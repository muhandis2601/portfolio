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4" r:id="rId1"/>
  </p:sldMasterIdLst>
  <p:notesMasterIdLst>
    <p:notesMasterId r:id="rId15"/>
  </p:notesMasterIdLst>
  <p:sldIdLst>
    <p:sldId id="256" r:id="rId2"/>
    <p:sldId id="313" r:id="rId3"/>
    <p:sldId id="274" r:id="rId4"/>
    <p:sldId id="314" r:id="rId5"/>
    <p:sldId id="260" r:id="rId6"/>
    <p:sldId id="266" r:id="rId7"/>
    <p:sldId id="264" r:id="rId8"/>
    <p:sldId id="265" r:id="rId9"/>
    <p:sldId id="315" r:id="rId10"/>
    <p:sldId id="258" r:id="rId11"/>
    <p:sldId id="261" r:id="rId12"/>
    <p:sldId id="263" r:id="rId13"/>
    <p:sldId id="259" r:id="rId14"/>
  </p:sldIdLst>
  <p:sldSz cx="9144000" cy="5143500" type="screen16x9"/>
  <p:notesSz cx="6858000" cy="9144000"/>
  <p:embeddedFontLst>
    <p:embeddedFont>
      <p:font typeface="Nunito Sans" pitchFamily="2" charset="0"/>
      <p:regular r:id="rId16"/>
      <p:bold r:id="rId17"/>
      <p:italic r:id="rId18"/>
      <p:boldItalic r:id="rId19"/>
    </p:embeddedFont>
    <p:embeddedFont>
      <p:font typeface="Proxima Nova" panose="020B0604020202020204" charset="0"/>
      <p:regular r:id="rId20"/>
      <p:bold r:id="rId21"/>
      <p:italic r:id="rId22"/>
      <p:boldItalic r:id="rId23"/>
    </p:embeddedFont>
    <p:embeddedFont>
      <p:font typeface="Rajdhani" panose="020B0604020202020204" charset="0"/>
      <p:regular r:id="rId24"/>
      <p:bold r:id="rId25"/>
    </p:embeddedFont>
    <p:embeddedFont>
      <p:font typeface="Rajdhani SemiBold" panose="020B0604020202020204" charset="0"/>
      <p:regular r:id="rId26"/>
      <p:bold r:id="rId27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521415D9-36F7-43E2-AB2F-B90AF26B5E84}">
      <p14:sectionLst xmlns:p14="http://schemas.microsoft.com/office/powerpoint/2010/main">
        <p14:section name="Bagian Default" id="{0FC8E661-6CDF-4D0B-ADFC-05FA75300CE8}">
          <p14:sldIdLst>
            <p14:sldId id="256"/>
          </p14:sldIdLst>
        </p14:section>
        <p14:section name="Sec1" id="{5B5F1D15-CFF7-485C-9314-84D35C2C6813}">
          <p14:sldIdLst>
            <p14:sldId id="313"/>
            <p14:sldId id="274"/>
          </p14:sldIdLst>
        </p14:section>
        <p14:section name="Sec2" id="{E0C56003-3757-4C5D-BD46-26B2EF319463}">
          <p14:sldIdLst>
            <p14:sldId id="314"/>
            <p14:sldId id="260"/>
          </p14:sldIdLst>
        </p14:section>
        <p14:section name="Sec5" id="{38086118-0A7B-4E2F-941C-9C13D974D611}">
          <p14:sldIdLst>
            <p14:sldId id="266"/>
            <p14:sldId id="264"/>
            <p14:sldId id="265"/>
          </p14:sldIdLst>
        </p14:section>
        <p14:section name="Sec3" id="{CBA4C842-5B8E-45A6-9681-20B0BCAED78E}">
          <p14:sldIdLst>
            <p14:sldId id="315"/>
            <p14:sldId id="258"/>
          </p14:sldIdLst>
        </p14:section>
        <p14:section name="Sec4" id="{525BBA26-DF2A-4610-981B-8A0B4A081124}">
          <p14:sldIdLst>
            <p14:sldId id="261"/>
            <p14:sldId id="263"/>
            <p14:sldId id="259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A37B26C5-08B2-4589-A638-B07CE57E7E00}" v="30" dt="2022-12-21T08:06:16.771"/>
  </p1510:revLst>
</p1510:revInfo>
</file>

<file path=ppt/tableStyles.xml><?xml version="1.0" encoding="utf-8"?>
<a:tblStyleLst xmlns:a="http://schemas.openxmlformats.org/drawingml/2006/main" def="{43D09FEA-86C2-44C5-88A2-56BC71E790E4}">
  <a:tblStyle styleId="{43D09FEA-86C2-44C5-88A2-56BC71E790E4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465" autoAdjust="0"/>
    <p:restoredTop sz="94660"/>
  </p:normalViewPr>
  <p:slideViewPr>
    <p:cSldViewPr snapToGrid="0">
      <p:cViewPr varScale="1">
        <p:scale>
          <a:sx n="98" d="100"/>
          <a:sy n="98" d="100"/>
        </p:scale>
        <p:origin x="1027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font" Target="fonts/font3.fntdata"/><Relationship Id="rId26" Type="http://schemas.openxmlformats.org/officeDocument/2006/relationships/font" Target="fonts/font11.fntdata"/><Relationship Id="rId3" Type="http://schemas.openxmlformats.org/officeDocument/2006/relationships/slide" Target="slides/slide2.xml"/><Relationship Id="rId21" Type="http://schemas.openxmlformats.org/officeDocument/2006/relationships/font" Target="fonts/font6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font" Target="fonts/font2.fntdata"/><Relationship Id="rId25" Type="http://schemas.openxmlformats.org/officeDocument/2006/relationships/font" Target="fonts/font10.fntdata"/><Relationship Id="rId33" Type="http://schemas.microsoft.com/office/2015/10/relationships/revisionInfo" Target="revisionInfo.xml"/><Relationship Id="rId2" Type="http://schemas.openxmlformats.org/officeDocument/2006/relationships/slide" Target="slides/slide1.xml"/><Relationship Id="rId16" Type="http://schemas.openxmlformats.org/officeDocument/2006/relationships/font" Target="fonts/font1.fntdata"/><Relationship Id="rId20" Type="http://schemas.openxmlformats.org/officeDocument/2006/relationships/font" Target="fonts/font5.fntdata"/><Relationship Id="rId29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9.fntdata"/><Relationship Id="rId32" Type="http://schemas.microsoft.com/office/2016/11/relationships/changesInfo" Target="changesInfos/changesInfo1.xml"/><Relationship Id="rId5" Type="http://schemas.openxmlformats.org/officeDocument/2006/relationships/slide" Target="slides/slide4.xml"/><Relationship Id="rId15" Type="http://schemas.openxmlformats.org/officeDocument/2006/relationships/notesMaster" Target="notesMasters/notesMaster1.xml"/><Relationship Id="rId23" Type="http://schemas.openxmlformats.org/officeDocument/2006/relationships/font" Target="fonts/font8.fntdata"/><Relationship Id="rId28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font" Target="fonts/font4.fntdata"/><Relationship Id="rId3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7.fntdata"/><Relationship Id="rId27" Type="http://schemas.openxmlformats.org/officeDocument/2006/relationships/font" Target="fonts/font12.fntdata"/><Relationship Id="rId30" Type="http://schemas.openxmlformats.org/officeDocument/2006/relationships/theme" Target="theme/theme1.xml"/><Relationship Id="rId8" Type="http://schemas.openxmlformats.org/officeDocument/2006/relationships/slide" Target="slides/slide7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u handis" userId="0d6bca45a109444c" providerId="LiveId" clId="{A37B26C5-08B2-4589-A638-B07CE57E7E00}"/>
    <pc:docChg chg="undo redo custSel modSld sldOrd modSection">
      <pc:chgData name="mu handis" userId="0d6bca45a109444c" providerId="LiveId" clId="{A37B26C5-08B2-4589-A638-B07CE57E7E00}" dt="2022-12-22T01:28:04.406" v="487" actId="1076"/>
      <pc:docMkLst>
        <pc:docMk/>
      </pc:docMkLst>
      <pc:sldChg chg="modSp mod">
        <pc:chgData name="mu handis" userId="0d6bca45a109444c" providerId="LiveId" clId="{A37B26C5-08B2-4589-A638-B07CE57E7E00}" dt="2022-12-21T16:14:14.217" v="476" actId="1076"/>
        <pc:sldMkLst>
          <pc:docMk/>
          <pc:sldMk cId="0" sldId="256"/>
        </pc:sldMkLst>
        <pc:spChg chg="mod">
          <ac:chgData name="mu handis" userId="0d6bca45a109444c" providerId="LiveId" clId="{A37B26C5-08B2-4589-A638-B07CE57E7E00}" dt="2022-12-21T08:06:16.771" v="49" actId="20577"/>
          <ac:spMkLst>
            <pc:docMk/>
            <pc:sldMk cId="0" sldId="256"/>
            <ac:spMk id="7080" creationId="{00000000-0000-0000-0000-000000000000}"/>
          </ac:spMkLst>
        </pc:spChg>
        <pc:grpChg chg="mod">
          <ac:chgData name="mu handis" userId="0d6bca45a109444c" providerId="LiveId" clId="{A37B26C5-08B2-4589-A638-B07CE57E7E00}" dt="2022-12-21T16:14:14.217" v="476" actId="1076"/>
          <ac:grpSpMkLst>
            <pc:docMk/>
            <pc:sldMk cId="0" sldId="256"/>
            <ac:grpSpMk id="4" creationId="{9514A35F-E6AD-B3EA-479C-FB9804D51944}"/>
          </ac:grpSpMkLst>
        </pc:grpChg>
      </pc:sldChg>
      <pc:sldChg chg="modSp mod">
        <pc:chgData name="mu handis" userId="0d6bca45a109444c" providerId="LiveId" clId="{A37B26C5-08B2-4589-A638-B07CE57E7E00}" dt="2022-12-21T08:32:22.094" v="473" actId="20577"/>
        <pc:sldMkLst>
          <pc:docMk/>
          <pc:sldMk cId="0" sldId="258"/>
        </pc:sldMkLst>
        <pc:spChg chg="mod">
          <ac:chgData name="mu handis" userId="0d6bca45a109444c" providerId="LiveId" clId="{A37B26C5-08B2-4589-A638-B07CE57E7E00}" dt="2022-12-21T08:25:13.561" v="434" actId="20577"/>
          <ac:spMkLst>
            <pc:docMk/>
            <pc:sldMk cId="0" sldId="258"/>
            <ac:spMk id="8787" creationId="{00000000-0000-0000-0000-000000000000}"/>
          </ac:spMkLst>
        </pc:spChg>
        <pc:spChg chg="mod">
          <ac:chgData name="mu handis" userId="0d6bca45a109444c" providerId="LiveId" clId="{A37B26C5-08B2-4589-A638-B07CE57E7E00}" dt="2022-12-21T08:25:36.808" v="436" actId="20577"/>
          <ac:spMkLst>
            <pc:docMk/>
            <pc:sldMk cId="0" sldId="258"/>
            <ac:spMk id="8789" creationId="{00000000-0000-0000-0000-000000000000}"/>
          </ac:spMkLst>
        </pc:spChg>
        <pc:spChg chg="mod">
          <ac:chgData name="mu handis" userId="0d6bca45a109444c" providerId="LiveId" clId="{A37B26C5-08B2-4589-A638-B07CE57E7E00}" dt="2022-12-21T08:32:22.094" v="473" actId="20577"/>
          <ac:spMkLst>
            <pc:docMk/>
            <pc:sldMk cId="0" sldId="258"/>
            <ac:spMk id="8792" creationId="{00000000-0000-0000-0000-000000000000}"/>
          </ac:spMkLst>
        </pc:spChg>
        <pc:spChg chg="mod">
          <ac:chgData name="mu handis" userId="0d6bca45a109444c" providerId="LiveId" clId="{A37B26C5-08B2-4589-A638-B07CE57E7E00}" dt="2022-12-21T08:24:52.287" v="409" actId="20577"/>
          <ac:spMkLst>
            <pc:docMk/>
            <pc:sldMk cId="0" sldId="258"/>
            <ac:spMk id="8793" creationId="{00000000-0000-0000-0000-000000000000}"/>
          </ac:spMkLst>
        </pc:spChg>
        <pc:spChg chg="mod">
          <ac:chgData name="mu handis" userId="0d6bca45a109444c" providerId="LiveId" clId="{A37B26C5-08B2-4589-A638-B07CE57E7E00}" dt="2022-12-21T08:24:35.923" v="387" actId="20577"/>
          <ac:spMkLst>
            <pc:docMk/>
            <pc:sldMk cId="0" sldId="258"/>
            <ac:spMk id="8795" creationId="{00000000-0000-0000-0000-000000000000}"/>
          </ac:spMkLst>
        </pc:spChg>
        <pc:spChg chg="mod">
          <ac:chgData name="mu handis" userId="0d6bca45a109444c" providerId="LiveId" clId="{A37B26C5-08B2-4589-A638-B07CE57E7E00}" dt="2022-12-21T08:25:01.837" v="428" actId="1076"/>
          <ac:spMkLst>
            <pc:docMk/>
            <pc:sldMk cId="0" sldId="258"/>
            <ac:spMk id="8797" creationId="{00000000-0000-0000-0000-000000000000}"/>
          </ac:spMkLst>
        </pc:spChg>
        <pc:spChg chg="mod">
          <ac:chgData name="mu handis" userId="0d6bca45a109444c" providerId="LiveId" clId="{A37B26C5-08B2-4589-A638-B07CE57E7E00}" dt="2022-12-21T08:27:28.676" v="465" actId="20577"/>
          <ac:spMkLst>
            <pc:docMk/>
            <pc:sldMk cId="0" sldId="258"/>
            <ac:spMk id="8798" creationId="{00000000-0000-0000-0000-000000000000}"/>
          </ac:spMkLst>
        </pc:spChg>
        <pc:spChg chg="mod">
          <ac:chgData name="mu handis" userId="0d6bca45a109444c" providerId="LiveId" clId="{A37B26C5-08B2-4589-A638-B07CE57E7E00}" dt="2022-12-21T08:27:23.206" v="458" actId="20577"/>
          <ac:spMkLst>
            <pc:docMk/>
            <pc:sldMk cId="0" sldId="258"/>
            <ac:spMk id="8799" creationId="{00000000-0000-0000-0000-000000000000}"/>
          </ac:spMkLst>
        </pc:spChg>
      </pc:sldChg>
      <pc:sldChg chg="modSp mod ord">
        <pc:chgData name="mu handis" userId="0d6bca45a109444c" providerId="LiveId" clId="{A37B26C5-08B2-4589-A638-B07CE57E7E00}" dt="2022-12-21T16:14:19.076" v="478" actId="255"/>
        <pc:sldMkLst>
          <pc:docMk/>
          <pc:sldMk cId="0" sldId="260"/>
        </pc:sldMkLst>
        <pc:spChg chg="mod">
          <ac:chgData name="mu handis" userId="0d6bca45a109444c" providerId="LiveId" clId="{A37B26C5-08B2-4589-A638-B07CE57E7E00}" dt="2022-12-21T16:14:19.076" v="478" actId="255"/>
          <ac:spMkLst>
            <pc:docMk/>
            <pc:sldMk cId="0" sldId="260"/>
            <ac:spMk id="4" creationId="{51697E1E-D3F1-758A-F0B9-FE640921213E}"/>
          </ac:spMkLst>
        </pc:spChg>
        <pc:spChg chg="mod">
          <ac:chgData name="mu handis" userId="0d6bca45a109444c" providerId="LiveId" clId="{A37B26C5-08B2-4589-A638-B07CE57E7E00}" dt="2022-12-21T08:10:30.681" v="118" actId="20577"/>
          <ac:spMkLst>
            <pc:docMk/>
            <pc:sldMk cId="0" sldId="260"/>
            <ac:spMk id="8985" creationId="{00000000-0000-0000-0000-000000000000}"/>
          </ac:spMkLst>
        </pc:spChg>
      </pc:sldChg>
      <pc:sldChg chg="modSp mod">
        <pc:chgData name="mu handis" userId="0d6bca45a109444c" providerId="LiveId" clId="{A37B26C5-08B2-4589-A638-B07CE57E7E00}" dt="2022-12-21T08:17:04.380" v="255" actId="20577"/>
        <pc:sldMkLst>
          <pc:docMk/>
          <pc:sldMk cId="0" sldId="261"/>
        </pc:sldMkLst>
        <pc:spChg chg="mod">
          <ac:chgData name="mu handis" userId="0d6bca45a109444c" providerId="LiveId" clId="{A37B26C5-08B2-4589-A638-B07CE57E7E00}" dt="2022-12-21T08:17:04.380" v="255" actId="20577"/>
          <ac:spMkLst>
            <pc:docMk/>
            <pc:sldMk cId="0" sldId="261"/>
            <ac:spMk id="9083" creationId="{00000000-0000-0000-0000-000000000000}"/>
          </ac:spMkLst>
        </pc:spChg>
      </pc:sldChg>
      <pc:sldChg chg="addSp delSp modSp mod">
        <pc:chgData name="mu handis" userId="0d6bca45a109444c" providerId="LiveId" clId="{A37B26C5-08B2-4589-A638-B07CE57E7E00}" dt="2022-12-22T01:28:04.406" v="487" actId="1076"/>
        <pc:sldMkLst>
          <pc:docMk/>
          <pc:sldMk cId="0" sldId="263"/>
        </pc:sldMkLst>
        <pc:picChg chg="del mod">
          <ac:chgData name="mu handis" userId="0d6bca45a109444c" providerId="LiveId" clId="{A37B26C5-08B2-4589-A638-B07CE57E7E00}" dt="2022-12-21T07:53:34.375" v="1" actId="478"/>
          <ac:picMkLst>
            <pc:docMk/>
            <pc:sldMk cId="0" sldId="263"/>
            <ac:picMk id="9" creationId="{E7D3962E-7108-6EBE-CD20-5A077A71C9CF}"/>
          </ac:picMkLst>
        </pc:picChg>
        <pc:picChg chg="del">
          <ac:chgData name="mu handis" userId="0d6bca45a109444c" providerId="LiveId" clId="{A37B26C5-08B2-4589-A638-B07CE57E7E00}" dt="2022-12-21T07:53:36.175" v="2" actId="478"/>
          <ac:picMkLst>
            <pc:docMk/>
            <pc:sldMk cId="0" sldId="263"/>
            <ac:picMk id="11" creationId="{88EFD850-EE31-EB56-0BD9-855675AA2332}"/>
          </ac:picMkLst>
        </pc:picChg>
        <pc:picChg chg="del">
          <ac:chgData name="mu handis" userId="0d6bca45a109444c" providerId="LiveId" clId="{A37B26C5-08B2-4589-A638-B07CE57E7E00}" dt="2022-12-21T07:53:40.846" v="3" actId="478"/>
          <ac:picMkLst>
            <pc:docMk/>
            <pc:sldMk cId="0" sldId="263"/>
            <ac:picMk id="13" creationId="{6342EC84-9757-1808-503C-EF71132C2608}"/>
          </ac:picMkLst>
        </pc:picChg>
        <pc:picChg chg="add mod">
          <ac:chgData name="mu handis" userId="0d6bca45a109444c" providerId="LiveId" clId="{A37B26C5-08B2-4589-A638-B07CE57E7E00}" dt="2022-12-22T01:28:04.406" v="487" actId="1076"/>
          <ac:picMkLst>
            <pc:docMk/>
            <pc:sldMk cId="0" sldId="263"/>
            <ac:picMk id="60" creationId="{6F2B350C-12A7-FCC6-676F-AAD8E0C1BECD}"/>
          </ac:picMkLst>
        </pc:picChg>
        <pc:picChg chg="add mod">
          <ac:chgData name="mu handis" userId="0d6bca45a109444c" providerId="LiveId" clId="{A37B26C5-08B2-4589-A638-B07CE57E7E00}" dt="2022-12-21T07:54:51.405" v="14" actId="1076"/>
          <ac:picMkLst>
            <pc:docMk/>
            <pc:sldMk cId="0" sldId="263"/>
            <ac:picMk id="62" creationId="{DBC3C8B0-0638-6583-77E1-8CBE7979CC8D}"/>
          </ac:picMkLst>
        </pc:picChg>
        <pc:picChg chg="add mod">
          <ac:chgData name="mu handis" userId="0d6bca45a109444c" providerId="LiveId" clId="{A37B26C5-08B2-4589-A638-B07CE57E7E00}" dt="2022-12-21T07:55:32.912" v="22" actId="1076"/>
          <ac:picMkLst>
            <pc:docMk/>
            <pc:sldMk cId="0" sldId="263"/>
            <ac:picMk id="9088" creationId="{EA3F4CBC-B7BD-4A50-B467-1549C15D96E9}"/>
          </ac:picMkLst>
        </pc:picChg>
      </pc:sldChg>
      <pc:sldChg chg="modSp mod ord">
        <pc:chgData name="mu handis" userId="0d6bca45a109444c" providerId="LiveId" clId="{A37B26C5-08B2-4589-A638-B07CE57E7E00}" dt="2022-12-21T08:20:33.867" v="271" actId="20577"/>
        <pc:sldMkLst>
          <pc:docMk/>
          <pc:sldMk cId="0" sldId="264"/>
        </pc:sldMkLst>
        <pc:spChg chg="mod">
          <ac:chgData name="mu handis" userId="0d6bca45a109444c" providerId="LiveId" clId="{A37B26C5-08B2-4589-A638-B07CE57E7E00}" dt="2022-12-21T08:20:27.765" v="269" actId="20577"/>
          <ac:spMkLst>
            <pc:docMk/>
            <pc:sldMk cId="0" sldId="264"/>
            <ac:spMk id="9345" creationId="{00000000-0000-0000-0000-000000000000}"/>
          </ac:spMkLst>
        </pc:spChg>
        <pc:spChg chg="mod">
          <ac:chgData name="mu handis" userId="0d6bca45a109444c" providerId="LiveId" clId="{A37B26C5-08B2-4589-A638-B07CE57E7E00}" dt="2022-12-21T08:20:33.867" v="271" actId="20577"/>
          <ac:spMkLst>
            <pc:docMk/>
            <pc:sldMk cId="0" sldId="264"/>
            <ac:spMk id="9693" creationId="{00000000-0000-0000-0000-000000000000}"/>
          </ac:spMkLst>
        </pc:spChg>
      </pc:sldChg>
      <pc:sldChg chg="addSp delSp modSp mod ord">
        <pc:chgData name="mu handis" userId="0d6bca45a109444c" providerId="LiveId" clId="{A37B26C5-08B2-4589-A638-B07CE57E7E00}" dt="2022-12-21T08:22:32.682" v="354" actId="20577"/>
        <pc:sldMkLst>
          <pc:docMk/>
          <pc:sldMk cId="0" sldId="265"/>
        </pc:sldMkLst>
        <pc:spChg chg="add del mod">
          <ac:chgData name="mu handis" userId="0d6bca45a109444c" providerId="LiveId" clId="{A37B26C5-08B2-4589-A638-B07CE57E7E00}" dt="2022-12-21T08:21:20.050" v="299" actId="478"/>
          <ac:spMkLst>
            <pc:docMk/>
            <pc:sldMk cId="0" sldId="265"/>
            <ac:spMk id="3" creationId="{62D69E58-A871-2963-15CD-B324B68E70BE}"/>
          </ac:spMkLst>
        </pc:spChg>
        <pc:spChg chg="mod">
          <ac:chgData name="mu handis" userId="0d6bca45a109444c" providerId="LiveId" clId="{A37B26C5-08B2-4589-A638-B07CE57E7E00}" dt="2022-12-21T08:22:32.682" v="354" actId="20577"/>
          <ac:spMkLst>
            <pc:docMk/>
            <pc:sldMk cId="0" sldId="265"/>
            <ac:spMk id="4" creationId="{31F1F1F0-D01B-4D3A-1FAF-C6578771E1BC}"/>
          </ac:spMkLst>
        </pc:spChg>
        <pc:spChg chg="add del mod">
          <ac:chgData name="mu handis" userId="0d6bca45a109444c" providerId="LiveId" clId="{A37B26C5-08B2-4589-A638-B07CE57E7E00}" dt="2022-12-21T08:22:14.217" v="335" actId="478"/>
          <ac:spMkLst>
            <pc:docMk/>
            <pc:sldMk cId="0" sldId="265"/>
            <ac:spMk id="58" creationId="{6612F4CD-5619-4948-1C92-678243AFA17C}"/>
          </ac:spMkLst>
        </pc:spChg>
        <pc:spChg chg="del mod">
          <ac:chgData name="mu handis" userId="0d6bca45a109444c" providerId="LiveId" clId="{A37B26C5-08B2-4589-A638-B07CE57E7E00}" dt="2022-12-21T08:21:14.742" v="297" actId="478"/>
          <ac:spMkLst>
            <pc:docMk/>
            <pc:sldMk cId="0" sldId="265"/>
            <ac:spMk id="9800" creationId="{00000000-0000-0000-0000-000000000000}"/>
          </ac:spMkLst>
        </pc:spChg>
        <pc:spChg chg="del mod">
          <ac:chgData name="mu handis" userId="0d6bca45a109444c" providerId="LiveId" clId="{A37B26C5-08B2-4589-A638-B07CE57E7E00}" dt="2022-12-21T08:22:09.257" v="333" actId="478"/>
          <ac:spMkLst>
            <pc:docMk/>
            <pc:sldMk cId="0" sldId="265"/>
            <ac:spMk id="9801" creationId="{00000000-0000-0000-0000-000000000000}"/>
          </ac:spMkLst>
        </pc:spChg>
        <pc:spChg chg="mod">
          <ac:chgData name="mu handis" userId="0d6bca45a109444c" providerId="LiveId" clId="{A37B26C5-08B2-4589-A638-B07CE57E7E00}" dt="2022-12-21T08:22:18.845" v="337" actId="20577"/>
          <ac:spMkLst>
            <pc:docMk/>
            <pc:sldMk cId="0" sldId="265"/>
            <ac:spMk id="9802" creationId="{00000000-0000-0000-0000-000000000000}"/>
          </ac:spMkLst>
        </pc:spChg>
        <pc:spChg chg="mod">
          <ac:chgData name="mu handis" userId="0d6bca45a109444c" providerId="LiveId" clId="{A37B26C5-08B2-4589-A638-B07CE57E7E00}" dt="2022-12-21T08:21:09.828" v="295" actId="20577"/>
          <ac:spMkLst>
            <pc:docMk/>
            <pc:sldMk cId="0" sldId="265"/>
            <ac:spMk id="9803" creationId="{00000000-0000-0000-0000-000000000000}"/>
          </ac:spMkLst>
        </pc:spChg>
      </pc:sldChg>
      <pc:sldChg chg="modSp mod ord">
        <pc:chgData name="mu handis" userId="0d6bca45a109444c" providerId="LiveId" clId="{A37B26C5-08B2-4589-A638-B07CE57E7E00}" dt="2022-12-21T08:18:14.588" v="263" actId="20577"/>
        <pc:sldMkLst>
          <pc:docMk/>
          <pc:sldMk cId="0" sldId="266"/>
        </pc:sldMkLst>
        <pc:spChg chg="mod">
          <ac:chgData name="mu handis" userId="0d6bca45a109444c" providerId="LiveId" clId="{A37B26C5-08B2-4589-A638-B07CE57E7E00}" dt="2022-12-21T08:18:14.588" v="263" actId="20577"/>
          <ac:spMkLst>
            <pc:docMk/>
            <pc:sldMk cId="0" sldId="266"/>
            <ac:spMk id="9808" creationId="{00000000-0000-0000-0000-000000000000}"/>
          </ac:spMkLst>
        </pc:spChg>
      </pc:sldChg>
      <pc:sldChg chg="modSp mod">
        <pc:chgData name="mu handis" userId="0d6bca45a109444c" providerId="LiveId" clId="{A37B26C5-08B2-4589-A638-B07CE57E7E00}" dt="2022-12-21T16:20:09.325" v="486" actId="688"/>
        <pc:sldMkLst>
          <pc:docMk/>
          <pc:sldMk cId="0" sldId="274"/>
        </pc:sldMkLst>
        <pc:spChg chg="mod">
          <ac:chgData name="mu handis" userId="0d6bca45a109444c" providerId="LiveId" clId="{A37B26C5-08B2-4589-A638-B07CE57E7E00}" dt="2022-12-21T08:07:02.379" v="69" actId="20577"/>
          <ac:spMkLst>
            <pc:docMk/>
            <pc:sldMk cId="0" sldId="274"/>
            <ac:spMk id="12120" creationId="{00000000-0000-0000-0000-000000000000}"/>
          </ac:spMkLst>
        </pc:spChg>
        <pc:spChg chg="mod">
          <ac:chgData name="mu handis" userId="0d6bca45a109444c" providerId="LiveId" clId="{A37B26C5-08B2-4589-A638-B07CE57E7E00}" dt="2022-12-21T08:07:27.749" v="70"/>
          <ac:spMkLst>
            <pc:docMk/>
            <pc:sldMk cId="0" sldId="274"/>
            <ac:spMk id="12121" creationId="{00000000-0000-0000-0000-000000000000}"/>
          </ac:spMkLst>
        </pc:spChg>
        <pc:picChg chg="mod">
          <ac:chgData name="mu handis" userId="0d6bca45a109444c" providerId="LiveId" clId="{A37B26C5-08B2-4589-A638-B07CE57E7E00}" dt="2022-12-21T16:20:09.325" v="486" actId="688"/>
          <ac:picMkLst>
            <pc:docMk/>
            <pc:sldMk cId="0" sldId="274"/>
            <ac:picMk id="12131" creationId="{00000000-0000-0000-0000-000000000000}"/>
          </ac:picMkLst>
        </pc:picChg>
      </pc:sldChg>
      <pc:sldChg chg="modSp mod ord">
        <pc:chgData name="mu handis" userId="0d6bca45a109444c" providerId="LiveId" clId="{A37B26C5-08B2-4589-A638-B07CE57E7E00}" dt="2022-12-21T08:18:03.655" v="259"/>
        <pc:sldMkLst>
          <pc:docMk/>
          <pc:sldMk cId="2020318679" sldId="313"/>
        </pc:sldMkLst>
        <pc:spChg chg="mod">
          <ac:chgData name="mu handis" userId="0d6bca45a109444c" providerId="LiveId" clId="{A37B26C5-08B2-4589-A638-B07CE57E7E00}" dt="2022-12-21T08:06:35.254" v="60" actId="20577"/>
          <ac:spMkLst>
            <pc:docMk/>
            <pc:sldMk cId="2020318679" sldId="313"/>
            <ac:spMk id="9083" creationId="{00000000-0000-0000-0000-000000000000}"/>
          </ac:spMkLst>
        </pc:spChg>
      </pc:sldChg>
      <pc:sldChg chg="modSp mod ord">
        <pc:chgData name="mu handis" userId="0d6bca45a109444c" providerId="LiveId" clId="{A37B26C5-08B2-4589-A638-B07CE57E7E00}" dt="2022-12-21T08:18:53.754" v="265"/>
        <pc:sldMkLst>
          <pc:docMk/>
          <pc:sldMk cId="2143983748" sldId="314"/>
        </pc:sldMkLst>
        <pc:spChg chg="mod">
          <ac:chgData name="mu handis" userId="0d6bca45a109444c" providerId="LiveId" clId="{A37B26C5-08B2-4589-A638-B07CE57E7E00}" dt="2022-12-21T08:10:18.302" v="100" actId="20577"/>
          <ac:spMkLst>
            <pc:docMk/>
            <pc:sldMk cId="2143983748" sldId="314"/>
            <ac:spMk id="9083" creationId="{00000000-0000-0000-0000-000000000000}"/>
          </ac:spMkLst>
        </pc:spChg>
      </pc:sldChg>
      <pc:sldChg chg="ord">
        <pc:chgData name="mu handis" userId="0d6bca45a109444c" providerId="LiveId" clId="{A37B26C5-08B2-4589-A638-B07CE57E7E00}" dt="2022-12-21T08:22:39.110" v="358"/>
        <pc:sldMkLst>
          <pc:docMk/>
          <pc:sldMk cId="1466410435" sldId="315"/>
        </pc:sldMkLst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7" name="Google Shape;7077;g99874ae66e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78" name="Google Shape;7078;g99874ae66e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0" name="Google Shape;9080;g8f342daea5_0_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81" name="Google Shape;9081;g8f342daea5_0_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4878780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7" name="Google Shape;12117;g9ca80d4de3_0_34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18" name="Google Shape;12118;g9ca80d4de3_0_34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0" name="Google Shape;9080;g8f342daea5_0_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81" name="Google Shape;9081;g8f342daea5_0_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1475891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1" name="Google Shape;8981;g98ca0c4284_1_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82" name="Google Shape;8982;g98ca0c4284_1_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5" name="Google Shape;9805;g9c7d97a783_0_130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06" name="Google Shape;9806;g9c7d97a783_0_130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2" name="Google Shape;9342;g9c7d97a783_0_130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43" name="Google Shape;9343;g9c7d97a783_0_1304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97" name="Google Shape;9797;g983ba3fbd1_1_208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98" name="Google Shape;9798;g983ba3fbd1_1_208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0" name="Google Shape;9080;g8f342daea5_0_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81" name="Google Shape;9081;g8f342daea5_0_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6156587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4" name="Google Shape;8784;g8d3aa2a3e7_0_7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85" name="Google Shape;8785;g8d3aa2a3e7_0_7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0" name="Google Shape;9080;g8f342daea5_0_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81" name="Google Shape;9081;g8f342daea5_0_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3" name="Google Shape;9103;g9c7d97a783_0_130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04" name="Google Shape;9104;g9c7d97a783_0_130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7" name="Google Shape;8807;g8f342daea5_0_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08" name="Google Shape;8808;g8f342daea5_0_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1427550" y="2981063"/>
            <a:ext cx="6288900" cy="114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292100" y="4123763"/>
            <a:ext cx="4505100" cy="41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 rot="10800000" flipH="1">
            <a:off x="1" y="20"/>
            <a:ext cx="984590" cy="1109519"/>
          </a:xfrm>
          <a:custGeom>
            <a:avLst/>
            <a:gdLst/>
            <a:ahLst/>
            <a:cxnLst/>
            <a:rect l="l" t="t" r="r" b="b"/>
            <a:pathLst>
              <a:path w="25050" h="27323" extrusionOk="0">
                <a:moveTo>
                  <a:pt x="1439" y="26"/>
                </a:moveTo>
                <a:lnTo>
                  <a:pt x="1439" y="26"/>
                </a:lnTo>
                <a:cubicBezTo>
                  <a:pt x="1236" y="126"/>
                  <a:pt x="1267" y="427"/>
                  <a:pt x="1486" y="483"/>
                </a:cubicBezTo>
                <a:cubicBezTo>
                  <a:pt x="1509" y="489"/>
                  <a:pt x="1532" y="492"/>
                  <a:pt x="1553" y="492"/>
                </a:cubicBezTo>
                <a:cubicBezTo>
                  <a:pt x="1739" y="492"/>
                  <a:pt x="1868" y="278"/>
                  <a:pt x="1753" y="107"/>
                </a:cubicBezTo>
                <a:cubicBezTo>
                  <a:pt x="1652" y="79"/>
                  <a:pt x="1549" y="51"/>
                  <a:pt x="1439" y="26"/>
                </a:cubicBezTo>
                <a:close/>
                <a:moveTo>
                  <a:pt x="330" y="1"/>
                </a:moveTo>
                <a:cubicBezTo>
                  <a:pt x="111" y="1"/>
                  <a:pt x="1" y="264"/>
                  <a:pt x="154" y="421"/>
                </a:cubicBezTo>
                <a:cubicBezTo>
                  <a:pt x="205" y="471"/>
                  <a:pt x="267" y="494"/>
                  <a:pt x="327" y="494"/>
                </a:cubicBezTo>
                <a:cubicBezTo>
                  <a:pt x="455" y="494"/>
                  <a:pt x="577" y="394"/>
                  <a:pt x="577" y="245"/>
                </a:cubicBezTo>
                <a:cubicBezTo>
                  <a:pt x="577" y="110"/>
                  <a:pt x="465" y="1"/>
                  <a:pt x="330" y="1"/>
                </a:cubicBezTo>
                <a:close/>
                <a:moveTo>
                  <a:pt x="3793" y="1317"/>
                </a:moveTo>
                <a:lnTo>
                  <a:pt x="3793" y="1317"/>
                </a:lnTo>
                <a:cubicBezTo>
                  <a:pt x="3667" y="1480"/>
                  <a:pt x="3783" y="1712"/>
                  <a:pt x="3987" y="1712"/>
                </a:cubicBezTo>
                <a:cubicBezTo>
                  <a:pt x="4037" y="1712"/>
                  <a:pt x="4087" y="1696"/>
                  <a:pt x="4128" y="1668"/>
                </a:cubicBezTo>
                <a:cubicBezTo>
                  <a:pt x="4022" y="1546"/>
                  <a:pt x="3909" y="1430"/>
                  <a:pt x="3793" y="1317"/>
                </a:cubicBezTo>
                <a:close/>
                <a:moveTo>
                  <a:pt x="330" y="1220"/>
                </a:moveTo>
                <a:cubicBezTo>
                  <a:pt x="111" y="1220"/>
                  <a:pt x="1" y="1486"/>
                  <a:pt x="154" y="1640"/>
                </a:cubicBezTo>
                <a:cubicBezTo>
                  <a:pt x="205" y="1690"/>
                  <a:pt x="268" y="1713"/>
                  <a:pt x="329" y="1713"/>
                </a:cubicBezTo>
                <a:cubicBezTo>
                  <a:pt x="456" y="1713"/>
                  <a:pt x="577" y="1614"/>
                  <a:pt x="577" y="1464"/>
                </a:cubicBezTo>
                <a:cubicBezTo>
                  <a:pt x="577" y="1329"/>
                  <a:pt x="465" y="1220"/>
                  <a:pt x="330" y="1220"/>
                </a:cubicBezTo>
                <a:close/>
                <a:moveTo>
                  <a:pt x="1549" y="1220"/>
                </a:moveTo>
                <a:cubicBezTo>
                  <a:pt x="1330" y="1220"/>
                  <a:pt x="1220" y="1486"/>
                  <a:pt x="1373" y="1640"/>
                </a:cubicBezTo>
                <a:cubicBezTo>
                  <a:pt x="1424" y="1690"/>
                  <a:pt x="1487" y="1713"/>
                  <a:pt x="1548" y="1713"/>
                </a:cubicBezTo>
                <a:cubicBezTo>
                  <a:pt x="1675" y="1713"/>
                  <a:pt x="1797" y="1614"/>
                  <a:pt x="1797" y="1464"/>
                </a:cubicBezTo>
                <a:cubicBezTo>
                  <a:pt x="1797" y="1329"/>
                  <a:pt x="1687" y="1220"/>
                  <a:pt x="1549" y="1220"/>
                </a:cubicBezTo>
                <a:close/>
                <a:moveTo>
                  <a:pt x="2768" y="1220"/>
                </a:moveTo>
                <a:cubicBezTo>
                  <a:pt x="2549" y="1220"/>
                  <a:pt x="2439" y="1486"/>
                  <a:pt x="2596" y="1640"/>
                </a:cubicBezTo>
                <a:cubicBezTo>
                  <a:pt x="2645" y="1690"/>
                  <a:pt x="2707" y="1713"/>
                  <a:pt x="2768" y="1713"/>
                </a:cubicBezTo>
                <a:cubicBezTo>
                  <a:pt x="2894" y="1713"/>
                  <a:pt x="3016" y="1614"/>
                  <a:pt x="3016" y="1464"/>
                </a:cubicBezTo>
                <a:cubicBezTo>
                  <a:pt x="3016" y="1329"/>
                  <a:pt x="2906" y="1220"/>
                  <a:pt x="2768" y="1220"/>
                </a:cubicBezTo>
                <a:close/>
                <a:moveTo>
                  <a:pt x="330" y="2439"/>
                </a:moveTo>
                <a:cubicBezTo>
                  <a:pt x="111" y="2439"/>
                  <a:pt x="1" y="2705"/>
                  <a:pt x="154" y="2859"/>
                </a:cubicBezTo>
                <a:cubicBezTo>
                  <a:pt x="205" y="2910"/>
                  <a:pt x="268" y="2932"/>
                  <a:pt x="329" y="2932"/>
                </a:cubicBezTo>
                <a:cubicBezTo>
                  <a:pt x="456" y="2932"/>
                  <a:pt x="577" y="2834"/>
                  <a:pt x="577" y="2686"/>
                </a:cubicBezTo>
                <a:cubicBezTo>
                  <a:pt x="577" y="2548"/>
                  <a:pt x="465" y="2439"/>
                  <a:pt x="330" y="2439"/>
                </a:cubicBezTo>
                <a:close/>
                <a:moveTo>
                  <a:pt x="1549" y="2439"/>
                </a:moveTo>
                <a:cubicBezTo>
                  <a:pt x="1330" y="2439"/>
                  <a:pt x="1220" y="2705"/>
                  <a:pt x="1373" y="2859"/>
                </a:cubicBezTo>
                <a:cubicBezTo>
                  <a:pt x="1424" y="2910"/>
                  <a:pt x="1487" y="2932"/>
                  <a:pt x="1548" y="2932"/>
                </a:cubicBezTo>
                <a:cubicBezTo>
                  <a:pt x="1675" y="2932"/>
                  <a:pt x="1797" y="2834"/>
                  <a:pt x="1797" y="2686"/>
                </a:cubicBezTo>
                <a:cubicBezTo>
                  <a:pt x="1797" y="2548"/>
                  <a:pt x="1687" y="2439"/>
                  <a:pt x="1549" y="2439"/>
                </a:cubicBezTo>
                <a:close/>
                <a:moveTo>
                  <a:pt x="2768" y="2439"/>
                </a:moveTo>
                <a:cubicBezTo>
                  <a:pt x="2549" y="2439"/>
                  <a:pt x="2439" y="2705"/>
                  <a:pt x="2596" y="2859"/>
                </a:cubicBezTo>
                <a:cubicBezTo>
                  <a:pt x="2646" y="2910"/>
                  <a:pt x="2707" y="2932"/>
                  <a:pt x="2768" y="2932"/>
                </a:cubicBezTo>
                <a:cubicBezTo>
                  <a:pt x="2894" y="2932"/>
                  <a:pt x="3016" y="2834"/>
                  <a:pt x="3016" y="2686"/>
                </a:cubicBezTo>
                <a:cubicBezTo>
                  <a:pt x="3016" y="2548"/>
                  <a:pt x="2906" y="2439"/>
                  <a:pt x="2768" y="2439"/>
                </a:cubicBezTo>
                <a:close/>
                <a:moveTo>
                  <a:pt x="3987" y="2439"/>
                </a:moveTo>
                <a:cubicBezTo>
                  <a:pt x="3768" y="2439"/>
                  <a:pt x="3658" y="2705"/>
                  <a:pt x="3815" y="2859"/>
                </a:cubicBezTo>
                <a:cubicBezTo>
                  <a:pt x="3865" y="2910"/>
                  <a:pt x="3927" y="2932"/>
                  <a:pt x="3987" y="2932"/>
                </a:cubicBezTo>
                <a:cubicBezTo>
                  <a:pt x="4113" y="2932"/>
                  <a:pt x="4235" y="2834"/>
                  <a:pt x="4235" y="2686"/>
                </a:cubicBezTo>
                <a:cubicBezTo>
                  <a:pt x="4235" y="2548"/>
                  <a:pt x="4125" y="2439"/>
                  <a:pt x="3987" y="2439"/>
                </a:cubicBezTo>
                <a:close/>
                <a:moveTo>
                  <a:pt x="330" y="3658"/>
                </a:moveTo>
                <a:cubicBezTo>
                  <a:pt x="111" y="3658"/>
                  <a:pt x="1" y="3924"/>
                  <a:pt x="154" y="4078"/>
                </a:cubicBezTo>
                <a:cubicBezTo>
                  <a:pt x="205" y="4129"/>
                  <a:pt x="268" y="4151"/>
                  <a:pt x="329" y="4151"/>
                </a:cubicBezTo>
                <a:cubicBezTo>
                  <a:pt x="456" y="4151"/>
                  <a:pt x="577" y="4053"/>
                  <a:pt x="577" y="3905"/>
                </a:cubicBezTo>
                <a:cubicBezTo>
                  <a:pt x="577" y="3767"/>
                  <a:pt x="465" y="3658"/>
                  <a:pt x="330" y="3658"/>
                </a:cubicBezTo>
                <a:close/>
                <a:moveTo>
                  <a:pt x="1549" y="3658"/>
                </a:moveTo>
                <a:cubicBezTo>
                  <a:pt x="1330" y="3658"/>
                  <a:pt x="1220" y="3924"/>
                  <a:pt x="1373" y="4078"/>
                </a:cubicBezTo>
                <a:cubicBezTo>
                  <a:pt x="1424" y="4129"/>
                  <a:pt x="1487" y="4151"/>
                  <a:pt x="1548" y="4151"/>
                </a:cubicBezTo>
                <a:cubicBezTo>
                  <a:pt x="1675" y="4151"/>
                  <a:pt x="1797" y="4053"/>
                  <a:pt x="1797" y="3905"/>
                </a:cubicBezTo>
                <a:cubicBezTo>
                  <a:pt x="1797" y="3767"/>
                  <a:pt x="1687" y="3658"/>
                  <a:pt x="1549" y="3658"/>
                </a:cubicBezTo>
                <a:close/>
                <a:moveTo>
                  <a:pt x="2768" y="3658"/>
                </a:moveTo>
                <a:cubicBezTo>
                  <a:pt x="2549" y="3658"/>
                  <a:pt x="2439" y="3924"/>
                  <a:pt x="2596" y="4078"/>
                </a:cubicBezTo>
                <a:cubicBezTo>
                  <a:pt x="2646" y="4129"/>
                  <a:pt x="2707" y="4151"/>
                  <a:pt x="2768" y="4151"/>
                </a:cubicBezTo>
                <a:cubicBezTo>
                  <a:pt x="2894" y="4151"/>
                  <a:pt x="3016" y="4053"/>
                  <a:pt x="3016" y="3905"/>
                </a:cubicBezTo>
                <a:cubicBezTo>
                  <a:pt x="3016" y="3767"/>
                  <a:pt x="2906" y="3658"/>
                  <a:pt x="2768" y="3658"/>
                </a:cubicBezTo>
                <a:close/>
                <a:moveTo>
                  <a:pt x="3987" y="3658"/>
                </a:moveTo>
                <a:cubicBezTo>
                  <a:pt x="3768" y="3658"/>
                  <a:pt x="3658" y="3924"/>
                  <a:pt x="3815" y="4078"/>
                </a:cubicBezTo>
                <a:cubicBezTo>
                  <a:pt x="3865" y="4129"/>
                  <a:pt x="3927" y="4151"/>
                  <a:pt x="3987" y="4151"/>
                </a:cubicBezTo>
                <a:cubicBezTo>
                  <a:pt x="4113" y="4151"/>
                  <a:pt x="4235" y="4053"/>
                  <a:pt x="4235" y="3905"/>
                </a:cubicBezTo>
                <a:cubicBezTo>
                  <a:pt x="4235" y="3767"/>
                  <a:pt x="4125" y="3658"/>
                  <a:pt x="3987" y="3658"/>
                </a:cubicBezTo>
                <a:close/>
                <a:moveTo>
                  <a:pt x="5209" y="3658"/>
                </a:moveTo>
                <a:cubicBezTo>
                  <a:pt x="4987" y="3658"/>
                  <a:pt x="4877" y="3924"/>
                  <a:pt x="5034" y="4078"/>
                </a:cubicBezTo>
                <a:cubicBezTo>
                  <a:pt x="5084" y="4129"/>
                  <a:pt x="5146" y="4151"/>
                  <a:pt x="5206" y="4151"/>
                </a:cubicBezTo>
                <a:cubicBezTo>
                  <a:pt x="5332" y="4151"/>
                  <a:pt x="5454" y="4053"/>
                  <a:pt x="5454" y="3905"/>
                </a:cubicBezTo>
                <a:cubicBezTo>
                  <a:pt x="5454" y="3767"/>
                  <a:pt x="5344" y="3658"/>
                  <a:pt x="5209" y="3658"/>
                </a:cubicBezTo>
                <a:close/>
                <a:moveTo>
                  <a:pt x="6190" y="5059"/>
                </a:moveTo>
                <a:cubicBezTo>
                  <a:pt x="6156" y="5181"/>
                  <a:pt x="6221" y="5309"/>
                  <a:pt x="6341" y="5353"/>
                </a:cubicBezTo>
                <a:cubicBezTo>
                  <a:pt x="6290" y="5256"/>
                  <a:pt x="6240" y="5156"/>
                  <a:pt x="6190" y="5059"/>
                </a:cubicBezTo>
                <a:close/>
                <a:moveTo>
                  <a:pt x="330" y="4877"/>
                </a:moveTo>
                <a:cubicBezTo>
                  <a:pt x="111" y="4877"/>
                  <a:pt x="1" y="5143"/>
                  <a:pt x="154" y="5300"/>
                </a:cubicBezTo>
                <a:cubicBezTo>
                  <a:pt x="205" y="5349"/>
                  <a:pt x="267" y="5371"/>
                  <a:pt x="327" y="5371"/>
                </a:cubicBezTo>
                <a:cubicBezTo>
                  <a:pt x="455" y="5371"/>
                  <a:pt x="577" y="5273"/>
                  <a:pt x="577" y="5124"/>
                </a:cubicBezTo>
                <a:cubicBezTo>
                  <a:pt x="577" y="4986"/>
                  <a:pt x="465" y="4877"/>
                  <a:pt x="330" y="4877"/>
                </a:cubicBezTo>
                <a:close/>
                <a:moveTo>
                  <a:pt x="1549" y="4877"/>
                </a:moveTo>
                <a:cubicBezTo>
                  <a:pt x="1330" y="4877"/>
                  <a:pt x="1220" y="5143"/>
                  <a:pt x="1373" y="5300"/>
                </a:cubicBezTo>
                <a:cubicBezTo>
                  <a:pt x="1424" y="5349"/>
                  <a:pt x="1486" y="5371"/>
                  <a:pt x="1546" y="5371"/>
                </a:cubicBezTo>
                <a:cubicBezTo>
                  <a:pt x="1674" y="5371"/>
                  <a:pt x="1797" y="5273"/>
                  <a:pt x="1797" y="5124"/>
                </a:cubicBezTo>
                <a:cubicBezTo>
                  <a:pt x="1797" y="4986"/>
                  <a:pt x="1687" y="4877"/>
                  <a:pt x="1549" y="4877"/>
                </a:cubicBezTo>
                <a:close/>
                <a:moveTo>
                  <a:pt x="2768" y="4877"/>
                </a:moveTo>
                <a:cubicBezTo>
                  <a:pt x="2549" y="4877"/>
                  <a:pt x="2439" y="5143"/>
                  <a:pt x="2596" y="5300"/>
                </a:cubicBezTo>
                <a:cubicBezTo>
                  <a:pt x="2645" y="5349"/>
                  <a:pt x="2706" y="5371"/>
                  <a:pt x="2766" y="5371"/>
                </a:cubicBezTo>
                <a:cubicBezTo>
                  <a:pt x="2893" y="5371"/>
                  <a:pt x="3016" y="5273"/>
                  <a:pt x="3016" y="5124"/>
                </a:cubicBezTo>
                <a:cubicBezTo>
                  <a:pt x="3016" y="4986"/>
                  <a:pt x="2906" y="4877"/>
                  <a:pt x="2768" y="4877"/>
                </a:cubicBezTo>
                <a:close/>
                <a:moveTo>
                  <a:pt x="3987" y="4877"/>
                </a:moveTo>
                <a:cubicBezTo>
                  <a:pt x="3768" y="4877"/>
                  <a:pt x="3658" y="5143"/>
                  <a:pt x="3815" y="5300"/>
                </a:cubicBezTo>
                <a:cubicBezTo>
                  <a:pt x="3864" y="5349"/>
                  <a:pt x="3925" y="5371"/>
                  <a:pt x="3985" y="5371"/>
                </a:cubicBezTo>
                <a:cubicBezTo>
                  <a:pt x="4112" y="5371"/>
                  <a:pt x="4235" y="5273"/>
                  <a:pt x="4235" y="5124"/>
                </a:cubicBezTo>
                <a:cubicBezTo>
                  <a:pt x="4235" y="4986"/>
                  <a:pt x="4125" y="4877"/>
                  <a:pt x="3987" y="4877"/>
                </a:cubicBezTo>
                <a:close/>
                <a:moveTo>
                  <a:pt x="5209" y="4877"/>
                </a:moveTo>
                <a:cubicBezTo>
                  <a:pt x="4987" y="4877"/>
                  <a:pt x="4877" y="5143"/>
                  <a:pt x="5034" y="5300"/>
                </a:cubicBezTo>
                <a:cubicBezTo>
                  <a:pt x="5084" y="5349"/>
                  <a:pt x="5146" y="5371"/>
                  <a:pt x="5206" y="5371"/>
                </a:cubicBezTo>
                <a:cubicBezTo>
                  <a:pt x="5333" y="5371"/>
                  <a:pt x="5454" y="5273"/>
                  <a:pt x="5454" y="5124"/>
                </a:cubicBezTo>
                <a:cubicBezTo>
                  <a:pt x="5454" y="4986"/>
                  <a:pt x="5344" y="4877"/>
                  <a:pt x="5209" y="4877"/>
                </a:cubicBezTo>
                <a:close/>
                <a:moveTo>
                  <a:pt x="330" y="6096"/>
                </a:moveTo>
                <a:cubicBezTo>
                  <a:pt x="111" y="6096"/>
                  <a:pt x="1" y="6362"/>
                  <a:pt x="154" y="6519"/>
                </a:cubicBezTo>
                <a:cubicBezTo>
                  <a:pt x="205" y="6568"/>
                  <a:pt x="267" y="6590"/>
                  <a:pt x="327" y="6590"/>
                </a:cubicBezTo>
                <a:cubicBezTo>
                  <a:pt x="455" y="6590"/>
                  <a:pt x="577" y="6492"/>
                  <a:pt x="577" y="6343"/>
                </a:cubicBezTo>
                <a:cubicBezTo>
                  <a:pt x="577" y="6209"/>
                  <a:pt x="465" y="6096"/>
                  <a:pt x="330" y="6096"/>
                </a:cubicBezTo>
                <a:close/>
                <a:moveTo>
                  <a:pt x="1549" y="6096"/>
                </a:moveTo>
                <a:cubicBezTo>
                  <a:pt x="1330" y="6096"/>
                  <a:pt x="1220" y="6362"/>
                  <a:pt x="1373" y="6519"/>
                </a:cubicBezTo>
                <a:cubicBezTo>
                  <a:pt x="1424" y="6568"/>
                  <a:pt x="1486" y="6590"/>
                  <a:pt x="1546" y="6590"/>
                </a:cubicBezTo>
                <a:cubicBezTo>
                  <a:pt x="1674" y="6590"/>
                  <a:pt x="1797" y="6492"/>
                  <a:pt x="1797" y="6343"/>
                </a:cubicBezTo>
                <a:cubicBezTo>
                  <a:pt x="1797" y="6209"/>
                  <a:pt x="1687" y="6096"/>
                  <a:pt x="1549" y="6096"/>
                </a:cubicBezTo>
                <a:close/>
                <a:moveTo>
                  <a:pt x="2768" y="6096"/>
                </a:moveTo>
                <a:cubicBezTo>
                  <a:pt x="2549" y="6096"/>
                  <a:pt x="2439" y="6362"/>
                  <a:pt x="2596" y="6519"/>
                </a:cubicBezTo>
                <a:cubicBezTo>
                  <a:pt x="2645" y="6568"/>
                  <a:pt x="2706" y="6590"/>
                  <a:pt x="2766" y="6590"/>
                </a:cubicBezTo>
                <a:cubicBezTo>
                  <a:pt x="2893" y="6590"/>
                  <a:pt x="3016" y="6492"/>
                  <a:pt x="3016" y="6343"/>
                </a:cubicBezTo>
                <a:cubicBezTo>
                  <a:pt x="3016" y="6209"/>
                  <a:pt x="2906" y="6096"/>
                  <a:pt x="2768" y="6096"/>
                </a:cubicBezTo>
                <a:close/>
                <a:moveTo>
                  <a:pt x="3987" y="6096"/>
                </a:moveTo>
                <a:cubicBezTo>
                  <a:pt x="3768" y="6096"/>
                  <a:pt x="3658" y="6362"/>
                  <a:pt x="3815" y="6519"/>
                </a:cubicBezTo>
                <a:cubicBezTo>
                  <a:pt x="3864" y="6568"/>
                  <a:pt x="3925" y="6590"/>
                  <a:pt x="3985" y="6590"/>
                </a:cubicBezTo>
                <a:cubicBezTo>
                  <a:pt x="4112" y="6590"/>
                  <a:pt x="4235" y="6492"/>
                  <a:pt x="4235" y="6343"/>
                </a:cubicBezTo>
                <a:cubicBezTo>
                  <a:pt x="4235" y="6209"/>
                  <a:pt x="4125" y="6096"/>
                  <a:pt x="3987" y="6096"/>
                </a:cubicBezTo>
                <a:close/>
                <a:moveTo>
                  <a:pt x="5209" y="6096"/>
                </a:moveTo>
                <a:cubicBezTo>
                  <a:pt x="4987" y="6096"/>
                  <a:pt x="4877" y="6362"/>
                  <a:pt x="5034" y="6519"/>
                </a:cubicBezTo>
                <a:cubicBezTo>
                  <a:pt x="5084" y="6568"/>
                  <a:pt x="5146" y="6590"/>
                  <a:pt x="5206" y="6590"/>
                </a:cubicBezTo>
                <a:cubicBezTo>
                  <a:pt x="5333" y="6590"/>
                  <a:pt x="5454" y="6492"/>
                  <a:pt x="5454" y="6343"/>
                </a:cubicBezTo>
                <a:cubicBezTo>
                  <a:pt x="5454" y="6209"/>
                  <a:pt x="5344" y="6096"/>
                  <a:pt x="5209" y="6096"/>
                </a:cubicBezTo>
                <a:close/>
                <a:moveTo>
                  <a:pt x="6428" y="6096"/>
                </a:moveTo>
                <a:cubicBezTo>
                  <a:pt x="6209" y="6096"/>
                  <a:pt x="6096" y="6362"/>
                  <a:pt x="6253" y="6519"/>
                </a:cubicBezTo>
                <a:cubicBezTo>
                  <a:pt x="6303" y="6568"/>
                  <a:pt x="6365" y="6590"/>
                  <a:pt x="6426" y="6590"/>
                </a:cubicBezTo>
                <a:cubicBezTo>
                  <a:pt x="6553" y="6590"/>
                  <a:pt x="6675" y="6492"/>
                  <a:pt x="6673" y="6343"/>
                </a:cubicBezTo>
                <a:cubicBezTo>
                  <a:pt x="6673" y="6209"/>
                  <a:pt x="6563" y="6096"/>
                  <a:pt x="6428" y="6096"/>
                </a:cubicBezTo>
                <a:close/>
                <a:moveTo>
                  <a:pt x="330" y="7315"/>
                </a:moveTo>
                <a:cubicBezTo>
                  <a:pt x="111" y="7315"/>
                  <a:pt x="1" y="7581"/>
                  <a:pt x="154" y="7738"/>
                </a:cubicBezTo>
                <a:cubicBezTo>
                  <a:pt x="205" y="7787"/>
                  <a:pt x="267" y="7810"/>
                  <a:pt x="327" y="7810"/>
                </a:cubicBezTo>
                <a:cubicBezTo>
                  <a:pt x="455" y="7810"/>
                  <a:pt x="577" y="7711"/>
                  <a:pt x="577" y="7562"/>
                </a:cubicBezTo>
                <a:cubicBezTo>
                  <a:pt x="577" y="7428"/>
                  <a:pt x="465" y="7315"/>
                  <a:pt x="330" y="7315"/>
                </a:cubicBezTo>
                <a:close/>
                <a:moveTo>
                  <a:pt x="1549" y="7315"/>
                </a:moveTo>
                <a:cubicBezTo>
                  <a:pt x="1330" y="7315"/>
                  <a:pt x="1220" y="7581"/>
                  <a:pt x="1373" y="7738"/>
                </a:cubicBezTo>
                <a:cubicBezTo>
                  <a:pt x="1424" y="7787"/>
                  <a:pt x="1486" y="7810"/>
                  <a:pt x="1546" y="7810"/>
                </a:cubicBezTo>
                <a:cubicBezTo>
                  <a:pt x="1674" y="7810"/>
                  <a:pt x="1797" y="7711"/>
                  <a:pt x="1797" y="7562"/>
                </a:cubicBezTo>
                <a:cubicBezTo>
                  <a:pt x="1797" y="7428"/>
                  <a:pt x="1687" y="7315"/>
                  <a:pt x="1549" y="7315"/>
                </a:cubicBezTo>
                <a:close/>
                <a:moveTo>
                  <a:pt x="2768" y="7315"/>
                </a:moveTo>
                <a:cubicBezTo>
                  <a:pt x="2549" y="7315"/>
                  <a:pt x="2439" y="7581"/>
                  <a:pt x="2596" y="7738"/>
                </a:cubicBezTo>
                <a:cubicBezTo>
                  <a:pt x="2645" y="7787"/>
                  <a:pt x="2706" y="7810"/>
                  <a:pt x="2766" y="7810"/>
                </a:cubicBezTo>
                <a:cubicBezTo>
                  <a:pt x="2893" y="7810"/>
                  <a:pt x="3016" y="7711"/>
                  <a:pt x="3016" y="7562"/>
                </a:cubicBezTo>
                <a:cubicBezTo>
                  <a:pt x="3016" y="7428"/>
                  <a:pt x="2906" y="7315"/>
                  <a:pt x="2768" y="7315"/>
                </a:cubicBezTo>
                <a:close/>
                <a:moveTo>
                  <a:pt x="3987" y="7315"/>
                </a:moveTo>
                <a:cubicBezTo>
                  <a:pt x="3768" y="7315"/>
                  <a:pt x="3658" y="7581"/>
                  <a:pt x="3815" y="7738"/>
                </a:cubicBezTo>
                <a:cubicBezTo>
                  <a:pt x="3864" y="7787"/>
                  <a:pt x="3925" y="7810"/>
                  <a:pt x="3985" y="7810"/>
                </a:cubicBezTo>
                <a:cubicBezTo>
                  <a:pt x="4112" y="7810"/>
                  <a:pt x="4235" y="7711"/>
                  <a:pt x="4235" y="7562"/>
                </a:cubicBezTo>
                <a:cubicBezTo>
                  <a:pt x="4235" y="7428"/>
                  <a:pt x="4125" y="7318"/>
                  <a:pt x="3987" y="7315"/>
                </a:cubicBezTo>
                <a:close/>
                <a:moveTo>
                  <a:pt x="5209" y="7315"/>
                </a:moveTo>
                <a:cubicBezTo>
                  <a:pt x="4987" y="7315"/>
                  <a:pt x="4877" y="7581"/>
                  <a:pt x="5034" y="7738"/>
                </a:cubicBezTo>
                <a:cubicBezTo>
                  <a:pt x="5083" y="7787"/>
                  <a:pt x="5144" y="7810"/>
                  <a:pt x="5204" y="7810"/>
                </a:cubicBezTo>
                <a:cubicBezTo>
                  <a:pt x="5331" y="7810"/>
                  <a:pt x="5454" y="7711"/>
                  <a:pt x="5454" y="7562"/>
                </a:cubicBezTo>
                <a:cubicBezTo>
                  <a:pt x="5454" y="7428"/>
                  <a:pt x="5344" y="7315"/>
                  <a:pt x="5209" y="7315"/>
                </a:cubicBezTo>
                <a:close/>
                <a:moveTo>
                  <a:pt x="6428" y="7315"/>
                </a:moveTo>
                <a:cubicBezTo>
                  <a:pt x="6209" y="7315"/>
                  <a:pt x="6096" y="7581"/>
                  <a:pt x="6253" y="7738"/>
                </a:cubicBezTo>
                <a:cubicBezTo>
                  <a:pt x="6303" y="7787"/>
                  <a:pt x="6365" y="7810"/>
                  <a:pt x="6425" y="7810"/>
                </a:cubicBezTo>
                <a:cubicBezTo>
                  <a:pt x="6552" y="7810"/>
                  <a:pt x="6673" y="7711"/>
                  <a:pt x="6673" y="7562"/>
                </a:cubicBezTo>
                <a:cubicBezTo>
                  <a:pt x="6673" y="7428"/>
                  <a:pt x="6563" y="7315"/>
                  <a:pt x="6428" y="7315"/>
                </a:cubicBezTo>
                <a:close/>
                <a:moveTo>
                  <a:pt x="17403" y="7315"/>
                </a:moveTo>
                <a:cubicBezTo>
                  <a:pt x="17184" y="7315"/>
                  <a:pt x="17074" y="7581"/>
                  <a:pt x="17227" y="7738"/>
                </a:cubicBezTo>
                <a:cubicBezTo>
                  <a:pt x="17278" y="7787"/>
                  <a:pt x="17340" y="7810"/>
                  <a:pt x="17400" y="7810"/>
                </a:cubicBezTo>
                <a:cubicBezTo>
                  <a:pt x="17528" y="7810"/>
                  <a:pt x="17650" y="7711"/>
                  <a:pt x="17650" y="7562"/>
                </a:cubicBezTo>
                <a:cubicBezTo>
                  <a:pt x="17650" y="7428"/>
                  <a:pt x="17538" y="7315"/>
                  <a:pt x="17403" y="7315"/>
                </a:cubicBezTo>
                <a:close/>
                <a:moveTo>
                  <a:pt x="18622" y="7315"/>
                </a:moveTo>
                <a:cubicBezTo>
                  <a:pt x="18403" y="7315"/>
                  <a:pt x="18293" y="7581"/>
                  <a:pt x="18446" y="7738"/>
                </a:cubicBezTo>
                <a:cubicBezTo>
                  <a:pt x="18497" y="7787"/>
                  <a:pt x="18559" y="7810"/>
                  <a:pt x="18619" y="7810"/>
                </a:cubicBezTo>
                <a:cubicBezTo>
                  <a:pt x="18747" y="7810"/>
                  <a:pt x="18870" y="7711"/>
                  <a:pt x="18870" y="7562"/>
                </a:cubicBezTo>
                <a:cubicBezTo>
                  <a:pt x="18870" y="7428"/>
                  <a:pt x="18760" y="7315"/>
                  <a:pt x="18622" y="7315"/>
                </a:cubicBezTo>
                <a:close/>
                <a:moveTo>
                  <a:pt x="19841" y="7315"/>
                </a:moveTo>
                <a:cubicBezTo>
                  <a:pt x="19622" y="7315"/>
                  <a:pt x="19512" y="7581"/>
                  <a:pt x="19669" y="7738"/>
                </a:cubicBezTo>
                <a:cubicBezTo>
                  <a:pt x="19718" y="7787"/>
                  <a:pt x="19779" y="7810"/>
                  <a:pt x="19839" y="7810"/>
                </a:cubicBezTo>
                <a:cubicBezTo>
                  <a:pt x="19966" y="7810"/>
                  <a:pt x="20089" y="7711"/>
                  <a:pt x="20089" y="7562"/>
                </a:cubicBezTo>
                <a:cubicBezTo>
                  <a:pt x="20089" y="7428"/>
                  <a:pt x="19979" y="7315"/>
                  <a:pt x="19841" y="7315"/>
                </a:cubicBezTo>
                <a:close/>
                <a:moveTo>
                  <a:pt x="7497" y="7365"/>
                </a:moveTo>
                <a:cubicBezTo>
                  <a:pt x="7309" y="7509"/>
                  <a:pt x="7409" y="7810"/>
                  <a:pt x="7647" y="7810"/>
                </a:cubicBezTo>
                <a:cubicBezTo>
                  <a:pt x="7698" y="7810"/>
                  <a:pt x="7748" y="7794"/>
                  <a:pt x="7788" y="7763"/>
                </a:cubicBezTo>
                <a:cubicBezTo>
                  <a:pt x="7688" y="7635"/>
                  <a:pt x="7591" y="7503"/>
                  <a:pt x="7497" y="7365"/>
                </a:cubicBezTo>
                <a:close/>
                <a:moveTo>
                  <a:pt x="16369" y="7725"/>
                </a:moveTo>
                <a:lnTo>
                  <a:pt x="16369" y="7725"/>
                </a:lnTo>
                <a:cubicBezTo>
                  <a:pt x="16309" y="7754"/>
                  <a:pt x="16247" y="7782"/>
                  <a:pt x="16187" y="7810"/>
                </a:cubicBezTo>
                <a:cubicBezTo>
                  <a:pt x="16256" y="7807"/>
                  <a:pt x="16322" y="7779"/>
                  <a:pt x="16369" y="7725"/>
                </a:cubicBezTo>
                <a:close/>
                <a:moveTo>
                  <a:pt x="20841" y="7456"/>
                </a:moveTo>
                <a:lnTo>
                  <a:pt x="20841" y="7456"/>
                </a:lnTo>
                <a:cubicBezTo>
                  <a:pt x="20759" y="7619"/>
                  <a:pt x="20878" y="7810"/>
                  <a:pt x="21060" y="7810"/>
                </a:cubicBezTo>
                <a:cubicBezTo>
                  <a:pt x="21116" y="7810"/>
                  <a:pt x="21167" y="7791"/>
                  <a:pt x="21210" y="7760"/>
                </a:cubicBezTo>
                <a:cubicBezTo>
                  <a:pt x="21151" y="7703"/>
                  <a:pt x="21088" y="7647"/>
                  <a:pt x="21022" y="7591"/>
                </a:cubicBezTo>
                <a:cubicBezTo>
                  <a:pt x="20963" y="7544"/>
                  <a:pt x="20900" y="7497"/>
                  <a:pt x="20841" y="7456"/>
                </a:cubicBezTo>
                <a:close/>
                <a:moveTo>
                  <a:pt x="13975" y="8869"/>
                </a:moveTo>
                <a:lnTo>
                  <a:pt x="13975" y="8869"/>
                </a:lnTo>
                <a:cubicBezTo>
                  <a:pt x="13868" y="8919"/>
                  <a:pt x="13758" y="8966"/>
                  <a:pt x="13652" y="9010"/>
                </a:cubicBezTo>
                <a:cubicBezTo>
                  <a:pt x="13682" y="9023"/>
                  <a:pt x="13714" y="9029"/>
                  <a:pt x="13744" y="9029"/>
                </a:cubicBezTo>
                <a:cubicBezTo>
                  <a:pt x="13843" y="9029"/>
                  <a:pt x="13936" y="8967"/>
                  <a:pt x="13975" y="8869"/>
                </a:cubicBezTo>
                <a:close/>
                <a:moveTo>
                  <a:pt x="8641" y="8681"/>
                </a:moveTo>
                <a:lnTo>
                  <a:pt x="8641" y="8681"/>
                </a:lnTo>
                <a:cubicBezTo>
                  <a:pt x="8569" y="8844"/>
                  <a:pt x="8688" y="9029"/>
                  <a:pt x="8866" y="9029"/>
                </a:cubicBezTo>
                <a:cubicBezTo>
                  <a:pt x="8920" y="9029"/>
                  <a:pt x="8973" y="9010"/>
                  <a:pt x="9017" y="8979"/>
                </a:cubicBezTo>
                <a:cubicBezTo>
                  <a:pt x="8885" y="8885"/>
                  <a:pt x="8763" y="8785"/>
                  <a:pt x="8641" y="8681"/>
                </a:cubicBezTo>
                <a:close/>
                <a:moveTo>
                  <a:pt x="330" y="8537"/>
                </a:moveTo>
                <a:cubicBezTo>
                  <a:pt x="111" y="8537"/>
                  <a:pt x="1" y="8800"/>
                  <a:pt x="154" y="8957"/>
                </a:cubicBezTo>
                <a:cubicBezTo>
                  <a:pt x="205" y="9007"/>
                  <a:pt x="267" y="9030"/>
                  <a:pt x="327" y="9030"/>
                </a:cubicBezTo>
                <a:cubicBezTo>
                  <a:pt x="455" y="9030"/>
                  <a:pt x="577" y="8930"/>
                  <a:pt x="577" y="8782"/>
                </a:cubicBezTo>
                <a:cubicBezTo>
                  <a:pt x="577" y="8647"/>
                  <a:pt x="465" y="8537"/>
                  <a:pt x="330" y="8537"/>
                </a:cubicBezTo>
                <a:close/>
                <a:moveTo>
                  <a:pt x="1549" y="8537"/>
                </a:moveTo>
                <a:cubicBezTo>
                  <a:pt x="1330" y="8537"/>
                  <a:pt x="1220" y="8800"/>
                  <a:pt x="1373" y="8957"/>
                </a:cubicBezTo>
                <a:cubicBezTo>
                  <a:pt x="1424" y="9007"/>
                  <a:pt x="1486" y="9030"/>
                  <a:pt x="1546" y="9030"/>
                </a:cubicBezTo>
                <a:cubicBezTo>
                  <a:pt x="1674" y="9030"/>
                  <a:pt x="1797" y="8930"/>
                  <a:pt x="1797" y="8782"/>
                </a:cubicBezTo>
                <a:cubicBezTo>
                  <a:pt x="1797" y="8647"/>
                  <a:pt x="1687" y="8537"/>
                  <a:pt x="1549" y="8537"/>
                </a:cubicBezTo>
                <a:close/>
                <a:moveTo>
                  <a:pt x="2768" y="8537"/>
                </a:moveTo>
                <a:cubicBezTo>
                  <a:pt x="2549" y="8537"/>
                  <a:pt x="2439" y="8800"/>
                  <a:pt x="2596" y="8957"/>
                </a:cubicBezTo>
                <a:cubicBezTo>
                  <a:pt x="2645" y="9007"/>
                  <a:pt x="2706" y="9030"/>
                  <a:pt x="2766" y="9030"/>
                </a:cubicBezTo>
                <a:cubicBezTo>
                  <a:pt x="2893" y="9030"/>
                  <a:pt x="3016" y="8930"/>
                  <a:pt x="3016" y="8782"/>
                </a:cubicBezTo>
                <a:cubicBezTo>
                  <a:pt x="3016" y="8647"/>
                  <a:pt x="2906" y="8537"/>
                  <a:pt x="2768" y="8537"/>
                </a:cubicBezTo>
                <a:close/>
                <a:moveTo>
                  <a:pt x="5209" y="8537"/>
                </a:moveTo>
                <a:cubicBezTo>
                  <a:pt x="4987" y="8537"/>
                  <a:pt x="4877" y="8800"/>
                  <a:pt x="5034" y="8957"/>
                </a:cubicBezTo>
                <a:cubicBezTo>
                  <a:pt x="5083" y="9007"/>
                  <a:pt x="5144" y="9030"/>
                  <a:pt x="5205" y="9030"/>
                </a:cubicBezTo>
                <a:cubicBezTo>
                  <a:pt x="5331" y="9030"/>
                  <a:pt x="5454" y="8930"/>
                  <a:pt x="5454" y="8782"/>
                </a:cubicBezTo>
                <a:cubicBezTo>
                  <a:pt x="5454" y="8647"/>
                  <a:pt x="5344" y="8537"/>
                  <a:pt x="5209" y="8537"/>
                </a:cubicBezTo>
                <a:close/>
                <a:moveTo>
                  <a:pt x="6428" y="8537"/>
                </a:moveTo>
                <a:cubicBezTo>
                  <a:pt x="6209" y="8537"/>
                  <a:pt x="6096" y="8800"/>
                  <a:pt x="6253" y="8957"/>
                </a:cubicBezTo>
                <a:cubicBezTo>
                  <a:pt x="6303" y="9007"/>
                  <a:pt x="6365" y="9030"/>
                  <a:pt x="6425" y="9030"/>
                </a:cubicBezTo>
                <a:cubicBezTo>
                  <a:pt x="6552" y="9030"/>
                  <a:pt x="6673" y="8930"/>
                  <a:pt x="6673" y="8782"/>
                </a:cubicBezTo>
                <a:cubicBezTo>
                  <a:pt x="6673" y="8647"/>
                  <a:pt x="6563" y="8537"/>
                  <a:pt x="6428" y="8537"/>
                </a:cubicBezTo>
                <a:close/>
                <a:moveTo>
                  <a:pt x="7647" y="8537"/>
                </a:moveTo>
                <a:cubicBezTo>
                  <a:pt x="7428" y="8537"/>
                  <a:pt x="7318" y="8800"/>
                  <a:pt x="7472" y="8957"/>
                </a:cubicBezTo>
                <a:cubicBezTo>
                  <a:pt x="7522" y="9007"/>
                  <a:pt x="7584" y="9030"/>
                  <a:pt x="7645" y="9030"/>
                </a:cubicBezTo>
                <a:cubicBezTo>
                  <a:pt x="7773" y="9030"/>
                  <a:pt x="7895" y="8930"/>
                  <a:pt x="7895" y="8782"/>
                </a:cubicBezTo>
                <a:cubicBezTo>
                  <a:pt x="7895" y="8647"/>
                  <a:pt x="7782" y="8537"/>
                  <a:pt x="7647" y="8537"/>
                </a:cubicBezTo>
                <a:close/>
                <a:moveTo>
                  <a:pt x="16184" y="8537"/>
                </a:moveTo>
                <a:cubicBezTo>
                  <a:pt x="15964" y="8537"/>
                  <a:pt x="15855" y="8800"/>
                  <a:pt x="16008" y="8957"/>
                </a:cubicBezTo>
                <a:cubicBezTo>
                  <a:pt x="16059" y="9007"/>
                  <a:pt x="16121" y="9030"/>
                  <a:pt x="16181" y="9030"/>
                </a:cubicBezTo>
                <a:cubicBezTo>
                  <a:pt x="16309" y="9030"/>
                  <a:pt x="16431" y="8930"/>
                  <a:pt x="16431" y="8782"/>
                </a:cubicBezTo>
                <a:cubicBezTo>
                  <a:pt x="16431" y="8647"/>
                  <a:pt x="16319" y="8537"/>
                  <a:pt x="16184" y="8537"/>
                </a:cubicBezTo>
                <a:close/>
                <a:moveTo>
                  <a:pt x="17403" y="8537"/>
                </a:moveTo>
                <a:cubicBezTo>
                  <a:pt x="17184" y="8537"/>
                  <a:pt x="17074" y="8800"/>
                  <a:pt x="17227" y="8957"/>
                </a:cubicBezTo>
                <a:cubicBezTo>
                  <a:pt x="17278" y="9007"/>
                  <a:pt x="17340" y="9030"/>
                  <a:pt x="17400" y="9030"/>
                </a:cubicBezTo>
                <a:cubicBezTo>
                  <a:pt x="17528" y="9030"/>
                  <a:pt x="17650" y="8930"/>
                  <a:pt x="17650" y="8782"/>
                </a:cubicBezTo>
                <a:cubicBezTo>
                  <a:pt x="17650" y="8647"/>
                  <a:pt x="17538" y="8537"/>
                  <a:pt x="17403" y="8537"/>
                </a:cubicBezTo>
                <a:close/>
                <a:moveTo>
                  <a:pt x="18622" y="8537"/>
                </a:moveTo>
                <a:cubicBezTo>
                  <a:pt x="18403" y="8537"/>
                  <a:pt x="18293" y="8800"/>
                  <a:pt x="18446" y="8957"/>
                </a:cubicBezTo>
                <a:cubicBezTo>
                  <a:pt x="18497" y="9007"/>
                  <a:pt x="18559" y="9030"/>
                  <a:pt x="18619" y="9030"/>
                </a:cubicBezTo>
                <a:cubicBezTo>
                  <a:pt x="18747" y="9030"/>
                  <a:pt x="18870" y="8930"/>
                  <a:pt x="18870" y="8782"/>
                </a:cubicBezTo>
                <a:cubicBezTo>
                  <a:pt x="18870" y="8647"/>
                  <a:pt x="18760" y="8537"/>
                  <a:pt x="18622" y="8537"/>
                </a:cubicBezTo>
                <a:close/>
                <a:moveTo>
                  <a:pt x="19841" y="8537"/>
                </a:moveTo>
                <a:cubicBezTo>
                  <a:pt x="19622" y="8537"/>
                  <a:pt x="19512" y="8800"/>
                  <a:pt x="19669" y="8957"/>
                </a:cubicBezTo>
                <a:cubicBezTo>
                  <a:pt x="19718" y="9007"/>
                  <a:pt x="19779" y="9030"/>
                  <a:pt x="19839" y="9030"/>
                </a:cubicBezTo>
                <a:cubicBezTo>
                  <a:pt x="19966" y="9030"/>
                  <a:pt x="20089" y="8930"/>
                  <a:pt x="20089" y="8782"/>
                </a:cubicBezTo>
                <a:cubicBezTo>
                  <a:pt x="20089" y="8647"/>
                  <a:pt x="19979" y="8537"/>
                  <a:pt x="19841" y="8537"/>
                </a:cubicBezTo>
                <a:close/>
                <a:moveTo>
                  <a:pt x="21060" y="8537"/>
                </a:moveTo>
                <a:cubicBezTo>
                  <a:pt x="20841" y="8537"/>
                  <a:pt x="20731" y="8800"/>
                  <a:pt x="20888" y="8957"/>
                </a:cubicBezTo>
                <a:cubicBezTo>
                  <a:pt x="20937" y="9007"/>
                  <a:pt x="20998" y="9030"/>
                  <a:pt x="21058" y="9030"/>
                </a:cubicBezTo>
                <a:cubicBezTo>
                  <a:pt x="21185" y="9030"/>
                  <a:pt x="21308" y="8930"/>
                  <a:pt x="21308" y="8782"/>
                </a:cubicBezTo>
                <a:cubicBezTo>
                  <a:pt x="21308" y="8647"/>
                  <a:pt x="21198" y="8537"/>
                  <a:pt x="21060" y="8537"/>
                </a:cubicBezTo>
                <a:close/>
                <a:moveTo>
                  <a:pt x="3987" y="8537"/>
                </a:moveTo>
                <a:cubicBezTo>
                  <a:pt x="3768" y="8537"/>
                  <a:pt x="3658" y="8800"/>
                  <a:pt x="3815" y="8957"/>
                </a:cubicBezTo>
                <a:cubicBezTo>
                  <a:pt x="3865" y="9008"/>
                  <a:pt x="3926" y="9031"/>
                  <a:pt x="3987" y="9031"/>
                </a:cubicBezTo>
                <a:cubicBezTo>
                  <a:pt x="4113" y="9031"/>
                  <a:pt x="4235" y="8932"/>
                  <a:pt x="4235" y="8782"/>
                </a:cubicBezTo>
                <a:cubicBezTo>
                  <a:pt x="4235" y="8647"/>
                  <a:pt x="4125" y="8537"/>
                  <a:pt x="3987" y="8537"/>
                </a:cubicBezTo>
                <a:close/>
                <a:moveTo>
                  <a:pt x="14965" y="8537"/>
                </a:moveTo>
                <a:cubicBezTo>
                  <a:pt x="14745" y="8537"/>
                  <a:pt x="14633" y="8800"/>
                  <a:pt x="14789" y="8957"/>
                </a:cubicBezTo>
                <a:cubicBezTo>
                  <a:pt x="14840" y="9008"/>
                  <a:pt x="14902" y="9031"/>
                  <a:pt x="14963" y="9031"/>
                </a:cubicBezTo>
                <a:cubicBezTo>
                  <a:pt x="15089" y="9031"/>
                  <a:pt x="15209" y="8932"/>
                  <a:pt x="15209" y="8782"/>
                </a:cubicBezTo>
                <a:cubicBezTo>
                  <a:pt x="15209" y="8647"/>
                  <a:pt x="15100" y="8537"/>
                  <a:pt x="14965" y="8537"/>
                </a:cubicBezTo>
                <a:close/>
                <a:moveTo>
                  <a:pt x="330" y="9756"/>
                </a:moveTo>
                <a:cubicBezTo>
                  <a:pt x="111" y="9756"/>
                  <a:pt x="1" y="10023"/>
                  <a:pt x="154" y="10176"/>
                </a:cubicBezTo>
                <a:cubicBezTo>
                  <a:pt x="205" y="10227"/>
                  <a:pt x="268" y="10250"/>
                  <a:pt x="329" y="10250"/>
                </a:cubicBezTo>
                <a:cubicBezTo>
                  <a:pt x="456" y="10250"/>
                  <a:pt x="577" y="10151"/>
                  <a:pt x="577" y="10001"/>
                </a:cubicBezTo>
                <a:cubicBezTo>
                  <a:pt x="577" y="9866"/>
                  <a:pt x="465" y="9756"/>
                  <a:pt x="330" y="9756"/>
                </a:cubicBezTo>
                <a:close/>
                <a:moveTo>
                  <a:pt x="1549" y="9756"/>
                </a:moveTo>
                <a:cubicBezTo>
                  <a:pt x="1330" y="9756"/>
                  <a:pt x="1220" y="10023"/>
                  <a:pt x="1373" y="10176"/>
                </a:cubicBezTo>
                <a:cubicBezTo>
                  <a:pt x="1424" y="10227"/>
                  <a:pt x="1487" y="10250"/>
                  <a:pt x="1548" y="10250"/>
                </a:cubicBezTo>
                <a:cubicBezTo>
                  <a:pt x="1675" y="10250"/>
                  <a:pt x="1797" y="10151"/>
                  <a:pt x="1797" y="10001"/>
                </a:cubicBezTo>
                <a:cubicBezTo>
                  <a:pt x="1797" y="9866"/>
                  <a:pt x="1687" y="9756"/>
                  <a:pt x="1549" y="9756"/>
                </a:cubicBezTo>
                <a:close/>
                <a:moveTo>
                  <a:pt x="2768" y="9756"/>
                </a:moveTo>
                <a:cubicBezTo>
                  <a:pt x="2549" y="9756"/>
                  <a:pt x="2439" y="10023"/>
                  <a:pt x="2596" y="10176"/>
                </a:cubicBezTo>
                <a:cubicBezTo>
                  <a:pt x="2645" y="10227"/>
                  <a:pt x="2707" y="10250"/>
                  <a:pt x="2768" y="10250"/>
                </a:cubicBezTo>
                <a:cubicBezTo>
                  <a:pt x="2894" y="10250"/>
                  <a:pt x="3016" y="10151"/>
                  <a:pt x="3016" y="10001"/>
                </a:cubicBezTo>
                <a:cubicBezTo>
                  <a:pt x="3016" y="9866"/>
                  <a:pt x="2906" y="9756"/>
                  <a:pt x="2768" y="9756"/>
                </a:cubicBezTo>
                <a:close/>
                <a:moveTo>
                  <a:pt x="3987" y="9756"/>
                </a:moveTo>
                <a:cubicBezTo>
                  <a:pt x="3768" y="9756"/>
                  <a:pt x="3658" y="10019"/>
                  <a:pt x="3815" y="10176"/>
                </a:cubicBezTo>
                <a:cubicBezTo>
                  <a:pt x="3865" y="10227"/>
                  <a:pt x="3926" y="10250"/>
                  <a:pt x="3987" y="10250"/>
                </a:cubicBezTo>
                <a:cubicBezTo>
                  <a:pt x="4113" y="10250"/>
                  <a:pt x="4235" y="10151"/>
                  <a:pt x="4235" y="10001"/>
                </a:cubicBezTo>
                <a:cubicBezTo>
                  <a:pt x="4235" y="9866"/>
                  <a:pt x="4125" y="9756"/>
                  <a:pt x="3987" y="9756"/>
                </a:cubicBezTo>
                <a:close/>
                <a:moveTo>
                  <a:pt x="5209" y="9756"/>
                </a:moveTo>
                <a:cubicBezTo>
                  <a:pt x="4987" y="9756"/>
                  <a:pt x="4877" y="10023"/>
                  <a:pt x="5034" y="10176"/>
                </a:cubicBezTo>
                <a:cubicBezTo>
                  <a:pt x="5084" y="10227"/>
                  <a:pt x="5145" y="10250"/>
                  <a:pt x="5206" y="10250"/>
                </a:cubicBezTo>
                <a:cubicBezTo>
                  <a:pt x="5332" y="10250"/>
                  <a:pt x="5454" y="10151"/>
                  <a:pt x="5454" y="10001"/>
                </a:cubicBezTo>
                <a:cubicBezTo>
                  <a:pt x="5454" y="9866"/>
                  <a:pt x="5344" y="9756"/>
                  <a:pt x="5209" y="9756"/>
                </a:cubicBezTo>
                <a:close/>
                <a:moveTo>
                  <a:pt x="6428" y="9756"/>
                </a:moveTo>
                <a:cubicBezTo>
                  <a:pt x="6209" y="9756"/>
                  <a:pt x="6096" y="10023"/>
                  <a:pt x="6253" y="10176"/>
                </a:cubicBezTo>
                <a:cubicBezTo>
                  <a:pt x="6304" y="10227"/>
                  <a:pt x="6366" y="10250"/>
                  <a:pt x="6426" y="10250"/>
                </a:cubicBezTo>
                <a:cubicBezTo>
                  <a:pt x="6553" y="10250"/>
                  <a:pt x="6673" y="10151"/>
                  <a:pt x="6673" y="10001"/>
                </a:cubicBezTo>
                <a:cubicBezTo>
                  <a:pt x="6673" y="9866"/>
                  <a:pt x="6563" y="9756"/>
                  <a:pt x="6428" y="9756"/>
                </a:cubicBezTo>
                <a:close/>
                <a:moveTo>
                  <a:pt x="7647" y="9756"/>
                </a:moveTo>
                <a:cubicBezTo>
                  <a:pt x="7428" y="9756"/>
                  <a:pt x="7318" y="10023"/>
                  <a:pt x="7472" y="10176"/>
                </a:cubicBezTo>
                <a:cubicBezTo>
                  <a:pt x="7523" y="10227"/>
                  <a:pt x="7585" y="10250"/>
                  <a:pt x="7646" y="10250"/>
                </a:cubicBezTo>
                <a:cubicBezTo>
                  <a:pt x="7773" y="10250"/>
                  <a:pt x="7895" y="10151"/>
                  <a:pt x="7895" y="10001"/>
                </a:cubicBezTo>
                <a:cubicBezTo>
                  <a:pt x="7895" y="9866"/>
                  <a:pt x="7782" y="9756"/>
                  <a:pt x="7647" y="9756"/>
                </a:cubicBezTo>
                <a:close/>
                <a:moveTo>
                  <a:pt x="8866" y="9756"/>
                </a:moveTo>
                <a:cubicBezTo>
                  <a:pt x="8647" y="9756"/>
                  <a:pt x="8537" y="10023"/>
                  <a:pt x="8691" y="10176"/>
                </a:cubicBezTo>
                <a:cubicBezTo>
                  <a:pt x="8742" y="10227"/>
                  <a:pt x="8804" y="10250"/>
                  <a:pt x="8865" y="10250"/>
                </a:cubicBezTo>
                <a:cubicBezTo>
                  <a:pt x="8992" y="10250"/>
                  <a:pt x="9114" y="10151"/>
                  <a:pt x="9114" y="10001"/>
                </a:cubicBezTo>
                <a:cubicBezTo>
                  <a:pt x="9114" y="9866"/>
                  <a:pt x="9001" y="9756"/>
                  <a:pt x="8866" y="9756"/>
                </a:cubicBezTo>
                <a:close/>
                <a:moveTo>
                  <a:pt x="10085" y="9756"/>
                </a:moveTo>
                <a:cubicBezTo>
                  <a:pt x="9866" y="9756"/>
                  <a:pt x="9756" y="10023"/>
                  <a:pt x="9910" y="10176"/>
                </a:cubicBezTo>
                <a:cubicBezTo>
                  <a:pt x="9961" y="10227"/>
                  <a:pt x="10023" y="10250"/>
                  <a:pt x="10084" y="10250"/>
                </a:cubicBezTo>
                <a:cubicBezTo>
                  <a:pt x="10211" y="10250"/>
                  <a:pt x="10333" y="10151"/>
                  <a:pt x="10333" y="10001"/>
                </a:cubicBezTo>
                <a:cubicBezTo>
                  <a:pt x="10333" y="9866"/>
                  <a:pt x="10223" y="9756"/>
                  <a:pt x="10085" y="9756"/>
                </a:cubicBezTo>
                <a:close/>
                <a:moveTo>
                  <a:pt x="11305" y="9756"/>
                </a:moveTo>
                <a:cubicBezTo>
                  <a:pt x="11085" y="9756"/>
                  <a:pt x="10975" y="10019"/>
                  <a:pt x="11132" y="10176"/>
                </a:cubicBezTo>
                <a:cubicBezTo>
                  <a:pt x="11182" y="10227"/>
                  <a:pt x="11244" y="10250"/>
                  <a:pt x="11304" y="10250"/>
                </a:cubicBezTo>
                <a:cubicBezTo>
                  <a:pt x="11431" y="10250"/>
                  <a:pt x="11552" y="10151"/>
                  <a:pt x="11552" y="10001"/>
                </a:cubicBezTo>
                <a:cubicBezTo>
                  <a:pt x="11552" y="9866"/>
                  <a:pt x="11442" y="9756"/>
                  <a:pt x="11305" y="9756"/>
                </a:cubicBezTo>
                <a:close/>
                <a:moveTo>
                  <a:pt x="12524" y="9756"/>
                </a:moveTo>
                <a:cubicBezTo>
                  <a:pt x="12304" y="9756"/>
                  <a:pt x="12195" y="10023"/>
                  <a:pt x="12351" y="10176"/>
                </a:cubicBezTo>
                <a:cubicBezTo>
                  <a:pt x="12401" y="10227"/>
                  <a:pt x="12463" y="10250"/>
                  <a:pt x="12523" y="10250"/>
                </a:cubicBezTo>
                <a:cubicBezTo>
                  <a:pt x="12650" y="10250"/>
                  <a:pt x="12771" y="10151"/>
                  <a:pt x="12771" y="10001"/>
                </a:cubicBezTo>
                <a:cubicBezTo>
                  <a:pt x="12771" y="9866"/>
                  <a:pt x="12661" y="9756"/>
                  <a:pt x="12524" y="9756"/>
                </a:cubicBezTo>
                <a:close/>
                <a:moveTo>
                  <a:pt x="13746" y="9756"/>
                </a:moveTo>
                <a:cubicBezTo>
                  <a:pt x="13523" y="9756"/>
                  <a:pt x="13414" y="10023"/>
                  <a:pt x="13570" y="10176"/>
                </a:cubicBezTo>
                <a:cubicBezTo>
                  <a:pt x="13620" y="10227"/>
                  <a:pt x="13682" y="10250"/>
                  <a:pt x="13742" y="10250"/>
                </a:cubicBezTo>
                <a:cubicBezTo>
                  <a:pt x="13869" y="10250"/>
                  <a:pt x="13990" y="10151"/>
                  <a:pt x="13990" y="10001"/>
                </a:cubicBezTo>
                <a:cubicBezTo>
                  <a:pt x="13990" y="9866"/>
                  <a:pt x="13881" y="9756"/>
                  <a:pt x="13746" y="9756"/>
                </a:cubicBezTo>
                <a:close/>
                <a:moveTo>
                  <a:pt x="14965" y="9756"/>
                </a:moveTo>
                <a:cubicBezTo>
                  <a:pt x="14745" y="9756"/>
                  <a:pt x="14633" y="10019"/>
                  <a:pt x="14789" y="10176"/>
                </a:cubicBezTo>
                <a:cubicBezTo>
                  <a:pt x="14840" y="10227"/>
                  <a:pt x="14902" y="10250"/>
                  <a:pt x="14963" y="10250"/>
                </a:cubicBezTo>
                <a:cubicBezTo>
                  <a:pt x="15089" y="10250"/>
                  <a:pt x="15209" y="10151"/>
                  <a:pt x="15209" y="10001"/>
                </a:cubicBezTo>
                <a:cubicBezTo>
                  <a:pt x="15209" y="9866"/>
                  <a:pt x="15100" y="9756"/>
                  <a:pt x="14965" y="9756"/>
                </a:cubicBezTo>
                <a:close/>
                <a:moveTo>
                  <a:pt x="16184" y="9756"/>
                </a:moveTo>
                <a:cubicBezTo>
                  <a:pt x="15964" y="9756"/>
                  <a:pt x="15855" y="10023"/>
                  <a:pt x="16008" y="10176"/>
                </a:cubicBezTo>
                <a:cubicBezTo>
                  <a:pt x="16059" y="10227"/>
                  <a:pt x="16122" y="10250"/>
                  <a:pt x="16183" y="10250"/>
                </a:cubicBezTo>
                <a:cubicBezTo>
                  <a:pt x="16310" y="10250"/>
                  <a:pt x="16431" y="10151"/>
                  <a:pt x="16431" y="10001"/>
                </a:cubicBezTo>
                <a:cubicBezTo>
                  <a:pt x="16431" y="9866"/>
                  <a:pt x="16319" y="9756"/>
                  <a:pt x="16184" y="9756"/>
                </a:cubicBezTo>
                <a:close/>
                <a:moveTo>
                  <a:pt x="17403" y="9756"/>
                </a:moveTo>
                <a:cubicBezTo>
                  <a:pt x="17184" y="9756"/>
                  <a:pt x="17074" y="10023"/>
                  <a:pt x="17227" y="10176"/>
                </a:cubicBezTo>
                <a:cubicBezTo>
                  <a:pt x="17278" y="10227"/>
                  <a:pt x="17341" y="10250"/>
                  <a:pt x="17402" y="10250"/>
                </a:cubicBezTo>
                <a:cubicBezTo>
                  <a:pt x="17529" y="10250"/>
                  <a:pt x="17650" y="10151"/>
                  <a:pt x="17650" y="10001"/>
                </a:cubicBezTo>
                <a:cubicBezTo>
                  <a:pt x="17650" y="9866"/>
                  <a:pt x="17538" y="9756"/>
                  <a:pt x="17403" y="9756"/>
                </a:cubicBezTo>
                <a:close/>
                <a:moveTo>
                  <a:pt x="18622" y="9756"/>
                </a:moveTo>
                <a:cubicBezTo>
                  <a:pt x="18403" y="9756"/>
                  <a:pt x="18293" y="10023"/>
                  <a:pt x="18446" y="10176"/>
                </a:cubicBezTo>
                <a:cubicBezTo>
                  <a:pt x="18497" y="10227"/>
                  <a:pt x="18560" y="10250"/>
                  <a:pt x="18621" y="10250"/>
                </a:cubicBezTo>
                <a:cubicBezTo>
                  <a:pt x="18748" y="10250"/>
                  <a:pt x="18870" y="10151"/>
                  <a:pt x="18870" y="10001"/>
                </a:cubicBezTo>
                <a:cubicBezTo>
                  <a:pt x="18870" y="9866"/>
                  <a:pt x="18760" y="9756"/>
                  <a:pt x="18622" y="9756"/>
                </a:cubicBezTo>
                <a:close/>
                <a:moveTo>
                  <a:pt x="19841" y="9756"/>
                </a:moveTo>
                <a:cubicBezTo>
                  <a:pt x="19622" y="9756"/>
                  <a:pt x="19512" y="10023"/>
                  <a:pt x="19669" y="10176"/>
                </a:cubicBezTo>
                <a:cubicBezTo>
                  <a:pt x="19718" y="10227"/>
                  <a:pt x="19780" y="10250"/>
                  <a:pt x="19841" y="10250"/>
                </a:cubicBezTo>
                <a:cubicBezTo>
                  <a:pt x="19967" y="10250"/>
                  <a:pt x="20089" y="10151"/>
                  <a:pt x="20089" y="10001"/>
                </a:cubicBezTo>
                <a:cubicBezTo>
                  <a:pt x="20089" y="9866"/>
                  <a:pt x="19979" y="9756"/>
                  <a:pt x="19841" y="9756"/>
                </a:cubicBezTo>
                <a:close/>
                <a:moveTo>
                  <a:pt x="21060" y="9756"/>
                </a:moveTo>
                <a:cubicBezTo>
                  <a:pt x="20841" y="9756"/>
                  <a:pt x="20731" y="10023"/>
                  <a:pt x="20888" y="10176"/>
                </a:cubicBezTo>
                <a:cubicBezTo>
                  <a:pt x="20938" y="10227"/>
                  <a:pt x="20999" y="10250"/>
                  <a:pt x="21060" y="10250"/>
                </a:cubicBezTo>
                <a:cubicBezTo>
                  <a:pt x="21186" y="10250"/>
                  <a:pt x="21308" y="10151"/>
                  <a:pt x="21308" y="10001"/>
                </a:cubicBezTo>
                <a:cubicBezTo>
                  <a:pt x="21308" y="9866"/>
                  <a:pt x="21198" y="9756"/>
                  <a:pt x="21060" y="9756"/>
                </a:cubicBezTo>
                <a:close/>
                <a:moveTo>
                  <a:pt x="330" y="10975"/>
                </a:moveTo>
                <a:cubicBezTo>
                  <a:pt x="111" y="10975"/>
                  <a:pt x="1" y="11242"/>
                  <a:pt x="154" y="11395"/>
                </a:cubicBezTo>
                <a:cubicBezTo>
                  <a:pt x="205" y="11446"/>
                  <a:pt x="268" y="11469"/>
                  <a:pt x="329" y="11469"/>
                </a:cubicBezTo>
                <a:cubicBezTo>
                  <a:pt x="456" y="11469"/>
                  <a:pt x="577" y="11371"/>
                  <a:pt x="577" y="11223"/>
                </a:cubicBezTo>
                <a:cubicBezTo>
                  <a:pt x="577" y="11085"/>
                  <a:pt x="465" y="10975"/>
                  <a:pt x="330" y="10975"/>
                </a:cubicBezTo>
                <a:close/>
                <a:moveTo>
                  <a:pt x="1549" y="10975"/>
                </a:moveTo>
                <a:cubicBezTo>
                  <a:pt x="1330" y="10975"/>
                  <a:pt x="1220" y="11242"/>
                  <a:pt x="1373" y="11395"/>
                </a:cubicBezTo>
                <a:cubicBezTo>
                  <a:pt x="1424" y="11446"/>
                  <a:pt x="1487" y="11469"/>
                  <a:pt x="1548" y="11469"/>
                </a:cubicBezTo>
                <a:cubicBezTo>
                  <a:pt x="1675" y="11469"/>
                  <a:pt x="1797" y="11371"/>
                  <a:pt x="1797" y="11223"/>
                </a:cubicBezTo>
                <a:cubicBezTo>
                  <a:pt x="1797" y="11085"/>
                  <a:pt x="1687" y="10975"/>
                  <a:pt x="1549" y="10975"/>
                </a:cubicBezTo>
                <a:close/>
                <a:moveTo>
                  <a:pt x="2768" y="10975"/>
                </a:moveTo>
                <a:cubicBezTo>
                  <a:pt x="2549" y="10975"/>
                  <a:pt x="2439" y="11242"/>
                  <a:pt x="2596" y="11395"/>
                </a:cubicBezTo>
                <a:cubicBezTo>
                  <a:pt x="2646" y="11446"/>
                  <a:pt x="2707" y="11469"/>
                  <a:pt x="2768" y="11469"/>
                </a:cubicBezTo>
                <a:cubicBezTo>
                  <a:pt x="2894" y="11469"/>
                  <a:pt x="3016" y="11371"/>
                  <a:pt x="3016" y="11223"/>
                </a:cubicBezTo>
                <a:cubicBezTo>
                  <a:pt x="3016" y="11085"/>
                  <a:pt x="2906" y="10975"/>
                  <a:pt x="2768" y="10975"/>
                </a:cubicBezTo>
                <a:close/>
                <a:moveTo>
                  <a:pt x="3987" y="10975"/>
                </a:moveTo>
                <a:cubicBezTo>
                  <a:pt x="3768" y="10975"/>
                  <a:pt x="3658" y="11242"/>
                  <a:pt x="3815" y="11395"/>
                </a:cubicBezTo>
                <a:cubicBezTo>
                  <a:pt x="3865" y="11446"/>
                  <a:pt x="3927" y="11469"/>
                  <a:pt x="3987" y="11469"/>
                </a:cubicBezTo>
                <a:cubicBezTo>
                  <a:pt x="4113" y="11469"/>
                  <a:pt x="4235" y="11371"/>
                  <a:pt x="4235" y="11223"/>
                </a:cubicBezTo>
                <a:cubicBezTo>
                  <a:pt x="4235" y="11085"/>
                  <a:pt x="4125" y="10975"/>
                  <a:pt x="3987" y="10975"/>
                </a:cubicBezTo>
                <a:close/>
                <a:moveTo>
                  <a:pt x="5209" y="10975"/>
                </a:moveTo>
                <a:cubicBezTo>
                  <a:pt x="4987" y="10975"/>
                  <a:pt x="4877" y="11242"/>
                  <a:pt x="5034" y="11395"/>
                </a:cubicBezTo>
                <a:cubicBezTo>
                  <a:pt x="5084" y="11446"/>
                  <a:pt x="5146" y="11469"/>
                  <a:pt x="5206" y="11469"/>
                </a:cubicBezTo>
                <a:cubicBezTo>
                  <a:pt x="5332" y="11469"/>
                  <a:pt x="5454" y="11371"/>
                  <a:pt x="5454" y="11223"/>
                </a:cubicBezTo>
                <a:cubicBezTo>
                  <a:pt x="5454" y="11085"/>
                  <a:pt x="5344" y="10975"/>
                  <a:pt x="5209" y="10975"/>
                </a:cubicBezTo>
                <a:close/>
                <a:moveTo>
                  <a:pt x="6428" y="10975"/>
                </a:moveTo>
                <a:cubicBezTo>
                  <a:pt x="6209" y="10975"/>
                  <a:pt x="6096" y="11242"/>
                  <a:pt x="6253" y="11395"/>
                </a:cubicBezTo>
                <a:cubicBezTo>
                  <a:pt x="6304" y="11446"/>
                  <a:pt x="6366" y="11469"/>
                  <a:pt x="6427" y="11469"/>
                </a:cubicBezTo>
                <a:cubicBezTo>
                  <a:pt x="6553" y="11469"/>
                  <a:pt x="6673" y="11371"/>
                  <a:pt x="6673" y="11223"/>
                </a:cubicBezTo>
                <a:cubicBezTo>
                  <a:pt x="6673" y="11085"/>
                  <a:pt x="6563" y="10975"/>
                  <a:pt x="6428" y="10975"/>
                </a:cubicBezTo>
                <a:close/>
                <a:moveTo>
                  <a:pt x="7647" y="10975"/>
                </a:moveTo>
                <a:cubicBezTo>
                  <a:pt x="7428" y="10975"/>
                  <a:pt x="7318" y="11242"/>
                  <a:pt x="7472" y="11395"/>
                </a:cubicBezTo>
                <a:cubicBezTo>
                  <a:pt x="7523" y="11446"/>
                  <a:pt x="7585" y="11469"/>
                  <a:pt x="7647" y="11469"/>
                </a:cubicBezTo>
                <a:cubicBezTo>
                  <a:pt x="7774" y="11469"/>
                  <a:pt x="7895" y="11371"/>
                  <a:pt x="7895" y="11223"/>
                </a:cubicBezTo>
                <a:cubicBezTo>
                  <a:pt x="7895" y="11085"/>
                  <a:pt x="7782" y="10975"/>
                  <a:pt x="7647" y="10975"/>
                </a:cubicBezTo>
                <a:close/>
                <a:moveTo>
                  <a:pt x="8866" y="10975"/>
                </a:moveTo>
                <a:cubicBezTo>
                  <a:pt x="8647" y="10975"/>
                  <a:pt x="8537" y="11242"/>
                  <a:pt x="8691" y="11395"/>
                </a:cubicBezTo>
                <a:cubicBezTo>
                  <a:pt x="8742" y="11446"/>
                  <a:pt x="8804" y="11469"/>
                  <a:pt x="8866" y="11469"/>
                </a:cubicBezTo>
                <a:cubicBezTo>
                  <a:pt x="8993" y="11469"/>
                  <a:pt x="9114" y="11371"/>
                  <a:pt x="9114" y="11223"/>
                </a:cubicBezTo>
                <a:cubicBezTo>
                  <a:pt x="9114" y="11085"/>
                  <a:pt x="9001" y="10975"/>
                  <a:pt x="8866" y="10975"/>
                </a:cubicBezTo>
                <a:close/>
                <a:moveTo>
                  <a:pt x="10085" y="10975"/>
                </a:moveTo>
                <a:cubicBezTo>
                  <a:pt x="9866" y="10975"/>
                  <a:pt x="9756" y="11242"/>
                  <a:pt x="9910" y="11395"/>
                </a:cubicBezTo>
                <a:cubicBezTo>
                  <a:pt x="9961" y="11446"/>
                  <a:pt x="10023" y="11469"/>
                  <a:pt x="10085" y="11469"/>
                </a:cubicBezTo>
                <a:cubicBezTo>
                  <a:pt x="10212" y="11469"/>
                  <a:pt x="10333" y="11371"/>
                  <a:pt x="10333" y="11223"/>
                </a:cubicBezTo>
                <a:cubicBezTo>
                  <a:pt x="10333" y="11085"/>
                  <a:pt x="10223" y="10975"/>
                  <a:pt x="10085" y="10975"/>
                </a:cubicBezTo>
                <a:close/>
                <a:moveTo>
                  <a:pt x="11305" y="10975"/>
                </a:moveTo>
                <a:cubicBezTo>
                  <a:pt x="11085" y="10975"/>
                  <a:pt x="10975" y="11242"/>
                  <a:pt x="11132" y="11395"/>
                </a:cubicBezTo>
                <a:cubicBezTo>
                  <a:pt x="11182" y="11446"/>
                  <a:pt x="11244" y="11469"/>
                  <a:pt x="11305" y="11469"/>
                </a:cubicBezTo>
                <a:cubicBezTo>
                  <a:pt x="11431" y="11469"/>
                  <a:pt x="11552" y="11371"/>
                  <a:pt x="11552" y="11223"/>
                </a:cubicBezTo>
                <a:cubicBezTo>
                  <a:pt x="11552" y="11085"/>
                  <a:pt x="11442" y="10975"/>
                  <a:pt x="11305" y="10975"/>
                </a:cubicBezTo>
                <a:close/>
                <a:moveTo>
                  <a:pt x="12524" y="10975"/>
                </a:moveTo>
                <a:cubicBezTo>
                  <a:pt x="12304" y="10975"/>
                  <a:pt x="12195" y="11242"/>
                  <a:pt x="12351" y="11395"/>
                </a:cubicBezTo>
                <a:cubicBezTo>
                  <a:pt x="12401" y="11446"/>
                  <a:pt x="12463" y="11469"/>
                  <a:pt x="12524" y="11469"/>
                </a:cubicBezTo>
                <a:cubicBezTo>
                  <a:pt x="12650" y="11469"/>
                  <a:pt x="12771" y="11371"/>
                  <a:pt x="12771" y="11223"/>
                </a:cubicBezTo>
                <a:cubicBezTo>
                  <a:pt x="12771" y="11085"/>
                  <a:pt x="12661" y="10975"/>
                  <a:pt x="12524" y="10975"/>
                </a:cubicBezTo>
                <a:close/>
                <a:moveTo>
                  <a:pt x="13746" y="10975"/>
                </a:moveTo>
                <a:cubicBezTo>
                  <a:pt x="13523" y="10975"/>
                  <a:pt x="13414" y="11242"/>
                  <a:pt x="13570" y="11395"/>
                </a:cubicBezTo>
                <a:cubicBezTo>
                  <a:pt x="13620" y="11446"/>
                  <a:pt x="13682" y="11469"/>
                  <a:pt x="13743" y="11469"/>
                </a:cubicBezTo>
                <a:cubicBezTo>
                  <a:pt x="13869" y="11469"/>
                  <a:pt x="13990" y="11371"/>
                  <a:pt x="13990" y="11223"/>
                </a:cubicBezTo>
                <a:cubicBezTo>
                  <a:pt x="13990" y="11085"/>
                  <a:pt x="13881" y="10975"/>
                  <a:pt x="13746" y="10975"/>
                </a:cubicBezTo>
                <a:close/>
                <a:moveTo>
                  <a:pt x="14965" y="10975"/>
                </a:moveTo>
                <a:cubicBezTo>
                  <a:pt x="14745" y="10975"/>
                  <a:pt x="14633" y="11242"/>
                  <a:pt x="14789" y="11395"/>
                </a:cubicBezTo>
                <a:cubicBezTo>
                  <a:pt x="14840" y="11446"/>
                  <a:pt x="14903" y="11469"/>
                  <a:pt x="14963" y="11469"/>
                </a:cubicBezTo>
                <a:cubicBezTo>
                  <a:pt x="15089" y="11469"/>
                  <a:pt x="15209" y="11371"/>
                  <a:pt x="15209" y="11223"/>
                </a:cubicBezTo>
                <a:cubicBezTo>
                  <a:pt x="15209" y="11085"/>
                  <a:pt x="15100" y="10975"/>
                  <a:pt x="14965" y="10975"/>
                </a:cubicBezTo>
                <a:close/>
                <a:moveTo>
                  <a:pt x="16184" y="10975"/>
                </a:moveTo>
                <a:cubicBezTo>
                  <a:pt x="15964" y="10975"/>
                  <a:pt x="15855" y="11242"/>
                  <a:pt x="16008" y="11395"/>
                </a:cubicBezTo>
                <a:cubicBezTo>
                  <a:pt x="16059" y="11446"/>
                  <a:pt x="16122" y="11469"/>
                  <a:pt x="16183" y="11469"/>
                </a:cubicBezTo>
                <a:cubicBezTo>
                  <a:pt x="16310" y="11469"/>
                  <a:pt x="16431" y="11371"/>
                  <a:pt x="16431" y="11223"/>
                </a:cubicBezTo>
                <a:cubicBezTo>
                  <a:pt x="16431" y="11085"/>
                  <a:pt x="16319" y="10975"/>
                  <a:pt x="16184" y="10975"/>
                </a:cubicBezTo>
                <a:close/>
                <a:moveTo>
                  <a:pt x="17403" y="10975"/>
                </a:moveTo>
                <a:cubicBezTo>
                  <a:pt x="17184" y="10975"/>
                  <a:pt x="17074" y="11242"/>
                  <a:pt x="17227" y="11395"/>
                </a:cubicBezTo>
                <a:cubicBezTo>
                  <a:pt x="17278" y="11446"/>
                  <a:pt x="17341" y="11469"/>
                  <a:pt x="17402" y="11469"/>
                </a:cubicBezTo>
                <a:cubicBezTo>
                  <a:pt x="17529" y="11469"/>
                  <a:pt x="17650" y="11371"/>
                  <a:pt x="17650" y="11223"/>
                </a:cubicBezTo>
                <a:cubicBezTo>
                  <a:pt x="17650" y="11085"/>
                  <a:pt x="17538" y="10975"/>
                  <a:pt x="17403" y="10975"/>
                </a:cubicBezTo>
                <a:close/>
                <a:moveTo>
                  <a:pt x="18622" y="10975"/>
                </a:moveTo>
                <a:cubicBezTo>
                  <a:pt x="18403" y="10975"/>
                  <a:pt x="18293" y="11242"/>
                  <a:pt x="18446" y="11395"/>
                </a:cubicBezTo>
                <a:cubicBezTo>
                  <a:pt x="18497" y="11446"/>
                  <a:pt x="18560" y="11469"/>
                  <a:pt x="18621" y="11469"/>
                </a:cubicBezTo>
                <a:cubicBezTo>
                  <a:pt x="18748" y="11469"/>
                  <a:pt x="18870" y="11371"/>
                  <a:pt x="18870" y="11223"/>
                </a:cubicBezTo>
                <a:cubicBezTo>
                  <a:pt x="18870" y="11085"/>
                  <a:pt x="18760" y="10975"/>
                  <a:pt x="18622" y="10975"/>
                </a:cubicBezTo>
                <a:close/>
                <a:moveTo>
                  <a:pt x="19841" y="10975"/>
                </a:moveTo>
                <a:cubicBezTo>
                  <a:pt x="19622" y="10975"/>
                  <a:pt x="19512" y="11242"/>
                  <a:pt x="19669" y="11395"/>
                </a:cubicBezTo>
                <a:cubicBezTo>
                  <a:pt x="19719" y="11446"/>
                  <a:pt x="19780" y="11469"/>
                  <a:pt x="19841" y="11469"/>
                </a:cubicBezTo>
                <a:cubicBezTo>
                  <a:pt x="19967" y="11469"/>
                  <a:pt x="20089" y="11371"/>
                  <a:pt x="20089" y="11223"/>
                </a:cubicBezTo>
                <a:cubicBezTo>
                  <a:pt x="20089" y="11085"/>
                  <a:pt x="19979" y="10975"/>
                  <a:pt x="19841" y="10975"/>
                </a:cubicBezTo>
                <a:close/>
                <a:moveTo>
                  <a:pt x="21060" y="10975"/>
                </a:moveTo>
                <a:cubicBezTo>
                  <a:pt x="20841" y="10975"/>
                  <a:pt x="20731" y="11242"/>
                  <a:pt x="20888" y="11395"/>
                </a:cubicBezTo>
                <a:cubicBezTo>
                  <a:pt x="20938" y="11446"/>
                  <a:pt x="21000" y="11469"/>
                  <a:pt x="21060" y="11469"/>
                </a:cubicBezTo>
                <a:cubicBezTo>
                  <a:pt x="21186" y="11469"/>
                  <a:pt x="21308" y="11371"/>
                  <a:pt x="21308" y="11223"/>
                </a:cubicBezTo>
                <a:cubicBezTo>
                  <a:pt x="21308" y="11085"/>
                  <a:pt x="21198" y="10975"/>
                  <a:pt x="21060" y="10975"/>
                </a:cubicBezTo>
                <a:close/>
                <a:moveTo>
                  <a:pt x="330" y="12194"/>
                </a:moveTo>
                <a:cubicBezTo>
                  <a:pt x="111" y="12194"/>
                  <a:pt x="1" y="12461"/>
                  <a:pt x="154" y="12614"/>
                </a:cubicBezTo>
                <a:cubicBezTo>
                  <a:pt x="205" y="12665"/>
                  <a:pt x="268" y="12688"/>
                  <a:pt x="329" y="12688"/>
                </a:cubicBezTo>
                <a:cubicBezTo>
                  <a:pt x="456" y="12688"/>
                  <a:pt x="577" y="12590"/>
                  <a:pt x="577" y="12442"/>
                </a:cubicBezTo>
                <a:cubicBezTo>
                  <a:pt x="577" y="12304"/>
                  <a:pt x="465" y="12194"/>
                  <a:pt x="330" y="12194"/>
                </a:cubicBezTo>
                <a:close/>
                <a:moveTo>
                  <a:pt x="1549" y="12194"/>
                </a:moveTo>
                <a:cubicBezTo>
                  <a:pt x="1330" y="12194"/>
                  <a:pt x="1220" y="12461"/>
                  <a:pt x="1373" y="12614"/>
                </a:cubicBezTo>
                <a:cubicBezTo>
                  <a:pt x="1424" y="12665"/>
                  <a:pt x="1487" y="12688"/>
                  <a:pt x="1548" y="12688"/>
                </a:cubicBezTo>
                <a:cubicBezTo>
                  <a:pt x="1675" y="12688"/>
                  <a:pt x="1797" y="12590"/>
                  <a:pt x="1797" y="12442"/>
                </a:cubicBezTo>
                <a:cubicBezTo>
                  <a:pt x="1797" y="12304"/>
                  <a:pt x="1687" y="12194"/>
                  <a:pt x="1549" y="12194"/>
                </a:cubicBezTo>
                <a:close/>
                <a:moveTo>
                  <a:pt x="2768" y="12194"/>
                </a:moveTo>
                <a:cubicBezTo>
                  <a:pt x="2549" y="12194"/>
                  <a:pt x="2439" y="12461"/>
                  <a:pt x="2596" y="12614"/>
                </a:cubicBezTo>
                <a:cubicBezTo>
                  <a:pt x="2646" y="12665"/>
                  <a:pt x="2707" y="12688"/>
                  <a:pt x="2768" y="12688"/>
                </a:cubicBezTo>
                <a:cubicBezTo>
                  <a:pt x="2894" y="12688"/>
                  <a:pt x="3016" y="12590"/>
                  <a:pt x="3016" y="12442"/>
                </a:cubicBezTo>
                <a:cubicBezTo>
                  <a:pt x="3016" y="12304"/>
                  <a:pt x="2906" y="12194"/>
                  <a:pt x="2768" y="12194"/>
                </a:cubicBezTo>
                <a:close/>
                <a:moveTo>
                  <a:pt x="3987" y="12194"/>
                </a:moveTo>
                <a:cubicBezTo>
                  <a:pt x="3768" y="12194"/>
                  <a:pt x="3658" y="12461"/>
                  <a:pt x="3815" y="12614"/>
                </a:cubicBezTo>
                <a:cubicBezTo>
                  <a:pt x="3865" y="12665"/>
                  <a:pt x="3927" y="12688"/>
                  <a:pt x="3987" y="12688"/>
                </a:cubicBezTo>
                <a:cubicBezTo>
                  <a:pt x="4113" y="12688"/>
                  <a:pt x="4235" y="12590"/>
                  <a:pt x="4235" y="12442"/>
                </a:cubicBezTo>
                <a:cubicBezTo>
                  <a:pt x="4235" y="12304"/>
                  <a:pt x="4125" y="12194"/>
                  <a:pt x="3987" y="12194"/>
                </a:cubicBezTo>
                <a:close/>
                <a:moveTo>
                  <a:pt x="5209" y="12194"/>
                </a:moveTo>
                <a:cubicBezTo>
                  <a:pt x="4987" y="12194"/>
                  <a:pt x="4877" y="12461"/>
                  <a:pt x="5034" y="12614"/>
                </a:cubicBezTo>
                <a:cubicBezTo>
                  <a:pt x="5084" y="12665"/>
                  <a:pt x="5146" y="12688"/>
                  <a:pt x="5206" y="12688"/>
                </a:cubicBezTo>
                <a:cubicBezTo>
                  <a:pt x="5332" y="12688"/>
                  <a:pt x="5454" y="12590"/>
                  <a:pt x="5454" y="12442"/>
                </a:cubicBezTo>
                <a:cubicBezTo>
                  <a:pt x="5454" y="12304"/>
                  <a:pt x="5344" y="12194"/>
                  <a:pt x="5209" y="12194"/>
                </a:cubicBezTo>
                <a:close/>
                <a:moveTo>
                  <a:pt x="6428" y="12194"/>
                </a:moveTo>
                <a:cubicBezTo>
                  <a:pt x="6209" y="12194"/>
                  <a:pt x="6096" y="12461"/>
                  <a:pt x="6253" y="12614"/>
                </a:cubicBezTo>
                <a:cubicBezTo>
                  <a:pt x="6304" y="12665"/>
                  <a:pt x="6366" y="12688"/>
                  <a:pt x="6427" y="12688"/>
                </a:cubicBezTo>
                <a:cubicBezTo>
                  <a:pt x="6553" y="12688"/>
                  <a:pt x="6673" y="12590"/>
                  <a:pt x="6673" y="12442"/>
                </a:cubicBezTo>
                <a:cubicBezTo>
                  <a:pt x="6673" y="12304"/>
                  <a:pt x="6563" y="12194"/>
                  <a:pt x="6428" y="12194"/>
                </a:cubicBezTo>
                <a:close/>
                <a:moveTo>
                  <a:pt x="7647" y="12194"/>
                </a:moveTo>
                <a:cubicBezTo>
                  <a:pt x="7428" y="12194"/>
                  <a:pt x="7318" y="12461"/>
                  <a:pt x="7472" y="12614"/>
                </a:cubicBezTo>
                <a:cubicBezTo>
                  <a:pt x="7523" y="12665"/>
                  <a:pt x="7585" y="12688"/>
                  <a:pt x="7647" y="12688"/>
                </a:cubicBezTo>
                <a:cubicBezTo>
                  <a:pt x="7774" y="12688"/>
                  <a:pt x="7895" y="12590"/>
                  <a:pt x="7895" y="12442"/>
                </a:cubicBezTo>
                <a:cubicBezTo>
                  <a:pt x="7895" y="12304"/>
                  <a:pt x="7782" y="12194"/>
                  <a:pt x="7647" y="12194"/>
                </a:cubicBezTo>
                <a:close/>
                <a:moveTo>
                  <a:pt x="8866" y="12194"/>
                </a:moveTo>
                <a:cubicBezTo>
                  <a:pt x="8647" y="12194"/>
                  <a:pt x="8537" y="12461"/>
                  <a:pt x="8691" y="12614"/>
                </a:cubicBezTo>
                <a:cubicBezTo>
                  <a:pt x="8742" y="12665"/>
                  <a:pt x="8804" y="12688"/>
                  <a:pt x="8866" y="12688"/>
                </a:cubicBezTo>
                <a:cubicBezTo>
                  <a:pt x="8993" y="12688"/>
                  <a:pt x="9114" y="12590"/>
                  <a:pt x="9114" y="12442"/>
                </a:cubicBezTo>
                <a:cubicBezTo>
                  <a:pt x="9114" y="12304"/>
                  <a:pt x="9001" y="12194"/>
                  <a:pt x="8866" y="12194"/>
                </a:cubicBezTo>
                <a:close/>
                <a:moveTo>
                  <a:pt x="10085" y="12194"/>
                </a:moveTo>
                <a:cubicBezTo>
                  <a:pt x="9866" y="12194"/>
                  <a:pt x="9756" y="12461"/>
                  <a:pt x="9910" y="12614"/>
                </a:cubicBezTo>
                <a:cubicBezTo>
                  <a:pt x="9961" y="12665"/>
                  <a:pt x="10023" y="12688"/>
                  <a:pt x="10085" y="12688"/>
                </a:cubicBezTo>
                <a:cubicBezTo>
                  <a:pt x="10212" y="12688"/>
                  <a:pt x="10333" y="12590"/>
                  <a:pt x="10333" y="12442"/>
                </a:cubicBezTo>
                <a:cubicBezTo>
                  <a:pt x="10333" y="12304"/>
                  <a:pt x="10223" y="12194"/>
                  <a:pt x="10085" y="12194"/>
                </a:cubicBezTo>
                <a:close/>
                <a:moveTo>
                  <a:pt x="11305" y="12194"/>
                </a:moveTo>
                <a:cubicBezTo>
                  <a:pt x="11085" y="12194"/>
                  <a:pt x="10975" y="12461"/>
                  <a:pt x="11132" y="12614"/>
                </a:cubicBezTo>
                <a:cubicBezTo>
                  <a:pt x="11182" y="12665"/>
                  <a:pt x="11244" y="12688"/>
                  <a:pt x="11305" y="12688"/>
                </a:cubicBezTo>
                <a:cubicBezTo>
                  <a:pt x="11431" y="12688"/>
                  <a:pt x="11552" y="12590"/>
                  <a:pt x="11552" y="12442"/>
                </a:cubicBezTo>
                <a:cubicBezTo>
                  <a:pt x="11552" y="12304"/>
                  <a:pt x="11442" y="12194"/>
                  <a:pt x="11305" y="12194"/>
                </a:cubicBezTo>
                <a:close/>
                <a:moveTo>
                  <a:pt x="12524" y="12194"/>
                </a:moveTo>
                <a:cubicBezTo>
                  <a:pt x="12304" y="12194"/>
                  <a:pt x="12195" y="12461"/>
                  <a:pt x="12351" y="12614"/>
                </a:cubicBezTo>
                <a:cubicBezTo>
                  <a:pt x="12401" y="12665"/>
                  <a:pt x="12463" y="12688"/>
                  <a:pt x="12524" y="12688"/>
                </a:cubicBezTo>
                <a:cubicBezTo>
                  <a:pt x="12650" y="12688"/>
                  <a:pt x="12771" y="12590"/>
                  <a:pt x="12771" y="12442"/>
                </a:cubicBezTo>
                <a:cubicBezTo>
                  <a:pt x="12771" y="12304"/>
                  <a:pt x="12661" y="12194"/>
                  <a:pt x="12524" y="12194"/>
                </a:cubicBezTo>
                <a:close/>
                <a:moveTo>
                  <a:pt x="13746" y="12194"/>
                </a:moveTo>
                <a:cubicBezTo>
                  <a:pt x="13523" y="12194"/>
                  <a:pt x="13414" y="12461"/>
                  <a:pt x="13570" y="12614"/>
                </a:cubicBezTo>
                <a:cubicBezTo>
                  <a:pt x="13620" y="12665"/>
                  <a:pt x="13682" y="12688"/>
                  <a:pt x="13743" y="12688"/>
                </a:cubicBezTo>
                <a:cubicBezTo>
                  <a:pt x="13869" y="12688"/>
                  <a:pt x="13990" y="12590"/>
                  <a:pt x="13990" y="12442"/>
                </a:cubicBezTo>
                <a:cubicBezTo>
                  <a:pt x="13990" y="12304"/>
                  <a:pt x="13881" y="12194"/>
                  <a:pt x="13746" y="12194"/>
                </a:cubicBezTo>
                <a:close/>
                <a:moveTo>
                  <a:pt x="14965" y="12194"/>
                </a:moveTo>
                <a:cubicBezTo>
                  <a:pt x="14745" y="12194"/>
                  <a:pt x="14633" y="12461"/>
                  <a:pt x="14789" y="12614"/>
                </a:cubicBezTo>
                <a:cubicBezTo>
                  <a:pt x="14840" y="12665"/>
                  <a:pt x="14903" y="12688"/>
                  <a:pt x="14963" y="12688"/>
                </a:cubicBezTo>
                <a:cubicBezTo>
                  <a:pt x="15089" y="12688"/>
                  <a:pt x="15209" y="12590"/>
                  <a:pt x="15209" y="12442"/>
                </a:cubicBezTo>
                <a:cubicBezTo>
                  <a:pt x="15209" y="12304"/>
                  <a:pt x="15100" y="12194"/>
                  <a:pt x="14965" y="12194"/>
                </a:cubicBezTo>
                <a:close/>
                <a:moveTo>
                  <a:pt x="16184" y="12194"/>
                </a:moveTo>
                <a:cubicBezTo>
                  <a:pt x="15964" y="12194"/>
                  <a:pt x="15855" y="12461"/>
                  <a:pt x="16008" y="12614"/>
                </a:cubicBezTo>
                <a:cubicBezTo>
                  <a:pt x="16059" y="12665"/>
                  <a:pt x="16122" y="12688"/>
                  <a:pt x="16183" y="12688"/>
                </a:cubicBezTo>
                <a:cubicBezTo>
                  <a:pt x="16310" y="12688"/>
                  <a:pt x="16431" y="12590"/>
                  <a:pt x="16431" y="12442"/>
                </a:cubicBezTo>
                <a:cubicBezTo>
                  <a:pt x="16431" y="12304"/>
                  <a:pt x="16319" y="12194"/>
                  <a:pt x="16184" y="12194"/>
                </a:cubicBezTo>
                <a:close/>
                <a:moveTo>
                  <a:pt x="17403" y="12194"/>
                </a:moveTo>
                <a:cubicBezTo>
                  <a:pt x="17184" y="12194"/>
                  <a:pt x="17074" y="12461"/>
                  <a:pt x="17227" y="12614"/>
                </a:cubicBezTo>
                <a:cubicBezTo>
                  <a:pt x="17278" y="12665"/>
                  <a:pt x="17341" y="12688"/>
                  <a:pt x="17402" y="12688"/>
                </a:cubicBezTo>
                <a:cubicBezTo>
                  <a:pt x="17529" y="12688"/>
                  <a:pt x="17650" y="12590"/>
                  <a:pt x="17650" y="12442"/>
                </a:cubicBezTo>
                <a:cubicBezTo>
                  <a:pt x="17650" y="12304"/>
                  <a:pt x="17538" y="12194"/>
                  <a:pt x="17403" y="12194"/>
                </a:cubicBezTo>
                <a:close/>
                <a:moveTo>
                  <a:pt x="18622" y="12194"/>
                </a:moveTo>
                <a:cubicBezTo>
                  <a:pt x="18403" y="12194"/>
                  <a:pt x="18293" y="12461"/>
                  <a:pt x="18446" y="12614"/>
                </a:cubicBezTo>
                <a:cubicBezTo>
                  <a:pt x="18497" y="12665"/>
                  <a:pt x="18560" y="12688"/>
                  <a:pt x="18621" y="12688"/>
                </a:cubicBezTo>
                <a:cubicBezTo>
                  <a:pt x="18748" y="12688"/>
                  <a:pt x="18870" y="12590"/>
                  <a:pt x="18870" y="12442"/>
                </a:cubicBezTo>
                <a:cubicBezTo>
                  <a:pt x="18870" y="12304"/>
                  <a:pt x="18760" y="12194"/>
                  <a:pt x="18622" y="12194"/>
                </a:cubicBezTo>
                <a:close/>
                <a:moveTo>
                  <a:pt x="19841" y="12194"/>
                </a:moveTo>
                <a:cubicBezTo>
                  <a:pt x="19622" y="12194"/>
                  <a:pt x="19512" y="12461"/>
                  <a:pt x="19669" y="12614"/>
                </a:cubicBezTo>
                <a:cubicBezTo>
                  <a:pt x="19719" y="12665"/>
                  <a:pt x="19780" y="12688"/>
                  <a:pt x="19841" y="12688"/>
                </a:cubicBezTo>
                <a:cubicBezTo>
                  <a:pt x="19967" y="12688"/>
                  <a:pt x="20089" y="12590"/>
                  <a:pt x="20089" y="12442"/>
                </a:cubicBezTo>
                <a:cubicBezTo>
                  <a:pt x="20089" y="12304"/>
                  <a:pt x="19979" y="12194"/>
                  <a:pt x="19841" y="12194"/>
                </a:cubicBezTo>
                <a:close/>
                <a:moveTo>
                  <a:pt x="21060" y="12194"/>
                </a:moveTo>
                <a:cubicBezTo>
                  <a:pt x="20841" y="12194"/>
                  <a:pt x="20731" y="12461"/>
                  <a:pt x="20888" y="12614"/>
                </a:cubicBezTo>
                <a:cubicBezTo>
                  <a:pt x="20938" y="12665"/>
                  <a:pt x="21000" y="12688"/>
                  <a:pt x="21060" y="12688"/>
                </a:cubicBezTo>
                <a:cubicBezTo>
                  <a:pt x="21186" y="12688"/>
                  <a:pt x="21308" y="12590"/>
                  <a:pt x="21308" y="12442"/>
                </a:cubicBezTo>
                <a:cubicBezTo>
                  <a:pt x="21308" y="12304"/>
                  <a:pt x="21198" y="12194"/>
                  <a:pt x="21060" y="12194"/>
                </a:cubicBezTo>
                <a:close/>
                <a:moveTo>
                  <a:pt x="330" y="13413"/>
                </a:moveTo>
                <a:cubicBezTo>
                  <a:pt x="111" y="13413"/>
                  <a:pt x="1" y="13680"/>
                  <a:pt x="154" y="13836"/>
                </a:cubicBezTo>
                <a:cubicBezTo>
                  <a:pt x="205" y="13886"/>
                  <a:pt x="267" y="13908"/>
                  <a:pt x="327" y="13908"/>
                </a:cubicBezTo>
                <a:cubicBezTo>
                  <a:pt x="455" y="13908"/>
                  <a:pt x="577" y="13810"/>
                  <a:pt x="577" y="13661"/>
                </a:cubicBezTo>
                <a:cubicBezTo>
                  <a:pt x="577" y="13523"/>
                  <a:pt x="465" y="13413"/>
                  <a:pt x="330" y="13413"/>
                </a:cubicBezTo>
                <a:close/>
                <a:moveTo>
                  <a:pt x="1549" y="13413"/>
                </a:moveTo>
                <a:cubicBezTo>
                  <a:pt x="1330" y="13413"/>
                  <a:pt x="1220" y="13680"/>
                  <a:pt x="1373" y="13836"/>
                </a:cubicBezTo>
                <a:cubicBezTo>
                  <a:pt x="1424" y="13886"/>
                  <a:pt x="1486" y="13908"/>
                  <a:pt x="1546" y="13908"/>
                </a:cubicBezTo>
                <a:cubicBezTo>
                  <a:pt x="1674" y="13908"/>
                  <a:pt x="1797" y="13810"/>
                  <a:pt x="1797" y="13661"/>
                </a:cubicBezTo>
                <a:cubicBezTo>
                  <a:pt x="1797" y="13523"/>
                  <a:pt x="1687" y="13413"/>
                  <a:pt x="1549" y="13413"/>
                </a:cubicBezTo>
                <a:close/>
                <a:moveTo>
                  <a:pt x="2768" y="13413"/>
                </a:moveTo>
                <a:cubicBezTo>
                  <a:pt x="2549" y="13413"/>
                  <a:pt x="2439" y="13680"/>
                  <a:pt x="2596" y="13836"/>
                </a:cubicBezTo>
                <a:cubicBezTo>
                  <a:pt x="2645" y="13886"/>
                  <a:pt x="2706" y="13908"/>
                  <a:pt x="2766" y="13908"/>
                </a:cubicBezTo>
                <a:cubicBezTo>
                  <a:pt x="2893" y="13908"/>
                  <a:pt x="3016" y="13810"/>
                  <a:pt x="3016" y="13661"/>
                </a:cubicBezTo>
                <a:cubicBezTo>
                  <a:pt x="3016" y="13523"/>
                  <a:pt x="2906" y="13413"/>
                  <a:pt x="2768" y="13413"/>
                </a:cubicBezTo>
                <a:close/>
                <a:moveTo>
                  <a:pt x="3987" y="13413"/>
                </a:moveTo>
                <a:cubicBezTo>
                  <a:pt x="3768" y="13413"/>
                  <a:pt x="3658" y="13680"/>
                  <a:pt x="3815" y="13836"/>
                </a:cubicBezTo>
                <a:cubicBezTo>
                  <a:pt x="3864" y="13886"/>
                  <a:pt x="3925" y="13908"/>
                  <a:pt x="3985" y="13908"/>
                </a:cubicBezTo>
                <a:cubicBezTo>
                  <a:pt x="4112" y="13908"/>
                  <a:pt x="4235" y="13810"/>
                  <a:pt x="4235" y="13661"/>
                </a:cubicBezTo>
                <a:cubicBezTo>
                  <a:pt x="4235" y="13523"/>
                  <a:pt x="4125" y="13413"/>
                  <a:pt x="3987" y="13413"/>
                </a:cubicBezTo>
                <a:close/>
                <a:moveTo>
                  <a:pt x="5209" y="13413"/>
                </a:moveTo>
                <a:cubicBezTo>
                  <a:pt x="4987" y="13413"/>
                  <a:pt x="4877" y="13680"/>
                  <a:pt x="5034" y="13836"/>
                </a:cubicBezTo>
                <a:cubicBezTo>
                  <a:pt x="5083" y="13886"/>
                  <a:pt x="5144" y="13908"/>
                  <a:pt x="5204" y="13908"/>
                </a:cubicBezTo>
                <a:cubicBezTo>
                  <a:pt x="5331" y="13908"/>
                  <a:pt x="5454" y="13810"/>
                  <a:pt x="5454" y="13661"/>
                </a:cubicBezTo>
                <a:cubicBezTo>
                  <a:pt x="5454" y="13523"/>
                  <a:pt x="5344" y="13413"/>
                  <a:pt x="5209" y="13413"/>
                </a:cubicBezTo>
                <a:close/>
                <a:moveTo>
                  <a:pt x="6428" y="13413"/>
                </a:moveTo>
                <a:cubicBezTo>
                  <a:pt x="6209" y="13413"/>
                  <a:pt x="6096" y="13680"/>
                  <a:pt x="6253" y="13836"/>
                </a:cubicBezTo>
                <a:cubicBezTo>
                  <a:pt x="6303" y="13886"/>
                  <a:pt x="6365" y="13908"/>
                  <a:pt x="6425" y="13908"/>
                </a:cubicBezTo>
                <a:cubicBezTo>
                  <a:pt x="6552" y="13908"/>
                  <a:pt x="6673" y="13810"/>
                  <a:pt x="6673" y="13661"/>
                </a:cubicBezTo>
                <a:cubicBezTo>
                  <a:pt x="6673" y="13523"/>
                  <a:pt x="6563" y="13413"/>
                  <a:pt x="6428" y="13413"/>
                </a:cubicBezTo>
                <a:close/>
                <a:moveTo>
                  <a:pt x="7647" y="13413"/>
                </a:moveTo>
                <a:cubicBezTo>
                  <a:pt x="7428" y="13413"/>
                  <a:pt x="7318" y="13680"/>
                  <a:pt x="7472" y="13836"/>
                </a:cubicBezTo>
                <a:cubicBezTo>
                  <a:pt x="7522" y="13886"/>
                  <a:pt x="7584" y="13908"/>
                  <a:pt x="7645" y="13908"/>
                </a:cubicBezTo>
                <a:cubicBezTo>
                  <a:pt x="7772" y="13908"/>
                  <a:pt x="7895" y="13810"/>
                  <a:pt x="7895" y="13661"/>
                </a:cubicBezTo>
                <a:cubicBezTo>
                  <a:pt x="7895" y="13523"/>
                  <a:pt x="7782" y="13413"/>
                  <a:pt x="7647" y="13413"/>
                </a:cubicBezTo>
                <a:close/>
                <a:moveTo>
                  <a:pt x="8866" y="13413"/>
                </a:moveTo>
                <a:cubicBezTo>
                  <a:pt x="8647" y="13413"/>
                  <a:pt x="8537" y="13680"/>
                  <a:pt x="8691" y="13836"/>
                </a:cubicBezTo>
                <a:cubicBezTo>
                  <a:pt x="8741" y="13886"/>
                  <a:pt x="8803" y="13908"/>
                  <a:pt x="8864" y="13908"/>
                </a:cubicBezTo>
                <a:cubicBezTo>
                  <a:pt x="8991" y="13908"/>
                  <a:pt x="9114" y="13810"/>
                  <a:pt x="9114" y="13661"/>
                </a:cubicBezTo>
                <a:cubicBezTo>
                  <a:pt x="9114" y="13523"/>
                  <a:pt x="9001" y="13413"/>
                  <a:pt x="8866" y="13413"/>
                </a:cubicBezTo>
                <a:close/>
                <a:moveTo>
                  <a:pt x="10085" y="13413"/>
                </a:moveTo>
                <a:cubicBezTo>
                  <a:pt x="9866" y="13413"/>
                  <a:pt x="9756" y="13680"/>
                  <a:pt x="9910" y="13836"/>
                </a:cubicBezTo>
                <a:cubicBezTo>
                  <a:pt x="9960" y="13886"/>
                  <a:pt x="10022" y="13908"/>
                  <a:pt x="10083" y="13908"/>
                </a:cubicBezTo>
                <a:cubicBezTo>
                  <a:pt x="10211" y="13908"/>
                  <a:pt x="10333" y="13810"/>
                  <a:pt x="10333" y="13661"/>
                </a:cubicBezTo>
                <a:cubicBezTo>
                  <a:pt x="10333" y="13523"/>
                  <a:pt x="10223" y="13413"/>
                  <a:pt x="10085" y="13413"/>
                </a:cubicBezTo>
                <a:close/>
                <a:moveTo>
                  <a:pt x="11305" y="13413"/>
                </a:moveTo>
                <a:cubicBezTo>
                  <a:pt x="11085" y="13413"/>
                  <a:pt x="10975" y="13680"/>
                  <a:pt x="11132" y="13836"/>
                </a:cubicBezTo>
                <a:cubicBezTo>
                  <a:pt x="11182" y="13886"/>
                  <a:pt x="11243" y="13908"/>
                  <a:pt x="11303" y="13908"/>
                </a:cubicBezTo>
                <a:cubicBezTo>
                  <a:pt x="11430" y="13908"/>
                  <a:pt x="11552" y="13810"/>
                  <a:pt x="11552" y="13661"/>
                </a:cubicBezTo>
                <a:cubicBezTo>
                  <a:pt x="11552" y="13523"/>
                  <a:pt x="11442" y="13413"/>
                  <a:pt x="11305" y="13413"/>
                </a:cubicBezTo>
                <a:close/>
                <a:moveTo>
                  <a:pt x="12524" y="13413"/>
                </a:moveTo>
                <a:cubicBezTo>
                  <a:pt x="12304" y="13413"/>
                  <a:pt x="12195" y="13680"/>
                  <a:pt x="12351" y="13836"/>
                </a:cubicBezTo>
                <a:cubicBezTo>
                  <a:pt x="12401" y="13886"/>
                  <a:pt x="12462" y="13908"/>
                  <a:pt x="12522" y="13908"/>
                </a:cubicBezTo>
                <a:cubicBezTo>
                  <a:pt x="12649" y="13908"/>
                  <a:pt x="12771" y="13810"/>
                  <a:pt x="12771" y="13661"/>
                </a:cubicBezTo>
                <a:cubicBezTo>
                  <a:pt x="12771" y="13523"/>
                  <a:pt x="12661" y="13413"/>
                  <a:pt x="12524" y="13413"/>
                </a:cubicBezTo>
                <a:close/>
                <a:moveTo>
                  <a:pt x="13746" y="13413"/>
                </a:moveTo>
                <a:cubicBezTo>
                  <a:pt x="13523" y="13413"/>
                  <a:pt x="13414" y="13680"/>
                  <a:pt x="13570" y="13836"/>
                </a:cubicBezTo>
                <a:cubicBezTo>
                  <a:pt x="13620" y="13886"/>
                  <a:pt x="13681" y="13908"/>
                  <a:pt x="13741" y="13908"/>
                </a:cubicBezTo>
                <a:cubicBezTo>
                  <a:pt x="13868" y="13908"/>
                  <a:pt x="13990" y="13810"/>
                  <a:pt x="13990" y="13661"/>
                </a:cubicBezTo>
                <a:cubicBezTo>
                  <a:pt x="13990" y="13523"/>
                  <a:pt x="13881" y="13413"/>
                  <a:pt x="13746" y="13413"/>
                </a:cubicBezTo>
                <a:close/>
                <a:moveTo>
                  <a:pt x="14965" y="13413"/>
                </a:moveTo>
                <a:cubicBezTo>
                  <a:pt x="14745" y="13413"/>
                  <a:pt x="14633" y="13680"/>
                  <a:pt x="14789" y="13836"/>
                </a:cubicBezTo>
                <a:cubicBezTo>
                  <a:pt x="14840" y="13886"/>
                  <a:pt x="14901" y="13908"/>
                  <a:pt x="14961" y="13908"/>
                </a:cubicBezTo>
                <a:cubicBezTo>
                  <a:pt x="15088" y="13908"/>
                  <a:pt x="15209" y="13810"/>
                  <a:pt x="15209" y="13661"/>
                </a:cubicBezTo>
                <a:cubicBezTo>
                  <a:pt x="15209" y="13523"/>
                  <a:pt x="15100" y="13413"/>
                  <a:pt x="14965" y="13413"/>
                </a:cubicBezTo>
                <a:close/>
                <a:moveTo>
                  <a:pt x="16184" y="13413"/>
                </a:moveTo>
                <a:cubicBezTo>
                  <a:pt x="15964" y="13413"/>
                  <a:pt x="15855" y="13680"/>
                  <a:pt x="16008" y="13836"/>
                </a:cubicBezTo>
                <a:cubicBezTo>
                  <a:pt x="16059" y="13886"/>
                  <a:pt x="16121" y="13908"/>
                  <a:pt x="16181" y="13908"/>
                </a:cubicBezTo>
                <a:cubicBezTo>
                  <a:pt x="16309" y="13908"/>
                  <a:pt x="16431" y="13810"/>
                  <a:pt x="16431" y="13661"/>
                </a:cubicBezTo>
                <a:cubicBezTo>
                  <a:pt x="16431" y="13523"/>
                  <a:pt x="16319" y="13413"/>
                  <a:pt x="16184" y="13413"/>
                </a:cubicBezTo>
                <a:close/>
                <a:moveTo>
                  <a:pt x="17403" y="13413"/>
                </a:moveTo>
                <a:cubicBezTo>
                  <a:pt x="17184" y="13413"/>
                  <a:pt x="17074" y="13680"/>
                  <a:pt x="17227" y="13836"/>
                </a:cubicBezTo>
                <a:cubicBezTo>
                  <a:pt x="17278" y="13886"/>
                  <a:pt x="17340" y="13908"/>
                  <a:pt x="17400" y="13908"/>
                </a:cubicBezTo>
                <a:cubicBezTo>
                  <a:pt x="17528" y="13908"/>
                  <a:pt x="17650" y="13810"/>
                  <a:pt x="17650" y="13661"/>
                </a:cubicBezTo>
                <a:cubicBezTo>
                  <a:pt x="17650" y="13523"/>
                  <a:pt x="17538" y="13413"/>
                  <a:pt x="17403" y="13413"/>
                </a:cubicBezTo>
                <a:close/>
                <a:moveTo>
                  <a:pt x="18622" y="13413"/>
                </a:moveTo>
                <a:cubicBezTo>
                  <a:pt x="18403" y="13413"/>
                  <a:pt x="18293" y="13680"/>
                  <a:pt x="18446" y="13836"/>
                </a:cubicBezTo>
                <a:cubicBezTo>
                  <a:pt x="18497" y="13886"/>
                  <a:pt x="18559" y="13908"/>
                  <a:pt x="18619" y="13908"/>
                </a:cubicBezTo>
                <a:cubicBezTo>
                  <a:pt x="18747" y="13908"/>
                  <a:pt x="18870" y="13810"/>
                  <a:pt x="18870" y="13661"/>
                </a:cubicBezTo>
                <a:cubicBezTo>
                  <a:pt x="18870" y="13523"/>
                  <a:pt x="18760" y="13413"/>
                  <a:pt x="18622" y="13413"/>
                </a:cubicBezTo>
                <a:close/>
                <a:moveTo>
                  <a:pt x="19841" y="13413"/>
                </a:moveTo>
                <a:cubicBezTo>
                  <a:pt x="19622" y="13413"/>
                  <a:pt x="19512" y="13680"/>
                  <a:pt x="19669" y="13836"/>
                </a:cubicBezTo>
                <a:cubicBezTo>
                  <a:pt x="19718" y="13886"/>
                  <a:pt x="19779" y="13908"/>
                  <a:pt x="19839" y="13908"/>
                </a:cubicBezTo>
                <a:cubicBezTo>
                  <a:pt x="19966" y="13908"/>
                  <a:pt x="20089" y="13810"/>
                  <a:pt x="20089" y="13661"/>
                </a:cubicBezTo>
                <a:cubicBezTo>
                  <a:pt x="20089" y="13523"/>
                  <a:pt x="19979" y="13413"/>
                  <a:pt x="19841" y="13413"/>
                </a:cubicBezTo>
                <a:close/>
                <a:moveTo>
                  <a:pt x="21060" y="13413"/>
                </a:moveTo>
                <a:cubicBezTo>
                  <a:pt x="20841" y="13413"/>
                  <a:pt x="20731" y="13680"/>
                  <a:pt x="20888" y="13836"/>
                </a:cubicBezTo>
                <a:cubicBezTo>
                  <a:pt x="20937" y="13886"/>
                  <a:pt x="20998" y="13908"/>
                  <a:pt x="21058" y="13908"/>
                </a:cubicBezTo>
                <a:cubicBezTo>
                  <a:pt x="21185" y="13908"/>
                  <a:pt x="21308" y="13810"/>
                  <a:pt x="21308" y="13661"/>
                </a:cubicBezTo>
                <a:cubicBezTo>
                  <a:pt x="21308" y="13523"/>
                  <a:pt x="21198" y="13413"/>
                  <a:pt x="21060" y="13413"/>
                </a:cubicBezTo>
                <a:close/>
                <a:moveTo>
                  <a:pt x="21048" y="14635"/>
                </a:moveTo>
                <a:lnTo>
                  <a:pt x="21048" y="14635"/>
                </a:lnTo>
                <a:cubicBezTo>
                  <a:pt x="20806" y="14648"/>
                  <a:pt x="20728" y="14961"/>
                  <a:pt x="20932" y="15090"/>
                </a:cubicBezTo>
                <a:cubicBezTo>
                  <a:pt x="20969" y="14939"/>
                  <a:pt x="21007" y="14789"/>
                  <a:pt x="21048" y="14635"/>
                </a:cubicBezTo>
                <a:close/>
                <a:moveTo>
                  <a:pt x="330" y="14632"/>
                </a:moveTo>
                <a:cubicBezTo>
                  <a:pt x="111" y="14632"/>
                  <a:pt x="1" y="14899"/>
                  <a:pt x="154" y="15055"/>
                </a:cubicBezTo>
                <a:cubicBezTo>
                  <a:pt x="205" y="15105"/>
                  <a:pt x="267" y="15127"/>
                  <a:pt x="327" y="15127"/>
                </a:cubicBezTo>
                <a:cubicBezTo>
                  <a:pt x="455" y="15127"/>
                  <a:pt x="577" y="15029"/>
                  <a:pt x="577" y="14880"/>
                </a:cubicBezTo>
                <a:cubicBezTo>
                  <a:pt x="577" y="14745"/>
                  <a:pt x="465" y="14632"/>
                  <a:pt x="330" y="14632"/>
                </a:cubicBezTo>
                <a:close/>
                <a:moveTo>
                  <a:pt x="1549" y="14632"/>
                </a:moveTo>
                <a:cubicBezTo>
                  <a:pt x="1330" y="14632"/>
                  <a:pt x="1220" y="14899"/>
                  <a:pt x="1373" y="15055"/>
                </a:cubicBezTo>
                <a:cubicBezTo>
                  <a:pt x="1424" y="15105"/>
                  <a:pt x="1486" y="15127"/>
                  <a:pt x="1546" y="15127"/>
                </a:cubicBezTo>
                <a:cubicBezTo>
                  <a:pt x="1674" y="15127"/>
                  <a:pt x="1797" y="15029"/>
                  <a:pt x="1797" y="14880"/>
                </a:cubicBezTo>
                <a:cubicBezTo>
                  <a:pt x="1797" y="14745"/>
                  <a:pt x="1687" y="14632"/>
                  <a:pt x="1549" y="14632"/>
                </a:cubicBezTo>
                <a:close/>
                <a:moveTo>
                  <a:pt x="2768" y="14632"/>
                </a:moveTo>
                <a:cubicBezTo>
                  <a:pt x="2549" y="14632"/>
                  <a:pt x="2439" y="14899"/>
                  <a:pt x="2596" y="15055"/>
                </a:cubicBezTo>
                <a:cubicBezTo>
                  <a:pt x="2645" y="15105"/>
                  <a:pt x="2706" y="15127"/>
                  <a:pt x="2766" y="15127"/>
                </a:cubicBezTo>
                <a:cubicBezTo>
                  <a:pt x="2893" y="15127"/>
                  <a:pt x="3016" y="15029"/>
                  <a:pt x="3016" y="14880"/>
                </a:cubicBezTo>
                <a:cubicBezTo>
                  <a:pt x="3016" y="14745"/>
                  <a:pt x="2906" y="14632"/>
                  <a:pt x="2768" y="14632"/>
                </a:cubicBezTo>
                <a:close/>
                <a:moveTo>
                  <a:pt x="3987" y="14632"/>
                </a:moveTo>
                <a:cubicBezTo>
                  <a:pt x="3768" y="14632"/>
                  <a:pt x="3658" y="14899"/>
                  <a:pt x="3815" y="15055"/>
                </a:cubicBezTo>
                <a:cubicBezTo>
                  <a:pt x="3864" y="15105"/>
                  <a:pt x="3925" y="15127"/>
                  <a:pt x="3985" y="15127"/>
                </a:cubicBezTo>
                <a:cubicBezTo>
                  <a:pt x="4112" y="15127"/>
                  <a:pt x="4235" y="15029"/>
                  <a:pt x="4235" y="14880"/>
                </a:cubicBezTo>
                <a:cubicBezTo>
                  <a:pt x="4235" y="14745"/>
                  <a:pt x="4125" y="14632"/>
                  <a:pt x="3987" y="14632"/>
                </a:cubicBezTo>
                <a:close/>
                <a:moveTo>
                  <a:pt x="5209" y="14632"/>
                </a:moveTo>
                <a:cubicBezTo>
                  <a:pt x="4987" y="14632"/>
                  <a:pt x="4877" y="14899"/>
                  <a:pt x="5034" y="15055"/>
                </a:cubicBezTo>
                <a:cubicBezTo>
                  <a:pt x="5083" y="15105"/>
                  <a:pt x="5144" y="15127"/>
                  <a:pt x="5204" y="15127"/>
                </a:cubicBezTo>
                <a:cubicBezTo>
                  <a:pt x="5331" y="15127"/>
                  <a:pt x="5454" y="15029"/>
                  <a:pt x="5454" y="14880"/>
                </a:cubicBezTo>
                <a:cubicBezTo>
                  <a:pt x="5454" y="14745"/>
                  <a:pt x="5344" y="14632"/>
                  <a:pt x="5209" y="14632"/>
                </a:cubicBezTo>
                <a:close/>
                <a:moveTo>
                  <a:pt x="6428" y="14632"/>
                </a:moveTo>
                <a:cubicBezTo>
                  <a:pt x="6209" y="14632"/>
                  <a:pt x="6096" y="14899"/>
                  <a:pt x="6253" y="15055"/>
                </a:cubicBezTo>
                <a:cubicBezTo>
                  <a:pt x="6303" y="15105"/>
                  <a:pt x="6365" y="15127"/>
                  <a:pt x="6425" y="15127"/>
                </a:cubicBezTo>
                <a:cubicBezTo>
                  <a:pt x="6552" y="15127"/>
                  <a:pt x="6673" y="15029"/>
                  <a:pt x="6673" y="14880"/>
                </a:cubicBezTo>
                <a:cubicBezTo>
                  <a:pt x="6673" y="14745"/>
                  <a:pt x="6563" y="14632"/>
                  <a:pt x="6428" y="14632"/>
                </a:cubicBezTo>
                <a:close/>
                <a:moveTo>
                  <a:pt x="7647" y="14632"/>
                </a:moveTo>
                <a:cubicBezTo>
                  <a:pt x="7428" y="14632"/>
                  <a:pt x="7318" y="14899"/>
                  <a:pt x="7472" y="15055"/>
                </a:cubicBezTo>
                <a:cubicBezTo>
                  <a:pt x="7522" y="15105"/>
                  <a:pt x="7584" y="15127"/>
                  <a:pt x="7645" y="15127"/>
                </a:cubicBezTo>
                <a:cubicBezTo>
                  <a:pt x="7772" y="15127"/>
                  <a:pt x="7895" y="15029"/>
                  <a:pt x="7895" y="14880"/>
                </a:cubicBezTo>
                <a:cubicBezTo>
                  <a:pt x="7895" y="14745"/>
                  <a:pt x="7782" y="14632"/>
                  <a:pt x="7647" y="14632"/>
                </a:cubicBezTo>
                <a:close/>
                <a:moveTo>
                  <a:pt x="8866" y="14632"/>
                </a:moveTo>
                <a:cubicBezTo>
                  <a:pt x="8647" y="14632"/>
                  <a:pt x="8537" y="14899"/>
                  <a:pt x="8691" y="15055"/>
                </a:cubicBezTo>
                <a:cubicBezTo>
                  <a:pt x="8741" y="15105"/>
                  <a:pt x="8803" y="15127"/>
                  <a:pt x="8864" y="15127"/>
                </a:cubicBezTo>
                <a:cubicBezTo>
                  <a:pt x="8991" y="15127"/>
                  <a:pt x="9114" y="15029"/>
                  <a:pt x="9114" y="14880"/>
                </a:cubicBezTo>
                <a:cubicBezTo>
                  <a:pt x="9114" y="14745"/>
                  <a:pt x="9001" y="14632"/>
                  <a:pt x="8866" y="14632"/>
                </a:cubicBezTo>
                <a:close/>
                <a:moveTo>
                  <a:pt x="10085" y="14632"/>
                </a:moveTo>
                <a:cubicBezTo>
                  <a:pt x="9866" y="14632"/>
                  <a:pt x="9756" y="14899"/>
                  <a:pt x="9910" y="15055"/>
                </a:cubicBezTo>
                <a:cubicBezTo>
                  <a:pt x="9960" y="15105"/>
                  <a:pt x="10022" y="15127"/>
                  <a:pt x="10083" y="15127"/>
                </a:cubicBezTo>
                <a:cubicBezTo>
                  <a:pt x="10211" y="15127"/>
                  <a:pt x="10333" y="15029"/>
                  <a:pt x="10333" y="14880"/>
                </a:cubicBezTo>
                <a:cubicBezTo>
                  <a:pt x="10333" y="14745"/>
                  <a:pt x="10223" y="14632"/>
                  <a:pt x="10085" y="14632"/>
                </a:cubicBezTo>
                <a:close/>
                <a:moveTo>
                  <a:pt x="11305" y="14632"/>
                </a:moveTo>
                <a:cubicBezTo>
                  <a:pt x="11085" y="14632"/>
                  <a:pt x="10975" y="14899"/>
                  <a:pt x="11132" y="15055"/>
                </a:cubicBezTo>
                <a:cubicBezTo>
                  <a:pt x="11182" y="15105"/>
                  <a:pt x="11243" y="15127"/>
                  <a:pt x="11303" y="15127"/>
                </a:cubicBezTo>
                <a:cubicBezTo>
                  <a:pt x="11430" y="15127"/>
                  <a:pt x="11552" y="15029"/>
                  <a:pt x="11552" y="14880"/>
                </a:cubicBezTo>
                <a:cubicBezTo>
                  <a:pt x="11552" y="14745"/>
                  <a:pt x="11442" y="14632"/>
                  <a:pt x="11305" y="14632"/>
                </a:cubicBezTo>
                <a:close/>
                <a:moveTo>
                  <a:pt x="12524" y="14632"/>
                </a:moveTo>
                <a:cubicBezTo>
                  <a:pt x="12304" y="14632"/>
                  <a:pt x="12195" y="14899"/>
                  <a:pt x="12351" y="15055"/>
                </a:cubicBezTo>
                <a:cubicBezTo>
                  <a:pt x="12401" y="15105"/>
                  <a:pt x="12462" y="15127"/>
                  <a:pt x="12522" y="15127"/>
                </a:cubicBezTo>
                <a:cubicBezTo>
                  <a:pt x="12649" y="15127"/>
                  <a:pt x="12771" y="15029"/>
                  <a:pt x="12771" y="14880"/>
                </a:cubicBezTo>
                <a:cubicBezTo>
                  <a:pt x="12771" y="14745"/>
                  <a:pt x="12661" y="14632"/>
                  <a:pt x="12524" y="14632"/>
                </a:cubicBezTo>
                <a:close/>
                <a:moveTo>
                  <a:pt x="13746" y="14632"/>
                </a:moveTo>
                <a:cubicBezTo>
                  <a:pt x="13523" y="14632"/>
                  <a:pt x="13414" y="14899"/>
                  <a:pt x="13570" y="15055"/>
                </a:cubicBezTo>
                <a:cubicBezTo>
                  <a:pt x="13620" y="15105"/>
                  <a:pt x="13681" y="15127"/>
                  <a:pt x="13741" y="15127"/>
                </a:cubicBezTo>
                <a:cubicBezTo>
                  <a:pt x="13868" y="15127"/>
                  <a:pt x="13990" y="15029"/>
                  <a:pt x="13990" y="14880"/>
                </a:cubicBezTo>
                <a:cubicBezTo>
                  <a:pt x="13990" y="14745"/>
                  <a:pt x="13881" y="14632"/>
                  <a:pt x="13746" y="14632"/>
                </a:cubicBezTo>
                <a:close/>
                <a:moveTo>
                  <a:pt x="14965" y="14632"/>
                </a:moveTo>
                <a:cubicBezTo>
                  <a:pt x="14745" y="14632"/>
                  <a:pt x="14633" y="14899"/>
                  <a:pt x="14789" y="15055"/>
                </a:cubicBezTo>
                <a:cubicBezTo>
                  <a:pt x="14840" y="15105"/>
                  <a:pt x="14901" y="15127"/>
                  <a:pt x="14961" y="15127"/>
                </a:cubicBezTo>
                <a:cubicBezTo>
                  <a:pt x="15088" y="15127"/>
                  <a:pt x="15209" y="15029"/>
                  <a:pt x="15209" y="14880"/>
                </a:cubicBezTo>
                <a:cubicBezTo>
                  <a:pt x="15209" y="14745"/>
                  <a:pt x="15100" y="14632"/>
                  <a:pt x="14965" y="14632"/>
                </a:cubicBezTo>
                <a:close/>
                <a:moveTo>
                  <a:pt x="16184" y="14632"/>
                </a:moveTo>
                <a:cubicBezTo>
                  <a:pt x="15964" y="14632"/>
                  <a:pt x="15855" y="14899"/>
                  <a:pt x="16008" y="15055"/>
                </a:cubicBezTo>
                <a:cubicBezTo>
                  <a:pt x="16059" y="15105"/>
                  <a:pt x="16121" y="15127"/>
                  <a:pt x="16181" y="15127"/>
                </a:cubicBezTo>
                <a:cubicBezTo>
                  <a:pt x="16309" y="15127"/>
                  <a:pt x="16431" y="15029"/>
                  <a:pt x="16431" y="14880"/>
                </a:cubicBezTo>
                <a:cubicBezTo>
                  <a:pt x="16431" y="14745"/>
                  <a:pt x="16319" y="14632"/>
                  <a:pt x="16184" y="14632"/>
                </a:cubicBezTo>
                <a:close/>
                <a:moveTo>
                  <a:pt x="17403" y="14632"/>
                </a:moveTo>
                <a:cubicBezTo>
                  <a:pt x="17184" y="14632"/>
                  <a:pt x="17074" y="14899"/>
                  <a:pt x="17227" y="15055"/>
                </a:cubicBezTo>
                <a:cubicBezTo>
                  <a:pt x="17278" y="15105"/>
                  <a:pt x="17340" y="15127"/>
                  <a:pt x="17400" y="15127"/>
                </a:cubicBezTo>
                <a:cubicBezTo>
                  <a:pt x="17528" y="15127"/>
                  <a:pt x="17650" y="15029"/>
                  <a:pt x="17650" y="14880"/>
                </a:cubicBezTo>
                <a:cubicBezTo>
                  <a:pt x="17650" y="14745"/>
                  <a:pt x="17538" y="14632"/>
                  <a:pt x="17403" y="14632"/>
                </a:cubicBezTo>
                <a:close/>
                <a:moveTo>
                  <a:pt x="18622" y="14632"/>
                </a:moveTo>
                <a:cubicBezTo>
                  <a:pt x="18403" y="14632"/>
                  <a:pt x="18293" y="14899"/>
                  <a:pt x="18446" y="15055"/>
                </a:cubicBezTo>
                <a:cubicBezTo>
                  <a:pt x="18497" y="15105"/>
                  <a:pt x="18559" y="15127"/>
                  <a:pt x="18619" y="15127"/>
                </a:cubicBezTo>
                <a:cubicBezTo>
                  <a:pt x="18747" y="15127"/>
                  <a:pt x="18870" y="15029"/>
                  <a:pt x="18870" y="14880"/>
                </a:cubicBezTo>
                <a:cubicBezTo>
                  <a:pt x="18870" y="14745"/>
                  <a:pt x="18760" y="14632"/>
                  <a:pt x="18622" y="14632"/>
                </a:cubicBezTo>
                <a:close/>
                <a:moveTo>
                  <a:pt x="19841" y="14632"/>
                </a:moveTo>
                <a:cubicBezTo>
                  <a:pt x="19622" y="14632"/>
                  <a:pt x="19512" y="14899"/>
                  <a:pt x="19669" y="15055"/>
                </a:cubicBezTo>
                <a:cubicBezTo>
                  <a:pt x="19718" y="15105"/>
                  <a:pt x="19779" y="15127"/>
                  <a:pt x="19839" y="15127"/>
                </a:cubicBezTo>
                <a:cubicBezTo>
                  <a:pt x="19966" y="15127"/>
                  <a:pt x="20089" y="15029"/>
                  <a:pt x="20089" y="14880"/>
                </a:cubicBezTo>
                <a:cubicBezTo>
                  <a:pt x="20089" y="14745"/>
                  <a:pt x="19979" y="14632"/>
                  <a:pt x="19841" y="14632"/>
                </a:cubicBezTo>
                <a:close/>
                <a:moveTo>
                  <a:pt x="330" y="15851"/>
                </a:moveTo>
                <a:cubicBezTo>
                  <a:pt x="111" y="15851"/>
                  <a:pt x="1" y="16118"/>
                  <a:pt x="154" y="16274"/>
                </a:cubicBezTo>
                <a:cubicBezTo>
                  <a:pt x="205" y="16324"/>
                  <a:pt x="267" y="16346"/>
                  <a:pt x="327" y="16346"/>
                </a:cubicBezTo>
                <a:cubicBezTo>
                  <a:pt x="455" y="16346"/>
                  <a:pt x="577" y="16248"/>
                  <a:pt x="577" y="16099"/>
                </a:cubicBezTo>
                <a:cubicBezTo>
                  <a:pt x="577" y="15966"/>
                  <a:pt x="468" y="15854"/>
                  <a:pt x="335" y="15854"/>
                </a:cubicBezTo>
                <a:cubicBezTo>
                  <a:pt x="334" y="15854"/>
                  <a:pt x="332" y="15854"/>
                  <a:pt x="330" y="15855"/>
                </a:cubicBezTo>
                <a:lnTo>
                  <a:pt x="330" y="15851"/>
                </a:lnTo>
                <a:close/>
                <a:moveTo>
                  <a:pt x="1549" y="15851"/>
                </a:moveTo>
                <a:cubicBezTo>
                  <a:pt x="1330" y="15851"/>
                  <a:pt x="1220" y="16118"/>
                  <a:pt x="1373" y="16274"/>
                </a:cubicBezTo>
                <a:cubicBezTo>
                  <a:pt x="1424" y="16324"/>
                  <a:pt x="1486" y="16346"/>
                  <a:pt x="1546" y="16346"/>
                </a:cubicBezTo>
                <a:cubicBezTo>
                  <a:pt x="1674" y="16346"/>
                  <a:pt x="1797" y="16248"/>
                  <a:pt x="1797" y="16099"/>
                </a:cubicBezTo>
                <a:cubicBezTo>
                  <a:pt x="1797" y="15964"/>
                  <a:pt x="1687" y="15855"/>
                  <a:pt x="1549" y="15855"/>
                </a:cubicBezTo>
                <a:lnTo>
                  <a:pt x="1549" y="15851"/>
                </a:lnTo>
                <a:close/>
                <a:moveTo>
                  <a:pt x="2768" y="15851"/>
                </a:moveTo>
                <a:cubicBezTo>
                  <a:pt x="2549" y="15851"/>
                  <a:pt x="2439" y="16118"/>
                  <a:pt x="2596" y="16274"/>
                </a:cubicBezTo>
                <a:cubicBezTo>
                  <a:pt x="2645" y="16324"/>
                  <a:pt x="2706" y="16346"/>
                  <a:pt x="2766" y="16346"/>
                </a:cubicBezTo>
                <a:cubicBezTo>
                  <a:pt x="2893" y="16346"/>
                  <a:pt x="3016" y="16248"/>
                  <a:pt x="3016" y="16099"/>
                </a:cubicBezTo>
                <a:cubicBezTo>
                  <a:pt x="3016" y="15966"/>
                  <a:pt x="2909" y="15854"/>
                  <a:pt x="2774" y="15854"/>
                </a:cubicBezTo>
                <a:cubicBezTo>
                  <a:pt x="2772" y="15854"/>
                  <a:pt x="2770" y="15854"/>
                  <a:pt x="2768" y="15855"/>
                </a:cubicBezTo>
                <a:lnTo>
                  <a:pt x="2768" y="15851"/>
                </a:lnTo>
                <a:close/>
                <a:moveTo>
                  <a:pt x="3987" y="15851"/>
                </a:moveTo>
                <a:cubicBezTo>
                  <a:pt x="3768" y="15851"/>
                  <a:pt x="3658" y="16118"/>
                  <a:pt x="3815" y="16274"/>
                </a:cubicBezTo>
                <a:cubicBezTo>
                  <a:pt x="3864" y="16324"/>
                  <a:pt x="3925" y="16346"/>
                  <a:pt x="3985" y="16346"/>
                </a:cubicBezTo>
                <a:cubicBezTo>
                  <a:pt x="4112" y="16346"/>
                  <a:pt x="4235" y="16248"/>
                  <a:pt x="4235" y="16099"/>
                </a:cubicBezTo>
                <a:cubicBezTo>
                  <a:pt x="4235" y="15964"/>
                  <a:pt x="4125" y="15855"/>
                  <a:pt x="3987" y="15855"/>
                </a:cubicBezTo>
                <a:lnTo>
                  <a:pt x="3987" y="15851"/>
                </a:lnTo>
                <a:close/>
                <a:moveTo>
                  <a:pt x="5209" y="15851"/>
                </a:moveTo>
                <a:cubicBezTo>
                  <a:pt x="4987" y="15851"/>
                  <a:pt x="4877" y="16118"/>
                  <a:pt x="5034" y="16274"/>
                </a:cubicBezTo>
                <a:cubicBezTo>
                  <a:pt x="5083" y="16324"/>
                  <a:pt x="5144" y="16346"/>
                  <a:pt x="5204" y="16346"/>
                </a:cubicBezTo>
                <a:cubicBezTo>
                  <a:pt x="5331" y="16346"/>
                  <a:pt x="5454" y="16248"/>
                  <a:pt x="5454" y="16099"/>
                </a:cubicBezTo>
                <a:cubicBezTo>
                  <a:pt x="5454" y="15966"/>
                  <a:pt x="5347" y="15854"/>
                  <a:pt x="5215" y="15854"/>
                </a:cubicBezTo>
                <a:cubicBezTo>
                  <a:pt x="5213" y="15854"/>
                  <a:pt x="5211" y="15854"/>
                  <a:pt x="5209" y="15855"/>
                </a:cubicBezTo>
                <a:lnTo>
                  <a:pt x="5209" y="15851"/>
                </a:lnTo>
                <a:close/>
                <a:moveTo>
                  <a:pt x="6428" y="15851"/>
                </a:moveTo>
                <a:cubicBezTo>
                  <a:pt x="6209" y="15851"/>
                  <a:pt x="6096" y="16118"/>
                  <a:pt x="6253" y="16274"/>
                </a:cubicBezTo>
                <a:cubicBezTo>
                  <a:pt x="6303" y="16324"/>
                  <a:pt x="6365" y="16346"/>
                  <a:pt x="6425" y="16346"/>
                </a:cubicBezTo>
                <a:cubicBezTo>
                  <a:pt x="6552" y="16346"/>
                  <a:pt x="6673" y="16248"/>
                  <a:pt x="6673" y="16099"/>
                </a:cubicBezTo>
                <a:cubicBezTo>
                  <a:pt x="6673" y="15964"/>
                  <a:pt x="6563" y="15855"/>
                  <a:pt x="6428" y="15855"/>
                </a:cubicBezTo>
                <a:lnTo>
                  <a:pt x="6428" y="15851"/>
                </a:lnTo>
                <a:close/>
                <a:moveTo>
                  <a:pt x="7647" y="15851"/>
                </a:moveTo>
                <a:cubicBezTo>
                  <a:pt x="7428" y="15851"/>
                  <a:pt x="7318" y="16118"/>
                  <a:pt x="7472" y="16274"/>
                </a:cubicBezTo>
                <a:cubicBezTo>
                  <a:pt x="7522" y="16324"/>
                  <a:pt x="7584" y="16346"/>
                  <a:pt x="7645" y="16346"/>
                </a:cubicBezTo>
                <a:cubicBezTo>
                  <a:pt x="7772" y="16346"/>
                  <a:pt x="7895" y="16248"/>
                  <a:pt x="7895" y="16099"/>
                </a:cubicBezTo>
                <a:cubicBezTo>
                  <a:pt x="7895" y="15964"/>
                  <a:pt x="7782" y="15855"/>
                  <a:pt x="7647" y="15855"/>
                </a:cubicBezTo>
                <a:lnTo>
                  <a:pt x="7647" y="15851"/>
                </a:lnTo>
                <a:close/>
                <a:moveTo>
                  <a:pt x="8866" y="15851"/>
                </a:moveTo>
                <a:cubicBezTo>
                  <a:pt x="8647" y="15851"/>
                  <a:pt x="8537" y="16118"/>
                  <a:pt x="8691" y="16274"/>
                </a:cubicBezTo>
                <a:cubicBezTo>
                  <a:pt x="8741" y="16324"/>
                  <a:pt x="8803" y="16346"/>
                  <a:pt x="8864" y="16346"/>
                </a:cubicBezTo>
                <a:cubicBezTo>
                  <a:pt x="8991" y="16346"/>
                  <a:pt x="9114" y="16248"/>
                  <a:pt x="9114" y="16099"/>
                </a:cubicBezTo>
                <a:cubicBezTo>
                  <a:pt x="9114" y="15966"/>
                  <a:pt x="9004" y="15854"/>
                  <a:pt x="8872" y="15854"/>
                </a:cubicBezTo>
                <a:cubicBezTo>
                  <a:pt x="8870" y="15854"/>
                  <a:pt x="8868" y="15854"/>
                  <a:pt x="8866" y="15855"/>
                </a:cubicBezTo>
                <a:lnTo>
                  <a:pt x="8866" y="15851"/>
                </a:lnTo>
                <a:close/>
                <a:moveTo>
                  <a:pt x="10085" y="15851"/>
                </a:moveTo>
                <a:cubicBezTo>
                  <a:pt x="9866" y="15851"/>
                  <a:pt x="9756" y="16118"/>
                  <a:pt x="9910" y="16274"/>
                </a:cubicBezTo>
                <a:cubicBezTo>
                  <a:pt x="9960" y="16324"/>
                  <a:pt x="10022" y="16346"/>
                  <a:pt x="10083" y="16346"/>
                </a:cubicBezTo>
                <a:cubicBezTo>
                  <a:pt x="10211" y="16346"/>
                  <a:pt x="10333" y="16248"/>
                  <a:pt x="10333" y="16099"/>
                </a:cubicBezTo>
                <a:cubicBezTo>
                  <a:pt x="10333" y="15966"/>
                  <a:pt x="10226" y="15854"/>
                  <a:pt x="10091" y="15854"/>
                </a:cubicBezTo>
                <a:cubicBezTo>
                  <a:pt x="10089" y="15854"/>
                  <a:pt x="10087" y="15854"/>
                  <a:pt x="10085" y="15855"/>
                </a:cubicBezTo>
                <a:lnTo>
                  <a:pt x="10085" y="15851"/>
                </a:lnTo>
                <a:close/>
                <a:moveTo>
                  <a:pt x="11305" y="15851"/>
                </a:moveTo>
                <a:cubicBezTo>
                  <a:pt x="11085" y="15851"/>
                  <a:pt x="10975" y="16118"/>
                  <a:pt x="11132" y="16274"/>
                </a:cubicBezTo>
                <a:cubicBezTo>
                  <a:pt x="11182" y="16324"/>
                  <a:pt x="11243" y="16346"/>
                  <a:pt x="11303" y="16346"/>
                </a:cubicBezTo>
                <a:cubicBezTo>
                  <a:pt x="11430" y="16346"/>
                  <a:pt x="11552" y="16248"/>
                  <a:pt x="11552" y="16099"/>
                </a:cubicBezTo>
                <a:cubicBezTo>
                  <a:pt x="11552" y="15964"/>
                  <a:pt x="11442" y="15855"/>
                  <a:pt x="11305" y="15855"/>
                </a:cubicBezTo>
                <a:lnTo>
                  <a:pt x="11305" y="15851"/>
                </a:lnTo>
                <a:close/>
                <a:moveTo>
                  <a:pt x="12524" y="15851"/>
                </a:moveTo>
                <a:cubicBezTo>
                  <a:pt x="12304" y="15851"/>
                  <a:pt x="12195" y="16118"/>
                  <a:pt x="12351" y="16274"/>
                </a:cubicBezTo>
                <a:cubicBezTo>
                  <a:pt x="12401" y="16324"/>
                  <a:pt x="12462" y="16346"/>
                  <a:pt x="12522" y="16346"/>
                </a:cubicBezTo>
                <a:cubicBezTo>
                  <a:pt x="12649" y="16346"/>
                  <a:pt x="12771" y="16248"/>
                  <a:pt x="12771" y="16099"/>
                </a:cubicBezTo>
                <a:cubicBezTo>
                  <a:pt x="12771" y="15964"/>
                  <a:pt x="12661" y="15855"/>
                  <a:pt x="12524" y="15855"/>
                </a:cubicBezTo>
                <a:lnTo>
                  <a:pt x="12524" y="15851"/>
                </a:lnTo>
                <a:close/>
                <a:moveTo>
                  <a:pt x="13746" y="15851"/>
                </a:moveTo>
                <a:cubicBezTo>
                  <a:pt x="13523" y="15851"/>
                  <a:pt x="13414" y="16118"/>
                  <a:pt x="13570" y="16274"/>
                </a:cubicBezTo>
                <a:cubicBezTo>
                  <a:pt x="13620" y="16324"/>
                  <a:pt x="13681" y="16346"/>
                  <a:pt x="13741" y="16346"/>
                </a:cubicBezTo>
                <a:cubicBezTo>
                  <a:pt x="13868" y="16346"/>
                  <a:pt x="13990" y="16248"/>
                  <a:pt x="13990" y="16099"/>
                </a:cubicBezTo>
                <a:cubicBezTo>
                  <a:pt x="13990" y="15966"/>
                  <a:pt x="13883" y="15854"/>
                  <a:pt x="13751" y="15854"/>
                </a:cubicBezTo>
                <a:cubicBezTo>
                  <a:pt x="13749" y="15854"/>
                  <a:pt x="13748" y="15854"/>
                  <a:pt x="13746" y="15855"/>
                </a:cubicBezTo>
                <a:lnTo>
                  <a:pt x="13746" y="15851"/>
                </a:lnTo>
                <a:close/>
                <a:moveTo>
                  <a:pt x="14965" y="15851"/>
                </a:moveTo>
                <a:cubicBezTo>
                  <a:pt x="14745" y="15851"/>
                  <a:pt x="14633" y="16118"/>
                  <a:pt x="14789" y="16274"/>
                </a:cubicBezTo>
                <a:cubicBezTo>
                  <a:pt x="14840" y="16324"/>
                  <a:pt x="14901" y="16346"/>
                  <a:pt x="14961" y="16346"/>
                </a:cubicBezTo>
                <a:cubicBezTo>
                  <a:pt x="15088" y="16346"/>
                  <a:pt x="15209" y="16248"/>
                  <a:pt x="15209" y="16099"/>
                </a:cubicBezTo>
                <a:cubicBezTo>
                  <a:pt x="15209" y="15964"/>
                  <a:pt x="15100" y="15855"/>
                  <a:pt x="14965" y="15855"/>
                </a:cubicBezTo>
                <a:lnTo>
                  <a:pt x="14965" y="15851"/>
                </a:lnTo>
                <a:close/>
                <a:moveTo>
                  <a:pt x="16184" y="15851"/>
                </a:moveTo>
                <a:cubicBezTo>
                  <a:pt x="15964" y="15851"/>
                  <a:pt x="15855" y="16118"/>
                  <a:pt x="16008" y="16274"/>
                </a:cubicBezTo>
                <a:cubicBezTo>
                  <a:pt x="16059" y="16324"/>
                  <a:pt x="16121" y="16346"/>
                  <a:pt x="16181" y="16346"/>
                </a:cubicBezTo>
                <a:cubicBezTo>
                  <a:pt x="16309" y="16346"/>
                  <a:pt x="16431" y="16248"/>
                  <a:pt x="16431" y="16099"/>
                </a:cubicBezTo>
                <a:cubicBezTo>
                  <a:pt x="16431" y="15964"/>
                  <a:pt x="16319" y="15855"/>
                  <a:pt x="16184" y="15855"/>
                </a:cubicBezTo>
                <a:lnTo>
                  <a:pt x="16184" y="15851"/>
                </a:lnTo>
                <a:close/>
                <a:moveTo>
                  <a:pt x="17403" y="15851"/>
                </a:moveTo>
                <a:cubicBezTo>
                  <a:pt x="17184" y="15851"/>
                  <a:pt x="17074" y="16118"/>
                  <a:pt x="17227" y="16274"/>
                </a:cubicBezTo>
                <a:cubicBezTo>
                  <a:pt x="17278" y="16324"/>
                  <a:pt x="17340" y="16346"/>
                  <a:pt x="17400" y="16346"/>
                </a:cubicBezTo>
                <a:cubicBezTo>
                  <a:pt x="17528" y="16346"/>
                  <a:pt x="17650" y="16248"/>
                  <a:pt x="17650" y="16099"/>
                </a:cubicBezTo>
                <a:cubicBezTo>
                  <a:pt x="17650" y="15966"/>
                  <a:pt x="17541" y="15854"/>
                  <a:pt x="17408" y="15854"/>
                </a:cubicBezTo>
                <a:cubicBezTo>
                  <a:pt x="17407" y="15854"/>
                  <a:pt x="17405" y="15854"/>
                  <a:pt x="17403" y="15855"/>
                </a:cubicBezTo>
                <a:lnTo>
                  <a:pt x="17403" y="15851"/>
                </a:lnTo>
                <a:close/>
                <a:moveTo>
                  <a:pt x="18622" y="15851"/>
                </a:moveTo>
                <a:cubicBezTo>
                  <a:pt x="18403" y="15851"/>
                  <a:pt x="18293" y="16118"/>
                  <a:pt x="18446" y="16274"/>
                </a:cubicBezTo>
                <a:cubicBezTo>
                  <a:pt x="18497" y="16324"/>
                  <a:pt x="18559" y="16346"/>
                  <a:pt x="18619" y="16346"/>
                </a:cubicBezTo>
                <a:cubicBezTo>
                  <a:pt x="18747" y="16346"/>
                  <a:pt x="18870" y="16248"/>
                  <a:pt x="18870" y="16099"/>
                </a:cubicBezTo>
                <a:cubicBezTo>
                  <a:pt x="18870" y="15964"/>
                  <a:pt x="18760" y="15855"/>
                  <a:pt x="18622" y="15855"/>
                </a:cubicBezTo>
                <a:lnTo>
                  <a:pt x="18622" y="15851"/>
                </a:lnTo>
                <a:close/>
                <a:moveTo>
                  <a:pt x="19841" y="15851"/>
                </a:moveTo>
                <a:cubicBezTo>
                  <a:pt x="19622" y="15851"/>
                  <a:pt x="19512" y="16118"/>
                  <a:pt x="19669" y="16274"/>
                </a:cubicBezTo>
                <a:cubicBezTo>
                  <a:pt x="19718" y="16324"/>
                  <a:pt x="19779" y="16346"/>
                  <a:pt x="19839" y="16346"/>
                </a:cubicBezTo>
                <a:cubicBezTo>
                  <a:pt x="19966" y="16346"/>
                  <a:pt x="20089" y="16248"/>
                  <a:pt x="20089" y="16099"/>
                </a:cubicBezTo>
                <a:cubicBezTo>
                  <a:pt x="20089" y="15966"/>
                  <a:pt x="19982" y="15854"/>
                  <a:pt x="19847" y="15854"/>
                </a:cubicBezTo>
                <a:cubicBezTo>
                  <a:pt x="19845" y="15854"/>
                  <a:pt x="19843" y="15854"/>
                  <a:pt x="19841" y="15855"/>
                </a:cubicBezTo>
                <a:lnTo>
                  <a:pt x="19841" y="15851"/>
                </a:lnTo>
                <a:close/>
                <a:moveTo>
                  <a:pt x="330" y="17074"/>
                </a:moveTo>
                <a:cubicBezTo>
                  <a:pt x="111" y="17074"/>
                  <a:pt x="1" y="17337"/>
                  <a:pt x="154" y="17494"/>
                </a:cubicBezTo>
                <a:cubicBezTo>
                  <a:pt x="205" y="17544"/>
                  <a:pt x="268" y="17567"/>
                  <a:pt x="329" y="17567"/>
                </a:cubicBezTo>
                <a:cubicBezTo>
                  <a:pt x="456" y="17567"/>
                  <a:pt x="577" y="17468"/>
                  <a:pt x="577" y="17318"/>
                </a:cubicBezTo>
                <a:cubicBezTo>
                  <a:pt x="577" y="17183"/>
                  <a:pt x="465" y="17074"/>
                  <a:pt x="330" y="17074"/>
                </a:cubicBezTo>
                <a:close/>
                <a:moveTo>
                  <a:pt x="1549" y="17074"/>
                </a:moveTo>
                <a:cubicBezTo>
                  <a:pt x="1330" y="17074"/>
                  <a:pt x="1220" y="17337"/>
                  <a:pt x="1373" y="17494"/>
                </a:cubicBezTo>
                <a:cubicBezTo>
                  <a:pt x="1424" y="17544"/>
                  <a:pt x="1487" y="17567"/>
                  <a:pt x="1548" y="17567"/>
                </a:cubicBezTo>
                <a:cubicBezTo>
                  <a:pt x="1675" y="17567"/>
                  <a:pt x="1797" y="17468"/>
                  <a:pt x="1797" y="17318"/>
                </a:cubicBezTo>
                <a:cubicBezTo>
                  <a:pt x="1797" y="17183"/>
                  <a:pt x="1687" y="17074"/>
                  <a:pt x="1549" y="17074"/>
                </a:cubicBezTo>
                <a:close/>
                <a:moveTo>
                  <a:pt x="2768" y="17074"/>
                </a:moveTo>
                <a:cubicBezTo>
                  <a:pt x="2549" y="17074"/>
                  <a:pt x="2439" y="17337"/>
                  <a:pt x="2596" y="17494"/>
                </a:cubicBezTo>
                <a:cubicBezTo>
                  <a:pt x="2645" y="17544"/>
                  <a:pt x="2707" y="17567"/>
                  <a:pt x="2768" y="17567"/>
                </a:cubicBezTo>
                <a:cubicBezTo>
                  <a:pt x="2894" y="17567"/>
                  <a:pt x="3016" y="17468"/>
                  <a:pt x="3016" y="17318"/>
                </a:cubicBezTo>
                <a:cubicBezTo>
                  <a:pt x="3016" y="17183"/>
                  <a:pt x="2906" y="17074"/>
                  <a:pt x="2768" y="17074"/>
                </a:cubicBezTo>
                <a:close/>
                <a:moveTo>
                  <a:pt x="3987" y="17074"/>
                </a:moveTo>
                <a:cubicBezTo>
                  <a:pt x="3768" y="17074"/>
                  <a:pt x="3658" y="17337"/>
                  <a:pt x="3815" y="17494"/>
                </a:cubicBezTo>
                <a:cubicBezTo>
                  <a:pt x="3865" y="17544"/>
                  <a:pt x="3926" y="17567"/>
                  <a:pt x="3987" y="17567"/>
                </a:cubicBezTo>
                <a:cubicBezTo>
                  <a:pt x="4113" y="17567"/>
                  <a:pt x="4235" y="17468"/>
                  <a:pt x="4235" y="17318"/>
                </a:cubicBezTo>
                <a:cubicBezTo>
                  <a:pt x="4235" y="17183"/>
                  <a:pt x="4125" y="17074"/>
                  <a:pt x="3987" y="17074"/>
                </a:cubicBezTo>
                <a:close/>
                <a:moveTo>
                  <a:pt x="5209" y="17074"/>
                </a:moveTo>
                <a:cubicBezTo>
                  <a:pt x="4987" y="17074"/>
                  <a:pt x="4877" y="17337"/>
                  <a:pt x="5034" y="17494"/>
                </a:cubicBezTo>
                <a:cubicBezTo>
                  <a:pt x="5084" y="17544"/>
                  <a:pt x="5145" y="17567"/>
                  <a:pt x="5206" y="17567"/>
                </a:cubicBezTo>
                <a:cubicBezTo>
                  <a:pt x="5332" y="17567"/>
                  <a:pt x="5454" y="17468"/>
                  <a:pt x="5454" y="17318"/>
                </a:cubicBezTo>
                <a:cubicBezTo>
                  <a:pt x="5454" y="17183"/>
                  <a:pt x="5344" y="17074"/>
                  <a:pt x="5209" y="17074"/>
                </a:cubicBezTo>
                <a:close/>
                <a:moveTo>
                  <a:pt x="6428" y="17074"/>
                </a:moveTo>
                <a:cubicBezTo>
                  <a:pt x="6209" y="17074"/>
                  <a:pt x="6096" y="17337"/>
                  <a:pt x="6253" y="17494"/>
                </a:cubicBezTo>
                <a:cubicBezTo>
                  <a:pt x="6304" y="17544"/>
                  <a:pt x="6366" y="17567"/>
                  <a:pt x="6426" y="17567"/>
                </a:cubicBezTo>
                <a:cubicBezTo>
                  <a:pt x="6553" y="17567"/>
                  <a:pt x="6673" y="17468"/>
                  <a:pt x="6673" y="17318"/>
                </a:cubicBezTo>
                <a:cubicBezTo>
                  <a:pt x="6673" y="17183"/>
                  <a:pt x="6563" y="17074"/>
                  <a:pt x="6428" y="17074"/>
                </a:cubicBezTo>
                <a:close/>
                <a:moveTo>
                  <a:pt x="7647" y="17074"/>
                </a:moveTo>
                <a:cubicBezTo>
                  <a:pt x="7428" y="17074"/>
                  <a:pt x="7318" y="17337"/>
                  <a:pt x="7472" y="17494"/>
                </a:cubicBezTo>
                <a:cubicBezTo>
                  <a:pt x="7523" y="17544"/>
                  <a:pt x="7585" y="17567"/>
                  <a:pt x="7646" y="17567"/>
                </a:cubicBezTo>
                <a:cubicBezTo>
                  <a:pt x="7773" y="17567"/>
                  <a:pt x="7895" y="17468"/>
                  <a:pt x="7895" y="17318"/>
                </a:cubicBezTo>
                <a:cubicBezTo>
                  <a:pt x="7895" y="17183"/>
                  <a:pt x="7782" y="17074"/>
                  <a:pt x="7647" y="17074"/>
                </a:cubicBezTo>
                <a:close/>
                <a:moveTo>
                  <a:pt x="8866" y="17074"/>
                </a:moveTo>
                <a:cubicBezTo>
                  <a:pt x="8647" y="17074"/>
                  <a:pt x="8537" y="17337"/>
                  <a:pt x="8691" y="17494"/>
                </a:cubicBezTo>
                <a:cubicBezTo>
                  <a:pt x="8742" y="17544"/>
                  <a:pt x="8804" y="17567"/>
                  <a:pt x="8865" y="17567"/>
                </a:cubicBezTo>
                <a:cubicBezTo>
                  <a:pt x="8992" y="17567"/>
                  <a:pt x="9114" y="17468"/>
                  <a:pt x="9114" y="17318"/>
                </a:cubicBezTo>
                <a:cubicBezTo>
                  <a:pt x="9114" y="17183"/>
                  <a:pt x="9001" y="17074"/>
                  <a:pt x="8866" y="17074"/>
                </a:cubicBezTo>
                <a:close/>
                <a:moveTo>
                  <a:pt x="10085" y="17074"/>
                </a:moveTo>
                <a:cubicBezTo>
                  <a:pt x="9866" y="17074"/>
                  <a:pt x="9756" y="17337"/>
                  <a:pt x="9910" y="17494"/>
                </a:cubicBezTo>
                <a:cubicBezTo>
                  <a:pt x="9961" y="17544"/>
                  <a:pt x="10023" y="17567"/>
                  <a:pt x="10084" y="17567"/>
                </a:cubicBezTo>
                <a:cubicBezTo>
                  <a:pt x="10211" y="17567"/>
                  <a:pt x="10333" y="17468"/>
                  <a:pt x="10333" y="17318"/>
                </a:cubicBezTo>
                <a:cubicBezTo>
                  <a:pt x="10333" y="17183"/>
                  <a:pt x="10223" y="17074"/>
                  <a:pt x="10085" y="17074"/>
                </a:cubicBezTo>
                <a:close/>
                <a:moveTo>
                  <a:pt x="11305" y="17074"/>
                </a:moveTo>
                <a:cubicBezTo>
                  <a:pt x="11085" y="17074"/>
                  <a:pt x="10975" y="17337"/>
                  <a:pt x="11132" y="17494"/>
                </a:cubicBezTo>
                <a:cubicBezTo>
                  <a:pt x="11182" y="17544"/>
                  <a:pt x="11244" y="17567"/>
                  <a:pt x="11304" y="17567"/>
                </a:cubicBezTo>
                <a:cubicBezTo>
                  <a:pt x="11431" y="17567"/>
                  <a:pt x="11552" y="17468"/>
                  <a:pt x="11552" y="17318"/>
                </a:cubicBezTo>
                <a:cubicBezTo>
                  <a:pt x="11552" y="17183"/>
                  <a:pt x="11442" y="17074"/>
                  <a:pt x="11305" y="17074"/>
                </a:cubicBezTo>
                <a:close/>
                <a:moveTo>
                  <a:pt x="12524" y="17074"/>
                </a:moveTo>
                <a:cubicBezTo>
                  <a:pt x="12304" y="17074"/>
                  <a:pt x="12195" y="17337"/>
                  <a:pt x="12351" y="17494"/>
                </a:cubicBezTo>
                <a:cubicBezTo>
                  <a:pt x="12401" y="17544"/>
                  <a:pt x="12463" y="17567"/>
                  <a:pt x="12523" y="17567"/>
                </a:cubicBezTo>
                <a:cubicBezTo>
                  <a:pt x="12650" y="17567"/>
                  <a:pt x="12771" y="17468"/>
                  <a:pt x="12771" y="17318"/>
                </a:cubicBezTo>
                <a:cubicBezTo>
                  <a:pt x="12771" y="17183"/>
                  <a:pt x="12661" y="17074"/>
                  <a:pt x="12524" y="17074"/>
                </a:cubicBezTo>
                <a:close/>
                <a:moveTo>
                  <a:pt x="13746" y="17074"/>
                </a:moveTo>
                <a:cubicBezTo>
                  <a:pt x="13523" y="17074"/>
                  <a:pt x="13414" y="17337"/>
                  <a:pt x="13570" y="17494"/>
                </a:cubicBezTo>
                <a:cubicBezTo>
                  <a:pt x="13620" y="17544"/>
                  <a:pt x="13682" y="17567"/>
                  <a:pt x="13742" y="17567"/>
                </a:cubicBezTo>
                <a:cubicBezTo>
                  <a:pt x="13869" y="17567"/>
                  <a:pt x="13990" y="17468"/>
                  <a:pt x="13990" y="17318"/>
                </a:cubicBezTo>
                <a:cubicBezTo>
                  <a:pt x="13990" y="17183"/>
                  <a:pt x="13881" y="17074"/>
                  <a:pt x="13746" y="17074"/>
                </a:cubicBezTo>
                <a:close/>
                <a:moveTo>
                  <a:pt x="14965" y="17074"/>
                </a:moveTo>
                <a:cubicBezTo>
                  <a:pt x="14745" y="17074"/>
                  <a:pt x="14633" y="17337"/>
                  <a:pt x="14789" y="17494"/>
                </a:cubicBezTo>
                <a:cubicBezTo>
                  <a:pt x="14840" y="17544"/>
                  <a:pt x="14902" y="17567"/>
                  <a:pt x="14963" y="17567"/>
                </a:cubicBezTo>
                <a:cubicBezTo>
                  <a:pt x="15089" y="17567"/>
                  <a:pt x="15209" y="17468"/>
                  <a:pt x="15209" y="17318"/>
                </a:cubicBezTo>
                <a:cubicBezTo>
                  <a:pt x="15209" y="17183"/>
                  <a:pt x="15100" y="17074"/>
                  <a:pt x="14965" y="17074"/>
                </a:cubicBezTo>
                <a:close/>
                <a:moveTo>
                  <a:pt x="16184" y="17074"/>
                </a:moveTo>
                <a:cubicBezTo>
                  <a:pt x="15964" y="17074"/>
                  <a:pt x="15855" y="17337"/>
                  <a:pt x="16008" y="17494"/>
                </a:cubicBezTo>
                <a:cubicBezTo>
                  <a:pt x="16059" y="17544"/>
                  <a:pt x="16122" y="17567"/>
                  <a:pt x="16183" y="17567"/>
                </a:cubicBezTo>
                <a:cubicBezTo>
                  <a:pt x="16310" y="17567"/>
                  <a:pt x="16431" y="17468"/>
                  <a:pt x="16431" y="17318"/>
                </a:cubicBezTo>
                <a:cubicBezTo>
                  <a:pt x="16431" y="17183"/>
                  <a:pt x="16319" y="17074"/>
                  <a:pt x="16184" y="17074"/>
                </a:cubicBezTo>
                <a:close/>
                <a:moveTo>
                  <a:pt x="17403" y="17074"/>
                </a:moveTo>
                <a:cubicBezTo>
                  <a:pt x="17184" y="17074"/>
                  <a:pt x="17074" y="17337"/>
                  <a:pt x="17227" y="17494"/>
                </a:cubicBezTo>
                <a:cubicBezTo>
                  <a:pt x="17278" y="17544"/>
                  <a:pt x="17341" y="17567"/>
                  <a:pt x="17402" y="17567"/>
                </a:cubicBezTo>
                <a:cubicBezTo>
                  <a:pt x="17529" y="17567"/>
                  <a:pt x="17650" y="17468"/>
                  <a:pt x="17650" y="17318"/>
                </a:cubicBezTo>
                <a:cubicBezTo>
                  <a:pt x="17650" y="17183"/>
                  <a:pt x="17538" y="17074"/>
                  <a:pt x="17403" y="17074"/>
                </a:cubicBezTo>
                <a:close/>
                <a:moveTo>
                  <a:pt x="18622" y="17074"/>
                </a:moveTo>
                <a:cubicBezTo>
                  <a:pt x="18403" y="17074"/>
                  <a:pt x="18293" y="17337"/>
                  <a:pt x="18446" y="17494"/>
                </a:cubicBezTo>
                <a:cubicBezTo>
                  <a:pt x="18497" y="17544"/>
                  <a:pt x="18560" y="17567"/>
                  <a:pt x="18621" y="17567"/>
                </a:cubicBezTo>
                <a:cubicBezTo>
                  <a:pt x="18748" y="17567"/>
                  <a:pt x="18870" y="17468"/>
                  <a:pt x="18870" y="17318"/>
                </a:cubicBezTo>
                <a:cubicBezTo>
                  <a:pt x="18870" y="17183"/>
                  <a:pt x="18760" y="17074"/>
                  <a:pt x="18622" y="17074"/>
                </a:cubicBezTo>
                <a:close/>
                <a:moveTo>
                  <a:pt x="19841" y="17074"/>
                </a:moveTo>
                <a:cubicBezTo>
                  <a:pt x="19622" y="17074"/>
                  <a:pt x="19512" y="17337"/>
                  <a:pt x="19669" y="17494"/>
                </a:cubicBezTo>
                <a:cubicBezTo>
                  <a:pt x="19718" y="17544"/>
                  <a:pt x="19780" y="17567"/>
                  <a:pt x="19841" y="17567"/>
                </a:cubicBezTo>
                <a:cubicBezTo>
                  <a:pt x="19967" y="17567"/>
                  <a:pt x="20089" y="17468"/>
                  <a:pt x="20089" y="17318"/>
                </a:cubicBezTo>
                <a:cubicBezTo>
                  <a:pt x="20089" y="17183"/>
                  <a:pt x="19979" y="17074"/>
                  <a:pt x="19841" y="17074"/>
                </a:cubicBezTo>
                <a:close/>
                <a:moveTo>
                  <a:pt x="21059" y="18293"/>
                </a:moveTo>
                <a:cubicBezTo>
                  <a:pt x="20845" y="18293"/>
                  <a:pt x="20728" y="18562"/>
                  <a:pt x="20894" y="18719"/>
                </a:cubicBezTo>
                <a:cubicBezTo>
                  <a:pt x="20944" y="18765"/>
                  <a:pt x="21002" y="18785"/>
                  <a:pt x="21059" y="18785"/>
                </a:cubicBezTo>
                <a:cubicBezTo>
                  <a:pt x="21203" y="18785"/>
                  <a:pt x="21337" y="18655"/>
                  <a:pt x="21301" y="18487"/>
                </a:cubicBezTo>
                <a:cubicBezTo>
                  <a:pt x="21229" y="18431"/>
                  <a:pt x="21160" y="18365"/>
                  <a:pt x="21098" y="18296"/>
                </a:cubicBezTo>
                <a:cubicBezTo>
                  <a:pt x="21085" y="18294"/>
                  <a:pt x="21072" y="18293"/>
                  <a:pt x="21059" y="18293"/>
                </a:cubicBezTo>
                <a:close/>
                <a:moveTo>
                  <a:pt x="330" y="18293"/>
                </a:moveTo>
                <a:cubicBezTo>
                  <a:pt x="111" y="18293"/>
                  <a:pt x="1" y="18559"/>
                  <a:pt x="154" y="18713"/>
                </a:cubicBezTo>
                <a:cubicBezTo>
                  <a:pt x="205" y="18763"/>
                  <a:pt x="268" y="18786"/>
                  <a:pt x="329" y="18786"/>
                </a:cubicBezTo>
                <a:cubicBezTo>
                  <a:pt x="456" y="18786"/>
                  <a:pt x="577" y="18687"/>
                  <a:pt x="577" y="18537"/>
                </a:cubicBezTo>
                <a:cubicBezTo>
                  <a:pt x="577" y="18402"/>
                  <a:pt x="465" y="18293"/>
                  <a:pt x="330" y="18293"/>
                </a:cubicBezTo>
                <a:close/>
                <a:moveTo>
                  <a:pt x="1549" y="18293"/>
                </a:moveTo>
                <a:cubicBezTo>
                  <a:pt x="1330" y="18293"/>
                  <a:pt x="1220" y="18559"/>
                  <a:pt x="1373" y="18713"/>
                </a:cubicBezTo>
                <a:cubicBezTo>
                  <a:pt x="1424" y="18763"/>
                  <a:pt x="1487" y="18786"/>
                  <a:pt x="1548" y="18786"/>
                </a:cubicBezTo>
                <a:cubicBezTo>
                  <a:pt x="1675" y="18786"/>
                  <a:pt x="1797" y="18687"/>
                  <a:pt x="1797" y="18537"/>
                </a:cubicBezTo>
                <a:cubicBezTo>
                  <a:pt x="1797" y="18402"/>
                  <a:pt x="1687" y="18293"/>
                  <a:pt x="1549" y="18293"/>
                </a:cubicBezTo>
                <a:close/>
                <a:moveTo>
                  <a:pt x="2768" y="18293"/>
                </a:moveTo>
                <a:cubicBezTo>
                  <a:pt x="2549" y="18293"/>
                  <a:pt x="2439" y="18559"/>
                  <a:pt x="2596" y="18713"/>
                </a:cubicBezTo>
                <a:cubicBezTo>
                  <a:pt x="2645" y="18763"/>
                  <a:pt x="2707" y="18786"/>
                  <a:pt x="2768" y="18786"/>
                </a:cubicBezTo>
                <a:cubicBezTo>
                  <a:pt x="2894" y="18786"/>
                  <a:pt x="3016" y="18687"/>
                  <a:pt x="3016" y="18537"/>
                </a:cubicBezTo>
                <a:cubicBezTo>
                  <a:pt x="3016" y="18402"/>
                  <a:pt x="2906" y="18293"/>
                  <a:pt x="2768" y="18293"/>
                </a:cubicBezTo>
                <a:close/>
                <a:moveTo>
                  <a:pt x="3987" y="18293"/>
                </a:moveTo>
                <a:cubicBezTo>
                  <a:pt x="3768" y="18293"/>
                  <a:pt x="3658" y="18559"/>
                  <a:pt x="3815" y="18713"/>
                </a:cubicBezTo>
                <a:cubicBezTo>
                  <a:pt x="3865" y="18763"/>
                  <a:pt x="3926" y="18786"/>
                  <a:pt x="3987" y="18786"/>
                </a:cubicBezTo>
                <a:cubicBezTo>
                  <a:pt x="4113" y="18786"/>
                  <a:pt x="4235" y="18687"/>
                  <a:pt x="4235" y="18537"/>
                </a:cubicBezTo>
                <a:cubicBezTo>
                  <a:pt x="4235" y="18402"/>
                  <a:pt x="4125" y="18293"/>
                  <a:pt x="3987" y="18293"/>
                </a:cubicBezTo>
                <a:close/>
                <a:moveTo>
                  <a:pt x="5209" y="18293"/>
                </a:moveTo>
                <a:cubicBezTo>
                  <a:pt x="4987" y="18293"/>
                  <a:pt x="4877" y="18559"/>
                  <a:pt x="5034" y="18713"/>
                </a:cubicBezTo>
                <a:cubicBezTo>
                  <a:pt x="5084" y="18763"/>
                  <a:pt x="5145" y="18786"/>
                  <a:pt x="5206" y="18786"/>
                </a:cubicBezTo>
                <a:cubicBezTo>
                  <a:pt x="5332" y="18786"/>
                  <a:pt x="5454" y="18687"/>
                  <a:pt x="5454" y="18537"/>
                </a:cubicBezTo>
                <a:cubicBezTo>
                  <a:pt x="5454" y="18402"/>
                  <a:pt x="5344" y="18293"/>
                  <a:pt x="5209" y="18293"/>
                </a:cubicBezTo>
                <a:close/>
                <a:moveTo>
                  <a:pt x="6428" y="18293"/>
                </a:moveTo>
                <a:cubicBezTo>
                  <a:pt x="6209" y="18293"/>
                  <a:pt x="6096" y="18559"/>
                  <a:pt x="6253" y="18713"/>
                </a:cubicBezTo>
                <a:cubicBezTo>
                  <a:pt x="6304" y="18763"/>
                  <a:pt x="6366" y="18786"/>
                  <a:pt x="6426" y="18786"/>
                </a:cubicBezTo>
                <a:cubicBezTo>
                  <a:pt x="6553" y="18786"/>
                  <a:pt x="6673" y="18687"/>
                  <a:pt x="6673" y="18537"/>
                </a:cubicBezTo>
                <a:cubicBezTo>
                  <a:pt x="6673" y="18402"/>
                  <a:pt x="6563" y="18293"/>
                  <a:pt x="6428" y="18293"/>
                </a:cubicBezTo>
                <a:close/>
                <a:moveTo>
                  <a:pt x="7647" y="18293"/>
                </a:moveTo>
                <a:cubicBezTo>
                  <a:pt x="7428" y="18293"/>
                  <a:pt x="7318" y="18559"/>
                  <a:pt x="7472" y="18713"/>
                </a:cubicBezTo>
                <a:cubicBezTo>
                  <a:pt x="7523" y="18763"/>
                  <a:pt x="7585" y="18786"/>
                  <a:pt x="7646" y="18786"/>
                </a:cubicBezTo>
                <a:cubicBezTo>
                  <a:pt x="7773" y="18786"/>
                  <a:pt x="7895" y="18687"/>
                  <a:pt x="7895" y="18537"/>
                </a:cubicBezTo>
                <a:cubicBezTo>
                  <a:pt x="7895" y="18402"/>
                  <a:pt x="7782" y="18293"/>
                  <a:pt x="7647" y="18293"/>
                </a:cubicBezTo>
                <a:close/>
                <a:moveTo>
                  <a:pt x="8866" y="18293"/>
                </a:moveTo>
                <a:cubicBezTo>
                  <a:pt x="8647" y="18293"/>
                  <a:pt x="8537" y="18559"/>
                  <a:pt x="8691" y="18713"/>
                </a:cubicBezTo>
                <a:cubicBezTo>
                  <a:pt x="8742" y="18763"/>
                  <a:pt x="8804" y="18786"/>
                  <a:pt x="8865" y="18786"/>
                </a:cubicBezTo>
                <a:cubicBezTo>
                  <a:pt x="8992" y="18786"/>
                  <a:pt x="9114" y="18687"/>
                  <a:pt x="9114" y="18537"/>
                </a:cubicBezTo>
                <a:cubicBezTo>
                  <a:pt x="9114" y="18402"/>
                  <a:pt x="9001" y="18293"/>
                  <a:pt x="8866" y="18293"/>
                </a:cubicBezTo>
                <a:close/>
                <a:moveTo>
                  <a:pt x="10085" y="18293"/>
                </a:moveTo>
                <a:cubicBezTo>
                  <a:pt x="9866" y="18293"/>
                  <a:pt x="9756" y="18559"/>
                  <a:pt x="9910" y="18713"/>
                </a:cubicBezTo>
                <a:cubicBezTo>
                  <a:pt x="9961" y="18763"/>
                  <a:pt x="10023" y="18786"/>
                  <a:pt x="10084" y="18786"/>
                </a:cubicBezTo>
                <a:cubicBezTo>
                  <a:pt x="10211" y="18786"/>
                  <a:pt x="10333" y="18687"/>
                  <a:pt x="10333" y="18537"/>
                </a:cubicBezTo>
                <a:cubicBezTo>
                  <a:pt x="10333" y="18402"/>
                  <a:pt x="10223" y="18293"/>
                  <a:pt x="10085" y="18293"/>
                </a:cubicBezTo>
                <a:close/>
                <a:moveTo>
                  <a:pt x="11305" y="18293"/>
                </a:moveTo>
                <a:cubicBezTo>
                  <a:pt x="11085" y="18293"/>
                  <a:pt x="10975" y="18559"/>
                  <a:pt x="11132" y="18713"/>
                </a:cubicBezTo>
                <a:cubicBezTo>
                  <a:pt x="11182" y="18763"/>
                  <a:pt x="11244" y="18786"/>
                  <a:pt x="11304" y="18786"/>
                </a:cubicBezTo>
                <a:cubicBezTo>
                  <a:pt x="11431" y="18786"/>
                  <a:pt x="11552" y="18687"/>
                  <a:pt x="11552" y="18537"/>
                </a:cubicBezTo>
                <a:cubicBezTo>
                  <a:pt x="11552" y="18402"/>
                  <a:pt x="11442" y="18293"/>
                  <a:pt x="11305" y="18293"/>
                </a:cubicBezTo>
                <a:close/>
                <a:moveTo>
                  <a:pt x="12524" y="18293"/>
                </a:moveTo>
                <a:cubicBezTo>
                  <a:pt x="12304" y="18293"/>
                  <a:pt x="12195" y="18559"/>
                  <a:pt x="12351" y="18713"/>
                </a:cubicBezTo>
                <a:cubicBezTo>
                  <a:pt x="12401" y="18763"/>
                  <a:pt x="12463" y="18786"/>
                  <a:pt x="12523" y="18786"/>
                </a:cubicBezTo>
                <a:cubicBezTo>
                  <a:pt x="12650" y="18786"/>
                  <a:pt x="12771" y="18687"/>
                  <a:pt x="12771" y="18537"/>
                </a:cubicBezTo>
                <a:cubicBezTo>
                  <a:pt x="12771" y="18402"/>
                  <a:pt x="12661" y="18293"/>
                  <a:pt x="12524" y="18293"/>
                </a:cubicBezTo>
                <a:close/>
                <a:moveTo>
                  <a:pt x="13746" y="18293"/>
                </a:moveTo>
                <a:cubicBezTo>
                  <a:pt x="13523" y="18293"/>
                  <a:pt x="13414" y="18559"/>
                  <a:pt x="13570" y="18713"/>
                </a:cubicBezTo>
                <a:cubicBezTo>
                  <a:pt x="13620" y="18763"/>
                  <a:pt x="13682" y="18786"/>
                  <a:pt x="13742" y="18786"/>
                </a:cubicBezTo>
                <a:cubicBezTo>
                  <a:pt x="13869" y="18786"/>
                  <a:pt x="13990" y="18687"/>
                  <a:pt x="13990" y="18537"/>
                </a:cubicBezTo>
                <a:cubicBezTo>
                  <a:pt x="13990" y="18402"/>
                  <a:pt x="13881" y="18293"/>
                  <a:pt x="13746" y="18293"/>
                </a:cubicBezTo>
                <a:close/>
                <a:moveTo>
                  <a:pt x="14965" y="18293"/>
                </a:moveTo>
                <a:cubicBezTo>
                  <a:pt x="14745" y="18293"/>
                  <a:pt x="14633" y="18559"/>
                  <a:pt x="14789" y="18713"/>
                </a:cubicBezTo>
                <a:cubicBezTo>
                  <a:pt x="14840" y="18763"/>
                  <a:pt x="14902" y="18786"/>
                  <a:pt x="14963" y="18786"/>
                </a:cubicBezTo>
                <a:cubicBezTo>
                  <a:pt x="15089" y="18786"/>
                  <a:pt x="15209" y="18687"/>
                  <a:pt x="15209" y="18537"/>
                </a:cubicBezTo>
                <a:cubicBezTo>
                  <a:pt x="15209" y="18402"/>
                  <a:pt x="15100" y="18293"/>
                  <a:pt x="14965" y="18293"/>
                </a:cubicBezTo>
                <a:close/>
                <a:moveTo>
                  <a:pt x="16184" y="18293"/>
                </a:moveTo>
                <a:cubicBezTo>
                  <a:pt x="15964" y="18293"/>
                  <a:pt x="15855" y="18559"/>
                  <a:pt x="16008" y="18713"/>
                </a:cubicBezTo>
                <a:cubicBezTo>
                  <a:pt x="16059" y="18763"/>
                  <a:pt x="16122" y="18786"/>
                  <a:pt x="16183" y="18786"/>
                </a:cubicBezTo>
                <a:cubicBezTo>
                  <a:pt x="16310" y="18786"/>
                  <a:pt x="16431" y="18687"/>
                  <a:pt x="16431" y="18537"/>
                </a:cubicBezTo>
                <a:cubicBezTo>
                  <a:pt x="16431" y="18402"/>
                  <a:pt x="16319" y="18293"/>
                  <a:pt x="16184" y="18293"/>
                </a:cubicBezTo>
                <a:close/>
                <a:moveTo>
                  <a:pt x="17403" y="18293"/>
                </a:moveTo>
                <a:cubicBezTo>
                  <a:pt x="17184" y="18293"/>
                  <a:pt x="17074" y="18559"/>
                  <a:pt x="17227" y="18713"/>
                </a:cubicBezTo>
                <a:cubicBezTo>
                  <a:pt x="17278" y="18763"/>
                  <a:pt x="17341" y="18786"/>
                  <a:pt x="17402" y="18786"/>
                </a:cubicBezTo>
                <a:cubicBezTo>
                  <a:pt x="17529" y="18786"/>
                  <a:pt x="17650" y="18687"/>
                  <a:pt x="17650" y="18537"/>
                </a:cubicBezTo>
                <a:cubicBezTo>
                  <a:pt x="17650" y="18402"/>
                  <a:pt x="17538" y="18293"/>
                  <a:pt x="17403" y="18293"/>
                </a:cubicBezTo>
                <a:close/>
                <a:moveTo>
                  <a:pt x="18622" y="18293"/>
                </a:moveTo>
                <a:cubicBezTo>
                  <a:pt x="18403" y="18293"/>
                  <a:pt x="18293" y="18559"/>
                  <a:pt x="18446" y="18713"/>
                </a:cubicBezTo>
                <a:cubicBezTo>
                  <a:pt x="18497" y="18763"/>
                  <a:pt x="18560" y="18786"/>
                  <a:pt x="18621" y="18786"/>
                </a:cubicBezTo>
                <a:cubicBezTo>
                  <a:pt x="18748" y="18786"/>
                  <a:pt x="18870" y="18687"/>
                  <a:pt x="18870" y="18537"/>
                </a:cubicBezTo>
                <a:cubicBezTo>
                  <a:pt x="18870" y="18402"/>
                  <a:pt x="18760" y="18293"/>
                  <a:pt x="18622" y="18293"/>
                </a:cubicBezTo>
                <a:close/>
                <a:moveTo>
                  <a:pt x="19841" y="18293"/>
                </a:moveTo>
                <a:cubicBezTo>
                  <a:pt x="19622" y="18293"/>
                  <a:pt x="19512" y="18559"/>
                  <a:pt x="19669" y="18713"/>
                </a:cubicBezTo>
                <a:cubicBezTo>
                  <a:pt x="19718" y="18763"/>
                  <a:pt x="19780" y="18786"/>
                  <a:pt x="19841" y="18786"/>
                </a:cubicBezTo>
                <a:cubicBezTo>
                  <a:pt x="19967" y="18786"/>
                  <a:pt x="20089" y="18687"/>
                  <a:pt x="20089" y="18537"/>
                </a:cubicBezTo>
                <a:cubicBezTo>
                  <a:pt x="20089" y="18402"/>
                  <a:pt x="19979" y="18293"/>
                  <a:pt x="19841" y="18293"/>
                </a:cubicBezTo>
                <a:close/>
                <a:moveTo>
                  <a:pt x="330" y="19512"/>
                </a:moveTo>
                <a:cubicBezTo>
                  <a:pt x="111" y="19512"/>
                  <a:pt x="1" y="19778"/>
                  <a:pt x="154" y="19932"/>
                </a:cubicBezTo>
                <a:cubicBezTo>
                  <a:pt x="205" y="19983"/>
                  <a:pt x="268" y="20005"/>
                  <a:pt x="329" y="20005"/>
                </a:cubicBezTo>
                <a:cubicBezTo>
                  <a:pt x="456" y="20005"/>
                  <a:pt x="577" y="19907"/>
                  <a:pt x="577" y="19759"/>
                </a:cubicBezTo>
                <a:cubicBezTo>
                  <a:pt x="577" y="19621"/>
                  <a:pt x="465" y="19512"/>
                  <a:pt x="330" y="19512"/>
                </a:cubicBezTo>
                <a:close/>
                <a:moveTo>
                  <a:pt x="1549" y="19512"/>
                </a:moveTo>
                <a:cubicBezTo>
                  <a:pt x="1330" y="19512"/>
                  <a:pt x="1220" y="19778"/>
                  <a:pt x="1373" y="19932"/>
                </a:cubicBezTo>
                <a:cubicBezTo>
                  <a:pt x="1424" y="19983"/>
                  <a:pt x="1487" y="20005"/>
                  <a:pt x="1548" y="20005"/>
                </a:cubicBezTo>
                <a:cubicBezTo>
                  <a:pt x="1675" y="20005"/>
                  <a:pt x="1797" y="19907"/>
                  <a:pt x="1797" y="19759"/>
                </a:cubicBezTo>
                <a:cubicBezTo>
                  <a:pt x="1797" y="19621"/>
                  <a:pt x="1687" y="19512"/>
                  <a:pt x="1549" y="19512"/>
                </a:cubicBezTo>
                <a:close/>
                <a:moveTo>
                  <a:pt x="2768" y="19512"/>
                </a:moveTo>
                <a:cubicBezTo>
                  <a:pt x="2549" y="19512"/>
                  <a:pt x="2439" y="19778"/>
                  <a:pt x="2596" y="19932"/>
                </a:cubicBezTo>
                <a:cubicBezTo>
                  <a:pt x="2646" y="19983"/>
                  <a:pt x="2707" y="20005"/>
                  <a:pt x="2768" y="20005"/>
                </a:cubicBezTo>
                <a:cubicBezTo>
                  <a:pt x="2894" y="20005"/>
                  <a:pt x="3016" y="19907"/>
                  <a:pt x="3016" y="19759"/>
                </a:cubicBezTo>
                <a:cubicBezTo>
                  <a:pt x="3016" y="19621"/>
                  <a:pt x="2906" y="19512"/>
                  <a:pt x="2768" y="19512"/>
                </a:cubicBezTo>
                <a:close/>
                <a:moveTo>
                  <a:pt x="3987" y="19512"/>
                </a:moveTo>
                <a:cubicBezTo>
                  <a:pt x="3768" y="19512"/>
                  <a:pt x="3658" y="19778"/>
                  <a:pt x="3815" y="19932"/>
                </a:cubicBezTo>
                <a:cubicBezTo>
                  <a:pt x="3865" y="19983"/>
                  <a:pt x="3927" y="20005"/>
                  <a:pt x="3987" y="20005"/>
                </a:cubicBezTo>
                <a:cubicBezTo>
                  <a:pt x="4113" y="20005"/>
                  <a:pt x="4235" y="19907"/>
                  <a:pt x="4235" y="19759"/>
                </a:cubicBezTo>
                <a:cubicBezTo>
                  <a:pt x="4235" y="19621"/>
                  <a:pt x="4125" y="19512"/>
                  <a:pt x="3987" y="19512"/>
                </a:cubicBezTo>
                <a:close/>
                <a:moveTo>
                  <a:pt x="5209" y="19512"/>
                </a:moveTo>
                <a:cubicBezTo>
                  <a:pt x="4987" y="19512"/>
                  <a:pt x="4877" y="19778"/>
                  <a:pt x="5034" y="19932"/>
                </a:cubicBezTo>
                <a:cubicBezTo>
                  <a:pt x="5084" y="19983"/>
                  <a:pt x="5146" y="20005"/>
                  <a:pt x="5206" y="20005"/>
                </a:cubicBezTo>
                <a:cubicBezTo>
                  <a:pt x="5332" y="20005"/>
                  <a:pt x="5454" y="19907"/>
                  <a:pt x="5454" y="19759"/>
                </a:cubicBezTo>
                <a:cubicBezTo>
                  <a:pt x="5454" y="19621"/>
                  <a:pt x="5344" y="19512"/>
                  <a:pt x="5209" y="19512"/>
                </a:cubicBezTo>
                <a:close/>
                <a:moveTo>
                  <a:pt x="6428" y="19512"/>
                </a:moveTo>
                <a:cubicBezTo>
                  <a:pt x="6209" y="19512"/>
                  <a:pt x="6096" y="19778"/>
                  <a:pt x="6253" y="19932"/>
                </a:cubicBezTo>
                <a:cubicBezTo>
                  <a:pt x="6304" y="19983"/>
                  <a:pt x="6366" y="20005"/>
                  <a:pt x="6427" y="20005"/>
                </a:cubicBezTo>
                <a:cubicBezTo>
                  <a:pt x="6553" y="20005"/>
                  <a:pt x="6673" y="19907"/>
                  <a:pt x="6673" y="19759"/>
                </a:cubicBezTo>
                <a:cubicBezTo>
                  <a:pt x="6673" y="19621"/>
                  <a:pt x="6563" y="19512"/>
                  <a:pt x="6428" y="19512"/>
                </a:cubicBezTo>
                <a:close/>
                <a:moveTo>
                  <a:pt x="7647" y="19512"/>
                </a:moveTo>
                <a:cubicBezTo>
                  <a:pt x="7428" y="19512"/>
                  <a:pt x="7318" y="19778"/>
                  <a:pt x="7472" y="19932"/>
                </a:cubicBezTo>
                <a:cubicBezTo>
                  <a:pt x="7523" y="19983"/>
                  <a:pt x="7585" y="20005"/>
                  <a:pt x="7647" y="20005"/>
                </a:cubicBezTo>
                <a:cubicBezTo>
                  <a:pt x="7774" y="20005"/>
                  <a:pt x="7895" y="19907"/>
                  <a:pt x="7895" y="19759"/>
                </a:cubicBezTo>
                <a:cubicBezTo>
                  <a:pt x="7895" y="19621"/>
                  <a:pt x="7782" y="19512"/>
                  <a:pt x="7647" y="19512"/>
                </a:cubicBezTo>
                <a:close/>
                <a:moveTo>
                  <a:pt x="8866" y="19512"/>
                </a:moveTo>
                <a:cubicBezTo>
                  <a:pt x="8647" y="19512"/>
                  <a:pt x="8537" y="19778"/>
                  <a:pt x="8691" y="19932"/>
                </a:cubicBezTo>
                <a:cubicBezTo>
                  <a:pt x="8742" y="19983"/>
                  <a:pt x="8804" y="20005"/>
                  <a:pt x="8866" y="20005"/>
                </a:cubicBezTo>
                <a:cubicBezTo>
                  <a:pt x="8993" y="20005"/>
                  <a:pt x="9114" y="19907"/>
                  <a:pt x="9114" y="19759"/>
                </a:cubicBezTo>
                <a:cubicBezTo>
                  <a:pt x="9114" y="19621"/>
                  <a:pt x="9001" y="19512"/>
                  <a:pt x="8866" y="19512"/>
                </a:cubicBezTo>
                <a:close/>
                <a:moveTo>
                  <a:pt x="10085" y="19512"/>
                </a:moveTo>
                <a:cubicBezTo>
                  <a:pt x="9866" y="19512"/>
                  <a:pt x="9756" y="19778"/>
                  <a:pt x="9910" y="19932"/>
                </a:cubicBezTo>
                <a:cubicBezTo>
                  <a:pt x="9961" y="19983"/>
                  <a:pt x="10023" y="20005"/>
                  <a:pt x="10085" y="20005"/>
                </a:cubicBezTo>
                <a:cubicBezTo>
                  <a:pt x="10212" y="20005"/>
                  <a:pt x="10333" y="19907"/>
                  <a:pt x="10333" y="19759"/>
                </a:cubicBezTo>
                <a:cubicBezTo>
                  <a:pt x="10333" y="19621"/>
                  <a:pt x="10223" y="19512"/>
                  <a:pt x="10085" y="19512"/>
                </a:cubicBezTo>
                <a:close/>
                <a:moveTo>
                  <a:pt x="11305" y="19512"/>
                </a:moveTo>
                <a:cubicBezTo>
                  <a:pt x="11085" y="19512"/>
                  <a:pt x="10975" y="19778"/>
                  <a:pt x="11132" y="19932"/>
                </a:cubicBezTo>
                <a:cubicBezTo>
                  <a:pt x="11182" y="19983"/>
                  <a:pt x="11244" y="20005"/>
                  <a:pt x="11305" y="20005"/>
                </a:cubicBezTo>
                <a:cubicBezTo>
                  <a:pt x="11431" y="20005"/>
                  <a:pt x="11552" y="19907"/>
                  <a:pt x="11552" y="19759"/>
                </a:cubicBezTo>
                <a:cubicBezTo>
                  <a:pt x="11552" y="19621"/>
                  <a:pt x="11442" y="19512"/>
                  <a:pt x="11305" y="19512"/>
                </a:cubicBezTo>
                <a:close/>
                <a:moveTo>
                  <a:pt x="12524" y="19512"/>
                </a:moveTo>
                <a:cubicBezTo>
                  <a:pt x="12304" y="19512"/>
                  <a:pt x="12195" y="19778"/>
                  <a:pt x="12351" y="19932"/>
                </a:cubicBezTo>
                <a:cubicBezTo>
                  <a:pt x="12401" y="19983"/>
                  <a:pt x="12463" y="20005"/>
                  <a:pt x="12524" y="20005"/>
                </a:cubicBezTo>
                <a:cubicBezTo>
                  <a:pt x="12650" y="20005"/>
                  <a:pt x="12771" y="19907"/>
                  <a:pt x="12771" y="19759"/>
                </a:cubicBezTo>
                <a:cubicBezTo>
                  <a:pt x="12771" y="19621"/>
                  <a:pt x="12661" y="19512"/>
                  <a:pt x="12524" y="19512"/>
                </a:cubicBezTo>
                <a:close/>
                <a:moveTo>
                  <a:pt x="13746" y="19512"/>
                </a:moveTo>
                <a:cubicBezTo>
                  <a:pt x="13523" y="19512"/>
                  <a:pt x="13414" y="19778"/>
                  <a:pt x="13570" y="19932"/>
                </a:cubicBezTo>
                <a:cubicBezTo>
                  <a:pt x="13620" y="19983"/>
                  <a:pt x="13682" y="20005"/>
                  <a:pt x="13743" y="20005"/>
                </a:cubicBezTo>
                <a:cubicBezTo>
                  <a:pt x="13869" y="20005"/>
                  <a:pt x="13990" y="19907"/>
                  <a:pt x="13990" y="19759"/>
                </a:cubicBezTo>
                <a:cubicBezTo>
                  <a:pt x="13990" y="19621"/>
                  <a:pt x="13881" y="19512"/>
                  <a:pt x="13746" y="19512"/>
                </a:cubicBezTo>
                <a:close/>
                <a:moveTo>
                  <a:pt x="14965" y="19512"/>
                </a:moveTo>
                <a:cubicBezTo>
                  <a:pt x="14745" y="19512"/>
                  <a:pt x="14633" y="19778"/>
                  <a:pt x="14789" y="19932"/>
                </a:cubicBezTo>
                <a:cubicBezTo>
                  <a:pt x="14840" y="19983"/>
                  <a:pt x="14903" y="20005"/>
                  <a:pt x="14963" y="20005"/>
                </a:cubicBezTo>
                <a:cubicBezTo>
                  <a:pt x="15089" y="20005"/>
                  <a:pt x="15209" y="19907"/>
                  <a:pt x="15209" y="19759"/>
                </a:cubicBezTo>
                <a:cubicBezTo>
                  <a:pt x="15209" y="19621"/>
                  <a:pt x="15100" y="19512"/>
                  <a:pt x="14965" y="19512"/>
                </a:cubicBezTo>
                <a:close/>
                <a:moveTo>
                  <a:pt x="16184" y="19512"/>
                </a:moveTo>
                <a:cubicBezTo>
                  <a:pt x="15964" y="19512"/>
                  <a:pt x="15855" y="19778"/>
                  <a:pt x="16008" y="19932"/>
                </a:cubicBezTo>
                <a:cubicBezTo>
                  <a:pt x="16059" y="19983"/>
                  <a:pt x="16122" y="20005"/>
                  <a:pt x="16183" y="20005"/>
                </a:cubicBezTo>
                <a:cubicBezTo>
                  <a:pt x="16310" y="20005"/>
                  <a:pt x="16431" y="19907"/>
                  <a:pt x="16431" y="19759"/>
                </a:cubicBezTo>
                <a:cubicBezTo>
                  <a:pt x="16431" y="19621"/>
                  <a:pt x="16319" y="19512"/>
                  <a:pt x="16184" y="19512"/>
                </a:cubicBezTo>
                <a:close/>
                <a:moveTo>
                  <a:pt x="17403" y="19512"/>
                </a:moveTo>
                <a:cubicBezTo>
                  <a:pt x="17184" y="19512"/>
                  <a:pt x="17074" y="19778"/>
                  <a:pt x="17227" y="19932"/>
                </a:cubicBezTo>
                <a:cubicBezTo>
                  <a:pt x="17278" y="19983"/>
                  <a:pt x="17341" y="20005"/>
                  <a:pt x="17402" y="20005"/>
                </a:cubicBezTo>
                <a:cubicBezTo>
                  <a:pt x="17529" y="20005"/>
                  <a:pt x="17650" y="19907"/>
                  <a:pt x="17650" y="19759"/>
                </a:cubicBezTo>
                <a:cubicBezTo>
                  <a:pt x="17650" y="19621"/>
                  <a:pt x="17538" y="19512"/>
                  <a:pt x="17403" y="19512"/>
                </a:cubicBezTo>
                <a:close/>
                <a:moveTo>
                  <a:pt x="18622" y="19512"/>
                </a:moveTo>
                <a:cubicBezTo>
                  <a:pt x="18403" y="19512"/>
                  <a:pt x="18293" y="19778"/>
                  <a:pt x="18446" y="19932"/>
                </a:cubicBezTo>
                <a:cubicBezTo>
                  <a:pt x="18497" y="19983"/>
                  <a:pt x="18560" y="20005"/>
                  <a:pt x="18621" y="20005"/>
                </a:cubicBezTo>
                <a:cubicBezTo>
                  <a:pt x="18748" y="20005"/>
                  <a:pt x="18870" y="19907"/>
                  <a:pt x="18870" y="19759"/>
                </a:cubicBezTo>
                <a:cubicBezTo>
                  <a:pt x="18870" y="19621"/>
                  <a:pt x="18760" y="19512"/>
                  <a:pt x="18622" y="19512"/>
                </a:cubicBezTo>
                <a:close/>
                <a:moveTo>
                  <a:pt x="19841" y="19512"/>
                </a:moveTo>
                <a:cubicBezTo>
                  <a:pt x="19622" y="19512"/>
                  <a:pt x="19512" y="19778"/>
                  <a:pt x="19669" y="19932"/>
                </a:cubicBezTo>
                <a:cubicBezTo>
                  <a:pt x="19719" y="19983"/>
                  <a:pt x="19780" y="20005"/>
                  <a:pt x="19841" y="20005"/>
                </a:cubicBezTo>
                <a:cubicBezTo>
                  <a:pt x="19967" y="20005"/>
                  <a:pt x="20089" y="19907"/>
                  <a:pt x="20089" y="19759"/>
                </a:cubicBezTo>
                <a:cubicBezTo>
                  <a:pt x="20089" y="19621"/>
                  <a:pt x="19979" y="19512"/>
                  <a:pt x="19841" y="19512"/>
                </a:cubicBezTo>
                <a:close/>
                <a:moveTo>
                  <a:pt x="21060" y="19512"/>
                </a:moveTo>
                <a:cubicBezTo>
                  <a:pt x="20841" y="19512"/>
                  <a:pt x="20731" y="19778"/>
                  <a:pt x="20888" y="19932"/>
                </a:cubicBezTo>
                <a:cubicBezTo>
                  <a:pt x="20938" y="19983"/>
                  <a:pt x="21000" y="20005"/>
                  <a:pt x="21060" y="20005"/>
                </a:cubicBezTo>
                <a:cubicBezTo>
                  <a:pt x="21186" y="20005"/>
                  <a:pt x="21308" y="19907"/>
                  <a:pt x="21308" y="19759"/>
                </a:cubicBezTo>
                <a:cubicBezTo>
                  <a:pt x="21308" y="19621"/>
                  <a:pt x="21198" y="19512"/>
                  <a:pt x="21060" y="19512"/>
                </a:cubicBezTo>
                <a:close/>
                <a:moveTo>
                  <a:pt x="22282" y="19512"/>
                </a:moveTo>
                <a:cubicBezTo>
                  <a:pt x="22060" y="19512"/>
                  <a:pt x="21950" y="19778"/>
                  <a:pt x="22107" y="19932"/>
                </a:cubicBezTo>
                <a:cubicBezTo>
                  <a:pt x="22158" y="19983"/>
                  <a:pt x="22220" y="20005"/>
                  <a:pt x="22281" y="20005"/>
                </a:cubicBezTo>
                <a:cubicBezTo>
                  <a:pt x="22407" y="20005"/>
                  <a:pt x="22527" y="19907"/>
                  <a:pt x="22527" y="19759"/>
                </a:cubicBezTo>
                <a:cubicBezTo>
                  <a:pt x="22527" y="19621"/>
                  <a:pt x="22417" y="19512"/>
                  <a:pt x="22282" y="19512"/>
                </a:cubicBezTo>
                <a:close/>
                <a:moveTo>
                  <a:pt x="23482" y="19512"/>
                </a:moveTo>
                <a:cubicBezTo>
                  <a:pt x="23251" y="19530"/>
                  <a:pt x="23169" y="19822"/>
                  <a:pt x="23354" y="19960"/>
                </a:cubicBezTo>
                <a:cubicBezTo>
                  <a:pt x="23400" y="19993"/>
                  <a:pt x="23449" y="20008"/>
                  <a:pt x="23498" y="20008"/>
                </a:cubicBezTo>
                <a:cubicBezTo>
                  <a:pt x="23645" y="20008"/>
                  <a:pt x="23780" y="19870"/>
                  <a:pt x="23739" y="19700"/>
                </a:cubicBezTo>
                <a:cubicBezTo>
                  <a:pt x="23658" y="19637"/>
                  <a:pt x="23570" y="19574"/>
                  <a:pt x="23482" y="19512"/>
                </a:cubicBezTo>
                <a:close/>
                <a:moveTo>
                  <a:pt x="24642" y="20743"/>
                </a:moveTo>
                <a:cubicBezTo>
                  <a:pt x="24376" y="20831"/>
                  <a:pt x="24441" y="21223"/>
                  <a:pt x="24720" y="21223"/>
                </a:cubicBezTo>
                <a:cubicBezTo>
                  <a:pt x="24767" y="21223"/>
                  <a:pt x="24817" y="21210"/>
                  <a:pt x="24855" y="21182"/>
                </a:cubicBezTo>
                <a:cubicBezTo>
                  <a:pt x="24796" y="21032"/>
                  <a:pt x="24723" y="20884"/>
                  <a:pt x="24642" y="20743"/>
                </a:cubicBezTo>
                <a:close/>
                <a:moveTo>
                  <a:pt x="330" y="20731"/>
                </a:moveTo>
                <a:cubicBezTo>
                  <a:pt x="111" y="20731"/>
                  <a:pt x="1" y="20997"/>
                  <a:pt x="154" y="21151"/>
                </a:cubicBezTo>
                <a:cubicBezTo>
                  <a:pt x="205" y="21202"/>
                  <a:pt x="268" y="21224"/>
                  <a:pt x="329" y="21224"/>
                </a:cubicBezTo>
                <a:cubicBezTo>
                  <a:pt x="456" y="21224"/>
                  <a:pt x="577" y="21126"/>
                  <a:pt x="577" y="20978"/>
                </a:cubicBezTo>
                <a:cubicBezTo>
                  <a:pt x="577" y="20840"/>
                  <a:pt x="465" y="20731"/>
                  <a:pt x="330" y="20731"/>
                </a:cubicBezTo>
                <a:close/>
                <a:moveTo>
                  <a:pt x="1549" y="20731"/>
                </a:moveTo>
                <a:cubicBezTo>
                  <a:pt x="1330" y="20731"/>
                  <a:pt x="1220" y="20997"/>
                  <a:pt x="1373" y="21151"/>
                </a:cubicBezTo>
                <a:cubicBezTo>
                  <a:pt x="1424" y="21202"/>
                  <a:pt x="1487" y="21224"/>
                  <a:pt x="1548" y="21224"/>
                </a:cubicBezTo>
                <a:cubicBezTo>
                  <a:pt x="1675" y="21224"/>
                  <a:pt x="1797" y="21126"/>
                  <a:pt x="1797" y="20978"/>
                </a:cubicBezTo>
                <a:cubicBezTo>
                  <a:pt x="1797" y="20840"/>
                  <a:pt x="1687" y="20731"/>
                  <a:pt x="1549" y="20731"/>
                </a:cubicBezTo>
                <a:close/>
                <a:moveTo>
                  <a:pt x="2768" y="20731"/>
                </a:moveTo>
                <a:cubicBezTo>
                  <a:pt x="2549" y="20731"/>
                  <a:pt x="2439" y="20997"/>
                  <a:pt x="2596" y="21151"/>
                </a:cubicBezTo>
                <a:cubicBezTo>
                  <a:pt x="2646" y="21202"/>
                  <a:pt x="2707" y="21224"/>
                  <a:pt x="2768" y="21224"/>
                </a:cubicBezTo>
                <a:cubicBezTo>
                  <a:pt x="2894" y="21224"/>
                  <a:pt x="3016" y="21126"/>
                  <a:pt x="3016" y="20978"/>
                </a:cubicBezTo>
                <a:cubicBezTo>
                  <a:pt x="3016" y="20840"/>
                  <a:pt x="2906" y="20731"/>
                  <a:pt x="2768" y="20731"/>
                </a:cubicBezTo>
                <a:close/>
                <a:moveTo>
                  <a:pt x="3987" y="20731"/>
                </a:moveTo>
                <a:cubicBezTo>
                  <a:pt x="3768" y="20731"/>
                  <a:pt x="3658" y="20997"/>
                  <a:pt x="3815" y="21151"/>
                </a:cubicBezTo>
                <a:cubicBezTo>
                  <a:pt x="3865" y="21202"/>
                  <a:pt x="3927" y="21224"/>
                  <a:pt x="3987" y="21224"/>
                </a:cubicBezTo>
                <a:cubicBezTo>
                  <a:pt x="4113" y="21224"/>
                  <a:pt x="4235" y="21126"/>
                  <a:pt x="4235" y="20978"/>
                </a:cubicBezTo>
                <a:cubicBezTo>
                  <a:pt x="4235" y="20840"/>
                  <a:pt x="4125" y="20731"/>
                  <a:pt x="3987" y="20731"/>
                </a:cubicBezTo>
                <a:close/>
                <a:moveTo>
                  <a:pt x="5209" y="20731"/>
                </a:moveTo>
                <a:cubicBezTo>
                  <a:pt x="4987" y="20731"/>
                  <a:pt x="4877" y="20997"/>
                  <a:pt x="5034" y="21151"/>
                </a:cubicBezTo>
                <a:cubicBezTo>
                  <a:pt x="5084" y="21202"/>
                  <a:pt x="5146" y="21224"/>
                  <a:pt x="5206" y="21224"/>
                </a:cubicBezTo>
                <a:cubicBezTo>
                  <a:pt x="5332" y="21224"/>
                  <a:pt x="5454" y="21126"/>
                  <a:pt x="5454" y="20978"/>
                </a:cubicBezTo>
                <a:cubicBezTo>
                  <a:pt x="5454" y="20840"/>
                  <a:pt x="5344" y="20731"/>
                  <a:pt x="5209" y="20731"/>
                </a:cubicBezTo>
                <a:close/>
                <a:moveTo>
                  <a:pt x="6428" y="20731"/>
                </a:moveTo>
                <a:cubicBezTo>
                  <a:pt x="6209" y="20731"/>
                  <a:pt x="6096" y="20997"/>
                  <a:pt x="6253" y="21151"/>
                </a:cubicBezTo>
                <a:cubicBezTo>
                  <a:pt x="6304" y="21202"/>
                  <a:pt x="6366" y="21224"/>
                  <a:pt x="6427" y="21224"/>
                </a:cubicBezTo>
                <a:cubicBezTo>
                  <a:pt x="6553" y="21224"/>
                  <a:pt x="6673" y="21126"/>
                  <a:pt x="6673" y="20978"/>
                </a:cubicBezTo>
                <a:cubicBezTo>
                  <a:pt x="6673" y="20840"/>
                  <a:pt x="6563" y="20731"/>
                  <a:pt x="6428" y="20731"/>
                </a:cubicBezTo>
                <a:close/>
                <a:moveTo>
                  <a:pt x="7647" y="20731"/>
                </a:moveTo>
                <a:cubicBezTo>
                  <a:pt x="7428" y="20731"/>
                  <a:pt x="7318" y="20997"/>
                  <a:pt x="7472" y="21151"/>
                </a:cubicBezTo>
                <a:cubicBezTo>
                  <a:pt x="7523" y="21202"/>
                  <a:pt x="7585" y="21224"/>
                  <a:pt x="7647" y="21224"/>
                </a:cubicBezTo>
                <a:cubicBezTo>
                  <a:pt x="7774" y="21224"/>
                  <a:pt x="7895" y="21126"/>
                  <a:pt x="7895" y="20978"/>
                </a:cubicBezTo>
                <a:cubicBezTo>
                  <a:pt x="7895" y="20840"/>
                  <a:pt x="7782" y="20731"/>
                  <a:pt x="7647" y="20731"/>
                </a:cubicBezTo>
                <a:close/>
                <a:moveTo>
                  <a:pt x="8866" y="20731"/>
                </a:moveTo>
                <a:cubicBezTo>
                  <a:pt x="8647" y="20731"/>
                  <a:pt x="8537" y="20997"/>
                  <a:pt x="8691" y="21151"/>
                </a:cubicBezTo>
                <a:cubicBezTo>
                  <a:pt x="8742" y="21202"/>
                  <a:pt x="8804" y="21224"/>
                  <a:pt x="8866" y="21224"/>
                </a:cubicBezTo>
                <a:cubicBezTo>
                  <a:pt x="8993" y="21224"/>
                  <a:pt x="9114" y="21126"/>
                  <a:pt x="9114" y="20978"/>
                </a:cubicBezTo>
                <a:cubicBezTo>
                  <a:pt x="9114" y="20840"/>
                  <a:pt x="9001" y="20731"/>
                  <a:pt x="8866" y="20731"/>
                </a:cubicBezTo>
                <a:close/>
                <a:moveTo>
                  <a:pt x="10085" y="20731"/>
                </a:moveTo>
                <a:cubicBezTo>
                  <a:pt x="9866" y="20731"/>
                  <a:pt x="9756" y="20997"/>
                  <a:pt x="9910" y="21151"/>
                </a:cubicBezTo>
                <a:cubicBezTo>
                  <a:pt x="9961" y="21202"/>
                  <a:pt x="10023" y="21224"/>
                  <a:pt x="10085" y="21224"/>
                </a:cubicBezTo>
                <a:cubicBezTo>
                  <a:pt x="10212" y="21224"/>
                  <a:pt x="10333" y="21126"/>
                  <a:pt x="10333" y="20978"/>
                </a:cubicBezTo>
                <a:cubicBezTo>
                  <a:pt x="10333" y="20840"/>
                  <a:pt x="10223" y="20731"/>
                  <a:pt x="10085" y="20731"/>
                </a:cubicBezTo>
                <a:close/>
                <a:moveTo>
                  <a:pt x="11305" y="20731"/>
                </a:moveTo>
                <a:cubicBezTo>
                  <a:pt x="11085" y="20731"/>
                  <a:pt x="10975" y="20997"/>
                  <a:pt x="11132" y="21151"/>
                </a:cubicBezTo>
                <a:cubicBezTo>
                  <a:pt x="11182" y="21202"/>
                  <a:pt x="11244" y="21224"/>
                  <a:pt x="11305" y="21224"/>
                </a:cubicBezTo>
                <a:cubicBezTo>
                  <a:pt x="11431" y="21224"/>
                  <a:pt x="11552" y="21126"/>
                  <a:pt x="11552" y="20978"/>
                </a:cubicBezTo>
                <a:cubicBezTo>
                  <a:pt x="11552" y="20840"/>
                  <a:pt x="11442" y="20731"/>
                  <a:pt x="11305" y="20731"/>
                </a:cubicBezTo>
                <a:close/>
                <a:moveTo>
                  <a:pt x="12524" y="20731"/>
                </a:moveTo>
                <a:cubicBezTo>
                  <a:pt x="12304" y="20731"/>
                  <a:pt x="12195" y="20997"/>
                  <a:pt x="12351" y="21151"/>
                </a:cubicBezTo>
                <a:cubicBezTo>
                  <a:pt x="12401" y="21202"/>
                  <a:pt x="12463" y="21224"/>
                  <a:pt x="12524" y="21224"/>
                </a:cubicBezTo>
                <a:cubicBezTo>
                  <a:pt x="12650" y="21224"/>
                  <a:pt x="12771" y="21126"/>
                  <a:pt x="12771" y="20978"/>
                </a:cubicBezTo>
                <a:cubicBezTo>
                  <a:pt x="12771" y="20840"/>
                  <a:pt x="12661" y="20731"/>
                  <a:pt x="12524" y="20731"/>
                </a:cubicBezTo>
                <a:close/>
                <a:moveTo>
                  <a:pt x="13746" y="20731"/>
                </a:moveTo>
                <a:cubicBezTo>
                  <a:pt x="13523" y="20731"/>
                  <a:pt x="13414" y="20997"/>
                  <a:pt x="13570" y="21151"/>
                </a:cubicBezTo>
                <a:cubicBezTo>
                  <a:pt x="13620" y="21202"/>
                  <a:pt x="13682" y="21224"/>
                  <a:pt x="13743" y="21224"/>
                </a:cubicBezTo>
                <a:cubicBezTo>
                  <a:pt x="13869" y="21224"/>
                  <a:pt x="13990" y="21126"/>
                  <a:pt x="13990" y="20978"/>
                </a:cubicBezTo>
                <a:cubicBezTo>
                  <a:pt x="13990" y="20840"/>
                  <a:pt x="13881" y="20731"/>
                  <a:pt x="13746" y="20731"/>
                </a:cubicBezTo>
                <a:close/>
                <a:moveTo>
                  <a:pt x="14965" y="20731"/>
                </a:moveTo>
                <a:cubicBezTo>
                  <a:pt x="14745" y="20731"/>
                  <a:pt x="14633" y="20997"/>
                  <a:pt x="14789" y="21151"/>
                </a:cubicBezTo>
                <a:cubicBezTo>
                  <a:pt x="14840" y="21202"/>
                  <a:pt x="14903" y="21224"/>
                  <a:pt x="14963" y="21224"/>
                </a:cubicBezTo>
                <a:cubicBezTo>
                  <a:pt x="15089" y="21224"/>
                  <a:pt x="15209" y="21126"/>
                  <a:pt x="15209" y="20978"/>
                </a:cubicBezTo>
                <a:cubicBezTo>
                  <a:pt x="15209" y="20840"/>
                  <a:pt x="15100" y="20731"/>
                  <a:pt x="14965" y="20731"/>
                </a:cubicBezTo>
                <a:close/>
                <a:moveTo>
                  <a:pt x="16184" y="20731"/>
                </a:moveTo>
                <a:cubicBezTo>
                  <a:pt x="15964" y="20731"/>
                  <a:pt x="15855" y="20997"/>
                  <a:pt x="16008" y="21151"/>
                </a:cubicBezTo>
                <a:cubicBezTo>
                  <a:pt x="16059" y="21202"/>
                  <a:pt x="16122" y="21224"/>
                  <a:pt x="16183" y="21224"/>
                </a:cubicBezTo>
                <a:cubicBezTo>
                  <a:pt x="16310" y="21224"/>
                  <a:pt x="16431" y="21126"/>
                  <a:pt x="16431" y="20978"/>
                </a:cubicBezTo>
                <a:cubicBezTo>
                  <a:pt x="16431" y="20840"/>
                  <a:pt x="16319" y="20731"/>
                  <a:pt x="16184" y="20731"/>
                </a:cubicBezTo>
                <a:close/>
                <a:moveTo>
                  <a:pt x="17403" y="20731"/>
                </a:moveTo>
                <a:cubicBezTo>
                  <a:pt x="17184" y="20731"/>
                  <a:pt x="17074" y="20997"/>
                  <a:pt x="17227" y="21151"/>
                </a:cubicBezTo>
                <a:cubicBezTo>
                  <a:pt x="17278" y="21202"/>
                  <a:pt x="17341" y="21224"/>
                  <a:pt x="17402" y="21224"/>
                </a:cubicBezTo>
                <a:cubicBezTo>
                  <a:pt x="17529" y="21224"/>
                  <a:pt x="17650" y="21126"/>
                  <a:pt x="17650" y="20978"/>
                </a:cubicBezTo>
                <a:cubicBezTo>
                  <a:pt x="17650" y="20840"/>
                  <a:pt x="17538" y="20731"/>
                  <a:pt x="17403" y="20731"/>
                </a:cubicBezTo>
                <a:close/>
                <a:moveTo>
                  <a:pt x="18622" y="20731"/>
                </a:moveTo>
                <a:cubicBezTo>
                  <a:pt x="18403" y="20731"/>
                  <a:pt x="18293" y="20997"/>
                  <a:pt x="18446" y="21151"/>
                </a:cubicBezTo>
                <a:cubicBezTo>
                  <a:pt x="18497" y="21202"/>
                  <a:pt x="18560" y="21224"/>
                  <a:pt x="18621" y="21224"/>
                </a:cubicBezTo>
                <a:cubicBezTo>
                  <a:pt x="18748" y="21224"/>
                  <a:pt x="18870" y="21126"/>
                  <a:pt x="18870" y="20978"/>
                </a:cubicBezTo>
                <a:cubicBezTo>
                  <a:pt x="18870" y="20840"/>
                  <a:pt x="18760" y="20731"/>
                  <a:pt x="18622" y="20731"/>
                </a:cubicBezTo>
                <a:close/>
                <a:moveTo>
                  <a:pt x="19841" y="20731"/>
                </a:moveTo>
                <a:cubicBezTo>
                  <a:pt x="19622" y="20731"/>
                  <a:pt x="19512" y="20997"/>
                  <a:pt x="19669" y="21151"/>
                </a:cubicBezTo>
                <a:cubicBezTo>
                  <a:pt x="19719" y="21202"/>
                  <a:pt x="19780" y="21224"/>
                  <a:pt x="19841" y="21224"/>
                </a:cubicBezTo>
                <a:cubicBezTo>
                  <a:pt x="19967" y="21224"/>
                  <a:pt x="20089" y="21126"/>
                  <a:pt x="20089" y="20978"/>
                </a:cubicBezTo>
                <a:cubicBezTo>
                  <a:pt x="20089" y="20840"/>
                  <a:pt x="19979" y="20731"/>
                  <a:pt x="19841" y="20731"/>
                </a:cubicBezTo>
                <a:close/>
                <a:moveTo>
                  <a:pt x="21060" y="20731"/>
                </a:moveTo>
                <a:cubicBezTo>
                  <a:pt x="20841" y="20731"/>
                  <a:pt x="20731" y="20997"/>
                  <a:pt x="20888" y="21151"/>
                </a:cubicBezTo>
                <a:cubicBezTo>
                  <a:pt x="20938" y="21202"/>
                  <a:pt x="21000" y="21224"/>
                  <a:pt x="21060" y="21224"/>
                </a:cubicBezTo>
                <a:cubicBezTo>
                  <a:pt x="21186" y="21224"/>
                  <a:pt x="21308" y="21126"/>
                  <a:pt x="21308" y="20978"/>
                </a:cubicBezTo>
                <a:cubicBezTo>
                  <a:pt x="21308" y="20840"/>
                  <a:pt x="21198" y="20731"/>
                  <a:pt x="21060" y="20731"/>
                </a:cubicBezTo>
                <a:close/>
                <a:moveTo>
                  <a:pt x="22282" y="20731"/>
                </a:moveTo>
                <a:cubicBezTo>
                  <a:pt x="22060" y="20731"/>
                  <a:pt x="21950" y="20997"/>
                  <a:pt x="22107" y="21151"/>
                </a:cubicBezTo>
                <a:cubicBezTo>
                  <a:pt x="22158" y="21202"/>
                  <a:pt x="22220" y="21224"/>
                  <a:pt x="22281" y="21224"/>
                </a:cubicBezTo>
                <a:cubicBezTo>
                  <a:pt x="22407" y="21224"/>
                  <a:pt x="22527" y="21126"/>
                  <a:pt x="22527" y="20978"/>
                </a:cubicBezTo>
                <a:cubicBezTo>
                  <a:pt x="22527" y="20840"/>
                  <a:pt x="22417" y="20731"/>
                  <a:pt x="22282" y="20731"/>
                </a:cubicBezTo>
                <a:close/>
                <a:moveTo>
                  <a:pt x="23501" y="20731"/>
                </a:moveTo>
                <a:cubicBezTo>
                  <a:pt x="23282" y="20731"/>
                  <a:pt x="23169" y="20997"/>
                  <a:pt x="23326" y="21151"/>
                </a:cubicBezTo>
                <a:cubicBezTo>
                  <a:pt x="23377" y="21202"/>
                  <a:pt x="23439" y="21224"/>
                  <a:pt x="23500" y="21224"/>
                </a:cubicBezTo>
                <a:cubicBezTo>
                  <a:pt x="23626" y="21224"/>
                  <a:pt x="23746" y="21126"/>
                  <a:pt x="23746" y="20978"/>
                </a:cubicBezTo>
                <a:cubicBezTo>
                  <a:pt x="23746" y="20840"/>
                  <a:pt x="23636" y="20731"/>
                  <a:pt x="23501" y="20731"/>
                </a:cubicBezTo>
                <a:close/>
                <a:moveTo>
                  <a:pt x="330" y="21950"/>
                </a:moveTo>
                <a:cubicBezTo>
                  <a:pt x="111" y="21950"/>
                  <a:pt x="1" y="22216"/>
                  <a:pt x="154" y="22373"/>
                </a:cubicBezTo>
                <a:cubicBezTo>
                  <a:pt x="205" y="22422"/>
                  <a:pt x="267" y="22444"/>
                  <a:pt x="327" y="22444"/>
                </a:cubicBezTo>
                <a:cubicBezTo>
                  <a:pt x="455" y="22444"/>
                  <a:pt x="577" y="22346"/>
                  <a:pt x="577" y="22197"/>
                </a:cubicBezTo>
                <a:cubicBezTo>
                  <a:pt x="577" y="22059"/>
                  <a:pt x="465" y="21950"/>
                  <a:pt x="330" y="21950"/>
                </a:cubicBezTo>
                <a:close/>
                <a:moveTo>
                  <a:pt x="1549" y="21950"/>
                </a:moveTo>
                <a:cubicBezTo>
                  <a:pt x="1330" y="21950"/>
                  <a:pt x="1220" y="22216"/>
                  <a:pt x="1373" y="22373"/>
                </a:cubicBezTo>
                <a:cubicBezTo>
                  <a:pt x="1424" y="22422"/>
                  <a:pt x="1486" y="22444"/>
                  <a:pt x="1546" y="22444"/>
                </a:cubicBezTo>
                <a:cubicBezTo>
                  <a:pt x="1674" y="22444"/>
                  <a:pt x="1797" y="22346"/>
                  <a:pt x="1797" y="22197"/>
                </a:cubicBezTo>
                <a:cubicBezTo>
                  <a:pt x="1797" y="22059"/>
                  <a:pt x="1687" y="21950"/>
                  <a:pt x="1549" y="21950"/>
                </a:cubicBezTo>
                <a:close/>
                <a:moveTo>
                  <a:pt x="2768" y="21950"/>
                </a:moveTo>
                <a:cubicBezTo>
                  <a:pt x="2549" y="21950"/>
                  <a:pt x="2439" y="22216"/>
                  <a:pt x="2596" y="22373"/>
                </a:cubicBezTo>
                <a:cubicBezTo>
                  <a:pt x="2645" y="22422"/>
                  <a:pt x="2706" y="22444"/>
                  <a:pt x="2766" y="22444"/>
                </a:cubicBezTo>
                <a:cubicBezTo>
                  <a:pt x="2893" y="22444"/>
                  <a:pt x="3016" y="22346"/>
                  <a:pt x="3016" y="22197"/>
                </a:cubicBezTo>
                <a:cubicBezTo>
                  <a:pt x="3016" y="22059"/>
                  <a:pt x="2906" y="21950"/>
                  <a:pt x="2768" y="21950"/>
                </a:cubicBezTo>
                <a:close/>
                <a:moveTo>
                  <a:pt x="3987" y="21950"/>
                </a:moveTo>
                <a:cubicBezTo>
                  <a:pt x="3768" y="21950"/>
                  <a:pt x="3658" y="22216"/>
                  <a:pt x="3815" y="22373"/>
                </a:cubicBezTo>
                <a:cubicBezTo>
                  <a:pt x="3864" y="22422"/>
                  <a:pt x="3925" y="22444"/>
                  <a:pt x="3985" y="22444"/>
                </a:cubicBezTo>
                <a:cubicBezTo>
                  <a:pt x="4112" y="22444"/>
                  <a:pt x="4235" y="22346"/>
                  <a:pt x="4235" y="22197"/>
                </a:cubicBezTo>
                <a:cubicBezTo>
                  <a:pt x="4235" y="22059"/>
                  <a:pt x="4125" y="21950"/>
                  <a:pt x="3987" y="21950"/>
                </a:cubicBezTo>
                <a:close/>
                <a:moveTo>
                  <a:pt x="5209" y="21950"/>
                </a:moveTo>
                <a:cubicBezTo>
                  <a:pt x="4987" y="21950"/>
                  <a:pt x="4877" y="22216"/>
                  <a:pt x="5034" y="22373"/>
                </a:cubicBezTo>
                <a:cubicBezTo>
                  <a:pt x="5083" y="22422"/>
                  <a:pt x="5144" y="22444"/>
                  <a:pt x="5204" y="22444"/>
                </a:cubicBezTo>
                <a:cubicBezTo>
                  <a:pt x="5331" y="22444"/>
                  <a:pt x="5454" y="22346"/>
                  <a:pt x="5454" y="22197"/>
                </a:cubicBezTo>
                <a:cubicBezTo>
                  <a:pt x="5454" y="22059"/>
                  <a:pt x="5344" y="21950"/>
                  <a:pt x="5209" y="21950"/>
                </a:cubicBezTo>
                <a:close/>
                <a:moveTo>
                  <a:pt x="6428" y="21950"/>
                </a:moveTo>
                <a:cubicBezTo>
                  <a:pt x="6209" y="21950"/>
                  <a:pt x="6096" y="22216"/>
                  <a:pt x="6253" y="22373"/>
                </a:cubicBezTo>
                <a:cubicBezTo>
                  <a:pt x="6303" y="22422"/>
                  <a:pt x="6365" y="22444"/>
                  <a:pt x="6425" y="22444"/>
                </a:cubicBezTo>
                <a:cubicBezTo>
                  <a:pt x="6552" y="22444"/>
                  <a:pt x="6673" y="22346"/>
                  <a:pt x="6673" y="22197"/>
                </a:cubicBezTo>
                <a:cubicBezTo>
                  <a:pt x="6673" y="22059"/>
                  <a:pt x="6563" y="21950"/>
                  <a:pt x="6428" y="21950"/>
                </a:cubicBezTo>
                <a:close/>
                <a:moveTo>
                  <a:pt x="7647" y="21950"/>
                </a:moveTo>
                <a:cubicBezTo>
                  <a:pt x="7428" y="21950"/>
                  <a:pt x="7318" y="22216"/>
                  <a:pt x="7472" y="22373"/>
                </a:cubicBezTo>
                <a:cubicBezTo>
                  <a:pt x="7522" y="22422"/>
                  <a:pt x="7584" y="22444"/>
                  <a:pt x="7645" y="22444"/>
                </a:cubicBezTo>
                <a:cubicBezTo>
                  <a:pt x="7772" y="22444"/>
                  <a:pt x="7895" y="22346"/>
                  <a:pt x="7895" y="22197"/>
                </a:cubicBezTo>
                <a:cubicBezTo>
                  <a:pt x="7895" y="22059"/>
                  <a:pt x="7782" y="21950"/>
                  <a:pt x="7647" y="21950"/>
                </a:cubicBezTo>
                <a:close/>
                <a:moveTo>
                  <a:pt x="8866" y="21950"/>
                </a:moveTo>
                <a:cubicBezTo>
                  <a:pt x="8647" y="21950"/>
                  <a:pt x="8537" y="22216"/>
                  <a:pt x="8691" y="22373"/>
                </a:cubicBezTo>
                <a:cubicBezTo>
                  <a:pt x="8741" y="22422"/>
                  <a:pt x="8803" y="22444"/>
                  <a:pt x="8864" y="22444"/>
                </a:cubicBezTo>
                <a:cubicBezTo>
                  <a:pt x="8991" y="22444"/>
                  <a:pt x="9114" y="22346"/>
                  <a:pt x="9114" y="22197"/>
                </a:cubicBezTo>
                <a:cubicBezTo>
                  <a:pt x="9114" y="22059"/>
                  <a:pt x="9001" y="21950"/>
                  <a:pt x="8866" y="21950"/>
                </a:cubicBezTo>
                <a:close/>
                <a:moveTo>
                  <a:pt x="10085" y="21950"/>
                </a:moveTo>
                <a:cubicBezTo>
                  <a:pt x="9866" y="21950"/>
                  <a:pt x="9756" y="22216"/>
                  <a:pt x="9910" y="22373"/>
                </a:cubicBezTo>
                <a:cubicBezTo>
                  <a:pt x="9960" y="22422"/>
                  <a:pt x="10022" y="22444"/>
                  <a:pt x="10083" y="22444"/>
                </a:cubicBezTo>
                <a:cubicBezTo>
                  <a:pt x="10211" y="22444"/>
                  <a:pt x="10333" y="22346"/>
                  <a:pt x="10333" y="22197"/>
                </a:cubicBezTo>
                <a:cubicBezTo>
                  <a:pt x="10333" y="22059"/>
                  <a:pt x="10223" y="21950"/>
                  <a:pt x="10085" y="21950"/>
                </a:cubicBezTo>
                <a:close/>
                <a:moveTo>
                  <a:pt x="11305" y="21950"/>
                </a:moveTo>
                <a:cubicBezTo>
                  <a:pt x="11085" y="21950"/>
                  <a:pt x="10975" y="22216"/>
                  <a:pt x="11132" y="22373"/>
                </a:cubicBezTo>
                <a:cubicBezTo>
                  <a:pt x="11182" y="22422"/>
                  <a:pt x="11243" y="22444"/>
                  <a:pt x="11303" y="22444"/>
                </a:cubicBezTo>
                <a:cubicBezTo>
                  <a:pt x="11430" y="22444"/>
                  <a:pt x="11552" y="22346"/>
                  <a:pt x="11552" y="22197"/>
                </a:cubicBezTo>
                <a:cubicBezTo>
                  <a:pt x="11552" y="22059"/>
                  <a:pt x="11442" y="21950"/>
                  <a:pt x="11305" y="21950"/>
                </a:cubicBezTo>
                <a:close/>
                <a:moveTo>
                  <a:pt x="12524" y="21950"/>
                </a:moveTo>
                <a:cubicBezTo>
                  <a:pt x="12304" y="21950"/>
                  <a:pt x="12195" y="22216"/>
                  <a:pt x="12351" y="22373"/>
                </a:cubicBezTo>
                <a:cubicBezTo>
                  <a:pt x="12401" y="22422"/>
                  <a:pt x="12462" y="22444"/>
                  <a:pt x="12522" y="22444"/>
                </a:cubicBezTo>
                <a:cubicBezTo>
                  <a:pt x="12649" y="22444"/>
                  <a:pt x="12771" y="22346"/>
                  <a:pt x="12771" y="22197"/>
                </a:cubicBezTo>
                <a:cubicBezTo>
                  <a:pt x="12771" y="22059"/>
                  <a:pt x="12661" y="21950"/>
                  <a:pt x="12524" y="21950"/>
                </a:cubicBezTo>
                <a:close/>
                <a:moveTo>
                  <a:pt x="13746" y="21950"/>
                </a:moveTo>
                <a:cubicBezTo>
                  <a:pt x="13523" y="21950"/>
                  <a:pt x="13414" y="22216"/>
                  <a:pt x="13570" y="22373"/>
                </a:cubicBezTo>
                <a:cubicBezTo>
                  <a:pt x="13620" y="22422"/>
                  <a:pt x="13681" y="22444"/>
                  <a:pt x="13741" y="22444"/>
                </a:cubicBezTo>
                <a:cubicBezTo>
                  <a:pt x="13868" y="22444"/>
                  <a:pt x="13990" y="22346"/>
                  <a:pt x="13990" y="22197"/>
                </a:cubicBezTo>
                <a:cubicBezTo>
                  <a:pt x="13990" y="22059"/>
                  <a:pt x="13881" y="21950"/>
                  <a:pt x="13746" y="21950"/>
                </a:cubicBezTo>
                <a:close/>
                <a:moveTo>
                  <a:pt x="14965" y="21950"/>
                </a:moveTo>
                <a:cubicBezTo>
                  <a:pt x="14745" y="21950"/>
                  <a:pt x="14633" y="22216"/>
                  <a:pt x="14789" y="22373"/>
                </a:cubicBezTo>
                <a:cubicBezTo>
                  <a:pt x="14840" y="22422"/>
                  <a:pt x="14901" y="22444"/>
                  <a:pt x="14961" y="22444"/>
                </a:cubicBezTo>
                <a:cubicBezTo>
                  <a:pt x="15088" y="22444"/>
                  <a:pt x="15209" y="22346"/>
                  <a:pt x="15209" y="22197"/>
                </a:cubicBezTo>
                <a:cubicBezTo>
                  <a:pt x="15209" y="22059"/>
                  <a:pt x="15100" y="21950"/>
                  <a:pt x="14965" y="21950"/>
                </a:cubicBezTo>
                <a:close/>
                <a:moveTo>
                  <a:pt x="16184" y="21950"/>
                </a:moveTo>
                <a:cubicBezTo>
                  <a:pt x="15964" y="21950"/>
                  <a:pt x="15855" y="22216"/>
                  <a:pt x="16008" y="22373"/>
                </a:cubicBezTo>
                <a:cubicBezTo>
                  <a:pt x="16059" y="22422"/>
                  <a:pt x="16121" y="22444"/>
                  <a:pt x="16181" y="22444"/>
                </a:cubicBezTo>
                <a:cubicBezTo>
                  <a:pt x="16309" y="22444"/>
                  <a:pt x="16431" y="22346"/>
                  <a:pt x="16431" y="22197"/>
                </a:cubicBezTo>
                <a:cubicBezTo>
                  <a:pt x="16431" y="22059"/>
                  <a:pt x="16319" y="21950"/>
                  <a:pt x="16184" y="21950"/>
                </a:cubicBezTo>
                <a:close/>
                <a:moveTo>
                  <a:pt x="17403" y="21950"/>
                </a:moveTo>
                <a:cubicBezTo>
                  <a:pt x="17184" y="21950"/>
                  <a:pt x="17074" y="22216"/>
                  <a:pt x="17227" y="22373"/>
                </a:cubicBezTo>
                <a:cubicBezTo>
                  <a:pt x="17278" y="22422"/>
                  <a:pt x="17340" y="22444"/>
                  <a:pt x="17400" y="22444"/>
                </a:cubicBezTo>
                <a:cubicBezTo>
                  <a:pt x="17528" y="22444"/>
                  <a:pt x="17650" y="22346"/>
                  <a:pt x="17650" y="22197"/>
                </a:cubicBezTo>
                <a:cubicBezTo>
                  <a:pt x="17650" y="22059"/>
                  <a:pt x="17538" y="21950"/>
                  <a:pt x="17403" y="21950"/>
                </a:cubicBezTo>
                <a:close/>
                <a:moveTo>
                  <a:pt x="18622" y="21950"/>
                </a:moveTo>
                <a:cubicBezTo>
                  <a:pt x="18403" y="21950"/>
                  <a:pt x="18293" y="22216"/>
                  <a:pt x="18446" y="22373"/>
                </a:cubicBezTo>
                <a:cubicBezTo>
                  <a:pt x="18497" y="22422"/>
                  <a:pt x="18559" y="22444"/>
                  <a:pt x="18619" y="22444"/>
                </a:cubicBezTo>
                <a:cubicBezTo>
                  <a:pt x="18747" y="22444"/>
                  <a:pt x="18870" y="22346"/>
                  <a:pt x="18870" y="22197"/>
                </a:cubicBezTo>
                <a:cubicBezTo>
                  <a:pt x="18870" y="22059"/>
                  <a:pt x="18760" y="21950"/>
                  <a:pt x="18622" y="21950"/>
                </a:cubicBezTo>
                <a:close/>
                <a:moveTo>
                  <a:pt x="19841" y="21950"/>
                </a:moveTo>
                <a:cubicBezTo>
                  <a:pt x="19622" y="21950"/>
                  <a:pt x="19512" y="22216"/>
                  <a:pt x="19669" y="22373"/>
                </a:cubicBezTo>
                <a:cubicBezTo>
                  <a:pt x="19718" y="22422"/>
                  <a:pt x="19779" y="22444"/>
                  <a:pt x="19839" y="22444"/>
                </a:cubicBezTo>
                <a:cubicBezTo>
                  <a:pt x="19966" y="22444"/>
                  <a:pt x="20089" y="22346"/>
                  <a:pt x="20089" y="22197"/>
                </a:cubicBezTo>
                <a:cubicBezTo>
                  <a:pt x="20089" y="22059"/>
                  <a:pt x="19979" y="21950"/>
                  <a:pt x="19841" y="21950"/>
                </a:cubicBezTo>
                <a:close/>
                <a:moveTo>
                  <a:pt x="21060" y="21950"/>
                </a:moveTo>
                <a:cubicBezTo>
                  <a:pt x="20841" y="21950"/>
                  <a:pt x="20731" y="22216"/>
                  <a:pt x="20888" y="22373"/>
                </a:cubicBezTo>
                <a:cubicBezTo>
                  <a:pt x="20937" y="22422"/>
                  <a:pt x="20998" y="22444"/>
                  <a:pt x="21058" y="22444"/>
                </a:cubicBezTo>
                <a:cubicBezTo>
                  <a:pt x="21185" y="22444"/>
                  <a:pt x="21308" y="22346"/>
                  <a:pt x="21308" y="22197"/>
                </a:cubicBezTo>
                <a:cubicBezTo>
                  <a:pt x="21308" y="22059"/>
                  <a:pt x="21198" y="21950"/>
                  <a:pt x="21060" y="21950"/>
                </a:cubicBezTo>
                <a:close/>
                <a:moveTo>
                  <a:pt x="22282" y="21950"/>
                </a:moveTo>
                <a:cubicBezTo>
                  <a:pt x="22060" y="21950"/>
                  <a:pt x="21950" y="22216"/>
                  <a:pt x="22107" y="22373"/>
                </a:cubicBezTo>
                <a:cubicBezTo>
                  <a:pt x="22157" y="22422"/>
                  <a:pt x="22219" y="22444"/>
                  <a:pt x="22279" y="22444"/>
                </a:cubicBezTo>
                <a:cubicBezTo>
                  <a:pt x="22406" y="22444"/>
                  <a:pt x="22527" y="22346"/>
                  <a:pt x="22527" y="22197"/>
                </a:cubicBezTo>
                <a:cubicBezTo>
                  <a:pt x="22527" y="22059"/>
                  <a:pt x="22417" y="21950"/>
                  <a:pt x="22282" y="21950"/>
                </a:cubicBezTo>
                <a:close/>
                <a:moveTo>
                  <a:pt x="23501" y="21950"/>
                </a:moveTo>
                <a:cubicBezTo>
                  <a:pt x="23282" y="21950"/>
                  <a:pt x="23169" y="22216"/>
                  <a:pt x="23326" y="22373"/>
                </a:cubicBezTo>
                <a:cubicBezTo>
                  <a:pt x="23376" y="22422"/>
                  <a:pt x="23438" y="22444"/>
                  <a:pt x="23498" y="22444"/>
                </a:cubicBezTo>
                <a:cubicBezTo>
                  <a:pt x="23625" y="22444"/>
                  <a:pt x="23746" y="22346"/>
                  <a:pt x="23746" y="22197"/>
                </a:cubicBezTo>
                <a:cubicBezTo>
                  <a:pt x="23746" y="22059"/>
                  <a:pt x="23636" y="21950"/>
                  <a:pt x="23501" y="21950"/>
                </a:cubicBezTo>
                <a:close/>
                <a:moveTo>
                  <a:pt x="24723" y="21950"/>
                </a:moveTo>
                <a:cubicBezTo>
                  <a:pt x="24595" y="21950"/>
                  <a:pt x="24473" y="22049"/>
                  <a:pt x="24473" y="22197"/>
                </a:cubicBezTo>
                <a:cubicBezTo>
                  <a:pt x="24473" y="22332"/>
                  <a:pt x="24582" y="22445"/>
                  <a:pt x="24720" y="22445"/>
                </a:cubicBezTo>
                <a:cubicBezTo>
                  <a:pt x="24940" y="22445"/>
                  <a:pt x="25049" y="22179"/>
                  <a:pt x="24896" y="22022"/>
                </a:cubicBezTo>
                <a:cubicBezTo>
                  <a:pt x="24845" y="21972"/>
                  <a:pt x="24784" y="21950"/>
                  <a:pt x="24723" y="21950"/>
                </a:cubicBezTo>
                <a:close/>
                <a:moveTo>
                  <a:pt x="330" y="23169"/>
                </a:moveTo>
                <a:cubicBezTo>
                  <a:pt x="111" y="23169"/>
                  <a:pt x="1" y="23435"/>
                  <a:pt x="154" y="23592"/>
                </a:cubicBezTo>
                <a:cubicBezTo>
                  <a:pt x="205" y="23641"/>
                  <a:pt x="267" y="23663"/>
                  <a:pt x="327" y="23663"/>
                </a:cubicBezTo>
                <a:cubicBezTo>
                  <a:pt x="455" y="23663"/>
                  <a:pt x="577" y="23565"/>
                  <a:pt x="577" y="23416"/>
                </a:cubicBezTo>
                <a:cubicBezTo>
                  <a:pt x="577" y="23282"/>
                  <a:pt x="465" y="23169"/>
                  <a:pt x="330" y="23169"/>
                </a:cubicBezTo>
                <a:close/>
                <a:moveTo>
                  <a:pt x="1549" y="23169"/>
                </a:moveTo>
                <a:cubicBezTo>
                  <a:pt x="1330" y="23169"/>
                  <a:pt x="1220" y="23435"/>
                  <a:pt x="1373" y="23592"/>
                </a:cubicBezTo>
                <a:cubicBezTo>
                  <a:pt x="1424" y="23641"/>
                  <a:pt x="1486" y="23663"/>
                  <a:pt x="1546" y="23663"/>
                </a:cubicBezTo>
                <a:cubicBezTo>
                  <a:pt x="1674" y="23663"/>
                  <a:pt x="1797" y="23565"/>
                  <a:pt x="1797" y="23416"/>
                </a:cubicBezTo>
                <a:cubicBezTo>
                  <a:pt x="1797" y="23282"/>
                  <a:pt x="1687" y="23169"/>
                  <a:pt x="1549" y="23169"/>
                </a:cubicBezTo>
                <a:close/>
                <a:moveTo>
                  <a:pt x="2768" y="23169"/>
                </a:moveTo>
                <a:cubicBezTo>
                  <a:pt x="2549" y="23169"/>
                  <a:pt x="2439" y="23435"/>
                  <a:pt x="2596" y="23592"/>
                </a:cubicBezTo>
                <a:cubicBezTo>
                  <a:pt x="2645" y="23641"/>
                  <a:pt x="2706" y="23663"/>
                  <a:pt x="2766" y="23663"/>
                </a:cubicBezTo>
                <a:cubicBezTo>
                  <a:pt x="2893" y="23663"/>
                  <a:pt x="3016" y="23565"/>
                  <a:pt x="3016" y="23416"/>
                </a:cubicBezTo>
                <a:cubicBezTo>
                  <a:pt x="3016" y="23282"/>
                  <a:pt x="2906" y="23169"/>
                  <a:pt x="2768" y="23169"/>
                </a:cubicBezTo>
                <a:close/>
                <a:moveTo>
                  <a:pt x="3987" y="23169"/>
                </a:moveTo>
                <a:cubicBezTo>
                  <a:pt x="3768" y="23169"/>
                  <a:pt x="3658" y="23435"/>
                  <a:pt x="3815" y="23592"/>
                </a:cubicBezTo>
                <a:cubicBezTo>
                  <a:pt x="3864" y="23641"/>
                  <a:pt x="3925" y="23663"/>
                  <a:pt x="3985" y="23663"/>
                </a:cubicBezTo>
                <a:cubicBezTo>
                  <a:pt x="4112" y="23663"/>
                  <a:pt x="4235" y="23565"/>
                  <a:pt x="4235" y="23416"/>
                </a:cubicBezTo>
                <a:cubicBezTo>
                  <a:pt x="4235" y="23282"/>
                  <a:pt x="4125" y="23169"/>
                  <a:pt x="3987" y="23169"/>
                </a:cubicBezTo>
                <a:close/>
                <a:moveTo>
                  <a:pt x="5209" y="23169"/>
                </a:moveTo>
                <a:cubicBezTo>
                  <a:pt x="4987" y="23169"/>
                  <a:pt x="4877" y="23435"/>
                  <a:pt x="5034" y="23592"/>
                </a:cubicBezTo>
                <a:cubicBezTo>
                  <a:pt x="5083" y="23641"/>
                  <a:pt x="5144" y="23663"/>
                  <a:pt x="5204" y="23663"/>
                </a:cubicBezTo>
                <a:cubicBezTo>
                  <a:pt x="5331" y="23663"/>
                  <a:pt x="5454" y="23565"/>
                  <a:pt x="5454" y="23416"/>
                </a:cubicBezTo>
                <a:cubicBezTo>
                  <a:pt x="5454" y="23282"/>
                  <a:pt x="5344" y="23169"/>
                  <a:pt x="5209" y="23169"/>
                </a:cubicBezTo>
                <a:close/>
                <a:moveTo>
                  <a:pt x="6428" y="23169"/>
                </a:moveTo>
                <a:cubicBezTo>
                  <a:pt x="6209" y="23169"/>
                  <a:pt x="6096" y="23435"/>
                  <a:pt x="6253" y="23592"/>
                </a:cubicBezTo>
                <a:cubicBezTo>
                  <a:pt x="6303" y="23641"/>
                  <a:pt x="6365" y="23663"/>
                  <a:pt x="6425" y="23663"/>
                </a:cubicBezTo>
                <a:cubicBezTo>
                  <a:pt x="6552" y="23663"/>
                  <a:pt x="6673" y="23565"/>
                  <a:pt x="6673" y="23416"/>
                </a:cubicBezTo>
                <a:cubicBezTo>
                  <a:pt x="6673" y="23282"/>
                  <a:pt x="6563" y="23169"/>
                  <a:pt x="6428" y="23169"/>
                </a:cubicBezTo>
                <a:close/>
                <a:moveTo>
                  <a:pt x="7647" y="23169"/>
                </a:moveTo>
                <a:cubicBezTo>
                  <a:pt x="7428" y="23169"/>
                  <a:pt x="7318" y="23435"/>
                  <a:pt x="7472" y="23592"/>
                </a:cubicBezTo>
                <a:cubicBezTo>
                  <a:pt x="7522" y="23641"/>
                  <a:pt x="7584" y="23663"/>
                  <a:pt x="7645" y="23663"/>
                </a:cubicBezTo>
                <a:cubicBezTo>
                  <a:pt x="7772" y="23663"/>
                  <a:pt x="7895" y="23565"/>
                  <a:pt x="7895" y="23416"/>
                </a:cubicBezTo>
                <a:cubicBezTo>
                  <a:pt x="7895" y="23282"/>
                  <a:pt x="7782" y="23169"/>
                  <a:pt x="7647" y="23169"/>
                </a:cubicBezTo>
                <a:close/>
                <a:moveTo>
                  <a:pt x="8866" y="23169"/>
                </a:moveTo>
                <a:cubicBezTo>
                  <a:pt x="8647" y="23169"/>
                  <a:pt x="8537" y="23435"/>
                  <a:pt x="8691" y="23592"/>
                </a:cubicBezTo>
                <a:cubicBezTo>
                  <a:pt x="8741" y="23641"/>
                  <a:pt x="8803" y="23663"/>
                  <a:pt x="8864" y="23663"/>
                </a:cubicBezTo>
                <a:cubicBezTo>
                  <a:pt x="8991" y="23663"/>
                  <a:pt x="9114" y="23565"/>
                  <a:pt x="9114" y="23416"/>
                </a:cubicBezTo>
                <a:cubicBezTo>
                  <a:pt x="9114" y="23282"/>
                  <a:pt x="9001" y="23169"/>
                  <a:pt x="8866" y="23169"/>
                </a:cubicBezTo>
                <a:close/>
                <a:moveTo>
                  <a:pt x="10085" y="23169"/>
                </a:moveTo>
                <a:cubicBezTo>
                  <a:pt x="9866" y="23169"/>
                  <a:pt x="9756" y="23435"/>
                  <a:pt x="9910" y="23592"/>
                </a:cubicBezTo>
                <a:cubicBezTo>
                  <a:pt x="9960" y="23641"/>
                  <a:pt x="10022" y="23663"/>
                  <a:pt x="10083" y="23663"/>
                </a:cubicBezTo>
                <a:cubicBezTo>
                  <a:pt x="10211" y="23663"/>
                  <a:pt x="10333" y="23565"/>
                  <a:pt x="10333" y="23416"/>
                </a:cubicBezTo>
                <a:cubicBezTo>
                  <a:pt x="10333" y="23282"/>
                  <a:pt x="10223" y="23169"/>
                  <a:pt x="10085" y="23169"/>
                </a:cubicBezTo>
                <a:close/>
                <a:moveTo>
                  <a:pt x="11305" y="23169"/>
                </a:moveTo>
                <a:cubicBezTo>
                  <a:pt x="11085" y="23169"/>
                  <a:pt x="10975" y="23435"/>
                  <a:pt x="11132" y="23592"/>
                </a:cubicBezTo>
                <a:cubicBezTo>
                  <a:pt x="11182" y="23641"/>
                  <a:pt x="11243" y="23663"/>
                  <a:pt x="11303" y="23663"/>
                </a:cubicBezTo>
                <a:cubicBezTo>
                  <a:pt x="11430" y="23663"/>
                  <a:pt x="11552" y="23565"/>
                  <a:pt x="11552" y="23416"/>
                </a:cubicBezTo>
                <a:cubicBezTo>
                  <a:pt x="11552" y="23282"/>
                  <a:pt x="11442" y="23169"/>
                  <a:pt x="11305" y="23169"/>
                </a:cubicBezTo>
                <a:close/>
                <a:moveTo>
                  <a:pt x="12524" y="23169"/>
                </a:moveTo>
                <a:cubicBezTo>
                  <a:pt x="12304" y="23169"/>
                  <a:pt x="12195" y="23435"/>
                  <a:pt x="12351" y="23592"/>
                </a:cubicBezTo>
                <a:cubicBezTo>
                  <a:pt x="12401" y="23641"/>
                  <a:pt x="12462" y="23663"/>
                  <a:pt x="12522" y="23663"/>
                </a:cubicBezTo>
                <a:cubicBezTo>
                  <a:pt x="12649" y="23663"/>
                  <a:pt x="12771" y="23565"/>
                  <a:pt x="12771" y="23416"/>
                </a:cubicBezTo>
                <a:cubicBezTo>
                  <a:pt x="12771" y="23282"/>
                  <a:pt x="12661" y="23169"/>
                  <a:pt x="12524" y="23169"/>
                </a:cubicBezTo>
                <a:close/>
                <a:moveTo>
                  <a:pt x="13746" y="23169"/>
                </a:moveTo>
                <a:cubicBezTo>
                  <a:pt x="13523" y="23169"/>
                  <a:pt x="13414" y="23435"/>
                  <a:pt x="13570" y="23592"/>
                </a:cubicBezTo>
                <a:cubicBezTo>
                  <a:pt x="13620" y="23641"/>
                  <a:pt x="13681" y="23663"/>
                  <a:pt x="13741" y="23663"/>
                </a:cubicBezTo>
                <a:cubicBezTo>
                  <a:pt x="13868" y="23663"/>
                  <a:pt x="13990" y="23565"/>
                  <a:pt x="13990" y="23416"/>
                </a:cubicBezTo>
                <a:cubicBezTo>
                  <a:pt x="13990" y="23282"/>
                  <a:pt x="13881" y="23169"/>
                  <a:pt x="13746" y="23169"/>
                </a:cubicBezTo>
                <a:close/>
                <a:moveTo>
                  <a:pt x="14965" y="23169"/>
                </a:moveTo>
                <a:cubicBezTo>
                  <a:pt x="14745" y="23169"/>
                  <a:pt x="14633" y="23435"/>
                  <a:pt x="14789" y="23592"/>
                </a:cubicBezTo>
                <a:cubicBezTo>
                  <a:pt x="14840" y="23641"/>
                  <a:pt x="14901" y="23663"/>
                  <a:pt x="14961" y="23663"/>
                </a:cubicBezTo>
                <a:cubicBezTo>
                  <a:pt x="15088" y="23663"/>
                  <a:pt x="15209" y="23565"/>
                  <a:pt x="15209" y="23416"/>
                </a:cubicBezTo>
                <a:cubicBezTo>
                  <a:pt x="15209" y="23282"/>
                  <a:pt x="15100" y="23169"/>
                  <a:pt x="14965" y="23169"/>
                </a:cubicBezTo>
                <a:close/>
                <a:moveTo>
                  <a:pt x="16184" y="23169"/>
                </a:moveTo>
                <a:cubicBezTo>
                  <a:pt x="15964" y="23169"/>
                  <a:pt x="15855" y="23435"/>
                  <a:pt x="16008" y="23592"/>
                </a:cubicBezTo>
                <a:cubicBezTo>
                  <a:pt x="16059" y="23641"/>
                  <a:pt x="16121" y="23663"/>
                  <a:pt x="16181" y="23663"/>
                </a:cubicBezTo>
                <a:cubicBezTo>
                  <a:pt x="16309" y="23663"/>
                  <a:pt x="16431" y="23565"/>
                  <a:pt x="16431" y="23416"/>
                </a:cubicBezTo>
                <a:cubicBezTo>
                  <a:pt x="16431" y="23282"/>
                  <a:pt x="16319" y="23169"/>
                  <a:pt x="16184" y="23169"/>
                </a:cubicBezTo>
                <a:close/>
                <a:moveTo>
                  <a:pt x="17403" y="23169"/>
                </a:moveTo>
                <a:cubicBezTo>
                  <a:pt x="17184" y="23169"/>
                  <a:pt x="17074" y="23435"/>
                  <a:pt x="17227" y="23592"/>
                </a:cubicBezTo>
                <a:cubicBezTo>
                  <a:pt x="17278" y="23641"/>
                  <a:pt x="17340" y="23663"/>
                  <a:pt x="17400" y="23663"/>
                </a:cubicBezTo>
                <a:cubicBezTo>
                  <a:pt x="17528" y="23663"/>
                  <a:pt x="17650" y="23565"/>
                  <a:pt x="17650" y="23416"/>
                </a:cubicBezTo>
                <a:cubicBezTo>
                  <a:pt x="17650" y="23282"/>
                  <a:pt x="17538" y="23169"/>
                  <a:pt x="17403" y="23169"/>
                </a:cubicBezTo>
                <a:close/>
                <a:moveTo>
                  <a:pt x="18622" y="23169"/>
                </a:moveTo>
                <a:cubicBezTo>
                  <a:pt x="18403" y="23169"/>
                  <a:pt x="18293" y="23435"/>
                  <a:pt x="18446" y="23592"/>
                </a:cubicBezTo>
                <a:cubicBezTo>
                  <a:pt x="18497" y="23641"/>
                  <a:pt x="18559" y="23663"/>
                  <a:pt x="18619" y="23663"/>
                </a:cubicBezTo>
                <a:cubicBezTo>
                  <a:pt x="18747" y="23663"/>
                  <a:pt x="18870" y="23565"/>
                  <a:pt x="18870" y="23416"/>
                </a:cubicBezTo>
                <a:cubicBezTo>
                  <a:pt x="18870" y="23282"/>
                  <a:pt x="18760" y="23169"/>
                  <a:pt x="18622" y="23169"/>
                </a:cubicBezTo>
                <a:close/>
                <a:moveTo>
                  <a:pt x="19841" y="23169"/>
                </a:moveTo>
                <a:cubicBezTo>
                  <a:pt x="19622" y="23169"/>
                  <a:pt x="19512" y="23435"/>
                  <a:pt x="19669" y="23592"/>
                </a:cubicBezTo>
                <a:cubicBezTo>
                  <a:pt x="19718" y="23641"/>
                  <a:pt x="19779" y="23663"/>
                  <a:pt x="19839" y="23663"/>
                </a:cubicBezTo>
                <a:cubicBezTo>
                  <a:pt x="19966" y="23663"/>
                  <a:pt x="20089" y="23565"/>
                  <a:pt x="20089" y="23416"/>
                </a:cubicBezTo>
                <a:cubicBezTo>
                  <a:pt x="20089" y="23282"/>
                  <a:pt x="19979" y="23169"/>
                  <a:pt x="19841" y="23169"/>
                </a:cubicBezTo>
                <a:close/>
                <a:moveTo>
                  <a:pt x="21060" y="23169"/>
                </a:moveTo>
                <a:cubicBezTo>
                  <a:pt x="20841" y="23169"/>
                  <a:pt x="20731" y="23435"/>
                  <a:pt x="20888" y="23592"/>
                </a:cubicBezTo>
                <a:cubicBezTo>
                  <a:pt x="20937" y="23641"/>
                  <a:pt x="20998" y="23663"/>
                  <a:pt x="21058" y="23663"/>
                </a:cubicBezTo>
                <a:cubicBezTo>
                  <a:pt x="21185" y="23663"/>
                  <a:pt x="21308" y="23565"/>
                  <a:pt x="21308" y="23416"/>
                </a:cubicBezTo>
                <a:cubicBezTo>
                  <a:pt x="21308" y="23282"/>
                  <a:pt x="21198" y="23169"/>
                  <a:pt x="21060" y="23169"/>
                </a:cubicBezTo>
                <a:close/>
                <a:moveTo>
                  <a:pt x="22282" y="23169"/>
                </a:moveTo>
                <a:cubicBezTo>
                  <a:pt x="22060" y="23169"/>
                  <a:pt x="21950" y="23435"/>
                  <a:pt x="22107" y="23592"/>
                </a:cubicBezTo>
                <a:cubicBezTo>
                  <a:pt x="22157" y="23641"/>
                  <a:pt x="22219" y="23663"/>
                  <a:pt x="22279" y="23663"/>
                </a:cubicBezTo>
                <a:cubicBezTo>
                  <a:pt x="22406" y="23663"/>
                  <a:pt x="22527" y="23565"/>
                  <a:pt x="22527" y="23416"/>
                </a:cubicBezTo>
                <a:cubicBezTo>
                  <a:pt x="22527" y="23282"/>
                  <a:pt x="22417" y="23169"/>
                  <a:pt x="22282" y="23169"/>
                </a:cubicBezTo>
                <a:close/>
                <a:moveTo>
                  <a:pt x="23501" y="23169"/>
                </a:moveTo>
                <a:cubicBezTo>
                  <a:pt x="23282" y="23169"/>
                  <a:pt x="23169" y="23435"/>
                  <a:pt x="23326" y="23592"/>
                </a:cubicBezTo>
                <a:cubicBezTo>
                  <a:pt x="23376" y="23641"/>
                  <a:pt x="23438" y="23663"/>
                  <a:pt x="23498" y="23663"/>
                </a:cubicBezTo>
                <a:cubicBezTo>
                  <a:pt x="23625" y="23663"/>
                  <a:pt x="23746" y="23565"/>
                  <a:pt x="23746" y="23416"/>
                </a:cubicBezTo>
                <a:cubicBezTo>
                  <a:pt x="23746" y="23282"/>
                  <a:pt x="23636" y="23169"/>
                  <a:pt x="23501" y="23169"/>
                </a:cubicBezTo>
                <a:close/>
                <a:moveTo>
                  <a:pt x="24720" y="23169"/>
                </a:moveTo>
                <a:cubicBezTo>
                  <a:pt x="24501" y="23169"/>
                  <a:pt x="24391" y="23435"/>
                  <a:pt x="24545" y="23592"/>
                </a:cubicBezTo>
                <a:cubicBezTo>
                  <a:pt x="24595" y="23641"/>
                  <a:pt x="24657" y="23663"/>
                  <a:pt x="24718" y="23663"/>
                </a:cubicBezTo>
                <a:cubicBezTo>
                  <a:pt x="24845" y="23663"/>
                  <a:pt x="24968" y="23565"/>
                  <a:pt x="24968" y="23416"/>
                </a:cubicBezTo>
                <a:cubicBezTo>
                  <a:pt x="24968" y="23282"/>
                  <a:pt x="24855" y="23169"/>
                  <a:pt x="24720" y="23169"/>
                </a:cubicBezTo>
                <a:close/>
                <a:moveTo>
                  <a:pt x="330" y="24388"/>
                </a:moveTo>
                <a:cubicBezTo>
                  <a:pt x="111" y="24388"/>
                  <a:pt x="1" y="24654"/>
                  <a:pt x="154" y="24811"/>
                </a:cubicBezTo>
                <a:cubicBezTo>
                  <a:pt x="205" y="24861"/>
                  <a:pt x="267" y="24884"/>
                  <a:pt x="327" y="24884"/>
                </a:cubicBezTo>
                <a:cubicBezTo>
                  <a:pt x="455" y="24884"/>
                  <a:pt x="577" y="24784"/>
                  <a:pt x="577" y="24635"/>
                </a:cubicBezTo>
                <a:cubicBezTo>
                  <a:pt x="577" y="24503"/>
                  <a:pt x="468" y="24391"/>
                  <a:pt x="335" y="24391"/>
                </a:cubicBezTo>
                <a:cubicBezTo>
                  <a:pt x="334" y="24391"/>
                  <a:pt x="332" y="24391"/>
                  <a:pt x="330" y="24391"/>
                </a:cubicBezTo>
                <a:lnTo>
                  <a:pt x="330" y="24388"/>
                </a:lnTo>
                <a:close/>
                <a:moveTo>
                  <a:pt x="1549" y="24388"/>
                </a:moveTo>
                <a:cubicBezTo>
                  <a:pt x="1330" y="24388"/>
                  <a:pt x="1220" y="24654"/>
                  <a:pt x="1373" y="24811"/>
                </a:cubicBezTo>
                <a:cubicBezTo>
                  <a:pt x="1424" y="24861"/>
                  <a:pt x="1486" y="24884"/>
                  <a:pt x="1546" y="24884"/>
                </a:cubicBezTo>
                <a:cubicBezTo>
                  <a:pt x="1674" y="24884"/>
                  <a:pt x="1797" y="24784"/>
                  <a:pt x="1797" y="24635"/>
                </a:cubicBezTo>
                <a:cubicBezTo>
                  <a:pt x="1797" y="24501"/>
                  <a:pt x="1687" y="24391"/>
                  <a:pt x="1549" y="24391"/>
                </a:cubicBezTo>
                <a:lnTo>
                  <a:pt x="1549" y="24388"/>
                </a:lnTo>
                <a:close/>
                <a:moveTo>
                  <a:pt x="2768" y="24388"/>
                </a:moveTo>
                <a:cubicBezTo>
                  <a:pt x="2549" y="24388"/>
                  <a:pt x="2439" y="24654"/>
                  <a:pt x="2596" y="24811"/>
                </a:cubicBezTo>
                <a:cubicBezTo>
                  <a:pt x="2645" y="24861"/>
                  <a:pt x="2706" y="24884"/>
                  <a:pt x="2766" y="24884"/>
                </a:cubicBezTo>
                <a:cubicBezTo>
                  <a:pt x="2893" y="24884"/>
                  <a:pt x="3016" y="24784"/>
                  <a:pt x="3016" y="24635"/>
                </a:cubicBezTo>
                <a:cubicBezTo>
                  <a:pt x="3016" y="24503"/>
                  <a:pt x="2909" y="24391"/>
                  <a:pt x="2774" y="24391"/>
                </a:cubicBezTo>
                <a:cubicBezTo>
                  <a:pt x="2772" y="24391"/>
                  <a:pt x="2770" y="24391"/>
                  <a:pt x="2768" y="24391"/>
                </a:cubicBezTo>
                <a:lnTo>
                  <a:pt x="2768" y="24388"/>
                </a:lnTo>
                <a:close/>
                <a:moveTo>
                  <a:pt x="3987" y="24388"/>
                </a:moveTo>
                <a:cubicBezTo>
                  <a:pt x="3768" y="24388"/>
                  <a:pt x="3658" y="24654"/>
                  <a:pt x="3815" y="24811"/>
                </a:cubicBezTo>
                <a:cubicBezTo>
                  <a:pt x="3864" y="24861"/>
                  <a:pt x="3925" y="24884"/>
                  <a:pt x="3986" y="24884"/>
                </a:cubicBezTo>
                <a:cubicBezTo>
                  <a:pt x="4112" y="24884"/>
                  <a:pt x="4235" y="24784"/>
                  <a:pt x="4235" y="24635"/>
                </a:cubicBezTo>
                <a:cubicBezTo>
                  <a:pt x="4235" y="24501"/>
                  <a:pt x="4125" y="24391"/>
                  <a:pt x="3987" y="24391"/>
                </a:cubicBezTo>
                <a:lnTo>
                  <a:pt x="3987" y="24388"/>
                </a:lnTo>
                <a:close/>
                <a:moveTo>
                  <a:pt x="5209" y="24388"/>
                </a:moveTo>
                <a:cubicBezTo>
                  <a:pt x="4987" y="24388"/>
                  <a:pt x="4877" y="24654"/>
                  <a:pt x="5034" y="24811"/>
                </a:cubicBezTo>
                <a:cubicBezTo>
                  <a:pt x="5083" y="24861"/>
                  <a:pt x="5144" y="24884"/>
                  <a:pt x="5205" y="24884"/>
                </a:cubicBezTo>
                <a:cubicBezTo>
                  <a:pt x="5331" y="24884"/>
                  <a:pt x="5454" y="24784"/>
                  <a:pt x="5454" y="24635"/>
                </a:cubicBezTo>
                <a:cubicBezTo>
                  <a:pt x="5454" y="24503"/>
                  <a:pt x="5347" y="24391"/>
                  <a:pt x="5215" y="24391"/>
                </a:cubicBezTo>
                <a:cubicBezTo>
                  <a:pt x="5213" y="24391"/>
                  <a:pt x="5211" y="24391"/>
                  <a:pt x="5209" y="24391"/>
                </a:cubicBezTo>
                <a:lnTo>
                  <a:pt x="5209" y="24388"/>
                </a:lnTo>
                <a:close/>
                <a:moveTo>
                  <a:pt x="6428" y="24388"/>
                </a:moveTo>
                <a:cubicBezTo>
                  <a:pt x="6209" y="24388"/>
                  <a:pt x="6096" y="24654"/>
                  <a:pt x="6253" y="24811"/>
                </a:cubicBezTo>
                <a:cubicBezTo>
                  <a:pt x="6303" y="24861"/>
                  <a:pt x="6365" y="24884"/>
                  <a:pt x="6425" y="24884"/>
                </a:cubicBezTo>
                <a:cubicBezTo>
                  <a:pt x="6552" y="24884"/>
                  <a:pt x="6673" y="24784"/>
                  <a:pt x="6673" y="24635"/>
                </a:cubicBezTo>
                <a:cubicBezTo>
                  <a:pt x="6673" y="24501"/>
                  <a:pt x="6563" y="24391"/>
                  <a:pt x="6428" y="24391"/>
                </a:cubicBezTo>
                <a:lnTo>
                  <a:pt x="6428" y="24388"/>
                </a:lnTo>
                <a:close/>
                <a:moveTo>
                  <a:pt x="7647" y="24388"/>
                </a:moveTo>
                <a:cubicBezTo>
                  <a:pt x="7428" y="24388"/>
                  <a:pt x="7318" y="24654"/>
                  <a:pt x="7472" y="24811"/>
                </a:cubicBezTo>
                <a:cubicBezTo>
                  <a:pt x="7522" y="24861"/>
                  <a:pt x="7584" y="24884"/>
                  <a:pt x="7645" y="24884"/>
                </a:cubicBezTo>
                <a:cubicBezTo>
                  <a:pt x="7773" y="24884"/>
                  <a:pt x="7895" y="24784"/>
                  <a:pt x="7895" y="24635"/>
                </a:cubicBezTo>
                <a:cubicBezTo>
                  <a:pt x="7895" y="24501"/>
                  <a:pt x="7782" y="24391"/>
                  <a:pt x="7647" y="24391"/>
                </a:cubicBezTo>
                <a:lnTo>
                  <a:pt x="7647" y="24388"/>
                </a:lnTo>
                <a:close/>
                <a:moveTo>
                  <a:pt x="8866" y="24388"/>
                </a:moveTo>
                <a:cubicBezTo>
                  <a:pt x="8647" y="24388"/>
                  <a:pt x="8537" y="24654"/>
                  <a:pt x="8691" y="24811"/>
                </a:cubicBezTo>
                <a:cubicBezTo>
                  <a:pt x="8741" y="24861"/>
                  <a:pt x="8803" y="24884"/>
                  <a:pt x="8864" y="24884"/>
                </a:cubicBezTo>
                <a:cubicBezTo>
                  <a:pt x="8992" y="24884"/>
                  <a:pt x="9114" y="24784"/>
                  <a:pt x="9114" y="24635"/>
                </a:cubicBezTo>
                <a:cubicBezTo>
                  <a:pt x="9114" y="24503"/>
                  <a:pt x="9004" y="24391"/>
                  <a:pt x="8872" y="24391"/>
                </a:cubicBezTo>
                <a:cubicBezTo>
                  <a:pt x="8870" y="24391"/>
                  <a:pt x="8868" y="24391"/>
                  <a:pt x="8866" y="24391"/>
                </a:cubicBezTo>
                <a:lnTo>
                  <a:pt x="8866" y="24388"/>
                </a:lnTo>
                <a:close/>
                <a:moveTo>
                  <a:pt x="10085" y="24388"/>
                </a:moveTo>
                <a:cubicBezTo>
                  <a:pt x="9866" y="24388"/>
                  <a:pt x="9756" y="24654"/>
                  <a:pt x="9910" y="24811"/>
                </a:cubicBezTo>
                <a:cubicBezTo>
                  <a:pt x="9960" y="24861"/>
                  <a:pt x="10022" y="24884"/>
                  <a:pt x="10083" y="24884"/>
                </a:cubicBezTo>
                <a:cubicBezTo>
                  <a:pt x="10211" y="24884"/>
                  <a:pt x="10333" y="24784"/>
                  <a:pt x="10333" y="24635"/>
                </a:cubicBezTo>
                <a:cubicBezTo>
                  <a:pt x="10333" y="24503"/>
                  <a:pt x="10226" y="24391"/>
                  <a:pt x="10091" y="24391"/>
                </a:cubicBezTo>
                <a:cubicBezTo>
                  <a:pt x="10089" y="24391"/>
                  <a:pt x="10087" y="24391"/>
                  <a:pt x="10085" y="24391"/>
                </a:cubicBezTo>
                <a:lnTo>
                  <a:pt x="10085" y="24388"/>
                </a:lnTo>
                <a:close/>
                <a:moveTo>
                  <a:pt x="11305" y="24388"/>
                </a:moveTo>
                <a:cubicBezTo>
                  <a:pt x="11085" y="24388"/>
                  <a:pt x="10975" y="24654"/>
                  <a:pt x="11132" y="24811"/>
                </a:cubicBezTo>
                <a:cubicBezTo>
                  <a:pt x="11182" y="24861"/>
                  <a:pt x="11243" y="24884"/>
                  <a:pt x="11303" y="24884"/>
                </a:cubicBezTo>
                <a:cubicBezTo>
                  <a:pt x="11430" y="24884"/>
                  <a:pt x="11552" y="24784"/>
                  <a:pt x="11552" y="24635"/>
                </a:cubicBezTo>
                <a:cubicBezTo>
                  <a:pt x="11552" y="24501"/>
                  <a:pt x="11442" y="24391"/>
                  <a:pt x="11305" y="24391"/>
                </a:cubicBezTo>
                <a:lnTo>
                  <a:pt x="11305" y="24388"/>
                </a:lnTo>
                <a:close/>
                <a:moveTo>
                  <a:pt x="12524" y="24388"/>
                </a:moveTo>
                <a:cubicBezTo>
                  <a:pt x="12304" y="24388"/>
                  <a:pt x="12195" y="24654"/>
                  <a:pt x="12351" y="24811"/>
                </a:cubicBezTo>
                <a:cubicBezTo>
                  <a:pt x="12401" y="24861"/>
                  <a:pt x="12462" y="24884"/>
                  <a:pt x="12522" y="24884"/>
                </a:cubicBezTo>
                <a:cubicBezTo>
                  <a:pt x="12649" y="24884"/>
                  <a:pt x="12771" y="24784"/>
                  <a:pt x="12771" y="24635"/>
                </a:cubicBezTo>
                <a:cubicBezTo>
                  <a:pt x="12771" y="24501"/>
                  <a:pt x="12661" y="24391"/>
                  <a:pt x="12524" y="24391"/>
                </a:cubicBezTo>
                <a:lnTo>
                  <a:pt x="12524" y="24388"/>
                </a:lnTo>
                <a:close/>
                <a:moveTo>
                  <a:pt x="13746" y="24388"/>
                </a:moveTo>
                <a:cubicBezTo>
                  <a:pt x="13523" y="24388"/>
                  <a:pt x="13414" y="24654"/>
                  <a:pt x="13570" y="24811"/>
                </a:cubicBezTo>
                <a:cubicBezTo>
                  <a:pt x="13620" y="24861"/>
                  <a:pt x="13681" y="24884"/>
                  <a:pt x="13741" y="24884"/>
                </a:cubicBezTo>
                <a:cubicBezTo>
                  <a:pt x="13868" y="24884"/>
                  <a:pt x="13990" y="24784"/>
                  <a:pt x="13990" y="24635"/>
                </a:cubicBezTo>
                <a:cubicBezTo>
                  <a:pt x="13990" y="24503"/>
                  <a:pt x="13883" y="24391"/>
                  <a:pt x="13751" y="24391"/>
                </a:cubicBezTo>
                <a:cubicBezTo>
                  <a:pt x="13749" y="24391"/>
                  <a:pt x="13748" y="24391"/>
                  <a:pt x="13746" y="24391"/>
                </a:cubicBezTo>
                <a:lnTo>
                  <a:pt x="13746" y="24388"/>
                </a:lnTo>
                <a:close/>
                <a:moveTo>
                  <a:pt x="14965" y="24388"/>
                </a:moveTo>
                <a:cubicBezTo>
                  <a:pt x="14745" y="24388"/>
                  <a:pt x="14633" y="24654"/>
                  <a:pt x="14789" y="24811"/>
                </a:cubicBezTo>
                <a:cubicBezTo>
                  <a:pt x="14840" y="24861"/>
                  <a:pt x="14901" y="24884"/>
                  <a:pt x="14962" y="24884"/>
                </a:cubicBezTo>
                <a:cubicBezTo>
                  <a:pt x="15088" y="24884"/>
                  <a:pt x="15209" y="24784"/>
                  <a:pt x="15209" y="24635"/>
                </a:cubicBezTo>
                <a:cubicBezTo>
                  <a:pt x="15209" y="24501"/>
                  <a:pt x="15100" y="24391"/>
                  <a:pt x="14965" y="24391"/>
                </a:cubicBezTo>
                <a:lnTo>
                  <a:pt x="14965" y="24388"/>
                </a:lnTo>
                <a:close/>
                <a:moveTo>
                  <a:pt x="16184" y="24388"/>
                </a:moveTo>
                <a:cubicBezTo>
                  <a:pt x="15964" y="24388"/>
                  <a:pt x="15855" y="24654"/>
                  <a:pt x="16008" y="24811"/>
                </a:cubicBezTo>
                <a:cubicBezTo>
                  <a:pt x="16059" y="24861"/>
                  <a:pt x="16121" y="24884"/>
                  <a:pt x="16181" y="24884"/>
                </a:cubicBezTo>
                <a:cubicBezTo>
                  <a:pt x="16309" y="24884"/>
                  <a:pt x="16431" y="24784"/>
                  <a:pt x="16431" y="24635"/>
                </a:cubicBezTo>
                <a:cubicBezTo>
                  <a:pt x="16431" y="24501"/>
                  <a:pt x="16319" y="24391"/>
                  <a:pt x="16184" y="24391"/>
                </a:cubicBezTo>
                <a:lnTo>
                  <a:pt x="16184" y="24388"/>
                </a:lnTo>
                <a:close/>
                <a:moveTo>
                  <a:pt x="17403" y="24388"/>
                </a:moveTo>
                <a:cubicBezTo>
                  <a:pt x="17184" y="24388"/>
                  <a:pt x="17074" y="24654"/>
                  <a:pt x="17227" y="24811"/>
                </a:cubicBezTo>
                <a:cubicBezTo>
                  <a:pt x="17278" y="24861"/>
                  <a:pt x="17340" y="24884"/>
                  <a:pt x="17400" y="24884"/>
                </a:cubicBezTo>
                <a:cubicBezTo>
                  <a:pt x="17528" y="24884"/>
                  <a:pt x="17650" y="24784"/>
                  <a:pt x="17650" y="24635"/>
                </a:cubicBezTo>
                <a:cubicBezTo>
                  <a:pt x="17650" y="24503"/>
                  <a:pt x="17541" y="24391"/>
                  <a:pt x="17408" y="24391"/>
                </a:cubicBezTo>
                <a:cubicBezTo>
                  <a:pt x="17407" y="24391"/>
                  <a:pt x="17405" y="24391"/>
                  <a:pt x="17403" y="24391"/>
                </a:cubicBezTo>
                <a:lnTo>
                  <a:pt x="17403" y="24388"/>
                </a:lnTo>
                <a:close/>
                <a:moveTo>
                  <a:pt x="18622" y="24388"/>
                </a:moveTo>
                <a:cubicBezTo>
                  <a:pt x="18403" y="24388"/>
                  <a:pt x="18293" y="24654"/>
                  <a:pt x="18446" y="24811"/>
                </a:cubicBezTo>
                <a:cubicBezTo>
                  <a:pt x="18497" y="24861"/>
                  <a:pt x="18559" y="24884"/>
                  <a:pt x="18619" y="24884"/>
                </a:cubicBezTo>
                <a:cubicBezTo>
                  <a:pt x="18747" y="24884"/>
                  <a:pt x="18870" y="24784"/>
                  <a:pt x="18870" y="24635"/>
                </a:cubicBezTo>
                <a:cubicBezTo>
                  <a:pt x="18870" y="24501"/>
                  <a:pt x="18760" y="24391"/>
                  <a:pt x="18622" y="24391"/>
                </a:cubicBezTo>
                <a:lnTo>
                  <a:pt x="18622" y="24388"/>
                </a:lnTo>
                <a:close/>
                <a:moveTo>
                  <a:pt x="19841" y="24388"/>
                </a:moveTo>
                <a:cubicBezTo>
                  <a:pt x="19622" y="24388"/>
                  <a:pt x="19512" y="24654"/>
                  <a:pt x="19669" y="24811"/>
                </a:cubicBezTo>
                <a:cubicBezTo>
                  <a:pt x="19718" y="24861"/>
                  <a:pt x="19779" y="24884"/>
                  <a:pt x="19839" y="24884"/>
                </a:cubicBezTo>
                <a:cubicBezTo>
                  <a:pt x="19966" y="24884"/>
                  <a:pt x="20089" y="24784"/>
                  <a:pt x="20089" y="24635"/>
                </a:cubicBezTo>
                <a:cubicBezTo>
                  <a:pt x="20089" y="24503"/>
                  <a:pt x="19982" y="24391"/>
                  <a:pt x="19847" y="24391"/>
                </a:cubicBezTo>
                <a:cubicBezTo>
                  <a:pt x="19845" y="24391"/>
                  <a:pt x="19843" y="24391"/>
                  <a:pt x="19841" y="24391"/>
                </a:cubicBezTo>
                <a:lnTo>
                  <a:pt x="19841" y="24388"/>
                </a:lnTo>
                <a:close/>
                <a:moveTo>
                  <a:pt x="21060" y="24388"/>
                </a:moveTo>
                <a:cubicBezTo>
                  <a:pt x="20841" y="24388"/>
                  <a:pt x="20731" y="24654"/>
                  <a:pt x="20888" y="24811"/>
                </a:cubicBezTo>
                <a:cubicBezTo>
                  <a:pt x="20937" y="24861"/>
                  <a:pt x="20998" y="24884"/>
                  <a:pt x="21058" y="24884"/>
                </a:cubicBezTo>
                <a:cubicBezTo>
                  <a:pt x="21185" y="24884"/>
                  <a:pt x="21308" y="24784"/>
                  <a:pt x="21308" y="24635"/>
                </a:cubicBezTo>
                <a:cubicBezTo>
                  <a:pt x="21308" y="24503"/>
                  <a:pt x="21201" y="24391"/>
                  <a:pt x="21066" y="24391"/>
                </a:cubicBezTo>
                <a:cubicBezTo>
                  <a:pt x="21064" y="24391"/>
                  <a:pt x="21062" y="24391"/>
                  <a:pt x="21060" y="24391"/>
                </a:cubicBezTo>
                <a:lnTo>
                  <a:pt x="21060" y="24388"/>
                </a:lnTo>
                <a:close/>
                <a:moveTo>
                  <a:pt x="22282" y="24388"/>
                </a:moveTo>
                <a:cubicBezTo>
                  <a:pt x="22060" y="24388"/>
                  <a:pt x="21950" y="24654"/>
                  <a:pt x="22107" y="24811"/>
                </a:cubicBezTo>
                <a:cubicBezTo>
                  <a:pt x="22157" y="24861"/>
                  <a:pt x="22219" y="24884"/>
                  <a:pt x="22279" y="24884"/>
                </a:cubicBezTo>
                <a:cubicBezTo>
                  <a:pt x="22406" y="24884"/>
                  <a:pt x="22527" y="24784"/>
                  <a:pt x="22527" y="24635"/>
                </a:cubicBezTo>
                <a:cubicBezTo>
                  <a:pt x="22527" y="24503"/>
                  <a:pt x="22420" y="24391"/>
                  <a:pt x="22288" y="24391"/>
                </a:cubicBezTo>
                <a:cubicBezTo>
                  <a:pt x="22286" y="24391"/>
                  <a:pt x="22284" y="24391"/>
                  <a:pt x="22282" y="24391"/>
                </a:cubicBezTo>
                <a:lnTo>
                  <a:pt x="22282" y="24388"/>
                </a:lnTo>
                <a:close/>
                <a:moveTo>
                  <a:pt x="23501" y="24388"/>
                </a:moveTo>
                <a:cubicBezTo>
                  <a:pt x="23282" y="24388"/>
                  <a:pt x="23169" y="24654"/>
                  <a:pt x="23326" y="24811"/>
                </a:cubicBezTo>
                <a:cubicBezTo>
                  <a:pt x="23376" y="24861"/>
                  <a:pt x="23438" y="24884"/>
                  <a:pt x="23498" y="24884"/>
                </a:cubicBezTo>
                <a:cubicBezTo>
                  <a:pt x="23625" y="24884"/>
                  <a:pt x="23746" y="24784"/>
                  <a:pt x="23746" y="24635"/>
                </a:cubicBezTo>
                <a:cubicBezTo>
                  <a:pt x="23746" y="24501"/>
                  <a:pt x="23636" y="24391"/>
                  <a:pt x="23501" y="24391"/>
                </a:cubicBezTo>
                <a:lnTo>
                  <a:pt x="23501" y="24388"/>
                </a:lnTo>
                <a:close/>
                <a:moveTo>
                  <a:pt x="24720" y="24388"/>
                </a:moveTo>
                <a:cubicBezTo>
                  <a:pt x="24501" y="24388"/>
                  <a:pt x="24391" y="24654"/>
                  <a:pt x="24545" y="24811"/>
                </a:cubicBezTo>
                <a:cubicBezTo>
                  <a:pt x="24595" y="24861"/>
                  <a:pt x="24657" y="24884"/>
                  <a:pt x="24718" y="24884"/>
                </a:cubicBezTo>
                <a:cubicBezTo>
                  <a:pt x="24845" y="24884"/>
                  <a:pt x="24968" y="24784"/>
                  <a:pt x="24968" y="24635"/>
                </a:cubicBezTo>
                <a:cubicBezTo>
                  <a:pt x="24968" y="24501"/>
                  <a:pt x="24855" y="24391"/>
                  <a:pt x="24720" y="24391"/>
                </a:cubicBezTo>
                <a:lnTo>
                  <a:pt x="24720" y="24388"/>
                </a:lnTo>
                <a:close/>
                <a:moveTo>
                  <a:pt x="24716" y="25610"/>
                </a:moveTo>
                <a:cubicBezTo>
                  <a:pt x="24518" y="25610"/>
                  <a:pt x="24405" y="25834"/>
                  <a:pt x="24517" y="25996"/>
                </a:cubicBezTo>
                <a:cubicBezTo>
                  <a:pt x="24567" y="26068"/>
                  <a:pt x="24644" y="26103"/>
                  <a:pt x="24720" y="26103"/>
                </a:cubicBezTo>
                <a:cubicBezTo>
                  <a:pt x="24816" y="26103"/>
                  <a:pt x="24911" y="26048"/>
                  <a:pt x="24949" y="25945"/>
                </a:cubicBezTo>
                <a:cubicBezTo>
                  <a:pt x="24955" y="25914"/>
                  <a:pt x="24962" y="25883"/>
                  <a:pt x="24965" y="25851"/>
                </a:cubicBezTo>
                <a:cubicBezTo>
                  <a:pt x="24965" y="25717"/>
                  <a:pt x="24855" y="25610"/>
                  <a:pt x="24720" y="25610"/>
                </a:cubicBezTo>
                <a:cubicBezTo>
                  <a:pt x="24719" y="25610"/>
                  <a:pt x="24718" y="25610"/>
                  <a:pt x="24716" y="25610"/>
                </a:cubicBezTo>
                <a:close/>
                <a:moveTo>
                  <a:pt x="330" y="25610"/>
                </a:moveTo>
                <a:cubicBezTo>
                  <a:pt x="111" y="25610"/>
                  <a:pt x="1" y="25873"/>
                  <a:pt x="154" y="26030"/>
                </a:cubicBezTo>
                <a:cubicBezTo>
                  <a:pt x="205" y="26081"/>
                  <a:pt x="268" y="26104"/>
                  <a:pt x="329" y="26104"/>
                </a:cubicBezTo>
                <a:cubicBezTo>
                  <a:pt x="456" y="26104"/>
                  <a:pt x="577" y="26005"/>
                  <a:pt x="577" y="25854"/>
                </a:cubicBezTo>
                <a:cubicBezTo>
                  <a:pt x="577" y="25720"/>
                  <a:pt x="465" y="25610"/>
                  <a:pt x="330" y="25610"/>
                </a:cubicBezTo>
                <a:close/>
                <a:moveTo>
                  <a:pt x="1549" y="25610"/>
                </a:moveTo>
                <a:cubicBezTo>
                  <a:pt x="1330" y="25610"/>
                  <a:pt x="1220" y="25873"/>
                  <a:pt x="1373" y="26030"/>
                </a:cubicBezTo>
                <a:cubicBezTo>
                  <a:pt x="1424" y="26081"/>
                  <a:pt x="1487" y="26104"/>
                  <a:pt x="1548" y="26104"/>
                </a:cubicBezTo>
                <a:cubicBezTo>
                  <a:pt x="1675" y="26104"/>
                  <a:pt x="1797" y="26005"/>
                  <a:pt x="1797" y="25854"/>
                </a:cubicBezTo>
                <a:cubicBezTo>
                  <a:pt x="1797" y="25720"/>
                  <a:pt x="1687" y="25610"/>
                  <a:pt x="1549" y="25610"/>
                </a:cubicBezTo>
                <a:close/>
                <a:moveTo>
                  <a:pt x="2768" y="25610"/>
                </a:moveTo>
                <a:cubicBezTo>
                  <a:pt x="2549" y="25610"/>
                  <a:pt x="2439" y="25873"/>
                  <a:pt x="2596" y="26030"/>
                </a:cubicBezTo>
                <a:cubicBezTo>
                  <a:pt x="2645" y="26081"/>
                  <a:pt x="2707" y="26104"/>
                  <a:pt x="2768" y="26104"/>
                </a:cubicBezTo>
                <a:cubicBezTo>
                  <a:pt x="2894" y="26104"/>
                  <a:pt x="3016" y="26005"/>
                  <a:pt x="3016" y="25854"/>
                </a:cubicBezTo>
                <a:cubicBezTo>
                  <a:pt x="3016" y="25720"/>
                  <a:pt x="2906" y="25610"/>
                  <a:pt x="2768" y="25610"/>
                </a:cubicBezTo>
                <a:close/>
                <a:moveTo>
                  <a:pt x="3987" y="25610"/>
                </a:moveTo>
                <a:cubicBezTo>
                  <a:pt x="3768" y="25610"/>
                  <a:pt x="3658" y="25873"/>
                  <a:pt x="3815" y="26030"/>
                </a:cubicBezTo>
                <a:cubicBezTo>
                  <a:pt x="3865" y="26081"/>
                  <a:pt x="3926" y="26104"/>
                  <a:pt x="3987" y="26104"/>
                </a:cubicBezTo>
                <a:cubicBezTo>
                  <a:pt x="4113" y="26104"/>
                  <a:pt x="4235" y="26005"/>
                  <a:pt x="4235" y="25854"/>
                </a:cubicBezTo>
                <a:cubicBezTo>
                  <a:pt x="4235" y="25720"/>
                  <a:pt x="4125" y="25610"/>
                  <a:pt x="3987" y="25610"/>
                </a:cubicBezTo>
                <a:close/>
                <a:moveTo>
                  <a:pt x="5209" y="25610"/>
                </a:moveTo>
                <a:cubicBezTo>
                  <a:pt x="4987" y="25610"/>
                  <a:pt x="4877" y="25873"/>
                  <a:pt x="5034" y="26030"/>
                </a:cubicBezTo>
                <a:cubicBezTo>
                  <a:pt x="5084" y="26081"/>
                  <a:pt x="5145" y="26104"/>
                  <a:pt x="5206" y="26104"/>
                </a:cubicBezTo>
                <a:cubicBezTo>
                  <a:pt x="5332" y="26104"/>
                  <a:pt x="5454" y="26005"/>
                  <a:pt x="5454" y="25854"/>
                </a:cubicBezTo>
                <a:cubicBezTo>
                  <a:pt x="5454" y="25720"/>
                  <a:pt x="5344" y="25610"/>
                  <a:pt x="5209" y="25610"/>
                </a:cubicBezTo>
                <a:close/>
                <a:moveTo>
                  <a:pt x="6428" y="25610"/>
                </a:moveTo>
                <a:cubicBezTo>
                  <a:pt x="6209" y="25610"/>
                  <a:pt x="6096" y="25873"/>
                  <a:pt x="6253" y="26030"/>
                </a:cubicBezTo>
                <a:cubicBezTo>
                  <a:pt x="6304" y="26081"/>
                  <a:pt x="6366" y="26104"/>
                  <a:pt x="6426" y="26104"/>
                </a:cubicBezTo>
                <a:cubicBezTo>
                  <a:pt x="6553" y="26104"/>
                  <a:pt x="6673" y="26005"/>
                  <a:pt x="6673" y="25854"/>
                </a:cubicBezTo>
                <a:cubicBezTo>
                  <a:pt x="6673" y="25720"/>
                  <a:pt x="6563" y="25610"/>
                  <a:pt x="6428" y="25610"/>
                </a:cubicBezTo>
                <a:close/>
                <a:moveTo>
                  <a:pt x="7647" y="25610"/>
                </a:moveTo>
                <a:cubicBezTo>
                  <a:pt x="7428" y="25610"/>
                  <a:pt x="7318" y="25873"/>
                  <a:pt x="7472" y="26030"/>
                </a:cubicBezTo>
                <a:cubicBezTo>
                  <a:pt x="7523" y="26081"/>
                  <a:pt x="7585" y="26104"/>
                  <a:pt x="7646" y="26104"/>
                </a:cubicBezTo>
                <a:cubicBezTo>
                  <a:pt x="7773" y="26104"/>
                  <a:pt x="7895" y="26005"/>
                  <a:pt x="7895" y="25854"/>
                </a:cubicBezTo>
                <a:cubicBezTo>
                  <a:pt x="7895" y="25720"/>
                  <a:pt x="7782" y="25610"/>
                  <a:pt x="7647" y="25610"/>
                </a:cubicBezTo>
                <a:close/>
                <a:moveTo>
                  <a:pt x="8866" y="25610"/>
                </a:moveTo>
                <a:cubicBezTo>
                  <a:pt x="8647" y="25610"/>
                  <a:pt x="8537" y="25873"/>
                  <a:pt x="8691" y="26030"/>
                </a:cubicBezTo>
                <a:cubicBezTo>
                  <a:pt x="8742" y="26081"/>
                  <a:pt x="8804" y="26104"/>
                  <a:pt x="8865" y="26104"/>
                </a:cubicBezTo>
                <a:cubicBezTo>
                  <a:pt x="8992" y="26104"/>
                  <a:pt x="9114" y="26005"/>
                  <a:pt x="9114" y="25854"/>
                </a:cubicBezTo>
                <a:cubicBezTo>
                  <a:pt x="9114" y="25720"/>
                  <a:pt x="9001" y="25610"/>
                  <a:pt x="8866" y="25610"/>
                </a:cubicBezTo>
                <a:close/>
                <a:moveTo>
                  <a:pt x="10085" y="25610"/>
                </a:moveTo>
                <a:cubicBezTo>
                  <a:pt x="9866" y="25610"/>
                  <a:pt x="9756" y="25873"/>
                  <a:pt x="9910" y="26030"/>
                </a:cubicBezTo>
                <a:cubicBezTo>
                  <a:pt x="9961" y="26081"/>
                  <a:pt x="10023" y="26104"/>
                  <a:pt x="10084" y="26104"/>
                </a:cubicBezTo>
                <a:cubicBezTo>
                  <a:pt x="10211" y="26104"/>
                  <a:pt x="10333" y="26005"/>
                  <a:pt x="10333" y="25854"/>
                </a:cubicBezTo>
                <a:cubicBezTo>
                  <a:pt x="10333" y="25720"/>
                  <a:pt x="10223" y="25610"/>
                  <a:pt x="10085" y="25610"/>
                </a:cubicBezTo>
                <a:close/>
                <a:moveTo>
                  <a:pt x="11305" y="25610"/>
                </a:moveTo>
                <a:cubicBezTo>
                  <a:pt x="11085" y="25610"/>
                  <a:pt x="10975" y="25873"/>
                  <a:pt x="11132" y="26030"/>
                </a:cubicBezTo>
                <a:cubicBezTo>
                  <a:pt x="11182" y="26081"/>
                  <a:pt x="11244" y="26104"/>
                  <a:pt x="11304" y="26104"/>
                </a:cubicBezTo>
                <a:cubicBezTo>
                  <a:pt x="11431" y="26104"/>
                  <a:pt x="11552" y="26005"/>
                  <a:pt x="11552" y="25854"/>
                </a:cubicBezTo>
                <a:cubicBezTo>
                  <a:pt x="11552" y="25720"/>
                  <a:pt x="11442" y="25610"/>
                  <a:pt x="11305" y="25610"/>
                </a:cubicBezTo>
                <a:close/>
                <a:moveTo>
                  <a:pt x="12524" y="25610"/>
                </a:moveTo>
                <a:cubicBezTo>
                  <a:pt x="12304" y="25610"/>
                  <a:pt x="12195" y="25873"/>
                  <a:pt x="12351" y="26030"/>
                </a:cubicBezTo>
                <a:cubicBezTo>
                  <a:pt x="12401" y="26081"/>
                  <a:pt x="12463" y="26104"/>
                  <a:pt x="12523" y="26104"/>
                </a:cubicBezTo>
                <a:cubicBezTo>
                  <a:pt x="12650" y="26104"/>
                  <a:pt x="12771" y="26005"/>
                  <a:pt x="12771" y="25854"/>
                </a:cubicBezTo>
                <a:cubicBezTo>
                  <a:pt x="12771" y="25720"/>
                  <a:pt x="12661" y="25610"/>
                  <a:pt x="12524" y="25610"/>
                </a:cubicBezTo>
                <a:close/>
                <a:moveTo>
                  <a:pt x="13746" y="25610"/>
                </a:moveTo>
                <a:cubicBezTo>
                  <a:pt x="13523" y="25610"/>
                  <a:pt x="13414" y="25873"/>
                  <a:pt x="13570" y="26030"/>
                </a:cubicBezTo>
                <a:cubicBezTo>
                  <a:pt x="13620" y="26081"/>
                  <a:pt x="13682" y="26104"/>
                  <a:pt x="13742" y="26104"/>
                </a:cubicBezTo>
                <a:cubicBezTo>
                  <a:pt x="13869" y="26104"/>
                  <a:pt x="13990" y="26005"/>
                  <a:pt x="13990" y="25854"/>
                </a:cubicBezTo>
                <a:cubicBezTo>
                  <a:pt x="13990" y="25720"/>
                  <a:pt x="13881" y="25610"/>
                  <a:pt x="13746" y="25610"/>
                </a:cubicBezTo>
                <a:close/>
                <a:moveTo>
                  <a:pt x="14965" y="25610"/>
                </a:moveTo>
                <a:cubicBezTo>
                  <a:pt x="14745" y="25610"/>
                  <a:pt x="14633" y="25873"/>
                  <a:pt x="14789" y="26030"/>
                </a:cubicBezTo>
                <a:cubicBezTo>
                  <a:pt x="14840" y="26081"/>
                  <a:pt x="14902" y="26104"/>
                  <a:pt x="14963" y="26104"/>
                </a:cubicBezTo>
                <a:cubicBezTo>
                  <a:pt x="15089" y="26104"/>
                  <a:pt x="15209" y="26005"/>
                  <a:pt x="15209" y="25854"/>
                </a:cubicBezTo>
                <a:cubicBezTo>
                  <a:pt x="15209" y="25720"/>
                  <a:pt x="15100" y="25610"/>
                  <a:pt x="14965" y="25610"/>
                </a:cubicBezTo>
                <a:close/>
                <a:moveTo>
                  <a:pt x="16184" y="25610"/>
                </a:moveTo>
                <a:cubicBezTo>
                  <a:pt x="15964" y="25610"/>
                  <a:pt x="15855" y="25873"/>
                  <a:pt x="16008" y="26030"/>
                </a:cubicBezTo>
                <a:cubicBezTo>
                  <a:pt x="16059" y="26081"/>
                  <a:pt x="16122" y="26104"/>
                  <a:pt x="16183" y="26104"/>
                </a:cubicBezTo>
                <a:cubicBezTo>
                  <a:pt x="16310" y="26104"/>
                  <a:pt x="16431" y="26005"/>
                  <a:pt x="16431" y="25854"/>
                </a:cubicBezTo>
                <a:cubicBezTo>
                  <a:pt x="16431" y="25720"/>
                  <a:pt x="16319" y="25610"/>
                  <a:pt x="16184" y="25610"/>
                </a:cubicBezTo>
                <a:close/>
                <a:moveTo>
                  <a:pt x="17403" y="25610"/>
                </a:moveTo>
                <a:cubicBezTo>
                  <a:pt x="17184" y="25610"/>
                  <a:pt x="17074" y="25873"/>
                  <a:pt x="17227" y="26030"/>
                </a:cubicBezTo>
                <a:cubicBezTo>
                  <a:pt x="17278" y="26081"/>
                  <a:pt x="17341" y="26104"/>
                  <a:pt x="17402" y="26104"/>
                </a:cubicBezTo>
                <a:cubicBezTo>
                  <a:pt x="17529" y="26104"/>
                  <a:pt x="17650" y="26005"/>
                  <a:pt x="17650" y="25854"/>
                </a:cubicBezTo>
                <a:cubicBezTo>
                  <a:pt x="17650" y="25720"/>
                  <a:pt x="17538" y="25610"/>
                  <a:pt x="17403" y="25610"/>
                </a:cubicBezTo>
                <a:close/>
                <a:moveTo>
                  <a:pt x="18622" y="25610"/>
                </a:moveTo>
                <a:cubicBezTo>
                  <a:pt x="18403" y="25610"/>
                  <a:pt x="18293" y="25873"/>
                  <a:pt x="18446" y="26030"/>
                </a:cubicBezTo>
                <a:cubicBezTo>
                  <a:pt x="18497" y="26081"/>
                  <a:pt x="18560" y="26104"/>
                  <a:pt x="18621" y="26104"/>
                </a:cubicBezTo>
                <a:cubicBezTo>
                  <a:pt x="18748" y="26104"/>
                  <a:pt x="18870" y="26005"/>
                  <a:pt x="18870" y="25854"/>
                </a:cubicBezTo>
                <a:cubicBezTo>
                  <a:pt x="18870" y="25720"/>
                  <a:pt x="18760" y="25610"/>
                  <a:pt x="18622" y="25610"/>
                </a:cubicBezTo>
                <a:close/>
                <a:moveTo>
                  <a:pt x="19841" y="25610"/>
                </a:moveTo>
                <a:cubicBezTo>
                  <a:pt x="19622" y="25610"/>
                  <a:pt x="19512" y="25873"/>
                  <a:pt x="19669" y="26030"/>
                </a:cubicBezTo>
                <a:cubicBezTo>
                  <a:pt x="19718" y="26081"/>
                  <a:pt x="19780" y="26104"/>
                  <a:pt x="19841" y="26104"/>
                </a:cubicBezTo>
                <a:cubicBezTo>
                  <a:pt x="19967" y="26104"/>
                  <a:pt x="20089" y="26005"/>
                  <a:pt x="20089" y="25854"/>
                </a:cubicBezTo>
                <a:cubicBezTo>
                  <a:pt x="20089" y="25720"/>
                  <a:pt x="19979" y="25610"/>
                  <a:pt x="19841" y="25610"/>
                </a:cubicBezTo>
                <a:close/>
                <a:moveTo>
                  <a:pt x="21060" y="25610"/>
                </a:moveTo>
                <a:cubicBezTo>
                  <a:pt x="20841" y="25610"/>
                  <a:pt x="20731" y="25873"/>
                  <a:pt x="20888" y="26030"/>
                </a:cubicBezTo>
                <a:cubicBezTo>
                  <a:pt x="20938" y="26081"/>
                  <a:pt x="20999" y="26104"/>
                  <a:pt x="21060" y="26104"/>
                </a:cubicBezTo>
                <a:cubicBezTo>
                  <a:pt x="21186" y="26104"/>
                  <a:pt x="21308" y="26005"/>
                  <a:pt x="21308" y="25854"/>
                </a:cubicBezTo>
                <a:cubicBezTo>
                  <a:pt x="21308" y="25720"/>
                  <a:pt x="21198" y="25610"/>
                  <a:pt x="21060" y="25610"/>
                </a:cubicBezTo>
                <a:close/>
                <a:moveTo>
                  <a:pt x="22282" y="25610"/>
                </a:moveTo>
                <a:cubicBezTo>
                  <a:pt x="22060" y="25610"/>
                  <a:pt x="21950" y="25873"/>
                  <a:pt x="22107" y="26030"/>
                </a:cubicBezTo>
                <a:cubicBezTo>
                  <a:pt x="22158" y="26081"/>
                  <a:pt x="22220" y="26104"/>
                  <a:pt x="22280" y="26104"/>
                </a:cubicBezTo>
                <a:cubicBezTo>
                  <a:pt x="22407" y="26104"/>
                  <a:pt x="22527" y="26005"/>
                  <a:pt x="22527" y="25854"/>
                </a:cubicBezTo>
                <a:cubicBezTo>
                  <a:pt x="22527" y="25720"/>
                  <a:pt x="22417" y="25610"/>
                  <a:pt x="22282" y="25610"/>
                </a:cubicBezTo>
                <a:close/>
                <a:moveTo>
                  <a:pt x="23501" y="25610"/>
                </a:moveTo>
                <a:cubicBezTo>
                  <a:pt x="23282" y="25610"/>
                  <a:pt x="23169" y="25873"/>
                  <a:pt x="23326" y="26030"/>
                </a:cubicBezTo>
                <a:cubicBezTo>
                  <a:pt x="23377" y="26081"/>
                  <a:pt x="23439" y="26104"/>
                  <a:pt x="23499" y="26104"/>
                </a:cubicBezTo>
                <a:cubicBezTo>
                  <a:pt x="23626" y="26104"/>
                  <a:pt x="23746" y="26005"/>
                  <a:pt x="23746" y="25854"/>
                </a:cubicBezTo>
                <a:cubicBezTo>
                  <a:pt x="23746" y="25720"/>
                  <a:pt x="23636" y="25610"/>
                  <a:pt x="23501" y="25610"/>
                </a:cubicBezTo>
                <a:close/>
                <a:moveTo>
                  <a:pt x="24720" y="26828"/>
                </a:moveTo>
                <a:cubicBezTo>
                  <a:pt x="24587" y="26828"/>
                  <a:pt x="24473" y="26935"/>
                  <a:pt x="24473" y="27077"/>
                </a:cubicBezTo>
                <a:cubicBezTo>
                  <a:pt x="24473" y="27196"/>
                  <a:pt x="24561" y="27296"/>
                  <a:pt x="24676" y="27318"/>
                </a:cubicBezTo>
                <a:cubicBezTo>
                  <a:pt x="24711" y="27155"/>
                  <a:pt x="24745" y="26995"/>
                  <a:pt x="24780" y="26835"/>
                </a:cubicBezTo>
                <a:cubicBezTo>
                  <a:pt x="24760" y="26831"/>
                  <a:pt x="24740" y="26828"/>
                  <a:pt x="24720" y="26828"/>
                </a:cubicBezTo>
                <a:close/>
                <a:moveTo>
                  <a:pt x="330" y="26829"/>
                </a:moveTo>
                <a:cubicBezTo>
                  <a:pt x="111" y="26829"/>
                  <a:pt x="1" y="27095"/>
                  <a:pt x="154" y="27249"/>
                </a:cubicBezTo>
                <a:cubicBezTo>
                  <a:pt x="205" y="27300"/>
                  <a:pt x="268" y="27323"/>
                  <a:pt x="329" y="27323"/>
                </a:cubicBezTo>
                <a:cubicBezTo>
                  <a:pt x="456" y="27323"/>
                  <a:pt x="577" y="27224"/>
                  <a:pt x="577" y="27074"/>
                </a:cubicBezTo>
                <a:cubicBezTo>
                  <a:pt x="577" y="26939"/>
                  <a:pt x="465" y="26829"/>
                  <a:pt x="330" y="26829"/>
                </a:cubicBezTo>
                <a:close/>
                <a:moveTo>
                  <a:pt x="1549" y="26829"/>
                </a:moveTo>
                <a:cubicBezTo>
                  <a:pt x="1330" y="26829"/>
                  <a:pt x="1220" y="27095"/>
                  <a:pt x="1373" y="27249"/>
                </a:cubicBezTo>
                <a:cubicBezTo>
                  <a:pt x="1424" y="27300"/>
                  <a:pt x="1487" y="27323"/>
                  <a:pt x="1548" y="27323"/>
                </a:cubicBezTo>
                <a:cubicBezTo>
                  <a:pt x="1675" y="27323"/>
                  <a:pt x="1797" y="27224"/>
                  <a:pt x="1797" y="27074"/>
                </a:cubicBezTo>
                <a:cubicBezTo>
                  <a:pt x="1797" y="26939"/>
                  <a:pt x="1687" y="26829"/>
                  <a:pt x="1549" y="26829"/>
                </a:cubicBezTo>
                <a:close/>
                <a:moveTo>
                  <a:pt x="2768" y="26829"/>
                </a:moveTo>
                <a:cubicBezTo>
                  <a:pt x="2549" y="26829"/>
                  <a:pt x="2439" y="27095"/>
                  <a:pt x="2596" y="27249"/>
                </a:cubicBezTo>
                <a:cubicBezTo>
                  <a:pt x="2645" y="27300"/>
                  <a:pt x="2707" y="27323"/>
                  <a:pt x="2768" y="27323"/>
                </a:cubicBezTo>
                <a:cubicBezTo>
                  <a:pt x="2894" y="27323"/>
                  <a:pt x="3016" y="27224"/>
                  <a:pt x="3016" y="27074"/>
                </a:cubicBezTo>
                <a:cubicBezTo>
                  <a:pt x="3016" y="26939"/>
                  <a:pt x="2906" y="26829"/>
                  <a:pt x="2768" y="26829"/>
                </a:cubicBezTo>
                <a:close/>
                <a:moveTo>
                  <a:pt x="3987" y="26829"/>
                </a:moveTo>
                <a:cubicBezTo>
                  <a:pt x="3768" y="26829"/>
                  <a:pt x="3658" y="27095"/>
                  <a:pt x="3815" y="27249"/>
                </a:cubicBezTo>
                <a:cubicBezTo>
                  <a:pt x="3865" y="27300"/>
                  <a:pt x="3926" y="27323"/>
                  <a:pt x="3987" y="27323"/>
                </a:cubicBezTo>
                <a:cubicBezTo>
                  <a:pt x="4113" y="27323"/>
                  <a:pt x="4235" y="27224"/>
                  <a:pt x="4235" y="27074"/>
                </a:cubicBezTo>
                <a:cubicBezTo>
                  <a:pt x="4235" y="26939"/>
                  <a:pt x="4125" y="26829"/>
                  <a:pt x="3987" y="26829"/>
                </a:cubicBezTo>
                <a:close/>
                <a:moveTo>
                  <a:pt x="5209" y="26829"/>
                </a:moveTo>
                <a:cubicBezTo>
                  <a:pt x="4987" y="26829"/>
                  <a:pt x="4877" y="27095"/>
                  <a:pt x="5034" y="27249"/>
                </a:cubicBezTo>
                <a:cubicBezTo>
                  <a:pt x="5084" y="27300"/>
                  <a:pt x="5146" y="27323"/>
                  <a:pt x="5206" y="27323"/>
                </a:cubicBezTo>
                <a:cubicBezTo>
                  <a:pt x="5332" y="27323"/>
                  <a:pt x="5454" y="27225"/>
                  <a:pt x="5454" y="27077"/>
                </a:cubicBezTo>
                <a:cubicBezTo>
                  <a:pt x="5454" y="26939"/>
                  <a:pt x="5344" y="26829"/>
                  <a:pt x="5209" y="26829"/>
                </a:cubicBezTo>
                <a:close/>
                <a:moveTo>
                  <a:pt x="6428" y="26829"/>
                </a:moveTo>
                <a:cubicBezTo>
                  <a:pt x="6209" y="26829"/>
                  <a:pt x="6096" y="27095"/>
                  <a:pt x="6253" y="27249"/>
                </a:cubicBezTo>
                <a:cubicBezTo>
                  <a:pt x="6304" y="27300"/>
                  <a:pt x="6366" y="27323"/>
                  <a:pt x="6427" y="27323"/>
                </a:cubicBezTo>
                <a:cubicBezTo>
                  <a:pt x="6553" y="27323"/>
                  <a:pt x="6673" y="27225"/>
                  <a:pt x="6673" y="27077"/>
                </a:cubicBezTo>
                <a:cubicBezTo>
                  <a:pt x="6673" y="26939"/>
                  <a:pt x="6563" y="26829"/>
                  <a:pt x="6428" y="26829"/>
                </a:cubicBezTo>
                <a:close/>
                <a:moveTo>
                  <a:pt x="7647" y="26829"/>
                </a:moveTo>
                <a:cubicBezTo>
                  <a:pt x="7428" y="26829"/>
                  <a:pt x="7318" y="27095"/>
                  <a:pt x="7472" y="27249"/>
                </a:cubicBezTo>
                <a:cubicBezTo>
                  <a:pt x="7523" y="27300"/>
                  <a:pt x="7585" y="27323"/>
                  <a:pt x="7647" y="27323"/>
                </a:cubicBezTo>
                <a:cubicBezTo>
                  <a:pt x="7774" y="27323"/>
                  <a:pt x="7895" y="27225"/>
                  <a:pt x="7895" y="27077"/>
                </a:cubicBezTo>
                <a:cubicBezTo>
                  <a:pt x="7895" y="26939"/>
                  <a:pt x="7782" y="26829"/>
                  <a:pt x="7647" y="26829"/>
                </a:cubicBezTo>
                <a:close/>
                <a:moveTo>
                  <a:pt x="8866" y="26829"/>
                </a:moveTo>
                <a:cubicBezTo>
                  <a:pt x="8647" y="26829"/>
                  <a:pt x="8537" y="27095"/>
                  <a:pt x="8691" y="27249"/>
                </a:cubicBezTo>
                <a:cubicBezTo>
                  <a:pt x="8742" y="27300"/>
                  <a:pt x="8804" y="27323"/>
                  <a:pt x="8866" y="27323"/>
                </a:cubicBezTo>
                <a:cubicBezTo>
                  <a:pt x="8993" y="27323"/>
                  <a:pt x="9114" y="27225"/>
                  <a:pt x="9114" y="27077"/>
                </a:cubicBezTo>
                <a:cubicBezTo>
                  <a:pt x="9114" y="26939"/>
                  <a:pt x="9001" y="26829"/>
                  <a:pt x="8866" y="26829"/>
                </a:cubicBezTo>
                <a:close/>
                <a:moveTo>
                  <a:pt x="10085" y="26829"/>
                </a:moveTo>
                <a:cubicBezTo>
                  <a:pt x="9866" y="26829"/>
                  <a:pt x="9756" y="27095"/>
                  <a:pt x="9910" y="27249"/>
                </a:cubicBezTo>
                <a:cubicBezTo>
                  <a:pt x="9961" y="27300"/>
                  <a:pt x="10023" y="27323"/>
                  <a:pt x="10085" y="27323"/>
                </a:cubicBezTo>
                <a:cubicBezTo>
                  <a:pt x="10212" y="27323"/>
                  <a:pt x="10333" y="27225"/>
                  <a:pt x="10333" y="27077"/>
                </a:cubicBezTo>
                <a:cubicBezTo>
                  <a:pt x="10333" y="26939"/>
                  <a:pt x="10223" y="26829"/>
                  <a:pt x="10085" y="26829"/>
                </a:cubicBezTo>
                <a:close/>
                <a:moveTo>
                  <a:pt x="11305" y="26829"/>
                </a:moveTo>
                <a:cubicBezTo>
                  <a:pt x="11085" y="26829"/>
                  <a:pt x="10975" y="27095"/>
                  <a:pt x="11132" y="27249"/>
                </a:cubicBezTo>
                <a:cubicBezTo>
                  <a:pt x="11182" y="27300"/>
                  <a:pt x="11244" y="27323"/>
                  <a:pt x="11305" y="27323"/>
                </a:cubicBezTo>
                <a:cubicBezTo>
                  <a:pt x="11431" y="27323"/>
                  <a:pt x="11552" y="27225"/>
                  <a:pt x="11552" y="27077"/>
                </a:cubicBezTo>
                <a:cubicBezTo>
                  <a:pt x="11552" y="26939"/>
                  <a:pt x="11442" y="26829"/>
                  <a:pt x="11305" y="26829"/>
                </a:cubicBezTo>
                <a:close/>
                <a:moveTo>
                  <a:pt x="12524" y="26829"/>
                </a:moveTo>
                <a:cubicBezTo>
                  <a:pt x="12304" y="26829"/>
                  <a:pt x="12195" y="27095"/>
                  <a:pt x="12351" y="27249"/>
                </a:cubicBezTo>
                <a:cubicBezTo>
                  <a:pt x="12401" y="27300"/>
                  <a:pt x="12463" y="27323"/>
                  <a:pt x="12524" y="27323"/>
                </a:cubicBezTo>
                <a:cubicBezTo>
                  <a:pt x="12650" y="27323"/>
                  <a:pt x="12771" y="27225"/>
                  <a:pt x="12771" y="27077"/>
                </a:cubicBezTo>
                <a:cubicBezTo>
                  <a:pt x="12771" y="26939"/>
                  <a:pt x="12661" y="26829"/>
                  <a:pt x="12524" y="26829"/>
                </a:cubicBezTo>
                <a:close/>
                <a:moveTo>
                  <a:pt x="13746" y="26829"/>
                </a:moveTo>
                <a:cubicBezTo>
                  <a:pt x="13523" y="26829"/>
                  <a:pt x="13414" y="27095"/>
                  <a:pt x="13570" y="27249"/>
                </a:cubicBezTo>
                <a:cubicBezTo>
                  <a:pt x="13620" y="27300"/>
                  <a:pt x="13682" y="27323"/>
                  <a:pt x="13743" y="27323"/>
                </a:cubicBezTo>
                <a:cubicBezTo>
                  <a:pt x="13869" y="27323"/>
                  <a:pt x="13990" y="27225"/>
                  <a:pt x="13990" y="27077"/>
                </a:cubicBezTo>
                <a:cubicBezTo>
                  <a:pt x="13990" y="26939"/>
                  <a:pt x="13881" y="26829"/>
                  <a:pt x="13746" y="26829"/>
                </a:cubicBezTo>
                <a:close/>
                <a:moveTo>
                  <a:pt x="14965" y="26829"/>
                </a:moveTo>
                <a:cubicBezTo>
                  <a:pt x="14745" y="26829"/>
                  <a:pt x="14633" y="27095"/>
                  <a:pt x="14789" y="27249"/>
                </a:cubicBezTo>
                <a:cubicBezTo>
                  <a:pt x="14840" y="27300"/>
                  <a:pt x="14903" y="27323"/>
                  <a:pt x="14963" y="27323"/>
                </a:cubicBezTo>
                <a:cubicBezTo>
                  <a:pt x="15089" y="27323"/>
                  <a:pt x="15209" y="27225"/>
                  <a:pt x="15209" y="27077"/>
                </a:cubicBezTo>
                <a:cubicBezTo>
                  <a:pt x="15209" y="26939"/>
                  <a:pt x="15100" y="26829"/>
                  <a:pt x="14965" y="26829"/>
                </a:cubicBezTo>
                <a:close/>
                <a:moveTo>
                  <a:pt x="16184" y="26829"/>
                </a:moveTo>
                <a:cubicBezTo>
                  <a:pt x="15964" y="26829"/>
                  <a:pt x="15855" y="27095"/>
                  <a:pt x="16008" y="27249"/>
                </a:cubicBezTo>
                <a:cubicBezTo>
                  <a:pt x="16059" y="27300"/>
                  <a:pt x="16122" y="27323"/>
                  <a:pt x="16183" y="27323"/>
                </a:cubicBezTo>
                <a:cubicBezTo>
                  <a:pt x="16310" y="27323"/>
                  <a:pt x="16431" y="27225"/>
                  <a:pt x="16431" y="27077"/>
                </a:cubicBezTo>
                <a:cubicBezTo>
                  <a:pt x="16431" y="26939"/>
                  <a:pt x="16319" y="26829"/>
                  <a:pt x="16184" y="26829"/>
                </a:cubicBezTo>
                <a:close/>
                <a:moveTo>
                  <a:pt x="17403" y="26829"/>
                </a:moveTo>
                <a:cubicBezTo>
                  <a:pt x="17184" y="26829"/>
                  <a:pt x="17074" y="27095"/>
                  <a:pt x="17227" y="27249"/>
                </a:cubicBezTo>
                <a:cubicBezTo>
                  <a:pt x="17278" y="27300"/>
                  <a:pt x="17341" y="27323"/>
                  <a:pt x="17402" y="27323"/>
                </a:cubicBezTo>
                <a:cubicBezTo>
                  <a:pt x="17529" y="27323"/>
                  <a:pt x="17650" y="27225"/>
                  <a:pt x="17650" y="27077"/>
                </a:cubicBezTo>
                <a:cubicBezTo>
                  <a:pt x="17650" y="26939"/>
                  <a:pt x="17538" y="26829"/>
                  <a:pt x="17403" y="26829"/>
                </a:cubicBezTo>
                <a:close/>
                <a:moveTo>
                  <a:pt x="18622" y="26829"/>
                </a:moveTo>
                <a:cubicBezTo>
                  <a:pt x="18403" y="26829"/>
                  <a:pt x="18293" y="27095"/>
                  <a:pt x="18446" y="27249"/>
                </a:cubicBezTo>
                <a:cubicBezTo>
                  <a:pt x="18497" y="27300"/>
                  <a:pt x="18560" y="27323"/>
                  <a:pt x="18621" y="27323"/>
                </a:cubicBezTo>
                <a:cubicBezTo>
                  <a:pt x="18748" y="27323"/>
                  <a:pt x="18870" y="27225"/>
                  <a:pt x="18870" y="27077"/>
                </a:cubicBezTo>
                <a:cubicBezTo>
                  <a:pt x="18870" y="26939"/>
                  <a:pt x="18760" y="26829"/>
                  <a:pt x="18622" y="26829"/>
                </a:cubicBezTo>
                <a:close/>
                <a:moveTo>
                  <a:pt x="19841" y="26829"/>
                </a:moveTo>
                <a:cubicBezTo>
                  <a:pt x="19622" y="26829"/>
                  <a:pt x="19512" y="27095"/>
                  <a:pt x="19669" y="27249"/>
                </a:cubicBezTo>
                <a:cubicBezTo>
                  <a:pt x="19719" y="27300"/>
                  <a:pt x="19780" y="27323"/>
                  <a:pt x="19841" y="27323"/>
                </a:cubicBezTo>
                <a:cubicBezTo>
                  <a:pt x="19967" y="27323"/>
                  <a:pt x="20089" y="27225"/>
                  <a:pt x="20089" y="27077"/>
                </a:cubicBezTo>
                <a:cubicBezTo>
                  <a:pt x="20089" y="26939"/>
                  <a:pt x="19979" y="26829"/>
                  <a:pt x="19841" y="26829"/>
                </a:cubicBezTo>
                <a:close/>
                <a:moveTo>
                  <a:pt x="21060" y="26829"/>
                </a:moveTo>
                <a:cubicBezTo>
                  <a:pt x="20841" y="26829"/>
                  <a:pt x="20731" y="27095"/>
                  <a:pt x="20888" y="27249"/>
                </a:cubicBezTo>
                <a:cubicBezTo>
                  <a:pt x="20938" y="27300"/>
                  <a:pt x="21000" y="27323"/>
                  <a:pt x="21060" y="27323"/>
                </a:cubicBezTo>
                <a:cubicBezTo>
                  <a:pt x="21186" y="27323"/>
                  <a:pt x="21308" y="27225"/>
                  <a:pt x="21308" y="27077"/>
                </a:cubicBezTo>
                <a:cubicBezTo>
                  <a:pt x="21308" y="26939"/>
                  <a:pt x="21198" y="26829"/>
                  <a:pt x="21060" y="26829"/>
                </a:cubicBezTo>
                <a:close/>
                <a:moveTo>
                  <a:pt x="22282" y="26829"/>
                </a:moveTo>
                <a:cubicBezTo>
                  <a:pt x="22060" y="26829"/>
                  <a:pt x="21950" y="27095"/>
                  <a:pt x="22107" y="27249"/>
                </a:cubicBezTo>
                <a:cubicBezTo>
                  <a:pt x="22158" y="27300"/>
                  <a:pt x="22220" y="27323"/>
                  <a:pt x="22281" y="27323"/>
                </a:cubicBezTo>
                <a:cubicBezTo>
                  <a:pt x="22407" y="27323"/>
                  <a:pt x="22527" y="27225"/>
                  <a:pt x="22527" y="27077"/>
                </a:cubicBezTo>
                <a:cubicBezTo>
                  <a:pt x="22527" y="26939"/>
                  <a:pt x="22417" y="26829"/>
                  <a:pt x="22282" y="26829"/>
                </a:cubicBezTo>
                <a:close/>
                <a:moveTo>
                  <a:pt x="23501" y="26829"/>
                </a:moveTo>
                <a:cubicBezTo>
                  <a:pt x="23282" y="26829"/>
                  <a:pt x="23169" y="27095"/>
                  <a:pt x="23326" y="27249"/>
                </a:cubicBezTo>
                <a:cubicBezTo>
                  <a:pt x="23377" y="27300"/>
                  <a:pt x="23439" y="27323"/>
                  <a:pt x="23500" y="27323"/>
                </a:cubicBezTo>
                <a:cubicBezTo>
                  <a:pt x="23626" y="27323"/>
                  <a:pt x="23746" y="27225"/>
                  <a:pt x="23746" y="27077"/>
                </a:cubicBezTo>
                <a:cubicBezTo>
                  <a:pt x="23746" y="26939"/>
                  <a:pt x="23636" y="26829"/>
                  <a:pt x="23501" y="26829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" name="Google Shape;12;p2"/>
          <p:cNvSpPr/>
          <p:nvPr/>
        </p:nvSpPr>
        <p:spPr>
          <a:xfrm flipH="1">
            <a:off x="-10" y="2"/>
            <a:ext cx="837460" cy="946669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422" y="1"/>
                </a:moveTo>
                <a:cubicBezTo>
                  <a:pt x="101" y="1482"/>
                  <a:pt x="1" y="2650"/>
                  <a:pt x="1384" y="3071"/>
                </a:cubicBezTo>
                <a:cubicBezTo>
                  <a:pt x="2767" y="3492"/>
                  <a:pt x="542" y="6130"/>
                  <a:pt x="1725" y="7091"/>
                </a:cubicBezTo>
                <a:cubicBezTo>
                  <a:pt x="1930" y="7259"/>
                  <a:pt x="2152" y="7325"/>
                  <a:pt x="2385" y="7325"/>
                </a:cubicBezTo>
                <a:cubicBezTo>
                  <a:pt x="3279" y="7325"/>
                  <a:pt x="4341" y="6351"/>
                  <a:pt x="5291" y="6351"/>
                </a:cubicBezTo>
                <a:cubicBezTo>
                  <a:pt x="5519" y="6351"/>
                  <a:pt x="5740" y="6407"/>
                  <a:pt x="5950" y="6545"/>
                </a:cubicBezTo>
                <a:cubicBezTo>
                  <a:pt x="7272" y="7412"/>
                  <a:pt x="7148" y="9855"/>
                  <a:pt x="9244" y="9855"/>
                </a:cubicBezTo>
                <a:lnTo>
                  <a:pt x="9244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3" name="Google Shape;13;p2"/>
          <p:cNvGrpSpPr/>
          <p:nvPr/>
        </p:nvGrpSpPr>
        <p:grpSpPr>
          <a:xfrm rot="-5400000">
            <a:off x="-40941" y="4215563"/>
            <a:ext cx="1002550" cy="906555"/>
            <a:chOff x="38279" y="100616"/>
            <a:chExt cx="650204" cy="563183"/>
          </a:xfrm>
        </p:grpSpPr>
        <p:sp>
          <p:nvSpPr>
            <p:cNvPr id="14" name="Google Shape;14;p2"/>
            <p:cNvSpPr/>
            <p:nvPr/>
          </p:nvSpPr>
          <p:spPr>
            <a:xfrm>
              <a:off x="96323" y="651993"/>
              <a:ext cx="8497" cy="545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1"/>
                  </a:moveTo>
                  <a:cubicBezTo>
                    <a:pt x="33" y="1"/>
                    <a:pt x="4" y="26"/>
                    <a:pt x="0" y="61"/>
                  </a:cubicBezTo>
                  <a:cubicBezTo>
                    <a:pt x="33" y="44"/>
                    <a:pt x="64" y="27"/>
                    <a:pt x="95" y="8"/>
                  </a:cubicBezTo>
                  <a:cubicBezTo>
                    <a:pt x="85" y="3"/>
                    <a:pt x="75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67346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38279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25301" y="623015"/>
              <a:ext cx="9480" cy="10285"/>
            </a:xfrm>
            <a:custGeom>
              <a:avLst/>
              <a:gdLst/>
              <a:ahLst/>
              <a:cxnLst/>
              <a:rect l="l" t="t" r="r" b="b"/>
              <a:pathLst>
                <a:path w="106" h="115" extrusionOk="0">
                  <a:moveTo>
                    <a:pt x="66" y="0"/>
                  </a:moveTo>
                  <a:cubicBezTo>
                    <a:pt x="32" y="0"/>
                    <a:pt x="0" y="27"/>
                    <a:pt x="0" y="65"/>
                  </a:cubicBezTo>
                  <a:cubicBezTo>
                    <a:pt x="0" y="84"/>
                    <a:pt x="9" y="102"/>
                    <a:pt x="23" y="115"/>
                  </a:cubicBezTo>
                  <a:cubicBezTo>
                    <a:pt x="51" y="83"/>
                    <a:pt x="79" y="48"/>
                    <a:pt x="105" y="14"/>
                  </a:cubicBezTo>
                  <a:cubicBezTo>
                    <a:pt x="93" y="4"/>
                    <a:pt x="80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96323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7346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38279" y="623015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02" y="132"/>
                    <a:pt x="132" y="102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5301" y="594038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96323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67346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38279" y="594038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52042" y="564882"/>
              <a:ext cx="8497" cy="11269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1"/>
                  </a:moveTo>
                  <a:cubicBezTo>
                    <a:pt x="22" y="1"/>
                    <a:pt x="1" y="95"/>
                    <a:pt x="63" y="126"/>
                  </a:cubicBezTo>
                  <a:cubicBezTo>
                    <a:pt x="75" y="85"/>
                    <a:pt x="85" y="44"/>
                    <a:pt x="94" y="2"/>
                  </a:cubicBezTo>
                  <a:cubicBezTo>
                    <a:pt x="93" y="2"/>
                    <a:pt x="93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25301" y="564971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96323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67346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38279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53473" y="535904"/>
              <a:ext cx="11090" cy="11895"/>
            </a:xfrm>
            <a:custGeom>
              <a:avLst/>
              <a:gdLst/>
              <a:ahLst/>
              <a:cxnLst/>
              <a:rect l="l" t="t" r="r" b="b"/>
              <a:pathLst>
                <a:path w="124" h="133" extrusionOk="0">
                  <a:moveTo>
                    <a:pt x="76" y="1"/>
                  </a:moveTo>
                  <a:cubicBezTo>
                    <a:pt x="32" y="1"/>
                    <a:pt x="0" y="44"/>
                    <a:pt x="13" y="85"/>
                  </a:cubicBezTo>
                  <a:cubicBezTo>
                    <a:pt x="21" y="115"/>
                    <a:pt x="48" y="132"/>
                    <a:pt x="75" y="132"/>
                  </a:cubicBezTo>
                  <a:cubicBezTo>
                    <a:pt x="88" y="132"/>
                    <a:pt x="100" y="129"/>
                    <a:pt x="112" y="121"/>
                  </a:cubicBezTo>
                  <a:cubicBezTo>
                    <a:pt x="116" y="87"/>
                    <a:pt x="120" y="55"/>
                    <a:pt x="123" y="21"/>
                  </a:cubicBezTo>
                  <a:cubicBezTo>
                    <a:pt x="111" y="9"/>
                    <a:pt x="94" y="1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25301" y="535904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96323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67346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38279" y="535904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54368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25301" y="5069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96323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7346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38279" y="5069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54368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25301" y="477860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96323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67346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38279" y="477860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54368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25301" y="448882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96323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7346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38279" y="448882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83345" y="419815"/>
              <a:ext cx="8228" cy="9838"/>
            </a:xfrm>
            <a:custGeom>
              <a:avLst/>
              <a:gdLst/>
              <a:ahLst/>
              <a:cxnLst/>
              <a:rect l="l" t="t" r="r" b="b"/>
              <a:pathLst>
                <a:path w="92" h="110" extrusionOk="0">
                  <a:moveTo>
                    <a:pt x="67" y="1"/>
                  </a:moveTo>
                  <a:cubicBezTo>
                    <a:pt x="32" y="1"/>
                    <a:pt x="1" y="29"/>
                    <a:pt x="1" y="67"/>
                  </a:cubicBezTo>
                  <a:cubicBezTo>
                    <a:pt x="1" y="82"/>
                    <a:pt x="6" y="97"/>
                    <a:pt x="16" y="109"/>
                  </a:cubicBezTo>
                  <a:cubicBezTo>
                    <a:pt x="39" y="73"/>
                    <a:pt x="65" y="39"/>
                    <a:pt x="92" y="6"/>
                  </a:cubicBezTo>
                  <a:cubicBezTo>
                    <a:pt x="83" y="2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54368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25301" y="419905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96323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7346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38279" y="419905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210265" y="390838"/>
              <a:ext cx="13952" cy="10643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0"/>
                  </a:moveTo>
                  <a:cubicBezTo>
                    <a:pt x="26" y="0"/>
                    <a:pt x="0" y="81"/>
                    <a:pt x="51" y="118"/>
                  </a:cubicBezTo>
                  <a:cubicBezTo>
                    <a:pt x="83" y="100"/>
                    <a:pt x="118" y="82"/>
                    <a:pt x="155" y="67"/>
                  </a:cubicBezTo>
                  <a:cubicBezTo>
                    <a:pt x="155" y="30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83345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54368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25301" y="390838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96323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67346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38279" y="390838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476608" y="361861"/>
              <a:ext cx="2862" cy="805"/>
            </a:xfrm>
            <a:custGeom>
              <a:avLst/>
              <a:gdLst/>
              <a:ahLst/>
              <a:cxnLst/>
              <a:rect l="l" t="t" r="r" b="b"/>
              <a:pathLst>
                <a:path w="32" h="9" extrusionOk="0">
                  <a:moveTo>
                    <a:pt x="32" y="0"/>
                  </a:moveTo>
                  <a:lnTo>
                    <a:pt x="32" y="0"/>
                  </a:lnTo>
                  <a:cubicBezTo>
                    <a:pt x="21" y="0"/>
                    <a:pt x="9" y="4"/>
                    <a:pt x="0" y="8"/>
                  </a:cubicBezTo>
                  <a:cubicBezTo>
                    <a:pt x="11" y="6"/>
                    <a:pt x="22" y="4"/>
                    <a:pt x="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443695" y="361861"/>
              <a:ext cx="12611" cy="7423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1"/>
                    <a:pt x="12" y="82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0"/>
                    <a:pt x="75" y="0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413287" y="361861"/>
              <a:ext cx="16009" cy="10732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0"/>
                  </a:moveTo>
                  <a:cubicBezTo>
                    <a:pt x="27" y="0"/>
                    <a:pt x="1" y="82"/>
                    <a:pt x="54" y="119"/>
                  </a:cubicBezTo>
                  <a:cubicBezTo>
                    <a:pt x="82" y="116"/>
                    <a:pt x="110" y="114"/>
                    <a:pt x="138" y="110"/>
                  </a:cubicBezTo>
                  <a:cubicBezTo>
                    <a:pt x="178" y="69"/>
                    <a:pt x="148" y="0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386456" y="361771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357478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5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328501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299344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270367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241389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212323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83345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4368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25301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96323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67346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8279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29823" y="332883"/>
              <a:ext cx="13416" cy="9391"/>
            </a:xfrm>
            <a:custGeom>
              <a:avLst/>
              <a:gdLst/>
              <a:ahLst/>
              <a:cxnLst/>
              <a:rect l="l" t="t" r="r" b="b"/>
              <a:pathLst>
                <a:path w="150" h="105" extrusionOk="0">
                  <a:moveTo>
                    <a:pt x="85" y="0"/>
                  </a:moveTo>
                  <a:cubicBezTo>
                    <a:pt x="31" y="0"/>
                    <a:pt x="1" y="62"/>
                    <a:pt x="34" y="105"/>
                  </a:cubicBezTo>
                  <a:cubicBezTo>
                    <a:pt x="73" y="88"/>
                    <a:pt x="111" y="69"/>
                    <a:pt x="149" y="51"/>
                  </a:cubicBezTo>
                  <a:cubicBezTo>
                    <a:pt x="142" y="20"/>
                    <a:pt x="117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02544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4735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444500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4155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386456" y="332794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357478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5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328501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299344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1"/>
                    <a:pt x="67" y="131"/>
                  </a:cubicBezTo>
                  <a:cubicBezTo>
                    <a:pt x="103" y="131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2703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41389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12323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83345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4368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25301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963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67346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38279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589656" y="303727"/>
              <a:ext cx="8675" cy="6797"/>
            </a:xfrm>
            <a:custGeom>
              <a:avLst/>
              <a:gdLst/>
              <a:ahLst/>
              <a:cxnLst/>
              <a:rect l="l" t="t" r="r" b="b"/>
              <a:pathLst>
                <a:path w="97" h="76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70"/>
                    <a:pt x="0" y="73"/>
                    <a:pt x="1" y="75"/>
                  </a:cubicBezTo>
                  <a:cubicBezTo>
                    <a:pt x="33" y="54"/>
                    <a:pt x="65" y="31"/>
                    <a:pt x="97" y="9"/>
                  </a:cubicBezTo>
                  <a:cubicBezTo>
                    <a:pt x="87" y="4"/>
                    <a:pt x="77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560589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531522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502544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4735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444500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4155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86456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357478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5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328501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299344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7"/>
                  </a:cubicBezTo>
                  <a:cubicBezTo>
                    <a:pt x="1" y="103"/>
                    <a:pt x="31" y="133"/>
                    <a:pt x="67" y="133"/>
                  </a:cubicBezTo>
                  <a:cubicBezTo>
                    <a:pt x="103" y="133"/>
                    <a:pt x="133" y="103"/>
                    <a:pt x="133" y="67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2703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241389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212323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83345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54368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25301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963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67346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38279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6" y="133"/>
                  </a:cubicBezTo>
                  <a:cubicBezTo>
                    <a:pt x="102" y="133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616308" y="274749"/>
              <a:ext cx="13863" cy="11269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2" y="1"/>
                  </a:moveTo>
                  <a:cubicBezTo>
                    <a:pt x="22" y="1"/>
                    <a:pt x="0" y="98"/>
                    <a:pt x="65" y="126"/>
                  </a:cubicBezTo>
                  <a:cubicBezTo>
                    <a:pt x="96" y="101"/>
                    <a:pt x="125" y="75"/>
                    <a:pt x="154" y="48"/>
                  </a:cubicBezTo>
                  <a:cubicBezTo>
                    <a:pt x="147" y="20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8965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560589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531522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502544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735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444500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4155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386456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357478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328501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299344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2703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241389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212323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83345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54368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25301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963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6734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8279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645375" y="245772"/>
              <a:ext cx="13684" cy="11627"/>
            </a:xfrm>
            <a:custGeom>
              <a:avLst/>
              <a:gdLst/>
              <a:ahLst/>
              <a:cxnLst/>
              <a:rect l="l" t="t" r="r" b="b"/>
              <a:pathLst>
                <a:path w="153" h="130" extrusionOk="0">
                  <a:moveTo>
                    <a:pt x="90" y="1"/>
                  </a:moveTo>
                  <a:cubicBezTo>
                    <a:pt x="15" y="1"/>
                    <a:pt x="1" y="109"/>
                    <a:pt x="75" y="129"/>
                  </a:cubicBezTo>
                  <a:cubicBezTo>
                    <a:pt x="101" y="100"/>
                    <a:pt x="126" y="69"/>
                    <a:pt x="152" y="40"/>
                  </a:cubicBezTo>
                  <a:cubicBezTo>
                    <a:pt x="141" y="15"/>
                    <a:pt x="117" y="1"/>
                    <a:pt x="92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61863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58965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560589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531522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502544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4735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444500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4155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386456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35747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328501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299344" y="245772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2703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24138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21232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83345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5436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125301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963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6734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3827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676677" y="216794"/>
              <a:ext cx="5277" cy="8049"/>
            </a:xfrm>
            <a:custGeom>
              <a:avLst/>
              <a:gdLst/>
              <a:ahLst/>
              <a:cxnLst/>
              <a:rect l="l" t="t" r="r" b="b"/>
              <a:pathLst>
                <a:path w="59" h="90" extrusionOk="0">
                  <a:moveTo>
                    <a:pt x="59" y="1"/>
                  </a:moveTo>
                  <a:cubicBezTo>
                    <a:pt x="26" y="4"/>
                    <a:pt x="0" y="32"/>
                    <a:pt x="0" y="66"/>
                  </a:cubicBezTo>
                  <a:cubicBezTo>
                    <a:pt x="0" y="74"/>
                    <a:pt x="1" y="82"/>
                    <a:pt x="5" y="90"/>
                  </a:cubicBezTo>
                  <a:cubicBezTo>
                    <a:pt x="24" y="59"/>
                    <a:pt x="42" y="30"/>
                    <a:pt x="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645643" y="216705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618633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58965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560589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531522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502544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473567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444500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4155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386456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357478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328501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299344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270367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241389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212323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83345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54368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25301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963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6734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38279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674620" y="187727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645643" y="1877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618633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58965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560589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531522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02544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4735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444500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4155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386456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357478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28501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299344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2703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241389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212323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183345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54368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125301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963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6734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38279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674620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64564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61863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58965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560589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531522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502544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4735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444500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4155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386456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5747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328501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299344" y="158750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2703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24138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21232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83345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5436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25301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963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6734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827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674620" y="129683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645643" y="12968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618633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58965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560589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531522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502544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735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444500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4155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386456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357478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328501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299344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2703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241389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212323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83345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54368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25301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963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6734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8279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674620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645643" y="10070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2" y="131"/>
                    <a:pt x="88" y="131"/>
                  </a:cubicBezTo>
                  <a:cubicBezTo>
                    <a:pt x="121" y="131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618633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58965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560589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531522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02544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4735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444500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415523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386456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57478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28501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299344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2703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241389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212323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181377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0"/>
                  </a:moveTo>
                  <a:cubicBezTo>
                    <a:pt x="29" y="0"/>
                    <a:pt x="0" y="71"/>
                    <a:pt x="42" y="112"/>
                  </a:cubicBezTo>
                  <a:cubicBezTo>
                    <a:pt x="55" y="125"/>
                    <a:pt x="72" y="131"/>
                    <a:pt x="88" y="131"/>
                  </a:cubicBezTo>
                  <a:cubicBezTo>
                    <a:pt x="122" y="131"/>
                    <a:pt x="154" y="105"/>
                    <a:pt x="154" y="66"/>
                  </a:cubicBezTo>
                  <a:cubicBezTo>
                    <a:pt x="154" y="30"/>
                    <a:pt x="124" y="0"/>
                    <a:pt x="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154368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125301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94266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6734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38279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75" name="Google Shape;275;p2"/>
          <p:cNvSpPr/>
          <p:nvPr/>
        </p:nvSpPr>
        <p:spPr>
          <a:xfrm rot="-5400000">
            <a:off x="-147100" y="4444624"/>
            <a:ext cx="872583" cy="578402"/>
          </a:xfrm>
          <a:custGeom>
            <a:avLst/>
            <a:gdLst/>
            <a:ahLst/>
            <a:cxnLst/>
            <a:rect l="l" t="t" r="r" b="b"/>
            <a:pathLst>
              <a:path w="6259" h="4149" extrusionOk="0">
                <a:moveTo>
                  <a:pt x="0" y="1"/>
                </a:moveTo>
                <a:lnTo>
                  <a:pt x="0" y="4148"/>
                </a:lnTo>
                <a:cubicBezTo>
                  <a:pt x="1191" y="3783"/>
                  <a:pt x="992" y="2037"/>
                  <a:pt x="2087" y="2037"/>
                </a:cubicBezTo>
                <a:cubicBezTo>
                  <a:pt x="2120" y="2037"/>
                  <a:pt x="2154" y="2038"/>
                  <a:pt x="2190" y="2041"/>
                </a:cubicBezTo>
                <a:cubicBezTo>
                  <a:pt x="2763" y="2094"/>
                  <a:pt x="3557" y="2489"/>
                  <a:pt x="4305" y="2489"/>
                </a:cubicBezTo>
                <a:cubicBezTo>
                  <a:pt x="5137" y="2489"/>
                  <a:pt x="5912" y="1999"/>
                  <a:pt x="625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76" name="Google Shape;276;p2"/>
          <p:cNvSpPr/>
          <p:nvPr/>
        </p:nvSpPr>
        <p:spPr>
          <a:xfrm rot="10800000">
            <a:off x="8250539" y="121165"/>
            <a:ext cx="893471" cy="1006853"/>
          </a:xfrm>
          <a:custGeom>
            <a:avLst/>
            <a:gdLst/>
            <a:ahLst/>
            <a:cxnLst/>
            <a:rect l="l" t="t" r="r" b="b"/>
            <a:pathLst>
              <a:path w="25050" h="27323" extrusionOk="0">
                <a:moveTo>
                  <a:pt x="1439" y="26"/>
                </a:moveTo>
                <a:lnTo>
                  <a:pt x="1439" y="26"/>
                </a:lnTo>
                <a:cubicBezTo>
                  <a:pt x="1236" y="126"/>
                  <a:pt x="1267" y="427"/>
                  <a:pt x="1486" y="483"/>
                </a:cubicBezTo>
                <a:cubicBezTo>
                  <a:pt x="1509" y="489"/>
                  <a:pt x="1532" y="492"/>
                  <a:pt x="1553" y="492"/>
                </a:cubicBezTo>
                <a:cubicBezTo>
                  <a:pt x="1739" y="492"/>
                  <a:pt x="1868" y="278"/>
                  <a:pt x="1753" y="107"/>
                </a:cubicBezTo>
                <a:cubicBezTo>
                  <a:pt x="1652" y="79"/>
                  <a:pt x="1549" y="51"/>
                  <a:pt x="1439" y="26"/>
                </a:cubicBezTo>
                <a:close/>
                <a:moveTo>
                  <a:pt x="330" y="1"/>
                </a:moveTo>
                <a:cubicBezTo>
                  <a:pt x="111" y="1"/>
                  <a:pt x="1" y="264"/>
                  <a:pt x="154" y="421"/>
                </a:cubicBezTo>
                <a:cubicBezTo>
                  <a:pt x="205" y="471"/>
                  <a:pt x="267" y="494"/>
                  <a:pt x="327" y="494"/>
                </a:cubicBezTo>
                <a:cubicBezTo>
                  <a:pt x="455" y="494"/>
                  <a:pt x="577" y="394"/>
                  <a:pt x="577" y="245"/>
                </a:cubicBezTo>
                <a:cubicBezTo>
                  <a:pt x="577" y="110"/>
                  <a:pt x="465" y="1"/>
                  <a:pt x="330" y="1"/>
                </a:cubicBezTo>
                <a:close/>
                <a:moveTo>
                  <a:pt x="3793" y="1317"/>
                </a:moveTo>
                <a:lnTo>
                  <a:pt x="3793" y="1317"/>
                </a:lnTo>
                <a:cubicBezTo>
                  <a:pt x="3667" y="1480"/>
                  <a:pt x="3783" y="1712"/>
                  <a:pt x="3987" y="1712"/>
                </a:cubicBezTo>
                <a:cubicBezTo>
                  <a:pt x="4037" y="1712"/>
                  <a:pt x="4087" y="1696"/>
                  <a:pt x="4128" y="1668"/>
                </a:cubicBezTo>
                <a:cubicBezTo>
                  <a:pt x="4022" y="1546"/>
                  <a:pt x="3909" y="1430"/>
                  <a:pt x="3793" y="1317"/>
                </a:cubicBezTo>
                <a:close/>
                <a:moveTo>
                  <a:pt x="330" y="1220"/>
                </a:moveTo>
                <a:cubicBezTo>
                  <a:pt x="111" y="1220"/>
                  <a:pt x="1" y="1486"/>
                  <a:pt x="154" y="1640"/>
                </a:cubicBezTo>
                <a:cubicBezTo>
                  <a:pt x="205" y="1690"/>
                  <a:pt x="268" y="1713"/>
                  <a:pt x="329" y="1713"/>
                </a:cubicBezTo>
                <a:cubicBezTo>
                  <a:pt x="456" y="1713"/>
                  <a:pt x="577" y="1614"/>
                  <a:pt x="577" y="1464"/>
                </a:cubicBezTo>
                <a:cubicBezTo>
                  <a:pt x="577" y="1329"/>
                  <a:pt x="465" y="1220"/>
                  <a:pt x="330" y="1220"/>
                </a:cubicBezTo>
                <a:close/>
                <a:moveTo>
                  <a:pt x="1549" y="1220"/>
                </a:moveTo>
                <a:cubicBezTo>
                  <a:pt x="1330" y="1220"/>
                  <a:pt x="1220" y="1486"/>
                  <a:pt x="1373" y="1640"/>
                </a:cubicBezTo>
                <a:cubicBezTo>
                  <a:pt x="1424" y="1690"/>
                  <a:pt x="1487" y="1713"/>
                  <a:pt x="1548" y="1713"/>
                </a:cubicBezTo>
                <a:cubicBezTo>
                  <a:pt x="1675" y="1713"/>
                  <a:pt x="1797" y="1614"/>
                  <a:pt x="1797" y="1464"/>
                </a:cubicBezTo>
                <a:cubicBezTo>
                  <a:pt x="1797" y="1329"/>
                  <a:pt x="1687" y="1220"/>
                  <a:pt x="1549" y="1220"/>
                </a:cubicBezTo>
                <a:close/>
                <a:moveTo>
                  <a:pt x="2768" y="1220"/>
                </a:moveTo>
                <a:cubicBezTo>
                  <a:pt x="2549" y="1220"/>
                  <a:pt x="2439" y="1486"/>
                  <a:pt x="2596" y="1640"/>
                </a:cubicBezTo>
                <a:cubicBezTo>
                  <a:pt x="2645" y="1690"/>
                  <a:pt x="2707" y="1713"/>
                  <a:pt x="2768" y="1713"/>
                </a:cubicBezTo>
                <a:cubicBezTo>
                  <a:pt x="2894" y="1713"/>
                  <a:pt x="3016" y="1614"/>
                  <a:pt x="3016" y="1464"/>
                </a:cubicBezTo>
                <a:cubicBezTo>
                  <a:pt x="3016" y="1329"/>
                  <a:pt x="2906" y="1220"/>
                  <a:pt x="2768" y="1220"/>
                </a:cubicBezTo>
                <a:close/>
                <a:moveTo>
                  <a:pt x="330" y="2439"/>
                </a:moveTo>
                <a:cubicBezTo>
                  <a:pt x="111" y="2439"/>
                  <a:pt x="1" y="2705"/>
                  <a:pt x="154" y="2859"/>
                </a:cubicBezTo>
                <a:cubicBezTo>
                  <a:pt x="205" y="2910"/>
                  <a:pt x="268" y="2932"/>
                  <a:pt x="329" y="2932"/>
                </a:cubicBezTo>
                <a:cubicBezTo>
                  <a:pt x="456" y="2932"/>
                  <a:pt x="577" y="2834"/>
                  <a:pt x="577" y="2686"/>
                </a:cubicBezTo>
                <a:cubicBezTo>
                  <a:pt x="577" y="2548"/>
                  <a:pt x="465" y="2439"/>
                  <a:pt x="330" y="2439"/>
                </a:cubicBezTo>
                <a:close/>
                <a:moveTo>
                  <a:pt x="1549" y="2439"/>
                </a:moveTo>
                <a:cubicBezTo>
                  <a:pt x="1330" y="2439"/>
                  <a:pt x="1220" y="2705"/>
                  <a:pt x="1373" y="2859"/>
                </a:cubicBezTo>
                <a:cubicBezTo>
                  <a:pt x="1424" y="2910"/>
                  <a:pt x="1487" y="2932"/>
                  <a:pt x="1548" y="2932"/>
                </a:cubicBezTo>
                <a:cubicBezTo>
                  <a:pt x="1675" y="2932"/>
                  <a:pt x="1797" y="2834"/>
                  <a:pt x="1797" y="2686"/>
                </a:cubicBezTo>
                <a:cubicBezTo>
                  <a:pt x="1797" y="2548"/>
                  <a:pt x="1687" y="2439"/>
                  <a:pt x="1549" y="2439"/>
                </a:cubicBezTo>
                <a:close/>
                <a:moveTo>
                  <a:pt x="2768" y="2439"/>
                </a:moveTo>
                <a:cubicBezTo>
                  <a:pt x="2549" y="2439"/>
                  <a:pt x="2439" y="2705"/>
                  <a:pt x="2596" y="2859"/>
                </a:cubicBezTo>
                <a:cubicBezTo>
                  <a:pt x="2646" y="2910"/>
                  <a:pt x="2707" y="2932"/>
                  <a:pt x="2768" y="2932"/>
                </a:cubicBezTo>
                <a:cubicBezTo>
                  <a:pt x="2894" y="2932"/>
                  <a:pt x="3016" y="2834"/>
                  <a:pt x="3016" y="2686"/>
                </a:cubicBezTo>
                <a:cubicBezTo>
                  <a:pt x="3016" y="2548"/>
                  <a:pt x="2906" y="2439"/>
                  <a:pt x="2768" y="2439"/>
                </a:cubicBezTo>
                <a:close/>
                <a:moveTo>
                  <a:pt x="3987" y="2439"/>
                </a:moveTo>
                <a:cubicBezTo>
                  <a:pt x="3768" y="2439"/>
                  <a:pt x="3658" y="2705"/>
                  <a:pt x="3815" y="2859"/>
                </a:cubicBezTo>
                <a:cubicBezTo>
                  <a:pt x="3865" y="2910"/>
                  <a:pt x="3927" y="2932"/>
                  <a:pt x="3987" y="2932"/>
                </a:cubicBezTo>
                <a:cubicBezTo>
                  <a:pt x="4113" y="2932"/>
                  <a:pt x="4235" y="2834"/>
                  <a:pt x="4235" y="2686"/>
                </a:cubicBezTo>
                <a:cubicBezTo>
                  <a:pt x="4235" y="2548"/>
                  <a:pt x="4125" y="2439"/>
                  <a:pt x="3987" y="2439"/>
                </a:cubicBezTo>
                <a:close/>
                <a:moveTo>
                  <a:pt x="330" y="3658"/>
                </a:moveTo>
                <a:cubicBezTo>
                  <a:pt x="111" y="3658"/>
                  <a:pt x="1" y="3924"/>
                  <a:pt x="154" y="4078"/>
                </a:cubicBezTo>
                <a:cubicBezTo>
                  <a:pt x="205" y="4129"/>
                  <a:pt x="268" y="4151"/>
                  <a:pt x="329" y="4151"/>
                </a:cubicBezTo>
                <a:cubicBezTo>
                  <a:pt x="456" y="4151"/>
                  <a:pt x="577" y="4053"/>
                  <a:pt x="577" y="3905"/>
                </a:cubicBezTo>
                <a:cubicBezTo>
                  <a:pt x="577" y="3767"/>
                  <a:pt x="465" y="3658"/>
                  <a:pt x="330" y="3658"/>
                </a:cubicBezTo>
                <a:close/>
                <a:moveTo>
                  <a:pt x="1549" y="3658"/>
                </a:moveTo>
                <a:cubicBezTo>
                  <a:pt x="1330" y="3658"/>
                  <a:pt x="1220" y="3924"/>
                  <a:pt x="1373" y="4078"/>
                </a:cubicBezTo>
                <a:cubicBezTo>
                  <a:pt x="1424" y="4129"/>
                  <a:pt x="1487" y="4151"/>
                  <a:pt x="1548" y="4151"/>
                </a:cubicBezTo>
                <a:cubicBezTo>
                  <a:pt x="1675" y="4151"/>
                  <a:pt x="1797" y="4053"/>
                  <a:pt x="1797" y="3905"/>
                </a:cubicBezTo>
                <a:cubicBezTo>
                  <a:pt x="1797" y="3767"/>
                  <a:pt x="1687" y="3658"/>
                  <a:pt x="1549" y="3658"/>
                </a:cubicBezTo>
                <a:close/>
                <a:moveTo>
                  <a:pt x="2768" y="3658"/>
                </a:moveTo>
                <a:cubicBezTo>
                  <a:pt x="2549" y="3658"/>
                  <a:pt x="2439" y="3924"/>
                  <a:pt x="2596" y="4078"/>
                </a:cubicBezTo>
                <a:cubicBezTo>
                  <a:pt x="2646" y="4129"/>
                  <a:pt x="2707" y="4151"/>
                  <a:pt x="2768" y="4151"/>
                </a:cubicBezTo>
                <a:cubicBezTo>
                  <a:pt x="2894" y="4151"/>
                  <a:pt x="3016" y="4053"/>
                  <a:pt x="3016" y="3905"/>
                </a:cubicBezTo>
                <a:cubicBezTo>
                  <a:pt x="3016" y="3767"/>
                  <a:pt x="2906" y="3658"/>
                  <a:pt x="2768" y="3658"/>
                </a:cubicBezTo>
                <a:close/>
                <a:moveTo>
                  <a:pt x="3987" y="3658"/>
                </a:moveTo>
                <a:cubicBezTo>
                  <a:pt x="3768" y="3658"/>
                  <a:pt x="3658" y="3924"/>
                  <a:pt x="3815" y="4078"/>
                </a:cubicBezTo>
                <a:cubicBezTo>
                  <a:pt x="3865" y="4129"/>
                  <a:pt x="3927" y="4151"/>
                  <a:pt x="3987" y="4151"/>
                </a:cubicBezTo>
                <a:cubicBezTo>
                  <a:pt x="4113" y="4151"/>
                  <a:pt x="4235" y="4053"/>
                  <a:pt x="4235" y="3905"/>
                </a:cubicBezTo>
                <a:cubicBezTo>
                  <a:pt x="4235" y="3767"/>
                  <a:pt x="4125" y="3658"/>
                  <a:pt x="3987" y="3658"/>
                </a:cubicBezTo>
                <a:close/>
                <a:moveTo>
                  <a:pt x="5209" y="3658"/>
                </a:moveTo>
                <a:cubicBezTo>
                  <a:pt x="4987" y="3658"/>
                  <a:pt x="4877" y="3924"/>
                  <a:pt x="5034" y="4078"/>
                </a:cubicBezTo>
                <a:cubicBezTo>
                  <a:pt x="5084" y="4129"/>
                  <a:pt x="5146" y="4151"/>
                  <a:pt x="5206" y="4151"/>
                </a:cubicBezTo>
                <a:cubicBezTo>
                  <a:pt x="5332" y="4151"/>
                  <a:pt x="5454" y="4053"/>
                  <a:pt x="5454" y="3905"/>
                </a:cubicBezTo>
                <a:cubicBezTo>
                  <a:pt x="5454" y="3767"/>
                  <a:pt x="5344" y="3658"/>
                  <a:pt x="5209" y="3658"/>
                </a:cubicBezTo>
                <a:close/>
                <a:moveTo>
                  <a:pt x="6190" y="5059"/>
                </a:moveTo>
                <a:cubicBezTo>
                  <a:pt x="6156" y="5181"/>
                  <a:pt x="6221" y="5309"/>
                  <a:pt x="6341" y="5353"/>
                </a:cubicBezTo>
                <a:cubicBezTo>
                  <a:pt x="6290" y="5256"/>
                  <a:pt x="6240" y="5156"/>
                  <a:pt x="6190" y="5059"/>
                </a:cubicBezTo>
                <a:close/>
                <a:moveTo>
                  <a:pt x="330" y="4877"/>
                </a:moveTo>
                <a:cubicBezTo>
                  <a:pt x="111" y="4877"/>
                  <a:pt x="1" y="5143"/>
                  <a:pt x="154" y="5300"/>
                </a:cubicBezTo>
                <a:cubicBezTo>
                  <a:pt x="205" y="5349"/>
                  <a:pt x="267" y="5371"/>
                  <a:pt x="327" y="5371"/>
                </a:cubicBezTo>
                <a:cubicBezTo>
                  <a:pt x="455" y="5371"/>
                  <a:pt x="577" y="5273"/>
                  <a:pt x="577" y="5124"/>
                </a:cubicBezTo>
                <a:cubicBezTo>
                  <a:pt x="577" y="4986"/>
                  <a:pt x="465" y="4877"/>
                  <a:pt x="330" y="4877"/>
                </a:cubicBezTo>
                <a:close/>
                <a:moveTo>
                  <a:pt x="1549" y="4877"/>
                </a:moveTo>
                <a:cubicBezTo>
                  <a:pt x="1330" y="4877"/>
                  <a:pt x="1220" y="5143"/>
                  <a:pt x="1373" y="5300"/>
                </a:cubicBezTo>
                <a:cubicBezTo>
                  <a:pt x="1424" y="5349"/>
                  <a:pt x="1486" y="5371"/>
                  <a:pt x="1546" y="5371"/>
                </a:cubicBezTo>
                <a:cubicBezTo>
                  <a:pt x="1674" y="5371"/>
                  <a:pt x="1797" y="5273"/>
                  <a:pt x="1797" y="5124"/>
                </a:cubicBezTo>
                <a:cubicBezTo>
                  <a:pt x="1797" y="4986"/>
                  <a:pt x="1687" y="4877"/>
                  <a:pt x="1549" y="4877"/>
                </a:cubicBezTo>
                <a:close/>
                <a:moveTo>
                  <a:pt x="2768" y="4877"/>
                </a:moveTo>
                <a:cubicBezTo>
                  <a:pt x="2549" y="4877"/>
                  <a:pt x="2439" y="5143"/>
                  <a:pt x="2596" y="5300"/>
                </a:cubicBezTo>
                <a:cubicBezTo>
                  <a:pt x="2645" y="5349"/>
                  <a:pt x="2706" y="5371"/>
                  <a:pt x="2766" y="5371"/>
                </a:cubicBezTo>
                <a:cubicBezTo>
                  <a:pt x="2893" y="5371"/>
                  <a:pt x="3016" y="5273"/>
                  <a:pt x="3016" y="5124"/>
                </a:cubicBezTo>
                <a:cubicBezTo>
                  <a:pt x="3016" y="4986"/>
                  <a:pt x="2906" y="4877"/>
                  <a:pt x="2768" y="4877"/>
                </a:cubicBezTo>
                <a:close/>
                <a:moveTo>
                  <a:pt x="3987" y="4877"/>
                </a:moveTo>
                <a:cubicBezTo>
                  <a:pt x="3768" y="4877"/>
                  <a:pt x="3658" y="5143"/>
                  <a:pt x="3815" y="5300"/>
                </a:cubicBezTo>
                <a:cubicBezTo>
                  <a:pt x="3864" y="5349"/>
                  <a:pt x="3925" y="5371"/>
                  <a:pt x="3985" y="5371"/>
                </a:cubicBezTo>
                <a:cubicBezTo>
                  <a:pt x="4112" y="5371"/>
                  <a:pt x="4235" y="5273"/>
                  <a:pt x="4235" y="5124"/>
                </a:cubicBezTo>
                <a:cubicBezTo>
                  <a:pt x="4235" y="4986"/>
                  <a:pt x="4125" y="4877"/>
                  <a:pt x="3987" y="4877"/>
                </a:cubicBezTo>
                <a:close/>
                <a:moveTo>
                  <a:pt x="5209" y="4877"/>
                </a:moveTo>
                <a:cubicBezTo>
                  <a:pt x="4987" y="4877"/>
                  <a:pt x="4877" y="5143"/>
                  <a:pt x="5034" y="5300"/>
                </a:cubicBezTo>
                <a:cubicBezTo>
                  <a:pt x="5084" y="5349"/>
                  <a:pt x="5146" y="5371"/>
                  <a:pt x="5206" y="5371"/>
                </a:cubicBezTo>
                <a:cubicBezTo>
                  <a:pt x="5333" y="5371"/>
                  <a:pt x="5454" y="5273"/>
                  <a:pt x="5454" y="5124"/>
                </a:cubicBezTo>
                <a:cubicBezTo>
                  <a:pt x="5454" y="4986"/>
                  <a:pt x="5344" y="4877"/>
                  <a:pt x="5209" y="4877"/>
                </a:cubicBezTo>
                <a:close/>
                <a:moveTo>
                  <a:pt x="330" y="6096"/>
                </a:moveTo>
                <a:cubicBezTo>
                  <a:pt x="111" y="6096"/>
                  <a:pt x="1" y="6362"/>
                  <a:pt x="154" y="6519"/>
                </a:cubicBezTo>
                <a:cubicBezTo>
                  <a:pt x="205" y="6568"/>
                  <a:pt x="267" y="6590"/>
                  <a:pt x="327" y="6590"/>
                </a:cubicBezTo>
                <a:cubicBezTo>
                  <a:pt x="455" y="6590"/>
                  <a:pt x="577" y="6492"/>
                  <a:pt x="577" y="6343"/>
                </a:cubicBezTo>
                <a:cubicBezTo>
                  <a:pt x="577" y="6209"/>
                  <a:pt x="465" y="6096"/>
                  <a:pt x="330" y="6096"/>
                </a:cubicBezTo>
                <a:close/>
                <a:moveTo>
                  <a:pt x="1549" y="6096"/>
                </a:moveTo>
                <a:cubicBezTo>
                  <a:pt x="1330" y="6096"/>
                  <a:pt x="1220" y="6362"/>
                  <a:pt x="1373" y="6519"/>
                </a:cubicBezTo>
                <a:cubicBezTo>
                  <a:pt x="1424" y="6568"/>
                  <a:pt x="1486" y="6590"/>
                  <a:pt x="1546" y="6590"/>
                </a:cubicBezTo>
                <a:cubicBezTo>
                  <a:pt x="1674" y="6590"/>
                  <a:pt x="1797" y="6492"/>
                  <a:pt x="1797" y="6343"/>
                </a:cubicBezTo>
                <a:cubicBezTo>
                  <a:pt x="1797" y="6209"/>
                  <a:pt x="1687" y="6096"/>
                  <a:pt x="1549" y="6096"/>
                </a:cubicBezTo>
                <a:close/>
                <a:moveTo>
                  <a:pt x="2768" y="6096"/>
                </a:moveTo>
                <a:cubicBezTo>
                  <a:pt x="2549" y="6096"/>
                  <a:pt x="2439" y="6362"/>
                  <a:pt x="2596" y="6519"/>
                </a:cubicBezTo>
                <a:cubicBezTo>
                  <a:pt x="2645" y="6568"/>
                  <a:pt x="2706" y="6590"/>
                  <a:pt x="2766" y="6590"/>
                </a:cubicBezTo>
                <a:cubicBezTo>
                  <a:pt x="2893" y="6590"/>
                  <a:pt x="3016" y="6492"/>
                  <a:pt x="3016" y="6343"/>
                </a:cubicBezTo>
                <a:cubicBezTo>
                  <a:pt x="3016" y="6209"/>
                  <a:pt x="2906" y="6096"/>
                  <a:pt x="2768" y="6096"/>
                </a:cubicBezTo>
                <a:close/>
                <a:moveTo>
                  <a:pt x="3987" y="6096"/>
                </a:moveTo>
                <a:cubicBezTo>
                  <a:pt x="3768" y="6096"/>
                  <a:pt x="3658" y="6362"/>
                  <a:pt x="3815" y="6519"/>
                </a:cubicBezTo>
                <a:cubicBezTo>
                  <a:pt x="3864" y="6568"/>
                  <a:pt x="3925" y="6590"/>
                  <a:pt x="3985" y="6590"/>
                </a:cubicBezTo>
                <a:cubicBezTo>
                  <a:pt x="4112" y="6590"/>
                  <a:pt x="4235" y="6492"/>
                  <a:pt x="4235" y="6343"/>
                </a:cubicBezTo>
                <a:cubicBezTo>
                  <a:pt x="4235" y="6209"/>
                  <a:pt x="4125" y="6096"/>
                  <a:pt x="3987" y="6096"/>
                </a:cubicBezTo>
                <a:close/>
                <a:moveTo>
                  <a:pt x="5209" y="6096"/>
                </a:moveTo>
                <a:cubicBezTo>
                  <a:pt x="4987" y="6096"/>
                  <a:pt x="4877" y="6362"/>
                  <a:pt x="5034" y="6519"/>
                </a:cubicBezTo>
                <a:cubicBezTo>
                  <a:pt x="5084" y="6568"/>
                  <a:pt x="5146" y="6590"/>
                  <a:pt x="5206" y="6590"/>
                </a:cubicBezTo>
                <a:cubicBezTo>
                  <a:pt x="5333" y="6590"/>
                  <a:pt x="5454" y="6492"/>
                  <a:pt x="5454" y="6343"/>
                </a:cubicBezTo>
                <a:cubicBezTo>
                  <a:pt x="5454" y="6209"/>
                  <a:pt x="5344" y="6096"/>
                  <a:pt x="5209" y="6096"/>
                </a:cubicBezTo>
                <a:close/>
                <a:moveTo>
                  <a:pt x="6428" y="6096"/>
                </a:moveTo>
                <a:cubicBezTo>
                  <a:pt x="6209" y="6096"/>
                  <a:pt x="6096" y="6362"/>
                  <a:pt x="6253" y="6519"/>
                </a:cubicBezTo>
                <a:cubicBezTo>
                  <a:pt x="6303" y="6568"/>
                  <a:pt x="6365" y="6590"/>
                  <a:pt x="6426" y="6590"/>
                </a:cubicBezTo>
                <a:cubicBezTo>
                  <a:pt x="6553" y="6590"/>
                  <a:pt x="6675" y="6492"/>
                  <a:pt x="6673" y="6343"/>
                </a:cubicBezTo>
                <a:cubicBezTo>
                  <a:pt x="6673" y="6209"/>
                  <a:pt x="6563" y="6096"/>
                  <a:pt x="6428" y="6096"/>
                </a:cubicBezTo>
                <a:close/>
                <a:moveTo>
                  <a:pt x="330" y="7315"/>
                </a:moveTo>
                <a:cubicBezTo>
                  <a:pt x="111" y="7315"/>
                  <a:pt x="1" y="7581"/>
                  <a:pt x="154" y="7738"/>
                </a:cubicBezTo>
                <a:cubicBezTo>
                  <a:pt x="205" y="7787"/>
                  <a:pt x="267" y="7810"/>
                  <a:pt x="327" y="7810"/>
                </a:cubicBezTo>
                <a:cubicBezTo>
                  <a:pt x="455" y="7810"/>
                  <a:pt x="577" y="7711"/>
                  <a:pt x="577" y="7562"/>
                </a:cubicBezTo>
                <a:cubicBezTo>
                  <a:pt x="577" y="7428"/>
                  <a:pt x="465" y="7315"/>
                  <a:pt x="330" y="7315"/>
                </a:cubicBezTo>
                <a:close/>
                <a:moveTo>
                  <a:pt x="1549" y="7315"/>
                </a:moveTo>
                <a:cubicBezTo>
                  <a:pt x="1330" y="7315"/>
                  <a:pt x="1220" y="7581"/>
                  <a:pt x="1373" y="7738"/>
                </a:cubicBezTo>
                <a:cubicBezTo>
                  <a:pt x="1424" y="7787"/>
                  <a:pt x="1486" y="7810"/>
                  <a:pt x="1546" y="7810"/>
                </a:cubicBezTo>
                <a:cubicBezTo>
                  <a:pt x="1674" y="7810"/>
                  <a:pt x="1797" y="7711"/>
                  <a:pt x="1797" y="7562"/>
                </a:cubicBezTo>
                <a:cubicBezTo>
                  <a:pt x="1797" y="7428"/>
                  <a:pt x="1687" y="7315"/>
                  <a:pt x="1549" y="7315"/>
                </a:cubicBezTo>
                <a:close/>
                <a:moveTo>
                  <a:pt x="2768" y="7315"/>
                </a:moveTo>
                <a:cubicBezTo>
                  <a:pt x="2549" y="7315"/>
                  <a:pt x="2439" y="7581"/>
                  <a:pt x="2596" y="7738"/>
                </a:cubicBezTo>
                <a:cubicBezTo>
                  <a:pt x="2645" y="7787"/>
                  <a:pt x="2706" y="7810"/>
                  <a:pt x="2766" y="7810"/>
                </a:cubicBezTo>
                <a:cubicBezTo>
                  <a:pt x="2893" y="7810"/>
                  <a:pt x="3016" y="7711"/>
                  <a:pt x="3016" y="7562"/>
                </a:cubicBezTo>
                <a:cubicBezTo>
                  <a:pt x="3016" y="7428"/>
                  <a:pt x="2906" y="7315"/>
                  <a:pt x="2768" y="7315"/>
                </a:cubicBezTo>
                <a:close/>
                <a:moveTo>
                  <a:pt x="3987" y="7315"/>
                </a:moveTo>
                <a:cubicBezTo>
                  <a:pt x="3768" y="7315"/>
                  <a:pt x="3658" y="7581"/>
                  <a:pt x="3815" y="7738"/>
                </a:cubicBezTo>
                <a:cubicBezTo>
                  <a:pt x="3864" y="7787"/>
                  <a:pt x="3925" y="7810"/>
                  <a:pt x="3985" y="7810"/>
                </a:cubicBezTo>
                <a:cubicBezTo>
                  <a:pt x="4112" y="7810"/>
                  <a:pt x="4235" y="7711"/>
                  <a:pt x="4235" y="7562"/>
                </a:cubicBezTo>
                <a:cubicBezTo>
                  <a:pt x="4235" y="7428"/>
                  <a:pt x="4125" y="7318"/>
                  <a:pt x="3987" y="7315"/>
                </a:cubicBezTo>
                <a:close/>
                <a:moveTo>
                  <a:pt x="5209" y="7315"/>
                </a:moveTo>
                <a:cubicBezTo>
                  <a:pt x="4987" y="7315"/>
                  <a:pt x="4877" y="7581"/>
                  <a:pt x="5034" y="7738"/>
                </a:cubicBezTo>
                <a:cubicBezTo>
                  <a:pt x="5083" y="7787"/>
                  <a:pt x="5144" y="7810"/>
                  <a:pt x="5204" y="7810"/>
                </a:cubicBezTo>
                <a:cubicBezTo>
                  <a:pt x="5331" y="7810"/>
                  <a:pt x="5454" y="7711"/>
                  <a:pt x="5454" y="7562"/>
                </a:cubicBezTo>
                <a:cubicBezTo>
                  <a:pt x="5454" y="7428"/>
                  <a:pt x="5344" y="7315"/>
                  <a:pt x="5209" y="7315"/>
                </a:cubicBezTo>
                <a:close/>
                <a:moveTo>
                  <a:pt x="6428" y="7315"/>
                </a:moveTo>
                <a:cubicBezTo>
                  <a:pt x="6209" y="7315"/>
                  <a:pt x="6096" y="7581"/>
                  <a:pt x="6253" y="7738"/>
                </a:cubicBezTo>
                <a:cubicBezTo>
                  <a:pt x="6303" y="7787"/>
                  <a:pt x="6365" y="7810"/>
                  <a:pt x="6425" y="7810"/>
                </a:cubicBezTo>
                <a:cubicBezTo>
                  <a:pt x="6552" y="7810"/>
                  <a:pt x="6673" y="7711"/>
                  <a:pt x="6673" y="7562"/>
                </a:cubicBezTo>
                <a:cubicBezTo>
                  <a:pt x="6673" y="7428"/>
                  <a:pt x="6563" y="7315"/>
                  <a:pt x="6428" y="7315"/>
                </a:cubicBezTo>
                <a:close/>
                <a:moveTo>
                  <a:pt x="17403" y="7315"/>
                </a:moveTo>
                <a:cubicBezTo>
                  <a:pt x="17184" y="7315"/>
                  <a:pt x="17074" y="7581"/>
                  <a:pt x="17227" y="7738"/>
                </a:cubicBezTo>
                <a:cubicBezTo>
                  <a:pt x="17278" y="7787"/>
                  <a:pt x="17340" y="7810"/>
                  <a:pt x="17400" y="7810"/>
                </a:cubicBezTo>
                <a:cubicBezTo>
                  <a:pt x="17528" y="7810"/>
                  <a:pt x="17650" y="7711"/>
                  <a:pt x="17650" y="7562"/>
                </a:cubicBezTo>
                <a:cubicBezTo>
                  <a:pt x="17650" y="7428"/>
                  <a:pt x="17538" y="7315"/>
                  <a:pt x="17403" y="7315"/>
                </a:cubicBezTo>
                <a:close/>
                <a:moveTo>
                  <a:pt x="18622" y="7315"/>
                </a:moveTo>
                <a:cubicBezTo>
                  <a:pt x="18403" y="7315"/>
                  <a:pt x="18293" y="7581"/>
                  <a:pt x="18446" y="7738"/>
                </a:cubicBezTo>
                <a:cubicBezTo>
                  <a:pt x="18497" y="7787"/>
                  <a:pt x="18559" y="7810"/>
                  <a:pt x="18619" y="7810"/>
                </a:cubicBezTo>
                <a:cubicBezTo>
                  <a:pt x="18747" y="7810"/>
                  <a:pt x="18870" y="7711"/>
                  <a:pt x="18870" y="7562"/>
                </a:cubicBezTo>
                <a:cubicBezTo>
                  <a:pt x="18870" y="7428"/>
                  <a:pt x="18760" y="7315"/>
                  <a:pt x="18622" y="7315"/>
                </a:cubicBezTo>
                <a:close/>
                <a:moveTo>
                  <a:pt x="19841" y="7315"/>
                </a:moveTo>
                <a:cubicBezTo>
                  <a:pt x="19622" y="7315"/>
                  <a:pt x="19512" y="7581"/>
                  <a:pt x="19669" y="7738"/>
                </a:cubicBezTo>
                <a:cubicBezTo>
                  <a:pt x="19718" y="7787"/>
                  <a:pt x="19779" y="7810"/>
                  <a:pt x="19839" y="7810"/>
                </a:cubicBezTo>
                <a:cubicBezTo>
                  <a:pt x="19966" y="7810"/>
                  <a:pt x="20089" y="7711"/>
                  <a:pt x="20089" y="7562"/>
                </a:cubicBezTo>
                <a:cubicBezTo>
                  <a:pt x="20089" y="7428"/>
                  <a:pt x="19979" y="7315"/>
                  <a:pt x="19841" y="7315"/>
                </a:cubicBezTo>
                <a:close/>
                <a:moveTo>
                  <a:pt x="7497" y="7365"/>
                </a:moveTo>
                <a:cubicBezTo>
                  <a:pt x="7309" y="7509"/>
                  <a:pt x="7409" y="7810"/>
                  <a:pt x="7647" y="7810"/>
                </a:cubicBezTo>
                <a:cubicBezTo>
                  <a:pt x="7698" y="7810"/>
                  <a:pt x="7748" y="7794"/>
                  <a:pt x="7788" y="7763"/>
                </a:cubicBezTo>
                <a:cubicBezTo>
                  <a:pt x="7688" y="7635"/>
                  <a:pt x="7591" y="7503"/>
                  <a:pt x="7497" y="7365"/>
                </a:cubicBezTo>
                <a:close/>
                <a:moveTo>
                  <a:pt x="16369" y="7725"/>
                </a:moveTo>
                <a:lnTo>
                  <a:pt x="16369" y="7725"/>
                </a:lnTo>
                <a:cubicBezTo>
                  <a:pt x="16309" y="7754"/>
                  <a:pt x="16247" y="7782"/>
                  <a:pt x="16187" y="7810"/>
                </a:cubicBezTo>
                <a:cubicBezTo>
                  <a:pt x="16256" y="7807"/>
                  <a:pt x="16322" y="7779"/>
                  <a:pt x="16369" y="7725"/>
                </a:cubicBezTo>
                <a:close/>
                <a:moveTo>
                  <a:pt x="20841" y="7456"/>
                </a:moveTo>
                <a:lnTo>
                  <a:pt x="20841" y="7456"/>
                </a:lnTo>
                <a:cubicBezTo>
                  <a:pt x="20759" y="7619"/>
                  <a:pt x="20878" y="7810"/>
                  <a:pt x="21060" y="7810"/>
                </a:cubicBezTo>
                <a:cubicBezTo>
                  <a:pt x="21116" y="7810"/>
                  <a:pt x="21167" y="7791"/>
                  <a:pt x="21210" y="7760"/>
                </a:cubicBezTo>
                <a:cubicBezTo>
                  <a:pt x="21151" y="7703"/>
                  <a:pt x="21088" y="7647"/>
                  <a:pt x="21022" y="7591"/>
                </a:cubicBezTo>
                <a:cubicBezTo>
                  <a:pt x="20963" y="7544"/>
                  <a:pt x="20900" y="7497"/>
                  <a:pt x="20841" y="7456"/>
                </a:cubicBezTo>
                <a:close/>
                <a:moveTo>
                  <a:pt x="13975" y="8869"/>
                </a:moveTo>
                <a:lnTo>
                  <a:pt x="13975" y="8869"/>
                </a:lnTo>
                <a:cubicBezTo>
                  <a:pt x="13868" y="8919"/>
                  <a:pt x="13758" y="8966"/>
                  <a:pt x="13652" y="9010"/>
                </a:cubicBezTo>
                <a:cubicBezTo>
                  <a:pt x="13682" y="9023"/>
                  <a:pt x="13714" y="9029"/>
                  <a:pt x="13744" y="9029"/>
                </a:cubicBezTo>
                <a:cubicBezTo>
                  <a:pt x="13843" y="9029"/>
                  <a:pt x="13936" y="8967"/>
                  <a:pt x="13975" y="8869"/>
                </a:cubicBezTo>
                <a:close/>
                <a:moveTo>
                  <a:pt x="8641" y="8681"/>
                </a:moveTo>
                <a:lnTo>
                  <a:pt x="8641" y="8681"/>
                </a:lnTo>
                <a:cubicBezTo>
                  <a:pt x="8569" y="8844"/>
                  <a:pt x="8688" y="9029"/>
                  <a:pt x="8866" y="9029"/>
                </a:cubicBezTo>
                <a:cubicBezTo>
                  <a:pt x="8920" y="9029"/>
                  <a:pt x="8973" y="9010"/>
                  <a:pt x="9017" y="8979"/>
                </a:cubicBezTo>
                <a:cubicBezTo>
                  <a:pt x="8885" y="8885"/>
                  <a:pt x="8763" y="8785"/>
                  <a:pt x="8641" y="8681"/>
                </a:cubicBezTo>
                <a:close/>
                <a:moveTo>
                  <a:pt x="330" y="8537"/>
                </a:moveTo>
                <a:cubicBezTo>
                  <a:pt x="111" y="8537"/>
                  <a:pt x="1" y="8800"/>
                  <a:pt x="154" y="8957"/>
                </a:cubicBezTo>
                <a:cubicBezTo>
                  <a:pt x="205" y="9007"/>
                  <a:pt x="267" y="9030"/>
                  <a:pt x="327" y="9030"/>
                </a:cubicBezTo>
                <a:cubicBezTo>
                  <a:pt x="455" y="9030"/>
                  <a:pt x="577" y="8930"/>
                  <a:pt x="577" y="8782"/>
                </a:cubicBezTo>
                <a:cubicBezTo>
                  <a:pt x="577" y="8647"/>
                  <a:pt x="465" y="8537"/>
                  <a:pt x="330" y="8537"/>
                </a:cubicBezTo>
                <a:close/>
                <a:moveTo>
                  <a:pt x="1549" y="8537"/>
                </a:moveTo>
                <a:cubicBezTo>
                  <a:pt x="1330" y="8537"/>
                  <a:pt x="1220" y="8800"/>
                  <a:pt x="1373" y="8957"/>
                </a:cubicBezTo>
                <a:cubicBezTo>
                  <a:pt x="1424" y="9007"/>
                  <a:pt x="1486" y="9030"/>
                  <a:pt x="1546" y="9030"/>
                </a:cubicBezTo>
                <a:cubicBezTo>
                  <a:pt x="1674" y="9030"/>
                  <a:pt x="1797" y="8930"/>
                  <a:pt x="1797" y="8782"/>
                </a:cubicBezTo>
                <a:cubicBezTo>
                  <a:pt x="1797" y="8647"/>
                  <a:pt x="1687" y="8537"/>
                  <a:pt x="1549" y="8537"/>
                </a:cubicBezTo>
                <a:close/>
                <a:moveTo>
                  <a:pt x="2768" y="8537"/>
                </a:moveTo>
                <a:cubicBezTo>
                  <a:pt x="2549" y="8537"/>
                  <a:pt x="2439" y="8800"/>
                  <a:pt x="2596" y="8957"/>
                </a:cubicBezTo>
                <a:cubicBezTo>
                  <a:pt x="2645" y="9007"/>
                  <a:pt x="2706" y="9030"/>
                  <a:pt x="2766" y="9030"/>
                </a:cubicBezTo>
                <a:cubicBezTo>
                  <a:pt x="2893" y="9030"/>
                  <a:pt x="3016" y="8930"/>
                  <a:pt x="3016" y="8782"/>
                </a:cubicBezTo>
                <a:cubicBezTo>
                  <a:pt x="3016" y="8647"/>
                  <a:pt x="2906" y="8537"/>
                  <a:pt x="2768" y="8537"/>
                </a:cubicBezTo>
                <a:close/>
                <a:moveTo>
                  <a:pt x="5209" y="8537"/>
                </a:moveTo>
                <a:cubicBezTo>
                  <a:pt x="4987" y="8537"/>
                  <a:pt x="4877" y="8800"/>
                  <a:pt x="5034" y="8957"/>
                </a:cubicBezTo>
                <a:cubicBezTo>
                  <a:pt x="5083" y="9007"/>
                  <a:pt x="5144" y="9030"/>
                  <a:pt x="5205" y="9030"/>
                </a:cubicBezTo>
                <a:cubicBezTo>
                  <a:pt x="5331" y="9030"/>
                  <a:pt x="5454" y="8930"/>
                  <a:pt x="5454" y="8782"/>
                </a:cubicBezTo>
                <a:cubicBezTo>
                  <a:pt x="5454" y="8647"/>
                  <a:pt x="5344" y="8537"/>
                  <a:pt x="5209" y="8537"/>
                </a:cubicBezTo>
                <a:close/>
                <a:moveTo>
                  <a:pt x="6428" y="8537"/>
                </a:moveTo>
                <a:cubicBezTo>
                  <a:pt x="6209" y="8537"/>
                  <a:pt x="6096" y="8800"/>
                  <a:pt x="6253" y="8957"/>
                </a:cubicBezTo>
                <a:cubicBezTo>
                  <a:pt x="6303" y="9007"/>
                  <a:pt x="6365" y="9030"/>
                  <a:pt x="6425" y="9030"/>
                </a:cubicBezTo>
                <a:cubicBezTo>
                  <a:pt x="6552" y="9030"/>
                  <a:pt x="6673" y="8930"/>
                  <a:pt x="6673" y="8782"/>
                </a:cubicBezTo>
                <a:cubicBezTo>
                  <a:pt x="6673" y="8647"/>
                  <a:pt x="6563" y="8537"/>
                  <a:pt x="6428" y="8537"/>
                </a:cubicBezTo>
                <a:close/>
                <a:moveTo>
                  <a:pt x="7647" y="8537"/>
                </a:moveTo>
                <a:cubicBezTo>
                  <a:pt x="7428" y="8537"/>
                  <a:pt x="7318" y="8800"/>
                  <a:pt x="7472" y="8957"/>
                </a:cubicBezTo>
                <a:cubicBezTo>
                  <a:pt x="7522" y="9007"/>
                  <a:pt x="7584" y="9030"/>
                  <a:pt x="7645" y="9030"/>
                </a:cubicBezTo>
                <a:cubicBezTo>
                  <a:pt x="7773" y="9030"/>
                  <a:pt x="7895" y="8930"/>
                  <a:pt x="7895" y="8782"/>
                </a:cubicBezTo>
                <a:cubicBezTo>
                  <a:pt x="7895" y="8647"/>
                  <a:pt x="7782" y="8537"/>
                  <a:pt x="7647" y="8537"/>
                </a:cubicBezTo>
                <a:close/>
                <a:moveTo>
                  <a:pt x="16184" y="8537"/>
                </a:moveTo>
                <a:cubicBezTo>
                  <a:pt x="15964" y="8537"/>
                  <a:pt x="15855" y="8800"/>
                  <a:pt x="16008" y="8957"/>
                </a:cubicBezTo>
                <a:cubicBezTo>
                  <a:pt x="16059" y="9007"/>
                  <a:pt x="16121" y="9030"/>
                  <a:pt x="16181" y="9030"/>
                </a:cubicBezTo>
                <a:cubicBezTo>
                  <a:pt x="16309" y="9030"/>
                  <a:pt x="16431" y="8930"/>
                  <a:pt x="16431" y="8782"/>
                </a:cubicBezTo>
                <a:cubicBezTo>
                  <a:pt x="16431" y="8647"/>
                  <a:pt x="16319" y="8537"/>
                  <a:pt x="16184" y="8537"/>
                </a:cubicBezTo>
                <a:close/>
                <a:moveTo>
                  <a:pt x="17403" y="8537"/>
                </a:moveTo>
                <a:cubicBezTo>
                  <a:pt x="17184" y="8537"/>
                  <a:pt x="17074" y="8800"/>
                  <a:pt x="17227" y="8957"/>
                </a:cubicBezTo>
                <a:cubicBezTo>
                  <a:pt x="17278" y="9007"/>
                  <a:pt x="17340" y="9030"/>
                  <a:pt x="17400" y="9030"/>
                </a:cubicBezTo>
                <a:cubicBezTo>
                  <a:pt x="17528" y="9030"/>
                  <a:pt x="17650" y="8930"/>
                  <a:pt x="17650" y="8782"/>
                </a:cubicBezTo>
                <a:cubicBezTo>
                  <a:pt x="17650" y="8647"/>
                  <a:pt x="17538" y="8537"/>
                  <a:pt x="17403" y="8537"/>
                </a:cubicBezTo>
                <a:close/>
                <a:moveTo>
                  <a:pt x="18622" y="8537"/>
                </a:moveTo>
                <a:cubicBezTo>
                  <a:pt x="18403" y="8537"/>
                  <a:pt x="18293" y="8800"/>
                  <a:pt x="18446" y="8957"/>
                </a:cubicBezTo>
                <a:cubicBezTo>
                  <a:pt x="18497" y="9007"/>
                  <a:pt x="18559" y="9030"/>
                  <a:pt x="18619" y="9030"/>
                </a:cubicBezTo>
                <a:cubicBezTo>
                  <a:pt x="18747" y="9030"/>
                  <a:pt x="18870" y="8930"/>
                  <a:pt x="18870" y="8782"/>
                </a:cubicBezTo>
                <a:cubicBezTo>
                  <a:pt x="18870" y="8647"/>
                  <a:pt x="18760" y="8537"/>
                  <a:pt x="18622" y="8537"/>
                </a:cubicBezTo>
                <a:close/>
                <a:moveTo>
                  <a:pt x="19841" y="8537"/>
                </a:moveTo>
                <a:cubicBezTo>
                  <a:pt x="19622" y="8537"/>
                  <a:pt x="19512" y="8800"/>
                  <a:pt x="19669" y="8957"/>
                </a:cubicBezTo>
                <a:cubicBezTo>
                  <a:pt x="19718" y="9007"/>
                  <a:pt x="19779" y="9030"/>
                  <a:pt x="19839" y="9030"/>
                </a:cubicBezTo>
                <a:cubicBezTo>
                  <a:pt x="19966" y="9030"/>
                  <a:pt x="20089" y="8930"/>
                  <a:pt x="20089" y="8782"/>
                </a:cubicBezTo>
                <a:cubicBezTo>
                  <a:pt x="20089" y="8647"/>
                  <a:pt x="19979" y="8537"/>
                  <a:pt x="19841" y="8537"/>
                </a:cubicBezTo>
                <a:close/>
                <a:moveTo>
                  <a:pt x="21060" y="8537"/>
                </a:moveTo>
                <a:cubicBezTo>
                  <a:pt x="20841" y="8537"/>
                  <a:pt x="20731" y="8800"/>
                  <a:pt x="20888" y="8957"/>
                </a:cubicBezTo>
                <a:cubicBezTo>
                  <a:pt x="20937" y="9007"/>
                  <a:pt x="20998" y="9030"/>
                  <a:pt x="21058" y="9030"/>
                </a:cubicBezTo>
                <a:cubicBezTo>
                  <a:pt x="21185" y="9030"/>
                  <a:pt x="21308" y="8930"/>
                  <a:pt x="21308" y="8782"/>
                </a:cubicBezTo>
                <a:cubicBezTo>
                  <a:pt x="21308" y="8647"/>
                  <a:pt x="21198" y="8537"/>
                  <a:pt x="21060" y="8537"/>
                </a:cubicBezTo>
                <a:close/>
                <a:moveTo>
                  <a:pt x="3987" y="8537"/>
                </a:moveTo>
                <a:cubicBezTo>
                  <a:pt x="3768" y="8537"/>
                  <a:pt x="3658" y="8800"/>
                  <a:pt x="3815" y="8957"/>
                </a:cubicBezTo>
                <a:cubicBezTo>
                  <a:pt x="3865" y="9008"/>
                  <a:pt x="3926" y="9031"/>
                  <a:pt x="3987" y="9031"/>
                </a:cubicBezTo>
                <a:cubicBezTo>
                  <a:pt x="4113" y="9031"/>
                  <a:pt x="4235" y="8932"/>
                  <a:pt x="4235" y="8782"/>
                </a:cubicBezTo>
                <a:cubicBezTo>
                  <a:pt x="4235" y="8647"/>
                  <a:pt x="4125" y="8537"/>
                  <a:pt x="3987" y="8537"/>
                </a:cubicBezTo>
                <a:close/>
                <a:moveTo>
                  <a:pt x="14965" y="8537"/>
                </a:moveTo>
                <a:cubicBezTo>
                  <a:pt x="14745" y="8537"/>
                  <a:pt x="14633" y="8800"/>
                  <a:pt x="14789" y="8957"/>
                </a:cubicBezTo>
                <a:cubicBezTo>
                  <a:pt x="14840" y="9008"/>
                  <a:pt x="14902" y="9031"/>
                  <a:pt x="14963" y="9031"/>
                </a:cubicBezTo>
                <a:cubicBezTo>
                  <a:pt x="15089" y="9031"/>
                  <a:pt x="15209" y="8932"/>
                  <a:pt x="15209" y="8782"/>
                </a:cubicBezTo>
                <a:cubicBezTo>
                  <a:pt x="15209" y="8647"/>
                  <a:pt x="15100" y="8537"/>
                  <a:pt x="14965" y="8537"/>
                </a:cubicBezTo>
                <a:close/>
                <a:moveTo>
                  <a:pt x="330" y="9756"/>
                </a:moveTo>
                <a:cubicBezTo>
                  <a:pt x="111" y="9756"/>
                  <a:pt x="1" y="10023"/>
                  <a:pt x="154" y="10176"/>
                </a:cubicBezTo>
                <a:cubicBezTo>
                  <a:pt x="205" y="10227"/>
                  <a:pt x="268" y="10250"/>
                  <a:pt x="329" y="10250"/>
                </a:cubicBezTo>
                <a:cubicBezTo>
                  <a:pt x="456" y="10250"/>
                  <a:pt x="577" y="10151"/>
                  <a:pt x="577" y="10001"/>
                </a:cubicBezTo>
                <a:cubicBezTo>
                  <a:pt x="577" y="9866"/>
                  <a:pt x="465" y="9756"/>
                  <a:pt x="330" y="9756"/>
                </a:cubicBezTo>
                <a:close/>
                <a:moveTo>
                  <a:pt x="1549" y="9756"/>
                </a:moveTo>
                <a:cubicBezTo>
                  <a:pt x="1330" y="9756"/>
                  <a:pt x="1220" y="10023"/>
                  <a:pt x="1373" y="10176"/>
                </a:cubicBezTo>
                <a:cubicBezTo>
                  <a:pt x="1424" y="10227"/>
                  <a:pt x="1487" y="10250"/>
                  <a:pt x="1548" y="10250"/>
                </a:cubicBezTo>
                <a:cubicBezTo>
                  <a:pt x="1675" y="10250"/>
                  <a:pt x="1797" y="10151"/>
                  <a:pt x="1797" y="10001"/>
                </a:cubicBezTo>
                <a:cubicBezTo>
                  <a:pt x="1797" y="9866"/>
                  <a:pt x="1687" y="9756"/>
                  <a:pt x="1549" y="9756"/>
                </a:cubicBezTo>
                <a:close/>
                <a:moveTo>
                  <a:pt x="2768" y="9756"/>
                </a:moveTo>
                <a:cubicBezTo>
                  <a:pt x="2549" y="9756"/>
                  <a:pt x="2439" y="10023"/>
                  <a:pt x="2596" y="10176"/>
                </a:cubicBezTo>
                <a:cubicBezTo>
                  <a:pt x="2645" y="10227"/>
                  <a:pt x="2707" y="10250"/>
                  <a:pt x="2768" y="10250"/>
                </a:cubicBezTo>
                <a:cubicBezTo>
                  <a:pt x="2894" y="10250"/>
                  <a:pt x="3016" y="10151"/>
                  <a:pt x="3016" y="10001"/>
                </a:cubicBezTo>
                <a:cubicBezTo>
                  <a:pt x="3016" y="9866"/>
                  <a:pt x="2906" y="9756"/>
                  <a:pt x="2768" y="9756"/>
                </a:cubicBezTo>
                <a:close/>
                <a:moveTo>
                  <a:pt x="3987" y="9756"/>
                </a:moveTo>
                <a:cubicBezTo>
                  <a:pt x="3768" y="9756"/>
                  <a:pt x="3658" y="10019"/>
                  <a:pt x="3815" y="10176"/>
                </a:cubicBezTo>
                <a:cubicBezTo>
                  <a:pt x="3865" y="10227"/>
                  <a:pt x="3926" y="10250"/>
                  <a:pt x="3987" y="10250"/>
                </a:cubicBezTo>
                <a:cubicBezTo>
                  <a:pt x="4113" y="10250"/>
                  <a:pt x="4235" y="10151"/>
                  <a:pt x="4235" y="10001"/>
                </a:cubicBezTo>
                <a:cubicBezTo>
                  <a:pt x="4235" y="9866"/>
                  <a:pt x="4125" y="9756"/>
                  <a:pt x="3987" y="9756"/>
                </a:cubicBezTo>
                <a:close/>
                <a:moveTo>
                  <a:pt x="5209" y="9756"/>
                </a:moveTo>
                <a:cubicBezTo>
                  <a:pt x="4987" y="9756"/>
                  <a:pt x="4877" y="10023"/>
                  <a:pt x="5034" y="10176"/>
                </a:cubicBezTo>
                <a:cubicBezTo>
                  <a:pt x="5084" y="10227"/>
                  <a:pt x="5145" y="10250"/>
                  <a:pt x="5206" y="10250"/>
                </a:cubicBezTo>
                <a:cubicBezTo>
                  <a:pt x="5332" y="10250"/>
                  <a:pt x="5454" y="10151"/>
                  <a:pt x="5454" y="10001"/>
                </a:cubicBezTo>
                <a:cubicBezTo>
                  <a:pt x="5454" y="9866"/>
                  <a:pt x="5344" y="9756"/>
                  <a:pt x="5209" y="9756"/>
                </a:cubicBezTo>
                <a:close/>
                <a:moveTo>
                  <a:pt x="6428" y="9756"/>
                </a:moveTo>
                <a:cubicBezTo>
                  <a:pt x="6209" y="9756"/>
                  <a:pt x="6096" y="10023"/>
                  <a:pt x="6253" y="10176"/>
                </a:cubicBezTo>
                <a:cubicBezTo>
                  <a:pt x="6304" y="10227"/>
                  <a:pt x="6366" y="10250"/>
                  <a:pt x="6426" y="10250"/>
                </a:cubicBezTo>
                <a:cubicBezTo>
                  <a:pt x="6553" y="10250"/>
                  <a:pt x="6673" y="10151"/>
                  <a:pt x="6673" y="10001"/>
                </a:cubicBezTo>
                <a:cubicBezTo>
                  <a:pt x="6673" y="9866"/>
                  <a:pt x="6563" y="9756"/>
                  <a:pt x="6428" y="9756"/>
                </a:cubicBezTo>
                <a:close/>
                <a:moveTo>
                  <a:pt x="7647" y="9756"/>
                </a:moveTo>
                <a:cubicBezTo>
                  <a:pt x="7428" y="9756"/>
                  <a:pt x="7318" y="10023"/>
                  <a:pt x="7472" y="10176"/>
                </a:cubicBezTo>
                <a:cubicBezTo>
                  <a:pt x="7523" y="10227"/>
                  <a:pt x="7585" y="10250"/>
                  <a:pt x="7646" y="10250"/>
                </a:cubicBezTo>
                <a:cubicBezTo>
                  <a:pt x="7773" y="10250"/>
                  <a:pt x="7895" y="10151"/>
                  <a:pt x="7895" y="10001"/>
                </a:cubicBezTo>
                <a:cubicBezTo>
                  <a:pt x="7895" y="9866"/>
                  <a:pt x="7782" y="9756"/>
                  <a:pt x="7647" y="9756"/>
                </a:cubicBezTo>
                <a:close/>
                <a:moveTo>
                  <a:pt x="8866" y="9756"/>
                </a:moveTo>
                <a:cubicBezTo>
                  <a:pt x="8647" y="9756"/>
                  <a:pt x="8537" y="10023"/>
                  <a:pt x="8691" y="10176"/>
                </a:cubicBezTo>
                <a:cubicBezTo>
                  <a:pt x="8742" y="10227"/>
                  <a:pt x="8804" y="10250"/>
                  <a:pt x="8865" y="10250"/>
                </a:cubicBezTo>
                <a:cubicBezTo>
                  <a:pt x="8992" y="10250"/>
                  <a:pt x="9114" y="10151"/>
                  <a:pt x="9114" y="10001"/>
                </a:cubicBezTo>
                <a:cubicBezTo>
                  <a:pt x="9114" y="9866"/>
                  <a:pt x="9001" y="9756"/>
                  <a:pt x="8866" y="9756"/>
                </a:cubicBezTo>
                <a:close/>
                <a:moveTo>
                  <a:pt x="10085" y="9756"/>
                </a:moveTo>
                <a:cubicBezTo>
                  <a:pt x="9866" y="9756"/>
                  <a:pt x="9756" y="10023"/>
                  <a:pt x="9910" y="10176"/>
                </a:cubicBezTo>
                <a:cubicBezTo>
                  <a:pt x="9961" y="10227"/>
                  <a:pt x="10023" y="10250"/>
                  <a:pt x="10084" y="10250"/>
                </a:cubicBezTo>
                <a:cubicBezTo>
                  <a:pt x="10211" y="10250"/>
                  <a:pt x="10333" y="10151"/>
                  <a:pt x="10333" y="10001"/>
                </a:cubicBezTo>
                <a:cubicBezTo>
                  <a:pt x="10333" y="9866"/>
                  <a:pt x="10223" y="9756"/>
                  <a:pt x="10085" y="9756"/>
                </a:cubicBezTo>
                <a:close/>
                <a:moveTo>
                  <a:pt x="11305" y="9756"/>
                </a:moveTo>
                <a:cubicBezTo>
                  <a:pt x="11085" y="9756"/>
                  <a:pt x="10975" y="10019"/>
                  <a:pt x="11132" y="10176"/>
                </a:cubicBezTo>
                <a:cubicBezTo>
                  <a:pt x="11182" y="10227"/>
                  <a:pt x="11244" y="10250"/>
                  <a:pt x="11304" y="10250"/>
                </a:cubicBezTo>
                <a:cubicBezTo>
                  <a:pt x="11431" y="10250"/>
                  <a:pt x="11552" y="10151"/>
                  <a:pt x="11552" y="10001"/>
                </a:cubicBezTo>
                <a:cubicBezTo>
                  <a:pt x="11552" y="9866"/>
                  <a:pt x="11442" y="9756"/>
                  <a:pt x="11305" y="9756"/>
                </a:cubicBezTo>
                <a:close/>
                <a:moveTo>
                  <a:pt x="12524" y="9756"/>
                </a:moveTo>
                <a:cubicBezTo>
                  <a:pt x="12304" y="9756"/>
                  <a:pt x="12195" y="10023"/>
                  <a:pt x="12351" y="10176"/>
                </a:cubicBezTo>
                <a:cubicBezTo>
                  <a:pt x="12401" y="10227"/>
                  <a:pt x="12463" y="10250"/>
                  <a:pt x="12523" y="10250"/>
                </a:cubicBezTo>
                <a:cubicBezTo>
                  <a:pt x="12650" y="10250"/>
                  <a:pt x="12771" y="10151"/>
                  <a:pt x="12771" y="10001"/>
                </a:cubicBezTo>
                <a:cubicBezTo>
                  <a:pt x="12771" y="9866"/>
                  <a:pt x="12661" y="9756"/>
                  <a:pt x="12524" y="9756"/>
                </a:cubicBezTo>
                <a:close/>
                <a:moveTo>
                  <a:pt x="13746" y="9756"/>
                </a:moveTo>
                <a:cubicBezTo>
                  <a:pt x="13523" y="9756"/>
                  <a:pt x="13414" y="10023"/>
                  <a:pt x="13570" y="10176"/>
                </a:cubicBezTo>
                <a:cubicBezTo>
                  <a:pt x="13620" y="10227"/>
                  <a:pt x="13682" y="10250"/>
                  <a:pt x="13742" y="10250"/>
                </a:cubicBezTo>
                <a:cubicBezTo>
                  <a:pt x="13869" y="10250"/>
                  <a:pt x="13990" y="10151"/>
                  <a:pt x="13990" y="10001"/>
                </a:cubicBezTo>
                <a:cubicBezTo>
                  <a:pt x="13990" y="9866"/>
                  <a:pt x="13881" y="9756"/>
                  <a:pt x="13746" y="9756"/>
                </a:cubicBezTo>
                <a:close/>
                <a:moveTo>
                  <a:pt x="14965" y="9756"/>
                </a:moveTo>
                <a:cubicBezTo>
                  <a:pt x="14745" y="9756"/>
                  <a:pt x="14633" y="10019"/>
                  <a:pt x="14789" y="10176"/>
                </a:cubicBezTo>
                <a:cubicBezTo>
                  <a:pt x="14840" y="10227"/>
                  <a:pt x="14902" y="10250"/>
                  <a:pt x="14963" y="10250"/>
                </a:cubicBezTo>
                <a:cubicBezTo>
                  <a:pt x="15089" y="10250"/>
                  <a:pt x="15209" y="10151"/>
                  <a:pt x="15209" y="10001"/>
                </a:cubicBezTo>
                <a:cubicBezTo>
                  <a:pt x="15209" y="9866"/>
                  <a:pt x="15100" y="9756"/>
                  <a:pt x="14965" y="9756"/>
                </a:cubicBezTo>
                <a:close/>
                <a:moveTo>
                  <a:pt x="16184" y="9756"/>
                </a:moveTo>
                <a:cubicBezTo>
                  <a:pt x="15964" y="9756"/>
                  <a:pt x="15855" y="10023"/>
                  <a:pt x="16008" y="10176"/>
                </a:cubicBezTo>
                <a:cubicBezTo>
                  <a:pt x="16059" y="10227"/>
                  <a:pt x="16122" y="10250"/>
                  <a:pt x="16183" y="10250"/>
                </a:cubicBezTo>
                <a:cubicBezTo>
                  <a:pt x="16310" y="10250"/>
                  <a:pt x="16431" y="10151"/>
                  <a:pt x="16431" y="10001"/>
                </a:cubicBezTo>
                <a:cubicBezTo>
                  <a:pt x="16431" y="9866"/>
                  <a:pt x="16319" y="9756"/>
                  <a:pt x="16184" y="9756"/>
                </a:cubicBezTo>
                <a:close/>
                <a:moveTo>
                  <a:pt x="17403" y="9756"/>
                </a:moveTo>
                <a:cubicBezTo>
                  <a:pt x="17184" y="9756"/>
                  <a:pt x="17074" y="10023"/>
                  <a:pt x="17227" y="10176"/>
                </a:cubicBezTo>
                <a:cubicBezTo>
                  <a:pt x="17278" y="10227"/>
                  <a:pt x="17341" y="10250"/>
                  <a:pt x="17402" y="10250"/>
                </a:cubicBezTo>
                <a:cubicBezTo>
                  <a:pt x="17529" y="10250"/>
                  <a:pt x="17650" y="10151"/>
                  <a:pt x="17650" y="10001"/>
                </a:cubicBezTo>
                <a:cubicBezTo>
                  <a:pt x="17650" y="9866"/>
                  <a:pt x="17538" y="9756"/>
                  <a:pt x="17403" y="9756"/>
                </a:cubicBezTo>
                <a:close/>
                <a:moveTo>
                  <a:pt x="18622" y="9756"/>
                </a:moveTo>
                <a:cubicBezTo>
                  <a:pt x="18403" y="9756"/>
                  <a:pt x="18293" y="10023"/>
                  <a:pt x="18446" y="10176"/>
                </a:cubicBezTo>
                <a:cubicBezTo>
                  <a:pt x="18497" y="10227"/>
                  <a:pt x="18560" y="10250"/>
                  <a:pt x="18621" y="10250"/>
                </a:cubicBezTo>
                <a:cubicBezTo>
                  <a:pt x="18748" y="10250"/>
                  <a:pt x="18870" y="10151"/>
                  <a:pt x="18870" y="10001"/>
                </a:cubicBezTo>
                <a:cubicBezTo>
                  <a:pt x="18870" y="9866"/>
                  <a:pt x="18760" y="9756"/>
                  <a:pt x="18622" y="9756"/>
                </a:cubicBezTo>
                <a:close/>
                <a:moveTo>
                  <a:pt x="19841" y="9756"/>
                </a:moveTo>
                <a:cubicBezTo>
                  <a:pt x="19622" y="9756"/>
                  <a:pt x="19512" y="10023"/>
                  <a:pt x="19669" y="10176"/>
                </a:cubicBezTo>
                <a:cubicBezTo>
                  <a:pt x="19718" y="10227"/>
                  <a:pt x="19780" y="10250"/>
                  <a:pt x="19841" y="10250"/>
                </a:cubicBezTo>
                <a:cubicBezTo>
                  <a:pt x="19967" y="10250"/>
                  <a:pt x="20089" y="10151"/>
                  <a:pt x="20089" y="10001"/>
                </a:cubicBezTo>
                <a:cubicBezTo>
                  <a:pt x="20089" y="9866"/>
                  <a:pt x="19979" y="9756"/>
                  <a:pt x="19841" y="9756"/>
                </a:cubicBezTo>
                <a:close/>
                <a:moveTo>
                  <a:pt x="21060" y="9756"/>
                </a:moveTo>
                <a:cubicBezTo>
                  <a:pt x="20841" y="9756"/>
                  <a:pt x="20731" y="10023"/>
                  <a:pt x="20888" y="10176"/>
                </a:cubicBezTo>
                <a:cubicBezTo>
                  <a:pt x="20938" y="10227"/>
                  <a:pt x="20999" y="10250"/>
                  <a:pt x="21060" y="10250"/>
                </a:cubicBezTo>
                <a:cubicBezTo>
                  <a:pt x="21186" y="10250"/>
                  <a:pt x="21308" y="10151"/>
                  <a:pt x="21308" y="10001"/>
                </a:cubicBezTo>
                <a:cubicBezTo>
                  <a:pt x="21308" y="9866"/>
                  <a:pt x="21198" y="9756"/>
                  <a:pt x="21060" y="9756"/>
                </a:cubicBezTo>
                <a:close/>
                <a:moveTo>
                  <a:pt x="330" y="10975"/>
                </a:moveTo>
                <a:cubicBezTo>
                  <a:pt x="111" y="10975"/>
                  <a:pt x="1" y="11242"/>
                  <a:pt x="154" y="11395"/>
                </a:cubicBezTo>
                <a:cubicBezTo>
                  <a:pt x="205" y="11446"/>
                  <a:pt x="268" y="11469"/>
                  <a:pt x="329" y="11469"/>
                </a:cubicBezTo>
                <a:cubicBezTo>
                  <a:pt x="456" y="11469"/>
                  <a:pt x="577" y="11371"/>
                  <a:pt x="577" y="11223"/>
                </a:cubicBezTo>
                <a:cubicBezTo>
                  <a:pt x="577" y="11085"/>
                  <a:pt x="465" y="10975"/>
                  <a:pt x="330" y="10975"/>
                </a:cubicBezTo>
                <a:close/>
                <a:moveTo>
                  <a:pt x="1549" y="10975"/>
                </a:moveTo>
                <a:cubicBezTo>
                  <a:pt x="1330" y="10975"/>
                  <a:pt x="1220" y="11242"/>
                  <a:pt x="1373" y="11395"/>
                </a:cubicBezTo>
                <a:cubicBezTo>
                  <a:pt x="1424" y="11446"/>
                  <a:pt x="1487" y="11469"/>
                  <a:pt x="1548" y="11469"/>
                </a:cubicBezTo>
                <a:cubicBezTo>
                  <a:pt x="1675" y="11469"/>
                  <a:pt x="1797" y="11371"/>
                  <a:pt x="1797" y="11223"/>
                </a:cubicBezTo>
                <a:cubicBezTo>
                  <a:pt x="1797" y="11085"/>
                  <a:pt x="1687" y="10975"/>
                  <a:pt x="1549" y="10975"/>
                </a:cubicBezTo>
                <a:close/>
                <a:moveTo>
                  <a:pt x="2768" y="10975"/>
                </a:moveTo>
                <a:cubicBezTo>
                  <a:pt x="2549" y="10975"/>
                  <a:pt x="2439" y="11242"/>
                  <a:pt x="2596" y="11395"/>
                </a:cubicBezTo>
                <a:cubicBezTo>
                  <a:pt x="2646" y="11446"/>
                  <a:pt x="2707" y="11469"/>
                  <a:pt x="2768" y="11469"/>
                </a:cubicBezTo>
                <a:cubicBezTo>
                  <a:pt x="2894" y="11469"/>
                  <a:pt x="3016" y="11371"/>
                  <a:pt x="3016" y="11223"/>
                </a:cubicBezTo>
                <a:cubicBezTo>
                  <a:pt x="3016" y="11085"/>
                  <a:pt x="2906" y="10975"/>
                  <a:pt x="2768" y="10975"/>
                </a:cubicBezTo>
                <a:close/>
                <a:moveTo>
                  <a:pt x="3987" y="10975"/>
                </a:moveTo>
                <a:cubicBezTo>
                  <a:pt x="3768" y="10975"/>
                  <a:pt x="3658" y="11242"/>
                  <a:pt x="3815" y="11395"/>
                </a:cubicBezTo>
                <a:cubicBezTo>
                  <a:pt x="3865" y="11446"/>
                  <a:pt x="3927" y="11469"/>
                  <a:pt x="3987" y="11469"/>
                </a:cubicBezTo>
                <a:cubicBezTo>
                  <a:pt x="4113" y="11469"/>
                  <a:pt x="4235" y="11371"/>
                  <a:pt x="4235" y="11223"/>
                </a:cubicBezTo>
                <a:cubicBezTo>
                  <a:pt x="4235" y="11085"/>
                  <a:pt x="4125" y="10975"/>
                  <a:pt x="3987" y="10975"/>
                </a:cubicBezTo>
                <a:close/>
                <a:moveTo>
                  <a:pt x="5209" y="10975"/>
                </a:moveTo>
                <a:cubicBezTo>
                  <a:pt x="4987" y="10975"/>
                  <a:pt x="4877" y="11242"/>
                  <a:pt x="5034" y="11395"/>
                </a:cubicBezTo>
                <a:cubicBezTo>
                  <a:pt x="5084" y="11446"/>
                  <a:pt x="5146" y="11469"/>
                  <a:pt x="5206" y="11469"/>
                </a:cubicBezTo>
                <a:cubicBezTo>
                  <a:pt x="5332" y="11469"/>
                  <a:pt x="5454" y="11371"/>
                  <a:pt x="5454" y="11223"/>
                </a:cubicBezTo>
                <a:cubicBezTo>
                  <a:pt x="5454" y="11085"/>
                  <a:pt x="5344" y="10975"/>
                  <a:pt x="5209" y="10975"/>
                </a:cubicBezTo>
                <a:close/>
                <a:moveTo>
                  <a:pt x="6428" y="10975"/>
                </a:moveTo>
                <a:cubicBezTo>
                  <a:pt x="6209" y="10975"/>
                  <a:pt x="6096" y="11242"/>
                  <a:pt x="6253" y="11395"/>
                </a:cubicBezTo>
                <a:cubicBezTo>
                  <a:pt x="6304" y="11446"/>
                  <a:pt x="6366" y="11469"/>
                  <a:pt x="6427" y="11469"/>
                </a:cubicBezTo>
                <a:cubicBezTo>
                  <a:pt x="6553" y="11469"/>
                  <a:pt x="6673" y="11371"/>
                  <a:pt x="6673" y="11223"/>
                </a:cubicBezTo>
                <a:cubicBezTo>
                  <a:pt x="6673" y="11085"/>
                  <a:pt x="6563" y="10975"/>
                  <a:pt x="6428" y="10975"/>
                </a:cubicBezTo>
                <a:close/>
                <a:moveTo>
                  <a:pt x="7647" y="10975"/>
                </a:moveTo>
                <a:cubicBezTo>
                  <a:pt x="7428" y="10975"/>
                  <a:pt x="7318" y="11242"/>
                  <a:pt x="7472" y="11395"/>
                </a:cubicBezTo>
                <a:cubicBezTo>
                  <a:pt x="7523" y="11446"/>
                  <a:pt x="7585" y="11469"/>
                  <a:pt x="7647" y="11469"/>
                </a:cubicBezTo>
                <a:cubicBezTo>
                  <a:pt x="7774" y="11469"/>
                  <a:pt x="7895" y="11371"/>
                  <a:pt x="7895" y="11223"/>
                </a:cubicBezTo>
                <a:cubicBezTo>
                  <a:pt x="7895" y="11085"/>
                  <a:pt x="7782" y="10975"/>
                  <a:pt x="7647" y="10975"/>
                </a:cubicBezTo>
                <a:close/>
                <a:moveTo>
                  <a:pt x="8866" y="10975"/>
                </a:moveTo>
                <a:cubicBezTo>
                  <a:pt x="8647" y="10975"/>
                  <a:pt x="8537" y="11242"/>
                  <a:pt x="8691" y="11395"/>
                </a:cubicBezTo>
                <a:cubicBezTo>
                  <a:pt x="8742" y="11446"/>
                  <a:pt x="8804" y="11469"/>
                  <a:pt x="8866" y="11469"/>
                </a:cubicBezTo>
                <a:cubicBezTo>
                  <a:pt x="8993" y="11469"/>
                  <a:pt x="9114" y="11371"/>
                  <a:pt x="9114" y="11223"/>
                </a:cubicBezTo>
                <a:cubicBezTo>
                  <a:pt x="9114" y="11085"/>
                  <a:pt x="9001" y="10975"/>
                  <a:pt x="8866" y="10975"/>
                </a:cubicBezTo>
                <a:close/>
                <a:moveTo>
                  <a:pt x="10085" y="10975"/>
                </a:moveTo>
                <a:cubicBezTo>
                  <a:pt x="9866" y="10975"/>
                  <a:pt x="9756" y="11242"/>
                  <a:pt x="9910" y="11395"/>
                </a:cubicBezTo>
                <a:cubicBezTo>
                  <a:pt x="9961" y="11446"/>
                  <a:pt x="10023" y="11469"/>
                  <a:pt x="10085" y="11469"/>
                </a:cubicBezTo>
                <a:cubicBezTo>
                  <a:pt x="10212" y="11469"/>
                  <a:pt x="10333" y="11371"/>
                  <a:pt x="10333" y="11223"/>
                </a:cubicBezTo>
                <a:cubicBezTo>
                  <a:pt x="10333" y="11085"/>
                  <a:pt x="10223" y="10975"/>
                  <a:pt x="10085" y="10975"/>
                </a:cubicBezTo>
                <a:close/>
                <a:moveTo>
                  <a:pt x="11305" y="10975"/>
                </a:moveTo>
                <a:cubicBezTo>
                  <a:pt x="11085" y="10975"/>
                  <a:pt x="10975" y="11242"/>
                  <a:pt x="11132" y="11395"/>
                </a:cubicBezTo>
                <a:cubicBezTo>
                  <a:pt x="11182" y="11446"/>
                  <a:pt x="11244" y="11469"/>
                  <a:pt x="11305" y="11469"/>
                </a:cubicBezTo>
                <a:cubicBezTo>
                  <a:pt x="11431" y="11469"/>
                  <a:pt x="11552" y="11371"/>
                  <a:pt x="11552" y="11223"/>
                </a:cubicBezTo>
                <a:cubicBezTo>
                  <a:pt x="11552" y="11085"/>
                  <a:pt x="11442" y="10975"/>
                  <a:pt x="11305" y="10975"/>
                </a:cubicBezTo>
                <a:close/>
                <a:moveTo>
                  <a:pt x="12524" y="10975"/>
                </a:moveTo>
                <a:cubicBezTo>
                  <a:pt x="12304" y="10975"/>
                  <a:pt x="12195" y="11242"/>
                  <a:pt x="12351" y="11395"/>
                </a:cubicBezTo>
                <a:cubicBezTo>
                  <a:pt x="12401" y="11446"/>
                  <a:pt x="12463" y="11469"/>
                  <a:pt x="12524" y="11469"/>
                </a:cubicBezTo>
                <a:cubicBezTo>
                  <a:pt x="12650" y="11469"/>
                  <a:pt x="12771" y="11371"/>
                  <a:pt x="12771" y="11223"/>
                </a:cubicBezTo>
                <a:cubicBezTo>
                  <a:pt x="12771" y="11085"/>
                  <a:pt x="12661" y="10975"/>
                  <a:pt x="12524" y="10975"/>
                </a:cubicBezTo>
                <a:close/>
                <a:moveTo>
                  <a:pt x="13746" y="10975"/>
                </a:moveTo>
                <a:cubicBezTo>
                  <a:pt x="13523" y="10975"/>
                  <a:pt x="13414" y="11242"/>
                  <a:pt x="13570" y="11395"/>
                </a:cubicBezTo>
                <a:cubicBezTo>
                  <a:pt x="13620" y="11446"/>
                  <a:pt x="13682" y="11469"/>
                  <a:pt x="13743" y="11469"/>
                </a:cubicBezTo>
                <a:cubicBezTo>
                  <a:pt x="13869" y="11469"/>
                  <a:pt x="13990" y="11371"/>
                  <a:pt x="13990" y="11223"/>
                </a:cubicBezTo>
                <a:cubicBezTo>
                  <a:pt x="13990" y="11085"/>
                  <a:pt x="13881" y="10975"/>
                  <a:pt x="13746" y="10975"/>
                </a:cubicBezTo>
                <a:close/>
                <a:moveTo>
                  <a:pt x="14965" y="10975"/>
                </a:moveTo>
                <a:cubicBezTo>
                  <a:pt x="14745" y="10975"/>
                  <a:pt x="14633" y="11242"/>
                  <a:pt x="14789" y="11395"/>
                </a:cubicBezTo>
                <a:cubicBezTo>
                  <a:pt x="14840" y="11446"/>
                  <a:pt x="14903" y="11469"/>
                  <a:pt x="14963" y="11469"/>
                </a:cubicBezTo>
                <a:cubicBezTo>
                  <a:pt x="15089" y="11469"/>
                  <a:pt x="15209" y="11371"/>
                  <a:pt x="15209" y="11223"/>
                </a:cubicBezTo>
                <a:cubicBezTo>
                  <a:pt x="15209" y="11085"/>
                  <a:pt x="15100" y="10975"/>
                  <a:pt x="14965" y="10975"/>
                </a:cubicBezTo>
                <a:close/>
                <a:moveTo>
                  <a:pt x="16184" y="10975"/>
                </a:moveTo>
                <a:cubicBezTo>
                  <a:pt x="15964" y="10975"/>
                  <a:pt x="15855" y="11242"/>
                  <a:pt x="16008" y="11395"/>
                </a:cubicBezTo>
                <a:cubicBezTo>
                  <a:pt x="16059" y="11446"/>
                  <a:pt x="16122" y="11469"/>
                  <a:pt x="16183" y="11469"/>
                </a:cubicBezTo>
                <a:cubicBezTo>
                  <a:pt x="16310" y="11469"/>
                  <a:pt x="16431" y="11371"/>
                  <a:pt x="16431" y="11223"/>
                </a:cubicBezTo>
                <a:cubicBezTo>
                  <a:pt x="16431" y="11085"/>
                  <a:pt x="16319" y="10975"/>
                  <a:pt x="16184" y="10975"/>
                </a:cubicBezTo>
                <a:close/>
                <a:moveTo>
                  <a:pt x="17403" y="10975"/>
                </a:moveTo>
                <a:cubicBezTo>
                  <a:pt x="17184" y="10975"/>
                  <a:pt x="17074" y="11242"/>
                  <a:pt x="17227" y="11395"/>
                </a:cubicBezTo>
                <a:cubicBezTo>
                  <a:pt x="17278" y="11446"/>
                  <a:pt x="17341" y="11469"/>
                  <a:pt x="17402" y="11469"/>
                </a:cubicBezTo>
                <a:cubicBezTo>
                  <a:pt x="17529" y="11469"/>
                  <a:pt x="17650" y="11371"/>
                  <a:pt x="17650" y="11223"/>
                </a:cubicBezTo>
                <a:cubicBezTo>
                  <a:pt x="17650" y="11085"/>
                  <a:pt x="17538" y="10975"/>
                  <a:pt x="17403" y="10975"/>
                </a:cubicBezTo>
                <a:close/>
                <a:moveTo>
                  <a:pt x="18622" y="10975"/>
                </a:moveTo>
                <a:cubicBezTo>
                  <a:pt x="18403" y="10975"/>
                  <a:pt x="18293" y="11242"/>
                  <a:pt x="18446" y="11395"/>
                </a:cubicBezTo>
                <a:cubicBezTo>
                  <a:pt x="18497" y="11446"/>
                  <a:pt x="18560" y="11469"/>
                  <a:pt x="18621" y="11469"/>
                </a:cubicBezTo>
                <a:cubicBezTo>
                  <a:pt x="18748" y="11469"/>
                  <a:pt x="18870" y="11371"/>
                  <a:pt x="18870" y="11223"/>
                </a:cubicBezTo>
                <a:cubicBezTo>
                  <a:pt x="18870" y="11085"/>
                  <a:pt x="18760" y="10975"/>
                  <a:pt x="18622" y="10975"/>
                </a:cubicBezTo>
                <a:close/>
                <a:moveTo>
                  <a:pt x="19841" y="10975"/>
                </a:moveTo>
                <a:cubicBezTo>
                  <a:pt x="19622" y="10975"/>
                  <a:pt x="19512" y="11242"/>
                  <a:pt x="19669" y="11395"/>
                </a:cubicBezTo>
                <a:cubicBezTo>
                  <a:pt x="19719" y="11446"/>
                  <a:pt x="19780" y="11469"/>
                  <a:pt x="19841" y="11469"/>
                </a:cubicBezTo>
                <a:cubicBezTo>
                  <a:pt x="19967" y="11469"/>
                  <a:pt x="20089" y="11371"/>
                  <a:pt x="20089" y="11223"/>
                </a:cubicBezTo>
                <a:cubicBezTo>
                  <a:pt x="20089" y="11085"/>
                  <a:pt x="19979" y="10975"/>
                  <a:pt x="19841" y="10975"/>
                </a:cubicBezTo>
                <a:close/>
                <a:moveTo>
                  <a:pt x="21060" y="10975"/>
                </a:moveTo>
                <a:cubicBezTo>
                  <a:pt x="20841" y="10975"/>
                  <a:pt x="20731" y="11242"/>
                  <a:pt x="20888" y="11395"/>
                </a:cubicBezTo>
                <a:cubicBezTo>
                  <a:pt x="20938" y="11446"/>
                  <a:pt x="21000" y="11469"/>
                  <a:pt x="21060" y="11469"/>
                </a:cubicBezTo>
                <a:cubicBezTo>
                  <a:pt x="21186" y="11469"/>
                  <a:pt x="21308" y="11371"/>
                  <a:pt x="21308" y="11223"/>
                </a:cubicBezTo>
                <a:cubicBezTo>
                  <a:pt x="21308" y="11085"/>
                  <a:pt x="21198" y="10975"/>
                  <a:pt x="21060" y="10975"/>
                </a:cubicBezTo>
                <a:close/>
                <a:moveTo>
                  <a:pt x="330" y="12194"/>
                </a:moveTo>
                <a:cubicBezTo>
                  <a:pt x="111" y="12194"/>
                  <a:pt x="1" y="12461"/>
                  <a:pt x="154" y="12614"/>
                </a:cubicBezTo>
                <a:cubicBezTo>
                  <a:pt x="205" y="12665"/>
                  <a:pt x="268" y="12688"/>
                  <a:pt x="329" y="12688"/>
                </a:cubicBezTo>
                <a:cubicBezTo>
                  <a:pt x="456" y="12688"/>
                  <a:pt x="577" y="12590"/>
                  <a:pt x="577" y="12442"/>
                </a:cubicBezTo>
                <a:cubicBezTo>
                  <a:pt x="577" y="12304"/>
                  <a:pt x="465" y="12194"/>
                  <a:pt x="330" y="12194"/>
                </a:cubicBezTo>
                <a:close/>
                <a:moveTo>
                  <a:pt x="1549" y="12194"/>
                </a:moveTo>
                <a:cubicBezTo>
                  <a:pt x="1330" y="12194"/>
                  <a:pt x="1220" y="12461"/>
                  <a:pt x="1373" y="12614"/>
                </a:cubicBezTo>
                <a:cubicBezTo>
                  <a:pt x="1424" y="12665"/>
                  <a:pt x="1487" y="12688"/>
                  <a:pt x="1548" y="12688"/>
                </a:cubicBezTo>
                <a:cubicBezTo>
                  <a:pt x="1675" y="12688"/>
                  <a:pt x="1797" y="12590"/>
                  <a:pt x="1797" y="12442"/>
                </a:cubicBezTo>
                <a:cubicBezTo>
                  <a:pt x="1797" y="12304"/>
                  <a:pt x="1687" y="12194"/>
                  <a:pt x="1549" y="12194"/>
                </a:cubicBezTo>
                <a:close/>
                <a:moveTo>
                  <a:pt x="2768" y="12194"/>
                </a:moveTo>
                <a:cubicBezTo>
                  <a:pt x="2549" y="12194"/>
                  <a:pt x="2439" y="12461"/>
                  <a:pt x="2596" y="12614"/>
                </a:cubicBezTo>
                <a:cubicBezTo>
                  <a:pt x="2646" y="12665"/>
                  <a:pt x="2707" y="12688"/>
                  <a:pt x="2768" y="12688"/>
                </a:cubicBezTo>
                <a:cubicBezTo>
                  <a:pt x="2894" y="12688"/>
                  <a:pt x="3016" y="12590"/>
                  <a:pt x="3016" y="12442"/>
                </a:cubicBezTo>
                <a:cubicBezTo>
                  <a:pt x="3016" y="12304"/>
                  <a:pt x="2906" y="12194"/>
                  <a:pt x="2768" y="12194"/>
                </a:cubicBezTo>
                <a:close/>
                <a:moveTo>
                  <a:pt x="3987" y="12194"/>
                </a:moveTo>
                <a:cubicBezTo>
                  <a:pt x="3768" y="12194"/>
                  <a:pt x="3658" y="12461"/>
                  <a:pt x="3815" y="12614"/>
                </a:cubicBezTo>
                <a:cubicBezTo>
                  <a:pt x="3865" y="12665"/>
                  <a:pt x="3927" y="12688"/>
                  <a:pt x="3987" y="12688"/>
                </a:cubicBezTo>
                <a:cubicBezTo>
                  <a:pt x="4113" y="12688"/>
                  <a:pt x="4235" y="12590"/>
                  <a:pt x="4235" y="12442"/>
                </a:cubicBezTo>
                <a:cubicBezTo>
                  <a:pt x="4235" y="12304"/>
                  <a:pt x="4125" y="12194"/>
                  <a:pt x="3987" y="12194"/>
                </a:cubicBezTo>
                <a:close/>
                <a:moveTo>
                  <a:pt x="5209" y="12194"/>
                </a:moveTo>
                <a:cubicBezTo>
                  <a:pt x="4987" y="12194"/>
                  <a:pt x="4877" y="12461"/>
                  <a:pt x="5034" y="12614"/>
                </a:cubicBezTo>
                <a:cubicBezTo>
                  <a:pt x="5084" y="12665"/>
                  <a:pt x="5146" y="12688"/>
                  <a:pt x="5206" y="12688"/>
                </a:cubicBezTo>
                <a:cubicBezTo>
                  <a:pt x="5332" y="12688"/>
                  <a:pt x="5454" y="12590"/>
                  <a:pt x="5454" y="12442"/>
                </a:cubicBezTo>
                <a:cubicBezTo>
                  <a:pt x="5454" y="12304"/>
                  <a:pt x="5344" y="12194"/>
                  <a:pt x="5209" y="12194"/>
                </a:cubicBezTo>
                <a:close/>
                <a:moveTo>
                  <a:pt x="6428" y="12194"/>
                </a:moveTo>
                <a:cubicBezTo>
                  <a:pt x="6209" y="12194"/>
                  <a:pt x="6096" y="12461"/>
                  <a:pt x="6253" y="12614"/>
                </a:cubicBezTo>
                <a:cubicBezTo>
                  <a:pt x="6304" y="12665"/>
                  <a:pt x="6366" y="12688"/>
                  <a:pt x="6427" y="12688"/>
                </a:cubicBezTo>
                <a:cubicBezTo>
                  <a:pt x="6553" y="12688"/>
                  <a:pt x="6673" y="12590"/>
                  <a:pt x="6673" y="12442"/>
                </a:cubicBezTo>
                <a:cubicBezTo>
                  <a:pt x="6673" y="12304"/>
                  <a:pt x="6563" y="12194"/>
                  <a:pt x="6428" y="12194"/>
                </a:cubicBezTo>
                <a:close/>
                <a:moveTo>
                  <a:pt x="7647" y="12194"/>
                </a:moveTo>
                <a:cubicBezTo>
                  <a:pt x="7428" y="12194"/>
                  <a:pt x="7318" y="12461"/>
                  <a:pt x="7472" y="12614"/>
                </a:cubicBezTo>
                <a:cubicBezTo>
                  <a:pt x="7523" y="12665"/>
                  <a:pt x="7585" y="12688"/>
                  <a:pt x="7647" y="12688"/>
                </a:cubicBezTo>
                <a:cubicBezTo>
                  <a:pt x="7774" y="12688"/>
                  <a:pt x="7895" y="12590"/>
                  <a:pt x="7895" y="12442"/>
                </a:cubicBezTo>
                <a:cubicBezTo>
                  <a:pt x="7895" y="12304"/>
                  <a:pt x="7782" y="12194"/>
                  <a:pt x="7647" y="12194"/>
                </a:cubicBezTo>
                <a:close/>
                <a:moveTo>
                  <a:pt x="8866" y="12194"/>
                </a:moveTo>
                <a:cubicBezTo>
                  <a:pt x="8647" y="12194"/>
                  <a:pt x="8537" y="12461"/>
                  <a:pt x="8691" y="12614"/>
                </a:cubicBezTo>
                <a:cubicBezTo>
                  <a:pt x="8742" y="12665"/>
                  <a:pt x="8804" y="12688"/>
                  <a:pt x="8866" y="12688"/>
                </a:cubicBezTo>
                <a:cubicBezTo>
                  <a:pt x="8993" y="12688"/>
                  <a:pt x="9114" y="12590"/>
                  <a:pt x="9114" y="12442"/>
                </a:cubicBezTo>
                <a:cubicBezTo>
                  <a:pt x="9114" y="12304"/>
                  <a:pt x="9001" y="12194"/>
                  <a:pt x="8866" y="12194"/>
                </a:cubicBezTo>
                <a:close/>
                <a:moveTo>
                  <a:pt x="10085" y="12194"/>
                </a:moveTo>
                <a:cubicBezTo>
                  <a:pt x="9866" y="12194"/>
                  <a:pt x="9756" y="12461"/>
                  <a:pt x="9910" y="12614"/>
                </a:cubicBezTo>
                <a:cubicBezTo>
                  <a:pt x="9961" y="12665"/>
                  <a:pt x="10023" y="12688"/>
                  <a:pt x="10085" y="12688"/>
                </a:cubicBezTo>
                <a:cubicBezTo>
                  <a:pt x="10212" y="12688"/>
                  <a:pt x="10333" y="12590"/>
                  <a:pt x="10333" y="12442"/>
                </a:cubicBezTo>
                <a:cubicBezTo>
                  <a:pt x="10333" y="12304"/>
                  <a:pt x="10223" y="12194"/>
                  <a:pt x="10085" y="12194"/>
                </a:cubicBezTo>
                <a:close/>
                <a:moveTo>
                  <a:pt x="11305" y="12194"/>
                </a:moveTo>
                <a:cubicBezTo>
                  <a:pt x="11085" y="12194"/>
                  <a:pt x="10975" y="12461"/>
                  <a:pt x="11132" y="12614"/>
                </a:cubicBezTo>
                <a:cubicBezTo>
                  <a:pt x="11182" y="12665"/>
                  <a:pt x="11244" y="12688"/>
                  <a:pt x="11305" y="12688"/>
                </a:cubicBezTo>
                <a:cubicBezTo>
                  <a:pt x="11431" y="12688"/>
                  <a:pt x="11552" y="12590"/>
                  <a:pt x="11552" y="12442"/>
                </a:cubicBezTo>
                <a:cubicBezTo>
                  <a:pt x="11552" y="12304"/>
                  <a:pt x="11442" y="12194"/>
                  <a:pt x="11305" y="12194"/>
                </a:cubicBezTo>
                <a:close/>
                <a:moveTo>
                  <a:pt x="12524" y="12194"/>
                </a:moveTo>
                <a:cubicBezTo>
                  <a:pt x="12304" y="12194"/>
                  <a:pt x="12195" y="12461"/>
                  <a:pt x="12351" y="12614"/>
                </a:cubicBezTo>
                <a:cubicBezTo>
                  <a:pt x="12401" y="12665"/>
                  <a:pt x="12463" y="12688"/>
                  <a:pt x="12524" y="12688"/>
                </a:cubicBezTo>
                <a:cubicBezTo>
                  <a:pt x="12650" y="12688"/>
                  <a:pt x="12771" y="12590"/>
                  <a:pt x="12771" y="12442"/>
                </a:cubicBezTo>
                <a:cubicBezTo>
                  <a:pt x="12771" y="12304"/>
                  <a:pt x="12661" y="12194"/>
                  <a:pt x="12524" y="12194"/>
                </a:cubicBezTo>
                <a:close/>
                <a:moveTo>
                  <a:pt x="13746" y="12194"/>
                </a:moveTo>
                <a:cubicBezTo>
                  <a:pt x="13523" y="12194"/>
                  <a:pt x="13414" y="12461"/>
                  <a:pt x="13570" y="12614"/>
                </a:cubicBezTo>
                <a:cubicBezTo>
                  <a:pt x="13620" y="12665"/>
                  <a:pt x="13682" y="12688"/>
                  <a:pt x="13743" y="12688"/>
                </a:cubicBezTo>
                <a:cubicBezTo>
                  <a:pt x="13869" y="12688"/>
                  <a:pt x="13990" y="12590"/>
                  <a:pt x="13990" y="12442"/>
                </a:cubicBezTo>
                <a:cubicBezTo>
                  <a:pt x="13990" y="12304"/>
                  <a:pt x="13881" y="12194"/>
                  <a:pt x="13746" y="12194"/>
                </a:cubicBezTo>
                <a:close/>
                <a:moveTo>
                  <a:pt x="14965" y="12194"/>
                </a:moveTo>
                <a:cubicBezTo>
                  <a:pt x="14745" y="12194"/>
                  <a:pt x="14633" y="12461"/>
                  <a:pt x="14789" y="12614"/>
                </a:cubicBezTo>
                <a:cubicBezTo>
                  <a:pt x="14840" y="12665"/>
                  <a:pt x="14903" y="12688"/>
                  <a:pt x="14963" y="12688"/>
                </a:cubicBezTo>
                <a:cubicBezTo>
                  <a:pt x="15089" y="12688"/>
                  <a:pt x="15209" y="12590"/>
                  <a:pt x="15209" y="12442"/>
                </a:cubicBezTo>
                <a:cubicBezTo>
                  <a:pt x="15209" y="12304"/>
                  <a:pt x="15100" y="12194"/>
                  <a:pt x="14965" y="12194"/>
                </a:cubicBezTo>
                <a:close/>
                <a:moveTo>
                  <a:pt x="16184" y="12194"/>
                </a:moveTo>
                <a:cubicBezTo>
                  <a:pt x="15964" y="12194"/>
                  <a:pt x="15855" y="12461"/>
                  <a:pt x="16008" y="12614"/>
                </a:cubicBezTo>
                <a:cubicBezTo>
                  <a:pt x="16059" y="12665"/>
                  <a:pt x="16122" y="12688"/>
                  <a:pt x="16183" y="12688"/>
                </a:cubicBezTo>
                <a:cubicBezTo>
                  <a:pt x="16310" y="12688"/>
                  <a:pt x="16431" y="12590"/>
                  <a:pt x="16431" y="12442"/>
                </a:cubicBezTo>
                <a:cubicBezTo>
                  <a:pt x="16431" y="12304"/>
                  <a:pt x="16319" y="12194"/>
                  <a:pt x="16184" y="12194"/>
                </a:cubicBezTo>
                <a:close/>
                <a:moveTo>
                  <a:pt x="17403" y="12194"/>
                </a:moveTo>
                <a:cubicBezTo>
                  <a:pt x="17184" y="12194"/>
                  <a:pt x="17074" y="12461"/>
                  <a:pt x="17227" y="12614"/>
                </a:cubicBezTo>
                <a:cubicBezTo>
                  <a:pt x="17278" y="12665"/>
                  <a:pt x="17341" y="12688"/>
                  <a:pt x="17402" y="12688"/>
                </a:cubicBezTo>
                <a:cubicBezTo>
                  <a:pt x="17529" y="12688"/>
                  <a:pt x="17650" y="12590"/>
                  <a:pt x="17650" y="12442"/>
                </a:cubicBezTo>
                <a:cubicBezTo>
                  <a:pt x="17650" y="12304"/>
                  <a:pt x="17538" y="12194"/>
                  <a:pt x="17403" y="12194"/>
                </a:cubicBezTo>
                <a:close/>
                <a:moveTo>
                  <a:pt x="18622" y="12194"/>
                </a:moveTo>
                <a:cubicBezTo>
                  <a:pt x="18403" y="12194"/>
                  <a:pt x="18293" y="12461"/>
                  <a:pt x="18446" y="12614"/>
                </a:cubicBezTo>
                <a:cubicBezTo>
                  <a:pt x="18497" y="12665"/>
                  <a:pt x="18560" y="12688"/>
                  <a:pt x="18621" y="12688"/>
                </a:cubicBezTo>
                <a:cubicBezTo>
                  <a:pt x="18748" y="12688"/>
                  <a:pt x="18870" y="12590"/>
                  <a:pt x="18870" y="12442"/>
                </a:cubicBezTo>
                <a:cubicBezTo>
                  <a:pt x="18870" y="12304"/>
                  <a:pt x="18760" y="12194"/>
                  <a:pt x="18622" y="12194"/>
                </a:cubicBezTo>
                <a:close/>
                <a:moveTo>
                  <a:pt x="19841" y="12194"/>
                </a:moveTo>
                <a:cubicBezTo>
                  <a:pt x="19622" y="12194"/>
                  <a:pt x="19512" y="12461"/>
                  <a:pt x="19669" y="12614"/>
                </a:cubicBezTo>
                <a:cubicBezTo>
                  <a:pt x="19719" y="12665"/>
                  <a:pt x="19780" y="12688"/>
                  <a:pt x="19841" y="12688"/>
                </a:cubicBezTo>
                <a:cubicBezTo>
                  <a:pt x="19967" y="12688"/>
                  <a:pt x="20089" y="12590"/>
                  <a:pt x="20089" y="12442"/>
                </a:cubicBezTo>
                <a:cubicBezTo>
                  <a:pt x="20089" y="12304"/>
                  <a:pt x="19979" y="12194"/>
                  <a:pt x="19841" y="12194"/>
                </a:cubicBezTo>
                <a:close/>
                <a:moveTo>
                  <a:pt x="21060" y="12194"/>
                </a:moveTo>
                <a:cubicBezTo>
                  <a:pt x="20841" y="12194"/>
                  <a:pt x="20731" y="12461"/>
                  <a:pt x="20888" y="12614"/>
                </a:cubicBezTo>
                <a:cubicBezTo>
                  <a:pt x="20938" y="12665"/>
                  <a:pt x="21000" y="12688"/>
                  <a:pt x="21060" y="12688"/>
                </a:cubicBezTo>
                <a:cubicBezTo>
                  <a:pt x="21186" y="12688"/>
                  <a:pt x="21308" y="12590"/>
                  <a:pt x="21308" y="12442"/>
                </a:cubicBezTo>
                <a:cubicBezTo>
                  <a:pt x="21308" y="12304"/>
                  <a:pt x="21198" y="12194"/>
                  <a:pt x="21060" y="12194"/>
                </a:cubicBezTo>
                <a:close/>
                <a:moveTo>
                  <a:pt x="330" y="13413"/>
                </a:moveTo>
                <a:cubicBezTo>
                  <a:pt x="111" y="13413"/>
                  <a:pt x="1" y="13680"/>
                  <a:pt x="154" y="13836"/>
                </a:cubicBezTo>
                <a:cubicBezTo>
                  <a:pt x="205" y="13886"/>
                  <a:pt x="267" y="13908"/>
                  <a:pt x="327" y="13908"/>
                </a:cubicBezTo>
                <a:cubicBezTo>
                  <a:pt x="455" y="13908"/>
                  <a:pt x="577" y="13810"/>
                  <a:pt x="577" y="13661"/>
                </a:cubicBezTo>
                <a:cubicBezTo>
                  <a:pt x="577" y="13523"/>
                  <a:pt x="465" y="13413"/>
                  <a:pt x="330" y="13413"/>
                </a:cubicBezTo>
                <a:close/>
                <a:moveTo>
                  <a:pt x="1549" y="13413"/>
                </a:moveTo>
                <a:cubicBezTo>
                  <a:pt x="1330" y="13413"/>
                  <a:pt x="1220" y="13680"/>
                  <a:pt x="1373" y="13836"/>
                </a:cubicBezTo>
                <a:cubicBezTo>
                  <a:pt x="1424" y="13886"/>
                  <a:pt x="1486" y="13908"/>
                  <a:pt x="1546" y="13908"/>
                </a:cubicBezTo>
                <a:cubicBezTo>
                  <a:pt x="1674" y="13908"/>
                  <a:pt x="1797" y="13810"/>
                  <a:pt x="1797" y="13661"/>
                </a:cubicBezTo>
                <a:cubicBezTo>
                  <a:pt x="1797" y="13523"/>
                  <a:pt x="1687" y="13413"/>
                  <a:pt x="1549" y="13413"/>
                </a:cubicBezTo>
                <a:close/>
                <a:moveTo>
                  <a:pt x="2768" y="13413"/>
                </a:moveTo>
                <a:cubicBezTo>
                  <a:pt x="2549" y="13413"/>
                  <a:pt x="2439" y="13680"/>
                  <a:pt x="2596" y="13836"/>
                </a:cubicBezTo>
                <a:cubicBezTo>
                  <a:pt x="2645" y="13886"/>
                  <a:pt x="2706" y="13908"/>
                  <a:pt x="2766" y="13908"/>
                </a:cubicBezTo>
                <a:cubicBezTo>
                  <a:pt x="2893" y="13908"/>
                  <a:pt x="3016" y="13810"/>
                  <a:pt x="3016" y="13661"/>
                </a:cubicBezTo>
                <a:cubicBezTo>
                  <a:pt x="3016" y="13523"/>
                  <a:pt x="2906" y="13413"/>
                  <a:pt x="2768" y="13413"/>
                </a:cubicBezTo>
                <a:close/>
                <a:moveTo>
                  <a:pt x="3987" y="13413"/>
                </a:moveTo>
                <a:cubicBezTo>
                  <a:pt x="3768" y="13413"/>
                  <a:pt x="3658" y="13680"/>
                  <a:pt x="3815" y="13836"/>
                </a:cubicBezTo>
                <a:cubicBezTo>
                  <a:pt x="3864" y="13886"/>
                  <a:pt x="3925" y="13908"/>
                  <a:pt x="3985" y="13908"/>
                </a:cubicBezTo>
                <a:cubicBezTo>
                  <a:pt x="4112" y="13908"/>
                  <a:pt x="4235" y="13810"/>
                  <a:pt x="4235" y="13661"/>
                </a:cubicBezTo>
                <a:cubicBezTo>
                  <a:pt x="4235" y="13523"/>
                  <a:pt x="4125" y="13413"/>
                  <a:pt x="3987" y="13413"/>
                </a:cubicBezTo>
                <a:close/>
                <a:moveTo>
                  <a:pt x="5209" y="13413"/>
                </a:moveTo>
                <a:cubicBezTo>
                  <a:pt x="4987" y="13413"/>
                  <a:pt x="4877" y="13680"/>
                  <a:pt x="5034" y="13836"/>
                </a:cubicBezTo>
                <a:cubicBezTo>
                  <a:pt x="5083" y="13886"/>
                  <a:pt x="5144" y="13908"/>
                  <a:pt x="5204" y="13908"/>
                </a:cubicBezTo>
                <a:cubicBezTo>
                  <a:pt x="5331" y="13908"/>
                  <a:pt x="5454" y="13810"/>
                  <a:pt x="5454" y="13661"/>
                </a:cubicBezTo>
                <a:cubicBezTo>
                  <a:pt x="5454" y="13523"/>
                  <a:pt x="5344" y="13413"/>
                  <a:pt x="5209" y="13413"/>
                </a:cubicBezTo>
                <a:close/>
                <a:moveTo>
                  <a:pt x="6428" y="13413"/>
                </a:moveTo>
                <a:cubicBezTo>
                  <a:pt x="6209" y="13413"/>
                  <a:pt x="6096" y="13680"/>
                  <a:pt x="6253" y="13836"/>
                </a:cubicBezTo>
                <a:cubicBezTo>
                  <a:pt x="6303" y="13886"/>
                  <a:pt x="6365" y="13908"/>
                  <a:pt x="6425" y="13908"/>
                </a:cubicBezTo>
                <a:cubicBezTo>
                  <a:pt x="6552" y="13908"/>
                  <a:pt x="6673" y="13810"/>
                  <a:pt x="6673" y="13661"/>
                </a:cubicBezTo>
                <a:cubicBezTo>
                  <a:pt x="6673" y="13523"/>
                  <a:pt x="6563" y="13413"/>
                  <a:pt x="6428" y="13413"/>
                </a:cubicBezTo>
                <a:close/>
                <a:moveTo>
                  <a:pt x="7647" y="13413"/>
                </a:moveTo>
                <a:cubicBezTo>
                  <a:pt x="7428" y="13413"/>
                  <a:pt x="7318" y="13680"/>
                  <a:pt x="7472" y="13836"/>
                </a:cubicBezTo>
                <a:cubicBezTo>
                  <a:pt x="7522" y="13886"/>
                  <a:pt x="7584" y="13908"/>
                  <a:pt x="7645" y="13908"/>
                </a:cubicBezTo>
                <a:cubicBezTo>
                  <a:pt x="7772" y="13908"/>
                  <a:pt x="7895" y="13810"/>
                  <a:pt x="7895" y="13661"/>
                </a:cubicBezTo>
                <a:cubicBezTo>
                  <a:pt x="7895" y="13523"/>
                  <a:pt x="7782" y="13413"/>
                  <a:pt x="7647" y="13413"/>
                </a:cubicBezTo>
                <a:close/>
                <a:moveTo>
                  <a:pt x="8866" y="13413"/>
                </a:moveTo>
                <a:cubicBezTo>
                  <a:pt x="8647" y="13413"/>
                  <a:pt x="8537" y="13680"/>
                  <a:pt x="8691" y="13836"/>
                </a:cubicBezTo>
                <a:cubicBezTo>
                  <a:pt x="8741" y="13886"/>
                  <a:pt x="8803" y="13908"/>
                  <a:pt x="8864" y="13908"/>
                </a:cubicBezTo>
                <a:cubicBezTo>
                  <a:pt x="8991" y="13908"/>
                  <a:pt x="9114" y="13810"/>
                  <a:pt x="9114" y="13661"/>
                </a:cubicBezTo>
                <a:cubicBezTo>
                  <a:pt x="9114" y="13523"/>
                  <a:pt x="9001" y="13413"/>
                  <a:pt x="8866" y="13413"/>
                </a:cubicBezTo>
                <a:close/>
                <a:moveTo>
                  <a:pt x="10085" y="13413"/>
                </a:moveTo>
                <a:cubicBezTo>
                  <a:pt x="9866" y="13413"/>
                  <a:pt x="9756" y="13680"/>
                  <a:pt x="9910" y="13836"/>
                </a:cubicBezTo>
                <a:cubicBezTo>
                  <a:pt x="9960" y="13886"/>
                  <a:pt x="10022" y="13908"/>
                  <a:pt x="10083" y="13908"/>
                </a:cubicBezTo>
                <a:cubicBezTo>
                  <a:pt x="10211" y="13908"/>
                  <a:pt x="10333" y="13810"/>
                  <a:pt x="10333" y="13661"/>
                </a:cubicBezTo>
                <a:cubicBezTo>
                  <a:pt x="10333" y="13523"/>
                  <a:pt x="10223" y="13413"/>
                  <a:pt x="10085" y="13413"/>
                </a:cubicBezTo>
                <a:close/>
                <a:moveTo>
                  <a:pt x="11305" y="13413"/>
                </a:moveTo>
                <a:cubicBezTo>
                  <a:pt x="11085" y="13413"/>
                  <a:pt x="10975" y="13680"/>
                  <a:pt x="11132" y="13836"/>
                </a:cubicBezTo>
                <a:cubicBezTo>
                  <a:pt x="11182" y="13886"/>
                  <a:pt x="11243" y="13908"/>
                  <a:pt x="11303" y="13908"/>
                </a:cubicBezTo>
                <a:cubicBezTo>
                  <a:pt x="11430" y="13908"/>
                  <a:pt x="11552" y="13810"/>
                  <a:pt x="11552" y="13661"/>
                </a:cubicBezTo>
                <a:cubicBezTo>
                  <a:pt x="11552" y="13523"/>
                  <a:pt x="11442" y="13413"/>
                  <a:pt x="11305" y="13413"/>
                </a:cubicBezTo>
                <a:close/>
                <a:moveTo>
                  <a:pt x="12524" y="13413"/>
                </a:moveTo>
                <a:cubicBezTo>
                  <a:pt x="12304" y="13413"/>
                  <a:pt x="12195" y="13680"/>
                  <a:pt x="12351" y="13836"/>
                </a:cubicBezTo>
                <a:cubicBezTo>
                  <a:pt x="12401" y="13886"/>
                  <a:pt x="12462" y="13908"/>
                  <a:pt x="12522" y="13908"/>
                </a:cubicBezTo>
                <a:cubicBezTo>
                  <a:pt x="12649" y="13908"/>
                  <a:pt x="12771" y="13810"/>
                  <a:pt x="12771" y="13661"/>
                </a:cubicBezTo>
                <a:cubicBezTo>
                  <a:pt x="12771" y="13523"/>
                  <a:pt x="12661" y="13413"/>
                  <a:pt x="12524" y="13413"/>
                </a:cubicBezTo>
                <a:close/>
                <a:moveTo>
                  <a:pt x="13746" y="13413"/>
                </a:moveTo>
                <a:cubicBezTo>
                  <a:pt x="13523" y="13413"/>
                  <a:pt x="13414" y="13680"/>
                  <a:pt x="13570" y="13836"/>
                </a:cubicBezTo>
                <a:cubicBezTo>
                  <a:pt x="13620" y="13886"/>
                  <a:pt x="13681" y="13908"/>
                  <a:pt x="13741" y="13908"/>
                </a:cubicBezTo>
                <a:cubicBezTo>
                  <a:pt x="13868" y="13908"/>
                  <a:pt x="13990" y="13810"/>
                  <a:pt x="13990" y="13661"/>
                </a:cubicBezTo>
                <a:cubicBezTo>
                  <a:pt x="13990" y="13523"/>
                  <a:pt x="13881" y="13413"/>
                  <a:pt x="13746" y="13413"/>
                </a:cubicBezTo>
                <a:close/>
                <a:moveTo>
                  <a:pt x="14965" y="13413"/>
                </a:moveTo>
                <a:cubicBezTo>
                  <a:pt x="14745" y="13413"/>
                  <a:pt x="14633" y="13680"/>
                  <a:pt x="14789" y="13836"/>
                </a:cubicBezTo>
                <a:cubicBezTo>
                  <a:pt x="14840" y="13886"/>
                  <a:pt x="14901" y="13908"/>
                  <a:pt x="14961" y="13908"/>
                </a:cubicBezTo>
                <a:cubicBezTo>
                  <a:pt x="15088" y="13908"/>
                  <a:pt x="15209" y="13810"/>
                  <a:pt x="15209" y="13661"/>
                </a:cubicBezTo>
                <a:cubicBezTo>
                  <a:pt x="15209" y="13523"/>
                  <a:pt x="15100" y="13413"/>
                  <a:pt x="14965" y="13413"/>
                </a:cubicBezTo>
                <a:close/>
                <a:moveTo>
                  <a:pt x="16184" y="13413"/>
                </a:moveTo>
                <a:cubicBezTo>
                  <a:pt x="15964" y="13413"/>
                  <a:pt x="15855" y="13680"/>
                  <a:pt x="16008" y="13836"/>
                </a:cubicBezTo>
                <a:cubicBezTo>
                  <a:pt x="16059" y="13886"/>
                  <a:pt x="16121" y="13908"/>
                  <a:pt x="16181" y="13908"/>
                </a:cubicBezTo>
                <a:cubicBezTo>
                  <a:pt x="16309" y="13908"/>
                  <a:pt x="16431" y="13810"/>
                  <a:pt x="16431" y="13661"/>
                </a:cubicBezTo>
                <a:cubicBezTo>
                  <a:pt x="16431" y="13523"/>
                  <a:pt x="16319" y="13413"/>
                  <a:pt x="16184" y="13413"/>
                </a:cubicBezTo>
                <a:close/>
                <a:moveTo>
                  <a:pt x="17403" y="13413"/>
                </a:moveTo>
                <a:cubicBezTo>
                  <a:pt x="17184" y="13413"/>
                  <a:pt x="17074" y="13680"/>
                  <a:pt x="17227" y="13836"/>
                </a:cubicBezTo>
                <a:cubicBezTo>
                  <a:pt x="17278" y="13886"/>
                  <a:pt x="17340" y="13908"/>
                  <a:pt x="17400" y="13908"/>
                </a:cubicBezTo>
                <a:cubicBezTo>
                  <a:pt x="17528" y="13908"/>
                  <a:pt x="17650" y="13810"/>
                  <a:pt x="17650" y="13661"/>
                </a:cubicBezTo>
                <a:cubicBezTo>
                  <a:pt x="17650" y="13523"/>
                  <a:pt x="17538" y="13413"/>
                  <a:pt x="17403" y="13413"/>
                </a:cubicBezTo>
                <a:close/>
                <a:moveTo>
                  <a:pt x="18622" y="13413"/>
                </a:moveTo>
                <a:cubicBezTo>
                  <a:pt x="18403" y="13413"/>
                  <a:pt x="18293" y="13680"/>
                  <a:pt x="18446" y="13836"/>
                </a:cubicBezTo>
                <a:cubicBezTo>
                  <a:pt x="18497" y="13886"/>
                  <a:pt x="18559" y="13908"/>
                  <a:pt x="18619" y="13908"/>
                </a:cubicBezTo>
                <a:cubicBezTo>
                  <a:pt x="18747" y="13908"/>
                  <a:pt x="18870" y="13810"/>
                  <a:pt x="18870" y="13661"/>
                </a:cubicBezTo>
                <a:cubicBezTo>
                  <a:pt x="18870" y="13523"/>
                  <a:pt x="18760" y="13413"/>
                  <a:pt x="18622" y="13413"/>
                </a:cubicBezTo>
                <a:close/>
                <a:moveTo>
                  <a:pt x="19841" y="13413"/>
                </a:moveTo>
                <a:cubicBezTo>
                  <a:pt x="19622" y="13413"/>
                  <a:pt x="19512" y="13680"/>
                  <a:pt x="19669" y="13836"/>
                </a:cubicBezTo>
                <a:cubicBezTo>
                  <a:pt x="19718" y="13886"/>
                  <a:pt x="19779" y="13908"/>
                  <a:pt x="19839" y="13908"/>
                </a:cubicBezTo>
                <a:cubicBezTo>
                  <a:pt x="19966" y="13908"/>
                  <a:pt x="20089" y="13810"/>
                  <a:pt x="20089" y="13661"/>
                </a:cubicBezTo>
                <a:cubicBezTo>
                  <a:pt x="20089" y="13523"/>
                  <a:pt x="19979" y="13413"/>
                  <a:pt x="19841" y="13413"/>
                </a:cubicBezTo>
                <a:close/>
                <a:moveTo>
                  <a:pt x="21060" y="13413"/>
                </a:moveTo>
                <a:cubicBezTo>
                  <a:pt x="20841" y="13413"/>
                  <a:pt x="20731" y="13680"/>
                  <a:pt x="20888" y="13836"/>
                </a:cubicBezTo>
                <a:cubicBezTo>
                  <a:pt x="20937" y="13886"/>
                  <a:pt x="20998" y="13908"/>
                  <a:pt x="21058" y="13908"/>
                </a:cubicBezTo>
                <a:cubicBezTo>
                  <a:pt x="21185" y="13908"/>
                  <a:pt x="21308" y="13810"/>
                  <a:pt x="21308" y="13661"/>
                </a:cubicBezTo>
                <a:cubicBezTo>
                  <a:pt x="21308" y="13523"/>
                  <a:pt x="21198" y="13413"/>
                  <a:pt x="21060" y="13413"/>
                </a:cubicBezTo>
                <a:close/>
                <a:moveTo>
                  <a:pt x="21048" y="14635"/>
                </a:moveTo>
                <a:lnTo>
                  <a:pt x="21048" y="14635"/>
                </a:lnTo>
                <a:cubicBezTo>
                  <a:pt x="20806" y="14648"/>
                  <a:pt x="20728" y="14961"/>
                  <a:pt x="20932" y="15090"/>
                </a:cubicBezTo>
                <a:cubicBezTo>
                  <a:pt x="20969" y="14939"/>
                  <a:pt x="21007" y="14789"/>
                  <a:pt x="21048" y="14635"/>
                </a:cubicBezTo>
                <a:close/>
                <a:moveTo>
                  <a:pt x="330" y="14632"/>
                </a:moveTo>
                <a:cubicBezTo>
                  <a:pt x="111" y="14632"/>
                  <a:pt x="1" y="14899"/>
                  <a:pt x="154" y="15055"/>
                </a:cubicBezTo>
                <a:cubicBezTo>
                  <a:pt x="205" y="15105"/>
                  <a:pt x="267" y="15127"/>
                  <a:pt x="327" y="15127"/>
                </a:cubicBezTo>
                <a:cubicBezTo>
                  <a:pt x="455" y="15127"/>
                  <a:pt x="577" y="15029"/>
                  <a:pt x="577" y="14880"/>
                </a:cubicBezTo>
                <a:cubicBezTo>
                  <a:pt x="577" y="14745"/>
                  <a:pt x="465" y="14632"/>
                  <a:pt x="330" y="14632"/>
                </a:cubicBezTo>
                <a:close/>
                <a:moveTo>
                  <a:pt x="1549" y="14632"/>
                </a:moveTo>
                <a:cubicBezTo>
                  <a:pt x="1330" y="14632"/>
                  <a:pt x="1220" y="14899"/>
                  <a:pt x="1373" y="15055"/>
                </a:cubicBezTo>
                <a:cubicBezTo>
                  <a:pt x="1424" y="15105"/>
                  <a:pt x="1486" y="15127"/>
                  <a:pt x="1546" y="15127"/>
                </a:cubicBezTo>
                <a:cubicBezTo>
                  <a:pt x="1674" y="15127"/>
                  <a:pt x="1797" y="15029"/>
                  <a:pt x="1797" y="14880"/>
                </a:cubicBezTo>
                <a:cubicBezTo>
                  <a:pt x="1797" y="14745"/>
                  <a:pt x="1687" y="14632"/>
                  <a:pt x="1549" y="14632"/>
                </a:cubicBezTo>
                <a:close/>
                <a:moveTo>
                  <a:pt x="2768" y="14632"/>
                </a:moveTo>
                <a:cubicBezTo>
                  <a:pt x="2549" y="14632"/>
                  <a:pt x="2439" y="14899"/>
                  <a:pt x="2596" y="15055"/>
                </a:cubicBezTo>
                <a:cubicBezTo>
                  <a:pt x="2645" y="15105"/>
                  <a:pt x="2706" y="15127"/>
                  <a:pt x="2766" y="15127"/>
                </a:cubicBezTo>
                <a:cubicBezTo>
                  <a:pt x="2893" y="15127"/>
                  <a:pt x="3016" y="15029"/>
                  <a:pt x="3016" y="14880"/>
                </a:cubicBezTo>
                <a:cubicBezTo>
                  <a:pt x="3016" y="14745"/>
                  <a:pt x="2906" y="14632"/>
                  <a:pt x="2768" y="14632"/>
                </a:cubicBezTo>
                <a:close/>
                <a:moveTo>
                  <a:pt x="3987" y="14632"/>
                </a:moveTo>
                <a:cubicBezTo>
                  <a:pt x="3768" y="14632"/>
                  <a:pt x="3658" y="14899"/>
                  <a:pt x="3815" y="15055"/>
                </a:cubicBezTo>
                <a:cubicBezTo>
                  <a:pt x="3864" y="15105"/>
                  <a:pt x="3925" y="15127"/>
                  <a:pt x="3985" y="15127"/>
                </a:cubicBezTo>
                <a:cubicBezTo>
                  <a:pt x="4112" y="15127"/>
                  <a:pt x="4235" y="15029"/>
                  <a:pt x="4235" y="14880"/>
                </a:cubicBezTo>
                <a:cubicBezTo>
                  <a:pt x="4235" y="14745"/>
                  <a:pt x="4125" y="14632"/>
                  <a:pt x="3987" y="14632"/>
                </a:cubicBezTo>
                <a:close/>
                <a:moveTo>
                  <a:pt x="5209" y="14632"/>
                </a:moveTo>
                <a:cubicBezTo>
                  <a:pt x="4987" y="14632"/>
                  <a:pt x="4877" y="14899"/>
                  <a:pt x="5034" y="15055"/>
                </a:cubicBezTo>
                <a:cubicBezTo>
                  <a:pt x="5083" y="15105"/>
                  <a:pt x="5144" y="15127"/>
                  <a:pt x="5204" y="15127"/>
                </a:cubicBezTo>
                <a:cubicBezTo>
                  <a:pt x="5331" y="15127"/>
                  <a:pt x="5454" y="15029"/>
                  <a:pt x="5454" y="14880"/>
                </a:cubicBezTo>
                <a:cubicBezTo>
                  <a:pt x="5454" y="14745"/>
                  <a:pt x="5344" y="14632"/>
                  <a:pt x="5209" y="14632"/>
                </a:cubicBezTo>
                <a:close/>
                <a:moveTo>
                  <a:pt x="6428" y="14632"/>
                </a:moveTo>
                <a:cubicBezTo>
                  <a:pt x="6209" y="14632"/>
                  <a:pt x="6096" y="14899"/>
                  <a:pt x="6253" y="15055"/>
                </a:cubicBezTo>
                <a:cubicBezTo>
                  <a:pt x="6303" y="15105"/>
                  <a:pt x="6365" y="15127"/>
                  <a:pt x="6425" y="15127"/>
                </a:cubicBezTo>
                <a:cubicBezTo>
                  <a:pt x="6552" y="15127"/>
                  <a:pt x="6673" y="15029"/>
                  <a:pt x="6673" y="14880"/>
                </a:cubicBezTo>
                <a:cubicBezTo>
                  <a:pt x="6673" y="14745"/>
                  <a:pt x="6563" y="14632"/>
                  <a:pt x="6428" y="14632"/>
                </a:cubicBezTo>
                <a:close/>
                <a:moveTo>
                  <a:pt x="7647" y="14632"/>
                </a:moveTo>
                <a:cubicBezTo>
                  <a:pt x="7428" y="14632"/>
                  <a:pt x="7318" y="14899"/>
                  <a:pt x="7472" y="15055"/>
                </a:cubicBezTo>
                <a:cubicBezTo>
                  <a:pt x="7522" y="15105"/>
                  <a:pt x="7584" y="15127"/>
                  <a:pt x="7645" y="15127"/>
                </a:cubicBezTo>
                <a:cubicBezTo>
                  <a:pt x="7772" y="15127"/>
                  <a:pt x="7895" y="15029"/>
                  <a:pt x="7895" y="14880"/>
                </a:cubicBezTo>
                <a:cubicBezTo>
                  <a:pt x="7895" y="14745"/>
                  <a:pt x="7782" y="14632"/>
                  <a:pt x="7647" y="14632"/>
                </a:cubicBezTo>
                <a:close/>
                <a:moveTo>
                  <a:pt x="8866" y="14632"/>
                </a:moveTo>
                <a:cubicBezTo>
                  <a:pt x="8647" y="14632"/>
                  <a:pt x="8537" y="14899"/>
                  <a:pt x="8691" y="15055"/>
                </a:cubicBezTo>
                <a:cubicBezTo>
                  <a:pt x="8741" y="15105"/>
                  <a:pt x="8803" y="15127"/>
                  <a:pt x="8864" y="15127"/>
                </a:cubicBezTo>
                <a:cubicBezTo>
                  <a:pt x="8991" y="15127"/>
                  <a:pt x="9114" y="15029"/>
                  <a:pt x="9114" y="14880"/>
                </a:cubicBezTo>
                <a:cubicBezTo>
                  <a:pt x="9114" y="14745"/>
                  <a:pt x="9001" y="14632"/>
                  <a:pt x="8866" y="14632"/>
                </a:cubicBezTo>
                <a:close/>
                <a:moveTo>
                  <a:pt x="10085" y="14632"/>
                </a:moveTo>
                <a:cubicBezTo>
                  <a:pt x="9866" y="14632"/>
                  <a:pt x="9756" y="14899"/>
                  <a:pt x="9910" y="15055"/>
                </a:cubicBezTo>
                <a:cubicBezTo>
                  <a:pt x="9960" y="15105"/>
                  <a:pt x="10022" y="15127"/>
                  <a:pt x="10083" y="15127"/>
                </a:cubicBezTo>
                <a:cubicBezTo>
                  <a:pt x="10211" y="15127"/>
                  <a:pt x="10333" y="15029"/>
                  <a:pt x="10333" y="14880"/>
                </a:cubicBezTo>
                <a:cubicBezTo>
                  <a:pt x="10333" y="14745"/>
                  <a:pt x="10223" y="14632"/>
                  <a:pt x="10085" y="14632"/>
                </a:cubicBezTo>
                <a:close/>
                <a:moveTo>
                  <a:pt x="11305" y="14632"/>
                </a:moveTo>
                <a:cubicBezTo>
                  <a:pt x="11085" y="14632"/>
                  <a:pt x="10975" y="14899"/>
                  <a:pt x="11132" y="15055"/>
                </a:cubicBezTo>
                <a:cubicBezTo>
                  <a:pt x="11182" y="15105"/>
                  <a:pt x="11243" y="15127"/>
                  <a:pt x="11303" y="15127"/>
                </a:cubicBezTo>
                <a:cubicBezTo>
                  <a:pt x="11430" y="15127"/>
                  <a:pt x="11552" y="15029"/>
                  <a:pt x="11552" y="14880"/>
                </a:cubicBezTo>
                <a:cubicBezTo>
                  <a:pt x="11552" y="14745"/>
                  <a:pt x="11442" y="14632"/>
                  <a:pt x="11305" y="14632"/>
                </a:cubicBezTo>
                <a:close/>
                <a:moveTo>
                  <a:pt x="12524" y="14632"/>
                </a:moveTo>
                <a:cubicBezTo>
                  <a:pt x="12304" y="14632"/>
                  <a:pt x="12195" y="14899"/>
                  <a:pt x="12351" y="15055"/>
                </a:cubicBezTo>
                <a:cubicBezTo>
                  <a:pt x="12401" y="15105"/>
                  <a:pt x="12462" y="15127"/>
                  <a:pt x="12522" y="15127"/>
                </a:cubicBezTo>
                <a:cubicBezTo>
                  <a:pt x="12649" y="15127"/>
                  <a:pt x="12771" y="15029"/>
                  <a:pt x="12771" y="14880"/>
                </a:cubicBezTo>
                <a:cubicBezTo>
                  <a:pt x="12771" y="14745"/>
                  <a:pt x="12661" y="14632"/>
                  <a:pt x="12524" y="14632"/>
                </a:cubicBezTo>
                <a:close/>
                <a:moveTo>
                  <a:pt x="13746" y="14632"/>
                </a:moveTo>
                <a:cubicBezTo>
                  <a:pt x="13523" y="14632"/>
                  <a:pt x="13414" y="14899"/>
                  <a:pt x="13570" y="15055"/>
                </a:cubicBezTo>
                <a:cubicBezTo>
                  <a:pt x="13620" y="15105"/>
                  <a:pt x="13681" y="15127"/>
                  <a:pt x="13741" y="15127"/>
                </a:cubicBezTo>
                <a:cubicBezTo>
                  <a:pt x="13868" y="15127"/>
                  <a:pt x="13990" y="15029"/>
                  <a:pt x="13990" y="14880"/>
                </a:cubicBezTo>
                <a:cubicBezTo>
                  <a:pt x="13990" y="14745"/>
                  <a:pt x="13881" y="14632"/>
                  <a:pt x="13746" y="14632"/>
                </a:cubicBezTo>
                <a:close/>
                <a:moveTo>
                  <a:pt x="14965" y="14632"/>
                </a:moveTo>
                <a:cubicBezTo>
                  <a:pt x="14745" y="14632"/>
                  <a:pt x="14633" y="14899"/>
                  <a:pt x="14789" y="15055"/>
                </a:cubicBezTo>
                <a:cubicBezTo>
                  <a:pt x="14840" y="15105"/>
                  <a:pt x="14901" y="15127"/>
                  <a:pt x="14961" y="15127"/>
                </a:cubicBezTo>
                <a:cubicBezTo>
                  <a:pt x="15088" y="15127"/>
                  <a:pt x="15209" y="15029"/>
                  <a:pt x="15209" y="14880"/>
                </a:cubicBezTo>
                <a:cubicBezTo>
                  <a:pt x="15209" y="14745"/>
                  <a:pt x="15100" y="14632"/>
                  <a:pt x="14965" y="14632"/>
                </a:cubicBezTo>
                <a:close/>
                <a:moveTo>
                  <a:pt x="16184" y="14632"/>
                </a:moveTo>
                <a:cubicBezTo>
                  <a:pt x="15964" y="14632"/>
                  <a:pt x="15855" y="14899"/>
                  <a:pt x="16008" y="15055"/>
                </a:cubicBezTo>
                <a:cubicBezTo>
                  <a:pt x="16059" y="15105"/>
                  <a:pt x="16121" y="15127"/>
                  <a:pt x="16181" y="15127"/>
                </a:cubicBezTo>
                <a:cubicBezTo>
                  <a:pt x="16309" y="15127"/>
                  <a:pt x="16431" y="15029"/>
                  <a:pt x="16431" y="14880"/>
                </a:cubicBezTo>
                <a:cubicBezTo>
                  <a:pt x="16431" y="14745"/>
                  <a:pt x="16319" y="14632"/>
                  <a:pt x="16184" y="14632"/>
                </a:cubicBezTo>
                <a:close/>
                <a:moveTo>
                  <a:pt x="17403" y="14632"/>
                </a:moveTo>
                <a:cubicBezTo>
                  <a:pt x="17184" y="14632"/>
                  <a:pt x="17074" y="14899"/>
                  <a:pt x="17227" y="15055"/>
                </a:cubicBezTo>
                <a:cubicBezTo>
                  <a:pt x="17278" y="15105"/>
                  <a:pt x="17340" y="15127"/>
                  <a:pt x="17400" y="15127"/>
                </a:cubicBezTo>
                <a:cubicBezTo>
                  <a:pt x="17528" y="15127"/>
                  <a:pt x="17650" y="15029"/>
                  <a:pt x="17650" y="14880"/>
                </a:cubicBezTo>
                <a:cubicBezTo>
                  <a:pt x="17650" y="14745"/>
                  <a:pt x="17538" y="14632"/>
                  <a:pt x="17403" y="14632"/>
                </a:cubicBezTo>
                <a:close/>
                <a:moveTo>
                  <a:pt x="18622" y="14632"/>
                </a:moveTo>
                <a:cubicBezTo>
                  <a:pt x="18403" y="14632"/>
                  <a:pt x="18293" y="14899"/>
                  <a:pt x="18446" y="15055"/>
                </a:cubicBezTo>
                <a:cubicBezTo>
                  <a:pt x="18497" y="15105"/>
                  <a:pt x="18559" y="15127"/>
                  <a:pt x="18619" y="15127"/>
                </a:cubicBezTo>
                <a:cubicBezTo>
                  <a:pt x="18747" y="15127"/>
                  <a:pt x="18870" y="15029"/>
                  <a:pt x="18870" y="14880"/>
                </a:cubicBezTo>
                <a:cubicBezTo>
                  <a:pt x="18870" y="14745"/>
                  <a:pt x="18760" y="14632"/>
                  <a:pt x="18622" y="14632"/>
                </a:cubicBezTo>
                <a:close/>
                <a:moveTo>
                  <a:pt x="19841" y="14632"/>
                </a:moveTo>
                <a:cubicBezTo>
                  <a:pt x="19622" y="14632"/>
                  <a:pt x="19512" y="14899"/>
                  <a:pt x="19669" y="15055"/>
                </a:cubicBezTo>
                <a:cubicBezTo>
                  <a:pt x="19718" y="15105"/>
                  <a:pt x="19779" y="15127"/>
                  <a:pt x="19839" y="15127"/>
                </a:cubicBezTo>
                <a:cubicBezTo>
                  <a:pt x="19966" y="15127"/>
                  <a:pt x="20089" y="15029"/>
                  <a:pt x="20089" y="14880"/>
                </a:cubicBezTo>
                <a:cubicBezTo>
                  <a:pt x="20089" y="14745"/>
                  <a:pt x="19979" y="14632"/>
                  <a:pt x="19841" y="14632"/>
                </a:cubicBezTo>
                <a:close/>
                <a:moveTo>
                  <a:pt x="330" y="15851"/>
                </a:moveTo>
                <a:cubicBezTo>
                  <a:pt x="111" y="15851"/>
                  <a:pt x="1" y="16118"/>
                  <a:pt x="154" y="16274"/>
                </a:cubicBezTo>
                <a:cubicBezTo>
                  <a:pt x="205" y="16324"/>
                  <a:pt x="267" y="16346"/>
                  <a:pt x="327" y="16346"/>
                </a:cubicBezTo>
                <a:cubicBezTo>
                  <a:pt x="455" y="16346"/>
                  <a:pt x="577" y="16248"/>
                  <a:pt x="577" y="16099"/>
                </a:cubicBezTo>
                <a:cubicBezTo>
                  <a:pt x="577" y="15966"/>
                  <a:pt x="468" y="15854"/>
                  <a:pt x="335" y="15854"/>
                </a:cubicBezTo>
                <a:cubicBezTo>
                  <a:pt x="334" y="15854"/>
                  <a:pt x="332" y="15854"/>
                  <a:pt x="330" y="15855"/>
                </a:cubicBezTo>
                <a:lnTo>
                  <a:pt x="330" y="15851"/>
                </a:lnTo>
                <a:close/>
                <a:moveTo>
                  <a:pt x="1549" y="15851"/>
                </a:moveTo>
                <a:cubicBezTo>
                  <a:pt x="1330" y="15851"/>
                  <a:pt x="1220" y="16118"/>
                  <a:pt x="1373" y="16274"/>
                </a:cubicBezTo>
                <a:cubicBezTo>
                  <a:pt x="1424" y="16324"/>
                  <a:pt x="1486" y="16346"/>
                  <a:pt x="1546" y="16346"/>
                </a:cubicBezTo>
                <a:cubicBezTo>
                  <a:pt x="1674" y="16346"/>
                  <a:pt x="1797" y="16248"/>
                  <a:pt x="1797" y="16099"/>
                </a:cubicBezTo>
                <a:cubicBezTo>
                  <a:pt x="1797" y="15964"/>
                  <a:pt x="1687" y="15855"/>
                  <a:pt x="1549" y="15855"/>
                </a:cubicBezTo>
                <a:lnTo>
                  <a:pt x="1549" y="15851"/>
                </a:lnTo>
                <a:close/>
                <a:moveTo>
                  <a:pt x="2768" y="15851"/>
                </a:moveTo>
                <a:cubicBezTo>
                  <a:pt x="2549" y="15851"/>
                  <a:pt x="2439" y="16118"/>
                  <a:pt x="2596" y="16274"/>
                </a:cubicBezTo>
                <a:cubicBezTo>
                  <a:pt x="2645" y="16324"/>
                  <a:pt x="2706" y="16346"/>
                  <a:pt x="2766" y="16346"/>
                </a:cubicBezTo>
                <a:cubicBezTo>
                  <a:pt x="2893" y="16346"/>
                  <a:pt x="3016" y="16248"/>
                  <a:pt x="3016" y="16099"/>
                </a:cubicBezTo>
                <a:cubicBezTo>
                  <a:pt x="3016" y="15966"/>
                  <a:pt x="2909" y="15854"/>
                  <a:pt x="2774" y="15854"/>
                </a:cubicBezTo>
                <a:cubicBezTo>
                  <a:pt x="2772" y="15854"/>
                  <a:pt x="2770" y="15854"/>
                  <a:pt x="2768" y="15855"/>
                </a:cubicBezTo>
                <a:lnTo>
                  <a:pt x="2768" y="15851"/>
                </a:lnTo>
                <a:close/>
                <a:moveTo>
                  <a:pt x="3987" y="15851"/>
                </a:moveTo>
                <a:cubicBezTo>
                  <a:pt x="3768" y="15851"/>
                  <a:pt x="3658" y="16118"/>
                  <a:pt x="3815" y="16274"/>
                </a:cubicBezTo>
                <a:cubicBezTo>
                  <a:pt x="3864" y="16324"/>
                  <a:pt x="3925" y="16346"/>
                  <a:pt x="3985" y="16346"/>
                </a:cubicBezTo>
                <a:cubicBezTo>
                  <a:pt x="4112" y="16346"/>
                  <a:pt x="4235" y="16248"/>
                  <a:pt x="4235" y="16099"/>
                </a:cubicBezTo>
                <a:cubicBezTo>
                  <a:pt x="4235" y="15964"/>
                  <a:pt x="4125" y="15855"/>
                  <a:pt x="3987" y="15855"/>
                </a:cubicBezTo>
                <a:lnTo>
                  <a:pt x="3987" y="15851"/>
                </a:lnTo>
                <a:close/>
                <a:moveTo>
                  <a:pt x="5209" y="15851"/>
                </a:moveTo>
                <a:cubicBezTo>
                  <a:pt x="4987" y="15851"/>
                  <a:pt x="4877" y="16118"/>
                  <a:pt x="5034" y="16274"/>
                </a:cubicBezTo>
                <a:cubicBezTo>
                  <a:pt x="5083" y="16324"/>
                  <a:pt x="5144" y="16346"/>
                  <a:pt x="5204" y="16346"/>
                </a:cubicBezTo>
                <a:cubicBezTo>
                  <a:pt x="5331" y="16346"/>
                  <a:pt x="5454" y="16248"/>
                  <a:pt x="5454" y="16099"/>
                </a:cubicBezTo>
                <a:cubicBezTo>
                  <a:pt x="5454" y="15966"/>
                  <a:pt x="5347" y="15854"/>
                  <a:pt x="5215" y="15854"/>
                </a:cubicBezTo>
                <a:cubicBezTo>
                  <a:pt x="5213" y="15854"/>
                  <a:pt x="5211" y="15854"/>
                  <a:pt x="5209" y="15855"/>
                </a:cubicBezTo>
                <a:lnTo>
                  <a:pt x="5209" y="15851"/>
                </a:lnTo>
                <a:close/>
                <a:moveTo>
                  <a:pt x="6428" y="15851"/>
                </a:moveTo>
                <a:cubicBezTo>
                  <a:pt x="6209" y="15851"/>
                  <a:pt x="6096" y="16118"/>
                  <a:pt x="6253" y="16274"/>
                </a:cubicBezTo>
                <a:cubicBezTo>
                  <a:pt x="6303" y="16324"/>
                  <a:pt x="6365" y="16346"/>
                  <a:pt x="6425" y="16346"/>
                </a:cubicBezTo>
                <a:cubicBezTo>
                  <a:pt x="6552" y="16346"/>
                  <a:pt x="6673" y="16248"/>
                  <a:pt x="6673" y="16099"/>
                </a:cubicBezTo>
                <a:cubicBezTo>
                  <a:pt x="6673" y="15964"/>
                  <a:pt x="6563" y="15855"/>
                  <a:pt x="6428" y="15855"/>
                </a:cubicBezTo>
                <a:lnTo>
                  <a:pt x="6428" y="15851"/>
                </a:lnTo>
                <a:close/>
                <a:moveTo>
                  <a:pt x="7647" y="15851"/>
                </a:moveTo>
                <a:cubicBezTo>
                  <a:pt x="7428" y="15851"/>
                  <a:pt x="7318" y="16118"/>
                  <a:pt x="7472" y="16274"/>
                </a:cubicBezTo>
                <a:cubicBezTo>
                  <a:pt x="7522" y="16324"/>
                  <a:pt x="7584" y="16346"/>
                  <a:pt x="7645" y="16346"/>
                </a:cubicBezTo>
                <a:cubicBezTo>
                  <a:pt x="7772" y="16346"/>
                  <a:pt x="7895" y="16248"/>
                  <a:pt x="7895" y="16099"/>
                </a:cubicBezTo>
                <a:cubicBezTo>
                  <a:pt x="7895" y="15964"/>
                  <a:pt x="7782" y="15855"/>
                  <a:pt x="7647" y="15855"/>
                </a:cubicBezTo>
                <a:lnTo>
                  <a:pt x="7647" y="15851"/>
                </a:lnTo>
                <a:close/>
                <a:moveTo>
                  <a:pt x="8866" y="15851"/>
                </a:moveTo>
                <a:cubicBezTo>
                  <a:pt x="8647" y="15851"/>
                  <a:pt x="8537" y="16118"/>
                  <a:pt x="8691" y="16274"/>
                </a:cubicBezTo>
                <a:cubicBezTo>
                  <a:pt x="8741" y="16324"/>
                  <a:pt x="8803" y="16346"/>
                  <a:pt x="8864" y="16346"/>
                </a:cubicBezTo>
                <a:cubicBezTo>
                  <a:pt x="8991" y="16346"/>
                  <a:pt x="9114" y="16248"/>
                  <a:pt x="9114" y="16099"/>
                </a:cubicBezTo>
                <a:cubicBezTo>
                  <a:pt x="9114" y="15966"/>
                  <a:pt x="9004" y="15854"/>
                  <a:pt x="8872" y="15854"/>
                </a:cubicBezTo>
                <a:cubicBezTo>
                  <a:pt x="8870" y="15854"/>
                  <a:pt x="8868" y="15854"/>
                  <a:pt x="8866" y="15855"/>
                </a:cubicBezTo>
                <a:lnTo>
                  <a:pt x="8866" y="15851"/>
                </a:lnTo>
                <a:close/>
                <a:moveTo>
                  <a:pt x="10085" y="15851"/>
                </a:moveTo>
                <a:cubicBezTo>
                  <a:pt x="9866" y="15851"/>
                  <a:pt x="9756" y="16118"/>
                  <a:pt x="9910" y="16274"/>
                </a:cubicBezTo>
                <a:cubicBezTo>
                  <a:pt x="9960" y="16324"/>
                  <a:pt x="10022" y="16346"/>
                  <a:pt x="10083" y="16346"/>
                </a:cubicBezTo>
                <a:cubicBezTo>
                  <a:pt x="10211" y="16346"/>
                  <a:pt x="10333" y="16248"/>
                  <a:pt x="10333" y="16099"/>
                </a:cubicBezTo>
                <a:cubicBezTo>
                  <a:pt x="10333" y="15966"/>
                  <a:pt x="10226" y="15854"/>
                  <a:pt x="10091" y="15854"/>
                </a:cubicBezTo>
                <a:cubicBezTo>
                  <a:pt x="10089" y="15854"/>
                  <a:pt x="10087" y="15854"/>
                  <a:pt x="10085" y="15855"/>
                </a:cubicBezTo>
                <a:lnTo>
                  <a:pt x="10085" y="15851"/>
                </a:lnTo>
                <a:close/>
                <a:moveTo>
                  <a:pt x="11305" y="15851"/>
                </a:moveTo>
                <a:cubicBezTo>
                  <a:pt x="11085" y="15851"/>
                  <a:pt x="10975" y="16118"/>
                  <a:pt x="11132" y="16274"/>
                </a:cubicBezTo>
                <a:cubicBezTo>
                  <a:pt x="11182" y="16324"/>
                  <a:pt x="11243" y="16346"/>
                  <a:pt x="11303" y="16346"/>
                </a:cubicBezTo>
                <a:cubicBezTo>
                  <a:pt x="11430" y="16346"/>
                  <a:pt x="11552" y="16248"/>
                  <a:pt x="11552" y="16099"/>
                </a:cubicBezTo>
                <a:cubicBezTo>
                  <a:pt x="11552" y="15964"/>
                  <a:pt x="11442" y="15855"/>
                  <a:pt x="11305" y="15855"/>
                </a:cubicBezTo>
                <a:lnTo>
                  <a:pt x="11305" y="15851"/>
                </a:lnTo>
                <a:close/>
                <a:moveTo>
                  <a:pt x="12524" y="15851"/>
                </a:moveTo>
                <a:cubicBezTo>
                  <a:pt x="12304" y="15851"/>
                  <a:pt x="12195" y="16118"/>
                  <a:pt x="12351" y="16274"/>
                </a:cubicBezTo>
                <a:cubicBezTo>
                  <a:pt x="12401" y="16324"/>
                  <a:pt x="12462" y="16346"/>
                  <a:pt x="12522" y="16346"/>
                </a:cubicBezTo>
                <a:cubicBezTo>
                  <a:pt x="12649" y="16346"/>
                  <a:pt x="12771" y="16248"/>
                  <a:pt x="12771" y="16099"/>
                </a:cubicBezTo>
                <a:cubicBezTo>
                  <a:pt x="12771" y="15964"/>
                  <a:pt x="12661" y="15855"/>
                  <a:pt x="12524" y="15855"/>
                </a:cubicBezTo>
                <a:lnTo>
                  <a:pt x="12524" y="15851"/>
                </a:lnTo>
                <a:close/>
                <a:moveTo>
                  <a:pt x="13746" y="15851"/>
                </a:moveTo>
                <a:cubicBezTo>
                  <a:pt x="13523" y="15851"/>
                  <a:pt x="13414" y="16118"/>
                  <a:pt x="13570" y="16274"/>
                </a:cubicBezTo>
                <a:cubicBezTo>
                  <a:pt x="13620" y="16324"/>
                  <a:pt x="13681" y="16346"/>
                  <a:pt x="13741" y="16346"/>
                </a:cubicBezTo>
                <a:cubicBezTo>
                  <a:pt x="13868" y="16346"/>
                  <a:pt x="13990" y="16248"/>
                  <a:pt x="13990" y="16099"/>
                </a:cubicBezTo>
                <a:cubicBezTo>
                  <a:pt x="13990" y="15966"/>
                  <a:pt x="13883" y="15854"/>
                  <a:pt x="13751" y="15854"/>
                </a:cubicBezTo>
                <a:cubicBezTo>
                  <a:pt x="13749" y="15854"/>
                  <a:pt x="13748" y="15854"/>
                  <a:pt x="13746" y="15855"/>
                </a:cubicBezTo>
                <a:lnTo>
                  <a:pt x="13746" y="15851"/>
                </a:lnTo>
                <a:close/>
                <a:moveTo>
                  <a:pt x="14965" y="15851"/>
                </a:moveTo>
                <a:cubicBezTo>
                  <a:pt x="14745" y="15851"/>
                  <a:pt x="14633" y="16118"/>
                  <a:pt x="14789" y="16274"/>
                </a:cubicBezTo>
                <a:cubicBezTo>
                  <a:pt x="14840" y="16324"/>
                  <a:pt x="14901" y="16346"/>
                  <a:pt x="14961" y="16346"/>
                </a:cubicBezTo>
                <a:cubicBezTo>
                  <a:pt x="15088" y="16346"/>
                  <a:pt x="15209" y="16248"/>
                  <a:pt x="15209" y="16099"/>
                </a:cubicBezTo>
                <a:cubicBezTo>
                  <a:pt x="15209" y="15964"/>
                  <a:pt x="15100" y="15855"/>
                  <a:pt x="14965" y="15855"/>
                </a:cubicBezTo>
                <a:lnTo>
                  <a:pt x="14965" y="15851"/>
                </a:lnTo>
                <a:close/>
                <a:moveTo>
                  <a:pt x="16184" y="15851"/>
                </a:moveTo>
                <a:cubicBezTo>
                  <a:pt x="15964" y="15851"/>
                  <a:pt x="15855" y="16118"/>
                  <a:pt x="16008" y="16274"/>
                </a:cubicBezTo>
                <a:cubicBezTo>
                  <a:pt x="16059" y="16324"/>
                  <a:pt x="16121" y="16346"/>
                  <a:pt x="16181" y="16346"/>
                </a:cubicBezTo>
                <a:cubicBezTo>
                  <a:pt x="16309" y="16346"/>
                  <a:pt x="16431" y="16248"/>
                  <a:pt x="16431" y="16099"/>
                </a:cubicBezTo>
                <a:cubicBezTo>
                  <a:pt x="16431" y="15964"/>
                  <a:pt x="16319" y="15855"/>
                  <a:pt x="16184" y="15855"/>
                </a:cubicBezTo>
                <a:lnTo>
                  <a:pt x="16184" y="15851"/>
                </a:lnTo>
                <a:close/>
                <a:moveTo>
                  <a:pt x="17403" y="15851"/>
                </a:moveTo>
                <a:cubicBezTo>
                  <a:pt x="17184" y="15851"/>
                  <a:pt x="17074" y="16118"/>
                  <a:pt x="17227" y="16274"/>
                </a:cubicBezTo>
                <a:cubicBezTo>
                  <a:pt x="17278" y="16324"/>
                  <a:pt x="17340" y="16346"/>
                  <a:pt x="17400" y="16346"/>
                </a:cubicBezTo>
                <a:cubicBezTo>
                  <a:pt x="17528" y="16346"/>
                  <a:pt x="17650" y="16248"/>
                  <a:pt x="17650" y="16099"/>
                </a:cubicBezTo>
                <a:cubicBezTo>
                  <a:pt x="17650" y="15966"/>
                  <a:pt x="17541" y="15854"/>
                  <a:pt x="17408" y="15854"/>
                </a:cubicBezTo>
                <a:cubicBezTo>
                  <a:pt x="17407" y="15854"/>
                  <a:pt x="17405" y="15854"/>
                  <a:pt x="17403" y="15855"/>
                </a:cubicBezTo>
                <a:lnTo>
                  <a:pt x="17403" y="15851"/>
                </a:lnTo>
                <a:close/>
                <a:moveTo>
                  <a:pt x="18622" y="15851"/>
                </a:moveTo>
                <a:cubicBezTo>
                  <a:pt x="18403" y="15851"/>
                  <a:pt x="18293" y="16118"/>
                  <a:pt x="18446" y="16274"/>
                </a:cubicBezTo>
                <a:cubicBezTo>
                  <a:pt x="18497" y="16324"/>
                  <a:pt x="18559" y="16346"/>
                  <a:pt x="18619" y="16346"/>
                </a:cubicBezTo>
                <a:cubicBezTo>
                  <a:pt x="18747" y="16346"/>
                  <a:pt x="18870" y="16248"/>
                  <a:pt x="18870" y="16099"/>
                </a:cubicBezTo>
                <a:cubicBezTo>
                  <a:pt x="18870" y="15964"/>
                  <a:pt x="18760" y="15855"/>
                  <a:pt x="18622" y="15855"/>
                </a:cubicBezTo>
                <a:lnTo>
                  <a:pt x="18622" y="15851"/>
                </a:lnTo>
                <a:close/>
                <a:moveTo>
                  <a:pt x="19841" y="15851"/>
                </a:moveTo>
                <a:cubicBezTo>
                  <a:pt x="19622" y="15851"/>
                  <a:pt x="19512" y="16118"/>
                  <a:pt x="19669" y="16274"/>
                </a:cubicBezTo>
                <a:cubicBezTo>
                  <a:pt x="19718" y="16324"/>
                  <a:pt x="19779" y="16346"/>
                  <a:pt x="19839" y="16346"/>
                </a:cubicBezTo>
                <a:cubicBezTo>
                  <a:pt x="19966" y="16346"/>
                  <a:pt x="20089" y="16248"/>
                  <a:pt x="20089" y="16099"/>
                </a:cubicBezTo>
                <a:cubicBezTo>
                  <a:pt x="20089" y="15966"/>
                  <a:pt x="19982" y="15854"/>
                  <a:pt x="19847" y="15854"/>
                </a:cubicBezTo>
                <a:cubicBezTo>
                  <a:pt x="19845" y="15854"/>
                  <a:pt x="19843" y="15854"/>
                  <a:pt x="19841" y="15855"/>
                </a:cubicBezTo>
                <a:lnTo>
                  <a:pt x="19841" y="15851"/>
                </a:lnTo>
                <a:close/>
                <a:moveTo>
                  <a:pt x="330" y="17074"/>
                </a:moveTo>
                <a:cubicBezTo>
                  <a:pt x="111" y="17074"/>
                  <a:pt x="1" y="17337"/>
                  <a:pt x="154" y="17494"/>
                </a:cubicBezTo>
                <a:cubicBezTo>
                  <a:pt x="205" y="17544"/>
                  <a:pt x="268" y="17567"/>
                  <a:pt x="329" y="17567"/>
                </a:cubicBezTo>
                <a:cubicBezTo>
                  <a:pt x="456" y="17567"/>
                  <a:pt x="577" y="17468"/>
                  <a:pt x="577" y="17318"/>
                </a:cubicBezTo>
                <a:cubicBezTo>
                  <a:pt x="577" y="17183"/>
                  <a:pt x="465" y="17074"/>
                  <a:pt x="330" y="17074"/>
                </a:cubicBezTo>
                <a:close/>
                <a:moveTo>
                  <a:pt x="1549" y="17074"/>
                </a:moveTo>
                <a:cubicBezTo>
                  <a:pt x="1330" y="17074"/>
                  <a:pt x="1220" y="17337"/>
                  <a:pt x="1373" y="17494"/>
                </a:cubicBezTo>
                <a:cubicBezTo>
                  <a:pt x="1424" y="17544"/>
                  <a:pt x="1487" y="17567"/>
                  <a:pt x="1548" y="17567"/>
                </a:cubicBezTo>
                <a:cubicBezTo>
                  <a:pt x="1675" y="17567"/>
                  <a:pt x="1797" y="17468"/>
                  <a:pt x="1797" y="17318"/>
                </a:cubicBezTo>
                <a:cubicBezTo>
                  <a:pt x="1797" y="17183"/>
                  <a:pt x="1687" y="17074"/>
                  <a:pt x="1549" y="17074"/>
                </a:cubicBezTo>
                <a:close/>
                <a:moveTo>
                  <a:pt x="2768" y="17074"/>
                </a:moveTo>
                <a:cubicBezTo>
                  <a:pt x="2549" y="17074"/>
                  <a:pt x="2439" y="17337"/>
                  <a:pt x="2596" y="17494"/>
                </a:cubicBezTo>
                <a:cubicBezTo>
                  <a:pt x="2645" y="17544"/>
                  <a:pt x="2707" y="17567"/>
                  <a:pt x="2768" y="17567"/>
                </a:cubicBezTo>
                <a:cubicBezTo>
                  <a:pt x="2894" y="17567"/>
                  <a:pt x="3016" y="17468"/>
                  <a:pt x="3016" y="17318"/>
                </a:cubicBezTo>
                <a:cubicBezTo>
                  <a:pt x="3016" y="17183"/>
                  <a:pt x="2906" y="17074"/>
                  <a:pt x="2768" y="17074"/>
                </a:cubicBezTo>
                <a:close/>
                <a:moveTo>
                  <a:pt x="3987" y="17074"/>
                </a:moveTo>
                <a:cubicBezTo>
                  <a:pt x="3768" y="17074"/>
                  <a:pt x="3658" y="17337"/>
                  <a:pt x="3815" y="17494"/>
                </a:cubicBezTo>
                <a:cubicBezTo>
                  <a:pt x="3865" y="17544"/>
                  <a:pt x="3926" y="17567"/>
                  <a:pt x="3987" y="17567"/>
                </a:cubicBezTo>
                <a:cubicBezTo>
                  <a:pt x="4113" y="17567"/>
                  <a:pt x="4235" y="17468"/>
                  <a:pt x="4235" y="17318"/>
                </a:cubicBezTo>
                <a:cubicBezTo>
                  <a:pt x="4235" y="17183"/>
                  <a:pt x="4125" y="17074"/>
                  <a:pt x="3987" y="17074"/>
                </a:cubicBezTo>
                <a:close/>
                <a:moveTo>
                  <a:pt x="5209" y="17074"/>
                </a:moveTo>
                <a:cubicBezTo>
                  <a:pt x="4987" y="17074"/>
                  <a:pt x="4877" y="17337"/>
                  <a:pt x="5034" y="17494"/>
                </a:cubicBezTo>
                <a:cubicBezTo>
                  <a:pt x="5084" y="17544"/>
                  <a:pt x="5145" y="17567"/>
                  <a:pt x="5206" y="17567"/>
                </a:cubicBezTo>
                <a:cubicBezTo>
                  <a:pt x="5332" y="17567"/>
                  <a:pt x="5454" y="17468"/>
                  <a:pt x="5454" y="17318"/>
                </a:cubicBezTo>
                <a:cubicBezTo>
                  <a:pt x="5454" y="17183"/>
                  <a:pt x="5344" y="17074"/>
                  <a:pt x="5209" y="17074"/>
                </a:cubicBezTo>
                <a:close/>
                <a:moveTo>
                  <a:pt x="6428" y="17074"/>
                </a:moveTo>
                <a:cubicBezTo>
                  <a:pt x="6209" y="17074"/>
                  <a:pt x="6096" y="17337"/>
                  <a:pt x="6253" y="17494"/>
                </a:cubicBezTo>
                <a:cubicBezTo>
                  <a:pt x="6304" y="17544"/>
                  <a:pt x="6366" y="17567"/>
                  <a:pt x="6426" y="17567"/>
                </a:cubicBezTo>
                <a:cubicBezTo>
                  <a:pt x="6553" y="17567"/>
                  <a:pt x="6673" y="17468"/>
                  <a:pt x="6673" y="17318"/>
                </a:cubicBezTo>
                <a:cubicBezTo>
                  <a:pt x="6673" y="17183"/>
                  <a:pt x="6563" y="17074"/>
                  <a:pt x="6428" y="17074"/>
                </a:cubicBezTo>
                <a:close/>
                <a:moveTo>
                  <a:pt x="7647" y="17074"/>
                </a:moveTo>
                <a:cubicBezTo>
                  <a:pt x="7428" y="17074"/>
                  <a:pt x="7318" y="17337"/>
                  <a:pt x="7472" y="17494"/>
                </a:cubicBezTo>
                <a:cubicBezTo>
                  <a:pt x="7523" y="17544"/>
                  <a:pt x="7585" y="17567"/>
                  <a:pt x="7646" y="17567"/>
                </a:cubicBezTo>
                <a:cubicBezTo>
                  <a:pt x="7773" y="17567"/>
                  <a:pt x="7895" y="17468"/>
                  <a:pt x="7895" y="17318"/>
                </a:cubicBezTo>
                <a:cubicBezTo>
                  <a:pt x="7895" y="17183"/>
                  <a:pt x="7782" y="17074"/>
                  <a:pt x="7647" y="17074"/>
                </a:cubicBezTo>
                <a:close/>
                <a:moveTo>
                  <a:pt x="8866" y="17074"/>
                </a:moveTo>
                <a:cubicBezTo>
                  <a:pt x="8647" y="17074"/>
                  <a:pt x="8537" y="17337"/>
                  <a:pt x="8691" y="17494"/>
                </a:cubicBezTo>
                <a:cubicBezTo>
                  <a:pt x="8742" y="17544"/>
                  <a:pt x="8804" y="17567"/>
                  <a:pt x="8865" y="17567"/>
                </a:cubicBezTo>
                <a:cubicBezTo>
                  <a:pt x="8992" y="17567"/>
                  <a:pt x="9114" y="17468"/>
                  <a:pt x="9114" y="17318"/>
                </a:cubicBezTo>
                <a:cubicBezTo>
                  <a:pt x="9114" y="17183"/>
                  <a:pt x="9001" y="17074"/>
                  <a:pt x="8866" y="17074"/>
                </a:cubicBezTo>
                <a:close/>
                <a:moveTo>
                  <a:pt x="10085" y="17074"/>
                </a:moveTo>
                <a:cubicBezTo>
                  <a:pt x="9866" y="17074"/>
                  <a:pt x="9756" y="17337"/>
                  <a:pt x="9910" y="17494"/>
                </a:cubicBezTo>
                <a:cubicBezTo>
                  <a:pt x="9961" y="17544"/>
                  <a:pt x="10023" y="17567"/>
                  <a:pt x="10084" y="17567"/>
                </a:cubicBezTo>
                <a:cubicBezTo>
                  <a:pt x="10211" y="17567"/>
                  <a:pt x="10333" y="17468"/>
                  <a:pt x="10333" y="17318"/>
                </a:cubicBezTo>
                <a:cubicBezTo>
                  <a:pt x="10333" y="17183"/>
                  <a:pt x="10223" y="17074"/>
                  <a:pt x="10085" y="17074"/>
                </a:cubicBezTo>
                <a:close/>
                <a:moveTo>
                  <a:pt x="11305" y="17074"/>
                </a:moveTo>
                <a:cubicBezTo>
                  <a:pt x="11085" y="17074"/>
                  <a:pt x="10975" y="17337"/>
                  <a:pt x="11132" y="17494"/>
                </a:cubicBezTo>
                <a:cubicBezTo>
                  <a:pt x="11182" y="17544"/>
                  <a:pt x="11244" y="17567"/>
                  <a:pt x="11304" y="17567"/>
                </a:cubicBezTo>
                <a:cubicBezTo>
                  <a:pt x="11431" y="17567"/>
                  <a:pt x="11552" y="17468"/>
                  <a:pt x="11552" y="17318"/>
                </a:cubicBezTo>
                <a:cubicBezTo>
                  <a:pt x="11552" y="17183"/>
                  <a:pt x="11442" y="17074"/>
                  <a:pt x="11305" y="17074"/>
                </a:cubicBezTo>
                <a:close/>
                <a:moveTo>
                  <a:pt x="12524" y="17074"/>
                </a:moveTo>
                <a:cubicBezTo>
                  <a:pt x="12304" y="17074"/>
                  <a:pt x="12195" y="17337"/>
                  <a:pt x="12351" y="17494"/>
                </a:cubicBezTo>
                <a:cubicBezTo>
                  <a:pt x="12401" y="17544"/>
                  <a:pt x="12463" y="17567"/>
                  <a:pt x="12523" y="17567"/>
                </a:cubicBezTo>
                <a:cubicBezTo>
                  <a:pt x="12650" y="17567"/>
                  <a:pt x="12771" y="17468"/>
                  <a:pt x="12771" y="17318"/>
                </a:cubicBezTo>
                <a:cubicBezTo>
                  <a:pt x="12771" y="17183"/>
                  <a:pt x="12661" y="17074"/>
                  <a:pt x="12524" y="17074"/>
                </a:cubicBezTo>
                <a:close/>
                <a:moveTo>
                  <a:pt x="13746" y="17074"/>
                </a:moveTo>
                <a:cubicBezTo>
                  <a:pt x="13523" y="17074"/>
                  <a:pt x="13414" y="17337"/>
                  <a:pt x="13570" y="17494"/>
                </a:cubicBezTo>
                <a:cubicBezTo>
                  <a:pt x="13620" y="17544"/>
                  <a:pt x="13682" y="17567"/>
                  <a:pt x="13742" y="17567"/>
                </a:cubicBezTo>
                <a:cubicBezTo>
                  <a:pt x="13869" y="17567"/>
                  <a:pt x="13990" y="17468"/>
                  <a:pt x="13990" y="17318"/>
                </a:cubicBezTo>
                <a:cubicBezTo>
                  <a:pt x="13990" y="17183"/>
                  <a:pt x="13881" y="17074"/>
                  <a:pt x="13746" y="17074"/>
                </a:cubicBezTo>
                <a:close/>
                <a:moveTo>
                  <a:pt x="14965" y="17074"/>
                </a:moveTo>
                <a:cubicBezTo>
                  <a:pt x="14745" y="17074"/>
                  <a:pt x="14633" y="17337"/>
                  <a:pt x="14789" y="17494"/>
                </a:cubicBezTo>
                <a:cubicBezTo>
                  <a:pt x="14840" y="17544"/>
                  <a:pt x="14902" y="17567"/>
                  <a:pt x="14963" y="17567"/>
                </a:cubicBezTo>
                <a:cubicBezTo>
                  <a:pt x="15089" y="17567"/>
                  <a:pt x="15209" y="17468"/>
                  <a:pt x="15209" y="17318"/>
                </a:cubicBezTo>
                <a:cubicBezTo>
                  <a:pt x="15209" y="17183"/>
                  <a:pt x="15100" y="17074"/>
                  <a:pt x="14965" y="17074"/>
                </a:cubicBezTo>
                <a:close/>
                <a:moveTo>
                  <a:pt x="16184" y="17074"/>
                </a:moveTo>
                <a:cubicBezTo>
                  <a:pt x="15964" y="17074"/>
                  <a:pt x="15855" y="17337"/>
                  <a:pt x="16008" y="17494"/>
                </a:cubicBezTo>
                <a:cubicBezTo>
                  <a:pt x="16059" y="17544"/>
                  <a:pt x="16122" y="17567"/>
                  <a:pt x="16183" y="17567"/>
                </a:cubicBezTo>
                <a:cubicBezTo>
                  <a:pt x="16310" y="17567"/>
                  <a:pt x="16431" y="17468"/>
                  <a:pt x="16431" y="17318"/>
                </a:cubicBezTo>
                <a:cubicBezTo>
                  <a:pt x="16431" y="17183"/>
                  <a:pt x="16319" y="17074"/>
                  <a:pt x="16184" y="17074"/>
                </a:cubicBezTo>
                <a:close/>
                <a:moveTo>
                  <a:pt x="17403" y="17074"/>
                </a:moveTo>
                <a:cubicBezTo>
                  <a:pt x="17184" y="17074"/>
                  <a:pt x="17074" y="17337"/>
                  <a:pt x="17227" y="17494"/>
                </a:cubicBezTo>
                <a:cubicBezTo>
                  <a:pt x="17278" y="17544"/>
                  <a:pt x="17341" y="17567"/>
                  <a:pt x="17402" y="17567"/>
                </a:cubicBezTo>
                <a:cubicBezTo>
                  <a:pt x="17529" y="17567"/>
                  <a:pt x="17650" y="17468"/>
                  <a:pt x="17650" y="17318"/>
                </a:cubicBezTo>
                <a:cubicBezTo>
                  <a:pt x="17650" y="17183"/>
                  <a:pt x="17538" y="17074"/>
                  <a:pt x="17403" y="17074"/>
                </a:cubicBezTo>
                <a:close/>
                <a:moveTo>
                  <a:pt x="18622" y="17074"/>
                </a:moveTo>
                <a:cubicBezTo>
                  <a:pt x="18403" y="17074"/>
                  <a:pt x="18293" y="17337"/>
                  <a:pt x="18446" y="17494"/>
                </a:cubicBezTo>
                <a:cubicBezTo>
                  <a:pt x="18497" y="17544"/>
                  <a:pt x="18560" y="17567"/>
                  <a:pt x="18621" y="17567"/>
                </a:cubicBezTo>
                <a:cubicBezTo>
                  <a:pt x="18748" y="17567"/>
                  <a:pt x="18870" y="17468"/>
                  <a:pt x="18870" y="17318"/>
                </a:cubicBezTo>
                <a:cubicBezTo>
                  <a:pt x="18870" y="17183"/>
                  <a:pt x="18760" y="17074"/>
                  <a:pt x="18622" y="17074"/>
                </a:cubicBezTo>
                <a:close/>
                <a:moveTo>
                  <a:pt x="19841" y="17074"/>
                </a:moveTo>
                <a:cubicBezTo>
                  <a:pt x="19622" y="17074"/>
                  <a:pt x="19512" y="17337"/>
                  <a:pt x="19669" y="17494"/>
                </a:cubicBezTo>
                <a:cubicBezTo>
                  <a:pt x="19718" y="17544"/>
                  <a:pt x="19780" y="17567"/>
                  <a:pt x="19841" y="17567"/>
                </a:cubicBezTo>
                <a:cubicBezTo>
                  <a:pt x="19967" y="17567"/>
                  <a:pt x="20089" y="17468"/>
                  <a:pt x="20089" y="17318"/>
                </a:cubicBezTo>
                <a:cubicBezTo>
                  <a:pt x="20089" y="17183"/>
                  <a:pt x="19979" y="17074"/>
                  <a:pt x="19841" y="17074"/>
                </a:cubicBezTo>
                <a:close/>
                <a:moveTo>
                  <a:pt x="21059" y="18293"/>
                </a:moveTo>
                <a:cubicBezTo>
                  <a:pt x="20845" y="18293"/>
                  <a:pt x="20728" y="18562"/>
                  <a:pt x="20894" y="18719"/>
                </a:cubicBezTo>
                <a:cubicBezTo>
                  <a:pt x="20944" y="18765"/>
                  <a:pt x="21002" y="18785"/>
                  <a:pt x="21059" y="18785"/>
                </a:cubicBezTo>
                <a:cubicBezTo>
                  <a:pt x="21203" y="18785"/>
                  <a:pt x="21337" y="18655"/>
                  <a:pt x="21301" y="18487"/>
                </a:cubicBezTo>
                <a:cubicBezTo>
                  <a:pt x="21229" y="18431"/>
                  <a:pt x="21160" y="18365"/>
                  <a:pt x="21098" y="18296"/>
                </a:cubicBezTo>
                <a:cubicBezTo>
                  <a:pt x="21085" y="18294"/>
                  <a:pt x="21072" y="18293"/>
                  <a:pt x="21059" y="18293"/>
                </a:cubicBezTo>
                <a:close/>
                <a:moveTo>
                  <a:pt x="330" y="18293"/>
                </a:moveTo>
                <a:cubicBezTo>
                  <a:pt x="111" y="18293"/>
                  <a:pt x="1" y="18559"/>
                  <a:pt x="154" y="18713"/>
                </a:cubicBezTo>
                <a:cubicBezTo>
                  <a:pt x="205" y="18763"/>
                  <a:pt x="268" y="18786"/>
                  <a:pt x="329" y="18786"/>
                </a:cubicBezTo>
                <a:cubicBezTo>
                  <a:pt x="456" y="18786"/>
                  <a:pt x="577" y="18687"/>
                  <a:pt x="577" y="18537"/>
                </a:cubicBezTo>
                <a:cubicBezTo>
                  <a:pt x="577" y="18402"/>
                  <a:pt x="465" y="18293"/>
                  <a:pt x="330" y="18293"/>
                </a:cubicBezTo>
                <a:close/>
                <a:moveTo>
                  <a:pt x="1549" y="18293"/>
                </a:moveTo>
                <a:cubicBezTo>
                  <a:pt x="1330" y="18293"/>
                  <a:pt x="1220" y="18559"/>
                  <a:pt x="1373" y="18713"/>
                </a:cubicBezTo>
                <a:cubicBezTo>
                  <a:pt x="1424" y="18763"/>
                  <a:pt x="1487" y="18786"/>
                  <a:pt x="1548" y="18786"/>
                </a:cubicBezTo>
                <a:cubicBezTo>
                  <a:pt x="1675" y="18786"/>
                  <a:pt x="1797" y="18687"/>
                  <a:pt x="1797" y="18537"/>
                </a:cubicBezTo>
                <a:cubicBezTo>
                  <a:pt x="1797" y="18402"/>
                  <a:pt x="1687" y="18293"/>
                  <a:pt x="1549" y="18293"/>
                </a:cubicBezTo>
                <a:close/>
                <a:moveTo>
                  <a:pt x="2768" y="18293"/>
                </a:moveTo>
                <a:cubicBezTo>
                  <a:pt x="2549" y="18293"/>
                  <a:pt x="2439" y="18559"/>
                  <a:pt x="2596" y="18713"/>
                </a:cubicBezTo>
                <a:cubicBezTo>
                  <a:pt x="2645" y="18763"/>
                  <a:pt x="2707" y="18786"/>
                  <a:pt x="2768" y="18786"/>
                </a:cubicBezTo>
                <a:cubicBezTo>
                  <a:pt x="2894" y="18786"/>
                  <a:pt x="3016" y="18687"/>
                  <a:pt x="3016" y="18537"/>
                </a:cubicBezTo>
                <a:cubicBezTo>
                  <a:pt x="3016" y="18402"/>
                  <a:pt x="2906" y="18293"/>
                  <a:pt x="2768" y="18293"/>
                </a:cubicBezTo>
                <a:close/>
                <a:moveTo>
                  <a:pt x="3987" y="18293"/>
                </a:moveTo>
                <a:cubicBezTo>
                  <a:pt x="3768" y="18293"/>
                  <a:pt x="3658" y="18559"/>
                  <a:pt x="3815" y="18713"/>
                </a:cubicBezTo>
                <a:cubicBezTo>
                  <a:pt x="3865" y="18763"/>
                  <a:pt x="3926" y="18786"/>
                  <a:pt x="3987" y="18786"/>
                </a:cubicBezTo>
                <a:cubicBezTo>
                  <a:pt x="4113" y="18786"/>
                  <a:pt x="4235" y="18687"/>
                  <a:pt x="4235" y="18537"/>
                </a:cubicBezTo>
                <a:cubicBezTo>
                  <a:pt x="4235" y="18402"/>
                  <a:pt x="4125" y="18293"/>
                  <a:pt x="3987" y="18293"/>
                </a:cubicBezTo>
                <a:close/>
                <a:moveTo>
                  <a:pt x="5209" y="18293"/>
                </a:moveTo>
                <a:cubicBezTo>
                  <a:pt x="4987" y="18293"/>
                  <a:pt x="4877" y="18559"/>
                  <a:pt x="5034" y="18713"/>
                </a:cubicBezTo>
                <a:cubicBezTo>
                  <a:pt x="5084" y="18763"/>
                  <a:pt x="5145" y="18786"/>
                  <a:pt x="5206" y="18786"/>
                </a:cubicBezTo>
                <a:cubicBezTo>
                  <a:pt x="5332" y="18786"/>
                  <a:pt x="5454" y="18687"/>
                  <a:pt x="5454" y="18537"/>
                </a:cubicBezTo>
                <a:cubicBezTo>
                  <a:pt x="5454" y="18402"/>
                  <a:pt x="5344" y="18293"/>
                  <a:pt x="5209" y="18293"/>
                </a:cubicBezTo>
                <a:close/>
                <a:moveTo>
                  <a:pt x="6428" y="18293"/>
                </a:moveTo>
                <a:cubicBezTo>
                  <a:pt x="6209" y="18293"/>
                  <a:pt x="6096" y="18559"/>
                  <a:pt x="6253" y="18713"/>
                </a:cubicBezTo>
                <a:cubicBezTo>
                  <a:pt x="6304" y="18763"/>
                  <a:pt x="6366" y="18786"/>
                  <a:pt x="6426" y="18786"/>
                </a:cubicBezTo>
                <a:cubicBezTo>
                  <a:pt x="6553" y="18786"/>
                  <a:pt x="6673" y="18687"/>
                  <a:pt x="6673" y="18537"/>
                </a:cubicBezTo>
                <a:cubicBezTo>
                  <a:pt x="6673" y="18402"/>
                  <a:pt x="6563" y="18293"/>
                  <a:pt x="6428" y="18293"/>
                </a:cubicBezTo>
                <a:close/>
                <a:moveTo>
                  <a:pt x="7647" y="18293"/>
                </a:moveTo>
                <a:cubicBezTo>
                  <a:pt x="7428" y="18293"/>
                  <a:pt x="7318" y="18559"/>
                  <a:pt x="7472" y="18713"/>
                </a:cubicBezTo>
                <a:cubicBezTo>
                  <a:pt x="7523" y="18763"/>
                  <a:pt x="7585" y="18786"/>
                  <a:pt x="7646" y="18786"/>
                </a:cubicBezTo>
                <a:cubicBezTo>
                  <a:pt x="7773" y="18786"/>
                  <a:pt x="7895" y="18687"/>
                  <a:pt x="7895" y="18537"/>
                </a:cubicBezTo>
                <a:cubicBezTo>
                  <a:pt x="7895" y="18402"/>
                  <a:pt x="7782" y="18293"/>
                  <a:pt x="7647" y="18293"/>
                </a:cubicBezTo>
                <a:close/>
                <a:moveTo>
                  <a:pt x="8866" y="18293"/>
                </a:moveTo>
                <a:cubicBezTo>
                  <a:pt x="8647" y="18293"/>
                  <a:pt x="8537" y="18559"/>
                  <a:pt x="8691" y="18713"/>
                </a:cubicBezTo>
                <a:cubicBezTo>
                  <a:pt x="8742" y="18763"/>
                  <a:pt x="8804" y="18786"/>
                  <a:pt x="8865" y="18786"/>
                </a:cubicBezTo>
                <a:cubicBezTo>
                  <a:pt x="8992" y="18786"/>
                  <a:pt x="9114" y="18687"/>
                  <a:pt x="9114" y="18537"/>
                </a:cubicBezTo>
                <a:cubicBezTo>
                  <a:pt x="9114" y="18402"/>
                  <a:pt x="9001" y="18293"/>
                  <a:pt x="8866" y="18293"/>
                </a:cubicBezTo>
                <a:close/>
                <a:moveTo>
                  <a:pt x="10085" y="18293"/>
                </a:moveTo>
                <a:cubicBezTo>
                  <a:pt x="9866" y="18293"/>
                  <a:pt x="9756" y="18559"/>
                  <a:pt x="9910" y="18713"/>
                </a:cubicBezTo>
                <a:cubicBezTo>
                  <a:pt x="9961" y="18763"/>
                  <a:pt x="10023" y="18786"/>
                  <a:pt x="10084" y="18786"/>
                </a:cubicBezTo>
                <a:cubicBezTo>
                  <a:pt x="10211" y="18786"/>
                  <a:pt x="10333" y="18687"/>
                  <a:pt x="10333" y="18537"/>
                </a:cubicBezTo>
                <a:cubicBezTo>
                  <a:pt x="10333" y="18402"/>
                  <a:pt x="10223" y="18293"/>
                  <a:pt x="10085" y="18293"/>
                </a:cubicBezTo>
                <a:close/>
                <a:moveTo>
                  <a:pt x="11305" y="18293"/>
                </a:moveTo>
                <a:cubicBezTo>
                  <a:pt x="11085" y="18293"/>
                  <a:pt x="10975" y="18559"/>
                  <a:pt x="11132" y="18713"/>
                </a:cubicBezTo>
                <a:cubicBezTo>
                  <a:pt x="11182" y="18763"/>
                  <a:pt x="11244" y="18786"/>
                  <a:pt x="11304" y="18786"/>
                </a:cubicBezTo>
                <a:cubicBezTo>
                  <a:pt x="11431" y="18786"/>
                  <a:pt x="11552" y="18687"/>
                  <a:pt x="11552" y="18537"/>
                </a:cubicBezTo>
                <a:cubicBezTo>
                  <a:pt x="11552" y="18402"/>
                  <a:pt x="11442" y="18293"/>
                  <a:pt x="11305" y="18293"/>
                </a:cubicBezTo>
                <a:close/>
                <a:moveTo>
                  <a:pt x="12524" y="18293"/>
                </a:moveTo>
                <a:cubicBezTo>
                  <a:pt x="12304" y="18293"/>
                  <a:pt x="12195" y="18559"/>
                  <a:pt x="12351" y="18713"/>
                </a:cubicBezTo>
                <a:cubicBezTo>
                  <a:pt x="12401" y="18763"/>
                  <a:pt x="12463" y="18786"/>
                  <a:pt x="12523" y="18786"/>
                </a:cubicBezTo>
                <a:cubicBezTo>
                  <a:pt x="12650" y="18786"/>
                  <a:pt x="12771" y="18687"/>
                  <a:pt x="12771" y="18537"/>
                </a:cubicBezTo>
                <a:cubicBezTo>
                  <a:pt x="12771" y="18402"/>
                  <a:pt x="12661" y="18293"/>
                  <a:pt x="12524" y="18293"/>
                </a:cubicBezTo>
                <a:close/>
                <a:moveTo>
                  <a:pt x="13746" y="18293"/>
                </a:moveTo>
                <a:cubicBezTo>
                  <a:pt x="13523" y="18293"/>
                  <a:pt x="13414" y="18559"/>
                  <a:pt x="13570" y="18713"/>
                </a:cubicBezTo>
                <a:cubicBezTo>
                  <a:pt x="13620" y="18763"/>
                  <a:pt x="13682" y="18786"/>
                  <a:pt x="13742" y="18786"/>
                </a:cubicBezTo>
                <a:cubicBezTo>
                  <a:pt x="13869" y="18786"/>
                  <a:pt x="13990" y="18687"/>
                  <a:pt x="13990" y="18537"/>
                </a:cubicBezTo>
                <a:cubicBezTo>
                  <a:pt x="13990" y="18402"/>
                  <a:pt x="13881" y="18293"/>
                  <a:pt x="13746" y="18293"/>
                </a:cubicBezTo>
                <a:close/>
                <a:moveTo>
                  <a:pt x="14965" y="18293"/>
                </a:moveTo>
                <a:cubicBezTo>
                  <a:pt x="14745" y="18293"/>
                  <a:pt x="14633" y="18559"/>
                  <a:pt x="14789" y="18713"/>
                </a:cubicBezTo>
                <a:cubicBezTo>
                  <a:pt x="14840" y="18763"/>
                  <a:pt x="14902" y="18786"/>
                  <a:pt x="14963" y="18786"/>
                </a:cubicBezTo>
                <a:cubicBezTo>
                  <a:pt x="15089" y="18786"/>
                  <a:pt x="15209" y="18687"/>
                  <a:pt x="15209" y="18537"/>
                </a:cubicBezTo>
                <a:cubicBezTo>
                  <a:pt x="15209" y="18402"/>
                  <a:pt x="15100" y="18293"/>
                  <a:pt x="14965" y="18293"/>
                </a:cubicBezTo>
                <a:close/>
                <a:moveTo>
                  <a:pt x="16184" y="18293"/>
                </a:moveTo>
                <a:cubicBezTo>
                  <a:pt x="15964" y="18293"/>
                  <a:pt x="15855" y="18559"/>
                  <a:pt x="16008" y="18713"/>
                </a:cubicBezTo>
                <a:cubicBezTo>
                  <a:pt x="16059" y="18763"/>
                  <a:pt x="16122" y="18786"/>
                  <a:pt x="16183" y="18786"/>
                </a:cubicBezTo>
                <a:cubicBezTo>
                  <a:pt x="16310" y="18786"/>
                  <a:pt x="16431" y="18687"/>
                  <a:pt x="16431" y="18537"/>
                </a:cubicBezTo>
                <a:cubicBezTo>
                  <a:pt x="16431" y="18402"/>
                  <a:pt x="16319" y="18293"/>
                  <a:pt x="16184" y="18293"/>
                </a:cubicBezTo>
                <a:close/>
                <a:moveTo>
                  <a:pt x="17403" y="18293"/>
                </a:moveTo>
                <a:cubicBezTo>
                  <a:pt x="17184" y="18293"/>
                  <a:pt x="17074" y="18559"/>
                  <a:pt x="17227" y="18713"/>
                </a:cubicBezTo>
                <a:cubicBezTo>
                  <a:pt x="17278" y="18763"/>
                  <a:pt x="17341" y="18786"/>
                  <a:pt x="17402" y="18786"/>
                </a:cubicBezTo>
                <a:cubicBezTo>
                  <a:pt x="17529" y="18786"/>
                  <a:pt x="17650" y="18687"/>
                  <a:pt x="17650" y="18537"/>
                </a:cubicBezTo>
                <a:cubicBezTo>
                  <a:pt x="17650" y="18402"/>
                  <a:pt x="17538" y="18293"/>
                  <a:pt x="17403" y="18293"/>
                </a:cubicBezTo>
                <a:close/>
                <a:moveTo>
                  <a:pt x="18622" y="18293"/>
                </a:moveTo>
                <a:cubicBezTo>
                  <a:pt x="18403" y="18293"/>
                  <a:pt x="18293" y="18559"/>
                  <a:pt x="18446" y="18713"/>
                </a:cubicBezTo>
                <a:cubicBezTo>
                  <a:pt x="18497" y="18763"/>
                  <a:pt x="18560" y="18786"/>
                  <a:pt x="18621" y="18786"/>
                </a:cubicBezTo>
                <a:cubicBezTo>
                  <a:pt x="18748" y="18786"/>
                  <a:pt x="18870" y="18687"/>
                  <a:pt x="18870" y="18537"/>
                </a:cubicBezTo>
                <a:cubicBezTo>
                  <a:pt x="18870" y="18402"/>
                  <a:pt x="18760" y="18293"/>
                  <a:pt x="18622" y="18293"/>
                </a:cubicBezTo>
                <a:close/>
                <a:moveTo>
                  <a:pt x="19841" y="18293"/>
                </a:moveTo>
                <a:cubicBezTo>
                  <a:pt x="19622" y="18293"/>
                  <a:pt x="19512" y="18559"/>
                  <a:pt x="19669" y="18713"/>
                </a:cubicBezTo>
                <a:cubicBezTo>
                  <a:pt x="19718" y="18763"/>
                  <a:pt x="19780" y="18786"/>
                  <a:pt x="19841" y="18786"/>
                </a:cubicBezTo>
                <a:cubicBezTo>
                  <a:pt x="19967" y="18786"/>
                  <a:pt x="20089" y="18687"/>
                  <a:pt x="20089" y="18537"/>
                </a:cubicBezTo>
                <a:cubicBezTo>
                  <a:pt x="20089" y="18402"/>
                  <a:pt x="19979" y="18293"/>
                  <a:pt x="19841" y="18293"/>
                </a:cubicBezTo>
                <a:close/>
                <a:moveTo>
                  <a:pt x="330" y="19512"/>
                </a:moveTo>
                <a:cubicBezTo>
                  <a:pt x="111" y="19512"/>
                  <a:pt x="1" y="19778"/>
                  <a:pt x="154" y="19932"/>
                </a:cubicBezTo>
                <a:cubicBezTo>
                  <a:pt x="205" y="19983"/>
                  <a:pt x="268" y="20005"/>
                  <a:pt x="329" y="20005"/>
                </a:cubicBezTo>
                <a:cubicBezTo>
                  <a:pt x="456" y="20005"/>
                  <a:pt x="577" y="19907"/>
                  <a:pt x="577" y="19759"/>
                </a:cubicBezTo>
                <a:cubicBezTo>
                  <a:pt x="577" y="19621"/>
                  <a:pt x="465" y="19512"/>
                  <a:pt x="330" y="19512"/>
                </a:cubicBezTo>
                <a:close/>
                <a:moveTo>
                  <a:pt x="1549" y="19512"/>
                </a:moveTo>
                <a:cubicBezTo>
                  <a:pt x="1330" y="19512"/>
                  <a:pt x="1220" y="19778"/>
                  <a:pt x="1373" y="19932"/>
                </a:cubicBezTo>
                <a:cubicBezTo>
                  <a:pt x="1424" y="19983"/>
                  <a:pt x="1487" y="20005"/>
                  <a:pt x="1548" y="20005"/>
                </a:cubicBezTo>
                <a:cubicBezTo>
                  <a:pt x="1675" y="20005"/>
                  <a:pt x="1797" y="19907"/>
                  <a:pt x="1797" y="19759"/>
                </a:cubicBezTo>
                <a:cubicBezTo>
                  <a:pt x="1797" y="19621"/>
                  <a:pt x="1687" y="19512"/>
                  <a:pt x="1549" y="19512"/>
                </a:cubicBezTo>
                <a:close/>
                <a:moveTo>
                  <a:pt x="2768" y="19512"/>
                </a:moveTo>
                <a:cubicBezTo>
                  <a:pt x="2549" y="19512"/>
                  <a:pt x="2439" y="19778"/>
                  <a:pt x="2596" y="19932"/>
                </a:cubicBezTo>
                <a:cubicBezTo>
                  <a:pt x="2646" y="19983"/>
                  <a:pt x="2707" y="20005"/>
                  <a:pt x="2768" y="20005"/>
                </a:cubicBezTo>
                <a:cubicBezTo>
                  <a:pt x="2894" y="20005"/>
                  <a:pt x="3016" y="19907"/>
                  <a:pt x="3016" y="19759"/>
                </a:cubicBezTo>
                <a:cubicBezTo>
                  <a:pt x="3016" y="19621"/>
                  <a:pt x="2906" y="19512"/>
                  <a:pt x="2768" y="19512"/>
                </a:cubicBezTo>
                <a:close/>
                <a:moveTo>
                  <a:pt x="3987" y="19512"/>
                </a:moveTo>
                <a:cubicBezTo>
                  <a:pt x="3768" y="19512"/>
                  <a:pt x="3658" y="19778"/>
                  <a:pt x="3815" y="19932"/>
                </a:cubicBezTo>
                <a:cubicBezTo>
                  <a:pt x="3865" y="19983"/>
                  <a:pt x="3927" y="20005"/>
                  <a:pt x="3987" y="20005"/>
                </a:cubicBezTo>
                <a:cubicBezTo>
                  <a:pt x="4113" y="20005"/>
                  <a:pt x="4235" y="19907"/>
                  <a:pt x="4235" y="19759"/>
                </a:cubicBezTo>
                <a:cubicBezTo>
                  <a:pt x="4235" y="19621"/>
                  <a:pt x="4125" y="19512"/>
                  <a:pt x="3987" y="19512"/>
                </a:cubicBezTo>
                <a:close/>
                <a:moveTo>
                  <a:pt x="5209" y="19512"/>
                </a:moveTo>
                <a:cubicBezTo>
                  <a:pt x="4987" y="19512"/>
                  <a:pt x="4877" y="19778"/>
                  <a:pt x="5034" y="19932"/>
                </a:cubicBezTo>
                <a:cubicBezTo>
                  <a:pt x="5084" y="19983"/>
                  <a:pt x="5146" y="20005"/>
                  <a:pt x="5206" y="20005"/>
                </a:cubicBezTo>
                <a:cubicBezTo>
                  <a:pt x="5332" y="20005"/>
                  <a:pt x="5454" y="19907"/>
                  <a:pt x="5454" y="19759"/>
                </a:cubicBezTo>
                <a:cubicBezTo>
                  <a:pt x="5454" y="19621"/>
                  <a:pt x="5344" y="19512"/>
                  <a:pt x="5209" y="19512"/>
                </a:cubicBezTo>
                <a:close/>
                <a:moveTo>
                  <a:pt x="6428" y="19512"/>
                </a:moveTo>
                <a:cubicBezTo>
                  <a:pt x="6209" y="19512"/>
                  <a:pt x="6096" y="19778"/>
                  <a:pt x="6253" y="19932"/>
                </a:cubicBezTo>
                <a:cubicBezTo>
                  <a:pt x="6304" y="19983"/>
                  <a:pt x="6366" y="20005"/>
                  <a:pt x="6427" y="20005"/>
                </a:cubicBezTo>
                <a:cubicBezTo>
                  <a:pt x="6553" y="20005"/>
                  <a:pt x="6673" y="19907"/>
                  <a:pt x="6673" y="19759"/>
                </a:cubicBezTo>
                <a:cubicBezTo>
                  <a:pt x="6673" y="19621"/>
                  <a:pt x="6563" y="19512"/>
                  <a:pt x="6428" y="19512"/>
                </a:cubicBezTo>
                <a:close/>
                <a:moveTo>
                  <a:pt x="7647" y="19512"/>
                </a:moveTo>
                <a:cubicBezTo>
                  <a:pt x="7428" y="19512"/>
                  <a:pt x="7318" y="19778"/>
                  <a:pt x="7472" y="19932"/>
                </a:cubicBezTo>
                <a:cubicBezTo>
                  <a:pt x="7523" y="19983"/>
                  <a:pt x="7585" y="20005"/>
                  <a:pt x="7647" y="20005"/>
                </a:cubicBezTo>
                <a:cubicBezTo>
                  <a:pt x="7774" y="20005"/>
                  <a:pt x="7895" y="19907"/>
                  <a:pt x="7895" y="19759"/>
                </a:cubicBezTo>
                <a:cubicBezTo>
                  <a:pt x="7895" y="19621"/>
                  <a:pt x="7782" y="19512"/>
                  <a:pt x="7647" y="19512"/>
                </a:cubicBezTo>
                <a:close/>
                <a:moveTo>
                  <a:pt x="8866" y="19512"/>
                </a:moveTo>
                <a:cubicBezTo>
                  <a:pt x="8647" y="19512"/>
                  <a:pt x="8537" y="19778"/>
                  <a:pt x="8691" y="19932"/>
                </a:cubicBezTo>
                <a:cubicBezTo>
                  <a:pt x="8742" y="19983"/>
                  <a:pt x="8804" y="20005"/>
                  <a:pt x="8866" y="20005"/>
                </a:cubicBezTo>
                <a:cubicBezTo>
                  <a:pt x="8993" y="20005"/>
                  <a:pt x="9114" y="19907"/>
                  <a:pt x="9114" y="19759"/>
                </a:cubicBezTo>
                <a:cubicBezTo>
                  <a:pt x="9114" y="19621"/>
                  <a:pt x="9001" y="19512"/>
                  <a:pt x="8866" y="19512"/>
                </a:cubicBezTo>
                <a:close/>
                <a:moveTo>
                  <a:pt x="10085" y="19512"/>
                </a:moveTo>
                <a:cubicBezTo>
                  <a:pt x="9866" y="19512"/>
                  <a:pt x="9756" y="19778"/>
                  <a:pt x="9910" y="19932"/>
                </a:cubicBezTo>
                <a:cubicBezTo>
                  <a:pt x="9961" y="19983"/>
                  <a:pt x="10023" y="20005"/>
                  <a:pt x="10085" y="20005"/>
                </a:cubicBezTo>
                <a:cubicBezTo>
                  <a:pt x="10212" y="20005"/>
                  <a:pt x="10333" y="19907"/>
                  <a:pt x="10333" y="19759"/>
                </a:cubicBezTo>
                <a:cubicBezTo>
                  <a:pt x="10333" y="19621"/>
                  <a:pt x="10223" y="19512"/>
                  <a:pt x="10085" y="19512"/>
                </a:cubicBezTo>
                <a:close/>
                <a:moveTo>
                  <a:pt x="11305" y="19512"/>
                </a:moveTo>
                <a:cubicBezTo>
                  <a:pt x="11085" y="19512"/>
                  <a:pt x="10975" y="19778"/>
                  <a:pt x="11132" y="19932"/>
                </a:cubicBezTo>
                <a:cubicBezTo>
                  <a:pt x="11182" y="19983"/>
                  <a:pt x="11244" y="20005"/>
                  <a:pt x="11305" y="20005"/>
                </a:cubicBezTo>
                <a:cubicBezTo>
                  <a:pt x="11431" y="20005"/>
                  <a:pt x="11552" y="19907"/>
                  <a:pt x="11552" y="19759"/>
                </a:cubicBezTo>
                <a:cubicBezTo>
                  <a:pt x="11552" y="19621"/>
                  <a:pt x="11442" y="19512"/>
                  <a:pt x="11305" y="19512"/>
                </a:cubicBezTo>
                <a:close/>
                <a:moveTo>
                  <a:pt x="12524" y="19512"/>
                </a:moveTo>
                <a:cubicBezTo>
                  <a:pt x="12304" y="19512"/>
                  <a:pt x="12195" y="19778"/>
                  <a:pt x="12351" y="19932"/>
                </a:cubicBezTo>
                <a:cubicBezTo>
                  <a:pt x="12401" y="19983"/>
                  <a:pt x="12463" y="20005"/>
                  <a:pt x="12524" y="20005"/>
                </a:cubicBezTo>
                <a:cubicBezTo>
                  <a:pt x="12650" y="20005"/>
                  <a:pt x="12771" y="19907"/>
                  <a:pt x="12771" y="19759"/>
                </a:cubicBezTo>
                <a:cubicBezTo>
                  <a:pt x="12771" y="19621"/>
                  <a:pt x="12661" y="19512"/>
                  <a:pt x="12524" y="19512"/>
                </a:cubicBezTo>
                <a:close/>
                <a:moveTo>
                  <a:pt x="13746" y="19512"/>
                </a:moveTo>
                <a:cubicBezTo>
                  <a:pt x="13523" y="19512"/>
                  <a:pt x="13414" y="19778"/>
                  <a:pt x="13570" y="19932"/>
                </a:cubicBezTo>
                <a:cubicBezTo>
                  <a:pt x="13620" y="19983"/>
                  <a:pt x="13682" y="20005"/>
                  <a:pt x="13743" y="20005"/>
                </a:cubicBezTo>
                <a:cubicBezTo>
                  <a:pt x="13869" y="20005"/>
                  <a:pt x="13990" y="19907"/>
                  <a:pt x="13990" y="19759"/>
                </a:cubicBezTo>
                <a:cubicBezTo>
                  <a:pt x="13990" y="19621"/>
                  <a:pt x="13881" y="19512"/>
                  <a:pt x="13746" y="19512"/>
                </a:cubicBezTo>
                <a:close/>
                <a:moveTo>
                  <a:pt x="14965" y="19512"/>
                </a:moveTo>
                <a:cubicBezTo>
                  <a:pt x="14745" y="19512"/>
                  <a:pt x="14633" y="19778"/>
                  <a:pt x="14789" y="19932"/>
                </a:cubicBezTo>
                <a:cubicBezTo>
                  <a:pt x="14840" y="19983"/>
                  <a:pt x="14903" y="20005"/>
                  <a:pt x="14963" y="20005"/>
                </a:cubicBezTo>
                <a:cubicBezTo>
                  <a:pt x="15089" y="20005"/>
                  <a:pt x="15209" y="19907"/>
                  <a:pt x="15209" y="19759"/>
                </a:cubicBezTo>
                <a:cubicBezTo>
                  <a:pt x="15209" y="19621"/>
                  <a:pt x="15100" y="19512"/>
                  <a:pt x="14965" y="19512"/>
                </a:cubicBezTo>
                <a:close/>
                <a:moveTo>
                  <a:pt x="16184" y="19512"/>
                </a:moveTo>
                <a:cubicBezTo>
                  <a:pt x="15964" y="19512"/>
                  <a:pt x="15855" y="19778"/>
                  <a:pt x="16008" y="19932"/>
                </a:cubicBezTo>
                <a:cubicBezTo>
                  <a:pt x="16059" y="19983"/>
                  <a:pt x="16122" y="20005"/>
                  <a:pt x="16183" y="20005"/>
                </a:cubicBezTo>
                <a:cubicBezTo>
                  <a:pt x="16310" y="20005"/>
                  <a:pt x="16431" y="19907"/>
                  <a:pt x="16431" y="19759"/>
                </a:cubicBezTo>
                <a:cubicBezTo>
                  <a:pt x="16431" y="19621"/>
                  <a:pt x="16319" y="19512"/>
                  <a:pt x="16184" y="19512"/>
                </a:cubicBezTo>
                <a:close/>
                <a:moveTo>
                  <a:pt x="17403" y="19512"/>
                </a:moveTo>
                <a:cubicBezTo>
                  <a:pt x="17184" y="19512"/>
                  <a:pt x="17074" y="19778"/>
                  <a:pt x="17227" y="19932"/>
                </a:cubicBezTo>
                <a:cubicBezTo>
                  <a:pt x="17278" y="19983"/>
                  <a:pt x="17341" y="20005"/>
                  <a:pt x="17402" y="20005"/>
                </a:cubicBezTo>
                <a:cubicBezTo>
                  <a:pt x="17529" y="20005"/>
                  <a:pt x="17650" y="19907"/>
                  <a:pt x="17650" y="19759"/>
                </a:cubicBezTo>
                <a:cubicBezTo>
                  <a:pt x="17650" y="19621"/>
                  <a:pt x="17538" y="19512"/>
                  <a:pt x="17403" y="19512"/>
                </a:cubicBezTo>
                <a:close/>
                <a:moveTo>
                  <a:pt x="18622" y="19512"/>
                </a:moveTo>
                <a:cubicBezTo>
                  <a:pt x="18403" y="19512"/>
                  <a:pt x="18293" y="19778"/>
                  <a:pt x="18446" y="19932"/>
                </a:cubicBezTo>
                <a:cubicBezTo>
                  <a:pt x="18497" y="19983"/>
                  <a:pt x="18560" y="20005"/>
                  <a:pt x="18621" y="20005"/>
                </a:cubicBezTo>
                <a:cubicBezTo>
                  <a:pt x="18748" y="20005"/>
                  <a:pt x="18870" y="19907"/>
                  <a:pt x="18870" y="19759"/>
                </a:cubicBezTo>
                <a:cubicBezTo>
                  <a:pt x="18870" y="19621"/>
                  <a:pt x="18760" y="19512"/>
                  <a:pt x="18622" y="19512"/>
                </a:cubicBezTo>
                <a:close/>
                <a:moveTo>
                  <a:pt x="19841" y="19512"/>
                </a:moveTo>
                <a:cubicBezTo>
                  <a:pt x="19622" y="19512"/>
                  <a:pt x="19512" y="19778"/>
                  <a:pt x="19669" y="19932"/>
                </a:cubicBezTo>
                <a:cubicBezTo>
                  <a:pt x="19719" y="19983"/>
                  <a:pt x="19780" y="20005"/>
                  <a:pt x="19841" y="20005"/>
                </a:cubicBezTo>
                <a:cubicBezTo>
                  <a:pt x="19967" y="20005"/>
                  <a:pt x="20089" y="19907"/>
                  <a:pt x="20089" y="19759"/>
                </a:cubicBezTo>
                <a:cubicBezTo>
                  <a:pt x="20089" y="19621"/>
                  <a:pt x="19979" y="19512"/>
                  <a:pt x="19841" y="19512"/>
                </a:cubicBezTo>
                <a:close/>
                <a:moveTo>
                  <a:pt x="21060" y="19512"/>
                </a:moveTo>
                <a:cubicBezTo>
                  <a:pt x="20841" y="19512"/>
                  <a:pt x="20731" y="19778"/>
                  <a:pt x="20888" y="19932"/>
                </a:cubicBezTo>
                <a:cubicBezTo>
                  <a:pt x="20938" y="19983"/>
                  <a:pt x="21000" y="20005"/>
                  <a:pt x="21060" y="20005"/>
                </a:cubicBezTo>
                <a:cubicBezTo>
                  <a:pt x="21186" y="20005"/>
                  <a:pt x="21308" y="19907"/>
                  <a:pt x="21308" y="19759"/>
                </a:cubicBezTo>
                <a:cubicBezTo>
                  <a:pt x="21308" y="19621"/>
                  <a:pt x="21198" y="19512"/>
                  <a:pt x="21060" y="19512"/>
                </a:cubicBezTo>
                <a:close/>
                <a:moveTo>
                  <a:pt x="22282" y="19512"/>
                </a:moveTo>
                <a:cubicBezTo>
                  <a:pt x="22060" y="19512"/>
                  <a:pt x="21950" y="19778"/>
                  <a:pt x="22107" y="19932"/>
                </a:cubicBezTo>
                <a:cubicBezTo>
                  <a:pt x="22158" y="19983"/>
                  <a:pt x="22220" y="20005"/>
                  <a:pt x="22281" y="20005"/>
                </a:cubicBezTo>
                <a:cubicBezTo>
                  <a:pt x="22407" y="20005"/>
                  <a:pt x="22527" y="19907"/>
                  <a:pt x="22527" y="19759"/>
                </a:cubicBezTo>
                <a:cubicBezTo>
                  <a:pt x="22527" y="19621"/>
                  <a:pt x="22417" y="19512"/>
                  <a:pt x="22282" y="19512"/>
                </a:cubicBezTo>
                <a:close/>
                <a:moveTo>
                  <a:pt x="23482" y="19512"/>
                </a:moveTo>
                <a:cubicBezTo>
                  <a:pt x="23251" y="19530"/>
                  <a:pt x="23169" y="19822"/>
                  <a:pt x="23354" y="19960"/>
                </a:cubicBezTo>
                <a:cubicBezTo>
                  <a:pt x="23400" y="19993"/>
                  <a:pt x="23449" y="20008"/>
                  <a:pt x="23498" y="20008"/>
                </a:cubicBezTo>
                <a:cubicBezTo>
                  <a:pt x="23645" y="20008"/>
                  <a:pt x="23780" y="19870"/>
                  <a:pt x="23739" y="19700"/>
                </a:cubicBezTo>
                <a:cubicBezTo>
                  <a:pt x="23658" y="19637"/>
                  <a:pt x="23570" y="19574"/>
                  <a:pt x="23482" y="19512"/>
                </a:cubicBezTo>
                <a:close/>
                <a:moveTo>
                  <a:pt x="24642" y="20743"/>
                </a:moveTo>
                <a:cubicBezTo>
                  <a:pt x="24376" y="20831"/>
                  <a:pt x="24441" y="21223"/>
                  <a:pt x="24720" y="21223"/>
                </a:cubicBezTo>
                <a:cubicBezTo>
                  <a:pt x="24767" y="21223"/>
                  <a:pt x="24817" y="21210"/>
                  <a:pt x="24855" y="21182"/>
                </a:cubicBezTo>
                <a:cubicBezTo>
                  <a:pt x="24796" y="21032"/>
                  <a:pt x="24723" y="20884"/>
                  <a:pt x="24642" y="20743"/>
                </a:cubicBezTo>
                <a:close/>
                <a:moveTo>
                  <a:pt x="330" y="20731"/>
                </a:moveTo>
                <a:cubicBezTo>
                  <a:pt x="111" y="20731"/>
                  <a:pt x="1" y="20997"/>
                  <a:pt x="154" y="21151"/>
                </a:cubicBezTo>
                <a:cubicBezTo>
                  <a:pt x="205" y="21202"/>
                  <a:pt x="268" y="21224"/>
                  <a:pt x="329" y="21224"/>
                </a:cubicBezTo>
                <a:cubicBezTo>
                  <a:pt x="456" y="21224"/>
                  <a:pt x="577" y="21126"/>
                  <a:pt x="577" y="20978"/>
                </a:cubicBezTo>
                <a:cubicBezTo>
                  <a:pt x="577" y="20840"/>
                  <a:pt x="465" y="20731"/>
                  <a:pt x="330" y="20731"/>
                </a:cubicBezTo>
                <a:close/>
                <a:moveTo>
                  <a:pt x="1549" y="20731"/>
                </a:moveTo>
                <a:cubicBezTo>
                  <a:pt x="1330" y="20731"/>
                  <a:pt x="1220" y="20997"/>
                  <a:pt x="1373" y="21151"/>
                </a:cubicBezTo>
                <a:cubicBezTo>
                  <a:pt x="1424" y="21202"/>
                  <a:pt x="1487" y="21224"/>
                  <a:pt x="1548" y="21224"/>
                </a:cubicBezTo>
                <a:cubicBezTo>
                  <a:pt x="1675" y="21224"/>
                  <a:pt x="1797" y="21126"/>
                  <a:pt x="1797" y="20978"/>
                </a:cubicBezTo>
                <a:cubicBezTo>
                  <a:pt x="1797" y="20840"/>
                  <a:pt x="1687" y="20731"/>
                  <a:pt x="1549" y="20731"/>
                </a:cubicBezTo>
                <a:close/>
                <a:moveTo>
                  <a:pt x="2768" y="20731"/>
                </a:moveTo>
                <a:cubicBezTo>
                  <a:pt x="2549" y="20731"/>
                  <a:pt x="2439" y="20997"/>
                  <a:pt x="2596" y="21151"/>
                </a:cubicBezTo>
                <a:cubicBezTo>
                  <a:pt x="2646" y="21202"/>
                  <a:pt x="2707" y="21224"/>
                  <a:pt x="2768" y="21224"/>
                </a:cubicBezTo>
                <a:cubicBezTo>
                  <a:pt x="2894" y="21224"/>
                  <a:pt x="3016" y="21126"/>
                  <a:pt x="3016" y="20978"/>
                </a:cubicBezTo>
                <a:cubicBezTo>
                  <a:pt x="3016" y="20840"/>
                  <a:pt x="2906" y="20731"/>
                  <a:pt x="2768" y="20731"/>
                </a:cubicBezTo>
                <a:close/>
                <a:moveTo>
                  <a:pt x="3987" y="20731"/>
                </a:moveTo>
                <a:cubicBezTo>
                  <a:pt x="3768" y="20731"/>
                  <a:pt x="3658" y="20997"/>
                  <a:pt x="3815" y="21151"/>
                </a:cubicBezTo>
                <a:cubicBezTo>
                  <a:pt x="3865" y="21202"/>
                  <a:pt x="3927" y="21224"/>
                  <a:pt x="3987" y="21224"/>
                </a:cubicBezTo>
                <a:cubicBezTo>
                  <a:pt x="4113" y="21224"/>
                  <a:pt x="4235" y="21126"/>
                  <a:pt x="4235" y="20978"/>
                </a:cubicBezTo>
                <a:cubicBezTo>
                  <a:pt x="4235" y="20840"/>
                  <a:pt x="4125" y="20731"/>
                  <a:pt x="3987" y="20731"/>
                </a:cubicBezTo>
                <a:close/>
                <a:moveTo>
                  <a:pt x="5209" y="20731"/>
                </a:moveTo>
                <a:cubicBezTo>
                  <a:pt x="4987" y="20731"/>
                  <a:pt x="4877" y="20997"/>
                  <a:pt x="5034" y="21151"/>
                </a:cubicBezTo>
                <a:cubicBezTo>
                  <a:pt x="5084" y="21202"/>
                  <a:pt x="5146" y="21224"/>
                  <a:pt x="5206" y="21224"/>
                </a:cubicBezTo>
                <a:cubicBezTo>
                  <a:pt x="5332" y="21224"/>
                  <a:pt x="5454" y="21126"/>
                  <a:pt x="5454" y="20978"/>
                </a:cubicBezTo>
                <a:cubicBezTo>
                  <a:pt x="5454" y="20840"/>
                  <a:pt x="5344" y="20731"/>
                  <a:pt x="5209" y="20731"/>
                </a:cubicBezTo>
                <a:close/>
                <a:moveTo>
                  <a:pt x="6428" y="20731"/>
                </a:moveTo>
                <a:cubicBezTo>
                  <a:pt x="6209" y="20731"/>
                  <a:pt x="6096" y="20997"/>
                  <a:pt x="6253" y="21151"/>
                </a:cubicBezTo>
                <a:cubicBezTo>
                  <a:pt x="6304" y="21202"/>
                  <a:pt x="6366" y="21224"/>
                  <a:pt x="6427" y="21224"/>
                </a:cubicBezTo>
                <a:cubicBezTo>
                  <a:pt x="6553" y="21224"/>
                  <a:pt x="6673" y="21126"/>
                  <a:pt x="6673" y="20978"/>
                </a:cubicBezTo>
                <a:cubicBezTo>
                  <a:pt x="6673" y="20840"/>
                  <a:pt x="6563" y="20731"/>
                  <a:pt x="6428" y="20731"/>
                </a:cubicBezTo>
                <a:close/>
                <a:moveTo>
                  <a:pt x="7647" y="20731"/>
                </a:moveTo>
                <a:cubicBezTo>
                  <a:pt x="7428" y="20731"/>
                  <a:pt x="7318" y="20997"/>
                  <a:pt x="7472" y="21151"/>
                </a:cubicBezTo>
                <a:cubicBezTo>
                  <a:pt x="7523" y="21202"/>
                  <a:pt x="7585" y="21224"/>
                  <a:pt x="7647" y="21224"/>
                </a:cubicBezTo>
                <a:cubicBezTo>
                  <a:pt x="7774" y="21224"/>
                  <a:pt x="7895" y="21126"/>
                  <a:pt x="7895" y="20978"/>
                </a:cubicBezTo>
                <a:cubicBezTo>
                  <a:pt x="7895" y="20840"/>
                  <a:pt x="7782" y="20731"/>
                  <a:pt x="7647" y="20731"/>
                </a:cubicBezTo>
                <a:close/>
                <a:moveTo>
                  <a:pt x="8866" y="20731"/>
                </a:moveTo>
                <a:cubicBezTo>
                  <a:pt x="8647" y="20731"/>
                  <a:pt x="8537" y="20997"/>
                  <a:pt x="8691" y="21151"/>
                </a:cubicBezTo>
                <a:cubicBezTo>
                  <a:pt x="8742" y="21202"/>
                  <a:pt x="8804" y="21224"/>
                  <a:pt x="8866" y="21224"/>
                </a:cubicBezTo>
                <a:cubicBezTo>
                  <a:pt x="8993" y="21224"/>
                  <a:pt x="9114" y="21126"/>
                  <a:pt x="9114" y="20978"/>
                </a:cubicBezTo>
                <a:cubicBezTo>
                  <a:pt x="9114" y="20840"/>
                  <a:pt x="9001" y="20731"/>
                  <a:pt x="8866" y="20731"/>
                </a:cubicBezTo>
                <a:close/>
                <a:moveTo>
                  <a:pt x="10085" y="20731"/>
                </a:moveTo>
                <a:cubicBezTo>
                  <a:pt x="9866" y="20731"/>
                  <a:pt x="9756" y="20997"/>
                  <a:pt x="9910" y="21151"/>
                </a:cubicBezTo>
                <a:cubicBezTo>
                  <a:pt x="9961" y="21202"/>
                  <a:pt x="10023" y="21224"/>
                  <a:pt x="10085" y="21224"/>
                </a:cubicBezTo>
                <a:cubicBezTo>
                  <a:pt x="10212" y="21224"/>
                  <a:pt x="10333" y="21126"/>
                  <a:pt x="10333" y="20978"/>
                </a:cubicBezTo>
                <a:cubicBezTo>
                  <a:pt x="10333" y="20840"/>
                  <a:pt x="10223" y="20731"/>
                  <a:pt x="10085" y="20731"/>
                </a:cubicBezTo>
                <a:close/>
                <a:moveTo>
                  <a:pt x="11305" y="20731"/>
                </a:moveTo>
                <a:cubicBezTo>
                  <a:pt x="11085" y="20731"/>
                  <a:pt x="10975" y="20997"/>
                  <a:pt x="11132" y="21151"/>
                </a:cubicBezTo>
                <a:cubicBezTo>
                  <a:pt x="11182" y="21202"/>
                  <a:pt x="11244" y="21224"/>
                  <a:pt x="11305" y="21224"/>
                </a:cubicBezTo>
                <a:cubicBezTo>
                  <a:pt x="11431" y="21224"/>
                  <a:pt x="11552" y="21126"/>
                  <a:pt x="11552" y="20978"/>
                </a:cubicBezTo>
                <a:cubicBezTo>
                  <a:pt x="11552" y="20840"/>
                  <a:pt x="11442" y="20731"/>
                  <a:pt x="11305" y="20731"/>
                </a:cubicBezTo>
                <a:close/>
                <a:moveTo>
                  <a:pt x="12524" y="20731"/>
                </a:moveTo>
                <a:cubicBezTo>
                  <a:pt x="12304" y="20731"/>
                  <a:pt x="12195" y="20997"/>
                  <a:pt x="12351" y="21151"/>
                </a:cubicBezTo>
                <a:cubicBezTo>
                  <a:pt x="12401" y="21202"/>
                  <a:pt x="12463" y="21224"/>
                  <a:pt x="12524" y="21224"/>
                </a:cubicBezTo>
                <a:cubicBezTo>
                  <a:pt x="12650" y="21224"/>
                  <a:pt x="12771" y="21126"/>
                  <a:pt x="12771" y="20978"/>
                </a:cubicBezTo>
                <a:cubicBezTo>
                  <a:pt x="12771" y="20840"/>
                  <a:pt x="12661" y="20731"/>
                  <a:pt x="12524" y="20731"/>
                </a:cubicBezTo>
                <a:close/>
                <a:moveTo>
                  <a:pt x="13746" y="20731"/>
                </a:moveTo>
                <a:cubicBezTo>
                  <a:pt x="13523" y="20731"/>
                  <a:pt x="13414" y="20997"/>
                  <a:pt x="13570" y="21151"/>
                </a:cubicBezTo>
                <a:cubicBezTo>
                  <a:pt x="13620" y="21202"/>
                  <a:pt x="13682" y="21224"/>
                  <a:pt x="13743" y="21224"/>
                </a:cubicBezTo>
                <a:cubicBezTo>
                  <a:pt x="13869" y="21224"/>
                  <a:pt x="13990" y="21126"/>
                  <a:pt x="13990" y="20978"/>
                </a:cubicBezTo>
                <a:cubicBezTo>
                  <a:pt x="13990" y="20840"/>
                  <a:pt x="13881" y="20731"/>
                  <a:pt x="13746" y="20731"/>
                </a:cubicBezTo>
                <a:close/>
                <a:moveTo>
                  <a:pt x="14965" y="20731"/>
                </a:moveTo>
                <a:cubicBezTo>
                  <a:pt x="14745" y="20731"/>
                  <a:pt x="14633" y="20997"/>
                  <a:pt x="14789" y="21151"/>
                </a:cubicBezTo>
                <a:cubicBezTo>
                  <a:pt x="14840" y="21202"/>
                  <a:pt x="14903" y="21224"/>
                  <a:pt x="14963" y="21224"/>
                </a:cubicBezTo>
                <a:cubicBezTo>
                  <a:pt x="15089" y="21224"/>
                  <a:pt x="15209" y="21126"/>
                  <a:pt x="15209" y="20978"/>
                </a:cubicBezTo>
                <a:cubicBezTo>
                  <a:pt x="15209" y="20840"/>
                  <a:pt x="15100" y="20731"/>
                  <a:pt x="14965" y="20731"/>
                </a:cubicBezTo>
                <a:close/>
                <a:moveTo>
                  <a:pt x="16184" y="20731"/>
                </a:moveTo>
                <a:cubicBezTo>
                  <a:pt x="15964" y="20731"/>
                  <a:pt x="15855" y="20997"/>
                  <a:pt x="16008" y="21151"/>
                </a:cubicBezTo>
                <a:cubicBezTo>
                  <a:pt x="16059" y="21202"/>
                  <a:pt x="16122" y="21224"/>
                  <a:pt x="16183" y="21224"/>
                </a:cubicBezTo>
                <a:cubicBezTo>
                  <a:pt x="16310" y="21224"/>
                  <a:pt x="16431" y="21126"/>
                  <a:pt x="16431" y="20978"/>
                </a:cubicBezTo>
                <a:cubicBezTo>
                  <a:pt x="16431" y="20840"/>
                  <a:pt x="16319" y="20731"/>
                  <a:pt x="16184" y="20731"/>
                </a:cubicBezTo>
                <a:close/>
                <a:moveTo>
                  <a:pt x="17403" y="20731"/>
                </a:moveTo>
                <a:cubicBezTo>
                  <a:pt x="17184" y="20731"/>
                  <a:pt x="17074" y="20997"/>
                  <a:pt x="17227" y="21151"/>
                </a:cubicBezTo>
                <a:cubicBezTo>
                  <a:pt x="17278" y="21202"/>
                  <a:pt x="17341" y="21224"/>
                  <a:pt x="17402" y="21224"/>
                </a:cubicBezTo>
                <a:cubicBezTo>
                  <a:pt x="17529" y="21224"/>
                  <a:pt x="17650" y="21126"/>
                  <a:pt x="17650" y="20978"/>
                </a:cubicBezTo>
                <a:cubicBezTo>
                  <a:pt x="17650" y="20840"/>
                  <a:pt x="17538" y="20731"/>
                  <a:pt x="17403" y="20731"/>
                </a:cubicBezTo>
                <a:close/>
                <a:moveTo>
                  <a:pt x="18622" y="20731"/>
                </a:moveTo>
                <a:cubicBezTo>
                  <a:pt x="18403" y="20731"/>
                  <a:pt x="18293" y="20997"/>
                  <a:pt x="18446" y="21151"/>
                </a:cubicBezTo>
                <a:cubicBezTo>
                  <a:pt x="18497" y="21202"/>
                  <a:pt x="18560" y="21224"/>
                  <a:pt x="18621" y="21224"/>
                </a:cubicBezTo>
                <a:cubicBezTo>
                  <a:pt x="18748" y="21224"/>
                  <a:pt x="18870" y="21126"/>
                  <a:pt x="18870" y="20978"/>
                </a:cubicBezTo>
                <a:cubicBezTo>
                  <a:pt x="18870" y="20840"/>
                  <a:pt x="18760" y="20731"/>
                  <a:pt x="18622" y="20731"/>
                </a:cubicBezTo>
                <a:close/>
                <a:moveTo>
                  <a:pt x="19841" y="20731"/>
                </a:moveTo>
                <a:cubicBezTo>
                  <a:pt x="19622" y="20731"/>
                  <a:pt x="19512" y="20997"/>
                  <a:pt x="19669" y="21151"/>
                </a:cubicBezTo>
                <a:cubicBezTo>
                  <a:pt x="19719" y="21202"/>
                  <a:pt x="19780" y="21224"/>
                  <a:pt x="19841" y="21224"/>
                </a:cubicBezTo>
                <a:cubicBezTo>
                  <a:pt x="19967" y="21224"/>
                  <a:pt x="20089" y="21126"/>
                  <a:pt x="20089" y="20978"/>
                </a:cubicBezTo>
                <a:cubicBezTo>
                  <a:pt x="20089" y="20840"/>
                  <a:pt x="19979" y="20731"/>
                  <a:pt x="19841" y="20731"/>
                </a:cubicBezTo>
                <a:close/>
                <a:moveTo>
                  <a:pt x="21060" y="20731"/>
                </a:moveTo>
                <a:cubicBezTo>
                  <a:pt x="20841" y="20731"/>
                  <a:pt x="20731" y="20997"/>
                  <a:pt x="20888" y="21151"/>
                </a:cubicBezTo>
                <a:cubicBezTo>
                  <a:pt x="20938" y="21202"/>
                  <a:pt x="21000" y="21224"/>
                  <a:pt x="21060" y="21224"/>
                </a:cubicBezTo>
                <a:cubicBezTo>
                  <a:pt x="21186" y="21224"/>
                  <a:pt x="21308" y="21126"/>
                  <a:pt x="21308" y="20978"/>
                </a:cubicBezTo>
                <a:cubicBezTo>
                  <a:pt x="21308" y="20840"/>
                  <a:pt x="21198" y="20731"/>
                  <a:pt x="21060" y="20731"/>
                </a:cubicBezTo>
                <a:close/>
                <a:moveTo>
                  <a:pt x="22282" y="20731"/>
                </a:moveTo>
                <a:cubicBezTo>
                  <a:pt x="22060" y="20731"/>
                  <a:pt x="21950" y="20997"/>
                  <a:pt x="22107" y="21151"/>
                </a:cubicBezTo>
                <a:cubicBezTo>
                  <a:pt x="22158" y="21202"/>
                  <a:pt x="22220" y="21224"/>
                  <a:pt x="22281" y="21224"/>
                </a:cubicBezTo>
                <a:cubicBezTo>
                  <a:pt x="22407" y="21224"/>
                  <a:pt x="22527" y="21126"/>
                  <a:pt x="22527" y="20978"/>
                </a:cubicBezTo>
                <a:cubicBezTo>
                  <a:pt x="22527" y="20840"/>
                  <a:pt x="22417" y="20731"/>
                  <a:pt x="22282" y="20731"/>
                </a:cubicBezTo>
                <a:close/>
                <a:moveTo>
                  <a:pt x="23501" y="20731"/>
                </a:moveTo>
                <a:cubicBezTo>
                  <a:pt x="23282" y="20731"/>
                  <a:pt x="23169" y="20997"/>
                  <a:pt x="23326" y="21151"/>
                </a:cubicBezTo>
                <a:cubicBezTo>
                  <a:pt x="23377" y="21202"/>
                  <a:pt x="23439" y="21224"/>
                  <a:pt x="23500" y="21224"/>
                </a:cubicBezTo>
                <a:cubicBezTo>
                  <a:pt x="23626" y="21224"/>
                  <a:pt x="23746" y="21126"/>
                  <a:pt x="23746" y="20978"/>
                </a:cubicBezTo>
                <a:cubicBezTo>
                  <a:pt x="23746" y="20840"/>
                  <a:pt x="23636" y="20731"/>
                  <a:pt x="23501" y="20731"/>
                </a:cubicBezTo>
                <a:close/>
                <a:moveTo>
                  <a:pt x="330" y="21950"/>
                </a:moveTo>
                <a:cubicBezTo>
                  <a:pt x="111" y="21950"/>
                  <a:pt x="1" y="22216"/>
                  <a:pt x="154" y="22373"/>
                </a:cubicBezTo>
                <a:cubicBezTo>
                  <a:pt x="205" y="22422"/>
                  <a:pt x="267" y="22444"/>
                  <a:pt x="327" y="22444"/>
                </a:cubicBezTo>
                <a:cubicBezTo>
                  <a:pt x="455" y="22444"/>
                  <a:pt x="577" y="22346"/>
                  <a:pt x="577" y="22197"/>
                </a:cubicBezTo>
                <a:cubicBezTo>
                  <a:pt x="577" y="22059"/>
                  <a:pt x="465" y="21950"/>
                  <a:pt x="330" y="21950"/>
                </a:cubicBezTo>
                <a:close/>
                <a:moveTo>
                  <a:pt x="1549" y="21950"/>
                </a:moveTo>
                <a:cubicBezTo>
                  <a:pt x="1330" y="21950"/>
                  <a:pt x="1220" y="22216"/>
                  <a:pt x="1373" y="22373"/>
                </a:cubicBezTo>
                <a:cubicBezTo>
                  <a:pt x="1424" y="22422"/>
                  <a:pt x="1486" y="22444"/>
                  <a:pt x="1546" y="22444"/>
                </a:cubicBezTo>
                <a:cubicBezTo>
                  <a:pt x="1674" y="22444"/>
                  <a:pt x="1797" y="22346"/>
                  <a:pt x="1797" y="22197"/>
                </a:cubicBezTo>
                <a:cubicBezTo>
                  <a:pt x="1797" y="22059"/>
                  <a:pt x="1687" y="21950"/>
                  <a:pt x="1549" y="21950"/>
                </a:cubicBezTo>
                <a:close/>
                <a:moveTo>
                  <a:pt x="2768" y="21950"/>
                </a:moveTo>
                <a:cubicBezTo>
                  <a:pt x="2549" y="21950"/>
                  <a:pt x="2439" y="22216"/>
                  <a:pt x="2596" y="22373"/>
                </a:cubicBezTo>
                <a:cubicBezTo>
                  <a:pt x="2645" y="22422"/>
                  <a:pt x="2706" y="22444"/>
                  <a:pt x="2766" y="22444"/>
                </a:cubicBezTo>
                <a:cubicBezTo>
                  <a:pt x="2893" y="22444"/>
                  <a:pt x="3016" y="22346"/>
                  <a:pt x="3016" y="22197"/>
                </a:cubicBezTo>
                <a:cubicBezTo>
                  <a:pt x="3016" y="22059"/>
                  <a:pt x="2906" y="21950"/>
                  <a:pt x="2768" y="21950"/>
                </a:cubicBezTo>
                <a:close/>
                <a:moveTo>
                  <a:pt x="3987" y="21950"/>
                </a:moveTo>
                <a:cubicBezTo>
                  <a:pt x="3768" y="21950"/>
                  <a:pt x="3658" y="22216"/>
                  <a:pt x="3815" y="22373"/>
                </a:cubicBezTo>
                <a:cubicBezTo>
                  <a:pt x="3864" y="22422"/>
                  <a:pt x="3925" y="22444"/>
                  <a:pt x="3985" y="22444"/>
                </a:cubicBezTo>
                <a:cubicBezTo>
                  <a:pt x="4112" y="22444"/>
                  <a:pt x="4235" y="22346"/>
                  <a:pt x="4235" y="22197"/>
                </a:cubicBezTo>
                <a:cubicBezTo>
                  <a:pt x="4235" y="22059"/>
                  <a:pt x="4125" y="21950"/>
                  <a:pt x="3987" y="21950"/>
                </a:cubicBezTo>
                <a:close/>
                <a:moveTo>
                  <a:pt x="5209" y="21950"/>
                </a:moveTo>
                <a:cubicBezTo>
                  <a:pt x="4987" y="21950"/>
                  <a:pt x="4877" y="22216"/>
                  <a:pt x="5034" y="22373"/>
                </a:cubicBezTo>
                <a:cubicBezTo>
                  <a:pt x="5083" y="22422"/>
                  <a:pt x="5144" y="22444"/>
                  <a:pt x="5204" y="22444"/>
                </a:cubicBezTo>
                <a:cubicBezTo>
                  <a:pt x="5331" y="22444"/>
                  <a:pt x="5454" y="22346"/>
                  <a:pt x="5454" y="22197"/>
                </a:cubicBezTo>
                <a:cubicBezTo>
                  <a:pt x="5454" y="22059"/>
                  <a:pt x="5344" y="21950"/>
                  <a:pt x="5209" y="21950"/>
                </a:cubicBezTo>
                <a:close/>
                <a:moveTo>
                  <a:pt x="6428" y="21950"/>
                </a:moveTo>
                <a:cubicBezTo>
                  <a:pt x="6209" y="21950"/>
                  <a:pt x="6096" y="22216"/>
                  <a:pt x="6253" y="22373"/>
                </a:cubicBezTo>
                <a:cubicBezTo>
                  <a:pt x="6303" y="22422"/>
                  <a:pt x="6365" y="22444"/>
                  <a:pt x="6425" y="22444"/>
                </a:cubicBezTo>
                <a:cubicBezTo>
                  <a:pt x="6552" y="22444"/>
                  <a:pt x="6673" y="22346"/>
                  <a:pt x="6673" y="22197"/>
                </a:cubicBezTo>
                <a:cubicBezTo>
                  <a:pt x="6673" y="22059"/>
                  <a:pt x="6563" y="21950"/>
                  <a:pt x="6428" y="21950"/>
                </a:cubicBezTo>
                <a:close/>
                <a:moveTo>
                  <a:pt x="7647" y="21950"/>
                </a:moveTo>
                <a:cubicBezTo>
                  <a:pt x="7428" y="21950"/>
                  <a:pt x="7318" y="22216"/>
                  <a:pt x="7472" y="22373"/>
                </a:cubicBezTo>
                <a:cubicBezTo>
                  <a:pt x="7522" y="22422"/>
                  <a:pt x="7584" y="22444"/>
                  <a:pt x="7645" y="22444"/>
                </a:cubicBezTo>
                <a:cubicBezTo>
                  <a:pt x="7772" y="22444"/>
                  <a:pt x="7895" y="22346"/>
                  <a:pt x="7895" y="22197"/>
                </a:cubicBezTo>
                <a:cubicBezTo>
                  <a:pt x="7895" y="22059"/>
                  <a:pt x="7782" y="21950"/>
                  <a:pt x="7647" y="21950"/>
                </a:cubicBezTo>
                <a:close/>
                <a:moveTo>
                  <a:pt x="8866" y="21950"/>
                </a:moveTo>
                <a:cubicBezTo>
                  <a:pt x="8647" y="21950"/>
                  <a:pt x="8537" y="22216"/>
                  <a:pt x="8691" y="22373"/>
                </a:cubicBezTo>
                <a:cubicBezTo>
                  <a:pt x="8741" y="22422"/>
                  <a:pt x="8803" y="22444"/>
                  <a:pt x="8864" y="22444"/>
                </a:cubicBezTo>
                <a:cubicBezTo>
                  <a:pt x="8991" y="22444"/>
                  <a:pt x="9114" y="22346"/>
                  <a:pt x="9114" y="22197"/>
                </a:cubicBezTo>
                <a:cubicBezTo>
                  <a:pt x="9114" y="22059"/>
                  <a:pt x="9001" y="21950"/>
                  <a:pt x="8866" y="21950"/>
                </a:cubicBezTo>
                <a:close/>
                <a:moveTo>
                  <a:pt x="10085" y="21950"/>
                </a:moveTo>
                <a:cubicBezTo>
                  <a:pt x="9866" y="21950"/>
                  <a:pt x="9756" y="22216"/>
                  <a:pt x="9910" y="22373"/>
                </a:cubicBezTo>
                <a:cubicBezTo>
                  <a:pt x="9960" y="22422"/>
                  <a:pt x="10022" y="22444"/>
                  <a:pt x="10083" y="22444"/>
                </a:cubicBezTo>
                <a:cubicBezTo>
                  <a:pt x="10211" y="22444"/>
                  <a:pt x="10333" y="22346"/>
                  <a:pt x="10333" y="22197"/>
                </a:cubicBezTo>
                <a:cubicBezTo>
                  <a:pt x="10333" y="22059"/>
                  <a:pt x="10223" y="21950"/>
                  <a:pt x="10085" y="21950"/>
                </a:cubicBezTo>
                <a:close/>
                <a:moveTo>
                  <a:pt x="11305" y="21950"/>
                </a:moveTo>
                <a:cubicBezTo>
                  <a:pt x="11085" y="21950"/>
                  <a:pt x="10975" y="22216"/>
                  <a:pt x="11132" y="22373"/>
                </a:cubicBezTo>
                <a:cubicBezTo>
                  <a:pt x="11182" y="22422"/>
                  <a:pt x="11243" y="22444"/>
                  <a:pt x="11303" y="22444"/>
                </a:cubicBezTo>
                <a:cubicBezTo>
                  <a:pt x="11430" y="22444"/>
                  <a:pt x="11552" y="22346"/>
                  <a:pt x="11552" y="22197"/>
                </a:cubicBezTo>
                <a:cubicBezTo>
                  <a:pt x="11552" y="22059"/>
                  <a:pt x="11442" y="21950"/>
                  <a:pt x="11305" y="21950"/>
                </a:cubicBezTo>
                <a:close/>
                <a:moveTo>
                  <a:pt x="12524" y="21950"/>
                </a:moveTo>
                <a:cubicBezTo>
                  <a:pt x="12304" y="21950"/>
                  <a:pt x="12195" y="22216"/>
                  <a:pt x="12351" y="22373"/>
                </a:cubicBezTo>
                <a:cubicBezTo>
                  <a:pt x="12401" y="22422"/>
                  <a:pt x="12462" y="22444"/>
                  <a:pt x="12522" y="22444"/>
                </a:cubicBezTo>
                <a:cubicBezTo>
                  <a:pt x="12649" y="22444"/>
                  <a:pt x="12771" y="22346"/>
                  <a:pt x="12771" y="22197"/>
                </a:cubicBezTo>
                <a:cubicBezTo>
                  <a:pt x="12771" y="22059"/>
                  <a:pt x="12661" y="21950"/>
                  <a:pt x="12524" y="21950"/>
                </a:cubicBezTo>
                <a:close/>
                <a:moveTo>
                  <a:pt x="13746" y="21950"/>
                </a:moveTo>
                <a:cubicBezTo>
                  <a:pt x="13523" y="21950"/>
                  <a:pt x="13414" y="22216"/>
                  <a:pt x="13570" y="22373"/>
                </a:cubicBezTo>
                <a:cubicBezTo>
                  <a:pt x="13620" y="22422"/>
                  <a:pt x="13681" y="22444"/>
                  <a:pt x="13741" y="22444"/>
                </a:cubicBezTo>
                <a:cubicBezTo>
                  <a:pt x="13868" y="22444"/>
                  <a:pt x="13990" y="22346"/>
                  <a:pt x="13990" y="22197"/>
                </a:cubicBezTo>
                <a:cubicBezTo>
                  <a:pt x="13990" y="22059"/>
                  <a:pt x="13881" y="21950"/>
                  <a:pt x="13746" y="21950"/>
                </a:cubicBezTo>
                <a:close/>
                <a:moveTo>
                  <a:pt x="14965" y="21950"/>
                </a:moveTo>
                <a:cubicBezTo>
                  <a:pt x="14745" y="21950"/>
                  <a:pt x="14633" y="22216"/>
                  <a:pt x="14789" y="22373"/>
                </a:cubicBezTo>
                <a:cubicBezTo>
                  <a:pt x="14840" y="22422"/>
                  <a:pt x="14901" y="22444"/>
                  <a:pt x="14961" y="22444"/>
                </a:cubicBezTo>
                <a:cubicBezTo>
                  <a:pt x="15088" y="22444"/>
                  <a:pt x="15209" y="22346"/>
                  <a:pt x="15209" y="22197"/>
                </a:cubicBezTo>
                <a:cubicBezTo>
                  <a:pt x="15209" y="22059"/>
                  <a:pt x="15100" y="21950"/>
                  <a:pt x="14965" y="21950"/>
                </a:cubicBezTo>
                <a:close/>
                <a:moveTo>
                  <a:pt x="16184" y="21950"/>
                </a:moveTo>
                <a:cubicBezTo>
                  <a:pt x="15964" y="21950"/>
                  <a:pt x="15855" y="22216"/>
                  <a:pt x="16008" y="22373"/>
                </a:cubicBezTo>
                <a:cubicBezTo>
                  <a:pt x="16059" y="22422"/>
                  <a:pt x="16121" y="22444"/>
                  <a:pt x="16181" y="22444"/>
                </a:cubicBezTo>
                <a:cubicBezTo>
                  <a:pt x="16309" y="22444"/>
                  <a:pt x="16431" y="22346"/>
                  <a:pt x="16431" y="22197"/>
                </a:cubicBezTo>
                <a:cubicBezTo>
                  <a:pt x="16431" y="22059"/>
                  <a:pt x="16319" y="21950"/>
                  <a:pt x="16184" y="21950"/>
                </a:cubicBezTo>
                <a:close/>
                <a:moveTo>
                  <a:pt x="17403" y="21950"/>
                </a:moveTo>
                <a:cubicBezTo>
                  <a:pt x="17184" y="21950"/>
                  <a:pt x="17074" y="22216"/>
                  <a:pt x="17227" y="22373"/>
                </a:cubicBezTo>
                <a:cubicBezTo>
                  <a:pt x="17278" y="22422"/>
                  <a:pt x="17340" y="22444"/>
                  <a:pt x="17400" y="22444"/>
                </a:cubicBezTo>
                <a:cubicBezTo>
                  <a:pt x="17528" y="22444"/>
                  <a:pt x="17650" y="22346"/>
                  <a:pt x="17650" y="22197"/>
                </a:cubicBezTo>
                <a:cubicBezTo>
                  <a:pt x="17650" y="22059"/>
                  <a:pt x="17538" y="21950"/>
                  <a:pt x="17403" y="21950"/>
                </a:cubicBezTo>
                <a:close/>
                <a:moveTo>
                  <a:pt x="18622" y="21950"/>
                </a:moveTo>
                <a:cubicBezTo>
                  <a:pt x="18403" y="21950"/>
                  <a:pt x="18293" y="22216"/>
                  <a:pt x="18446" y="22373"/>
                </a:cubicBezTo>
                <a:cubicBezTo>
                  <a:pt x="18497" y="22422"/>
                  <a:pt x="18559" y="22444"/>
                  <a:pt x="18619" y="22444"/>
                </a:cubicBezTo>
                <a:cubicBezTo>
                  <a:pt x="18747" y="22444"/>
                  <a:pt x="18870" y="22346"/>
                  <a:pt x="18870" y="22197"/>
                </a:cubicBezTo>
                <a:cubicBezTo>
                  <a:pt x="18870" y="22059"/>
                  <a:pt x="18760" y="21950"/>
                  <a:pt x="18622" y="21950"/>
                </a:cubicBezTo>
                <a:close/>
                <a:moveTo>
                  <a:pt x="19841" y="21950"/>
                </a:moveTo>
                <a:cubicBezTo>
                  <a:pt x="19622" y="21950"/>
                  <a:pt x="19512" y="22216"/>
                  <a:pt x="19669" y="22373"/>
                </a:cubicBezTo>
                <a:cubicBezTo>
                  <a:pt x="19718" y="22422"/>
                  <a:pt x="19779" y="22444"/>
                  <a:pt x="19839" y="22444"/>
                </a:cubicBezTo>
                <a:cubicBezTo>
                  <a:pt x="19966" y="22444"/>
                  <a:pt x="20089" y="22346"/>
                  <a:pt x="20089" y="22197"/>
                </a:cubicBezTo>
                <a:cubicBezTo>
                  <a:pt x="20089" y="22059"/>
                  <a:pt x="19979" y="21950"/>
                  <a:pt x="19841" y="21950"/>
                </a:cubicBezTo>
                <a:close/>
                <a:moveTo>
                  <a:pt x="21060" y="21950"/>
                </a:moveTo>
                <a:cubicBezTo>
                  <a:pt x="20841" y="21950"/>
                  <a:pt x="20731" y="22216"/>
                  <a:pt x="20888" y="22373"/>
                </a:cubicBezTo>
                <a:cubicBezTo>
                  <a:pt x="20937" y="22422"/>
                  <a:pt x="20998" y="22444"/>
                  <a:pt x="21058" y="22444"/>
                </a:cubicBezTo>
                <a:cubicBezTo>
                  <a:pt x="21185" y="22444"/>
                  <a:pt x="21308" y="22346"/>
                  <a:pt x="21308" y="22197"/>
                </a:cubicBezTo>
                <a:cubicBezTo>
                  <a:pt x="21308" y="22059"/>
                  <a:pt x="21198" y="21950"/>
                  <a:pt x="21060" y="21950"/>
                </a:cubicBezTo>
                <a:close/>
                <a:moveTo>
                  <a:pt x="22282" y="21950"/>
                </a:moveTo>
                <a:cubicBezTo>
                  <a:pt x="22060" y="21950"/>
                  <a:pt x="21950" y="22216"/>
                  <a:pt x="22107" y="22373"/>
                </a:cubicBezTo>
                <a:cubicBezTo>
                  <a:pt x="22157" y="22422"/>
                  <a:pt x="22219" y="22444"/>
                  <a:pt x="22279" y="22444"/>
                </a:cubicBezTo>
                <a:cubicBezTo>
                  <a:pt x="22406" y="22444"/>
                  <a:pt x="22527" y="22346"/>
                  <a:pt x="22527" y="22197"/>
                </a:cubicBezTo>
                <a:cubicBezTo>
                  <a:pt x="22527" y="22059"/>
                  <a:pt x="22417" y="21950"/>
                  <a:pt x="22282" y="21950"/>
                </a:cubicBezTo>
                <a:close/>
                <a:moveTo>
                  <a:pt x="23501" y="21950"/>
                </a:moveTo>
                <a:cubicBezTo>
                  <a:pt x="23282" y="21950"/>
                  <a:pt x="23169" y="22216"/>
                  <a:pt x="23326" y="22373"/>
                </a:cubicBezTo>
                <a:cubicBezTo>
                  <a:pt x="23376" y="22422"/>
                  <a:pt x="23438" y="22444"/>
                  <a:pt x="23498" y="22444"/>
                </a:cubicBezTo>
                <a:cubicBezTo>
                  <a:pt x="23625" y="22444"/>
                  <a:pt x="23746" y="22346"/>
                  <a:pt x="23746" y="22197"/>
                </a:cubicBezTo>
                <a:cubicBezTo>
                  <a:pt x="23746" y="22059"/>
                  <a:pt x="23636" y="21950"/>
                  <a:pt x="23501" y="21950"/>
                </a:cubicBezTo>
                <a:close/>
                <a:moveTo>
                  <a:pt x="24723" y="21950"/>
                </a:moveTo>
                <a:cubicBezTo>
                  <a:pt x="24595" y="21950"/>
                  <a:pt x="24473" y="22049"/>
                  <a:pt x="24473" y="22197"/>
                </a:cubicBezTo>
                <a:cubicBezTo>
                  <a:pt x="24473" y="22332"/>
                  <a:pt x="24582" y="22445"/>
                  <a:pt x="24720" y="22445"/>
                </a:cubicBezTo>
                <a:cubicBezTo>
                  <a:pt x="24940" y="22445"/>
                  <a:pt x="25049" y="22179"/>
                  <a:pt x="24896" y="22022"/>
                </a:cubicBezTo>
                <a:cubicBezTo>
                  <a:pt x="24845" y="21972"/>
                  <a:pt x="24784" y="21950"/>
                  <a:pt x="24723" y="21950"/>
                </a:cubicBezTo>
                <a:close/>
                <a:moveTo>
                  <a:pt x="330" y="23169"/>
                </a:moveTo>
                <a:cubicBezTo>
                  <a:pt x="111" y="23169"/>
                  <a:pt x="1" y="23435"/>
                  <a:pt x="154" y="23592"/>
                </a:cubicBezTo>
                <a:cubicBezTo>
                  <a:pt x="205" y="23641"/>
                  <a:pt x="267" y="23663"/>
                  <a:pt x="327" y="23663"/>
                </a:cubicBezTo>
                <a:cubicBezTo>
                  <a:pt x="455" y="23663"/>
                  <a:pt x="577" y="23565"/>
                  <a:pt x="577" y="23416"/>
                </a:cubicBezTo>
                <a:cubicBezTo>
                  <a:pt x="577" y="23282"/>
                  <a:pt x="465" y="23169"/>
                  <a:pt x="330" y="23169"/>
                </a:cubicBezTo>
                <a:close/>
                <a:moveTo>
                  <a:pt x="1549" y="23169"/>
                </a:moveTo>
                <a:cubicBezTo>
                  <a:pt x="1330" y="23169"/>
                  <a:pt x="1220" y="23435"/>
                  <a:pt x="1373" y="23592"/>
                </a:cubicBezTo>
                <a:cubicBezTo>
                  <a:pt x="1424" y="23641"/>
                  <a:pt x="1486" y="23663"/>
                  <a:pt x="1546" y="23663"/>
                </a:cubicBezTo>
                <a:cubicBezTo>
                  <a:pt x="1674" y="23663"/>
                  <a:pt x="1797" y="23565"/>
                  <a:pt x="1797" y="23416"/>
                </a:cubicBezTo>
                <a:cubicBezTo>
                  <a:pt x="1797" y="23282"/>
                  <a:pt x="1687" y="23169"/>
                  <a:pt x="1549" y="23169"/>
                </a:cubicBezTo>
                <a:close/>
                <a:moveTo>
                  <a:pt x="2768" y="23169"/>
                </a:moveTo>
                <a:cubicBezTo>
                  <a:pt x="2549" y="23169"/>
                  <a:pt x="2439" y="23435"/>
                  <a:pt x="2596" y="23592"/>
                </a:cubicBezTo>
                <a:cubicBezTo>
                  <a:pt x="2645" y="23641"/>
                  <a:pt x="2706" y="23663"/>
                  <a:pt x="2766" y="23663"/>
                </a:cubicBezTo>
                <a:cubicBezTo>
                  <a:pt x="2893" y="23663"/>
                  <a:pt x="3016" y="23565"/>
                  <a:pt x="3016" y="23416"/>
                </a:cubicBezTo>
                <a:cubicBezTo>
                  <a:pt x="3016" y="23282"/>
                  <a:pt x="2906" y="23169"/>
                  <a:pt x="2768" y="23169"/>
                </a:cubicBezTo>
                <a:close/>
                <a:moveTo>
                  <a:pt x="3987" y="23169"/>
                </a:moveTo>
                <a:cubicBezTo>
                  <a:pt x="3768" y="23169"/>
                  <a:pt x="3658" y="23435"/>
                  <a:pt x="3815" y="23592"/>
                </a:cubicBezTo>
                <a:cubicBezTo>
                  <a:pt x="3864" y="23641"/>
                  <a:pt x="3925" y="23663"/>
                  <a:pt x="3985" y="23663"/>
                </a:cubicBezTo>
                <a:cubicBezTo>
                  <a:pt x="4112" y="23663"/>
                  <a:pt x="4235" y="23565"/>
                  <a:pt x="4235" y="23416"/>
                </a:cubicBezTo>
                <a:cubicBezTo>
                  <a:pt x="4235" y="23282"/>
                  <a:pt x="4125" y="23169"/>
                  <a:pt x="3987" y="23169"/>
                </a:cubicBezTo>
                <a:close/>
                <a:moveTo>
                  <a:pt x="5209" y="23169"/>
                </a:moveTo>
                <a:cubicBezTo>
                  <a:pt x="4987" y="23169"/>
                  <a:pt x="4877" y="23435"/>
                  <a:pt x="5034" y="23592"/>
                </a:cubicBezTo>
                <a:cubicBezTo>
                  <a:pt x="5083" y="23641"/>
                  <a:pt x="5144" y="23663"/>
                  <a:pt x="5204" y="23663"/>
                </a:cubicBezTo>
                <a:cubicBezTo>
                  <a:pt x="5331" y="23663"/>
                  <a:pt x="5454" y="23565"/>
                  <a:pt x="5454" y="23416"/>
                </a:cubicBezTo>
                <a:cubicBezTo>
                  <a:pt x="5454" y="23282"/>
                  <a:pt x="5344" y="23169"/>
                  <a:pt x="5209" y="23169"/>
                </a:cubicBezTo>
                <a:close/>
                <a:moveTo>
                  <a:pt x="6428" y="23169"/>
                </a:moveTo>
                <a:cubicBezTo>
                  <a:pt x="6209" y="23169"/>
                  <a:pt x="6096" y="23435"/>
                  <a:pt x="6253" y="23592"/>
                </a:cubicBezTo>
                <a:cubicBezTo>
                  <a:pt x="6303" y="23641"/>
                  <a:pt x="6365" y="23663"/>
                  <a:pt x="6425" y="23663"/>
                </a:cubicBezTo>
                <a:cubicBezTo>
                  <a:pt x="6552" y="23663"/>
                  <a:pt x="6673" y="23565"/>
                  <a:pt x="6673" y="23416"/>
                </a:cubicBezTo>
                <a:cubicBezTo>
                  <a:pt x="6673" y="23282"/>
                  <a:pt x="6563" y="23169"/>
                  <a:pt x="6428" y="23169"/>
                </a:cubicBezTo>
                <a:close/>
                <a:moveTo>
                  <a:pt x="7647" y="23169"/>
                </a:moveTo>
                <a:cubicBezTo>
                  <a:pt x="7428" y="23169"/>
                  <a:pt x="7318" y="23435"/>
                  <a:pt x="7472" y="23592"/>
                </a:cubicBezTo>
                <a:cubicBezTo>
                  <a:pt x="7522" y="23641"/>
                  <a:pt x="7584" y="23663"/>
                  <a:pt x="7645" y="23663"/>
                </a:cubicBezTo>
                <a:cubicBezTo>
                  <a:pt x="7772" y="23663"/>
                  <a:pt x="7895" y="23565"/>
                  <a:pt x="7895" y="23416"/>
                </a:cubicBezTo>
                <a:cubicBezTo>
                  <a:pt x="7895" y="23282"/>
                  <a:pt x="7782" y="23169"/>
                  <a:pt x="7647" y="23169"/>
                </a:cubicBezTo>
                <a:close/>
                <a:moveTo>
                  <a:pt x="8866" y="23169"/>
                </a:moveTo>
                <a:cubicBezTo>
                  <a:pt x="8647" y="23169"/>
                  <a:pt x="8537" y="23435"/>
                  <a:pt x="8691" y="23592"/>
                </a:cubicBezTo>
                <a:cubicBezTo>
                  <a:pt x="8741" y="23641"/>
                  <a:pt x="8803" y="23663"/>
                  <a:pt x="8864" y="23663"/>
                </a:cubicBezTo>
                <a:cubicBezTo>
                  <a:pt x="8991" y="23663"/>
                  <a:pt x="9114" y="23565"/>
                  <a:pt x="9114" y="23416"/>
                </a:cubicBezTo>
                <a:cubicBezTo>
                  <a:pt x="9114" y="23282"/>
                  <a:pt x="9001" y="23169"/>
                  <a:pt x="8866" y="23169"/>
                </a:cubicBezTo>
                <a:close/>
                <a:moveTo>
                  <a:pt x="10085" y="23169"/>
                </a:moveTo>
                <a:cubicBezTo>
                  <a:pt x="9866" y="23169"/>
                  <a:pt x="9756" y="23435"/>
                  <a:pt x="9910" y="23592"/>
                </a:cubicBezTo>
                <a:cubicBezTo>
                  <a:pt x="9960" y="23641"/>
                  <a:pt x="10022" y="23663"/>
                  <a:pt x="10083" y="23663"/>
                </a:cubicBezTo>
                <a:cubicBezTo>
                  <a:pt x="10211" y="23663"/>
                  <a:pt x="10333" y="23565"/>
                  <a:pt x="10333" y="23416"/>
                </a:cubicBezTo>
                <a:cubicBezTo>
                  <a:pt x="10333" y="23282"/>
                  <a:pt x="10223" y="23169"/>
                  <a:pt x="10085" y="23169"/>
                </a:cubicBezTo>
                <a:close/>
                <a:moveTo>
                  <a:pt x="11305" y="23169"/>
                </a:moveTo>
                <a:cubicBezTo>
                  <a:pt x="11085" y="23169"/>
                  <a:pt x="10975" y="23435"/>
                  <a:pt x="11132" y="23592"/>
                </a:cubicBezTo>
                <a:cubicBezTo>
                  <a:pt x="11182" y="23641"/>
                  <a:pt x="11243" y="23663"/>
                  <a:pt x="11303" y="23663"/>
                </a:cubicBezTo>
                <a:cubicBezTo>
                  <a:pt x="11430" y="23663"/>
                  <a:pt x="11552" y="23565"/>
                  <a:pt x="11552" y="23416"/>
                </a:cubicBezTo>
                <a:cubicBezTo>
                  <a:pt x="11552" y="23282"/>
                  <a:pt x="11442" y="23169"/>
                  <a:pt x="11305" y="23169"/>
                </a:cubicBezTo>
                <a:close/>
                <a:moveTo>
                  <a:pt x="12524" y="23169"/>
                </a:moveTo>
                <a:cubicBezTo>
                  <a:pt x="12304" y="23169"/>
                  <a:pt x="12195" y="23435"/>
                  <a:pt x="12351" y="23592"/>
                </a:cubicBezTo>
                <a:cubicBezTo>
                  <a:pt x="12401" y="23641"/>
                  <a:pt x="12462" y="23663"/>
                  <a:pt x="12522" y="23663"/>
                </a:cubicBezTo>
                <a:cubicBezTo>
                  <a:pt x="12649" y="23663"/>
                  <a:pt x="12771" y="23565"/>
                  <a:pt x="12771" y="23416"/>
                </a:cubicBezTo>
                <a:cubicBezTo>
                  <a:pt x="12771" y="23282"/>
                  <a:pt x="12661" y="23169"/>
                  <a:pt x="12524" y="23169"/>
                </a:cubicBezTo>
                <a:close/>
                <a:moveTo>
                  <a:pt x="13746" y="23169"/>
                </a:moveTo>
                <a:cubicBezTo>
                  <a:pt x="13523" y="23169"/>
                  <a:pt x="13414" y="23435"/>
                  <a:pt x="13570" y="23592"/>
                </a:cubicBezTo>
                <a:cubicBezTo>
                  <a:pt x="13620" y="23641"/>
                  <a:pt x="13681" y="23663"/>
                  <a:pt x="13741" y="23663"/>
                </a:cubicBezTo>
                <a:cubicBezTo>
                  <a:pt x="13868" y="23663"/>
                  <a:pt x="13990" y="23565"/>
                  <a:pt x="13990" y="23416"/>
                </a:cubicBezTo>
                <a:cubicBezTo>
                  <a:pt x="13990" y="23282"/>
                  <a:pt x="13881" y="23169"/>
                  <a:pt x="13746" y="23169"/>
                </a:cubicBezTo>
                <a:close/>
                <a:moveTo>
                  <a:pt x="14965" y="23169"/>
                </a:moveTo>
                <a:cubicBezTo>
                  <a:pt x="14745" y="23169"/>
                  <a:pt x="14633" y="23435"/>
                  <a:pt x="14789" y="23592"/>
                </a:cubicBezTo>
                <a:cubicBezTo>
                  <a:pt x="14840" y="23641"/>
                  <a:pt x="14901" y="23663"/>
                  <a:pt x="14961" y="23663"/>
                </a:cubicBezTo>
                <a:cubicBezTo>
                  <a:pt x="15088" y="23663"/>
                  <a:pt x="15209" y="23565"/>
                  <a:pt x="15209" y="23416"/>
                </a:cubicBezTo>
                <a:cubicBezTo>
                  <a:pt x="15209" y="23282"/>
                  <a:pt x="15100" y="23169"/>
                  <a:pt x="14965" y="23169"/>
                </a:cubicBezTo>
                <a:close/>
                <a:moveTo>
                  <a:pt x="16184" y="23169"/>
                </a:moveTo>
                <a:cubicBezTo>
                  <a:pt x="15964" y="23169"/>
                  <a:pt x="15855" y="23435"/>
                  <a:pt x="16008" y="23592"/>
                </a:cubicBezTo>
                <a:cubicBezTo>
                  <a:pt x="16059" y="23641"/>
                  <a:pt x="16121" y="23663"/>
                  <a:pt x="16181" y="23663"/>
                </a:cubicBezTo>
                <a:cubicBezTo>
                  <a:pt x="16309" y="23663"/>
                  <a:pt x="16431" y="23565"/>
                  <a:pt x="16431" y="23416"/>
                </a:cubicBezTo>
                <a:cubicBezTo>
                  <a:pt x="16431" y="23282"/>
                  <a:pt x="16319" y="23169"/>
                  <a:pt x="16184" y="23169"/>
                </a:cubicBezTo>
                <a:close/>
                <a:moveTo>
                  <a:pt x="17403" y="23169"/>
                </a:moveTo>
                <a:cubicBezTo>
                  <a:pt x="17184" y="23169"/>
                  <a:pt x="17074" y="23435"/>
                  <a:pt x="17227" y="23592"/>
                </a:cubicBezTo>
                <a:cubicBezTo>
                  <a:pt x="17278" y="23641"/>
                  <a:pt x="17340" y="23663"/>
                  <a:pt x="17400" y="23663"/>
                </a:cubicBezTo>
                <a:cubicBezTo>
                  <a:pt x="17528" y="23663"/>
                  <a:pt x="17650" y="23565"/>
                  <a:pt x="17650" y="23416"/>
                </a:cubicBezTo>
                <a:cubicBezTo>
                  <a:pt x="17650" y="23282"/>
                  <a:pt x="17538" y="23169"/>
                  <a:pt x="17403" y="23169"/>
                </a:cubicBezTo>
                <a:close/>
                <a:moveTo>
                  <a:pt x="18622" y="23169"/>
                </a:moveTo>
                <a:cubicBezTo>
                  <a:pt x="18403" y="23169"/>
                  <a:pt x="18293" y="23435"/>
                  <a:pt x="18446" y="23592"/>
                </a:cubicBezTo>
                <a:cubicBezTo>
                  <a:pt x="18497" y="23641"/>
                  <a:pt x="18559" y="23663"/>
                  <a:pt x="18619" y="23663"/>
                </a:cubicBezTo>
                <a:cubicBezTo>
                  <a:pt x="18747" y="23663"/>
                  <a:pt x="18870" y="23565"/>
                  <a:pt x="18870" y="23416"/>
                </a:cubicBezTo>
                <a:cubicBezTo>
                  <a:pt x="18870" y="23282"/>
                  <a:pt x="18760" y="23169"/>
                  <a:pt x="18622" y="23169"/>
                </a:cubicBezTo>
                <a:close/>
                <a:moveTo>
                  <a:pt x="19841" y="23169"/>
                </a:moveTo>
                <a:cubicBezTo>
                  <a:pt x="19622" y="23169"/>
                  <a:pt x="19512" y="23435"/>
                  <a:pt x="19669" y="23592"/>
                </a:cubicBezTo>
                <a:cubicBezTo>
                  <a:pt x="19718" y="23641"/>
                  <a:pt x="19779" y="23663"/>
                  <a:pt x="19839" y="23663"/>
                </a:cubicBezTo>
                <a:cubicBezTo>
                  <a:pt x="19966" y="23663"/>
                  <a:pt x="20089" y="23565"/>
                  <a:pt x="20089" y="23416"/>
                </a:cubicBezTo>
                <a:cubicBezTo>
                  <a:pt x="20089" y="23282"/>
                  <a:pt x="19979" y="23169"/>
                  <a:pt x="19841" y="23169"/>
                </a:cubicBezTo>
                <a:close/>
                <a:moveTo>
                  <a:pt x="21060" y="23169"/>
                </a:moveTo>
                <a:cubicBezTo>
                  <a:pt x="20841" y="23169"/>
                  <a:pt x="20731" y="23435"/>
                  <a:pt x="20888" y="23592"/>
                </a:cubicBezTo>
                <a:cubicBezTo>
                  <a:pt x="20937" y="23641"/>
                  <a:pt x="20998" y="23663"/>
                  <a:pt x="21058" y="23663"/>
                </a:cubicBezTo>
                <a:cubicBezTo>
                  <a:pt x="21185" y="23663"/>
                  <a:pt x="21308" y="23565"/>
                  <a:pt x="21308" y="23416"/>
                </a:cubicBezTo>
                <a:cubicBezTo>
                  <a:pt x="21308" y="23282"/>
                  <a:pt x="21198" y="23169"/>
                  <a:pt x="21060" y="23169"/>
                </a:cubicBezTo>
                <a:close/>
                <a:moveTo>
                  <a:pt x="22282" y="23169"/>
                </a:moveTo>
                <a:cubicBezTo>
                  <a:pt x="22060" y="23169"/>
                  <a:pt x="21950" y="23435"/>
                  <a:pt x="22107" y="23592"/>
                </a:cubicBezTo>
                <a:cubicBezTo>
                  <a:pt x="22157" y="23641"/>
                  <a:pt x="22219" y="23663"/>
                  <a:pt x="22279" y="23663"/>
                </a:cubicBezTo>
                <a:cubicBezTo>
                  <a:pt x="22406" y="23663"/>
                  <a:pt x="22527" y="23565"/>
                  <a:pt x="22527" y="23416"/>
                </a:cubicBezTo>
                <a:cubicBezTo>
                  <a:pt x="22527" y="23282"/>
                  <a:pt x="22417" y="23169"/>
                  <a:pt x="22282" y="23169"/>
                </a:cubicBezTo>
                <a:close/>
                <a:moveTo>
                  <a:pt x="23501" y="23169"/>
                </a:moveTo>
                <a:cubicBezTo>
                  <a:pt x="23282" y="23169"/>
                  <a:pt x="23169" y="23435"/>
                  <a:pt x="23326" y="23592"/>
                </a:cubicBezTo>
                <a:cubicBezTo>
                  <a:pt x="23376" y="23641"/>
                  <a:pt x="23438" y="23663"/>
                  <a:pt x="23498" y="23663"/>
                </a:cubicBezTo>
                <a:cubicBezTo>
                  <a:pt x="23625" y="23663"/>
                  <a:pt x="23746" y="23565"/>
                  <a:pt x="23746" y="23416"/>
                </a:cubicBezTo>
                <a:cubicBezTo>
                  <a:pt x="23746" y="23282"/>
                  <a:pt x="23636" y="23169"/>
                  <a:pt x="23501" y="23169"/>
                </a:cubicBezTo>
                <a:close/>
                <a:moveTo>
                  <a:pt x="24720" y="23169"/>
                </a:moveTo>
                <a:cubicBezTo>
                  <a:pt x="24501" y="23169"/>
                  <a:pt x="24391" y="23435"/>
                  <a:pt x="24545" y="23592"/>
                </a:cubicBezTo>
                <a:cubicBezTo>
                  <a:pt x="24595" y="23641"/>
                  <a:pt x="24657" y="23663"/>
                  <a:pt x="24718" y="23663"/>
                </a:cubicBezTo>
                <a:cubicBezTo>
                  <a:pt x="24845" y="23663"/>
                  <a:pt x="24968" y="23565"/>
                  <a:pt x="24968" y="23416"/>
                </a:cubicBezTo>
                <a:cubicBezTo>
                  <a:pt x="24968" y="23282"/>
                  <a:pt x="24855" y="23169"/>
                  <a:pt x="24720" y="23169"/>
                </a:cubicBezTo>
                <a:close/>
                <a:moveTo>
                  <a:pt x="330" y="24388"/>
                </a:moveTo>
                <a:cubicBezTo>
                  <a:pt x="111" y="24388"/>
                  <a:pt x="1" y="24654"/>
                  <a:pt x="154" y="24811"/>
                </a:cubicBezTo>
                <a:cubicBezTo>
                  <a:pt x="205" y="24861"/>
                  <a:pt x="267" y="24884"/>
                  <a:pt x="327" y="24884"/>
                </a:cubicBezTo>
                <a:cubicBezTo>
                  <a:pt x="455" y="24884"/>
                  <a:pt x="577" y="24784"/>
                  <a:pt x="577" y="24635"/>
                </a:cubicBezTo>
                <a:cubicBezTo>
                  <a:pt x="577" y="24503"/>
                  <a:pt x="468" y="24391"/>
                  <a:pt x="335" y="24391"/>
                </a:cubicBezTo>
                <a:cubicBezTo>
                  <a:pt x="334" y="24391"/>
                  <a:pt x="332" y="24391"/>
                  <a:pt x="330" y="24391"/>
                </a:cubicBezTo>
                <a:lnTo>
                  <a:pt x="330" y="24388"/>
                </a:lnTo>
                <a:close/>
                <a:moveTo>
                  <a:pt x="1549" y="24388"/>
                </a:moveTo>
                <a:cubicBezTo>
                  <a:pt x="1330" y="24388"/>
                  <a:pt x="1220" y="24654"/>
                  <a:pt x="1373" y="24811"/>
                </a:cubicBezTo>
                <a:cubicBezTo>
                  <a:pt x="1424" y="24861"/>
                  <a:pt x="1486" y="24884"/>
                  <a:pt x="1546" y="24884"/>
                </a:cubicBezTo>
                <a:cubicBezTo>
                  <a:pt x="1674" y="24884"/>
                  <a:pt x="1797" y="24784"/>
                  <a:pt x="1797" y="24635"/>
                </a:cubicBezTo>
                <a:cubicBezTo>
                  <a:pt x="1797" y="24501"/>
                  <a:pt x="1687" y="24391"/>
                  <a:pt x="1549" y="24391"/>
                </a:cubicBezTo>
                <a:lnTo>
                  <a:pt x="1549" y="24388"/>
                </a:lnTo>
                <a:close/>
                <a:moveTo>
                  <a:pt x="2768" y="24388"/>
                </a:moveTo>
                <a:cubicBezTo>
                  <a:pt x="2549" y="24388"/>
                  <a:pt x="2439" y="24654"/>
                  <a:pt x="2596" y="24811"/>
                </a:cubicBezTo>
                <a:cubicBezTo>
                  <a:pt x="2645" y="24861"/>
                  <a:pt x="2706" y="24884"/>
                  <a:pt x="2766" y="24884"/>
                </a:cubicBezTo>
                <a:cubicBezTo>
                  <a:pt x="2893" y="24884"/>
                  <a:pt x="3016" y="24784"/>
                  <a:pt x="3016" y="24635"/>
                </a:cubicBezTo>
                <a:cubicBezTo>
                  <a:pt x="3016" y="24503"/>
                  <a:pt x="2909" y="24391"/>
                  <a:pt x="2774" y="24391"/>
                </a:cubicBezTo>
                <a:cubicBezTo>
                  <a:pt x="2772" y="24391"/>
                  <a:pt x="2770" y="24391"/>
                  <a:pt x="2768" y="24391"/>
                </a:cubicBezTo>
                <a:lnTo>
                  <a:pt x="2768" y="24388"/>
                </a:lnTo>
                <a:close/>
                <a:moveTo>
                  <a:pt x="3987" y="24388"/>
                </a:moveTo>
                <a:cubicBezTo>
                  <a:pt x="3768" y="24388"/>
                  <a:pt x="3658" y="24654"/>
                  <a:pt x="3815" y="24811"/>
                </a:cubicBezTo>
                <a:cubicBezTo>
                  <a:pt x="3864" y="24861"/>
                  <a:pt x="3925" y="24884"/>
                  <a:pt x="3986" y="24884"/>
                </a:cubicBezTo>
                <a:cubicBezTo>
                  <a:pt x="4112" y="24884"/>
                  <a:pt x="4235" y="24784"/>
                  <a:pt x="4235" y="24635"/>
                </a:cubicBezTo>
                <a:cubicBezTo>
                  <a:pt x="4235" y="24501"/>
                  <a:pt x="4125" y="24391"/>
                  <a:pt x="3987" y="24391"/>
                </a:cubicBezTo>
                <a:lnTo>
                  <a:pt x="3987" y="24388"/>
                </a:lnTo>
                <a:close/>
                <a:moveTo>
                  <a:pt x="5209" y="24388"/>
                </a:moveTo>
                <a:cubicBezTo>
                  <a:pt x="4987" y="24388"/>
                  <a:pt x="4877" y="24654"/>
                  <a:pt x="5034" y="24811"/>
                </a:cubicBezTo>
                <a:cubicBezTo>
                  <a:pt x="5083" y="24861"/>
                  <a:pt x="5144" y="24884"/>
                  <a:pt x="5205" y="24884"/>
                </a:cubicBezTo>
                <a:cubicBezTo>
                  <a:pt x="5331" y="24884"/>
                  <a:pt x="5454" y="24784"/>
                  <a:pt x="5454" y="24635"/>
                </a:cubicBezTo>
                <a:cubicBezTo>
                  <a:pt x="5454" y="24503"/>
                  <a:pt x="5347" y="24391"/>
                  <a:pt x="5215" y="24391"/>
                </a:cubicBezTo>
                <a:cubicBezTo>
                  <a:pt x="5213" y="24391"/>
                  <a:pt x="5211" y="24391"/>
                  <a:pt x="5209" y="24391"/>
                </a:cubicBezTo>
                <a:lnTo>
                  <a:pt x="5209" y="24388"/>
                </a:lnTo>
                <a:close/>
                <a:moveTo>
                  <a:pt x="6428" y="24388"/>
                </a:moveTo>
                <a:cubicBezTo>
                  <a:pt x="6209" y="24388"/>
                  <a:pt x="6096" y="24654"/>
                  <a:pt x="6253" y="24811"/>
                </a:cubicBezTo>
                <a:cubicBezTo>
                  <a:pt x="6303" y="24861"/>
                  <a:pt x="6365" y="24884"/>
                  <a:pt x="6425" y="24884"/>
                </a:cubicBezTo>
                <a:cubicBezTo>
                  <a:pt x="6552" y="24884"/>
                  <a:pt x="6673" y="24784"/>
                  <a:pt x="6673" y="24635"/>
                </a:cubicBezTo>
                <a:cubicBezTo>
                  <a:pt x="6673" y="24501"/>
                  <a:pt x="6563" y="24391"/>
                  <a:pt x="6428" y="24391"/>
                </a:cubicBezTo>
                <a:lnTo>
                  <a:pt x="6428" y="24388"/>
                </a:lnTo>
                <a:close/>
                <a:moveTo>
                  <a:pt x="7647" y="24388"/>
                </a:moveTo>
                <a:cubicBezTo>
                  <a:pt x="7428" y="24388"/>
                  <a:pt x="7318" y="24654"/>
                  <a:pt x="7472" y="24811"/>
                </a:cubicBezTo>
                <a:cubicBezTo>
                  <a:pt x="7522" y="24861"/>
                  <a:pt x="7584" y="24884"/>
                  <a:pt x="7645" y="24884"/>
                </a:cubicBezTo>
                <a:cubicBezTo>
                  <a:pt x="7773" y="24884"/>
                  <a:pt x="7895" y="24784"/>
                  <a:pt x="7895" y="24635"/>
                </a:cubicBezTo>
                <a:cubicBezTo>
                  <a:pt x="7895" y="24501"/>
                  <a:pt x="7782" y="24391"/>
                  <a:pt x="7647" y="24391"/>
                </a:cubicBezTo>
                <a:lnTo>
                  <a:pt x="7647" y="24388"/>
                </a:lnTo>
                <a:close/>
                <a:moveTo>
                  <a:pt x="8866" y="24388"/>
                </a:moveTo>
                <a:cubicBezTo>
                  <a:pt x="8647" y="24388"/>
                  <a:pt x="8537" y="24654"/>
                  <a:pt x="8691" y="24811"/>
                </a:cubicBezTo>
                <a:cubicBezTo>
                  <a:pt x="8741" y="24861"/>
                  <a:pt x="8803" y="24884"/>
                  <a:pt x="8864" y="24884"/>
                </a:cubicBezTo>
                <a:cubicBezTo>
                  <a:pt x="8992" y="24884"/>
                  <a:pt x="9114" y="24784"/>
                  <a:pt x="9114" y="24635"/>
                </a:cubicBezTo>
                <a:cubicBezTo>
                  <a:pt x="9114" y="24503"/>
                  <a:pt x="9004" y="24391"/>
                  <a:pt x="8872" y="24391"/>
                </a:cubicBezTo>
                <a:cubicBezTo>
                  <a:pt x="8870" y="24391"/>
                  <a:pt x="8868" y="24391"/>
                  <a:pt x="8866" y="24391"/>
                </a:cubicBezTo>
                <a:lnTo>
                  <a:pt x="8866" y="24388"/>
                </a:lnTo>
                <a:close/>
                <a:moveTo>
                  <a:pt x="10085" y="24388"/>
                </a:moveTo>
                <a:cubicBezTo>
                  <a:pt x="9866" y="24388"/>
                  <a:pt x="9756" y="24654"/>
                  <a:pt x="9910" y="24811"/>
                </a:cubicBezTo>
                <a:cubicBezTo>
                  <a:pt x="9960" y="24861"/>
                  <a:pt x="10022" y="24884"/>
                  <a:pt x="10083" y="24884"/>
                </a:cubicBezTo>
                <a:cubicBezTo>
                  <a:pt x="10211" y="24884"/>
                  <a:pt x="10333" y="24784"/>
                  <a:pt x="10333" y="24635"/>
                </a:cubicBezTo>
                <a:cubicBezTo>
                  <a:pt x="10333" y="24503"/>
                  <a:pt x="10226" y="24391"/>
                  <a:pt x="10091" y="24391"/>
                </a:cubicBezTo>
                <a:cubicBezTo>
                  <a:pt x="10089" y="24391"/>
                  <a:pt x="10087" y="24391"/>
                  <a:pt x="10085" y="24391"/>
                </a:cubicBezTo>
                <a:lnTo>
                  <a:pt x="10085" y="24388"/>
                </a:lnTo>
                <a:close/>
                <a:moveTo>
                  <a:pt x="11305" y="24388"/>
                </a:moveTo>
                <a:cubicBezTo>
                  <a:pt x="11085" y="24388"/>
                  <a:pt x="10975" y="24654"/>
                  <a:pt x="11132" y="24811"/>
                </a:cubicBezTo>
                <a:cubicBezTo>
                  <a:pt x="11182" y="24861"/>
                  <a:pt x="11243" y="24884"/>
                  <a:pt x="11303" y="24884"/>
                </a:cubicBezTo>
                <a:cubicBezTo>
                  <a:pt x="11430" y="24884"/>
                  <a:pt x="11552" y="24784"/>
                  <a:pt x="11552" y="24635"/>
                </a:cubicBezTo>
                <a:cubicBezTo>
                  <a:pt x="11552" y="24501"/>
                  <a:pt x="11442" y="24391"/>
                  <a:pt x="11305" y="24391"/>
                </a:cubicBezTo>
                <a:lnTo>
                  <a:pt x="11305" y="24388"/>
                </a:lnTo>
                <a:close/>
                <a:moveTo>
                  <a:pt x="12524" y="24388"/>
                </a:moveTo>
                <a:cubicBezTo>
                  <a:pt x="12304" y="24388"/>
                  <a:pt x="12195" y="24654"/>
                  <a:pt x="12351" y="24811"/>
                </a:cubicBezTo>
                <a:cubicBezTo>
                  <a:pt x="12401" y="24861"/>
                  <a:pt x="12462" y="24884"/>
                  <a:pt x="12522" y="24884"/>
                </a:cubicBezTo>
                <a:cubicBezTo>
                  <a:pt x="12649" y="24884"/>
                  <a:pt x="12771" y="24784"/>
                  <a:pt x="12771" y="24635"/>
                </a:cubicBezTo>
                <a:cubicBezTo>
                  <a:pt x="12771" y="24501"/>
                  <a:pt x="12661" y="24391"/>
                  <a:pt x="12524" y="24391"/>
                </a:cubicBezTo>
                <a:lnTo>
                  <a:pt x="12524" y="24388"/>
                </a:lnTo>
                <a:close/>
                <a:moveTo>
                  <a:pt x="13746" y="24388"/>
                </a:moveTo>
                <a:cubicBezTo>
                  <a:pt x="13523" y="24388"/>
                  <a:pt x="13414" y="24654"/>
                  <a:pt x="13570" y="24811"/>
                </a:cubicBezTo>
                <a:cubicBezTo>
                  <a:pt x="13620" y="24861"/>
                  <a:pt x="13681" y="24884"/>
                  <a:pt x="13741" y="24884"/>
                </a:cubicBezTo>
                <a:cubicBezTo>
                  <a:pt x="13868" y="24884"/>
                  <a:pt x="13990" y="24784"/>
                  <a:pt x="13990" y="24635"/>
                </a:cubicBezTo>
                <a:cubicBezTo>
                  <a:pt x="13990" y="24503"/>
                  <a:pt x="13883" y="24391"/>
                  <a:pt x="13751" y="24391"/>
                </a:cubicBezTo>
                <a:cubicBezTo>
                  <a:pt x="13749" y="24391"/>
                  <a:pt x="13748" y="24391"/>
                  <a:pt x="13746" y="24391"/>
                </a:cubicBezTo>
                <a:lnTo>
                  <a:pt x="13746" y="24388"/>
                </a:lnTo>
                <a:close/>
                <a:moveTo>
                  <a:pt x="14965" y="24388"/>
                </a:moveTo>
                <a:cubicBezTo>
                  <a:pt x="14745" y="24388"/>
                  <a:pt x="14633" y="24654"/>
                  <a:pt x="14789" y="24811"/>
                </a:cubicBezTo>
                <a:cubicBezTo>
                  <a:pt x="14840" y="24861"/>
                  <a:pt x="14901" y="24884"/>
                  <a:pt x="14962" y="24884"/>
                </a:cubicBezTo>
                <a:cubicBezTo>
                  <a:pt x="15088" y="24884"/>
                  <a:pt x="15209" y="24784"/>
                  <a:pt x="15209" y="24635"/>
                </a:cubicBezTo>
                <a:cubicBezTo>
                  <a:pt x="15209" y="24501"/>
                  <a:pt x="15100" y="24391"/>
                  <a:pt x="14965" y="24391"/>
                </a:cubicBezTo>
                <a:lnTo>
                  <a:pt x="14965" y="24388"/>
                </a:lnTo>
                <a:close/>
                <a:moveTo>
                  <a:pt x="16184" y="24388"/>
                </a:moveTo>
                <a:cubicBezTo>
                  <a:pt x="15964" y="24388"/>
                  <a:pt x="15855" y="24654"/>
                  <a:pt x="16008" y="24811"/>
                </a:cubicBezTo>
                <a:cubicBezTo>
                  <a:pt x="16059" y="24861"/>
                  <a:pt x="16121" y="24884"/>
                  <a:pt x="16181" y="24884"/>
                </a:cubicBezTo>
                <a:cubicBezTo>
                  <a:pt x="16309" y="24884"/>
                  <a:pt x="16431" y="24784"/>
                  <a:pt x="16431" y="24635"/>
                </a:cubicBezTo>
                <a:cubicBezTo>
                  <a:pt x="16431" y="24501"/>
                  <a:pt x="16319" y="24391"/>
                  <a:pt x="16184" y="24391"/>
                </a:cubicBezTo>
                <a:lnTo>
                  <a:pt x="16184" y="24388"/>
                </a:lnTo>
                <a:close/>
                <a:moveTo>
                  <a:pt x="17403" y="24388"/>
                </a:moveTo>
                <a:cubicBezTo>
                  <a:pt x="17184" y="24388"/>
                  <a:pt x="17074" y="24654"/>
                  <a:pt x="17227" y="24811"/>
                </a:cubicBezTo>
                <a:cubicBezTo>
                  <a:pt x="17278" y="24861"/>
                  <a:pt x="17340" y="24884"/>
                  <a:pt x="17400" y="24884"/>
                </a:cubicBezTo>
                <a:cubicBezTo>
                  <a:pt x="17528" y="24884"/>
                  <a:pt x="17650" y="24784"/>
                  <a:pt x="17650" y="24635"/>
                </a:cubicBezTo>
                <a:cubicBezTo>
                  <a:pt x="17650" y="24503"/>
                  <a:pt x="17541" y="24391"/>
                  <a:pt x="17408" y="24391"/>
                </a:cubicBezTo>
                <a:cubicBezTo>
                  <a:pt x="17407" y="24391"/>
                  <a:pt x="17405" y="24391"/>
                  <a:pt x="17403" y="24391"/>
                </a:cubicBezTo>
                <a:lnTo>
                  <a:pt x="17403" y="24388"/>
                </a:lnTo>
                <a:close/>
                <a:moveTo>
                  <a:pt x="18622" y="24388"/>
                </a:moveTo>
                <a:cubicBezTo>
                  <a:pt x="18403" y="24388"/>
                  <a:pt x="18293" y="24654"/>
                  <a:pt x="18446" y="24811"/>
                </a:cubicBezTo>
                <a:cubicBezTo>
                  <a:pt x="18497" y="24861"/>
                  <a:pt x="18559" y="24884"/>
                  <a:pt x="18619" y="24884"/>
                </a:cubicBezTo>
                <a:cubicBezTo>
                  <a:pt x="18747" y="24884"/>
                  <a:pt x="18870" y="24784"/>
                  <a:pt x="18870" y="24635"/>
                </a:cubicBezTo>
                <a:cubicBezTo>
                  <a:pt x="18870" y="24501"/>
                  <a:pt x="18760" y="24391"/>
                  <a:pt x="18622" y="24391"/>
                </a:cubicBezTo>
                <a:lnTo>
                  <a:pt x="18622" y="24388"/>
                </a:lnTo>
                <a:close/>
                <a:moveTo>
                  <a:pt x="19841" y="24388"/>
                </a:moveTo>
                <a:cubicBezTo>
                  <a:pt x="19622" y="24388"/>
                  <a:pt x="19512" y="24654"/>
                  <a:pt x="19669" y="24811"/>
                </a:cubicBezTo>
                <a:cubicBezTo>
                  <a:pt x="19718" y="24861"/>
                  <a:pt x="19779" y="24884"/>
                  <a:pt x="19839" y="24884"/>
                </a:cubicBezTo>
                <a:cubicBezTo>
                  <a:pt x="19966" y="24884"/>
                  <a:pt x="20089" y="24784"/>
                  <a:pt x="20089" y="24635"/>
                </a:cubicBezTo>
                <a:cubicBezTo>
                  <a:pt x="20089" y="24503"/>
                  <a:pt x="19982" y="24391"/>
                  <a:pt x="19847" y="24391"/>
                </a:cubicBezTo>
                <a:cubicBezTo>
                  <a:pt x="19845" y="24391"/>
                  <a:pt x="19843" y="24391"/>
                  <a:pt x="19841" y="24391"/>
                </a:cubicBezTo>
                <a:lnTo>
                  <a:pt x="19841" y="24388"/>
                </a:lnTo>
                <a:close/>
                <a:moveTo>
                  <a:pt x="21060" y="24388"/>
                </a:moveTo>
                <a:cubicBezTo>
                  <a:pt x="20841" y="24388"/>
                  <a:pt x="20731" y="24654"/>
                  <a:pt x="20888" y="24811"/>
                </a:cubicBezTo>
                <a:cubicBezTo>
                  <a:pt x="20937" y="24861"/>
                  <a:pt x="20998" y="24884"/>
                  <a:pt x="21058" y="24884"/>
                </a:cubicBezTo>
                <a:cubicBezTo>
                  <a:pt x="21185" y="24884"/>
                  <a:pt x="21308" y="24784"/>
                  <a:pt x="21308" y="24635"/>
                </a:cubicBezTo>
                <a:cubicBezTo>
                  <a:pt x="21308" y="24503"/>
                  <a:pt x="21201" y="24391"/>
                  <a:pt x="21066" y="24391"/>
                </a:cubicBezTo>
                <a:cubicBezTo>
                  <a:pt x="21064" y="24391"/>
                  <a:pt x="21062" y="24391"/>
                  <a:pt x="21060" y="24391"/>
                </a:cubicBezTo>
                <a:lnTo>
                  <a:pt x="21060" y="24388"/>
                </a:lnTo>
                <a:close/>
                <a:moveTo>
                  <a:pt x="22282" y="24388"/>
                </a:moveTo>
                <a:cubicBezTo>
                  <a:pt x="22060" y="24388"/>
                  <a:pt x="21950" y="24654"/>
                  <a:pt x="22107" y="24811"/>
                </a:cubicBezTo>
                <a:cubicBezTo>
                  <a:pt x="22157" y="24861"/>
                  <a:pt x="22219" y="24884"/>
                  <a:pt x="22279" y="24884"/>
                </a:cubicBezTo>
                <a:cubicBezTo>
                  <a:pt x="22406" y="24884"/>
                  <a:pt x="22527" y="24784"/>
                  <a:pt x="22527" y="24635"/>
                </a:cubicBezTo>
                <a:cubicBezTo>
                  <a:pt x="22527" y="24503"/>
                  <a:pt x="22420" y="24391"/>
                  <a:pt x="22288" y="24391"/>
                </a:cubicBezTo>
                <a:cubicBezTo>
                  <a:pt x="22286" y="24391"/>
                  <a:pt x="22284" y="24391"/>
                  <a:pt x="22282" y="24391"/>
                </a:cubicBezTo>
                <a:lnTo>
                  <a:pt x="22282" y="24388"/>
                </a:lnTo>
                <a:close/>
                <a:moveTo>
                  <a:pt x="23501" y="24388"/>
                </a:moveTo>
                <a:cubicBezTo>
                  <a:pt x="23282" y="24388"/>
                  <a:pt x="23169" y="24654"/>
                  <a:pt x="23326" y="24811"/>
                </a:cubicBezTo>
                <a:cubicBezTo>
                  <a:pt x="23376" y="24861"/>
                  <a:pt x="23438" y="24884"/>
                  <a:pt x="23498" y="24884"/>
                </a:cubicBezTo>
                <a:cubicBezTo>
                  <a:pt x="23625" y="24884"/>
                  <a:pt x="23746" y="24784"/>
                  <a:pt x="23746" y="24635"/>
                </a:cubicBezTo>
                <a:cubicBezTo>
                  <a:pt x="23746" y="24501"/>
                  <a:pt x="23636" y="24391"/>
                  <a:pt x="23501" y="24391"/>
                </a:cubicBezTo>
                <a:lnTo>
                  <a:pt x="23501" y="24388"/>
                </a:lnTo>
                <a:close/>
                <a:moveTo>
                  <a:pt x="24720" y="24388"/>
                </a:moveTo>
                <a:cubicBezTo>
                  <a:pt x="24501" y="24388"/>
                  <a:pt x="24391" y="24654"/>
                  <a:pt x="24545" y="24811"/>
                </a:cubicBezTo>
                <a:cubicBezTo>
                  <a:pt x="24595" y="24861"/>
                  <a:pt x="24657" y="24884"/>
                  <a:pt x="24718" y="24884"/>
                </a:cubicBezTo>
                <a:cubicBezTo>
                  <a:pt x="24845" y="24884"/>
                  <a:pt x="24968" y="24784"/>
                  <a:pt x="24968" y="24635"/>
                </a:cubicBezTo>
                <a:cubicBezTo>
                  <a:pt x="24968" y="24501"/>
                  <a:pt x="24855" y="24391"/>
                  <a:pt x="24720" y="24391"/>
                </a:cubicBezTo>
                <a:lnTo>
                  <a:pt x="24720" y="24388"/>
                </a:lnTo>
                <a:close/>
                <a:moveTo>
                  <a:pt x="24716" y="25610"/>
                </a:moveTo>
                <a:cubicBezTo>
                  <a:pt x="24518" y="25610"/>
                  <a:pt x="24405" y="25834"/>
                  <a:pt x="24517" y="25996"/>
                </a:cubicBezTo>
                <a:cubicBezTo>
                  <a:pt x="24567" y="26068"/>
                  <a:pt x="24644" y="26103"/>
                  <a:pt x="24720" y="26103"/>
                </a:cubicBezTo>
                <a:cubicBezTo>
                  <a:pt x="24816" y="26103"/>
                  <a:pt x="24911" y="26048"/>
                  <a:pt x="24949" y="25945"/>
                </a:cubicBezTo>
                <a:cubicBezTo>
                  <a:pt x="24955" y="25914"/>
                  <a:pt x="24962" y="25883"/>
                  <a:pt x="24965" y="25851"/>
                </a:cubicBezTo>
                <a:cubicBezTo>
                  <a:pt x="24965" y="25717"/>
                  <a:pt x="24855" y="25610"/>
                  <a:pt x="24720" y="25610"/>
                </a:cubicBezTo>
                <a:cubicBezTo>
                  <a:pt x="24719" y="25610"/>
                  <a:pt x="24718" y="25610"/>
                  <a:pt x="24716" y="25610"/>
                </a:cubicBezTo>
                <a:close/>
                <a:moveTo>
                  <a:pt x="330" y="25610"/>
                </a:moveTo>
                <a:cubicBezTo>
                  <a:pt x="111" y="25610"/>
                  <a:pt x="1" y="25873"/>
                  <a:pt x="154" y="26030"/>
                </a:cubicBezTo>
                <a:cubicBezTo>
                  <a:pt x="205" y="26081"/>
                  <a:pt x="268" y="26104"/>
                  <a:pt x="329" y="26104"/>
                </a:cubicBezTo>
                <a:cubicBezTo>
                  <a:pt x="456" y="26104"/>
                  <a:pt x="577" y="26005"/>
                  <a:pt x="577" y="25854"/>
                </a:cubicBezTo>
                <a:cubicBezTo>
                  <a:pt x="577" y="25720"/>
                  <a:pt x="465" y="25610"/>
                  <a:pt x="330" y="25610"/>
                </a:cubicBezTo>
                <a:close/>
                <a:moveTo>
                  <a:pt x="1549" y="25610"/>
                </a:moveTo>
                <a:cubicBezTo>
                  <a:pt x="1330" y="25610"/>
                  <a:pt x="1220" y="25873"/>
                  <a:pt x="1373" y="26030"/>
                </a:cubicBezTo>
                <a:cubicBezTo>
                  <a:pt x="1424" y="26081"/>
                  <a:pt x="1487" y="26104"/>
                  <a:pt x="1548" y="26104"/>
                </a:cubicBezTo>
                <a:cubicBezTo>
                  <a:pt x="1675" y="26104"/>
                  <a:pt x="1797" y="26005"/>
                  <a:pt x="1797" y="25854"/>
                </a:cubicBezTo>
                <a:cubicBezTo>
                  <a:pt x="1797" y="25720"/>
                  <a:pt x="1687" y="25610"/>
                  <a:pt x="1549" y="25610"/>
                </a:cubicBezTo>
                <a:close/>
                <a:moveTo>
                  <a:pt x="2768" y="25610"/>
                </a:moveTo>
                <a:cubicBezTo>
                  <a:pt x="2549" y="25610"/>
                  <a:pt x="2439" y="25873"/>
                  <a:pt x="2596" y="26030"/>
                </a:cubicBezTo>
                <a:cubicBezTo>
                  <a:pt x="2645" y="26081"/>
                  <a:pt x="2707" y="26104"/>
                  <a:pt x="2768" y="26104"/>
                </a:cubicBezTo>
                <a:cubicBezTo>
                  <a:pt x="2894" y="26104"/>
                  <a:pt x="3016" y="26005"/>
                  <a:pt x="3016" y="25854"/>
                </a:cubicBezTo>
                <a:cubicBezTo>
                  <a:pt x="3016" y="25720"/>
                  <a:pt x="2906" y="25610"/>
                  <a:pt x="2768" y="25610"/>
                </a:cubicBezTo>
                <a:close/>
                <a:moveTo>
                  <a:pt x="3987" y="25610"/>
                </a:moveTo>
                <a:cubicBezTo>
                  <a:pt x="3768" y="25610"/>
                  <a:pt x="3658" y="25873"/>
                  <a:pt x="3815" y="26030"/>
                </a:cubicBezTo>
                <a:cubicBezTo>
                  <a:pt x="3865" y="26081"/>
                  <a:pt x="3926" y="26104"/>
                  <a:pt x="3987" y="26104"/>
                </a:cubicBezTo>
                <a:cubicBezTo>
                  <a:pt x="4113" y="26104"/>
                  <a:pt x="4235" y="26005"/>
                  <a:pt x="4235" y="25854"/>
                </a:cubicBezTo>
                <a:cubicBezTo>
                  <a:pt x="4235" y="25720"/>
                  <a:pt x="4125" y="25610"/>
                  <a:pt x="3987" y="25610"/>
                </a:cubicBezTo>
                <a:close/>
                <a:moveTo>
                  <a:pt x="5209" y="25610"/>
                </a:moveTo>
                <a:cubicBezTo>
                  <a:pt x="4987" y="25610"/>
                  <a:pt x="4877" y="25873"/>
                  <a:pt x="5034" y="26030"/>
                </a:cubicBezTo>
                <a:cubicBezTo>
                  <a:pt x="5084" y="26081"/>
                  <a:pt x="5145" y="26104"/>
                  <a:pt x="5206" y="26104"/>
                </a:cubicBezTo>
                <a:cubicBezTo>
                  <a:pt x="5332" y="26104"/>
                  <a:pt x="5454" y="26005"/>
                  <a:pt x="5454" y="25854"/>
                </a:cubicBezTo>
                <a:cubicBezTo>
                  <a:pt x="5454" y="25720"/>
                  <a:pt x="5344" y="25610"/>
                  <a:pt x="5209" y="25610"/>
                </a:cubicBezTo>
                <a:close/>
                <a:moveTo>
                  <a:pt x="6428" y="25610"/>
                </a:moveTo>
                <a:cubicBezTo>
                  <a:pt x="6209" y="25610"/>
                  <a:pt x="6096" y="25873"/>
                  <a:pt x="6253" y="26030"/>
                </a:cubicBezTo>
                <a:cubicBezTo>
                  <a:pt x="6304" y="26081"/>
                  <a:pt x="6366" y="26104"/>
                  <a:pt x="6426" y="26104"/>
                </a:cubicBezTo>
                <a:cubicBezTo>
                  <a:pt x="6553" y="26104"/>
                  <a:pt x="6673" y="26005"/>
                  <a:pt x="6673" y="25854"/>
                </a:cubicBezTo>
                <a:cubicBezTo>
                  <a:pt x="6673" y="25720"/>
                  <a:pt x="6563" y="25610"/>
                  <a:pt x="6428" y="25610"/>
                </a:cubicBezTo>
                <a:close/>
                <a:moveTo>
                  <a:pt x="7647" y="25610"/>
                </a:moveTo>
                <a:cubicBezTo>
                  <a:pt x="7428" y="25610"/>
                  <a:pt x="7318" y="25873"/>
                  <a:pt x="7472" y="26030"/>
                </a:cubicBezTo>
                <a:cubicBezTo>
                  <a:pt x="7523" y="26081"/>
                  <a:pt x="7585" y="26104"/>
                  <a:pt x="7646" y="26104"/>
                </a:cubicBezTo>
                <a:cubicBezTo>
                  <a:pt x="7773" y="26104"/>
                  <a:pt x="7895" y="26005"/>
                  <a:pt x="7895" y="25854"/>
                </a:cubicBezTo>
                <a:cubicBezTo>
                  <a:pt x="7895" y="25720"/>
                  <a:pt x="7782" y="25610"/>
                  <a:pt x="7647" y="25610"/>
                </a:cubicBezTo>
                <a:close/>
                <a:moveTo>
                  <a:pt x="8866" y="25610"/>
                </a:moveTo>
                <a:cubicBezTo>
                  <a:pt x="8647" y="25610"/>
                  <a:pt x="8537" y="25873"/>
                  <a:pt x="8691" y="26030"/>
                </a:cubicBezTo>
                <a:cubicBezTo>
                  <a:pt x="8742" y="26081"/>
                  <a:pt x="8804" y="26104"/>
                  <a:pt x="8865" y="26104"/>
                </a:cubicBezTo>
                <a:cubicBezTo>
                  <a:pt x="8992" y="26104"/>
                  <a:pt x="9114" y="26005"/>
                  <a:pt x="9114" y="25854"/>
                </a:cubicBezTo>
                <a:cubicBezTo>
                  <a:pt x="9114" y="25720"/>
                  <a:pt x="9001" y="25610"/>
                  <a:pt x="8866" y="25610"/>
                </a:cubicBezTo>
                <a:close/>
                <a:moveTo>
                  <a:pt x="10085" y="25610"/>
                </a:moveTo>
                <a:cubicBezTo>
                  <a:pt x="9866" y="25610"/>
                  <a:pt x="9756" y="25873"/>
                  <a:pt x="9910" y="26030"/>
                </a:cubicBezTo>
                <a:cubicBezTo>
                  <a:pt x="9961" y="26081"/>
                  <a:pt x="10023" y="26104"/>
                  <a:pt x="10084" y="26104"/>
                </a:cubicBezTo>
                <a:cubicBezTo>
                  <a:pt x="10211" y="26104"/>
                  <a:pt x="10333" y="26005"/>
                  <a:pt x="10333" y="25854"/>
                </a:cubicBezTo>
                <a:cubicBezTo>
                  <a:pt x="10333" y="25720"/>
                  <a:pt x="10223" y="25610"/>
                  <a:pt x="10085" y="25610"/>
                </a:cubicBezTo>
                <a:close/>
                <a:moveTo>
                  <a:pt x="11305" y="25610"/>
                </a:moveTo>
                <a:cubicBezTo>
                  <a:pt x="11085" y="25610"/>
                  <a:pt x="10975" y="25873"/>
                  <a:pt x="11132" y="26030"/>
                </a:cubicBezTo>
                <a:cubicBezTo>
                  <a:pt x="11182" y="26081"/>
                  <a:pt x="11244" y="26104"/>
                  <a:pt x="11304" y="26104"/>
                </a:cubicBezTo>
                <a:cubicBezTo>
                  <a:pt x="11431" y="26104"/>
                  <a:pt x="11552" y="26005"/>
                  <a:pt x="11552" y="25854"/>
                </a:cubicBezTo>
                <a:cubicBezTo>
                  <a:pt x="11552" y="25720"/>
                  <a:pt x="11442" y="25610"/>
                  <a:pt x="11305" y="25610"/>
                </a:cubicBezTo>
                <a:close/>
                <a:moveTo>
                  <a:pt x="12524" y="25610"/>
                </a:moveTo>
                <a:cubicBezTo>
                  <a:pt x="12304" y="25610"/>
                  <a:pt x="12195" y="25873"/>
                  <a:pt x="12351" y="26030"/>
                </a:cubicBezTo>
                <a:cubicBezTo>
                  <a:pt x="12401" y="26081"/>
                  <a:pt x="12463" y="26104"/>
                  <a:pt x="12523" y="26104"/>
                </a:cubicBezTo>
                <a:cubicBezTo>
                  <a:pt x="12650" y="26104"/>
                  <a:pt x="12771" y="26005"/>
                  <a:pt x="12771" y="25854"/>
                </a:cubicBezTo>
                <a:cubicBezTo>
                  <a:pt x="12771" y="25720"/>
                  <a:pt x="12661" y="25610"/>
                  <a:pt x="12524" y="25610"/>
                </a:cubicBezTo>
                <a:close/>
                <a:moveTo>
                  <a:pt x="13746" y="25610"/>
                </a:moveTo>
                <a:cubicBezTo>
                  <a:pt x="13523" y="25610"/>
                  <a:pt x="13414" y="25873"/>
                  <a:pt x="13570" y="26030"/>
                </a:cubicBezTo>
                <a:cubicBezTo>
                  <a:pt x="13620" y="26081"/>
                  <a:pt x="13682" y="26104"/>
                  <a:pt x="13742" y="26104"/>
                </a:cubicBezTo>
                <a:cubicBezTo>
                  <a:pt x="13869" y="26104"/>
                  <a:pt x="13990" y="26005"/>
                  <a:pt x="13990" y="25854"/>
                </a:cubicBezTo>
                <a:cubicBezTo>
                  <a:pt x="13990" y="25720"/>
                  <a:pt x="13881" y="25610"/>
                  <a:pt x="13746" y="25610"/>
                </a:cubicBezTo>
                <a:close/>
                <a:moveTo>
                  <a:pt x="14965" y="25610"/>
                </a:moveTo>
                <a:cubicBezTo>
                  <a:pt x="14745" y="25610"/>
                  <a:pt x="14633" y="25873"/>
                  <a:pt x="14789" y="26030"/>
                </a:cubicBezTo>
                <a:cubicBezTo>
                  <a:pt x="14840" y="26081"/>
                  <a:pt x="14902" y="26104"/>
                  <a:pt x="14963" y="26104"/>
                </a:cubicBezTo>
                <a:cubicBezTo>
                  <a:pt x="15089" y="26104"/>
                  <a:pt x="15209" y="26005"/>
                  <a:pt x="15209" y="25854"/>
                </a:cubicBezTo>
                <a:cubicBezTo>
                  <a:pt x="15209" y="25720"/>
                  <a:pt x="15100" y="25610"/>
                  <a:pt x="14965" y="25610"/>
                </a:cubicBezTo>
                <a:close/>
                <a:moveTo>
                  <a:pt x="16184" y="25610"/>
                </a:moveTo>
                <a:cubicBezTo>
                  <a:pt x="15964" y="25610"/>
                  <a:pt x="15855" y="25873"/>
                  <a:pt x="16008" y="26030"/>
                </a:cubicBezTo>
                <a:cubicBezTo>
                  <a:pt x="16059" y="26081"/>
                  <a:pt x="16122" y="26104"/>
                  <a:pt x="16183" y="26104"/>
                </a:cubicBezTo>
                <a:cubicBezTo>
                  <a:pt x="16310" y="26104"/>
                  <a:pt x="16431" y="26005"/>
                  <a:pt x="16431" y="25854"/>
                </a:cubicBezTo>
                <a:cubicBezTo>
                  <a:pt x="16431" y="25720"/>
                  <a:pt x="16319" y="25610"/>
                  <a:pt x="16184" y="25610"/>
                </a:cubicBezTo>
                <a:close/>
                <a:moveTo>
                  <a:pt x="17403" y="25610"/>
                </a:moveTo>
                <a:cubicBezTo>
                  <a:pt x="17184" y="25610"/>
                  <a:pt x="17074" y="25873"/>
                  <a:pt x="17227" y="26030"/>
                </a:cubicBezTo>
                <a:cubicBezTo>
                  <a:pt x="17278" y="26081"/>
                  <a:pt x="17341" y="26104"/>
                  <a:pt x="17402" y="26104"/>
                </a:cubicBezTo>
                <a:cubicBezTo>
                  <a:pt x="17529" y="26104"/>
                  <a:pt x="17650" y="26005"/>
                  <a:pt x="17650" y="25854"/>
                </a:cubicBezTo>
                <a:cubicBezTo>
                  <a:pt x="17650" y="25720"/>
                  <a:pt x="17538" y="25610"/>
                  <a:pt x="17403" y="25610"/>
                </a:cubicBezTo>
                <a:close/>
                <a:moveTo>
                  <a:pt x="18622" y="25610"/>
                </a:moveTo>
                <a:cubicBezTo>
                  <a:pt x="18403" y="25610"/>
                  <a:pt x="18293" y="25873"/>
                  <a:pt x="18446" y="26030"/>
                </a:cubicBezTo>
                <a:cubicBezTo>
                  <a:pt x="18497" y="26081"/>
                  <a:pt x="18560" y="26104"/>
                  <a:pt x="18621" y="26104"/>
                </a:cubicBezTo>
                <a:cubicBezTo>
                  <a:pt x="18748" y="26104"/>
                  <a:pt x="18870" y="26005"/>
                  <a:pt x="18870" y="25854"/>
                </a:cubicBezTo>
                <a:cubicBezTo>
                  <a:pt x="18870" y="25720"/>
                  <a:pt x="18760" y="25610"/>
                  <a:pt x="18622" y="25610"/>
                </a:cubicBezTo>
                <a:close/>
                <a:moveTo>
                  <a:pt x="19841" y="25610"/>
                </a:moveTo>
                <a:cubicBezTo>
                  <a:pt x="19622" y="25610"/>
                  <a:pt x="19512" y="25873"/>
                  <a:pt x="19669" y="26030"/>
                </a:cubicBezTo>
                <a:cubicBezTo>
                  <a:pt x="19718" y="26081"/>
                  <a:pt x="19780" y="26104"/>
                  <a:pt x="19841" y="26104"/>
                </a:cubicBezTo>
                <a:cubicBezTo>
                  <a:pt x="19967" y="26104"/>
                  <a:pt x="20089" y="26005"/>
                  <a:pt x="20089" y="25854"/>
                </a:cubicBezTo>
                <a:cubicBezTo>
                  <a:pt x="20089" y="25720"/>
                  <a:pt x="19979" y="25610"/>
                  <a:pt x="19841" y="25610"/>
                </a:cubicBezTo>
                <a:close/>
                <a:moveTo>
                  <a:pt x="21060" y="25610"/>
                </a:moveTo>
                <a:cubicBezTo>
                  <a:pt x="20841" y="25610"/>
                  <a:pt x="20731" y="25873"/>
                  <a:pt x="20888" y="26030"/>
                </a:cubicBezTo>
                <a:cubicBezTo>
                  <a:pt x="20938" y="26081"/>
                  <a:pt x="20999" y="26104"/>
                  <a:pt x="21060" y="26104"/>
                </a:cubicBezTo>
                <a:cubicBezTo>
                  <a:pt x="21186" y="26104"/>
                  <a:pt x="21308" y="26005"/>
                  <a:pt x="21308" y="25854"/>
                </a:cubicBezTo>
                <a:cubicBezTo>
                  <a:pt x="21308" y="25720"/>
                  <a:pt x="21198" y="25610"/>
                  <a:pt x="21060" y="25610"/>
                </a:cubicBezTo>
                <a:close/>
                <a:moveTo>
                  <a:pt x="22282" y="25610"/>
                </a:moveTo>
                <a:cubicBezTo>
                  <a:pt x="22060" y="25610"/>
                  <a:pt x="21950" y="25873"/>
                  <a:pt x="22107" y="26030"/>
                </a:cubicBezTo>
                <a:cubicBezTo>
                  <a:pt x="22158" y="26081"/>
                  <a:pt x="22220" y="26104"/>
                  <a:pt x="22280" y="26104"/>
                </a:cubicBezTo>
                <a:cubicBezTo>
                  <a:pt x="22407" y="26104"/>
                  <a:pt x="22527" y="26005"/>
                  <a:pt x="22527" y="25854"/>
                </a:cubicBezTo>
                <a:cubicBezTo>
                  <a:pt x="22527" y="25720"/>
                  <a:pt x="22417" y="25610"/>
                  <a:pt x="22282" y="25610"/>
                </a:cubicBezTo>
                <a:close/>
                <a:moveTo>
                  <a:pt x="23501" y="25610"/>
                </a:moveTo>
                <a:cubicBezTo>
                  <a:pt x="23282" y="25610"/>
                  <a:pt x="23169" y="25873"/>
                  <a:pt x="23326" y="26030"/>
                </a:cubicBezTo>
                <a:cubicBezTo>
                  <a:pt x="23377" y="26081"/>
                  <a:pt x="23439" y="26104"/>
                  <a:pt x="23499" y="26104"/>
                </a:cubicBezTo>
                <a:cubicBezTo>
                  <a:pt x="23626" y="26104"/>
                  <a:pt x="23746" y="26005"/>
                  <a:pt x="23746" y="25854"/>
                </a:cubicBezTo>
                <a:cubicBezTo>
                  <a:pt x="23746" y="25720"/>
                  <a:pt x="23636" y="25610"/>
                  <a:pt x="23501" y="25610"/>
                </a:cubicBezTo>
                <a:close/>
                <a:moveTo>
                  <a:pt x="24720" y="26828"/>
                </a:moveTo>
                <a:cubicBezTo>
                  <a:pt x="24587" y="26828"/>
                  <a:pt x="24473" y="26935"/>
                  <a:pt x="24473" y="27077"/>
                </a:cubicBezTo>
                <a:cubicBezTo>
                  <a:pt x="24473" y="27196"/>
                  <a:pt x="24561" y="27296"/>
                  <a:pt x="24676" y="27318"/>
                </a:cubicBezTo>
                <a:cubicBezTo>
                  <a:pt x="24711" y="27155"/>
                  <a:pt x="24745" y="26995"/>
                  <a:pt x="24780" y="26835"/>
                </a:cubicBezTo>
                <a:cubicBezTo>
                  <a:pt x="24760" y="26831"/>
                  <a:pt x="24740" y="26828"/>
                  <a:pt x="24720" y="26828"/>
                </a:cubicBezTo>
                <a:close/>
                <a:moveTo>
                  <a:pt x="330" y="26829"/>
                </a:moveTo>
                <a:cubicBezTo>
                  <a:pt x="111" y="26829"/>
                  <a:pt x="1" y="27095"/>
                  <a:pt x="154" y="27249"/>
                </a:cubicBezTo>
                <a:cubicBezTo>
                  <a:pt x="205" y="27300"/>
                  <a:pt x="268" y="27323"/>
                  <a:pt x="329" y="27323"/>
                </a:cubicBezTo>
                <a:cubicBezTo>
                  <a:pt x="456" y="27323"/>
                  <a:pt x="577" y="27224"/>
                  <a:pt x="577" y="27074"/>
                </a:cubicBezTo>
                <a:cubicBezTo>
                  <a:pt x="577" y="26939"/>
                  <a:pt x="465" y="26829"/>
                  <a:pt x="330" y="26829"/>
                </a:cubicBezTo>
                <a:close/>
                <a:moveTo>
                  <a:pt x="1549" y="26829"/>
                </a:moveTo>
                <a:cubicBezTo>
                  <a:pt x="1330" y="26829"/>
                  <a:pt x="1220" y="27095"/>
                  <a:pt x="1373" y="27249"/>
                </a:cubicBezTo>
                <a:cubicBezTo>
                  <a:pt x="1424" y="27300"/>
                  <a:pt x="1487" y="27323"/>
                  <a:pt x="1548" y="27323"/>
                </a:cubicBezTo>
                <a:cubicBezTo>
                  <a:pt x="1675" y="27323"/>
                  <a:pt x="1797" y="27224"/>
                  <a:pt x="1797" y="27074"/>
                </a:cubicBezTo>
                <a:cubicBezTo>
                  <a:pt x="1797" y="26939"/>
                  <a:pt x="1687" y="26829"/>
                  <a:pt x="1549" y="26829"/>
                </a:cubicBezTo>
                <a:close/>
                <a:moveTo>
                  <a:pt x="2768" y="26829"/>
                </a:moveTo>
                <a:cubicBezTo>
                  <a:pt x="2549" y="26829"/>
                  <a:pt x="2439" y="27095"/>
                  <a:pt x="2596" y="27249"/>
                </a:cubicBezTo>
                <a:cubicBezTo>
                  <a:pt x="2645" y="27300"/>
                  <a:pt x="2707" y="27323"/>
                  <a:pt x="2768" y="27323"/>
                </a:cubicBezTo>
                <a:cubicBezTo>
                  <a:pt x="2894" y="27323"/>
                  <a:pt x="3016" y="27224"/>
                  <a:pt x="3016" y="27074"/>
                </a:cubicBezTo>
                <a:cubicBezTo>
                  <a:pt x="3016" y="26939"/>
                  <a:pt x="2906" y="26829"/>
                  <a:pt x="2768" y="26829"/>
                </a:cubicBezTo>
                <a:close/>
                <a:moveTo>
                  <a:pt x="3987" y="26829"/>
                </a:moveTo>
                <a:cubicBezTo>
                  <a:pt x="3768" y="26829"/>
                  <a:pt x="3658" y="27095"/>
                  <a:pt x="3815" y="27249"/>
                </a:cubicBezTo>
                <a:cubicBezTo>
                  <a:pt x="3865" y="27300"/>
                  <a:pt x="3926" y="27323"/>
                  <a:pt x="3987" y="27323"/>
                </a:cubicBezTo>
                <a:cubicBezTo>
                  <a:pt x="4113" y="27323"/>
                  <a:pt x="4235" y="27224"/>
                  <a:pt x="4235" y="27074"/>
                </a:cubicBezTo>
                <a:cubicBezTo>
                  <a:pt x="4235" y="26939"/>
                  <a:pt x="4125" y="26829"/>
                  <a:pt x="3987" y="26829"/>
                </a:cubicBezTo>
                <a:close/>
                <a:moveTo>
                  <a:pt x="5209" y="26829"/>
                </a:moveTo>
                <a:cubicBezTo>
                  <a:pt x="4987" y="26829"/>
                  <a:pt x="4877" y="27095"/>
                  <a:pt x="5034" y="27249"/>
                </a:cubicBezTo>
                <a:cubicBezTo>
                  <a:pt x="5084" y="27300"/>
                  <a:pt x="5146" y="27323"/>
                  <a:pt x="5206" y="27323"/>
                </a:cubicBezTo>
                <a:cubicBezTo>
                  <a:pt x="5332" y="27323"/>
                  <a:pt x="5454" y="27225"/>
                  <a:pt x="5454" y="27077"/>
                </a:cubicBezTo>
                <a:cubicBezTo>
                  <a:pt x="5454" y="26939"/>
                  <a:pt x="5344" y="26829"/>
                  <a:pt x="5209" y="26829"/>
                </a:cubicBezTo>
                <a:close/>
                <a:moveTo>
                  <a:pt x="6428" y="26829"/>
                </a:moveTo>
                <a:cubicBezTo>
                  <a:pt x="6209" y="26829"/>
                  <a:pt x="6096" y="27095"/>
                  <a:pt x="6253" y="27249"/>
                </a:cubicBezTo>
                <a:cubicBezTo>
                  <a:pt x="6304" y="27300"/>
                  <a:pt x="6366" y="27323"/>
                  <a:pt x="6427" y="27323"/>
                </a:cubicBezTo>
                <a:cubicBezTo>
                  <a:pt x="6553" y="27323"/>
                  <a:pt x="6673" y="27225"/>
                  <a:pt x="6673" y="27077"/>
                </a:cubicBezTo>
                <a:cubicBezTo>
                  <a:pt x="6673" y="26939"/>
                  <a:pt x="6563" y="26829"/>
                  <a:pt x="6428" y="26829"/>
                </a:cubicBezTo>
                <a:close/>
                <a:moveTo>
                  <a:pt x="7647" y="26829"/>
                </a:moveTo>
                <a:cubicBezTo>
                  <a:pt x="7428" y="26829"/>
                  <a:pt x="7318" y="27095"/>
                  <a:pt x="7472" y="27249"/>
                </a:cubicBezTo>
                <a:cubicBezTo>
                  <a:pt x="7523" y="27300"/>
                  <a:pt x="7585" y="27323"/>
                  <a:pt x="7647" y="27323"/>
                </a:cubicBezTo>
                <a:cubicBezTo>
                  <a:pt x="7774" y="27323"/>
                  <a:pt x="7895" y="27225"/>
                  <a:pt x="7895" y="27077"/>
                </a:cubicBezTo>
                <a:cubicBezTo>
                  <a:pt x="7895" y="26939"/>
                  <a:pt x="7782" y="26829"/>
                  <a:pt x="7647" y="26829"/>
                </a:cubicBezTo>
                <a:close/>
                <a:moveTo>
                  <a:pt x="8866" y="26829"/>
                </a:moveTo>
                <a:cubicBezTo>
                  <a:pt x="8647" y="26829"/>
                  <a:pt x="8537" y="27095"/>
                  <a:pt x="8691" y="27249"/>
                </a:cubicBezTo>
                <a:cubicBezTo>
                  <a:pt x="8742" y="27300"/>
                  <a:pt x="8804" y="27323"/>
                  <a:pt x="8866" y="27323"/>
                </a:cubicBezTo>
                <a:cubicBezTo>
                  <a:pt x="8993" y="27323"/>
                  <a:pt x="9114" y="27225"/>
                  <a:pt x="9114" y="27077"/>
                </a:cubicBezTo>
                <a:cubicBezTo>
                  <a:pt x="9114" y="26939"/>
                  <a:pt x="9001" y="26829"/>
                  <a:pt x="8866" y="26829"/>
                </a:cubicBezTo>
                <a:close/>
                <a:moveTo>
                  <a:pt x="10085" y="26829"/>
                </a:moveTo>
                <a:cubicBezTo>
                  <a:pt x="9866" y="26829"/>
                  <a:pt x="9756" y="27095"/>
                  <a:pt x="9910" y="27249"/>
                </a:cubicBezTo>
                <a:cubicBezTo>
                  <a:pt x="9961" y="27300"/>
                  <a:pt x="10023" y="27323"/>
                  <a:pt x="10085" y="27323"/>
                </a:cubicBezTo>
                <a:cubicBezTo>
                  <a:pt x="10212" y="27323"/>
                  <a:pt x="10333" y="27225"/>
                  <a:pt x="10333" y="27077"/>
                </a:cubicBezTo>
                <a:cubicBezTo>
                  <a:pt x="10333" y="26939"/>
                  <a:pt x="10223" y="26829"/>
                  <a:pt x="10085" y="26829"/>
                </a:cubicBezTo>
                <a:close/>
                <a:moveTo>
                  <a:pt x="11305" y="26829"/>
                </a:moveTo>
                <a:cubicBezTo>
                  <a:pt x="11085" y="26829"/>
                  <a:pt x="10975" y="27095"/>
                  <a:pt x="11132" y="27249"/>
                </a:cubicBezTo>
                <a:cubicBezTo>
                  <a:pt x="11182" y="27300"/>
                  <a:pt x="11244" y="27323"/>
                  <a:pt x="11305" y="27323"/>
                </a:cubicBezTo>
                <a:cubicBezTo>
                  <a:pt x="11431" y="27323"/>
                  <a:pt x="11552" y="27225"/>
                  <a:pt x="11552" y="27077"/>
                </a:cubicBezTo>
                <a:cubicBezTo>
                  <a:pt x="11552" y="26939"/>
                  <a:pt x="11442" y="26829"/>
                  <a:pt x="11305" y="26829"/>
                </a:cubicBezTo>
                <a:close/>
                <a:moveTo>
                  <a:pt x="12524" y="26829"/>
                </a:moveTo>
                <a:cubicBezTo>
                  <a:pt x="12304" y="26829"/>
                  <a:pt x="12195" y="27095"/>
                  <a:pt x="12351" y="27249"/>
                </a:cubicBezTo>
                <a:cubicBezTo>
                  <a:pt x="12401" y="27300"/>
                  <a:pt x="12463" y="27323"/>
                  <a:pt x="12524" y="27323"/>
                </a:cubicBezTo>
                <a:cubicBezTo>
                  <a:pt x="12650" y="27323"/>
                  <a:pt x="12771" y="27225"/>
                  <a:pt x="12771" y="27077"/>
                </a:cubicBezTo>
                <a:cubicBezTo>
                  <a:pt x="12771" y="26939"/>
                  <a:pt x="12661" y="26829"/>
                  <a:pt x="12524" y="26829"/>
                </a:cubicBezTo>
                <a:close/>
                <a:moveTo>
                  <a:pt x="13746" y="26829"/>
                </a:moveTo>
                <a:cubicBezTo>
                  <a:pt x="13523" y="26829"/>
                  <a:pt x="13414" y="27095"/>
                  <a:pt x="13570" y="27249"/>
                </a:cubicBezTo>
                <a:cubicBezTo>
                  <a:pt x="13620" y="27300"/>
                  <a:pt x="13682" y="27323"/>
                  <a:pt x="13743" y="27323"/>
                </a:cubicBezTo>
                <a:cubicBezTo>
                  <a:pt x="13869" y="27323"/>
                  <a:pt x="13990" y="27225"/>
                  <a:pt x="13990" y="27077"/>
                </a:cubicBezTo>
                <a:cubicBezTo>
                  <a:pt x="13990" y="26939"/>
                  <a:pt x="13881" y="26829"/>
                  <a:pt x="13746" y="26829"/>
                </a:cubicBezTo>
                <a:close/>
                <a:moveTo>
                  <a:pt x="14965" y="26829"/>
                </a:moveTo>
                <a:cubicBezTo>
                  <a:pt x="14745" y="26829"/>
                  <a:pt x="14633" y="27095"/>
                  <a:pt x="14789" y="27249"/>
                </a:cubicBezTo>
                <a:cubicBezTo>
                  <a:pt x="14840" y="27300"/>
                  <a:pt x="14903" y="27323"/>
                  <a:pt x="14963" y="27323"/>
                </a:cubicBezTo>
                <a:cubicBezTo>
                  <a:pt x="15089" y="27323"/>
                  <a:pt x="15209" y="27225"/>
                  <a:pt x="15209" y="27077"/>
                </a:cubicBezTo>
                <a:cubicBezTo>
                  <a:pt x="15209" y="26939"/>
                  <a:pt x="15100" y="26829"/>
                  <a:pt x="14965" y="26829"/>
                </a:cubicBezTo>
                <a:close/>
                <a:moveTo>
                  <a:pt x="16184" y="26829"/>
                </a:moveTo>
                <a:cubicBezTo>
                  <a:pt x="15964" y="26829"/>
                  <a:pt x="15855" y="27095"/>
                  <a:pt x="16008" y="27249"/>
                </a:cubicBezTo>
                <a:cubicBezTo>
                  <a:pt x="16059" y="27300"/>
                  <a:pt x="16122" y="27323"/>
                  <a:pt x="16183" y="27323"/>
                </a:cubicBezTo>
                <a:cubicBezTo>
                  <a:pt x="16310" y="27323"/>
                  <a:pt x="16431" y="27225"/>
                  <a:pt x="16431" y="27077"/>
                </a:cubicBezTo>
                <a:cubicBezTo>
                  <a:pt x="16431" y="26939"/>
                  <a:pt x="16319" y="26829"/>
                  <a:pt x="16184" y="26829"/>
                </a:cubicBezTo>
                <a:close/>
                <a:moveTo>
                  <a:pt x="17403" y="26829"/>
                </a:moveTo>
                <a:cubicBezTo>
                  <a:pt x="17184" y="26829"/>
                  <a:pt x="17074" y="27095"/>
                  <a:pt x="17227" y="27249"/>
                </a:cubicBezTo>
                <a:cubicBezTo>
                  <a:pt x="17278" y="27300"/>
                  <a:pt x="17341" y="27323"/>
                  <a:pt x="17402" y="27323"/>
                </a:cubicBezTo>
                <a:cubicBezTo>
                  <a:pt x="17529" y="27323"/>
                  <a:pt x="17650" y="27225"/>
                  <a:pt x="17650" y="27077"/>
                </a:cubicBezTo>
                <a:cubicBezTo>
                  <a:pt x="17650" y="26939"/>
                  <a:pt x="17538" y="26829"/>
                  <a:pt x="17403" y="26829"/>
                </a:cubicBezTo>
                <a:close/>
                <a:moveTo>
                  <a:pt x="18622" y="26829"/>
                </a:moveTo>
                <a:cubicBezTo>
                  <a:pt x="18403" y="26829"/>
                  <a:pt x="18293" y="27095"/>
                  <a:pt x="18446" y="27249"/>
                </a:cubicBezTo>
                <a:cubicBezTo>
                  <a:pt x="18497" y="27300"/>
                  <a:pt x="18560" y="27323"/>
                  <a:pt x="18621" y="27323"/>
                </a:cubicBezTo>
                <a:cubicBezTo>
                  <a:pt x="18748" y="27323"/>
                  <a:pt x="18870" y="27225"/>
                  <a:pt x="18870" y="27077"/>
                </a:cubicBezTo>
                <a:cubicBezTo>
                  <a:pt x="18870" y="26939"/>
                  <a:pt x="18760" y="26829"/>
                  <a:pt x="18622" y="26829"/>
                </a:cubicBezTo>
                <a:close/>
                <a:moveTo>
                  <a:pt x="19841" y="26829"/>
                </a:moveTo>
                <a:cubicBezTo>
                  <a:pt x="19622" y="26829"/>
                  <a:pt x="19512" y="27095"/>
                  <a:pt x="19669" y="27249"/>
                </a:cubicBezTo>
                <a:cubicBezTo>
                  <a:pt x="19719" y="27300"/>
                  <a:pt x="19780" y="27323"/>
                  <a:pt x="19841" y="27323"/>
                </a:cubicBezTo>
                <a:cubicBezTo>
                  <a:pt x="19967" y="27323"/>
                  <a:pt x="20089" y="27225"/>
                  <a:pt x="20089" y="27077"/>
                </a:cubicBezTo>
                <a:cubicBezTo>
                  <a:pt x="20089" y="26939"/>
                  <a:pt x="19979" y="26829"/>
                  <a:pt x="19841" y="26829"/>
                </a:cubicBezTo>
                <a:close/>
                <a:moveTo>
                  <a:pt x="21060" y="26829"/>
                </a:moveTo>
                <a:cubicBezTo>
                  <a:pt x="20841" y="26829"/>
                  <a:pt x="20731" y="27095"/>
                  <a:pt x="20888" y="27249"/>
                </a:cubicBezTo>
                <a:cubicBezTo>
                  <a:pt x="20938" y="27300"/>
                  <a:pt x="21000" y="27323"/>
                  <a:pt x="21060" y="27323"/>
                </a:cubicBezTo>
                <a:cubicBezTo>
                  <a:pt x="21186" y="27323"/>
                  <a:pt x="21308" y="27225"/>
                  <a:pt x="21308" y="27077"/>
                </a:cubicBezTo>
                <a:cubicBezTo>
                  <a:pt x="21308" y="26939"/>
                  <a:pt x="21198" y="26829"/>
                  <a:pt x="21060" y="26829"/>
                </a:cubicBezTo>
                <a:close/>
                <a:moveTo>
                  <a:pt x="22282" y="26829"/>
                </a:moveTo>
                <a:cubicBezTo>
                  <a:pt x="22060" y="26829"/>
                  <a:pt x="21950" y="27095"/>
                  <a:pt x="22107" y="27249"/>
                </a:cubicBezTo>
                <a:cubicBezTo>
                  <a:pt x="22158" y="27300"/>
                  <a:pt x="22220" y="27323"/>
                  <a:pt x="22281" y="27323"/>
                </a:cubicBezTo>
                <a:cubicBezTo>
                  <a:pt x="22407" y="27323"/>
                  <a:pt x="22527" y="27225"/>
                  <a:pt x="22527" y="27077"/>
                </a:cubicBezTo>
                <a:cubicBezTo>
                  <a:pt x="22527" y="26939"/>
                  <a:pt x="22417" y="26829"/>
                  <a:pt x="22282" y="26829"/>
                </a:cubicBezTo>
                <a:close/>
                <a:moveTo>
                  <a:pt x="23501" y="26829"/>
                </a:moveTo>
                <a:cubicBezTo>
                  <a:pt x="23282" y="26829"/>
                  <a:pt x="23169" y="27095"/>
                  <a:pt x="23326" y="27249"/>
                </a:cubicBezTo>
                <a:cubicBezTo>
                  <a:pt x="23377" y="27300"/>
                  <a:pt x="23439" y="27323"/>
                  <a:pt x="23500" y="27323"/>
                </a:cubicBezTo>
                <a:cubicBezTo>
                  <a:pt x="23626" y="27323"/>
                  <a:pt x="23746" y="27225"/>
                  <a:pt x="23746" y="27077"/>
                </a:cubicBezTo>
                <a:cubicBezTo>
                  <a:pt x="23746" y="26939"/>
                  <a:pt x="23636" y="26829"/>
                  <a:pt x="23501" y="2682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77" name="Google Shape;277;p2"/>
          <p:cNvSpPr/>
          <p:nvPr/>
        </p:nvSpPr>
        <p:spPr>
          <a:xfrm flipH="1">
            <a:off x="8073338" y="-18458"/>
            <a:ext cx="1070660" cy="721006"/>
          </a:xfrm>
          <a:custGeom>
            <a:avLst/>
            <a:gdLst/>
            <a:ahLst/>
            <a:cxnLst/>
            <a:rect l="l" t="t" r="r" b="b"/>
            <a:pathLst>
              <a:path w="11942" h="8042" extrusionOk="0">
                <a:moveTo>
                  <a:pt x="0" y="1"/>
                </a:moveTo>
                <a:lnTo>
                  <a:pt x="0" y="6028"/>
                </a:lnTo>
                <a:cubicBezTo>
                  <a:pt x="298" y="7169"/>
                  <a:pt x="1415" y="8042"/>
                  <a:pt x="2318" y="8042"/>
                </a:cubicBezTo>
                <a:cubicBezTo>
                  <a:pt x="2603" y="8042"/>
                  <a:pt x="2867" y="7955"/>
                  <a:pt x="3077" y="7761"/>
                </a:cubicBezTo>
                <a:cubicBezTo>
                  <a:pt x="3915" y="6989"/>
                  <a:pt x="2115" y="4792"/>
                  <a:pt x="3213" y="3666"/>
                </a:cubicBezTo>
                <a:cubicBezTo>
                  <a:pt x="3378" y="3497"/>
                  <a:pt x="3557" y="3428"/>
                  <a:pt x="3752" y="3428"/>
                </a:cubicBezTo>
                <a:cubicBezTo>
                  <a:pt x="4645" y="3428"/>
                  <a:pt x="5876" y="4873"/>
                  <a:pt x="7632" y="4873"/>
                </a:cubicBezTo>
                <a:cubicBezTo>
                  <a:pt x="8054" y="4873"/>
                  <a:pt x="8507" y="4789"/>
                  <a:pt x="8993" y="4581"/>
                </a:cubicBezTo>
                <a:cubicBezTo>
                  <a:pt x="11941" y="3321"/>
                  <a:pt x="9637" y="1"/>
                  <a:pt x="96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78" name="Google Shape;278;p2"/>
          <p:cNvSpPr/>
          <p:nvPr/>
        </p:nvSpPr>
        <p:spPr>
          <a:xfrm rot="10800000">
            <a:off x="7992893" y="4336946"/>
            <a:ext cx="1019126" cy="833170"/>
          </a:xfrm>
          <a:custGeom>
            <a:avLst/>
            <a:gdLst/>
            <a:ahLst/>
            <a:cxnLst/>
            <a:rect l="l" t="t" r="r" b="b"/>
            <a:pathLst>
              <a:path w="34532" h="27326" extrusionOk="0">
                <a:moveTo>
                  <a:pt x="54" y="1"/>
                </a:moveTo>
                <a:cubicBezTo>
                  <a:pt x="38" y="1"/>
                  <a:pt x="19" y="4"/>
                  <a:pt x="0" y="7"/>
                </a:cubicBezTo>
                <a:lnTo>
                  <a:pt x="0" y="489"/>
                </a:lnTo>
                <a:cubicBezTo>
                  <a:pt x="18" y="493"/>
                  <a:pt x="36" y="495"/>
                  <a:pt x="53" y="495"/>
                </a:cubicBezTo>
                <a:cubicBezTo>
                  <a:pt x="177" y="495"/>
                  <a:pt x="285" y="402"/>
                  <a:pt x="301" y="273"/>
                </a:cubicBezTo>
                <a:cubicBezTo>
                  <a:pt x="317" y="129"/>
                  <a:pt x="201" y="1"/>
                  <a:pt x="54" y="1"/>
                </a:cubicBezTo>
                <a:close/>
                <a:moveTo>
                  <a:pt x="1276" y="1"/>
                </a:moveTo>
                <a:cubicBezTo>
                  <a:pt x="1053" y="1"/>
                  <a:pt x="944" y="267"/>
                  <a:pt x="1100" y="424"/>
                </a:cubicBezTo>
                <a:cubicBezTo>
                  <a:pt x="1150" y="473"/>
                  <a:pt x="1211" y="495"/>
                  <a:pt x="1271" y="495"/>
                </a:cubicBezTo>
                <a:cubicBezTo>
                  <a:pt x="1398" y="495"/>
                  <a:pt x="1520" y="397"/>
                  <a:pt x="1520" y="248"/>
                </a:cubicBezTo>
                <a:cubicBezTo>
                  <a:pt x="1520" y="113"/>
                  <a:pt x="1410" y="1"/>
                  <a:pt x="1276" y="1"/>
                </a:cubicBezTo>
                <a:close/>
                <a:moveTo>
                  <a:pt x="2495" y="1"/>
                </a:moveTo>
                <a:cubicBezTo>
                  <a:pt x="2272" y="1"/>
                  <a:pt x="2163" y="267"/>
                  <a:pt x="2319" y="424"/>
                </a:cubicBezTo>
                <a:cubicBezTo>
                  <a:pt x="2370" y="473"/>
                  <a:pt x="2431" y="495"/>
                  <a:pt x="2491" y="495"/>
                </a:cubicBezTo>
                <a:cubicBezTo>
                  <a:pt x="2618" y="495"/>
                  <a:pt x="2739" y="397"/>
                  <a:pt x="2739" y="248"/>
                </a:cubicBezTo>
                <a:cubicBezTo>
                  <a:pt x="2739" y="113"/>
                  <a:pt x="2630" y="1"/>
                  <a:pt x="2495" y="1"/>
                </a:cubicBezTo>
                <a:close/>
                <a:moveTo>
                  <a:pt x="3714" y="1"/>
                </a:moveTo>
                <a:cubicBezTo>
                  <a:pt x="3494" y="1"/>
                  <a:pt x="3385" y="267"/>
                  <a:pt x="3538" y="424"/>
                </a:cubicBezTo>
                <a:cubicBezTo>
                  <a:pt x="3589" y="473"/>
                  <a:pt x="3651" y="495"/>
                  <a:pt x="3711" y="495"/>
                </a:cubicBezTo>
                <a:cubicBezTo>
                  <a:pt x="3839" y="495"/>
                  <a:pt x="3961" y="397"/>
                  <a:pt x="3961" y="248"/>
                </a:cubicBezTo>
                <a:cubicBezTo>
                  <a:pt x="3961" y="113"/>
                  <a:pt x="3849" y="1"/>
                  <a:pt x="3714" y="1"/>
                </a:cubicBezTo>
                <a:close/>
                <a:moveTo>
                  <a:pt x="4933" y="1"/>
                </a:moveTo>
                <a:cubicBezTo>
                  <a:pt x="4713" y="1"/>
                  <a:pt x="4604" y="267"/>
                  <a:pt x="4757" y="424"/>
                </a:cubicBezTo>
                <a:cubicBezTo>
                  <a:pt x="4808" y="473"/>
                  <a:pt x="4870" y="495"/>
                  <a:pt x="4930" y="495"/>
                </a:cubicBezTo>
                <a:cubicBezTo>
                  <a:pt x="5058" y="495"/>
                  <a:pt x="5180" y="397"/>
                  <a:pt x="5180" y="248"/>
                </a:cubicBezTo>
                <a:cubicBezTo>
                  <a:pt x="5180" y="113"/>
                  <a:pt x="5068" y="1"/>
                  <a:pt x="4933" y="1"/>
                </a:cubicBezTo>
                <a:close/>
                <a:moveTo>
                  <a:pt x="6152" y="1"/>
                </a:moveTo>
                <a:cubicBezTo>
                  <a:pt x="5933" y="1"/>
                  <a:pt x="5823" y="267"/>
                  <a:pt x="5976" y="424"/>
                </a:cubicBezTo>
                <a:cubicBezTo>
                  <a:pt x="6027" y="473"/>
                  <a:pt x="6089" y="495"/>
                  <a:pt x="6149" y="495"/>
                </a:cubicBezTo>
                <a:cubicBezTo>
                  <a:pt x="6277" y="495"/>
                  <a:pt x="6399" y="397"/>
                  <a:pt x="6399" y="248"/>
                </a:cubicBezTo>
                <a:cubicBezTo>
                  <a:pt x="6399" y="113"/>
                  <a:pt x="6290" y="1"/>
                  <a:pt x="6152" y="1"/>
                </a:cubicBezTo>
                <a:close/>
                <a:moveTo>
                  <a:pt x="7371" y="1"/>
                </a:moveTo>
                <a:cubicBezTo>
                  <a:pt x="7152" y="1"/>
                  <a:pt x="7042" y="267"/>
                  <a:pt x="7199" y="424"/>
                </a:cubicBezTo>
                <a:cubicBezTo>
                  <a:pt x="7248" y="473"/>
                  <a:pt x="7309" y="495"/>
                  <a:pt x="7369" y="495"/>
                </a:cubicBezTo>
                <a:cubicBezTo>
                  <a:pt x="7496" y="495"/>
                  <a:pt x="7619" y="397"/>
                  <a:pt x="7619" y="248"/>
                </a:cubicBezTo>
                <a:cubicBezTo>
                  <a:pt x="7619" y="113"/>
                  <a:pt x="7509" y="1"/>
                  <a:pt x="7371" y="1"/>
                </a:cubicBezTo>
                <a:close/>
                <a:moveTo>
                  <a:pt x="8590" y="1"/>
                </a:moveTo>
                <a:cubicBezTo>
                  <a:pt x="8371" y="1"/>
                  <a:pt x="8261" y="267"/>
                  <a:pt x="8418" y="424"/>
                </a:cubicBezTo>
                <a:cubicBezTo>
                  <a:pt x="8467" y="473"/>
                  <a:pt x="8528" y="495"/>
                  <a:pt x="8588" y="495"/>
                </a:cubicBezTo>
                <a:cubicBezTo>
                  <a:pt x="8715" y="495"/>
                  <a:pt x="8838" y="397"/>
                  <a:pt x="8838" y="248"/>
                </a:cubicBezTo>
                <a:cubicBezTo>
                  <a:pt x="8838" y="113"/>
                  <a:pt x="8728" y="1"/>
                  <a:pt x="8590" y="1"/>
                </a:cubicBezTo>
                <a:close/>
                <a:moveTo>
                  <a:pt x="9812" y="1"/>
                </a:moveTo>
                <a:cubicBezTo>
                  <a:pt x="9590" y="1"/>
                  <a:pt x="9480" y="267"/>
                  <a:pt x="9637" y="424"/>
                </a:cubicBezTo>
                <a:cubicBezTo>
                  <a:pt x="9686" y="473"/>
                  <a:pt x="9747" y="495"/>
                  <a:pt x="9807" y="495"/>
                </a:cubicBezTo>
                <a:cubicBezTo>
                  <a:pt x="9934" y="495"/>
                  <a:pt x="10057" y="397"/>
                  <a:pt x="10057" y="248"/>
                </a:cubicBezTo>
                <a:cubicBezTo>
                  <a:pt x="10057" y="113"/>
                  <a:pt x="9947" y="1"/>
                  <a:pt x="9812" y="1"/>
                </a:cubicBezTo>
                <a:close/>
                <a:moveTo>
                  <a:pt x="11031" y="1"/>
                </a:moveTo>
                <a:cubicBezTo>
                  <a:pt x="10809" y="1"/>
                  <a:pt x="10699" y="267"/>
                  <a:pt x="10856" y="424"/>
                </a:cubicBezTo>
                <a:cubicBezTo>
                  <a:pt x="10906" y="473"/>
                  <a:pt x="10968" y="495"/>
                  <a:pt x="11028" y="495"/>
                </a:cubicBezTo>
                <a:cubicBezTo>
                  <a:pt x="11155" y="495"/>
                  <a:pt x="11276" y="397"/>
                  <a:pt x="11276" y="248"/>
                </a:cubicBezTo>
                <a:cubicBezTo>
                  <a:pt x="11276" y="113"/>
                  <a:pt x="11166" y="1"/>
                  <a:pt x="11031" y="1"/>
                </a:cubicBezTo>
                <a:close/>
                <a:moveTo>
                  <a:pt x="12250" y="1"/>
                </a:moveTo>
                <a:cubicBezTo>
                  <a:pt x="12031" y="1"/>
                  <a:pt x="11921" y="267"/>
                  <a:pt x="12075" y="424"/>
                </a:cubicBezTo>
                <a:cubicBezTo>
                  <a:pt x="12125" y="473"/>
                  <a:pt x="12187" y="495"/>
                  <a:pt x="12248" y="495"/>
                </a:cubicBezTo>
                <a:cubicBezTo>
                  <a:pt x="12375" y="495"/>
                  <a:pt x="12498" y="397"/>
                  <a:pt x="12498" y="248"/>
                </a:cubicBezTo>
                <a:cubicBezTo>
                  <a:pt x="12498" y="113"/>
                  <a:pt x="12385" y="1"/>
                  <a:pt x="12250" y="1"/>
                </a:cubicBezTo>
                <a:close/>
                <a:moveTo>
                  <a:pt x="13469" y="1"/>
                </a:moveTo>
                <a:cubicBezTo>
                  <a:pt x="13250" y="1"/>
                  <a:pt x="13140" y="267"/>
                  <a:pt x="13294" y="424"/>
                </a:cubicBezTo>
                <a:cubicBezTo>
                  <a:pt x="13344" y="473"/>
                  <a:pt x="13406" y="495"/>
                  <a:pt x="13467" y="495"/>
                </a:cubicBezTo>
                <a:cubicBezTo>
                  <a:pt x="13594" y="495"/>
                  <a:pt x="13717" y="397"/>
                  <a:pt x="13717" y="248"/>
                </a:cubicBezTo>
                <a:cubicBezTo>
                  <a:pt x="13717" y="113"/>
                  <a:pt x="13604" y="1"/>
                  <a:pt x="13469" y="1"/>
                </a:cubicBezTo>
                <a:close/>
                <a:moveTo>
                  <a:pt x="14688" y="1"/>
                </a:moveTo>
                <a:cubicBezTo>
                  <a:pt x="14469" y="1"/>
                  <a:pt x="14359" y="267"/>
                  <a:pt x="14513" y="424"/>
                </a:cubicBezTo>
                <a:cubicBezTo>
                  <a:pt x="14563" y="473"/>
                  <a:pt x="14625" y="495"/>
                  <a:pt x="14686" y="495"/>
                </a:cubicBezTo>
                <a:cubicBezTo>
                  <a:pt x="14813" y="495"/>
                  <a:pt x="14936" y="397"/>
                  <a:pt x="14936" y="248"/>
                </a:cubicBezTo>
                <a:cubicBezTo>
                  <a:pt x="14936" y="113"/>
                  <a:pt x="14826" y="1"/>
                  <a:pt x="14688" y="1"/>
                </a:cubicBezTo>
                <a:close/>
                <a:moveTo>
                  <a:pt x="15907" y="1"/>
                </a:moveTo>
                <a:cubicBezTo>
                  <a:pt x="15688" y="1"/>
                  <a:pt x="15578" y="267"/>
                  <a:pt x="15735" y="424"/>
                </a:cubicBezTo>
                <a:cubicBezTo>
                  <a:pt x="15785" y="473"/>
                  <a:pt x="15846" y="495"/>
                  <a:pt x="15906" y="495"/>
                </a:cubicBezTo>
                <a:cubicBezTo>
                  <a:pt x="16033" y="495"/>
                  <a:pt x="16155" y="397"/>
                  <a:pt x="16155" y="248"/>
                </a:cubicBezTo>
                <a:cubicBezTo>
                  <a:pt x="16155" y="113"/>
                  <a:pt x="16045" y="1"/>
                  <a:pt x="15907" y="1"/>
                </a:cubicBezTo>
                <a:close/>
                <a:moveTo>
                  <a:pt x="17127" y="1"/>
                </a:moveTo>
                <a:cubicBezTo>
                  <a:pt x="16907" y="1"/>
                  <a:pt x="16797" y="267"/>
                  <a:pt x="16954" y="424"/>
                </a:cubicBezTo>
                <a:cubicBezTo>
                  <a:pt x="17004" y="473"/>
                  <a:pt x="17065" y="495"/>
                  <a:pt x="17125" y="495"/>
                </a:cubicBezTo>
                <a:cubicBezTo>
                  <a:pt x="17252" y="495"/>
                  <a:pt x="17374" y="397"/>
                  <a:pt x="17374" y="248"/>
                </a:cubicBezTo>
                <a:cubicBezTo>
                  <a:pt x="17374" y="113"/>
                  <a:pt x="17264" y="1"/>
                  <a:pt x="17127" y="1"/>
                </a:cubicBezTo>
                <a:close/>
                <a:moveTo>
                  <a:pt x="18349" y="1"/>
                </a:moveTo>
                <a:cubicBezTo>
                  <a:pt x="18126" y="1"/>
                  <a:pt x="18017" y="267"/>
                  <a:pt x="18173" y="424"/>
                </a:cubicBezTo>
                <a:cubicBezTo>
                  <a:pt x="18223" y="473"/>
                  <a:pt x="18284" y="495"/>
                  <a:pt x="18344" y="495"/>
                </a:cubicBezTo>
                <a:cubicBezTo>
                  <a:pt x="18471" y="495"/>
                  <a:pt x="18593" y="397"/>
                  <a:pt x="18593" y="248"/>
                </a:cubicBezTo>
                <a:cubicBezTo>
                  <a:pt x="18593" y="113"/>
                  <a:pt x="18483" y="1"/>
                  <a:pt x="18349" y="1"/>
                </a:cubicBezTo>
                <a:close/>
                <a:moveTo>
                  <a:pt x="19568" y="1"/>
                </a:moveTo>
                <a:cubicBezTo>
                  <a:pt x="19345" y="1"/>
                  <a:pt x="19236" y="267"/>
                  <a:pt x="19392" y="424"/>
                </a:cubicBezTo>
                <a:cubicBezTo>
                  <a:pt x="19443" y="473"/>
                  <a:pt x="19504" y="495"/>
                  <a:pt x="19564" y="495"/>
                </a:cubicBezTo>
                <a:cubicBezTo>
                  <a:pt x="19691" y="495"/>
                  <a:pt x="19812" y="397"/>
                  <a:pt x="19812" y="248"/>
                </a:cubicBezTo>
                <a:cubicBezTo>
                  <a:pt x="19812" y="113"/>
                  <a:pt x="19703" y="1"/>
                  <a:pt x="19568" y="1"/>
                </a:cubicBezTo>
                <a:close/>
                <a:moveTo>
                  <a:pt x="20787" y="1"/>
                </a:moveTo>
                <a:cubicBezTo>
                  <a:pt x="20567" y="1"/>
                  <a:pt x="20458" y="267"/>
                  <a:pt x="20611" y="424"/>
                </a:cubicBezTo>
                <a:cubicBezTo>
                  <a:pt x="20662" y="473"/>
                  <a:pt x="20724" y="495"/>
                  <a:pt x="20784" y="495"/>
                </a:cubicBezTo>
                <a:cubicBezTo>
                  <a:pt x="20912" y="495"/>
                  <a:pt x="21034" y="397"/>
                  <a:pt x="21034" y="248"/>
                </a:cubicBezTo>
                <a:cubicBezTo>
                  <a:pt x="21034" y="113"/>
                  <a:pt x="20922" y="1"/>
                  <a:pt x="20787" y="1"/>
                </a:cubicBezTo>
                <a:close/>
                <a:moveTo>
                  <a:pt x="22006" y="1"/>
                </a:moveTo>
                <a:cubicBezTo>
                  <a:pt x="21786" y="1"/>
                  <a:pt x="21677" y="267"/>
                  <a:pt x="21830" y="424"/>
                </a:cubicBezTo>
                <a:cubicBezTo>
                  <a:pt x="21881" y="473"/>
                  <a:pt x="21943" y="495"/>
                  <a:pt x="22003" y="495"/>
                </a:cubicBezTo>
                <a:cubicBezTo>
                  <a:pt x="22131" y="495"/>
                  <a:pt x="22253" y="397"/>
                  <a:pt x="22253" y="248"/>
                </a:cubicBezTo>
                <a:cubicBezTo>
                  <a:pt x="22253" y="113"/>
                  <a:pt x="22141" y="1"/>
                  <a:pt x="22006" y="1"/>
                </a:cubicBezTo>
                <a:close/>
                <a:moveTo>
                  <a:pt x="23225" y="1"/>
                </a:moveTo>
                <a:cubicBezTo>
                  <a:pt x="23006" y="1"/>
                  <a:pt x="22896" y="267"/>
                  <a:pt x="23049" y="424"/>
                </a:cubicBezTo>
                <a:cubicBezTo>
                  <a:pt x="23100" y="473"/>
                  <a:pt x="23162" y="495"/>
                  <a:pt x="23222" y="495"/>
                </a:cubicBezTo>
                <a:cubicBezTo>
                  <a:pt x="23350" y="495"/>
                  <a:pt x="23472" y="397"/>
                  <a:pt x="23472" y="248"/>
                </a:cubicBezTo>
                <a:cubicBezTo>
                  <a:pt x="23472" y="113"/>
                  <a:pt x="23363" y="1"/>
                  <a:pt x="23225" y="1"/>
                </a:cubicBezTo>
                <a:close/>
                <a:moveTo>
                  <a:pt x="24444" y="1"/>
                </a:moveTo>
                <a:cubicBezTo>
                  <a:pt x="24225" y="1"/>
                  <a:pt x="24115" y="267"/>
                  <a:pt x="24272" y="424"/>
                </a:cubicBezTo>
                <a:cubicBezTo>
                  <a:pt x="24321" y="473"/>
                  <a:pt x="24382" y="495"/>
                  <a:pt x="24442" y="495"/>
                </a:cubicBezTo>
                <a:cubicBezTo>
                  <a:pt x="24569" y="495"/>
                  <a:pt x="24692" y="397"/>
                  <a:pt x="24692" y="248"/>
                </a:cubicBezTo>
                <a:cubicBezTo>
                  <a:pt x="24692" y="113"/>
                  <a:pt x="24582" y="1"/>
                  <a:pt x="24444" y="1"/>
                </a:cubicBezTo>
                <a:close/>
                <a:moveTo>
                  <a:pt x="25663" y="1"/>
                </a:moveTo>
                <a:cubicBezTo>
                  <a:pt x="25444" y="1"/>
                  <a:pt x="25334" y="267"/>
                  <a:pt x="25491" y="424"/>
                </a:cubicBezTo>
                <a:cubicBezTo>
                  <a:pt x="25540" y="473"/>
                  <a:pt x="25601" y="495"/>
                  <a:pt x="25661" y="495"/>
                </a:cubicBezTo>
                <a:cubicBezTo>
                  <a:pt x="25788" y="495"/>
                  <a:pt x="25911" y="397"/>
                  <a:pt x="25911" y="248"/>
                </a:cubicBezTo>
                <a:cubicBezTo>
                  <a:pt x="25911" y="113"/>
                  <a:pt x="25801" y="1"/>
                  <a:pt x="25663" y="1"/>
                </a:cubicBezTo>
                <a:close/>
                <a:moveTo>
                  <a:pt x="26885" y="1"/>
                </a:moveTo>
                <a:cubicBezTo>
                  <a:pt x="26663" y="1"/>
                  <a:pt x="26553" y="267"/>
                  <a:pt x="26710" y="424"/>
                </a:cubicBezTo>
                <a:cubicBezTo>
                  <a:pt x="26759" y="473"/>
                  <a:pt x="26820" y="495"/>
                  <a:pt x="26880" y="495"/>
                </a:cubicBezTo>
                <a:cubicBezTo>
                  <a:pt x="27007" y="495"/>
                  <a:pt x="27130" y="397"/>
                  <a:pt x="27130" y="248"/>
                </a:cubicBezTo>
                <a:cubicBezTo>
                  <a:pt x="27130" y="113"/>
                  <a:pt x="27020" y="1"/>
                  <a:pt x="26885" y="1"/>
                </a:cubicBezTo>
                <a:close/>
                <a:moveTo>
                  <a:pt x="28104" y="1"/>
                </a:moveTo>
                <a:cubicBezTo>
                  <a:pt x="27885" y="1"/>
                  <a:pt x="27772" y="267"/>
                  <a:pt x="27929" y="424"/>
                </a:cubicBezTo>
                <a:cubicBezTo>
                  <a:pt x="27979" y="473"/>
                  <a:pt x="28041" y="495"/>
                  <a:pt x="28101" y="495"/>
                </a:cubicBezTo>
                <a:cubicBezTo>
                  <a:pt x="28228" y="495"/>
                  <a:pt x="28349" y="397"/>
                  <a:pt x="28349" y="248"/>
                </a:cubicBezTo>
                <a:cubicBezTo>
                  <a:pt x="28349" y="113"/>
                  <a:pt x="28239" y="1"/>
                  <a:pt x="28104" y="1"/>
                </a:cubicBezTo>
                <a:close/>
                <a:moveTo>
                  <a:pt x="29323" y="1"/>
                </a:moveTo>
                <a:cubicBezTo>
                  <a:pt x="29104" y="1"/>
                  <a:pt x="28994" y="267"/>
                  <a:pt x="29148" y="424"/>
                </a:cubicBezTo>
                <a:cubicBezTo>
                  <a:pt x="29198" y="473"/>
                  <a:pt x="29260" y="495"/>
                  <a:pt x="29321" y="495"/>
                </a:cubicBezTo>
                <a:cubicBezTo>
                  <a:pt x="29448" y="495"/>
                  <a:pt x="29571" y="397"/>
                  <a:pt x="29571" y="248"/>
                </a:cubicBezTo>
                <a:cubicBezTo>
                  <a:pt x="29571" y="113"/>
                  <a:pt x="29458" y="1"/>
                  <a:pt x="29323" y="1"/>
                </a:cubicBezTo>
                <a:close/>
                <a:moveTo>
                  <a:pt x="30542" y="1"/>
                </a:moveTo>
                <a:cubicBezTo>
                  <a:pt x="30323" y="1"/>
                  <a:pt x="30213" y="267"/>
                  <a:pt x="30367" y="424"/>
                </a:cubicBezTo>
                <a:cubicBezTo>
                  <a:pt x="30417" y="473"/>
                  <a:pt x="30479" y="495"/>
                  <a:pt x="30540" y="495"/>
                </a:cubicBezTo>
                <a:cubicBezTo>
                  <a:pt x="30667" y="495"/>
                  <a:pt x="30790" y="397"/>
                  <a:pt x="30790" y="248"/>
                </a:cubicBezTo>
                <a:cubicBezTo>
                  <a:pt x="30790" y="113"/>
                  <a:pt x="30677" y="1"/>
                  <a:pt x="30542" y="1"/>
                </a:cubicBezTo>
                <a:close/>
                <a:moveTo>
                  <a:pt x="31761" y="1"/>
                </a:moveTo>
                <a:cubicBezTo>
                  <a:pt x="31542" y="1"/>
                  <a:pt x="31432" y="267"/>
                  <a:pt x="31586" y="424"/>
                </a:cubicBezTo>
                <a:cubicBezTo>
                  <a:pt x="31636" y="473"/>
                  <a:pt x="31698" y="495"/>
                  <a:pt x="31759" y="495"/>
                </a:cubicBezTo>
                <a:cubicBezTo>
                  <a:pt x="31886" y="495"/>
                  <a:pt x="32009" y="397"/>
                  <a:pt x="32009" y="248"/>
                </a:cubicBezTo>
                <a:cubicBezTo>
                  <a:pt x="32009" y="113"/>
                  <a:pt x="31899" y="1"/>
                  <a:pt x="31761" y="1"/>
                </a:cubicBezTo>
                <a:close/>
                <a:moveTo>
                  <a:pt x="32980" y="1"/>
                </a:moveTo>
                <a:cubicBezTo>
                  <a:pt x="32761" y="1"/>
                  <a:pt x="32651" y="267"/>
                  <a:pt x="32808" y="424"/>
                </a:cubicBezTo>
                <a:cubicBezTo>
                  <a:pt x="32858" y="473"/>
                  <a:pt x="32919" y="495"/>
                  <a:pt x="32979" y="495"/>
                </a:cubicBezTo>
                <a:cubicBezTo>
                  <a:pt x="33106" y="495"/>
                  <a:pt x="33228" y="397"/>
                  <a:pt x="33228" y="248"/>
                </a:cubicBezTo>
                <a:cubicBezTo>
                  <a:pt x="33228" y="113"/>
                  <a:pt x="33118" y="1"/>
                  <a:pt x="32980" y="1"/>
                </a:cubicBezTo>
                <a:close/>
                <a:moveTo>
                  <a:pt x="34204" y="1"/>
                </a:moveTo>
                <a:cubicBezTo>
                  <a:pt x="34078" y="1"/>
                  <a:pt x="33955" y="99"/>
                  <a:pt x="33955" y="248"/>
                </a:cubicBezTo>
                <a:cubicBezTo>
                  <a:pt x="33955" y="383"/>
                  <a:pt x="34065" y="496"/>
                  <a:pt x="34200" y="496"/>
                </a:cubicBezTo>
                <a:cubicBezTo>
                  <a:pt x="34422" y="496"/>
                  <a:pt x="34532" y="229"/>
                  <a:pt x="34375" y="73"/>
                </a:cubicBezTo>
                <a:cubicBezTo>
                  <a:pt x="34326" y="23"/>
                  <a:pt x="34264" y="1"/>
                  <a:pt x="34204" y="1"/>
                </a:cubicBezTo>
                <a:close/>
                <a:moveTo>
                  <a:pt x="54" y="1220"/>
                </a:moveTo>
                <a:cubicBezTo>
                  <a:pt x="38" y="1220"/>
                  <a:pt x="19" y="1223"/>
                  <a:pt x="0" y="1226"/>
                </a:cubicBezTo>
                <a:lnTo>
                  <a:pt x="0" y="1708"/>
                </a:lnTo>
                <a:cubicBezTo>
                  <a:pt x="18" y="1712"/>
                  <a:pt x="36" y="1714"/>
                  <a:pt x="53" y="1714"/>
                </a:cubicBezTo>
                <a:cubicBezTo>
                  <a:pt x="177" y="1714"/>
                  <a:pt x="285" y="1622"/>
                  <a:pt x="301" y="1495"/>
                </a:cubicBezTo>
                <a:cubicBezTo>
                  <a:pt x="317" y="1348"/>
                  <a:pt x="201" y="1220"/>
                  <a:pt x="54" y="1220"/>
                </a:cubicBezTo>
                <a:close/>
                <a:moveTo>
                  <a:pt x="1276" y="1220"/>
                </a:moveTo>
                <a:cubicBezTo>
                  <a:pt x="1053" y="1220"/>
                  <a:pt x="944" y="1486"/>
                  <a:pt x="1100" y="1643"/>
                </a:cubicBezTo>
                <a:cubicBezTo>
                  <a:pt x="1150" y="1692"/>
                  <a:pt x="1211" y="1714"/>
                  <a:pt x="1271" y="1714"/>
                </a:cubicBezTo>
                <a:cubicBezTo>
                  <a:pt x="1398" y="1714"/>
                  <a:pt x="1520" y="1616"/>
                  <a:pt x="1520" y="1467"/>
                </a:cubicBezTo>
                <a:cubicBezTo>
                  <a:pt x="1520" y="1332"/>
                  <a:pt x="1410" y="1220"/>
                  <a:pt x="1276" y="1220"/>
                </a:cubicBezTo>
                <a:close/>
                <a:moveTo>
                  <a:pt x="2495" y="1220"/>
                </a:moveTo>
                <a:cubicBezTo>
                  <a:pt x="2272" y="1220"/>
                  <a:pt x="2163" y="1486"/>
                  <a:pt x="2319" y="1643"/>
                </a:cubicBezTo>
                <a:cubicBezTo>
                  <a:pt x="2370" y="1692"/>
                  <a:pt x="2431" y="1714"/>
                  <a:pt x="2491" y="1714"/>
                </a:cubicBezTo>
                <a:cubicBezTo>
                  <a:pt x="2618" y="1714"/>
                  <a:pt x="2739" y="1616"/>
                  <a:pt x="2739" y="1467"/>
                </a:cubicBezTo>
                <a:cubicBezTo>
                  <a:pt x="2739" y="1332"/>
                  <a:pt x="2630" y="1220"/>
                  <a:pt x="2495" y="1220"/>
                </a:cubicBezTo>
                <a:close/>
                <a:moveTo>
                  <a:pt x="3714" y="1220"/>
                </a:moveTo>
                <a:cubicBezTo>
                  <a:pt x="3494" y="1220"/>
                  <a:pt x="3385" y="1486"/>
                  <a:pt x="3538" y="1643"/>
                </a:cubicBezTo>
                <a:cubicBezTo>
                  <a:pt x="3589" y="1692"/>
                  <a:pt x="3651" y="1714"/>
                  <a:pt x="3711" y="1714"/>
                </a:cubicBezTo>
                <a:cubicBezTo>
                  <a:pt x="3839" y="1714"/>
                  <a:pt x="3961" y="1616"/>
                  <a:pt x="3961" y="1467"/>
                </a:cubicBezTo>
                <a:cubicBezTo>
                  <a:pt x="3961" y="1332"/>
                  <a:pt x="3849" y="1220"/>
                  <a:pt x="3714" y="1220"/>
                </a:cubicBezTo>
                <a:close/>
                <a:moveTo>
                  <a:pt x="4933" y="1220"/>
                </a:moveTo>
                <a:cubicBezTo>
                  <a:pt x="4713" y="1220"/>
                  <a:pt x="4604" y="1486"/>
                  <a:pt x="4757" y="1643"/>
                </a:cubicBezTo>
                <a:cubicBezTo>
                  <a:pt x="4808" y="1692"/>
                  <a:pt x="4870" y="1714"/>
                  <a:pt x="4930" y="1714"/>
                </a:cubicBezTo>
                <a:cubicBezTo>
                  <a:pt x="5058" y="1714"/>
                  <a:pt x="5180" y="1616"/>
                  <a:pt x="5180" y="1467"/>
                </a:cubicBezTo>
                <a:cubicBezTo>
                  <a:pt x="5180" y="1332"/>
                  <a:pt x="5068" y="1220"/>
                  <a:pt x="4933" y="1220"/>
                </a:cubicBezTo>
                <a:close/>
                <a:moveTo>
                  <a:pt x="34200" y="1220"/>
                </a:moveTo>
                <a:cubicBezTo>
                  <a:pt x="33980" y="1220"/>
                  <a:pt x="33870" y="1486"/>
                  <a:pt x="34027" y="1643"/>
                </a:cubicBezTo>
                <a:cubicBezTo>
                  <a:pt x="34077" y="1692"/>
                  <a:pt x="34138" y="1714"/>
                  <a:pt x="34198" y="1714"/>
                </a:cubicBezTo>
                <a:cubicBezTo>
                  <a:pt x="34325" y="1714"/>
                  <a:pt x="34447" y="1616"/>
                  <a:pt x="34447" y="1467"/>
                </a:cubicBezTo>
                <a:cubicBezTo>
                  <a:pt x="34447" y="1332"/>
                  <a:pt x="34337" y="1220"/>
                  <a:pt x="34200" y="1220"/>
                </a:cubicBezTo>
                <a:close/>
                <a:moveTo>
                  <a:pt x="6152" y="1220"/>
                </a:moveTo>
                <a:cubicBezTo>
                  <a:pt x="5933" y="1220"/>
                  <a:pt x="5823" y="1486"/>
                  <a:pt x="5976" y="1643"/>
                </a:cubicBezTo>
                <a:cubicBezTo>
                  <a:pt x="6027" y="1693"/>
                  <a:pt x="6089" y="1716"/>
                  <a:pt x="6149" y="1716"/>
                </a:cubicBezTo>
                <a:cubicBezTo>
                  <a:pt x="6277" y="1716"/>
                  <a:pt x="6399" y="1616"/>
                  <a:pt x="6399" y="1467"/>
                </a:cubicBezTo>
                <a:cubicBezTo>
                  <a:pt x="6399" y="1332"/>
                  <a:pt x="6290" y="1220"/>
                  <a:pt x="6152" y="1220"/>
                </a:cubicBezTo>
                <a:close/>
                <a:moveTo>
                  <a:pt x="7371" y="1220"/>
                </a:moveTo>
                <a:cubicBezTo>
                  <a:pt x="7152" y="1220"/>
                  <a:pt x="7042" y="1486"/>
                  <a:pt x="7199" y="1643"/>
                </a:cubicBezTo>
                <a:cubicBezTo>
                  <a:pt x="7248" y="1693"/>
                  <a:pt x="7309" y="1716"/>
                  <a:pt x="7369" y="1716"/>
                </a:cubicBezTo>
                <a:cubicBezTo>
                  <a:pt x="7496" y="1716"/>
                  <a:pt x="7619" y="1616"/>
                  <a:pt x="7619" y="1467"/>
                </a:cubicBezTo>
                <a:cubicBezTo>
                  <a:pt x="7619" y="1332"/>
                  <a:pt x="7509" y="1220"/>
                  <a:pt x="7371" y="1220"/>
                </a:cubicBezTo>
                <a:close/>
                <a:moveTo>
                  <a:pt x="8590" y="1220"/>
                </a:moveTo>
                <a:cubicBezTo>
                  <a:pt x="8371" y="1220"/>
                  <a:pt x="8261" y="1486"/>
                  <a:pt x="8418" y="1643"/>
                </a:cubicBezTo>
                <a:cubicBezTo>
                  <a:pt x="8467" y="1693"/>
                  <a:pt x="8528" y="1716"/>
                  <a:pt x="8588" y="1716"/>
                </a:cubicBezTo>
                <a:cubicBezTo>
                  <a:pt x="8715" y="1716"/>
                  <a:pt x="8838" y="1616"/>
                  <a:pt x="8838" y="1467"/>
                </a:cubicBezTo>
                <a:cubicBezTo>
                  <a:pt x="8838" y="1332"/>
                  <a:pt x="8728" y="1220"/>
                  <a:pt x="8590" y="1220"/>
                </a:cubicBezTo>
                <a:close/>
                <a:moveTo>
                  <a:pt x="9812" y="1220"/>
                </a:moveTo>
                <a:cubicBezTo>
                  <a:pt x="9590" y="1220"/>
                  <a:pt x="9480" y="1486"/>
                  <a:pt x="9637" y="1643"/>
                </a:cubicBezTo>
                <a:cubicBezTo>
                  <a:pt x="9686" y="1693"/>
                  <a:pt x="9747" y="1716"/>
                  <a:pt x="9808" y="1716"/>
                </a:cubicBezTo>
                <a:cubicBezTo>
                  <a:pt x="9934" y="1716"/>
                  <a:pt x="10057" y="1616"/>
                  <a:pt x="10057" y="1467"/>
                </a:cubicBezTo>
                <a:cubicBezTo>
                  <a:pt x="10057" y="1332"/>
                  <a:pt x="9947" y="1220"/>
                  <a:pt x="9812" y="1220"/>
                </a:cubicBezTo>
                <a:close/>
                <a:moveTo>
                  <a:pt x="11031" y="1220"/>
                </a:moveTo>
                <a:cubicBezTo>
                  <a:pt x="10809" y="1220"/>
                  <a:pt x="10699" y="1486"/>
                  <a:pt x="10856" y="1643"/>
                </a:cubicBezTo>
                <a:cubicBezTo>
                  <a:pt x="10906" y="1693"/>
                  <a:pt x="10968" y="1716"/>
                  <a:pt x="11028" y="1716"/>
                </a:cubicBezTo>
                <a:cubicBezTo>
                  <a:pt x="11155" y="1716"/>
                  <a:pt x="11276" y="1616"/>
                  <a:pt x="11276" y="1467"/>
                </a:cubicBezTo>
                <a:cubicBezTo>
                  <a:pt x="11276" y="1332"/>
                  <a:pt x="11166" y="1220"/>
                  <a:pt x="11031" y="1220"/>
                </a:cubicBezTo>
                <a:close/>
                <a:moveTo>
                  <a:pt x="12250" y="1220"/>
                </a:moveTo>
                <a:cubicBezTo>
                  <a:pt x="12031" y="1220"/>
                  <a:pt x="11921" y="1486"/>
                  <a:pt x="12075" y="1643"/>
                </a:cubicBezTo>
                <a:cubicBezTo>
                  <a:pt x="12125" y="1693"/>
                  <a:pt x="12187" y="1716"/>
                  <a:pt x="12248" y="1716"/>
                </a:cubicBezTo>
                <a:cubicBezTo>
                  <a:pt x="12375" y="1716"/>
                  <a:pt x="12498" y="1616"/>
                  <a:pt x="12498" y="1467"/>
                </a:cubicBezTo>
                <a:cubicBezTo>
                  <a:pt x="12498" y="1332"/>
                  <a:pt x="12385" y="1220"/>
                  <a:pt x="12250" y="1220"/>
                </a:cubicBezTo>
                <a:close/>
                <a:moveTo>
                  <a:pt x="13469" y="1220"/>
                </a:moveTo>
                <a:cubicBezTo>
                  <a:pt x="13250" y="1220"/>
                  <a:pt x="13140" y="1486"/>
                  <a:pt x="13294" y="1643"/>
                </a:cubicBezTo>
                <a:cubicBezTo>
                  <a:pt x="13344" y="1693"/>
                  <a:pt x="13406" y="1716"/>
                  <a:pt x="13467" y="1716"/>
                </a:cubicBezTo>
                <a:cubicBezTo>
                  <a:pt x="13595" y="1716"/>
                  <a:pt x="13717" y="1616"/>
                  <a:pt x="13717" y="1467"/>
                </a:cubicBezTo>
                <a:cubicBezTo>
                  <a:pt x="13717" y="1332"/>
                  <a:pt x="13604" y="1220"/>
                  <a:pt x="13469" y="1220"/>
                </a:cubicBezTo>
                <a:close/>
                <a:moveTo>
                  <a:pt x="14688" y="1220"/>
                </a:moveTo>
                <a:cubicBezTo>
                  <a:pt x="14469" y="1220"/>
                  <a:pt x="14359" y="1486"/>
                  <a:pt x="14513" y="1643"/>
                </a:cubicBezTo>
                <a:cubicBezTo>
                  <a:pt x="14563" y="1693"/>
                  <a:pt x="14625" y="1716"/>
                  <a:pt x="14686" y="1716"/>
                </a:cubicBezTo>
                <a:cubicBezTo>
                  <a:pt x="14814" y="1716"/>
                  <a:pt x="14936" y="1616"/>
                  <a:pt x="14936" y="1467"/>
                </a:cubicBezTo>
                <a:cubicBezTo>
                  <a:pt x="14936" y="1332"/>
                  <a:pt x="14826" y="1220"/>
                  <a:pt x="14688" y="1220"/>
                </a:cubicBezTo>
                <a:close/>
                <a:moveTo>
                  <a:pt x="15907" y="1220"/>
                </a:moveTo>
                <a:cubicBezTo>
                  <a:pt x="15688" y="1220"/>
                  <a:pt x="15578" y="1486"/>
                  <a:pt x="15735" y="1643"/>
                </a:cubicBezTo>
                <a:cubicBezTo>
                  <a:pt x="15785" y="1693"/>
                  <a:pt x="15846" y="1716"/>
                  <a:pt x="15906" y="1716"/>
                </a:cubicBezTo>
                <a:cubicBezTo>
                  <a:pt x="16033" y="1716"/>
                  <a:pt x="16155" y="1616"/>
                  <a:pt x="16155" y="1467"/>
                </a:cubicBezTo>
                <a:cubicBezTo>
                  <a:pt x="16155" y="1332"/>
                  <a:pt x="16045" y="1220"/>
                  <a:pt x="15907" y="1220"/>
                </a:cubicBezTo>
                <a:close/>
                <a:moveTo>
                  <a:pt x="17127" y="1220"/>
                </a:moveTo>
                <a:cubicBezTo>
                  <a:pt x="16907" y="1220"/>
                  <a:pt x="16797" y="1486"/>
                  <a:pt x="16954" y="1643"/>
                </a:cubicBezTo>
                <a:cubicBezTo>
                  <a:pt x="17004" y="1693"/>
                  <a:pt x="17065" y="1716"/>
                  <a:pt x="17125" y="1716"/>
                </a:cubicBezTo>
                <a:cubicBezTo>
                  <a:pt x="17252" y="1716"/>
                  <a:pt x="17374" y="1616"/>
                  <a:pt x="17374" y="1467"/>
                </a:cubicBezTo>
                <a:cubicBezTo>
                  <a:pt x="17374" y="1332"/>
                  <a:pt x="17264" y="1220"/>
                  <a:pt x="17127" y="1220"/>
                </a:cubicBezTo>
                <a:close/>
                <a:moveTo>
                  <a:pt x="18349" y="1220"/>
                </a:moveTo>
                <a:cubicBezTo>
                  <a:pt x="18126" y="1220"/>
                  <a:pt x="18017" y="1486"/>
                  <a:pt x="18173" y="1643"/>
                </a:cubicBezTo>
                <a:cubicBezTo>
                  <a:pt x="18223" y="1693"/>
                  <a:pt x="18284" y="1716"/>
                  <a:pt x="18344" y="1716"/>
                </a:cubicBezTo>
                <a:cubicBezTo>
                  <a:pt x="18471" y="1716"/>
                  <a:pt x="18593" y="1616"/>
                  <a:pt x="18593" y="1467"/>
                </a:cubicBezTo>
                <a:cubicBezTo>
                  <a:pt x="18593" y="1332"/>
                  <a:pt x="18483" y="1220"/>
                  <a:pt x="18349" y="1220"/>
                </a:cubicBezTo>
                <a:close/>
                <a:moveTo>
                  <a:pt x="19568" y="1220"/>
                </a:moveTo>
                <a:cubicBezTo>
                  <a:pt x="19345" y="1220"/>
                  <a:pt x="19236" y="1486"/>
                  <a:pt x="19392" y="1643"/>
                </a:cubicBezTo>
                <a:cubicBezTo>
                  <a:pt x="19443" y="1693"/>
                  <a:pt x="19504" y="1716"/>
                  <a:pt x="19564" y="1716"/>
                </a:cubicBezTo>
                <a:cubicBezTo>
                  <a:pt x="19691" y="1716"/>
                  <a:pt x="19812" y="1616"/>
                  <a:pt x="19812" y="1467"/>
                </a:cubicBezTo>
                <a:cubicBezTo>
                  <a:pt x="19812" y="1332"/>
                  <a:pt x="19703" y="1220"/>
                  <a:pt x="19568" y="1220"/>
                </a:cubicBezTo>
                <a:close/>
                <a:moveTo>
                  <a:pt x="20787" y="1220"/>
                </a:moveTo>
                <a:cubicBezTo>
                  <a:pt x="20567" y="1220"/>
                  <a:pt x="20458" y="1486"/>
                  <a:pt x="20611" y="1643"/>
                </a:cubicBezTo>
                <a:cubicBezTo>
                  <a:pt x="20662" y="1693"/>
                  <a:pt x="20724" y="1716"/>
                  <a:pt x="20784" y="1716"/>
                </a:cubicBezTo>
                <a:cubicBezTo>
                  <a:pt x="20912" y="1716"/>
                  <a:pt x="21034" y="1616"/>
                  <a:pt x="21034" y="1467"/>
                </a:cubicBezTo>
                <a:cubicBezTo>
                  <a:pt x="21034" y="1332"/>
                  <a:pt x="20922" y="1220"/>
                  <a:pt x="20787" y="1220"/>
                </a:cubicBezTo>
                <a:close/>
                <a:moveTo>
                  <a:pt x="22006" y="1220"/>
                </a:moveTo>
                <a:cubicBezTo>
                  <a:pt x="21786" y="1220"/>
                  <a:pt x="21677" y="1486"/>
                  <a:pt x="21830" y="1643"/>
                </a:cubicBezTo>
                <a:cubicBezTo>
                  <a:pt x="21881" y="1693"/>
                  <a:pt x="21943" y="1716"/>
                  <a:pt x="22003" y="1716"/>
                </a:cubicBezTo>
                <a:cubicBezTo>
                  <a:pt x="22131" y="1716"/>
                  <a:pt x="22253" y="1616"/>
                  <a:pt x="22253" y="1467"/>
                </a:cubicBezTo>
                <a:cubicBezTo>
                  <a:pt x="22253" y="1332"/>
                  <a:pt x="22141" y="1220"/>
                  <a:pt x="22006" y="1220"/>
                </a:cubicBezTo>
                <a:close/>
                <a:moveTo>
                  <a:pt x="23225" y="1220"/>
                </a:moveTo>
                <a:cubicBezTo>
                  <a:pt x="23006" y="1220"/>
                  <a:pt x="22896" y="1486"/>
                  <a:pt x="23049" y="1643"/>
                </a:cubicBezTo>
                <a:cubicBezTo>
                  <a:pt x="23100" y="1693"/>
                  <a:pt x="23162" y="1716"/>
                  <a:pt x="23222" y="1716"/>
                </a:cubicBezTo>
                <a:cubicBezTo>
                  <a:pt x="23350" y="1716"/>
                  <a:pt x="23472" y="1616"/>
                  <a:pt x="23472" y="1467"/>
                </a:cubicBezTo>
                <a:cubicBezTo>
                  <a:pt x="23472" y="1332"/>
                  <a:pt x="23363" y="1220"/>
                  <a:pt x="23225" y="1220"/>
                </a:cubicBezTo>
                <a:close/>
                <a:moveTo>
                  <a:pt x="24444" y="1220"/>
                </a:moveTo>
                <a:cubicBezTo>
                  <a:pt x="24225" y="1220"/>
                  <a:pt x="24115" y="1486"/>
                  <a:pt x="24272" y="1643"/>
                </a:cubicBezTo>
                <a:cubicBezTo>
                  <a:pt x="24321" y="1693"/>
                  <a:pt x="24382" y="1716"/>
                  <a:pt x="24442" y="1716"/>
                </a:cubicBezTo>
                <a:cubicBezTo>
                  <a:pt x="24569" y="1716"/>
                  <a:pt x="24692" y="1616"/>
                  <a:pt x="24692" y="1467"/>
                </a:cubicBezTo>
                <a:cubicBezTo>
                  <a:pt x="24692" y="1332"/>
                  <a:pt x="24582" y="1220"/>
                  <a:pt x="24444" y="1220"/>
                </a:cubicBezTo>
                <a:close/>
                <a:moveTo>
                  <a:pt x="25663" y="1220"/>
                </a:moveTo>
                <a:cubicBezTo>
                  <a:pt x="25444" y="1220"/>
                  <a:pt x="25334" y="1486"/>
                  <a:pt x="25491" y="1643"/>
                </a:cubicBezTo>
                <a:cubicBezTo>
                  <a:pt x="25540" y="1693"/>
                  <a:pt x="25601" y="1716"/>
                  <a:pt x="25661" y="1716"/>
                </a:cubicBezTo>
                <a:cubicBezTo>
                  <a:pt x="25788" y="1716"/>
                  <a:pt x="25911" y="1616"/>
                  <a:pt x="25911" y="1467"/>
                </a:cubicBezTo>
                <a:cubicBezTo>
                  <a:pt x="25911" y="1332"/>
                  <a:pt x="25801" y="1220"/>
                  <a:pt x="25663" y="1220"/>
                </a:cubicBezTo>
                <a:close/>
                <a:moveTo>
                  <a:pt x="26885" y="1220"/>
                </a:moveTo>
                <a:cubicBezTo>
                  <a:pt x="26663" y="1220"/>
                  <a:pt x="26553" y="1486"/>
                  <a:pt x="26710" y="1643"/>
                </a:cubicBezTo>
                <a:cubicBezTo>
                  <a:pt x="26759" y="1693"/>
                  <a:pt x="26820" y="1716"/>
                  <a:pt x="26881" y="1716"/>
                </a:cubicBezTo>
                <a:cubicBezTo>
                  <a:pt x="27007" y="1716"/>
                  <a:pt x="27130" y="1616"/>
                  <a:pt x="27130" y="1467"/>
                </a:cubicBezTo>
                <a:cubicBezTo>
                  <a:pt x="27130" y="1332"/>
                  <a:pt x="27020" y="1220"/>
                  <a:pt x="26885" y="1220"/>
                </a:cubicBezTo>
                <a:close/>
                <a:moveTo>
                  <a:pt x="28104" y="1220"/>
                </a:moveTo>
                <a:cubicBezTo>
                  <a:pt x="27885" y="1220"/>
                  <a:pt x="27772" y="1486"/>
                  <a:pt x="27929" y="1643"/>
                </a:cubicBezTo>
                <a:cubicBezTo>
                  <a:pt x="27979" y="1693"/>
                  <a:pt x="28041" y="1716"/>
                  <a:pt x="28101" y="1716"/>
                </a:cubicBezTo>
                <a:cubicBezTo>
                  <a:pt x="28228" y="1716"/>
                  <a:pt x="28349" y="1616"/>
                  <a:pt x="28349" y="1467"/>
                </a:cubicBezTo>
                <a:cubicBezTo>
                  <a:pt x="28349" y="1332"/>
                  <a:pt x="28239" y="1220"/>
                  <a:pt x="28104" y="1220"/>
                </a:cubicBezTo>
                <a:close/>
                <a:moveTo>
                  <a:pt x="29323" y="1220"/>
                </a:moveTo>
                <a:cubicBezTo>
                  <a:pt x="29104" y="1220"/>
                  <a:pt x="28994" y="1486"/>
                  <a:pt x="29148" y="1643"/>
                </a:cubicBezTo>
                <a:cubicBezTo>
                  <a:pt x="29198" y="1693"/>
                  <a:pt x="29260" y="1716"/>
                  <a:pt x="29321" y="1716"/>
                </a:cubicBezTo>
                <a:cubicBezTo>
                  <a:pt x="29448" y="1716"/>
                  <a:pt x="29571" y="1616"/>
                  <a:pt x="29571" y="1467"/>
                </a:cubicBezTo>
                <a:cubicBezTo>
                  <a:pt x="29571" y="1332"/>
                  <a:pt x="29458" y="1220"/>
                  <a:pt x="29323" y="1220"/>
                </a:cubicBezTo>
                <a:close/>
                <a:moveTo>
                  <a:pt x="30542" y="1220"/>
                </a:moveTo>
                <a:cubicBezTo>
                  <a:pt x="30323" y="1220"/>
                  <a:pt x="30213" y="1486"/>
                  <a:pt x="30367" y="1643"/>
                </a:cubicBezTo>
                <a:cubicBezTo>
                  <a:pt x="30417" y="1693"/>
                  <a:pt x="30479" y="1716"/>
                  <a:pt x="30540" y="1716"/>
                </a:cubicBezTo>
                <a:cubicBezTo>
                  <a:pt x="30667" y="1716"/>
                  <a:pt x="30790" y="1616"/>
                  <a:pt x="30790" y="1467"/>
                </a:cubicBezTo>
                <a:cubicBezTo>
                  <a:pt x="30790" y="1332"/>
                  <a:pt x="30677" y="1220"/>
                  <a:pt x="30542" y="1220"/>
                </a:cubicBezTo>
                <a:close/>
                <a:moveTo>
                  <a:pt x="31761" y="1220"/>
                </a:moveTo>
                <a:cubicBezTo>
                  <a:pt x="31542" y="1220"/>
                  <a:pt x="31432" y="1486"/>
                  <a:pt x="31586" y="1643"/>
                </a:cubicBezTo>
                <a:cubicBezTo>
                  <a:pt x="31636" y="1693"/>
                  <a:pt x="31698" y="1716"/>
                  <a:pt x="31759" y="1716"/>
                </a:cubicBezTo>
                <a:cubicBezTo>
                  <a:pt x="31887" y="1716"/>
                  <a:pt x="32009" y="1616"/>
                  <a:pt x="32009" y="1467"/>
                </a:cubicBezTo>
                <a:cubicBezTo>
                  <a:pt x="32009" y="1332"/>
                  <a:pt x="31899" y="1220"/>
                  <a:pt x="31761" y="1220"/>
                </a:cubicBezTo>
                <a:close/>
                <a:moveTo>
                  <a:pt x="32980" y="1220"/>
                </a:moveTo>
                <a:cubicBezTo>
                  <a:pt x="32761" y="1220"/>
                  <a:pt x="32651" y="1486"/>
                  <a:pt x="32808" y="1643"/>
                </a:cubicBezTo>
                <a:cubicBezTo>
                  <a:pt x="32858" y="1693"/>
                  <a:pt x="32919" y="1716"/>
                  <a:pt x="32979" y="1716"/>
                </a:cubicBezTo>
                <a:cubicBezTo>
                  <a:pt x="33106" y="1716"/>
                  <a:pt x="33228" y="1616"/>
                  <a:pt x="33228" y="1467"/>
                </a:cubicBezTo>
                <a:cubicBezTo>
                  <a:pt x="33228" y="1332"/>
                  <a:pt x="33118" y="1220"/>
                  <a:pt x="32980" y="1220"/>
                </a:cubicBezTo>
                <a:close/>
                <a:moveTo>
                  <a:pt x="54" y="2442"/>
                </a:moveTo>
                <a:cubicBezTo>
                  <a:pt x="38" y="2442"/>
                  <a:pt x="19" y="2442"/>
                  <a:pt x="0" y="2445"/>
                </a:cubicBezTo>
                <a:lnTo>
                  <a:pt x="0" y="2928"/>
                </a:lnTo>
                <a:cubicBezTo>
                  <a:pt x="18" y="2931"/>
                  <a:pt x="36" y="2933"/>
                  <a:pt x="53" y="2933"/>
                </a:cubicBezTo>
                <a:cubicBezTo>
                  <a:pt x="177" y="2933"/>
                  <a:pt x="285" y="2841"/>
                  <a:pt x="301" y="2714"/>
                </a:cubicBezTo>
                <a:cubicBezTo>
                  <a:pt x="317" y="2567"/>
                  <a:pt x="201" y="2442"/>
                  <a:pt x="54" y="2442"/>
                </a:cubicBezTo>
                <a:close/>
                <a:moveTo>
                  <a:pt x="1276" y="2442"/>
                </a:moveTo>
                <a:cubicBezTo>
                  <a:pt x="1053" y="2442"/>
                  <a:pt x="944" y="2705"/>
                  <a:pt x="1100" y="2862"/>
                </a:cubicBezTo>
                <a:cubicBezTo>
                  <a:pt x="1150" y="2912"/>
                  <a:pt x="1211" y="2935"/>
                  <a:pt x="1271" y="2935"/>
                </a:cubicBezTo>
                <a:cubicBezTo>
                  <a:pt x="1398" y="2935"/>
                  <a:pt x="1520" y="2835"/>
                  <a:pt x="1520" y="2686"/>
                </a:cubicBezTo>
                <a:cubicBezTo>
                  <a:pt x="1520" y="2551"/>
                  <a:pt x="1410" y="2442"/>
                  <a:pt x="1276" y="2442"/>
                </a:cubicBezTo>
                <a:close/>
                <a:moveTo>
                  <a:pt x="2495" y="2442"/>
                </a:moveTo>
                <a:cubicBezTo>
                  <a:pt x="2272" y="2442"/>
                  <a:pt x="2163" y="2705"/>
                  <a:pt x="2319" y="2862"/>
                </a:cubicBezTo>
                <a:cubicBezTo>
                  <a:pt x="2370" y="2912"/>
                  <a:pt x="2431" y="2935"/>
                  <a:pt x="2491" y="2935"/>
                </a:cubicBezTo>
                <a:cubicBezTo>
                  <a:pt x="2618" y="2935"/>
                  <a:pt x="2739" y="2835"/>
                  <a:pt x="2739" y="2686"/>
                </a:cubicBezTo>
                <a:cubicBezTo>
                  <a:pt x="2739" y="2551"/>
                  <a:pt x="2630" y="2442"/>
                  <a:pt x="2495" y="2442"/>
                </a:cubicBezTo>
                <a:close/>
                <a:moveTo>
                  <a:pt x="3714" y="2442"/>
                </a:moveTo>
                <a:cubicBezTo>
                  <a:pt x="3494" y="2442"/>
                  <a:pt x="3385" y="2705"/>
                  <a:pt x="3538" y="2862"/>
                </a:cubicBezTo>
                <a:cubicBezTo>
                  <a:pt x="3589" y="2912"/>
                  <a:pt x="3651" y="2935"/>
                  <a:pt x="3711" y="2935"/>
                </a:cubicBezTo>
                <a:cubicBezTo>
                  <a:pt x="3839" y="2935"/>
                  <a:pt x="3961" y="2835"/>
                  <a:pt x="3961" y="2686"/>
                </a:cubicBezTo>
                <a:cubicBezTo>
                  <a:pt x="3961" y="2551"/>
                  <a:pt x="3849" y="2442"/>
                  <a:pt x="3714" y="2442"/>
                </a:cubicBezTo>
                <a:close/>
                <a:moveTo>
                  <a:pt x="4933" y="2442"/>
                </a:moveTo>
                <a:cubicBezTo>
                  <a:pt x="4713" y="2442"/>
                  <a:pt x="4604" y="2705"/>
                  <a:pt x="4757" y="2862"/>
                </a:cubicBezTo>
                <a:cubicBezTo>
                  <a:pt x="4808" y="2912"/>
                  <a:pt x="4870" y="2935"/>
                  <a:pt x="4930" y="2935"/>
                </a:cubicBezTo>
                <a:cubicBezTo>
                  <a:pt x="5058" y="2935"/>
                  <a:pt x="5180" y="2835"/>
                  <a:pt x="5180" y="2686"/>
                </a:cubicBezTo>
                <a:cubicBezTo>
                  <a:pt x="5180" y="2551"/>
                  <a:pt x="5068" y="2442"/>
                  <a:pt x="4933" y="2442"/>
                </a:cubicBezTo>
                <a:close/>
                <a:moveTo>
                  <a:pt x="34200" y="2442"/>
                </a:moveTo>
                <a:cubicBezTo>
                  <a:pt x="33980" y="2442"/>
                  <a:pt x="33870" y="2705"/>
                  <a:pt x="34027" y="2862"/>
                </a:cubicBezTo>
                <a:cubicBezTo>
                  <a:pt x="34077" y="2912"/>
                  <a:pt x="34138" y="2935"/>
                  <a:pt x="34198" y="2935"/>
                </a:cubicBezTo>
                <a:cubicBezTo>
                  <a:pt x="34325" y="2935"/>
                  <a:pt x="34447" y="2835"/>
                  <a:pt x="34447" y="2686"/>
                </a:cubicBezTo>
                <a:cubicBezTo>
                  <a:pt x="34447" y="2551"/>
                  <a:pt x="34337" y="2442"/>
                  <a:pt x="34200" y="2442"/>
                </a:cubicBezTo>
                <a:close/>
                <a:moveTo>
                  <a:pt x="6152" y="2442"/>
                </a:moveTo>
                <a:cubicBezTo>
                  <a:pt x="5933" y="2442"/>
                  <a:pt x="5823" y="2705"/>
                  <a:pt x="5976" y="2862"/>
                </a:cubicBezTo>
                <a:cubicBezTo>
                  <a:pt x="6027" y="2913"/>
                  <a:pt x="6090" y="2935"/>
                  <a:pt x="6151" y="2935"/>
                </a:cubicBezTo>
                <a:cubicBezTo>
                  <a:pt x="6278" y="2935"/>
                  <a:pt x="6399" y="2837"/>
                  <a:pt x="6399" y="2686"/>
                </a:cubicBezTo>
                <a:cubicBezTo>
                  <a:pt x="6399" y="2551"/>
                  <a:pt x="6290" y="2442"/>
                  <a:pt x="6152" y="2442"/>
                </a:cubicBezTo>
                <a:close/>
                <a:moveTo>
                  <a:pt x="7371" y="2442"/>
                </a:moveTo>
                <a:cubicBezTo>
                  <a:pt x="7152" y="2442"/>
                  <a:pt x="7042" y="2705"/>
                  <a:pt x="7199" y="2862"/>
                </a:cubicBezTo>
                <a:cubicBezTo>
                  <a:pt x="7248" y="2913"/>
                  <a:pt x="7310" y="2935"/>
                  <a:pt x="7371" y="2935"/>
                </a:cubicBezTo>
                <a:cubicBezTo>
                  <a:pt x="7497" y="2935"/>
                  <a:pt x="7619" y="2837"/>
                  <a:pt x="7619" y="2686"/>
                </a:cubicBezTo>
                <a:cubicBezTo>
                  <a:pt x="7619" y="2551"/>
                  <a:pt x="7509" y="2442"/>
                  <a:pt x="7371" y="2442"/>
                </a:cubicBezTo>
                <a:close/>
                <a:moveTo>
                  <a:pt x="8590" y="2442"/>
                </a:moveTo>
                <a:cubicBezTo>
                  <a:pt x="8371" y="2442"/>
                  <a:pt x="8261" y="2705"/>
                  <a:pt x="8418" y="2862"/>
                </a:cubicBezTo>
                <a:cubicBezTo>
                  <a:pt x="8467" y="2913"/>
                  <a:pt x="8529" y="2935"/>
                  <a:pt x="8590" y="2935"/>
                </a:cubicBezTo>
                <a:cubicBezTo>
                  <a:pt x="8716" y="2935"/>
                  <a:pt x="8838" y="2837"/>
                  <a:pt x="8838" y="2686"/>
                </a:cubicBezTo>
                <a:cubicBezTo>
                  <a:pt x="8838" y="2551"/>
                  <a:pt x="8728" y="2442"/>
                  <a:pt x="8590" y="2442"/>
                </a:cubicBezTo>
                <a:close/>
                <a:moveTo>
                  <a:pt x="9812" y="2442"/>
                </a:moveTo>
                <a:cubicBezTo>
                  <a:pt x="9590" y="2442"/>
                  <a:pt x="9480" y="2705"/>
                  <a:pt x="9637" y="2862"/>
                </a:cubicBezTo>
                <a:cubicBezTo>
                  <a:pt x="9687" y="2913"/>
                  <a:pt x="9748" y="2935"/>
                  <a:pt x="9809" y="2935"/>
                </a:cubicBezTo>
                <a:cubicBezTo>
                  <a:pt x="9935" y="2935"/>
                  <a:pt x="10057" y="2837"/>
                  <a:pt x="10057" y="2686"/>
                </a:cubicBezTo>
                <a:cubicBezTo>
                  <a:pt x="10057" y="2551"/>
                  <a:pt x="9947" y="2442"/>
                  <a:pt x="9812" y="2442"/>
                </a:cubicBezTo>
                <a:close/>
                <a:moveTo>
                  <a:pt x="11031" y="2442"/>
                </a:moveTo>
                <a:cubicBezTo>
                  <a:pt x="10809" y="2442"/>
                  <a:pt x="10699" y="2705"/>
                  <a:pt x="10856" y="2862"/>
                </a:cubicBezTo>
                <a:cubicBezTo>
                  <a:pt x="10907" y="2913"/>
                  <a:pt x="10969" y="2935"/>
                  <a:pt x="11029" y="2935"/>
                </a:cubicBezTo>
                <a:cubicBezTo>
                  <a:pt x="11156" y="2935"/>
                  <a:pt x="11276" y="2837"/>
                  <a:pt x="11276" y="2686"/>
                </a:cubicBezTo>
                <a:cubicBezTo>
                  <a:pt x="11276" y="2551"/>
                  <a:pt x="11166" y="2442"/>
                  <a:pt x="11031" y="2442"/>
                </a:cubicBezTo>
                <a:close/>
                <a:moveTo>
                  <a:pt x="12250" y="2442"/>
                </a:moveTo>
                <a:cubicBezTo>
                  <a:pt x="12031" y="2442"/>
                  <a:pt x="11921" y="2705"/>
                  <a:pt x="12075" y="2862"/>
                </a:cubicBezTo>
                <a:cubicBezTo>
                  <a:pt x="12126" y="2913"/>
                  <a:pt x="12188" y="2935"/>
                  <a:pt x="12249" y="2935"/>
                </a:cubicBezTo>
                <a:cubicBezTo>
                  <a:pt x="12376" y="2935"/>
                  <a:pt x="12498" y="2837"/>
                  <a:pt x="12498" y="2686"/>
                </a:cubicBezTo>
                <a:cubicBezTo>
                  <a:pt x="12498" y="2551"/>
                  <a:pt x="12385" y="2442"/>
                  <a:pt x="12250" y="2442"/>
                </a:cubicBezTo>
                <a:close/>
                <a:moveTo>
                  <a:pt x="13469" y="2442"/>
                </a:moveTo>
                <a:cubicBezTo>
                  <a:pt x="13250" y="2442"/>
                  <a:pt x="13140" y="2705"/>
                  <a:pt x="13294" y="2862"/>
                </a:cubicBezTo>
                <a:cubicBezTo>
                  <a:pt x="13345" y="2913"/>
                  <a:pt x="13407" y="2935"/>
                  <a:pt x="13468" y="2935"/>
                </a:cubicBezTo>
                <a:cubicBezTo>
                  <a:pt x="13595" y="2935"/>
                  <a:pt x="13717" y="2837"/>
                  <a:pt x="13717" y="2686"/>
                </a:cubicBezTo>
                <a:cubicBezTo>
                  <a:pt x="13717" y="2551"/>
                  <a:pt x="13604" y="2442"/>
                  <a:pt x="13469" y="2442"/>
                </a:cubicBezTo>
                <a:close/>
                <a:moveTo>
                  <a:pt x="14688" y="2442"/>
                </a:moveTo>
                <a:cubicBezTo>
                  <a:pt x="14469" y="2442"/>
                  <a:pt x="14359" y="2705"/>
                  <a:pt x="14513" y="2862"/>
                </a:cubicBezTo>
                <a:cubicBezTo>
                  <a:pt x="14564" y="2913"/>
                  <a:pt x="14626" y="2935"/>
                  <a:pt x="14687" y="2935"/>
                </a:cubicBezTo>
                <a:cubicBezTo>
                  <a:pt x="14814" y="2935"/>
                  <a:pt x="14936" y="2837"/>
                  <a:pt x="14936" y="2686"/>
                </a:cubicBezTo>
                <a:cubicBezTo>
                  <a:pt x="14936" y="2551"/>
                  <a:pt x="14826" y="2442"/>
                  <a:pt x="14688" y="2442"/>
                </a:cubicBezTo>
                <a:close/>
                <a:moveTo>
                  <a:pt x="15907" y="2442"/>
                </a:moveTo>
                <a:cubicBezTo>
                  <a:pt x="15688" y="2442"/>
                  <a:pt x="15578" y="2705"/>
                  <a:pt x="15735" y="2862"/>
                </a:cubicBezTo>
                <a:cubicBezTo>
                  <a:pt x="15785" y="2913"/>
                  <a:pt x="15847" y="2935"/>
                  <a:pt x="15907" y="2935"/>
                </a:cubicBezTo>
                <a:cubicBezTo>
                  <a:pt x="16033" y="2935"/>
                  <a:pt x="16155" y="2837"/>
                  <a:pt x="16155" y="2686"/>
                </a:cubicBezTo>
                <a:cubicBezTo>
                  <a:pt x="16155" y="2551"/>
                  <a:pt x="16045" y="2442"/>
                  <a:pt x="15907" y="2442"/>
                </a:cubicBezTo>
                <a:close/>
                <a:moveTo>
                  <a:pt x="17127" y="2442"/>
                </a:moveTo>
                <a:cubicBezTo>
                  <a:pt x="16907" y="2442"/>
                  <a:pt x="16797" y="2705"/>
                  <a:pt x="16954" y="2862"/>
                </a:cubicBezTo>
                <a:cubicBezTo>
                  <a:pt x="17004" y="2913"/>
                  <a:pt x="17066" y="2935"/>
                  <a:pt x="17126" y="2935"/>
                </a:cubicBezTo>
                <a:cubicBezTo>
                  <a:pt x="17253" y="2935"/>
                  <a:pt x="17374" y="2837"/>
                  <a:pt x="17374" y="2686"/>
                </a:cubicBezTo>
                <a:cubicBezTo>
                  <a:pt x="17374" y="2551"/>
                  <a:pt x="17264" y="2442"/>
                  <a:pt x="17127" y="2442"/>
                </a:cubicBezTo>
                <a:close/>
                <a:moveTo>
                  <a:pt x="18349" y="2442"/>
                </a:moveTo>
                <a:cubicBezTo>
                  <a:pt x="18126" y="2442"/>
                  <a:pt x="18017" y="2705"/>
                  <a:pt x="18173" y="2862"/>
                </a:cubicBezTo>
                <a:cubicBezTo>
                  <a:pt x="18223" y="2913"/>
                  <a:pt x="18285" y="2935"/>
                  <a:pt x="18345" y="2935"/>
                </a:cubicBezTo>
                <a:cubicBezTo>
                  <a:pt x="18472" y="2935"/>
                  <a:pt x="18593" y="2837"/>
                  <a:pt x="18593" y="2686"/>
                </a:cubicBezTo>
                <a:cubicBezTo>
                  <a:pt x="18593" y="2551"/>
                  <a:pt x="18483" y="2442"/>
                  <a:pt x="18349" y="2442"/>
                </a:cubicBezTo>
                <a:close/>
                <a:moveTo>
                  <a:pt x="19568" y="2442"/>
                </a:moveTo>
                <a:cubicBezTo>
                  <a:pt x="19345" y="2442"/>
                  <a:pt x="19236" y="2705"/>
                  <a:pt x="19392" y="2862"/>
                </a:cubicBezTo>
                <a:cubicBezTo>
                  <a:pt x="19443" y="2913"/>
                  <a:pt x="19505" y="2935"/>
                  <a:pt x="19566" y="2935"/>
                </a:cubicBezTo>
                <a:cubicBezTo>
                  <a:pt x="19692" y="2935"/>
                  <a:pt x="19812" y="2837"/>
                  <a:pt x="19812" y="2686"/>
                </a:cubicBezTo>
                <a:cubicBezTo>
                  <a:pt x="19812" y="2551"/>
                  <a:pt x="19703" y="2442"/>
                  <a:pt x="19568" y="2442"/>
                </a:cubicBezTo>
                <a:close/>
                <a:moveTo>
                  <a:pt x="20787" y="2442"/>
                </a:moveTo>
                <a:cubicBezTo>
                  <a:pt x="20567" y="2442"/>
                  <a:pt x="20458" y="2705"/>
                  <a:pt x="20611" y="2862"/>
                </a:cubicBezTo>
                <a:cubicBezTo>
                  <a:pt x="20662" y="2913"/>
                  <a:pt x="20725" y="2935"/>
                  <a:pt x="20786" y="2935"/>
                </a:cubicBezTo>
                <a:cubicBezTo>
                  <a:pt x="20913" y="2935"/>
                  <a:pt x="21034" y="2837"/>
                  <a:pt x="21034" y="2686"/>
                </a:cubicBezTo>
                <a:cubicBezTo>
                  <a:pt x="21034" y="2551"/>
                  <a:pt x="20922" y="2442"/>
                  <a:pt x="20787" y="2442"/>
                </a:cubicBezTo>
                <a:close/>
                <a:moveTo>
                  <a:pt x="22006" y="2442"/>
                </a:moveTo>
                <a:cubicBezTo>
                  <a:pt x="21786" y="2442"/>
                  <a:pt x="21677" y="2705"/>
                  <a:pt x="21830" y="2862"/>
                </a:cubicBezTo>
                <a:cubicBezTo>
                  <a:pt x="21881" y="2913"/>
                  <a:pt x="21944" y="2935"/>
                  <a:pt x="22005" y="2935"/>
                </a:cubicBezTo>
                <a:cubicBezTo>
                  <a:pt x="22132" y="2935"/>
                  <a:pt x="22253" y="2837"/>
                  <a:pt x="22253" y="2686"/>
                </a:cubicBezTo>
                <a:cubicBezTo>
                  <a:pt x="22253" y="2551"/>
                  <a:pt x="22141" y="2442"/>
                  <a:pt x="22006" y="2442"/>
                </a:cubicBezTo>
                <a:close/>
                <a:moveTo>
                  <a:pt x="23225" y="2442"/>
                </a:moveTo>
                <a:cubicBezTo>
                  <a:pt x="23006" y="2442"/>
                  <a:pt x="22896" y="2705"/>
                  <a:pt x="23049" y="2862"/>
                </a:cubicBezTo>
                <a:cubicBezTo>
                  <a:pt x="23100" y="2913"/>
                  <a:pt x="23163" y="2935"/>
                  <a:pt x="23224" y="2935"/>
                </a:cubicBezTo>
                <a:cubicBezTo>
                  <a:pt x="23351" y="2935"/>
                  <a:pt x="23472" y="2837"/>
                  <a:pt x="23472" y="2686"/>
                </a:cubicBezTo>
                <a:cubicBezTo>
                  <a:pt x="23472" y="2551"/>
                  <a:pt x="23363" y="2442"/>
                  <a:pt x="23225" y="2442"/>
                </a:cubicBezTo>
                <a:close/>
                <a:moveTo>
                  <a:pt x="24444" y="2442"/>
                </a:moveTo>
                <a:cubicBezTo>
                  <a:pt x="24225" y="2442"/>
                  <a:pt x="24115" y="2705"/>
                  <a:pt x="24272" y="2862"/>
                </a:cubicBezTo>
                <a:cubicBezTo>
                  <a:pt x="24321" y="2913"/>
                  <a:pt x="24383" y="2935"/>
                  <a:pt x="24444" y="2935"/>
                </a:cubicBezTo>
                <a:cubicBezTo>
                  <a:pt x="24570" y="2935"/>
                  <a:pt x="24692" y="2837"/>
                  <a:pt x="24692" y="2686"/>
                </a:cubicBezTo>
                <a:cubicBezTo>
                  <a:pt x="24692" y="2551"/>
                  <a:pt x="24582" y="2442"/>
                  <a:pt x="24444" y="2442"/>
                </a:cubicBezTo>
                <a:close/>
                <a:moveTo>
                  <a:pt x="25663" y="2442"/>
                </a:moveTo>
                <a:cubicBezTo>
                  <a:pt x="25444" y="2442"/>
                  <a:pt x="25334" y="2705"/>
                  <a:pt x="25491" y="2862"/>
                </a:cubicBezTo>
                <a:cubicBezTo>
                  <a:pt x="25540" y="2913"/>
                  <a:pt x="25602" y="2935"/>
                  <a:pt x="25663" y="2935"/>
                </a:cubicBezTo>
                <a:cubicBezTo>
                  <a:pt x="25789" y="2935"/>
                  <a:pt x="25911" y="2837"/>
                  <a:pt x="25911" y="2686"/>
                </a:cubicBezTo>
                <a:cubicBezTo>
                  <a:pt x="25911" y="2551"/>
                  <a:pt x="25801" y="2442"/>
                  <a:pt x="25663" y="2442"/>
                </a:cubicBezTo>
                <a:close/>
                <a:moveTo>
                  <a:pt x="26885" y="2442"/>
                </a:moveTo>
                <a:cubicBezTo>
                  <a:pt x="26663" y="2442"/>
                  <a:pt x="26553" y="2705"/>
                  <a:pt x="26710" y="2862"/>
                </a:cubicBezTo>
                <a:cubicBezTo>
                  <a:pt x="26760" y="2913"/>
                  <a:pt x="26821" y="2935"/>
                  <a:pt x="26882" y="2935"/>
                </a:cubicBezTo>
                <a:cubicBezTo>
                  <a:pt x="27008" y="2935"/>
                  <a:pt x="27130" y="2837"/>
                  <a:pt x="27130" y="2686"/>
                </a:cubicBezTo>
                <a:cubicBezTo>
                  <a:pt x="27130" y="2551"/>
                  <a:pt x="27020" y="2442"/>
                  <a:pt x="26885" y="2442"/>
                </a:cubicBezTo>
                <a:close/>
                <a:moveTo>
                  <a:pt x="28104" y="2442"/>
                </a:moveTo>
                <a:cubicBezTo>
                  <a:pt x="27885" y="2442"/>
                  <a:pt x="27772" y="2705"/>
                  <a:pt x="27929" y="2862"/>
                </a:cubicBezTo>
                <a:cubicBezTo>
                  <a:pt x="27980" y="2913"/>
                  <a:pt x="28042" y="2935"/>
                  <a:pt x="28102" y="2935"/>
                </a:cubicBezTo>
                <a:cubicBezTo>
                  <a:pt x="28229" y="2935"/>
                  <a:pt x="28349" y="2837"/>
                  <a:pt x="28349" y="2686"/>
                </a:cubicBezTo>
                <a:cubicBezTo>
                  <a:pt x="28349" y="2551"/>
                  <a:pt x="28239" y="2442"/>
                  <a:pt x="28104" y="2442"/>
                </a:cubicBezTo>
                <a:close/>
                <a:moveTo>
                  <a:pt x="29323" y="2442"/>
                </a:moveTo>
                <a:cubicBezTo>
                  <a:pt x="29104" y="2442"/>
                  <a:pt x="28994" y="2705"/>
                  <a:pt x="29148" y="2862"/>
                </a:cubicBezTo>
                <a:cubicBezTo>
                  <a:pt x="29199" y="2913"/>
                  <a:pt x="29261" y="2935"/>
                  <a:pt x="29322" y="2935"/>
                </a:cubicBezTo>
                <a:cubicBezTo>
                  <a:pt x="29449" y="2935"/>
                  <a:pt x="29571" y="2837"/>
                  <a:pt x="29571" y="2686"/>
                </a:cubicBezTo>
                <a:cubicBezTo>
                  <a:pt x="29571" y="2551"/>
                  <a:pt x="29458" y="2442"/>
                  <a:pt x="29323" y="2442"/>
                </a:cubicBezTo>
                <a:close/>
                <a:moveTo>
                  <a:pt x="30542" y="2442"/>
                </a:moveTo>
                <a:cubicBezTo>
                  <a:pt x="30323" y="2442"/>
                  <a:pt x="30213" y="2705"/>
                  <a:pt x="30367" y="2862"/>
                </a:cubicBezTo>
                <a:cubicBezTo>
                  <a:pt x="30418" y="2913"/>
                  <a:pt x="30480" y="2935"/>
                  <a:pt x="30541" y="2935"/>
                </a:cubicBezTo>
                <a:cubicBezTo>
                  <a:pt x="30668" y="2935"/>
                  <a:pt x="30790" y="2837"/>
                  <a:pt x="30790" y="2686"/>
                </a:cubicBezTo>
                <a:cubicBezTo>
                  <a:pt x="30790" y="2551"/>
                  <a:pt x="30677" y="2442"/>
                  <a:pt x="30542" y="2442"/>
                </a:cubicBezTo>
                <a:close/>
                <a:moveTo>
                  <a:pt x="31761" y="2442"/>
                </a:moveTo>
                <a:cubicBezTo>
                  <a:pt x="31542" y="2442"/>
                  <a:pt x="31432" y="2705"/>
                  <a:pt x="31586" y="2862"/>
                </a:cubicBezTo>
                <a:cubicBezTo>
                  <a:pt x="31637" y="2913"/>
                  <a:pt x="31699" y="2935"/>
                  <a:pt x="31760" y="2935"/>
                </a:cubicBezTo>
                <a:cubicBezTo>
                  <a:pt x="31887" y="2935"/>
                  <a:pt x="32009" y="2837"/>
                  <a:pt x="32009" y="2686"/>
                </a:cubicBezTo>
                <a:cubicBezTo>
                  <a:pt x="32009" y="2551"/>
                  <a:pt x="31899" y="2442"/>
                  <a:pt x="31761" y="2442"/>
                </a:cubicBezTo>
                <a:close/>
                <a:moveTo>
                  <a:pt x="32980" y="2442"/>
                </a:moveTo>
                <a:cubicBezTo>
                  <a:pt x="32761" y="2442"/>
                  <a:pt x="32651" y="2705"/>
                  <a:pt x="32808" y="2862"/>
                </a:cubicBezTo>
                <a:cubicBezTo>
                  <a:pt x="32858" y="2913"/>
                  <a:pt x="32920" y="2935"/>
                  <a:pt x="32980" y="2935"/>
                </a:cubicBezTo>
                <a:cubicBezTo>
                  <a:pt x="33106" y="2935"/>
                  <a:pt x="33228" y="2837"/>
                  <a:pt x="33228" y="2686"/>
                </a:cubicBezTo>
                <a:cubicBezTo>
                  <a:pt x="33228" y="2551"/>
                  <a:pt x="33118" y="2442"/>
                  <a:pt x="32980" y="2442"/>
                </a:cubicBezTo>
                <a:close/>
                <a:moveTo>
                  <a:pt x="54" y="3661"/>
                </a:moveTo>
                <a:cubicBezTo>
                  <a:pt x="38" y="3661"/>
                  <a:pt x="19" y="3661"/>
                  <a:pt x="0" y="3667"/>
                </a:cubicBezTo>
                <a:lnTo>
                  <a:pt x="0" y="4147"/>
                </a:lnTo>
                <a:cubicBezTo>
                  <a:pt x="18" y="4150"/>
                  <a:pt x="36" y="4152"/>
                  <a:pt x="53" y="4152"/>
                </a:cubicBezTo>
                <a:cubicBezTo>
                  <a:pt x="177" y="4152"/>
                  <a:pt x="285" y="4060"/>
                  <a:pt x="301" y="3933"/>
                </a:cubicBezTo>
                <a:cubicBezTo>
                  <a:pt x="317" y="3786"/>
                  <a:pt x="201" y="3661"/>
                  <a:pt x="54" y="3661"/>
                </a:cubicBezTo>
                <a:close/>
                <a:moveTo>
                  <a:pt x="34200" y="3661"/>
                </a:moveTo>
                <a:cubicBezTo>
                  <a:pt x="34033" y="3661"/>
                  <a:pt x="33914" y="3821"/>
                  <a:pt x="33964" y="3977"/>
                </a:cubicBezTo>
                <a:cubicBezTo>
                  <a:pt x="33997" y="4088"/>
                  <a:pt x="34098" y="4153"/>
                  <a:pt x="34202" y="4153"/>
                </a:cubicBezTo>
                <a:cubicBezTo>
                  <a:pt x="34249" y="4153"/>
                  <a:pt x="34296" y="4140"/>
                  <a:pt x="34337" y="4112"/>
                </a:cubicBezTo>
                <a:cubicBezTo>
                  <a:pt x="34369" y="4012"/>
                  <a:pt x="34397" y="3912"/>
                  <a:pt x="34425" y="3805"/>
                </a:cubicBezTo>
                <a:cubicBezTo>
                  <a:pt x="34388" y="3717"/>
                  <a:pt x="34297" y="3661"/>
                  <a:pt x="34200" y="3661"/>
                </a:cubicBezTo>
                <a:close/>
                <a:moveTo>
                  <a:pt x="1276" y="3661"/>
                </a:moveTo>
                <a:cubicBezTo>
                  <a:pt x="1053" y="3661"/>
                  <a:pt x="944" y="3927"/>
                  <a:pt x="1100" y="4081"/>
                </a:cubicBezTo>
                <a:cubicBezTo>
                  <a:pt x="1150" y="4132"/>
                  <a:pt x="1212" y="4154"/>
                  <a:pt x="1272" y="4154"/>
                </a:cubicBezTo>
                <a:cubicBezTo>
                  <a:pt x="1399" y="4154"/>
                  <a:pt x="1520" y="4056"/>
                  <a:pt x="1520" y="3905"/>
                </a:cubicBezTo>
                <a:cubicBezTo>
                  <a:pt x="1520" y="3771"/>
                  <a:pt x="1410" y="3661"/>
                  <a:pt x="1276" y="3661"/>
                </a:cubicBezTo>
                <a:close/>
                <a:moveTo>
                  <a:pt x="2495" y="3661"/>
                </a:moveTo>
                <a:cubicBezTo>
                  <a:pt x="2272" y="3661"/>
                  <a:pt x="2163" y="3927"/>
                  <a:pt x="2319" y="4081"/>
                </a:cubicBezTo>
                <a:cubicBezTo>
                  <a:pt x="2370" y="4132"/>
                  <a:pt x="2432" y="4154"/>
                  <a:pt x="2493" y="4154"/>
                </a:cubicBezTo>
                <a:cubicBezTo>
                  <a:pt x="2619" y="4154"/>
                  <a:pt x="2739" y="4056"/>
                  <a:pt x="2739" y="3905"/>
                </a:cubicBezTo>
                <a:cubicBezTo>
                  <a:pt x="2739" y="3771"/>
                  <a:pt x="2630" y="3661"/>
                  <a:pt x="2495" y="3661"/>
                </a:cubicBezTo>
                <a:close/>
                <a:moveTo>
                  <a:pt x="3714" y="3661"/>
                </a:moveTo>
                <a:cubicBezTo>
                  <a:pt x="3494" y="3661"/>
                  <a:pt x="3385" y="3927"/>
                  <a:pt x="3538" y="4081"/>
                </a:cubicBezTo>
                <a:cubicBezTo>
                  <a:pt x="3589" y="4132"/>
                  <a:pt x="3652" y="4154"/>
                  <a:pt x="3713" y="4154"/>
                </a:cubicBezTo>
                <a:cubicBezTo>
                  <a:pt x="3840" y="4154"/>
                  <a:pt x="3961" y="4056"/>
                  <a:pt x="3961" y="3905"/>
                </a:cubicBezTo>
                <a:cubicBezTo>
                  <a:pt x="3961" y="3771"/>
                  <a:pt x="3849" y="3661"/>
                  <a:pt x="3714" y="3661"/>
                </a:cubicBezTo>
                <a:close/>
                <a:moveTo>
                  <a:pt x="4933" y="3661"/>
                </a:moveTo>
                <a:cubicBezTo>
                  <a:pt x="4713" y="3661"/>
                  <a:pt x="4604" y="3927"/>
                  <a:pt x="4757" y="4081"/>
                </a:cubicBezTo>
                <a:cubicBezTo>
                  <a:pt x="4808" y="4132"/>
                  <a:pt x="4871" y="4154"/>
                  <a:pt x="4932" y="4154"/>
                </a:cubicBezTo>
                <a:cubicBezTo>
                  <a:pt x="5059" y="4154"/>
                  <a:pt x="5180" y="4056"/>
                  <a:pt x="5180" y="3905"/>
                </a:cubicBezTo>
                <a:cubicBezTo>
                  <a:pt x="5180" y="3771"/>
                  <a:pt x="5068" y="3661"/>
                  <a:pt x="4933" y="3661"/>
                </a:cubicBezTo>
                <a:close/>
                <a:moveTo>
                  <a:pt x="6152" y="3661"/>
                </a:moveTo>
                <a:cubicBezTo>
                  <a:pt x="5933" y="3661"/>
                  <a:pt x="5823" y="3927"/>
                  <a:pt x="5976" y="4081"/>
                </a:cubicBezTo>
                <a:cubicBezTo>
                  <a:pt x="6027" y="4132"/>
                  <a:pt x="6090" y="4155"/>
                  <a:pt x="6151" y="4155"/>
                </a:cubicBezTo>
                <a:cubicBezTo>
                  <a:pt x="6278" y="4155"/>
                  <a:pt x="6399" y="4056"/>
                  <a:pt x="6399" y="3908"/>
                </a:cubicBezTo>
                <a:cubicBezTo>
                  <a:pt x="6399" y="3771"/>
                  <a:pt x="6290" y="3661"/>
                  <a:pt x="6152" y="3661"/>
                </a:cubicBezTo>
                <a:close/>
                <a:moveTo>
                  <a:pt x="7371" y="3661"/>
                </a:moveTo>
                <a:cubicBezTo>
                  <a:pt x="7152" y="3661"/>
                  <a:pt x="7042" y="3927"/>
                  <a:pt x="7199" y="4081"/>
                </a:cubicBezTo>
                <a:cubicBezTo>
                  <a:pt x="7249" y="4132"/>
                  <a:pt x="7310" y="4155"/>
                  <a:pt x="7371" y="4155"/>
                </a:cubicBezTo>
                <a:cubicBezTo>
                  <a:pt x="7497" y="4155"/>
                  <a:pt x="7619" y="4056"/>
                  <a:pt x="7619" y="3908"/>
                </a:cubicBezTo>
                <a:cubicBezTo>
                  <a:pt x="7619" y="3771"/>
                  <a:pt x="7509" y="3661"/>
                  <a:pt x="7371" y="3661"/>
                </a:cubicBezTo>
                <a:close/>
                <a:moveTo>
                  <a:pt x="8590" y="3661"/>
                </a:moveTo>
                <a:cubicBezTo>
                  <a:pt x="8371" y="3661"/>
                  <a:pt x="8261" y="3927"/>
                  <a:pt x="8418" y="4081"/>
                </a:cubicBezTo>
                <a:cubicBezTo>
                  <a:pt x="8468" y="4132"/>
                  <a:pt x="8529" y="4155"/>
                  <a:pt x="8590" y="4155"/>
                </a:cubicBezTo>
                <a:cubicBezTo>
                  <a:pt x="8716" y="4155"/>
                  <a:pt x="8838" y="4056"/>
                  <a:pt x="8838" y="3908"/>
                </a:cubicBezTo>
                <a:cubicBezTo>
                  <a:pt x="8838" y="3771"/>
                  <a:pt x="8728" y="3661"/>
                  <a:pt x="8590" y="3661"/>
                </a:cubicBezTo>
                <a:close/>
                <a:moveTo>
                  <a:pt x="9812" y="3661"/>
                </a:moveTo>
                <a:cubicBezTo>
                  <a:pt x="9590" y="3661"/>
                  <a:pt x="9480" y="3927"/>
                  <a:pt x="9637" y="4081"/>
                </a:cubicBezTo>
                <a:cubicBezTo>
                  <a:pt x="9687" y="4132"/>
                  <a:pt x="9749" y="4155"/>
                  <a:pt x="9809" y="4155"/>
                </a:cubicBezTo>
                <a:cubicBezTo>
                  <a:pt x="9935" y="4155"/>
                  <a:pt x="10057" y="4056"/>
                  <a:pt x="10057" y="3908"/>
                </a:cubicBezTo>
                <a:cubicBezTo>
                  <a:pt x="10057" y="3771"/>
                  <a:pt x="9947" y="3661"/>
                  <a:pt x="9812" y="3661"/>
                </a:cubicBezTo>
                <a:close/>
                <a:moveTo>
                  <a:pt x="11031" y="3661"/>
                </a:moveTo>
                <a:cubicBezTo>
                  <a:pt x="10809" y="3661"/>
                  <a:pt x="10699" y="3927"/>
                  <a:pt x="10856" y="4081"/>
                </a:cubicBezTo>
                <a:cubicBezTo>
                  <a:pt x="10907" y="4132"/>
                  <a:pt x="10969" y="4155"/>
                  <a:pt x="11030" y="4155"/>
                </a:cubicBezTo>
                <a:cubicBezTo>
                  <a:pt x="11156" y="4155"/>
                  <a:pt x="11276" y="4056"/>
                  <a:pt x="11276" y="3908"/>
                </a:cubicBezTo>
                <a:cubicBezTo>
                  <a:pt x="11276" y="3771"/>
                  <a:pt x="11166" y="3661"/>
                  <a:pt x="11031" y="3661"/>
                </a:cubicBezTo>
                <a:close/>
                <a:moveTo>
                  <a:pt x="12250" y="3661"/>
                </a:moveTo>
                <a:cubicBezTo>
                  <a:pt x="12031" y="3661"/>
                  <a:pt x="11921" y="3927"/>
                  <a:pt x="12075" y="4081"/>
                </a:cubicBezTo>
                <a:cubicBezTo>
                  <a:pt x="12126" y="4132"/>
                  <a:pt x="12188" y="4155"/>
                  <a:pt x="12250" y="4155"/>
                </a:cubicBezTo>
                <a:cubicBezTo>
                  <a:pt x="12377" y="4155"/>
                  <a:pt x="12498" y="4056"/>
                  <a:pt x="12498" y="3908"/>
                </a:cubicBezTo>
                <a:cubicBezTo>
                  <a:pt x="12498" y="3771"/>
                  <a:pt x="12385" y="3661"/>
                  <a:pt x="12250" y="3661"/>
                </a:cubicBezTo>
                <a:close/>
                <a:moveTo>
                  <a:pt x="13469" y="3661"/>
                </a:moveTo>
                <a:cubicBezTo>
                  <a:pt x="13250" y="3661"/>
                  <a:pt x="13140" y="3927"/>
                  <a:pt x="13294" y="4081"/>
                </a:cubicBezTo>
                <a:cubicBezTo>
                  <a:pt x="13345" y="4132"/>
                  <a:pt x="13407" y="4155"/>
                  <a:pt x="13469" y="4155"/>
                </a:cubicBezTo>
                <a:cubicBezTo>
                  <a:pt x="13596" y="4155"/>
                  <a:pt x="13717" y="4056"/>
                  <a:pt x="13717" y="3908"/>
                </a:cubicBezTo>
                <a:cubicBezTo>
                  <a:pt x="13717" y="3771"/>
                  <a:pt x="13604" y="3661"/>
                  <a:pt x="13469" y="3661"/>
                </a:cubicBezTo>
                <a:close/>
                <a:moveTo>
                  <a:pt x="14688" y="3661"/>
                </a:moveTo>
                <a:cubicBezTo>
                  <a:pt x="14469" y="3661"/>
                  <a:pt x="14359" y="3927"/>
                  <a:pt x="14513" y="4081"/>
                </a:cubicBezTo>
                <a:cubicBezTo>
                  <a:pt x="14564" y="4132"/>
                  <a:pt x="14626" y="4155"/>
                  <a:pt x="14688" y="4155"/>
                </a:cubicBezTo>
                <a:cubicBezTo>
                  <a:pt x="14815" y="4155"/>
                  <a:pt x="14936" y="4056"/>
                  <a:pt x="14936" y="3908"/>
                </a:cubicBezTo>
                <a:cubicBezTo>
                  <a:pt x="14936" y="3771"/>
                  <a:pt x="14826" y="3661"/>
                  <a:pt x="14688" y="3661"/>
                </a:cubicBezTo>
                <a:close/>
                <a:moveTo>
                  <a:pt x="15907" y="3661"/>
                </a:moveTo>
                <a:cubicBezTo>
                  <a:pt x="15688" y="3661"/>
                  <a:pt x="15578" y="3927"/>
                  <a:pt x="15735" y="4081"/>
                </a:cubicBezTo>
                <a:cubicBezTo>
                  <a:pt x="15785" y="4132"/>
                  <a:pt x="15847" y="4155"/>
                  <a:pt x="15908" y="4155"/>
                </a:cubicBezTo>
                <a:cubicBezTo>
                  <a:pt x="16034" y="4155"/>
                  <a:pt x="16155" y="4056"/>
                  <a:pt x="16155" y="3908"/>
                </a:cubicBezTo>
                <a:cubicBezTo>
                  <a:pt x="16155" y="3771"/>
                  <a:pt x="16045" y="3661"/>
                  <a:pt x="15907" y="3661"/>
                </a:cubicBezTo>
                <a:close/>
                <a:moveTo>
                  <a:pt x="17127" y="3661"/>
                </a:moveTo>
                <a:cubicBezTo>
                  <a:pt x="16907" y="3661"/>
                  <a:pt x="16797" y="3927"/>
                  <a:pt x="16954" y="4081"/>
                </a:cubicBezTo>
                <a:cubicBezTo>
                  <a:pt x="17004" y="4132"/>
                  <a:pt x="17066" y="4155"/>
                  <a:pt x="17127" y="4155"/>
                </a:cubicBezTo>
                <a:cubicBezTo>
                  <a:pt x="17253" y="4155"/>
                  <a:pt x="17374" y="4056"/>
                  <a:pt x="17374" y="3908"/>
                </a:cubicBezTo>
                <a:cubicBezTo>
                  <a:pt x="17374" y="3771"/>
                  <a:pt x="17264" y="3661"/>
                  <a:pt x="17127" y="3661"/>
                </a:cubicBezTo>
                <a:close/>
                <a:moveTo>
                  <a:pt x="18349" y="3661"/>
                </a:moveTo>
                <a:cubicBezTo>
                  <a:pt x="18126" y="3661"/>
                  <a:pt x="18017" y="3927"/>
                  <a:pt x="18173" y="4081"/>
                </a:cubicBezTo>
                <a:cubicBezTo>
                  <a:pt x="18223" y="4132"/>
                  <a:pt x="18285" y="4155"/>
                  <a:pt x="18346" y="4155"/>
                </a:cubicBezTo>
                <a:cubicBezTo>
                  <a:pt x="18472" y="4155"/>
                  <a:pt x="18593" y="4056"/>
                  <a:pt x="18593" y="3908"/>
                </a:cubicBezTo>
                <a:cubicBezTo>
                  <a:pt x="18593" y="3771"/>
                  <a:pt x="18483" y="3661"/>
                  <a:pt x="18349" y="3661"/>
                </a:cubicBezTo>
                <a:close/>
                <a:moveTo>
                  <a:pt x="19568" y="3661"/>
                </a:moveTo>
                <a:cubicBezTo>
                  <a:pt x="19345" y="3661"/>
                  <a:pt x="19236" y="3927"/>
                  <a:pt x="19392" y="4081"/>
                </a:cubicBezTo>
                <a:cubicBezTo>
                  <a:pt x="19443" y="4132"/>
                  <a:pt x="19505" y="4155"/>
                  <a:pt x="19566" y="4155"/>
                </a:cubicBezTo>
                <a:cubicBezTo>
                  <a:pt x="19692" y="4155"/>
                  <a:pt x="19812" y="4056"/>
                  <a:pt x="19812" y="3908"/>
                </a:cubicBezTo>
                <a:cubicBezTo>
                  <a:pt x="19812" y="3771"/>
                  <a:pt x="19703" y="3661"/>
                  <a:pt x="19568" y="3661"/>
                </a:cubicBezTo>
                <a:close/>
                <a:moveTo>
                  <a:pt x="20787" y="3661"/>
                </a:moveTo>
                <a:cubicBezTo>
                  <a:pt x="20567" y="3661"/>
                  <a:pt x="20458" y="3927"/>
                  <a:pt x="20611" y="4081"/>
                </a:cubicBezTo>
                <a:cubicBezTo>
                  <a:pt x="20662" y="4132"/>
                  <a:pt x="20725" y="4155"/>
                  <a:pt x="20786" y="4155"/>
                </a:cubicBezTo>
                <a:cubicBezTo>
                  <a:pt x="20913" y="4155"/>
                  <a:pt x="21034" y="4056"/>
                  <a:pt x="21034" y="3908"/>
                </a:cubicBezTo>
                <a:cubicBezTo>
                  <a:pt x="21034" y="3771"/>
                  <a:pt x="20922" y="3661"/>
                  <a:pt x="20787" y="3661"/>
                </a:cubicBezTo>
                <a:close/>
                <a:moveTo>
                  <a:pt x="22006" y="3661"/>
                </a:moveTo>
                <a:cubicBezTo>
                  <a:pt x="21786" y="3661"/>
                  <a:pt x="21677" y="3927"/>
                  <a:pt x="21830" y="4081"/>
                </a:cubicBezTo>
                <a:cubicBezTo>
                  <a:pt x="21881" y="4132"/>
                  <a:pt x="21944" y="4155"/>
                  <a:pt x="22005" y="4155"/>
                </a:cubicBezTo>
                <a:cubicBezTo>
                  <a:pt x="22132" y="4155"/>
                  <a:pt x="22253" y="4056"/>
                  <a:pt x="22253" y="3908"/>
                </a:cubicBezTo>
                <a:cubicBezTo>
                  <a:pt x="22253" y="3771"/>
                  <a:pt x="22141" y="3661"/>
                  <a:pt x="22006" y="3661"/>
                </a:cubicBezTo>
                <a:close/>
                <a:moveTo>
                  <a:pt x="23225" y="3661"/>
                </a:moveTo>
                <a:cubicBezTo>
                  <a:pt x="23006" y="3661"/>
                  <a:pt x="22896" y="3927"/>
                  <a:pt x="23049" y="4081"/>
                </a:cubicBezTo>
                <a:cubicBezTo>
                  <a:pt x="23100" y="4132"/>
                  <a:pt x="23163" y="4155"/>
                  <a:pt x="23224" y="4155"/>
                </a:cubicBezTo>
                <a:cubicBezTo>
                  <a:pt x="23351" y="4155"/>
                  <a:pt x="23472" y="4056"/>
                  <a:pt x="23472" y="3908"/>
                </a:cubicBezTo>
                <a:cubicBezTo>
                  <a:pt x="23472" y="3771"/>
                  <a:pt x="23363" y="3661"/>
                  <a:pt x="23225" y="3661"/>
                </a:cubicBezTo>
                <a:close/>
                <a:moveTo>
                  <a:pt x="24444" y="3661"/>
                </a:moveTo>
                <a:cubicBezTo>
                  <a:pt x="24225" y="3661"/>
                  <a:pt x="24115" y="3927"/>
                  <a:pt x="24272" y="4081"/>
                </a:cubicBezTo>
                <a:cubicBezTo>
                  <a:pt x="24322" y="4132"/>
                  <a:pt x="24383" y="4155"/>
                  <a:pt x="24444" y="4155"/>
                </a:cubicBezTo>
                <a:cubicBezTo>
                  <a:pt x="24570" y="4155"/>
                  <a:pt x="24692" y="4056"/>
                  <a:pt x="24692" y="3908"/>
                </a:cubicBezTo>
                <a:cubicBezTo>
                  <a:pt x="24692" y="3771"/>
                  <a:pt x="24582" y="3661"/>
                  <a:pt x="24444" y="3661"/>
                </a:cubicBezTo>
                <a:close/>
                <a:moveTo>
                  <a:pt x="25663" y="3661"/>
                </a:moveTo>
                <a:cubicBezTo>
                  <a:pt x="25444" y="3661"/>
                  <a:pt x="25334" y="3927"/>
                  <a:pt x="25491" y="4081"/>
                </a:cubicBezTo>
                <a:cubicBezTo>
                  <a:pt x="25541" y="4132"/>
                  <a:pt x="25602" y="4155"/>
                  <a:pt x="25663" y="4155"/>
                </a:cubicBezTo>
                <a:cubicBezTo>
                  <a:pt x="25789" y="4155"/>
                  <a:pt x="25911" y="4056"/>
                  <a:pt x="25911" y="3908"/>
                </a:cubicBezTo>
                <a:cubicBezTo>
                  <a:pt x="25911" y="3771"/>
                  <a:pt x="25801" y="3661"/>
                  <a:pt x="25663" y="3661"/>
                </a:cubicBezTo>
                <a:close/>
                <a:moveTo>
                  <a:pt x="26885" y="3661"/>
                </a:moveTo>
                <a:cubicBezTo>
                  <a:pt x="26663" y="3661"/>
                  <a:pt x="26553" y="3927"/>
                  <a:pt x="26710" y="4081"/>
                </a:cubicBezTo>
                <a:cubicBezTo>
                  <a:pt x="26760" y="4132"/>
                  <a:pt x="26822" y="4155"/>
                  <a:pt x="26882" y="4155"/>
                </a:cubicBezTo>
                <a:cubicBezTo>
                  <a:pt x="27008" y="4155"/>
                  <a:pt x="27130" y="4056"/>
                  <a:pt x="27130" y="3908"/>
                </a:cubicBezTo>
                <a:cubicBezTo>
                  <a:pt x="27130" y="3771"/>
                  <a:pt x="27020" y="3661"/>
                  <a:pt x="26885" y="3661"/>
                </a:cubicBezTo>
                <a:close/>
                <a:moveTo>
                  <a:pt x="28104" y="3661"/>
                </a:moveTo>
                <a:cubicBezTo>
                  <a:pt x="27885" y="3661"/>
                  <a:pt x="27772" y="3927"/>
                  <a:pt x="27929" y="4081"/>
                </a:cubicBezTo>
                <a:cubicBezTo>
                  <a:pt x="27980" y="4132"/>
                  <a:pt x="28042" y="4155"/>
                  <a:pt x="28103" y="4155"/>
                </a:cubicBezTo>
                <a:cubicBezTo>
                  <a:pt x="28229" y="4155"/>
                  <a:pt x="28349" y="4056"/>
                  <a:pt x="28349" y="3908"/>
                </a:cubicBezTo>
                <a:cubicBezTo>
                  <a:pt x="28349" y="3771"/>
                  <a:pt x="28239" y="3661"/>
                  <a:pt x="28104" y="3661"/>
                </a:cubicBezTo>
                <a:close/>
                <a:moveTo>
                  <a:pt x="29323" y="3661"/>
                </a:moveTo>
                <a:cubicBezTo>
                  <a:pt x="29104" y="3661"/>
                  <a:pt x="28994" y="3927"/>
                  <a:pt x="29148" y="4081"/>
                </a:cubicBezTo>
                <a:cubicBezTo>
                  <a:pt x="29199" y="4132"/>
                  <a:pt x="29261" y="4155"/>
                  <a:pt x="29323" y="4155"/>
                </a:cubicBezTo>
                <a:cubicBezTo>
                  <a:pt x="29450" y="4155"/>
                  <a:pt x="29571" y="4056"/>
                  <a:pt x="29571" y="3908"/>
                </a:cubicBezTo>
                <a:cubicBezTo>
                  <a:pt x="29571" y="3771"/>
                  <a:pt x="29458" y="3661"/>
                  <a:pt x="29323" y="3661"/>
                </a:cubicBezTo>
                <a:close/>
                <a:moveTo>
                  <a:pt x="30542" y="3661"/>
                </a:moveTo>
                <a:cubicBezTo>
                  <a:pt x="30323" y="3661"/>
                  <a:pt x="30213" y="3927"/>
                  <a:pt x="30367" y="4081"/>
                </a:cubicBezTo>
                <a:cubicBezTo>
                  <a:pt x="30418" y="4132"/>
                  <a:pt x="30480" y="4155"/>
                  <a:pt x="30542" y="4155"/>
                </a:cubicBezTo>
                <a:cubicBezTo>
                  <a:pt x="30669" y="4155"/>
                  <a:pt x="30790" y="4056"/>
                  <a:pt x="30790" y="3908"/>
                </a:cubicBezTo>
                <a:cubicBezTo>
                  <a:pt x="30790" y="3771"/>
                  <a:pt x="30677" y="3661"/>
                  <a:pt x="30542" y="3661"/>
                </a:cubicBezTo>
                <a:close/>
                <a:moveTo>
                  <a:pt x="31761" y="3661"/>
                </a:moveTo>
                <a:cubicBezTo>
                  <a:pt x="31542" y="3661"/>
                  <a:pt x="31432" y="3927"/>
                  <a:pt x="31586" y="4081"/>
                </a:cubicBezTo>
                <a:cubicBezTo>
                  <a:pt x="31637" y="4132"/>
                  <a:pt x="31699" y="4155"/>
                  <a:pt x="31761" y="4155"/>
                </a:cubicBezTo>
                <a:cubicBezTo>
                  <a:pt x="31888" y="4155"/>
                  <a:pt x="32009" y="4056"/>
                  <a:pt x="32009" y="3908"/>
                </a:cubicBezTo>
                <a:cubicBezTo>
                  <a:pt x="32009" y="3771"/>
                  <a:pt x="31899" y="3661"/>
                  <a:pt x="31761" y="3661"/>
                </a:cubicBezTo>
                <a:close/>
                <a:moveTo>
                  <a:pt x="32980" y="3661"/>
                </a:moveTo>
                <a:cubicBezTo>
                  <a:pt x="32761" y="3661"/>
                  <a:pt x="32651" y="3927"/>
                  <a:pt x="32808" y="4081"/>
                </a:cubicBezTo>
                <a:cubicBezTo>
                  <a:pt x="32858" y="4132"/>
                  <a:pt x="32920" y="4155"/>
                  <a:pt x="32981" y="4155"/>
                </a:cubicBezTo>
                <a:cubicBezTo>
                  <a:pt x="33107" y="4155"/>
                  <a:pt x="33228" y="4056"/>
                  <a:pt x="33228" y="3908"/>
                </a:cubicBezTo>
                <a:cubicBezTo>
                  <a:pt x="33228" y="3771"/>
                  <a:pt x="33118" y="3661"/>
                  <a:pt x="32980" y="3661"/>
                </a:cubicBezTo>
                <a:close/>
                <a:moveTo>
                  <a:pt x="54" y="4880"/>
                </a:moveTo>
                <a:cubicBezTo>
                  <a:pt x="38" y="4880"/>
                  <a:pt x="19" y="4880"/>
                  <a:pt x="0" y="4886"/>
                </a:cubicBezTo>
                <a:lnTo>
                  <a:pt x="0" y="5366"/>
                </a:lnTo>
                <a:cubicBezTo>
                  <a:pt x="19" y="5370"/>
                  <a:pt x="37" y="5372"/>
                  <a:pt x="55" y="5372"/>
                </a:cubicBezTo>
                <a:cubicBezTo>
                  <a:pt x="177" y="5372"/>
                  <a:pt x="285" y="5281"/>
                  <a:pt x="301" y="5153"/>
                </a:cubicBezTo>
                <a:cubicBezTo>
                  <a:pt x="317" y="5008"/>
                  <a:pt x="201" y="4880"/>
                  <a:pt x="54" y="4880"/>
                </a:cubicBezTo>
                <a:close/>
                <a:moveTo>
                  <a:pt x="6152" y="4880"/>
                </a:moveTo>
                <a:cubicBezTo>
                  <a:pt x="5933" y="4880"/>
                  <a:pt x="5823" y="5146"/>
                  <a:pt x="5976" y="5300"/>
                </a:cubicBezTo>
                <a:cubicBezTo>
                  <a:pt x="6027" y="5351"/>
                  <a:pt x="6090" y="5373"/>
                  <a:pt x="6151" y="5373"/>
                </a:cubicBezTo>
                <a:cubicBezTo>
                  <a:pt x="6278" y="5373"/>
                  <a:pt x="6399" y="5275"/>
                  <a:pt x="6399" y="5124"/>
                </a:cubicBezTo>
                <a:cubicBezTo>
                  <a:pt x="6399" y="4990"/>
                  <a:pt x="6287" y="4880"/>
                  <a:pt x="6152" y="4880"/>
                </a:cubicBezTo>
                <a:close/>
                <a:moveTo>
                  <a:pt x="7371" y="4880"/>
                </a:moveTo>
                <a:cubicBezTo>
                  <a:pt x="7152" y="4880"/>
                  <a:pt x="7042" y="5146"/>
                  <a:pt x="7199" y="5300"/>
                </a:cubicBezTo>
                <a:cubicBezTo>
                  <a:pt x="7248" y="5351"/>
                  <a:pt x="7310" y="5373"/>
                  <a:pt x="7371" y="5373"/>
                </a:cubicBezTo>
                <a:cubicBezTo>
                  <a:pt x="7497" y="5373"/>
                  <a:pt x="7619" y="5275"/>
                  <a:pt x="7619" y="5124"/>
                </a:cubicBezTo>
                <a:cubicBezTo>
                  <a:pt x="7619" y="4990"/>
                  <a:pt x="7509" y="4880"/>
                  <a:pt x="7371" y="4880"/>
                </a:cubicBezTo>
                <a:close/>
                <a:moveTo>
                  <a:pt x="8590" y="4880"/>
                </a:moveTo>
                <a:cubicBezTo>
                  <a:pt x="8371" y="4880"/>
                  <a:pt x="8261" y="5146"/>
                  <a:pt x="8418" y="5300"/>
                </a:cubicBezTo>
                <a:cubicBezTo>
                  <a:pt x="8467" y="5351"/>
                  <a:pt x="8529" y="5373"/>
                  <a:pt x="8590" y="5373"/>
                </a:cubicBezTo>
                <a:cubicBezTo>
                  <a:pt x="8716" y="5373"/>
                  <a:pt x="8838" y="5275"/>
                  <a:pt x="8838" y="5124"/>
                </a:cubicBezTo>
                <a:cubicBezTo>
                  <a:pt x="8838" y="4990"/>
                  <a:pt x="8728" y="4880"/>
                  <a:pt x="8590" y="4880"/>
                </a:cubicBezTo>
                <a:close/>
                <a:moveTo>
                  <a:pt x="9812" y="4880"/>
                </a:moveTo>
                <a:cubicBezTo>
                  <a:pt x="9590" y="4880"/>
                  <a:pt x="9480" y="5146"/>
                  <a:pt x="9637" y="5300"/>
                </a:cubicBezTo>
                <a:cubicBezTo>
                  <a:pt x="9688" y="5351"/>
                  <a:pt x="9750" y="5373"/>
                  <a:pt x="9810" y="5373"/>
                </a:cubicBezTo>
                <a:cubicBezTo>
                  <a:pt x="9937" y="5373"/>
                  <a:pt x="10057" y="5275"/>
                  <a:pt x="10057" y="5124"/>
                </a:cubicBezTo>
                <a:cubicBezTo>
                  <a:pt x="10057" y="4990"/>
                  <a:pt x="9947" y="4880"/>
                  <a:pt x="9812" y="4880"/>
                </a:cubicBezTo>
                <a:close/>
                <a:moveTo>
                  <a:pt x="11031" y="4880"/>
                </a:moveTo>
                <a:cubicBezTo>
                  <a:pt x="10809" y="4880"/>
                  <a:pt x="10699" y="5146"/>
                  <a:pt x="10856" y="5300"/>
                </a:cubicBezTo>
                <a:cubicBezTo>
                  <a:pt x="10907" y="5351"/>
                  <a:pt x="10969" y="5373"/>
                  <a:pt x="11029" y="5373"/>
                </a:cubicBezTo>
                <a:cubicBezTo>
                  <a:pt x="11156" y="5373"/>
                  <a:pt x="11276" y="5275"/>
                  <a:pt x="11276" y="5124"/>
                </a:cubicBezTo>
                <a:cubicBezTo>
                  <a:pt x="11276" y="4990"/>
                  <a:pt x="11166" y="4880"/>
                  <a:pt x="11031" y="4880"/>
                </a:cubicBezTo>
                <a:close/>
                <a:moveTo>
                  <a:pt x="12250" y="4880"/>
                </a:moveTo>
                <a:cubicBezTo>
                  <a:pt x="12031" y="4880"/>
                  <a:pt x="11921" y="5146"/>
                  <a:pt x="12075" y="5300"/>
                </a:cubicBezTo>
                <a:cubicBezTo>
                  <a:pt x="12126" y="5351"/>
                  <a:pt x="12188" y="5373"/>
                  <a:pt x="12249" y="5373"/>
                </a:cubicBezTo>
                <a:cubicBezTo>
                  <a:pt x="12376" y="5373"/>
                  <a:pt x="12498" y="5275"/>
                  <a:pt x="12498" y="5124"/>
                </a:cubicBezTo>
                <a:cubicBezTo>
                  <a:pt x="12495" y="4990"/>
                  <a:pt x="12385" y="4880"/>
                  <a:pt x="12250" y="4880"/>
                </a:cubicBezTo>
                <a:close/>
                <a:moveTo>
                  <a:pt x="13469" y="4880"/>
                </a:moveTo>
                <a:cubicBezTo>
                  <a:pt x="13250" y="4880"/>
                  <a:pt x="13140" y="5146"/>
                  <a:pt x="13294" y="5300"/>
                </a:cubicBezTo>
                <a:cubicBezTo>
                  <a:pt x="13345" y="5351"/>
                  <a:pt x="13407" y="5373"/>
                  <a:pt x="13468" y="5373"/>
                </a:cubicBezTo>
                <a:cubicBezTo>
                  <a:pt x="13595" y="5373"/>
                  <a:pt x="13717" y="5275"/>
                  <a:pt x="13717" y="5124"/>
                </a:cubicBezTo>
                <a:cubicBezTo>
                  <a:pt x="13717" y="4990"/>
                  <a:pt x="13604" y="4880"/>
                  <a:pt x="13469" y="4880"/>
                </a:cubicBezTo>
                <a:close/>
                <a:moveTo>
                  <a:pt x="14688" y="4880"/>
                </a:moveTo>
                <a:cubicBezTo>
                  <a:pt x="14469" y="4880"/>
                  <a:pt x="14359" y="5143"/>
                  <a:pt x="14513" y="5300"/>
                </a:cubicBezTo>
                <a:cubicBezTo>
                  <a:pt x="14564" y="5351"/>
                  <a:pt x="14626" y="5373"/>
                  <a:pt x="14687" y="5373"/>
                </a:cubicBezTo>
                <a:cubicBezTo>
                  <a:pt x="14814" y="5373"/>
                  <a:pt x="14936" y="5275"/>
                  <a:pt x="14936" y="5124"/>
                </a:cubicBezTo>
                <a:cubicBezTo>
                  <a:pt x="14936" y="4990"/>
                  <a:pt x="14823" y="4880"/>
                  <a:pt x="14688" y="4880"/>
                </a:cubicBezTo>
                <a:close/>
                <a:moveTo>
                  <a:pt x="15907" y="4880"/>
                </a:moveTo>
                <a:cubicBezTo>
                  <a:pt x="15688" y="4880"/>
                  <a:pt x="15578" y="5146"/>
                  <a:pt x="15735" y="5300"/>
                </a:cubicBezTo>
                <a:cubicBezTo>
                  <a:pt x="15785" y="5351"/>
                  <a:pt x="15847" y="5373"/>
                  <a:pt x="15907" y="5373"/>
                </a:cubicBezTo>
                <a:cubicBezTo>
                  <a:pt x="16033" y="5373"/>
                  <a:pt x="16155" y="5275"/>
                  <a:pt x="16155" y="5124"/>
                </a:cubicBezTo>
                <a:cubicBezTo>
                  <a:pt x="16155" y="4990"/>
                  <a:pt x="16045" y="4880"/>
                  <a:pt x="15907" y="4880"/>
                </a:cubicBezTo>
                <a:close/>
                <a:moveTo>
                  <a:pt x="17127" y="4880"/>
                </a:moveTo>
                <a:cubicBezTo>
                  <a:pt x="16907" y="4880"/>
                  <a:pt x="16797" y="5146"/>
                  <a:pt x="16954" y="5300"/>
                </a:cubicBezTo>
                <a:cubicBezTo>
                  <a:pt x="17004" y="5351"/>
                  <a:pt x="17066" y="5373"/>
                  <a:pt x="17126" y="5373"/>
                </a:cubicBezTo>
                <a:cubicBezTo>
                  <a:pt x="17253" y="5373"/>
                  <a:pt x="17374" y="5275"/>
                  <a:pt x="17374" y="5124"/>
                </a:cubicBezTo>
                <a:cubicBezTo>
                  <a:pt x="17374" y="4990"/>
                  <a:pt x="17264" y="4880"/>
                  <a:pt x="17127" y="4880"/>
                </a:cubicBezTo>
                <a:close/>
                <a:moveTo>
                  <a:pt x="18349" y="4880"/>
                </a:moveTo>
                <a:cubicBezTo>
                  <a:pt x="18126" y="4880"/>
                  <a:pt x="18017" y="5146"/>
                  <a:pt x="18173" y="5300"/>
                </a:cubicBezTo>
                <a:cubicBezTo>
                  <a:pt x="18224" y="5351"/>
                  <a:pt x="18286" y="5373"/>
                  <a:pt x="18347" y="5373"/>
                </a:cubicBezTo>
                <a:cubicBezTo>
                  <a:pt x="18473" y="5373"/>
                  <a:pt x="18593" y="5275"/>
                  <a:pt x="18593" y="5124"/>
                </a:cubicBezTo>
                <a:cubicBezTo>
                  <a:pt x="18593" y="4990"/>
                  <a:pt x="18483" y="4880"/>
                  <a:pt x="18349" y="4880"/>
                </a:cubicBezTo>
                <a:close/>
                <a:moveTo>
                  <a:pt x="19568" y="4880"/>
                </a:moveTo>
                <a:cubicBezTo>
                  <a:pt x="19348" y="4880"/>
                  <a:pt x="19236" y="5146"/>
                  <a:pt x="19392" y="5300"/>
                </a:cubicBezTo>
                <a:cubicBezTo>
                  <a:pt x="19443" y="5351"/>
                  <a:pt x="19505" y="5373"/>
                  <a:pt x="19566" y="5373"/>
                </a:cubicBezTo>
                <a:cubicBezTo>
                  <a:pt x="19692" y="5373"/>
                  <a:pt x="19812" y="5275"/>
                  <a:pt x="19812" y="5124"/>
                </a:cubicBezTo>
                <a:cubicBezTo>
                  <a:pt x="19812" y="4990"/>
                  <a:pt x="19703" y="4880"/>
                  <a:pt x="19568" y="4880"/>
                </a:cubicBezTo>
                <a:close/>
                <a:moveTo>
                  <a:pt x="20787" y="4880"/>
                </a:moveTo>
                <a:cubicBezTo>
                  <a:pt x="20567" y="4880"/>
                  <a:pt x="20458" y="5146"/>
                  <a:pt x="20611" y="5300"/>
                </a:cubicBezTo>
                <a:cubicBezTo>
                  <a:pt x="20662" y="5351"/>
                  <a:pt x="20725" y="5373"/>
                  <a:pt x="20786" y="5373"/>
                </a:cubicBezTo>
                <a:cubicBezTo>
                  <a:pt x="20913" y="5373"/>
                  <a:pt x="21034" y="5275"/>
                  <a:pt x="21034" y="5124"/>
                </a:cubicBezTo>
                <a:cubicBezTo>
                  <a:pt x="21031" y="4990"/>
                  <a:pt x="20922" y="4880"/>
                  <a:pt x="20787" y="4880"/>
                </a:cubicBezTo>
                <a:close/>
                <a:moveTo>
                  <a:pt x="22006" y="4880"/>
                </a:moveTo>
                <a:cubicBezTo>
                  <a:pt x="21786" y="4880"/>
                  <a:pt x="21677" y="5146"/>
                  <a:pt x="21830" y="5300"/>
                </a:cubicBezTo>
                <a:cubicBezTo>
                  <a:pt x="21881" y="5351"/>
                  <a:pt x="21944" y="5373"/>
                  <a:pt x="22005" y="5373"/>
                </a:cubicBezTo>
                <a:cubicBezTo>
                  <a:pt x="22132" y="5373"/>
                  <a:pt x="22253" y="5275"/>
                  <a:pt x="22253" y="5124"/>
                </a:cubicBezTo>
                <a:cubicBezTo>
                  <a:pt x="22253" y="4990"/>
                  <a:pt x="22141" y="4880"/>
                  <a:pt x="22006" y="4880"/>
                </a:cubicBezTo>
                <a:close/>
                <a:moveTo>
                  <a:pt x="23225" y="4880"/>
                </a:moveTo>
                <a:cubicBezTo>
                  <a:pt x="23006" y="4880"/>
                  <a:pt x="22896" y="5146"/>
                  <a:pt x="23049" y="5300"/>
                </a:cubicBezTo>
                <a:cubicBezTo>
                  <a:pt x="23100" y="5351"/>
                  <a:pt x="23163" y="5373"/>
                  <a:pt x="23224" y="5373"/>
                </a:cubicBezTo>
                <a:cubicBezTo>
                  <a:pt x="23351" y="5373"/>
                  <a:pt x="23472" y="5275"/>
                  <a:pt x="23472" y="5124"/>
                </a:cubicBezTo>
                <a:cubicBezTo>
                  <a:pt x="23472" y="4990"/>
                  <a:pt x="23360" y="4880"/>
                  <a:pt x="23225" y="4880"/>
                </a:cubicBezTo>
                <a:close/>
                <a:moveTo>
                  <a:pt x="24444" y="4880"/>
                </a:moveTo>
                <a:cubicBezTo>
                  <a:pt x="24225" y="4880"/>
                  <a:pt x="24115" y="5146"/>
                  <a:pt x="24272" y="5300"/>
                </a:cubicBezTo>
                <a:cubicBezTo>
                  <a:pt x="24321" y="5351"/>
                  <a:pt x="24383" y="5373"/>
                  <a:pt x="24444" y="5373"/>
                </a:cubicBezTo>
                <a:cubicBezTo>
                  <a:pt x="24570" y="5373"/>
                  <a:pt x="24692" y="5275"/>
                  <a:pt x="24692" y="5124"/>
                </a:cubicBezTo>
                <a:cubicBezTo>
                  <a:pt x="24692" y="4990"/>
                  <a:pt x="24582" y="4880"/>
                  <a:pt x="24444" y="4880"/>
                </a:cubicBezTo>
                <a:close/>
                <a:moveTo>
                  <a:pt x="25663" y="4880"/>
                </a:moveTo>
                <a:cubicBezTo>
                  <a:pt x="25444" y="4880"/>
                  <a:pt x="25334" y="5146"/>
                  <a:pt x="25491" y="5300"/>
                </a:cubicBezTo>
                <a:cubicBezTo>
                  <a:pt x="25540" y="5351"/>
                  <a:pt x="25602" y="5373"/>
                  <a:pt x="25663" y="5373"/>
                </a:cubicBezTo>
                <a:cubicBezTo>
                  <a:pt x="25789" y="5373"/>
                  <a:pt x="25911" y="5275"/>
                  <a:pt x="25911" y="5124"/>
                </a:cubicBezTo>
                <a:cubicBezTo>
                  <a:pt x="25911" y="4990"/>
                  <a:pt x="25801" y="4880"/>
                  <a:pt x="25663" y="4880"/>
                </a:cubicBezTo>
                <a:close/>
                <a:moveTo>
                  <a:pt x="26885" y="4880"/>
                </a:moveTo>
                <a:cubicBezTo>
                  <a:pt x="26663" y="4880"/>
                  <a:pt x="26553" y="5146"/>
                  <a:pt x="26710" y="5300"/>
                </a:cubicBezTo>
                <a:cubicBezTo>
                  <a:pt x="26761" y="5351"/>
                  <a:pt x="26823" y="5373"/>
                  <a:pt x="26883" y="5373"/>
                </a:cubicBezTo>
                <a:cubicBezTo>
                  <a:pt x="27010" y="5373"/>
                  <a:pt x="27130" y="5275"/>
                  <a:pt x="27130" y="5124"/>
                </a:cubicBezTo>
                <a:cubicBezTo>
                  <a:pt x="27130" y="4990"/>
                  <a:pt x="27020" y="4880"/>
                  <a:pt x="26885" y="4880"/>
                </a:cubicBezTo>
                <a:close/>
                <a:moveTo>
                  <a:pt x="28104" y="4880"/>
                </a:moveTo>
                <a:cubicBezTo>
                  <a:pt x="27885" y="4880"/>
                  <a:pt x="27772" y="5146"/>
                  <a:pt x="27929" y="5300"/>
                </a:cubicBezTo>
                <a:cubicBezTo>
                  <a:pt x="27980" y="5351"/>
                  <a:pt x="28042" y="5373"/>
                  <a:pt x="28103" y="5373"/>
                </a:cubicBezTo>
                <a:cubicBezTo>
                  <a:pt x="28230" y="5373"/>
                  <a:pt x="28351" y="5275"/>
                  <a:pt x="28349" y="5124"/>
                </a:cubicBezTo>
                <a:cubicBezTo>
                  <a:pt x="28349" y="4990"/>
                  <a:pt x="28239" y="4880"/>
                  <a:pt x="28104" y="4880"/>
                </a:cubicBezTo>
                <a:close/>
                <a:moveTo>
                  <a:pt x="29323" y="4880"/>
                </a:moveTo>
                <a:cubicBezTo>
                  <a:pt x="29104" y="4880"/>
                  <a:pt x="28994" y="5146"/>
                  <a:pt x="29148" y="5300"/>
                </a:cubicBezTo>
                <a:cubicBezTo>
                  <a:pt x="29199" y="5351"/>
                  <a:pt x="29261" y="5373"/>
                  <a:pt x="29322" y="5373"/>
                </a:cubicBezTo>
                <a:cubicBezTo>
                  <a:pt x="29449" y="5373"/>
                  <a:pt x="29571" y="5275"/>
                  <a:pt x="29571" y="5124"/>
                </a:cubicBezTo>
                <a:cubicBezTo>
                  <a:pt x="29568" y="4990"/>
                  <a:pt x="29458" y="4880"/>
                  <a:pt x="29323" y="4880"/>
                </a:cubicBezTo>
                <a:close/>
                <a:moveTo>
                  <a:pt x="30542" y="4880"/>
                </a:moveTo>
                <a:cubicBezTo>
                  <a:pt x="30323" y="4880"/>
                  <a:pt x="30213" y="5146"/>
                  <a:pt x="30367" y="5300"/>
                </a:cubicBezTo>
                <a:cubicBezTo>
                  <a:pt x="30418" y="5351"/>
                  <a:pt x="30480" y="5373"/>
                  <a:pt x="30541" y="5373"/>
                </a:cubicBezTo>
                <a:cubicBezTo>
                  <a:pt x="30668" y="5373"/>
                  <a:pt x="30790" y="5275"/>
                  <a:pt x="30790" y="5124"/>
                </a:cubicBezTo>
                <a:cubicBezTo>
                  <a:pt x="30790" y="4990"/>
                  <a:pt x="30677" y="4880"/>
                  <a:pt x="30542" y="4880"/>
                </a:cubicBezTo>
                <a:close/>
                <a:moveTo>
                  <a:pt x="31761" y="4880"/>
                </a:moveTo>
                <a:cubicBezTo>
                  <a:pt x="31542" y="4880"/>
                  <a:pt x="31432" y="5146"/>
                  <a:pt x="31586" y="5300"/>
                </a:cubicBezTo>
                <a:cubicBezTo>
                  <a:pt x="31637" y="5351"/>
                  <a:pt x="31699" y="5373"/>
                  <a:pt x="31760" y="5373"/>
                </a:cubicBezTo>
                <a:cubicBezTo>
                  <a:pt x="31887" y="5373"/>
                  <a:pt x="32009" y="5275"/>
                  <a:pt x="32009" y="5124"/>
                </a:cubicBezTo>
                <a:cubicBezTo>
                  <a:pt x="32009" y="4990"/>
                  <a:pt x="31899" y="4880"/>
                  <a:pt x="31761" y="4880"/>
                </a:cubicBezTo>
                <a:close/>
                <a:moveTo>
                  <a:pt x="32980" y="4880"/>
                </a:moveTo>
                <a:cubicBezTo>
                  <a:pt x="32761" y="4880"/>
                  <a:pt x="32651" y="5146"/>
                  <a:pt x="32808" y="5300"/>
                </a:cubicBezTo>
                <a:cubicBezTo>
                  <a:pt x="32858" y="5351"/>
                  <a:pt x="32920" y="5373"/>
                  <a:pt x="32980" y="5373"/>
                </a:cubicBezTo>
                <a:cubicBezTo>
                  <a:pt x="33106" y="5373"/>
                  <a:pt x="33228" y="5275"/>
                  <a:pt x="33228" y="5124"/>
                </a:cubicBezTo>
                <a:cubicBezTo>
                  <a:pt x="33228" y="4990"/>
                  <a:pt x="33118" y="4880"/>
                  <a:pt x="32980" y="4880"/>
                </a:cubicBezTo>
                <a:close/>
                <a:moveTo>
                  <a:pt x="1276" y="4880"/>
                </a:moveTo>
                <a:cubicBezTo>
                  <a:pt x="1053" y="4880"/>
                  <a:pt x="944" y="5146"/>
                  <a:pt x="1100" y="5300"/>
                </a:cubicBezTo>
                <a:cubicBezTo>
                  <a:pt x="1150" y="5351"/>
                  <a:pt x="1212" y="5374"/>
                  <a:pt x="1273" y="5374"/>
                </a:cubicBezTo>
                <a:cubicBezTo>
                  <a:pt x="1399" y="5374"/>
                  <a:pt x="1520" y="5275"/>
                  <a:pt x="1520" y="5127"/>
                </a:cubicBezTo>
                <a:cubicBezTo>
                  <a:pt x="1520" y="4990"/>
                  <a:pt x="1410" y="4880"/>
                  <a:pt x="1276" y="4880"/>
                </a:cubicBezTo>
                <a:close/>
                <a:moveTo>
                  <a:pt x="2495" y="4880"/>
                </a:moveTo>
                <a:cubicBezTo>
                  <a:pt x="2272" y="4880"/>
                  <a:pt x="2163" y="5146"/>
                  <a:pt x="2319" y="5300"/>
                </a:cubicBezTo>
                <a:cubicBezTo>
                  <a:pt x="2370" y="5351"/>
                  <a:pt x="2432" y="5374"/>
                  <a:pt x="2493" y="5374"/>
                </a:cubicBezTo>
                <a:cubicBezTo>
                  <a:pt x="2619" y="5374"/>
                  <a:pt x="2739" y="5275"/>
                  <a:pt x="2739" y="5127"/>
                </a:cubicBezTo>
                <a:cubicBezTo>
                  <a:pt x="2739" y="4990"/>
                  <a:pt x="2630" y="4880"/>
                  <a:pt x="2495" y="4880"/>
                </a:cubicBezTo>
                <a:close/>
                <a:moveTo>
                  <a:pt x="3714" y="4880"/>
                </a:moveTo>
                <a:cubicBezTo>
                  <a:pt x="3494" y="4880"/>
                  <a:pt x="3385" y="5146"/>
                  <a:pt x="3538" y="5300"/>
                </a:cubicBezTo>
                <a:cubicBezTo>
                  <a:pt x="3589" y="5351"/>
                  <a:pt x="3652" y="5374"/>
                  <a:pt x="3713" y="5374"/>
                </a:cubicBezTo>
                <a:cubicBezTo>
                  <a:pt x="3840" y="5374"/>
                  <a:pt x="3961" y="5275"/>
                  <a:pt x="3961" y="5127"/>
                </a:cubicBezTo>
                <a:cubicBezTo>
                  <a:pt x="3958" y="4990"/>
                  <a:pt x="3849" y="4880"/>
                  <a:pt x="3714" y="4880"/>
                </a:cubicBezTo>
                <a:close/>
                <a:moveTo>
                  <a:pt x="4933" y="4880"/>
                </a:moveTo>
                <a:cubicBezTo>
                  <a:pt x="4713" y="4880"/>
                  <a:pt x="4604" y="5146"/>
                  <a:pt x="4757" y="5300"/>
                </a:cubicBezTo>
                <a:cubicBezTo>
                  <a:pt x="4808" y="5351"/>
                  <a:pt x="4871" y="5374"/>
                  <a:pt x="4932" y="5374"/>
                </a:cubicBezTo>
                <a:cubicBezTo>
                  <a:pt x="5059" y="5374"/>
                  <a:pt x="5180" y="5275"/>
                  <a:pt x="5180" y="5127"/>
                </a:cubicBezTo>
                <a:cubicBezTo>
                  <a:pt x="5180" y="4990"/>
                  <a:pt x="5068" y="4880"/>
                  <a:pt x="4933" y="4880"/>
                </a:cubicBezTo>
                <a:close/>
                <a:moveTo>
                  <a:pt x="32982" y="6099"/>
                </a:moveTo>
                <a:cubicBezTo>
                  <a:pt x="32854" y="6099"/>
                  <a:pt x="32734" y="6200"/>
                  <a:pt x="32736" y="6346"/>
                </a:cubicBezTo>
                <a:cubicBezTo>
                  <a:pt x="32736" y="6378"/>
                  <a:pt x="32742" y="6409"/>
                  <a:pt x="32752" y="6437"/>
                </a:cubicBezTo>
                <a:cubicBezTo>
                  <a:pt x="32883" y="6346"/>
                  <a:pt x="33006" y="6249"/>
                  <a:pt x="33121" y="6143"/>
                </a:cubicBezTo>
                <a:cubicBezTo>
                  <a:pt x="33078" y="6112"/>
                  <a:pt x="33029" y="6099"/>
                  <a:pt x="32982" y="6099"/>
                </a:cubicBezTo>
                <a:close/>
                <a:moveTo>
                  <a:pt x="65" y="6099"/>
                </a:moveTo>
                <a:cubicBezTo>
                  <a:pt x="61" y="6099"/>
                  <a:pt x="57" y="6099"/>
                  <a:pt x="54" y="6099"/>
                </a:cubicBezTo>
                <a:cubicBezTo>
                  <a:pt x="38" y="6099"/>
                  <a:pt x="19" y="6102"/>
                  <a:pt x="0" y="6105"/>
                </a:cubicBezTo>
                <a:lnTo>
                  <a:pt x="0" y="6588"/>
                </a:lnTo>
                <a:cubicBezTo>
                  <a:pt x="19" y="6591"/>
                  <a:pt x="38" y="6591"/>
                  <a:pt x="54" y="6591"/>
                </a:cubicBezTo>
                <a:cubicBezTo>
                  <a:pt x="57" y="6591"/>
                  <a:pt x="61" y="6591"/>
                  <a:pt x="65" y="6591"/>
                </a:cubicBezTo>
                <a:cubicBezTo>
                  <a:pt x="201" y="6591"/>
                  <a:pt x="310" y="6481"/>
                  <a:pt x="310" y="6346"/>
                </a:cubicBezTo>
                <a:cubicBezTo>
                  <a:pt x="310" y="6209"/>
                  <a:pt x="201" y="6099"/>
                  <a:pt x="65" y="6099"/>
                </a:cubicBezTo>
                <a:close/>
                <a:moveTo>
                  <a:pt x="1276" y="6099"/>
                </a:moveTo>
                <a:cubicBezTo>
                  <a:pt x="1053" y="6099"/>
                  <a:pt x="944" y="6365"/>
                  <a:pt x="1100" y="6519"/>
                </a:cubicBezTo>
                <a:cubicBezTo>
                  <a:pt x="1150" y="6570"/>
                  <a:pt x="1212" y="6593"/>
                  <a:pt x="1273" y="6593"/>
                </a:cubicBezTo>
                <a:cubicBezTo>
                  <a:pt x="1399" y="6593"/>
                  <a:pt x="1520" y="6495"/>
                  <a:pt x="1520" y="6346"/>
                </a:cubicBezTo>
                <a:cubicBezTo>
                  <a:pt x="1520" y="6209"/>
                  <a:pt x="1410" y="6099"/>
                  <a:pt x="1276" y="6099"/>
                </a:cubicBezTo>
                <a:close/>
                <a:moveTo>
                  <a:pt x="2495" y="6099"/>
                </a:moveTo>
                <a:cubicBezTo>
                  <a:pt x="2272" y="6099"/>
                  <a:pt x="2163" y="6365"/>
                  <a:pt x="2319" y="6519"/>
                </a:cubicBezTo>
                <a:cubicBezTo>
                  <a:pt x="2370" y="6570"/>
                  <a:pt x="2432" y="6593"/>
                  <a:pt x="2493" y="6593"/>
                </a:cubicBezTo>
                <a:cubicBezTo>
                  <a:pt x="2619" y="6593"/>
                  <a:pt x="2739" y="6495"/>
                  <a:pt x="2739" y="6346"/>
                </a:cubicBezTo>
                <a:cubicBezTo>
                  <a:pt x="2739" y="6209"/>
                  <a:pt x="2630" y="6099"/>
                  <a:pt x="2495" y="6099"/>
                </a:cubicBezTo>
                <a:close/>
                <a:moveTo>
                  <a:pt x="3714" y="6099"/>
                </a:moveTo>
                <a:cubicBezTo>
                  <a:pt x="3494" y="6099"/>
                  <a:pt x="3385" y="6365"/>
                  <a:pt x="3538" y="6519"/>
                </a:cubicBezTo>
                <a:cubicBezTo>
                  <a:pt x="3589" y="6570"/>
                  <a:pt x="3652" y="6593"/>
                  <a:pt x="3713" y="6593"/>
                </a:cubicBezTo>
                <a:cubicBezTo>
                  <a:pt x="3840" y="6593"/>
                  <a:pt x="3961" y="6495"/>
                  <a:pt x="3961" y="6346"/>
                </a:cubicBezTo>
                <a:cubicBezTo>
                  <a:pt x="3961" y="6209"/>
                  <a:pt x="3849" y="6099"/>
                  <a:pt x="3714" y="6099"/>
                </a:cubicBezTo>
                <a:close/>
                <a:moveTo>
                  <a:pt x="4933" y="6099"/>
                </a:moveTo>
                <a:cubicBezTo>
                  <a:pt x="4713" y="6099"/>
                  <a:pt x="4604" y="6365"/>
                  <a:pt x="4757" y="6519"/>
                </a:cubicBezTo>
                <a:cubicBezTo>
                  <a:pt x="4808" y="6570"/>
                  <a:pt x="4871" y="6593"/>
                  <a:pt x="4932" y="6593"/>
                </a:cubicBezTo>
                <a:cubicBezTo>
                  <a:pt x="5059" y="6593"/>
                  <a:pt x="5180" y="6495"/>
                  <a:pt x="5180" y="6346"/>
                </a:cubicBezTo>
                <a:cubicBezTo>
                  <a:pt x="5180" y="6209"/>
                  <a:pt x="5068" y="6099"/>
                  <a:pt x="4933" y="6099"/>
                </a:cubicBezTo>
                <a:close/>
                <a:moveTo>
                  <a:pt x="6152" y="6099"/>
                </a:moveTo>
                <a:cubicBezTo>
                  <a:pt x="5933" y="6099"/>
                  <a:pt x="5823" y="6365"/>
                  <a:pt x="5976" y="6519"/>
                </a:cubicBezTo>
                <a:cubicBezTo>
                  <a:pt x="6027" y="6570"/>
                  <a:pt x="6090" y="6593"/>
                  <a:pt x="6151" y="6593"/>
                </a:cubicBezTo>
                <a:cubicBezTo>
                  <a:pt x="6278" y="6593"/>
                  <a:pt x="6399" y="6495"/>
                  <a:pt x="6399" y="6346"/>
                </a:cubicBezTo>
                <a:cubicBezTo>
                  <a:pt x="6399" y="6209"/>
                  <a:pt x="6287" y="6099"/>
                  <a:pt x="6152" y="6099"/>
                </a:cubicBezTo>
                <a:close/>
                <a:moveTo>
                  <a:pt x="7371" y="6099"/>
                </a:moveTo>
                <a:cubicBezTo>
                  <a:pt x="7152" y="6099"/>
                  <a:pt x="7042" y="6365"/>
                  <a:pt x="7199" y="6519"/>
                </a:cubicBezTo>
                <a:cubicBezTo>
                  <a:pt x="7249" y="6570"/>
                  <a:pt x="7310" y="6593"/>
                  <a:pt x="7371" y="6593"/>
                </a:cubicBezTo>
                <a:cubicBezTo>
                  <a:pt x="7497" y="6593"/>
                  <a:pt x="7619" y="6495"/>
                  <a:pt x="7619" y="6346"/>
                </a:cubicBezTo>
                <a:cubicBezTo>
                  <a:pt x="7619" y="6209"/>
                  <a:pt x="7509" y="6099"/>
                  <a:pt x="7371" y="6099"/>
                </a:cubicBezTo>
                <a:close/>
                <a:moveTo>
                  <a:pt x="8590" y="6099"/>
                </a:moveTo>
                <a:cubicBezTo>
                  <a:pt x="8371" y="6099"/>
                  <a:pt x="8261" y="6365"/>
                  <a:pt x="8418" y="6519"/>
                </a:cubicBezTo>
                <a:cubicBezTo>
                  <a:pt x="8468" y="6570"/>
                  <a:pt x="8529" y="6593"/>
                  <a:pt x="8590" y="6593"/>
                </a:cubicBezTo>
                <a:cubicBezTo>
                  <a:pt x="8716" y="6593"/>
                  <a:pt x="8838" y="6495"/>
                  <a:pt x="8838" y="6346"/>
                </a:cubicBezTo>
                <a:cubicBezTo>
                  <a:pt x="8838" y="6209"/>
                  <a:pt x="8728" y="6099"/>
                  <a:pt x="8590" y="6099"/>
                </a:cubicBezTo>
                <a:close/>
                <a:moveTo>
                  <a:pt x="9812" y="6099"/>
                </a:moveTo>
                <a:cubicBezTo>
                  <a:pt x="9590" y="6099"/>
                  <a:pt x="9480" y="6365"/>
                  <a:pt x="9637" y="6519"/>
                </a:cubicBezTo>
                <a:cubicBezTo>
                  <a:pt x="9687" y="6570"/>
                  <a:pt x="9749" y="6593"/>
                  <a:pt x="9809" y="6593"/>
                </a:cubicBezTo>
                <a:cubicBezTo>
                  <a:pt x="9935" y="6593"/>
                  <a:pt x="10057" y="6495"/>
                  <a:pt x="10057" y="6346"/>
                </a:cubicBezTo>
                <a:cubicBezTo>
                  <a:pt x="10057" y="6209"/>
                  <a:pt x="9947" y="6099"/>
                  <a:pt x="9812" y="6099"/>
                </a:cubicBezTo>
                <a:close/>
                <a:moveTo>
                  <a:pt x="11031" y="6099"/>
                </a:moveTo>
                <a:cubicBezTo>
                  <a:pt x="10812" y="6099"/>
                  <a:pt x="10699" y="6365"/>
                  <a:pt x="10856" y="6519"/>
                </a:cubicBezTo>
                <a:cubicBezTo>
                  <a:pt x="10907" y="6570"/>
                  <a:pt x="10969" y="6593"/>
                  <a:pt x="11030" y="6593"/>
                </a:cubicBezTo>
                <a:cubicBezTo>
                  <a:pt x="11156" y="6593"/>
                  <a:pt x="11276" y="6495"/>
                  <a:pt x="11276" y="6346"/>
                </a:cubicBezTo>
                <a:cubicBezTo>
                  <a:pt x="11276" y="6209"/>
                  <a:pt x="11166" y="6099"/>
                  <a:pt x="11031" y="6099"/>
                </a:cubicBezTo>
                <a:close/>
                <a:moveTo>
                  <a:pt x="12250" y="6099"/>
                </a:moveTo>
                <a:cubicBezTo>
                  <a:pt x="12031" y="6099"/>
                  <a:pt x="11921" y="6365"/>
                  <a:pt x="12075" y="6519"/>
                </a:cubicBezTo>
                <a:cubicBezTo>
                  <a:pt x="12126" y="6570"/>
                  <a:pt x="12188" y="6593"/>
                  <a:pt x="12250" y="6593"/>
                </a:cubicBezTo>
                <a:cubicBezTo>
                  <a:pt x="12377" y="6593"/>
                  <a:pt x="12498" y="6495"/>
                  <a:pt x="12498" y="6346"/>
                </a:cubicBezTo>
                <a:cubicBezTo>
                  <a:pt x="12495" y="6209"/>
                  <a:pt x="12385" y="6099"/>
                  <a:pt x="12250" y="6099"/>
                </a:cubicBezTo>
                <a:close/>
                <a:moveTo>
                  <a:pt x="13469" y="6099"/>
                </a:moveTo>
                <a:cubicBezTo>
                  <a:pt x="13250" y="6099"/>
                  <a:pt x="13140" y="6365"/>
                  <a:pt x="13294" y="6519"/>
                </a:cubicBezTo>
                <a:cubicBezTo>
                  <a:pt x="13345" y="6570"/>
                  <a:pt x="13407" y="6593"/>
                  <a:pt x="13469" y="6593"/>
                </a:cubicBezTo>
                <a:cubicBezTo>
                  <a:pt x="13596" y="6593"/>
                  <a:pt x="13717" y="6495"/>
                  <a:pt x="13717" y="6346"/>
                </a:cubicBezTo>
                <a:cubicBezTo>
                  <a:pt x="13717" y="6209"/>
                  <a:pt x="13604" y="6099"/>
                  <a:pt x="13469" y="6099"/>
                </a:cubicBezTo>
                <a:close/>
                <a:moveTo>
                  <a:pt x="14688" y="6099"/>
                </a:moveTo>
                <a:cubicBezTo>
                  <a:pt x="14469" y="6099"/>
                  <a:pt x="14359" y="6365"/>
                  <a:pt x="14513" y="6519"/>
                </a:cubicBezTo>
                <a:cubicBezTo>
                  <a:pt x="14564" y="6570"/>
                  <a:pt x="14626" y="6593"/>
                  <a:pt x="14688" y="6593"/>
                </a:cubicBezTo>
                <a:cubicBezTo>
                  <a:pt x="14815" y="6593"/>
                  <a:pt x="14936" y="6495"/>
                  <a:pt x="14936" y="6346"/>
                </a:cubicBezTo>
                <a:cubicBezTo>
                  <a:pt x="14936" y="6209"/>
                  <a:pt x="14823" y="6099"/>
                  <a:pt x="14688" y="6099"/>
                </a:cubicBezTo>
                <a:close/>
                <a:moveTo>
                  <a:pt x="15907" y="6099"/>
                </a:moveTo>
                <a:cubicBezTo>
                  <a:pt x="15688" y="6099"/>
                  <a:pt x="15578" y="6365"/>
                  <a:pt x="15735" y="6519"/>
                </a:cubicBezTo>
                <a:cubicBezTo>
                  <a:pt x="15785" y="6570"/>
                  <a:pt x="15847" y="6593"/>
                  <a:pt x="15908" y="6593"/>
                </a:cubicBezTo>
                <a:cubicBezTo>
                  <a:pt x="16034" y="6593"/>
                  <a:pt x="16155" y="6495"/>
                  <a:pt x="16155" y="6346"/>
                </a:cubicBezTo>
                <a:cubicBezTo>
                  <a:pt x="16155" y="6209"/>
                  <a:pt x="16045" y="6099"/>
                  <a:pt x="15907" y="6099"/>
                </a:cubicBezTo>
                <a:close/>
                <a:moveTo>
                  <a:pt x="17127" y="6099"/>
                </a:moveTo>
                <a:cubicBezTo>
                  <a:pt x="16907" y="6099"/>
                  <a:pt x="16797" y="6365"/>
                  <a:pt x="16954" y="6519"/>
                </a:cubicBezTo>
                <a:cubicBezTo>
                  <a:pt x="17004" y="6570"/>
                  <a:pt x="17066" y="6593"/>
                  <a:pt x="17127" y="6593"/>
                </a:cubicBezTo>
                <a:cubicBezTo>
                  <a:pt x="17253" y="6593"/>
                  <a:pt x="17374" y="6495"/>
                  <a:pt x="17374" y="6346"/>
                </a:cubicBezTo>
                <a:cubicBezTo>
                  <a:pt x="17374" y="6209"/>
                  <a:pt x="17264" y="6099"/>
                  <a:pt x="17127" y="6099"/>
                </a:cubicBezTo>
                <a:close/>
                <a:moveTo>
                  <a:pt x="18349" y="6099"/>
                </a:moveTo>
                <a:cubicBezTo>
                  <a:pt x="18126" y="6099"/>
                  <a:pt x="18017" y="6365"/>
                  <a:pt x="18173" y="6519"/>
                </a:cubicBezTo>
                <a:cubicBezTo>
                  <a:pt x="18223" y="6570"/>
                  <a:pt x="18285" y="6593"/>
                  <a:pt x="18346" y="6593"/>
                </a:cubicBezTo>
                <a:cubicBezTo>
                  <a:pt x="18472" y="6593"/>
                  <a:pt x="18593" y="6495"/>
                  <a:pt x="18593" y="6346"/>
                </a:cubicBezTo>
                <a:cubicBezTo>
                  <a:pt x="18593" y="6209"/>
                  <a:pt x="18483" y="6099"/>
                  <a:pt x="18349" y="6099"/>
                </a:cubicBezTo>
                <a:close/>
                <a:moveTo>
                  <a:pt x="19568" y="6099"/>
                </a:moveTo>
                <a:cubicBezTo>
                  <a:pt x="19348" y="6099"/>
                  <a:pt x="19236" y="6365"/>
                  <a:pt x="19392" y="6519"/>
                </a:cubicBezTo>
                <a:cubicBezTo>
                  <a:pt x="19443" y="6570"/>
                  <a:pt x="19505" y="6593"/>
                  <a:pt x="19566" y="6593"/>
                </a:cubicBezTo>
                <a:cubicBezTo>
                  <a:pt x="19692" y="6593"/>
                  <a:pt x="19812" y="6495"/>
                  <a:pt x="19812" y="6346"/>
                </a:cubicBezTo>
                <a:cubicBezTo>
                  <a:pt x="19812" y="6209"/>
                  <a:pt x="19703" y="6099"/>
                  <a:pt x="19568" y="6099"/>
                </a:cubicBezTo>
                <a:close/>
                <a:moveTo>
                  <a:pt x="20787" y="6099"/>
                </a:moveTo>
                <a:cubicBezTo>
                  <a:pt x="20567" y="6099"/>
                  <a:pt x="20458" y="6365"/>
                  <a:pt x="20611" y="6519"/>
                </a:cubicBezTo>
                <a:cubicBezTo>
                  <a:pt x="20662" y="6570"/>
                  <a:pt x="20725" y="6593"/>
                  <a:pt x="20786" y="6593"/>
                </a:cubicBezTo>
                <a:cubicBezTo>
                  <a:pt x="20913" y="6593"/>
                  <a:pt x="21034" y="6495"/>
                  <a:pt x="21034" y="6346"/>
                </a:cubicBezTo>
                <a:cubicBezTo>
                  <a:pt x="21031" y="6209"/>
                  <a:pt x="20922" y="6099"/>
                  <a:pt x="20787" y="6099"/>
                </a:cubicBezTo>
                <a:close/>
                <a:moveTo>
                  <a:pt x="22006" y="6099"/>
                </a:moveTo>
                <a:cubicBezTo>
                  <a:pt x="21786" y="6099"/>
                  <a:pt x="21677" y="6365"/>
                  <a:pt x="21830" y="6519"/>
                </a:cubicBezTo>
                <a:cubicBezTo>
                  <a:pt x="21881" y="6570"/>
                  <a:pt x="21944" y="6593"/>
                  <a:pt x="22005" y="6593"/>
                </a:cubicBezTo>
                <a:cubicBezTo>
                  <a:pt x="22132" y="6593"/>
                  <a:pt x="22253" y="6495"/>
                  <a:pt x="22253" y="6346"/>
                </a:cubicBezTo>
                <a:cubicBezTo>
                  <a:pt x="22253" y="6209"/>
                  <a:pt x="22141" y="6099"/>
                  <a:pt x="22006" y="6099"/>
                </a:cubicBezTo>
                <a:close/>
                <a:moveTo>
                  <a:pt x="23225" y="6099"/>
                </a:moveTo>
                <a:cubicBezTo>
                  <a:pt x="23006" y="6099"/>
                  <a:pt x="22896" y="6365"/>
                  <a:pt x="23049" y="6519"/>
                </a:cubicBezTo>
                <a:cubicBezTo>
                  <a:pt x="23100" y="6570"/>
                  <a:pt x="23163" y="6593"/>
                  <a:pt x="23224" y="6593"/>
                </a:cubicBezTo>
                <a:cubicBezTo>
                  <a:pt x="23351" y="6593"/>
                  <a:pt x="23472" y="6495"/>
                  <a:pt x="23472" y="6346"/>
                </a:cubicBezTo>
                <a:cubicBezTo>
                  <a:pt x="23472" y="6209"/>
                  <a:pt x="23363" y="6099"/>
                  <a:pt x="23225" y="6099"/>
                </a:cubicBezTo>
                <a:close/>
                <a:moveTo>
                  <a:pt x="24444" y="6099"/>
                </a:moveTo>
                <a:cubicBezTo>
                  <a:pt x="24225" y="6099"/>
                  <a:pt x="24115" y="6365"/>
                  <a:pt x="24272" y="6519"/>
                </a:cubicBezTo>
                <a:cubicBezTo>
                  <a:pt x="24322" y="6570"/>
                  <a:pt x="24383" y="6593"/>
                  <a:pt x="24444" y="6593"/>
                </a:cubicBezTo>
                <a:cubicBezTo>
                  <a:pt x="24570" y="6593"/>
                  <a:pt x="24692" y="6495"/>
                  <a:pt x="24692" y="6346"/>
                </a:cubicBezTo>
                <a:cubicBezTo>
                  <a:pt x="24692" y="6209"/>
                  <a:pt x="24582" y="6099"/>
                  <a:pt x="24444" y="6099"/>
                </a:cubicBezTo>
                <a:close/>
                <a:moveTo>
                  <a:pt x="25663" y="6099"/>
                </a:moveTo>
                <a:cubicBezTo>
                  <a:pt x="25444" y="6099"/>
                  <a:pt x="25334" y="6365"/>
                  <a:pt x="25491" y="6519"/>
                </a:cubicBezTo>
                <a:cubicBezTo>
                  <a:pt x="25541" y="6570"/>
                  <a:pt x="25602" y="6593"/>
                  <a:pt x="25663" y="6593"/>
                </a:cubicBezTo>
                <a:cubicBezTo>
                  <a:pt x="25789" y="6593"/>
                  <a:pt x="25911" y="6495"/>
                  <a:pt x="25911" y="6346"/>
                </a:cubicBezTo>
                <a:cubicBezTo>
                  <a:pt x="25911" y="6209"/>
                  <a:pt x="25801" y="6099"/>
                  <a:pt x="25663" y="6099"/>
                </a:cubicBezTo>
                <a:close/>
                <a:moveTo>
                  <a:pt x="26885" y="6099"/>
                </a:moveTo>
                <a:cubicBezTo>
                  <a:pt x="26663" y="6099"/>
                  <a:pt x="26553" y="6365"/>
                  <a:pt x="26710" y="6519"/>
                </a:cubicBezTo>
                <a:cubicBezTo>
                  <a:pt x="26760" y="6570"/>
                  <a:pt x="26822" y="6593"/>
                  <a:pt x="26882" y="6593"/>
                </a:cubicBezTo>
                <a:cubicBezTo>
                  <a:pt x="27008" y="6593"/>
                  <a:pt x="27130" y="6495"/>
                  <a:pt x="27130" y="6346"/>
                </a:cubicBezTo>
                <a:cubicBezTo>
                  <a:pt x="27130" y="6209"/>
                  <a:pt x="27020" y="6099"/>
                  <a:pt x="26885" y="6099"/>
                </a:cubicBezTo>
                <a:close/>
                <a:moveTo>
                  <a:pt x="28104" y="6099"/>
                </a:moveTo>
                <a:cubicBezTo>
                  <a:pt x="27885" y="6099"/>
                  <a:pt x="27772" y="6365"/>
                  <a:pt x="27929" y="6519"/>
                </a:cubicBezTo>
                <a:cubicBezTo>
                  <a:pt x="27980" y="6570"/>
                  <a:pt x="28042" y="6593"/>
                  <a:pt x="28103" y="6593"/>
                </a:cubicBezTo>
                <a:cubicBezTo>
                  <a:pt x="28229" y="6593"/>
                  <a:pt x="28349" y="6495"/>
                  <a:pt x="28349" y="6346"/>
                </a:cubicBezTo>
                <a:cubicBezTo>
                  <a:pt x="28349" y="6209"/>
                  <a:pt x="28239" y="6099"/>
                  <a:pt x="28104" y="6099"/>
                </a:cubicBezTo>
                <a:close/>
                <a:moveTo>
                  <a:pt x="29323" y="6099"/>
                </a:moveTo>
                <a:cubicBezTo>
                  <a:pt x="29104" y="6099"/>
                  <a:pt x="28994" y="6365"/>
                  <a:pt x="29148" y="6519"/>
                </a:cubicBezTo>
                <a:cubicBezTo>
                  <a:pt x="29199" y="6570"/>
                  <a:pt x="29261" y="6593"/>
                  <a:pt x="29323" y="6593"/>
                </a:cubicBezTo>
                <a:cubicBezTo>
                  <a:pt x="29450" y="6593"/>
                  <a:pt x="29571" y="6495"/>
                  <a:pt x="29571" y="6346"/>
                </a:cubicBezTo>
                <a:cubicBezTo>
                  <a:pt x="29568" y="6209"/>
                  <a:pt x="29458" y="6099"/>
                  <a:pt x="29323" y="6099"/>
                </a:cubicBezTo>
                <a:close/>
                <a:moveTo>
                  <a:pt x="30542" y="6099"/>
                </a:moveTo>
                <a:cubicBezTo>
                  <a:pt x="30323" y="6099"/>
                  <a:pt x="30213" y="6365"/>
                  <a:pt x="30367" y="6519"/>
                </a:cubicBezTo>
                <a:cubicBezTo>
                  <a:pt x="30418" y="6570"/>
                  <a:pt x="30480" y="6593"/>
                  <a:pt x="30542" y="6593"/>
                </a:cubicBezTo>
                <a:cubicBezTo>
                  <a:pt x="30669" y="6593"/>
                  <a:pt x="30790" y="6495"/>
                  <a:pt x="30790" y="6346"/>
                </a:cubicBezTo>
                <a:cubicBezTo>
                  <a:pt x="30790" y="6209"/>
                  <a:pt x="30677" y="6099"/>
                  <a:pt x="30542" y="6099"/>
                </a:cubicBezTo>
                <a:close/>
                <a:moveTo>
                  <a:pt x="31761" y="6099"/>
                </a:moveTo>
                <a:cubicBezTo>
                  <a:pt x="31542" y="6099"/>
                  <a:pt x="31432" y="6365"/>
                  <a:pt x="31586" y="6519"/>
                </a:cubicBezTo>
                <a:cubicBezTo>
                  <a:pt x="31637" y="6570"/>
                  <a:pt x="31699" y="6593"/>
                  <a:pt x="31761" y="6593"/>
                </a:cubicBezTo>
                <a:cubicBezTo>
                  <a:pt x="31888" y="6593"/>
                  <a:pt x="32009" y="6495"/>
                  <a:pt x="32009" y="6346"/>
                </a:cubicBezTo>
                <a:cubicBezTo>
                  <a:pt x="32009" y="6209"/>
                  <a:pt x="31899" y="6099"/>
                  <a:pt x="31761" y="6099"/>
                </a:cubicBezTo>
                <a:close/>
                <a:moveTo>
                  <a:pt x="29323" y="7318"/>
                </a:moveTo>
                <a:cubicBezTo>
                  <a:pt x="29226" y="7318"/>
                  <a:pt x="29135" y="7374"/>
                  <a:pt x="29098" y="7465"/>
                </a:cubicBezTo>
                <a:cubicBezTo>
                  <a:pt x="29239" y="7450"/>
                  <a:pt x="29380" y="7434"/>
                  <a:pt x="29521" y="7415"/>
                </a:cubicBezTo>
                <a:cubicBezTo>
                  <a:pt x="29474" y="7356"/>
                  <a:pt x="29402" y="7318"/>
                  <a:pt x="29323" y="7318"/>
                </a:cubicBezTo>
                <a:close/>
                <a:moveTo>
                  <a:pt x="28104" y="7318"/>
                </a:moveTo>
                <a:cubicBezTo>
                  <a:pt x="27938" y="7318"/>
                  <a:pt x="27822" y="7475"/>
                  <a:pt x="27866" y="7631"/>
                </a:cubicBezTo>
                <a:cubicBezTo>
                  <a:pt x="28026" y="7603"/>
                  <a:pt x="28186" y="7578"/>
                  <a:pt x="28349" y="7556"/>
                </a:cubicBezTo>
                <a:cubicBezTo>
                  <a:pt x="28346" y="7425"/>
                  <a:pt x="28236" y="7318"/>
                  <a:pt x="28104" y="7318"/>
                </a:cubicBezTo>
                <a:close/>
                <a:moveTo>
                  <a:pt x="6152" y="7318"/>
                </a:moveTo>
                <a:cubicBezTo>
                  <a:pt x="5933" y="7318"/>
                  <a:pt x="5823" y="7584"/>
                  <a:pt x="5976" y="7738"/>
                </a:cubicBezTo>
                <a:cubicBezTo>
                  <a:pt x="6027" y="7789"/>
                  <a:pt x="6090" y="7812"/>
                  <a:pt x="6151" y="7812"/>
                </a:cubicBezTo>
                <a:cubicBezTo>
                  <a:pt x="6278" y="7812"/>
                  <a:pt x="6399" y="7714"/>
                  <a:pt x="6399" y="7566"/>
                </a:cubicBezTo>
                <a:cubicBezTo>
                  <a:pt x="6399" y="7428"/>
                  <a:pt x="6290" y="7318"/>
                  <a:pt x="6152" y="7318"/>
                </a:cubicBezTo>
                <a:close/>
                <a:moveTo>
                  <a:pt x="7371" y="7318"/>
                </a:moveTo>
                <a:cubicBezTo>
                  <a:pt x="7152" y="7318"/>
                  <a:pt x="7042" y="7584"/>
                  <a:pt x="7199" y="7738"/>
                </a:cubicBezTo>
                <a:cubicBezTo>
                  <a:pt x="7249" y="7789"/>
                  <a:pt x="7310" y="7812"/>
                  <a:pt x="7371" y="7812"/>
                </a:cubicBezTo>
                <a:cubicBezTo>
                  <a:pt x="7497" y="7812"/>
                  <a:pt x="7619" y="7714"/>
                  <a:pt x="7619" y="7566"/>
                </a:cubicBezTo>
                <a:cubicBezTo>
                  <a:pt x="7619" y="7428"/>
                  <a:pt x="7509" y="7318"/>
                  <a:pt x="7371" y="7318"/>
                </a:cubicBezTo>
                <a:close/>
                <a:moveTo>
                  <a:pt x="8590" y="7318"/>
                </a:moveTo>
                <a:cubicBezTo>
                  <a:pt x="8371" y="7318"/>
                  <a:pt x="8261" y="7584"/>
                  <a:pt x="8418" y="7738"/>
                </a:cubicBezTo>
                <a:cubicBezTo>
                  <a:pt x="8468" y="7789"/>
                  <a:pt x="8529" y="7812"/>
                  <a:pt x="8590" y="7812"/>
                </a:cubicBezTo>
                <a:cubicBezTo>
                  <a:pt x="8716" y="7812"/>
                  <a:pt x="8838" y="7714"/>
                  <a:pt x="8838" y="7566"/>
                </a:cubicBezTo>
                <a:cubicBezTo>
                  <a:pt x="8838" y="7428"/>
                  <a:pt x="8728" y="7318"/>
                  <a:pt x="8590" y="7318"/>
                </a:cubicBezTo>
                <a:close/>
                <a:moveTo>
                  <a:pt x="9812" y="7318"/>
                </a:moveTo>
                <a:cubicBezTo>
                  <a:pt x="9590" y="7318"/>
                  <a:pt x="9480" y="7584"/>
                  <a:pt x="9637" y="7738"/>
                </a:cubicBezTo>
                <a:cubicBezTo>
                  <a:pt x="9687" y="7789"/>
                  <a:pt x="9749" y="7812"/>
                  <a:pt x="9809" y="7812"/>
                </a:cubicBezTo>
                <a:cubicBezTo>
                  <a:pt x="9935" y="7812"/>
                  <a:pt x="10057" y="7714"/>
                  <a:pt x="10057" y="7566"/>
                </a:cubicBezTo>
                <a:cubicBezTo>
                  <a:pt x="10057" y="7428"/>
                  <a:pt x="9947" y="7318"/>
                  <a:pt x="9812" y="7318"/>
                </a:cubicBezTo>
                <a:close/>
                <a:moveTo>
                  <a:pt x="11031" y="7318"/>
                </a:moveTo>
                <a:cubicBezTo>
                  <a:pt x="10809" y="7318"/>
                  <a:pt x="10699" y="7584"/>
                  <a:pt x="10856" y="7738"/>
                </a:cubicBezTo>
                <a:cubicBezTo>
                  <a:pt x="10907" y="7789"/>
                  <a:pt x="10969" y="7812"/>
                  <a:pt x="11030" y="7812"/>
                </a:cubicBezTo>
                <a:cubicBezTo>
                  <a:pt x="11156" y="7812"/>
                  <a:pt x="11276" y="7714"/>
                  <a:pt x="11276" y="7566"/>
                </a:cubicBezTo>
                <a:cubicBezTo>
                  <a:pt x="11276" y="7428"/>
                  <a:pt x="11166" y="7318"/>
                  <a:pt x="11031" y="7318"/>
                </a:cubicBezTo>
                <a:close/>
                <a:moveTo>
                  <a:pt x="12250" y="7318"/>
                </a:moveTo>
                <a:cubicBezTo>
                  <a:pt x="12031" y="7318"/>
                  <a:pt x="11921" y="7584"/>
                  <a:pt x="12075" y="7738"/>
                </a:cubicBezTo>
                <a:cubicBezTo>
                  <a:pt x="12126" y="7789"/>
                  <a:pt x="12188" y="7812"/>
                  <a:pt x="12250" y="7812"/>
                </a:cubicBezTo>
                <a:cubicBezTo>
                  <a:pt x="12377" y="7812"/>
                  <a:pt x="12498" y="7714"/>
                  <a:pt x="12498" y="7566"/>
                </a:cubicBezTo>
                <a:cubicBezTo>
                  <a:pt x="12498" y="7428"/>
                  <a:pt x="12385" y="7318"/>
                  <a:pt x="12250" y="7318"/>
                </a:cubicBezTo>
                <a:close/>
                <a:moveTo>
                  <a:pt x="13469" y="7318"/>
                </a:moveTo>
                <a:cubicBezTo>
                  <a:pt x="13250" y="7318"/>
                  <a:pt x="13140" y="7584"/>
                  <a:pt x="13294" y="7738"/>
                </a:cubicBezTo>
                <a:cubicBezTo>
                  <a:pt x="13345" y="7789"/>
                  <a:pt x="13407" y="7812"/>
                  <a:pt x="13469" y="7812"/>
                </a:cubicBezTo>
                <a:cubicBezTo>
                  <a:pt x="13596" y="7812"/>
                  <a:pt x="13717" y="7714"/>
                  <a:pt x="13717" y="7566"/>
                </a:cubicBezTo>
                <a:cubicBezTo>
                  <a:pt x="13717" y="7428"/>
                  <a:pt x="13604" y="7318"/>
                  <a:pt x="13469" y="7318"/>
                </a:cubicBezTo>
                <a:close/>
                <a:moveTo>
                  <a:pt x="14688" y="7318"/>
                </a:moveTo>
                <a:cubicBezTo>
                  <a:pt x="14469" y="7318"/>
                  <a:pt x="14359" y="7584"/>
                  <a:pt x="14513" y="7738"/>
                </a:cubicBezTo>
                <a:cubicBezTo>
                  <a:pt x="14564" y="7789"/>
                  <a:pt x="14626" y="7812"/>
                  <a:pt x="14688" y="7812"/>
                </a:cubicBezTo>
                <a:cubicBezTo>
                  <a:pt x="14815" y="7812"/>
                  <a:pt x="14936" y="7714"/>
                  <a:pt x="14936" y="7566"/>
                </a:cubicBezTo>
                <a:cubicBezTo>
                  <a:pt x="14936" y="7428"/>
                  <a:pt x="14823" y="7318"/>
                  <a:pt x="14688" y="7318"/>
                </a:cubicBezTo>
                <a:close/>
                <a:moveTo>
                  <a:pt x="15907" y="7318"/>
                </a:moveTo>
                <a:cubicBezTo>
                  <a:pt x="15688" y="7318"/>
                  <a:pt x="15578" y="7584"/>
                  <a:pt x="15735" y="7738"/>
                </a:cubicBezTo>
                <a:cubicBezTo>
                  <a:pt x="15785" y="7789"/>
                  <a:pt x="15847" y="7812"/>
                  <a:pt x="15908" y="7812"/>
                </a:cubicBezTo>
                <a:cubicBezTo>
                  <a:pt x="16034" y="7812"/>
                  <a:pt x="16155" y="7714"/>
                  <a:pt x="16155" y="7566"/>
                </a:cubicBezTo>
                <a:cubicBezTo>
                  <a:pt x="16155" y="7428"/>
                  <a:pt x="16045" y="7318"/>
                  <a:pt x="15907" y="7318"/>
                </a:cubicBezTo>
                <a:close/>
                <a:moveTo>
                  <a:pt x="17127" y="7318"/>
                </a:moveTo>
                <a:cubicBezTo>
                  <a:pt x="16907" y="7318"/>
                  <a:pt x="16797" y="7584"/>
                  <a:pt x="16954" y="7738"/>
                </a:cubicBezTo>
                <a:cubicBezTo>
                  <a:pt x="17004" y="7789"/>
                  <a:pt x="17066" y="7812"/>
                  <a:pt x="17127" y="7812"/>
                </a:cubicBezTo>
                <a:cubicBezTo>
                  <a:pt x="17253" y="7812"/>
                  <a:pt x="17374" y="7714"/>
                  <a:pt x="17374" y="7566"/>
                </a:cubicBezTo>
                <a:cubicBezTo>
                  <a:pt x="17374" y="7428"/>
                  <a:pt x="17264" y="7318"/>
                  <a:pt x="17127" y="7318"/>
                </a:cubicBezTo>
                <a:close/>
                <a:moveTo>
                  <a:pt x="18349" y="7318"/>
                </a:moveTo>
                <a:cubicBezTo>
                  <a:pt x="18126" y="7318"/>
                  <a:pt x="18017" y="7584"/>
                  <a:pt x="18173" y="7738"/>
                </a:cubicBezTo>
                <a:cubicBezTo>
                  <a:pt x="18223" y="7789"/>
                  <a:pt x="18285" y="7812"/>
                  <a:pt x="18346" y="7812"/>
                </a:cubicBezTo>
                <a:cubicBezTo>
                  <a:pt x="18472" y="7812"/>
                  <a:pt x="18593" y="7714"/>
                  <a:pt x="18593" y="7566"/>
                </a:cubicBezTo>
                <a:cubicBezTo>
                  <a:pt x="18593" y="7428"/>
                  <a:pt x="18483" y="7318"/>
                  <a:pt x="18349" y="7318"/>
                </a:cubicBezTo>
                <a:close/>
                <a:moveTo>
                  <a:pt x="19568" y="7318"/>
                </a:moveTo>
                <a:cubicBezTo>
                  <a:pt x="19348" y="7318"/>
                  <a:pt x="19236" y="7584"/>
                  <a:pt x="19392" y="7738"/>
                </a:cubicBezTo>
                <a:cubicBezTo>
                  <a:pt x="19443" y="7789"/>
                  <a:pt x="19505" y="7812"/>
                  <a:pt x="19566" y="7812"/>
                </a:cubicBezTo>
                <a:cubicBezTo>
                  <a:pt x="19692" y="7812"/>
                  <a:pt x="19812" y="7714"/>
                  <a:pt x="19812" y="7566"/>
                </a:cubicBezTo>
                <a:cubicBezTo>
                  <a:pt x="19812" y="7428"/>
                  <a:pt x="19703" y="7318"/>
                  <a:pt x="19568" y="7318"/>
                </a:cubicBezTo>
                <a:close/>
                <a:moveTo>
                  <a:pt x="20787" y="7318"/>
                </a:moveTo>
                <a:cubicBezTo>
                  <a:pt x="20567" y="7318"/>
                  <a:pt x="20458" y="7584"/>
                  <a:pt x="20611" y="7738"/>
                </a:cubicBezTo>
                <a:cubicBezTo>
                  <a:pt x="20662" y="7789"/>
                  <a:pt x="20725" y="7812"/>
                  <a:pt x="20786" y="7812"/>
                </a:cubicBezTo>
                <a:cubicBezTo>
                  <a:pt x="20913" y="7812"/>
                  <a:pt x="21034" y="7714"/>
                  <a:pt x="21034" y="7566"/>
                </a:cubicBezTo>
                <a:cubicBezTo>
                  <a:pt x="21031" y="7428"/>
                  <a:pt x="20922" y="7318"/>
                  <a:pt x="20787" y="7318"/>
                </a:cubicBezTo>
                <a:close/>
                <a:moveTo>
                  <a:pt x="22006" y="7318"/>
                </a:moveTo>
                <a:cubicBezTo>
                  <a:pt x="21786" y="7318"/>
                  <a:pt x="21677" y="7584"/>
                  <a:pt x="21830" y="7738"/>
                </a:cubicBezTo>
                <a:cubicBezTo>
                  <a:pt x="21881" y="7789"/>
                  <a:pt x="21944" y="7812"/>
                  <a:pt x="22005" y="7812"/>
                </a:cubicBezTo>
                <a:cubicBezTo>
                  <a:pt x="22132" y="7812"/>
                  <a:pt x="22253" y="7714"/>
                  <a:pt x="22253" y="7566"/>
                </a:cubicBezTo>
                <a:cubicBezTo>
                  <a:pt x="22253" y="7428"/>
                  <a:pt x="22141" y="7318"/>
                  <a:pt x="22006" y="7318"/>
                </a:cubicBezTo>
                <a:close/>
                <a:moveTo>
                  <a:pt x="23225" y="7318"/>
                </a:moveTo>
                <a:cubicBezTo>
                  <a:pt x="23006" y="7318"/>
                  <a:pt x="22896" y="7584"/>
                  <a:pt x="23049" y="7738"/>
                </a:cubicBezTo>
                <a:cubicBezTo>
                  <a:pt x="23100" y="7789"/>
                  <a:pt x="23163" y="7812"/>
                  <a:pt x="23224" y="7812"/>
                </a:cubicBezTo>
                <a:cubicBezTo>
                  <a:pt x="23351" y="7812"/>
                  <a:pt x="23472" y="7714"/>
                  <a:pt x="23472" y="7566"/>
                </a:cubicBezTo>
                <a:cubicBezTo>
                  <a:pt x="23472" y="7428"/>
                  <a:pt x="23363" y="7318"/>
                  <a:pt x="23225" y="7318"/>
                </a:cubicBezTo>
                <a:close/>
                <a:moveTo>
                  <a:pt x="24444" y="7318"/>
                </a:moveTo>
                <a:cubicBezTo>
                  <a:pt x="24225" y="7318"/>
                  <a:pt x="24115" y="7584"/>
                  <a:pt x="24272" y="7738"/>
                </a:cubicBezTo>
                <a:cubicBezTo>
                  <a:pt x="24322" y="7789"/>
                  <a:pt x="24383" y="7812"/>
                  <a:pt x="24444" y="7812"/>
                </a:cubicBezTo>
                <a:cubicBezTo>
                  <a:pt x="24570" y="7812"/>
                  <a:pt x="24692" y="7714"/>
                  <a:pt x="24692" y="7566"/>
                </a:cubicBezTo>
                <a:cubicBezTo>
                  <a:pt x="24692" y="7428"/>
                  <a:pt x="24582" y="7318"/>
                  <a:pt x="24444" y="7318"/>
                </a:cubicBezTo>
                <a:close/>
                <a:moveTo>
                  <a:pt x="25663" y="7318"/>
                </a:moveTo>
                <a:cubicBezTo>
                  <a:pt x="25444" y="7318"/>
                  <a:pt x="25334" y="7584"/>
                  <a:pt x="25491" y="7738"/>
                </a:cubicBezTo>
                <a:cubicBezTo>
                  <a:pt x="25541" y="7789"/>
                  <a:pt x="25602" y="7812"/>
                  <a:pt x="25663" y="7812"/>
                </a:cubicBezTo>
                <a:cubicBezTo>
                  <a:pt x="25789" y="7812"/>
                  <a:pt x="25911" y="7714"/>
                  <a:pt x="25911" y="7566"/>
                </a:cubicBezTo>
                <a:cubicBezTo>
                  <a:pt x="25911" y="7428"/>
                  <a:pt x="25801" y="7318"/>
                  <a:pt x="25663" y="7318"/>
                </a:cubicBezTo>
                <a:close/>
                <a:moveTo>
                  <a:pt x="26885" y="7318"/>
                </a:moveTo>
                <a:cubicBezTo>
                  <a:pt x="26663" y="7318"/>
                  <a:pt x="26553" y="7584"/>
                  <a:pt x="26710" y="7738"/>
                </a:cubicBezTo>
                <a:cubicBezTo>
                  <a:pt x="26760" y="7789"/>
                  <a:pt x="26822" y="7812"/>
                  <a:pt x="26882" y="7812"/>
                </a:cubicBezTo>
                <a:cubicBezTo>
                  <a:pt x="27008" y="7812"/>
                  <a:pt x="27130" y="7714"/>
                  <a:pt x="27130" y="7566"/>
                </a:cubicBezTo>
                <a:cubicBezTo>
                  <a:pt x="27130" y="7428"/>
                  <a:pt x="27020" y="7318"/>
                  <a:pt x="26885" y="7318"/>
                </a:cubicBezTo>
                <a:close/>
                <a:moveTo>
                  <a:pt x="54" y="7318"/>
                </a:moveTo>
                <a:cubicBezTo>
                  <a:pt x="38" y="7318"/>
                  <a:pt x="19" y="7321"/>
                  <a:pt x="0" y="7324"/>
                </a:cubicBezTo>
                <a:lnTo>
                  <a:pt x="0" y="7807"/>
                </a:lnTo>
                <a:cubicBezTo>
                  <a:pt x="18" y="7811"/>
                  <a:pt x="36" y="7813"/>
                  <a:pt x="53" y="7813"/>
                </a:cubicBezTo>
                <a:cubicBezTo>
                  <a:pt x="177" y="7813"/>
                  <a:pt x="285" y="7720"/>
                  <a:pt x="301" y="7591"/>
                </a:cubicBezTo>
                <a:cubicBezTo>
                  <a:pt x="317" y="7446"/>
                  <a:pt x="201" y="7318"/>
                  <a:pt x="54" y="7318"/>
                </a:cubicBezTo>
                <a:close/>
                <a:moveTo>
                  <a:pt x="1276" y="7318"/>
                </a:moveTo>
                <a:cubicBezTo>
                  <a:pt x="1053" y="7318"/>
                  <a:pt x="944" y="7584"/>
                  <a:pt x="1100" y="7741"/>
                </a:cubicBezTo>
                <a:cubicBezTo>
                  <a:pt x="1150" y="7790"/>
                  <a:pt x="1211" y="7813"/>
                  <a:pt x="1271" y="7813"/>
                </a:cubicBezTo>
                <a:cubicBezTo>
                  <a:pt x="1398" y="7813"/>
                  <a:pt x="1520" y="7714"/>
                  <a:pt x="1520" y="7566"/>
                </a:cubicBezTo>
                <a:cubicBezTo>
                  <a:pt x="1520" y="7428"/>
                  <a:pt x="1410" y="7318"/>
                  <a:pt x="1276" y="7318"/>
                </a:cubicBezTo>
                <a:close/>
                <a:moveTo>
                  <a:pt x="2495" y="7318"/>
                </a:moveTo>
                <a:cubicBezTo>
                  <a:pt x="2272" y="7318"/>
                  <a:pt x="2163" y="7584"/>
                  <a:pt x="2319" y="7741"/>
                </a:cubicBezTo>
                <a:cubicBezTo>
                  <a:pt x="2370" y="7790"/>
                  <a:pt x="2431" y="7813"/>
                  <a:pt x="2491" y="7813"/>
                </a:cubicBezTo>
                <a:cubicBezTo>
                  <a:pt x="2618" y="7813"/>
                  <a:pt x="2739" y="7714"/>
                  <a:pt x="2739" y="7566"/>
                </a:cubicBezTo>
                <a:cubicBezTo>
                  <a:pt x="2739" y="7428"/>
                  <a:pt x="2630" y="7318"/>
                  <a:pt x="2495" y="7318"/>
                </a:cubicBezTo>
                <a:close/>
                <a:moveTo>
                  <a:pt x="3714" y="7318"/>
                </a:moveTo>
                <a:cubicBezTo>
                  <a:pt x="3494" y="7318"/>
                  <a:pt x="3385" y="7584"/>
                  <a:pt x="3538" y="7741"/>
                </a:cubicBezTo>
                <a:cubicBezTo>
                  <a:pt x="3589" y="7790"/>
                  <a:pt x="3651" y="7813"/>
                  <a:pt x="3711" y="7813"/>
                </a:cubicBezTo>
                <a:cubicBezTo>
                  <a:pt x="3839" y="7813"/>
                  <a:pt x="3961" y="7714"/>
                  <a:pt x="3961" y="7566"/>
                </a:cubicBezTo>
                <a:cubicBezTo>
                  <a:pt x="3961" y="7428"/>
                  <a:pt x="3849" y="7318"/>
                  <a:pt x="3714" y="7318"/>
                </a:cubicBezTo>
                <a:close/>
                <a:moveTo>
                  <a:pt x="4933" y="7318"/>
                </a:moveTo>
                <a:cubicBezTo>
                  <a:pt x="4713" y="7318"/>
                  <a:pt x="4604" y="7584"/>
                  <a:pt x="4757" y="7741"/>
                </a:cubicBezTo>
                <a:cubicBezTo>
                  <a:pt x="4808" y="7790"/>
                  <a:pt x="4870" y="7813"/>
                  <a:pt x="4930" y="7813"/>
                </a:cubicBezTo>
                <a:cubicBezTo>
                  <a:pt x="5058" y="7813"/>
                  <a:pt x="5180" y="7714"/>
                  <a:pt x="5180" y="7566"/>
                </a:cubicBezTo>
                <a:cubicBezTo>
                  <a:pt x="5180" y="7428"/>
                  <a:pt x="5068" y="7318"/>
                  <a:pt x="4933" y="7318"/>
                </a:cubicBezTo>
                <a:close/>
                <a:moveTo>
                  <a:pt x="25663" y="8537"/>
                </a:moveTo>
                <a:cubicBezTo>
                  <a:pt x="25532" y="8537"/>
                  <a:pt x="25419" y="8643"/>
                  <a:pt x="25419" y="8785"/>
                </a:cubicBezTo>
                <a:cubicBezTo>
                  <a:pt x="25419" y="8819"/>
                  <a:pt x="25425" y="8857"/>
                  <a:pt x="25441" y="8888"/>
                </a:cubicBezTo>
                <a:cubicBezTo>
                  <a:pt x="25531" y="8769"/>
                  <a:pt x="25632" y="8653"/>
                  <a:pt x="25741" y="8550"/>
                </a:cubicBezTo>
                <a:cubicBezTo>
                  <a:pt x="25715" y="8541"/>
                  <a:pt x="25689" y="8537"/>
                  <a:pt x="25663" y="8537"/>
                </a:cubicBezTo>
                <a:close/>
                <a:moveTo>
                  <a:pt x="54" y="8537"/>
                </a:moveTo>
                <a:cubicBezTo>
                  <a:pt x="38" y="8537"/>
                  <a:pt x="19" y="8540"/>
                  <a:pt x="0" y="8543"/>
                </a:cubicBezTo>
                <a:lnTo>
                  <a:pt x="0" y="9026"/>
                </a:lnTo>
                <a:cubicBezTo>
                  <a:pt x="18" y="9030"/>
                  <a:pt x="36" y="9032"/>
                  <a:pt x="53" y="9032"/>
                </a:cubicBezTo>
                <a:cubicBezTo>
                  <a:pt x="177" y="9032"/>
                  <a:pt x="285" y="8939"/>
                  <a:pt x="301" y="8813"/>
                </a:cubicBezTo>
                <a:cubicBezTo>
                  <a:pt x="317" y="8666"/>
                  <a:pt x="201" y="8537"/>
                  <a:pt x="54" y="8537"/>
                </a:cubicBezTo>
                <a:close/>
                <a:moveTo>
                  <a:pt x="1276" y="8537"/>
                </a:moveTo>
                <a:cubicBezTo>
                  <a:pt x="1053" y="8537"/>
                  <a:pt x="944" y="8803"/>
                  <a:pt x="1100" y="8960"/>
                </a:cubicBezTo>
                <a:cubicBezTo>
                  <a:pt x="1150" y="9010"/>
                  <a:pt x="1211" y="9032"/>
                  <a:pt x="1271" y="9032"/>
                </a:cubicBezTo>
                <a:cubicBezTo>
                  <a:pt x="1398" y="9032"/>
                  <a:pt x="1520" y="8933"/>
                  <a:pt x="1520" y="8785"/>
                </a:cubicBezTo>
                <a:cubicBezTo>
                  <a:pt x="1520" y="8650"/>
                  <a:pt x="1410" y="8537"/>
                  <a:pt x="1276" y="8537"/>
                </a:cubicBezTo>
                <a:close/>
                <a:moveTo>
                  <a:pt x="2495" y="8537"/>
                </a:moveTo>
                <a:cubicBezTo>
                  <a:pt x="2272" y="8537"/>
                  <a:pt x="2163" y="8803"/>
                  <a:pt x="2319" y="8960"/>
                </a:cubicBezTo>
                <a:cubicBezTo>
                  <a:pt x="2370" y="9010"/>
                  <a:pt x="2431" y="9032"/>
                  <a:pt x="2491" y="9032"/>
                </a:cubicBezTo>
                <a:cubicBezTo>
                  <a:pt x="2618" y="9032"/>
                  <a:pt x="2739" y="8933"/>
                  <a:pt x="2739" y="8785"/>
                </a:cubicBezTo>
                <a:cubicBezTo>
                  <a:pt x="2739" y="8647"/>
                  <a:pt x="2630" y="8537"/>
                  <a:pt x="2495" y="8537"/>
                </a:cubicBezTo>
                <a:close/>
                <a:moveTo>
                  <a:pt x="3714" y="8537"/>
                </a:moveTo>
                <a:cubicBezTo>
                  <a:pt x="3494" y="8537"/>
                  <a:pt x="3385" y="8803"/>
                  <a:pt x="3538" y="8960"/>
                </a:cubicBezTo>
                <a:cubicBezTo>
                  <a:pt x="3589" y="9010"/>
                  <a:pt x="3651" y="9032"/>
                  <a:pt x="3711" y="9032"/>
                </a:cubicBezTo>
                <a:cubicBezTo>
                  <a:pt x="3839" y="9032"/>
                  <a:pt x="3961" y="8933"/>
                  <a:pt x="3961" y="8785"/>
                </a:cubicBezTo>
                <a:cubicBezTo>
                  <a:pt x="3958" y="8650"/>
                  <a:pt x="3849" y="8537"/>
                  <a:pt x="3714" y="8537"/>
                </a:cubicBezTo>
                <a:close/>
                <a:moveTo>
                  <a:pt x="4933" y="8537"/>
                </a:moveTo>
                <a:cubicBezTo>
                  <a:pt x="4713" y="8537"/>
                  <a:pt x="4604" y="8803"/>
                  <a:pt x="4757" y="8960"/>
                </a:cubicBezTo>
                <a:cubicBezTo>
                  <a:pt x="4808" y="9010"/>
                  <a:pt x="4870" y="9032"/>
                  <a:pt x="4930" y="9032"/>
                </a:cubicBezTo>
                <a:cubicBezTo>
                  <a:pt x="5058" y="9032"/>
                  <a:pt x="5180" y="8933"/>
                  <a:pt x="5180" y="8785"/>
                </a:cubicBezTo>
                <a:cubicBezTo>
                  <a:pt x="5180" y="8647"/>
                  <a:pt x="5068" y="8537"/>
                  <a:pt x="4933" y="8537"/>
                </a:cubicBezTo>
                <a:close/>
                <a:moveTo>
                  <a:pt x="6152" y="8537"/>
                </a:moveTo>
                <a:cubicBezTo>
                  <a:pt x="5933" y="8537"/>
                  <a:pt x="5823" y="8803"/>
                  <a:pt x="5976" y="8960"/>
                </a:cubicBezTo>
                <a:cubicBezTo>
                  <a:pt x="6027" y="9010"/>
                  <a:pt x="6089" y="9032"/>
                  <a:pt x="6149" y="9032"/>
                </a:cubicBezTo>
                <a:cubicBezTo>
                  <a:pt x="6277" y="9032"/>
                  <a:pt x="6399" y="8933"/>
                  <a:pt x="6399" y="8785"/>
                </a:cubicBezTo>
                <a:cubicBezTo>
                  <a:pt x="6399" y="8647"/>
                  <a:pt x="6287" y="8537"/>
                  <a:pt x="6152" y="8537"/>
                </a:cubicBezTo>
                <a:close/>
                <a:moveTo>
                  <a:pt x="7371" y="8537"/>
                </a:moveTo>
                <a:cubicBezTo>
                  <a:pt x="7152" y="8537"/>
                  <a:pt x="7042" y="8803"/>
                  <a:pt x="7199" y="8960"/>
                </a:cubicBezTo>
                <a:cubicBezTo>
                  <a:pt x="7248" y="9010"/>
                  <a:pt x="7309" y="9032"/>
                  <a:pt x="7369" y="9032"/>
                </a:cubicBezTo>
                <a:cubicBezTo>
                  <a:pt x="7496" y="9032"/>
                  <a:pt x="7619" y="8933"/>
                  <a:pt x="7619" y="8785"/>
                </a:cubicBezTo>
                <a:cubicBezTo>
                  <a:pt x="7619" y="8647"/>
                  <a:pt x="7509" y="8537"/>
                  <a:pt x="7371" y="8537"/>
                </a:cubicBezTo>
                <a:close/>
                <a:moveTo>
                  <a:pt x="8590" y="8537"/>
                </a:moveTo>
                <a:cubicBezTo>
                  <a:pt x="8371" y="8537"/>
                  <a:pt x="8261" y="8803"/>
                  <a:pt x="8418" y="8960"/>
                </a:cubicBezTo>
                <a:cubicBezTo>
                  <a:pt x="8467" y="9010"/>
                  <a:pt x="8528" y="9032"/>
                  <a:pt x="8588" y="9032"/>
                </a:cubicBezTo>
                <a:cubicBezTo>
                  <a:pt x="8715" y="9032"/>
                  <a:pt x="8838" y="8933"/>
                  <a:pt x="8838" y="8785"/>
                </a:cubicBezTo>
                <a:cubicBezTo>
                  <a:pt x="8838" y="8647"/>
                  <a:pt x="8728" y="8537"/>
                  <a:pt x="8590" y="8537"/>
                </a:cubicBezTo>
                <a:close/>
                <a:moveTo>
                  <a:pt x="9812" y="8537"/>
                </a:moveTo>
                <a:cubicBezTo>
                  <a:pt x="9590" y="8537"/>
                  <a:pt x="9480" y="8803"/>
                  <a:pt x="9637" y="8960"/>
                </a:cubicBezTo>
                <a:cubicBezTo>
                  <a:pt x="9687" y="9010"/>
                  <a:pt x="9749" y="9032"/>
                  <a:pt x="9809" y="9032"/>
                </a:cubicBezTo>
                <a:cubicBezTo>
                  <a:pt x="9936" y="9032"/>
                  <a:pt x="10057" y="8933"/>
                  <a:pt x="10057" y="8785"/>
                </a:cubicBezTo>
                <a:cubicBezTo>
                  <a:pt x="10057" y="8647"/>
                  <a:pt x="9947" y="8537"/>
                  <a:pt x="9812" y="8537"/>
                </a:cubicBezTo>
                <a:close/>
                <a:moveTo>
                  <a:pt x="11031" y="8537"/>
                </a:moveTo>
                <a:cubicBezTo>
                  <a:pt x="10809" y="8537"/>
                  <a:pt x="10699" y="8803"/>
                  <a:pt x="10856" y="8960"/>
                </a:cubicBezTo>
                <a:cubicBezTo>
                  <a:pt x="10906" y="9010"/>
                  <a:pt x="10968" y="9032"/>
                  <a:pt x="11028" y="9032"/>
                </a:cubicBezTo>
                <a:cubicBezTo>
                  <a:pt x="11155" y="9032"/>
                  <a:pt x="11276" y="8933"/>
                  <a:pt x="11276" y="8785"/>
                </a:cubicBezTo>
                <a:cubicBezTo>
                  <a:pt x="11276" y="8647"/>
                  <a:pt x="11166" y="8537"/>
                  <a:pt x="11031" y="8537"/>
                </a:cubicBezTo>
                <a:close/>
                <a:moveTo>
                  <a:pt x="12250" y="8537"/>
                </a:moveTo>
                <a:cubicBezTo>
                  <a:pt x="12031" y="8537"/>
                  <a:pt x="11921" y="8803"/>
                  <a:pt x="12075" y="8960"/>
                </a:cubicBezTo>
                <a:cubicBezTo>
                  <a:pt x="12125" y="9010"/>
                  <a:pt x="12187" y="9032"/>
                  <a:pt x="12248" y="9032"/>
                </a:cubicBezTo>
                <a:cubicBezTo>
                  <a:pt x="12375" y="9032"/>
                  <a:pt x="12498" y="8933"/>
                  <a:pt x="12498" y="8785"/>
                </a:cubicBezTo>
                <a:cubicBezTo>
                  <a:pt x="12495" y="8647"/>
                  <a:pt x="12385" y="8537"/>
                  <a:pt x="12250" y="8537"/>
                </a:cubicBezTo>
                <a:close/>
                <a:moveTo>
                  <a:pt x="13469" y="8537"/>
                </a:moveTo>
                <a:cubicBezTo>
                  <a:pt x="13250" y="8537"/>
                  <a:pt x="13140" y="8803"/>
                  <a:pt x="13294" y="8960"/>
                </a:cubicBezTo>
                <a:cubicBezTo>
                  <a:pt x="13344" y="9010"/>
                  <a:pt x="13406" y="9032"/>
                  <a:pt x="13467" y="9032"/>
                </a:cubicBezTo>
                <a:cubicBezTo>
                  <a:pt x="13594" y="9032"/>
                  <a:pt x="13717" y="8933"/>
                  <a:pt x="13717" y="8785"/>
                </a:cubicBezTo>
                <a:cubicBezTo>
                  <a:pt x="13717" y="8647"/>
                  <a:pt x="13604" y="8537"/>
                  <a:pt x="13469" y="8537"/>
                </a:cubicBezTo>
                <a:close/>
                <a:moveTo>
                  <a:pt x="14688" y="8537"/>
                </a:moveTo>
                <a:cubicBezTo>
                  <a:pt x="14469" y="8537"/>
                  <a:pt x="14359" y="8803"/>
                  <a:pt x="14513" y="8960"/>
                </a:cubicBezTo>
                <a:cubicBezTo>
                  <a:pt x="14563" y="9010"/>
                  <a:pt x="14625" y="9032"/>
                  <a:pt x="14686" y="9032"/>
                </a:cubicBezTo>
                <a:cubicBezTo>
                  <a:pt x="14813" y="9032"/>
                  <a:pt x="14936" y="8933"/>
                  <a:pt x="14936" y="8785"/>
                </a:cubicBezTo>
                <a:cubicBezTo>
                  <a:pt x="14936" y="8647"/>
                  <a:pt x="14823" y="8537"/>
                  <a:pt x="14688" y="8537"/>
                </a:cubicBezTo>
                <a:close/>
                <a:moveTo>
                  <a:pt x="15907" y="8537"/>
                </a:moveTo>
                <a:cubicBezTo>
                  <a:pt x="15688" y="8537"/>
                  <a:pt x="15578" y="8803"/>
                  <a:pt x="15735" y="8960"/>
                </a:cubicBezTo>
                <a:cubicBezTo>
                  <a:pt x="15785" y="9010"/>
                  <a:pt x="15846" y="9032"/>
                  <a:pt x="15906" y="9032"/>
                </a:cubicBezTo>
                <a:cubicBezTo>
                  <a:pt x="16033" y="9032"/>
                  <a:pt x="16155" y="8933"/>
                  <a:pt x="16155" y="8785"/>
                </a:cubicBezTo>
                <a:cubicBezTo>
                  <a:pt x="16155" y="8647"/>
                  <a:pt x="16045" y="8537"/>
                  <a:pt x="15907" y="8537"/>
                </a:cubicBezTo>
                <a:close/>
                <a:moveTo>
                  <a:pt x="17127" y="8537"/>
                </a:moveTo>
                <a:cubicBezTo>
                  <a:pt x="16907" y="8537"/>
                  <a:pt x="16797" y="8803"/>
                  <a:pt x="16954" y="8960"/>
                </a:cubicBezTo>
                <a:cubicBezTo>
                  <a:pt x="17004" y="9010"/>
                  <a:pt x="17065" y="9032"/>
                  <a:pt x="17125" y="9032"/>
                </a:cubicBezTo>
                <a:cubicBezTo>
                  <a:pt x="17252" y="9032"/>
                  <a:pt x="17374" y="8933"/>
                  <a:pt x="17374" y="8785"/>
                </a:cubicBezTo>
                <a:cubicBezTo>
                  <a:pt x="17374" y="8647"/>
                  <a:pt x="17264" y="8537"/>
                  <a:pt x="17127" y="8537"/>
                </a:cubicBezTo>
                <a:close/>
                <a:moveTo>
                  <a:pt x="18349" y="8537"/>
                </a:moveTo>
                <a:cubicBezTo>
                  <a:pt x="18126" y="8537"/>
                  <a:pt x="18017" y="8803"/>
                  <a:pt x="18173" y="8960"/>
                </a:cubicBezTo>
                <a:cubicBezTo>
                  <a:pt x="18224" y="9010"/>
                  <a:pt x="18285" y="9032"/>
                  <a:pt x="18345" y="9032"/>
                </a:cubicBezTo>
                <a:cubicBezTo>
                  <a:pt x="18472" y="9032"/>
                  <a:pt x="18593" y="8933"/>
                  <a:pt x="18593" y="8785"/>
                </a:cubicBezTo>
                <a:cubicBezTo>
                  <a:pt x="18593" y="8647"/>
                  <a:pt x="18483" y="8537"/>
                  <a:pt x="18349" y="8537"/>
                </a:cubicBezTo>
                <a:close/>
                <a:moveTo>
                  <a:pt x="19568" y="8537"/>
                </a:moveTo>
                <a:cubicBezTo>
                  <a:pt x="19345" y="8537"/>
                  <a:pt x="19236" y="8803"/>
                  <a:pt x="19392" y="8960"/>
                </a:cubicBezTo>
                <a:cubicBezTo>
                  <a:pt x="19443" y="9010"/>
                  <a:pt x="19504" y="9032"/>
                  <a:pt x="19564" y="9032"/>
                </a:cubicBezTo>
                <a:cubicBezTo>
                  <a:pt x="19691" y="9032"/>
                  <a:pt x="19812" y="8933"/>
                  <a:pt x="19812" y="8785"/>
                </a:cubicBezTo>
                <a:cubicBezTo>
                  <a:pt x="19812" y="8647"/>
                  <a:pt x="19703" y="8537"/>
                  <a:pt x="19568" y="8537"/>
                </a:cubicBezTo>
                <a:close/>
                <a:moveTo>
                  <a:pt x="20787" y="8537"/>
                </a:moveTo>
                <a:cubicBezTo>
                  <a:pt x="20567" y="8537"/>
                  <a:pt x="20458" y="8803"/>
                  <a:pt x="20611" y="8960"/>
                </a:cubicBezTo>
                <a:cubicBezTo>
                  <a:pt x="20662" y="9010"/>
                  <a:pt x="20724" y="9032"/>
                  <a:pt x="20784" y="9032"/>
                </a:cubicBezTo>
                <a:cubicBezTo>
                  <a:pt x="20912" y="9032"/>
                  <a:pt x="21034" y="8933"/>
                  <a:pt x="21034" y="8785"/>
                </a:cubicBezTo>
                <a:cubicBezTo>
                  <a:pt x="21031" y="8647"/>
                  <a:pt x="20922" y="8537"/>
                  <a:pt x="20787" y="8537"/>
                </a:cubicBezTo>
                <a:close/>
                <a:moveTo>
                  <a:pt x="22006" y="8537"/>
                </a:moveTo>
                <a:cubicBezTo>
                  <a:pt x="21786" y="8537"/>
                  <a:pt x="21677" y="8803"/>
                  <a:pt x="21830" y="8960"/>
                </a:cubicBezTo>
                <a:cubicBezTo>
                  <a:pt x="21881" y="9010"/>
                  <a:pt x="21943" y="9032"/>
                  <a:pt x="22003" y="9032"/>
                </a:cubicBezTo>
                <a:cubicBezTo>
                  <a:pt x="22131" y="9032"/>
                  <a:pt x="22253" y="8933"/>
                  <a:pt x="22253" y="8785"/>
                </a:cubicBezTo>
                <a:cubicBezTo>
                  <a:pt x="22253" y="8647"/>
                  <a:pt x="22141" y="8537"/>
                  <a:pt x="22006" y="8537"/>
                </a:cubicBezTo>
                <a:close/>
                <a:moveTo>
                  <a:pt x="23225" y="8537"/>
                </a:moveTo>
                <a:cubicBezTo>
                  <a:pt x="23006" y="8537"/>
                  <a:pt x="22896" y="8803"/>
                  <a:pt x="23049" y="8960"/>
                </a:cubicBezTo>
                <a:cubicBezTo>
                  <a:pt x="23100" y="9010"/>
                  <a:pt x="23162" y="9032"/>
                  <a:pt x="23222" y="9032"/>
                </a:cubicBezTo>
                <a:cubicBezTo>
                  <a:pt x="23350" y="9032"/>
                  <a:pt x="23472" y="8933"/>
                  <a:pt x="23472" y="8785"/>
                </a:cubicBezTo>
                <a:cubicBezTo>
                  <a:pt x="23472" y="8647"/>
                  <a:pt x="23363" y="8537"/>
                  <a:pt x="23225" y="8537"/>
                </a:cubicBezTo>
                <a:close/>
                <a:moveTo>
                  <a:pt x="24444" y="8537"/>
                </a:moveTo>
                <a:cubicBezTo>
                  <a:pt x="24225" y="8537"/>
                  <a:pt x="24115" y="8803"/>
                  <a:pt x="24272" y="8960"/>
                </a:cubicBezTo>
                <a:cubicBezTo>
                  <a:pt x="24321" y="9010"/>
                  <a:pt x="24382" y="9032"/>
                  <a:pt x="24442" y="9032"/>
                </a:cubicBezTo>
                <a:cubicBezTo>
                  <a:pt x="24569" y="9032"/>
                  <a:pt x="24692" y="8933"/>
                  <a:pt x="24692" y="8785"/>
                </a:cubicBezTo>
                <a:cubicBezTo>
                  <a:pt x="24692" y="8647"/>
                  <a:pt x="24582" y="8537"/>
                  <a:pt x="24444" y="8537"/>
                </a:cubicBezTo>
                <a:close/>
                <a:moveTo>
                  <a:pt x="54" y="9756"/>
                </a:moveTo>
                <a:cubicBezTo>
                  <a:pt x="38" y="9756"/>
                  <a:pt x="19" y="9759"/>
                  <a:pt x="0" y="9762"/>
                </a:cubicBezTo>
                <a:lnTo>
                  <a:pt x="0" y="10245"/>
                </a:lnTo>
                <a:cubicBezTo>
                  <a:pt x="18" y="10249"/>
                  <a:pt x="36" y="10251"/>
                  <a:pt x="53" y="10251"/>
                </a:cubicBezTo>
                <a:cubicBezTo>
                  <a:pt x="177" y="10251"/>
                  <a:pt x="285" y="10158"/>
                  <a:pt x="301" y="10032"/>
                </a:cubicBezTo>
                <a:cubicBezTo>
                  <a:pt x="317" y="9885"/>
                  <a:pt x="201" y="9759"/>
                  <a:pt x="54" y="9759"/>
                </a:cubicBezTo>
                <a:lnTo>
                  <a:pt x="54" y="9756"/>
                </a:lnTo>
                <a:close/>
                <a:moveTo>
                  <a:pt x="1276" y="9756"/>
                </a:moveTo>
                <a:cubicBezTo>
                  <a:pt x="1053" y="9756"/>
                  <a:pt x="944" y="10022"/>
                  <a:pt x="1100" y="10179"/>
                </a:cubicBezTo>
                <a:cubicBezTo>
                  <a:pt x="1150" y="10229"/>
                  <a:pt x="1211" y="10251"/>
                  <a:pt x="1271" y="10251"/>
                </a:cubicBezTo>
                <a:cubicBezTo>
                  <a:pt x="1398" y="10251"/>
                  <a:pt x="1520" y="10152"/>
                  <a:pt x="1520" y="10004"/>
                </a:cubicBezTo>
                <a:cubicBezTo>
                  <a:pt x="1520" y="9869"/>
                  <a:pt x="1410" y="9756"/>
                  <a:pt x="1276" y="9756"/>
                </a:cubicBezTo>
                <a:close/>
                <a:moveTo>
                  <a:pt x="2495" y="9756"/>
                </a:moveTo>
                <a:cubicBezTo>
                  <a:pt x="2272" y="9756"/>
                  <a:pt x="2163" y="10022"/>
                  <a:pt x="2319" y="10179"/>
                </a:cubicBezTo>
                <a:cubicBezTo>
                  <a:pt x="2370" y="10229"/>
                  <a:pt x="2431" y="10251"/>
                  <a:pt x="2491" y="10251"/>
                </a:cubicBezTo>
                <a:cubicBezTo>
                  <a:pt x="2618" y="10251"/>
                  <a:pt x="2739" y="10152"/>
                  <a:pt x="2739" y="10004"/>
                </a:cubicBezTo>
                <a:cubicBezTo>
                  <a:pt x="2739" y="9869"/>
                  <a:pt x="2630" y="9756"/>
                  <a:pt x="2495" y="9756"/>
                </a:cubicBezTo>
                <a:close/>
                <a:moveTo>
                  <a:pt x="3714" y="9756"/>
                </a:moveTo>
                <a:cubicBezTo>
                  <a:pt x="3494" y="9756"/>
                  <a:pt x="3385" y="10022"/>
                  <a:pt x="3538" y="10179"/>
                </a:cubicBezTo>
                <a:cubicBezTo>
                  <a:pt x="3589" y="10229"/>
                  <a:pt x="3651" y="10251"/>
                  <a:pt x="3711" y="10251"/>
                </a:cubicBezTo>
                <a:cubicBezTo>
                  <a:pt x="3839" y="10251"/>
                  <a:pt x="3961" y="10152"/>
                  <a:pt x="3961" y="10004"/>
                </a:cubicBezTo>
                <a:cubicBezTo>
                  <a:pt x="3961" y="9869"/>
                  <a:pt x="3849" y="9756"/>
                  <a:pt x="3714" y="9756"/>
                </a:cubicBezTo>
                <a:close/>
                <a:moveTo>
                  <a:pt x="4933" y="9756"/>
                </a:moveTo>
                <a:cubicBezTo>
                  <a:pt x="4713" y="9756"/>
                  <a:pt x="4604" y="10022"/>
                  <a:pt x="4757" y="10179"/>
                </a:cubicBezTo>
                <a:cubicBezTo>
                  <a:pt x="4808" y="10229"/>
                  <a:pt x="4870" y="10251"/>
                  <a:pt x="4930" y="10251"/>
                </a:cubicBezTo>
                <a:cubicBezTo>
                  <a:pt x="5058" y="10251"/>
                  <a:pt x="5180" y="10152"/>
                  <a:pt x="5180" y="10004"/>
                </a:cubicBezTo>
                <a:cubicBezTo>
                  <a:pt x="5180" y="9869"/>
                  <a:pt x="5068" y="9756"/>
                  <a:pt x="4933" y="9756"/>
                </a:cubicBezTo>
                <a:close/>
                <a:moveTo>
                  <a:pt x="6152" y="9756"/>
                </a:moveTo>
                <a:cubicBezTo>
                  <a:pt x="5933" y="9756"/>
                  <a:pt x="5823" y="10022"/>
                  <a:pt x="5976" y="10179"/>
                </a:cubicBezTo>
                <a:cubicBezTo>
                  <a:pt x="6027" y="10229"/>
                  <a:pt x="6089" y="10251"/>
                  <a:pt x="6149" y="10251"/>
                </a:cubicBezTo>
                <a:cubicBezTo>
                  <a:pt x="6277" y="10251"/>
                  <a:pt x="6399" y="10152"/>
                  <a:pt x="6399" y="10004"/>
                </a:cubicBezTo>
                <a:cubicBezTo>
                  <a:pt x="6399" y="9869"/>
                  <a:pt x="6290" y="9756"/>
                  <a:pt x="6152" y="9756"/>
                </a:cubicBezTo>
                <a:close/>
                <a:moveTo>
                  <a:pt x="7371" y="9756"/>
                </a:moveTo>
                <a:cubicBezTo>
                  <a:pt x="7152" y="9756"/>
                  <a:pt x="7042" y="10022"/>
                  <a:pt x="7199" y="10179"/>
                </a:cubicBezTo>
                <a:cubicBezTo>
                  <a:pt x="7248" y="10229"/>
                  <a:pt x="7309" y="10251"/>
                  <a:pt x="7369" y="10251"/>
                </a:cubicBezTo>
                <a:cubicBezTo>
                  <a:pt x="7496" y="10251"/>
                  <a:pt x="7619" y="10152"/>
                  <a:pt x="7619" y="10004"/>
                </a:cubicBezTo>
                <a:cubicBezTo>
                  <a:pt x="7619" y="9869"/>
                  <a:pt x="7509" y="9756"/>
                  <a:pt x="7371" y="9756"/>
                </a:cubicBezTo>
                <a:close/>
                <a:moveTo>
                  <a:pt x="8590" y="9756"/>
                </a:moveTo>
                <a:cubicBezTo>
                  <a:pt x="8371" y="9756"/>
                  <a:pt x="8261" y="10022"/>
                  <a:pt x="8418" y="10179"/>
                </a:cubicBezTo>
                <a:cubicBezTo>
                  <a:pt x="8467" y="10229"/>
                  <a:pt x="8528" y="10251"/>
                  <a:pt x="8588" y="10251"/>
                </a:cubicBezTo>
                <a:cubicBezTo>
                  <a:pt x="8715" y="10251"/>
                  <a:pt x="8838" y="10152"/>
                  <a:pt x="8838" y="10004"/>
                </a:cubicBezTo>
                <a:cubicBezTo>
                  <a:pt x="8838" y="9869"/>
                  <a:pt x="8728" y="9756"/>
                  <a:pt x="8590" y="9756"/>
                </a:cubicBezTo>
                <a:close/>
                <a:moveTo>
                  <a:pt x="9812" y="9756"/>
                </a:moveTo>
                <a:cubicBezTo>
                  <a:pt x="9590" y="9756"/>
                  <a:pt x="9480" y="10022"/>
                  <a:pt x="9637" y="10179"/>
                </a:cubicBezTo>
                <a:cubicBezTo>
                  <a:pt x="9686" y="10229"/>
                  <a:pt x="9747" y="10251"/>
                  <a:pt x="9807" y="10251"/>
                </a:cubicBezTo>
                <a:cubicBezTo>
                  <a:pt x="9934" y="10251"/>
                  <a:pt x="10057" y="10152"/>
                  <a:pt x="10057" y="10004"/>
                </a:cubicBezTo>
                <a:cubicBezTo>
                  <a:pt x="10057" y="9869"/>
                  <a:pt x="9947" y="9756"/>
                  <a:pt x="9812" y="9756"/>
                </a:cubicBezTo>
                <a:close/>
                <a:moveTo>
                  <a:pt x="11031" y="9756"/>
                </a:moveTo>
                <a:cubicBezTo>
                  <a:pt x="10809" y="9756"/>
                  <a:pt x="10699" y="10022"/>
                  <a:pt x="10856" y="10179"/>
                </a:cubicBezTo>
                <a:cubicBezTo>
                  <a:pt x="10906" y="10229"/>
                  <a:pt x="10968" y="10251"/>
                  <a:pt x="11028" y="10251"/>
                </a:cubicBezTo>
                <a:cubicBezTo>
                  <a:pt x="11155" y="10251"/>
                  <a:pt x="11276" y="10152"/>
                  <a:pt x="11276" y="10004"/>
                </a:cubicBezTo>
                <a:cubicBezTo>
                  <a:pt x="11276" y="9869"/>
                  <a:pt x="11166" y="9756"/>
                  <a:pt x="11031" y="9756"/>
                </a:cubicBezTo>
                <a:close/>
                <a:moveTo>
                  <a:pt x="12250" y="9756"/>
                </a:moveTo>
                <a:cubicBezTo>
                  <a:pt x="12031" y="9756"/>
                  <a:pt x="11921" y="10022"/>
                  <a:pt x="12075" y="10179"/>
                </a:cubicBezTo>
                <a:cubicBezTo>
                  <a:pt x="12125" y="10229"/>
                  <a:pt x="12187" y="10251"/>
                  <a:pt x="12248" y="10251"/>
                </a:cubicBezTo>
                <a:cubicBezTo>
                  <a:pt x="12375" y="10251"/>
                  <a:pt x="12498" y="10152"/>
                  <a:pt x="12498" y="10004"/>
                </a:cubicBezTo>
                <a:cubicBezTo>
                  <a:pt x="12495" y="9869"/>
                  <a:pt x="12385" y="9756"/>
                  <a:pt x="12250" y="9756"/>
                </a:cubicBezTo>
                <a:close/>
                <a:moveTo>
                  <a:pt x="13469" y="9756"/>
                </a:moveTo>
                <a:cubicBezTo>
                  <a:pt x="13250" y="9756"/>
                  <a:pt x="13140" y="10022"/>
                  <a:pt x="13294" y="10179"/>
                </a:cubicBezTo>
                <a:cubicBezTo>
                  <a:pt x="13344" y="10229"/>
                  <a:pt x="13406" y="10251"/>
                  <a:pt x="13467" y="10251"/>
                </a:cubicBezTo>
                <a:cubicBezTo>
                  <a:pt x="13594" y="10251"/>
                  <a:pt x="13717" y="10152"/>
                  <a:pt x="13717" y="10004"/>
                </a:cubicBezTo>
                <a:cubicBezTo>
                  <a:pt x="13717" y="9869"/>
                  <a:pt x="13604" y="9756"/>
                  <a:pt x="13469" y="9756"/>
                </a:cubicBezTo>
                <a:close/>
                <a:moveTo>
                  <a:pt x="14688" y="9756"/>
                </a:moveTo>
                <a:cubicBezTo>
                  <a:pt x="14469" y="9756"/>
                  <a:pt x="14359" y="10022"/>
                  <a:pt x="14513" y="10179"/>
                </a:cubicBezTo>
                <a:cubicBezTo>
                  <a:pt x="14563" y="10229"/>
                  <a:pt x="14625" y="10251"/>
                  <a:pt x="14686" y="10251"/>
                </a:cubicBezTo>
                <a:cubicBezTo>
                  <a:pt x="14813" y="10251"/>
                  <a:pt x="14936" y="10152"/>
                  <a:pt x="14936" y="10004"/>
                </a:cubicBezTo>
                <a:cubicBezTo>
                  <a:pt x="14936" y="9869"/>
                  <a:pt x="14823" y="9756"/>
                  <a:pt x="14688" y="9756"/>
                </a:cubicBezTo>
                <a:close/>
                <a:moveTo>
                  <a:pt x="15907" y="9756"/>
                </a:moveTo>
                <a:cubicBezTo>
                  <a:pt x="15688" y="9756"/>
                  <a:pt x="15578" y="10022"/>
                  <a:pt x="15735" y="10179"/>
                </a:cubicBezTo>
                <a:cubicBezTo>
                  <a:pt x="15785" y="10229"/>
                  <a:pt x="15846" y="10251"/>
                  <a:pt x="15906" y="10251"/>
                </a:cubicBezTo>
                <a:cubicBezTo>
                  <a:pt x="16033" y="10251"/>
                  <a:pt x="16155" y="10152"/>
                  <a:pt x="16155" y="10004"/>
                </a:cubicBezTo>
                <a:cubicBezTo>
                  <a:pt x="16155" y="9869"/>
                  <a:pt x="16045" y="9756"/>
                  <a:pt x="15907" y="9756"/>
                </a:cubicBezTo>
                <a:close/>
                <a:moveTo>
                  <a:pt x="17127" y="9756"/>
                </a:moveTo>
                <a:cubicBezTo>
                  <a:pt x="16907" y="9756"/>
                  <a:pt x="16797" y="10022"/>
                  <a:pt x="16954" y="10179"/>
                </a:cubicBezTo>
                <a:cubicBezTo>
                  <a:pt x="17004" y="10229"/>
                  <a:pt x="17065" y="10251"/>
                  <a:pt x="17125" y="10251"/>
                </a:cubicBezTo>
                <a:cubicBezTo>
                  <a:pt x="17252" y="10251"/>
                  <a:pt x="17374" y="10152"/>
                  <a:pt x="17374" y="10004"/>
                </a:cubicBezTo>
                <a:cubicBezTo>
                  <a:pt x="17374" y="9869"/>
                  <a:pt x="17264" y="9756"/>
                  <a:pt x="17127" y="9756"/>
                </a:cubicBezTo>
                <a:close/>
                <a:moveTo>
                  <a:pt x="18349" y="9756"/>
                </a:moveTo>
                <a:cubicBezTo>
                  <a:pt x="18126" y="9756"/>
                  <a:pt x="18017" y="10022"/>
                  <a:pt x="18173" y="10179"/>
                </a:cubicBezTo>
                <a:cubicBezTo>
                  <a:pt x="18223" y="10229"/>
                  <a:pt x="18284" y="10251"/>
                  <a:pt x="18344" y="10251"/>
                </a:cubicBezTo>
                <a:cubicBezTo>
                  <a:pt x="18471" y="10251"/>
                  <a:pt x="18593" y="10152"/>
                  <a:pt x="18593" y="10004"/>
                </a:cubicBezTo>
                <a:cubicBezTo>
                  <a:pt x="18593" y="9869"/>
                  <a:pt x="18483" y="9756"/>
                  <a:pt x="18349" y="9756"/>
                </a:cubicBezTo>
                <a:close/>
                <a:moveTo>
                  <a:pt x="19568" y="9756"/>
                </a:moveTo>
                <a:cubicBezTo>
                  <a:pt x="19348" y="9756"/>
                  <a:pt x="19236" y="10022"/>
                  <a:pt x="19392" y="10179"/>
                </a:cubicBezTo>
                <a:cubicBezTo>
                  <a:pt x="19443" y="10229"/>
                  <a:pt x="19504" y="10251"/>
                  <a:pt x="19564" y="10251"/>
                </a:cubicBezTo>
                <a:cubicBezTo>
                  <a:pt x="19691" y="10251"/>
                  <a:pt x="19812" y="10152"/>
                  <a:pt x="19812" y="10004"/>
                </a:cubicBezTo>
                <a:cubicBezTo>
                  <a:pt x="19812" y="9869"/>
                  <a:pt x="19703" y="9756"/>
                  <a:pt x="19568" y="9756"/>
                </a:cubicBezTo>
                <a:close/>
                <a:moveTo>
                  <a:pt x="20787" y="9756"/>
                </a:moveTo>
                <a:cubicBezTo>
                  <a:pt x="20567" y="9756"/>
                  <a:pt x="20458" y="10022"/>
                  <a:pt x="20611" y="10179"/>
                </a:cubicBezTo>
                <a:cubicBezTo>
                  <a:pt x="20662" y="10229"/>
                  <a:pt x="20724" y="10251"/>
                  <a:pt x="20784" y="10251"/>
                </a:cubicBezTo>
                <a:cubicBezTo>
                  <a:pt x="20912" y="10251"/>
                  <a:pt x="21034" y="10152"/>
                  <a:pt x="21034" y="10004"/>
                </a:cubicBezTo>
                <a:cubicBezTo>
                  <a:pt x="21031" y="9869"/>
                  <a:pt x="20922" y="9756"/>
                  <a:pt x="20787" y="9756"/>
                </a:cubicBezTo>
                <a:close/>
                <a:moveTo>
                  <a:pt x="22006" y="9756"/>
                </a:moveTo>
                <a:cubicBezTo>
                  <a:pt x="21786" y="9756"/>
                  <a:pt x="21677" y="10022"/>
                  <a:pt x="21830" y="10179"/>
                </a:cubicBezTo>
                <a:cubicBezTo>
                  <a:pt x="21881" y="10229"/>
                  <a:pt x="21943" y="10251"/>
                  <a:pt x="22003" y="10251"/>
                </a:cubicBezTo>
                <a:cubicBezTo>
                  <a:pt x="22131" y="10251"/>
                  <a:pt x="22253" y="10152"/>
                  <a:pt x="22253" y="10004"/>
                </a:cubicBezTo>
                <a:cubicBezTo>
                  <a:pt x="22253" y="9869"/>
                  <a:pt x="22141" y="9756"/>
                  <a:pt x="22006" y="9756"/>
                </a:cubicBezTo>
                <a:close/>
                <a:moveTo>
                  <a:pt x="23225" y="9756"/>
                </a:moveTo>
                <a:cubicBezTo>
                  <a:pt x="23006" y="9756"/>
                  <a:pt x="22896" y="10022"/>
                  <a:pt x="23049" y="10179"/>
                </a:cubicBezTo>
                <a:cubicBezTo>
                  <a:pt x="23100" y="10229"/>
                  <a:pt x="23162" y="10251"/>
                  <a:pt x="23222" y="10251"/>
                </a:cubicBezTo>
                <a:cubicBezTo>
                  <a:pt x="23350" y="10251"/>
                  <a:pt x="23472" y="10152"/>
                  <a:pt x="23472" y="10004"/>
                </a:cubicBezTo>
                <a:cubicBezTo>
                  <a:pt x="23472" y="9869"/>
                  <a:pt x="23363" y="9756"/>
                  <a:pt x="23225" y="9756"/>
                </a:cubicBezTo>
                <a:close/>
                <a:moveTo>
                  <a:pt x="24444" y="9756"/>
                </a:moveTo>
                <a:cubicBezTo>
                  <a:pt x="24225" y="9756"/>
                  <a:pt x="24115" y="10022"/>
                  <a:pt x="24272" y="10179"/>
                </a:cubicBezTo>
                <a:cubicBezTo>
                  <a:pt x="24321" y="10229"/>
                  <a:pt x="24382" y="10251"/>
                  <a:pt x="24442" y="10251"/>
                </a:cubicBezTo>
                <a:cubicBezTo>
                  <a:pt x="24569" y="10251"/>
                  <a:pt x="24692" y="10152"/>
                  <a:pt x="24692" y="10004"/>
                </a:cubicBezTo>
                <a:cubicBezTo>
                  <a:pt x="24692" y="9869"/>
                  <a:pt x="24582" y="9756"/>
                  <a:pt x="24444" y="9756"/>
                </a:cubicBezTo>
                <a:close/>
                <a:moveTo>
                  <a:pt x="24445" y="10976"/>
                </a:moveTo>
                <a:cubicBezTo>
                  <a:pt x="24315" y="10976"/>
                  <a:pt x="24197" y="11078"/>
                  <a:pt x="24200" y="11223"/>
                </a:cubicBezTo>
                <a:cubicBezTo>
                  <a:pt x="24200" y="11332"/>
                  <a:pt x="24272" y="11430"/>
                  <a:pt x="24378" y="11461"/>
                </a:cubicBezTo>
                <a:cubicBezTo>
                  <a:pt x="24444" y="11310"/>
                  <a:pt x="24510" y="11160"/>
                  <a:pt x="24569" y="11010"/>
                </a:cubicBezTo>
                <a:cubicBezTo>
                  <a:pt x="24529" y="10987"/>
                  <a:pt x="24486" y="10976"/>
                  <a:pt x="24445" y="10976"/>
                </a:cubicBezTo>
                <a:close/>
                <a:moveTo>
                  <a:pt x="54" y="10978"/>
                </a:moveTo>
                <a:cubicBezTo>
                  <a:pt x="38" y="10978"/>
                  <a:pt x="19" y="10978"/>
                  <a:pt x="0" y="10981"/>
                </a:cubicBezTo>
                <a:lnTo>
                  <a:pt x="0" y="11464"/>
                </a:lnTo>
                <a:cubicBezTo>
                  <a:pt x="18" y="11468"/>
                  <a:pt x="36" y="11470"/>
                  <a:pt x="53" y="11470"/>
                </a:cubicBezTo>
                <a:cubicBezTo>
                  <a:pt x="177" y="11470"/>
                  <a:pt x="285" y="11377"/>
                  <a:pt x="301" y="11251"/>
                </a:cubicBezTo>
                <a:cubicBezTo>
                  <a:pt x="317" y="11104"/>
                  <a:pt x="201" y="10978"/>
                  <a:pt x="54" y="10978"/>
                </a:cubicBezTo>
                <a:close/>
                <a:moveTo>
                  <a:pt x="1276" y="10978"/>
                </a:moveTo>
                <a:cubicBezTo>
                  <a:pt x="1053" y="10978"/>
                  <a:pt x="944" y="11242"/>
                  <a:pt x="1100" y="11398"/>
                </a:cubicBezTo>
                <a:cubicBezTo>
                  <a:pt x="1150" y="11448"/>
                  <a:pt x="1211" y="11470"/>
                  <a:pt x="1271" y="11470"/>
                </a:cubicBezTo>
                <a:cubicBezTo>
                  <a:pt x="1398" y="11470"/>
                  <a:pt x="1520" y="11371"/>
                  <a:pt x="1520" y="11223"/>
                </a:cubicBezTo>
                <a:cubicBezTo>
                  <a:pt x="1520" y="11088"/>
                  <a:pt x="1410" y="10978"/>
                  <a:pt x="1276" y="10978"/>
                </a:cubicBezTo>
                <a:close/>
                <a:moveTo>
                  <a:pt x="3714" y="10978"/>
                </a:moveTo>
                <a:cubicBezTo>
                  <a:pt x="3494" y="10978"/>
                  <a:pt x="3385" y="11242"/>
                  <a:pt x="3538" y="11398"/>
                </a:cubicBezTo>
                <a:cubicBezTo>
                  <a:pt x="3589" y="11448"/>
                  <a:pt x="3650" y="11470"/>
                  <a:pt x="3711" y="11470"/>
                </a:cubicBezTo>
                <a:cubicBezTo>
                  <a:pt x="3838" y="11470"/>
                  <a:pt x="3959" y="11371"/>
                  <a:pt x="3961" y="11223"/>
                </a:cubicBezTo>
                <a:cubicBezTo>
                  <a:pt x="3961" y="11088"/>
                  <a:pt x="3849" y="10978"/>
                  <a:pt x="3714" y="10978"/>
                </a:cubicBezTo>
                <a:close/>
                <a:moveTo>
                  <a:pt x="6152" y="10975"/>
                </a:moveTo>
                <a:cubicBezTo>
                  <a:pt x="5933" y="10975"/>
                  <a:pt x="5823" y="11242"/>
                  <a:pt x="5976" y="11398"/>
                </a:cubicBezTo>
                <a:cubicBezTo>
                  <a:pt x="6027" y="11448"/>
                  <a:pt x="6089" y="11470"/>
                  <a:pt x="6149" y="11470"/>
                </a:cubicBezTo>
                <a:cubicBezTo>
                  <a:pt x="6277" y="11470"/>
                  <a:pt x="6399" y="11371"/>
                  <a:pt x="6399" y="11223"/>
                </a:cubicBezTo>
                <a:cubicBezTo>
                  <a:pt x="6399" y="11088"/>
                  <a:pt x="6290" y="10978"/>
                  <a:pt x="6152" y="10978"/>
                </a:cubicBezTo>
                <a:lnTo>
                  <a:pt x="6152" y="10975"/>
                </a:lnTo>
                <a:close/>
                <a:moveTo>
                  <a:pt x="7371" y="10975"/>
                </a:moveTo>
                <a:cubicBezTo>
                  <a:pt x="7152" y="10975"/>
                  <a:pt x="7042" y="11242"/>
                  <a:pt x="7199" y="11398"/>
                </a:cubicBezTo>
                <a:cubicBezTo>
                  <a:pt x="7248" y="11448"/>
                  <a:pt x="7309" y="11470"/>
                  <a:pt x="7369" y="11470"/>
                </a:cubicBezTo>
                <a:cubicBezTo>
                  <a:pt x="7496" y="11470"/>
                  <a:pt x="7619" y="11371"/>
                  <a:pt x="7619" y="11223"/>
                </a:cubicBezTo>
                <a:cubicBezTo>
                  <a:pt x="7619" y="11088"/>
                  <a:pt x="7509" y="10978"/>
                  <a:pt x="7371" y="10978"/>
                </a:cubicBezTo>
                <a:lnTo>
                  <a:pt x="7371" y="10975"/>
                </a:lnTo>
                <a:close/>
                <a:moveTo>
                  <a:pt x="8590" y="10975"/>
                </a:moveTo>
                <a:cubicBezTo>
                  <a:pt x="8371" y="10975"/>
                  <a:pt x="8261" y="11242"/>
                  <a:pt x="8418" y="11398"/>
                </a:cubicBezTo>
                <a:cubicBezTo>
                  <a:pt x="8467" y="11448"/>
                  <a:pt x="8528" y="11470"/>
                  <a:pt x="8588" y="11470"/>
                </a:cubicBezTo>
                <a:cubicBezTo>
                  <a:pt x="8715" y="11470"/>
                  <a:pt x="8838" y="11371"/>
                  <a:pt x="8838" y="11223"/>
                </a:cubicBezTo>
                <a:cubicBezTo>
                  <a:pt x="8838" y="11088"/>
                  <a:pt x="8728" y="10978"/>
                  <a:pt x="8590" y="10978"/>
                </a:cubicBezTo>
                <a:lnTo>
                  <a:pt x="8590" y="10975"/>
                </a:lnTo>
                <a:close/>
                <a:moveTo>
                  <a:pt x="9812" y="10975"/>
                </a:moveTo>
                <a:cubicBezTo>
                  <a:pt x="9590" y="10975"/>
                  <a:pt x="9480" y="11242"/>
                  <a:pt x="9637" y="11398"/>
                </a:cubicBezTo>
                <a:cubicBezTo>
                  <a:pt x="9686" y="11448"/>
                  <a:pt x="9747" y="11470"/>
                  <a:pt x="9807" y="11470"/>
                </a:cubicBezTo>
                <a:cubicBezTo>
                  <a:pt x="9934" y="11470"/>
                  <a:pt x="10057" y="11371"/>
                  <a:pt x="10057" y="11223"/>
                </a:cubicBezTo>
                <a:cubicBezTo>
                  <a:pt x="10057" y="11088"/>
                  <a:pt x="9947" y="10978"/>
                  <a:pt x="9812" y="10978"/>
                </a:cubicBezTo>
                <a:lnTo>
                  <a:pt x="9812" y="10975"/>
                </a:lnTo>
                <a:close/>
                <a:moveTo>
                  <a:pt x="11031" y="10975"/>
                </a:moveTo>
                <a:cubicBezTo>
                  <a:pt x="10809" y="10975"/>
                  <a:pt x="10699" y="11242"/>
                  <a:pt x="10856" y="11398"/>
                </a:cubicBezTo>
                <a:cubicBezTo>
                  <a:pt x="10906" y="11448"/>
                  <a:pt x="10968" y="11470"/>
                  <a:pt x="11028" y="11470"/>
                </a:cubicBezTo>
                <a:cubicBezTo>
                  <a:pt x="11155" y="11470"/>
                  <a:pt x="11276" y="11371"/>
                  <a:pt x="11276" y="11223"/>
                </a:cubicBezTo>
                <a:cubicBezTo>
                  <a:pt x="11276" y="11088"/>
                  <a:pt x="11166" y="10978"/>
                  <a:pt x="11031" y="10978"/>
                </a:cubicBezTo>
                <a:lnTo>
                  <a:pt x="11031" y="10975"/>
                </a:lnTo>
                <a:close/>
                <a:moveTo>
                  <a:pt x="12250" y="10975"/>
                </a:moveTo>
                <a:cubicBezTo>
                  <a:pt x="12031" y="10975"/>
                  <a:pt x="11921" y="11242"/>
                  <a:pt x="12075" y="11398"/>
                </a:cubicBezTo>
                <a:cubicBezTo>
                  <a:pt x="12125" y="11448"/>
                  <a:pt x="12187" y="11470"/>
                  <a:pt x="12248" y="11470"/>
                </a:cubicBezTo>
                <a:cubicBezTo>
                  <a:pt x="12375" y="11470"/>
                  <a:pt x="12498" y="11371"/>
                  <a:pt x="12498" y="11223"/>
                </a:cubicBezTo>
                <a:cubicBezTo>
                  <a:pt x="12498" y="11088"/>
                  <a:pt x="12385" y="10978"/>
                  <a:pt x="12250" y="10978"/>
                </a:cubicBezTo>
                <a:lnTo>
                  <a:pt x="12250" y="10975"/>
                </a:lnTo>
                <a:close/>
                <a:moveTo>
                  <a:pt x="13469" y="10975"/>
                </a:moveTo>
                <a:cubicBezTo>
                  <a:pt x="13250" y="10975"/>
                  <a:pt x="13140" y="11242"/>
                  <a:pt x="13294" y="11398"/>
                </a:cubicBezTo>
                <a:cubicBezTo>
                  <a:pt x="13344" y="11448"/>
                  <a:pt x="13406" y="11470"/>
                  <a:pt x="13467" y="11470"/>
                </a:cubicBezTo>
                <a:cubicBezTo>
                  <a:pt x="13594" y="11470"/>
                  <a:pt x="13717" y="11371"/>
                  <a:pt x="13717" y="11223"/>
                </a:cubicBezTo>
                <a:cubicBezTo>
                  <a:pt x="13717" y="11088"/>
                  <a:pt x="13604" y="10978"/>
                  <a:pt x="13469" y="10978"/>
                </a:cubicBezTo>
                <a:lnTo>
                  <a:pt x="13469" y="10975"/>
                </a:lnTo>
                <a:close/>
                <a:moveTo>
                  <a:pt x="14688" y="10975"/>
                </a:moveTo>
                <a:cubicBezTo>
                  <a:pt x="14469" y="10975"/>
                  <a:pt x="14359" y="11242"/>
                  <a:pt x="14513" y="11398"/>
                </a:cubicBezTo>
                <a:cubicBezTo>
                  <a:pt x="14563" y="11448"/>
                  <a:pt x="14625" y="11470"/>
                  <a:pt x="14686" y="11470"/>
                </a:cubicBezTo>
                <a:cubicBezTo>
                  <a:pt x="14813" y="11470"/>
                  <a:pt x="14936" y="11371"/>
                  <a:pt x="14936" y="11223"/>
                </a:cubicBezTo>
                <a:cubicBezTo>
                  <a:pt x="14936" y="11088"/>
                  <a:pt x="14823" y="10978"/>
                  <a:pt x="14688" y="10978"/>
                </a:cubicBezTo>
                <a:lnTo>
                  <a:pt x="14688" y="10975"/>
                </a:lnTo>
                <a:close/>
                <a:moveTo>
                  <a:pt x="15907" y="10975"/>
                </a:moveTo>
                <a:cubicBezTo>
                  <a:pt x="15688" y="10975"/>
                  <a:pt x="15578" y="11242"/>
                  <a:pt x="15735" y="11398"/>
                </a:cubicBezTo>
                <a:cubicBezTo>
                  <a:pt x="15785" y="11448"/>
                  <a:pt x="15846" y="11470"/>
                  <a:pt x="15906" y="11470"/>
                </a:cubicBezTo>
                <a:cubicBezTo>
                  <a:pt x="16033" y="11470"/>
                  <a:pt x="16155" y="11371"/>
                  <a:pt x="16155" y="11223"/>
                </a:cubicBezTo>
                <a:cubicBezTo>
                  <a:pt x="16155" y="11088"/>
                  <a:pt x="16045" y="10978"/>
                  <a:pt x="15907" y="10978"/>
                </a:cubicBezTo>
                <a:lnTo>
                  <a:pt x="15907" y="10975"/>
                </a:lnTo>
                <a:close/>
                <a:moveTo>
                  <a:pt x="17127" y="10975"/>
                </a:moveTo>
                <a:cubicBezTo>
                  <a:pt x="16907" y="10975"/>
                  <a:pt x="16797" y="11242"/>
                  <a:pt x="16954" y="11398"/>
                </a:cubicBezTo>
                <a:cubicBezTo>
                  <a:pt x="17004" y="11448"/>
                  <a:pt x="17065" y="11470"/>
                  <a:pt x="17125" y="11470"/>
                </a:cubicBezTo>
                <a:cubicBezTo>
                  <a:pt x="17252" y="11470"/>
                  <a:pt x="17374" y="11371"/>
                  <a:pt x="17374" y="11223"/>
                </a:cubicBezTo>
                <a:cubicBezTo>
                  <a:pt x="17374" y="11088"/>
                  <a:pt x="17264" y="10978"/>
                  <a:pt x="17127" y="10978"/>
                </a:cubicBezTo>
                <a:lnTo>
                  <a:pt x="17127" y="10975"/>
                </a:lnTo>
                <a:close/>
                <a:moveTo>
                  <a:pt x="18349" y="10975"/>
                </a:moveTo>
                <a:cubicBezTo>
                  <a:pt x="18126" y="10975"/>
                  <a:pt x="18017" y="11242"/>
                  <a:pt x="18173" y="11398"/>
                </a:cubicBezTo>
                <a:cubicBezTo>
                  <a:pt x="18224" y="11448"/>
                  <a:pt x="18285" y="11470"/>
                  <a:pt x="18345" y="11470"/>
                </a:cubicBezTo>
                <a:cubicBezTo>
                  <a:pt x="18472" y="11470"/>
                  <a:pt x="18593" y="11371"/>
                  <a:pt x="18593" y="11223"/>
                </a:cubicBezTo>
                <a:cubicBezTo>
                  <a:pt x="18593" y="11088"/>
                  <a:pt x="18483" y="10978"/>
                  <a:pt x="18349" y="10978"/>
                </a:cubicBezTo>
                <a:lnTo>
                  <a:pt x="18349" y="10975"/>
                </a:lnTo>
                <a:close/>
                <a:moveTo>
                  <a:pt x="19568" y="10975"/>
                </a:moveTo>
                <a:cubicBezTo>
                  <a:pt x="19348" y="10975"/>
                  <a:pt x="19236" y="11242"/>
                  <a:pt x="19392" y="11398"/>
                </a:cubicBezTo>
                <a:cubicBezTo>
                  <a:pt x="19443" y="11448"/>
                  <a:pt x="19504" y="11470"/>
                  <a:pt x="19564" y="11470"/>
                </a:cubicBezTo>
                <a:cubicBezTo>
                  <a:pt x="19691" y="11470"/>
                  <a:pt x="19812" y="11371"/>
                  <a:pt x="19812" y="11223"/>
                </a:cubicBezTo>
                <a:cubicBezTo>
                  <a:pt x="19812" y="11088"/>
                  <a:pt x="19703" y="10978"/>
                  <a:pt x="19568" y="10978"/>
                </a:cubicBezTo>
                <a:lnTo>
                  <a:pt x="19568" y="10975"/>
                </a:lnTo>
                <a:close/>
                <a:moveTo>
                  <a:pt x="20787" y="10975"/>
                </a:moveTo>
                <a:cubicBezTo>
                  <a:pt x="20567" y="10975"/>
                  <a:pt x="20458" y="11242"/>
                  <a:pt x="20611" y="11398"/>
                </a:cubicBezTo>
                <a:cubicBezTo>
                  <a:pt x="20662" y="11448"/>
                  <a:pt x="20724" y="11470"/>
                  <a:pt x="20784" y="11470"/>
                </a:cubicBezTo>
                <a:cubicBezTo>
                  <a:pt x="20912" y="11470"/>
                  <a:pt x="21034" y="11371"/>
                  <a:pt x="21034" y="11223"/>
                </a:cubicBezTo>
                <a:cubicBezTo>
                  <a:pt x="21031" y="11088"/>
                  <a:pt x="20922" y="10978"/>
                  <a:pt x="20787" y="10978"/>
                </a:cubicBezTo>
                <a:lnTo>
                  <a:pt x="20787" y="10975"/>
                </a:lnTo>
                <a:close/>
                <a:moveTo>
                  <a:pt x="22006" y="10975"/>
                </a:moveTo>
                <a:cubicBezTo>
                  <a:pt x="21786" y="10975"/>
                  <a:pt x="21677" y="11242"/>
                  <a:pt x="21830" y="11398"/>
                </a:cubicBezTo>
                <a:cubicBezTo>
                  <a:pt x="21881" y="11448"/>
                  <a:pt x="21943" y="11470"/>
                  <a:pt x="22003" y="11470"/>
                </a:cubicBezTo>
                <a:cubicBezTo>
                  <a:pt x="22131" y="11470"/>
                  <a:pt x="22253" y="11371"/>
                  <a:pt x="22253" y="11223"/>
                </a:cubicBezTo>
                <a:cubicBezTo>
                  <a:pt x="22253" y="11088"/>
                  <a:pt x="22141" y="10978"/>
                  <a:pt x="22006" y="10978"/>
                </a:cubicBezTo>
                <a:lnTo>
                  <a:pt x="22006" y="10975"/>
                </a:lnTo>
                <a:close/>
                <a:moveTo>
                  <a:pt x="23225" y="10975"/>
                </a:moveTo>
                <a:cubicBezTo>
                  <a:pt x="23006" y="10975"/>
                  <a:pt x="22896" y="11242"/>
                  <a:pt x="23049" y="11398"/>
                </a:cubicBezTo>
                <a:cubicBezTo>
                  <a:pt x="23100" y="11448"/>
                  <a:pt x="23162" y="11470"/>
                  <a:pt x="23222" y="11470"/>
                </a:cubicBezTo>
                <a:cubicBezTo>
                  <a:pt x="23350" y="11470"/>
                  <a:pt x="23472" y="11371"/>
                  <a:pt x="23472" y="11223"/>
                </a:cubicBezTo>
                <a:cubicBezTo>
                  <a:pt x="23472" y="11088"/>
                  <a:pt x="23363" y="10978"/>
                  <a:pt x="23225" y="10978"/>
                </a:cubicBezTo>
                <a:lnTo>
                  <a:pt x="23225" y="10975"/>
                </a:lnTo>
                <a:close/>
                <a:moveTo>
                  <a:pt x="2495" y="10978"/>
                </a:moveTo>
                <a:cubicBezTo>
                  <a:pt x="2272" y="10978"/>
                  <a:pt x="2163" y="11242"/>
                  <a:pt x="2319" y="11398"/>
                </a:cubicBezTo>
                <a:cubicBezTo>
                  <a:pt x="2370" y="11449"/>
                  <a:pt x="2431" y="11471"/>
                  <a:pt x="2491" y="11471"/>
                </a:cubicBezTo>
                <a:cubicBezTo>
                  <a:pt x="2618" y="11471"/>
                  <a:pt x="2739" y="11371"/>
                  <a:pt x="2739" y="11223"/>
                </a:cubicBezTo>
                <a:cubicBezTo>
                  <a:pt x="2739" y="11088"/>
                  <a:pt x="2630" y="10978"/>
                  <a:pt x="2495" y="10978"/>
                </a:cubicBezTo>
                <a:close/>
                <a:moveTo>
                  <a:pt x="4933" y="10978"/>
                </a:moveTo>
                <a:cubicBezTo>
                  <a:pt x="4713" y="10978"/>
                  <a:pt x="4604" y="11242"/>
                  <a:pt x="4757" y="11398"/>
                </a:cubicBezTo>
                <a:cubicBezTo>
                  <a:pt x="4808" y="11449"/>
                  <a:pt x="4870" y="11471"/>
                  <a:pt x="4930" y="11471"/>
                </a:cubicBezTo>
                <a:cubicBezTo>
                  <a:pt x="5058" y="11471"/>
                  <a:pt x="5180" y="11371"/>
                  <a:pt x="5180" y="11223"/>
                </a:cubicBezTo>
                <a:cubicBezTo>
                  <a:pt x="5180" y="11088"/>
                  <a:pt x="5068" y="10978"/>
                  <a:pt x="4933" y="10978"/>
                </a:cubicBezTo>
                <a:close/>
                <a:moveTo>
                  <a:pt x="54" y="12197"/>
                </a:moveTo>
                <a:cubicBezTo>
                  <a:pt x="38" y="12197"/>
                  <a:pt x="19" y="12197"/>
                  <a:pt x="0" y="12204"/>
                </a:cubicBezTo>
                <a:lnTo>
                  <a:pt x="0" y="12683"/>
                </a:lnTo>
                <a:cubicBezTo>
                  <a:pt x="18" y="12687"/>
                  <a:pt x="36" y="12689"/>
                  <a:pt x="53" y="12689"/>
                </a:cubicBezTo>
                <a:cubicBezTo>
                  <a:pt x="177" y="12689"/>
                  <a:pt x="285" y="12596"/>
                  <a:pt x="301" y="12470"/>
                </a:cubicBezTo>
                <a:cubicBezTo>
                  <a:pt x="317" y="12323"/>
                  <a:pt x="201" y="12197"/>
                  <a:pt x="54" y="12197"/>
                </a:cubicBezTo>
                <a:close/>
                <a:moveTo>
                  <a:pt x="1276" y="12197"/>
                </a:moveTo>
                <a:cubicBezTo>
                  <a:pt x="1053" y="12197"/>
                  <a:pt x="944" y="12464"/>
                  <a:pt x="1100" y="12617"/>
                </a:cubicBezTo>
                <a:cubicBezTo>
                  <a:pt x="1150" y="12668"/>
                  <a:pt x="1212" y="12691"/>
                  <a:pt x="1272" y="12691"/>
                </a:cubicBezTo>
                <a:cubicBezTo>
                  <a:pt x="1399" y="12691"/>
                  <a:pt x="1520" y="12592"/>
                  <a:pt x="1520" y="12442"/>
                </a:cubicBezTo>
                <a:cubicBezTo>
                  <a:pt x="1520" y="12307"/>
                  <a:pt x="1410" y="12197"/>
                  <a:pt x="1276" y="12197"/>
                </a:cubicBezTo>
                <a:close/>
                <a:moveTo>
                  <a:pt x="2495" y="12197"/>
                </a:moveTo>
                <a:cubicBezTo>
                  <a:pt x="2272" y="12197"/>
                  <a:pt x="2163" y="12464"/>
                  <a:pt x="2319" y="12617"/>
                </a:cubicBezTo>
                <a:cubicBezTo>
                  <a:pt x="2370" y="12668"/>
                  <a:pt x="2432" y="12691"/>
                  <a:pt x="2493" y="12691"/>
                </a:cubicBezTo>
                <a:cubicBezTo>
                  <a:pt x="2619" y="12691"/>
                  <a:pt x="2739" y="12592"/>
                  <a:pt x="2739" y="12442"/>
                </a:cubicBezTo>
                <a:cubicBezTo>
                  <a:pt x="2739" y="12307"/>
                  <a:pt x="2630" y="12197"/>
                  <a:pt x="2495" y="12197"/>
                </a:cubicBezTo>
                <a:close/>
                <a:moveTo>
                  <a:pt x="3714" y="12197"/>
                </a:moveTo>
                <a:cubicBezTo>
                  <a:pt x="3494" y="12197"/>
                  <a:pt x="3385" y="12464"/>
                  <a:pt x="3538" y="12617"/>
                </a:cubicBezTo>
                <a:cubicBezTo>
                  <a:pt x="3589" y="12668"/>
                  <a:pt x="3652" y="12691"/>
                  <a:pt x="3713" y="12691"/>
                </a:cubicBezTo>
                <a:cubicBezTo>
                  <a:pt x="3840" y="12691"/>
                  <a:pt x="3961" y="12592"/>
                  <a:pt x="3961" y="12442"/>
                </a:cubicBezTo>
                <a:cubicBezTo>
                  <a:pt x="3961" y="12307"/>
                  <a:pt x="3849" y="12197"/>
                  <a:pt x="3714" y="12197"/>
                </a:cubicBezTo>
                <a:close/>
                <a:moveTo>
                  <a:pt x="4933" y="12197"/>
                </a:moveTo>
                <a:cubicBezTo>
                  <a:pt x="4713" y="12197"/>
                  <a:pt x="4604" y="12464"/>
                  <a:pt x="4757" y="12617"/>
                </a:cubicBezTo>
                <a:cubicBezTo>
                  <a:pt x="4808" y="12668"/>
                  <a:pt x="4871" y="12691"/>
                  <a:pt x="4932" y="12691"/>
                </a:cubicBezTo>
                <a:cubicBezTo>
                  <a:pt x="5059" y="12691"/>
                  <a:pt x="5180" y="12592"/>
                  <a:pt x="5180" y="12442"/>
                </a:cubicBezTo>
                <a:cubicBezTo>
                  <a:pt x="5180" y="12307"/>
                  <a:pt x="5068" y="12197"/>
                  <a:pt x="4933" y="12197"/>
                </a:cubicBezTo>
                <a:close/>
                <a:moveTo>
                  <a:pt x="6152" y="12197"/>
                </a:moveTo>
                <a:cubicBezTo>
                  <a:pt x="5933" y="12197"/>
                  <a:pt x="5823" y="12461"/>
                  <a:pt x="5976" y="12617"/>
                </a:cubicBezTo>
                <a:cubicBezTo>
                  <a:pt x="6027" y="12668"/>
                  <a:pt x="6090" y="12691"/>
                  <a:pt x="6151" y="12691"/>
                </a:cubicBezTo>
                <a:cubicBezTo>
                  <a:pt x="6278" y="12691"/>
                  <a:pt x="6399" y="12592"/>
                  <a:pt x="6399" y="12442"/>
                </a:cubicBezTo>
                <a:cubicBezTo>
                  <a:pt x="6399" y="12307"/>
                  <a:pt x="6290" y="12197"/>
                  <a:pt x="6152" y="12197"/>
                </a:cubicBezTo>
                <a:close/>
                <a:moveTo>
                  <a:pt x="7371" y="12197"/>
                </a:moveTo>
                <a:cubicBezTo>
                  <a:pt x="7152" y="12197"/>
                  <a:pt x="7042" y="12461"/>
                  <a:pt x="7199" y="12617"/>
                </a:cubicBezTo>
                <a:cubicBezTo>
                  <a:pt x="7248" y="12668"/>
                  <a:pt x="7310" y="12691"/>
                  <a:pt x="7371" y="12691"/>
                </a:cubicBezTo>
                <a:cubicBezTo>
                  <a:pt x="7497" y="12691"/>
                  <a:pt x="7619" y="12592"/>
                  <a:pt x="7619" y="12442"/>
                </a:cubicBezTo>
                <a:cubicBezTo>
                  <a:pt x="7619" y="12307"/>
                  <a:pt x="7509" y="12197"/>
                  <a:pt x="7371" y="12197"/>
                </a:cubicBezTo>
                <a:close/>
                <a:moveTo>
                  <a:pt x="8590" y="12197"/>
                </a:moveTo>
                <a:cubicBezTo>
                  <a:pt x="8371" y="12197"/>
                  <a:pt x="8261" y="12461"/>
                  <a:pt x="8418" y="12617"/>
                </a:cubicBezTo>
                <a:cubicBezTo>
                  <a:pt x="8467" y="12668"/>
                  <a:pt x="8529" y="12691"/>
                  <a:pt x="8590" y="12691"/>
                </a:cubicBezTo>
                <a:cubicBezTo>
                  <a:pt x="8716" y="12691"/>
                  <a:pt x="8838" y="12592"/>
                  <a:pt x="8838" y="12442"/>
                </a:cubicBezTo>
                <a:cubicBezTo>
                  <a:pt x="8838" y="12307"/>
                  <a:pt x="8728" y="12197"/>
                  <a:pt x="8590" y="12197"/>
                </a:cubicBezTo>
                <a:close/>
                <a:moveTo>
                  <a:pt x="9812" y="12197"/>
                </a:moveTo>
                <a:cubicBezTo>
                  <a:pt x="9590" y="12197"/>
                  <a:pt x="9480" y="12461"/>
                  <a:pt x="9637" y="12617"/>
                </a:cubicBezTo>
                <a:cubicBezTo>
                  <a:pt x="9687" y="12668"/>
                  <a:pt x="9748" y="12691"/>
                  <a:pt x="9809" y="12691"/>
                </a:cubicBezTo>
                <a:cubicBezTo>
                  <a:pt x="9935" y="12691"/>
                  <a:pt x="10057" y="12592"/>
                  <a:pt x="10057" y="12442"/>
                </a:cubicBezTo>
                <a:cubicBezTo>
                  <a:pt x="10057" y="12307"/>
                  <a:pt x="9947" y="12197"/>
                  <a:pt x="9812" y="12197"/>
                </a:cubicBezTo>
                <a:close/>
                <a:moveTo>
                  <a:pt x="11031" y="12197"/>
                </a:moveTo>
                <a:cubicBezTo>
                  <a:pt x="10809" y="12197"/>
                  <a:pt x="10699" y="12461"/>
                  <a:pt x="10856" y="12617"/>
                </a:cubicBezTo>
                <a:cubicBezTo>
                  <a:pt x="10907" y="12668"/>
                  <a:pt x="10969" y="12691"/>
                  <a:pt x="11029" y="12691"/>
                </a:cubicBezTo>
                <a:cubicBezTo>
                  <a:pt x="11156" y="12691"/>
                  <a:pt x="11276" y="12592"/>
                  <a:pt x="11276" y="12442"/>
                </a:cubicBezTo>
                <a:cubicBezTo>
                  <a:pt x="11276" y="12307"/>
                  <a:pt x="11166" y="12197"/>
                  <a:pt x="11031" y="12197"/>
                </a:cubicBezTo>
                <a:close/>
                <a:moveTo>
                  <a:pt x="12250" y="12197"/>
                </a:moveTo>
                <a:cubicBezTo>
                  <a:pt x="12031" y="12197"/>
                  <a:pt x="11921" y="12461"/>
                  <a:pt x="12075" y="12617"/>
                </a:cubicBezTo>
                <a:cubicBezTo>
                  <a:pt x="12126" y="12668"/>
                  <a:pt x="12188" y="12691"/>
                  <a:pt x="12249" y="12691"/>
                </a:cubicBezTo>
                <a:cubicBezTo>
                  <a:pt x="12376" y="12691"/>
                  <a:pt x="12498" y="12592"/>
                  <a:pt x="12498" y="12442"/>
                </a:cubicBezTo>
                <a:cubicBezTo>
                  <a:pt x="12498" y="12307"/>
                  <a:pt x="12385" y="12197"/>
                  <a:pt x="12250" y="12197"/>
                </a:cubicBezTo>
                <a:close/>
                <a:moveTo>
                  <a:pt x="13469" y="12197"/>
                </a:moveTo>
                <a:cubicBezTo>
                  <a:pt x="13250" y="12197"/>
                  <a:pt x="13140" y="12461"/>
                  <a:pt x="13294" y="12617"/>
                </a:cubicBezTo>
                <a:cubicBezTo>
                  <a:pt x="13345" y="12668"/>
                  <a:pt x="13407" y="12691"/>
                  <a:pt x="13468" y="12691"/>
                </a:cubicBezTo>
                <a:cubicBezTo>
                  <a:pt x="13595" y="12691"/>
                  <a:pt x="13717" y="12592"/>
                  <a:pt x="13717" y="12442"/>
                </a:cubicBezTo>
                <a:cubicBezTo>
                  <a:pt x="13717" y="12307"/>
                  <a:pt x="13604" y="12197"/>
                  <a:pt x="13469" y="12197"/>
                </a:cubicBezTo>
                <a:close/>
                <a:moveTo>
                  <a:pt x="14688" y="12197"/>
                </a:moveTo>
                <a:cubicBezTo>
                  <a:pt x="14469" y="12197"/>
                  <a:pt x="14359" y="12461"/>
                  <a:pt x="14513" y="12617"/>
                </a:cubicBezTo>
                <a:cubicBezTo>
                  <a:pt x="14564" y="12668"/>
                  <a:pt x="14626" y="12691"/>
                  <a:pt x="14687" y="12691"/>
                </a:cubicBezTo>
                <a:cubicBezTo>
                  <a:pt x="14814" y="12691"/>
                  <a:pt x="14936" y="12592"/>
                  <a:pt x="14936" y="12442"/>
                </a:cubicBezTo>
                <a:cubicBezTo>
                  <a:pt x="14936" y="12307"/>
                  <a:pt x="14826" y="12197"/>
                  <a:pt x="14688" y="12197"/>
                </a:cubicBezTo>
                <a:close/>
                <a:moveTo>
                  <a:pt x="15907" y="12197"/>
                </a:moveTo>
                <a:cubicBezTo>
                  <a:pt x="15688" y="12197"/>
                  <a:pt x="15578" y="12461"/>
                  <a:pt x="15735" y="12617"/>
                </a:cubicBezTo>
                <a:cubicBezTo>
                  <a:pt x="15785" y="12668"/>
                  <a:pt x="15847" y="12691"/>
                  <a:pt x="15907" y="12691"/>
                </a:cubicBezTo>
                <a:cubicBezTo>
                  <a:pt x="16033" y="12691"/>
                  <a:pt x="16155" y="12592"/>
                  <a:pt x="16155" y="12442"/>
                </a:cubicBezTo>
                <a:cubicBezTo>
                  <a:pt x="16155" y="12307"/>
                  <a:pt x="16045" y="12197"/>
                  <a:pt x="15907" y="12197"/>
                </a:cubicBezTo>
                <a:close/>
                <a:moveTo>
                  <a:pt x="17127" y="12197"/>
                </a:moveTo>
                <a:cubicBezTo>
                  <a:pt x="16907" y="12197"/>
                  <a:pt x="16797" y="12461"/>
                  <a:pt x="16954" y="12617"/>
                </a:cubicBezTo>
                <a:cubicBezTo>
                  <a:pt x="17004" y="12668"/>
                  <a:pt x="17066" y="12691"/>
                  <a:pt x="17126" y="12691"/>
                </a:cubicBezTo>
                <a:cubicBezTo>
                  <a:pt x="17253" y="12691"/>
                  <a:pt x="17374" y="12592"/>
                  <a:pt x="17374" y="12442"/>
                </a:cubicBezTo>
                <a:cubicBezTo>
                  <a:pt x="17374" y="12307"/>
                  <a:pt x="17264" y="12197"/>
                  <a:pt x="17127" y="12197"/>
                </a:cubicBezTo>
                <a:close/>
                <a:moveTo>
                  <a:pt x="18349" y="12197"/>
                </a:moveTo>
                <a:cubicBezTo>
                  <a:pt x="18126" y="12197"/>
                  <a:pt x="18017" y="12461"/>
                  <a:pt x="18173" y="12617"/>
                </a:cubicBezTo>
                <a:cubicBezTo>
                  <a:pt x="18223" y="12668"/>
                  <a:pt x="18285" y="12691"/>
                  <a:pt x="18345" y="12691"/>
                </a:cubicBezTo>
                <a:cubicBezTo>
                  <a:pt x="18472" y="12691"/>
                  <a:pt x="18593" y="12592"/>
                  <a:pt x="18593" y="12442"/>
                </a:cubicBezTo>
                <a:cubicBezTo>
                  <a:pt x="18593" y="12307"/>
                  <a:pt x="18483" y="12197"/>
                  <a:pt x="18349" y="12197"/>
                </a:cubicBezTo>
                <a:close/>
                <a:moveTo>
                  <a:pt x="19568" y="12197"/>
                </a:moveTo>
                <a:cubicBezTo>
                  <a:pt x="19348" y="12197"/>
                  <a:pt x="19236" y="12461"/>
                  <a:pt x="19392" y="12617"/>
                </a:cubicBezTo>
                <a:cubicBezTo>
                  <a:pt x="19443" y="12668"/>
                  <a:pt x="19505" y="12691"/>
                  <a:pt x="19566" y="12691"/>
                </a:cubicBezTo>
                <a:cubicBezTo>
                  <a:pt x="19692" y="12691"/>
                  <a:pt x="19812" y="12592"/>
                  <a:pt x="19812" y="12442"/>
                </a:cubicBezTo>
                <a:cubicBezTo>
                  <a:pt x="19812" y="12307"/>
                  <a:pt x="19703" y="12197"/>
                  <a:pt x="19568" y="12197"/>
                </a:cubicBezTo>
                <a:close/>
                <a:moveTo>
                  <a:pt x="20787" y="12197"/>
                </a:moveTo>
                <a:cubicBezTo>
                  <a:pt x="20567" y="12197"/>
                  <a:pt x="20458" y="12461"/>
                  <a:pt x="20611" y="12617"/>
                </a:cubicBezTo>
                <a:cubicBezTo>
                  <a:pt x="20662" y="12668"/>
                  <a:pt x="20725" y="12691"/>
                  <a:pt x="20786" y="12691"/>
                </a:cubicBezTo>
                <a:cubicBezTo>
                  <a:pt x="20913" y="12691"/>
                  <a:pt x="21034" y="12592"/>
                  <a:pt x="21034" y="12442"/>
                </a:cubicBezTo>
                <a:cubicBezTo>
                  <a:pt x="21034" y="12307"/>
                  <a:pt x="20922" y="12197"/>
                  <a:pt x="20787" y="12197"/>
                </a:cubicBezTo>
                <a:close/>
                <a:moveTo>
                  <a:pt x="22006" y="12197"/>
                </a:moveTo>
                <a:cubicBezTo>
                  <a:pt x="21786" y="12197"/>
                  <a:pt x="21677" y="12461"/>
                  <a:pt x="21830" y="12617"/>
                </a:cubicBezTo>
                <a:cubicBezTo>
                  <a:pt x="21881" y="12668"/>
                  <a:pt x="21944" y="12691"/>
                  <a:pt x="22005" y="12691"/>
                </a:cubicBezTo>
                <a:cubicBezTo>
                  <a:pt x="22132" y="12691"/>
                  <a:pt x="22253" y="12592"/>
                  <a:pt x="22253" y="12442"/>
                </a:cubicBezTo>
                <a:cubicBezTo>
                  <a:pt x="22253" y="12307"/>
                  <a:pt x="22141" y="12197"/>
                  <a:pt x="22006" y="12197"/>
                </a:cubicBezTo>
                <a:close/>
                <a:moveTo>
                  <a:pt x="23225" y="12197"/>
                </a:moveTo>
                <a:cubicBezTo>
                  <a:pt x="23006" y="12197"/>
                  <a:pt x="22896" y="12461"/>
                  <a:pt x="23049" y="12617"/>
                </a:cubicBezTo>
                <a:cubicBezTo>
                  <a:pt x="23100" y="12668"/>
                  <a:pt x="23163" y="12691"/>
                  <a:pt x="23224" y="12691"/>
                </a:cubicBezTo>
                <a:cubicBezTo>
                  <a:pt x="23351" y="12691"/>
                  <a:pt x="23472" y="12592"/>
                  <a:pt x="23472" y="12442"/>
                </a:cubicBezTo>
                <a:cubicBezTo>
                  <a:pt x="23472" y="12307"/>
                  <a:pt x="23363" y="12197"/>
                  <a:pt x="23225" y="12197"/>
                </a:cubicBezTo>
                <a:close/>
                <a:moveTo>
                  <a:pt x="23222" y="13416"/>
                </a:moveTo>
                <a:cubicBezTo>
                  <a:pt x="23087" y="13416"/>
                  <a:pt x="22977" y="13526"/>
                  <a:pt x="22977" y="13664"/>
                </a:cubicBezTo>
                <a:cubicBezTo>
                  <a:pt x="22977" y="13683"/>
                  <a:pt x="22980" y="13702"/>
                  <a:pt x="22987" y="13720"/>
                </a:cubicBezTo>
                <a:cubicBezTo>
                  <a:pt x="23068" y="13620"/>
                  <a:pt x="23147" y="13520"/>
                  <a:pt x="23222" y="13416"/>
                </a:cubicBezTo>
                <a:close/>
                <a:moveTo>
                  <a:pt x="54" y="13416"/>
                </a:moveTo>
                <a:cubicBezTo>
                  <a:pt x="38" y="13416"/>
                  <a:pt x="19" y="13416"/>
                  <a:pt x="0" y="13423"/>
                </a:cubicBezTo>
                <a:lnTo>
                  <a:pt x="0" y="13902"/>
                </a:lnTo>
                <a:cubicBezTo>
                  <a:pt x="19" y="13906"/>
                  <a:pt x="37" y="13908"/>
                  <a:pt x="55" y="13908"/>
                </a:cubicBezTo>
                <a:cubicBezTo>
                  <a:pt x="177" y="13908"/>
                  <a:pt x="285" y="13818"/>
                  <a:pt x="301" y="13689"/>
                </a:cubicBezTo>
                <a:cubicBezTo>
                  <a:pt x="317" y="13545"/>
                  <a:pt x="201" y="13416"/>
                  <a:pt x="54" y="13416"/>
                </a:cubicBezTo>
                <a:close/>
                <a:moveTo>
                  <a:pt x="1276" y="13416"/>
                </a:moveTo>
                <a:cubicBezTo>
                  <a:pt x="1053" y="13416"/>
                  <a:pt x="944" y="13683"/>
                  <a:pt x="1100" y="13836"/>
                </a:cubicBezTo>
                <a:cubicBezTo>
                  <a:pt x="1150" y="13887"/>
                  <a:pt x="1212" y="13910"/>
                  <a:pt x="1273" y="13910"/>
                </a:cubicBezTo>
                <a:cubicBezTo>
                  <a:pt x="1399" y="13910"/>
                  <a:pt x="1520" y="13812"/>
                  <a:pt x="1520" y="13664"/>
                </a:cubicBezTo>
                <a:cubicBezTo>
                  <a:pt x="1520" y="13526"/>
                  <a:pt x="1410" y="13416"/>
                  <a:pt x="1276" y="13416"/>
                </a:cubicBezTo>
                <a:close/>
                <a:moveTo>
                  <a:pt x="2495" y="13416"/>
                </a:moveTo>
                <a:cubicBezTo>
                  <a:pt x="2272" y="13416"/>
                  <a:pt x="2163" y="13683"/>
                  <a:pt x="2319" y="13836"/>
                </a:cubicBezTo>
                <a:cubicBezTo>
                  <a:pt x="2370" y="13887"/>
                  <a:pt x="2432" y="13910"/>
                  <a:pt x="2493" y="13910"/>
                </a:cubicBezTo>
                <a:cubicBezTo>
                  <a:pt x="2619" y="13910"/>
                  <a:pt x="2739" y="13812"/>
                  <a:pt x="2739" y="13664"/>
                </a:cubicBezTo>
                <a:cubicBezTo>
                  <a:pt x="2739" y="13526"/>
                  <a:pt x="2630" y="13416"/>
                  <a:pt x="2495" y="13416"/>
                </a:cubicBezTo>
                <a:close/>
                <a:moveTo>
                  <a:pt x="3714" y="13416"/>
                </a:moveTo>
                <a:cubicBezTo>
                  <a:pt x="3494" y="13416"/>
                  <a:pt x="3385" y="13683"/>
                  <a:pt x="3538" y="13836"/>
                </a:cubicBezTo>
                <a:cubicBezTo>
                  <a:pt x="3589" y="13887"/>
                  <a:pt x="3652" y="13910"/>
                  <a:pt x="3713" y="13910"/>
                </a:cubicBezTo>
                <a:cubicBezTo>
                  <a:pt x="3840" y="13910"/>
                  <a:pt x="3961" y="13812"/>
                  <a:pt x="3961" y="13664"/>
                </a:cubicBezTo>
                <a:cubicBezTo>
                  <a:pt x="3961" y="13526"/>
                  <a:pt x="3849" y="13416"/>
                  <a:pt x="3714" y="13416"/>
                </a:cubicBezTo>
                <a:close/>
                <a:moveTo>
                  <a:pt x="4933" y="13416"/>
                </a:moveTo>
                <a:cubicBezTo>
                  <a:pt x="4713" y="13416"/>
                  <a:pt x="4604" y="13683"/>
                  <a:pt x="4757" y="13836"/>
                </a:cubicBezTo>
                <a:cubicBezTo>
                  <a:pt x="4808" y="13887"/>
                  <a:pt x="4871" y="13910"/>
                  <a:pt x="4932" y="13910"/>
                </a:cubicBezTo>
                <a:cubicBezTo>
                  <a:pt x="5059" y="13910"/>
                  <a:pt x="5180" y="13812"/>
                  <a:pt x="5180" y="13664"/>
                </a:cubicBezTo>
                <a:cubicBezTo>
                  <a:pt x="5180" y="13526"/>
                  <a:pt x="5068" y="13416"/>
                  <a:pt x="4933" y="13416"/>
                </a:cubicBezTo>
                <a:close/>
                <a:moveTo>
                  <a:pt x="6152" y="13416"/>
                </a:moveTo>
                <a:cubicBezTo>
                  <a:pt x="5933" y="13416"/>
                  <a:pt x="5823" y="13683"/>
                  <a:pt x="5976" y="13836"/>
                </a:cubicBezTo>
                <a:cubicBezTo>
                  <a:pt x="6027" y="13887"/>
                  <a:pt x="6090" y="13910"/>
                  <a:pt x="6151" y="13910"/>
                </a:cubicBezTo>
                <a:cubicBezTo>
                  <a:pt x="6278" y="13910"/>
                  <a:pt x="6399" y="13812"/>
                  <a:pt x="6399" y="13664"/>
                </a:cubicBezTo>
                <a:cubicBezTo>
                  <a:pt x="6399" y="13526"/>
                  <a:pt x="6290" y="13416"/>
                  <a:pt x="6152" y="13416"/>
                </a:cubicBezTo>
                <a:close/>
                <a:moveTo>
                  <a:pt x="7371" y="13416"/>
                </a:moveTo>
                <a:cubicBezTo>
                  <a:pt x="7152" y="13416"/>
                  <a:pt x="7042" y="13683"/>
                  <a:pt x="7199" y="13836"/>
                </a:cubicBezTo>
                <a:cubicBezTo>
                  <a:pt x="7249" y="13887"/>
                  <a:pt x="7310" y="13910"/>
                  <a:pt x="7371" y="13910"/>
                </a:cubicBezTo>
                <a:cubicBezTo>
                  <a:pt x="7497" y="13910"/>
                  <a:pt x="7619" y="13812"/>
                  <a:pt x="7619" y="13664"/>
                </a:cubicBezTo>
                <a:cubicBezTo>
                  <a:pt x="7619" y="13526"/>
                  <a:pt x="7509" y="13416"/>
                  <a:pt x="7371" y="13416"/>
                </a:cubicBezTo>
                <a:close/>
                <a:moveTo>
                  <a:pt x="8590" y="13416"/>
                </a:moveTo>
                <a:cubicBezTo>
                  <a:pt x="8371" y="13416"/>
                  <a:pt x="8261" y="13683"/>
                  <a:pt x="8418" y="13836"/>
                </a:cubicBezTo>
                <a:cubicBezTo>
                  <a:pt x="8468" y="13887"/>
                  <a:pt x="8529" y="13910"/>
                  <a:pt x="8590" y="13910"/>
                </a:cubicBezTo>
                <a:cubicBezTo>
                  <a:pt x="8716" y="13910"/>
                  <a:pt x="8838" y="13812"/>
                  <a:pt x="8838" y="13664"/>
                </a:cubicBezTo>
                <a:cubicBezTo>
                  <a:pt x="8838" y="13526"/>
                  <a:pt x="8728" y="13416"/>
                  <a:pt x="8590" y="13416"/>
                </a:cubicBezTo>
                <a:close/>
                <a:moveTo>
                  <a:pt x="9812" y="13416"/>
                </a:moveTo>
                <a:cubicBezTo>
                  <a:pt x="9590" y="13416"/>
                  <a:pt x="9480" y="13683"/>
                  <a:pt x="9637" y="13836"/>
                </a:cubicBezTo>
                <a:cubicBezTo>
                  <a:pt x="9687" y="13887"/>
                  <a:pt x="9749" y="13910"/>
                  <a:pt x="9809" y="13910"/>
                </a:cubicBezTo>
                <a:cubicBezTo>
                  <a:pt x="9935" y="13910"/>
                  <a:pt x="10057" y="13812"/>
                  <a:pt x="10057" y="13664"/>
                </a:cubicBezTo>
                <a:cubicBezTo>
                  <a:pt x="10057" y="13526"/>
                  <a:pt x="9947" y="13416"/>
                  <a:pt x="9812" y="13416"/>
                </a:cubicBezTo>
                <a:close/>
                <a:moveTo>
                  <a:pt x="11031" y="13416"/>
                </a:moveTo>
                <a:cubicBezTo>
                  <a:pt x="10809" y="13416"/>
                  <a:pt x="10699" y="13683"/>
                  <a:pt x="10856" y="13836"/>
                </a:cubicBezTo>
                <a:cubicBezTo>
                  <a:pt x="10907" y="13887"/>
                  <a:pt x="10969" y="13910"/>
                  <a:pt x="11030" y="13910"/>
                </a:cubicBezTo>
                <a:cubicBezTo>
                  <a:pt x="11156" y="13910"/>
                  <a:pt x="11276" y="13812"/>
                  <a:pt x="11276" y="13664"/>
                </a:cubicBezTo>
                <a:cubicBezTo>
                  <a:pt x="11276" y="13526"/>
                  <a:pt x="11166" y="13416"/>
                  <a:pt x="11031" y="13416"/>
                </a:cubicBezTo>
                <a:close/>
                <a:moveTo>
                  <a:pt x="12250" y="13416"/>
                </a:moveTo>
                <a:cubicBezTo>
                  <a:pt x="12031" y="13416"/>
                  <a:pt x="11921" y="13683"/>
                  <a:pt x="12075" y="13836"/>
                </a:cubicBezTo>
                <a:cubicBezTo>
                  <a:pt x="12126" y="13887"/>
                  <a:pt x="12188" y="13910"/>
                  <a:pt x="12250" y="13910"/>
                </a:cubicBezTo>
                <a:cubicBezTo>
                  <a:pt x="12377" y="13910"/>
                  <a:pt x="12498" y="13812"/>
                  <a:pt x="12498" y="13664"/>
                </a:cubicBezTo>
                <a:cubicBezTo>
                  <a:pt x="12498" y="13526"/>
                  <a:pt x="12385" y="13416"/>
                  <a:pt x="12250" y="13416"/>
                </a:cubicBezTo>
                <a:close/>
                <a:moveTo>
                  <a:pt x="13469" y="13416"/>
                </a:moveTo>
                <a:cubicBezTo>
                  <a:pt x="13250" y="13416"/>
                  <a:pt x="13140" y="13683"/>
                  <a:pt x="13294" y="13836"/>
                </a:cubicBezTo>
                <a:cubicBezTo>
                  <a:pt x="13345" y="13887"/>
                  <a:pt x="13407" y="13910"/>
                  <a:pt x="13469" y="13910"/>
                </a:cubicBezTo>
                <a:cubicBezTo>
                  <a:pt x="13596" y="13910"/>
                  <a:pt x="13717" y="13812"/>
                  <a:pt x="13717" y="13664"/>
                </a:cubicBezTo>
                <a:cubicBezTo>
                  <a:pt x="13717" y="13526"/>
                  <a:pt x="13604" y="13416"/>
                  <a:pt x="13469" y="13416"/>
                </a:cubicBezTo>
                <a:close/>
                <a:moveTo>
                  <a:pt x="14688" y="13416"/>
                </a:moveTo>
                <a:cubicBezTo>
                  <a:pt x="14469" y="13416"/>
                  <a:pt x="14359" y="13683"/>
                  <a:pt x="14513" y="13836"/>
                </a:cubicBezTo>
                <a:cubicBezTo>
                  <a:pt x="14564" y="13887"/>
                  <a:pt x="14626" y="13910"/>
                  <a:pt x="14688" y="13910"/>
                </a:cubicBezTo>
                <a:cubicBezTo>
                  <a:pt x="14815" y="13910"/>
                  <a:pt x="14936" y="13812"/>
                  <a:pt x="14936" y="13664"/>
                </a:cubicBezTo>
                <a:cubicBezTo>
                  <a:pt x="14936" y="13526"/>
                  <a:pt x="14826" y="13416"/>
                  <a:pt x="14688" y="13416"/>
                </a:cubicBezTo>
                <a:close/>
                <a:moveTo>
                  <a:pt x="15907" y="13416"/>
                </a:moveTo>
                <a:cubicBezTo>
                  <a:pt x="15688" y="13416"/>
                  <a:pt x="15578" y="13683"/>
                  <a:pt x="15735" y="13836"/>
                </a:cubicBezTo>
                <a:cubicBezTo>
                  <a:pt x="15785" y="13887"/>
                  <a:pt x="15847" y="13910"/>
                  <a:pt x="15908" y="13910"/>
                </a:cubicBezTo>
                <a:cubicBezTo>
                  <a:pt x="16034" y="13910"/>
                  <a:pt x="16155" y="13812"/>
                  <a:pt x="16155" y="13664"/>
                </a:cubicBezTo>
                <a:cubicBezTo>
                  <a:pt x="16155" y="13526"/>
                  <a:pt x="16045" y="13416"/>
                  <a:pt x="15907" y="13416"/>
                </a:cubicBezTo>
                <a:close/>
                <a:moveTo>
                  <a:pt x="17127" y="13416"/>
                </a:moveTo>
                <a:cubicBezTo>
                  <a:pt x="16907" y="13416"/>
                  <a:pt x="16797" y="13683"/>
                  <a:pt x="16954" y="13836"/>
                </a:cubicBezTo>
                <a:cubicBezTo>
                  <a:pt x="17004" y="13887"/>
                  <a:pt x="17066" y="13910"/>
                  <a:pt x="17127" y="13910"/>
                </a:cubicBezTo>
                <a:cubicBezTo>
                  <a:pt x="17253" y="13910"/>
                  <a:pt x="17374" y="13812"/>
                  <a:pt x="17374" y="13664"/>
                </a:cubicBezTo>
                <a:cubicBezTo>
                  <a:pt x="17374" y="13526"/>
                  <a:pt x="17264" y="13416"/>
                  <a:pt x="17127" y="13416"/>
                </a:cubicBezTo>
                <a:close/>
                <a:moveTo>
                  <a:pt x="18349" y="13416"/>
                </a:moveTo>
                <a:cubicBezTo>
                  <a:pt x="18126" y="13416"/>
                  <a:pt x="18017" y="13683"/>
                  <a:pt x="18173" y="13836"/>
                </a:cubicBezTo>
                <a:cubicBezTo>
                  <a:pt x="18223" y="13887"/>
                  <a:pt x="18285" y="13910"/>
                  <a:pt x="18346" y="13910"/>
                </a:cubicBezTo>
                <a:cubicBezTo>
                  <a:pt x="18472" y="13910"/>
                  <a:pt x="18593" y="13812"/>
                  <a:pt x="18593" y="13664"/>
                </a:cubicBezTo>
                <a:cubicBezTo>
                  <a:pt x="18593" y="13526"/>
                  <a:pt x="18483" y="13416"/>
                  <a:pt x="18349" y="13416"/>
                </a:cubicBezTo>
                <a:close/>
                <a:moveTo>
                  <a:pt x="19568" y="13416"/>
                </a:moveTo>
                <a:cubicBezTo>
                  <a:pt x="19348" y="13416"/>
                  <a:pt x="19236" y="13683"/>
                  <a:pt x="19392" y="13836"/>
                </a:cubicBezTo>
                <a:cubicBezTo>
                  <a:pt x="19443" y="13887"/>
                  <a:pt x="19505" y="13910"/>
                  <a:pt x="19566" y="13910"/>
                </a:cubicBezTo>
                <a:cubicBezTo>
                  <a:pt x="19692" y="13910"/>
                  <a:pt x="19812" y="13812"/>
                  <a:pt x="19812" y="13664"/>
                </a:cubicBezTo>
                <a:cubicBezTo>
                  <a:pt x="19812" y="13526"/>
                  <a:pt x="19703" y="13416"/>
                  <a:pt x="19568" y="13416"/>
                </a:cubicBezTo>
                <a:close/>
                <a:moveTo>
                  <a:pt x="20787" y="13416"/>
                </a:moveTo>
                <a:cubicBezTo>
                  <a:pt x="20567" y="13416"/>
                  <a:pt x="20458" y="13683"/>
                  <a:pt x="20611" y="13836"/>
                </a:cubicBezTo>
                <a:cubicBezTo>
                  <a:pt x="20662" y="13887"/>
                  <a:pt x="20725" y="13910"/>
                  <a:pt x="20786" y="13910"/>
                </a:cubicBezTo>
                <a:cubicBezTo>
                  <a:pt x="20913" y="13910"/>
                  <a:pt x="21034" y="13812"/>
                  <a:pt x="21034" y="13664"/>
                </a:cubicBezTo>
                <a:cubicBezTo>
                  <a:pt x="21034" y="13526"/>
                  <a:pt x="20922" y="13416"/>
                  <a:pt x="20787" y="13416"/>
                </a:cubicBezTo>
                <a:close/>
                <a:moveTo>
                  <a:pt x="22006" y="13416"/>
                </a:moveTo>
                <a:cubicBezTo>
                  <a:pt x="21786" y="13416"/>
                  <a:pt x="21677" y="13683"/>
                  <a:pt x="21830" y="13836"/>
                </a:cubicBezTo>
                <a:cubicBezTo>
                  <a:pt x="21881" y="13887"/>
                  <a:pt x="21944" y="13910"/>
                  <a:pt x="22005" y="13910"/>
                </a:cubicBezTo>
                <a:cubicBezTo>
                  <a:pt x="22132" y="13910"/>
                  <a:pt x="22253" y="13812"/>
                  <a:pt x="22253" y="13664"/>
                </a:cubicBezTo>
                <a:cubicBezTo>
                  <a:pt x="22253" y="13526"/>
                  <a:pt x="22141" y="13416"/>
                  <a:pt x="22006" y="13416"/>
                </a:cubicBezTo>
                <a:close/>
                <a:moveTo>
                  <a:pt x="22006" y="14634"/>
                </a:moveTo>
                <a:cubicBezTo>
                  <a:pt x="21877" y="14634"/>
                  <a:pt x="21758" y="14739"/>
                  <a:pt x="21758" y="14883"/>
                </a:cubicBezTo>
                <a:cubicBezTo>
                  <a:pt x="21758" y="14911"/>
                  <a:pt x="21765" y="14943"/>
                  <a:pt x="21774" y="14968"/>
                </a:cubicBezTo>
                <a:cubicBezTo>
                  <a:pt x="21893" y="14867"/>
                  <a:pt x="22006" y="14767"/>
                  <a:pt x="22116" y="14660"/>
                </a:cubicBezTo>
                <a:cubicBezTo>
                  <a:pt x="22080" y="14643"/>
                  <a:pt x="22043" y="14634"/>
                  <a:pt x="22006" y="14634"/>
                </a:cubicBezTo>
                <a:close/>
                <a:moveTo>
                  <a:pt x="54" y="14635"/>
                </a:moveTo>
                <a:cubicBezTo>
                  <a:pt x="38" y="14635"/>
                  <a:pt x="19" y="14639"/>
                  <a:pt x="0" y="14642"/>
                </a:cubicBezTo>
                <a:lnTo>
                  <a:pt x="0" y="15121"/>
                </a:lnTo>
                <a:cubicBezTo>
                  <a:pt x="20" y="15126"/>
                  <a:pt x="39" y="15128"/>
                  <a:pt x="58" y="15128"/>
                </a:cubicBezTo>
                <a:cubicBezTo>
                  <a:pt x="180" y="15128"/>
                  <a:pt x="288" y="15036"/>
                  <a:pt x="301" y="14908"/>
                </a:cubicBezTo>
                <a:cubicBezTo>
                  <a:pt x="317" y="14764"/>
                  <a:pt x="201" y="14635"/>
                  <a:pt x="54" y="14635"/>
                </a:cubicBezTo>
                <a:close/>
                <a:moveTo>
                  <a:pt x="1276" y="14635"/>
                </a:moveTo>
                <a:cubicBezTo>
                  <a:pt x="1053" y="14635"/>
                  <a:pt x="944" y="14902"/>
                  <a:pt x="1100" y="15055"/>
                </a:cubicBezTo>
                <a:cubicBezTo>
                  <a:pt x="1150" y="15106"/>
                  <a:pt x="1212" y="15129"/>
                  <a:pt x="1273" y="15129"/>
                </a:cubicBezTo>
                <a:cubicBezTo>
                  <a:pt x="1399" y="15129"/>
                  <a:pt x="1520" y="15031"/>
                  <a:pt x="1520" y="14883"/>
                </a:cubicBezTo>
                <a:cubicBezTo>
                  <a:pt x="1520" y="14745"/>
                  <a:pt x="1410" y="14635"/>
                  <a:pt x="1276" y="14635"/>
                </a:cubicBezTo>
                <a:close/>
                <a:moveTo>
                  <a:pt x="2495" y="14635"/>
                </a:moveTo>
                <a:cubicBezTo>
                  <a:pt x="2272" y="14635"/>
                  <a:pt x="2163" y="14902"/>
                  <a:pt x="2319" y="15055"/>
                </a:cubicBezTo>
                <a:cubicBezTo>
                  <a:pt x="2370" y="15106"/>
                  <a:pt x="2432" y="15129"/>
                  <a:pt x="2493" y="15129"/>
                </a:cubicBezTo>
                <a:cubicBezTo>
                  <a:pt x="2619" y="15129"/>
                  <a:pt x="2739" y="15031"/>
                  <a:pt x="2739" y="14883"/>
                </a:cubicBezTo>
                <a:cubicBezTo>
                  <a:pt x="2739" y="14745"/>
                  <a:pt x="2630" y="14635"/>
                  <a:pt x="2495" y="14635"/>
                </a:cubicBezTo>
                <a:close/>
                <a:moveTo>
                  <a:pt x="3714" y="14635"/>
                </a:moveTo>
                <a:cubicBezTo>
                  <a:pt x="3494" y="14635"/>
                  <a:pt x="3385" y="14902"/>
                  <a:pt x="3538" y="15055"/>
                </a:cubicBezTo>
                <a:cubicBezTo>
                  <a:pt x="3589" y="15106"/>
                  <a:pt x="3652" y="15129"/>
                  <a:pt x="3712" y="15129"/>
                </a:cubicBezTo>
                <a:cubicBezTo>
                  <a:pt x="3839" y="15129"/>
                  <a:pt x="3959" y="15031"/>
                  <a:pt x="3961" y="14883"/>
                </a:cubicBezTo>
                <a:cubicBezTo>
                  <a:pt x="3961" y="14745"/>
                  <a:pt x="3849" y="14635"/>
                  <a:pt x="3714" y="14635"/>
                </a:cubicBezTo>
                <a:close/>
                <a:moveTo>
                  <a:pt x="4933" y="14635"/>
                </a:moveTo>
                <a:cubicBezTo>
                  <a:pt x="4713" y="14635"/>
                  <a:pt x="4604" y="14902"/>
                  <a:pt x="4757" y="15055"/>
                </a:cubicBezTo>
                <a:cubicBezTo>
                  <a:pt x="4808" y="15106"/>
                  <a:pt x="4871" y="15129"/>
                  <a:pt x="4932" y="15129"/>
                </a:cubicBezTo>
                <a:cubicBezTo>
                  <a:pt x="5059" y="15129"/>
                  <a:pt x="5180" y="15031"/>
                  <a:pt x="5180" y="14883"/>
                </a:cubicBezTo>
                <a:cubicBezTo>
                  <a:pt x="5180" y="14745"/>
                  <a:pt x="5068" y="14635"/>
                  <a:pt x="4933" y="14635"/>
                </a:cubicBezTo>
                <a:close/>
                <a:moveTo>
                  <a:pt x="6152" y="14635"/>
                </a:moveTo>
                <a:cubicBezTo>
                  <a:pt x="5933" y="14635"/>
                  <a:pt x="5823" y="14902"/>
                  <a:pt x="5976" y="15055"/>
                </a:cubicBezTo>
                <a:cubicBezTo>
                  <a:pt x="6027" y="15106"/>
                  <a:pt x="6090" y="15129"/>
                  <a:pt x="6151" y="15129"/>
                </a:cubicBezTo>
                <a:cubicBezTo>
                  <a:pt x="6278" y="15129"/>
                  <a:pt x="6399" y="15031"/>
                  <a:pt x="6399" y="14883"/>
                </a:cubicBezTo>
                <a:cubicBezTo>
                  <a:pt x="6399" y="14745"/>
                  <a:pt x="6290" y="14635"/>
                  <a:pt x="6152" y="14635"/>
                </a:cubicBezTo>
                <a:close/>
                <a:moveTo>
                  <a:pt x="7371" y="14635"/>
                </a:moveTo>
                <a:cubicBezTo>
                  <a:pt x="7152" y="14635"/>
                  <a:pt x="7042" y="14902"/>
                  <a:pt x="7199" y="15055"/>
                </a:cubicBezTo>
                <a:cubicBezTo>
                  <a:pt x="7249" y="15106"/>
                  <a:pt x="7310" y="15129"/>
                  <a:pt x="7371" y="15129"/>
                </a:cubicBezTo>
                <a:cubicBezTo>
                  <a:pt x="7497" y="15129"/>
                  <a:pt x="7619" y="15031"/>
                  <a:pt x="7619" y="14883"/>
                </a:cubicBezTo>
                <a:cubicBezTo>
                  <a:pt x="7619" y="14745"/>
                  <a:pt x="7509" y="14635"/>
                  <a:pt x="7371" y="14635"/>
                </a:cubicBezTo>
                <a:close/>
                <a:moveTo>
                  <a:pt x="8590" y="14635"/>
                </a:moveTo>
                <a:cubicBezTo>
                  <a:pt x="8371" y="14635"/>
                  <a:pt x="8261" y="14902"/>
                  <a:pt x="8418" y="15055"/>
                </a:cubicBezTo>
                <a:cubicBezTo>
                  <a:pt x="8468" y="15106"/>
                  <a:pt x="8529" y="15129"/>
                  <a:pt x="8590" y="15129"/>
                </a:cubicBezTo>
                <a:cubicBezTo>
                  <a:pt x="8716" y="15129"/>
                  <a:pt x="8838" y="15031"/>
                  <a:pt x="8838" y="14883"/>
                </a:cubicBezTo>
                <a:cubicBezTo>
                  <a:pt x="8838" y="14745"/>
                  <a:pt x="8728" y="14635"/>
                  <a:pt x="8590" y="14635"/>
                </a:cubicBezTo>
                <a:close/>
                <a:moveTo>
                  <a:pt x="9812" y="14635"/>
                </a:moveTo>
                <a:cubicBezTo>
                  <a:pt x="9590" y="14635"/>
                  <a:pt x="9480" y="14902"/>
                  <a:pt x="9637" y="15055"/>
                </a:cubicBezTo>
                <a:cubicBezTo>
                  <a:pt x="9687" y="15106"/>
                  <a:pt x="9749" y="15129"/>
                  <a:pt x="9809" y="15129"/>
                </a:cubicBezTo>
                <a:cubicBezTo>
                  <a:pt x="9935" y="15129"/>
                  <a:pt x="10057" y="15031"/>
                  <a:pt x="10057" y="14883"/>
                </a:cubicBezTo>
                <a:cubicBezTo>
                  <a:pt x="10057" y="14745"/>
                  <a:pt x="9947" y="14635"/>
                  <a:pt x="9812" y="14635"/>
                </a:cubicBezTo>
                <a:close/>
                <a:moveTo>
                  <a:pt x="11031" y="14635"/>
                </a:moveTo>
                <a:cubicBezTo>
                  <a:pt x="10809" y="14635"/>
                  <a:pt x="10699" y="14902"/>
                  <a:pt x="10856" y="15055"/>
                </a:cubicBezTo>
                <a:cubicBezTo>
                  <a:pt x="10907" y="15106"/>
                  <a:pt x="10969" y="15129"/>
                  <a:pt x="11030" y="15129"/>
                </a:cubicBezTo>
                <a:cubicBezTo>
                  <a:pt x="11156" y="15129"/>
                  <a:pt x="11276" y="15031"/>
                  <a:pt x="11276" y="14883"/>
                </a:cubicBezTo>
                <a:cubicBezTo>
                  <a:pt x="11276" y="14745"/>
                  <a:pt x="11166" y="14635"/>
                  <a:pt x="11031" y="14635"/>
                </a:cubicBezTo>
                <a:close/>
                <a:moveTo>
                  <a:pt x="12250" y="14635"/>
                </a:moveTo>
                <a:cubicBezTo>
                  <a:pt x="12031" y="14635"/>
                  <a:pt x="11921" y="14902"/>
                  <a:pt x="12075" y="15055"/>
                </a:cubicBezTo>
                <a:cubicBezTo>
                  <a:pt x="12126" y="15106"/>
                  <a:pt x="12188" y="15129"/>
                  <a:pt x="12250" y="15129"/>
                </a:cubicBezTo>
                <a:cubicBezTo>
                  <a:pt x="12377" y="15129"/>
                  <a:pt x="12498" y="15031"/>
                  <a:pt x="12498" y="14883"/>
                </a:cubicBezTo>
                <a:cubicBezTo>
                  <a:pt x="12498" y="14745"/>
                  <a:pt x="12385" y="14635"/>
                  <a:pt x="12250" y="14635"/>
                </a:cubicBezTo>
                <a:close/>
                <a:moveTo>
                  <a:pt x="13469" y="14635"/>
                </a:moveTo>
                <a:cubicBezTo>
                  <a:pt x="13250" y="14635"/>
                  <a:pt x="13140" y="14902"/>
                  <a:pt x="13294" y="15055"/>
                </a:cubicBezTo>
                <a:cubicBezTo>
                  <a:pt x="13345" y="15106"/>
                  <a:pt x="13407" y="15129"/>
                  <a:pt x="13469" y="15129"/>
                </a:cubicBezTo>
                <a:cubicBezTo>
                  <a:pt x="13596" y="15129"/>
                  <a:pt x="13717" y="15031"/>
                  <a:pt x="13717" y="14883"/>
                </a:cubicBezTo>
                <a:cubicBezTo>
                  <a:pt x="13717" y="14745"/>
                  <a:pt x="13604" y="14635"/>
                  <a:pt x="13469" y="14635"/>
                </a:cubicBezTo>
                <a:close/>
                <a:moveTo>
                  <a:pt x="14688" y="14635"/>
                </a:moveTo>
                <a:cubicBezTo>
                  <a:pt x="14469" y="14635"/>
                  <a:pt x="14359" y="14902"/>
                  <a:pt x="14513" y="15055"/>
                </a:cubicBezTo>
                <a:cubicBezTo>
                  <a:pt x="14564" y="15106"/>
                  <a:pt x="14626" y="15129"/>
                  <a:pt x="14688" y="15129"/>
                </a:cubicBezTo>
                <a:cubicBezTo>
                  <a:pt x="14815" y="15129"/>
                  <a:pt x="14936" y="15031"/>
                  <a:pt x="14936" y="14883"/>
                </a:cubicBezTo>
                <a:cubicBezTo>
                  <a:pt x="14936" y="14745"/>
                  <a:pt x="14826" y="14635"/>
                  <a:pt x="14688" y="14635"/>
                </a:cubicBezTo>
                <a:close/>
                <a:moveTo>
                  <a:pt x="15907" y="14635"/>
                </a:moveTo>
                <a:cubicBezTo>
                  <a:pt x="15688" y="14635"/>
                  <a:pt x="15578" y="14902"/>
                  <a:pt x="15735" y="15055"/>
                </a:cubicBezTo>
                <a:cubicBezTo>
                  <a:pt x="15785" y="15106"/>
                  <a:pt x="15847" y="15129"/>
                  <a:pt x="15908" y="15129"/>
                </a:cubicBezTo>
                <a:cubicBezTo>
                  <a:pt x="16034" y="15129"/>
                  <a:pt x="16155" y="15031"/>
                  <a:pt x="16155" y="14883"/>
                </a:cubicBezTo>
                <a:cubicBezTo>
                  <a:pt x="16155" y="14745"/>
                  <a:pt x="16045" y="14635"/>
                  <a:pt x="15907" y="14635"/>
                </a:cubicBezTo>
                <a:close/>
                <a:moveTo>
                  <a:pt x="17127" y="14635"/>
                </a:moveTo>
                <a:cubicBezTo>
                  <a:pt x="16907" y="14635"/>
                  <a:pt x="16797" y="14902"/>
                  <a:pt x="16954" y="15055"/>
                </a:cubicBezTo>
                <a:cubicBezTo>
                  <a:pt x="17004" y="15106"/>
                  <a:pt x="17066" y="15129"/>
                  <a:pt x="17127" y="15129"/>
                </a:cubicBezTo>
                <a:cubicBezTo>
                  <a:pt x="17253" y="15129"/>
                  <a:pt x="17374" y="15031"/>
                  <a:pt x="17374" y="14883"/>
                </a:cubicBezTo>
                <a:cubicBezTo>
                  <a:pt x="17374" y="14745"/>
                  <a:pt x="17264" y="14635"/>
                  <a:pt x="17127" y="14635"/>
                </a:cubicBezTo>
                <a:close/>
                <a:moveTo>
                  <a:pt x="18349" y="14635"/>
                </a:moveTo>
                <a:cubicBezTo>
                  <a:pt x="18126" y="14635"/>
                  <a:pt x="18017" y="14902"/>
                  <a:pt x="18173" y="15055"/>
                </a:cubicBezTo>
                <a:cubicBezTo>
                  <a:pt x="18224" y="15106"/>
                  <a:pt x="18286" y="15129"/>
                  <a:pt x="18347" y="15129"/>
                </a:cubicBezTo>
                <a:cubicBezTo>
                  <a:pt x="18473" y="15129"/>
                  <a:pt x="18593" y="15031"/>
                  <a:pt x="18593" y="14883"/>
                </a:cubicBezTo>
                <a:cubicBezTo>
                  <a:pt x="18593" y="14745"/>
                  <a:pt x="18483" y="14635"/>
                  <a:pt x="18349" y="14635"/>
                </a:cubicBezTo>
                <a:close/>
                <a:moveTo>
                  <a:pt x="19568" y="14635"/>
                </a:moveTo>
                <a:cubicBezTo>
                  <a:pt x="19348" y="14635"/>
                  <a:pt x="19236" y="14902"/>
                  <a:pt x="19392" y="15055"/>
                </a:cubicBezTo>
                <a:cubicBezTo>
                  <a:pt x="19443" y="15106"/>
                  <a:pt x="19505" y="15129"/>
                  <a:pt x="19566" y="15129"/>
                </a:cubicBezTo>
                <a:cubicBezTo>
                  <a:pt x="19692" y="15129"/>
                  <a:pt x="19812" y="15031"/>
                  <a:pt x="19812" y="14883"/>
                </a:cubicBezTo>
                <a:cubicBezTo>
                  <a:pt x="19812" y="14745"/>
                  <a:pt x="19703" y="14635"/>
                  <a:pt x="19568" y="14635"/>
                </a:cubicBezTo>
                <a:close/>
                <a:moveTo>
                  <a:pt x="20787" y="14635"/>
                </a:moveTo>
                <a:cubicBezTo>
                  <a:pt x="20567" y="14635"/>
                  <a:pt x="20458" y="14902"/>
                  <a:pt x="20611" y="15055"/>
                </a:cubicBezTo>
                <a:cubicBezTo>
                  <a:pt x="20662" y="15106"/>
                  <a:pt x="20725" y="15129"/>
                  <a:pt x="20786" y="15129"/>
                </a:cubicBezTo>
                <a:cubicBezTo>
                  <a:pt x="20913" y="15129"/>
                  <a:pt x="21034" y="15031"/>
                  <a:pt x="21034" y="14883"/>
                </a:cubicBezTo>
                <a:cubicBezTo>
                  <a:pt x="21034" y="14745"/>
                  <a:pt x="20922" y="14635"/>
                  <a:pt x="20787" y="14635"/>
                </a:cubicBezTo>
                <a:close/>
                <a:moveTo>
                  <a:pt x="54" y="15854"/>
                </a:moveTo>
                <a:cubicBezTo>
                  <a:pt x="38" y="15854"/>
                  <a:pt x="19" y="15858"/>
                  <a:pt x="0" y="15861"/>
                </a:cubicBezTo>
                <a:lnTo>
                  <a:pt x="0" y="16343"/>
                </a:lnTo>
                <a:cubicBezTo>
                  <a:pt x="18" y="16347"/>
                  <a:pt x="36" y="16349"/>
                  <a:pt x="53" y="16349"/>
                </a:cubicBezTo>
                <a:cubicBezTo>
                  <a:pt x="177" y="16349"/>
                  <a:pt x="285" y="16256"/>
                  <a:pt x="301" y="16127"/>
                </a:cubicBezTo>
                <a:cubicBezTo>
                  <a:pt x="317" y="15983"/>
                  <a:pt x="201" y="15854"/>
                  <a:pt x="54" y="15854"/>
                </a:cubicBezTo>
                <a:close/>
                <a:moveTo>
                  <a:pt x="1276" y="15854"/>
                </a:moveTo>
                <a:cubicBezTo>
                  <a:pt x="1053" y="15854"/>
                  <a:pt x="944" y="16121"/>
                  <a:pt x="1100" y="16278"/>
                </a:cubicBezTo>
                <a:cubicBezTo>
                  <a:pt x="1150" y="16327"/>
                  <a:pt x="1211" y="16349"/>
                  <a:pt x="1271" y="16349"/>
                </a:cubicBezTo>
                <a:cubicBezTo>
                  <a:pt x="1398" y="16349"/>
                  <a:pt x="1520" y="16251"/>
                  <a:pt x="1520" y="16102"/>
                </a:cubicBezTo>
                <a:cubicBezTo>
                  <a:pt x="1520" y="15964"/>
                  <a:pt x="1410" y="15854"/>
                  <a:pt x="1276" y="15854"/>
                </a:cubicBezTo>
                <a:close/>
                <a:moveTo>
                  <a:pt x="2495" y="15854"/>
                </a:moveTo>
                <a:cubicBezTo>
                  <a:pt x="2272" y="15854"/>
                  <a:pt x="2163" y="16121"/>
                  <a:pt x="2319" y="16278"/>
                </a:cubicBezTo>
                <a:cubicBezTo>
                  <a:pt x="2370" y="16327"/>
                  <a:pt x="2431" y="16349"/>
                  <a:pt x="2491" y="16349"/>
                </a:cubicBezTo>
                <a:cubicBezTo>
                  <a:pt x="2618" y="16349"/>
                  <a:pt x="2739" y="16251"/>
                  <a:pt x="2739" y="16102"/>
                </a:cubicBezTo>
                <a:cubicBezTo>
                  <a:pt x="2739" y="15964"/>
                  <a:pt x="2630" y="15854"/>
                  <a:pt x="2495" y="15854"/>
                </a:cubicBezTo>
                <a:close/>
                <a:moveTo>
                  <a:pt x="3714" y="15854"/>
                </a:moveTo>
                <a:cubicBezTo>
                  <a:pt x="3494" y="15854"/>
                  <a:pt x="3385" y="16121"/>
                  <a:pt x="3538" y="16278"/>
                </a:cubicBezTo>
                <a:cubicBezTo>
                  <a:pt x="3589" y="16327"/>
                  <a:pt x="3651" y="16349"/>
                  <a:pt x="3711" y="16349"/>
                </a:cubicBezTo>
                <a:cubicBezTo>
                  <a:pt x="3839" y="16349"/>
                  <a:pt x="3961" y="16251"/>
                  <a:pt x="3961" y="16102"/>
                </a:cubicBezTo>
                <a:cubicBezTo>
                  <a:pt x="3958" y="15964"/>
                  <a:pt x="3849" y="15854"/>
                  <a:pt x="3714" y="15854"/>
                </a:cubicBezTo>
                <a:close/>
                <a:moveTo>
                  <a:pt x="4933" y="15854"/>
                </a:moveTo>
                <a:cubicBezTo>
                  <a:pt x="4713" y="15854"/>
                  <a:pt x="4604" y="16121"/>
                  <a:pt x="4757" y="16278"/>
                </a:cubicBezTo>
                <a:cubicBezTo>
                  <a:pt x="4808" y="16327"/>
                  <a:pt x="4870" y="16349"/>
                  <a:pt x="4930" y="16349"/>
                </a:cubicBezTo>
                <a:cubicBezTo>
                  <a:pt x="5058" y="16349"/>
                  <a:pt x="5180" y="16251"/>
                  <a:pt x="5180" y="16102"/>
                </a:cubicBezTo>
                <a:cubicBezTo>
                  <a:pt x="5180" y="15964"/>
                  <a:pt x="5068" y="15854"/>
                  <a:pt x="4933" y="15854"/>
                </a:cubicBezTo>
                <a:close/>
                <a:moveTo>
                  <a:pt x="6152" y="15854"/>
                </a:moveTo>
                <a:cubicBezTo>
                  <a:pt x="5933" y="15854"/>
                  <a:pt x="5823" y="16121"/>
                  <a:pt x="5976" y="16278"/>
                </a:cubicBezTo>
                <a:cubicBezTo>
                  <a:pt x="6027" y="16327"/>
                  <a:pt x="6089" y="16349"/>
                  <a:pt x="6149" y="16349"/>
                </a:cubicBezTo>
                <a:cubicBezTo>
                  <a:pt x="6277" y="16349"/>
                  <a:pt x="6399" y="16251"/>
                  <a:pt x="6399" y="16102"/>
                </a:cubicBezTo>
                <a:cubicBezTo>
                  <a:pt x="6399" y="15964"/>
                  <a:pt x="6290" y="15854"/>
                  <a:pt x="6152" y="15854"/>
                </a:cubicBezTo>
                <a:close/>
                <a:moveTo>
                  <a:pt x="7371" y="15854"/>
                </a:moveTo>
                <a:cubicBezTo>
                  <a:pt x="7152" y="15854"/>
                  <a:pt x="7042" y="16121"/>
                  <a:pt x="7199" y="16278"/>
                </a:cubicBezTo>
                <a:cubicBezTo>
                  <a:pt x="7248" y="16327"/>
                  <a:pt x="7309" y="16349"/>
                  <a:pt x="7369" y="16349"/>
                </a:cubicBezTo>
                <a:cubicBezTo>
                  <a:pt x="7496" y="16349"/>
                  <a:pt x="7619" y="16251"/>
                  <a:pt x="7619" y="16102"/>
                </a:cubicBezTo>
                <a:cubicBezTo>
                  <a:pt x="7619" y="15964"/>
                  <a:pt x="7509" y="15854"/>
                  <a:pt x="7371" y="15854"/>
                </a:cubicBezTo>
                <a:close/>
                <a:moveTo>
                  <a:pt x="8590" y="15854"/>
                </a:moveTo>
                <a:cubicBezTo>
                  <a:pt x="8371" y="15854"/>
                  <a:pt x="8261" y="16121"/>
                  <a:pt x="8418" y="16278"/>
                </a:cubicBezTo>
                <a:cubicBezTo>
                  <a:pt x="8467" y="16327"/>
                  <a:pt x="8528" y="16349"/>
                  <a:pt x="8588" y="16349"/>
                </a:cubicBezTo>
                <a:cubicBezTo>
                  <a:pt x="8715" y="16349"/>
                  <a:pt x="8838" y="16251"/>
                  <a:pt x="8838" y="16102"/>
                </a:cubicBezTo>
                <a:cubicBezTo>
                  <a:pt x="8838" y="15964"/>
                  <a:pt x="8728" y="15854"/>
                  <a:pt x="8590" y="15854"/>
                </a:cubicBezTo>
                <a:close/>
                <a:moveTo>
                  <a:pt x="9812" y="15854"/>
                </a:moveTo>
                <a:cubicBezTo>
                  <a:pt x="9590" y="15854"/>
                  <a:pt x="9480" y="16121"/>
                  <a:pt x="9637" y="16278"/>
                </a:cubicBezTo>
                <a:cubicBezTo>
                  <a:pt x="9687" y="16327"/>
                  <a:pt x="9749" y="16349"/>
                  <a:pt x="9809" y="16349"/>
                </a:cubicBezTo>
                <a:cubicBezTo>
                  <a:pt x="9936" y="16349"/>
                  <a:pt x="10057" y="16251"/>
                  <a:pt x="10057" y="16102"/>
                </a:cubicBezTo>
                <a:cubicBezTo>
                  <a:pt x="10057" y="15964"/>
                  <a:pt x="9947" y="15854"/>
                  <a:pt x="9812" y="15854"/>
                </a:cubicBezTo>
                <a:close/>
                <a:moveTo>
                  <a:pt x="11031" y="15854"/>
                </a:moveTo>
                <a:cubicBezTo>
                  <a:pt x="10809" y="15854"/>
                  <a:pt x="10699" y="16121"/>
                  <a:pt x="10856" y="16278"/>
                </a:cubicBezTo>
                <a:cubicBezTo>
                  <a:pt x="10906" y="16327"/>
                  <a:pt x="10968" y="16349"/>
                  <a:pt x="11028" y="16349"/>
                </a:cubicBezTo>
                <a:cubicBezTo>
                  <a:pt x="11155" y="16349"/>
                  <a:pt x="11276" y="16251"/>
                  <a:pt x="11276" y="16102"/>
                </a:cubicBezTo>
                <a:cubicBezTo>
                  <a:pt x="11276" y="15964"/>
                  <a:pt x="11166" y="15854"/>
                  <a:pt x="11031" y="15854"/>
                </a:cubicBezTo>
                <a:close/>
                <a:moveTo>
                  <a:pt x="12250" y="15854"/>
                </a:moveTo>
                <a:cubicBezTo>
                  <a:pt x="12031" y="15854"/>
                  <a:pt x="11921" y="16121"/>
                  <a:pt x="12075" y="16278"/>
                </a:cubicBezTo>
                <a:cubicBezTo>
                  <a:pt x="12125" y="16327"/>
                  <a:pt x="12187" y="16349"/>
                  <a:pt x="12248" y="16349"/>
                </a:cubicBezTo>
                <a:cubicBezTo>
                  <a:pt x="12375" y="16349"/>
                  <a:pt x="12498" y="16251"/>
                  <a:pt x="12498" y="16102"/>
                </a:cubicBezTo>
                <a:cubicBezTo>
                  <a:pt x="12498" y="15964"/>
                  <a:pt x="12385" y="15854"/>
                  <a:pt x="12250" y="15854"/>
                </a:cubicBezTo>
                <a:close/>
                <a:moveTo>
                  <a:pt x="13469" y="15854"/>
                </a:moveTo>
                <a:cubicBezTo>
                  <a:pt x="13250" y="15854"/>
                  <a:pt x="13140" y="16121"/>
                  <a:pt x="13294" y="16278"/>
                </a:cubicBezTo>
                <a:cubicBezTo>
                  <a:pt x="13344" y="16327"/>
                  <a:pt x="13406" y="16349"/>
                  <a:pt x="13467" y="16349"/>
                </a:cubicBezTo>
                <a:cubicBezTo>
                  <a:pt x="13594" y="16349"/>
                  <a:pt x="13717" y="16251"/>
                  <a:pt x="13717" y="16102"/>
                </a:cubicBezTo>
                <a:cubicBezTo>
                  <a:pt x="13717" y="15964"/>
                  <a:pt x="13604" y="15854"/>
                  <a:pt x="13469" y="15854"/>
                </a:cubicBezTo>
                <a:close/>
                <a:moveTo>
                  <a:pt x="14688" y="15854"/>
                </a:moveTo>
                <a:cubicBezTo>
                  <a:pt x="14469" y="15854"/>
                  <a:pt x="14359" y="16121"/>
                  <a:pt x="14513" y="16278"/>
                </a:cubicBezTo>
                <a:cubicBezTo>
                  <a:pt x="14563" y="16327"/>
                  <a:pt x="14625" y="16349"/>
                  <a:pt x="14686" y="16349"/>
                </a:cubicBezTo>
                <a:cubicBezTo>
                  <a:pt x="14813" y="16349"/>
                  <a:pt x="14936" y="16251"/>
                  <a:pt x="14936" y="16102"/>
                </a:cubicBezTo>
                <a:cubicBezTo>
                  <a:pt x="14936" y="15964"/>
                  <a:pt x="14826" y="15854"/>
                  <a:pt x="14688" y="15854"/>
                </a:cubicBezTo>
                <a:close/>
                <a:moveTo>
                  <a:pt x="15907" y="15854"/>
                </a:moveTo>
                <a:cubicBezTo>
                  <a:pt x="15688" y="15854"/>
                  <a:pt x="15578" y="16121"/>
                  <a:pt x="15735" y="16278"/>
                </a:cubicBezTo>
                <a:cubicBezTo>
                  <a:pt x="15785" y="16327"/>
                  <a:pt x="15846" y="16349"/>
                  <a:pt x="15906" y="16349"/>
                </a:cubicBezTo>
                <a:cubicBezTo>
                  <a:pt x="16033" y="16349"/>
                  <a:pt x="16155" y="16251"/>
                  <a:pt x="16155" y="16102"/>
                </a:cubicBezTo>
                <a:cubicBezTo>
                  <a:pt x="16155" y="15964"/>
                  <a:pt x="16045" y="15854"/>
                  <a:pt x="15907" y="15854"/>
                </a:cubicBezTo>
                <a:close/>
                <a:moveTo>
                  <a:pt x="17127" y="15854"/>
                </a:moveTo>
                <a:cubicBezTo>
                  <a:pt x="16907" y="15854"/>
                  <a:pt x="16797" y="16121"/>
                  <a:pt x="16954" y="16278"/>
                </a:cubicBezTo>
                <a:cubicBezTo>
                  <a:pt x="17004" y="16327"/>
                  <a:pt x="17065" y="16349"/>
                  <a:pt x="17125" y="16349"/>
                </a:cubicBezTo>
                <a:cubicBezTo>
                  <a:pt x="17252" y="16349"/>
                  <a:pt x="17374" y="16251"/>
                  <a:pt x="17374" y="16102"/>
                </a:cubicBezTo>
                <a:cubicBezTo>
                  <a:pt x="17374" y="15964"/>
                  <a:pt x="17264" y="15854"/>
                  <a:pt x="17127" y="15854"/>
                </a:cubicBezTo>
                <a:close/>
                <a:moveTo>
                  <a:pt x="18349" y="15854"/>
                </a:moveTo>
                <a:cubicBezTo>
                  <a:pt x="18126" y="15854"/>
                  <a:pt x="18017" y="16121"/>
                  <a:pt x="18173" y="16278"/>
                </a:cubicBezTo>
                <a:cubicBezTo>
                  <a:pt x="18224" y="16327"/>
                  <a:pt x="18285" y="16349"/>
                  <a:pt x="18345" y="16349"/>
                </a:cubicBezTo>
                <a:cubicBezTo>
                  <a:pt x="18472" y="16349"/>
                  <a:pt x="18593" y="16251"/>
                  <a:pt x="18593" y="16102"/>
                </a:cubicBezTo>
                <a:cubicBezTo>
                  <a:pt x="18593" y="15964"/>
                  <a:pt x="18483" y="15854"/>
                  <a:pt x="18349" y="15854"/>
                </a:cubicBezTo>
                <a:close/>
                <a:moveTo>
                  <a:pt x="19568" y="15854"/>
                </a:moveTo>
                <a:cubicBezTo>
                  <a:pt x="19251" y="15867"/>
                  <a:pt x="19251" y="16337"/>
                  <a:pt x="19568" y="16350"/>
                </a:cubicBezTo>
                <a:cubicBezTo>
                  <a:pt x="19577" y="16350"/>
                  <a:pt x="19587" y="16346"/>
                  <a:pt x="19596" y="16346"/>
                </a:cubicBezTo>
                <a:cubicBezTo>
                  <a:pt x="19640" y="16328"/>
                  <a:pt x="19687" y="16306"/>
                  <a:pt x="19731" y="16287"/>
                </a:cubicBezTo>
                <a:cubicBezTo>
                  <a:pt x="19900" y="16137"/>
                  <a:pt x="19793" y="15854"/>
                  <a:pt x="19568" y="15854"/>
                </a:cubicBezTo>
                <a:close/>
                <a:moveTo>
                  <a:pt x="14689" y="17075"/>
                </a:moveTo>
                <a:cubicBezTo>
                  <a:pt x="14649" y="17075"/>
                  <a:pt x="14609" y="17085"/>
                  <a:pt x="14572" y="17105"/>
                </a:cubicBezTo>
                <a:cubicBezTo>
                  <a:pt x="14660" y="17111"/>
                  <a:pt x="14748" y="17117"/>
                  <a:pt x="14836" y="17124"/>
                </a:cubicBezTo>
                <a:cubicBezTo>
                  <a:pt x="14793" y="17092"/>
                  <a:pt x="14741" y="17075"/>
                  <a:pt x="14689" y="17075"/>
                </a:cubicBezTo>
                <a:close/>
                <a:moveTo>
                  <a:pt x="15907" y="17074"/>
                </a:moveTo>
                <a:cubicBezTo>
                  <a:pt x="15842" y="17074"/>
                  <a:pt x="15779" y="17099"/>
                  <a:pt x="15732" y="17149"/>
                </a:cubicBezTo>
                <a:cubicBezTo>
                  <a:pt x="15848" y="17149"/>
                  <a:pt x="15964" y="17146"/>
                  <a:pt x="16077" y="17142"/>
                </a:cubicBezTo>
                <a:cubicBezTo>
                  <a:pt x="16029" y="17097"/>
                  <a:pt x="15968" y="17074"/>
                  <a:pt x="15907" y="17074"/>
                </a:cubicBezTo>
                <a:close/>
                <a:moveTo>
                  <a:pt x="9808" y="17075"/>
                </a:moveTo>
                <a:cubicBezTo>
                  <a:pt x="9686" y="17075"/>
                  <a:pt x="9574" y="17167"/>
                  <a:pt x="9565" y="17302"/>
                </a:cubicBezTo>
                <a:cubicBezTo>
                  <a:pt x="9681" y="17230"/>
                  <a:pt x="9800" y="17161"/>
                  <a:pt x="9919" y="17102"/>
                </a:cubicBezTo>
                <a:cubicBezTo>
                  <a:pt x="9882" y="17084"/>
                  <a:pt x="9845" y="17075"/>
                  <a:pt x="9808" y="17075"/>
                </a:cubicBezTo>
                <a:close/>
                <a:moveTo>
                  <a:pt x="1276" y="17074"/>
                </a:moveTo>
                <a:cubicBezTo>
                  <a:pt x="1053" y="17074"/>
                  <a:pt x="944" y="17340"/>
                  <a:pt x="1100" y="17497"/>
                </a:cubicBezTo>
                <a:cubicBezTo>
                  <a:pt x="1150" y="17546"/>
                  <a:pt x="1211" y="17568"/>
                  <a:pt x="1271" y="17568"/>
                </a:cubicBezTo>
                <a:cubicBezTo>
                  <a:pt x="1398" y="17568"/>
                  <a:pt x="1520" y="17470"/>
                  <a:pt x="1520" y="17321"/>
                </a:cubicBezTo>
                <a:cubicBezTo>
                  <a:pt x="1520" y="17186"/>
                  <a:pt x="1410" y="17074"/>
                  <a:pt x="1276" y="17074"/>
                </a:cubicBezTo>
                <a:close/>
                <a:moveTo>
                  <a:pt x="2495" y="17074"/>
                </a:moveTo>
                <a:cubicBezTo>
                  <a:pt x="2272" y="17074"/>
                  <a:pt x="2163" y="17340"/>
                  <a:pt x="2319" y="17497"/>
                </a:cubicBezTo>
                <a:cubicBezTo>
                  <a:pt x="2370" y="17546"/>
                  <a:pt x="2431" y="17568"/>
                  <a:pt x="2491" y="17568"/>
                </a:cubicBezTo>
                <a:cubicBezTo>
                  <a:pt x="2618" y="17568"/>
                  <a:pt x="2739" y="17470"/>
                  <a:pt x="2739" y="17321"/>
                </a:cubicBezTo>
                <a:cubicBezTo>
                  <a:pt x="2739" y="17186"/>
                  <a:pt x="2630" y="17074"/>
                  <a:pt x="2495" y="17074"/>
                </a:cubicBezTo>
                <a:close/>
                <a:moveTo>
                  <a:pt x="3714" y="17074"/>
                </a:moveTo>
                <a:cubicBezTo>
                  <a:pt x="3494" y="17074"/>
                  <a:pt x="3385" y="17340"/>
                  <a:pt x="3538" y="17497"/>
                </a:cubicBezTo>
                <a:cubicBezTo>
                  <a:pt x="3589" y="17546"/>
                  <a:pt x="3651" y="17568"/>
                  <a:pt x="3711" y="17568"/>
                </a:cubicBezTo>
                <a:cubicBezTo>
                  <a:pt x="3839" y="17568"/>
                  <a:pt x="3961" y="17470"/>
                  <a:pt x="3961" y="17321"/>
                </a:cubicBezTo>
                <a:cubicBezTo>
                  <a:pt x="3961" y="17186"/>
                  <a:pt x="3849" y="17074"/>
                  <a:pt x="3714" y="17074"/>
                </a:cubicBezTo>
                <a:close/>
                <a:moveTo>
                  <a:pt x="4933" y="17074"/>
                </a:moveTo>
                <a:cubicBezTo>
                  <a:pt x="4713" y="17074"/>
                  <a:pt x="4604" y="17340"/>
                  <a:pt x="4757" y="17497"/>
                </a:cubicBezTo>
                <a:cubicBezTo>
                  <a:pt x="4808" y="17546"/>
                  <a:pt x="4870" y="17568"/>
                  <a:pt x="4930" y="17568"/>
                </a:cubicBezTo>
                <a:cubicBezTo>
                  <a:pt x="5058" y="17568"/>
                  <a:pt x="5180" y="17470"/>
                  <a:pt x="5180" y="17321"/>
                </a:cubicBezTo>
                <a:cubicBezTo>
                  <a:pt x="5180" y="17186"/>
                  <a:pt x="5068" y="17074"/>
                  <a:pt x="4933" y="17074"/>
                </a:cubicBezTo>
                <a:close/>
                <a:moveTo>
                  <a:pt x="6152" y="17074"/>
                </a:moveTo>
                <a:cubicBezTo>
                  <a:pt x="5933" y="17074"/>
                  <a:pt x="5823" y="17340"/>
                  <a:pt x="5976" y="17497"/>
                </a:cubicBezTo>
                <a:cubicBezTo>
                  <a:pt x="6027" y="17546"/>
                  <a:pt x="6089" y="17568"/>
                  <a:pt x="6149" y="17568"/>
                </a:cubicBezTo>
                <a:cubicBezTo>
                  <a:pt x="6277" y="17568"/>
                  <a:pt x="6399" y="17470"/>
                  <a:pt x="6399" y="17321"/>
                </a:cubicBezTo>
                <a:cubicBezTo>
                  <a:pt x="6399" y="17186"/>
                  <a:pt x="6290" y="17074"/>
                  <a:pt x="6152" y="17074"/>
                </a:cubicBezTo>
                <a:close/>
                <a:moveTo>
                  <a:pt x="7371" y="17074"/>
                </a:moveTo>
                <a:cubicBezTo>
                  <a:pt x="7152" y="17074"/>
                  <a:pt x="7042" y="17340"/>
                  <a:pt x="7199" y="17497"/>
                </a:cubicBezTo>
                <a:cubicBezTo>
                  <a:pt x="7248" y="17546"/>
                  <a:pt x="7309" y="17568"/>
                  <a:pt x="7369" y="17568"/>
                </a:cubicBezTo>
                <a:cubicBezTo>
                  <a:pt x="7496" y="17568"/>
                  <a:pt x="7619" y="17470"/>
                  <a:pt x="7619" y="17321"/>
                </a:cubicBezTo>
                <a:cubicBezTo>
                  <a:pt x="7619" y="17186"/>
                  <a:pt x="7509" y="17074"/>
                  <a:pt x="7371" y="17074"/>
                </a:cubicBezTo>
                <a:close/>
                <a:moveTo>
                  <a:pt x="8590" y="17074"/>
                </a:moveTo>
                <a:cubicBezTo>
                  <a:pt x="8371" y="17074"/>
                  <a:pt x="8261" y="17340"/>
                  <a:pt x="8418" y="17497"/>
                </a:cubicBezTo>
                <a:cubicBezTo>
                  <a:pt x="8467" y="17546"/>
                  <a:pt x="8528" y="17568"/>
                  <a:pt x="8588" y="17568"/>
                </a:cubicBezTo>
                <a:cubicBezTo>
                  <a:pt x="8715" y="17568"/>
                  <a:pt x="8838" y="17470"/>
                  <a:pt x="8838" y="17321"/>
                </a:cubicBezTo>
                <a:cubicBezTo>
                  <a:pt x="8838" y="17186"/>
                  <a:pt x="8728" y="17074"/>
                  <a:pt x="8590" y="17074"/>
                </a:cubicBezTo>
                <a:close/>
                <a:moveTo>
                  <a:pt x="59" y="17073"/>
                </a:moveTo>
                <a:cubicBezTo>
                  <a:pt x="57" y="17073"/>
                  <a:pt x="55" y="17073"/>
                  <a:pt x="54" y="17074"/>
                </a:cubicBezTo>
                <a:cubicBezTo>
                  <a:pt x="38" y="17074"/>
                  <a:pt x="19" y="17077"/>
                  <a:pt x="0" y="17080"/>
                </a:cubicBezTo>
                <a:lnTo>
                  <a:pt x="0" y="17562"/>
                </a:lnTo>
                <a:cubicBezTo>
                  <a:pt x="19" y="17566"/>
                  <a:pt x="38" y="17569"/>
                  <a:pt x="54" y="17569"/>
                </a:cubicBezTo>
                <a:cubicBezTo>
                  <a:pt x="55" y="17569"/>
                  <a:pt x="57" y="17569"/>
                  <a:pt x="59" y="17569"/>
                </a:cubicBezTo>
                <a:cubicBezTo>
                  <a:pt x="198" y="17569"/>
                  <a:pt x="310" y="17460"/>
                  <a:pt x="310" y="17321"/>
                </a:cubicBezTo>
                <a:cubicBezTo>
                  <a:pt x="310" y="17182"/>
                  <a:pt x="198" y="17073"/>
                  <a:pt x="59" y="17073"/>
                </a:cubicBezTo>
                <a:close/>
                <a:moveTo>
                  <a:pt x="54" y="18293"/>
                </a:moveTo>
                <a:cubicBezTo>
                  <a:pt x="38" y="18293"/>
                  <a:pt x="19" y="18296"/>
                  <a:pt x="0" y="18299"/>
                </a:cubicBezTo>
                <a:lnTo>
                  <a:pt x="0" y="18781"/>
                </a:lnTo>
                <a:cubicBezTo>
                  <a:pt x="18" y="18785"/>
                  <a:pt x="36" y="18787"/>
                  <a:pt x="53" y="18787"/>
                </a:cubicBezTo>
                <a:cubicBezTo>
                  <a:pt x="177" y="18787"/>
                  <a:pt x="285" y="18695"/>
                  <a:pt x="301" y="18568"/>
                </a:cubicBezTo>
                <a:cubicBezTo>
                  <a:pt x="317" y="18421"/>
                  <a:pt x="201" y="18293"/>
                  <a:pt x="54" y="18293"/>
                </a:cubicBezTo>
                <a:close/>
                <a:moveTo>
                  <a:pt x="1276" y="18293"/>
                </a:moveTo>
                <a:cubicBezTo>
                  <a:pt x="1053" y="18293"/>
                  <a:pt x="944" y="18559"/>
                  <a:pt x="1100" y="18716"/>
                </a:cubicBezTo>
                <a:cubicBezTo>
                  <a:pt x="1150" y="18765"/>
                  <a:pt x="1211" y="18787"/>
                  <a:pt x="1271" y="18787"/>
                </a:cubicBezTo>
                <a:cubicBezTo>
                  <a:pt x="1398" y="18787"/>
                  <a:pt x="1520" y="18689"/>
                  <a:pt x="1520" y="18540"/>
                </a:cubicBezTo>
                <a:cubicBezTo>
                  <a:pt x="1520" y="18405"/>
                  <a:pt x="1410" y="18293"/>
                  <a:pt x="1276" y="18293"/>
                </a:cubicBezTo>
                <a:close/>
                <a:moveTo>
                  <a:pt x="2495" y="18293"/>
                </a:moveTo>
                <a:cubicBezTo>
                  <a:pt x="2272" y="18293"/>
                  <a:pt x="2163" y="18559"/>
                  <a:pt x="2319" y="18716"/>
                </a:cubicBezTo>
                <a:cubicBezTo>
                  <a:pt x="2370" y="18765"/>
                  <a:pt x="2431" y="18787"/>
                  <a:pt x="2491" y="18787"/>
                </a:cubicBezTo>
                <a:cubicBezTo>
                  <a:pt x="2618" y="18787"/>
                  <a:pt x="2739" y="18689"/>
                  <a:pt x="2739" y="18540"/>
                </a:cubicBezTo>
                <a:cubicBezTo>
                  <a:pt x="2739" y="18405"/>
                  <a:pt x="2630" y="18293"/>
                  <a:pt x="2495" y="18293"/>
                </a:cubicBezTo>
                <a:close/>
                <a:moveTo>
                  <a:pt x="3714" y="18293"/>
                </a:moveTo>
                <a:cubicBezTo>
                  <a:pt x="3494" y="18293"/>
                  <a:pt x="3385" y="18559"/>
                  <a:pt x="3538" y="18716"/>
                </a:cubicBezTo>
                <a:cubicBezTo>
                  <a:pt x="3589" y="18765"/>
                  <a:pt x="3651" y="18787"/>
                  <a:pt x="3711" y="18787"/>
                </a:cubicBezTo>
                <a:cubicBezTo>
                  <a:pt x="3839" y="18787"/>
                  <a:pt x="3961" y="18689"/>
                  <a:pt x="3961" y="18540"/>
                </a:cubicBezTo>
                <a:cubicBezTo>
                  <a:pt x="3961" y="18405"/>
                  <a:pt x="3849" y="18293"/>
                  <a:pt x="3714" y="18293"/>
                </a:cubicBezTo>
                <a:close/>
                <a:moveTo>
                  <a:pt x="4933" y="18293"/>
                </a:moveTo>
                <a:cubicBezTo>
                  <a:pt x="4713" y="18293"/>
                  <a:pt x="4604" y="18559"/>
                  <a:pt x="4757" y="18716"/>
                </a:cubicBezTo>
                <a:cubicBezTo>
                  <a:pt x="4808" y="18765"/>
                  <a:pt x="4870" y="18787"/>
                  <a:pt x="4930" y="18787"/>
                </a:cubicBezTo>
                <a:cubicBezTo>
                  <a:pt x="5058" y="18787"/>
                  <a:pt x="5180" y="18689"/>
                  <a:pt x="5180" y="18540"/>
                </a:cubicBezTo>
                <a:cubicBezTo>
                  <a:pt x="5180" y="18405"/>
                  <a:pt x="5068" y="18293"/>
                  <a:pt x="4933" y="18293"/>
                </a:cubicBezTo>
                <a:close/>
                <a:moveTo>
                  <a:pt x="6152" y="18293"/>
                </a:moveTo>
                <a:cubicBezTo>
                  <a:pt x="5933" y="18293"/>
                  <a:pt x="5823" y="18559"/>
                  <a:pt x="5976" y="18716"/>
                </a:cubicBezTo>
                <a:cubicBezTo>
                  <a:pt x="6027" y="18765"/>
                  <a:pt x="6089" y="18787"/>
                  <a:pt x="6149" y="18787"/>
                </a:cubicBezTo>
                <a:cubicBezTo>
                  <a:pt x="6277" y="18787"/>
                  <a:pt x="6399" y="18689"/>
                  <a:pt x="6399" y="18540"/>
                </a:cubicBezTo>
                <a:cubicBezTo>
                  <a:pt x="6399" y="18405"/>
                  <a:pt x="6290" y="18293"/>
                  <a:pt x="6152" y="18293"/>
                </a:cubicBezTo>
                <a:close/>
                <a:moveTo>
                  <a:pt x="7371" y="18293"/>
                </a:moveTo>
                <a:cubicBezTo>
                  <a:pt x="7152" y="18293"/>
                  <a:pt x="7042" y="18559"/>
                  <a:pt x="7199" y="18716"/>
                </a:cubicBezTo>
                <a:cubicBezTo>
                  <a:pt x="7248" y="18765"/>
                  <a:pt x="7309" y="18787"/>
                  <a:pt x="7369" y="18787"/>
                </a:cubicBezTo>
                <a:cubicBezTo>
                  <a:pt x="7496" y="18787"/>
                  <a:pt x="7619" y="18689"/>
                  <a:pt x="7619" y="18540"/>
                </a:cubicBezTo>
                <a:cubicBezTo>
                  <a:pt x="7619" y="18405"/>
                  <a:pt x="7509" y="18293"/>
                  <a:pt x="7371" y="18293"/>
                </a:cubicBezTo>
                <a:close/>
                <a:moveTo>
                  <a:pt x="7371" y="19515"/>
                </a:moveTo>
                <a:cubicBezTo>
                  <a:pt x="7061" y="19515"/>
                  <a:pt x="7036" y="19969"/>
                  <a:pt x="7343" y="20004"/>
                </a:cubicBezTo>
                <a:cubicBezTo>
                  <a:pt x="7415" y="19869"/>
                  <a:pt x="7490" y="19737"/>
                  <a:pt x="7565" y="19606"/>
                </a:cubicBezTo>
                <a:cubicBezTo>
                  <a:pt x="7518" y="19549"/>
                  <a:pt x="7446" y="19515"/>
                  <a:pt x="7371" y="19515"/>
                </a:cubicBezTo>
                <a:close/>
                <a:moveTo>
                  <a:pt x="54" y="19515"/>
                </a:moveTo>
                <a:cubicBezTo>
                  <a:pt x="38" y="19515"/>
                  <a:pt x="19" y="19515"/>
                  <a:pt x="0" y="19518"/>
                </a:cubicBezTo>
                <a:lnTo>
                  <a:pt x="0" y="20000"/>
                </a:lnTo>
                <a:cubicBezTo>
                  <a:pt x="18" y="20004"/>
                  <a:pt x="36" y="20006"/>
                  <a:pt x="54" y="20006"/>
                </a:cubicBezTo>
                <a:cubicBezTo>
                  <a:pt x="177" y="20006"/>
                  <a:pt x="287" y="19914"/>
                  <a:pt x="301" y="19787"/>
                </a:cubicBezTo>
                <a:cubicBezTo>
                  <a:pt x="317" y="19640"/>
                  <a:pt x="201" y="19515"/>
                  <a:pt x="54" y="19515"/>
                </a:cubicBezTo>
                <a:close/>
                <a:moveTo>
                  <a:pt x="1276" y="19515"/>
                </a:moveTo>
                <a:cubicBezTo>
                  <a:pt x="1053" y="19515"/>
                  <a:pt x="944" y="19778"/>
                  <a:pt x="1100" y="19935"/>
                </a:cubicBezTo>
                <a:cubicBezTo>
                  <a:pt x="1150" y="19985"/>
                  <a:pt x="1211" y="20008"/>
                  <a:pt x="1271" y="20008"/>
                </a:cubicBezTo>
                <a:cubicBezTo>
                  <a:pt x="1398" y="20008"/>
                  <a:pt x="1520" y="19908"/>
                  <a:pt x="1520" y="19759"/>
                </a:cubicBezTo>
                <a:cubicBezTo>
                  <a:pt x="1520" y="19624"/>
                  <a:pt x="1410" y="19515"/>
                  <a:pt x="1276" y="19515"/>
                </a:cubicBezTo>
                <a:close/>
                <a:moveTo>
                  <a:pt x="2495" y="19515"/>
                </a:moveTo>
                <a:cubicBezTo>
                  <a:pt x="2272" y="19515"/>
                  <a:pt x="2163" y="19778"/>
                  <a:pt x="2319" y="19935"/>
                </a:cubicBezTo>
                <a:cubicBezTo>
                  <a:pt x="2370" y="19985"/>
                  <a:pt x="2431" y="20008"/>
                  <a:pt x="2491" y="20008"/>
                </a:cubicBezTo>
                <a:cubicBezTo>
                  <a:pt x="2618" y="20008"/>
                  <a:pt x="2739" y="19908"/>
                  <a:pt x="2739" y="19759"/>
                </a:cubicBezTo>
                <a:cubicBezTo>
                  <a:pt x="2739" y="19624"/>
                  <a:pt x="2630" y="19515"/>
                  <a:pt x="2495" y="19515"/>
                </a:cubicBezTo>
                <a:close/>
                <a:moveTo>
                  <a:pt x="3714" y="19515"/>
                </a:moveTo>
                <a:cubicBezTo>
                  <a:pt x="3494" y="19515"/>
                  <a:pt x="3385" y="19778"/>
                  <a:pt x="3538" y="19935"/>
                </a:cubicBezTo>
                <a:cubicBezTo>
                  <a:pt x="3589" y="19985"/>
                  <a:pt x="3651" y="20008"/>
                  <a:pt x="3711" y="20008"/>
                </a:cubicBezTo>
                <a:cubicBezTo>
                  <a:pt x="3839" y="20008"/>
                  <a:pt x="3961" y="19908"/>
                  <a:pt x="3961" y="19759"/>
                </a:cubicBezTo>
                <a:cubicBezTo>
                  <a:pt x="3961" y="19624"/>
                  <a:pt x="3849" y="19515"/>
                  <a:pt x="3714" y="19515"/>
                </a:cubicBezTo>
                <a:close/>
                <a:moveTo>
                  <a:pt x="4933" y="19515"/>
                </a:moveTo>
                <a:cubicBezTo>
                  <a:pt x="4713" y="19515"/>
                  <a:pt x="4604" y="19778"/>
                  <a:pt x="4757" y="19935"/>
                </a:cubicBezTo>
                <a:cubicBezTo>
                  <a:pt x="4808" y="19985"/>
                  <a:pt x="4870" y="20008"/>
                  <a:pt x="4930" y="20008"/>
                </a:cubicBezTo>
                <a:cubicBezTo>
                  <a:pt x="5058" y="20008"/>
                  <a:pt x="5180" y="19908"/>
                  <a:pt x="5180" y="19759"/>
                </a:cubicBezTo>
                <a:cubicBezTo>
                  <a:pt x="5180" y="19624"/>
                  <a:pt x="5068" y="19515"/>
                  <a:pt x="4933" y="19515"/>
                </a:cubicBezTo>
                <a:close/>
                <a:moveTo>
                  <a:pt x="6152" y="19515"/>
                </a:moveTo>
                <a:cubicBezTo>
                  <a:pt x="5933" y="19515"/>
                  <a:pt x="5823" y="19778"/>
                  <a:pt x="5976" y="19935"/>
                </a:cubicBezTo>
                <a:cubicBezTo>
                  <a:pt x="6027" y="19985"/>
                  <a:pt x="6089" y="20008"/>
                  <a:pt x="6149" y="20008"/>
                </a:cubicBezTo>
                <a:cubicBezTo>
                  <a:pt x="6277" y="20008"/>
                  <a:pt x="6399" y="19908"/>
                  <a:pt x="6399" y="19759"/>
                </a:cubicBezTo>
                <a:cubicBezTo>
                  <a:pt x="6399" y="19624"/>
                  <a:pt x="6290" y="19515"/>
                  <a:pt x="6152" y="19515"/>
                </a:cubicBezTo>
                <a:close/>
                <a:moveTo>
                  <a:pt x="54" y="20734"/>
                </a:moveTo>
                <a:cubicBezTo>
                  <a:pt x="38" y="20734"/>
                  <a:pt x="19" y="20734"/>
                  <a:pt x="0" y="20740"/>
                </a:cubicBezTo>
                <a:lnTo>
                  <a:pt x="0" y="21220"/>
                </a:lnTo>
                <a:cubicBezTo>
                  <a:pt x="19" y="21224"/>
                  <a:pt x="37" y="21225"/>
                  <a:pt x="55" y="21225"/>
                </a:cubicBezTo>
                <a:cubicBezTo>
                  <a:pt x="178" y="21225"/>
                  <a:pt x="287" y="21135"/>
                  <a:pt x="301" y="21006"/>
                </a:cubicBezTo>
                <a:cubicBezTo>
                  <a:pt x="317" y="20859"/>
                  <a:pt x="201" y="20734"/>
                  <a:pt x="54" y="20734"/>
                </a:cubicBezTo>
                <a:close/>
                <a:moveTo>
                  <a:pt x="1276" y="20734"/>
                </a:moveTo>
                <a:cubicBezTo>
                  <a:pt x="1053" y="20734"/>
                  <a:pt x="944" y="21000"/>
                  <a:pt x="1100" y="21154"/>
                </a:cubicBezTo>
                <a:cubicBezTo>
                  <a:pt x="1151" y="21205"/>
                  <a:pt x="1213" y="21227"/>
                  <a:pt x="1274" y="21227"/>
                </a:cubicBezTo>
                <a:cubicBezTo>
                  <a:pt x="1400" y="21227"/>
                  <a:pt x="1520" y="21129"/>
                  <a:pt x="1520" y="20978"/>
                </a:cubicBezTo>
                <a:cubicBezTo>
                  <a:pt x="1520" y="20843"/>
                  <a:pt x="1410" y="20734"/>
                  <a:pt x="1276" y="20734"/>
                </a:cubicBezTo>
                <a:close/>
                <a:moveTo>
                  <a:pt x="2495" y="20734"/>
                </a:moveTo>
                <a:cubicBezTo>
                  <a:pt x="2275" y="20734"/>
                  <a:pt x="2163" y="21000"/>
                  <a:pt x="2319" y="21154"/>
                </a:cubicBezTo>
                <a:cubicBezTo>
                  <a:pt x="2370" y="21205"/>
                  <a:pt x="2432" y="21227"/>
                  <a:pt x="2493" y="21227"/>
                </a:cubicBezTo>
                <a:cubicBezTo>
                  <a:pt x="2620" y="21227"/>
                  <a:pt x="2741" y="21129"/>
                  <a:pt x="2739" y="20978"/>
                </a:cubicBezTo>
                <a:cubicBezTo>
                  <a:pt x="2739" y="20843"/>
                  <a:pt x="2630" y="20734"/>
                  <a:pt x="2495" y="20734"/>
                </a:cubicBezTo>
                <a:close/>
                <a:moveTo>
                  <a:pt x="3714" y="20734"/>
                </a:moveTo>
                <a:cubicBezTo>
                  <a:pt x="3494" y="20734"/>
                  <a:pt x="3385" y="21000"/>
                  <a:pt x="3538" y="21154"/>
                </a:cubicBezTo>
                <a:cubicBezTo>
                  <a:pt x="3589" y="21205"/>
                  <a:pt x="3652" y="21227"/>
                  <a:pt x="3713" y="21227"/>
                </a:cubicBezTo>
                <a:cubicBezTo>
                  <a:pt x="3840" y="21227"/>
                  <a:pt x="3961" y="21129"/>
                  <a:pt x="3961" y="20978"/>
                </a:cubicBezTo>
                <a:cubicBezTo>
                  <a:pt x="3961" y="20843"/>
                  <a:pt x="3849" y="20734"/>
                  <a:pt x="3714" y="20734"/>
                </a:cubicBezTo>
                <a:close/>
                <a:moveTo>
                  <a:pt x="4933" y="20734"/>
                </a:moveTo>
                <a:cubicBezTo>
                  <a:pt x="4713" y="20734"/>
                  <a:pt x="4604" y="21000"/>
                  <a:pt x="4757" y="21154"/>
                </a:cubicBezTo>
                <a:cubicBezTo>
                  <a:pt x="4808" y="21205"/>
                  <a:pt x="4871" y="21227"/>
                  <a:pt x="4932" y="21227"/>
                </a:cubicBezTo>
                <a:cubicBezTo>
                  <a:pt x="5059" y="21227"/>
                  <a:pt x="5180" y="21129"/>
                  <a:pt x="5180" y="20978"/>
                </a:cubicBezTo>
                <a:cubicBezTo>
                  <a:pt x="5180" y="20843"/>
                  <a:pt x="5068" y="20734"/>
                  <a:pt x="4933" y="20734"/>
                </a:cubicBezTo>
                <a:close/>
                <a:moveTo>
                  <a:pt x="6152" y="20734"/>
                </a:moveTo>
                <a:cubicBezTo>
                  <a:pt x="5933" y="20734"/>
                  <a:pt x="5823" y="21000"/>
                  <a:pt x="5976" y="21154"/>
                </a:cubicBezTo>
                <a:cubicBezTo>
                  <a:pt x="6027" y="21205"/>
                  <a:pt x="6090" y="21227"/>
                  <a:pt x="6151" y="21227"/>
                </a:cubicBezTo>
                <a:cubicBezTo>
                  <a:pt x="6278" y="21227"/>
                  <a:pt x="6399" y="21129"/>
                  <a:pt x="6399" y="20978"/>
                </a:cubicBezTo>
                <a:cubicBezTo>
                  <a:pt x="6399" y="20843"/>
                  <a:pt x="6290" y="20734"/>
                  <a:pt x="6152" y="20734"/>
                </a:cubicBezTo>
                <a:close/>
                <a:moveTo>
                  <a:pt x="6141" y="21953"/>
                </a:moveTo>
                <a:cubicBezTo>
                  <a:pt x="6008" y="21953"/>
                  <a:pt x="5895" y="22063"/>
                  <a:pt x="5895" y="22200"/>
                </a:cubicBezTo>
                <a:cubicBezTo>
                  <a:pt x="5895" y="22335"/>
                  <a:pt x="6008" y="22445"/>
                  <a:pt x="6141" y="22445"/>
                </a:cubicBezTo>
                <a:cubicBezTo>
                  <a:pt x="6145" y="22445"/>
                  <a:pt x="6148" y="22445"/>
                  <a:pt x="6152" y="22445"/>
                </a:cubicBezTo>
                <a:lnTo>
                  <a:pt x="6155" y="22445"/>
                </a:lnTo>
                <a:cubicBezTo>
                  <a:pt x="6218" y="22313"/>
                  <a:pt x="6280" y="22178"/>
                  <a:pt x="6343" y="22044"/>
                </a:cubicBezTo>
                <a:cubicBezTo>
                  <a:pt x="6296" y="21987"/>
                  <a:pt x="6227" y="21953"/>
                  <a:pt x="6152" y="21953"/>
                </a:cubicBezTo>
                <a:cubicBezTo>
                  <a:pt x="6148" y="21953"/>
                  <a:pt x="6145" y="21953"/>
                  <a:pt x="6141" y="21953"/>
                </a:cubicBezTo>
                <a:close/>
                <a:moveTo>
                  <a:pt x="54" y="21953"/>
                </a:moveTo>
                <a:cubicBezTo>
                  <a:pt x="38" y="21953"/>
                  <a:pt x="19" y="21956"/>
                  <a:pt x="0" y="21959"/>
                </a:cubicBezTo>
                <a:lnTo>
                  <a:pt x="0" y="22439"/>
                </a:lnTo>
                <a:cubicBezTo>
                  <a:pt x="20" y="22443"/>
                  <a:pt x="39" y="22445"/>
                  <a:pt x="58" y="22445"/>
                </a:cubicBezTo>
                <a:cubicBezTo>
                  <a:pt x="180" y="22445"/>
                  <a:pt x="288" y="22353"/>
                  <a:pt x="301" y="22225"/>
                </a:cubicBezTo>
                <a:cubicBezTo>
                  <a:pt x="317" y="22081"/>
                  <a:pt x="201" y="21953"/>
                  <a:pt x="54" y="21953"/>
                </a:cubicBezTo>
                <a:close/>
                <a:moveTo>
                  <a:pt x="1276" y="21953"/>
                </a:moveTo>
                <a:cubicBezTo>
                  <a:pt x="1053" y="21953"/>
                  <a:pt x="944" y="22219"/>
                  <a:pt x="1100" y="22373"/>
                </a:cubicBezTo>
                <a:cubicBezTo>
                  <a:pt x="1151" y="22424"/>
                  <a:pt x="1213" y="22447"/>
                  <a:pt x="1274" y="22447"/>
                </a:cubicBezTo>
                <a:cubicBezTo>
                  <a:pt x="1400" y="22447"/>
                  <a:pt x="1520" y="22348"/>
                  <a:pt x="1520" y="22200"/>
                </a:cubicBezTo>
                <a:cubicBezTo>
                  <a:pt x="1520" y="22063"/>
                  <a:pt x="1410" y="21953"/>
                  <a:pt x="1276" y="21953"/>
                </a:cubicBezTo>
                <a:close/>
                <a:moveTo>
                  <a:pt x="2495" y="21953"/>
                </a:moveTo>
                <a:cubicBezTo>
                  <a:pt x="2275" y="21953"/>
                  <a:pt x="2163" y="22219"/>
                  <a:pt x="2319" y="22373"/>
                </a:cubicBezTo>
                <a:cubicBezTo>
                  <a:pt x="2370" y="22424"/>
                  <a:pt x="2432" y="22447"/>
                  <a:pt x="2493" y="22447"/>
                </a:cubicBezTo>
                <a:cubicBezTo>
                  <a:pt x="2619" y="22447"/>
                  <a:pt x="2739" y="22348"/>
                  <a:pt x="2739" y="22200"/>
                </a:cubicBezTo>
                <a:cubicBezTo>
                  <a:pt x="2739" y="22063"/>
                  <a:pt x="2630" y="21953"/>
                  <a:pt x="2495" y="21953"/>
                </a:cubicBezTo>
                <a:close/>
                <a:moveTo>
                  <a:pt x="3714" y="21953"/>
                </a:moveTo>
                <a:cubicBezTo>
                  <a:pt x="3494" y="21953"/>
                  <a:pt x="3385" y="22219"/>
                  <a:pt x="3538" y="22373"/>
                </a:cubicBezTo>
                <a:cubicBezTo>
                  <a:pt x="3589" y="22424"/>
                  <a:pt x="3652" y="22447"/>
                  <a:pt x="3713" y="22447"/>
                </a:cubicBezTo>
                <a:cubicBezTo>
                  <a:pt x="3840" y="22447"/>
                  <a:pt x="3961" y="22348"/>
                  <a:pt x="3961" y="22200"/>
                </a:cubicBezTo>
                <a:cubicBezTo>
                  <a:pt x="3961" y="22063"/>
                  <a:pt x="3849" y="21953"/>
                  <a:pt x="3714" y="21953"/>
                </a:cubicBezTo>
                <a:close/>
                <a:moveTo>
                  <a:pt x="4933" y="21953"/>
                </a:moveTo>
                <a:cubicBezTo>
                  <a:pt x="4713" y="21953"/>
                  <a:pt x="4604" y="22219"/>
                  <a:pt x="4757" y="22373"/>
                </a:cubicBezTo>
                <a:cubicBezTo>
                  <a:pt x="4808" y="22424"/>
                  <a:pt x="4871" y="22447"/>
                  <a:pt x="4932" y="22447"/>
                </a:cubicBezTo>
                <a:cubicBezTo>
                  <a:pt x="5059" y="22447"/>
                  <a:pt x="5180" y="22348"/>
                  <a:pt x="5180" y="22200"/>
                </a:cubicBezTo>
                <a:cubicBezTo>
                  <a:pt x="5180" y="22063"/>
                  <a:pt x="5068" y="21953"/>
                  <a:pt x="4933" y="21953"/>
                </a:cubicBezTo>
                <a:close/>
                <a:moveTo>
                  <a:pt x="1276" y="23172"/>
                </a:moveTo>
                <a:cubicBezTo>
                  <a:pt x="1053" y="23172"/>
                  <a:pt x="944" y="23438"/>
                  <a:pt x="1100" y="23592"/>
                </a:cubicBezTo>
                <a:cubicBezTo>
                  <a:pt x="1151" y="23643"/>
                  <a:pt x="1213" y="23666"/>
                  <a:pt x="1274" y="23666"/>
                </a:cubicBezTo>
                <a:cubicBezTo>
                  <a:pt x="1400" y="23666"/>
                  <a:pt x="1520" y="23567"/>
                  <a:pt x="1520" y="23419"/>
                </a:cubicBezTo>
                <a:cubicBezTo>
                  <a:pt x="1520" y="23282"/>
                  <a:pt x="1410" y="23172"/>
                  <a:pt x="1276" y="23172"/>
                </a:cubicBezTo>
                <a:close/>
                <a:moveTo>
                  <a:pt x="2495" y="23172"/>
                </a:moveTo>
                <a:cubicBezTo>
                  <a:pt x="2275" y="23172"/>
                  <a:pt x="2163" y="23438"/>
                  <a:pt x="2319" y="23592"/>
                </a:cubicBezTo>
                <a:cubicBezTo>
                  <a:pt x="2370" y="23643"/>
                  <a:pt x="2432" y="23666"/>
                  <a:pt x="2493" y="23666"/>
                </a:cubicBezTo>
                <a:cubicBezTo>
                  <a:pt x="2619" y="23666"/>
                  <a:pt x="2739" y="23567"/>
                  <a:pt x="2739" y="23419"/>
                </a:cubicBezTo>
                <a:cubicBezTo>
                  <a:pt x="2739" y="23282"/>
                  <a:pt x="2630" y="23172"/>
                  <a:pt x="2495" y="23172"/>
                </a:cubicBezTo>
                <a:close/>
                <a:moveTo>
                  <a:pt x="3714" y="23172"/>
                </a:moveTo>
                <a:cubicBezTo>
                  <a:pt x="3494" y="23172"/>
                  <a:pt x="3385" y="23438"/>
                  <a:pt x="3538" y="23592"/>
                </a:cubicBezTo>
                <a:cubicBezTo>
                  <a:pt x="3589" y="23643"/>
                  <a:pt x="3652" y="23666"/>
                  <a:pt x="3713" y="23666"/>
                </a:cubicBezTo>
                <a:cubicBezTo>
                  <a:pt x="3840" y="23666"/>
                  <a:pt x="3961" y="23567"/>
                  <a:pt x="3961" y="23419"/>
                </a:cubicBezTo>
                <a:cubicBezTo>
                  <a:pt x="3961" y="23282"/>
                  <a:pt x="3849" y="23172"/>
                  <a:pt x="3714" y="23172"/>
                </a:cubicBezTo>
                <a:close/>
                <a:moveTo>
                  <a:pt x="4933" y="23172"/>
                </a:moveTo>
                <a:cubicBezTo>
                  <a:pt x="4713" y="23172"/>
                  <a:pt x="4604" y="23438"/>
                  <a:pt x="4757" y="23592"/>
                </a:cubicBezTo>
                <a:cubicBezTo>
                  <a:pt x="4808" y="23643"/>
                  <a:pt x="4871" y="23666"/>
                  <a:pt x="4932" y="23666"/>
                </a:cubicBezTo>
                <a:cubicBezTo>
                  <a:pt x="5059" y="23666"/>
                  <a:pt x="5180" y="23567"/>
                  <a:pt x="5180" y="23419"/>
                </a:cubicBezTo>
                <a:cubicBezTo>
                  <a:pt x="5180" y="23282"/>
                  <a:pt x="5068" y="23172"/>
                  <a:pt x="4933" y="23172"/>
                </a:cubicBezTo>
                <a:close/>
                <a:moveTo>
                  <a:pt x="54" y="23172"/>
                </a:moveTo>
                <a:cubicBezTo>
                  <a:pt x="38" y="23172"/>
                  <a:pt x="19" y="23175"/>
                  <a:pt x="0" y="23178"/>
                </a:cubicBezTo>
                <a:lnTo>
                  <a:pt x="0" y="23661"/>
                </a:lnTo>
                <a:cubicBezTo>
                  <a:pt x="18" y="23665"/>
                  <a:pt x="36" y="23667"/>
                  <a:pt x="53" y="23667"/>
                </a:cubicBezTo>
                <a:cubicBezTo>
                  <a:pt x="177" y="23667"/>
                  <a:pt x="287" y="23574"/>
                  <a:pt x="301" y="23445"/>
                </a:cubicBezTo>
                <a:cubicBezTo>
                  <a:pt x="317" y="23300"/>
                  <a:pt x="201" y="23172"/>
                  <a:pt x="54" y="23172"/>
                </a:cubicBezTo>
                <a:close/>
                <a:moveTo>
                  <a:pt x="4933" y="24391"/>
                </a:moveTo>
                <a:cubicBezTo>
                  <a:pt x="4635" y="24391"/>
                  <a:pt x="4591" y="24823"/>
                  <a:pt x="4886" y="24880"/>
                </a:cubicBezTo>
                <a:cubicBezTo>
                  <a:pt x="4967" y="24748"/>
                  <a:pt x="5046" y="24617"/>
                  <a:pt x="5124" y="24482"/>
                </a:cubicBezTo>
                <a:cubicBezTo>
                  <a:pt x="5077" y="24425"/>
                  <a:pt x="5008" y="24391"/>
                  <a:pt x="4933" y="24391"/>
                </a:cubicBezTo>
                <a:close/>
                <a:moveTo>
                  <a:pt x="54" y="24391"/>
                </a:moveTo>
                <a:cubicBezTo>
                  <a:pt x="38" y="24391"/>
                  <a:pt x="19" y="24394"/>
                  <a:pt x="0" y="24397"/>
                </a:cubicBezTo>
                <a:lnTo>
                  <a:pt x="0" y="24880"/>
                </a:lnTo>
                <a:cubicBezTo>
                  <a:pt x="18" y="24884"/>
                  <a:pt x="36" y="24886"/>
                  <a:pt x="53" y="24886"/>
                </a:cubicBezTo>
                <a:cubicBezTo>
                  <a:pt x="177" y="24886"/>
                  <a:pt x="287" y="24793"/>
                  <a:pt x="301" y="24664"/>
                </a:cubicBezTo>
                <a:cubicBezTo>
                  <a:pt x="317" y="24519"/>
                  <a:pt x="201" y="24391"/>
                  <a:pt x="54" y="24391"/>
                </a:cubicBezTo>
                <a:close/>
                <a:moveTo>
                  <a:pt x="1276" y="24391"/>
                </a:moveTo>
                <a:cubicBezTo>
                  <a:pt x="1053" y="24391"/>
                  <a:pt x="944" y="24657"/>
                  <a:pt x="1100" y="24814"/>
                </a:cubicBezTo>
                <a:cubicBezTo>
                  <a:pt x="1151" y="24863"/>
                  <a:pt x="1212" y="24886"/>
                  <a:pt x="1272" y="24886"/>
                </a:cubicBezTo>
                <a:cubicBezTo>
                  <a:pt x="1399" y="24886"/>
                  <a:pt x="1520" y="24787"/>
                  <a:pt x="1520" y="24639"/>
                </a:cubicBezTo>
                <a:cubicBezTo>
                  <a:pt x="1520" y="24501"/>
                  <a:pt x="1410" y="24391"/>
                  <a:pt x="1276" y="24391"/>
                </a:cubicBezTo>
                <a:close/>
                <a:moveTo>
                  <a:pt x="2495" y="24391"/>
                </a:moveTo>
                <a:cubicBezTo>
                  <a:pt x="2275" y="24391"/>
                  <a:pt x="2163" y="24657"/>
                  <a:pt x="2319" y="24814"/>
                </a:cubicBezTo>
                <a:cubicBezTo>
                  <a:pt x="2370" y="24863"/>
                  <a:pt x="2431" y="24886"/>
                  <a:pt x="2491" y="24886"/>
                </a:cubicBezTo>
                <a:cubicBezTo>
                  <a:pt x="2618" y="24886"/>
                  <a:pt x="2739" y="24787"/>
                  <a:pt x="2739" y="24639"/>
                </a:cubicBezTo>
                <a:cubicBezTo>
                  <a:pt x="2739" y="24501"/>
                  <a:pt x="2630" y="24391"/>
                  <a:pt x="2495" y="24391"/>
                </a:cubicBezTo>
                <a:close/>
                <a:moveTo>
                  <a:pt x="3714" y="24391"/>
                </a:moveTo>
                <a:cubicBezTo>
                  <a:pt x="3494" y="24391"/>
                  <a:pt x="3385" y="24657"/>
                  <a:pt x="3538" y="24814"/>
                </a:cubicBezTo>
                <a:cubicBezTo>
                  <a:pt x="3589" y="24863"/>
                  <a:pt x="3651" y="24886"/>
                  <a:pt x="3711" y="24886"/>
                </a:cubicBezTo>
                <a:cubicBezTo>
                  <a:pt x="3839" y="24886"/>
                  <a:pt x="3961" y="24787"/>
                  <a:pt x="3961" y="24639"/>
                </a:cubicBezTo>
                <a:cubicBezTo>
                  <a:pt x="3961" y="24501"/>
                  <a:pt x="3849" y="24391"/>
                  <a:pt x="3714" y="24391"/>
                </a:cubicBezTo>
                <a:close/>
                <a:moveTo>
                  <a:pt x="54" y="25610"/>
                </a:moveTo>
                <a:cubicBezTo>
                  <a:pt x="38" y="25610"/>
                  <a:pt x="19" y="25613"/>
                  <a:pt x="0" y="25616"/>
                </a:cubicBezTo>
                <a:lnTo>
                  <a:pt x="0" y="26099"/>
                </a:lnTo>
                <a:cubicBezTo>
                  <a:pt x="18" y="26103"/>
                  <a:pt x="36" y="26105"/>
                  <a:pt x="54" y="26105"/>
                </a:cubicBezTo>
                <a:cubicBezTo>
                  <a:pt x="177" y="26105"/>
                  <a:pt x="287" y="26012"/>
                  <a:pt x="301" y="25886"/>
                </a:cubicBezTo>
                <a:cubicBezTo>
                  <a:pt x="317" y="25738"/>
                  <a:pt x="201" y="25610"/>
                  <a:pt x="54" y="25610"/>
                </a:cubicBezTo>
                <a:close/>
                <a:moveTo>
                  <a:pt x="1276" y="25610"/>
                </a:moveTo>
                <a:cubicBezTo>
                  <a:pt x="1053" y="25610"/>
                  <a:pt x="944" y="25876"/>
                  <a:pt x="1100" y="26033"/>
                </a:cubicBezTo>
                <a:cubicBezTo>
                  <a:pt x="1151" y="26082"/>
                  <a:pt x="1212" y="26105"/>
                  <a:pt x="1272" y="26105"/>
                </a:cubicBezTo>
                <a:cubicBezTo>
                  <a:pt x="1399" y="26105"/>
                  <a:pt x="1520" y="26006"/>
                  <a:pt x="1520" y="25858"/>
                </a:cubicBezTo>
                <a:cubicBezTo>
                  <a:pt x="1520" y="25723"/>
                  <a:pt x="1410" y="25610"/>
                  <a:pt x="1276" y="25610"/>
                </a:cubicBezTo>
                <a:close/>
                <a:moveTo>
                  <a:pt x="2495" y="25610"/>
                </a:moveTo>
                <a:cubicBezTo>
                  <a:pt x="2275" y="25610"/>
                  <a:pt x="2163" y="25876"/>
                  <a:pt x="2319" y="26033"/>
                </a:cubicBezTo>
                <a:cubicBezTo>
                  <a:pt x="2370" y="26082"/>
                  <a:pt x="2431" y="26105"/>
                  <a:pt x="2491" y="26105"/>
                </a:cubicBezTo>
                <a:cubicBezTo>
                  <a:pt x="2618" y="26105"/>
                  <a:pt x="2739" y="26006"/>
                  <a:pt x="2739" y="25858"/>
                </a:cubicBezTo>
                <a:cubicBezTo>
                  <a:pt x="2739" y="25723"/>
                  <a:pt x="2630" y="25610"/>
                  <a:pt x="2495" y="25610"/>
                </a:cubicBezTo>
                <a:close/>
                <a:moveTo>
                  <a:pt x="3714" y="25610"/>
                </a:moveTo>
                <a:cubicBezTo>
                  <a:pt x="3494" y="25610"/>
                  <a:pt x="3385" y="25876"/>
                  <a:pt x="3538" y="26033"/>
                </a:cubicBezTo>
                <a:cubicBezTo>
                  <a:pt x="3589" y="26082"/>
                  <a:pt x="3651" y="26105"/>
                  <a:pt x="3711" y="26105"/>
                </a:cubicBezTo>
                <a:cubicBezTo>
                  <a:pt x="3839" y="26105"/>
                  <a:pt x="3961" y="26006"/>
                  <a:pt x="3961" y="25858"/>
                </a:cubicBezTo>
                <a:cubicBezTo>
                  <a:pt x="3961" y="25723"/>
                  <a:pt x="3849" y="25610"/>
                  <a:pt x="3714" y="25610"/>
                </a:cubicBezTo>
                <a:close/>
                <a:moveTo>
                  <a:pt x="54" y="26832"/>
                </a:moveTo>
                <a:cubicBezTo>
                  <a:pt x="38" y="26832"/>
                  <a:pt x="19" y="26832"/>
                  <a:pt x="0" y="26835"/>
                </a:cubicBezTo>
                <a:lnTo>
                  <a:pt x="0" y="27318"/>
                </a:lnTo>
                <a:cubicBezTo>
                  <a:pt x="18" y="27322"/>
                  <a:pt x="36" y="27324"/>
                  <a:pt x="53" y="27324"/>
                </a:cubicBezTo>
                <a:cubicBezTo>
                  <a:pt x="177" y="27324"/>
                  <a:pt x="285" y="27231"/>
                  <a:pt x="301" y="27105"/>
                </a:cubicBezTo>
                <a:cubicBezTo>
                  <a:pt x="317" y="26958"/>
                  <a:pt x="201" y="26832"/>
                  <a:pt x="54" y="26832"/>
                </a:cubicBezTo>
                <a:close/>
                <a:moveTo>
                  <a:pt x="2490" y="26832"/>
                </a:moveTo>
                <a:cubicBezTo>
                  <a:pt x="2332" y="26832"/>
                  <a:pt x="2216" y="26978"/>
                  <a:pt x="2250" y="27130"/>
                </a:cubicBezTo>
                <a:cubicBezTo>
                  <a:pt x="2276" y="27248"/>
                  <a:pt x="2379" y="27324"/>
                  <a:pt x="2490" y="27324"/>
                </a:cubicBezTo>
                <a:cubicBezTo>
                  <a:pt x="2526" y="27324"/>
                  <a:pt x="2563" y="27316"/>
                  <a:pt x="2598" y="27299"/>
                </a:cubicBezTo>
                <a:cubicBezTo>
                  <a:pt x="2614" y="27293"/>
                  <a:pt x="2626" y="27283"/>
                  <a:pt x="2642" y="27274"/>
                </a:cubicBezTo>
                <a:cubicBezTo>
                  <a:pt x="2829" y="27131"/>
                  <a:pt x="2731" y="26832"/>
                  <a:pt x="2498" y="26832"/>
                </a:cubicBezTo>
                <a:cubicBezTo>
                  <a:pt x="2497" y="26832"/>
                  <a:pt x="2496" y="26832"/>
                  <a:pt x="2495" y="26832"/>
                </a:cubicBezTo>
                <a:cubicBezTo>
                  <a:pt x="2493" y="26832"/>
                  <a:pt x="2491" y="26832"/>
                  <a:pt x="2490" y="26832"/>
                </a:cubicBezTo>
                <a:close/>
                <a:moveTo>
                  <a:pt x="1272" y="26832"/>
                </a:moveTo>
                <a:cubicBezTo>
                  <a:pt x="1052" y="26832"/>
                  <a:pt x="944" y="27096"/>
                  <a:pt x="1100" y="27252"/>
                </a:cubicBezTo>
                <a:cubicBezTo>
                  <a:pt x="1150" y="27303"/>
                  <a:pt x="1211" y="27325"/>
                  <a:pt x="1271" y="27325"/>
                </a:cubicBezTo>
                <a:cubicBezTo>
                  <a:pt x="1398" y="27325"/>
                  <a:pt x="1520" y="27225"/>
                  <a:pt x="1520" y="27077"/>
                </a:cubicBezTo>
                <a:cubicBezTo>
                  <a:pt x="1520" y="26942"/>
                  <a:pt x="1410" y="26832"/>
                  <a:pt x="1276" y="26832"/>
                </a:cubicBezTo>
                <a:cubicBezTo>
                  <a:pt x="1274" y="26832"/>
                  <a:pt x="1273" y="26832"/>
                  <a:pt x="1272" y="2683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79" name="Google Shape;279;p2"/>
          <p:cNvSpPr/>
          <p:nvPr/>
        </p:nvSpPr>
        <p:spPr>
          <a:xfrm rot="10800000" flipH="1">
            <a:off x="8259936" y="4297541"/>
            <a:ext cx="884054" cy="872575"/>
          </a:xfrm>
          <a:custGeom>
            <a:avLst/>
            <a:gdLst/>
            <a:ahLst/>
            <a:cxnLst/>
            <a:rect l="l" t="t" r="r" b="b"/>
            <a:pathLst>
              <a:path w="9991" h="9861" extrusionOk="0">
                <a:moveTo>
                  <a:pt x="1" y="0"/>
                </a:moveTo>
                <a:cubicBezTo>
                  <a:pt x="189" y="4096"/>
                  <a:pt x="2590" y="4453"/>
                  <a:pt x="4551" y="4453"/>
                </a:cubicBezTo>
                <a:cubicBezTo>
                  <a:pt x="4966" y="4453"/>
                  <a:pt x="5360" y="4437"/>
                  <a:pt x="5710" y="4437"/>
                </a:cubicBezTo>
                <a:cubicBezTo>
                  <a:pt x="6198" y="4437"/>
                  <a:pt x="6600" y="4468"/>
                  <a:pt x="6847" y="4616"/>
                </a:cubicBezTo>
                <a:cubicBezTo>
                  <a:pt x="8084" y="5359"/>
                  <a:pt x="7504" y="9861"/>
                  <a:pt x="9844" y="9861"/>
                </a:cubicBezTo>
                <a:cubicBezTo>
                  <a:pt x="9892" y="9861"/>
                  <a:pt x="9940" y="9859"/>
                  <a:pt x="9990" y="9855"/>
                </a:cubicBezTo>
                <a:lnTo>
                  <a:pt x="999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" name="Google Shape;281;p3"/>
          <p:cNvSpPr txBox="1">
            <a:spLocks noGrp="1"/>
          </p:cNvSpPr>
          <p:nvPr>
            <p:ph type="title"/>
          </p:nvPr>
        </p:nvSpPr>
        <p:spPr>
          <a:xfrm>
            <a:off x="713250" y="2430100"/>
            <a:ext cx="7717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82" name="Google Shape;282;p3"/>
          <p:cNvSpPr txBox="1">
            <a:spLocks noGrp="1"/>
          </p:cNvSpPr>
          <p:nvPr>
            <p:ph type="title" idx="2" hasCustomPrompt="1"/>
          </p:nvPr>
        </p:nvSpPr>
        <p:spPr>
          <a:xfrm>
            <a:off x="3704100" y="1666675"/>
            <a:ext cx="1735800" cy="66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62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283" name="Google Shape;283;p3"/>
          <p:cNvSpPr txBox="1">
            <a:spLocks noGrp="1"/>
          </p:cNvSpPr>
          <p:nvPr>
            <p:ph type="subTitle" idx="1"/>
          </p:nvPr>
        </p:nvSpPr>
        <p:spPr>
          <a:xfrm>
            <a:off x="3218100" y="3302375"/>
            <a:ext cx="2707800" cy="60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84" name="Google Shape;284;p3"/>
          <p:cNvSpPr/>
          <p:nvPr/>
        </p:nvSpPr>
        <p:spPr>
          <a:xfrm>
            <a:off x="0" y="7"/>
            <a:ext cx="9144000" cy="313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85" name="Google Shape;285;p3"/>
          <p:cNvSpPr/>
          <p:nvPr/>
        </p:nvSpPr>
        <p:spPr>
          <a:xfrm rot="5400000">
            <a:off x="8089529" y="213822"/>
            <a:ext cx="1268297" cy="840668"/>
          </a:xfrm>
          <a:custGeom>
            <a:avLst/>
            <a:gdLst/>
            <a:ahLst/>
            <a:cxnLst/>
            <a:rect l="l" t="t" r="r" b="b"/>
            <a:pathLst>
              <a:path w="6285" h="4166" extrusionOk="0">
                <a:moveTo>
                  <a:pt x="0" y="1"/>
                </a:moveTo>
                <a:lnTo>
                  <a:pt x="0" y="4165"/>
                </a:lnTo>
                <a:cubicBezTo>
                  <a:pt x="1196" y="3798"/>
                  <a:pt x="996" y="2045"/>
                  <a:pt x="2096" y="2045"/>
                </a:cubicBezTo>
                <a:cubicBezTo>
                  <a:pt x="2129" y="2045"/>
                  <a:pt x="2163" y="2047"/>
                  <a:pt x="2199" y="2050"/>
                </a:cubicBezTo>
                <a:cubicBezTo>
                  <a:pt x="2774" y="2103"/>
                  <a:pt x="3572" y="2499"/>
                  <a:pt x="4323" y="2499"/>
                </a:cubicBezTo>
                <a:cubicBezTo>
                  <a:pt x="5159" y="2499"/>
                  <a:pt x="5937" y="2008"/>
                  <a:pt x="6285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86" name="Google Shape;286;p3"/>
          <p:cNvSpPr/>
          <p:nvPr/>
        </p:nvSpPr>
        <p:spPr>
          <a:xfrm flipH="1">
            <a:off x="3026104" y="7"/>
            <a:ext cx="842513" cy="567372"/>
          </a:xfrm>
          <a:custGeom>
            <a:avLst/>
            <a:gdLst/>
            <a:ahLst/>
            <a:cxnLst/>
            <a:rect l="l" t="t" r="r" b="b"/>
            <a:pathLst>
              <a:path w="11979" h="8067" extrusionOk="0">
                <a:moveTo>
                  <a:pt x="1" y="1"/>
                </a:moveTo>
                <a:lnTo>
                  <a:pt x="1" y="6047"/>
                </a:lnTo>
                <a:cubicBezTo>
                  <a:pt x="299" y="7191"/>
                  <a:pt x="1420" y="8066"/>
                  <a:pt x="2326" y="8066"/>
                </a:cubicBezTo>
                <a:cubicBezTo>
                  <a:pt x="2612" y="8066"/>
                  <a:pt x="2877" y="7979"/>
                  <a:pt x="3087" y="7785"/>
                </a:cubicBezTo>
                <a:cubicBezTo>
                  <a:pt x="3928" y="7011"/>
                  <a:pt x="2122" y="4807"/>
                  <a:pt x="3223" y="3677"/>
                </a:cubicBezTo>
                <a:cubicBezTo>
                  <a:pt x="3389" y="3508"/>
                  <a:pt x="3568" y="3438"/>
                  <a:pt x="3764" y="3438"/>
                </a:cubicBezTo>
                <a:cubicBezTo>
                  <a:pt x="4660" y="3438"/>
                  <a:pt x="5895" y="4887"/>
                  <a:pt x="7656" y="4887"/>
                </a:cubicBezTo>
                <a:cubicBezTo>
                  <a:pt x="8080" y="4887"/>
                  <a:pt x="8535" y="4804"/>
                  <a:pt x="9023" y="4595"/>
                </a:cubicBezTo>
                <a:cubicBezTo>
                  <a:pt x="11979" y="3332"/>
                  <a:pt x="9667" y="1"/>
                  <a:pt x="966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87" name="Google Shape;287;p3"/>
          <p:cNvSpPr/>
          <p:nvPr/>
        </p:nvSpPr>
        <p:spPr>
          <a:xfrm rot="10800000" flipH="1">
            <a:off x="848014" y="7"/>
            <a:ext cx="1268312" cy="698710"/>
          </a:xfrm>
          <a:custGeom>
            <a:avLst/>
            <a:gdLst/>
            <a:ahLst/>
            <a:cxnLst/>
            <a:rect l="l" t="t" r="r" b="b"/>
            <a:pathLst>
              <a:path w="8954" h="4933" extrusionOk="0">
                <a:moveTo>
                  <a:pt x="672" y="0"/>
                </a:moveTo>
                <a:cubicBezTo>
                  <a:pt x="451" y="0"/>
                  <a:pt x="224" y="49"/>
                  <a:pt x="1" y="161"/>
                </a:cubicBezTo>
                <a:lnTo>
                  <a:pt x="1" y="4933"/>
                </a:lnTo>
                <a:lnTo>
                  <a:pt x="8954" y="4933"/>
                </a:lnTo>
                <a:cubicBezTo>
                  <a:pt x="8954" y="3884"/>
                  <a:pt x="8596" y="3282"/>
                  <a:pt x="7832" y="3282"/>
                </a:cubicBezTo>
                <a:cubicBezTo>
                  <a:pt x="7804" y="3282"/>
                  <a:pt x="7776" y="3283"/>
                  <a:pt x="7748" y="3285"/>
                </a:cubicBezTo>
                <a:cubicBezTo>
                  <a:pt x="7682" y="3288"/>
                  <a:pt x="7624" y="3290"/>
                  <a:pt x="7572" y="3290"/>
                </a:cubicBezTo>
                <a:cubicBezTo>
                  <a:pt x="6975" y="3290"/>
                  <a:pt x="7222" y="3061"/>
                  <a:pt x="6527" y="2652"/>
                </a:cubicBezTo>
                <a:cubicBezTo>
                  <a:pt x="6351" y="2548"/>
                  <a:pt x="6184" y="2509"/>
                  <a:pt x="6018" y="2509"/>
                </a:cubicBezTo>
                <a:cubicBezTo>
                  <a:pt x="5520" y="2509"/>
                  <a:pt x="5034" y="2864"/>
                  <a:pt x="4326" y="2864"/>
                </a:cubicBezTo>
                <a:cubicBezTo>
                  <a:pt x="4264" y="2864"/>
                  <a:pt x="4201" y="2861"/>
                  <a:pt x="4136" y="2855"/>
                </a:cubicBezTo>
                <a:cubicBezTo>
                  <a:pt x="4089" y="2851"/>
                  <a:pt x="4044" y="2849"/>
                  <a:pt x="4000" y="2849"/>
                </a:cubicBezTo>
                <a:cubicBezTo>
                  <a:pt x="3126" y="2849"/>
                  <a:pt x="2689" y="3625"/>
                  <a:pt x="2236" y="3625"/>
                </a:cubicBezTo>
                <a:cubicBezTo>
                  <a:pt x="2144" y="3625"/>
                  <a:pt x="2051" y="3592"/>
                  <a:pt x="1953" y="3514"/>
                </a:cubicBezTo>
                <a:cubicBezTo>
                  <a:pt x="1083" y="2815"/>
                  <a:pt x="2620" y="2137"/>
                  <a:pt x="2376" y="1294"/>
                </a:cubicBezTo>
                <a:cubicBezTo>
                  <a:pt x="2184" y="634"/>
                  <a:pt x="1466" y="0"/>
                  <a:pt x="67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88" name="Google Shape;288;p3"/>
          <p:cNvSpPr/>
          <p:nvPr/>
        </p:nvSpPr>
        <p:spPr>
          <a:xfrm rot="10800000" flipH="1">
            <a:off x="-11" y="7"/>
            <a:ext cx="1115866" cy="1189742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1" y="1"/>
                </a:moveTo>
                <a:lnTo>
                  <a:pt x="1" y="9855"/>
                </a:lnTo>
                <a:lnTo>
                  <a:pt x="8822" y="9855"/>
                </a:lnTo>
                <a:cubicBezTo>
                  <a:pt x="9143" y="8374"/>
                  <a:pt x="9244" y="7206"/>
                  <a:pt x="7861" y="6785"/>
                </a:cubicBezTo>
                <a:cubicBezTo>
                  <a:pt x="6478" y="6364"/>
                  <a:pt x="8702" y="3726"/>
                  <a:pt x="7520" y="2765"/>
                </a:cubicBezTo>
                <a:cubicBezTo>
                  <a:pt x="7314" y="2597"/>
                  <a:pt x="7092" y="2531"/>
                  <a:pt x="6859" y="2531"/>
                </a:cubicBezTo>
                <a:cubicBezTo>
                  <a:pt x="5965" y="2531"/>
                  <a:pt x="4903" y="3505"/>
                  <a:pt x="3953" y="3505"/>
                </a:cubicBezTo>
                <a:cubicBezTo>
                  <a:pt x="3726" y="3505"/>
                  <a:pt x="3505" y="3449"/>
                  <a:pt x="3294" y="3311"/>
                </a:cubicBezTo>
                <a:cubicBezTo>
                  <a:pt x="1972" y="2445"/>
                  <a:pt x="2096" y="1"/>
                  <a:pt x="1" y="1"/>
                </a:cubicBezTo>
                <a:close/>
              </a:path>
            </a:pathLst>
          </a:custGeom>
          <a:solidFill>
            <a:srgbClr val="69B0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89" name="Google Shape;289;p3"/>
          <p:cNvSpPr/>
          <p:nvPr/>
        </p:nvSpPr>
        <p:spPr>
          <a:xfrm rot="10800000">
            <a:off x="3658576" y="7"/>
            <a:ext cx="1588234" cy="562166"/>
          </a:xfrm>
          <a:custGeom>
            <a:avLst/>
            <a:gdLst/>
            <a:ahLst/>
            <a:cxnLst/>
            <a:rect l="l" t="t" r="r" b="b"/>
            <a:pathLst>
              <a:path w="16858" h="5967" extrusionOk="0">
                <a:moveTo>
                  <a:pt x="4873" y="1"/>
                </a:moveTo>
                <a:cubicBezTo>
                  <a:pt x="2590" y="1"/>
                  <a:pt x="0" y="2574"/>
                  <a:pt x="405" y="5966"/>
                </a:cubicBezTo>
                <a:lnTo>
                  <a:pt x="16155" y="5966"/>
                </a:lnTo>
                <a:cubicBezTo>
                  <a:pt x="16857" y="4310"/>
                  <a:pt x="15964" y="2008"/>
                  <a:pt x="13396" y="1290"/>
                </a:cubicBezTo>
                <a:cubicBezTo>
                  <a:pt x="12970" y="1170"/>
                  <a:pt x="12572" y="1124"/>
                  <a:pt x="12197" y="1124"/>
                </a:cubicBezTo>
                <a:cubicBezTo>
                  <a:pt x="10934" y="1124"/>
                  <a:pt x="9921" y="1646"/>
                  <a:pt x="8873" y="1646"/>
                </a:cubicBezTo>
                <a:cubicBezTo>
                  <a:pt x="8196" y="1646"/>
                  <a:pt x="7505" y="1428"/>
                  <a:pt x="6724" y="713"/>
                </a:cubicBezTo>
                <a:cubicBezTo>
                  <a:pt x="6189" y="223"/>
                  <a:pt x="5545" y="1"/>
                  <a:pt x="4873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90" name="Google Shape;290;p3"/>
          <p:cNvSpPr/>
          <p:nvPr/>
        </p:nvSpPr>
        <p:spPr>
          <a:xfrm>
            <a:off x="0" y="7"/>
            <a:ext cx="1068458" cy="799753"/>
          </a:xfrm>
          <a:custGeom>
            <a:avLst/>
            <a:gdLst/>
            <a:ahLst/>
            <a:cxnLst/>
            <a:rect l="l" t="t" r="r" b="b"/>
            <a:pathLst>
              <a:path w="12733" h="10212" extrusionOk="0">
                <a:moveTo>
                  <a:pt x="0" y="0"/>
                </a:moveTo>
                <a:lnTo>
                  <a:pt x="0" y="10212"/>
                </a:lnTo>
                <a:cubicBezTo>
                  <a:pt x="8" y="10212"/>
                  <a:pt x="15" y="10212"/>
                  <a:pt x="23" y="10212"/>
                </a:cubicBezTo>
                <a:cubicBezTo>
                  <a:pt x="2460" y="10212"/>
                  <a:pt x="2081" y="6171"/>
                  <a:pt x="4185" y="6171"/>
                </a:cubicBezTo>
                <a:cubicBezTo>
                  <a:pt x="4313" y="6171"/>
                  <a:pt x="4451" y="6186"/>
                  <a:pt x="4600" y="6218"/>
                </a:cubicBezTo>
                <a:cubicBezTo>
                  <a:pt x="4960" y="6296"/>
                  <a:pt x="5296" y="6331"/>
                  <a:pt x="5609" y="6331"/>
                </a:cubicBezTo>
                <a:cubicBezTo>
                  <a:pt x="7544" y="6331"/>
                  <a:pt x="8602" y="4971"/>
                  <a:pt x="8950" y="3751"/>
                </a:cubicBezTo>
                <a:cubicBezTo>
                  <a:pt x="9492" y="1849"/>
                  <a:pt x="12733" y="4302"/>
                  <a:pt x="1245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91" name="Google Shape;291;p3"/>
          <p:cNvSpPr/>
          <p:nvPr/>
        </p:nvSpPr>
        <p:spPr>
          <a:xfrm>
            <a:off x="5016699" y="7"/>
            <a:ext cx="2259057" cy="501445"/>
          </a:xfrm>
          <a:custGeom>
            <a:avLst/>
            <a:gdLst/>
            <a:ahLst/>
            <a:cxnLst/>
            <a:rect l="l" t="t" r="r" b="b"/>
            <a:pathLst>
              <a:path w="24769" h="5498" extrusionOk="0">
                <a:moveTo>
                  <a:pt x="1" y="0"/>
                </a:moveTo>
                <a:cubicBezTo>
                  <a:pt x="1" y="0"/>
                  <a:pt x="577" y="1731"/>
                  <a:pt x="1801" y="2841"/>
                </a:cubicBezTo>
                <a:cubicBezTo>
                  <a:pt x="3064" y="3989"/>
                  <a:pt x="4740" y="4431"/>
                  <a:pt x="6163" y="4431"/>
                </a:cubicBezTo>
                <a:cubicBezTo>
                  <a:pt x="7601" y="4431"/>
                  <a:pt x="8781" y="3979"/>
                  <a:pt x="9016" y="3348"/>
                </a:cubicBezTo>
                <a:cubicBezTo>
                  <a:pt x="9273" y="2657"/>
                  <a:pt x="10175" y="2318"/>
                  <a:pt x="11070" y="2318"/>
                </a:cubicBezTo>
                <a:cubicBezTo>
                  <a:pt x="11803" y="2318"/>
                  <a:pt x="12531" y="2545"/>
                  <a:pt x="12900" y="2991"/>
                </a:cubicBezTo>
                <a:cubicBezTo>
                  <a:pt x="13337" y="3520"/>
                  <a:pt x="14119" y="3897"/>
                  <a:pt x="14836" y="3897"/>
                </a:cubicBezTo>
                <a:cubicBezTo>
                  <a:pt x="15463" y="3897"/>
                  <a:pt x="16041" y="3608"/>
                  <a:pt x="16296" y="2879"/>
                </a:cubicBezTo>
                <a:cubicBezTo>
                  <a:pt x="16553" y="2143"/>
                  <a:pt x="17354" y="1745"/>
                  <a:pt x="18142" y="1745"/>
                </a:cubicBezTo>
                <a:cubicBezTo>
                  <a:pt x="19031" y="1745"/>
                  <a:pt x="19904" y="2251"/>
                  <a:pt x="19966" y="3351"/>
                </a:cubicBezTo>
                <a:cubicBezTo>
                  <a:pt x="20058" y="4984"/>
                  <a:pt x="21426" y="5497"/>
                  <a:pt x="22476" y="5497"/>
                </a:cubicBezTo>
                <a:cubicBezTo>
                  <a:pt x="22761" y="5497"/>
                  <a:pt x="23023" y="5459"/>
                  <a:pt x="23229" y="5396"/>
                </a:cubicBezTo>
                <a:cubicBezTo>
                  <a:pt x="24522" y="4996"/>
                  <a:pt x="24769" y="0"/>
                  <a:pt x="2476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92" name="Google Shape;292;p3"/>
          <p:cNvSpPr/>
          <p:nvPr/>
        </p:nvSpPr>
        <p:spPr>
          <a:xfrm flipH="1">
            <a:off x="8059834" y="7"/>
            <a:ext cx="1084155" cy="733933"/>
          </a:xfrm>
          <a:custGeom>
            <a:avLst/>
            <a:gdLst/>
            <a:ahLst/>
            <a:cxnLst/>
            <a:rect l="l" t="t" r="r" b="b"/>
            <a:pathLst>
              <a:path w="10262" h="6947" extrusionOk="0">
                <a:moveTo>
                  <a:pt x="1" y="1"/>
                </a:moveTo>
                <a:lnTo>
                  <a:pt x="1" y="6417"/>
                </a:lnTo>
                <a:cubicBezTo>
                  <a:pt x="628" y="6763"/>
                  <a:pt x="1349" y="6947"/>
                  <a:pt x="1998" y="6947"/>
                </a:cubicBezTo>
                <a:cubicBezTo>
                  <a:pt x="3145" y="6947"/>
                  <a:pt x="4065" y="6373"/>
                  <a:pt x="3837" y="5101"/>
                </a:cubicBezTo>
                <a:cubicBezTo>
                  <a:pt x="3505" y="3239"/>
                  <a:pt x="3374" y="2151"/>
                  <a:pt x="4767" y="2151"/>
                </a:cubicBezTo>
                <a:cubicBezTo>
                  <a:pt x="4864" y="2151"/>
                  <a:pt x="4968" y="2156"/>
                  <a:pt x="5080" y="2167"/>
                </a:cubicBezTo>
                <a:cubicBezTo>
                  <a:pt x="6145" y="2267"/>
                  <a:pt x="7113" y="3315"/>
                  <a:pt x="8049" y="3315"/>
                </a:cubicBezTo>
                <a:cubicBezTo>
                  <a:pt x="8375" y="3315"/>
                  <a:pt x="8697" y="3188"/>
                  <a:pt x="9018" y="2850"/>
                </a:cubicBezTo>
                <a:cubicBezTo>
                  <a:pt x="10262" y="1540"/>
                  <a:pt x="9373" y="1"/>
                  <a:pt x="9373" y="1"/>
                </a:cubicBezTo>
                <a:close/>
              </a:path>
            </a:pathLst>
          </a:custGeom>
          <a:solidFill>
            <a:srgbClr val="D5815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93" name="Google Shape;293;p3"/>
          <p:cNvGrpSpPr/>
          <p:nvPr/>
        </p:nvGrpSpPr>
        <p:grpSpPr>
          <a:xfrm>
            <a:off x="1485416" y="7"/>
            <a:ext cx="1198286" cy="501563"/>
            <a:chOff x="6713654" y="1083027"/>
            <a:chExt cx="1198286" cy="501563"/>
          </a:xfrm>
        </p:grpSpPr>
        <p:sp>
          <p:nvSpPr>
            <p:cNvPr id="294" name="Google Shape;294;p3"/>
            <p:cNvSpPr/>
            <p:nvPr/>
          </p:nvSpPr>
          <p:spPr>
            <a:xfrm rot="10800000" flipH="1">
              <a:off x="7522470" y="1562851"/>
              <a:ext cx="5586" cy="1579"/>
            </a:xfrm>
            <a:custGeom>
              <a:avLst/>
              <a:gdLst/>
              <a:ahLst/>
              <a:cxnLst/>
              <a:rect l="l" t="t" r="r" b="b"/>
              <a:pathLst>
                <a:path w="46" h="13" extrusionOk="0">
                  <a:moveTo>
                    <a:pt x="0" y="0"/>
                  </a:moveTo>
                  <a:cubicBezTo>
                    <a:pt x="14" y="8"/>
                    <a:pt x="29" y="13"/>
                    <a:pt x="45" y="13"/>
                  </a:cubicBezTo>
                  <a:cubicBezTo>
                    <a:pt x="31" y="8"/>
                    <a:pt x="15" y="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5" name="Google Shape;295;p3"/>
            <p:cNvSpPr/>
            <p:nvPr/>
          </p:nvSpPr>
          <p:spPr>
            <a:xfrm rot="10800000" flipH="1">
              <a:off x="7462355" y="1562851"/>
              <a:ext cx="23074" cy="13723"/>
            </a:xfrm>
            <a:custGeom>
              <a:avLst/>
              <a:gdLst/>
              <a:ahLst/>
              <a:cxnLst/>
              <a:rect l="l" t="t" r="r" b="b"/>
              <a:pathLst>
                <a:path w="190" h="113" extrusionOk="0">
                  <a:moveTo>
                    <a:pt x="15" y="0"/>
                  </a:moveTo>
                  <a:cubicBezTo>
                    <a:pt x="0" y="56"/>
                    <a:pt x="42" y="113"/>
                    <a:pt x="100" y="113"/>
                  </a:cubicBezTo>
                  <a:cubicBezTo>
                    <a:pt x="147" y="113"/>
                    <a:pt x="186" y="77"/>
                    <a:pt x="189" y="30"/>
                  </a:cubicBezTo>
                  <a:cubicBezTo>
                    <a:pt x="131" y="19"/>
                    <a:pt x="73" y="9"/>
                    <a:pt x="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6" name="Google Shape;296;p3"/>
            <p:cNvSpPr/>
            <p:nvPr/>
          </p:nvSpPr>
          <p:spPr>
            <a:xfrm rot="10800000" flipH="1">
              <a:off x="7410377" y="1562851"/>
              <a:ext cx="24046" cy="19674"/>
            </a:xfrm>
            <a:custGeom>
              <a:avLst/>
              <a:gdLst/>
              <a:ahLst/>
              <a:cxnLst/>
              <a:rect l="l" t="t" r="r" b="b"/>
              <a:pathLst>
                <a:path w="198" h="162" extrusionOk="0">
                  <a:moveTo>
                    <a:pt x="39" y="1"/>
                  </a:moveTo>
                  <a:cubicBezTo>
                    <a:pt x="15" y="16"/>
                    <a:pt x="0" y="43"/>
                    <a:pt x="0" y="73"/>
                  </a:cubicBezTo>
                  <a:cubicBezTo>
                    <a:pt x="0" y="124"/>
                    <a:pt x="42" y="161"/>
                    <a:pt x="89" y="161"/>
                  </a:cubicBezTo>
                  <a:cubicBezTo>
                    <a:pt x="100" y="161"/>
                    <a:pt x="111" y="159"/>
                    <a:pt x="122" y="155"/>
                  </a:cubicBezTo>
                  <a:cubicBezTo>
                    <a:pt x="180" y="132"/>
                    <a:pt x="197" y="57"/>
                    <a:pt x="155" y="12"/>
                  </a:cubicBezTo>
                  <a:cubicBezTo>
                    <a:pt x="115" y="7"/>
                    <a:pt x="77" y="4"/>
                    <a:pt x="3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7" name="Google Shape;297;p3"/>
            <p:cNvSpPr/>
            <p:nvPr/>
          </p:nvSpPr>
          <p:spPr>
            <a:xfrm rot="10800000" flipH="1">
              <a:off x="7353541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8" name="Google Shape;298;p3"/>
            <p:cNvSpPr/>
            <p:nvPr/>
          </p:nvSpPr>
          <p:spPr>
            <a:xfrm rot="10800000" flipH="1">
              <a:off x="7300106" y="1562851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" name="Google Shape;299;p3"/>
            <p:cNvSpPr/>
            <p:nvPr/>
          </p:nvSpPr>
          <p:spPr>
            <a:xfrm rot="10800000" flipH="1">
              <a:off x="7246792" y="1562851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0" name="Google Shape;300;p3"/>
            <p:cNvSpPr/>
            <p:nvPr/>
          </p:nvSpPr>
          <p:spPr>
            <a:xfrm rot="10800000" flipH="1">
              <a:off x="7193478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1" name="Google Shape;301;p3"/>
            <p:cNvSpPr/>
            <p:nvPr/>
          </p:nvSpPr>
          <p:spPr>
            <a:xfrm rot="10800000" flipH="1">
              <a:off x="7140164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2" name="Google Shape;302;p3"/>
            <p:cNvSpPr/>
            <p:nvPr/>
          </p:nvSpPr>
          <p:spPr>
            <a:xfrm rot="10800000" flipH="1">
              <a:off x="7620353" y="1509537"/>
              <a:ext cx="24774" cy="17488"/>
            </a:xfrm>
            <a:custGeom>
              <a:avLst/>
              <a:gdLst/>
              <a:ahLst/>
              <a:cxnLst/>
              <a:rect l="l" t="t" r="r" b="b"/>
              <a:pathLst>
                <a:path w="204" h="144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59"/>
                    <a:pt x="43" y="143"/>
                    <a:pt x="117" y="143"/>
                  </a:cubicBezTo>
                  <a:cubicBezTo>
                    <a:pt x="158" y="143"/>
                    <a:pt x="194" y="115"/>
                    <a:pt x="203" y="75"/>
                  </a:cubicBezTo>
                  <a:cubicBezTo>
                    <a:pt x="152" y="49"/>
                    <a:pt x="99" y="24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3" name="Google Shape;303;p3"/>
            <p:cNvSpPr/>
            <p:nvPr/>
          </p:nvSpPr>
          <p:spPr>
            <a:xfrm rot="10800000" flipH="1">
              <a:off x="7566675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4" name="Google Shape;304;p3"/>
            <p:cNvSpPr/>
            <p:nvPr/>
          </p:nvSpPr>
          <p:spPr>
            <a:xfrm rot="10800000" flipH="1">
              <a:off x="7513361" y="1509537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5" name="Google Shape;305;p3"/>
            <p:cNvSpPr/>
            <p:nvPr/>
          </p:nvSpPr>
          <p:spPr>
            <a:xfrm rot="10800000" flipH="1">
              <a:off x="7460169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6" name="Google Shape;306;p3"/>
            <p:cNvSpPr/>
            <p:nvPr/>
          </p:nvSpPr>
          <p:spPr>
            <a:xfrm rot="10800000" flipH="1">
              <a:off x="7406855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7" name="Google Shape;307;p3"/>
            <p:cNvSpPr/>
            <p:nvPr/>
          </p:nvSpPr>
          <p:spPr>
            <a:xfrm rot="10800000" flipH="1">
              <a:off x="7353541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8" name="Google Shape;308;p3"/>
            <p:cNvSpPr/>
            <p:nvPr/>
          </p:nvSpPr>
          <p:spPr>
            <a:xfrm rot="10800000" flipH="1">
              <a:off x="7300106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9" name="Google Shape;309;p3"/>
            <p:cNvSpPr/>
            <p:nvPr/>
          </p:nvSpPr>
          <p:spPr>
            <a:xfrm rot="10800000" flipH="1">
              <a:off x="7246792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0" name="Google Shape;310;p3"/>
            <p:cNvSpPr/>
            <p:nvPr/>
          </p:nvSpPr>
          <p:spPr>
            <a:xfrm rot="10800000" flipH="1">
              <a:off x="7193478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1" name="Google Shape;311;p3"/>
            <p:cNvSpPr/>
            <p:nvPr/>
          </p:nvSpPr>
          <p:spPr>
            <a:xfrm rot="10800000" flipH="1">
              <a:off x="7140164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2" name="Google Shape;312;p3"/>
            <p:cNvSpPr/>
            <p:nvPr/>
          </p:nvSpPr>
          <p:spPr>
            <a:xfrm rot="10800000" flipH="1">
              <a:off x="7086972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3" name="Google Shape;313;p3"/>
            <p:cNvSpPr/>
            <p:nvPr/>
          </p:nvSpPr>
          <p:spPr>
            <a:xfrm rot="10800000" flipH="1">
              <a:off x="7730260" y="1456223"/>
              <a:ext cx="16152" cy="12509"/>
            </a:xfrm>
            <a:custGeom>
              <a:avLst/>
              <a:gdLst/>
              <a:ahLst/>
              <a:cxnLst/>
              <a:rect l="l" t="t" r="r" b="b"/>
              <a:pathLst>
                <a:path w="133" h="103" extrusionOk="0">
                  <a:moveTo>
                    <a:pt x="2" y="1"/>
                  </a:moveTo>
                  <a:cubicBezTo>
                    <a:pt x="2" y="5"/>
                    <a:pt x="1" y="9"/>
                    <a:pt x="1" y="13"/>
                  </a:cubicBezTo>
                  <a:cubicBezTo>
                    <a:pt x="1" y="63"/>
                    <a:pt x="41" y="102"/>
                    <a:pt x="89" y="102"/>
                  </a:cubicBezTo>
                  <a:cubicBezTo>
                    <a:pt x="105" y="102"/>
                    <a:pt x="120" y="99"/>
                    <a:pt x="132" y="91"/>
                  </a:cubicBezTo>
                  <a:cubicBezTo>
                    <a:pt x="89" y="61"/>
                    <a:pt x="46" y="30"/>
                    <a:pt x="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4" name="Google Shape;314;p3"/>
            <p:cNvSpPr/>
            <p:nvPr/>
          </p:nvSpPr>
          <p:spPr>
            <a:xfrm rot="10800000" flipH="1">
              <a:off x="7673424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5" name="Google Shape;315;p3"/>
            <p:cNvSpPr/>
            <p:nvPr/>
          </p:nvSpPr>
          <p:spPr>
            <a:xfrm rot="10800000" flipH="1">
              <a:off x="7619989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6" name="Google Shape;316;p3"/>
            <p:cNvSpPr/>
            <p:nvPr/>
          </p:nvSpPr>
          <p:spPr>
            <a:xfrm rot="10800000" flipH="1">
              <a:off x="7566675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7" name="Google Shape;317;p3"/>
            <p:cNvSpPr/>
            <p:nvPr/>
          </p:nvSpPr>
          <p:spPr>
            <a:xfrm rot="10800000" flipH="1">
              <a:off x="7513361" y="145622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8" name="Google Shape;318;p3"/>
            <p:cNvSpPr/>
            <p:nvPr/>
          </p:nvSpPr>
          <p:spPr>
            <a:xfrm rot="10800000" flipH="1">
              <a:off x="7463812" y="145622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0"/>
                  </a:moveTo>
                  <a:cubicBezTo>
                    <a:pt x="40" y="0"/>
                    <a:pt x="0" y="41"/>
                    <a:pt x="0" y="89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89"/>
                  </a:cubicBezTo>
                  <a:cubicBezTo>
                    <a:pt x="177" y="41"/>
                    <a:pt x="138" y="0"/>
                    <a:pt x="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9" name="Google Shape;319;p3"/>
            <p:cNvSpPr/>
            <p:nvPr/>
          </p:nvSpPr>
          <p:spPr>
            <a:xfrm rot="10800000" flipH="1">
              <a:off x="7406855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0" name="Google Shape;320;p3"/>
            <p:cNvSpPr/>
            <p:nvPr/>
          </p:nvSpPr>
          <p:spPr>
            <a:xfrm rot="10800000" flipH="1">
              <a:off x="7353541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1" name="Google Shape;321;p3"/>
            <p:cNvSpPr/>
            <p:nvPr/>
          </p:nvSpPr>
          <p:spPr>
            <a:xfrm rot="10800000" flipH="1">
              <a:off x="7303749" y="1456224"/>
              <a:ext cx="21738" cy="21738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0"/>
                  </a:moveTo>
                  <a:cubicBezTo>
                    <a:pt x="40" y="0"/>
                    <a:pt x="1" y="41"/>
                    <a:pt x="1" y="89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89"/>
                  </a:cubicBezTo>
                  <a:cubicBezTo>
                    <a:pt x="179" y="41"/>
                    <a:pt x="138" y="0"/>
                    <a:pt x="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2" name="Google Shape;322;p3"/>
            <p:cNvSpPr/>
            <p:nvPr/>
          </p:nvSpPr>
          <p:spPr>
            <a:xfrm rot="10800000" flipH="1">
              <a:off x="7246792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3" name="Google Shape;323;p3"/>
            <p:cNvSpPr/>
            <p:nvPr/>
          </p:nvSpPr>
          <p:spPr>
            <a:xfrm rot="10800000" flipH="1">
              <a:off x="7193478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4" name="Google Shape;324;p3"/>
            <p:cNvSpPr/>
            <p:nvPr/>
          </p:nvSpPr>
          <p:spPr>
            <a:xfrm rot="10800000" flipH="1">
              <a:off x="7143808" y="145622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0"/>
                  </a:moveTo>
                  <a:cubicBezTo>
                    <a:pt x="41" y="0"/>
                    <a:pt x="0" y="41"/>
                    <a:pt x="0" y="89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89"/>
                  </a:cubicBezTo>
                  <a:cubicBezTo>
                    <a:pt x="178" y="41"/>
                    <a:pt x="139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5" name="Google Shape;325;p3"/>
            <p:cNvSpPr/>
            <p:nvPr/>
          </p:nvSpPr>
          <p:spPr>
            <a:xfrm rot="10800000" flipH="1">
              <a:off x="7086972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6" name="Google Shape;326;p3"/>
            <p:cNvSpPr/>
            <p:nvPr/>
          </p:nvSpPr>
          <p:spPr>
            <a:xfrm rot="10800000" flipH="1">
              <a:off x="7783695" y="1402910"/>
              <a:ext cx="21131" cy="20767"/>
            </a:xfrm>
            <a:custGeom>
              <a:avLst/>
              <a:gdLst/>
              <a:ahLst/>
              <a:cxnLst/>
              <a:rect l="l" t="t" r="r" b="b"/>
              <a:pathLst>
                <a:path w="174" h="171" extrusionOk="0">
                  <a:moveTo>
                    <a:pt x="53" y="0"/>
                  </a:moveTo>
                  <a:cubicBezTo>
                    <a:pt x="21" y="15"/>
                    <a:pt x="0" y="46"/>
                    <a:pt x="0" y="81"/>
                  </a:cubicBezTo>
                  <a:cubicBezTo>
                    <a:pt x="0" y="139"/>
                    <a:pt x="45" y="170"/>
                    <a:pt x="90" y="170"/>
                  </a:cubicBezTo>
                  <a:cubicBezTo>
                    <a:pt x="126" y="170"/>
                    <a:pt x="161" y="150"/>
                    <a:pt x="174" y="106"/>
                  </a:cubicBezTo>
                  <a:cubicBezTo>
                    <a:pt x="134" y="70"/>
                    <a:pt x="94" y="35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7" name="Google Shape;327;p3"/>
            <p:cNvSpPr/>
            <p:nvPr/>
          </p:nvSpPr>
          <p:spPr>
            <a:xfrm rot="10800000" flipH="1">
              <a:off x="7726738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8" name="Google Shape;328;p3"/>
            <p:cNvSpPr/>
            <p:nvPr/>
          </p:nvSpPr>
          <p:spPr>
            <a:xfrm rot="10800000" flipH="1">
              <a:off x="7673424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9" name="Google Shape;329;p3"/>
            <p:cNvSpPr/>
            <p:nvPr/>
          </p:nvSpPr>
          <p:spPr>
            <a:xfrm rot="10800000" flipH="1">
              <a:off x="7619989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0" name="Google Shape;330;p3"/>
            <p:cNvSpPr/>
            <p:nvPr/>
          </p:nvSpPr>
          <p:spPr>
            <a:xfrm rot="10800000" flipH="1">
              <a:off x="7566675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1" name="Google Shape;331;p3"/>
            <p:cNvSpPr/>
            <p:nvPr/>
          </p:nvSpPr>
          <p:spPr>
            <a:xfrm rot="10800000" flipH="1">
              <a:off x="7513361" y="140291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2" name="Google Shape;332;p3"/>
            <p:cNvSpPr/>
            <p:nvPr/>
          </p:nvSpPr>
          <p:spPr>
            <a:xfrm rot="10800000" flipH="1">
              <a:off x="7460169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3" name="Google Shape;333;p3"/>
            <p:cNvSpPr/>
            <p:nvPr/>
          </p:nvSpPr>
          <p:spPr>
            <a:xfrm rot="10800000" flipH="1">
              <a:off x="7406855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4" name="Google Shape;334;p3"/>
            <p:cNvSpPr/>
            <p:nvPr/>
          </p:nvSpPr>
          <p:spPr>
            <a:xfrm rot="10800000" flipH="1">
              <a:off x="7353541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5" name="Google Shape;335;p3"/>
            <p:cNvSpPr/>
            <p:nvPr/>
          </p:nvSpPr>
          <p:spPr>
            <a:xfrm rot="10800000" flipH="1">
              <a:off x="7300106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6" name="Google Shape;336;p3"/>
            <p:cNvSpPr/>
            <p:nvPr/>
          </p:nvSpPr>
          <p:spPr>
            <a:xfrm rot="10800000" flipH="1">
              <a:off x="7246792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7" name="Google Shape;337;p3"/>
            <p:cNvSpPr/>
            <p:nvPr/>
          </p:nvSpPr>
          <p:spPr>
            <a:xfrm rot="10800000" flipH="1">
              <a:off x="7193478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8" name="Google Shape;338;p3"/>
            <p:cNvSpPr/>
            <p:nvPr/>
          </p:nvSpPr>
          <p:spPr>
            <a:xfrm rot="10800000" flipH="1">
              <a:off x="7140164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9" name="Google Shape;339;p3"/>
            <p:cNvSpPr/>
            <p:nvPr/>
          </p:nvSpPr>
          <p:spPr>
            <a:xfrm rot="10800000" flipH="1">
              <a:off x="7086972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0" name="Google Shape;340;p3"/>
            <p:cNvSpPr/>
            <p:nvPr/>
          </p:nvSpPr>
          <p:spPr>
            <a:xfrm rot="10800000" flipH="1">
              <a:off x="7033537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1" name="Google Shape;341;p3"/>
            <p:cNvSpPr/>
            <p:nvPr/>
          </p:nvSpPr>
          <p:spPr>
            <a:xfrm rot="10800000" flipH="1">
              <a:off x="7837009" y="1349596"/>
              <a:ext cx="20767" cy="21374"/>
            </a:xfrm>
            <a:custGeom>
              <a:avLst/>
              <a:gdLst/>
              <a:ahLst/>
              <a:cxnLst/>
              <a:rect l="l" t="t" r="r" b="b"/>
              <a:pathLst>
                <a:path w="171" h="176" extrusionOk="0">
                  <a:moveTo>
                    <a:pt x="66" y="0"/>
                  </a:moveTo>
                  <a:cubicBezTo>
                    <a:pt x="27" y="12"/>
                    <a:pt x="0" y="47"/>
                    <a:pt x="0" y="87"/>
                  </a:cubicBezTo>
                  <a:cubicBezTo>
                    <a:pt x="0" y="143"/>
                    <a:pt x="45" y="175"/>
                    <a:pt x="90" y="175"/>
                  </a:cubicBezTo>
                  <a:cubicBezTo>
                    <a:pt x="122" y="175"/>
                    <a:pt x="154" y="159"/>
                    <a:pt x="170" y="122"/>
                  </a:cubicBezTo>
                  <a:cubicBezTo>
                    <a:pt x="136" y="81"/>
                    <a:pt x="102" y="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2" name="Google Shape;342;p3"/>
            <p:cNvSpPr/>
            <p:nvPr/>
          </p:nvSpPr>
          <p:spPr>
            <a:xfrm rot="10800000" flipH="1">
              <a:off x="7780052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7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3" name="Google Shape;343;p3"/>
            <p:cNvSpPr/>
            <p:nvPr/>
          </p:nvSpPr>
          <p:spPr>
            <a:xfrm rot="10800000" flipH="1">
              <a:off x="7726738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4" name="Google Shape;344;p3"/>
            <p:cNvSpPr/>
            <p:nvPr/>
          </p:nvSpPr>
          <p:spPr>
            <a:xfrm rot="10800000" flipH="1">
              <a:off x="7673424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5" name="Google Shape;345;p3"/>
            <p:cNvSpPr/>
            <p:nvPr/>
          </p:nvSpPr>
          <p:spPr>
            <a:xfrm rot="10800000" flipH="1">
              <a:off x="7619989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6" name="Google Shape;346;p3"/>
            <p:cNvSpPr/>
            <p:nvPr/>
          </p:nvSpPr>
          <p:spPr>
            <a:xfrm rot="10800000" flipH="1">
              <a:off x="7566675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" name="Google Shape;347;p3"/>
            <p:cNvSpPr/>
            <p:nvPr/>
          </p:nvSpPr>
          <p:spPr>
            <a:xfrm rot="10800000" flipH="1">
              <a:off x="7513361" y="1349596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" name="Google Shape;348;p3"/>
            <p:cNvSpPr/>
            <p:nvPr/>
          </p:nvSpPr>
          <p:spPr>
            <a:xfrm rot="10800000" flipH="1">
              <a:off x="7460169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" name="Google Shape;349;p3"/>
            <p:cNvSpPr/>
            <p:nvPr/>
          </p:nvSpPr>
          <p:spPr>
            <a:xfrm rot="10800000" flipH="1">
              <a:off x="7406855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" name="Google Shape;350;p3"/>
            <p:cNvSpPr/>
            <p:nvPr/>
          </p:nvSpPr>
          <p:spPr>
            <a:xfrm rot="10800000" flipH="1">
              <a:off x="7353541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" name="Google Shape;351;p3"/>
            <p:cNvSpPr/>
            <p:nvPr/>
          </p:nvSpPr>
          <p:spPr>
            <a:xfrm rot="10800000" flipH="1">
              <a:off x="7300106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" name="Google Shape;352;p3"/>
            <p:cNvSpPr/>
            <p:nvPr/>
          </p:nvSpPr>
          <p:spPr>
            <a:xfrm rot="10800000" flipH="1">
              <a:off x="7246792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" name="Google Shape;353;p3"/>
            <p:cNvSpPr/>
            <p:nvPr/>
          </p:nvSpPr>
          <p:spPr>
            <a:xfrm rot="10800000" flipH="1">
              <a:off x="7193478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" name="Google Shape;354;p3"/>
            <p:cNvSpPr/>
            <p:nvPr/>
          </p:nvSpPr>
          <p:spPr>
            <a:xfrm rot="10800000" flipH="1">
              <a:off x="7140164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" name="Google Shape;355;p3"/>
            <p:cNvSpPr/>
            <p:nvPr/>
          </p:nvSpPr>
          <p:spPr>
            <a:xfrm rot="10800000" flipH="1">
              <a:off x="7086972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6" name="Google Shape;356;p3"/>
            <p:cNvSpPr/>
            <p:nvPr/>
          </p:nvSpPr>
          <p:spPr>
            <a:xfrm rot="10800000" flipH="1">
              <a:off x="7033537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7" name="Google Shape;357;p3"/>
            <p:cNvSpPr/>
            <p:nvPr/>
          </p:nvSpPr>
          <p:spPr>
            <a:xfrm rot="10800000" flipH="1">
              <a:off x="6980223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8" name="Google Shape;358;p3"/>
            <p:cNvSpPr/>
            <p:nvPr/>
          </p:nvSpPr>
          <p:spPr>
            <a:xfrm rot="10800000" flipH="1">
              <a:off x="6926909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9" name="Google Shape;359;p3"/>
            <p:cNvSpPr/>
            <p:nvPr/>
          </p:nvSpPr>
          <p:spPr>
            <a:xfrm rot="10800000" flipH="1">
              <a:off x="6873595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0" name="Google Shape;360;p3"/>
            <p:cNvSpPr/>
            <p:nvPr/>
          </p:nvSpPr>
          <p:spPr>
            <a:xfrm rot="10800000" flipH="1">
              <a:off x="7890323" y="1296403"/>
              <a:ext cx="9837" cy="1469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6" y="0"/>
                  </a:moveTo>
                  <a:cubicBezTo>
                    <a:pt x="2" y="10"/>
                    <a:pt x="0" y="22"/>
                    <a:pt x="0" y="33"/>
                  </a:cubicBezTo>
                  <a:cubicBezTo>
                    <a:pt x="0" y="78"/>
                    <a:pt x="35" y="116"/>
                    <a:pt x="80" y="121"/>
                  </a:cubicBezTo>
                  <a:cubicBezTo>
                    <a:pt x="56" y="80"/>
                    <a:pt x="32" y="40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1" name="Google Shape;361;p3"/>
            <p:cNvSpPr/>
            <p:nvPr/>
          </p:nvSpPr>
          <p:spPr>
            <a:xfrm rot="10800000" flipH="1">
              <a:off x="7833244" y="1296282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2" name="Google Shape;362;p3"/>
            <p:cNvSpPr/>
            <p:nvPr/>
          </p:nvSpPr>
          <p:spPr>
            <a:xfrm rot="10800000" flipH="1">
              <a:off x="7780052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3" name="Google Shape;363;p3"/>
            <p:cNvSpPr/>
            <p:nvPr/>
          </p:nvSpPr>
          <p:spPr>
            <a:xfrm rot="10800000" flipH="1">
              <a:off x="7726738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4" name="Google Shape;364;p3"/>
            <p:cNvSpPr/>
            <p:nvPr/>
          </p:nvSpPr>
          <p:spPr>
            <a:xfrm rot="10800000" flipH="1">
              <a:off x="7673424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5" name="Google Shape;365;p3"/>
            <p:cNvSpPr/>
            <p:nvPr/>
          </p:nvSpPr>
          <p:spPr>
            <a:xfrm rot="10800000" flipH="1">
              <a:off x="7619989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" name="Google Shape;366;p3"/>
            <p:cNvSpPr/>
            <p:nvPr/>
          </p:nvSpPr>
          <p:spPr>
            <a:xfrm rot="10800000" flipH="1">
              <a:off x="7566675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7" name="Google Shape;367;p3"/>
            <p:cNvSpPr/>
            <p:nvPr/>
          </p:nvSpPr>
          <p:spPr>
            <a:xfrm rot="10800000" flipH="1">
              <a:off x="7513361" y="1296282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" name="Google Shape;368;p3"/>
            <p:cNvSpPr/>
            <p:nvPr/>
          </p:nvSpPr>
          <p:spPr>
            <a:xfrm rot="10800000" flipH="1">
              <a:off x="7460169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9" name="Google Shape;369;p3"/>
            <p:cNvSpPr/>
            <p:nvPr/>
          </p:nvSpPr>
          <p:spPr>
            <a:xfrm rot="10800000" flipH="1">
              <a:off x="7406855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0" name="Google Shape;370;p3"/>
            <p:cNvSpPr/>
            <p:nvPr/>
          </p:nvSpPr>
          <p:spPr>
            <a:xfrm rot="10800000" flipH="1">
              <a:off x="7353541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1" name="Google Shape;371;p3"/>
            <p:cNvSpPr/>
            <p:nvPr/>
          </p:nvSpPr>
          <p:spPr>
            <a:xfrm rot="10800000" flipH="1">
              <a:off x="7300106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2" name="Google Shape;372;p3"/>
            <p:cNvSpPr/>
            <p:nvPr/>
          </p:nvSpPr>
          <p:spPr>
            <a:xfrm rot="10800000" flipH="1">
              <a:off x="7246792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3" name="Google Shape;373;p3"/>
            <p:cNvSpPr/>
            <p:nvPr/>
          </p:nvSpPr>
          <p:spPr>
            <a:xfrm rot="10800000" flipH="1">
              <a:off x="7193478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4" name="Google Shape;374;p3"/>
            <p:cNvSpPr/>
            <p:nvPr/>
          </p:nvSpPr>
          <p:spPr>
            <a:xfrm rot="10800000" flipH="1">
              <a:off x="7140164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5" name="Google Shape;375;p3"/>
            <p:cNvSpPr/>
            <p:nvPr/>
          </p:nvSpPr>
          <p:spPr>
            <a:xfrm rot="10800000" flipH="1">
              <a:off x="7086972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6" name="Google Shape;376;p3"/>
            <p:cNvSpPr/>
            <p:nvPr/>
          </p:nvSpPr>
          <p:spPr>
            <a:xfrm rot="10800000" flipH="1">
              <a:off x="7033537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7" name="Google Shape;377;p3"/>
            <p:cNvSpPr/>
            <p:nvPr/>
          </p:nvSpPr>
          <p:spPr>
            <a:xfrm rot="10800000" flipH="1">
              <a:off x="6980223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8" name="Google Shape;378;p3"/>
            <p:cNvSpPr/>
            <p:nvPr/>
          </p:nvSpPr>
          <p:spPr>
            <a:xfrm rot="10800000" flipH="1">
              <a:off x="6926909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9" name="Google Shape;379;p3"/>
            <p:cNvSpPr/>
            <p:nvPr/>
          </p:nvSpPr>
          <p:spPr>
            <a:xfrm rot="10800000" flipH="1">
              <a:off x="6873595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0" name="Google Shape;380;p3"/>
            <p:cNvSpPr/>
            <p:nvPr/>
          </p:nvSpPr>
          <p:spPr>
            <a:xfrm rot="10800000" flipH="1">
              <a:off x="6820281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1" name="Google Shape;381;p3"/>
            <p:cNvSpPr/>
            <p:nvPr/>
          </p:nvSpPr>
          <p:spPr>
            <a:xfrm rot="10800000" flipH="1">
              <a:off x="6767089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2" name="Google Shape;382;p3"/>
            <p:cNvSpPr/>
            <p:nvPr/>
          </p:nvSpPr>
          <p:spPr>
            <a:xfrm rot="10800000" flipH="1">
              <a:off x="7886558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3" name="Google Shape;383;p3"/>
            <p:cNvSpPr/>
            <p:nvPr/>
          </p:nvSpPr>
          <p:spPr>
            <a:xfrm rot="10800000" flipH="1">
              <a:off x="7833244" y="1242968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4" name="Google Shape;384;p3"/>
            <p:cNvSpPr/>
            <p:nvPr/>
          </p:nvSpPr>
          <p:spPr>
            <a:xfrm rot="10800000" flipH="1">
              <a:off x="7780052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5" name="Google Shape;385;p3"/>
            <p:cNvSpPr/>
            <p:nvPr/>
          </p:nvSpPr>
          <p:spPr>
            <a:xfrm rot="10800000" flipH="1">
              <a:off x="7726738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6" name="Google Shape;386;p3"/>
            <p:cNvSpPr/>
            <p:nvPr/>
          </p:nvSpPr>
          <p:spPr>
            <a:xfrm rot="10800000" flipH="1">
              <a:off x="7673424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7" name="Google Shape;387;p3"/>
            <p:cNvSpPr/>
            <p:nvPr/>
          </p:nvSpPr>
          <p:spPr>
            <a:xfrm rot="10800000" flipH="1">
              <a:off x="7619989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8" name="Google Shape;388;p3"/>
            <p:cNvSpPr/>
            <p:nvPr/>
          </p:nvSpPr>
          <p:spPr>
            <a:xfrm rot="10800000" flipH="1">
              <a:off x="7566675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9" name="Google Shape;389;p3"/>
            <p:cNvSpPr/>
            <p:nvPr/>
          </p:nvSpPr>
          <p:spPr>
            <a:xfrm rot="10800000" flipH="1">
              <a:off x="7513361" y="1242968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0" name="Google Shape;390;p3"/>
            <p:cNvSpPr/>
            <p:nvPr/>
          </p:nvSpPr>
          <p:spPr>
            <a:xfrm rot="10800000" flipH="1">
              <a:off x="7460169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1" name="Google Shape;391;p3"/>
            <p:cNvSpPr/>
            <p:nvPr/>
          </p:nvSpPr>
          <p:spPr>
            <a:xfrm rot="10800000" flipH="1">
              <a:off x="7406855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2" name="Google Shape;392;p3"/>
            <p:cNvSpPr/>
            <p:nvPr/>
          </p:nvSpPr>
          <p:spPr>
            <a:xfrm rot="10800000" flipH="1">
              <a:off x="7353541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3" name="Google Shape;393;p3"/>
            <p:cNvSpPr/>
            <p:nvPr/>
          </p:nvSpPr>
          <p:spPr>
            <a:xfrm rot="10800000" flipH="1">
              <a:off x="7300106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4" name="Google Shape;394;p3"/>
            <p:cNvSpPr/>
            <p:nvPr/>
          </p:nvSpPr>
          <p:spPr>
            <a:xfrm rot="10800000" flipH="1">
              <a:off x="7246792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5" name="Google Shape;395;p3"/>
            <p:cNvSpPr/>
            <p:nvPr/>
          </p:nvSpPr>
          <p:spPr>
            <a:xfrm rot="10800000" flipH="1">
              <a:off x="7193478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6" name="Google Shape;396;p3"/>
            <p:cNvSpPr/>
            <p:nvPr/>
          </p:nvSpPr>
          <p:spPr>
            <a:xfrm rot="10800000" flipH="1">
              <a:off x="7140164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7" name="Google Shape;397;p3"/>
            <p:cNvSpPr/>
            <p:nvPr/>
          </p:nvSpPr>
          <p:spPr>
            <a:xfrm rot="10800000" flipH="1">
              <a:off x="7086972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8" name="Google Shape;398;p3"/>
            <p:cNvSpPr/>
            <p:nvPr/>
          </p:nvSpPr>
          <p:spPr>
            <a:xfrm rot="10800000" flipH="1">
              <a:off x="7033537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9" name="Google Shape;399;p3"/>
            <p:cNvSpPr/>
            <p:nvPr/>
          </p:nvSpPr>
          <p:spPr>
            <a:xfrm rot="10800000" flipH="1">
              <a:off x="6980223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0" name="Google Shape;400;p3"/>
            <p:cNvSpPr/>
            <p:nvPr/>
          </p:nvSpPr>
          <p:spPr>
            <a:xfrm rot="10800000" flipH="1">
              <a:off x="6926909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1" name="Google Shape;401;p3"/>
            <p:cNvSpPr/>
            <p:nvPr/>
          </p:nvSpPr>
          <p:spPr>
            <a:xfrm rot="10800000" flipH="1">
              <a:off x="6873595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2" name="Google Shape;402;p3"/>
            <p:cNvSpPr/>
            <p:nvPr/>
          </p:nvSpPr>
          <p:spPr>
            <a:xfrm rot="10800000" flipH="1">
              <a:off x="6820281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3" name="Google Shape;403;p3"/>
            <p:cNvSpPr/>
            <p:nvPr/>
          </p:nvSpPr>
          <p:spPr>
            <a:xfrm rot="10800000" flipH="1">
              <a:off x="6767089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4" name="Google Shape;404;p3"/>
            <p:cNvSpPr/>
            <p:nvPr/>
          </p:nvSpPr>
          <p:spPr>
            <a:xfrm rot="10800000" flipH="1">
              <a:off x="6713654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4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5" name="Google Shape;405;p3"/>
            <p:cNvSpPr/>
            <p:nvPr/>
          </p:nvSpPr>
          <p:spPr>
            <a:xfrm rot="10800000" flipH="1">
              <a:off x="7890323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37" y="178"/>
                    <a:pt x="178" y="139"/>
                    <a:pt x="178" y="90"/>
                  </a:cubicBezTo>
                  <a:cubicBezTo>
                    <a:pt x="178" y="40"/>
                    <a:pt x="137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6" name="Google Shape;406;p3"/>
            <p:cNvSpPr/>
            <p:nvPr/>
          </p:nvSpPr>
          <p:spPr>
            <a:xfrm rot="10800000" flipH="1">
              <a:off x="7833244" y="118965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7" name="Google Shape;407;p3"/>
            <p:cNvSpPr/>
            <p:nvPr/>
          </p:nvSpPr>
          <p:spPr>
            <a:xfrm rot="10800000" flipH="1">
              <a:off x="7780052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8" name="Google Shape;408;p3"/>
            <p:cNvSpPr/>
            <p:nvPr/>
          </p:nvSpPr>
          <p:spPr>
            <a:xfrm rot="10800000" flipH="1">
              <a:off x="7726738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9" name="Google Shape;409;p3"/>
            <p:cNvSpPr/>
            <p:nvPr/>
          </p:nvSpPr>
          <p:spPr>
            <a:xfrm rot="10800000" flipH="1">
              <a:off x="7673424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0" name="Google Shape;410;p3"/>
            <p:cNvSpPr/>
            <p:nvPr/>
          </p:nvSpPr>
          <p:spPr>
            <a:xfrm rot="10800000" flipH="1">
              <a:off x="7619989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1" name="Google Shape;411;p3"/>
            <p:cNvSpPr/>
            <p:nvPr/>
          </p:nvSpPr>
          <p:spPr>
            <a:xfrm rot="10800000" flipH="1">
              <a:off x="7566675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2" name="Google Shape;412;p3"/>
            <p:cNvSpPr/>
            <p:nvPr/>
          </p:nvSpPr>
          <p:spPr>
            <a:xfrm rot="10800000" flipH="1">
              <a:off x="7513361" y="118965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3" name="Google Shape;413;p3"/>
            <p:cNvSpPr/>
            <p:nvPr/>
          </p:nvSpPr>
          <p:spPr>
            <a:xfrm rot="10800000" flipH="1">
              <a:off x="7463812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90"/>
                  </a:cubicBezTo>
                  <a:cubicBezTo>
                    <a:pt x="177" y="40"/>
                    <a:pt x="138" y="1"/>
                    <a:pt x="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4" name="Google Shape;414;p3"/>
            <p:cNvSpPr/>
            <p:nvPr/>
          </p:nvSpPr>
          <p:spPr>
            <a:xfrm rot="10800000" flipH="1">
              <a:off x="7406855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5" name="Google Shape;415;p3"/>
            <p:cNvSpPr/>
            <p:nvPr/>
          </p:nvSpPr>
          <p:spPr>
            <a:xfrm rot="10800000" flipH="1">
              <a:off x="7353541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6" name="Google Shape;416;p3"/>
            <p:cNvSpPr/>
            <p:nvPr/>
          </p:nvSpPr>
          <p:spPr>
            <a:xfrm rot="10800000" flipH="1">
              <a:off x="7303749" y="1189654"/>
              <a:ext cx="21738" cy="21738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1"/>
                  </a:moveTo>
                  <a:cubicBezTo>
                    <a:pt x="40" y="1"/>
                    <a:pt x="1" y="40"/>
                    <a:pt x="1" y="90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90"/>
                  </a:cubicBezTo>
                  <a:cubicBezTo>
                    <a:pt x="179" y="40"/>
                    <a:pt x="138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7" name="Google Shape;417;p3"/>
            <p:cNvSpPr/>
            <p:nvPr/>
          </p:nvSpPr>
          <p:spPr>
            <a:xfrm rot="10800000" flipH="1">
              <a:off x="7246792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8" name="Google Shape;418;p3"/>
            <p:cNvSpPr/>
            <p:nvPr/>
          </p:nvSpPr>
          <p:spPr>
            <a:xfrm rot="10800000" flipH="1">
              <a:off x="7193478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9" name="Google Shape;419;p3"/>
            <p:cNvSpPr/>
            <p:nvPr/>
          </p:nvSpPr>
          <p:spPr>
            <a:xfrm rot="10800000" flipH="1">
              <a:off x="7143808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1" y="1"/>
                    <a:pt x="0" y="40"/>
                    <a:pt x="0" y="90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90"/>
                  </a:cubicBezTo>
                  <a:cubicBezTo>
                    <a:pt x="178" y="40"/>
                    <a:pt x="139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0" name="Google Shape;420;p3"/>
            <p:cNvSpPr/>
            <p:nvPr/>
          </p:nvSpPr>
          <p:spPr>
            <a:xfrm rot="10800000" flipH="1">
              <a:off x="7086972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1" name="Google Shape;421;p3"/>
            <p:cNvSpPr/>
            <p:nvPr/>
          </p:nvSpPr>
          <p:spPr>
            <a:xfrm rot="10800000" flipH="1">
              <a:off x="7033537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2" name="Google Shape;422;p3"/>
            <p:cNvSpPr/>
            <p:nvPr/>
          </p:nvSpPr>
          <p:spPr>
            <a:xfrm rot="10800000" flipH="1">
              <a:off x="6980223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3" name="Google Shape;423;p3"/>
            <p:cNvSpPr/>
            <p:nvPr/>
          </p:nvSpPr>
          <p:spPr>
            <a:xfrm rot="10800000" flipH="1">
              <a:off x="6926909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4" name="Google Shape;424;p3"/>
            <p:cNvSpPr/>
            <p:nvPr/>
          </p:nvSpPr>
          <p:spPr>
            <a:xfrm rot="10800000" flipH="1">
              <a:off x="6873595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5" name="Google Shape;425;p3"/>
            <p:cNvSpPr/>
            <p:nvPr/>
          </p:nvSpPr>
          <p:spPr>
            <a:xfrm rot="10800000" flipH="1">
              <a:off x="6820281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6" name="Google Shape;426;p3"/>
            <p:cNvSpPr/>
            <p:nvPr/>
          </p:nvSpPr>
          <p:spPr>
            <a:xfrm rot="10800000" flipH="1">
              <a:off x="6767089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1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7" name="Google Shape;427;p3"/>
            <p:cNvSpPr/>
            <p:nvPr/>
          </p:nvSpPr>
          <p:spPr>
            <a:xfrm rot="10800000" flipH="1">
              <a:off x="6713654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8" name="Google Shape;428;p3"/>
            <p:cNvSpPr/>
            <p:nvPr/>
          </p:nvSpPr>
          <p:spPr>
            <a:xfrm rot="10800000" flipH="1">
              <a:off x="7886558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9" name="Google Shape;429;p3"/>
            <p:cNvSpPr/>
            <p:nvPr/>
          </p:nvSpPr>
          <p:spPr>
            <a:xfrm rot="10800000" flipH="1">
              <a:off x="7833244" y="113634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0" name="Google Shape;430;p3"/>
            <p:cNvSpPr/>
            <p:nvPr/>
          </p:nvSpPr>
          <p:spPr>
            <a:xfrm rot="10800000" flipH="1">
              <a:off x="7780052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1" name="Google Shape;431;p3"/>
            <p:cNvSpPr/>
            <p:nvPr/>
          </p:nvSpPr>
          <p:spPr>
            <a:xfrm rot="10800000" flipH="1">
              <a:off x="7726738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2" name="Google Shape;432;p3"/>
            <p:cNvSpPr/>
            <p:nvPr/>
          </p:nvSpPr>
          <p:spPr>
            <a:xfrm rot="10800000" flipH="1">
              <a:off x="7673424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3" name="Google Shape;433;p3"/>
            <p:cNvSpPr/>
            <p:nvPr/>
          </p:nvSpPr>
          <p:spPr>
            <a:xfrm rot="10800000" flipH="1">
              <a:off x="7619989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4" name="Google Shape;434;p3"/>
            <p:cNvSpPr/>
            <p:nvPr/>
          </p:nvSpPr>
          <p:spPr>
            <a:xfrm rot="10800000" flipH="1">
              <a:off x="7566675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5" name="Google Shape;435;p3"/>
            <p:cNvSpPr/>
            <p:nvPr/>
          </p:nvSpPr>
          <p:spPr>
            <a:xfrm rot="10800000" flipH="1">
              <a:off x="7513361" y="113634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6" name="Google Shape;436;p3"/>
            <p:cNvSpPr/>
            <p:nvPr/>
          </p:nvSpPr>
          <p:spPr>
            <a:xfrm rot="10800000" flipH="1">
              <a:off x="7460169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7" name="Google Shape;437;p3"/>
            <p:cNvSpPr/>
            <p:nvPr/>
          </p:nvSpPr>
          <p:spPr>
            <a:xfrm rot="10800000" flipH="1">
              <a:off x="7406855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8" name="Google Shape;438;p3"/>
            <p:cNvSpPr/>
            <p:nvPr/>
          </p:nvSpPr>
          <p:spPr>
            <a:xfrm rot="10800000" flipH="1">
              <a:off x="7353541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9" name="Google Shape;439;p3"/>
            <p:cNvSpPr/>
            <p:nvPr/>
          </p:nvSpPr>
          <p:spPr>
            <a:xfrm rot="10800000" flipH="1">
              <a:off x="7300106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0" name="Google Shape;440;p3"/>
            <p:cNvSpPr/>
            <p:nvPr/>
          </p:nvSpPr>
          <p:spPr>
            <a:xfrm rot="10800000" flipH="1">
              <a:off x="7246792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1" name="Google Shape;441;p3"/>
            <p:cNvSpPr/>
            <p:nvPr/>
          </p:nvSpPr>
          <p:spPr>
            <a:xfrm rot="10800000" flipH="1">
              <a:off x="7193478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2" name="Google Shape;442;p3"/>
            <p:cNvSpPr/>
            <p:nvPr/>
          </p:nvSpPr>
          <p:spPr>
            <a:xfrm rot="10800000" flipH="1">
              <a:off x="7140164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3" name="Google Shape;443;p3"/>
            <p:cNvSpPr/>
            <p:nvPr/>
          </p:nvSpPr>
          <p:spPr>
            <a:xfrm rot="10800000" flipH="1">
              <a:off x="7086972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4" name="Google Shape;444;p3"/>
            <p:cNvSpPr/>
            <p:nvPr/>
          </p:nvSpPr>
          <p:spPr>
            <a:xfrm rot="10800000" flipH="1">
              <a:off x="7033537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5" name="Google Shape;445;p3"/>
            <p:cNvSpPr/>
            <p:nvPr/>
          </p:nvSpPr>
          <p:spPr>
            <a:xfrm rot="10800000" flipH="1">
              <a:off x="6980223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6" name="Google Shape;446;p3"/>
            <p:cNvSpPr/>
            <p:nvPr/>
          </p:nvSpPr>
          <p:spPr>
            <a:xfrm rot="10800000" flipH="1">
              <a:off x="6926909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7" name="Google Shape;447;p3"/>
            <p:cNvSpPr/>
            <p:nvPr/>
          </p:nvSpPr>
          <p:spPr>
            <a:xfrm rot="10800000" flipH="1">
              <a:off x="6873595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8" name="Google Shape;448;p3"/>
            <p:cNvSpPr/>
            <p:nvPr/>
          </p:nvSpPr>
          <p:spPr>
            <a:xfrm rot="10800000" flipH="1">
              <a:off x="6820281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9" name="Google Shape;449;p3"/>
            <p:cNvSpPr/>
            <p:nvPr/>
          </p:nvSpPr>
          <p:spPr>
            <a:xfrm rot="10800000" flipH="1">
              <a:off x="6767089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0" name="Google Shape;450;p3"/>
            <p:cNvSpPr/>
            <p:nvPr/>
          </p:nvSpPr>
          <p:spPr>
            <a:xfrm rot="10800000" flipH="1">
              <a:off x="6713654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1" name="Google Shape;451;p3"/>
            <p:cNvSpPr/>
            <p:nvPr/>
          </p:nvSpPr>
          <p:spPr>
            <a:xfrm rot="10800000" flipH="1">
              <a:off x="7886680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2" name="Google Shape;452;p3"/>
            <p:cNvSpPr/>
            <p:nvPr/>
          </p:nvSpPr>
          <p:spPr>
            <a:xfrm rot="10800000" flipH="1">
              <a:off x="7837009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7" y="82"/>
                    <a:pt x="152" y="27"/>
                  </a:cubicBezTo>
                  <a:cubicBezTo>
                    <a:pt x="134" y="9"/>
                    <a:pt x="111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3" name="Google Shape;453;p3"/>
            <p:cNvSpPr/>
            <p:nvPr/>
          </p:nvSpPr>
          <p:spPr>
            <a:xfrm rot="10800000" flipH="1">
              <a:off x="7780052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1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4" name="Google Shape;454;p3"/>
            <p:cNvSpPr/>
            <p:nvPr/>
          </p:nvSpPr>
          <p:spPr>
            <a:xfrm rot="10800000" flipH="1">
              <a:off x="7726738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7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ubicBezTo>
                    <a:pt x="118" y="0"/>
                    <a:pt x="118" y="0"/>
                    <a:pt x="1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5" name="Google Shape;455;p3"/>
            <p:cNvSpPr/>
            <p:nvPr/>
          </p:nvSpPr>
          <p:spPr>
            <a:xfrm rot="10800000" flipH="1">
              <a:off x="7673424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6" name="Google Shape;456;p3"/>
            <p:cNvSpPr/>
            <p:nvPr/>
          </p:nvSpPr>
          <p:spPr>
            <a:xfrm rot="10800000" flipH="1">
              <a:off x="7619989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1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7" name="Google Shape;457;p3"/>
            <p:cNvSpPr/>
            <p:nvPr/>
          </p:nvSpPr>
          <p:spPr>
            <a:xfrm rot="10800000" flipH="1">
              <a:off x="7566797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8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8" name="Google Shape;458;p3"/>
            <p:cNvSpPr/>
            <p:nvPr/>
          </p:nvSpPr>
          <p:spPr>
            <a:xfrm rot="10800000" flipH="1">
              <a:off x="7513361" y="1083027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9" name="Google Shape;459;p3"/>
            <p:cNvSpPr/>
            <p:nvPr/>
          </p:nvSpPr>
          <p:spPr>
            <a:xfrm rot="10800000" flipH="1">
              <a:off x="7460169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0" name="Google Shape;460;p3"/>
            <p:cNvSpPr/>
            <p:nvPr/>
          </p:nvSpPr>
          <p:spPr>
            <a:xfrm rot="10800000" flipH="1">
              <a:off x="7406855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1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1" name="Google Shape;461;p3"/>
            <p:cNvSpPr/>
            <p:nvPr/>
          </p:nvSpPr>
          <p:spPr>
            <a:xfrm rot="10800000" flipH="1">
              <a:off x="7353541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8" y="0"/>
                    <a:pt x="118" y="0"/>
                    <a:pt x="117" y="0"/>
                  </a:cubicBezTo>
                  <a:cubicBezTo>
                    <a:pt x="39" y="0"/>
                    <a:pt x="1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2" name="Google Shape;462;p3"/>
            <p:cNvSpPr/>
            <p:nvPr/>
          </p:nvSpPr>
          <p:spPr>
            <a:xfrm rot="10800000" flipH="1">
              <a:off x="7300106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3" name="Google Shape;463;p3"/>
            <p:cNvSpPr/>
            <p:nvPr/>
          </p:nvSpPr>
          <p:spPr>
            <a:xfrm rot="10800000" flipH="1">
              <a:off x="7246792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4" name="Google Shape;464;p3"/>
            <p:cNvSpPr/>
            <p:nvPr/>
          </p:nvSpPr>
          <p:spPr>
            <a:xfrm rot="10800000" flipH="1">
              <a:off x="7193478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5" name="Google Shape;465;p3"/>
            <p:cNvSpPr/>
            <p:nvPr/>
          </p:nvSpPr>
          <p:spPr>
            <a:xfrm rot="10800000" flipH="1">
              <a:off x="7140286" y="1083027"/>
              <a:ext cx="25139" cy="21617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6" name="Google Shape;466;p3"/>
            <p:cNvSpPr/>
            <p:nvPr/>
          </p:nvSpPr>
          <p:spPr>
            <a:xfrm rot="10800000" flipH="1">
              <a:off x="7086972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7" name="Google Shape;467;p3"/>
            <p:cNvSpPr/>
            <p:nvPr/>
          </p:nvSpPr>
          <p:spPr>
            <a:xfrm rot="10800000" flipH="1">
              <a:off x="7037180" y="108302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90" y="1"/>
                  </a:moveTo>
                  <a:cubicBezTo>
                    <a:pt x="44" y="1"/>
                    <a:pt x="1" y="36"/>
                    <a:pt x="1" y="89"/>
                  </a:cubicBezTo>
                  <a:cubicBezTo>
                    <a:pt x="1" y="139"/>
                    <a:pt x="40" y="178"/>
                    <a:pt x="89" y="178"/>
                  </a:cubicBezTo>
                  <a:cubicBezTo>
                    <a:pt x="168" y="178"/>
                    <a:pt x="209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8" name="Google Shape;468;p3"/>
            <p:cNvSpPr/>
            <p:nvPr/>
          </p:nvSpPr>
          <p:spPr>
            <a:xfrm rot="10800000" flipH="1">
              <a:off x="6980223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9" name="Google Shape;469;p3"/>
            <p:cNvSpPr/>
            <p:nvPr/>
          </p:nvSpPr>
          <p:spPr>
            <a:xfrm rot="10800000" flipH="1">
              <a:off x="6926909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0" name="Google Shape;470;p3"/>
            <p:cNvSpPr/>
            <p:nvPr/>
          </p:nvSpPr>
          <p:spPr>
            <a:xfrm rot="10800000" flipH="1">
              <a:off x="6877360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39" y="178"/>
                    <a:pt x="88" y="178"/>
                  </a:cubicBezTo>
                  <a:cubicBezTo>
                    <a:pt x="168" y="178"/>
                    <a:pt x="207" y="82"/>
                    <a:pt x="151" y="27"/>
                  </a:cubicBezTo>
                  <a:cubicBezTo>
                    <a:pt x="133" y="9"/>
                    <a:pt x="111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1" name="Google Shape;471;p3"/>
            <p:cNvSpPr/>
            <p:nvPr/>
          </p:nvSpPr>
          <p:spPr>
            <a:xfrm rot="10800000" flipH="1">
              <a:off x="6820403" y="1083027"/>
              <a:ext cx="25139" cy="21617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2" name="Google Shape;472;p3"/>
            <p:cNvSpPr/>
            <p:nvPr/>
          </p:nvSpPr>
          <p:spPr>
            <a:xfrm rot="10800000" flipH="1">
              <a:off x="6767089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3" name="Google Shape;473;p3"/>
            <p:cNvSpPr/>
            <p:nvPr/>
          </p:nvSpPr>
          <p:spPr>
            <a:xfrm rot="10800000" flipH="1">
              <a:off x="6717297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90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8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474" name="Google Shape;474;p3"/>
          <p:cNvSpPr/>
          <p:nvPr/>
        </p:nvSpPr>
        <p:spPr>
          <a:xfrm>
            <a:off x="5778878" y="2955"/>
            <a:ext cx="2453710" cy="556251"/>
          </a:xfrm>
          <a:custGeom>
            <a:avLst/>
            <a:gdLst/>
            <a:ahLst/>
            <a:cxnLst/>
            <a:rect l="l" t="t" r="r" b="b"/>
            <a:pathLst>
              <a:path w="68794" h="15095" extrusionOk="0">
                <a:moveTo>
                  <a:pt x="68505" y="1"/>
                </a:moveTo>
                <a:cubicBezTo>
                  <a:pt x="68389" y="73"/>
                  <a:pt x="68355" y="226"/>
                  <a:pt x="68427" y="342"/>
                </a:cubicBezTo>
                <a:cubicBezTo>
                  <a:pt x="68473" y="417"/>
                  <a:pt x="68552" y="458"/>
                  <a:pt x="68634" y="458"/>
                </a:cubicBezTo>
                <a:cubicBezTo>
                  <a:pt x="68680" y="458"/>
                  <a:pt x="68727" y="445"/>
                  <a:pt x="68768" y="418"/>
                </a:cubicBezTo>
                <a:cubicBezTo>
                  <a:pt x="68781" y="208"/>
                  <a:pt x="68790" y="73"/>
                  <a:pt x="68793" y="23"/>
                </a:cubicBezTo>
                <a:cubicBezTo>
                  <a:pt x="68793" y="10"/>
                  <a:pt x="68793" y="1"/>
                  <a:pt x="68793" y="1"/>
                </a:cubicBezTo>
                <a:close/>
                <a:moveTo>
                  <a:pt x="213" y="1"/>
                </a:moveTo>
                <a:cubicBezTo>
                  <a:pt x="0" y="132"/>
                  <a:pt x="94" y="458"/>
                  <a:pt x="342" y="458"/>
                </a:cubicBezTo>
                <a:cubicBezTo>
                  <a:pt x="592" y="458"/>
                  <a:pt x="683" y="132"/>
                  <a:pt x="470" y="1"/>
                </a:cubicBezTo>
                <a:close/>
                <a:moveTo>
                  <a:pt x="1432" y="1"/>
                </a:moveTo>
                <a:cubicBezTo>
                  <a:pt x="1219" y="132"/>
                  <a:pt x="1313" y="458"/>
                  <a:pt x="1561" y="458"/>
                </a:cubicBezTo>
                <a:cubicBezTo>
                  <a:pt x="1811" y="458"/>
                  <a:pt x="1902" y="132"/>
                  <a:pt x="1689" y="1"/>
                </a:cubicBezTo>
                <a:close/>
                <a:moveTo>
                  <a:pt x="2654" y="1"/>
                </a:moveTo>
                <a:cubicBezTo>
                  <a:pt x="2438" y="132"/>
                  <a:pt x="2532" y="458"/>
                  <a:pt x="2780" y="458"/>
                </a:cubicBezTo>
                <a:cubicBezTo>
                  <a:pt x="3030" y="458"/>
                  <a:pt x="3121" y="132"/>
                  <a:pt x="2908" y="1"/>
                </a:cubicBezTo>
                <a:close/>
                <a:moveTo>
                  <a:pt x="3873" y="1"/>
                </a:moveTo>
                <a:cubicBezTo>
                  <a:pt x="3660" y="132"/>
                  <a:pt x="3751" y="458"/>
                  <a:pt x="4002" y="458"/>
                </a:cubicBezTo>
                <a:cubicBezTo>
                  <a:pt x="4249" y="458"/>
                  <a:pt x="4343" y="132"/>
                  <a:pt x="4130" y="1"/>
                </a:cubicBezTo>
                <a:close/>
                <a:moveTo>
                  <a:pt x="5092" y="1"/>
                </a:moveTo>
                <a:cubicBezTo>
                  <a:pt x="4879" y="132"/>
                  <a:pt x="4970" y="458"/>
                  <a:pt x="5221" y="458"/>
                </a:cubicBezTo>
                <a:cubicBezTo>
                  <a:pt x="5469" y="458"/>
                  <a:pt x="5563" y="132"/>
                  <a:pt x="5349" y="1"/>
                </a:cubicBezTo>
                <a:close/>
                <a:moveTo>
                  <a:pt x="6311" y="1"/>
                </a:moveTo>
                <a:cubicBezTo>
                  <a:pt x="6098" y="132"/>
                  <a:pt x="6189" y="458"/>
                  <a:pt x="6440" y="458"/>
                </a:cubicBezTo>
                <a:cubicBezTo>
                  <a:pt x="6691" y="458"/>
                  <a:pt x="6782" y="132"/>
                  <a:pt x="6568" y="1"/>
                </a:cubicBezTo>
                <a:close/>
                <a:moveTo>
                  <a:pt x="7531" y="1"/>
                </a:moveTo>
                <a:cubicBezTo>
                  <a:pt x="7317" y="132"/>
                  <a:pt x="7408" y="458"/>
                  <a:pt x="7659" y="458"/>
                </a:cubicBezTo>
                <a:cubicBezTo>
                  <a:pt x="7910" y="458"/>
                  <a:pt x="8001" y="132"/>
                  <a:pt x="7788" y="1"/>
                </a:cubicBezTo>
                <a:close/>
                <a:moveTo>
                  <a:pt x="8750" y="1"/>
                </a:moveTo>
                <a:cubicBezTo>
                  <a:pt x="8537" y="132"/>
                  <a:pt x="8631" y="458"/>
                  <a:pt x="8878" y="458"/>
                </a:cubicBezTo>
                <a:cubicBezTo>
                  <a:pt x="9129" y="458"/>
                  <a:pt x="9220" y="132"/>
                  <a:pt x="9007" y="1"/>
                </a:cubicBezTo>
                <a:close/>
                <a:moveTo>
                  <a:pt x="9969" y="1"/>
                </a:moveTo>
                <a:cubicBezTo>
                  <a:pt x="9756" y="132"/>
                  <a:pt x="9850" y="458"/>
                  <a:pt x="10097" y="458"/>
                </a:cubicBezTo>
                <a:cubicBezTo>
                  <a:pt x="10348" y="458"/>
                  <a:pt x="10439" y="132"/>
                  <a:pt x="10226" y="1"/>
                </a:cubicBezTo>
                <a:close/>
                <a:moveTo>
                  <a:pt x="11191" y="1"/>
                </a:moveTo>
                <a:cubicBezTo>
                  <a:pt x="10978" y="132"/>
                  <a:pt x="11069" y="458"/>
                  <a:pt x="11319" y="458"/>
                </a:cubicBezTo>
                <a:cubicBezTo>
                  <a:pt x="11567" y="458"/>
                  <a:pt x="11658" y="132"/>
                  <a:pt x="11445" y="1"/>
                </a:cubicBezTo>
                <a:close/>
                <a:moveTo>
                  <a:pt x="12410" y="1"/>
                </a:moveTo>
                <a:cubicBezTo>
                  <a:pt x="12197" y="132"/>
                  <a:pt x="12288" y="458"/>
                  <a:pt x="12538" y="458"/>
                </a:cubicBezTo>
                <a:cubicBezTo>
                  <a:pt x="12786" y="458"/>
                  <a:pt x="12880" y="132"/>
                  <a:pt x="12667" y="1"/>
                </a:cubicBezTo>
                <a:close/>
                <a:moveTo>
                  <a:pt x="13629" y="1"/>
                </a:moveTo>
                <a:cubicBezTo>
                  <a:pt x="13416" y="132"/>
                  <a:pt x="13507" y="458"/>
                  <a:pt x="13757" y="458"/>
                </a:cubicBezTo>
                <a:cubicBezTo>
                  <a:pt x="14005" y="458"/>
                  <a:pt x="14099" y="132"/>
                  <a:pt x="13886" y="1"/>
                </a:cubicBezTo>
                <a:close/>
                <a:moveTo>
                  <a:pt x="14848" y="1"/>
                </a:moveTo>
                <a:cubicBezTo>
                  <a:pt x="14635" y="132"/>
                  <a:pt x="14726" y="458"/>
                  <a:pt x="14976" y="458"/>
                </a:cubicBezTo>
                <a:cubicBezTo>
                  <a:pt x="15227" y="458"/>
                  <a:pt x="15318" y="132"/>
                  <a:pt x="15105" y="1"/>
                </a:cubicBezTo>
                <a:close/>
                <a:moveTo>
                  <a:pt x="16067" y="1"/>
                </a:moveTo>
                <a:cubicBezTo>
                  <a:pt x="15854" y="132"/>
                  <a:pt x="15945" y="458"/>
                  <a:pt x="16196" y="458"/>
                </a:cubicBezTo>
                <a:cubicBezTo>
                  <a:pt x="16446" y="458"/>
                  <a:pt x="16537" y="132"/>
                  <a:pt x="16324" y="1"/>
                </a:cubicBezTo>
                <a:close/>
                <a:moveTo>
                  <a:pt x="17286" y="1"/>
                </a:moveTo>
                <a:cubicBezTo>
                  <a:pt x="17073" y="132"/>
                  <a:pt x="17167" y="458"/>
                  <a:pt x="17415" y="458"/>
                </a:cubicBezTo>
                <a:cubicBezTo>
                  <a:pt x="17665" y="458"/>
                  <a:pt x="17756" y="132"/>
                  <a:pt x="17543" y="1"/>
                </a:cubicBezTo>
                <a:close/>
                <a:moveTo>
                  <a:pt x="18505" y="1"/>
                </a:moveTo>
                <a:cubicBezTo>
                  <a:pt x="18292" y="132"/>
                  <a:pt x="18386" y="458"/>
                  <a:pt x="18634" y="458"/>
                </a:cubicBezTo>
                <a:cubicBezTo>
                  <a:pt x="18884" y="458"/>
                  <a:pt x="18975" y="132"/>
                  <a:pt x="18762" y="1"/>
                </a:cubicBezTo>
                <a:close/>
                <a:moveTo>
                  <a:pt x="19727" y="1"/>
                </a:moveTo>
                <a:cubicBezTo>
                  <a:pt x="19514" y="132"/>
                  <a:pt x="19605" y="458"/>
                  <a:pt x="19856" y="458"/>
                </a:cubicBezTo>
                <a:cubicBezTo>
                  <a:pt x="20103" y="458"/>
                  <a:pt x="20194" y="132"/>
                  <a:pt x="19981" y="1"/>
                </a:cubicBezTo>
                <a:close/>
                <a:moveTo>
                  <a:pt x="20946" y="1"/>
                </a:moveTo>
                <a:cubicBezTo>
                  <a:pt x="20733" y="132"/>
                  <a:pt x="20824" y="458"/>
                  <a:pt x="21075" y="458"/>
                </a:cubicBezTo>
                <a:cubicBezTo>
                  <a:pt x="21322" y="458"/>
                  <a:pt x="21416" y="132"/>
                  <a:pt x="21203" y="1"/>
                </a:cubicBezTo>
                <a:close/>
                <a:moveTo>
                  <a:pt x="22165" y="1"/>
                </a:moveTo>
                <a:cubicBezTo>
                  <a:pt x="21952" y="132"/>
                  <a:pt x="22043" y="458"/>
                  <a:pt x="22294" y="458"/>
                </a:cubicBezTo>
                <a:cubicBezTo>
                  <a:pt x="22541" y="458"/>
                  <a:pt x="22636" y="132"/>
                  <a:pt x="22422" y="1"/>
                </a:cubicBezTo>
                <a:close/>
                <a:moveTo>
                  <a:pt x="23384" y="1"/>
                </a:moveTo>
                <a:cubicBezTo>
                  <a:pt x="23171" y="132"/>
                  <a:pt x="23262" y="458"/>
                  <a:pt x="23513" y="458"/>
                </a:cubicBezTo>
                <a:cubicBezTo>
                  <a:pt x="23764" y="458"/>
                  <a:pt x="23855" y="132"/>
                  <a:pt x="23641" y="1"/>
                </a:cubicBezTo>
                <a:close/>
                <a:moveTo>
                  <a:pt x="24604" y="1"/>
                </a:moveTo>
                <a:cubicBezTo>
                  <a:pt x="24390" y="132"/>
                  <a:pt x="24481" y="458"/>
                  <a:pt x="24732" y="458"/>
                </a:cubicBezTo>
                <a:cubicBezTo>
                  <a:pt x="24983" y="458"/>
                  <a:pt x="25074" y="132"/>
                  <a:pt x="24861" y="1"/>
                </a:cubicBezTo>
                <a:close/>
                <a:moveTo>
                  <a:pt x="25823" y="1"/>
                </a:moveTo>
                <a:cubicBezTo>
                  <a:pt x="25609" y="132"/>
                  <a:pt x="25704" y="458"/>
                  <a:pt x="25951" y="458"/>
                </a:cubicBezTo>
                <a:cubicBezTo>
                  <a:pt x="26202" y="458"/>
                  <a:pt x="26293" y="132"/>
                  <a:pt x="26080" y="1"/>
                </a:cubicBezTo>
                <a:close/>
                <a:moveTo>
                  <a:pt x="27042" y="1"/>
                </a:moveTo>
                <a:cubicBezTo>
                  <a:pt x="26829" y="132"/>
                  <a:pt x="26923" y="458"/>
                  <a:pt x="27170" y="458"/>
                </a:cubicBezTo>
                <a:cubicBezTo>
                  <a:pt x="27421" y="458"/>
                  <a:pt x="27512" y="132"/>
                  <a:pt x="27299" y="1"/>
                </a:cubicBezTo>
                <a:close/>
                <a:moveTo>
                  <a:pt x="28264" y="1"/>
                </a:moveTo>
                <a:cubicBezTo>
                  <a:pt x="28051" y="132"/>
                  <a:pt x="28142" y="458"/>
                  <a:pt x="28392" y="458"/>
                </a:cubicBezTo>
                <a:cubicBezTo>
                  <a:pt x="28640" y="458"/>
                  <a:pt x="28731" y="132"/>
                  <a:pt x="28518" y="1"/>
                </a:cubicBezTo>
                <a:close/>
                <a:moveTo>
                  <a:pt x="29483" y="1"/>
                </a:moveTo>
                <a:cubicBezTo>
                  <a:pt x="29270" y="132"/>
                  <a:pt x="29361" y="458"/>
                  <a:pt x="29611" y="458"/>
                </a:cubicBezTo>
                <a:cubicBezTo>
                  <a:pt x="29859" y="458"/>
                  <a:pt x="29953" y="132"/>
                  <a:pt x="29740" y="1"/>
                </a:cubicBezTo>
                <a:close/>
                <a:moveTo>
                  <a:pt x="30702" y="1"/>
                </a:moveTo>
                <a:cubicBezTo>
                  <a:pt x="30489" y="132"/>
                  <a:pt x="30580" y="458"/>
                  <a:pt x="30830" y="458"/>
                </a:cubicBezTo>
                <a:cubicBezTo>
                  <a:pt x="31078" y="458"/>
                  <a:pt x="31172" y="132"/>
                  <a:pt x="30959" y="1"/>
                </a:cubicBezTo>
                <a:close/>
                <a:moveTo>
                  <a:pt x="31921" y="1"/>
                </a:moveTo>
                <a:cubicBezTo>
                  <a:pt x="31708" y="132"/>
                  <a:pt x="31799" y="458"/>
                  <a:pt x="32049" y="458"/>
                </a:cubicBezTo>
                <a:cubicBezTo>
                  <a:pt x="32300" y="458"/>
                  <a:pt x="32391" y="132"/>
                  <a:pt x="32178" y="1"/>
                </a:cubicBezTo>
                <a:close/>
                <a:moveTo>
                  <a:pt x="33140" y="1"/>
                </a:moveTo>
                <a:cubicBezTo>
                  <a:pt x="32927" y="132"/>
                  <a:pt x="33021" y="458"/>
                  <a:pt x="33269" y="458"/>
                </a:cubicBezTo>
                <a:cubicBezTo>
                  <a:pt x="33519" y="458"/>
                  <a:pt x="33610" y="132"/>
                  <a:pt x="33397" y="1"/>
                </a:cubicBezTo>
                <a:close/>
                <a:moveTo>
                  <a:pt x="34359" y="1"/>
                </a:moveTo>
                <a:cubicBezTo>
                  <a:pt x="34146" y="132"/>
                  <a:pt x="34240" y="458"/>
                  <a:pt x="34488" y="458"/>
                </a:cubicBezTo>
                <a:cubicBezTo>
                  <a:pt x="34738" y="458"/>
                  <a:pt x="34829" y="132"/>
                  <a:pt x="34616" y="1"/>
                </a:cubicBezTo>
                <a:close/>
                <a:moveTo>
                  <a:pt x="35578" y="1"/>
                </a:moveTo>
                <a:cubicBezTo>
                  <a:pt x="35365" y="132"/>
                  <a:pt x="35459" y="458"/>
                  <a:pt x="35707" y="458"/>
                </a:cubicBezTo>
                <a:cubicBezTo>
                  <a:pt x="35957" y="458"/>
                  <a:pt x="36048" y="132"/>
                  <a:pt x="35835" y="1"/>
                </a:cubicBezTo>
                <a:close/>
                <a:moveTo>
                  <a:pt x="36800" y="1"/>
                </a:moveTo>
                <a:cubicBezTo>
                  <a:pt x="36587" y="132"/>
                  <a:pt x="36678" y="458"/>
                  <a:pt x="36929" y="458"/>
                </a:cubicBezTo>
                <a:cubicBezTo>
                  <a:pt x="37176" y="458"/>
                  <a:pt x="37267" y="132"/>
                  <a:pt x="37054" y="1"/>
                </a:cubicBezTo>
                <a:close/>
                <a:moveTo>
                  <a:pt x="38019" y="1"/>
                </a:moveTo>
                <a:cubicBezTo>
                  <a:pt x="37806" y="132"/>
                  <a:pt x="37897" y="458"/>
                  <a:pt x="38148" y="458"/>
                </a:cubicBezTo>
                <a:cubicBezTo>
                  <a:pt x="38395" y="458"/>
                  <a:pt x="38489" y="132"/>
                  <a:pt x="38276" y="1"/>
                </a:cubicBezTo>
                <a:close/>
                <a:moveTo>
                  <a:pt x="39238" y="1"/>
                </a:moveTo>
                <a:cubicBezTo>
                  <a:pt x="39025" y="132"/>
                  <a:pt x="39116" y="458"/>
                  <a:pt x="39367" y="458"/>
                </a:cubicBezTo>
                <a:cubicBezTo>
                  <a:pt x="39614" y="458"/>
                  <a:pt x="39708" y="132"/>
                  <a:pt x="39495" y="1"/>
                </a:cubicBezTo>
                <a:close/>
                <a:moveTo>
                  <a:pt x="40457" y="1"/>
                </a:moveTo>
                <a:cubicBezTo>
                  <a:pt x="40244" y="132"/>
                  <a:pt x="40335" y="458"/>
                  <a:pt x="40586" y="458"/>
                </a:cubicBezTo>
                <a:cubicBezTo>
                  <a:pt x="40837" y="458"/>
                  <a:pt x="40928" y="132"/>
                  <a:pt x="40714" y="1"/>
                </a:cubicBezTo>
                <a:close/>
                <a:moveTo>
                  <a:pt x="41677" y="1"/>
                </a:moveTo>
                <a:cubicBezTo>
                  <a:pt x="41463" y="132"/>
                  <a:pt x="41557" y="458"/>
                  <a:pt x="41805" y="458"/>
                </a:cubicBezTo>
                <a:cubicBezTo>
                  <a:pt x="42056" y="458"/>
                  <a:pt x="42147" y="132"/>
                  <a:pt x="41933" y="1"/>
                </a:cubicBezTo>
                <a:close/>
                <a:moveTo>
                  <a:pt x="42896" y="1"/>
                </a:moveTo>
                <a:cubicBezTo>
                  <a:pt x="42682" y="132"/>
                  <a:pt x="42776" y="458"/>
                  <a:pt x="43024" y="458"/>
                </a:cubicBezTo>
                <a:cubicBezTo>
                  <a:pt x="43275" y="458"/>
                  <a:pt x="43366" y="132"/>
                  <a:pt x="43153" y="1"/>
                </a:cubicBezTo>
                <a:close/>
                <a:moveTo>
                  <a:pt x="44115" y="1"/>
                </a:moveTo>
                <a:cubicBezTo>
                  <a:pt x="43902" y="132"/>
                  <a:pt x="43996" y="458"/>
                  <a:pt x="44243" y="458"/>
                </a:cubicBezTo>
                <a:cubicBezTo>
                  <a:pt x="44494" y="458"/>
                  <a:pt x="44585" y="132"/>
                  <a:pt x="44372" y="1"/>
                </a:cubicBezTo>
                <a:close/>
                <a:moveTo>
                  <a:pt x="45337" y="1"/>
                </a:moveTo>
                <a:cubicBezTo>
                  <a:pt x="45124" y="132"/>
                  <a:pt x="45215" y="458"/>
                  <a:pt x="45465" y="458"/>
                </a:cubicBezTo>
                <a:cubicBezTo>
                  <a:pt x="45713" y="458"/>
                  <a:pt x="45807" y="132"/>
                  <a:pt x="45591" y="1"/>
                </a:cubicBezTo>
                <a:close/>
                <a:moveTo>
                  <a:pt x="46556" y="1"/>
                </a:moveTo>
                <a:cubicBezTo>
                  <a:pt x="46343" y="132"/>
                  <a:pt x="46434" y="458"/>
                  <a:pt x="46684" y="458"/>
                </a:cubicBezTo>
                <a:cubicBezTo>
                  <a:pt x="46932" y="458"/>
                  <a:pt x="47026" y="132"/>
                  <a:pt x="46813" y="1"/>
                </a:cubicBezTo>
                <a:close/>
                <a:moveTo>
                  <a:pt x="47775" y="1"/>
                </a:moveTo>
                <a:cubicBezTo>
                  <a:pt x="47562" y="132"/>
                  <a:pt x="47653" y="458"/>
                  <a:pt x="47903" y="458"/>
                </a:cubicBezTo>
                <a:cubicBezTo>
                  <a:pt x="48151" y="458"/>
                  <a:pt x="48245" y="132"/>
                  <a:pt x="48032" y="1"/>
                </a:cubicBezTo>
                <a:close/>
                <a:moveTo>
                  <a:pt x="48994" y="1"/>
                </a:moveTo>
                <a:cubicBezTo>
                  <a:pt x="48781" y="132"/>
                  <a:pt x="48872" y="458"/>
                  <a:pt x="49122" y="458"/>
                </a:cubicBezTo>
                <a:cubicBezTo>
                  <a:pt x="49373" y="458"/>
                  <a:pt x="49464" y="132"/>
                  <a:pt x="49251" y="1"/>
                </a:cubicBezTo>
                <a:close/>
                <a:moveTo>
                  <a:pt x="50213" y="1"/>
                </a:moveTo>
                <a:cubicBezTo>
                  <a:pt x="50000" y="132"/>
                  <a:pt x="50094" y="458"/>
                  <a:pt x="50342" y="458"/>
                </a:cubicBezTo>
                <a:cubicBezTo>
                  <a:pt x="50592" y="458"/>
                  <a:pt x="50683" y="132"/>
                  <a:pt x="50470" y="1"/>
                </a:cubicBezTo>
                <a:close/>
                <a:moveTo>
                  <a:pt x="51432" y="1"/>
                </a:moveTo>
                <a:cubicBezTo>
                  <a:pt x="51219" y="132"/>
                  <a:pt x="51313" y="458"/>
                  <a:pt x="51561" y="458"/>
                </a:cubicBezTo>
                <a:cubicBezTo>
                  <a:pt x="51811" y="458"/>
                  <a:pt x="51902" y="132"/>
                  <a:pt x="51689" y="1"/>
                </a:cubicBezTo>
                <a:close/>
                <a:moveTo>
                  <a:pt x="52654" y="1"/>
                </a:moveTo>
                <a:cubicBezTo>
                  <a:pt x="52438" y="132"/>
                  <a:pt x="52532" y="458"/>
                  <a:pt x="52780" y="458"/>
                </a:cubicBezTo>
                <a:cubicBezTo>
                  <a:pt x="53030" y="458"/>
                  <a:pt x="53121" y="132"/>
                  <a:pt x="52908" y="1"/>
                </a:cubicBezTo>
                <a:close/>
                <a:moveTo>
                  <a:pt x="53873" y="1"/>
                </a:moveTo>
                <a:cubicBezTo>
                  <a:pt x="53660" y="132"/>
                  <a:pt x="53751" y="458"/>
                  <a:pt x="54002" y="458"/>
                </a:cubicBezTo>
                <a:cubicBezTo>
                  <a:pt x="54249" y="458"/>
                  <a:pt x="54343" y="132"/>
                  <a:pt x="54127" y="1"/>
                </a:cubicBezTo>
                <a:close/>
                <a:moveTo>
                  <a:pt x="55092" y="1"/>
                </a:moveTo>
                <a:cubicBezTo>
                  <a:pt x="54879" y="132"/>
                  <a:pt x="54970" y="458"/>
                  <a:pt x="55221" y="458"/>
                </a:cubicBezTo>
                <a:cubicBezTo>
                  <a:pt x="55468" y="458"/>
                  <a:pt x="55562" y="132"/>
                  <a:pt x="55349" y="1"/>
                </a:cubicBezTo>
                <a:close/>
                <a:moveTo>
                  <a:pt x="56311" y="1"/>
                </a:moveTo>
                <a:cubicBezTo>
                  <a:pt x="56098" y="132"/>
                  <a:pt x="56189" y="458"/>
                  <a:pt x="56440" y="458"/>
                </a:cubicBezTo>
                <a:cubicBezTo>
                  <a:pt x="56687" y="458"/>
                  <a:pt x="56781" y="132"/>
                  <a:pt x="56568" y="1"/>
                </a:cubicBezTo>
                <a:close/>
                <a:moveTo>
                  <a:pt x="57530" y="1"/>
                </a:moveTo>
                <a:cubicBezTo>
                  <a:pt x="57317" y="132"/>
                  <a:pt x="57408" y="458"/>
                  <a:pt x="57659" y="458"/>
                </a:cubicBezTo>
                <a:cubicBezTo>
                  <a:pt x="57910" y="458"/>
                  <a:pt x="58001" y="132"/>
                  <a:pt x="57787" y="1"/>
                </a:cubicBezTo>
                <a:close/>
                <a:moveTo>
                  <a:pt x="58750" y="1"/>
                </a:moveTo>
                <a:cubicBezTo>
                  <a:pt x="58536" y="132"/>
                  <a:pt x="58630" y="458"/>
                  <a:pt x="58878" y="458"/>
                </a:cubicBezTo>
                <a:cubicBezTo>
                  <a:pt x="59129" y="458"/>
                  <a:pt x="59220" y="132"/>
                  <a:pt x="59006" y="1"/>
                </a:cubicBezTo>
                <a:close/>
                <a:moveTo>
                  <a:pt x="59969" y="1"/>
                </a:moveTo>
                <a:cubicBezTo>
                  <a:pt x="59755" y="132"/>
                  <a:pt x="59849" y="458"/>
                  <a:pt x="60097" y="458"/>
                </a:cubicBezTo>
                <a:cubicBezTo>
                  <a:pt x="60348" y="458"/>
                  <a:pt x="60439" y="132"/>
                  <a:pt x="60226" y="1"/>
                </a:cubicBezTo>
                <a:close/>
                <a:moveTo>
                  <a:pt x="61191" y="1"/>
                </a:moveTo>
                <a:cubicBezTo>
                  <a:pt x="60975" y="132"/>
                  <a:pt x="61069" y="458"/>
                  <a:pt x="61316" y="458"/>
                </a:cubicBezTo>
                <a:cubicBezTo>
                  <a:pt x="61567" y="458"/>
                  <a:pt x="61658" y="132"/>
                  <a:pt x="61445" y="1"/>
                </a:cubicBezTo>
                <a:close/>
                <a:moveTo>
                  <a:pt x="62410" y="1"/>
                </a:moveTo>
                <a:cubicBezTo>
                  <a:pt x="62197" y="132"/>
                  <a:pt x="62288" y="458"/>
                  <a:pt x="62538" y="458"/>
                </a:cubicBezTo>
                <a:cubicBezTo>
                  <a:pt x="62786" y="458"/>
                  <a:pt x="62880" y="132"/>
                  <a:pt x="62667" y="1"/>
                </a:cubicBezTo>
                <a:close/>
                <a:moveTo>
                  <a:pt x="63629" y="1"/>
                </a:moveTo>
                <a:cubicBezTo>
                  <a:pt x="63416" y="132"/>
                  <a:pt x="63507" y="458"/>
                  <a:pt x="63757" y="458"/>
                </a:cubicBezTo>
                <a:cubicBezTo>
                  <a:pt x="64005" y="458"/>
                  <a:pt x="64099" y="132"/>
                  <a:pt x="63886" y="1"/>
                </a:cubicBezTo>
                <a:close/>
                <a:moveTo>
                  <a:pt x="64848" y="1"/>
                </a:moveTo>
                <a:cubicBezTo>
                  <a:pt x="64635" y="132"/>
                  <a:pt x="64726" y="458"/>
                  <a:pt x="64976" y="458"/>
                </a:cubicBezTo>
                <a:cubicBezTo>
                  <a:pt x="65224" y="458"/>
                  <a:pt x="65318" y="132"/>
                  <a:pt x="65105" y="1"/>
                </a:cubicBezTo>
                <a:close/>
                <a:moveTo>
                  <a:pt x="66067" y="1"/>
                </a:moveTo>
                <a:cubicBezTo>
                  <a:pt x="65854" y="132"/>
                  <a:pt x="65945" y="458"/>
                  <a:pt x="66195" y="458"/>
                </a:cubicBezTo>
                <a:cubicBezTo>
                  <a:pt x="66446" y="458"/>
                  <a:pt x="66537" y="132"/>
                  <a:pt x="66324" y="1"/>
                </a:cubicBezTo>
                <a:close/>
                <a:moveTo>
                  <a:pt x="67286" y="1"/>
                </a:moveTo>
                <a:cubicBezTo>
                  <a:pt x="67073" y="132"/>
                  <a:pt x="67167" y="458"/>
                  <a:pt x="67414" y="458"/>
                </a:cubicBezTo>
                <a:cubicBezTo>
                  <a:pt x="67665" y="458"/>
                  <a:pt x="67756" y="132"/>
                  <a:pt x="67543" y="1"/>
                </a:cubicBezTo>
                <a:close/>
                <a:moveTo>
                  <a:pt x="342" y="1185"/>
                </a:moveTo>
                <a:cubicBezTo>
                  <a:pt x="320" y="1185"/>
                  <a:pt x="298" y="1189"/>
                  <a:pt x="279" y="1195"/>
                </a:cubicBezTo>
                <a:cubicBezTo>
                  <a:pt x="338" y="1333"/>
                  <a:pt x="404" y="1483"/>
                  <a:pt x="476" y="1640"/>
                </a:cubicBezTo>
                <a:cubicBezTo>
                  <a:pt x="683" y="1505"/>
                  <a:pt x="589" y="1185"/>
                  <a:pt x="342" y="1185"/>
                </a:cubicBezTo>
                <a:close/>
                <a:moveTo>
                  <a:pt x="68630" y="1184"/>
                </a:moveTo>
                <a:cubicBezTo>
                  <a:pt x="68501" y="1184"/>
                  <a:pt x="68389" y="1290"/>
                  <a:pt x="68389" y="1430"/>
                </a:cubicBezTo>
                <a:cubicBezTo>
                  <a:pt x="68386" y="1569"/>
                  <a:pt x="68500" y="1678"/>
                  <a:pt x="68633" y="1678"/>
                </a:cubicBezTo>
                <a:cubicBezTo>
                  <a:pt x="68647" y="1678"/>
                  <a:pt x="68660" y="1677"/>
                  <a:pt x="68674" y="1674"/>
                </a:cubicBezTo>
                <a:cubicBezTo>
                  <a:pt x="68690" y="1505"/>
                  <a:pt x="68702" y="1345"/>
                  <a:pt x="68712" y="1198"/>
                </a:cubicBezTo>
                <a:cubicBezTo>
                  <a:pt x="68685" y="1188"/>
                  <a:pt x="68657" y="1184"/>
                  <a:pt x="68630" y="1184"/>
                </a:cubicBezTo>
                <a:close/>
                <a:moveTo>
                  <a:pt x="55221" y="1185"/>
                </a:moveTo>
                <a:cubicBezTo>
                  <a:pt x="55001" y="1185"/>
                  <a:pt x="54889" y="1449"/>
                  <a:pt x="55045" y="1605"/>
                </a:cubicBezTo>
                <a:cubicBezTo>
                  <a:pt x="55096" y="1656"/>
                  <a:pt x="55158" y="1679"/>
                  <a:pt x="55219" y="1679"/>
                </a:cubicBezTo>
                <a:cubicBezTo>
                  <a:pt x="55345" y="1679"/>
                  <a:pt x="55465" y="1580"/>
                  <a:pt x="55465" y="1430"/>
                </a:cubicBezTo>
                <a:cubicBezTo>
                  <a:pt x="55465" y="1295"/>
                  <a:pt x="55356" y="1185"/>
                  <a:pt x="55221" y="1185"/>
                </a:cubicBezTo>
                <a:close/>
                <a:moveTo>
                  <a:pt x="56440" y="1185"/>
                </a:moveTo>
                <a:cubicBezTo>
                  <a:pt x="56221" y="1185"/>
                  <a:pt x="56111" y="1449"/>
                  <a:pt x="56264" y="1605"/>
                </a:cubicBezTo>
                <a:cubicBezTo>
                  <a:pt x="56315" y="1656"/>
                  <a:pt x="56378" y="1679"/>
                  <a:pt x="56439" y="1679"/>
                </a:cubicBezTo>
                <a:cubicBezTo>
                  <a:pt x="56566" y="1679"/>
                  <a:pt x="56687" y="1580"/>
                  <a:pt x="56687" y="1430"/>
                </a:cubicBezTo>
                <a:cubicBezTo>
                  <a:pt x="56684" y="1295"/>
                  <a:pt x="56575" y="1185"/>
                  <a:pt x="56440" y="1185"/>
                </a:cubicBezTo>
                <a:close/>
                <a:moveTo>
                  <a:pt x="57659" y="1185"/>
                </a:moveTo>
                <a:cubicBezTo>
                  <a:pt x="57440" y="1185"/>
                  <a:pt x="57330" y="1449"/>
                  <a:pt x="57483" y="1605"/>
                </a:cubicBezTo>
                <a:cubicBezTo>
                  <a:pt x="57534" y="1656"/>
                  <a:pt x="57597" y="1679"/>
                  <a:pt x="57658" y="1679"/>
                </a:cubicBezTo>
                <a:cubicBezTo>
                  <a:pt x="57785" y="1679"/>
                  <a:pt x="57907" y="1580"/>
                  <a:pt x="57907" y="1430"/>
                </a:cubicBezTo>
                <a:cubicBezTo>
                  <a:pt x="57907" y="1295"/>
                  <a:pt x="57794" y="1185"/>
                  <a:pt x="57659" y="1185"/>
                </a:cubicBezTo>
                <a:close/>
                <a:moveTo>
                  <a:pt x="58878" y="1185"/>
                </a:moveTo>
                <a:cubicBezTo>
                  <a:pt x="58659" y="1185"/>
                  <a:pt x="58549" y="1449"/>
                  <a:pt x="58703" y="1605"/>
                </a:cubicBezTo>
                <a:cubicBezTo>
                  <a:pt x="58753" y="1656"/>
                  <a:pt x="58816" y="1679"/>
                  <a:pt x="58877" y="1679"/>
                </a:cubicBezTo>
                <a:cubicBezTo>
                  <a:pt x="59004" y="1679"/>
                  <a:pt x="59126" y="1580"/>
                  <a:pt x="59126" y="1430"/>
                </a:cubicBezTo>
                <a:cubicBezTo>
                  <a:pt x="59126" y="1295"/>
                  <a:pt x="59016" y="1185"/>
                  <a:pt x="58878" y="1185"/>
                </a:cubicBezTo>
                <a:close/>
                <a:moveTo>
                  <a:pt x="60097" y="1185"/>
                </a:moveTo>
                <a:cubicBezTo>
                  <a:pt x="59878" y="1185"/>
                  <a:pt x="59768" y="1449"/>
                  <a:pt x="59925" y="1605"/>
                </a:cubicBezTo>
                <a:cubicBezTo>
                  <a:pt x="59975" y="1656"/>
                  <a:pt x="60036" y="1679"/>
                  <a:pt x="60097" y="1679"/>
                </a:cubicBezTo>
                <a:cubicBezTo>
                  <a:pt x="60223" y="1679"/>
                  <a:pt x="60345" y="1580"/>
                  <a:pt x="60345" y="1430"/>
                </a:cubicBezTo>
                <a:cubicBezTo>
                  <a:pt x="60345" y="1295"/>
                  <a:pt x="60235" y="1185"/>
                  <a:pt x="60097" y="1185"/>
                </a:cubicBezTo>
                <a:close/>
                <a:moveTo>
                  <a:pt x="61316" y="1185"/>
                </a:moveTo>
                <a:cubicBezTo>
                  <a:pt x="61097" y="1185"/>
                  <a:pt x="60987" y="1449"/>
                  <a:pt x="61144" y="1605"/>
                </a:cubicBezTo>
                <a:cubicBezTo>
                  <a:pt x="61194" y="1656"/>
                  <a:pt x="61255" y="1679"/>
                  <a:pt x="61316" y="1679"/>
                </a:cubicBezTo>
                <a:cubicBezTo>
                  <a:pt x="61442" y="1679"/>
                  <a:pt x="61564" y="1580"/>
                  <a:pt x="61564" y="1430"/>
                </a:cubicBezTo>
                <a:cubicBezTo>
                  <a:pt x="61564" y="1295"/>
                  <a:pt x="61454" y="1185"/>
                  <a:pt x="61316" y="1185"/>
                </a:cubicBezTo>
                <a:close/>
                <a:moveTo>
                  <a:pt x="62538" y="1185"/>
                </a:moveTo>
                <a:cubicBezTo>
                  <a:pt x="62316" y="1185"/>
                  <a:pt x="62206" y="1449"/>
                  <a:pt x="62363" y="1605"/>
                </a:cubicBezTo>
                <a:cubicBezTo>
                  <a:pt x="62414" y="1656"/>
                  <a:pt x="62476" y="1679"/>
                  <a:pt x="62536" y="1679"/>
                </a:cubicBezTo>
                <a:cubicBezTo>
                  <a:pt x="62663" y="1679"/>
                  <a:pt x="62783" y="1580"/>
                  <a:pt x="62783" y="1430"/>
                </a:cubicBezTo>
                <a:cubicBezTo>
                  <a:pt x="62783" y="1295"/>
                  <a:pt x="62673" y="1185"/>
                  <a:pt x="62538" y="1185"/>
                </a:cubicBezTo>
                <a:close/>
                <a:moveTo>
                  <a:pt x="63757" y="1185"/>
                </a:moveTo>
                <a:cubicBezTo>
                  <a:pt x="63538" y="1185"/>
                  <a:pt x="63425" y="1449"/>
                  <a:pt x="63582" y="1605"/>
                </a:cubicBezTo>
                <a:cubicBezTo>
                  <a:pt x="63633" y="1656"/>
                  <a:pt x="63695" y="1679"/>
                  <a:pt x="63755" y="1679"/>
                </a:cubicBezTo>
                <a:cubicBezTo>
                  <a:pt x="63882" y="1679"/>
                  <a:pt x="64002" y="1580"/>
                  <a:pt x="64002" y="1430"/>
                </a:cubicBezTo>
                <a:cubicBezTo>
                  <a:pt x="64002" y="1295"/>
                  <a:pt x="63892" y="1185"/>
                  <a:pt x="63757" y="1185"/>
                </a:cubicBezTo>
                <a:close/>
                <a:moveTo>
                  <a:pt x="64976" y="1185"/>
                </a:moveTo>
                <a:cubicBezTo>
                  <a:pt x="64757" y="1185"/>
                  <a:pt x="64647" y="1449"/>
                  <a:pt x="64801" y="1605"/>
                </a:cubicBezTo>
                <a:cubicBezTo>
                  <a:pt x="64852" y="1656"/>
                  <a:pt x="64914" y="1679"/>
                  <a:pt x="64975" y="1679"/>
                </a:cubicBezTo>
                <a:cubicBezTo>
                  <a:pt x="65102" y="1679"/>
                  <a:pt x="65224" y="1580"/>
                  <a:pt x="65224" y="1430"/>
                </a:cubicBezTo>
                <a:cubicBezTo>
                  <a:pt x="65221" y="1295"/>
                  <a:pt x="65111" y="1185"/>
                  <a:pt x="64976" y="1185"/>
                </a:cubicBezTo>
                <a:close/>
                <a:moveTo>
                  <a:pt x="66195" y="1185"/>
                </a:moveTo>
                <a:cubicBezTo>
                  <a:pt x="65976" y="1185"/>
                  <a:pt x="65866" y="1449"/>
                  <a:pt x="66020" y="1605"/>
                </a:cubicBezTo>
                <a:cubicBezTo>
                  <a:pt x="66071" y="1656"/>
                  <a:pt x="66133" y="1679"/>
                  <a:pt x="66194" y="1679"/>
                </a:cubicBezTo>
                <a:cubicBezTo>
                  <a:pt x="66321" y="1679"/>
                  <a:pt x="66443" y="1580"/>
                  <a:pt x="66443" y="1430"/>
                </a:cubicBezTo>
                <a:cubicBezTo>
                  <a:pt x="66443" y="1295"/>
                  <a:pt x="66330" y="1185"/>
                  <a:pt x="66195" y="1185"/>
                </a:cubicBezTo>
                <a:close/>
                <a:moveTo>
                  <a:pt x="67414" y="1185"/>
                </a:moveTo>
                <a:cubicBezTo>
                  <a:pt x="67195" y="1185"/>
                  <a:pt x="67085" y="1449"/>
                  <a:pt x="67239" y="1605"/>
                </a:cubicBezTo>
                <a:cubicBezTo>
                  <a:pt x="67290" y="1656"/>
                  <a:pt x="67352" y="1679"/>
                  <a:pt x="67413" y="1679"/>
                </a:cubicBezTo>
                <a:cubicBezTo>
                  <a:pt x="67541" y="1679"/>
                  <a:pt x="67662" y="1580"/>
                  <a:pt x="67662" y="1430"/>
                </a:cubicBezTo>
                <a:cubicBezTo>
                  <a:pt x="67662" y="1295"/>
                  <a:pt x="67552" y="1185"/>
                  <a:pt x="67414" y="1185"/>
                </a:cubicBezTo>
                <a:close/>
                <a:moveTo>
                  <a:pt x="1561" y="1185"/>
                </a:moveTo>
                <a:cubicBezTo>
                  <a:pt x="1341" y="1185"/>
                  <a:pt x="1232" y="1452"/>
                  <a:pt x="1388" y="1605"/>
                </a:cubicBezTo>
                <a:cubicBezTo>
                  <a:pt x="1438" y="1656"/>
                  <a:pt x="1500" y="1679"/>
                  <a:pt x="1561" y="1679"/>
                </a:cubicBezTo>
                <a:cubicBezTo>
                  <a:pt x="1687" y="1679"/>
                  <a:pt x="1808" y="1581"/>
                  <a:pt x="1808" y="1433"/>
                </a:cubicBezTo>
                <a:cubicBezTo>
                  <a:pt x="1808" y="1295"/>
                  <a:pt x="1699" y="1185"/>
                  <a:pt x="1561" y="1185"/>
                </a:cubicBezTo>
                <a:close/>
                <a:moveTo>
                  <a:pt x="2780" y="1185"/>
                </a:moveTo>
                <a:cubicBezTo>
                  <a:pt x="2560" y="1185"/>
                  <a:pt x="2451" y="1452"/>
                  <a:pt x="2607" y="1605"/>
                </a:cubicBezTo>
                <a:cubicBezTo>
                  <a:pt x="2657" y="1656"/>
                  <a:pt x="2719" y="1679"/>
                  <a:pt x="2780" y="1679"/>
                </a:cubicBezTo>
                <a:cubicBezTo>
                  <a:pt x="2906" y="1679"/>
                  <a:pt x="3027" y="1581"/>
                  <a:pt x="3027" y="1433"/>
                </a:cubicBezTo>
                <a:cubicBezTo>
                  <a:pt x="3027" y="1295"/>
                  <a:pt x="2918" y="1185"/>
                  <a:pt x="2780" y="1185"/>
                </a:cubicBezTo>
                <a:close/>
                <a:moveTo>
                  <a:pt x="4002" y="1185"/>
                </a:moveTo>
                <a:cubicBezTo>
                  <a:pt x="3779" y="1185"/>
                  <a:pt x="3670" y="1452"/>
                  <a:pt x="3826" y="1605"/>
                </a:cubicBezTo>
                <a:cubicBezTo>
                  <a:pt x="3876" y="1656"/>
                  <a:pt x="3938" y="1679"/>
                  <a:pt x="3999" y="1679"/>
                </a:cubicBezTo>
                <a:cubicBezTo>
                  <a:pt x="4125" y="1679"/>
                  <a:pt x="4246" y="1581"/>
                  <a:pt x="4246" y="1433"/>
                </a:cubicBezTo>
                <a:cubicBezTo>
                  <a:pt x="4246" y="1295"/>
                  <a:pt x="4137" y="1185"/>
                  <a:pt x="4002" y="1185"/>
                </a:cubicBezTo>
                <a:close/>
                <a:moveTo>
                  <a:pt x="5221" y="1185"/>
                </a:moveTo>
                <a:cubicBezTo>
                  <a:pt x="5002" y="1185"/>
                  <a:pt x="4889" y="1452"/>
                  <a:pt x="5045" y="1605"/>
                </a:cubicBezTo>
                <a:cubicBezTo>
                  <a:pt x="5096" y="1656"/>
                  <a:pt x="5159" y="1679"/>
                  <a:pt x="5220" y="1679"/>
                </a:cubicBezTo>
                <a:cubicBezTo>
                  <a:pt x="5347" y="1679"/>
                  <a:pt x="5469" y="1581"/>
                  <a:pt x="5469" y="1433"/>
                </a:cubicBezTo>
                <a:cubicBezTo>
                  <a:pt x="5465" y="1295"/>
                  <a:pt x="5356" y="1185"/>
                  <a:pt x="5221" y="1185"/>
                </a:cubicBezTo>
                <a:close/>
                <a:moveTo>
                  <a:pt x="6440" y="1185"/>
                </a:moveTo>
                <a:cubicBezTo>
                  <a:pt x="6221" y="1185"/>
                  <a:pt x="6111" y="1452"/>
                  <a:pt x="6264" y="1605"/>
                </a:cubicBezTo>
                <a:cubicBezTo>
                  <a:pt x="6315" y="1656"/>
                  <a:pt x="6378" y="1679"/>
                  <a:pt x="6439" y="1679"/>
                </a:cubicBezTo>
                <a:cubicBezTo>
                  <a:pt x="6566" y="1679"/>
                  <a:pt x="6688" y="1581"/>
                  <a:pt x="6688" y="1433"/>
                </a:cubicBezTo>
                <a:cubicBezTo>
                  <a:pt x="6688" y="1295"/>
                  <a:pt x="6575" y="1185"/>
                  <a:pt x="6440" y="1185"/>
                </a:cubicBezTo>
                <a:close/>
                <a:moveTo>
                  <a:pt x="7659" y="1185"/>
                </a:moveTo>
                <a:cubicBezTo>
                  <a:pt x="7440" y="1185"/>
                  <a:pt x="7330" y="1452"/>
                  <a:pt x="7484" y="1605"/>
                </a:cubicBezTo>
                <a:cubicBezTo>
                  <a:pt x="7535" y="1656"/>
                  <a:pt x="7597" y="1679"/>
                  <a:pt x="7658" y="1679"/>
                </a:cubicBezTo>
                <a:cubicBezTo>
                  <a:pt x="7785" y="1679"/>
                  <a:pt x="7907" y="1581"/>
                  <a:pt x="7907" y="1433"/>
                </a:cubicBezTo>
                <a:cubicBezTo>
                  <a:pt x="7907" y="1295"/>
                  <a:pt x="7797" y="1185"/>
                  <a:pt x="7659" y="1185"/>
                </a:cubicBezTo>
                <a:close/>
                <a:moveTo>
                  <a:pt x="8878" y="1185"/>
                </a:moveTo>
                <a:cubicBezTo>
                  <a:pt x="8659" y="1185"/>
                  <a:pt x="8549" y="1452"/>
                  <a:pt x="8706" y="1605"/>
                </a:cubicBezTo>
                <a:cubicBezTo>
                  <a:pt x="8756" y="1656"/>
                  <a:pt x="8818" y="1679"/>
                  <a:pt x="8878" y="1679"/>
                </a:cubicBezTo>
                <a:cubicBezTo>
                  <a:pt x="9004" y="1679"/>
                  <a:pt x="9126" y="1581"/>
                  <a:pt x="9126" y="1433"/>
                </a:cubicBezTo>
                <a:cubicBezTo>
                  <a:pt x="9126" y="1295"/>
                  <a:pt x="9016" y="1185"/>
                  <a:pt x="8878" y="1185"/>
                </a:cubicBezTo>
                <a:close/>
                <a:moveTo>
                  <a:pt x="10097" y="1185"/>
                </a:moveTo>
                <a:cubicBezTo>
                  <a:pt x="9878" y="1185"/>
                  <a:pt x="9768" y="1452"/>
                  <a:pt x="9925" y="1605"/>
                </a:cubicBezTo>
                <a:cubicBezTo>
                  <a:pt x="9975" y="1656"/>
                  <a:pt x="10037" y="1679"/>
                  <a:pt x="10097" y="1679"/>
                </a:cubicBezTo>
                <a:cubicBezTo>
                  <a:pt x="10223" y="1679"/>
                  <a:pt x="10345" y="1581"/>
                  <a:pt x="10345" y="1433"/>
                </a:cubicBezTo>
                <a:cubicBezTo>
                  <a:pt x="10345" y="1295"/>
                  <a:pt x="10235" y="1185"/>
                  <a:pt x="10097" y="1185"/>
                </a:cubicBezTo>
                <a:close/>
                <a:moveTo>
                  <a:pt x="11319" y="1185"/>
                </a:moveTo>
                <a:cubicBezTo>
                  <a:pt x="11097" y="1185"/>
                  <a:pt x="10987" y="1452"/>
                  <a:pt x="11144" y="1605"/>
                </a:cubicBezTo>
                <a:cubicBezTo>
                  <a:pt x="11194" y="1656"/>
                  <a:pt x="11256" y="1679"/>
                  <a:pt x="11316" y="1679"/>
                </a:cubicBezTo>
                <a:cubicBezTo>
                  <a:pt x="11442" y="1679"/>
                  <a:pt x="11564" y="1581"/>
                  <a:pt x="11564" y="1433"/>
                </a:cubicBezTo>
                <a:cubicBezTo>
                  <a:pt x="11564" y="1295"/>
                  <a:pt x="11454" y="1185"/>
                  <a:pt x="11319" y="1185"/>
                </a:cubicBezTo>
                <a:close/>
                <a:moveTo>
                  <a:pt x="12538" y="1185"/>
                </a:moveTo>
                <a:cubicBezTo>
                  <a:pt x="12316" y="1185"/>
                  <a:pt x="12206" y="1452"/>
                  <a:pt x="12363" y="1605"/>
                </a:cubicBezTo>
                <a:cubicBezTo>
                  <a:pt x="12414" y="1656"/>
                  <a:pt x="12476" y="1679"/>
                  <a:pt x="12537" y="1679"/>
                </a:cubicBezTo>
                <a:cubicBezTo>
                  <a:pt x="12663" y="1679"/>
                  <a:pt x="12783" y="1581"/>
                  <a:pt x="12783" y="1433"/>
                </a:cubicBezTo>
                <a:cubicBezTo>
                  <a:pt x="12783" y="1295"/>
                  <a:pt x="12673" y="1185"/>
                  <a:pt x="12538" y="1185"/>
                </a:cubicBezTo>
                <a:close/>
                <a:moveTo>
                  <a:pt x="13757" y="1185"/>
                </a:moveTo>
                <a:cubicBezTo>
                  <a:pt x="13538" y="1185"/>
                  <a:pt x="13425" y="1452"/>
                  <a:pt x="13582" y="1605"/>
                </a:cubicBezTo>
                <a:cubicBezTo>
                  <a:pt x="13633" y="1656"/>
                  <a:pt x="13695" y="1679"/>
                  <a:pt x="13757" y="1679"/>
                </a:cubicBezTo>
                <a:cubicBezTo>
                  <a:pt x="13884" y="1679"/>
                  <a:pt x="14005" y="1581"/>
                  <a:pt x="14005" y="1433"/>
                </a:cubicBezTo>
                <a:cubicBezTo>
                  <a:pt x="14005" y="1295"/>
                  <a:pt x="13892" y="1185"/>
                  <a:pt x="13757" y="1185"/>
                </a:cubicBezTo>
                <a:close/>
                <a:moveTo>
                  <a:pt x="14976" y="1185"/>
                </a:moveTo>
                <a:cubicBezTo>
                  <a:pt x="14757" y="1185"/>
                  <a:pt x="14647" y="1452"/>
                  <a:pt x="14801" y="1605"/>
                </a:cubicBezTo>
                <a:cubicBezTo>
                  <a:pt x="14852" y="1656"/>
                  <a:pt x="14915" y="1679"/>
                  <a:pt x="14976" y="1679"/>
                </a:cubicBezTo>
                <a:cubicBezTo>
                  <a:pt x="15103" y="1679"/>
                  <a:pt x="15224" y="1581"/>
                  <a:pt x="15224" y="1433"/>
                </a:cubicBezTo>
                <a:cubicBezTo>
                  <a:pt x="15224" y="1295"/>
                  <a:pt x="15111" y="1185"/>
                  <a:pt x="14976" y="1185"/>
                </a:cubicBezTo>
                <a:close/>
                <a:moveTo>
                  <a:pt x="16196" y="1185"/>
                </a:moveTo>
                <a:cubicBezTo>
                  <a:pt x="15976" y="1185"/>
                  <a:pt x="15866" y="1452"/>
                  <a:pt x="16020" y="1605"/>
                </a:cubicBezTo>
                <a:cubicBezTo>
                  <a:pt x="16071" y="1656"/>
                  <a:pt x="16134" y="1679"/>
                  <a:pt x="16195" y="1679"/>
                </a:cubicBezTo>
                <a:cubicBezTo>
                  <a:pt x="16322" y="1679"/>
                  <a:pt x="16443" y="1581"/>
                  <a:pt x="16443" y="1433"/>
                </a:cubicBezTo>
                <a:cubicBezTo>
                  <a:pt x="16443" y="1295"/>
                  <a:pt x="16333" y="1185"/>
                  <a:pt x="16196" y="1185"/>
                </a:cubicBezTo>
                <a:close/>
                <a:moveTo>
                  <a:pt x="17415" y="1185"/>
                </a:moveTo>
                <a:cubicBezTo>
                  <a:pt x="17195" y="1185"/>
                  <a:pt x="17086" y="1452"/>
                  <a:pt x="17242" y="1605"/>
                </a:cubicBezTo>
                <a:cubicBezTo>
                  <a:pt x="17292" y="1656"/>
                  <a:pt x="17354" y="1679"/>
                  <a:pt x="17415" y="1679"/>
                </a:cubicBezTo>
                <a:cubicBezTo>
                  <a:pt x="17541" y="1679"/>
                  <a:pt x="17662" y="1581"/>
                  <a:pt x="17662" y="1433"/>
                </a:cubicBezTo>
                <a:cubicBezTo>
                  <a:pt x="17662" y="1295"/>
                  <a:pt x="17552" y="1185"/>
                  <a:pt x="17415" y="1185"/>
                </a:cubicBezTo>
                <a:close/>
                <a:moveTo>
                  <a:pt x="18634" y="1185"/>
                </a:moveTo>
                <a:cubicBezTo>
                  <a:pt x="18414" y="1185"/>
                  <a:pt x="18305" y="1452"/>
                  <a:pt x="18461" y="1605"/>
                </a:cubicBezTo>
                <a:cubicBezTo>
                  <a:pt x="18511" y="1656"/>
                  <a:pt x="18573" y="1679"/>
                  <a:pt x="18634" y="1679"/>
                </a:cubicBezTo>
                <a:cubicBezTo>
                  <a:pt x="18760" y="1679"/>
                  <a:pt x="18881" y="1581"/>
                  <a:pt x="18881" y="1433"/>
                </a:cubicBezTo>
                <a:cubicBezTo>
                  <a:pt x="18881" y="1295"/>
                  <a:pt x="18772" y="1185"/>
                  <a:pt x="18634" y="1185"/>
                </a:cubicBezTo>
                <a:close/>
                <a:moveTo>
                  <a:pt x="19856" y="1185"/>
                </a:moveTo>
                <a:cubicBezTo>
                  <a:pt x="19633" y="1185"/>
                  <a:pt x="19524" y="1452"/>
                  <a:pt x="19680" y="1605"/>
                </a:cubicBezTo>
                <a:cubicBezTo>
                  <a:pt x="19730" y="1656"/>
                  <a:pt x="19792" y="1679"/>
                  <a:pt x="19853" y="1679"/>
                </a:cubicBezTo>
                <a:cubicBezTo>
                  <a:pt x="19979" y="1679"/>
                  <a:pt x="20100" y="1581"/>
                  <a:pt x="20100" y="1433"/>
                </a:cubicBezTo>
                <a:cubicBezTo>
                  <a:pt x="20100" y="1295"/>
                  <a:pt x="19991" y="1185"/>
                  <a:pt x="19856" y="1185"/>
                </a:cubicBezTo>
                <a:close/>
                <a:moveTo>
                  <a:pt x="21075" y="1185"/>
                </a:moveTo>
                <a:cubicBezTo>
                  <a:pt x="20852" y="1185"/>
                  <a:pt x="20743" y="1452"/>
                  <a:pt x="20899" y="1605"/>
                </a:cubicBezTo>
                <a:cubicBezTo>
                  <a:pt x="20950" y="1656"/>
                  <a:pt x="21013" y="1679"/>
                  <a:pt x="21073" y="1679"/>
                </a:cubicBezTo>
                <a:cubicBezTo>
                  <a:pt x="21199" y="1679"/>
                  <a:pt x="21319" y="1581"/>
                  <a:pt x="21319" y="1433"/>
                </a:cubicBezTo>
                <a:cubicBezTo>
                  <a:pt x="21319" y="1295"/>
                  <a:pt x="21210" y="1185"/>
                  <a:pt x="21075" y="1185"/>
                </a:cubicBezTo>
                <a:close/>
                <a:moveTo>
                  <a:pt x="22294" y="1185"/>
                </a:moveTo>
                <a:cubicBezTo>
                  <a:pt x="22075" y="1185"/>
                  <a:pt x="21965" y="1452"/>
                  <a:pt x="22118" y="1605"/>
                </a:cubicBezTo>
                <a:cubicBezTo>
                  <a:pt x="22169" y="1656"/>
                  <a:pt x="22232" y="1679"/>
                  <a:pt x="22293" y="1679"/>
                </a:cubicBezTo>
                <a:cubicBezTo>
                  <a:pt x="22420" y="1679"/>
                  <a:pt x="22541" y="1581"/>
                  <a:pt x="22541" y="1433"/>
                </a:cubicBezTo>
                <a:cubicBezTo>
                  <a:pt x="22541" y="1295"/>
                  <a:pt x="22429" y="1185"/>
                  <a:pt x="22294" y="1185"/>
                </a:cubicBezTo>
                <a:close/>
                <a:moveTo>
                  <a:pt x="23513" y="1185"/>
                </a:moveTo>
                <a:cubicBezTo>
                  <a:pt x="23294" y="1185"/>
                  <a:pt x="23184" y="1452"/>
                  <a:pt x="23337" y="1605"/>
                </a:cubicBezTo>
                <a:cubicBezTo>
                  <a:pt x="23388" y="1656"/>
                  <a:pt x="23451" y="1679"/>
                  <a:pt x="23512" y="1679"/>
                </a:cubicBezTo>
                <a:cubicBezTo>
                  <a:pt x="23639" y="1679"/>
                  <a:pt x="23761" y="1581"/>
                  <a:pt x="23761" y="1433"/>
                </a:cubicBezTo>
                <a:cubicBezTo>
                  <a:pt x="23761" y="1295"/>
                  <a:pt x="23648" y="1185"/>
                  <a:pt x="23513" y="1185"/>
                </a:cubicBezTo>
                <a:close/>
                <a:moveTo>
                  <a:pt x="24732" y="1185"/>
                </a:moveTo>
                <a:cubicBezTo>
                  <a:pt x="24513" y="1185"/>
                  <a:pt x="24403" y="1452"/>
                  <a:pt x="24557" y="1605"/>
                </a:cubicBezTo>
                <a:cubicBezTo>
                  <a:pt x="24607" y="1656"/>
                  <a:pt x="24670" y="1679"/>
                  <a:pt x="24731" y="1679"/>
                </a:cubicBezTo>
                <a:cubicBezTo>
                  <a:pt x="24858" y="1679"/>
                  <a:pt x="24980" y="1581"/>
                  <a:pt x="24980" y="1433"/>
                </a:cubicBezTo>
                <a:cubicBezTo>
                  <a:pt x="24980" y="1295"/>
                  <a:pt x="24870" y="1185"/>
                  <a:pt x="24732" y="1185"/>
                </a:cubicBezTo>
                <a:close/>
                <a:moveTo>
                  <a:pt x="25951" y="1185"/>
                </a:moveTo>
                <a:cubicBezTo>
                  <a:pt x="25732" y="1185"/>
                  <a:pt x="25622" y="1452"/>
                  <a:pt x="25779" y="1605"/>
                </a:cubicBezTo>
                <a:cubicBezTo>
                  <a:pt x="25829" y="1656"/>
                  <a:pt x="25891" y="1679"/>
                  <a:pt x="25951" y="1679"/>
                </a:cubicBezTo>
                <a:cubicBezTo>
                  <a:pt x="26077" y="1679"/>
                  <a:pt x="26199" y="1581"/>
                  <a:pt x="26199" y="1433"/>
                </a:cubicBezTo>
                <a:cubicBezTo>
                  <a:pt x="26199" y="1295"/>
                  <a:pt x="26089" y="1185"/>
                  <a:pt x="25951" y="1185"/>
                </a:cubicBezTo>
                <a:close/>
                <a:moveTo>
                  <a:pt x="27170" y="1185"/>
                </a:moveTo>
                <a:cubicBezTo>
                  <a:pt x="26951" y="1185"/>
                  <a:pt x="26841" y="1452"/>
                  <a:pt x="26998" y="1605"/>
                </a:cubicBezTo>
                <a:cubicBezTo>
                  <a:pt x="27048" y="1656"/>
                  <a:pt x="27110" y="1679"/>
                  <a:pt x="27170" y="1679"/>
                </a:cubicBezTo>
                <a:cubicBezTo>
                  <a:pt x="27296" y="1679"/>
                  <a:pt x="27418" y="1581"/>
                  <a:pt x="27418" y="1433"/>
                </a:cubicBezTo>
                <a:cubicBezTo>
                  <a:pt x="27418" y="1295"/>
                  <a:pt x="27308" y="1185"/>
                  <a:pt x="27170" y="1185"/>
                </a:cubicBezTo>
                <a:close/>
                <a:moveTo>
                  <a:pt x="28392" y="1185"/>
                </a:moveTo>
                <a:cubicBezTo>
                  <a:pt x="28170" y="1185"/>
                  <a:pt x="28060" y="1452"/>
                  <a:pt x="28217" y="1605"/>
                </a:cubicBezTo>
                <a:cubicBezTo>
                  <a:pt x="28267" y="1656"/>
                  <a:pt x="28329" y="1679"/>
                  <a:pt x="28389" y="1679"/>
                </a:cubicBezTo>
                <a:cubicBezTo>
                  <a:pt x="28515" y="1679"/>
                  <a:pt x="28637" y="1581"/>
                  <a:pt x="28637" y="1433"/>
                </a:cubicBezTo>
                <a:cubicBezTo>
                  <a:pt x="28637" y="1295"/>
                  <a:pt x="28527" y="1185"/>
                  <a:pt x="28392" y="1185"/>
                </a:cubicBezTo>
                <a:close/>
                <a:moveTo>
                  <a:pt x="29611" y="1185"/>
                </a:moveTo>
                <a:cubicBezTo>
                  <a:pt x="29389" y="1185"/>
                  <a:pt x="29279" y="1452"/>
                  <a:pt x="29436" y="1605"/>
                </a:cubicBezTo>
                <a:cubicBezTo>
                  <a:pt x="29487" y="1656"/>
                  <a:pt x="29549" y="1679"/>
                  <a:pt x="29610" y="1679"/>
                </a:cubicBezTo>
                <a:cubicBezTo>
                  <a:pt x="29736" y="1679"/>
                  <a:pt x="29856" y="1581"/>
                  <a:pt x="29856" y="1433"/>
                </a:cubicBezTo>
                <a:cubicBezTo>
                  <a:pt x="29856" y="1295"/>
                  <a:pt x="29746" y="1185"/>
                  <a:pt x="29611" y="1185"/>
                </a:cubicBezTo>
                <a:close/>
                <a:moveTo>
                  <a:pt x="30830" y="1185"/>
                </a:moveTo>
                <a:cubicBezTo>
                  <a:pt x="30611" y="1185"/>
                  <a:pt x="30501" y="1452"/>
                  <a:pt x="30655" y="1605"/>
                </a:cubicBezTo>
                <a:cubicBezTo>
                  <a:pt x="30706" y="1656"/>
                  <a:pt x="30768" y="1679"/>
                  <a:pt x="30830" y="1679"/>
                </a:cubicBezTo>
                <a:cubicBezTo>
                  <a:pt x="30957" y="1679"/>
                  <a:pt x="31078" y="1581"/>
                  <a:pt x="31078" y="1433"/>
                </a:cubicBezTo>
                <a:cubicBezTo>
                  <a:pt x="31078" y="1295"/>
                  <a:pt x="30965" y="1185"/>
                  <a:pt x="30830" y="1185"/>
                </a:cubicBezTo>
                <a:close/>
                <a:moveTo>
                  <a:pt x="32049" y="1185"/>
                </a:moveTo>
                <a:cubicBezTo>
                  <a:pt x="31830" y="1185"/>
                  <a:pt x="31720" y="1452"/>
                  <a:pt x="31874" y="1605"/>
                </a:cubicBezTo>
                <a:cubicBezTo>
                  <a:pt x="31925" y="1656"/>
                  <a:pt x="31987" y="1679"/>
                  <a:pt x="32049" y="1679"/>
                </a:cubicBezTo>
                <a:cubicBezTo>
                  <a:pt x="32176" y="1679"/>
                  <a:pt x="32297" y="1581"/>
                  <a:pt x="32297" y="1433"/>
                </a:cubicBezTo>
                <a:cubicBezTo>
                  <a:pt x="32297" y="1295"/>
                  <a:pt x="32184" y="1185"/>
                  <a:pt x="32049" y="1185"/>
                </a:cubicBezTo>
                <a:close/>
                <a:moveTo>
                  <a:pt x="33269" y="1185"/>
                </a:moveTo>
                <a:cubicBezTo>
                  <a:pt x="33049" y="1185"/>
                  <a:pt x="32939" y="1452"/>
                  <a:pt x="33093" y="1605"/>
                </a:cubicBezTo>
                <a:cubicBezTo>
                  <a:pt x="33144" y="1656"/>
                  <a:pt x="33207" y="1679"/>
                  <a:pt x="33268" y="1679"/>
                </a:cubicBezTo>
                <a:cubicBezTo>
                  <a:pt x="33395" y="1679"/>
                  <a:pt x="33516" y="1581"/>
                  <a:pt x="33516" y="1433"/>
                </a:cubicBezTo>
                <a:cubicBezTo>
                  <a:pt x="33516" y="1295"/>
                  <a:pt x="33406" y="1185"/>
                  <a:pt x="33269" y="1185"/>
                </a:cubicBezTo>
                <a:close/>
                <a:moveTo>
                  <a:pt x="34488" y="1185"/>
                </a:moveTo>
                <a:cubicBezTo>
                  <a:pt x="34268" y="1185"/>
                  <a:pt x="34159" y="1452"/>
                  <a:pt x="34315" y="1605"/>
                </a:cubicBezTo>
                <a:cubicBezTo>
                  <a:pt x="34365" y="1656"/>
                  <a:pt x="34427" y="1679"/>
                  <a:pt x="34488" y="1679"/>
                </a:cubicBezTo>
                <a:cubicBezTo>
                  <a:pt x="34614" y="1679"/>
                  <a:pt x="34735" y="1581"/>
                  <a:pt x="34735" y="1433"/>
                </a:cubicBezTo>
                <a:cubicBezTo>
                  <a:pt x="34735" y="1295"/>
                  <a:pt x="34625" y="1185"/>
                  <a:pt x="34488" y="1185"/>
                </a:cubicBezTo>
                <a:close/>
                <a:moveTo>
                  <a:pt x="35707" y="1185"/>
                </a:moveTo>
                <a:cubicBezTo>
                  <a:pt x="35487" y="1185"/>
                  <a:pt x="35378" y="1452"/>
                  <a:pt x="35534" y="1605"/>
                </a:cubicBezTo>
                <a:cubicBezTo>
                  <a:pt x="35584" y="1656"/>
                  <a:pt x="35646" y="1679"/>
                  <a:pt x="35707" y="1679"/>
                </a:cubicBezTo>
                <a:cubicBezTo>
                  <a:pt x="35833" y="1679"/>
                  <a:pt x="35954" y="1581"/>
                  <a:pt x="35954" y="1433"/>
                </a:cubicBezTo>
                <a:cubicBezTo>
                  <a:pt x="35954" y="1295"/>
                  <a:pt x="35845" y="1185"/>
                  <a:pt x="35707" y="1185"/>
                </a:cubicBezTo>
                <a:close/>
                <a:moveTo>
                  <a:pt x="36929" y="1185"/>
                </a:moveTo>
                <a:cubicBezTo>
                  <a:pt x="36706" y="1185"/>
                  <a:pt x="36597" y="1452"/>
                  <a:pt x="36753" y="1605"/>
                </a:cubicBezTo>
                <a:cubicBezTo>
                  <a:pt x="36803" y="1656"/>
                  <a:pt x="36865" y="1679"/>
                  <a:pt x="36926" y="1679"/>
                </a:cubicBezTo>
                <a:cubicBezTo>
                  <a:pt x="37052" y="1679"/>
                  <a:pt x="37173" y="1581"/>
                  <a:pt x="37173" y="1433"/>
                </a:cubicBezTo>
                <a:cubicBezTo>
                  <a:pt x="37173" y="1295"/>
                  <a:pt x="37064" y="1185"/>
                  <a:pt x="36929" y="1185"/>
                </a:cubicBezTo>
                <a:close/>
                <a:moveTo>
                  <a:pt x="38148" y="1185"/>
                </a:moveTo>
                <a:cubicBezTo>
                  <a:pt x="37928" y="1185"/>
                  <a:pt x="37816" y="1452"/>
                  <a:pt x="37972" y="1605"/>
                </a:cubicBezTo>
                <a:cubicBezTo>
                  <a:pt x="38023" y="1656"/>
                  <a:pt x="38086" y="1679"/>
                  <a:pt x="38146" y="1679"/>
                </a:cubicBezTo>
                <a:cubicBezTo>
                  <a:pt x="38272" y="1679"/>
                  <a:pt x="38392" y="1581"/>
                  <a:pt x="38392" y="1433"/>
                </a:cubicBezTo>
                <a:cubicBezTo>
                  <a:pt x="38392" y="1295"/>
                  <a:pt x="38283" y="1185"/>
                  <a:pt x="38148" y="1185"/>
                </a:cubicBezTo>
                <a:close/>
                <a:moveTo>
                  <a:pt x="39367" y="1185"/>
                </a:moveTo>
                <a:cubicBezTo>
                  <a:pt x="39148" y="1185"/>
                  <a:pt x="39038" y="1452"/>
                  <a:pt x="39191" y="1605"/>
                </a:cubicBezTo>
                <a:cubicBezTo>
                  <a:pt x="39242" y="1656"/>
                  <a:pt x="39305" y="1679"/>
                  <a:pt x="39366" y="1679"/>
                </a:cubicBezTo>
                <a:cubicBezTo>
                  <a:pt x="39493" y="1679"/>
                  <a:pt x="39614" y="1581"/>
                  <a:pt x="39614" y="1433"/>
                </a:cubicBezTo>
                <a:cubicBezTo>
                  <a:pt x="39614" y="1295"/>
                  <a:pt x="39502" y="1185"/>
                  <a:pt x="39367" y="1185"/>
                </a:cubicBezTo>
                <a:close/>
                <a:moveTo>
                  <a:pt x="40586" y="1185"/>
                </a:moveTo>
                <a:cubicBezTo>
                  <a:pt x="40367" y="1185"/>
                  <a:pt x="40257" y="1452"/>
                  <a:pt x="40410" y="1605"/>
                </a:cubicBezTo>
                <a:cubicBezTo>
                  <a:pt x="40461" y="1656"/>
                  <a:pt x="40524" y="1679"/>
                  <a:pt x="40585" y="1679"/>
                </a:cubicBezTo>
                <a:cubicBezTo>
                  <a:pt x="40712" y="1679"/>
                  <a:pt x="40834" y="1581"/>
                  <a:pt x="40834" y="1433"/>
                </a:cubicBezTo>
                <a:cubicBezTo>
                  <a:pt x="40834" y="1295"/>
                  <a:pt x="40721" y="1185"/>
                  <a:pt x="40586" y="1185"/>
                </a:cubicBezTo>
                <a:close/>
                <a:moveTo>
                  <a:pt x="41805" y="1185"/>
                </a:moveTo>
                <a:cubicBezTo>
                  <a:pt x="41586" y="1185"/>
                  <a:pt x="41476" y="1452"/>
                  <a:pt x="41630" y="1605"/>
                </a:cubicBezTo>
                <a:cubicBezTo>
                  <a:pt x="41680" y="1656"/>
                  <a:pt x="41743" y="1679"/>
                  <a:pt x="41804" y="1679"/>
                </a:cubicBezTo>
                <a:cubicBezTo>
                  <a:pt x="41931" y="1679"/>
                  <a:pt x="42053" y="1581"/>
                  <a:pt x="42053" y="1433"/>
                </a:cubicBezTo>
                <a:cubicBezTo>
                  <a:pt x="42053" y="1295"/>
                  <a:pt x="41943" y="1185"/>
                  <a:pt x="41805" y="1185"/>
                </a:cubicBezTo>
                <a:close/>
                <a:moveTo>
                  <a:pt x="43024" y="1185"/>
                </a:moveTo>
                <a:cubicBezTo>
                  <a:pt x="42805" y="1185"/>
                  <a:pt x="42695" y="1452"/>
                  <a:pt x="42852" y="1605"/>
                </a:cubicBezTo>
                <a:cubicBezTo>
                  <a:pt x="42902" y="1656"/>
                  <a:pt x="42964" y="1679"/>
                  <a:pt x="43024" y="1679"/>
                </a:cubicBezTo>
                <a:cubicBezTo>
                  <a:pt x="43150" y="1679"/>
                  <a:pt x="43272" y="1581"/>
                  <a:pt x="43272" y="1433"/>
                </a:cubicBezTo>
                <a:cubicBezTo>
                  <a:pt x="43272" y="1295"/>
                  <a:pt x="43162" y="1185"/>
                  <a:pt x="43024" y="1185"/>
                </a:cubicBezTo>
                <a:close/>
                <a:moveTo>
                  <a:pt x="44243" y="1185"/>
                </a:moveTo>
                <a:cubicBezTo>
                  <a:pt x="44024" y="1185"/>
                  <a:pt x="43914" y="1452"/>
                  <a:pt x="44071" y="1605"/>
                </a:cubicBezTo>
                <a:cubicBezTo>
                  <a:pt x="44121" y="1656"/>
                  <a:pt x="44183" y="1679"/>
                  <a:pt x="44243" y="1679"/>
                </a:cubicBezTo>
                <a:cubicBezTo>
                  <a:pt x="44369" y="1679"/>
                  <a:pt x="44491" y="1581"/>
                  <a:pt x="44491" y="1433"/>
                </a:cubicBezTo>
                <a:cubicBezTo>
                  <a:pt x="44491" y="1295"/>
                  <a:pt x="44381" y="1185"/>
                  <a:pt x="44243" y="1185"/>
                </a:cubicBezTo>
                <a:close/>
                <a:moveTo>
                  <a:pt x="45465" y="1185"/>
                </a:moveTo>
                <a:cubicBezTo>
                  <a:pt x="45243" y="1185"/>
                  <a:pt x="45133" y="1452"/>
                  <a:pt x="45290" y="1605"/>
                </a:cubicBezTo>
                <a:cubicBezTo>
                  <a:pt x="45340" y="1656"/>
                  <a:pt x="45402" y="1679"/>
                  <a:pt x="45462" y="1679"/>
                </a:cubicBezTo>
                <a:cubicBezTo>
                  <a:pt x="45588" y="1679"/>
                  <a:pt x="45710" y="1581"/>
                  <a:pt x="45710" y="1433"/>
                </a:cubicBezTo>
                <a:cubicBezTo>
                  <a:pt x="45710" y="1295"/>
                  <a:pt x="45600" y="1185"/>
                  <a:pt x="45465" y="1185"/>
                </a:cubicBezTo>
                <a:close/>
                <a:moveTo>
                  <a:pt x="46684" y="1185"/>
                </a:moveTo>
                <a:cubicBezTo>
                  <a:pt x="46465" y="1185"/>
                  <a:pt x="46352" y="1452"/>
                  <a:pt x="46509" y="1605"/>
                </a:cubicBezTo>
                <a:cubicBezTo>
                  <a:pt x="46560" y="1656"/>
                  <a:pt x="46622" y="1679"/>
                  <a:pt x="46683" y="1679"/>
                </a:cubicBezTo>
                <a:cubicBezTo>
                  <a:pt x="46809" y="1679"/>
                  <a:pt x="46929" y="1581"/>
                  <a:pt x="46929" y="1433"/>
                </a:cubicBezTo>
                <a:cubicBezTo>
                  <a:pt x="46929" y="1295"/>
                  <a:pt x="46819" y="1185"/>
                  <a:pt x="46684" y="1185"/>
                </a:cubicBezTo>
                <a:close/>
                <a:moveTo>
                  <a:pt x="47903" y="1185"/>
                </a:moveTo>
                <a:cubicBezTo>
                  <a:pt x="47684" y="1185"/>
                  <a:pt x="47574" y="1452"/>
                  <a:pt x="47728" y="1605"/>
                </a:cubicBezTo>
                <a:cubicBezTo>
                  <a:pt x="47779" y="1656"/>
                  <a:pt x="47841" y="1679"/>
                  <a:pt x="47903" y="1679"/>
                </a:cubicBezTo>
                <a:cubicBezTo>
                  <a:pt x="48030" y="1679"/>
                  <a:pt x="48151" y="1581"/>
                  <a:pt x="48151" y="1433"/>
                </a:cubicBezTo>
                <a:cubicBezTo>
                  <a:pt x="48151" y="1295"/>
                  <a:pt x="48038" y="1185"/>
                  <a:pt x="47903" y="1185"/>
                </a:cubicBezTo>
                <a:close/>
                <a:moveTo>
                  <a:pt x="49122" y="1185"/>
                </a:moveTo>
                <a:cubicBezTo>
                  <a:pt x="48903" y="1185"/>
                  <a:pt x="48793" y="1452"/>
                  <a:pt x="48947" y="1605"/>
                </a:cubicBezTo>
                <a:cubicBezTo>
                  <a:pt x="48998" y="1656"/>
                  <a:pt x="49060" y="1679"/>
                  <a:pt x="49122" y="1679"/>
                </a:cubicBezTo>
                <a:cubicBezTo>
                  <a:pt x="49249" y="1679"/>
                  <a:pt x="49370" y="1581"/>
                  <a:pt x="49370" y="1433"/>
                </a:cubicBezTo>
                <a:cubicBezTo>
                  <a:pt x="49370" y="1295"/>
                  <a:pt x="49257" y="1185"/>
                  <a:pt x="49122" y="1185"/>
                </a:cubicBezTo>
                <a:close/>
                <a:moveTo>
                  <a:pt x="50342" y="1185"/>
                </a:moveTo>
                <a:cubicBezTo>
                  <a:pt x="50122" y="1185"/>
                  <a:pt x="50012" y="1452"/>
                  <a:pt x="50166" y="1605"/>
                </a:cubicBezTo>
                <a:cubicBezTo>
                  <a:pt x="50217" y="1656"/>
                  <a:pt x="50280" y="1679"/>
                  <a:pt x="50341" y="1679"/>
                </a:cubicBezTo>
                <a:cubicBezTo>
                  <a:pt x="50468" y="1679"/>
                  <a:pt x="50589" y="1581"/>
                  <a:pt x="50589" y="1433"/>
                </a:cubicBezTo>
                <a:cubicBezTo>
                  <a:pt x="50589" y="1295"/>
                  <a:pt x="50479" y="1185"/>
                  <a:pt x="50342" y="1185"/>
                </a:cubicBezTo>
                <a:close/>
                <a:moveTo>
                  <a:pt x="51561" y="1185"/>
                </a:moveTo>
                <a:cubicBezTo>
                  <a:pt x="51341" y="1185"/>
                  <a:pt x="51232" y="1452"/>
                  <a:pt x="51388" y="1605"/>
                </a:cubicBezTo>
                <a:cubicBezTo>
                  <a:pt x="51438" y="1656"/>
                  <a:pt x="51500" y="1679"/>
                  <a:pt x="51561" y="1679"/>
                </a:cubicBezTo>
                <a:cubicBezTo>
                  <a:pt x="51687" y="1679"/>
                  <a:pt x="51808" y="1581"/>
                  <a:pt x="51808" y="1433"/>
                </a:cubicBezTo>
                <a:cubicBezTo>
                  <a:pt x="51808" y="1295"/>
                  <a:pt x="51698" y="1185"/>
                  <a:pt x="51561" y="1185"/>
                </a:cubicBezTo>
                <a:close/>
                <a:moveTo>
                  <a:pt x="52780" y="1185"/>
                </a:moveTo>
                <a:cubicBezTo>
                  <a:pt x="52560" y="1185"/>
                  <a:pt x="52451" y="1452"/>
                  <a:pt x="52607" y="1605"/>
                </a:cubicBezTo>
                <a:cubicBezTo>
                  <a:pt x="52657" y="1656"/>
                  <a:pt x="52719" y="1679"/>
                  <a:pt x="52780" y="1679"/>
                </a:cubicBezTo>
                <a:cubicBezTo>
                  <a:pt x="52906" y="1679"/>
                  <a:pt x="53027" y="1581"/>
                  <a:pt x="53027" y="1433"/>
                </a:cubicBezTo>
                <a:cubicBezTo>
                  <a:pt x="53027" y="1295"/>
                  <a:pt x="52917" y="1185"/>
                  <a:pt x="52780" y="1185"/>
                </a:cubicBezTo>
                <a:close/>
                <a:moveTo>
                  <a:pt x="54002" y="1185"/>
                </a:moveTo>
                <a:cubicBezTo>
                  <a:pt x="53779" y="1185"/>
                  <a:pt x="53670" y="1452"/>
                  <a:pt x="53826" y="1605"/>
                </a:cubicBezTo>
                <a:cubicBezTo>
                  <a:pt x="53876" y="1656"/>
                  <a:pt x="53938" y="1679"/>
                  <a:pt x="53999" y="1679"/>
                </a:cubicBezTo>
                <a:cubicBezTo>
                  <a:pt x="54125" y="1679"/>
                  <a:pt x="54246" y="1581"/>
                  <a:pt x="54246" y="1433"/>
                </a:cubicBezTo>
                <a:cubicBezTo>
                  <a:pt x="54246" y="1295"/>
                  <a:pt x="54137" y="1185"/>
                  <a:pt x="54002" y="1185"/>
                </a:cubicBezTo>
                <a:close/>
                <a:moveTo>
                  <a:pt x="68608" y="2404"/>
                </a:moveTo>
                <a:lnTo>
                  <a:pt x="68608" y="2404"/>
                </a:lnTo>
                <a:cubicBezTo>
                  <a:pt x="68483" y="2417"/>
                  <a:pt x="68389" y="2524"/>
                  <a:pt x="68389" y="2652"/>
                </a:cubicBezTo>
                <a:cubicBezTo>
                  <a:pt x="68389" y="2759"/>
                  <a:pt x="68458" y="2856"/>
                  <a:pt x="68561" y="2887"/>
                </a:cubicBezTo>
                <a:cubicBezTo>
                  <a:pt x="68580" y="2721"/>
                  <a:pt x="68596" y="2561"/>
                  <a:pt x="68608" y="2404"/>
                </a:cubicBezTo>
                <a:close/>
                <a:moveTo>
                  <a:pt x="1561" y="2404"/>
                </a:moveTo>
                <a:cubicBezTo>
                  <a:pt x="1341" y="2404"/>
                  <a:pt x="1232" y="2671"/>
                  <a:pt x="1388" y="2824"/>
                </a:cubicBezTo>
                <a:cubicBezTo>
                  <a:pt x="1438" y="2875"/>
                  <a:pt x="1500" y="2898"/>
                  <a:pt x="1561" y="2898"/>
                </a:cubicBezTo>
                <a:cubicBezTo>
                  <a:pt x="1687" y="2898"/>
                  <a:pt x="1808" y="2800"/>
                  <a:pt x="1808" y="2652"/>
                </a:cubicBezTo>
                <a:cubicBezTo>
                  <a:pt x="1808" y="2514"/>
                  <a:pt x="1699" y="2404"/>
                  <a:pt x="1561" y="2404"/>
                </a:cubicBezTo>
                <a:close/>
                <a:moveTo>
                  <a:pt x="2780" y="2404"/>
                </a:moveTo>
                <a:cubicBezTo>
                  <a:pt x="2560" y="2404"/>
                  <a:pt x="2451" y="2671"/>
                  <a:pt x="2607" y="2824"/>
                </a:cubicBezTo>
                <a:cubicBezTo>
                  <a:pt x="2657" y="2875"/>
                  <a:pt x="2719" y="2898"/>
                  <a:pt x="2780" y="2898"/>
                </a:cubicBezTo>
                <a:cubicBezTo>
                  <a:pt x="2906" y="2898"/>
                  <a:pt x="3027" y="2800"/>
                  <a:pt x="3027" y="2652"/>
                </a:cubicBezTo>
                <a:cubicBezTo>
                  <a:pt x="3027" y="2514"/>
                  <a:pt x="2918" y="2404"/>
                  <a:pt x="2780" y="2404"/>
                </a:cubicBezTo>
                <a:close/>
                <a:moveTo>
                  <a:pt x="4002" y="2404"/>
                </a:moveTo>
                <a:cubicBezTo>
                  <a:pt x="3779" y="2404"/>
                  <a:pt x="3670" y="2671"/>
                  <a:pt x="3826" y="2824"/>
                </a:cubicBezTo>
                <a:cubicBezTo>
                  <a:pt x="3876" y="2875"/>
                  <a:pt x="3938" y="2898"/>
                  <a:pt x="3999" y="2898"/>
                </a:cubicBezTo>
                <a:cubicBezTo>
                  <a:pt x="4125" y="2898"/>
                  <a:pt x="4246" y="2800"/>
                  <a:pt x="4246" y="2652"/>
                </a:cubicBezTo>
                <a:cubicBezTo>
                  <a:pt x="4246" y="2514"/>
                  <a:pt x="4137" y="2404"/>
                  <a:pt x="4002" y="2404"/>
                </a:cubicBezTo>
                <a:close/>
                <a:moveTo>
                  <a:pt x="5221" y="2404"/>
                </a:moveTo>
                <a:cubicBezTo>
                  <a:pt x="5002" y="2404"/>
                  <a:pt x="4889" y="2671"/>
                  <a:pt x="5045" y="2824"/>
                </a:cubicBezTo>
                <a:cubicBezTo>
                  <a:pt x="5096" y="2875"/>
                  <a:pt x="5159" y="2898"/>
                  <a:pt x="5220" y="2898"/>
                </a:cubicBezTo>
                <a:cubicBezTo>
                  <a:pt x="5347" y="2898"/>
                  <a:pt x="5469" y="2800"/>
                  <a:pt x="5469" y="2652"/>
                </a:cubicBezTo>
                <a:cubicBezTo>
                  <a:pt x="5465" y="2514"/>
                  <a:pt x="5356" y="2404"/>
                  <a:pt x="5221" y="2404"/>
                </a:cubicBezTo>
                <a:close/>
                <a:moveTo>
                  <a:pt x="6440" y="2404"/>
                </a:moveTo>
                <a:cubicBezTo>
                  <a:pt x="6221" y="2404"/>
                  <a:pt x="6111" y="2671"/>
                  <a:pt x="6264" y="2824"/>
                </a:cubicBezTo>
                <a:cubicBezTo>
                  <a:pt x="6315" y="2875"/>
                  <a:pt x="6378" y="2898"/>
                  <a:pt x="6439" y="2898"/>
                </a:cubicBezTo>
                <a:cubicBezTo>
                  <a:pt x="6566" y="2898"/>
                  <a:pt x="6688" y="2800"/>
                  <a:pt x="6688" y="2652"/>
                </a:cubicBezTo>
                <a:cubicBezTo>
                  <a:pt x="6688" y="2514"/>
                  <a:pt x="6575" y="2404"/>
                  <a:pt x="6440" y="2404"/>
                </a:cubicBezTo>
                <a:close/>
                <a:moveTo>
                  <a:pt x="7659" y="2404"/>
                </a:moveTo>
                <a:cubicBezTo>
                  <a:pt x="7440" y="2404"/>
                  <a:pt x="7330" y="2671"/>
                  <a:pt x="7484" y="2824"/>
                </a:cubicBezTo>
                <a:cubicBezTo>
                  <a:pt x="7535" y="2875"/>
                  <a:pt x="7597" y="2898"/>
                  <a:pt x="7658" y="2898"/>
                </a:cubicBezTo>
                <a:cubicBezTo>
                  <a:pt x="7785" y="2898"/>
                  <a:pt x="7907" y="2800"/>
                  <a:pt x="7907" y="2652"/>
                </a:cubicBezTo>
                <a:cubicBezTo>
                  <a:pt x="7907" y="2514"/>
                  <a:pt x="7797" y="2404"/>
                  <a:pt x="7659" y="2404"/>
                </a:cubicBezTo>
                <a:close/>
                <a:moveTo>
                  <a:pt x="8878" y="2404"/>
                </a:moveTo>
                <a:cubicBezTo>
                  <a:pt x="8659" y="2404"/>
                  <a:pt x="8549" y="2671"/>
                  <a:pt x="8706" y="2824"/>
                </a:cubicBezTo>
                <a:cubicBezTo>
                  <a:pt x="8756" y="2875"/>
                  <a:pt x="8818" y="2898"/>
                  <a:pt x="8878" y="2898"/>
                </a:cubicBezTo>
                <a:cubicBezTo>
                  <a:pt x="9004" y="2898"/>
                  <a:pt x="9126" y="2800"/>
                  <a:pt x="9126" y="2652"/>
                </a:cubicBezTo>
                <a:cubicBezTo>
                  <a:pt x="9126" y="2514"/>
                  <a:pt x="9016" y="2404"/>
                  <a:pt x="8878" y="2404"/>
                </a:cubicBezTo>
                <a:close/>
                <a:moveTo>
                  <a:pt x="10097" y="2404"/>
                </a:moveTo>
                <a:cubicBezTo>
                  <a:pt x="9878" y="2404"/>
                  <a:pt x="9768" y="2671"/>
                  <a:pt x="9925" y="2824"/>
                </a:cubicBezTo>
                <a:cubicBezTo>
                  <a:pt x="9975" y="2875"/>
                  <a:pt x="10037" y="2898"/>
                  <a:pt x="10097" y="2898"/>
                </a:cubicBezTo>
                <a:cubicBezTo>
                  <a:pt x="10223" y="2898"/>
                  <a:pt x="10345" y="2800"/>
                  <a:pt x="10345" y="2652"/>
                </a:cubicBezTo>
                <a:cubicBezTo>
                  <a:pt x="10345" y="2514"/>
                  <a:pt x="10235" y="2404"/>
                  <a:pt x="10097" y="2404"/>
                </a:cubicBezTo>
                <a:close/>
                <a:moveTo>
                  <a:pt x="11319" y="2404"/>
                </a:moveTo>
                <a:cubicBezTo>
                  <a:pt x="11097" y="2404"/>
                  <a:pt x="10987" y="2671"/>
                  <a:pt x="11144" y="2824"/>
                </a:cubicBezTo>
                <a:cubicBezTo>
                  <a:pt x="11194" y="2875"/>
                  <a:pt x="11256" y="2898"/>
                  <a:pt x="11316" y="2898"/>
                </a:cubicBezTo>
                <a:cubicBezTo>
                  <a:pt x="11442" y="2898"/>
                  <a:pt x="11564" y="2800"/>
                  <a:pt x="11564" y="2652"/>
                </a:cubicBezTo>
                <a:cubicBezTo>
                  <a:pt x="11564" y="2514"/>
                  <a:pt x="11454" y="2404"/>
                  <a:pt x="11319" y="2404"/>
                </a:cubicBezTo>
                <a:close/>
                <a:moveTo>
                  <a:pt x="12538" y="2404"/>
                </a:moveTo>
                <a:cubicBezTo>
                  <a:pt x="12316" y="2404"/>
                  <a:pt x="12206" y="2671"/>
                  <a:pt x="12363" y="2824"/>
                </a:cubicBezTo>
                <a:cubicBezTo>
                  <a:pt x="12414" y="2875"/>
                  <a:pt x="12476" y="2898"/>
                  <a:pt x="12537" y="2898"/>
                </a:cubicBezTo>
                <a:cubicBezTo>
                  <a:pt x="12663" y="2898"/>
                  <a:pt x="12783" y="2800"/>
                  <a:pt x="12783" y="2652"/>
                </a:cubicBezTo>
                <a:cubicBezTo>
                  <a:pt x="12783" y="2514"/>
                  <a:pt x="12673" y="2404"/>
                  <a:pt x="12538" y="2404"/>
                </a:cubicBezTo>
                <a:close/>
                <a:moveTo>
                  <a:pt x="13757" y="2404"/>
                </a:moveTo>
                <a:cubicBezTo>
                  <a:pt x="13538" y="2404"/>
                  <a:pt x="13425" y="2671"/>
                  <a:pt x="13582" y="2824"/>
                </a:cubicBezTo>
                <a:cubicBezTo>
                  <a:pt x="13633" y="2875"/>
                  <a:pt x="13695" y="2898"/>
                  <a:pt x="13757" y="2898"/>
                </a:cubicBezTo>
                <a:cubicBezTo>
                  <a:pt x="13884" y="2898"/>
                  <a:pt x="14005" y="2800"/>
                  <a:pt x="14005" y="2652"/>
                </a:cubicBezTo>
                <a:cubicBezTo>
                  <a:pt x="14005" y="2514"/>
                  <a:pt x="13892" y="2404"/>
                  <a:pt x="13757" y="2404"/>
                </a:cubicBezTo>
                <a:close/>
                <a:moveTo>
                  <a:pt x="14976" y="2404"/>
                </a:moveTo>
                <a:cubicBezTo>
                  <a:pt x="14757" y="2404"/>
                  <a:pt x="14647" y="2671"/>
                  <a:pt x="14801" y="2824"/>
                </a:cubicBezTo>
                <a:cubicBezTo>
                  <a:pt x="14852" y="2875"/>
                  <a:pt x="14915" y="2898"/>
                  <a:pt x="14976" y="2898"/>
                </a:cubicBezTo>
                <a:cubicBezTo>
                  <a:pt x="15103" y="2898"/>
                  <a:pt x="15224" y="2800"/>
                  <a:pt x="15224" y="2652"/>
                </a:cubicBezTo>
                <a:cubicBezTo>
                  <a:pt x="15224" y="2514"/>
                  <a:pt x="15111" y="2404"/>
                  <a:pt x="14976" y="2404"/>
                </a:cubicBezTo>
                <a:close/>
                <a:moveTo>
                  <a:pt x="16196" y="2404"/>
                </a:moveTo>
                <a:cubicBezTo>
                  <a:pt x="15976" y="2404"/>
                  <a:pt x="15866" y="2671"/>
                  <a:pt x="16020" y="2824"/>
                </a:cubicBezTo>
                <a:cubicBezTo>
                  <a:pt x="16071" y="2875"/>
                  <a:pt x="16134" y="2898"/>
                  <a:pt x="16195" y="2898"/>
                </a:cubicBezTo>
                <a:cubicBezTo>
                  <a:pt x="16322" y="2898"/>
                  <a:pt x="16443" y="2800"/>
                  <a:pt x="16443" y="2652"/>
                </a:cubicBezTo>
                <a:cubicBezTo>
                  <a:pt x="16443" y="2514"/>
                  <a:pt x="16333" y="2404"/>
                  <a:pt x="16196" y="2404"/>
                </a:cubicBezTo>
                <a:close/>
                <a:moveTo>
                  <a:pt x="17415" y="2404"/>
                </a:moveTo>
                <a:cubicBezTo>
                  <a:pt x="17195" y="2404"/>
                  <a:pt x="17086" y="2671"/>
                  <a:pt x="17242" y="2824"/>
                </a:cubicBezTo>
                <a:cubicBezTo>
                  <a:pt x="17292" y="2875"/>
                  <a:pt x="17354" y="2898"/>
                  <a:pt x="17415" y="2898"/>
                </a:cubicBezTo>
                <a:cubicBezTo>
                  <a:pt x="17541" y="2898"/>
                  <a:pt x="17662" y="2800"/>
                  <a:pt x="17662" y="2652"/>
                </a:cubicBezTo>
                <a:cubicBezTo>
                  <a:pt x="17662" y="2514"/>
                  <a:pt x="17552" y="2404"/>
                  <a:pt x="17415" y="2404"/>
                </a:cubicBezTo>
                <a:close/>
                <a:moveTo>
                  <a:pt x="18634" y="2404"/>
                </a:moveTo>
                <a:cubicBezTo>
                  <a:pt x="18414" y="2404"/>
                  <a:pt x="18305" y="2671"/>
                  <a:pt x="18461" y="2824"/>
                </a:cubicBezTo>
                <a:cubicBezTo>
                  <a:pt x="18511" y="2875"/>
                  <a:pt x="18573" y="2898"/>
                  <a:pt x="18634" y="2898"/>
                </a:cubicBezTo>
                <a:cubicBezTo>
                  <a:pt x="18760" y="2898"/>
                  <a:pt x="18881" y="2800"/>
                  <a:pt x="18881" y="2652"/>
                </a:cubicBezTo>
                <a:cubicBezTo>
                  <a:pt x="18881" y="2514"/>
                  <a:pt x="18772" y="2404"/>
                  <a:pt x="18634" y="2404"/>
                </a:cubicBezTo>
                <a:close/>
                <a:moveTo>
                  <a:pt x="19856" y="2404"/>
                </a:moveTo>
                <a:cubicBezTo>
                  <a:pt x="19633" y="2404"/>
                  <a:pt x="19524" y="2671"/>
                  <a:pt x="19680" y="2824"/>
                </a:cubicBezTo>
                <a:cubicBezTo>
                  <a:pt x="19730" y="2875"/>
                  <a:pt x="19792" y="2898"/>
                  <a:pt x="19853" y="2898"/>
                </a:cubicBezTo>
                <a:cubicBezTo>
                  <a:pt x="19979" y="2898"/>
                  <a:pt x="20100" y="2800"/>
                  <a:pt x="20100" y="2652"/>
                </a:cubicBezTo>
                <a:cubicBezTo>
                  <a:pt x="20100" y="2514"/>
                  <a:pt x="19991" y="2404"/>
                  <a:pt x="19856" y="2404"/>
                </a:cubicBezTo>
                <a:close/>
                <a:moveTo>
                  <a:pt x="21075" y="2404"/>
                </a:moveTo>
                <a:cubicBezTo>
                  <a:pt x="20852" y="2404"/>
                  <a:pt x="20743" y="2671"/>
                  <a:pt x="20899" y="2824"/>
                </a:cubicBezTo>
                <a:cubicBezTo>
                  <a:pt x="20950" y="2875"/>
                  <a:pt x="21013" y="2898"/>
                  <a:pt x="21073" y="2898"/>
                </a:cubicBezTo>
                <a:cubicBezTo>
                  <a:pt x="21199" y="2898"/>
                  <a:pt x="21319" y="2800"/>
                  <a:pt x="21319" y="2652"/>
                </a:cubicBezTo>
                <a:cubicBezTo>
                  <a:pt x="21319" y="2514"/>
                  <a:pt x="21210" y="2404"/>
                  <a:pt x="21075" y="2404"/>
                </a:cubicBezTo>
                <a:close/>
                <a:moveTo>
                  <a:pt x="22294" y="2404"/>
                </a:moveTo>
                <a:cubicBezTo>
                  <a:pt x="22075" y="2404"/>
                  <a:pt x="21965" y="2671"/>
                  <a:pt x="22118" y="2824"/>
                </a:cubicBezTo>
                <a:cubicBezTo>
                  <a:pt x="22169" y="2875"/>
                  <a:pt x="22232" y="2898"/>
                  <a:pt x="22293" y="2898"/>
                </a:cubicBezTo>
                <a:cubicBezTo>
                  <a:pt x="22420" y="2898"/>
                  <a:pt x="22541" y="2800"/>
                  <a:pt x="22541" y="2652"/>
                </a:cubicBezTo>
                <a:cubicBezTo>
                  <a:pt x="22541" y="2514"/>
                  <a:pt x="22429" y="2404"/>
                  <a:pt x="22294" y="2404"/>
                </a:cubicBezTo>
                <a:close/>
                <a:moveTo>
                  <a:pt x="23513" y="2404"/>
                </a:moveTo>
                <a:cubicBezTo>
                  <a:pt x="23294" y="2404"/>
                  <a:pt x="23184" y="2671"/>
                  <a:pt x="23337" y="2824"/>
                </a:cubicBezTo>
                <a:cubicBezTo>
                  <a:pt x="23388" y="2875"/>
                  <a:pt x="23451" y="2898"/>
                  <a:pt x="23512" y="2898"/>
                </a:cubicBezTo>
                <a:cubicBezTo>
                  <a:pt x="23639" y="2898"/>
                  <a:pt x="23761" y="2800"/>
                  <a:pt x="23761" y="2652"/>
                </a:cubicBezTo>
                <a:cubicBezTo>
                  <a:pt x="23761" y="2514"/>
                  <a:pt x="23648" y="2404"/>
                  <a:pt x="23513" y="2404"/>
                </a:cubicBezTo>
                <a:close/>
                <a:moveTo>
                  <a:pt x="24732" y="2404"/>
                </a:moveTo>
                <a:cubicBezTo>
                  <a:pt x="24513" y="2404"/>
                  <a:pt x="24403" y="2671"/>
                  <a:pt x="24557" y="2824"/>
                </a:cubicBezTo>
                <a:cubicBezTo>
                  <a:pt x="24607" y="2875"/>
                  <a:pt x="24670" y="2898"/>
                  <a:pt x="24731" y="2898"/>
                </a:cubicBezTo>
                <a:cubicBezTo>
                  <a:pt x="24858" y="2898"/>
                  <a:pt x="24980" y="2800"/>
                  <a:pt x="24980" y="2652"/>
                </a:cubicBezTo>
                <a:cubicBezTo>
                  <a:pt x="24980" y="2514"/>
                  <a:pt x="24870" y="2404"/>
                  <a:pt x="24732" y="2404"/>
                </a:cubicBezTo>
                <a:close/>
                <a:moveTo>
                  <a:pt x="25951" y="2404"/>
                </a:moveTo>
                <a:cubicBezTo>
                  <a:pt x="25732" y="2404"/>
                  <a:pt x="25622" y="2671"/>
                  <a:pt x="25779" y="2824"/>
                </a:cubicBezTo>
                <a:cubicBezTo>
                  <a:pt x="25829" y="2875"/>
                  <a:pt x="25891" y="2898"/>
                  <a:pt x="25951" y="2898"/>
                </a:cubicBezTo>
                <a:cubicBezTo>
                  <a:pt x="26077" y="2898"/>
                  <a:pt x="26199" y="2800"/>
                  <a:pt x="26199" y="2652"/>
                </a:cubicBezTo>
                <a:cubicBezTo>
                  <a:pt x="26199" y="2514"/>
                  <a:pt x="26089" y="2404"/>
                  <a:pt x="25951" y="2404"/>
                </a:cubicBezTo>
                <a:close/>
                <a:moveTo>
                  <a:pt x="27170" y="2404"/>
                </a:moveTo>
                <a:cubicBezTo>
                  <a:pt x="26951" y="2404"/>
                  <a:pt x="26841" y="2671"/>
                  <a:pt x="26998" y="2824"/>
                </a:cubicBezTo>
                <a:cubicBezTo>
                  <a:pt x="27048" y="2875"/>
                  <a:pt x="27110" y="2898"/>
                  <a:pt x="27170" y="2898"/>
                </a:cubicBezTo>
                <a:cubicBezTo>
                  <a:pt x="27296" y="2898"/>
                  <a:pt x="27418" y="2800"/>
                  <a:pt x="27418" y="2652"/>
                </a:cubicBezTo>
                <a:cubicBezTo>
                  <a:pt x="27418" y="2514"/>
                  <a:pt x="27308" y="2404"/>
                  <a:pt x="27170" y="2404"/>
                </a:cubicBezTo>
                <a:close/>
                <a:moveTo>
                  <a:pt x="28392" y="2404"/>
                </a:moveTo>
                <a:cubicBezTo>
                  <a:pt x="28170" y="2404"/>
                  <a:pt x="28060" y="2671"/>
                  <a:pt x="28217" y="2824"/>
                </a:cubicBezTo>
                <a:cubicBezTo>
                  <a:pt x="28267" y="2875"/>
                  <a:pt x="28329" y="2898"/>
                  <a:pt x="28389" y="2898"/>
                </a:cubicBezTo>
                <a:cubicBezTo>
                  <a:pt x="28515" y="2898"/>
                  <a:pt x="28637" y="2800"/>
                  <a:pt x="28637" y="2652"/>
                </a:cubicBezTo>
                <a:cubicBezTo>
                  <a:pt x="28637" y="2514"/>
                  <a:pt x="28527" y="2404"/>
                  <a:pt x="28392" y="2404"/>
                </a:cubicBezTo>
                <a:close/>
                <a:moveTo>
                  <a:pt x="29611" y="2404"/>
                </a:moveTo>
                <a:cubicBezTo>
                  <a:pt x="29389" y="2404"/>
                  <a:pt x="29279" y="2671"/>
                  <a:pt x="29436" y="2824"/>
                </a:cubicBezTo>
                <a:cubicBezTo>
                  <a:pt x="29487" y="2875"/>
                  <a:pt x="29549" y="2898"/>
                  <a:pt x="29610" y="2898"/>
                </a:cubicBezTo>
                <a:cubicBezTo>
                  <a:pt x="29736" y="2898"/>
                  <a:pt x="29856" y="2800"/>
                  <a:pt x="29856" y="2652"/>
                </a:cubicBezTo>
                <a:cubicBezTo>
                  <a:pt x="29856" y="2514"/>
                  <a:pt x="29746" y="2404"/>
                  <a:pt x="29611" y="2404"/>
                </a:cubicBezTo>
                <a:close/>
                <a:moveTo>
                  <a:pt x="30830" y="2404"/>
                </a:moveTo>
                <a:cubicBezTo>
                  <a:pt x="30611" y="2404"/>
                  <a:pt x="30501" y="2671"/>
                  <a:pt x="30655" y="2824"/>
                </a:cubicBezTo>
                <a:cubicBezTo>
                  <a:pt x="30706" y="2875"/>
                  <a:pt x="30768" y="2898"/>
                  <a:pt x="30830" y="2898"/>
                </a:cubicBezTo>
                <a:cubicBezTo>
                  <a:pt x="30957" y="2898"/>
                  <a:pt x="31078" y="2800"/>
                  <a:pt x="31078" y="2652"/>
                </a:cubicBezTo>
                <a:cubicBezTo>
                  <a:pt x="31078" y="2514"/>
                  <a:pt x="30965" y="2404"/>
                  <a:pt x="30830" y="2404"/>
                </a:cubicBezTo>
                <a:close/>
                <a:moveTo>
                  <a:pt x="32049" y="2404"/>
                </a:moveTo>
                <a:cubicBezTo>
                  <a:pt x="31830" y="2404"/>
                  <a:pt x="31720" y="2671"/>
                  <a:pt x="31874" y="2824"/>
                </a:cubicBezTo>
                <a:cubicBezTo>
                  <a:pt x="31925" y="2875"/>
                  <a:pt x="31987" y="2898"/>
                  <a:pt x="32049" y="2898"/>
                </a:cubicBezTo>
                <a:cubicBezTo>
                  <a:pt x="32176" y="2898"/>
                  <a:pt x="32297" y="2800"/>
                  <a:pt x="32297" y="2652"/>
                </a:cubicBezTo>
                <a:cubicBezTo>
                  <a:pt x="32297" y="2514"/>
                  <a:pt x="32184" y="2404"/>
                  <a:pt x="32049" y="2404"/>
                </a:cubicBezTo>
                <a:close/>
                <a:moveTo>
                  <a:pt x="33269" y="2404"/>
                </a:moveTo>
                <a:cubicBezTo>
                  <a:pt x="33049" y="2404"/>
                  <a:pt x="32939" y="2671"/>
                  <a:pt x="33093" y="2824"/>
                </a:cubicBezTo>
                <a:cubicBezTo>
                  <a:pt x="33144" y="2875"/>
                  <a:pt x="33207" y="2898"/>
                  <a:pt x="33268" y="2898"/>
                </a:cubicBezTo>
                <a:cubicBezTo>
                  <a:pt x="33395" y="2898"/>
                  <a:pt x="33516" y="2800"/>
                  <a:pt x="33516" y="2652"/>
                </a:cubicBezTo>
                <a:cubicBezTo>
                  <a:pt x="33516" y="2514"/>
                  <a:pt x="33406" y="2404"/>
                  <a:pt x="33269" y="2404"/>
                </a:cubicBezTo>
                <a:close/>
                <a:moveTo>
                  <a:pt x="34488" y="2404"/>
                </a:moveTo>
                <a:cubicBezTo>
                  <a:pt x="34268" y="2404"/>
                  <a:pt x="34159" y="2671"/>
                  <a:pt x="34315" y="2824"/>
                </a:cubicBezTo>
                <a:cubicBezTo>
                  <a:pt x="34365" y="2875"/>
                  <a:pt x="34427" y="2898"/>
                  <a:pt x="34488" y="2898"/>
                </a:cubicBezTo>
                <a:cubicBezTo>
                  <a:pt x="34614" y="2898"/>
                  <a:pt x="34735" y="2800"/>
                  <a:pt x="34735" y="2652"/>
                </a:cubicBezTo>
                <a:cubicBezTo>
                  <a:pt x="34735" y="2514"/>
                  <a:pt x="34625" y="2404"/>
                  <a:pt x="34488" y="2404"/>
                </a:cubicBezTo>
                <a:close/>
                <a:moveTo>
                  <a:pt x="35707" y="2404"/>
                </a:moveTo>
                <a:cubicBezTo>
                  <a:pt x="35487" y="2404"/>
                  <a:pt x="35378" y="2671"/>
                  <a:pt x="35534" y="2824"/>
                </a:cubicBezTo>
                <a:cubicBezTo>
                  <a:pt x="35584" y="2875"/>
                  <a:pt x="35646" y="2898"/>
                  <a:pt x="35707" y="2898"/>
                </a:cubicBezTo>
                <a:cubicBezTo>
                  <a:pt x="35833" y="2898"/>
                  <a:pt x="35954" y="2800"/>
                  <a:pt x="35954" y="2652"/>
                </a:cubicBezTo>
                <a:cubicBezTo>
                  <a:pt x="35954" y="2514"/>
                  <a:pt x="35845" y="2404"/>
                  <a:pt x="35707" y="2404"/>
                </a:cubicBezTo>
                <a:close/>
                <a:moveTo>
                  <a:pt x="36929" y="2404"/>
                </a:moveTo>
                <a:cubicBezTo>
                  <a:pt x="36706" y="2404"/>
                  <a:pt x="36597" y="2671"/>
                  <a:pt x="36753" y="2824"/>
                </a:cubicBezTo>
                <a:cubicBezTo>
                  <a:pt x="36803" y="2875"/>
                  <a:pt x="36865" y="2898"/>
                  <a:pt x="36926" y="2898"/>
                </a:cubicBezTo>
                <a:cubicBezTo>
                  <a:pt x="37052" y="2898"/>
                  <a:pt x="37173" y="2800"/>
                  <a:pt x="37173" y="2652"/>
                </a:cubicBezTo>
                <a:cubicBezTo>
                  <a:pt x="37173" y="2514"/>
                  <a:pt x="37064" y="2404"/>
                  <a:pt x="36929" y="2404"/>
                </a:cubicBezTo>
                <a:close/>
                <a:moveTo>
                  <a:pt x="38148" y="2404"/>
                </a:moveTo>
                <a:cubicBezTo>
                  <a:pt x="37928" y="2404"/>
                  <a:pt x="37816" y="2671"/>
                  <a:pt x="37972" y="2824"/>
                </a:cubicBezTo>
                <a:cubicBezTo>
                  <a:pt x="38023" y="2875"/>
                  <a:pt x="38086" y="2898"/>
                  <a:pt x="38146" y="2898"/>
                </a:cubicBezTo>
                <a:cubicBezTo>
                  <a:pt x="38272" y="2898"/>
                  <a:pt x="38392" y="2800"/>
                  <a:pt x="38392" y="2652"/>
                </a:cubicBezTo>
                <a:cubicBezTo>
                  <a:pt x="38392" y="2514"/>
                  <a:pt x="38283" y="2404"/>
                  <a:pt x="38148" y="2404"/>
                </a:cubicBezTo>
                <a:close/>
                <a:moveTo>
                  <a:pt x="39367" y="2404"/>
                </a:moveTo>
                <a:cubicBezTo>
                  <a:pt x="39148" y="2404"/>
                  <a:pt x="39038" y="2671"/>
                  <a:pt x="39191" y="2824"/>
                </a:cubicBezTo>
                <a:cubicBezTo>
                  <a:pt x="39242" y="2875"/>
                  <a:pt x="39305" y="2898"/>
                  <a:pt x="39366" y="2898"/>
                </a:cubicBezTo>
                <a:cubicBezTo>
                  <a:pt x="39493" y="2898"/>
                  <a:pt x="39614" y="2800"/>
                  <a:pt x="39614" y="2652"/>
                </a:cubicBezTo>
                <a:cubicBezTo>
                  <a:pt x="39614" y="2514"/>
                  <a:pt x="39502" y="2404"/>
                  <a:pt x="39367" y="2404"/>
                </a:cubicBezTo>
                <a:close/>
                <a:moveTo>
                  <a:pt x="40586" y="2404"/>
                </a:moveTo>
                <a:cubicBezTo>
                  <a:pt x="40367" y="2404"/>
                  <a:pt x="40257" y="2671"/>
                  <a:pt x="40410" y="2824"/>
                </a:cubicBezTo>
                <a:cubicBezTo>
                  <a:pt x="40461" y="2875"/>
                  <a:pt x="40524" y="2898"/>
                  <a:pt x="40585" y="2898"/>
                </a:cubicBezTo>
                <a:cubicBezTo>
                  <a:pt x="40712" y="2898"/>
                  <a:pt x="40834" y="2800"/>
                  <a:pt x="40834" y="2652"/>
                </a:cubicBezTo>
                <a:cubicBezTo>
                  <a:pt x="40834" y="2514"/>
                  <a:pt x="40721" y="2404"/>
                  <a:pt x="40586" y="2404"/>
                </a:cubicBezTo>
                <a:close/>
                <a:moveTo>
                  <a:pt x="41805" y="2404"/>
                </a:moveTo>
                <a:cubicBezTo>
                  <a:pt x="41586" y="2404"/>
                  <a:pt x="41476" y="2671"/>
                  <a:pt x="41630" y="2824"/>
                </a:cubicBezTo>
                <a:cubicBezTo>
                  <a:pt x="41680" y="2875"/>
                  <a:pt x="41743" y="2898"/>
                  <a:pt x="41804" y="2898"/>
                </a:cubicBezTo>
                <a:cubicBezTo>
                  <a:pt x="41931" y="2898"/>
                  <a:pt x="42053" y="2800"/>
                  <a:pt x="42053" y="2652"/>
                </a:cubicBezTo>
                <a:cubicBezTo>
                  <a:pt x="42053" y="2514"/>
                  <a:pt x="41943" y="2404"/>
                  <a:pt x="41805" y="2404"/>
                </a:cubicBezTo>
                <a:close/>
                <a:moveTo>
                  <a:pt x="43024" y="2404"/>
                </a:moveTo>
                <a:cubicBezTo>
                  <a:pt x="42805" y="2404"/>
                  <a:pt x="42695" y="2671"/>
                  <a:pt x="42852" y="2824"/>
                </a:cubicBezTo>
                <a:cubicBezTo>
                  <a:pt x="42902" y="2875"/>
                  <a:pt x="42964" y="2898"/>
                  <a:pt x="43024" y="2898"/>
                </a:cubicBezTo>
                <a:cubicBezTo>
                  <a:pt x="43150" y="2898"/>
                  <a:pt x="43272" y="2800"/>
                  <a:pt x="43272" y="2652"/>
                </a:cubicBezTo>
                <a:cubicBezTo>
                  <a:pt x="43272" y="2514"/>
                  <a:pt x="43162" y="2404"/>
                  <a:pt x="43024" y="2404"/>
                </a:cubicBezTo>
                <a:close/>
                <a:moveTo>
                  <a:pt x="44243" y="2404"/>
                </a:moveTo>
                <a:cubicBezTo>
                  <a:pt x="44024" y="2404"/>
                  <a:pt x="43914" y="2671"/>
                  <a:pt x="44071" y="2824"/>
                </a:cubicBezTo>
                <a:cubicBezTo>
                  <a:pt x="44121" y="2875"/>
                  <a:pt x="44183" y="2898"/>
                  <a:pt x="44243" y="2898"/>
                </a:cubicBezTo>
                <a:cubicBezTo>
                  <a:pt x="44369" y="2898"/>
                  <a:pt x="44491" y="2800"/>
                  <a:pt x="44491" y="2652"/>
                </a:cubicBezTo>
                <a:cubicBezTo>
                  <a:pt x="44491" y="2514"/>
                  <a:pt x="44381" y="2404"/>
                  <a:pt x="44243" y="2404"/>
                </a:cubicBezTo>
                <a:close/>
                <a:moveTo>
                  <a:pt x="45465" y="2404"/>
                </a:moveTo>
                <a:cubicBezTo>
                  <a:pt x="45243" y="2404"/>
                  <a:pt x="45133" y="2671"/>
                  <a:pt x="45290" y="2824"/>
                </a:cubicBezTo>
                <a:cubicBezTo>
                  <a:pt x="45340" y="2875"/>
                  <a:pt x="45402" y="2898"/>
                  <a:pt x="45462" y="2898"/>
                </a:cubicBezTo>
                <a:cubicBezTo>
                  <a:pt x="45588" y="2898"/>
                  <a:pt x="45710" y="2800"/>
                  <a:pt x="45710" y="2652"/>
                </a:cubicBezTo>
                <a:cubicBezTo>
                  <a:pt x="45710" y="2514"/>
                  <a:pt x="45600" y="2404"/>
                  <a:pt x="45465" y="2404"/>
                </a:cubicBezTo>
                <a:close/>
                <a:moveTo>
                  <a:pt x="46684" y="2404"/>
                </a:moveTo>
                <a:cubicBezTo>
                  <a:pt x="46465" y="2404"/>
                  <a:pt x="46352" y="2671"/>
                  <a:pt x="46509" y="2824"/>
                </a:cubicBezTo>
                <a:cubicBezTo>
                  <a:pt x="46560" y="2875"/>
                  <a:pt x="46622" y="2898"/>
                  <a:pt x="46683" y="2898"/>
                </a:cubicBezTo>
                <a:cubicBezTo>
                  <a:pt x="46809" y="2898"/>
                  <a:pt x="46929" y="2800"/>
                  <a:pt x="46929" y="2652"/>
                </a:cubicBezTo>
                <a:cubicBezTo>
                  <a:pt x="46929" y="2514"/>
                  <a:pt x="46819" y="2404"/>
                  <a:pt x="46684" y="2404"/>
                </a:cubicBezTo>
                <a:close/>
                <a:moveTo>
                  <a:pt x="47903" y="2404"/>
                </a:moveTo>
                <a:cubicBezTo>
                  <a:pt x="47684" y="2404"/>
                  <a:pt x="47574" y="2671"/>
                  <a:pt x="47728" y="2824"/>
                </a:cubicBezTo>
                <a:cubicBezTo>
                  <a:pt x="47779" y="2875"/>
                  <a:pt x="47841" y="2898"/>
                  <a:pt x="47903" y="2898"/>
                </a:cubicBezTo>
                <a:cubicBezTo>
                  <a:pt x="48030" y="2898"/>
                  <a:pt x="48151" y="2800"/>
                  <a:pt x="48151" y="2652"/>
                </a:cubicBezTo>
                <a:cubicBezTo>
                  <a:pt x="48151" y="2514"/>
                  <a:pt x="48038" y="2404"/>
                  <a:pt x="47903" y="2404"/>
                </a:cubicBezTo>
                <a:close/>
                <a:moveTo>
                  <a:pt x="49122" y="2404"/>
                </a:moveTo>
                <a:cubicBezTo>
                  <a:pt x="48903" y="2404"/>
                  <a:pt x="48793" y="2671"/>
                  <a:pt x="48947" y="2824"/>
                </a:cubicBezTo>
                <a:cubicBezTo>
                  <a:pt x="48998" y="2875"/>
                  <a:pt x="49060" y="2898"/>
                  <a:pt x="49122" y="2898"/>
                </a:cubicBezTo>
                <a:cubicBezTo>
                  <a:pt x="49249" y="2898"/>
                  <a:pt x="49370" y="2800"/>
                  <a:pt x="49370" y="2652"/>
                </a:cubicBezTo>
                <a:cubicBezTo>
                  <a:pt x="49370" y="2514"/>
                  <a:pt x="49257" y="2404"/>
                  <a:pt x="49122" y="2404"/>
                </a:cubicBezTo>
                <a:close/>
                <a:moveTo>
                  <a:pt x="50342" y="2404"/>
                </a:moveTo>
                <a:cubicBezTo>
                  <a:pt x="50122" y="2404"/>
                  <a:pt x="50012" y="2671"/>
                  <a:pt x="50166" y="2824"/>
                </a:cubicBezTo>
                <a:cubicBezTo>
                  <a:pt x="50217" y="2875"/>
                  <a:pt x="50280" y="2898"/>
                  <a:pt x="50341" y="2898"/>
                </a:cubicBezTo>
                <a:cubicBezTo>
                  <a:pt x="50468" y="2898"/>
                  <a:pt x="50589" y="2800"/>
                  <a:pt x="50589" y="2652"/>
                </a:cubicBezTo>
                <a:cubicBezTo>
                  <a:pt x="50589" y="2514"/>
                  <a:pt x="50479" y="2404"/>
                  <a:pt x="50342" y="2404"/>
                </a:cubicBezTo>
                <a:close/>
                <a:moveTo>
                  <a:pt x="51561" y="2404"/>
                </a:moveTo>
                <a:cubicBezTo>
                  <a:pt x="51341" y="2404"/>
                  <a:pt x="51232" y="2671"/>
                  <a:pt x="51388" y="2824"/>
                </a:cubicBezTo>
                <a:cubicBezTo>
                  <a:pt x="51438" y="2875"/>
                  <a:pt x="51500" y="2898"/>
                  <a:pt x="51561" y="2898"/>
                </a:cubicBezTo>
                <a:cubicBezTo>
                  <a:pt x="51687" y="2898"/>
                  <a:pt x="51808" y="2800"/>
                  <a:pt x="51808" y="2652"/>
                </a:cubicBezTo>
                <a:cubicBezTo>
                  <a:pt x="51808" y="2514"/>
                  <a:pt x="51698" y="2404"/>
                  <a:pt x="51561" y="2404"/>
                </a:cubicBezTo>
                <a:close/>
                <a:moveTo>
                  <a:pt x="52780" y="2404"/>
                </a:moveTo>
                <a:cubicBezTo>
                  <a:pt x="52560" y="2404"/>
                  <a:pt x="52451" y="2671"/>
                  <a:pt x="52607" y="2824"/>
                </a:cubicBezTo>
                <a:cubicBezTo>
                  <a:pt x="52657" y="2875"/>
                  <a:pt x="52719" y="2898"/>
                  <a:pt x="52780" y="2898"/>
                </a:cubicBezTo>
                <a:cubicBezTo>
                  <a:pt x="52906" y="2898"/>
                  <a:pt x="53027" y="2800"/>
                  <a:pt x="53027" y="2652"/>
                </a:cubicBezTo>
                <a:cubicBezTo>
                  <a:pt x="53027" y="2514"/>
                  <a:pt x="52917" y="2404"/>
                  <a:pt x="52780" y="2404"/>
                </a:cubicBezTo>
                <a:close/>
                <a:moveTo>
                  <a:pt x="54002" y="2404"/>
                </a:moveTo>
                <a:cubicBezTo>
                  <a:pt x="53779" y="2404"/>
                  <a:pt x="53670" y="2671"/>
                  <a:pt x="53826" y="2824"/>
                </a:cubicBezTo>
                <a:cubicBezTo>
                  <a:pt x="53876" y="2875"/>
                  <a:pt x="53938" y="2898"/>
                  <a:pt x="53999" y="2898"/>
                </a:cubicBezTo>
                <a:cubicBezTo>
                  <a:pt x="54125" y="2898"/>
                  <a:pt x="54246" y="2800"/>
                  <a:pt x="54246" y="2652"/>
                </a:cubicBezTo>
                <a:cubicBezTo>
                  <a:pt x="54246" y="2514"/>
                  <a:pt x="54137" y="2404"/>
                  <a:pt x="54002" y="2404"/>
                </a:cubicBezTo>
                <a:close/>
                <a:moveTo>
                  <a:pt x="55221" y="2404"/>
                </a:moveTo>
                <a:cubicBezTo>
                  <a:pt x="55001" y="2404"/>
                  <a:pt x="54889" y="2671"/>
                  <a:pt x="55045" y="2824"/>
                </a:cubicBezTo>
                <a:cubicBezTo>
                  <a:pt x="55096" y="2875"/>
                  <a:pt x="55159" y="2898"/>
                  <a:pt x="55219" y="2898"/>
                </a:cubicBezTo>
                <a:cubicBezTo>
                  <a:pt x="55345" y="2898"/>
                  <a:pt x="55465" y="2800"/>
                  <a:pt x="55465" y="2652"/>
                </a:cubicBezTo>
                <a:cubicBezTo>
                  <a:pt x="55465" y="2514"/>
                  <a:pt x="55356" y="2404"/>
                  <a:pt x="55221" y="2404"/>
                </a:cubicBezTo>
                <a:close/>
                <a:moveTo>
                  <a:pt x="56440" y="2404"/>
                </a:moveTo>
                <a:cubicBezTo>
                  <a:pt x="56221" y="2404"/>
                  <a:pt x="56111" y="2671"/>
                  <a:pt x="56264" y="2824"/>
                </a:cubicBezTo>
                <a:cubicBezTo>
                  <a:pt x="56315" y="2875"/>
                  <a:pt x="56378" y="2898"/>
                  <a:pt x="56439" y="2898"/>
                </a:cubicBezTo>
                <a:cubicBezTo>
                  <a:pt x="56566" y="2898"/>
                  <a:pt x="56687" y="2800"/>
                  <a:pt x="56687" y="2652"/>
                </a:cubicBezTo>
                <a:cubicBezTo>
                  <a:pt x="56684" y="2514"/>
                  <a:pt x="56575" y="2404"/>
                  <a:pt x="56440" y="2404"/>
                </a:cubicBezTo>
                <a:close/>
                <a:moveTo>
                  <a:pt x="57659" y="2404"/>
                </a:moveTo>
                <a:cubicBezTo>
                  <a:pt x="57440" y="2404"/>
                  <a:pt x="57330" y="2671"/>
                  <a:pt x="57483" y="2824"/>
                </a:cubicBezTo>
                <a:cubicBezTo>
                  <a:pt x="57534" y="2875"/>
                  <a:pt x="57597" y="2898"/>
                  <a:pt x="57658" y="2898"/>
                </a:cubicBezTo>
                <a:cubicBezTo>
                  <a:pt x="57785" y="2898"/>
                  <a:pt x="57907" y="2800"/>
                  <a:pt x="57907" y="2652"/>
                </a:cubicBezTo>
                <a:cubicBezTo>
                  <a:pt x="57907" y="2514"/>
                  <a:pt x="57794" y="2404"/>
                  <a:pt x="57659" y="2404"/>
                </a:cubicBezTo>
                <a:close/>
                <a:moveTo>
                  <a:pt x="58878" y="2404"/>
                </a:moveTo>
                <a:cubicBezTo>
                  <a:pt x="58659" y="2404"/>
                  <a:pt x="58549" y="2671"/>
                  <a:pt x="58703" y="2824"/>
                </a:cubicBezTo>
                <a:cubicBezTo>
                  <a:pt x="58753" y="2875"/>
                  <a:pt x="58816" y="2898"/>
                  <a:pt x="58877" y="2898"/>
                </a:cubicBezTo>
                <a:cubicBezTo>
                  <a:pt x="59004" y="2898"/>
                  <a:pt x="59126" y="2800"/>
                  <a:pt x="59126" y="2652"/>
                </a:cubicBezTo>
                <a:cubicBezTo>
                  <a:pt x="59126" y="2514"/>
                  <a:pt x="59016" y="2404"/>
                  <a:pt x="58878" y="2404"/>
                </a:cubicBezTo>
                <a:close/>
                <a:moveTo>
                  <a:pt x="60097" y="2404"/>
                </a:moveTo>
                <a:cubicBezTo>
                  <a:pt x="59878" y="2404"/>
                  <a:pt x="59768" y="2671"/>
                  <a:pt x="59925" y="2824"/>
                </a:cubicBezTo>
                <a:cubicBezTo>
                  <a:pt x="59975" y="2875"/>
                  <a:pt x="60037" y="2898"/>
                  <a:pt x="60097" y="2898"/>
                </a:cubicBezTo>
                <a:cubicBezTo>
                  <a:pt x="60223" y="2898"/>
                  <a:pt x="60345" y="2800"/>
                  <a:pt x="60345" y="2652"/>
                </a:cubicBezTo>
                <a:cubicBezTo>
                  <a:pt x="60345" y="2514"/>
                  <a:pt x="60235" y="2404"/>
                  <a:pt x="60097" y="2404"/>
                </a:cubicBezTo>
                <a:close/>
                <a:moveTo>
                  <a:pt x="61316" y="2404"/>
                </a:moveTo>
                <a:cubicBezTo>
                  <a:pt x="61097" y="2404"/>
                  <a:pt x="60987" y="2671"/>
                  <a:pt x="61144" y="2824"/>
                </a:cubicBezTo>
                <a:cubicBezTo>
                  <a:pt x="61194" y="2875"/>
                  <a:pt x="61256" y="2898"/>
                  <a:pt x="61316" y="2898"/>
                </a:cubicBezTo>
                <a:cubicBezTo>
                  <a:pt x="61442" y="2898"/>
                  <a:pt x="61564" y="2800"/>
                  <a:pt x="61564" y="2652"/>
                </a:cubicBezTo>
                <a:cubicBezTo>
                  <a:pt x="61564" y="2514"/>
                  <a:pt x="61454" y="2404"/>
                  <a:pt x="61316" y="2404"/>
                </a:cubicBezTo>
                <a:close/>
                <a:moveTo>
                  <a:pt x="62538" y="2404"/>
                </a:moveTo>
                <a:cubicBezTo>
                  <a:pt x="62316" y="2404"/>
                  <a:pt x="62206" y="2671"/>
                  <a:pt x="62363" y="2824"/>
                </a:cubicBezTo>
                <a:cubicBezTo>
                  <a:pt x="62414" y="2875"/>
                  <a:pt x="62476" y="2898"/>
                  <a:pt x="62537" y="2898"/>
                </a:cubicBezTo>
                <a:cubicBezTo>
                  <a:pt x="62663" y="2898"/>
                  <a:pt x="62783" y="2800"/>
                  <a:pt x="62783" y="2652"/>
                </a:cubicBezTo>
                <a:cubicBezTo>
                  <a:pt x="62783" y="2514"/>
                  <a:pt x="62673" y="2404"/>
                  <a:pt x="62538" y="2404"/>
                </a:cubicBezTo>
                <a:close/>
                <a:moveTo>
                  <a:pt x="63757" y="2404"/>
                </a:moveTo>
                <a:cubicBezTo>
                  <a:pt x="63538" y="2404"/>
                  <a:pt x="63425" y="2671"/>
                  <a:pt x="63582" y="2824"/>
                </a:cubicBezTo>
                <a:cubicBezTo>
                  <a:pt x="63633" y="2875"/>
                  <a:pt x="63695" y="2898"/>
                  <a:pt x="63756" y="2898"/>
                </a:cubicBezTo>
                <a:cubicBezTo>
                  <a:pt x="63882" y="2898"/>
                  <a:pt x="64002" y="2800"/>
                  <a:pt x="64002" y="2652"/>
                </a:cubicBezTo>
                <a:cubicBezTo>
                  <a:pt x="64002" y="2514"/>
                  <a:pt x="63892" y="2404"/>
                  <a:pt x="63757" y="2404"/>
                </a:cubicBezTo>
                <a:close/>
                <a:moveTo>
                  <a:pt x="64976" y="2404"/>
                </a:moveTo>
                <a:cubicBezTo>
                  <a:pt x="64757" y="2404"/>
                  <a:pt x="64647" y="2671"/>
                  <a:pt x="64801" y="2824"/>
                </a:cubicBezTo>
                <a:cubicBezTo>
                  <a:pt x="64852" y="2875"/>
                  <a:pt x="64914" y="2898"/>
                  <a:pt x="64976" y="2898"/>
                </a:cubicBezTo>
                <a:cubicBezTo>
                  <a:pt x="65103" y="2898"/>
                  <a:pt x="65224" y="2800"/>
                  <a:pt x="65224" y="2652"/>
                </a:cubicBezTo>
                <a:cubicBezTo>
                  <a:pt x="65221" y="2514"/>
                  <a:pt x="65111" y="2404"/>
                  <a:pt x="64976" y="2404"/>
                </a:cubicBezTo>
                <a:close/>
                <a:moveTo>
                  <a:pt x="66195" y="2404"/>
                </a:moveTo>
                <a:cubicBezTo>
                  <a:pt x="65976" y="2404"/>
                  <a:pt x="65866" y="2671"/>
                  <a:pt x="66020" y="2824"/>
                </a:cubicBezTo>
                <a:cubicBezTo>
                  <a:pt x="66071" y="2875"/>
                  <a:pt x="66133" y="2898"/>
                  <a:pt x="66195" y="2898"/>
                </a:cubicBezTo>
                <a:cubicBezTo>
                  <a:pt x="66322" y="2898"/>
                  <a:pt x="66443" y="2800"/>
                  <a:pt x="66443" y="2652"/>
                </a:cubicBezTo>
                <a:cubicBezTo>
                  <a:pt x="66443" y="2514"/>
                  <a:pt x="66330" y="2404"/>
                  <a:pt x="66195" y="2404"/>
                </a:cubicBezTo>
                <a:close/>
                <a:moveTo>
                  <a:pt x="67414" y="2404"/>
                </a:moveTo>
                <a:cubicBezTo>
                  <a:pt x="67195" y="2404"/>
                  <a:pt x="67085" y="2671"/>
                  <a:pt x="67239" y="2824"/>
                </a:cubicBezTo>
                <a:cubicBezTo>
                  <a:pt x="67290" y="2875"/>
                  <a:pt x="67353" y="2898"/>
                  <a:pt x="67414" y="2898"/>
                </a:cubicBezTo>
                <a:cubicBezTo>
                  <a:pt x="67541" y="2898"/>
                  <a:pt x="67662" y="2800"/>
                  <a:pt x="67662" y="2652"/>
                </a:cubicBezTo>
                <a:cubicBezTo>
                  <a:pt x="67662" y="2514"/>
                  <a:pt x="67552" y="2404"/>
                  <a:pt x="67414" y="2404"/>
                </a:cubicBezTo>
                <a:close/>
                <a:moveTo>
                  <a:pt x="68480" y="3680"/>
                </a:moveTo>
                <a:cubicBezTo>
                  <a:pt x="68420" y="3727"/>
                  <a:pt x="68389" y="3796"/>
                  <a:pt x="68389" y="3871"/>
                </a:cubicBezTo>
                <a:cubicBezTo>
                  <a:pt x="68389" y="3924"/>
                  <a:pt x="68405" y="3978"/>
                  <a:pt x="68439" y="4021"/>
                </a:cubicBezTo>
                <a:cubicBezTo>
                  <a:pt x="68452" y="3906"/>
                  <a:pt x="68464" y="3793"/>
                  <a:pt x="68480" y="3680"/>
                </a:cubicBezTo>
                <a:close/>
                <a:moveTo>
                  <a:pt x="1561" y="3623"/>
                </a:moveTo>
                <a:cubicBezTo>
                  <a:pt x="1539" y="3623"/>
                  <a:pt x="1517" y="3627"/>
                  <a:pt x="1495" y="3633"/>
                </a:cubicBezTo>
                <a:cubicBezTo>
                  <a:pt x="1573" y="3768"/>
                  <a:pt x="1655" y="3906"/>
                  <a:pt x="1736" y="4043"/>
                </a:cubicBezTo>
                <a:cubicBezTo>
                  <a:pt x="1890" y="3890"/>
                  <a:pt x="1780" y="3623"/>
                  <a:pt x="1561" y="3623"/>
                </a:cubicBezTo>
                <a:close/>
                <a:moveTo>
                  <a:pt x="55221" y="3623"/>
                </a:moveTo>
                <a:cubicBezTo>
                  <a:pt x="55001" y="3623"/>
                  <a:pt x="54889" y="3890"/>
                  <a:pt x="55045" y="4043"/>
                </a:cubicBezTo>
                <a:cubicBezTo>
                  <a:pt x="55096" y="4094"/>
                  <a:pt x="55159" y="4117"/>
                  <a:pt x="55219" y="4117"/>
                </a:cubicBezTo>
                <a:cubicBezTo>
                  <a:pt x="55345" y="4117"/>
                  <a:pt x="55465" y="4019"/>
                  <a:pt x="55465" y="3871"/>
                </a:cubicBezTo>
                <a:cubicBezTo>
                  <a:pt x="55465" y="3733"/>
                  <a:pt x="55356" y="3623"/>
                  <a:pt x="55221" y="3623"/>
                </a:cubicBezTo>
                <a:close/>
                <a:moveTo>
                  <a:pt x="56440" y="3623"/>
                </a:moveTo>
                <a:cubicBezTo>
                  <a:pt x="56221" y="3623"/>
                  <a:pt x="56111" y="3890"/>
                  <a:pt x="56264" y="4043"/>
                </a:cubicBezTo>
                <a:cubicBezTo>
                  <a:pt x="56315" y="4094"/>
                  <a:pt x="56378" y="4117"/>
                  <a:pt x="56439" y="4117"/>
                </a:cubicBezTo>
                <a:cubicBezTo>
                  <a:pt x="56566" y="4117"/>
                  <a:pt x="56687" y="4019"/>
                  <a:pt x="56687" y="3871"/>
                </a:cubicBezTo>
                <a:cubicBezTo>
                  <a:pt x="56684" y="3733"/>
                  <a:pt x="56575" y="3623"/>
                  <a:pt x="56440" y="3623"/>
                </a:cubicBezTo>
                <a:close/>
                <a:moveTo>
                  <a:pt x="57659" y="3623"/>
                </a:moveTo>
                <a:cubicBezTo>
                  <a:pt x="57440" y="3623"/>
                  <a:pt x="57330" y="3890"/>
                  <a:pt x="57483" y="4043"/>
                </a:cubicBezTo>
                <a:cubicBezTo>
                  <a:pt x="57534" y="4094"/>
                  <a:pt x="57597" y="4117"/>
                  <a:pt x="57658" y="4117"/>
                </a:cubicBezTo>
                <a:cubicBezTo>
                  <a:pt x="57785" y="4117"/>
                  <a:pt x="57907" y="4019"/>
                  <a:pt x="57907" y="3871"/>
                </a:cubicBezTo>
                <a:cubicBezTo>
                  <a:pt x="57907" y="3733"/>
                  <a:pt x="57794" y="3623"/>
                  <a:pt x="57659" y="3623"/>
                </a:cubicBezTo>
                <a:close/>
                <a:moveTo>
                  <a:pt x="58878" y="3623"/>
                </a:moveTo>
                <a:cubicBezTo>
                  <a:pt x="58659" y="3623"/>
                  <a:pt x="58549" y="3890"/>
                  <a:pt x="58703" y="4043"/>
                </a:cubicBezTo>
                <a:cubicBezTo>
                  <a:pt x="58753" y="4094"/>
                  <a:pt x="58816" y="4117"/>
                  <a:pt x="58877" y="4117"/>
                </a:cubicBezTo>
                <a:cubicBezTo>
                  <a:pt x="59004" y="4117"/>
                  <a:pt x="59126" y="4019"/>
                  <a:pt x="59126" y="3871"/>
                </a:cubicBezTo>
                <a:cubicBezTo>
                  <a:pt x="59126" y="3733"/>
                  <a:pt x="59016" y="3623"/>
                  <a:pt x="58878" y="3623"/>
                </a:cubicBezTo>
                <a:close/>
                <a:moveTo>
                  <a:pt x="60097" y="3623"/>
                </a:moveTo>
                <a:cubicBezTo>
                  <a:pt x="59878" y="3623"/>
                  <a:pt x="59768" y="3890"/>
                  <a:pt x="59925" y="4043"/>
                </a:cubicBezTo>
                <a:cubicBezTo>
                  <a:pt x="59975" y="4094"/>
                  <a:pt x="60037" y="4117"/>
                  <a:pt x="60097" y="4117"/>
                </a:cubicBezTo>
                <a:cubicBezTo>
                  <a:pt x="60223" y="4117"/>
                  <a:pt x="60345" y="4019"/>
                  <a:pt x="60345" y="3871"/>
                </a:cubicBezTo>
                <a:cubicBezTo>
                  <a:pt x="60345" y="3733"/>
                  <a:pt x="60235" y="3623"/>
                  <a:pt x="60097" y="3623"/>
                </a:cubicBezTo>
                <a:close/>
                <a:moveTo>
                  <a:pt x="61316" y="3623"/>
                </a:moveTo>
                <a:cubicBezTo>
                  <a:pt x="61097" y="3623"/>
                  <a:pt x="60987" y="3890"/>
                  <a:pt x="61144" y="4043"/>
                </a:cubicBezTo>
                <a:cubicBezTo>
                  <a:pt x="61194" y="4094"/>
                  <a:pt x="61256" y="4117"/>
                  <a:pt x="61316" y="4117"/>
                </a:cubicBezTo>
                <a:cubicBezTo>
                  <a:pt x="61442" y="4117"/>
                  <a:pt x="61564" y="4019"/>
                  <a:pt x="61564" y="3871"/>
                </a:cubicBezTo>
                <a:cubicBezTo>
                  <a:pt x="61564" y="3733"/>
                  <a:pt x="61454" y="3623"/>
                  <a:pt x="61316" y="3623"/>
                </a:cubicBezTo>
                <a:close/>
                <a:moveTo>
                  <a:pt x="62538" y="3623"/>
                </a:moveTo>
                <a:cubicBezTo>
                  <a:pt x="62316" y="3623"/>
                  <a:pt x="62206" y="3890"/>
                  <a:pt x="62363" y="4043"/>
                </a:cubicBezTo>
                <a:cubicBezTo>
                  <a:pt x="62414" y="4094"/>
                  <a:pt x="62476" y="4117"/>
                  <a:pt x="62537" y="4117"/>
                </a:cubicBezTo>
                <a:cubicBezTo>
                  <a:pt x="62663" y="4117"/>
                  <a:pt x="62783" y="4019"/>
                  <a:pt x="62783" y="3871"/>
                </a:cubicBezTo>
                <a:cubicBezTo>
                  <a:pt x="62783" y="3733"/>
                  <a:pt x="62673" y="3623"/>
                  <a:pt x="62538" y="3623"/>
                </a:cubicBezTo>
                <a:close/>
                <a:moveTo>
                  <a:pt x="63757" y="3623"/>
                </a:moveTo>
                <a:cubicBezTo>
                  <a:pt x="63538" y="3623"/>
                  <a:pt x="63425" y="3890"/>
                  <a:pt x="63582" y="4043"/>
                </a:cubicBezTo>
                <a:cubicBezTo>
                  <a:pt x="63633" y="4094"/>
                  <a:pt x="63695" y="4117"/>
                  <a:pt x="63756" y="4117"/>
                </a:cubicBezTo>
                <a:cubicBezTo>
                  <a:pt x="63882" y="4117"/>
                  <a:pt x="64002" y="4019"/>
                  <a:pt x="64002" y="3871"/>
                </a:cubicBezTo>
                <a:cubicBezTo>
                  <a:pt x="64002" y="3733"/>
                  <a:pt x="63892" y="3623"/>
                  <a:pt x="63757" y="3623"/>
                </a:cubicBezTo>
                <a:close/>
                <a:moveTo>
                  <a:pt x="64976" y="3623"/>
                </a:moveTo>
                <a:cubicBezTo>
                  <a:pt x="64757" y="3623"/>
                  <a:pt x="64647" y="3890"/>
                  <a:pt x="64801" y="4043"/>
                </a:cubicBezTo>
                <a:cubicBezTo>
                  <a:pt x="64852" y="4094"/>
                  <a:pt x="64914" y="4117"/>
                  <a:pt x="64976" y="4117"/>
                </a:cubicBezTo>
                <a:cubicBezTo>
                  <a:pt x="65103" y="4117"/>
                  <a:pt x="65224" y="4019"/>
                  <a:pt x="65224" y="3871"/>
                </a:cubicBezTo>
                <a:cubicBezTo>
                  <a:pt x="65224" y="3733"/>
                  <a:pt x="65111" y="3623"/>
                  <a:pt x="64976" y="3623"/>
                </a:cubicBezTo>
                <a:close/>
                <a:moveTo>
                  <a:pt x="66195" y="3623"/>
                </a:moveTo>
                <a:cubicBezTo>
                  <a:pt x="65976" y="3623"/>
                  <a:pt x="65866" y="3890"/>
                  <a:pt x="66020" y="4043"/>
                </a:cubicBezTo>
                <a:cubicBezTo>
                  <a:pt x="66071" y="4094"/>
                  <a:pt x="66133" y="4117"/>
                  <a:pt x="66195" y="4117"/>
                </a:cubicBezTo>
                <a:cubicBezTo>
                  <a:pt x="66322" y="4117"/>
                  <a:pt x="66443" y="4019"/>
                  <a:pt x="66443" y="3871"/>
                </a:cubicBezTo>
                <a:cubicBezTo>
                  <a:pt x="66443" y="3733"/>
                  <a:pt x="66330" y="3623"/>
                  <a:pt x="66195" y="3623"/>
                </a:cubicBezTo>
                <a:close/>
                <a:moveTo>
                  <a:pt x="67414" y="3623"/>
                </a:moveTo>
                <a:cubicBezTo>
                  <a:pt x="67195" y="3623"/>
                  <a:pt x="67085" y="3890"/>
                  <a:pt x="67239" y="4043"/>
                </a:cubicBezTo>
                <a:cubicBezTo>
                  <a:pt x="67290" y="4094"/>
                  <a:pt x="67353" y="4117"/>
                  <a:pt x="67414" y="4117"/>
                </a:cubicBezTo>
                <a:cubicBezTo>
                  <a:pt x="67541" y="4117"/>
                  <a:pt x="67662" y="4019"/>
                  <a:pt x="67662" y="3871"/>
                </a:cubicBezTo>
                <a:cubicBezTo>
                  <a:pt x="67662" y="3733"/>
                  <a:pt x="67552" y="3623"/>
                  <a:pt x="67414" y="3623"/>
                </a:cubicBezTo>
                <a:close/>
                <a:moveTo>
                  <a:pt x="2780" y="3623"/>
                </a:moveTo>
                <a:cubicBezTo>
                  <a:pt x="2560" y="3623"/>
                  <a:pt x="2451" y="3890"/>
                  <a:pt x="2607" y="4047"/>
                </a:cubicBezTo>
                <a:cubicBezTo>
                  <a:pt x="2657" y="4096"/>
                  <a:pt x="2718" y="4118"/>
                  <a:pt x="2778" y="4118"/>
                </a:cubicBezTo>
                <a:cubicBezTo>
                  <a:pt x="2905" y="4118"/>
                  <a:pt x="3027" y="4020"/>
                  <a:pt x="3027" y="3871"/>
                </a:cubicBezTo>
                <a:cubicBezTo>
                  <a:pt x="3027" y="3733"/>
                  <a:pt x="2918" y="3623"/>
                  <a:pt x="2780" y="3623"/>
                </a:cubicBezTo>
                <a:close/>
                <a:moveTo>
                  <a:pt x="4002" y="3623"/>
                </a:moveTo>
                <a:cubicBezTo>
                  <a:pt x="3779" y="3623"/>
                  <a:pt x="3670" y="3890"/>
                  <a:pt x="3826" y="4047"/>
                </a:cubicBezTo>
                <a:cubicBezTo>
                  <a:pt x="3876" y="4096"/>
                  <a:pt x="3937" y="4118"/>
                  <a:pt x="3997" y="4118"/>
                </a:cubicBezTo>
                <a:cubicBezTo>
                  <a:pt x="4124" y="4118"/>
                  <a:pt x="4246" y="4020"/>
                  <a:pt x="4246" y="3871"/>
                </a:cubicBezTo>
                <a:cubicBezTo>
                  <a:pt x="4246" y="3733"/>
                  <a:pt x="4137" y="3623"/>
                  <a:pt x="4002" y="3623"/>
                </a:cubicBezTo>
                <a:close/>
                <a:moveTo>
                  <a:pt x="5221" y="3623"/>
                </a:moveTo>
                <a:cubicBezTo>
                  <a:pt x="5002" y="3623"/>
                  <a:pt x="4889" y="3890"/>
                  <a:pt x="5045" y="4047"/>
                </a:cubicBezTo>
                <a:cubicBezTo>
                  <a:pt x="5096" y="4096"/>
                  <a:pt x="5158" y="4118"/>
                  <a:pt x="5218" y="4118"/>
                </a:cubicBezTo>
                <a:cubicBezTo>
                  <a:pt x="5346" y="4118"/>
                  <a:pt x="5469" y="4020"/>
                  <a:pt x="5469" y="3871"/>
                </a:cubicBezTo>
                <a:cubicBezTo>
                  <a:pt x="5465" y="3733"/>
                  <a:pt x="5356" y="3623"/>
                  <a:pt x="5221" y="3623"/>
                </a:cubicBezTo>
                <a:close/>
                <a:moveTo>
                  <a:pt x="6440" y="3623"/>
                </a:moveTo>
                <a:cubicBezTo>
                  <a:pt x="6221" y="3623"/>
                  <a:pt x="6111" y="3890"/>
                  <a:pt x="6264" y="4047"/>
                </a:cubicBezTo>
                <a:cubicBezTo>
                  <a:pt x="6315" y="4096"/>
                  <a:pt x="6377" y="4118"/>
                  <a:pt x="6437" y="4118"/>
                </a:cubicBezTo>
                <a:cubicBezTo>
                  <a:pt x="6565" y="4118"/>
                  <a:pt x="6688" y="4020"/>
                  <a:pt x="6688" y="3871"/>
                </a:cubicBezTo>
                <a:cubicBezTo>
                  <a:pt x="6688" y="3733"/>
                  <a:pt x="6575" y="3623"/>
                  <a:pt x="6440" y="3623"/>
                </a:cubicBezTo>
                <a:close/>
                <a:moveTo>
                  <a:pt x="7659" y="3623"/>
                </a:moveTo>
                <a:cubicBezTo>
                  <a:pt x="7440" y="3623"/>
                  <a:pt x="7330" y="3890"/>
                  <a:pt x="7484" y="4047"/>
                </a:cubicBezTo>
                <a:cubicBezTo>
                  <a:pt x="7534" y="4096"/>
                  <a:pt x="7596" y="4118"/>
                  <a:pt x="7656" y="4118"/>
                </a:cubicBezTo>
                <a:cubicBezTo>
                  <a:pt x="7784" y="4118"/>
                  <a:pt x="7907" y="4020"/>
                  <a:pt x="7907" y="3871"/>
                </a:cubicBezTo>
                <a:cubicBezTo>
                  <a:pt x="7907" y="3733"/>
                  <a:pt x="7797" y="3623"/>
                  <a:pt x="7659" y="3623"/>
                </a:cubicBezTo>
                <a:close/>
                <a:moveTo>
                  <a:pt x="8878" y="3623"/>
                </a:moveTo>
                <a:cubicBezTo>
                  <a:pt x="8659" y="3623"/>
                  <a:pt x="8549" y="3890"/>
                  <a:pt x="8706" y="4047"/>
                </a:cubicBezTo>
                <a:cubicBezTo>
                  <a:pt x="8755" y="4096"/>
                  <a:pt x="8816" y="4118"/>
                  <a:pt x="8876" y="4118"/>
                </a:cubicBezTo>
                <a:cubicBezTo>
                  <a:pt x="9003" y="4118"/>
                  <a:pt x="9126" y="4020"/>
                  <a:pt x="9126" y="3871"/>
                </a:cubicBezTo>
                <a:cubicBezTo>
                  <a:pt x="9126" y="3733"/>
                  <a:pt x="9016" y="3623"/>
                  <a:pt x="8878" y="3623"/>
                </a:cubicBezTo>
                <a:close/>
                <a:moveTo>
                  <a:pt x="10097" y="3623"/>
                </a:moveTo>
                <a:cubicBezTo>
                  <a:pt x="9878" y="3623"/>
                  <a:pt x="9768" y="3890"/>
                  <a:pt x="9925" y="4047"/>
                </a:cubicBezTo>
                <a:cubicBezTo>
                  <a:pt x="9974" y="4096"/>
                  <a:pt x="10035" y="4118"/>
                  <a:pt x="10095" y="4118"/>
                </a:cubicBezTo>
                <a:cubicBezTo>
                  <a:pt x="10222" y="4118"/>
                  <a:pt x="10345" y="4020"/>
                  <a:pt x="10345" y="3871"/>
                </a:cubicBezTo>
                <a:cubicBezTo>
                  <a:pt x="10345" y="3733"/>
                  <a:pt x="10235" y="3623"/>
                  <a:pt x="10097" y="3623"/>
                </a:cubicBezTo>
                <a:close/>
                <a:moveTo>
                  <a:pt x="11319" y="3623"/>
                </a:moveTo>
                <a:cubicBezTo>
                  <a:pt x="11097" y="3623"/>
                  <a:pt x="10987" y="3890"/>
                  <a:pt x="11144" y="4047"/>
                </a:cubicBezTo>
                <a:cubicBezTo>
                  <a:pt x="11193" y="4096"/>
                  <a:pt x="11254" y="4118"/>
                  <a:pt x="11315" y="4118"/>
                </a:cubicBezTo>
                <a:cubicBezTo>
                  <a:pt x="11441" y="4118"/>
                  <a:pt x="11564" y="4020"/>
                  <a:pt x="11564" y="3871"/>
                </a:cubicBezTo>
                <a:cubicBezTo>
                  <a:pt x="11564" y="3733"/>
                  <a:pt x="11454" y="3623"/>
                  <a:pt x="11319" y="3623"/>
                </a:cubicBezTo>
                <a:close/>
                <a:moveTo>
                  <a:pt x="12538" y="3623"/>
                </a:moveTo>
                <a:cubicBezTo>
                  <a:pt x="12316" y="3623"/>
                  <a:pt x="12206" y="3890"/>
                  <a:pt x="12363" y="4047"/>
                </a:cubicBezTo>
                <a:cubicBezTo>
                  <a:pt x="12413" y="4096"/>
                  <a:pt x="12475" y="4118"/>
                  <a:pt x="12535" y="4118"/>
                </a:cubicBezTo>
                <a:cubicBezTo>
                  <a:pt x="12662" y="4118"/>
                  <a:pt x="12783" y="4020"/>
                  <a:pt x="12783" y="3871"/>
                </a:cubicBezTo>
                <a:cubicBezTo>
                  <a:pt x="12783" y="3733"/>
                  <a:pt x="12673" y="3623"/>
                  <a:pt x="12538" y="3623"/>
                </a:cubicBezTo>
                <a:close/>
                <a:moveTo>
                  <a:pt x="13757" y="3623"/>
                </a:moveTo>
                <a:cubicBezTo>
                  <a:pt x="13538" y="3623"/>
                  <a:pt x="13425" y="3890"/>
                  <a:pt x="13582" y="4047"/>
                </a:cubicBezTo>
                <a:cubicBezTo>
                  <a:pt x="13632" y="4096"/>
                  <a:pt x="13694" y="4118"/>
                  <a:pt x="13755" y="4118"/>
                </a:cubicBezTo>
                <a:cubicBezTo>
                  <a:pt x="13883" y="4118"/>
                  <a:pt x="14005" y="4020"/>
                  <a:pt x="14005" y="3871"/>
                </a:cubicBezTo>
                <a:cubicBezTo>
                  <a:pt x="14005" y="3733"/>
                  <a:pt x="13892" y="3623"/>
                  <a:pt x="13757" y="3623"/>
                </a:cubicBezTo>
                <a:close/>
                <a:moveTo>
                  <a:pt x="14976" y="3623"/>
                </a:moveTo>
                <a:cubicBezTo>
                  <a:pt x="14757" y="3623"/>
                  <a:pt x="14647" y="3890"/>
                  <a:pt x="14801" y="4047"/>
                </a:cubicBezTo>
                <a:cubicBezTo>
                  <a:pt x="14851" y="4096"/>
                  <a:pt x="14913" y="4118"/>
                  <a:pt x="14974" y="4118"/>
                </a:cubicBezTo>
                <a:cubicBezTo>
                  <a:pt x="15102" y="4118"/>
                  <a:pt x="15224" y="4020"/>
                  <a:pt x="15224" y="3871"/>
                </a:cubicBezTo>
                <a:cubicBezTo>
                  <a:pt x="15224" y="3733"/>
                  <a:pt x="15111" y="3623"/>
                  <a:pt x="14976" y="3623"/>
                </a:cubicBezTo>
                <a:close/>
                <a:moveTo>
                  <a:pt x="16196" y="3623"/>
                </a:moveTo>
                <a:cubicBezTo>
                  <a:pt x="15976" y="3623"/>
                  <a:pt x="15866" y="3890"/>
                  <a:pt x="16020" y="4047"/>
                </a:cubicBezTo>
                <a:cubicBezTo>
                  <a:pt x="16070" y="4096"/>
                  <a:pt x="16132" y="4118"/>
                  <a:pt x="16193" y="4118"/>
                </a:cubicBezTo>
                <a:cubicBezTo>
                  <a:pt x="16321" y="4118"/>
                  <a:pt x="16443" y="4020"/>
                  <a:pt x="16443" y="3871"/>
                </a:cubicBezTo>
                <a:cubicBezTo>
                  <a:pt x="16443" y="3733"/>
                  <a:pt x="16333" y="3623"/>
                  <a:pt x="16196" y="3623"/>
                </a:cubicBezTo>
                <a:close/>
                <a:moveTo>
                  <a:pt x="17415" y="3623"/>
                </a:moveTo>
                <a:cubicBezTo>
                  <a:pt x="17195" y="3623"/>
                  <a:pt x="17086" y="3890"/>
                  <a:pt x="17242" y="4047"/>
                </a:cubicBezTo>
                <a:cubicBezTo>
                  <a:pt x="17292" y="4096"/>
                  <a:pt x="17353" y="4118"/>
                  <a:pt x="17413" y="4118"/>
                </a:cubicBezTo>
                <a:cubicBezTo>
                  <a:pt x="17540" y="4118"/>
                  <a:pt x="17662" y="4020"/>
                  <a:pt x="17662" y="3871"/>
                </a:cubicBezTo>
                <a:cubicBezTo>
                  <a:pt x="17662" y="3733"/>
                  <a:pt x="17552" y="3623"/>
                  <a:pt x="17415" y="3623"/>
                </a:cubicBezTo>
                <a:close/>
                <a:moveTo>
                  <a:pt x="18634" y="3623"/>
                </a:moveTo>
                <a:cubicBezTo>
                  <a:pt x="18414" y="3623"/>
                  <a:pt x="18305" y="3890"/>
                  <a:pt x="18461" y="4047"/>
                </a:cubicBezTo>
                <a:cubicBezTo>
                  <a:pt x="18511" y="4096"/>
                  <a:pt x="18572" y="4118"/>
                  <a:pt x="18632" y="4118"/>
                </a:cubicBezTo>
                <a:cubicBezTo>
                  <a:pt x="18759" y="4118"/>
                  <a:pt x="18881" y="4020"/>
                  <a:pt x="18881" y="3871"/>
                </a:cubicBezTo>
                <a:cubicBezTo>
                  <a:pt x="18881" y="3733"/>
                  <a:pt x="18772" y="3623"/>
                  <a:pt x="18634" y="3623"/>
                </a:cubicBezTo>
                <a:close/>
                <a:moveTo>
                  <a:pt x="19856" y="3623"/>
                </a:moveTo>
                <a:cubicBezTo>
                  <a:pt x="19633" y="3623"/>
                  <a:pt x="19524" y="3890"/>
                  <a:pt x="19680" y="4047"/>
                </a:cubicBezTo>
                <a:cubicBezTo>
                  <a:pt x="19730" y="4096"/>
                  <a:pt x="19791" y="4118"/>
                  <a:pt x="19851" y="4118"/>
                </a:cubicBezTo>
                <a:cubicBezTo>
                  <a:pt x="19978" y="4118"/>
                  <a:pt x="20100" y="4020"/>
                  <a:pt x="20100" y="3871"/>
                </a:cubicBezTo>
                <a:cubicBezTo>
                  <a:pt x="20100" y="3733"/>
                  <a:pt x="19991" y="3623"/>
                  <a:pt x="19856" y="3623"/>
                </a:cubicBezTo>
                <a:close/>
                <a:moveTo>
                  <a:pt x="21075" y="3623"/>
                </a:moveTo>
                <a:cubicBezTo>
                  <a:pt x="20852" y="3623"/>
                  <a:pt x="20743" y="3890"/>
                  <a:pt x="20899" y="4047"/>
                </a:cubicBezTo>
                <a:cubicBezTo>
                  <a:pt x="20950" y="4096"/>
                  <a:pt x="21011" y="4118"/>
                  <a:pt x="21071" y="4118"/>
                </a:cubicBezTo>
                <a:cubicBezTo>
                  <a:pt x="21198" y="4118"/>
                  <a:pt x="21319" y="4020"/>
                  <a:pt x="21319" y="3871"/>
                </a:cubicBezTo>
                <a:cubicBezTo>
                  <a:pt x="21319" y="3733"/>
                  <a:pt x="21210" y="3623"/>
                  <a:pt x="21075" y="3623"/>
                </a:cubicBezTo>
                <a:close/>
                <a:moveTo>
                  <a:pt x="22294" y="3623"/>
                </a:moveTo>
                <a:cubicBezTo>
                  <a:pt x="22075" y="3623"/>
                  <a:pt x="21965" y="3890"/>
                  <a:pt x="22118" y="4047"/>
                </a:cubicBezTo>
                <a:cubicBezTo>
                  <a:pt x="22169" y="4096"/>
                  <a:pt x="22231" y="4118"/>
                  <a:pt x="22291" y="4118"/>
                </a:cubicBezTo>
                <a:cubicBezTo>
                  <a:pt x="22419" y="4118"/>
                  <a:pt x="22541" y="4020"/>
                  <a:pt x="22541" y="3871"/>
                </a:cubicBezTo>
                <a:cubicBezTo>
                  <a:pt x="22541" y="3733"/>
                  <a:pt x="22429" y="3623"/>
                  <a:pt x="22294" y="3623"/>
                </a:cubicBezTo>
                <a:close/>
                <a:moveTo>
                  <a:pt x="23513" y="3623"/>
                </a:moveTo>
                <a:cubicBezTo>
                  <a:pt x="23294" y="3623"/>
                  <a:pt x="23184" y="3890"/>
                  <a:pt x="23337" y="4047"/>
                </a:cubicBezTo>
                <a:cubicBezTo>
                  <a:pt x="23388" y="4096"/>
                  <a:pt x="23450" y="4118"/>
                  <a:pt x="23510" y="4118"/>
                </a:cubicBezTo>
                <a:cubicBezTo>
                  <a:pt x="23638" y="4118"/>
                  <a:pt x="23761" y="4020"/>
                  <a:pt x="23761" y="3871"/>
                </a:cubicBezTo>
                <a:cubicBezTo>
                  <a:pt x="23761" y="3733"/>
                  <a:pt x="23648" y="3623"/>
                  <a:pt x="23513" y="3623"/>
                </a:cubicBezTo>
                <a:close/>
                <a:moveTo>
                  <a:pt x="24732" y="3623"/>
                </a:moveTo>
                <a:cubicBezTo>
                  <a:pt x="24513" y="3623"/>
                  <a:pt x="24403" y="3890"/>
                  <a:pt x="24557" y="4047"/>
                </a:cubicBezTo>
                <a:cubicBezTo>
                  <a:pt x="24607" y="4096"/>
                  <a:pt x="24669" y="4118"/>
                  <a:pt x="24729" y="4118"/>
                </a:cubicBezTo>
                <a:cubicBezTo>
                  <a:pt x="24857" y="4118"/>
                  <a:pt x="24980" y="4020"/>
                  <a:pt x="24980" y="3871"/>
                </a:cubicBezTo>
                <a:cubicBezTo>
                  <a:pt x="24980" y="3733"/>
                  <a:pt x="24870" y="3623"/>
                  <a:pt x="24732" y="3623"/>
                </a:cubicBezTo>
                <a:close/>
                <a:moveTo>
                  <a:pt x="25951" y="3623"/>
                </a:moveTo>
                <a:cubicBezTo>
                  <a:pt x="25732" y="3623"/>
                  <a:pt x="25622" y="3890"/>
                  <a:pt x="25779" y="4047"/>
                </a:cubicBezTo>
                <a:cubicBezTo>
                  <a:pt x="25828" y="4096"/>
                  <a:pt x="25889" y="4118"/>
                  <a:pt x="25949" y="4118"/>
                </a:cubicBezTo>
                <a:cubicBezTo>
                  <a:pt x="26076" y="4118"/>
                  <a:pt x="26199" y="4020"/>
                  <a:pt x="26199" y="3871"/>
                </a:cubicBezTo>
                <a:cubicBezTo>
                  <a:pt x="26199" y="3733"/>
                  <a:pt x="26089" y="3623"/>
                  <a:pt x="25951" y="3623"/>
                </a:cubicBezTo>
                <a:close/>
                <a:moveTo>
                  <a:pt x="27170" y="3623"/>
                </a:moveTo>
                <a:cubicBezTo>
                  <a:pt x="26951" y="3623"/>
                  <a:pt x="26841" y="3890"/>
                  <a:pt x="26998" y="4047"/>
                </a:cubicBezTo>
                <a:cubicBezTo>
                  <a:pt x="27047" y="4096"/>
                  <a:pt x="27108" y="4118"/>
                  <a:pt x="27168" y="4118"/>
                </a:cubicBezTo>
                <a:cubicBezTo>
                  <a:pt x="27295" y="4118"/>
                  <a:pt x="27418" y="4020"/>
                  <a:pt x="27418" y="3871"/>
                </a:cubicBezTo>
                <a:cubicBezTo>
                  <a:pt x="27418" y="3733"/>
                  <a:pt x="27308" y="3623"/>
                  <a:pt x="27170" y="3623"/>
                </a:cubicBezTo>
                <a:close/>
                <a:moveTo>
                  <a:pt x="28392" y="3623"/>
                </a:moveTo>
                <a:cubicBezTo>
                  <a:pt x="28170" y="3623"/>
                  <a:pt x="28060" y="3890"/>
                  <a:pt x="28217" y="4047"/>
                </a:cubicBezTo>
                <a:cubicBezTo>
                  <a:pt x="28266" y="4096"/>
                  <a:pt x="28327" y="4118"/>
                  <a:pt x="28388" y="4118"/>
                </a:cubicBezTo>
                <a:cubicBezTo>
                  <a:pt x="28514" y="4118"/>
                  <a:pt x="28637" y="4020"/>
                  <a:pt x="28637" y="3871"/>
                </a:cubicBezTo>
                <a:cubicBezTo>
                  <a:pt x="28637" y="3733"/>
                  <a:pt x="28527" y="3623"/>
                  <a:pt x="28392" y="3623"/>
                </a:cubicBezTo>
                <a:close/>
                <a:moveTo>
                  <a:pt x="29611" y="3623"/>
                </a:moveTo>
                <a:cubicBezTo>
                  <a:pt x="29389" y="3623"/>
                  <a:pt x="29279" y="3890"/>
                  <a:pt x="29436" y="4047"/>
                </a:cubicBezTo>
                <a:cubicBezTo>
                  <a:pt x="29486" y="4096"/>
                  <a:pt x="29548" y="4118"/>
                  <a:pt x="29608" y="4118"/>
                </a:cubicBezTo>
                <a:cubicBezTo>
                  <a:pt x="29735" y="4118"/>
                  <a:pt x="29856" y="4020"/>
                  <a:pt x="29856" y="3871"/>
                </a:cubicBezTo>
                <a:cubicBezTo>
                  <a:pt x="29856" y="3733"/>
                  <a:pt x="29746" y="3623"/>
                  <a:pt x="29611" y="3623"/>
                </a:cubicBezTo>
                <a:close/>
                <a:moveTo>
                  <a:pt x="30830" y="3623"/>
                </a:moveTo>
                <a:cubicBezTo>
                  <a:pt x="30611" y="3623"/>
                  <a:pt x="30501" y="3890"/>
                  <a:pt x="30655" y="4047"/>
                </a:cubicBezTo>
                <a:cubicBezTo>
                  <a:pt x="30705" y="4096"/>
                  <a:pt x="30767" y="4118"/>
                  <a:pt x="30828" y="4118"/>
                </a:cubicBezTo>
                <a:cubicBezTo>
                  <a:pt x="30955" y="4118"/>
                  <a:pt x="31078" y="4020"/>
                  <a:pt x="31078" y="3871"/>
                </a:cubicBezTo>
                <a:cubicBezTo>
                  <a:pt x="31078" y="3733"/>
                  <a:pt x="30965" y="3623"/>
                  <a:pt x="30830" y="3623"/>
                </a:cubicBezTo>
                <a:close/>
                <a:moveTo>
                  <a:pt x="32049" y="3623"/>
                </a:moveTo>
                <a:cubicBezTo>
                  <a:pt x="31830" y="3623"/>
                  <a:pt x="31720" y="3890"/>
                  <a:pt x="31874" y="4047"/>
                </a:cubicBezTo>
                <a:cubicBezTo>
                  <a:pt x="31924" y="4096"/>
                  <a:pt x="31986" y="4118"/>
                  <a:pt x="32047" y="4118"/>
                </a:cubicBezTo>
                <a:cubicBezTo>
                  <a:pt x="32175" y="4118"/>
                  <a:pt x="32297" y="4020"/>
                  <a:pt x="32297" y="3871"/>
                </a:cubicBezTo>
                <a:cubicBezTo>
                  <a:pt x="32297" y="3733"/>
                  <a:pt x="32184" y="3623"/>
                  <a:pt x="32049" y="3623"/>
                </a:cubicBezTo>
                <a:close/>
                <a:moveTo>
                  <a:pt x="33269" y="3623"/>
                </a:moveTo>
                <a:cubicBezTo>
                  <a:pt x="33049" y="3623"/>
                  <a:pt x="32939" y="3890"/>
                  <a:pt x="33093" y="4047"/>
                </a:cubicBezTo>
                <a:cubicBezTo>
                  <a:pt x="33143" y="4096"/>
                  <a:pt x="33205" y="4118"/>
                  <a:pt x="33266" y="4118"/>
                </a:cubicBezTo>
                <a:cubicBezTo>
                  <a:pt x="33394" y="4118"/>
                  <a:pt x="33516" y="4020"/>
                  <a:pt x="33516" y="3871"/>
                </a:cubicBezTo>
                <a:cubicBezTo>
                  <a:pt x="33516" y="3733"/>
                  <a:pt x="33406" y="3623"/>
                  <a:pt x="33269" y="3623"/>
                </a:cubicBezTo>
                <a:close/>
                <a:moveTo>
                  <a:pt x="34488" y="3623"/>
                </a:moveTo>
                <a:cubicBezTo>
                  <a:pt x="34268" y="3623"/>
                  <a:pt x="34159" y="3890"/>
                  <a:pt x="34315" y="4047"/>
                </a:cubicBezTo>
                <a:cubicBezTo>
                  <a:pt x="34365" y="4096"/>
                  <a:pt x="34426" y="4118"/>
                  <a:pt x="34486" y="4118"/>
                </a:cubicBezTo>
                <a:cubicBezTo>
                  <a:pt x="34613" y="4118"/>
                  <a:pt x="34735" y="4020"/>
                  <a:pt x="34735" y="3871"/>
                </a:cubicBezTo>
                <a:cubicBezTo>
                  <a:pt x="34735" y="3733"/>
                  <a:pt x="34625" y="3623"/>
                  <a:pt x="34488" y="3623"/>
                </a:cubicBezTo>
                <a:close/>
                <a:moveTo>
                  <a:pt x="35707" y="3623"/>
                </a:moveTo>
                <a:cubicBezTo>
                  <a:pt x="35487" y="3623"/>
                  <a:pt x="35378" y="3890"/>
                  <a:pt x="35534" y="4047"/>
                </a:cubicBezTo>
                <a:cubicBezTo>
                  <a:pt x="35584" y="4096"/>
                  <a:pt x="35645" y="4118"/>
                  <a:pt x="35705" y="4118"/>
                </a:cubicBezTo>
                <a:cubicBezTo>
                  <a:pt x="35832" y="4118"/>
                  <a:pt x="35954" y="4020"/>
                  <a:pt x="35954" y="3871"/>
                </a:cubicBezTo>
                <a:cubicBezTo>
                  <a:pt x="35954" y="3733"/>
                  <a:pt x="35845" y="3623"/>
                  <a:pt x="35707" y="3623"/>
                </a:cubicBezTo>
                <a:close/>
                <a:moveTo>
                  <a:pt x="36929" y="3623"/>
                </a:moveTo>
                <a:cubicBezTo>
                  <a:pt x="36706" y="3623"/>
                  <a:pt x="36597" y="3890"/>
                  <a:pt x="36753" y="4047"/>
                </a:cubicBezTo>
                <a:cubicBezTo>
                  <a:pt x="36803" y="4096"/>
                  <a:pt x="36864" y="4118"/>
                  <a:pt x="36924" y="4118"/>
                </a:cubicBezTo>
                <a:cubicBezTo>
                  <a:pt x="37051" y="4118"/>
                  <a:pt x="37173" y="4020"/>
                  <a:pt x="37173" y="3871"/>
                </a:cubicBezTo>
                <a:cubicBezTo>
                  <a:pt x="37173" y="3733"/>
                  <a:pt x="37064" y="3623"/>
                  <a:pt x="36929" y="3623"/>
                </a:cubicBezTo>
                <a:close/>
                <a:moveTo>
                  <a:pt x="38148" y="3623"/>
                </a:moveTo>
                <a:cubicBezTo>
                  <a:pt x="37928" y="3623"/>
                  <a:pt x="37816" y="3890"/>
                  <a:pt x="37972" y="4047"/>
                </a:cubicBezTo>
                <a:cubicBezTo>
                  <a:pt x="38023" y="4096"/>
                  <a:pt x="38084" y="4118"/>
                  <a:pt x="38144" y="4118"/>
                </a:cubicBezTo>
                <a:cubicBezTo>
                  <a:pt x="38271" y="4118"/>
                  <a:pt x="38392" y="4020"/>
                  <a:pt x="38392" y="3871"/>
                </a:cubicBezTo>
                <a:cubicBezTo>
                  <a:pt x="38392" y="3733"/>
                  <a:pt x="38283" y="3623"/>
                  <a:pt x="38148" y="3623"/>
                </a:cubicBezTo>
                <a:close/>
                <a:moveTo>
                  <a:pt x="39367" y="3623"/>
                </a:moveTo>
                <a:cubicBezTo>
                  <a:pt x="39148" y="3623"/>
                  <a:pt x="39038" y="3890"/>
                  <a:pt x="39191" y="4047"/>
                </a:cubicBezTo>
                <a:cubicBezTo>
                  <a:pt x="39242" y="4096"/>
                  <a:pt x="39304" y="4118"/>
                  <a:pt x="39364" y="4118"/>
                </a:cubicBezTo>
                <a:cubicBezTo>
                  <a:pt x="39492" y="4118"/>
                  <a:pt x="39614" y="4020"/>
                  <a:pt x="39614" y="3871"/>
                </a:cubicBezTo>
                <a:cubicBezTo>
                  <a:pt x="39614" y="3733"/>
                  <a:pt x="39502" y="3623"/>
                  <a:pt x="39367" y="3623"/>
                </a:cubicBezTo>
                <a:close/>
                <a:moveTo>
                  <a:pt x="40586" y="3623"/>
                </a:moveTo>
                <a:cubicBezTo>
                  <a:pt x="40367" y="3623"/>
                  <a:pt x="40257" y="3890"/>
                  <a:pt x="40410" y="4047"/>
                </a:cubicBezTo>
                <a:cubicBezTo>
                  <a:pt x="40461" y="4096"/>
                  <a:pt x="40523" y="4118"/>
                  <a:pt x="40583" y="4118"/>
                </a:cubicBezTo>
                <a:cubicBezTo>
                  <a:pt x="40711" y="4118"/>
                  <a:pt x="40834" y="4020"/>
                  <a:pt x="40834" y="3871"/>
                </a:cubicBezTo>
                <a:cubicBezTo>
                  <a:pt x="40834" y="3733"/>
                  <a:pt x="40721" y="3623"/>
                  <a:pt x="40586" y="3623"/>
                </a:cubicBezTo>
                <a:close/>
                <a:moveTo>
                  <a:pt x="41805" y="3623"/>
                </a:moveTo>
                <a:cubicBezTo>
                  <a:pt x="41586" y="3623"/>
                  <a:pt x="41476" y="3890"/>
                  <a:pt x="41630" y="4047"/>
                </a:cubicBezTo>
                <a:cubicBezTo>
                  <a:pt x="41680" y="4096"/>
                  <a:pt x="41742" y="4118"/>
                  <a:pt x="41802" y="4118"/>
                </a:cubicBezTo>
                <a:cubicBezTo>
                  <a:pt x="41930" y="4118"/>
                  <a:pt x="42053" y="4020"/>
                  <a:pt x="42053" y="3871"/>
                </a:cubicBezTo>
                <a:cubicBezTo>
                  <a:pt x="42053" y="3733"/>
                  <a:pt x="41943" y="3623"/>
                  <a:pt x="41805" y="3623"/>
                </a:cubicBezTo>
                <a:close/>
                <a:moveTo>
                  <a:pt x="43024" y="3623"/>
                </a:moveTo>
                <a:cubicBezTo>
                  <a:pt x="42805" y="3623"/>
                  <a:pt x="42695" y="3890"/>
                  <a:pt x="42852" y="4047"/>
                </a:cubicBezTo>
                <a:cubicBezTo>
                  <a:pt x="42901" y="4096"/>
                  <a:pt x="42962" y="4118"/>
                  <a:pt x="43022" y="4118"/>
                </a:cubicBezTo>
                <a:cubicBezTo>
                  <a:pt x="43149" y="4118"/>
                  <a:pt x="43272" y="4020"/>
                  <a:pt x="43272" y="3871"/>
                </a:cubicBezTo>
                <a:cubicBezTo>
                  <a:pt x="43272" y="3733"/>
                  <a:pt x="43162" y="3623"/>
                  <a:pt x="43024" y="3623"/>
                </a:cubicBezTo>
                <a:close/>
                <a:moveTo>
                  <a:pt x="44243" y="3623"/>
                </a:moveTo>
                <a:cubicBezTo>
                  <a:pt x="44024" y="3623"/>
                  <a:pt x="43914" y="3890"/>
                  <a:pt x="44071" y="4047"/>
                </a:cubicBezTo>
                <a:cubicBezTo>
                  <a:pt x="44120" y="4096"/>
                  <a:pt x="44181" y="4118"/>
                  <a:pt x="44241" y="4118"/>
                </a:cubicBezTo>
                <a:cubicBezTo>
                  <a:pt x="44368" y="4118"/>
                  <a:pt x="44491" y="4020"/>
                  <a:pt x="44491" y="3871"/>
                </a:cubicBezTo>
                <a:cubicBezTo>
                  <a:pt x="44491" y="3733"/>
                  <a:pt x="44381" y="3623"/>
                  <a:pt x="44243" y="3623"/>
                </a:cubicBezTo>
                <a:close/>
                <a:moveTo>
                  <a:pt x="45465" y="3623"/>
                </a:moveTo>
                <a:cubicBezTo>
                  <a:pt x="45243" y="3623"/>
                  <a:pt x="45133" y="3890"/>
                  <a:pt x="45290" y="4047"/>
                </a:cubicBezTo>
                <a:cubicBezTo>
                  <a:pt x="45339" y="4096"/>
                  <a:pt x="45400" y="4118"/>
                  <a:pt x="45461" y="4118"/>
                </a:cubicBezTo>
                <a:cubicBezTo>
                  <a:pt x="45587" y="4118"/>
                  <a:pt x="45710" y="4020"/>
                  <a:pt x="45710" y="3871"/>
                </a:cubicBezTo>
                <a:cubicBezTo>
                  <a:pt x="45710" y="3733"/>
                  <a:pt x="45600" y="3623"/>
                  <a:pt x="45465" y="3623"/>
                </a:cubicBezTo>
                <a:close/>
                <a:moveTo>
                  <a:pt x="46684" y="3623"/>
                </a:moveTo>
                <a:cubicBezTo>
                  <a:pt x="46465" y="3623"/>
                  <a:pt x="46352" y="3890"/>
                  <a:pt x="46509" y="4047"/>
                </a:cubicBezTo>
                <a:cubicBezTo>
                  <a:pt x="46559" y="4096"/>
                  <a:pt x="46621" y="4118"/>
                  <a:pt x="46681" y="4118"/>
                </a:cubicBezTo>
                <a:cubicBezTo>
                  <a:pt x="46808" y="4118"/>
                  <a:pt x="46929" y="4020"/>
                  <a:pt x="46929" y="3871"/>
                </a:cubicBezTo>
                <a:cubicBezTo>
                  <a:pt x="46929" y="3733"/>
                  <a:pt x="46819" y="3623"/>
                  <a:pt x="46684" y="3623"/>
                </a:cubicBezTo>
                <a:close/>
                <a:moveTo>
                  <a:pt x="47903" y="3623"/>
                </a:moveTo>
                <a:cubicBezTo>
                  <a:pt x="47684" y="3623"/>
                  <a:pt x="47574" y="3890"/>
                  <a:pt x="47728" y="4047"/>
                </a:cubicBezTo>
                <a:cubicBezTo>
                  <a:pt x="47778" y="4096"/>
                  <a:pt x="47840" y="4118"/>
                  <a:pt x="47901" y="4118"/>
                </a:cubicBezTo>
                <a:cubicBezTo>
                  <a:pt x="48028" y="4118"/>
                  <a:pt x="48151" y="4020"/>
                  <a:pt x="48151" y="3871"/>
                </a:cubicBezTo>
                <a:cubicBezTo>
                  <a:pt x="48151" y="3733"/>
                  <a:pt x="48038" y="3623"/>
                  <a:pt x="47903" y="3623"/>
                </a:cubicBezTo>
                <a:close/>
                <a:moveTo>
                  <a:pt x="49122" y="3623"/>
                </a:moveTo>
                <a:cubicBezTo>
                  <a:pt x="48903" y="3623"/>
                  <a:pt x="48793" y="3890"/>
                  <a:pt x="48947" y="4047"/>
                </a:cubicBezTo>
                <a:cubicBezTo>
                  <a:pt x="48997" y="4096"/>
                  <a:pt x="49059" y="4118"/>
                  <a:pt x="49120" y="4118"/>
                </a:cubicBezTo>
                <a:cubicBezTo>
                  <a:pt x="49248" y="4118"/>
                  <a:pt x="49370" y="4020"/>
                  <a:pt x="49370" y="3871"/>
                </a:cubicBezTo>
                <a:cubicBezTo>
                  <a:pt x="49370" y="3733"/>
                  <a:pt x="49257" y="3623"/>
                  <a:pt x="49122" y="3623"/>
                </a:cubicBezTo>
                <a:close/>
                <a:moveTo>
                  <a:pt x="50342" y="3623"/>
                </a:moveTo>
                <a:cubicBezTo>
                  <a:pt x="50122" y="3623"/>
                  <a:pt x="50012" y="3890"/>
                  <a:pt x="50166" y="4047"/>
                </a:cubicBezTo>
                <a:cubicBezTo>
                  <a:pt x="50216" y="4096"/>
                  <a:pt x="50278" y="4118"/>
                  <a:pt x="50339" y="4118"/>
                </a:cubicBezTo>
                <a:cubicBezTo>
                  <a:pt x="50467" y="4118"/>
                  <a:pt x="50589" y="4020"/>
                  <a:pt x="50589" y="3871"/>
                </a:cubicBezTo>
                <a:cubicBezTo>
                  <a:pt x="50589" y="3733"/>
                  <a:pt x="50479" y="3623"/>
                  <a:pt x="50342" y="3623"/>
                </a:cubicBezTo>
                <a:close/>
                <a:moveTo>
                  <a:pt x="51561" y="3623"/>
                </a:moveTo>
                <a:cubicBezTo>
                  <a:pt x="51341" y="3623"/>
                  <a:pt x="51232" y="3890"/>
                  <a:pt x="51388" y="4047"/>
                </a:cubicBezTo>
                <a:cubicBezTo>
                  <a:pt x="51438" y="4096"/>
                  <a:pt x="51499" y="4118"/>
                  <a:pt x="51559" y="4118"/>
                </a:cubicBezTo>
                <a:cubicBezTo>
                  <a:pt x="51686" y="4118"/>
                  <a:pt x="51808" y="4020"/>
                  <a:pt x="51808" y="3871"/>
                </a:cubicBezTo>
                <a:cubicBezTo>
                  <a:pt x="51808" y="3733"/>
                  <a:pt x="51698" y="3623"/>
                  <a:pt x="51561" y="3623"/>
                </a:cubicBezTo>
                <a:close/>
                <a:moveTo>
                  <a:pt x="52780" y="3623"/>
                </a:moveTo>
                <a:cubicBezTo>
                  <a:pt x="52560" y="3623"/>
                  <a:pt x="52451" y="3890"/>
                  <a:pt x="52607" y="4047"/>
                </a:cubicBezTo>
                <a:cubicBezTo>
                  <a:pt x="52657" y="4096"/>
                  <a:pt x="52718" y="4118"/>
                  <a:pt x="52778" y="4118"/>
                </a:cubicBezTo>
                <a:cubicBezTo>
                  <a:pt x="52905" y="4118"/>
                  <a:pt x="53027" y="4020"/>
                  <a:pt x="53027" y="3871"/>
                </a:cubicBezTo>
                <a:cubicBezTo>
                  <a:pt x="53027" y="3733"/>
                  <a:pt x="52917" y="3623"/>
                  <a:pt x="52780" y="3623"/>
                </a:cubicBezTo>
                <a:close/>
                <a:moveTo>
                  <a:pt x="54002" y="3623"/>
                </a:moveTo>
                <a:cubicBezTo>
                  <a:pt x="53779" y="3623"/>
                  <a:pt x="53670" y="3890"/>
                  <a:pt x="53826" y="4047"/>
                </a:cubicBezTo>
                <a:cubicBezTo>
                  <a:pt x="53876" y="4096"/>
                  <a:pt x="53937" y="4118"/>
                  <a:pt x="53997" y="4118"/>
                </a:cubicBezTo>
                <a:cubicBezTo>
                  <a:pt x="54124" y="4118"/>
                  <a:pt x="54246" y="4020"/>
                  <a:pt x="54246" y="3871"/>
                </a:cubicBezTo>
                <a:cubicBezTo>
                  <a:pt x="54246" y="3733"/>
                  <a:pt x="54137" y="3623"/>
                  <a:pt x="54002" y="3623"/>
                </a:cubicBezTo>
                <a:close/>
                <a:moveTo>
                  <a:pt x="50342" y="4843"/>
                </a:moveTo>
                <a:cubicBezTo>
                  <a:pt x="50311" y="4843"/>
                  <a:pt x="50280" y="4849"/>
                  <a:pt x="50251" y="4861"/>
                </a:cubicBezTo>
                <a:lnTo>
                  <a:pt x="50432" y="4861"/>
                </a:lnTo>
                <a:cubicBezTo>
                  <a:pt x="50403" y="4849"/>
                  <a:pt x="50372" y="4843"/>
                  <a:pt x="50342" y="4843"/>
                </a:cubicBezTo>
                <a:close/>
                <a:moveTo>
                  <a:pt x="49122" y="4843"/>
                </a:moveTo>
                <a:cubicBezTo>
                  <a:pt x="49013" y="4843"/>
                  <a:pt x="48916" y="4918"/>
                  <a:pt x="48884" y="5024"/>
                </a:cubicBezTo>
                <a:cubicBezTo>
                  <a:pt x="49028" y="4990"/>
                  <a:pt x="49173" y="4962"/>
                  <a:pt x="49317" y="4940"/>
                </a:cubicBezTo>
                <a:cubicBezTo>
                  <a:pt x="49270" y="4880"/>
                  <a:pt x="49198" y="4843"/>
                  <a:pt x="49122" y="4843"/>
                </a:cubicBezTo>
                <a:close/>
                <a:moveTo>
                  <a:pt x="51561" y="4843"/>
                </a:moveTo>
                <a:cubicBezTo>
                  <a:pt x="51482" y="4843"/>
                  <a:pt x="51410" y="4880"/>
                  <a:pt x="51363" y="4943"/>
                </a:cubicBezTo>
                <a:cubicBezTo>
                  <a:pt x="51510" y="4968"/>
                  <a:pt x="51658" y="4996"/>
                  <a:pt x="51802" y="5031"/>
                </a:cubicBezTo>
                <a:cubicBezTo>
                  <a:pt x="51774" y="4921"/>
                  <a:pt x="51677" y="4843"/>
                  <a:pt x="51561" y="4843"/>
                </a:cubicBezTo>
                <a:close/>
                <a:moveTo>
                  <a:pt x="2780" y="4843"/>
                </a:moveTo>
                <a:cubicBezTo>
                  <a:pt x="2560" y="4843"/>
                  <a:pt x="2451" y="5109"/>
                  <a:pt x="2607" y="5266"/>
                </a:cubicBezTo>
                <a:cubicBezTo>
                  <a:pt x="2657" y="5315"/>
                  <a:pt x="2718" y="5337"/>
                  <a:pt x="2778" y="5337"/>
                </a:cubicBezTo>
                <a:cubicBezTo>
                  <a:pt x="2905" y="5337"/>
                  <a:pt x="3027" y="5239"/>
                  <a:pt x="3027" y="5090"/>
                </a:cubicBezTo>
                <a:cubicBezTo>
                  <a:pt x="3027" y="4955"/>
                  <a:pt x="2918" y="4843"/>
                  <a:pt x="2780" y="4843"/>
                </a:cubicBezTo>
                <a:close/>
                <a:moveTo>
                  <a:pt x="4002" y="4843"/>
                </a:moveTo>
                <a:cubicBezTo>
                  <a:pt x="3779" y="4843"/>
                  <a:pt x="3670" y="5109"/>
                  <a:pt x="3826" y="5266"/>
                </a:cubicBezTo>
                <a:cubicBezTo>
                  <a:pt x="3876" y="5315"/>
                  <a:pt x="3937" y="5337"/>
                  <a:pt x="3997" y="5337"/>
                </a:cubicBezTo>
                <a:cubicBezTo>
                  <a:pt x="4124" y="5337"/>
                  <a:pt x="4246" y="5239"/>
                  <a:pt x="4246" y="5090"/>
                </a:cubicBezTo>
                <a:cubicBezTo>
                  <a:pt x="4246" y="4955"/>
                  <a:pt x="4137" y="4843"/>
                  <a:pt x="4002" y="4843"/>
                </a:cubicBezTo>
                <a:close/>
                <a:moveTo>
                  <a:pt x="5221" y="4843"/>
                </a:moveTo>
                <a:cubicBezTo>
                  <a:pt x="5002" y="4843"/>
                  <a:pt x="4889" y="5109"/>
                  <a:pt x="5045" y="5266"/>
                </a:cubicBezTo>
                <a:cubicBezTo>
                  <a:pt x="5096" y="5315"/>
                  <a:pt x="5158" y="5337"/>
                  <a:pt x="5218" y="5337"/>
                </a:cubicBezTo>
                <a:cubicBezTo>
                  <a:pt x="5346" y="5337"/>
                  <a:pt x="5469" y="5239"/>
                  <a:pt x="5469" y="5090"/>
                </a:cubicBezTo>
                <a:cubicBezTo>
                  <a:pt x="5465" y="4955"/>
                  <a:pt x="5356" y="4843"/>
                  <a:pt x="5221" y="4843"/>
                </a:cubicBezTo>
                <a:close/>
                <a:moveTo>
                  <a:pt x="6440" y="4843"/>
                </a:moveTo>
                <a:cubicBezTo>
                  <a:pt x="6221" y="4843"/>
                  <a:pt x="6111" y="5109"/>
                  <a:pt x="6264" y="5266"/>
                </a:cubicBezTo>
                <a:cubicBezTo>
                  <a:pt x="6315" y="5315"/>
                  <a:pt x="6377" y="5337"/>
                  <a:pt x="6437" y="5337"/>
                </a:cubicBezTo>
                <a:cubicBezTo>
                  <a:pt x="6565" y="5337"/>
                  <a:pt x="6688" y="5239"/>
                  <a:pt x="6688" y="5090"/>
                </a:cubicBezTo>
                <a:cubicBezTo>
                  <a:pt x="6688" y="4955"/>
                  <a:pt x="6575" y="4843"/>
                  <a:pt x="6440" y="4843"/>
                </a:cubicBezTo>
                <a:close/>
                <a:moveTo>
                  <a:pt x="7659" y="4843"/>
                </a:moveTo>
                <a:cubicBezTo>
                  <a:pt x="7440" y="4843"/>
                  <a:pt x="7330" y="5109"/>
                  <a:pt x="7484" y="5266"/>
                </a:cubicBezTo>
                <a:cubicBezTo>
                  <a:pt x="7534" y="5315"/>
                  <a:pt x="7596" y="5337"/>
                  <a:pt x="7656" y="5337"/>
                </a:cubicBezTo>
                <a:cubicBezTo>
                  <a:pt x="7784" y="5337"/>
                  <a:pt x="7907" y="5239"/>
                  <a:pt x="7907" y="5090"/>
                </a:cubicBezTo>
                <a:cubicBezTo>
                  <a:pt x="7907" y="4955"/>
                  <a:pt x="7797" y="4843"/>
                  <a:pt x="7659" y="4843"/>
                </a:cubicBezTo>
                <a:close/>
                <a:moveTo>
                  <a:pt x="8878" y="4843"/>
                </a:moveTo>
                <a:cubicBezTo>
                  <a:pt x="8659" y="4843"/>
                  <a:pt x="8549" y="5109"/>
                  <a:pt x="8706" y="5266"/>
                </a:cubicBezTo>
                <a:cubicBezTo>
                  <a:pt x="8755" y="5315"/>
                  <a:pt x="8816" y="5337"/>
                  <a:pt x="8876" y="5337"/>
                </a:cubicBezTo>
                <a:cubicBezTo>
                  <a:pt x="9003" y="5337"/>
                  <a:pt x="9126" y="5239"/>
                  <a:pt x="9126" y="5090"/>
                </a:cubicBezTo>
                <a:cubicBezTo>
                  <a:pt x="9126" y="4955"/>
                  <a:pt x="9016" y="4843"/>
                  <a:pt x="8878" y="4843"/>
                </a:cubicBezTo>
                <a:close/>
                <a:moveTo>
                  <a:pt x="10097" y="4843"/>
                </a:moveTo>
                <a:cubicBezTo>
                  <a:pt x="9878" y="4843"/>
                  <a:pt x="9768" y="5109"/>
                  <a:pt x="9925" y="5266"/>
                </a:cubicBezTo>
                <a:cubicBezTo>
                  <a:pt x="9974" y="5315"/>
                  <a:pt x="10035" y="5337"/>
                  <a:pt x="10095" y="5337"/>
                </a:cubicBezTo>
                <a:cubicBezTo>
                  <a:pt x="10222" y="5337"/>
                  <a:pt x="10345" y="5239"/>
                  <a:pt x="10345" y="5090"/>
                </a:cubicBezTo>
                <a:cubicBezTo>
                  <a:pt x="10345" y="4955"/>
                  <a:pt x="10235" y="4843"/>
                  <a:pt x="10097" y="4843"/>
                </a:cubicBezTo>
                <a:close/>
                <a:moveTo>
                  <a:pt x="11319" y="4843"/>
                </a:moveTo>
                <a:cubicBezTo>
                  <a:pt x="11097" y="4843"/>
                  <a:pt x="10987" y="5109"/>
                  <a:pt x="11144" y="5266"/>
                </a:cubicBezTo>
                <a:cubicBezTo>
                  <a:pt x="11193" y="5315"/>
                  <a:pt x="11254" y="5337"/>
                  <a:pt x="11315" y="5337"/>
                </a:cubicBezTo>
                <a:cubicBezTo>
                  <a:pt x="11441" y="5337"/>
                  <a:pt x="11564" y="5239"/>
                  <a:pt x="11564" y="5090"/>
                </a:cubicBezTo>
                <a:cubicBezTo>
                  <a:pt x="11564" y="4955"/>
                  <a:pt x="11454" y="4843"/>
                  <a:pt x="11319" y="4843"/>
                </a:cubicBezTo>
                <a:close/>
                <a:moveTo>
                  <a:pt x="12538" y="4843"/>
                </a:moveTo>
                <a:cubicBezTo>
                  <a:pt x="12316" y="4843"/>
                  <a:pt x="12206" y="5109"/>
                  <a:pt x="12363" y="5266"/>
                </a:cubicBezTo>
                <a:cubicBezTo>
                  <a:pt x="12413" y="5315"/>
                  <a:pt x="12475" y="5337"/>
                  <a:pt x="12535" y="5337"/>
                </a:cubicBezTo>
                <a:cubicBezTo>
                  <a:pt x="12662" y="5337"/>
                  <a:pt x="12783" y="5239"/>
                  <a:pt x="12783" y="5090"/>
                </a:cubicBezTo>
                <a:cubicBezTo>
                  <a:pt x="12783" y="4955"/>
                  <a:pt x="12673" y="4843"/>
                  <a:pt x="12538" y="4843"/>
                </a:cubicBezTo>
                <a:close/>
                <a:moveTo>
                  <a:pt x="13757" y="4843"/>
                </a:moveTo>
                <a:cubicBezTo>
                  <a:pt x="13538" y="4843"/>
                  <a:pt x="13425" y="5109"/>
                  <a:pt x="13582" y="5266"/>
                </a:cubicBezTo>
                <a:cubicBezTo>
                  <a:pt x="13632" y="5315"/>
                  <a:pt x="13694" y="5337"/>
                  <a:pt x="13755" y="5337"/>
                </a:cubicBezTo>
                <a:cubicBezTo>
                  <a:pt x="13883" y="5337"/>
                  <a:pt x="14005" y="5239"/>
                  <a:pt x="14005" y="5090"/>
                </a:cubicBezTo>
                <a:cubicBezTo>
                  <a:pt x="14005" y="4955"/>
                  <a:pt x="13892" y="4843"/>
                  <a:pt x="13757" y="4843"/>
                </a:cubicBezTo>
                <a:close/>
                <a:moveTo>
                  <a:pt x="14976" y="4843"/>
                </a:moveTo>
                <a:cubicBezTo>
                  <a:pt x="14757" y="4843"/>
                  <a:pt x="14647" y="5109"/>
                  <a:pt x="14801" y="5266"/>
                </a:cubicBezTo>
                <a:cubicBezTo>
                  <a:pt x="14851" y="5315"/>
                  <a:pt x="14913" y="5337"/>
                  <a:pt x="14974" y="5337"/>
                </a:cubicBezTo>
                <a:cubicBezTo>
                  <a:pt x="15102" y="5337"/>
                  <a:pt x="15224" y="5239"/>
                  <a:pt x="15224" y="5090"/>
                </a:cubicBezTo>
                <a:cubicBezTo>
                  <a:pt x="15224" y="4955"/>
                  <a:pt x="15111" y="4843"/>
                  <a:pt x="14976" y="4843"/>
                </a:cubicBezTo>
                <a:close/>
                <a:moveTo>
                  <a:pt x="16196" y="4843"/>
                </a:moveTo>
                <a:cubicBezTo>
                  <a:pt x="15976" y="4843"/>
                  <a:pt x="15866" y="5109"/>
                  <a:pt x="16020" y="5266"/>
                </a:cubicBezTo>
                <a:cubicBezTo>
                  <a:pt x="16070" y="5315"/>
                  <a:pt x="16132" y="5337"/>
                  <a:pt x="16193" y="5337"/>
                </a:cubicBezTo>
                <a:cubicBezTo>
                  <a:pt x="16321" y="5337"/>
                  <a:pt x="16443" y="5239"/>
                  <a:pt x="16443" y="5090"/>
                </a:cubicBezTo>
                <a:cubicBezTo>
                  <a:pt x="16443" y="4955"/>
                  <a:pt x="16333" y="4843"/>
                  <a:pt x="16196" y="4843"/>
                </a:cubicBezTo>
                <a:close/>
                <a:moveTo>
                  <a:pt x="17415" y="4843"/>
                </a:moveTo>
                <a:cubicBezTo>
                  <a:pt x="17195" y="4843"/>
                  <a:pt x="17086" y="5109"/>
                  <a:pt x="17242" y="5266"/>
                </a:cubicBezTo>
                <a:cubicBezTo>
                  <a:pt x="17292" y="5315"/>
                  <a:pt x="17353" y="5337"/>
                  <a:pt x="17413" y="5337"/>
                </a:cubicBezTo>
                <a:cubicBezTo>
                  <a:pt x="17540" y="5337"/>
                  <a:pt x="17662" y="5239"/>
                  <a:pt x="17662" y="5090"/>
                </a:cubicBezTo>
                <a:cubicBezTo>
                  <a:pt x="17662" y="4955"/>
                  <a:pt x="17552" y="4843"/>
                  <a:pt x="17415" y="4843"/>
                </a:cubicBezTo>
                <a:close/>
                <a:moveTo>
                  <a:pt x="18634" y="4843"/>
                </a:moveTo>
                <a:cubicBezTo>
                  <a:pt x="18414" y="4843"/>
                  <a:pt x="18305" y="5109"/>
                  <a:pt x="18461" y="5266"/>
                </a:cubicBezTo>
                <a:cubicBezTo>
                  <a:pt x="18511" y="5315"/>
                  <a:pt x="18572" y="5337"/>
                  <a:pt x="18632" y="5337"/>
                </a:cubicBezTo>
                <a:cubicBezTo>
                  <a:pt x="18759" y="5337"/>
                  <a:pt x="18881" y="5239"/>
                  <a:pt x="18881" y="5090"/>
                </a:cubicBezTo>
                <a:cubicBezTo>
                  <a:pt x="18881" y="4955"/>
                  <a:pt x="18772" y="4843"/>
                  <a:pt x="18634" y="4843"/>
                </a:cubicBezTo>
                <a:close/>
                <a:moveTo>
                  <a:pt x="19856" y="4843"/>
                </a:moveTo>
                <a:cubicBezTo>
                  <a:pt x="19633" y="4843"/>
                  <a:pt x="19524" y="5109"/>
                  <a:pt x="19680" y="5266"/>
                </a:cubicBezTo>
                <a:cubicBezTo>
                  <a:pt x="19730" y="5315"/>
                  <a:pt x="19791" y="5337"/>
                  <a:pt x="19851" y="5337"/>
                </a:cubicBezTo>
                <a:cubicBezTo>
                  <a:pt x="19978" y="5337"/>
                  <a:pt x="20100" y="5239"/>
                  <a:pt x="20100" y="5090"/>
                </a:cubicBezTo>
                <a:cubicBezTo>
                  <a:pt x="20100" y="4955"/>
                  <a:pt x="19991" y="4843"/>
                  <a:pt x="19856" y="4843"/>
                </a:cubicBezTo>
                <a:close/>
                <a:moveTo>
                  <a:pt x="21075" y="4843"/>
                </a:moveTo>
                <a:cubicBezTo>
                  <a:pt x="20852" y="4843"/>
                  <a:pt x="20743" y="5109"/>
                  <a:pt x="20899" y="5266"/>
                </a:cubicBezTo>
                <a:cubicBezTo>
                  <a:pt x="20950" y="5315"/>
                  <a:pt x="21011" y="5337"/>
                  <a:pt x="21071" y="5337"/>
                </a:cubicBezTo>
                <a:cubicBezTo>
                  <a:pt x="21198" y="5337"/>
                  <a:pt x="21319" y="5239"/>
                  <a:pt x="21319" y="5090"/>
                </a:cubicBezTo>
                <a:cubicBezTo>
                  <a:pt x="21319" y="4955"/>
                  <a:pt x="21210" y="4843"/>
                  <a:pt x="21075" y="4843"/>
                </a:cubicBezTo>
                <a:close/>
                <a:moveTo>
                  <a:pt x="22294" y="4843"/>
                </a:moveTo>
                <a:cubicBezTo>
                  <a:pt x="22075" y="4843"/>
                  <a:pt x="21965" y="5109"/>
                  <a:pt x="22118" y="5266"/>
                </a:cubicBezTo>
                <a:cubicBezTo>
                  <a:pt x="22169" y="5315"/>
                  <a:pt x="22231" y="5337"/>
                  <a:pt x="22291" y="5337"/>
                </a:cubicBezTo>
                <a:cubicBezTo>
                  <a:pt x="22419" y="5337"/>
                  <a:pt x="22541" y="5239"/>
                  <a:pt x="22541" y="5090"/>
                </a:cubicBezTo>
                <a:cubicBezTo>
                  <a:pt x="22541" y="4955"/>
                  <a:pt x="22429" y="4843"/>
                  <a:pt x="22294" y="4843"/>
                </a:cubicBezTo>
                <a:close/>
                <a:moveTo>
                  <a:pt x="23513" y="4843"/>
                </a:moveTo>
                <a:cubicBezTo>
                  <a:pt x="23294" y="4843"/>
                  <a:pt x="23184" y="5109"/>
                  <a:pt x="23337" y="5266"/>
                </a:cubicBezTo>
                <a:cubicBezTo>
                  <a:pt x="23388" y="5315"/>
                  <a:pt x="23450" y="5337"/>
                  <a:pt x="23510" y="5337"/>
                </a:cubicBezTo>
                <a:cubicBezTo>
                  <a:pt x="23638" y="5337"/>
                  <a:pt x="23761" y="5239"/>
                  <a:pt x="23761" y="5090"/>
                </a:cubicBezTo>
                <a:cubicBezTo>
                  <a:pt x="23761" y="4955"/>
                  <a:pt x="23648" y="4843"/>
                  <a:pt x="23513" y="4843"/>
                </a:cubicBezTo>
                <a:close/>
                <a:moveTo>
                  <a:pt x="24732" y="4843"/>
                </a:moveTo>
                <a:cubicBezTo>
                  <a:pt x="24513" y="4843"/>
                  <a:pt x="24403" y="5109"/>
                  <a:pt x="24557" y="5266"/>
                </a:cubicBezTo>
                <a:cubicBezTo>
                  <a:pt x="24607" y="5315"/>
                  <a:pt x="24669" y="5337"/>
                  <a:pt x="24729" y="5337"/>
                </a:cubicBezTo>
                <a:cubicBezTo>
                  <a:pt x="24857" y="5337"/>
                  <a:pt x="24980" y="5239"/>
                  <a:pt x="24980" y="5090"/>
                </a:cubicBezTo>
                <a:cubicBezTo>
                  <a:pt x="24980" y="4955"/>
                  <a:pt x="24870" y="4843"/>
                  <a:pt x="24732" y="4843"/>
                </a:cubicBezTo>
                <a:close/>
                <a:moveTo>
                  <a:pt x="25951" y="4843"/>
                </a:moveTo>
                <a:cubicBezTo>
                  <a:pt x="25732" y="4843"/>
                  <a:pt x="25622" y="5109"/>
                  <a:pt x="25779" y="5266"/>
                </a:cubicBezTo>
                <a:cubicBezTo>
                  <a:pt x="25828" y="5315"/>
                  <a:pt x="25889" y="5337"/>
                  <a:pt x="25949" y="5337"/>
                </a:cubicBezTo>
                <a:cubicBezTo>
                  <a:pt x="26076" y="5337"/>
                  <a:pt x="26199" y="5239"/>
                  <a:pt x="26199" y="5090"/>
                </a:cubicBezTo>
                <a:cubicBezTo>
                  <a:pt x="26199" y="4955"/>
                  <a:pt x="26089" y="4843"/>
                  <a:pt x="25951" y="4843"/>
                </a:cubicBezTo>
                <a:close/>
                <a:moveTo>
                  <a:pt x="27170" y="4843"/>
                </a:moveTo>
                <a:cubicBezTo>
                  <a:pt x="26951" y="4843"/>
                  <a:pt x="26841" y="5109"/>
                  <a:pt x="26998" y="5266"/>
                </a:cubicBezTo>
                <a:cubicBezTo>
                  <a:pt x="27047" y="5315"/>
                  <a:pt x="27108" y="5337"/>
                  <a:pt x="27168" y="5337"/>
                </a:cubicBezTo>
                <a:cubicBezTo>
                  <a:pt x="27295" y="5337"/>
                  <a:pt x="27418" y="5239"/>
                  <a:pt x="27418" y="5090"/>
                </a:cubicBezTo>
                <a:cubicBezTo>
                  <a:pt x="27418" y="4955"/>
                  <a:pt x="27308" y="4843"/>
                  <a:pt x="27170" y="4843"/>
                </a:cubicBezTo>
                <a:close/>
                <a:moveTo>
                  <a:pt x="28392" y="4843"/>
                </a:moveTo>
                <a:cubicBezTo>
                  <a:pt x="28170" y="4843"/>
                  <a:pt x="28060" y="5109"/>
                  <a:pt x="28217" y="5266"/>
                </a:cubicBezTo>
                <a:cubicBezTo>
                  <a:pt x="28266" y="5315"/>
                  <a:pt x="28327" y="5337"/>
                  <a:pt x="28388" y="5337"/>
                </a:cubicBezTo>
                <a:cubicBezTo>
                  <a:pt x="28514" y="5337"/>
                  <a:pt x="28637" y="5239"/>
                  <a:pt x="28637" y="5090"/>
                </a:cubicBezTo>
                <a:cubicBezTo>
                  <a:pt x="28637" y="4955"/>
                  <a:pt x="28527" y="4843"/>
                  <a:pt x="28392" y="4843"/>
                </a:cubicBezTo>
                <a:close/>
                <a:moveTo>
                  <a:pt x="29611" y="4843"/>
                </a:moveTo>
                <a:cubicBezTo>
                  <a:pt x="29389" y="4843"/>
                  <a:pt x="29279" y="5109"/>
                  <a:pt x="29436" y="5266"/>
                </a:cubicBezTo>
                <a:cubicBezTo>
                  <a:pt x="29486" y="5315"/>
                  <a:pt x="29548" y="5337"/>
                  <a:pt x="29608" y="5337"/>
                </a:cubicBezTo>
                <a:cubicBezTo>
                  <a:pt x="29735" y="5337"/>
                  <a:pt x="29856" y="5239"/>
                  <a:pt x="29856" y="5090"/>
                </a:cubicBezTo>
                <a:cubicBezTo>
                  <a:pt x="29856" y="4955"/>
                  <a:pt x="29746" y="4843"/>
                  <a:pt x="29611" y="4843"/>
                </a:cubicBezTo>
                <a:close/>
                <a:moveTo>
                  <a:pt x="30830" y="4843"/>
                </a:moveTo>
                <a:cubicBezTo>
                  <a:pt x="30611" y="4843"/>
                  <a:pt x="30501" y="5109"/>
                  <a:pt x="30655" y="5266"/>
                </a:cubicBezTo>
                <a:cubicBezTo>
                  <a:pt x="30705" y="5315"/>
                  <a:pt x="30767" y="5337"/>
                  <a:pt x="30828" y="5337"/>
                </a:cubicBezTo>
                <a:cubicBezTo>
                  <a:pt x="30955" y="5337"/>
                  <a:pt x="31078" y="5239"/>
                  <a:pt x="31078" y="5090"/>
                </a:cubicBezTo>
                <a:cubicBezTo>
                  <a:pt x="31078" y="4955"/>
                  <a:pt x="30965" y="4843"/>
                  <a:pt x="30830" y="4843"/>
                </a:cubicBezTo>
                <a:close/>
                <a:moveTo>
                  <a:pt x="32049" y="4843"/>
                </a:moveTo>
                <a:cubicBezTo>
                  <a:pt x="31830" y="4843"/>
                  <a:pt x="31720" y="5109"/>
                  <a:pt x="31874" y="5266"/>
                </a:cubicBezTo>
                <a:cubicBezTo>
                  <a:pt x="31924" y="5315"/>
                  <a:pt x="31986" y="5337"/>
                  <a:pt x="32047" y="5337"/>
                </a:cubicBezTo>
                <a:cubicBezTo>
                  <a:pt x="32175" y="5337"/>
                  <a:pt x="32297" y="5239"/>
                  <a:pt x="32297" y="5090"/>
                </a:cubicBezTo>
                <a:cubicBezTo>
                  <a:pt x="32297" y="4955"/>
                  <a:pt x="32184" y="4843"/>
                  <a:pt x="32049" y="4843"/>
                </a:cubicBezTo>
                <a:close/>
                <a:moveTo>
                  <a:pt x="33269" y="4843"/>
                </a:moveTo>
                <a:cubicBezTo>
                  <a:pt x="33049" y="4843"/>
                  <a:pt x="32939" y="5109"/>
                  <a:pt x="33093" y="5266"/>
                </a:cubicBezTo>
                <a:cubicBezTo>
                  <a:pt x="33143" y="5315"/>
                  <a:pt x="33205" y="5337"/>
                  <a:pt x="33266" y="5337"/>
                </a:cubicBezTo>
                <a:cubicBezTo>
                  <a:pt x="33394" y="5337"/>
                  <a:pt x="33516" y="5239"/>
                  <a:pt x="33516" y="5090"/>
                </a:cubicBezTo>
                <a:cubicBezTo>
                  <a:pt x="33516" y="4955"/>
                  <a:pt x="33406" y="4843"/>
                  <a:pt x="33269" y="4843"/>
                </a:cubicBezTo>
                <a:close/>
                <a:moveTo>
                  <a:pt x="34488" y="4843"/>
                </a:moveTo>
                <a:cubicBezTo>
                  <a:pt x="34268" y="4843"/>
                  <a:pt x="34159" y="5109"/>
                  <a:pt x="34315" y="5266"/>
                </a:cubicBezTo>
                <a:cubicBezTo>
                  <a:pt x="34365" y="5315"/>
                  <a:pt x="34426" y="5337"/>
                  <a:pt x="34486" y="5337"/>
                </a:cubicBezTo>
                <a:cubicBezTo>
                  <a:pt x="34613" y="5337"/>
                  <a:pt x="34735" y="5239"/>
                  <a:pt x="34735" y="5090"/>
                </a:cubicBezTo>
                <a:cubicBezTo>
                  <a:pt x="34735" y="4955"/>
                  <a:pt x="34625" y="4843"/>
                  <a:pt x="34488" y="4843"/>
                </a:cubicBezTo>
                <a:close/>
                <a:moveTo>
                  <a:pt x="35707" y="4843"/>
                </a:moveTo>
                <a:cubicBezTo>
                  <a:pt x="35487" y="4843"/>
                  <a:pt x="35378" y="5109"/>
                  <a:pt x="35534" y="5266"/>
                </a:cubicBezTo>
                <a:cubicBezTo>
                  <a:pt x="35584" y="5315"/>
                  <a:pt x="35645" y="5337"/>
                  <a:pt x="35705" y="5337"/>
                </a:cubicBezTo>
                <a:cubicBezTo>
                  <a:pt x="35832" y="5337"/>
                  <a:pt x="35954" y="5239"/>
                  <a:pt x="35954" y="5090"/>
                </a:cubicBezTo>
                <a:cubicBezTo>
                  <a:pt x="35954" y="4955"/>
                  <a:pt x="35845" y="4843"/>
                  <a:pt x="35707" y="4843"/>
                </a:cubicBezTo>
                <a:close/>
                <a:moveTo>
                  <a:pt x="36929" y="4843"/>
                </a:moveTo>
                <a:cubicBezTo>
                  <a:pt x="36706" y="4843"/>
                  <a:pt x="36597" y="5109"/>
                  <a:pt x="36753" y="5266"/>
                </a:cubicBezTo>
                <a:cubicBezTo>
                  <a:pt x="36803" y="5315"/>
                  <a:pt x="36864" y="5337"/>
                  <a:pt x="36924" y="5337"/>
                </a:cubicBezTo>
                <a:cubicBezTo>
                  <a:pt x="37051" y="5337"/>
                  <a:pt x="37173" y="5239"/>
                  <a:pt x="37173" y="5090"/>
                </a:cubicBezTo>
                <a:cubicBezTo>
                  <a:pt x="37173" y="4955"/>
                  <a:pt x="37064" y="4843"/>
                  <a:pt x="36929" y="4843"/>
                </a:cubicBezTo>
                <a:close/>
                <a:moveTo>
                  <a:pt x="38148" y="4843"/>
                </a:moveTo>
                <a:cubicBezTo>
                  <a:pt x="37928" y="4843"/>
                  <a:pt x="37816" y="5109"/>
                  <a:pt x="37972" y="5266"/>
                </a:cubicBezTo>
                <a:cubicBezTo>
                  <a:pt x="38023" y="5315"/>
                  <a:pt x="38084" y="5337"/>
                  <a:pt x="38144" y="5337"/>
                </a:cubicBezTo>
                <a:cubicBezTo>
                  <a:pt x="38271" y="5337"/>
                  <a:pt x="38392" y="5239"/>
                  <a:pt x="38392" y="5090"/>
                </a:cubicBezTo>
                <a:cubicBezTo>
                  <a:pt x="38392" y="4955"/>
                  <a:pt x="38283" y="4843"/>
                  <a:pt x="38148" y="4843"/>
                </a:cubicBezTo>
                <a:close/>
                <a:moveTo>
                  <a:pt x="39367" y="4843"/>
                </a:moveTo>
                <a:cubicBezTo>
                  <a:pt x="39148" y="4843"/>
                  <a:pt x="39038" y="5109"/>
                  <a:pt x="39191" y="5266"/>
                </a:cubicBezTo>
                <a:cubicBezTo>
                  <a:pt x="39242" y="5315"/>
                  <a:pt x="39304" y="5337"/>
                  <a:pt x="39364" y="5337"/>
                </a:cubicBezTo>
                <a:cubicBezTo>
                  <a:pt x="39492" y="5337"/>
                  <a:pt x="39614" y="5239"/>
                  <a:pt x="39614" y="5090"/>
                </a:cubicBezTo>
                <a:cubicBezTo>
                  <a:pt x="39614" y="4955"/>
                  <a:pt x="39502" y="4843"/>
                  <a:pt x="39367" y="4843"/>
                </a:cubicBezTo>
                <a:close/>
                <a:moveTo>
                  <a:pt x="40586" y="4843"/>
                </a:moveTo>
                <a:cubicBezTo>
                  <a:pt x="40367" y="4843"/>
                  <a:pt x="40257" y="5109"/>
                  <a:pt x="40410" y="5266"/>
                </a:cubicBezTo>
                <a:cubicBezTo>
                  <a:pt x="40461" y="5315"/>
                  <a:pt x="40523" y="5337"/>
                  <a:pt x="40583" y="5337"/>
                </a:cubicBezTo>
                <a:cubicBezTo>
                  <a:pt x="40711" y="5337"/>
                  <a:pt x="40834" y="5239"/>
                  <a:pt x="40834" y="5090"/>
                </a:cubicBezTo>
                <a:cubicBezTo>
                  <a:pt x="40834" y="4955"/>
                  <a:pt x="40721" y="4843"/>
                  <a:pt x="40586" y="4843"/>
                </a:cubicBezTo>
                <a:close/>
                <a:moveTo>
                  <a:pt x="41805" y="4843"/>
                </a:moveTo>
                <a:cubicBezTo>
                  <a:pt x="41586" y="4843"/>
                  <a:pt x="41476" y="5109"/>
                  <a:pt x="41630" y="5266"/>
                </a:cubicBezTo>
                <a:cubicBezTo>
                  <a:pt x="41680" y="5315"/>
                  <a:pt x="41742" y="5337"/>
                  <a:pt x="41802" y="5337"/>
                </a:cubicBezTo>
                <a:cubicBezTo>
                  <a:pt x="41930" y="5337"/>
                  <a:pt x="42053" y="5239"/>
                  <a:pt x="42053" y="5090"/>
                </a:cubicBezTo>
                <a:cubicBezTo>
                  <a:pt x="42053" y="4955"/>
                  <a:pt x="41943" y="4843"/>
                  <a:pt x="41805" y="4843"/>
                </a:cubicBezTo>
                <a:close/>
                <a:moveTo>
                  <a:pt x="43024" y="4843"/>
                </a:moveTo>
                <a:cubicBezTo>
                  <a:pt x="42805" y="4843"/>
                  <a:pt x="42695" y="5109"/>
                  <a:pt x="42852" y="5266"/>
                </a:cubicBezTo>
                <a:cubicBezTo>
                  <a:pt x="42901" y="5315"/>
                  <a:pt x="42962" y="5337"/>
                  <a:pt x="43022" y="5337"/>
                </a:cubicBezTo>
                <a:cubicBezTo>
                  <a:pt x="43149" y="5337"/>
                  <a:pt x="43272" y="5239"/>
                  <a:pt x="43272" y="5090"/>
                </a:cubicBezTo>
                <a:cubicBezTo>
                  <a:pt x="43272" y="4955"/>
                  <a:pt x="43162" y="4843"/>
                  <a:pt x="43024" y="4843"/>
                </a:cubicBezTo>
                <a:close/>
                <a:moveTo>
                  <a:pt x="44243" y="4843"/>
                </a:moveTo>
                <a:cubicBezTo>
                  <a:pt x="44024" y="4843"/>
                  <a:pt x="43914" y="5109"/>
                  <a:pt x="44071" y="5266"/>
                </a:cubicBezTo>
                <a:cubicBezTo>
                  <a:pt x="44120" y="5315"/>
                  <a:pt x="44181" y="5337"/>
                  <a:pt x="44241" y="5337"/>
                </a:cubicBezTo>
                <a:cubicBezTo>
                  <a:pt x="44368" y="5337"/>
                  <a:pt x="44491" y="5239"/>
                  <a:pt x="44491" y="5090"/>
                </a:cubicBezTo>
                <a:cubicBezTo>
                  <a:pt x="44491" y="4955"/>
                  <a:pt x="44381" y="4843"/>
                  <a:pt x="44243" y="4843"/>
                </a:cubicBezTo>
                <a:close/>
                <a:moveTo>
                  <a:pt x="45465" y="4843"/>
                </a:moveTo>
                <a:cubicBezTo>
                  <a:pt x="45243" y="4843"/>
                  <a:pt x="45133" y="5109"/>
                  <a:pt x="45290" y="5266"/>
                </a:cubicBezTo>
                <a:cubicBezTo>
                  <a:pt x="45339" y="5315"/>
                  <a:pt x="45400" y="5337"/>
                  <a:pt x="45461" y="5337"/>
                </a:cubicBezTo>
                <a:cubicBezTo>
                  <a:pt x="45587" y="5337"/>
                  <a:pt x="45710" y="5239"/>
                  <a:pt x="45710" y="5090"/>
                </a:cubicBezTo>
                <a:cubicBezTo>
                  <a:pt x="45710" y="4955"/>
                  <a:pt x="45600" y="4843"/>
                  <a:pt x="45465" y="4843"/>
                </a:cubicBezTo>
                <a:close/>
                <a:moveTo>
                  <a:pt x="46684" y="4843"/>
                </a:moveTo>
                <a:cubicBezTo>
                  <a:pt x="46465" y="4843"/>
                  <a:pt x="46352" y="5109"/>
                  <a:pt x="46509" y="5266"/>
                </a:cubicBezTo>
                <a:cubicBezTo>
                  <a:pt x="46559" y="5315"/>
                  <a:pt x="46621" y="5337"/>
                  <a:pt x="46681" y="5337"/>
                </a:cubicBezTo>
                <a:cubicBezTo>
                  <a:pt x="46808" y="5337"/>
                  <a:pt x="46929" y="5239"/>
                  <a:pt x="46929" y="5090"/>
                </a:cubicBezTo>
                <a:cubicBezTo>
                  <a:pt x="46929" y="4955"/>
                  <a:pt x="46819" y="4843"/>
                  <a:pt x="46684" y="4843"/>
                </a:cubicBezTo>
                <a:close/>
                <a:moveTo>
                  <a:pt x="52780" y="4843"/>
                </a:moveTo>
                <a:cubicBezTo>
                  <a:pt x="52560" y="4843"/>
                  <a:pt x="52451" y="5109"/>
                  <a:pt x="52607" y="5266"/>
                </a:cubicBezTo>
                <a:cubicBezTo>
                  <a:pt x="52657" y="5315"/>
                  <a:pt x="52718" y="5337"/>
                  <a:pt x="52778" y="5337"/>
                </a:cubicBezTo>
                <a:cubicBezTo>
                  <a:pt x="52905" y="5337"/>
                  <a:pt x="53027" y="5239"/>
                  <a:pt x="53027" y="5090"/>
                </a:cubicBezTo>
                <a:cubicBezTo>
                  <a:pt x="53027" y="4955"/>
                  <a:pt x="52917" y="4843"/>
                  <a:pt x="52780" y="4843"/>
                </a:cubicBezTo>
                <a:close/>
                <a:moveTo>
                  <a:pt x="54002" y="4843"/>
                </a:moveTo>
                <a:cubicBezTo>
                  <a:pt x="53779" y="4843"/>
                  <a:pt x="53670" y="5109"/>
                  <a:pt x="53826" y="5266"/>
                </a:cubicBezTo>
                <a:cubicBezTo>
                  <a:pt x="53876" y="5315"/>
                  <a:pt x="53937" y="5337"/>
                  <a:pt x="53997" y="5337"/>
                </a:cubicBezTo>
                <a:cubicBezTo>
                  <a:pt x="54124" y="5337"/>
                  <a:pt x="54246" y="5239"/>
                  <a:pt x="54246" y="5090"/>
                </a:cubicBezTo>
                <a:cubicBezTo>
                  <a:pt x="54246" y="4955"/>
                  <a:pt x="54137" y="4843"/>
                  <a:pt x="54002" y="4843"/>
                </a:cubicBezTo>
                <a:close/>
                <a:moveTo>
                  <a:pt x="55221" y="4843"/>
                </a:moveTo>
                <a:cubicBezTo>
                  <a:pt x="55001" y="4843"/>
                  <a:pt x="54889" y="5109"/>
                  <a:pt x="55045" y="5266"/>
                </a:cubicBezTo>
                <a:cubicBezTo>
                  <a:pt x="55096" y="5315"/>
                  <a:pt x="55157" y="5337"/>
                  <a:pt x="55217" y="5337"/>
                </a:cubicBezTo>
                <a:cubicBezTo>
                  <a:pt x="55344" y="5337"/>
                  <a:pt x="55465" y="5239"/>
                  <a:pt x="55465" y="5090"/>
                </a:cubicBezTo>
                <a:cubicBezTo>
                  <a:pt x="55465" y="4955"/>
                  <a:pt x="55356" y="4843"/>
                  <a:pt x="55221" y="4843"/>
                </a:cubicBezTo>
                <a:close/>
                <a:moveTo>
                  <a:pt x="56440" y="4843"/>
                </a:moveTo>
                <a:cubicBezTo>
                  <a:pt x="56221" y="4843"/>
                  <a:pt x="56111" y="5109"/>
                  <a:pt x="56264" y="5266"/>
                </a:cubicBezTo>
                <a:cubicBezTo>
                  <a:pt x="56315" y="5315"/>
                  <a:pt x="56377" y="5337"/>
                  <a:pt x="56437" y="5337"/>
                </a:cubicBezTo>
                <a:cubicBezTo>
                  <a:pt x="56565" y="5337"/>
                  <a:pt x="56687" y="5239"/>
                  <a:pt x="56687" y="5090"/>
                </a:cubicBezTo>
                <a:cubicBezTo>
                  <a:pt x="56687" y="4955"/>
                  <a:pt x="56575" y="4843"/>
                  <a:pt x="56440" y="4843"/>
                </a:cubicBezTo>
                <a:close/>
                <a:moveTo>
                  <a:pt x="57659" y="4843"/>
                </a:moveTo>
                <a:cubicBezTo>
                  <a:pt x="57440" y="4843"/>
                  <a:pt x="57330" y="5109"/>
                  <a:pt x="57483" y="5266"/>
                </a:cubicBezTo>
                <a:cubicBezTo>
                  <a:pt x="57534" y="5315"/>
                  <a:pt x="57596" y="5337"/>
                  <a:pt x="57656" y="5337"/>
                </a:cubicBezTo>
                <a:cubicBezTo>
                  <a:pt x="57784" y="5337"/>
                  <a:pt x="57907" y="5239"/>
                  <a:pt x="57907" y="5090"/>
                </a:cubicBezTo>
                <a:cubicBezTo>
                  <a:pt x="57907" y="4955"/>
                  <a:pt x="57794" y="4843"/>
                  <a:pt x="57659" y="4843"/>
                </a:cubicBezTo>
                <a:close/>
                <a:moveTo>
                  <a:pt x="58878" y="4843"/>
                </a:moveTo>
                <a:cubicBezTo>
                  <a:pt x="58659" y="4843"/>
                  <a:pt x="58549" y="5109"/>
                  <a:pt x="58703" y="5266"/>
                </a:cubicBezTo>
                <a:cubicBezTo>
                  <a:pt x="58753" y="5315"/>
                  <a:pt x="58815" y="5337"/>
                  <a:pt x="58875" y="5337"/>
                </a:cubicBezTo>
                <a:cubicBezTo>
                  <a:pt x="59003" y="5337"/>
                  <a:pt x="59126" y="5239"/>
                  <a:pt x="59126" y="5090"/>
                </a:cubicBezTo>
                <a:cubicBezTo>
                  <a:pt x="59126" y="4955"/>
                  <a:pt x="59016" y="4843"/>
                  <a:pt x="58878" y="4843"/>
                </a:cubicBezTo>
                <a:close/>
                <a:moveTo>
                  <a:pt x="60097" y="4843"/>
                </a:moveTo>
                <a:cubicBezTo>
                  <a:pt x="59878" y="4843"/>
                  <a:pt x="59768" y="5109"/>
                  <a:pt x="59925" y="5266"/>
                </a:cubicBezTo>
                <a:cubicBezTo>
                  <a:pt x="59974" y="5315"/>
                  <a:pt x="60035" y="5337"/>
                  <a:pt x="60095" y="5337"/>
                </a:cubicBezTo>
                <a:cubicBezTo>
                  <a:pt x="60222" y="5337"/>
                  <a:pt x="60345" y="5239"/>
                  <a:pt x="60345" y="5090"/>
                </a:cubicBezTo>
                <a:cubicBezTo>
                  <a:pt x="60345" y="4955"/>
                  <a:pt x="60235" y="4843"/>
                  <a:pt x="60097" y="4843"/>
                </a:cubicBezTo>
                <a:close/>
                <a:moveTo>
                  <a:pt x="61316" y="4843"/>
                </a:moveTo>
                <a:cubicBezTo>
                  <a:pt x="61097" y="4843"/>
                  <a:pt x="60987" y="5109"/>
                  <a:pt x="61144" y="5266"/>
                </a:cubicBezTo>
                <a:cubicBezTo>
                  <a:pt x="61193" y="5315"/>
                  <a:pt x="61254" y="5337"/>
                  <a:pt x="61314" y="5337"/>
                </a:cubicBezTo>
                <a:cubicBezTo>
                  <a:pt x="61441" y="5337"/>
                  <a:pt x="61564" y="5239"/>
                  <a:pt x="61564" y="5090"/>
                </a:cubicBezTo>
                <a:cubicBezTo>
                  <a:pt x="61564" y="4955"/>
                  <a:pt x="61454" y="4843"/>
                  <a:pt x="61316" y="4843"/>
                </a:cubicBezTo>
                <a:close/>
                <a:moveTo>
                  <a:pt x="62538" y="4843"/>
                </a:moveTo>
                <a:cubicBezTo>
                  <a:pt x="62316" y="4843"/>
                  <a:pt x="62206" y="5109"/>
                  <a:pt x="62363" y="5266"/>
                </a:cubicBezTo>
                <a:cubicBezTo>
                  <a:pt x="62413" y="5315"/>
                  <a:pt x="62475" y="5337"/>
                  <a:pt x="62535" y="5337"/>
                </a:cubicBezTo>
                <a:cubicBezTo>
                  <a:pt x="62662" y="5337"/>
                  <a:pt x="62783" y="5239"/>
                  <a:pt x="62783" y="5090"/>
                </a:cubicBezTo>
                <a:cubicBezTo>
                  <a:pt x="62783" y="4955"/>
                  <a:pt x="62673" y="4843"/>
                  <a:pt x="62538" y="4843"/>
                </a:cubicBezTo>
                <a:close/>
                <a:moveTo>
                  <a:pt x="63757" y="4843"/>
                </a:moveTo>
                <a:cubicBezTo>
                  <a:pt x="63538" y="4843"/>
                  <a:pt x="63425" y="5109"/>
                  <a:pt x="63582" y="5266"/>
                </a:cubicBezTo>
                <a:cubicBezTo>
                  <a:pt x="63632" y="5315"/>
                  <a:pt x="63694" y="5337"/>
                  <a:pt x="63754" y="5337"/>
                </a:cubicBezTo>
                <a:cubicBezTo>
                  <a:pt x="63881" y="5337"/>
                  <a:pt x="64002" y="5239"/>
                  <a:pt x="64002" y="5090"/>
                </a:cubicBezTo>
                <a:cubicBezTo>
                  <a:pt x="64002" y="4955"/>
                  <a:pt x="63892" y="4843"/>
                  <a:pt x="63757" y="4843"/>
                </a:cubicBezTo>
                <a:close/>
                <a:moveTo>
                  <a:pt x="64976" y="4843"/>
                </a:moveTo>
                <a:cubicBezTo>
                  <a:pt x="64757" y="4843"/>
                  <a:pt x="64647" y="5109"/>
                  <a:pt x="64801" y="5266"/>
                </a:cubicBezTo>
                <a:cubicBezTo>
                  <a:pt x="64851" y="5315"/>
                  <a:pt x="64913" y="5337"/>
                  <a:pt x="64974" y="5337"/>
                </a:cubicBezTo>
                <a:cubicBezTo>
                  <a:pt x="65101" y="5337"/>
                  <a:pt x="65224" y="5239"/>
                  <a:pt x="65224" y="5090"/>
                </a:cubicBezTo>
                <a:cubicBezTo>
                  <a:pt x="65224" y="4955"/>
                  <a:pt x="65111" y="4843"/>
                  <a:pt x="64976" y="4843"/>
                </a:cubicBezTo>
                <a:close/>
                <a:moveTo>
                  <a:pt x="66195" y="4843"/>
                </a:moveTo>
                <a:cubicBezTo>
                  <a:pt x="65976" y="4843"/>
                  <a:pt x="65866" y="5109"/>
                  <a:pt x="66020" y="5266"/>
                </a:cubicBezTo>
                <a:cubicBezTo>
                  <a:pt x="66070" y="5315"/>
                  <a:pt x="66132" y="5337"/>
                  <a:pt x="66193" y="5337"/>
                </a:cubicBezTo>
                <a:cubicBezTo>
                  <a:pt x="66321" y="5337"/>
                  <a:pt x="66443" y="5239"/>
                  <a:pt x="66443" y="5090"/>
                </a:cubicBezTo>
                <a:cubicBezTo>
                  <a:pt x="66443" y="4955"/>
                  <a:pt x="66330" y="4843"/>
                  <a:pt x="66195" y="4843"/>
                </a:cubicBezTo>
                <a:close/>
                <a:moveTo>
                  <a:pt x="67414" y="4843"/>
                </a:moveTo>
                <a:cubicBezTo>
                  <a:pt x="67195" y="4843"/>
                  <a:pt x="67085" y="5109"/>
                  <a:pt x="67239" y="5266"/>
                </a:cubicBezTo>
                <a:cubicBezTo>
                  <a:pt x="67289" y="5315"/>
                  <a:pt x="67351" y="5337"/>
                  <a:pt x="67412" y="5337"/>
                </a:cubicBezTo>
                <a:cubicBezTo>
                  <a:pt x="67540" y="5337"/>
                  <a:pt x="67662" y="5239"/>
                  <a:pt x="67662" y="5090"/>
                </a:cubicBezTo>
                <a:cubicBezTo>
                  <a:pt x="67662" y="4955"/>
                  <a:pt x="67552" y="4843"/>
                  <a:pt x="67414" y="4843"/>
                </a:cubicBezTo>
                <a:close/>
                <a:moveTo>
                  <a:pt x="47903" y="4843"/>
                </a:moveTo>
                <a:cubicBezTo>
                  <a:pt x="47769" y="4843"/>
                  <a:pt x="47659" y="4952"/>
                  <a:pt x="47656" y="5084"/>
                </a:cubicBezTo>
                <a:cubicBezTo>
                  <a:pt x="47656" y="5219"/>
                  <a:pt x="47759" y="5331"/>
                  <a:pt x="47894" y="5338"/>
                </a:cubicBezTo>
                <a:cubicBezTo>
                  <a:pt x="47954" y="5313"/>
                  <a:pt x="48016" y="5288"/>
                  <a:pt x="48079" y="5262"/>
                </a:cubicBezTo>
                <a:cubicBezTo>
                  <a:pt x="48232" y="5109"/>
                  <a:pt x="48123" y="4843"/>
                  <a:pt x="47903" y="4843"/>
                </a:cubicBezTo>
                <a:close/>
                <a:moveTo>
                  <a:pt x="46619" y="6071"/>
                </a:moveTo>
                <a:cubicBezTo>
                  <a:pt x="46550" y="6090"/>
                  <a:pt x="46496" y="6137"/>
                  <a:pt x="46465" y="6199"/>
                </a:cubicBezTo>
                <a:cubicBezTo>
                  <a:pt x="46515" y="6156"/>
                  <a:pt x="46565" y="6112"/>
                  <a:pt x="46619" y="6071"/>
                </a:cubicBezTo>
                <a:close/>
                <a:moveTo>
                  <a:pt x="54002" y="6062"/>
                </a:moveTo>
                <a:cubicBezTo>
                  <a:pt x="53967" y="6062"/>
                  <a:pt x="53936" y="6071"/>
                  <a:pt x="53905" y="6084"/>
                </a:cubicBezTo>
                <a:cubicBezTo>
                  <a:pt x="54017" y="6181"/>
                  <a:pt x="54127" y="6287"/>
                  <a:pt x="54231" y="6397"/>
                </a:cubicBezTo>
                <a:cubicBezTo>
                  <a:pt x="54293" y="6235"/>
                  <a:pt x="54176" y="6065"/>
                  <a:pt x="54006" y="6065"/>
                </a:cubicBezTo>
                <a:cubicBezTo>
                  <a:pt x="54005" y="6065"/>
                  <a:pt x="54003" y="6065"/>
                  <a:pt x="54002" y="6065"/>
                </a:cubicBezTo>
                <a:lnTo>
                  <a:pt x="54002" y="6062"/>
                </a:lnTo>
                <a:close/>
                <a:moveTo>
                  <a:pt x="30830" y="6062"/>
                </a:moveTo>
                <a:cubicBezTo>
                  <a:pt x="30627" y="6062"/>
                  <a:pt x="30511" y="6293"/>
                  <a:pt x="30630" y="6453"/>
                </a:cubicBezTo>
                <a:cubicBezTo>
                  <a:pt x="30761" y="6453"/>
                  <a:pt x="30893" y="6456"/>
                  <a:pt x="31025" y="6463"/>
                </a:cubicBezTo>
                <a:cubicBezTo>
                  <a:pt x="31149" y="6301"/>
                  <a:pt x="31036" y="6065"/>
                  <a:pt x="30834" y="6065"/>
                </a:cubicBezTo>
                <a:cubicBezTo>
                  <a:pt x="30833" y="6065"/>
                  <a:pt x="30832" y="6065"/>
                  <a:pt x="30830" y="6065"/>
                </a:cubicBezTo>
                <a:lnTo>
                  <a:pt x="30830" y="6062"/>
                </a:lnTo>
                <a:close/>
                <a:moveTo>
                  <a:pt x="29611" y="6062"/>
                </a:moveTo>
                <a:cubicBezTo>
                  <a:pt x="29358" y="6062"/>
                  <a:pt x="29270" y="6397"/>
                  <a:pt x="29486" y="6522"/>
                </a:cubicBezTo>
                <a:cubicBezTo>
                  <a:pt x="29583" y="6513"/>
                  <a:pt x="29677" y="6500"/>
                  <a:pt x="29774" y="6494"/>
                </a:cubicBezTo>
                <a:cubicBezTo>
                  <a:pt x="29944" y="6344"/>
                  <a:pt x="29837" y="6062"/>
                  <a:pt x="29611" y="6062"/>
                </a:cubicBezTo>
                <a:close/>
                <a:moveTo>
                  <a:pt x="55221" y="6062"/>
                </a:moveTo>
                <a:cubicBezTo>
                  <a:pt x="55001" y="6062"/>
                  <a:pt x="54889" y="6328"/>
                  <a:pt x="55045" y="6485"/>
                </a:cubicBezTo>
                <a:cubicBezTo>
                  <a:pt x="55096" y="6534"/>
                  <a:pt x="55157" y="6556"/>
                  <a:pt x="55217" y="6556"/>
                </a:cubicBezTo>
                <a:cubicBezTo>
                  <a:pt x="55344" y="6556"/>
                  <a:pt x="55465" y="6458"/>
                  <a:pt x="55465" y="6309"/>
                </a:cubicBezTo>
                <a:cubicBezTo>
                  <a:pt x="55465" y="6174"/>
                  <a:pt x="55356" y="6065"/>
                  <a:pt x="55221" y="6065"/>
                </a:cubicBezTo>
                <a:lnTo>
                  <a:pt x="55221" y="6062"/>
                </a:lnTo>
                <a:close/>
                <a:moveTo>
                  <a:pt x="56440" y="6062"/>
                </a:moveTo>
                <a:cubicBezTo>
                  <a:pt x="56221" y="6062"/>
                  <a:pt x="56111" y="6328"/>
                  <a:pt x="56264" y="6485"/>
                </a:cubicBezTo>
                <a:cubicBezTo>
                  <a:pt x="56315" y="6534"/>
                  <a:pt x="56377" y="6556"/>
                  <a:pt x="56437" y="6556"/>
                </a:cubicBezTo>
                <a:cubicBezTo>
                  <a:pt x="56565" y="6556"/>
                  <a:pt x="56687" y="6458"/>
                  <a:pt x="56687" y="6309"/>
                </a:cubicBezTo>
                <a:cubicBezTo>
                  <a:pt x="56687" y="6174"/>
                  <a:pt x="56575" y="6065"/>
                  <a:pt x="56440" y="6065"/>
                </a:cubicBezTo>
                <a:lnTo>
                  <a:pt x="56440" y="6062"/>
                </a:lnTo>
                <a:close/>
                <a:moveTo>
                  <a:pt x="57659" y="6062"/>
                </a:moveTo>
                <a:cubicBezTo>
                  <a:pt x="57440" y="6062"/>
                  <a:pt x="57330" y="6328"/>
                  <a:pt x="57483" y="6485"/>
                </a:cubicBezTo>
                <a:cubicBezTo>
                  <a:pt x="57534" y="6534"/>
                  <a:pt x="57596" y="6556"/>
                  <a:pt x="57656" y="6556"/>
                </a:cubicBezTo>
                <a:cubicBezTo>
                  <a:pt x="57784" y="6556"/>
                  <a:pt x="57907" y="6458"/>
                  <a:pt x="57907" y="6309"/>
                </a:cubicBezTo>
                <a:cubicBezTo>
                  <a:pt x="57907" y="6174"/>
                  <a:pt x="57794" y="6065"/>
                  <a:pt x="57659" y="6065"/>
                </a:cubicBezTo>
                <a:lnTo>
                  <a:pt x="57659" y="6062"/>
                </a:lnTo>
                <a:close/>
                <a:moveTo>
                  <a:pt x="58878" y="6062"/>
                </a:moveTo>
                <a:cubicBezTo>
                  <a:pt x="58659" y="6062"/>
                  <a:pt x="58549" y="6328"/>
                  <a:pt x="58703" y="6485"/>
                </a:cubicBezTo>
                <a:cubicBezTo>
                  <a:pt x="58753" y="6534"/>
                  <a:pt x="58815" y="6556"/>
                  <a:pt x="58875" y="6556"/>
                </a:cubicBezTo>
                <a:cubicBezTo>
                  <a:pt x="59003" y="6556"/>
                  <a:pt x="59126" y="6458"/>
                  <a:pt x="59126" y="6309"/>
                </a:cubicBezTo>
                <a:cubicBezTo>
                  <a:pt x="59126" y="6174"/>
                  <a:pt x="59016" y="6065"/>
                  <a:pt x="58878" y="6065"/>
                </a:cubicBezTo>
                <a:lnTo>
                  <a:pt x="58878" y="6062"/>
                </a:lnTo>
                <a:close/>
                <a:moveTo>
                  <a:pt x="60097" y="6062"/>
                </a:moveTo>
                <a:cubicBezTo>
                  <a:pt x="59878" y="6062"/>
                  <a:pt x="59768" y="6328"/>
                  <a:pt x="59925" y="6485"/>
                </a:cubicBezTo>
                <a:cubicBezTo>
                  <a:pt x="59974" y="6534"/>
                  <a:pt x="60035" y="6556"/>
                  <a:pt x="60095" y="6556"/>
                </a:cubicBezTo>
                <a:cubicBezTo>
                  <a:pt x="60222" y="6556"/>
                  <a:pt x="60345" y="6458"/>
                  <a:pt x="60345" y="6309"/>
                </a:cubicBezTo>
                <a:cubicBezTo>
                  <a:pt x="60345" y="6174"/>
                  <a:pt x="60235" y="6065"/>
                  <a:pt x="60097" y="6065"/>
                </a:cubicBezTo>
                <a:lnTo>
                  <a:pt x="60097" y="6062"/>
                </a:lnTo>
                <a:close/>
                <a:moveTo>
                  <a:pt x="61316" y="6062"/>
                </a:moveTo>
                <a:cubicBezTo>
                  <a:pt x="61097" y="6062"/>
                  <a:pt x="60987" y="6328"/>
                  <a:pt x="61144" y="6485"/>
                </a:cubicBezTo>
                <a:cubicBezTo>
                  <a:pt x="61193" y="6534"/>
                  <a:pt x="61254" y="6556"/>
                  <a:pt x="61314" y="6556"/>
                </a:cubicBezTo>
                <a:cubicBezTo>
                  <a:pt x="61441" y="6556"/>
                  <a:pt x="61564" y="6458"/>
                  <a:pt x="61564" y="6309"/>
                </a:cubicBezTo>
                <a:cubicBezTo>
                  <a:pt x="61564" y="6174"/>
                  <a:pt x="61454" y="6065"/>
                  <a:pt x="61316" y="6065"/>
                </a:cubicBezTo>
                <a:lnTo>
                  <a:pt x="61316" y="6062"/>
                </a:lnTo>
                <a:close/>
                <a:moveTo>
                  <a:pt x="62538" y="6062"/>
                </a:moveTo>
                <a:cubicBezTo>
                  <a:pt x="62316" y="6062"/>
                  <a:pt x="62206" y="6328"/>
                  <a:pt x="62363" y="6485"/>
                </a:cubicBezTo>
                <a:cubicBezTo>
                  <a:pt x="62413" y="6534"/>
                  <a:pt x="62475" y="6556"/>
                  <a:pt x="62535" y="6556"/>
                </a:cubicBezTo>
                <a:cubicBezTo>
                  <a:pt x="62662" y="6556"/>
                  <a:pt x="62783" y="6458"/>
                  <a:pt x="62783" y="6309"/>
                </a:cubicBezTo>
                <a:cubicBezTo>
                  <a:pt x="62783" y="6174"/>
                  <a:pt x="62673" y="6065"/>
                  <a:pt x="62538" y="6065"/>
                </a:cubicBezTo>
                <a:lnTo>
                  <a:pt x="62538" y="6062"/>
                </a:lnTo>
                <a:close/>
                <a:moveTo>
                  <a:pt x="63757" y="6062"/>
                </a:moveTo>
                <a:cubicBezTo>
                  <a:pt x="63538" y="6062"/>
                  <a:pt x="63425" y="6328"/>
                  <a:pt x="63582" y="6485"/>
                </a:cubicBezTo>
                <a:cubicBezTo>
                  <a:pt x="63632" y="6534"/>
                  <a:pt x="63694" y="6556"/>
                  <a:pt x="63754" y="6556"/>
                </a:cubicBezTo>
                <a:cubicBezTo>
                  <a:pt x="63881" y="6556"/>
                  <a:pt x="64002" y="6458"/>
                  <a:pt x="64002" y="6309"/>
                </a:cubicBezTo>
                <a:cubicBezTo>
                  <a:pt x="64002" y="6174"/>
                  <a:pt x="63892" y="6065"/>
                  <a:pt x="63757" y="6065"/>
                </a:cubicBezTo>
                <a:lnTo>
                  <a:pt x="63757" y="6062"/>
                </a:lnTo>
                <a:close/>
                <a:moveTo>
                  <a:pt x="64976" y="6062"/>
                </a:moveTo>
                <a:cubicBezTo>
                  <a:pt x="64757" y="6062"/>
                  <a:pt x="64647" y="6328"/>
                  <a:pt x="64801" y="6485"/>
                </a:cubicBezTo>
                <a:cubicBezTo>
                  <a:pt x="64851" y="6534"/>
                  <a:pt x="64913" y="6556"/>
                  <a:pt x="64974" y="6556"/>
                </a:cubicBezTo>
                <a:cubicBezTo>
                  <a:pt x="65101" y="6556"/>
                  <a:pt x="65224" y="6458"/>
                  <a:pt x="65224" y="6309"/>
                </a:cubicBezTo>
                <a:cubicBezTo>
                  <a:pt x="65224" y="6174"/>
                  <a:pt x="65111" y="6065"/>
                  <a:pt x="64976" y="6065"/>
                </a:cubicBezTo>
                <a:lnTo>
                  <a:pt x="64976" y="6062"/>
                </a:lnTo>
                <a:close/>
                <a:moveTo>
                  <a:pt x="66195" y="6062"/>
                </a:moveTo>
                <a:cubicBezTo>
                  <a:pt x="65976" y="6062"/>
                  <a:pt x="65866" y="6328"/>
                  <a:pt x="66020" y="6485"/>
                </a:cubicBezTo>
                <a:cubicBezTo>
                  <a:pt x="66070" y="6534"/>
                  <a:pt x="66132" y="6556"/>
                  <a:pt x="66193" y="6556"/>
                </a:cubicBezTo>
                <a:cubicBezTo>
                  <a:pt x="66321" y="6556"/>
                  <a:pt x="66443" y="6458"/>
                  <a:pt x="66443" y="6309"/>
                </a:cubicBezTo>
                <a:cubicBezTo>
                  <a:pt x="66443" y="6174"/>
                  <a:pt x="66330" y="6065"/>
                  <a:pt x="66195" y="6065"/>
                </a:cubicBezTo>
                <a:lnTo>
                  <a:pt x="66195" y="6062"/>
                </a:lnTo>
                <a:close/>
                <a:moveTo>
                  <a:pt x="67414" y="6062"/>
                </a:moveTo>
                <a:cubicBezTo>
                  <a:pt x="67195" y="6062"/>
                  <a:pt x="67085" y="6328"/>
                  <a:pt x="67239" y="6485"/>
                </a:cubicBezTo>
                <a:cubicBezTo>
                  <a:pt x="67289" y="6534"/>
                  <a:pt x="67351" y="6556"/>
                  <a:pt x="67412" y="6556"/>
                </a:cubicBezTo>
                <a:cubicBezTo>
                  <a:pt x="67540" y="6556"/>
                  <a:pt x="67662" y="6458"/>
                  <a:pt x="67662" y="6309"/>
                </a:cubicBezTo>
                <a:cubicBezTo>
                  <a:pt x="67662" y="6174"/>
                  <a:pt x="67552" y="6065"/>
                  <a:pt x="67414" y="6065"/>
                </a:cubicBezTo>
                <a:lnTo>
                  <a:pt x="67414" y="6062"/>
                </a:lnTo>
                <a:close/>
                <a:moveTo>
                  <a:pt x="32049" y="6062"/>
                </a:moveTo>
                <a:cubicBezTo>
                  <a:pt x="31761" y="6062"/>
                  <a:pt x="31708" y="6472"/>
                  <a:pt x="31984" y="6547"/>
                </a:cubicBezTo>
                <a:cubicBezTo>
                  <a:pt x="32006" y="6550"/>
                  <a:pt x="32028" y="6554"/>
                  <a:pt x="32049" y="6557"/>
                </a:cubicBezTo>
                <a:cubicBezTo>
                  <a:pt x="32181" y="6550"/>
                  <a:pt x="32288" y="6441"/>
                  <a:pt x="32288" y="6309"/>
                </a:cubicBezTo>
                <a:cubicBezTo>
                  <a:pt x="32288" y="6178"/>
                  <a:pt x="32181" y="6068"/>
                  <a:pt x="32049" y="6062"/>
                </a:cubicBezTo>
                <a:close/>
                <a:moveTo>
                  <a:pt x="4002" y="6062"/>
                </a:moveTo>
                <a:cubicBezTo>
                  <a:pt x="3779" y="6062"/>
                  <a:pt x="3670" y="6328"/>
                  <a:pt x="3826" y="6485"/>
                </a:cubicBezTo>
                <a:cubicBezTo>
                  <a:pt x="3876" y="6535"/>
                  <a:pt x="3937" y="6558"/>
                  <a:pt x="3997" y="6558"/>
                </a:cubicBezTo>
                <a:cubicBezTo>
                  <a:pt x="4124" y="6558"/>
                  <a:pt x="4246" y="6458"/>
                  <a:pt x="4246" y="6309"/>
                </a:cubicBezTo>
                <a:cubicBezTo>
                  <a:pt x="4246" y="6174"/>
                  <a:pt x="4137" y="6065"/>
                  <a:pt x="4002" y="6065"/>
                </a:cubicBezTo>
                <a:lnTo>
                  <a:pt x="4002" y="6062"/>
                </a:lnTo>
                <a:close/>
                <a:moveTo>
                  <a:pt x="5221" y="6062"/>
                </a:moveTo>
                <a:cubicBezTo>
                  <a:pt x="5002" y="6062"/>
                  <a:pt x="4889" y="6328"/>
                  <a:pt x="5045" y="6485"/>
                </a:cubicBezTo>
                <a:cubicBezTo>
                  <a:pt x="5096" y="6535"/>
                  <a:pt x="5158" y="6558"/>
                  <a:pt x="5218" y="6558"/>
                </a:cubicBezTo>
                <a:cubicBezTo>
                  <a:pt x="5346" y="6558"/>
                  <a:pt x="5469" y="6458"/>
                  <a:pt x="5469" y="6309"/>
                </a:cubicBezTo>
                <a:cubicBezTo>
                  <a:pt x="5465" y="6174"/>
                  <a:pt x="5356" y="6065"/>
                  <a:pt x="5221" y="6065"/>
                </a:cubicBezTo>
                <a:lnTo>
                  <a:pt x="5221" y="6062"/>
                </a:lnTo>
                <a:close/>
                <a:moveTo>
                  <a:pt x="6440" y="6062"/>
                </a:moveTo>
                <a:cubicBezTo>
                  <a:pt x="6221" y="6062"/>
                  <a:pt x="6111" y="6328"/>
                  <a:pt x="6264" y="6485"/>
                </a:cubicBezTo>
                <a:cubicBezTo>
                  <a:pt x="6315" y="6535"/>
                  <a:pt x="6377" y="6558"/>
                  <a:pt x="6437" y="6558"/>
                </a:cubicBezTo>
                <a:cubicBezTo>
                  <a:pt x="6565" y="6558"/>
                  <a:pt x="6688" y="6458"/>
                  <a:pt x="6688" y="6309"/>
                </a:cubicBezTo>
                <a:cubicBezTo>
                  <a:pt x="6688" y="6174"/>
                  <a:pt x="6575" y="6065"/>
                  <a:pt x="6440" y="6065"/>
                </a:cubicBezTo>
                <a:lnTo>
                  <a:pt x="6440" y="6062"/>
                </a:lnTo>
                <a:close/>
                <a:moveTo>
                  <a:pt x="7659" y="6062"/>
                </a:moveTo>
                <a:cubicBezTo>
                  <a:pt x="7440" y="6062"/>
                  <a:pt x="7330" y="6328"/>
                  <a:pt x="7484" y="6485"/>
                </a:cubicBezTo>
                <a:cubicBezTo>
                  <a:pt x="7534" y="6535"/>
                  <a:pt x="7596" y="6558"/>
                  <a:pt x="7656" y="6558"/>
                </a:cubicBezTo>
                <a:cubicBezTo>
                  <a:pt x="7784" y="6558"/>
                  <a:pt x="7907" y="6458"/>
                  <a:pt x="7907" y="6309"/>
                </a:cubicBezTo>
                <a:cubicBezTo>
                  <a:pt x="7907" y="6174"/>
                  <a:pt x="7797" y="6065"/>
                  <a:pt x="7659" y="6065"/>
                </a:cubicBezTo>
                <a:lnTo>
                  <a:pt x="7659" y="6062"/>
                </a:lnTo>
                <a:close/>
                <a:moveTo>
                  <a:pt x="8878" y="6062"/>
                </a:moveTo>
                <a:cubicBezTo>
                  <a:pt x="8659" y="6062"/>
                  <a:pt x="8549" y="6328"/>
                  <a:pt x="8706" y="6485"/>
                </a:cubicBezTo>
                <a:cubicBezTo>
                  <a:pt x="8755" y="6535"/>
                  <a:pt x="8816" y="6558"/>
                  <a:pt x="8877" y="6558"/>
                </a:cubicBezTo>
                <a:cubicBezTo>
                  <a:pt x="9003" y="6558"/>
                  <a:pt x="9126" y="6458"/>
                  <a:pt x="9126" y="6309"/>
                </a:cubicBezTo>
                <a:cubicBezTo>
                  <a:pt x="9126" y="6174"/>
                  <a:pt x="9016" y="6065"/>
                  <a:pt x="8878" y="6065"/>
                </a:cubicBezTo>
                <a:lnTo>
                  <a:pt x="8878" y="6062"/>
                </a:lnTo>
                <a:close/>
                <a:moveTo>
                  <a:pt x="10097" y="6062"/>
                </a:moveTo>
                <a:cubicBezTo>
                  <a:pt x="9878" y="6062"/>
                  <a:pt x="9768" y="6328"/>
                  <a:pt x="9925" y="6485"/>
                </a:cubicBezTo>
                <a:cubicBezTo>
                  <a:pt x="9974" y="6535"/>
                  <a:pt x="10035" y="6558"/>
                  <a:pt x="10096" y="6558"/>
                </a:cubicBezTo>
                <a:cubicBezTo>
                  <a:pt x="10222" y="6558"/>
                  <a:pt x="10345" y="6458"/>
                  <a:pt x="10345" y="6309"/>
                </a:cubicBezTo>
                <a:cubicBezTo>
                  <a:pt x="10345" y="6174"/>
                  <a:pt x="10235" y="6065"/>
                  <a:pt x="10097" y="6065"/>
                </a:cubicBezTo>
                <a:lnTo>
                  <a:pt x="10097" y="6062"/>
                </a:lnTo>
                <a:close/>
                <a:moveTo>
                  <a:pt x="11319" y="6062"/>
                </a:moveTo>
                <a:cubicBezTo>
                  <a:pt x="11097" y="6062"/>
                  <a:pt x="10987" y="6328"/>
                  <a:pt x="11144" y="6485"/>
                </a:cubicBezTo>
                <a:cubicBezTo>
                  <a:pt x="11193" y="6535"/>
                  <a:pt x="11254" y="6558"/>
                  <a:pt x="11315" y="6558"/>
                </a:cubicBezTo>
                <a:cubicBezTo>
                  <a:pt x="11441" y="6558"/>
                  <a:pt x="11564" y="6458"/>
                  <a:pt x="11564" y="6309"/>
                </a:cubicBezTo>
                <a:cubicBezTo>
                  <a:pt x="11564" y="6174"/>
                  <a:pt x="11454" y="6065"/>
                  <a:pt x="11319" y="6065"/>
                </a:cubicBezTo>
                <a:lnTo>
                  <a:pt x="11319" y="6062"/>
                </a:lnTo>
                <a:close/>
                <a:moveTo>
                  <a:pt x="12538" y="6062"/>
                </a:moveTo>
                <a:cubicBezTo>
                  <a:pt x="12316" y="6062"/>
                  <a:pt x="12206" y="6328"/>
                  <a:pt x="12363" y="6485"/>
                </a:cubicBezTo>
                <a:cubicBezTo>
                  <a:pt x="12413" y="6535"/>
                  <a:pt x="12475" y="6558"/>
                  <a:pt x="12535" y="6558"/>
                </a:cubicBezTo>
                <a:cubicBezTo>
                  <a:pt x="12662" y="6558"/>
                  <a:pt x="12783" y="6458"/>
                  <a:pt x="12783" y="6309"/>
                </a:cubicBezTo>
                <a:cubicBezTo>
                  <a:pt x="12783" y="6174"/>
                  <a:pt x="12673" y="6065"/>
                  <a:pt x="12538" y="6065"/>
                </a:cubicBezTo>
                <a:lnTo>
                  <a:pt x="12538" y="6062"/>
                </a:lnTo>
                <a:close/>
                <a:moveTo>
                  <a:pt x="13757" y="6062"/>
                </a:moveTo>
                <a:cubicBezTo>
                  <a:pt x="13538" y="6062"/>
                  <a:pt x="13425" y="6328"/>
                  <a:pt x="13582" y="6485"/>
                </a:cubicBezTo>
                <a:cubicBezTo>
                  <a:pt x="13632" y="6535"/>
                  <a:pt x="13694" y="6558"/>
                  <a:pt x="13755" y="6558"/>
                </a:cubicBezTo>
                <a:cubicBezTo>
                  <a:pt x="13883" y="6558"/>
                  <a:pt x="14005" y="6458"/>
                  <a:pt x="14005" y="6309"/>
                </a:cubicBezTo>
                <a:cubicBezTo>
                  <a:pt x="14005" y="6174"/>
                  <a:pt x="13892" y="6065"/>
                  <a:pt x="13757" y="6065"/>
                </a:cubicBezTo>
                <a:lnTo>
                  <a:pt x="13757" y="6062"/>
                </a:lnTo>
                <a:close/>
                <a:moveTo>
                  <a:pt x="14976" y="6062"/>
                </a:moveTo>
                <a:cubicBezTo>
                  <a:pt x="14757" y="6062"/>
                  <a:pt x="14647" y="6328"/>
                  <a:pt x="14801" y="6485"/>
                </a:cubicBezTo>
                <a:cubicBezTo>
                  <a:pt x="14851" y="6535"/>
                  <a:pt x="14913" y="6558"/>
                  <a:pt x="14974" y="6558"/>
                </a:cubicBezTo>
                <a:cubicBezTo>
                  <a:pt x="15102" y="6558"/>
                  <a:pt x="15224" y="6458"/>
                  <a:pt x="15224" y="6309"/>
                </a:cubicBezTo>
                <a:cubicBezTo>
                  <a:pt x="15224" y="6174"/>
                  <a:pt x="15111" y="6065"/>
                  <a:pt x="14976" y="6065"/>
                </a:cubicBezTo>
                <a:lnTo>
                  <a:pt x="14976" y="6062"/>
                </a:lnTo>
                <a:close/>
                <a:moveTo>
                  <a:pt x="16196" y="6062"/>
                </a:moveTo>
                <a:cubicBezTo>
                  <a:pt x="15976" y="6062"/>
                  <a:pt x="15866" y="6328"/>
                  <a:pt x="16020" y="6485"/>
                </a:cubicBezTo>
                <a:cubicBezTo>
                  <a:pt x="16070" y="6535"/>
                  <a:pt x="16132" y="6558"/>
                  <a:pt x="16193" y="6558"/>
                </a:cubicBezTo>
                <a:cubicBezTo>
                  <a:pt x="16321" y="6558"/>
                  <a:pt x="16443" y="6458"/>
                  <a:pt x="16443" y="6309"/>
                </a:cubicBezTo>
                <a:cubicBezTo>
                  <a:pt x="16443" y="6174"/>
                  <a:pt x="16333" y="6065"/>
                  <a:pt x="16196" y="6065"/>
                </a:cubicBezTo>
                <a:lnTo>
                  <a:pt x="16196" y="6062"/>
                </a:lnTo>
                <a:close/>
                <a:moveTo>
                  <a:pt x="17415" y="6062"/>
                </a:moveTo>
                <a:cubicBezTo>
                  <a:pt x="17195" y="6062"/>
                  <a:pt x="17086" y="6328"/>
                  <a:pt x="17242" y="6485"/>
                </a:cubicBezTo>
                <a:cubicBezTo>
                  <a:pt x="17292" y="6535"/>
                  <a:pt x="17353" y="6558"/>
                  <a:pt x="17413" y="6558"/>
                </a:cubicBezTo>
                <a:cubicBezTo>
                  <a:pt x="17540" y="6558"/>
                  <a:pt x="17662" y="6458"/>
                  <a:pt x="17662" y="6309"/>
                </a:cubicBezTo>
                <a:cubicBezTo>
                  <a:pt x="17662" y="6174"/>
                  <a:pt x="17552" y="6065"/>
                  <a:pt x="17415" y="6065"/>
                </a:cubicBezTo>
                <a:lnTo>
                  <a:pt x="17415" y="6062"/>
                </a:lnTo>
                <a:close/>
                <a:moveTo>
                  <a:pt x="18634" y="6062"/>
                </a:moveTo>
                <a:cubicBezTo>
                  <a:pt x="18414" y="6062"/>
                  <a:pt x="18305" y="6328"/>
                  <a:pt x="18461" y="6485"/>
                </a:cubicBezTo>
                <a:cubicBezTo>
                  <a:pt x="18511" y="6535"/>
                  <a:pt x="18572" y="6558"/>
                  <a:pt x="18632" y="6558"/>
                </a:cubicBezTo>
                <a:cubicBezTo>
                  <a:pt x="18759" y="6558"/>
                  <a:pt x="18881" y="6458"/>
                  <a:pt x="18881" y="6309"/>
                </a:cubicBezTo>
                <a:cubicBezTo>
                  <a:pt x="18881" y="6174"/>
                  <a:pt x="18772" y="6065"/>
                  <a:pt x="18634" y="6065"/>
                </a:cubicBezTo>
                <a:lnTo>
                  <a:pt x="18634" y="6062"/>
                </a:lnTo>
                <a:close/>
                <a:moveTo>
                  <a:pt x="19856" y="6062"/>
                </a:moveTo>
                <a:cubicBezTo>
                  <a:pt x="19633" y="6062"/>
                  <a:pt x="19524" y="6328"/>
                  <a:pt x="19680" y="6485"/>
                </a:cubicBezTo>
                <a:cubicBezTo>
                  <a:pt x="19730" y="6535"/>
                  <a:pt x="19791" y="6558"/>
                  <a:pt x="19851" y="6558"/>
                </a:cubicBezTo>
                <a:cubicBezTo>
                  <a:pt x="19978" y="6558"/>
                  <a:pt x="20100" y="6458"/>
                  <a:pt x="20100" y="6309"/>
                </a:cubicBezTo>
                <a:cubicBezTo>
                  <a:pt x="20100" y="6174"/>
                  <a:pt x="19991" y="6065"/>
                  <a:pt x="19856" y="6065"/>
                </a:cubicBezTo>
                <a:lnTo>
                  <a:pt x="19856" y="6062"/>
                </a:lnTo>
                <a:close/>
                <a:moveTo>
                  <a:pt x="21075" y="6062"/>
                </a:moveTo>
                <a:cubicBezTo>
                  <a:pt x="20852" y="6062"/>
                  <a:pt x="20743" y="6328"/>
                  <a:pt x="20899" y="6485"/>
                </a:cubicBezTo>
                <a:cubicBezTo>
                  <a:pt x="20950" y="6535"/>
                  <a:pt x="21011" y="6558"/>
                  <a:pt x="21072" y="6558"/>
                </a:cubicBezTo>
                <a:cubicBezTo>
                  <a:pt x="21198" y="6558"/>
                  <a:pt x="21319" y="6458"/>
                  <a:pt x="21319" y="6309"/>
                </a:cubicBezTo>
                <a:cubicBezTo>
                  <a:pt x="21319" y="6174"/>
                  <a:pt x="21210" y="6065"/>
                  <a:pt x="21075" y="6065"/>
                </a:cubicBezTo>
                <a:lnTo>
                  <a:pt x="21075" y="6062"/>
                </a:lnTo>
                <a:close/>
                <a:moveTo>
                  <a:pt x="22294" y="6062"/>
                </a:moveTo>
                <a:cubicBezTo>
                  <a:pt x="22075" y="6062"/>
                  <a:pt x="21965" y="6328"/>
                  <a:pt x="22118" y="6485"/>
                </a:cubicBezTo>
                <a:cubicBezTo>
                  <a:pt x="22169" y="6535"/>
                  <a:pt x="22231" y="6558"/>
                  <a:pt x="22291" y="6558"/>
                </a:cubicBezTo>
                <a:cubicBezTo>
                  <a:pt x="22419" y="6558"/>
                  <a:pt x="22541" y="6458"/>
                  <a:pt x="22541" y="6309"/>
                </a:cubicBezTo>
                <a:cubicBezTo>
                  <a:pt x="22541" y="6174"/>
                  <a:pt x="22429" y="6065"/>
                  <a:pt x="22294" y="6065"/>
                </a:cubicBezTo>
                <a:lnTo>
                  <a:pt x="22294" y="6062"/>
                </a:lnTo>
                <a:close/>
                <a:moveTo>
                  <a:pt x="23513" y="6062"/>
                </a:moveTo>
                <a:cubicBezTo>
                  <a:pt x="23294" y="6062"/>
                  <a:pt x="23184" y="6328"/>
                  <a:pt x="23337" y="6485"/>
                </a:cubicBezTo>
                <a:cubicBezTo>
                  <a:pt x="23388" y="6535"/>
                  <a:pt x="23450" y="6558"/>
                  <a:pt x="23510" y="6558"/>
                </a:cubicBezTo>
                <a:cubicBezTo>
                  <a:pt x="23638" y="6558"/>
                  <a:pt x="23761" y="6458"/>
                  <a:pt x="23761" y="6309"/>
                </a:cubicBezTo>
                <a:cubicBezTo>
                  <a:pt x="23761" y="6174"/>
                  <a:pt x="23648" y="6065"/>
                  <a:pt x="23513" y="6065"/>
                </a:cubicBezTo>
                <a:lnTo>
                  <a:pt x="23513" y="6062"/>
                </a:lnTo>
                <a:close/>
                <a:moveTo>
                  <a:pt x="24732" y="6062"/>
                </a:moveTo>
                <a:cubicBezTo>
                  <a:pt x="24513" y="6062"/>
                  <a:pt x="24403" y="6328"/>
                  <a:pt x="24557" y="6485"/>
                </a:cubicBezTo>
                <a:cubicBezTo>
                  <a:pt x="24607" y="6535"/>
                  <a:pt x="24669" y="6558"/>
                  <a:pt x="24729" y="6558"/>
                </a:cubicBezTo>
                <a:cubicBezTo>
                  <a:pt x="24857" y="6558"/>
                  <a:pt x="24980" y="6458"/>
                  <a:pt x="24980" y="6309"/>
                </a:cubicBezTo>
                <a:cubicBezTo>
                  <a:pt x="24980" y="6174"/>
                  <a:pt x="24870" y="6065"/>
                  <a:pt x="24732" y="6065"/>
                </a:cubicBezTo>
                <a:lnTo>
                  <a:pt x="24732" y="6062"/>
                </a:lnTo>
                <a:close/>
                <a:moveTo>
                  <a:pt x="25951" y="6062"/>
                </a:moveTo>
                <a:cubicBezTo>
                  <a:pt x="25732" y="6062"/>
                  <a:pt x="25622" y="6328"/>
                  <a:pt x="25779" y="6485"/>
                </a:cubicBezTo>
                <a:cubicBezTo>
                  <a:pt x="25828" y="6535"/>
                  <a:pt x="25889" y="6558"/>
                  <a:pt x="25950" y="6558"/>
                </a:cubicBezTo>
                <a:cubicBezTo>
                  <a:pt x="26076" y="6558"/>
                  <a:pt x="26199" y="6458"/>
                  <a:pt x="26199" y="6309"/>
                </a:cubicBezTo>
                <a:cubicBezTo>
                  <a:pt x="26199" y="6174"/>
                  <a:pt x="26089" y="6065"/>
                  <a:pt x="25951" y="6065"/>
                </a:cubicBezTo>
                <a:lnTo>
                  <a:pt x="25951" y="6062"/>
                </a:lnTo>
                <a:close/>
                <a:moveTo>
                  <a:pt x="27170" y="6062"/>
                </a:moveTo>
                <a:cubicBezTo>
                  <a:pt x="26951" y="6062"/>
                  <a:pt x="26841" y="6328"/>
                  <a:pt x="26998" y="6485"/>
                </a:cubicBezTo>
                <a:cubicBezTo>
                  <a:pt x="27047" y="6535"/>
                  <a:pt x="27108" y="6558"/>
                  <a:pt x="27169" y="6558"/>
                </a:cubicBezTo>
                <a:cubicBezTo>
                  <a:pt x="27295" y="6558"/>
                  <a:pt x="27418" y="6458"/>
                  <a:pt x="27418" y="6309"/>
                </a:cubicBezTo>
                <a:cubicBezTo>
                  <a:pt x="27418" y="6174"/>
                  <a:pt x="27308" y="6065"/>
                  <a:pt x="27170" y="6065"/>
                </a:cubicBezTo>
                <a:lnTo>
                  <a:pt x="27170" y="6062"/>
                </a:lnTo>
                <a:close/>
                <a:moveTo>
                  <a:pt x="28392" y="6062"/>
                </a:moveTo>
                <a:cubicBezTo>
                  <a:pt x="28170" y="6062"/>
                  <a:pt x="28060" y="6328"/>
                  <a:pt x="28217" y="6485"/>
                </a:cubicBezTo>
                <a:cubicBezTo>
                  <a:pt x="28266" y="6535"/>
                  <a:pt x="28327" y="6558"/>
                  <a:pt x="28388" y="6558"/>
                </a:cubicBezTo>
                <a:cubicBezTo>
                  <a:pt x="28514" y="6558"/>
                  <a:pt x="28637" y="6458"/>
                  <a:pt x="28637" y="6309"/>
                </a:cubicBezTo>
                <a:cubicBezTo>
                  <a:pt x="28637" y="6174"/>
                  <a:pt x="28527" y="6065"/>
                  <a:pt x="28392" y="6065"/>
                </a:cubicBezTo>
                <a:lnTo>
                  <a:pt x="28392" y="6062"/>
                </a:lnTo>
                <a:close/>
                <a:moveTo>
                  <a:pt x="33269" y="6062"/>
                </a:moveTo>
                <a:cubicBezTo>
                  <a:pt x="33049" y="6062"/>
                  <a:pt x="32939" y="6328"/>
                  <a:pt x="33093" y="6485"/>
                </a:cubicBezTo>
                <a:cubicBezTo>
                  <a:pt x="33143" y="6535"/>
                  <a:pt x="33205" y="6558"/>
                  <a:pt x="33266" y="6558"/>
                </a:cubicBezTo>
                <a:cubicBezTo>
                  <a:pt x="33394" y="6558"/>
                  <a:pt x="33516" y="6458"/>
                  <a:pt x="33516" y="6309"/>
                </a:cubicBezTo>
                <a:cubicBezTo>
                  <a:pt x="33516" y="6174"/>
                  <a:pt x="33406" y="6065"/>
                  <a:pt x="33269" y="6065"/>
                </a:cubicBezTo>
                <a:lnTo>
                  <a:pt x="33269" y="6062"/>
                </a:lnTo>
                <a:close/>
                <a:moveTo>
                  <a:pt x="34488" y="6062"/>
                </a:moveTo>
                <a:cubicBezTo>
                  <a:pt x="34268" y="6062"/>
                  <a:pt x="34159" y="6328"/>
                  <a:pt x="34315" y="6485"/>
                </a:cubicBezTo>
                <a:cubicBezTo>
                  <a:pt x="34365" y="6535"/>
                  <a:pt x="34426" y="6558"/>
                  <a:pt x="34486" y="6558"/>
                </a:cubicBezTo>
                <a:cubicBezTo>
                  <a:pt x="34613" y="6558"/>
                  <a:pt x="34735" y="6458"/>
                  <a:pt x="34735" y="6309"/>
                </a:cubicBezTo>
                <a:cubicBezTo>
                  <a:pt x="34735" y="6174"/>
                  <a:pt x="34625" y="6065"/>
                  <a:pt x="34488" y="6065"/>
                </a:cubicBezTo>
                <a:lnTo>
                  <a:pt x="34488" y="6062"/>
                </a:lnTo>
                <a:close/>
                <a:moveTo>
                  <a:pt x="35707" y="6062"/>
                </a:moveTo>
                <a:cubicBezTo>
                  <a:pt x="35487" y="6062"/>
                  <a:pt x="35378" y="6328"/>
                  <a:pt x="35534" y="6485"/>
                </a:cubicBezTo>
                <a:cubicBezTo>
                  <a:pt x="35584" y="6535"/>
                  <a:pt x="35645" y="6558"/>
                  <a:pt x="35705" y="6558"/>
                </a:cubicBezTo>
                <a:cubicBezTo>
                  <a:pt x="35832" y="6558"/>
                  <a:pt x="35954" y="6458"/>
                  <a:pt x="35954" y="6309"/>
                </a:cubicBezTo>
                <a:cubicBezTo>
                  <a:pt x="35954" y="6174"/>
                  <a:pt x="35845" y="6065"/>
                  <a:pt x="35707" y="6065"/>
                </a:cubicBezTo>
                <a:lnTo>
                  <a:pt x="35707" y="6062"/>
                </a:lnTo>
                <a:close/>
                <a:moveTo>
                  <a:pt x="36929" y="6062"/>
                </a:moveTo>
                <a:cubicBezTo>
                  <a:pt x="36706" y="6062"/>
                  <a:pt x="36597" y="6328"/>
                  <a:pt x="36753" y="6485"/>
                </a:cubicBezTo>
                <a:cubicBezTo>
                  <a:pt x="36803" y="6535"/>
                  <a:pt x="36864" y="6558"/>
                  <a:pt x="36924" y="6558"/>
                </a:cubicBezTo>
                <a:cubicBezTo>
                  <a:pt x="37051" y="6558"/>
                  <a:pt x="37173" y="6458"/>
                  <a:pt x="37173" y="6309"/>
                </a:cubicBezTo>
                <a:cubicBezTo>
                  <a:pt x="37173" y="6174"/>
                  <a:pt x="37064" y="6065"/>
                  <a:pt x="36929" y="6065"/>
                </a:cubicBezTo>
                <a:lnTo>
                  <a:pt x="36929" y="6062"/>
                </a:lnTo>
                <a:close/>
                <a:moveTo>
                  <a:pt x="38148" y="6062"/>
                </a:moveTo>
                <a:cubicBezTo>
                  <a:pt x="37928" y="6062"/>
                  <a:pt x="37816" y="6328"/>
                  <a:pt x="37972" y="6485"/>
                </a:cubicBezTo>
                <a:cubicBezTo>
                  <a:pt x="38023" y="6535"/>
                  <a:pt x="38084" y="6558"/>
                  <a:pt x="38145" y="6558"/>
                </a:cubicBezTo>
                <a:cubicBezTo>
                  <a:pt x="38271" y="6558"/>
                  <a:pt x="38392" y="6458"/>
                  <a:pt x="38392" y="6309"/>
                </a:cubicBezTo>
                <a:cubicBezTo>
                  <a:pt x="38392" y="6174"/>
                  <a:pt x="38283" y="6065"/>
                  <a:pt x="38148" y="6065"/>
                </a:cubicBezTo>
                <a:lnTo>
                  <a:pt x="38148" y="6062"/>
                </a:lnTo>
                <a:close/>
                <a:moveTo>
                  <a:pt x="39367" y="6062"/>
                </a:moveTo>
                <a:cubicBezTo>
                  <a:pt x="39148" y="6062"/>
                  <a:pt x="39038" y="6328"/>
                  <a:pt x="39191" y="6485"/>
                </a:cubicBezTo>
                <a:cubicBezTo>
                  <a:pt x="39242" y="6535"/>
                  <a:pt x="39304" y="6558"/>
                  <a:pt x="39364" y="6558"/>
                </a:cubicBezTo>
                <a:cubicBezTo>
                  <a:pt x="39492" y="6558"/>
                  <a:pt x="39614" y="6458"/>
                  <a:pt x="39614" y="6309"/>
                </a:cubicBezTo>
                <a:cubicBezTo>
                  <a:pt x="39614" y="6174"/>
                  <a:pt x="39502" y="6065"/>
                  <a:pt x="39367" y="6065"/>
                </a:cubicBezTo>
                <a:lnTo>
                  <a:pt x="39367" y="6062"/>
                </a:lnTo>
                <a:close/>
                <a:moveTo>
                  <a:pt x="40586" y="6062"/>
                </a:moveTo>
                <a:cubicBezTo>
                  <a:pt x="40367" y="6062"/>
                  <a:pt x="40257" y="6328"/>
                  <a:pt x="40410" y="6485"/>
                </a:cubicBezTo>
                <a:cubicBezTo>
                  <a:pt x="40461" y="6535"/>
                  <a:pt x="40523" y="6558"/>
                  <a:pt x="40583" y="6558"/>
                </a:cubicBezTo>
                <a:cubicBezTo>
                  <a:pt x="40711" y="6558"/>
                  <a:pt x="40834" y="6458"/>
                  <a:pt x="40834" y="6309"/>
                </a:cubicBezTo>
                <a:cubicBezTo>
                  <a:pt x="40834" y="6174"/>
                  <a:pt x="40721" y="6065"/>
                  <a:pt x="40586" y="6065"/>
                </a:cubicBezTo>
                <a:lnTo>
                  <a:pt x="40586" y="6062"/>
                </a:lnTo>
                <a:close/>
                <a:moveTo>
                  <a:pt x="41805" y="6062"/>
                </a:moveTo>
                <a:cubicBezTo>
                  <a:pt x="41586" y="6062"/>
                  <a:pt x="41476" y="6328"/>
                  <a:pt x="41630" y="6485"/>
                </a:cubicBezTo>
                <a:cubicBezTo>
                  <a:pt x="41680" y="6535"/>
                  <a:pt x="41742" y="6558"/>
                  <a:pt x="41802" y="6558"/>
                </a:cubicBezTo>
                <a:cubicBezTo>
                  <a:pt x="41930" y="6558"/>
                  <a:pt x="42053" y="6458"/>
                  <a:pt x="42053" y="6309"/>
                </a:cubicBezTo>
                <a:cubicBezTo>
                  <a:pt x="42053" y="6174"/>
                  <a:pt x="41943" y="6065"/>
                  <a:pt x="41805" y="6065"/>
                </a:cubicBezTo>
                <a:lnTo>
                  <a:pt x="41805" y="6062"/>
                </a:lnTo>
                <a:close/>
                <a:moveTo>
                  <a:pt x="43024" y="6062"/>
                </a:moveTo>
                <a:cubicBezTo>
                  <a:pt x="42805" y="6062"/>
                  <a:pt x="42695" y="6328"/>
                  <a:pt x="42852" y="6485"/>
                </a:cubicBezTo>
                <a:cubicBezTo>
                  <a:pt x="42901" y="6535"/>
                  <a:pt x="42962" y="6558"/>
                  <a:pt x="43022" y="6558"/>
                </a:cubicBezTo>
                <a:cubicBezTo>
                  <a:pt x="43149" y="6558"/>
                  <a:pt x="43272" y="6458"/>
                  <a:pt x="43272" y="6309"/>
                </a:cubicBezTo>
                <a:cubicBezTo>
                  <a:pt x="43272" y="6174"/>
                  <a:pt x="43162" y="6065"/>
                  <a:pt x="43024" y="6065"/>
                </a:cubicBezTo>
                <a:lnTo>
                  <a:pt x="43024" y="6062"/>
                </a:lnTo>
                <a:close/>
                <a:moveTo>
                  <a:pt x="44243" y="6062"/>
                </a:moveTo>
                <a:cubicBezTo>
                  <a:pt x="44024" y="6062"/>
                  <a:pt x="43914" y="6328"/>
                  <a:pt x="44071" y="6485"/>
                </a:cubicBezTo>
                <a:cubicBezTo>
                  <a:pt x="44120" y="6535"/>
                  <a:pt x="44181" y="6558"/>
                  <a:pt x="44242" y="6558"/>
                </a:cubicBezTo>
                <a:cubicBezTo>
                  <a:pt x="44368" y="6558"/>
                  <a:pt x="44491" y="6458"/>
                  <a:pt x="44491" y="6309"/>
                </a:cubicBezTo>
                <a:cubicBezTo>
                  <a:pt x="44491" y="6174"/>
                  <a:pt x="44381" y="6065"/>
                  <a:pt x="44243" y="6065"/>
                </a:cubicBezTo>
                <a:lnTo>
                  <a:pt x="44243" y="6062"/>
                </a:lnTo>
                <a:close/>
                <a:moveTo>
                  <a:pt x="45465" y="6062"/>
                </a:moveTo>
                <a:cubicBezTo>
                  <a:pt x="45243" y="6062"/>
                  <a:pt x="45133" y="6328"/>
                  <a:pt x="45290" y="6485"/>
                </a:cubicBezTo>
                <a:cubicBezTo>
                  <a:pt x="45339" y="6535"/>
                  <a:pt x="45400" y="6558"/>
                  <a:pt x="45461" y="6558"/>
                </a:cubicBezTo>
                <a:cubicBezTo>
                  <a:pt x="45587" y="6558"/>
                  <a:pt x="45710" y="6458"/>
                  <a:pt x="45710" y="6309"/>
                </a:cubicBezTo>
                <a:cubicBezTo>
                  <a:pt x="45710" y="6174"/>
                  <a:pt x="45600" y="6065"/>
                  <a:pt x="45465" y="6065"/>
                </a:cubicBezTo>
                <a:lnTo>
                  <a:pt x="45465" y="6062"/>
                </a:lnTo>
                <a:close/>
                <a:moveTo>
                  <a:pt x="34488" y="7284"/>
                </a:moveTo>
                <a:cubicBezTo>
                  <a:pt x="34466" y="7284"/>
                  <a:pt x="34441" y="7287"/>
                  <a:pt x="34419" y="7293"/>
                </a:cubicBezTo>
                <a:cubicBezTo>
                  <a:pt x="34525" y="7350"/>
                  <a:pt x="34629" y="7409"/>
                  <a:pt x="34729" y="7469"/>
                </a:cubicBezTo>
                <a:cubicBezTo>
                  <a:pt x="34701" y="7359"/>
                  <a:pt x="34600" y="7284"/>
                  <a:pt x="34488" y="7284"/>
                </a:cubicBezTo>
                <a:close/>
                <a:moveTo>
                  <a:pt x="45464" y="7283"/>
                </a:moveTo>
                <a:cubicBezTo>
                  <a:pt x="45333" y="7283"/>
                  <a:pt x="45218" y="7390"/>
                  <a:pt x="45218" y="7528"/>
                </a:cubicBezTo>
                <a:cubicBezTo>
                  <a:pt x="45218" y="7607"/>
                  <a:pt x="45252" y="7679"/>
                  <a:pt x="45312" y="7723"/>
                </a:cubicBezTo>
                <a:cubicBezTo>
                  <a:pt x="45378" y="7575"/>
                  <a:pt x="45453" y="7431"/>
                  <a:pt x="45534" y="7293"/>
                </a:cubicBezTo>
                <a:cubicBezTo>
                  <a:pt x="45511" y="7286"/>
                  <a:pt x="45487" y="7283"/>
                  <a:pt x="45464" y="7283"/>
                </a:cubicBezTo>
                <a:close/>
                <a:moveTo>
                  <a:pt x="55221" y="7281"/>
                </a:moveTo>
                <a:lnTo>
                  <a:pt x="55221" y="7284"/>
                </a:lnTo>
                <a:cubicBezTo>
                  <a:pt x="55095" y="7284"/>
                  <a:pt x="54992" y="7375"/>
                  <a:pt x="54976" y="7497"/>
                </a:cubicBezTo>
                <a:cubicBezTo>
                  <a:pt x="55011" y="7572"/>
                  <a:pt x="55045" y="7650"/>
                  <a:pt x="55077" y="7729"/>
                </a:cubicBezTo>
                <a:cubicBezTo>
                  <a:pt x="55120" y="7760"/>
                  <a:pt x="55170" y="7775"/>
                  <a:pt x="55219" y="7775"/>
                </a:cubicBezTo>
                <a:cubicBezTo>
                  <a:pt x="55321" y="7775"/>
                  <a:pt x="55420" y="7711"/>
                  <a:pt x="55456" y="7603"/>
                </a:cubicBezTo>
                <a:cubicBezTo>
                  <a:pt x="55506" y="7447"/>
                  <a:pt x="55387" y="7281"/>
                  <a:pt x="55221" y="7281"/>
                </a:cubicBezTo>
                <a:close/>
                <a:moveTo>
                  <a:pt x="56440" y="7284"/>
                </a:moveTo>
                <a:cubicBezTo>
                  <a:pt x="56221" y="7284"/>
                  <a:pt x="56111" y="7547"/>
                  <a:pt x="56264" y="7704"/>
                </a:cubicBezTo>
                <a:cubicBezTo>
                  <a:pt x="56315" y="7754"/>
                  <a:pt x="56377" y="7777"/>
                  <a:pt x="56437" y="7777"/>
                </a:cubicBezTo>
                <a:cubicBezTo>
                  <a:pt x="56565" y="7777"/>
                  <a:pt x="56687" y="7677"/>
                  <a:pt x="56687" y="7528"/>
                </a:cubicBezTo>
                <a:cubicBezTo>
                  <a:pt x="56687" y="7393"/>
                  <a:pt x="56575" y="7284"/>
                  <a:pt x="56440" y="7284"/>
                </a:cubicBezTo>
                <a:close/>
                <a:moveTo>
                  <a:pt x="57659" y="7284"/>
                </a:moveTo>
                <a:cubicBezTo>
                  <a:pt x="57440" y="7284"/>
                  <a:pt x="57330" y="7547"/>
                  <a:pt x="57483" y="7704"/>
                </a:cubicBezTo>
                <a:cubicBezTo>
                  <a:pt x="57534" y="7754"/>
                  <a:pt x="57596" y="7777"/>
                  <a:pt x="57656" y="7777"/>
                </a:cubicBezTo>
                <a:cubicBezTo>
                  <a:pt x="57784" y="7777"/>
                  <a:pt x="57907" y="7677"/>
                  <a:pt x="57907" y="7528"/>
                </a:cubicBezTo>
                <a:cubicBezTo>
                  <a:pt x="57907" y="7393"/>
                  <a:pt x="57794" y="7284"/>
                  <a:pt x="57659" y="7284"/>
                </a:cubicBezTo>
                <a:close/>
                <a:moveTo>
                  <a:pt x="58878" y="7284"/>
                </a:moveTo>
                <a:cubicBezTo>
                  <a:pt x="58659" y="7284"/>
                  <a:pt x="58549" y="7547"/>
                  <a:pt x="58703" y="7704"/>
                </a:cubicBezTo>
                <a:cubicBezTo>
                  <a:pt x="58753" y="7754"/>
                  <a:pt x="58815" y="7777"/>
                  <a:pt x="58875" y="7777"/>
                </a:cubicBezTo>
                <a:cubicBezTo>
                  <a:pt x="59003" y="7777"/>
                  <a:pt x="59126" y="7677"/>
                  <a:pt x="59126" y="7528"/>
                </a:cubicBezTo>
                <a:cubicBezTo>
                  <a:pt x="59126" y="7393"/>
                  <a:pt x="59016" y="7284"/>
                  <a:pt x="58878" y="7284"/>
                </a:cubicBezTo>
                <a:close/>
                <a:moveTo>
                  <a:pt x="60097" y="7284"/>
                </a:moveTo>
                <a:cubicBezTo>
                  <a:pt x="59878" y="7284"/>
                  <a:pt x="59768" y="7547"/>
                  <a:pt x="59925" y="7704"/>
                </a:cubicBezTo>
                <a:cubicBezTo>
                  <a:pt x="59974" y="7754"/>
                  <a:pt x="60035" y="7777"/>
                  <a:pt x="60095" y="7777"/>
                </a:cubicBezTo>
                <a:cubicBezTo>
                  <a:pt x="60222" y="7777"/>
                  <a:pt x="60345" y="7677"/>
                  <a:pt x="60345" y="7528"/>
                </a:cubicBezTo>
                <a:cubicBezTo>
                  <a:pt x="60345" y="7393"/>
                  <a:pt x="60235" y="7284"/>
                  <a:pt x="60097" y="7284"/>
                </a:cubicBezTo>
                <a:close/>
                <a:moveTo>
                  <a:pt x="61316" y="7284"/>
                </a:moveTo>
                <a:cubicBezTo>
                  <a:pt x="61097" y="7284"/>
                  <a:pt x="60987" y="7547"/>
                  <a:pt x="61144" y="7704"/>
                </a:cubicBezTo>
                <a:cubicBezTo>
                  <a:pt x="61193" y="7754"/>
                  <a:pt x="61254" y="7777"/>
                  <a:pt x="61315" y="7777"/>
                </a:cubicBezTo>
                <a:cubicBezTo>
                  <a:pt x="61441" y="7777"/>
                  <a:pt x="61564" y="7677"/>
                  <a:pt x="61564" y="7528"/>
                </a:cubicBezTo>
                <a:cubicBezTo>
                  <a:pt x="61564" y="7393"/>
                  <a:pt x="61454" y="7284"/>
                  <a:pt x="61316" y="7284"/>
                </a:cubicBezTo>
                <a:close/>
                <a:moveTo>
                  <a:pt x="62538" y="7284"/>
                </a:moveTo>
                <a:cubicBezTo>
                  <a:pt x="62316" y="7284"/>
                  <a:pt x="62206" y="7547"/>
                  <a:pt x="62363" y="7704"/>
                </a:cubicBezTo>
                <a:cubicBezTo>
                  <a:pt x="62413" y="7754"/>
                  <a:pt x="62475" y="7777"/>
                  <a:pt x="62535" y="7777"/>
                </a:cubicBezTo>
                <a:cubicBezTo>
                  <a:pt x="62662" y="7777"/>
                  <a:pt x="62783" y="7677"/>
                  <a:pt x="62783" y="7528"/>
                </a:cubicBezTo>
                <a:cubicBezTo>
                  <a:pt x="62783" y="7393"/>
                  <a:pt x="62673" y="7284"/>
                  <a:pt x="62538" y="7284"/>
                </a:cubicBezTo>
                <a:close/>
                <a:moveTo>
                  <a:pt x="63757" y="7284"/>
                </a:moveTo>
                <a:cubicBezTo>
                  <a:pt x="63538" y="7284"/>
                  <a:pt x="63425" y="7547"/>
                  <a:pt x="63582" y="7704"/>
                </a:cubicBezTo>
                <a:cubicBezTo>
                  <a:pt x="63632" y="7754"/>
                  <a:pt x="63694" y="7777"/>
                  <a:pt x="63754" y="7777"/>
                </a:cubicBezTo>
                <a:cubicBezTo>
                  <a:pt x="63881" y="7777"/>
                  <a:pt x="64002" y="7677"/>
                  <a:pt x="64002" y="7528"/>
                </a:cubicBezTo>
                <a:cubicBezTo>
                  <a:pt x="64002" y="7393"/>
                  <a:pt x="63892" y="7284"/>
                  <a:pt x="63757" y="7284"/>
                </a:cubicBezTo>
                <a:close/>
                <a:moveTo>
                  <a:pt x="64976" y="7284"/>
                </a:moveTo>
                <a:cubicBezTo>
                  <a:pt x="64757" y="7284"/>
                  <a:pt x="64647" y="7547"/>
                  <a:pt x="64801" y="7704"/>
                </a:cubicBezTo>
                <a:cubicBezTo>
                  <a:pt x="64851" y="7754"/>
                  <a:pt x="64913" y="7777"/>
                  <a:pt x="64974" y="7777"/>
                </a:cubicBezTo>
                <a:cubicBezTo>
                  <a:pt x="65102" y="7777"/>
                  <a:pt x="65224" y="7677"/>
                  <a:pt x="65224" y="7528"/>
                </a:cubicBezTo>
                <a:cubicBezTo>
                  <a:pt x="65224" y="7393"/>
                  <a:pt x="65111" y="7284"/>
                  <a:pt x="64976" y="7284"/>
                </a:cubicBezTo>
                <a:close/>
                <a:moveTo>
                  <a:pt x="66195" y="7284"/>
                </a:moveTo>
                <a:cubicBezTo>
                  <a:pt x="65976" y="7284"/>
                  <a:pt x="65866" y="7547"/>
                  <a:pt x="66020" y="7704"/>
                </a:cubicBezTo>
                <a:cubicBezTo>
                  <a:pt x="66070" y="7754"/>
                  <a:pt x="66132" y="7777"/>
                  <a:pt x="66193" y="7777"/>
                </a:cubicBezTo>
                <a:cubicBezTo>
                  <a:pt x="66321" y="7777"/>
                  <a:pt x="66443" y="7677"/>
                  <a:pt x="66443" y="7528"/>
                </a:cubicBezTo>
                <a:cubicBezTo>
                  <a:pt x="66443" y="7393"/>
                  <a:pt x="66330" y="7284"/>
                  <a:pt x="66195" y="7284"/>
                </a:cubicBezTo>
                <a:close/>
                <a:moveTo>
                  <a:pt x="67414" y="7284"/>
                </a:moveTo>
                <a:cubicBezTo>
                  <a:pt x="67195" y="7284"/>
                  <a:pt x="67085" y="7547"/>
                  <a:pt x="67239" y="7704"/>
                </a:cubicBezTo>
                <a:cubicBezTo>
                  <a:pt x="67289" y="7754"/>
                  <a:pt x="67351" y="7777"/>
                  <a:pt x="67412" y="7777"/>
                </a:cubicBezTo>
                <a:cubicBezTo>
                  <a:pt x="67540" y="7777"/>
                  <a:pt x="67662" y="7677"/>
                  <a:pt x="67662" y="7528"/>
                </a:cubicBezTo>
                <a:cubicBezTo>
                  <a:pt x="67662" y="7393"/>
                  <a:pt x="67552" y="7284"/>
                  <a:pt x="67414" y="7284"/>
                </a:cubicBezTo>
                <a:close/>
                <a:moveTo>
                  <a:pt x="5221" y="7284"/>
                </a:moveTo>
                <a:cubicBezTo>
                  <a:pt x="5002" y="7284"/>
                  <a:pt x="4889" y="7547"/>
                  <a:pt x="5045" y="7704"/>
                </a:cubicBezTo>
                <a:cubicBezTo>
                  <a:pt x="5096" y="7755"/>
                  <a:pt x="5159" y="7777"/>
                  <a:pt x="5220" y="7777"/>
                </a:cubicBezTo>
                <a:cubicBezTo>
                  <a:pt x="5347" y="7777"/>
                  <a:pt x="5469" y="7679"/>
                  <a:pt x="5469" y="7528"/>
                </a:cubicBezTo>
                <a:cubicBezTo>
                  <a:pt x="5465" y="7393"/>
                  <a:pt x="5356" y="7284"/>
                  <a:pt x="5221" y="7284"/>
                </a:cubicBezTo>
                <a:close/>
                <a:moveTo>
                  <a:pt x="6440" y="7284"/>
                </a:moveTo>
                <a:cubicBezTo>
                  <a:pt x="6221" y="7284"/>
                  <a:pt x="6111" y="7547"/>
                  <a:pt x="6264" y="7704"/>
                </a:cubicBezTo>
                <a:cubicBezTo>
                  <a:pt x="6315" y="7755"/>
                  <a:pt x="6378" y="7777"/>
                  <a:pt x="6439" y="7777"/>
                </a:cubicBezTo>
                <a:cubicBezTo>
                  <a:pt x="6566" y="7777"/>
                  <a:pt x="6688" y="7679"/>
                  <a:pt x="6688" y="7528"/>
                </a:cubicBezTo>
                <a:cubicBezTo>
                  <a:pt x="6688" y="7393"/>
                  <a:pt x="6575" y="7284"/>
                  <a:pt x="6440" y="7284"/>
                </a:cubicBezTo>
                <a:close/>
                <a:moveTo>
                  <a:pt x="7659" y="7284"/>
                </a:moveTo>
                <a:cubicBezTo>
                  <a:pt x="7440" y="7284"/>
                  <a:pt x="7330" y="7547"/>
                  <a:pt x="7484" y="7704"/>
                </a:cubicBezTo>
                <a:cubicBezTo>
                  <a:pt x="7534" y="7755"/>
                  <a:pt x="7597" y="7777"/>
                  <a:pt x="7658" y="7777"/>
                </a:cubicBezTo>
                <a:cubicBezTo>
                  <a:pt x="7785" y="7777"/>
                  <a:pt x="7907" y="7679"/>
                  <a:pt x="7907" y="7528"/>
                </a:cubicBezTo>
                <a:cubicBezTo>
                  <a:pt x="7907" y="7393"/>
                  <a:pt x="7797" y="7284"/>
                  <a:pt x="7659" y="7284"/>
                </a:cubicBezTo>
                <a:close/>
                <a:moveTo>
                  <a:pt x="8878" y="7284"/>
                </a:moveTo>
                <a:cubicBezTo>
                  <a:pt x="8659" y="7284"/>
                  <a:pt x="8549" y="7547"/>
                  <a:pt x="8706" y="7704"/>
                </a:cubicBezTo>
                <a:cubicBezTo>
                  <a:pt x="8756" y="7755"/>
                  <a:pt x="8817" y="7777"/>
                  <a:pt x="8878" y="7777"/>
                </a:cubicBezTo>
                <a:cubicBezTo>
                  <a:pt x="9004" y="7777"/>
                  <a:pt x="9126" y="7679"/>
                  <a:pt x="9126" y="7528"/>
                </a:cubicBezTo>
                <a:cubicBezTo>
                  <a:pt x="9126" y="7393"/>
                  <a:pt x="9016" y="7284"/>
                  <a:pt x="8878" y="7284"/>
                </a:cubicBezTo>
                <a:close/>
                <a:moveTo>
                  <a:pt x="10097" y="7284"/>
                </a:moveTo>
                <a:cubicBezTo>
                  <a:pt x="9878" y="7284"/>
                  <a:pt x="9768" y="7547"/>
                  <a:pt x="9925" y="7704"/>
                </a:cubicBezTo>
                <a:cubicBezTo>
                  <a:pt x="9975" y="7755"/>
                  <a:pt x="10036" y="7777"/>
                  <a:pt x="10097" y="7777"/>
                </a:cubicBezTo>
                <a:cubicBezTo>
                  <a:pt x="10223" y="7777"/>
                  <a:pt x="10345" y="7679"/>
                  <a:pt x="10345" y="7528"/>
                </a:cubicBezTo>
                <a:cubicBezTo>
                  <a:pt x="10345" y="7393"/>
                  <a:pt x="10235" y="7284"/>
                  <a:pt x="10097" y="7284"/>
                </a:cubicBezTo>
                <a:close/>
                <a:moveTo>
                  <a:pt x="11319" y="7284"/>
                </a:moveTo>
                <a:cubicBezTo>
                  <a:pt x="11097" y="7284"/>
                  <a:pt x="10987" y="7547"/>
                  <a:pt x="11144" y="7704"/>
                </a:cubicBezTo>
                <a:cubicBezTo>
                  <a:pt x="11194" y="7755"/>
                  <a:pt x="11255" y="7777"/>
                  <a:pt x="11316" y="7777"/>
                </a:cubicBezTo>
                <a:cubicBezTo>
                  <a:pt x="11442" y="7777"/>
                  <a:pt x="11564" y="7679"/>
                  <a:pt x="11564" y="7528"/>
                </a:cubicBezTo>
                <a:cubicBezTo>
                  <a:pt x="11564" y="7393"/>
                  <a:pt x="11454" y="7284"/>
                  <a:pt x="11319" y="7284"/>
                </a:cubicBezTo>
                <a:close/>
                <a:moveTo>
                  <a:pt x="12538" y="7284"/>
                </a:moveTo>
                <a:cubicBezTo>
                  <a:pt x="12316" y="7284"/>
                  <a:pt x="12206" y="7547"/>
                  <a:pt x="12363" y="7704"/>
                </a:cubicBezTo>
                <a:cubicBezTo>
                  <a:pt x="12414" y="7755"/>
                  <a:pt x="12476" y="7777"/>
                  <a:pt x="12536" y="7777"/>
                </a:cubicBezTo>
                <a:cubicBezTo>
                  <a:pt x="12663" y="7777"/>
                  <a:pt x="12783" y="7679"/>
                  <a:pt x="12783" y="7528"/>
                </a:cubicBezTo>
                <a:cubicBezTo>
                  <a:pt x="12783" y="7393"/>
                  <a:pt x="12673" y="7284"/>
                  <a:pt x="12538" y="7284"/>
                </a:cubicBezTo>
                <a:close/>
                <a:moveTo>
                  <a:pt x="13757" y="7284"/>
                </a:moveTo>
                <a:cubicBezTo>
                  <a:pt x="13538" y="7284"/>
                  <a:pt x="13425" y="7547"/>
                  <a:pt x="13582" y="7704"/>
                </a:cubicBezTo>
                <a:cubicBezTo>
                  <a:pt x="13633" y="7755"/>
                  <a:pt x="13695" y="7777"/>
                  <a:pt x="13756" y="7777"/>
                </a:cubicBezTo>
                <a:cubicBezTo>
                  <a:pt x="13883" y="7777"/>
                  <a:pt x="14005" y="7679"/>
                  <a:pt x="14005" y="7528"/>
                </a:cubicBezTo>
                <a:cubicBezTo>
                  <a:pt x="14005" y="7393"/>
                  <a:pt x="13892" y="7284"/>
                  <a:pt x="13757" y="7284"/>
                </a:cubicBezTo>
                <a:close/>
                <a:moveTo>
                  <a:pt x="14976" y="7284"/>
                </a:moveTo>
                <a:cubicBezTo>
                  <a:pt x="14757" y="7284"/>
                  <a:pt x="14647" y="7547"/>
                  <a:pt x="14801" y="7704"/>
                </a:cubicBezTo>
                <a:cubicBezTo>
                  <a:pt x="14852" y="7755"/>
                  <a:pt x="14914" y="7777"/>
                  <a:pt x="14975" y="7777"/>
                </a:cubicBezTo>
                <a:cubicBezTo>
                  <a:pt x="15102" y="7777"/>
                  <a:pt x="15224" y="7679"/>
                  <a:pt x="15224" y="7528"/>
                </a:cubicBezTo>
                <a:cubicBezTo>
                  <a:pt x="15224" y="7393"/>
                  <a:pt x="15111" y="7284"/>
                  <a:pt x="14976" y="7284"/>
                </a:cubicBezTo>
                <a:close/>
                <a:moveTo>
                  <a:pt x="16196" y="7284"/>
                </a:moveTo>
                <a:cubicBezTo>
                  <a:pt x="15976" y="7284"/>
                  <a:pt x="15866" y="7547"/>
                  <a:pt x="16020" y="7704"/>
                </a:cubicBezTo>
                <a:cubicBezTo>
                  <a:pt x="16071" y="7755"/>
                  <a:pt x="16133" y="7777"/>
                  <a:pt x="16194" y="7777"/>
                </a:cubicBezTo>
                <a:cubicBezTo>
                  <a:pt x="16322" y="7777"/>
                  <a:pt x="16443" y="7679"/>
                  <a:pt x="16443" y="7528"/>
                </a:cubicBezTo>
                <a:cubicBezTo>
                  <a:pt x="16443" y="7393"/>
                  <a:pt x="16333" y="7284"/>
                  <a:pt x="16196" y="7284"/>
                </a:cubicBezTo>
                <a:close/>
                <a:moveTo>
                  <a:pt x="17415" y="7284"/>
                </a:moveTo>
                <a:cubicBezTo>
                  <a:pt x="17195" y="7284"/>
                  <a:pt x="17086" y="7547"/>
                  <a:pt x="17242" y="7704"/>
                </a:cubicBezTo>
                <a:cubicBezTo>
                  <a:pt x="17292" y="7755"/>
                  <a:pt x="17354" y="7777"/>
                  <a:pt x="17414" y="7777"/>
                </a:cubicBezTo>
                <a:cubicBezTo>
                  <a:pt x="17541" y="7777"/>
                  <a:pt x="17662" y="7679"/>
                  <a:pt x="17662" y="7528"/>
                </a:cubicBezTo>
                <a:cubicBezTo>
                  <a:pt x="17662" y="7393"/>
                  <a:pt x="17552" y="7284"/>
                  <a:pt x="17415" y="7284"/>
                </a:cubicBezTo>
                <a:close/>
                <a:moveTo>
                  <a:pt x="18634" y="7284"/>
                </a:moveTo>
                <a:cubicBezTo>
                  <a:pt x="18414" y="7284"/>
                  <a:pt x="18305" y="7547"/>
                  <a:pt x="18461" y="7704"/>
                </a:cubicBezTo>
                <a:cubicBezTo>
                  <a:pt x="18511" y="7755"/>
                  <a:pt x="18573" y="7777"/>
                  <a:pt x="18633" y="7777"/>
                </a:cubicBezTo>
                <a:cubicBezTo>
                  <a:pt x="18760" y="7777"/>
                  <a:pt x="18881" y="7679"/>
                  <a:pt x="18881" y="7528"/>
                </a:cubicBezTo>
                <a:cubicBezTo>
                  <a:pt x="18881" y="7393"/>
                  <a:pt x="18772" y="7284"/>
                  <a:pt x="18634" y="7284"/>
                </a:cubicBezTo>
                <a:close/>
                <a:moveTo>
                  <a:pt x="19856" y="7284"/>
                </a:moveTo>
                <a:cubicBezTo>
                  <a:pt x="19633" y="7284"/>
                  <a:pt x="19524" y="7547"/>
                  <a:pt x="19680" y="7704"/>
                </a:cubicBezTo>
                <a:cubicBezTo>
                  <a:pt x="19730" y="7755"/>
                  <a:pt x="19792" y="7777"/>
                  <a:pt x="19852" y="7777"/>
                </a:cubicBezTo>
                <a:cubicBezTo>
                  <a:pt x="19979" y="7777"/>
                  <a:pt x="20100" y="7679"/>
                  <a:pt x="20100" y="7528"/>
                </a:cubicBezTo>
                <a:cubicBezTo>
                  <a:pt x="20100" y="7393"/>
                  <a:pt x="19991" y="7284"/>
                  <a:pt x="19856" y="7284"/>
                </a:cubicBezTo>
                <a:close/>
                <a:moveTo>
                  <a:pt x="21075" y="7284"/>
                </a:moveTo>
                <a:cubicBezTo>
                  <a:pt x="20852" y="7284"/>
                  <a:pt x="20743" y="7547"/>
                  <a:pt x="20899" y="7704"/>
                </a:cubicBezTo>
                <a:cubicBezTo>
                  <a:pt x="20950" y="7755"/>
                  <a:pt x="21012" y="7777"/>
                  <a:pt x="21073" y="7777"/>
                </a:cubicBezTo>
                <a:cubicBezTo>
                  <a:pt x="21199" y="7777"/>
                  <a:pt x="21319" y="7679"/>
                  <a:pt x="21319" y="7528"/>
                </a:cubicBezTo>
                <a:cubicBezTo>
                  <a:pt x="21319" y="7393"/>
                  <a:pt x="21210" y="7284"/>
                  <a:pt x="21075" y="7284"/>
                </a:cubicBezTo>
                <a:close/>
                <a:moveTo>
                  <a:pt x="22294" y="7284"/>
                </a:moveTo>
                <a:cubicBezTo>
                  <a:pt x="22075" y="7284"/>
                  <a:pt x="21965" y="7547"/>
                  <a:pt x="22118" y="7704"/>
                </a:cubicBezTo>
                <a:cubicBezTo>
                  <a:pt x="22169" y="7755"/>
                  <a:pt x="22232" y="7777"/>
                  <a:pt x="22293" y="7777"/>
                </a:cubicBezTo>
                <a:cubicBezTo>
                  <a:pt x="22420" y="7777"/>
                  <a:pt x="22541" y="7679"/>
                  <a:pt x="22541" y="7528"/>
                </a:cubicBezTo>
                <a:cubicBezTo>
                  <a:pt x="22541" y="7393"/>
                  <a:pt x="22429" y="7284"/>
                  <a:pt x="22294" y="7284"/>
                </a:cubicBezTo>
                <a:close/>
                <a:moveTo>
                  <a:pt x="23513" y="7284"/>
                </a:moveTo>
                <a:cubicBezTo>
                  <a:pt x="23294" y="7284"/>
                  <a:pt x="23184" y="7547"/>
                  <a:pt x="23337" y="7704"/>
                </a:cubicBezTo>
                <a:cubicBezTo>
                  <a:pt x="23388" y="7755"/>
                  <a:pt x="23451" y="7777"/>
                  <a:pt x="23512" y="7777"/>
                </a:cubicBezTo>
                <a:cubicBezTo>
                  <a:pt x="23639" y="7777"/>
                  <a:pt x="23761" y="7679"/>
                  <a:pt x="23761" y="7528"/>
                </a:cubicBezTo>
                <a:cubicBezTo>
                  <a:pt x="23761" y="7393"/>
                  <a:pt x="23648" y="7284"/>
                  <a:pt x="23513" y="7284"/>
                </a:cubicBezTo>
                <a:close/>
                <a:moveTo>
                  <a:pt x="24732" y="7284"/>
                </a:moveTo>
                <a:cubicBezTo>
                  <a:pt x="24513" y="7284"/>
                  <a:pt x="24403" y="7547"/>
                  <a:pt x="24557" y="7704"/>
                </a:cubicBezTo>
                <a:cubicBezTo>
                  <a:pt x="24607" y="7755"/>
                  <a:pt x="24670" y="7777"/>
                  <a:pt x="24731" y="7777"/>
                </a:cubicBezTo>
                <a:cubicBezTo>
                  <a:pt x="24858" y="7777"/>
                  <a:pt x="24980" y="7679"/>
                  <a:pt x="24980" y="7528"/>
                </a:cubicBezTo>
                <a:cubicBezTo>
                  <a:pt x="24980" y="7393"/>
                  <a:pt x="24870" y="7284"/>
                  <a:pt x="24732" y="7284"/>
                </a:cubicBezTo>
                <a:close/>
                <a:moveTo>
                  <a:pt x="25951" y="7284"/>
                </a:moveTo>
                <a:cubicBezTo>
                  <a:pt x="25732" y="7284"/>
                  <a:pt x="25622" y="7547"/>
                  <a:pt x="25779" y="7704"/>
                </a:cubicBezTo>
                <a:cubicBezTo>
                  <a:pt x="25829" y="7755"/>
                  <a:pt x="25890" y="7777"/>
                  <a:pt x="25951" y="7777"/>
                </a:cubicBezTo>
                <a:cubicBezTo>
                  <a:pt x="26077" y="7777"/>
                  <a:pt x="26199" y="7679"/>
                  <a:pt x="26199" y="7528"/>
                </a:cubicBezTo>
                <a:cubicBezTo>
                  <a:pt x="26199" y="7393"/>
                  <a:pt x="26089" y="7284"/>
                  <a:pt x="25951" y="7284"/>
                </a:cubicBezTo>
                <a:close/>
                <a:moveTo>
                  <a:pt x="35707" y="7284"/>
                </a:moveTo>
                <a:cubicBezTo>
                  <a:pt x="35487" y="7284"/>
                  <a:pt x="35378" y="7547"/>
                  <a:pt x="35534" y="7704"/>
                </a:cubicBezTo>
                <a:cubicBezTo>
                  <a:pt x="35584" y="7755"/>
                  <a:pt x="35646" y="7777"/>
                  <a:pt x="35706" y="7777"/>
                </a:cubicBezTo>
                <a:cubicBezTo>
                  <a:pt x="35833" y="7777"/>
                  <a:pt x="35954" y="7679"/>
                  <a:pt x="35954" y="7528"/>
                </a:cubicBezTo>
                <a:cubicBezTo>
                  <a:pt x="35954" y="7393"/>
                  <a:pt x="35845" y="7284"/>
                  <a:pt x="35707" y="7284"/>
                </a:cubicBezTo>
                <a:close/>
                <a:moveTo>
                  <a:pt x="36929" y="7284"/>
                </a:moveTo>
                <a:cubicBezTo>
                  <a:pt x="36706" y="7284"/>
                  <a:pt x="36597" y="7547"/>
                  <a:pt x="36753" y="7704"/>
                </a:cubicBezTo>
                <a:cubicBezTo>
                  <a:pt x="36803" y="7755"/>
                  <a:pt x="36865" y="7777"/>
                  <a:pt x="36925" y="7777"/>
                </a:cubicBezTo>
                <a:cubicBezTo>
                  <a:pt x="37052" y="7777"/>
                  <a:pt x="37173" y="7679"/>
                  <a:pt x="37173" y="7528"/>
                </a:cubicBezTo>
                <a:cubicBezTo>
                  <a:pt x="37173" y="7393"/>
                  <a:pt x="37064" y="7284"/>
                  <a:pt x="36929" y="7284"/>
                </a:cubicBezTo>
                <a:close/>
                <a:moveTo>
                  <a:pt x="38148" y="7284"/>
                </a:moveTo>
                <a:cubicBezTo>
                  <a:pt x="37928" y="7284"/>
                  <a:pt x="37816" y="7547"/>
                  <a:pt x="37972" y="7704"/>
                </a:cubicBezTo>
                <a:cubicBezTo>
                  <a:pt x="38023" y="7755"/>
                  <a:pt x="38085" y="7777"/>
                  <a:pt x="38146" y="7777"/>
                </a:cubicBezTo>
                <a:cubicBezTo>
                  <a:pt x="38272" y="7777"/>
                  <a:pt x="38392" y="7679"/>
                  <a:pt x="38392" y="7528"/>
                </a:cubicBezTo>
                <a:cubicBezTo>
                  <a:pt x="38392" y="7393"/>
                  <a:pt x="38283" y="7284"/>
                  <a:pt x="38148" y="7284"/>
                </a:cubicBezTo>
                <a:close/>
                <a:moveTo>
                  <a:pt x="39367" y="7284"/>
                </a:moveTo>
                <a:cubicBezTo>
                  <a:pt x="39148" y="7284"/>
                  <a:pt x="39038" y="7547"/>
                  <a:pt x="39191" y="7704"/>
                </a:cubicBezTo>
                <a:cubicBezTo>
                  <a:pt x="39242" y="7755"/>
                  <a:pt x="39305" y="7777"/>
                  <a:pt x="39366" y="7777"/>
                </a:cubicBezTo>
                <a:cubicBezTo>
                  <a:pt x="39493" y="7777"/>
                  <a:pt x="39614" y="7679"/>
                  <a:pt x="39614" y="7528"/>
                </a:cubicBezTo>
                <a:cubicBezTo>
                  <a:pt x="39614" y="7393"/>
                  <a:pt x="39502" y="7284"/>
                  <a:pt x="39367" y="7284"/>
                </a:cubicBezTo>
                <a:close/>
                <a:moveTo>
                  <a:pt x="40586" y="7284"/>
                </a:moveTo>
                <a:cubicBezTo>
                  <a:pt x="40367" y="7284"/>
                  <a:pt x="40257" y="7547"/>
                  <a:pt x="40410" y="7704"/>
                </a:cubicBezTo>
                <a:cubicBezTo>
                  <a:pt x="40461" y="7755"/>
                  <a:pt x="40524" y="7777"/>
                  <a:pt x="40585" y="7777"/>
                </a:cubicBezTo>
                <a:cubicBezTo>
                  <a:pt x="40712" y="7777"/>
                  <a:pt x="40834" y="7679"/>
                  <a:pt x="40834" y="7528"/>
                </a:cubicBezTo>
                <a:cubicBezTo>
                  <a:pt x="40834" y="7393"/>
                  <a:pt x="40721" y="7284"/>
                  <a:pt x="40586" y="7284"/>
                </a:cubicBezTo>
                <a:close/>
                <a:moveTo>
                  <a:pt x="41805" y="7284"/>
                </a:moveTo>
                <a:cubicBezTo>
                  <a:pt x="41586" y="7284"/>
                  <a:pt x="41476" y="7547"/>
                  <a:pt x="41630" y="7704"/>
                </a:cubicBezTo>
                <a:cubicBezTo>
                  <a:pt x="41680" y="7755"/>
                  <a:pt x="41743" y="7777"/>
                  <a:pt x="41804" y="7777"/>
                </a:cubicBezTo>
                <a:cubicBezTo>
                  <a:pt x="41931" y="7777"/>
                  <a:pt x="42053" y="7679"/>
                  <a:pt x="42053" y="7528"/>
                </a:cubicBezTo>
                <a:cubicBezTo>
                  <a:pt x="42053" y="7393"/>
                  <a:pt x="41943" y="7284"/>
                  <a:pt x="41805" y="7284"/>
                </a:cubicBezTo>
                <a:close/>
                <a:moveTo>
                  <a:pt x="43024" y="7284"/>
                </a:moveTo>
                <a:cubicBezTo>
                  <a:pt x="42805" y="7284"/>
                  <a:pt x="42695" y="7547"/>
                  <a:pt x="42852" y="7704"/>
                </a:cubicBezTo>
                <a:cubicBezTo>
                  <a:pt x="42902" y="7755"/>
                  <a:pt x="42963" y="7777"/>
                  <a:pt x="43024" y="7777"/>
                </a:cubicBezTo>
                <a:cubicBezTo>
                  <a:pt x="43150" y="7777"/>
                  <a:pt x="43272" y="7679"/>
                  <a:pt x="43272" y="7528"/>
                </a:cubicBezTo>
                <a:cubicBezTo>
                  <a:pt x="43272" y="7393"/>
                  <a:pt x="43162" y="7284"/>
                  <a:pt x="43024" y="7284"/>
                </a:cubicBezTo>
                <a:close/>
                <a:moveTo>
                  <a:pt x="44243" y="7284"/>
                </a:moveTo>
                <a:cubicBezTo>
                  <a:pt x="44024" y="7284"/>
                  <a:pt x="43914" y="7547"/>
                  <a:pt x="44071" y="7704"/>
                </a:cubicBezTo>
                <a:cubicBezTo>
                  <a:pt x="44121" y="7755"/>
                  <a:pt x="44182" y="7777"/>
                  <a:pt x="44243" y="7777"/>
                </a:cubicBezTo>
                <a:cubicBezTo>
                  <a:pt x="44369" y="7777"/>
                  <a:pt x="44491" y="7679"/>
                  <a:pt x="44491" y="7528"/>
                </a:cubicBezTo>
                <a:cubicBezTo>
                  <a:pt x="44491" y="7393"/>
                  <a:pt x="44381" y="7284"/>
                  <a:pt x="44243" y="7284"/>
                </a:cubicBezTo>
                <a:close/>
                <a:moveTo>
                  <a:pt x="55312" y="8518"/>
                </a:moveTo>
                <a:lnTo>
                  <a:pt x="55312" y="8518"/>
                </a:lnTo>
                <a:cubicBezTo>
                  <a:pt x="55340" y="8653"/>
                  <a:pt x="55362" y="8791"/>
                  <a:pt x="55381" y="8935"/>
                </a:cubicBezTo>
                <a:cubicBezTo>
                  <a:pt x="55522" y="8813"/>
                  <a:pt x="55484" y="8587"/>
                  <a:pt x="55312" y="8518"/>
                </a:cubicBezTo>
                <a:close/>
                <a:moveTo>
                  <a:pt x="6440" y="8503"/>
                </a:moveTo>
                <a:cubicBezTo>
                  <a:pt x="6221" y="8503"/>
                  <a:pt x="6111" y="8769"/>
                  <a:pt x="6264" y="8923"/>
                </a:cubicBezTo>
                <a:cubicBezTo>
                  <a:pt x="6315" y="8974"/>
                  <a:pt x="6378" y="8996"/>
                  <a:pt x="6439" y="8996"/>
                </a:cubicBezTo>
                <a:cubicBezTo>
                  <a:pt x="6566" y="8996"/>
                  <a:pt x="6688" y="8898"/>
                  <a:pt x="6688" y="8747"/>
                </a:cubicBezTo>
                <a:cubicBezTo>
                  <a:pt x="6688" y="8613"/>
                  <a:pt x="6575" y="8503"/>
                  <a:pt x="6440" y="8503"/>
                </a:cubicBezTo>
                <a:close/>
                <a:moveTo>
                  <a:pt x="7659" y="8503"/>
                </a:moveTo>
                <a:cubicBezTo>
                  <a:pt x="7440" y="8503"/>
                  <a:pt x="7330" y="8769"/>
                  <a:pt x="7484" y="8923"/>
                </a:cubicBezTo>
                <a:cubicBezTo>
                  <a:pt x="7534" y="8974"/>
                  <a:pt x="7597" y="8996"/>
                  <a:pt x="7658" y="8996"/>
                </a:cubicBezTo>
                <a:cubicBezTo>
                  <a:pt x="7785" y="8996"/>
                  <a:pt x="7907" y="8898"/>
                  <a:pt x="7907" y="8747"/>
                </a:cubicBezTo>
                <a:cubicBezTo>
                  <a:pt x="7907" y="8613"/>
                  <a:pt x="7797" y="8503"/>
                  <a:pt x="7659" y="8503"/>
                </a:cubicBezTo>
                <a:close/>
                <a:moveTo>
                  <a:pt x="8878" y="8503"/>
                </a:moveTo>
                <a:cubicBezTo>
                  <a:pt x="8659" y="8503"/>
                  <a:pt x="8549" y="8769"/>
                  <a:pt x="8706" y="8923"/>
                </a:cubicBezTo>
                <a:cubicBezTo>
                  <a:pt x="8756" y="8974"/>
                  <a:pt x="8817" y="8996"/>
                  <a:pt x="8878" y="8996"/>
                </a:cubicBezTo>
                <a:cubicBezTo>
                  <a:pt x="9004" y="8996"/>
                  <a:pt x="9126" y="8898"/>
                  <a:pt x="9126" y="8747"/>
                </a:cubicBezTo>
                <a:cubicBezTo>
                  <a:pt x="9126" y="8613"/>
                  <a:pt x="9016" y="8503"/>
                  <a:pt x="8878" y="8503"/>
                </a:cubicBezTo>
                <a:close/>
                <a:moveTo>
                  <a:pt x="10097" y="8503"/>
                </a:moveTo>
                <a:cubicBezTo>
                  <a:pt x="9878" y="8503"/>
                  <a:pt x="9768" y="8769"/>
                  <a:pt x="9925" y="8923"/>
                </a:cubicBezTo>
                <a:cubicBezTo>
                  <a:pt x="9975" y="8974"/>
                  <a:pt x="10036" y="8996"/>
                  <a:pt x="10097" y="8996"/>
                </a:cubicBezTo>
                <a:cubicBezTo>
                  <a:pt x="10223" y="8996"/>
                  <a:pt x="10345" y="8898"/>
                  <a:pt x="10345" y="8747"/>
                </a:cubicBezTo>
                <a:cubicBezTo>
                  <a:pt x="10345" y="8613"/>
                  <a:pt x="10235" y="8503"/>
                  <a:pt x="10097" y="8503"/>
                </a:cubicBezTo>
                <a:close/>
                <a:moveTo>
                  <a:pt x="11319" y="8503"/>
                </a:moveTo>
                <a:cubicBezTo>
                  <a:pt x="11097" y="8503"/>
                  <a:pt x="10987" y="8769"/>
                  <a:pt x="11144" y="8923"/>
                </a:cubicBezTo>
                <a:cubicBezTo>
                  <a:pt x="11194" y="8974"/>
                  <a:pt x="11255" y="8996"/>
                  <a:pt x="11316" y="8996"/>
                </a:cubicBezTo>
                <a:cubicBezTo>
                  <a:pt x="11442" y="8996"/>
                  <a:pt x="11564" y="8898"/>
                  <a:pt x="11564" y="8747"/>
                </a:cubicBezTo>
                <a:cubicBezTo>
                  <a:pt x="11564" y="8613"/>
                  <a:pt x="11454" y="8503"/>
                  <a:pt x="11319" y="8503"/>
                </a:cubicBezTo>
                <a:close/>
                <a:moveTo>
                  <a:pt x="12538" y="8503"/>
                </a:moveTo>
                <a:cubicBezTo>
                  <a:pt x="12316" y="8503"/>
                  <a:pt x="12206" y="8769"/>
                  <a:pt x="12363" y="8923"/>
                </a:cubicBezTo>
                <a:cubicBezTo>
                  <a:pt x="12414" y="8974"/>
                  <a:pt x="12476" y="8996"/>
                  <a:pt x="12536" y="8996"/>
                </a:cubicBezTo>
                <a:cubicBezTo>
                  <a:pt x="12663" y="8996"/>
                  <a:pt x="12783" y="8898"/>
                  <a:pt x="12783" y="8747"/>
                </a:cubicBezTo>
                <a:cubicBezTo>
                  <a:pt x="12783" y="8613"/>
                  <a:pt x="12673" y="8503"/>
                  <a:pt x="12538" y="8503"/>
                </a:cubicBezTo>
                <a:close/>
                <a:moveTo>
                  <a:pt x="13757" y="8503"/>
                </a:moveTo>
                <a:cubicBezTo>
                  <a:pt x="13538" y="8503"/>
                  <a:pt x="13425" y="8769"/>
                  <a:pt x="13582" y="8923"/>
                </a:cubicBezTo>
                <a:cubicBezTo>
                  <a:pt x="13633" y="8974"/>
                  <a:pt x="13695" y="8996"/>
                  <a:pt x="13756" y="8996"/>
                </a:cubicBezTo>
                <a:cubicBezTo>
                  <a:pt x="13883" y="8996"/>
                  <a:pt x="14005" y="8898"/>
                  <a:pt x="14005" y="8747"/>
                </a:cubicBezTo>
                <a:cubicBezTo>
                  <a:pt x="14002" y="8613"/>
                  <a:pt x="13892" y="8503"/>
                  <a:pt x="13757" y="8503"/>
                </a:cubicBezTo>
                <a:close/>
                <a:moveTo>
                  <a:pt x="14976" y="8503"/>
                </a:moveTo>
                <a:cubicBezTo>
                  <a:pt x="14757" y="8503"/>
                  <a:pt x="14647" y="8769"/>
                  <a:pt x="14801" y="8923"/>
                </a:cubicBezTo>
                <a:cubicBezTo>
                  <a:pt x="14852" y="8974"/>
                  <a:pt x="14914" y="8996"/>
                  <a:pt x="14975" y="8996"/>
                </a:cubicBezTo>
                <a:cubicBezTo>
                  <a:pt x="15102" y="8996"/>
                  <a:pt x="15224" y="8898"/>
                  <a:pt x="15224" y="8747"/>
                </a:cubicBezTo>
                <a:cubicBezTo>
                  <a:pt x="15224" y="8613"/>
                  <a:pt x="15111" y="8503"/>
                  <a:pt x="14976" y="8503"/>
                </a:cubicBezTo>
                <a:close/>
                <a:moveTo>
                  <a:pt x="16196" y="8503"/>
                </a:moveTo>
                <a:cubicBezTo>
                  <a:pt x="15976" y="8503"/>
                  <a:pt x="15866" y="8769"/>
                  <a:pt x="16020" y="8923"/>
                </a:cubicBezTo>
                <a:cubicBezTo>
                  <a:pt x="16071" y="8974"/>
                  <a:pt x="16133" y="8996"/>
                  <a:pt x="16194" y="8996"/>
                </a:cubicBezTo>
                <a:cubicBezTo>
                  <a:pt x="16322" y="8996"/>
                  <a:pt x="16443" y="8898"/>
                  <a:pt x="16443" y="8747"/>
                </a:cubicBezTo>
                <a:cubicBezTo>
                  <a:pt x="16443" y="8613"/>
                  <a:pt x="16333" y="8503"/>
                  <a:pt x="16196" y="8503"/>
                </a:cubicBezTo>
                <a:close/>
                <a:moveTo>
                  <a:pt x="17415" y="8503"/>
                </a:moveTo>
                <a:cubicBezTo>
                  <a:pt x="17195" y="8503"/>
                  <a:pt x="17086" y="8769"/>
                  <a:pt x="17242" y="8923"/>
                </a:cubicBezTo>
                <a:cubicBezTo>
                  <a:pt x="17292" y="8974"/>
                  <a:pt x="17354" y="8996"/>
                  <a:pt x="17414" y="8996"/>
                </a:cubicBezTo>
                <a:cubicBezTo>
                  <a:pt x="17541" y="8996"/>
                  <a:pt x="17662" y="8898"/>
                  <a:pt x="17662" y="8747"/>
                </a:cubicBezTo>
                <a:cubicBezTo>
                  <a:pt x="17662" y="8613"/>
                  <a:pt x="17552" y="8503"/>
                  <a:pt x="17415" y="8503"/>
                </a:cubicBezTo>
                <a:close/>
                <a:moveTo>
                  <a:pt x="18634" y="8503"/>
                </a:moveTo>
                <a:cubicBezTo>
                  <a:pt x="18414" y="8503"/>
                  <a:pt x="18305" y="8769"/>
                  <a:pt x="18461" y="8923"/>
                </a:cubicBezTo>
                <a:cubicBezTo>
                  <a:pt x="18511" y="8974"/>
                  <a:pt x="18573" y="8996"/>
                  <a:pt x="18633" y="8996"/>
                </a:cubicBezTo>
                <a:cubicBezTo>
                  <a:pt x="18760" y="8996"/>
                  <a:pt x="18881" y="8898"/>
                  <a:pt x="18881" y="8747"/>
                </a:cubicBezTo>
                <a:cubicBezTo>
                  <a:pt x="18881" y="8613"/>
                  <a:pt x="18772" y="8503"/>
                  <a:pt x="18634" y="8503"/>
                </a:cubicBezTo>
                <a:close/>
                <a:moveTo>
                  <a:pt x="19856" y="8503"/>
                </a:moveTo>
                <a:cubicBezTo>
                  <a:pt x="19633" y="8503"/>
                  <a:pt x="19524" y="8769"/>
                  <a:pt x="19680" y="8923"/>
                </a:cubicBezTo>
                <a:cubicBezTo>
                  <a:pt x="19730" y="8974"/>
                  <a:pt x="19792" y="8996"/>
                  <a:pt x="19852" y="8996"/>
                </a:cubicBezTo>
                <a:cubicBezTo>
                  <a:pt x="19979" y="8996"/>
                  <a:pt x="20100" y="8898"/>
                  <a:pt x="20100" y="8747"/>
                </a:cubicBezTo>
                <a:cubicBezTo>
                  <a:pt x="20100" y="8613"/>
                  <a:pt x="19991" y="8503"/>
                  <a:pt x="19856" y="8503"/>
                </a:cubicBezTo>
                <a:close/>
                <a:moveTo>
                  <a:pt x="21075" y="8503"/>
                </a:moveTo>
                <a:cubicBezTo>
                  <a:pt x="20852" y="8503"/>
                  <a:pt x="20743" y="8769"/>
                  <a:pt x="20899" y="8923"/>
                </a:cubicBezTo>
                <a:cubicBezTo>
                  <a:pt x="20950" y="8974"/>
                  <a:pt x="21012" y="8996"/>
                  <a:pt x="21073" y="8996"/>
                </a:cubicBezTo>
                <a:cubicBezTo>
                  <a:pt x="21199" y="8996"/>
                  <a:pt x="21319" y="8898"/>
                  <a:pt x="21319" y="8747"/>
                </a:cubicBezTo>
                <a:cubicBezTo>
                  <a:pt x="21319" y="8613"/>
                  <a:pt x="21210" y="8503"/>
                  <a:pt x="21075" y="8503"/>
                </a:cubicBezTo>
                <a:close/>
                <a:moveTo>
                  <a:pt x="22294" y="8503"/>
                </a:moveTo>
                <a:cubicBezTo>
                  <a:pt x="22075" y="8503"/>
                  <a:pt x="21965" y="8769"/>
                  <a:pt x="22118" y="8923"/>
                </a:cubicBezTo>
                <a:cubicBezTo>
                  <a:pt x="22169" y="8974"/>
                  <a:pt x="22232" y="8996"/>
                  <a:pt x="22293" y="8996"/>
                </a:cubicBezTo>
                <a:cubicBezTo>
                  <a:pt x="22420" y="8996"/>
                  <a:pt x="22541" y="8898"/>
                  <a:pt x="22541" y="8747"/>
                </a:cubicBezTo>
                <a:cubicBezTo>
                  <a:pt x="22541" y="8613"/>
                  <a:pt x="22429" y="8503"/>
                  <a:pt x="22294" y="8503"/>
                </a:cubicBezTo>
                <a:close/>
                <a:moveTo>
                  <a:pt x="23513" y="8503"/>
                </a:moveTo>
                <a:cubicBezTo>
                  <a:pt x="23294" y="8503"/>
                  <a:pt x="23184" y="8769"/>
                  <a:pt x="23337" y="8923"/>
                </a:cubicBezTo>
                <a:cubicBezTo>
                  <a:pt x="23388" y="8974"/>
                  <a:pt x="23451" y="8996"/>
                  <a:pt x="23512" y="8996"/>
                </a:cubicBezTo>
                <a:cubicBezTo>
                  <a:pt x="23639" y="8996"/>
                  <a:pt x="23761" y="8898"/>
                  <a:pt x="23761" y="8747"/>
                </a:cubicBezTo>
                <a:cubicBezTo>
                  <a:pt x="23761" y="8613"/>
                  <a:pt x="23648" y="8503"/>
                  <a:pt x="23513" y="8503"/>
                </a:cubicBezTo>
                <a:close/>
                <a:moveTo>
                  <a:pt x="24732" y="8503"/>
                </a:moveTo>
                <a:cubicBezTo>
                  <a:pt x="24513" y="8503"/>
                  <a:pt x="24403" y="8769"/>
                  <a:pt x="24557" y="8923"/>
                </a:cubicBezTo>
                <a:cubicBezTo>
                  <a:pt x="24607" y="8974"/>
                  <a:pt x="24670" y="8996"/>
                  <a:pt x="24731" y="8996"/>
                </a:cubicBezTo>
                <a:cubicBezTo>
                  <a:pt x="24858" y="8996"/>
                  <a:pt x="24980" y="8898"/>
                  <a:pt x="24980" y="8747"/>
                </a:cubicBezTo>
                <a:cubicBezTo>
                  <a:pt x="24980" y="8613"/>
                  <a:pt x="24870" y="8503"/>
                  <a:pt x="24732" y="8503"/>
                </a:cubicBezTo>
                <a:close/>
                <a:moveTo>
                  <a:pt x="56440" y="8503"/>
                </a:moveTo>
                <a:cubicBezTo>
                  <a:pt x="56221" y="8503"/>
                  <a:pt x="56111" y="8769"/>
                  <a:pt x="56264" y="8923"/>
                </a:cubicBezTo>
                <a:cubicBezTo>
                  <a:pt x="56315" y="8974"/>
                  <a:pt x="56378" y="8996"/>
                  <a:pt x="56439" y="8996"/>
                </a:cubicBezTo>
                <a:cubicBezTo>
                  <a:pt x="56566" y="8996"/>
                  <a:pt x="56687" y="8898"/>
                  <a:pt x="56687" y="8747"/>
                </a:cubicBezTo>
                <a:cubicBezTo>
                  <a:pt x="56684" y="8613"/>
                  <a:pt x="56575" y="8503"/>
                  <a:pt x="56440" y="8503"/>
                </a:cubicBezTo>
                <a:close/>
                <a:moveTo>
                  <a:pt x="57659" y="8503"/>
                </a:moveTo>
                <a:cubicBezTo>
                  <a:pt x="57440" y="8503"/>
                  <a:pt x="57330" y="8769"/>
                  <a:pt x="57483" y="8923"/>
                </a:cubicBezTo>
                <a:cubicBezTo>
                  <a:pt x="57534" y="8974"/>
                  <a:pt x="57597" y="8996"/>
                  <a:pt x="57658" y="8996"/>
                </a:cubicBezTo>
                <a:cubicBezTo>
                  <a:pt x="57785" y="8996"/>
                  <a:pt x="57907" y="8898"/>
                  <a:pt x="57907" y="8747"/>
                </a:cubicBezTo>
                <a:cubicBezTo>
                  <a:pt x="57907" y="8613"/>
                  <a:pt x="57794" y="8503"/>
                  <a:pt x="57659" y="8503"/>
                </a:cubicBezTo>
                <a:close/>
                <a:moveTo>
                  <a:pt x="58878" y="8503"/>
                </a:moveTo>
                <a:cubicBezTo>
                  <a:pt x="58659" y="8503"/>
                  <a:pt x="58549" y="8769"/>
                  <a:pt x="58703" y="8923"/>
                </a:cubicBezTo>
                <a:cubicBezTo>
                  <a:pt x="58753" y="8974"/>
                  <a:pt x="58816" y="8996"/>
                  <a:pt x="58877" y="8996"/>
                </a:cubicBezTo>
                <a:cubicBezTo>
                  <a:pt x="59004" y="8996"/>
                  <a:pt x="59126" y="8898"/>
                  <a:pt x="59126" y="8747"/>
                </a:cubicBezTo>
                <a:cubicBezTo>
                  <a:pt x="59126" y="8613"/>
                  <a:pt x="59016" y="8503"/>
                  <a:pt x="58878" y="8503"/>
                </a:cubicBezTo>
                <a:close/>
                <a:moveTo>
                  <a:pt x="60097" y="8503"/>
                </a:moveTo>
                <a:cubicBezTo>
                  <a:pt x="59878" y="8503"/>
                  <a:pt x="59768" y="8769"/>
                  <a:pt x="59925" y="8923"/>
                </a:cubicBezTo>
                <a:cubicBezTo>
                  <a:pt x="59975" y="8974"/>
                  <a:pt x="60036" y="8996"/>
                  <a:pt x="60097" y="8996"/>
                </a:cubicBezTo>
                <a:cubicBezTo>
                  <a:pt x="60223" y="8996"/>
                  <a:pt x="60345" y="8898"/>
                  <a:pt x="60345" y="8747"/>
                </a:cubicBezTo>
                <a:cubicBezTo>
                  <a:pt x="60345" y="8613"/>
                  <a:pt x="60235" y="8503"/>
                  <a:pt x="60097" y="8503"/>
                </a:cubicBezTo>
                <a:close/>
                <a:moveTo>
                  <a:pt x="61316" y="8503"/>
                </a:moveTo>
                <a:cubicBezTo>
                  <a:pt x="61097" y="8503"/>
                  <a:pt x="60987" y="8769"/>
                  <a:pt x="61144" y="8923"/>
                </a:cubicBezTo>
                <a:cubicBezTo>
                  <a:pt x="61194" y="8974"/>
                  <a:pt x="61255" y="8996"/>
                  <a:pt x="61316" y="8996"/>
                </a:cubicBezTo>
                <a:cubicBezTo>
                  <a:pt x="61442" y="8996"/>
                  <a:pt x="61564" y="8898"/>
                  <a:pt x="61564" y="8747"/>
                </a:cubicBezTo>
                <a:cubicBezTo>
                  <a:pt x="61564" y="8613"/>
                  <a:pt x="61454" y="8503"/>
                  <a:pt x="61316" y="8503"/>
                </a:cubicBezTo>
                <a:close/>
                <a:moveTo>
                  <a:pt x="62538" y="8503"/>
                </a:moveTo>
                <a:cubicBezTo>
                  <a:pt x="62316" y="8503"/>
                  <a:pt x="62206" y="8769"/>
                  <a:pt x="62363" y="8923"/>
                </a:cubicBezTo>
                <a:cubicBezTo>
                  <a:pt x="62414" y="8974"/>
                  <a:pt x="62476" y="8996"/>
                  <a:pt x="62536" y="8996"/>
                </a:cubicBezTo>
                <a:cubicBezTo>
                  <a:pt x="62663" y="8996"/>
                  <a:pt x="62783" y="8898"/>
                  <a:pt x="62783" y="8747"/>
                </a:cubicBezTo>
                <a:cubicBezTo>
                  <a:pt x="62783" y="8613"/>
                  <a:pt x="62673" y="8503"/>
                  <a:pt x="62538" y="8503"/>
                </a:cubicBezTo>
                <a:close/>
                <a:moveTo>
                  <a:pt x="63757" y="8503"/>
                </a:moveTo>
                <a:cubicBezTo>
                  <a:pt x="63538" y="8503"/>
                  <a:pt x="63425" y="8769"/>
                  <a:pt x="63582" y="8923"/>
                </a:cubicBezTo>
                <a:cubicBezTo>
                  <a:pt x="63633" y="8974"/>
                  <a:pt x="63695" y="8996"/>
                  <a:pt x="63756" y="8996"/>
                </a:cubicBezTo>
                <a:cubicBezTo>
                  <a:pt x="63883" y="8996"/>
                  <a:pt x="64004" y="8898"/>
                  <a:pt x="64002" y="8747"/>
                </a:cubicBezTo>
                <a:cubicBezTo>
                  <a:pt x="64002" y="8613"/>
                  <a:pt x="63892" y="8503"/>
                  <a:pt x="63757" y="8503"/>
                </a:cubicBezTo>
                <a:close/>
                <a:moveTo>
                  <a:pt x="64976" y="8503"/>
                </a:moveTo>
                <a:cubicBezTo>
                  <a:pt x="64757" y="8503"/>
                  <a:pt x="64647" y="8769"/>
                  <a:pt x="64801" y="8923"/>
                </a:cubicBezTo>
                <a:cubicBezTo>
                  <a:pt x="64852" y="8974"/>
                  <a:pt x="64914" y="8996"/>
                  <a:pt x="64975" y="8996"/>
                </a:cubicBezTo>
                <a:cubicBezTo>
                  <a:pt x="65102" y="8996"/>
                  <a:pt x="65224" y="8898"/>
                  <a:pt x="65224" y="8747"/>
                </a:cubicBezTo>
                <a:cubicBezTo>
                  <a:pt x="65224" y="8613"/>
                  <a:pt x="65111" y="8503"/>
                  <a:pt x="64976" y="8503"/>
                </a:cubicBezTo>
                <a:close/>
                <a:moveTo>
                  <a:pt x="66195" y="8503"/>
                </a:moveTo>
                <a:cubicBezTo>
                  <a:pt x="65976" y="8503"/>
                  <a:pt x="65866" y="8769"/>
                  <a:pt x="66020" y="8923"/>
                </a:cubicBezTo>
                <a:cubicBezTo>
                  <a:pt x="66071" y="8974"/>
                  <a:pt x="66133" y="8996"/>
                  <a:pt x="66194" y="8996"/>
                </a:cubicBezTo>
                <a:cubicBezTo>
                  <a:pt x="66321" y="8996"/>
                  <a:pt x="66443" y="8898"/>
                  <a:pt x="66443" y="8747"/>
                </a:cubicBezTo>
                <a:cubicBezTo>
                  <a:pt x="66443" y="8613"/>
                  <a:pt x="66330" y="8503"/>
                  <a:pt x="66195" y="8503"/>
                </a:cubicBezTo>
                <a:close/>
                <a:moveTo>
                  <a:pt x="67414" y="8503"/>
                </a:moveTo>
                <a:cubicBezTo>
                  <a:pt x="67195" y="8503"/>
                  <a:pt x="67085" y="8769"/>
                  <a:pt x="67239" y="8923"/>
                </a:cubicBezTo>
                <a:cubicBezTo>
                  <a:pt x="67290" y="8974"/>
                  <a:pt x="67352" y="8996"/>
                  <a:pt x="67413" y="8996"/>
                </a:cubicBezTo>
                <a:cubicBezTo>
                  <a:pt x="67541" y="8996"/>
                  <a:pt x="67662" y="8898"/>
                  <a:pt x="67662" y="8747"/>
                </a:cubicBezTo>
                <a:cubicBezTo>
                  <a:pt x="67662" y="8613"/>
                  <a:pt x="67552" y="8503"/>
                  <a:pt x="67414" y="8503"/>
                </a:cubicBezTo>
                <a:close/>
                <a:moveTo>
                  <a:pt x="36929" y="8503"/>
                </a:moveTo>
                <a:cubicBezTo>
                  <a:pt x="36706" y="8503"/>
                  <a:pt x="36597" y="8769"/>
                  <a:pt x="36753" y="8923"/>
                </a:cubicBezTo>
                <a:cubicBezTo>
                  <a:pt x="36804" y="8974"/>
                  <a:pt x="36866" y="8997"/>
                  <a:pt x="36927" y="8997"/>
                </a:cubicBezTo>
                <a:cubicBezTo>
                  <a:pt x="37053" y="8997"/>
                  <a:pt x="37173" y="8898"/>
                  <a:pt x="37173" y="8750"/>
                </a:cubicBezTo>
                <a:cubicBezTo>
                  <a:pt x="37173" y="8613"/>
                  <a:pt x="37064" y="8503"/>
                  <a:pt x="36929" y="8503"/>
                </a:cubicBezTo>
                <a:close/>
                <a:moveTo>
                  <a:pt x="38148" y="8503"/>
                </a:moveTo>
                <a:cubicBezTo>
                  <a:pt x="37925" y="8503"/>
                  <a:pt x="37816" y="8769"/>
                  <a:pt x="37972" y="8923"/>
                </a:cubicBezTo>
                <a:cubicBezTo>
                  <a:pt x="38023" y="8974"/>
                  <a:pt x="38086" y="8997"/>
                  <a:pt x="38146" y="8997"/>
                </a:cubicBezTo>
                <a:cubicBezTo>
                  <a:pt x="38272" y="8997"/>
                  <a:pt x="38392" y="8898"/>
                  <a:pt x="38392" y="8750"/>
                </a:cubicBezTo>
                <a:cubicBezTo>
                  <a:pt x="38392" y="8613"/>
                  <a:pt x="38283" y="8503"/>
                  <a:pt x="38148" y="8503"/>
                </a:cubicBezTo>
                <a:close/>
                <a:moveTo>
                  <a:pt x="39367" y="8503"/>
                </a:moveTo>
                <a:cubicBezTo>
                  <a:pt x="39148" y="8503"/>
                  <a:pt x="39038" y="8769"/>
                  <a:pt x="39191" y="8923"/>
                </a:cubicBezTo>
                <a:cubicBezTo>
                  <a:pt x="39242" y="8974"/>
                  <a:pt x="39305" y="8997"/>
                  <a:pt x="39366" y="8997"/>
                </a:cubicBezTo>
                <a:cubicBezTo>
                  <a:pt x="39493" y="8997"/>
                  <a:pt x="39614" y="8898"/>
                  <a:pt x="39614" y="8750"/>
                </a:cubicBezTo>
                <a:cubicBezTo>
                  <a:pt x="39614" y="8613"/>
                  <a:pt x="39502" y="8503"/>
                  <a:pt x="39367" y="8503"/>
                </a:cubicBezTo>
                <a:close/>
                <a:moveTo>
                  <a:pt x="40586" y="8503"/>
                </a:moveTo>
                <a:cubicBezTo>
                  <a:pt x="40367" y="8503"/>
                  <a:pt x="40257" y="8769"/>
                  <a:pt x="40410" y="8923"/>
                </a:cubicBezTo>
                <a:cubicBezTo>
                  <a:pt x="40461" y="8974"/>
                  <a:pt x="40524" y="8997"/>
                  <a:pt x="40585" y="8997"/>
                </a:cubicBezTo>
                <a:cubicBezTo>
                  <a:pt x="40712" y="8997"/>
                  <a:pt x="40834" y="8898"/>
                  <a:pt x="40834" y="8750"/>
                </a:cubicBezTo>
                <a:cubicBezTo>
                  <a:pt x="40834" y="8613"/>
                  <a:pt x="40721" y="8503"/>
                  <a:pt x="40586" y="8503"/>
                </a:cubicBezTo>
                <a:close/>
                <a:moveTo>
                  <a:pt x="41805" y="8503"/>
                </a:moveTo>
                <a:cubicBezTo>
                  <a:pt x="41586" y="8503"/>
                  <a:pt x="41476" y="8769"/>
                  <a:pt x="41630" y="8923"/>
                </a:cubicBezTo>
                <a:cubicBezTo>
                  <a:pt x="41680" y="8974"/>
                  <a:pt x="41743" y="8997"/>
                  <a:pt x="41804" y="8997"/>
                </a:cubicBezTo>
                <a:cubicBezTo>
                  <a:pt x="41931" y="8997"/>
                  <a:pt x="42053" y="8898"/>
                  <a:pt x="42053" y="8750"/>
                </a:cubicBezTo>
                <a:cubicBezTo>
                  <a:pt x="42053" y="8613"/>
                  <a:pt x="41943" y="8503"/>
                  <a:pt x="41805" y="8503"/>
                </a:cubicBezTo>
                <a:close/>
                <a:moveTo>
                  <a:pt x="43024" y="8503"/>
                </a:moveTo>
                <a:cubicBezTo>
                  <a:pt x="42805" y="8503"/>
                  <a:pt x="42695" y="8769"/>
                  <a:pt x="42852" y="8923"/>
                </a:cubicBezTo>
                <a:cubicBezTo>
                  <a:pt x="42902" y="8974"/>
                  <a:pt x="42964" y="8997"/>
                  <a:pt x="43024" y="8997"/>
                </a:cubicBezTo>
                <a:cubicBezTo>
                  <a:pt x="43150" y="8997"/>
                  <a:pt x="43272" y="8898"/>
                  <a:pt x="43272" y="8750"/>
                </a:cubicBezTo>
                <a:cubicBezTo>
                  <a:pt x="43272" y="8613"/>
                  <a:pt x="43162" y="8503"/>
                  <a:pt x="43024" y="8503"/>
                </a:cubicBezTo>
                <a:close/>
                <a:moveTo>
                  <a:pt x="44243" y="8503"/>
                </a:moveTo>
                <a:cubicBezTo>
                  <a:pt x="44024" y="8503"/>
                  <a:pt x="43914" y="8769"/>
                  <a:pt x="44071" y="8923"/>
                </a:cubicBezTo>
                <a:cubicBezTo>
                  <a:pt x="44121" y="8974"/>
                  <a:pt x="44183" y="8997"/>
                  <a:pt x="44243" y="8997"/>
                </a:cubicBezTo>
                <a:cubicBezTo>
                  <a:pt x="44369" y="8997"/>
                  <a:pt x="44491" y="8898"/>
                  <a:pt x="44491" y="8750"/>
                </a:cubicBezTo>
                <a:cubicBezTo>
                  <a:pt x="44491" y="8613"/>
                  <a:pt x="44381" y="8503"/>
                  <a:pt x="44243" y="8503"/>
                </a:cubicBezTo>
                <a:close/>
                <a:moveTo>
                  <a:pt x="44105" y="9766"/>
                </a:moveTo>
                <a:lnTo>
                  <a:pt x="44105" y="9766"/>
                </a:lnTo>
                <a:cubicBezTo>
                  <a:pt x="44086" y="9778"/>
                  <a:pt x="44068" y="9794"/>
                  <a:pt x="44052" y="9813"/>
                </a:cubicBezTo>
                <a:cubicBezTo>
                  <a:pt x="44071" y="9797"/>
                  <a:pt x="44086" y="9781"/>
                  <a:pt x="44105" y="9766"/>
                </a:cubicBezTo>
                <a:close/>
                <a:moveTo>
                  <a:pt x="24723" y="9722"/>
                </a:moveTo>
                <a:cubicBezTo>
                  <a:pt x="24591" y="9728"/>
                  <a:pt x="24484" y="9835"/>
                  <a:pt x="24484" y="9969"/>
                </a:cubicBezTo>
                <a:cubicBezTo>
                  <a:pt x="24484" y="9991"/>
                  <a:pt x="24488" y="10010"/>
                  <a:pt x="24494" y="10032"/>
                </a:cubicBezTo>
                <a:cubicBezTo>
                  <a:pt x="24578" y="9935"/>
                  <a:pt x="24654" y="9832"/>
                  <a:pt x="24723" y="9722"/>
                </a:cubicBezTo>
                <a:close/>
                <a:moveTo>
                  <a:pt x="7659" y="9722"/>
                </a:moveTo>
                <a:cubicBezTo>
                  <a:pt x="7574" y="9722"/>
                  <a:pt x="7496" y="9766"/>
                  <a:pt x="7449" y="9838"/>
                </a:cubicBezTo>
                <a:cubicBezTo>
                  <a:pt x="7590" y="9922"/>
                  <a:pt x="7734" y="10004"/>
                  <a:pt x="7878" y="10082"/>
                </a:cubicBezTo>
                <a:cubicBezTo>
                  <a:pt x="7963" y="9916"/>
                  <a:pt x="7844" y="9722"/>
                  <a:pt x="7659" y="9722"/>
                </a:cubicBezTo>
                <a:close/>
                <a:moveTo>
                  <a:pt x="38148" y="9722"/>
                </a:moveTo>
                <a:cubicBezTo>
                  <a:pt x="37985" y="9722"/>
                  <a:pt x="37869" y="9872"/>
                  <a:pt x="37910" y="10029"/>
                </a:cubicBezTo>
                <a:cubicBezTo>
                  <a:pt x="38019" y="10085"/>
                  <a:pt x="38132" y="10142"/>
                  <a:pt x="38248" y="10195"/>
                </a:cubicBezTo>
                <a:cubicBezTo>
                  <a:pt x="38489" y="10085"/>
                  <a:pt x="38414" y="9722"/>
                  <a:pt x="38148" y="9722"/>
                </a:cubicBezTo>
                <a:close/>
                <a:moveTo>
                  <a:pt x="67413" y="9721"/>
                </a:moveTo>
                <a:cubicBezTo>
                  <a:pt x="67281" y="9721"/>
                  <a:pt x="67167" y="9829"/>
                  <a:pt x="67167" y="9969"/>
                </a:cubicBezTo>
                <a:cubicBezTo>
                  <a:pt x="67167" y="10073"/>
                  <a:pt x="67236" y="10170"/>
                  <a:pt x="67336" y="10201"/>
                </a:cubicBezTo>
                <a:cubicBezTo>
                  <a:pt x="67380" y="10045"/>
                  <a:pt x="67421" y="9885"/>
                  <a:pt x="67458" y="9725"/>
                </a:cubicBezTo>
                <a:cubicBezTo>
                  <a:pt x="67443" y="9722"/>
                  <a:pt x="67428" y="9721"/>
                  <a:pt x="67413" y="9721"/>
                </a:cubicBezTo>
                <a:close/>
                <a:moveTo>
                  <a:pt x="8878" y="9722"/>
                </a:moveTo>
                <a:cubicBezTo>
                  <a:pt x="8659" y="9722"/>
                  <a:pt x="8549" y="9988"/>
                  <a:pt x="8706" y="10142"/>
                </a:cubicBezTo>
                <a:cubicBezTo>
                  <a:pt x="8756" y="10193"/>
                  <a:pt x="8818" y="10216"/>
                  <a:pt x="8878" y="10216"/>
                </a:cubicBezTo>
                <a:cubicBezTo>
                  <a:pt x="9004" y="10216"/>
                  <a:pt x="9126" y="10117"/>
                  <a:pt x="9126" y="9969"/>
                </a:cubicBezTo>
                <a:cubicBezTo>
                  <a:pt x="9126" y="9832"/>
                  <a:pt x="9016" y="9722"/>
                  <a:pt x="8878" y="9722"/>
                </a:cubicBezTo>
                <a:close/>
                <a:moveTo>
                  <a:pt x="10097" y="9722"/>
                </a:moveTo>
                <a:cubicBezTo>
                  <a:pt x="9878" y="9722"/>
                  <a:pt x="9768" y="9988"/>
                  <a:pt x="9925" y="10142"/>
                </a:cubicBezTo>
                <a:cubicBezTo>
                  <a:pt x="9975" y="10193"/>
                  <a:pt x="10037" y="10216"/>
                  <a:pt x="10097" y="10216"/>
                </a:cubicBezTo>
                <a:cubicBezTo>
                  <a:pt x="10223" y="10216"/>
                  <a:pt x="10345" y="10117"/>
                  <a:pt x="10345" y="9969"/>
                </a:cubicBezTo>
                <a:cubicBezTo>
                  <a:pt x="10345" y="9832"/>
                  <a:pt x="10235" y="9722"/>
                  <a:pt x="10097" y="9722"/>
                </a:cubicBezTo>
                <a:close/>
                <a:moveTo>
                  <a:pt x="11319" y="9722"/>
                </a:moveTo>
                <a:cubicBezTo>
                  <a:pt x="11097" y="9722"/>
                  <a:pt x="10987" y="9988"/>
                  <a:pt x="11144" y="10142"/>
                </a:cubicBezTo>
                <a:cubicBezTo>
                  <a:pt x="11194" y="10193"/>
                  <a:pt x="11256" y="10216"/>
                  <a:pt x="11316" y="10216"/>
                </a:cubicBezTo>
                <a:cubicBezTo>
                  <a:pt x="11442" y="10216"/>
                  <a:pt x="11564" y="10117"/>
                  <a:pt x="11564" y="9969"/>
                </a:cubicBezTo>
                <a:cubicBezTo>
                  <a:pt x="11564" y="9832"/>
                  <a:pt x="11454" y="9722"/>
                  <a:pt x="11319" y="9722"/>
                </a:cubicBezTo>
                <a:close/>
                <a:moveTo>
                  <a:pt x="12538" y="9722"/>
                </a:moveTo>
                <a:cubicBezTo>
                  <a:pt x="12316" y="9722"/>
                  <a:pt x="12206" y="9988"/>
                  <a:pt x="12363" y="10142"/>
                </a:cubicBezTo>
                <a:cubicBezTo>
                  <a:pt x="12414" y="10193"/>
                  <a:pt x="12476" y="10216"/>
                  <a:pt x="12537" y="10216"/>
                </a:cubicBezTo>
                <a:cubicBezTo>
                  <a:pt x="12663" y="10216"/>
                  <a:pt x="12783" y="10117"/>
                  <a:pt x="12783" y="9969"/>
                </a:cubicBezTo>
                <a:cubicBezTo>
                  <a:pt x="12783" y="9832"/>
                  <a:pt x="12673" y="9722"/>
                  <a:pt x="12538" y="9722"/>
                </a:cubicBezTo>
                <a:close/>
                <a:moveTo>
                  <a:pt x="13757" y="9722"/>
                </a:moveTo>
                <a:cubicBezTo>
                  <a:pt x="13538" y="9722"/>
                  <a:pt x="13425" y="9988"/>
                  <a:pt x="13582" y="10142"/>
                </a:cubicBezTo>
                <a:cubicBezTo>
                  <a:pt x="13633" y="10193"/>
                  <a:pt x="13695" y="10216"/>
                  <a:pt x="13757" y="10216"/>
                </a:cubicBezTo>
                <a:cubicBezTo>
                  <a:pt x="13884" y="10216"/>
                  <a:pt x="14005" y="10117"/>
                  <a:pt x="14005" y="9969"/>
                </a:cubicBezTo>
                <a:cubicBezTo>
                  <a:pt x="14005" y="9832"/>
                  <a:pt x="13892" y="9722"/>
                  <a:pt x="13757" y="9722"/>
                </a:cubicBezTo>
                <a:close/>
                <a:moveTo>
                  <a:pt x="14976" y="9722"/>
                </a:moveTo>
                <a:cubicBezTo>
                  <a:pt x="14757" y="9722"/>
                  <a:pt x="14647" y="9988"/>
                  <a:pt x="14801" y="10142"/>
                </a:cubicBezTo>
                <a:cubicBezTo>
                  <a:pt x="14852" y="10193"/>
                  <a:pt x="14915" y="10216"/>
                  <a:pt x="14976" y="10216"/>
                </a:cubicBezTo>
                <a:cubicBezTo>
                  <a:pt x="15103" y="10216"/>
                  <a:pt x="15224" y="10117"/>
                  <a:pt x="15224" y="9969"/>
                </a:cubicBezTo>
                <a:cubicBezTo>
                  <a:pt x="15224" y="9832"/>
                  <a:pt x="15111" y="9722"/>
                  <a:pt x="14976" y="9722"/>
                </a:cubicBezTo>
                <a:close/>
                <a:moveTo>
                  <a:pt x="16196" y="9722"/>
                </a:moveTo>
                <a:cubicBezTo>
                  <a:pt x="15976" y="9722"/>
                  <a:pt x="15866" y="9988"/>
                  <a:pt x="16020" y="10142"/>
                </a:cubicBezTo>
                <a:cubicBezTo>
                  <a:pt x="16071" y="10193"/>
                  <a:pt x="16134" y="10216"/>
                  <a:pt x="16195" y="10216"/>
                </a:cubicBezTo>
                <a:cubicBezTo>
                  <a:pt x="16322" y="10216"/>
                  <a:pt x="16443" y="10117"/>
                  <a:pt x="16443" y="9969"/>
                </a:cubicBezTo>
                <a:cubicBezTo>
                  <a:pt x="16443" y="9832"/>
                  <a:pt x="16333" y="9722"/>
                  <a:pt x="16196" y="9722"/>
                </a:cubicBezTo>
                <a:close/>
                <a:moveTo>
                  <a:pt x="17415" y="9722"/>
                </a:moveTo>
                <a:cubicBezTo>
                  <a:pt x="17195" y="9722"/>
                  <a:pt x="17086" y="9988"/>
                  <a:pt x="17242" y="10142"/>
                </a:cubicBezTo>
                <a:cubicBezTo>
                  <a:pt x="17292" y="10193"/>
                  <a:pt x="17354" y="10216"/>
                  <a:pt x="17415" y="10216"/>
                </a:cubicBezTo>
                <a:cubicBezTo>
                  <a:pt x="17541" y="10216"/>
                  <a:pt x="17662" y="10117"/>
                  <a:pt x="17662" y="9969"/>
                </a:cubicBezTo>
                <a:cubicBezTo>
                  <a:pt x="17662" y="9832"/>
                  <a:pt x="17552" y="9722"/>
                  <a:pt x="17415" y="9722"/>
                </a:cubicBezTo>
                <a:close/>
                <a:moveTo>
                  <a:pt x="18634" y="9722"/>
                </a:moveTo>
                <a:cubicBezTo>
                  <a:pt x="18414" y="9722"/>
                  <a:pt x="18305" y="9988"/>
                  <a:pt x="18461" y="10142"/>
                </a:cubicBezTo>
                <a:cubicBezTo>
                  <a:pt x="18511" y="10193"/>
                  <a:pt x="18573" y="10216"/>
                  <a:pt x="18634" y="10216"/>
                </a:cubicBezTo>
                <a:cubicBezTo>
                  <a:pt x="18760" y="10216"/>
                  <a:pt x="18881" y="10117"/>
                  <a:pt x="18881" y="9969"/>
                </a:cubicBezTo>
                <a:cubicBezTo>
                  <a:pt x="18881" y="9832"/>
                  <a:pt x="18772" y="9722"/>
                  <a:pt x="18634" y="9722"/>
                </a:cubicBezTo>
                <a:close/>
                <a:moveTo>
                  <a:pt x="19856" y="9722"/>
                </a:moveTo>
                <a:cubicBezTo>
                  <a:pt x="19633" y="9722"/>
                  <a:pt x="19524" y="9988"/>
                  <a:pt x="19680" y="10142"/>
                </a:cubicBezTo>
                <a:cubicBezTo>
                  <a:pt x="19730" y="10193"/>
                  <a:pt x="19792" y="10216"/>
                  <a:pt x="19853" y="10216"/>
                </a:cubicBezTo>
                <a:cubicBezTo>
                  <a:pt x="19979" y="10216"/>
                  <a:pt x="20100" y="10117"/>
                  <a:pt x="20100" y="9969"/>
                </a:cubicBezTo>
                <a:cubicBezTo>
                  <a:pt x="20100" y="9832"/>
                  <a:pt x="19991" y="9722"/>
                  <a:pt x="19856" y="9722"/>
                </a:cubicBezTo>
                <a:close/>
                <a:moveTo>
                  <a:pt x="21075" y="9722"/>
                </a:moveTo>
                <a:cubicBezTo>
                  <a:pt x="20852" y="9722"/>
                  <a:pt x="20743" y="9988"/>
                  <a:pt x="20899" y="10142"/>
                </a:cubicBezTo>
                <a:cubicBezTo>
                  <a:pt x="20950" y="10193"/>
                  <a:pt x="21013" y="10216"/>
                  <a:pt x="21073" y="10216"/>
                </a:cubicBezTo>
                <a:cubicBezTo>
                  <a:pt x="21199" y="10216"/>
                  <a:pt x="21319" y="10117"/>
                  <a:pt x="21319" y="9969"/>
                </a:cubicBezTo>
                <a:cubicBezTo>
                  <a:pt x="21319" y="9832"/>
                  <a:pt x="21210" y="9722"/>
                  <a:pt x="21075" y="9722"/>
                </a:cubicBezTo>
                <a:close/>
                <a:moveTo>
                  <a:pt x="22294" y="9722"/>
                </a:moveTo>
                <a:cubicBezTo>
                  <a:pt x="22075" y="9722"/>
                  <a:pt x="21965" y="9988"/>
                  <a:pt x="22118" y="10142"/>
                </a:cubicBezTo>
                <a:cubicBezTo>
                  <a:pt x="22169" y="10193"/>
                  <a:pt x="22232" y="10216"/>
                  <a:pt x="22293" y="10216"/>
                </a:cubicBezTo>
                <a:cubicBezTo>
                  <a:pt x="22420" y="10216"/>
                  <a:pt x="22541" y="10117"/>
                  <a:pt x="22541" y="9969"/>
                </a:cubicBezTo>
                <a:cubicBezTo>
                  <a:pt x="22541" y="9832"/>
                  <a:pt x="22429" y="9722"/>
                  <a:pt x="22294" y="9722"/>
                </a:cubicBezTo>
                <a:close/>
                <a:moveTo>
                  <a:pt x="23513" y="9722"/>
                </a:moveTo>
                <a:cubicBezTo>
                  <a:pt x="23294" y="9722"/>
                  <a:pt x="23184" y="9988"/>
                  <a:pt x="23337" y="10142"/>
                </a:cubicBezTo>
                <a:cubicBezTo>
                  <a:pt x="23388" y="10193"/>
                  <a:pt x="23451" y="10216"/>
                  <a:pt x="23512" y="10216"/>
                </a:cubicBezTo>
                <a:cubicBezTo>
                  <a:pt x="23639" y="10216"/>
                  <a:pt x="23761" y="10117"/>
                  <a:pt x="23761" y="9969"/>
                </a:cubicBezTo>
                <a:cubicBezTo>
                  <a:pt x="23761" y="9832"/>
                  <a:pt x="23648" y="9722"/>
                  <a:pt x="23513" y="9722"/>
                </a:cubicBezTo>
                <a:close/>
                <a:moveTo>
                  <a:pt x="39367" y="9722"/>
                </a:moveTo>
                <a:cubicBezTo>
                  <a:pt x="39148" y="9722"/>
                  <a:pt x="39038" y="9988"/>
                  <a:pt x="39191" y="10142"/>
                </a:cubicBezTo>
                <a:cubicBezTo>
                  <a:pt x="39242" y="10193"/>
                  <a:pt x="39305" y="10216"/>
                  <a:pt x="39366" y="10216"/>
                </a:cubicBezTo>
                <a:cubicBezTo>
                  <a:pt x="39493" y="10216"/>
                  <a:pt x="39614" y="10117"/>
                  <a:pt x="39614" y="9969"/>
                </a:cubicBezTo>
                <a:cubicBezTo>
                  <a:pt x="39614" y="9832"/>
                  <a:pt x="39502" y="9722"/>
                  <a:pt x="39367" y="9722"/>
                </a:cubicBezTo>
                <a:close/>
                <a:moveTo>
                  <a:pt x="40586" y="9722"/>
                </a:moveTo>
                <a:cubicBezTo>
                  <a:pt x="40367" y="9722"/>
                  <a:pt x="40257" y="9988"/>
                  <a:pt x="40410" y="10142"/>
                </a:cubicBezTo>
                <a:cubicBezTo>
                  <a:pt x="40461" y="10193"/>
                  <a:pt x="40524" y="10216"/>
                  <a:pt x="40585" y="10216"/>
                </a:cubicBezTo>
                <a:cubicBezTo>
                  <a:pt x="40712" y="10216"/>
                  <a:pt x="40834" y="10117"/>
                  <a:pt x="40834" y="9969"/>
                </a:cubicBezTo>
                <a:cubicBezTo>
                  <a:pt x="40834" y="9832"/>
                  <a:pt x="40721" y="9722"/>
                  <a:pt x="40586" y="9722"/>
                </a:cubicBezTo>
                <a:close/>
                <a:moveTo>
                  <a:pt x="41805" y="9722"/>
                </a:moveTo>
                <a:cubicBezTo>
                  <a:pt x="41586" y="9722"/>
                  <a:pt x="41476" y="9988"/>
                  <a:pt x="41630" y="10142"/>
                </a:cubicBezTo>
                <a:cubicBezTo>
                  <a:pt x="41680" y="10193"/>
                  <a:pt x="41743" y="10216"/>
                  <a:pt x="41804" y="10216"/>
                </a:cubicBezTo>
                <a:cubicBezTo>
                  <a:pt x="41931" y="10216"/>
                  <a:pt x="42053" y="10117"/>
                  <a:pt x="42053" y="9969"/>
                </a:cubicBezTo>
                <a:cubicBezTo>
                  <a:pt x="42053" y="9832"/>
                  <a:pt x="41943" y="9722"/>
                  <a:pt x="41805" y="9722"/>
                </a:cubicBezTo>
                <a:close/>
                <a:moveTo>
                  <a:pt x="43024" y="9722"/>
                </a:moveTo>
                <a:cubicBezTo>
                  <a:pt x="42805" y="9722"/>
                  <a:pt x="42695" y="9988"/>
                  <a:pt x="42852" y="10142"/>
                </a:cubicBezTo>
                <a:cubicBezTo>
                  <a:pt x="42902" y="10193"/>
                  <a:pt x="42964" y="10216"/>
                  <a:pt x="43024" y="10216"/>
                </a:cubicBezTo>
                <a:cubicBezTo>
                  <a:pt x="43150" y="10216"/>
                  <a:pt x="43272" y="10117"/>
                  <a:pt x="43272" y="9969"/>
                </a:cubicBezTo>
                <a:cubicBezTo>
                  <a:pt x="43272" y="9832"/>
                  <a:pt x="43162" y="9722"/>
                  <a:pt x="43024" y="9722"/>
                </a:cubicBezTo>
                <a:close/>
                <a:moveTo>
                  <a:pt x="56440" y="9722"/>
                </a:moveTo>
                <a:cubicBezTo>
                  <a:pt x="56221" y="9722"/>
                  <a:pt x="56111" y="9988"/>
                  <a:pt x="56264" y="10142"/>
                </a:cubicBezTo>
                <a:cubicBezTo>
                  <a:pt x="56315" y="10193"/>
                  <a:pt x="56378" y="10216"/>
                  <a:pt x="56439" y="10216"/>
                </a:cubicBezTo>
                <a:cubicBezTo>
                  <a:pt x="56566" y="10216"/>
                  <a:pt x="56687" y="10117"/>
                  <a:pt x="56687" y="9969"/>
                </a:cubicBezTo>
                <a:cubicBezTo>
                  <a:pt x="56687" y="9832"/>
                  <a:pt x="56575" y="9722"/>
                  <a:pt x="56440" y="9722"/>
                </a:cubicBezTo>
                <a:close/>
                <a:moveTo>
                  <a:pt x="57659" y="9722"/>
                </a:moveTo>
                <a:cubicBezTo>
                  <a:pt x="57440" y="9722"/>
                  <a:pt x="57330" y="9988"/>
                  <a:pt x="57483" y="10142"/>
                </a:cubicBezTo>
                <a:cubicBezTo>
                  <a:pt x="57534" y="10193"/>
                  <a:pt x="57597" y="10216"/>
                  <a:pt x="57658" y="10216"/>
                </a:cubicBezTo>
                <a:cubicBezTo>
                  <a:pt x="57785" y="10216"/>
                  <a:pt x="57907" y="10117"/>
                  <a:pt x="57907" y="9969"/>
                </a:cubicBezTo>
                <a:cubicBezTo>
                  <a:pt x="57907" y="9832"/>
                  <a:pt x="57794" y="9722"/>
                  <a:pt x="57659" y="9722"/>
                </a:cubicBezTo>
                <a:close/>
                <a:moveTo>
                  <a:pt x="58878" y="9722"/>
                </a:moveTo>
                <a:cubicBezTo>
                  <a:pt x="58659" y="9722"/>
                  <a:pt x="58549" y="9988"/>
                  <a:pt x="58703" y="10142"/>
                </a:cubicBezTo>
                <a:cubicBezTo>
                  <a:pt x="58753" y="10193"/>
                  <a:pt x="58816" y="10216"/>
                  <a:pt x="58877" y="10216"/>
                </a:cubicBezTo>
                <a:cubicBezTo>
                  <a:pt x="59004" y="10216"/>
                  <a:pt x="59126" y="10117"/>
                  <a:pt x="59126" y="9969"/>
                </a:cubicBezTo>
                <a:cubicBezTo>
                  <a:pt x="59126" y="9832"/>
                  <a:pt x="59016" y="9722"/>
                  <a:pt x="58878" y="9722"/>
                </a:cubicBezTo>
                <a:close/>
                <a:moveTo>
                  <a:pt x="60097" y="9722"/>
                </a:moveTo>
                <a:cubicBezTo>
                  <a:pt x="59878" y="9722"/>
                  <a:pt x="59768" y="9988"/>
                  <a:pt x="59925" y="10142"/>
                </a:cubicBezTo>
                <a:cubicBezTo>
                  <a:pt x="59975" y="10193"/>
                  <a:pt x="60037" y="10216"/>
                  <a:pt x="60097" y="10216"/>
                </a:cubicBezTo>
                <a:cubicBezTo>
                  <a:pt x="60223" y="10216"/>
                  <a:pt x="60345" y="10117"/>
                  <a:pt x="60345" y="9969"/>
                </a:cubicBezTo>
                <a:cubicBezTo>
                  <a:pt x="60345" y="9832"/>
                  <a:pt x="60235" y="9722"/>
                  <a:pt x="60097" y="9722"/>
                </a:cubicBezTo>
                <a:close/>
                <a:moveTo>
                  <a:pt x="61316" y="9722"/>
                </a:moveTo>
                <a:cubicBezTo>
                  <a:pt x="61097" y="9722"/>
                  <a:pt x="60987" y="9988"/>
                  <a:pt x="61144" y="10142"/>
                </a:cubicBezTo>
                <a:cubicBezTo>
                  <a:pt x="61194" y="10193"/>
                  <a:pt x="61256" y="10216"/>
                  <a:pt x="61316" y="10216"/>
                </a:cubicBezTo>
                <a:cubicBezTo>
                  <a:pt x="61442" y="10216"/>
                  <a:pt x="61564" y="10117"/>
                  <a:pt x="61564" y="9969"/>
                </a:cubicBezTo>
                <a:cubicBezTo>
                  <a:pt x="61564" y="9832"/>
                  <a:pt x="61454" y="9722"/>
                  <a:pt x="61316" y="9722"/>
                </a:cubicBezTo>
                <a:close/>
                <a:moveTo>
                  <a:pt x="62538" y="9722"/>
                </a:moveTo>
                <a:cubicBezTo>
                  <a:pt x="62316" y="9722"/>
                  <a:pt x="62206" y="9988"/>
                  <a:pt x="62363" y="10142"/>
                </a:cubicBezTo>
                <a:cubicBezTo>
                  <a:pt x="62414" y="10193"/>
                  <a:pt x="62476" y="10216"/>
                  <a:pt x="62537" y="10216"/>
                </a:cubicBezTo>
                <a:cubicBezTo>
                  <a:pt x="62663" y="10216"/>
                  <a:pt x="62783" y="10117"/>
                  <a:pt x="62783" y="9969"/>
                </a:cubicBezTo>
                <a:cubicBezTo>
                  <a:pt x="62783" y="9832"/>
                  <a:pt x="62673" y="9722"/>
                  <a:pt x="62538" y="9722"/>
                </a:cubicBezTo>
                <a:close/>
                <a:moveTo>
                  <a:pt x="63757" y="9722"/>
                </a:moveTo>
                <a:cubicBezTo>
                  <a:pt x="63538" y="9722"/>
                  <a:pt x="63425" y="9988"/>
                  <a:pt x="63582" y="10142"/>
                </a:cubicBezTo>
                <a:cubicBezTo>
                  <a:pt x="63633" y="10193"/>
                  <a:pt x="63695" y="10216"/>
                  <a:pt x="63756" y="10216"/>
                </a:cubicBezTo>
                <a:cubicBezTo>
                  <a:pt x="63882" y="10216"/>
                  <a:pt x="64002" y="10117"/>
                  <a:pt x="64002" y="9969"/>
                </a:cubicBezTo>
                <a:cubicBezTo>
                  <a:pt x="64002" y="9832"/>
                  <a:pt x="63892" y="9722"/>
                  <a:pt x="63757" y="9722"/>
                </a:cubicBezTo>
                <a:close/>
                <a:moveTo>
                  <a:pt x="64976" y="9722"/>
                </a:moveTo>
                <a:cubicBezTo>
                  <a:pt x="64757" y="9722"/>
                  <a:pt x="64647" y="9988"/>
                  <a:pt x="64801" y="10142"/>
                </a:cubicBezTo>
                <a:cubicBezTo>
                  <a:pt x="64852" y="10193"/>
                  <a:pt x="64914" y="10216"/>
                  <a:pt x="64976" y="10216"/>
                </a:cubicBezTo>
                <a:cubicBezTo>
                  <a:pt x="65103" y="10216"/>
                  <a:pt x="65224" y="10117"/>
                  <a:pt x="65224" y="9969"/>
                </a:cubicBezTo>
                <a:cubicBezTo>
                  <a:pt x="65224" y="9832"/>
                  <a:pt x="65111" y="9722"/>
                  <a:pt x="64976" y="9722"/>
                </a:cubicBezTo>
                <a:close/>
                <a:moveTo>
                  <a:pt x="66195" y="9722"/>
                </a:moveTo>
                <a:cubicBezTo>
                  <a:pt x="65976" y="9722"/>
                  <a:pt x="65866" y="9988"/>
                  <a:pt x="66020" y="10142"/>
                </a:cubicBezTo>
                <a:cubicBezTo>
                  <a:pt x="66071" y="10193"/>
                  <a:pt x="66133" y="10216"/>
                  <a:pt x="66195" y="10216"/>
                </a:cubicBezTo>
                <a:cubicBezTo>
                  <a:pt x="66322" y="10216"/>
                  <a:pt x="66443" y="10117"/>
                  <a:pt x="66443" y="9969"/>
                </a:cubicBezTo>
                <a:cubicBezTo>
                  <a:pt x="66443" y="9832"/>
                  <a:pt x="66330" y="9722"/>
                  <a:pt x="66195" y="9722"/>
                </a:cubicBezTo>
                <a:close/>
                <a:moveTo>
                  <a:pt x="10097" y="10941"/>
                </a:moveTo>
                <a:cubicBezTo>
                  <a:pt x="10025" y="10941"/>
                  <a:pt x="9956" y="10972"/>
                  <a:pt x="9912" y="11029"/>
                </a:cubicBezTo>
                <a:cubicBezTo>
                  <a:pt x="10056" y="11085"/>
                  <a:pt x="10201" y="11138"/>
                  <a:pt x="10345" y="11192"/>
                </a:cubicBezTo>
                <a:lnTo>
                  <a:pt x="10345" y="11188"/>
                </a:lnTo>
                <a:cubicBezTo>
                  <a:pt x="10345" y="11051"/>
                  <a:pt x="10235" y="10941"/>
                  <a:pt x="10097" y="10941"/>
                </a:cubicBezTo>
                <a:close/>
                <a:moveTo>
                  <a:pt x="56440" y="10941"/>
                </a:moveTo>
                <a:cubicBezTo>
                  <a:pt x="56221" y="10941"/>
                  <a:pt x="56111" y="11207"/>
                  <a:pt x="56264" y="11361"/>
                </a:cubicBezTo>
                <a:cubicBezTo>
                  <a:pt x="56315" y="11412"/>
                  <a:pt x="56378" y="11435"/>
                  <a:pt x="56439" y="11435"/>
                </a:cubicBezTo>
                <a:cubicBezTo>
                  <a:pt x="56566" y="11435"/>
                  <a:pt x="56687" y="11337"/>
                  <a:pt x="56687" y="11188"/>
                </a:cubicBezTo>
                <a:cubicBezTo>
                  <a:pt x="56687" y="11051"/>
                  <a:pt x="56575" y="10941"/>
                  <a:pt x="56440" y="10941"/>
                </a:cubicBezTo>
                <a:close/>
                <a:moveTo>
                  <a:pt x="57659" y="10941"/>
                </a:moveTo>
                <a:cubicBezTo>
                  <a:pt x="57440" y="10941"/>
                  <a:pt x="57330" y="11207"/>
                  <a:pt x="57483" y="11361"/>
                </a:cubicBezTo>
                <a:cubicBezTo>
                  <a:pt x="57534" y="11412"/>
                  <a:pt x="57597" y="11435"/>
                  <a:pt x="57658" y="11435"/>
                </a:cubicBezTo>
                <a:cubicBezTo>
                  <a:pt x="57785" y="11435"/>
                  <a:pt x="57907" y="11337"/>
                  <a:pt x="57907" y="11188"/>
                </a:cubicBezTo>
                <a:cubicBezTo>
                  <a:pt x="57907" y="11051"/>
                  <a:pt x="57794" y="10941"/>
                  <a:pt x="57659" y="10941"/>
                </a:cubicBezTo>
                <a:close/>
                <a:moveTo>
                  <a:pt x="58878" y="10941"/>
                </a:moveTo>
                <a:cubicBezTo>
                  <a:pt x="58659" y="10941"/>
                  <a:pt x="58549" y="11207"/>
                  <a:pt x="58703" y="11361"/>
                </a:cubicBezTo>
                <a:cubicBezTo>
                  <a:pt x="58753" y="11412"/>
                  <a:pt x="58816" y="11435"/>
                  <a:pt x="58877" y="11435"/>
                </a:cubicBezTo>
                <a:cubicBezTo>
                  <a:pt x="59004" y="11435"/>
                  <a:pt x="59126" y="11337"/>
                  <a:pt x="59126" y="11188"/>
                </a:cubicBezTo>
                <a:cubicBezTo>
                  <a:pt x="59126" y="11051"/>
                  <a:pt x="59016" y="10941"/>
                  <a:pt x="58878" y="10941"/>
                </a:cubicBezTo>
                <a:close/>
                <a:moveTo>
                  <a:pt x="60097" y="10941"/>
                </a:moveTo>
                <a:cubicBezTo>
                  <a:pt x="59878" y="10941"/>
                  <a:pt x="59768" y="11207"/>
                  <a:pt x="59925" y="11361"/>
                </a:cubicBezTo>
                <a:cubicBezTo>
                  <a:pt x="59975" y="11412"/>
                  <a:pt x="60037" y="11435"/>
                  <a:pt x="60097" y="11435"/>
                </a:cubicBezTo>
                <a:cubicBezTo>
                  <a:pt x="60223" y="11435"/>
                  <a:pt x="60345" y="11337"/>
                  <a:pt x="60345" y="11188"/>
                </a:cubicBezTo>
                <a:cubicBezTo>
                  <a:pt x="60345" y="11051"/>
                  <a:pt x="60235" y="10941"/>
                  <a:pt x="60097" y="10941"/>
                </a:cubicBezTo>
                <a:close/>
                <a:moveTo>
                  <a:pt x="61316" y="10941"/>
                </a:moveTo>
                <a:cubicBezTo>
                  <a:pt x="61097" y="10941"/>
                  <a:pt x="60987" y="11207"/>
                  <a:pt x="61144" y="11361"/>
                </a:cubicBezTo>
                <a:cubicBezTo>
                  <a:pt x="61194" y="11412"/>
                  <a:pt x="61256" y="11435"/>
                  <a:pt x="61316" y="11435"/>
                </a:cubicBezTo>
                <a:cubicBezTo>
                  <a:pt x="61442" y="11435"/>
                  <a:pt x="61564" y="11337"/>
                  <a:pt x="61564" y="11188"/>
                </a:cubicBezTo>
                <a:cubicBezTo>
                  <a:pt x="61564" y="11051"/>
                  <a:pt x="61454" y="10941"/>
                  <a:pt x="61316" y="10941"/>
                </a:cubicBezTo>
                <a:close/>
                <a:moveTo>
                  <a:pt x="62538" y="10941"/>
                </a:moveTo>
                <a:cubicBezTo>
                  <a:pt x="62316" y="10941"/>
                  <a:pt x="62206" y="11207"/>
                  <a:pt x="62363" y="11361"/>
                </a:cubicBezTo>
                <a:cubicBezTo>
                  <a:pt x="62414" y="11412"/>
                  <a:pt x="62476" y="11435"/>
                  <a:pt x="62537" y="11435"/>
                </a:cubicBezTo>
                <a:cubicBezTo>
                  <a:pt x="62663" y="11435"/>
                  <a:pt x="62783" y="11337"/>
                  <a:pt x="62783" y="11188"/>
                </a:cubicBezTo>
                <a:cubicBezTo>
                  <a:pt x="62783" y="11051"/>
                  <a:pt x="62673" y="10941"/>
                  <a:pt x="62538" y="10941"/>
                </a:cubicBezTo>
                <a:close/>
                <a:moveTo>
                  <a:pt x="63757" y="10941"/>
                </a:moveTo>
                <a:cubicBezTo>
                  <a:pt x="63538" y="10941"/>
                  <a:pt x="63425" y="11207"/>
                  <a:pt x="63582" y="11361"/>
                </a:cubicBezTo>
                <a:cubicBezTo>
                  <a:pt x="63633" y="11412"/>
                  <a:pt x="63695" y="11435"/>
                  <a:pt x="63756" y="11435"/>
                </a:cubicBezTo>
                <a:cubicBezTo>
                  <a:pt x="63882" y="11435"/>
                  <a:pt x="64002" y="11337"/>
                  <a:pt x="64002" y="11188"/>
                </a:cubicBezTo>
                <a:cubicBezTo>
                  <a:pt x="64002" y="11051"/>
                  <a:pt x="63892" y="10941"/>
                  <a:pt x="63757" y="10941"/>
                </a:cubicBezTo>
                <a:close/>
                <a:moveTo>
                  <a:pt x="64976" y="10941"/>
                </a:moveTo>
                <a:cubicBezTo>
                  <a:pt x="64757" y="10941"/>
                  <a:pt x="64647" y="11207"/>
                  <a:pt x="64801" y="11361"/>
                </a:cubicBezTo>
                <a:cubicBezTo>
                  <a:pt x="64852" y="11412"/>
                  <a:pt x="64914" y="11435"/>
                  <a:pt x="64976" y="11435"/>
                </a:cubicBezTo>
                <a:cubicBezTo>
                  <a:pt x="65103" y="11435"/>
                  <a:pt x="65224" y="11337"/>
                  <a:pt x="65224" y="11188"/>
                </a:cubicBezTo>
                <a:cubicBezTo>
                  <a:pt x="65224" y="11051"/>
                  <a:pt x="65111" y="10941"/>
                  <a:pt x="64976" y="10941"/>
                </a:cubicBezTo>
                <a:close/>
                <a:moveTo>
                  <a:pt x="66195" y="10941"/>
                </a:moveTo>
                <a:cubicBezTo>
                  <a:pt x="65976" y="10941"/>
                  <a:pt x="65866" y="11207"/>
                  <a:pt x="66020" y="11361"/>
                </a:cubicBezTo>
                <a:cubicBezTo>
                  <a:pt x="66071" y="11412"/>
                  <a:pt x="66133" y="11435"/>
                  <a:pt x="66195" y="11435"/>
                </a:cubicBezTo>
                <a:cubicBezTo>
                  <a:pt x="66322" y="11435"/>
                  <a:pt x="66443" y="11337"/>
                  <a:pt x="66443" y="11188"/>
                </a:cubicBezTo>
                <a:cubicBezTo>
                  <a:pt x="66443" y="11051"/>
                  <a:pt x="66330" y="10941"/>
                  <a:pt x="66195" y="10941"/>
                </a:cubicBezTo>
                <a:close/>
                <a:moveTo>
                  <a:pt x="11319" y="10941"/>
                </a:moveTo>
                <a:cubicBezTo>
                  <a:pt x="11097" y="10941"/>
                  <a:pt x="10987" y="11207"/>
                  <a:pt x="11144" y="11364"/>
                </a:cubicBezTo>
                <a:cubicBezTo>
                  <a:pt x="11193" y="11413"/>
                  <a:pt x="11254" y="11436"/>
                  <a:pt x="11315" y="11436"/>
                </a:cubicBezTo>
                <a:cubicBezTo>
                  <a:pt x="11441" y="11436"/>
                  <a:pt x="11564" y="11337"/>
                  <a:pt x="11564" y="11188"/>
                </a:cubicBezTo>
                <a:cubicBezTo>
                  <a:pt x="11564" y="11051"/>
                  <a:pt x="11454" y="10941"/>
                  <a:pt x="11319" y="10941"/>
                </a:cubicBezTo>
                <a:close/>
                <a:moveTo>
                  <a:pt x="12538" y="10941"/>
                </a:moveTo>
                <a:cubicBezTo>
                  <a:pt x="12316" y="10941"/>
                  <a:pt x="12206" y="11207"/>
                  <a:pt x="12363" y="11364"/>
                </a:cubicBezTo>
                <a:cubicBezTo>
                  <a:pt x="12413" y="11413"/>
                  <a:pt x="12475" y="11436"/>
                  <a:pt x="12535" y="11436"/>
                </a:cubicBezTo>
                <a:cubicBezTo>
                  <a:pt x="12662" y="11436"/>
                  <a:pt x="12783" y="11337"/>
                  <a:pt x="12783" y="11188"/>
                </a:cubicBezTo>
                <a:cubicBezTo>
                  <a:pt x="12783" y="11051"/>
                  <a:pt x="12673" y="10941"/>
                  <a:pt x="12538" y="10941"/>
                </a:cubicBezTo>
                <a:close/>
                <a:moveTo>
                  <a:pt x="13757" y="10941"/>
                </a:moveTo>
                <a:cubicBezTo>
                  <a:pt x="13538" y="10941"/>
                  <a:pt x="13425" y="11207"/>
                  <a:pt x="13582" y="11364"/>
                </a:cubicBezTo>
                <a:cubicBezTo>
                  <a:pt x="13632" y="11413"/>
                  <a:pt x="13694" y="11436"/>
                  <a:pt x="13755" y="11436"/>
                </a:cubicBezTo>
                <a:cubicBezTo>
                  <a:pt x="13883" y="11436"/>
                  <a:pt x="14005" y="11337"/>
                  <a:pt x="14005" y="11188"/>
                </a:cubicBezTo>
                <a:cubicBezTo>
                  <a:pt x="14005" y="11051"/>
                  <a:pt x="13892" y="10941"/>
                  <a:pt x="13757" y="10941"/>
                </a:cubicBezTo>
                <a:close/>
                <a:moveTo>
                  <a:pt x="14976" y="10941"/>
                </a:moveTo>
                <a:cubicBezTo>
                  <a:pt x="14757" y="10941"/>
                  <a:pt x="14647" y="11207"/>
                  <a:pt x="14801" y="11364"/>
                </a:cubicBezTo>
                <a:cubicBezTo>
                  <a:pt x="14851" y="11413"/>
                  <a:pt x="14913" y="11436"/>
                  <a:pt x="14974" y="11436"/>
                </a:cubicBezTo>
                <a:cubicBezTo>
                  <a:pt x="15102" y="11436"/>
                  <a:pt x="15224" y="11337"/>
                  <a:pt x="15224" y="11188"/>
                </a:cubicBezTo>
                <a:cubicBezTo>
                  <a:pt x="15224" y="11051"/>
                  <a:pt x="15111" y="10941"/>
                  <a:pt x="14976" y="10941"/>
                </a:cubicBezTo>
                <a:close/>
                <a:moveTo>
                  <a:pt x="16196" y="10941"/>
                </a:moveTo>
                <a:cubicBezTo>
                  <a:pt x="15976" y="10941"/>
                  <a:pt x="15866" y="11207"/>
                  <a:pt x="16020" y="11364"/>
                </a:cubicBezTo>
                <a:cubicBezTo>
                  <a:pt x="16070" y="11413"/>
                  <a:pt x="16132" y="11436"/>
                  <a:pt x="16193" y="11436"/>
                </a:cubicBezTo>
                <a:cubicBezTo>
                  <a:pt x="16321" y="11436"/>
                  <a:pt x="16443" y="11337"/>
                  <a:pt x="16443" y="11188"/>
                </a:cubicBezTo>
                <a:cubicBezTo>
                  <a:pt x="16443" y="11051"/>
                  <a:pt x="16333" y="10941"/>
                  <a:pt x="16196" y="10941"/>
                </a:cubicBezTo>
                <a:close/>
                <a:moveTo>
                  <a:pt x="17415" y="10941"/>
                </a:moveTo>
                <a:cubicBezTo>
                  <a:pt x="17195" y="10941"/>
                  <a:pt x="17086" y="11207"/>
                  <a:pt x="17242" y="11364"/>
                </a:cubicBezTo>
                <a:cubicBezTo>
                  <a:pt x="17292" y="11413"/>
                  <a:pt x="17353" y="11436"/>
                  <a:pt x="17413" y="11436"/>
                </a:cubicBezTo>
                <a:cubicBezTo>
                  <a:pt x="17540" y="11436"/>
                  <a:pt x="17662" y="11337"/>
                  <a:pt x="17662" y="11188"/>
                </a:cubicBezTo>
                <a:cubicBezTo>
                  <a:pt x="17662" y="11051"/>
                  <a:pt x="17552" y="10941"/>
                  <a:pt x="17415" y="10941"/>
                </a:cubicBezTo>
                <a:close/>
                <a:moveTo>
                  <a:pt x="18634" y="10941"/>
                </a:moveTo>
                <a:cubicBezTo>
                  <a:pt x="18414" y="10941"/>
                  <a:pt x="18305" y="11207"/>
                  <a:pt x="18461" y="11364"/>
                </a:cubicBezTo>
                <a:cubicBezTo>
                  <a:pt x="18511" y="11413"/>
                  <a:pt x="18572" y="11436"/>
                  <a:pt x="18632" y="11436"/>
                </a:cubicBezTo>
                <a:cubicBezTo>
                  <a:pt x="18759" y="11436"/>
                  <a:pt x="18881" y="11337"/>
                  <a:pt x="18881" y="11188"/>
                </a:cubicBezTo>
                <a:cubicBezTo>
                  <a:pt x="18881" y="11051"/>
                  <a:pt x="18772" y="10941"/>
                  <a:pt x="18634" y="10941"/>
                </a:cubicBezTo>
                <a:close/>
                <a:moveTo>
                  <a:pt x="19856" y="10941"/>
                </a:moveTo>
                <a:cubicBezTo>
                  <a:pt x="19633" y="10941"/>
                  <a:pt x="19524" y="11207"/>
                  <a:pt x="19680" y="11364"/>
                </a:cubicBezTo>
                <a:cubicBezTo>
                  <a:pt x="19730" y="11413"/>
                  <a:pt x="19791" y="11436"/>
                  <a:pt x="19851" y="11436"/>
                </a:cubicBezTo>
                <a:cubicBezTo>
                  <a:pt x="19978" y="11436"/>
                  <a:pt x="20100" y="11337"/>
                  <a:pt x="20100" y="11188"/>
                </a:cubicBezTo>
                <a:cubicBezTo>
                  <a:pt x="20100" y="11051"/>
                  <a:pt x="19991" y="10941"/>
                  <a:pt x="19856" y="10941"/>
                </a:cubicBezTo>
                <a:close/>
                <a:moveTo>
                  <a:pt x="21075" y="10941"/>
                </a:moveTo>
                <a:cubicBezTo>
                  <a:pt x="20852" y="10941"/>
                  <a:pt x="20743" y="11207"/>
                  <a:pt x="20899" y="11364"/>
                </a:cubicBezTo>
                <a:cubicBezTo>
                  <a:pt x="20950" y="11413"/>
                  <a:pt x="21011" y="11436"/>
                  <a:pt x="21071" y="11436"/>
                </a:cubicBezTo>
                <a:cubicBezTo>
                  <a:pt x="21198" y="11436"/>
                  <a:pt x="21319" y="11337"/>
                  <a:pt x="21319" y="11188"/>
                </a:cubicBezTo>
                <a:cubicBezTo>
                  <a:pt x="21319" y="11051"/>
                  <a:pt x="21210" y="10941"/>
                  <a:pt x="21075" y="10941"/>
                </a:cubicBezTo>
                <a:close/>
                <a:moveTo>
                  <a:pt x="22294" y="10941"/>
                </a:moveTo>
                <a:cubicBezTo>
                  <a:pt x="22075" y="10941"/>
                  <a:pt x="21965" y="11207"/>
                  <a:pt x="22118" y="11364"/>
                </a:cubicBezTo>
                <a:cubicBezTo>
                  <a:pt x="22169" y="11413"/>
                  <a:pt x="22231" y="11436"/>
                  <a:pt x="22291" y="11436"/>
                </a:cubicBezTo>
                <a:cubicBezTo>
                  <a:pt x="22419" y="11436"/>
                  <a:pt x="22541" y="11337"/>
                  <a:pt x="22541" y="11188"/>
                </a:cubicBezTo>
                <a:cubicBezTo>
                  <a:pt x="22541" y="11051"/>
                  <a:pt x="22429" y="10941"/>
                  <a:pt x="22294" y="10941"/>
                </a:cubicBezTo>
                <a:close/>
                <a:moveTo>
                  <a:pt x="14976" y="12160"/>
                </a:moveTo>
                <a:cubicBezTo>
                  <a:pt x="14917" y="12160"/>
                  <a:pt x="14861" y="12182"/>
                  <a:pt x="14814" y="12223"/>
                </a:cubicBezTo>
                <a:cubicBezTo>
                  <a:pt x="14933" y="12235"/>
                  <a:pt x="15052" y="12248"/>
                  <a:pt x="15171" y="12257"/>
                </a:cubicBezTo>
                <a:cubicBezTo>
                  <a:pt x="15124" y="12198"/>
                  <a:pt x="15052" y="12160"/>
                  <a:pt x="14976" y="12160"/>
                </a:cubicBezTo>
                <a:close/>
                <a:moveTo>
                  <a:pt x="18634" y="12160"/>
                </a:moveTo>
                <a:cubicBezTo>
                  <a:pt x="18546" y="12160"/>
                  <a:pt x="18464" y="12207"/>
                  <a:pt x="18421" y="12285"/>
                </a:cubicBezTo>
                <a:cubicBezTo>
                  <a:pt x="18555" y="12273"/>
                  <a:pt x="18690" y="12263"/>
                  <a:pt x="18825" y="12248"/>
                </a:cubicBezTo>
                <a:cubicBezTo>
                  <a:pt x="18778" y="12191"/>
                  <a:pt x="18709" y="12160"/>
                  <a:pt x="18634" y="12160"/>
                </a:cubicBezTo>
                <a:close/>
                <a:moveTo>
                  <a:pt x="16196" y="12160"/>
                </a:moveTo>
                <a:cubicBezTo>
                  <a:pt x="16095" y="12160"/>
                  <a:pt x="16004" y="12223"/>
                  <a:pt x="15967" y="12314"/>
                </a:cubicBezTo>
                <a:cubicBezTo>
                  <a:pt x="16123" y="12323"/>
                  <a:pt x="16277" y="12329"/>
                  <a:pt x="16431" y="12332"/>
                </a:cubicBezTo>
                <a:cubicBezTo>
                  <a:pt x="16399" y="12232"/>
                  <a:pt x="16302" y="12160"/>
                  <a:pt x="16196" y="12160"/>
                </a:cubicBezTo>
                <a:close/>
                <a:moveTo>
                  <a:pt x="17415" y="12160"/>
                </a:moveTo>
                <a:cubicBezTo>
                  <a:pt x="17305" y="12160"/>
                  <a:pt x="17208" y="12235"/>
                  <a:pt x="17180" y="12339"/>
                </a:cubicBezTo>
                <a:cubicBezTo>
                  <a:pt x="17336" y="12339"/>
                  <a:pt x="17493" y="12335"/>
                  <a:pt x="17650" y="12329"/>
                </a:cubicBezTo>
                <a:cubicBezTo>
                  <a:pt x="17615" y="12229"/>
                  <a:pt x="17521" y="12160"/>
                  <a:pt x="17415" y="12160"/>
                </a:cubicBezTo>
                <a:close/>
                <a:moveTo>
                  <a:pt x="56440" y="12160"/>
                </a:moveTo>
                <a:cubicBezTo>
                  <a:pt x="56365" y="12160"/>
                  <a:pt x="56293" y="12194"/>
                  <a:pt x="56246" y="12254"/>
                </a:cubicBezTo>
                <a:cubicBezTo>
                  <a:pt x="56327" y="12389"/>
                  <a:pt x="56412" y="12520"/>
                  <a:pt x="56503" y="12646"/>
                </a:cubicBezTo>
                <a:cubicBezTo>
                  <a:pt x="56781" y="12574"/>
                  <a:pt x="56728" y="12160"/>
                  <a:pt x="56440" y="12160"/>
                </a:cubicBezTo>
                <a:close/>
                <a:moveTo>
                  <a:pt x="60097" y="12160"/>
                </a:moveTo>
                <a:cubicBezTo>
                  <a:pt x="59878" y="12160"/>
                  <a:pt x="59768" y="12426"/>
                  <a:pt x="59925" y="12580"/>
                </a:cubicBezTo>
                <a:cubicBezTo>
                  <a:pt x="59975" y="12631"/>
                  <a:pt x="60037" y="12654"/>
                  <a:pt x="60097" y="12654"/>
                </a:cubicBezTo>
                <a:cubicBezTo>
                  <a:pt x="60223" y="12654"/>
                  <a:pt x="60345" y="12556"/>
                  <a:pt x="60345" y="12408"/>
                </a:cubicBezTo>
                <a:cubicBezTo>
                  <a:pt x="60345" y="12270"/>
                  <a:pt x="60235" y="12160"/>
                  <a:pt x="60097" y="12160"/>
                </a:cubicBezTo>
                <a:close/>
                <a:moveTo>
                  <a:pt x="62538" y="12160"/>
                </a:moveTo>
                <a:cubicBezTo>
                  <a:pt x="62316" y="12160"/>
                  <a:pt x="62206" y="12426"/>
                  <a:pt x="62363" y="12580"/>
                </a:cubicBezTo>
                <a:cubicBezTo>
                  <a:pt x="62414" y="12631"/>
                  <a:pt x="62476" y="12654"/>
                  <a:pt x="62537" y="12654"/>
                </a:cubicBezTo>
                <a:cubicBezTo>
                  <a:pt x="62663" y="12654"/>
                  <a:pt x="62783" y="12556"/>
                  <a:pt x="62783" y="12408"/>
                </a:cubicBezTo>
                <a:cubicBezTo>
                  <a:pt x="62783" y="12270"/>
                  <a:pt x="62673" y="12160"/>
                  <a:pt x="62538" y="12160"/>
                </a:cubicBezTo>
                <a:close/>
                <a:moveTo>
                  <a:pt x="64976" y="12160"/>
                </a:moveTo>
                <a:cubicBezTo>
                  <a:pt x="64757" y="12160"/>
                  <a:pt x="64647" y="12426"/>
                  <a:pt x="64801" y="12580"/>
                </a:cubicBezTo>
                <a:cubicBezTo>
                  <a:pt x="64852" y="12631"/>
                  <a:pt x="64914" y="12654"/>
                  <a:pt x="64976" y="12654"/>
                </a:cubicBezTo>
                <a:cubicBezTo>
                  <a:pt x="65103" y="12654"/>
                  <a:pt x="65224" y="12556"/>
                  <a:pt x="65224" y="12408"/>
                </a:cubicBezTo>
                <a:cubicBezTo>
                  <a:pt x="65224" y="12270"/>
                  <a:pt x="65111" y="12160"/>
                  <a:pt x="64976" y="12160"/>
                </a:cubicBezTo>
                <a:close/>
                <a:moveTo>
                  <a:pt x="57659" y="12160"/>
                </a:moveTo>
                <a:cubicBezTo>
                  <a:pt x="57440" y="12160"/>
                  <a:pt x="57330" y="12426"/>
                  <a:pt x="57483" y="12583"/>
                </a:cubicBezTo>
                <a:cubicBezTo>
                  <a:pt x="57534" y="12632"/>
                  <a:pt x="57596" y="12655"/>
                  <a:pt x="57656" y="12655"/>
                </a:cubicBezTo>
                <a:cubicBezTo>
                  <a:pt x="57784" y="12655"/>
                  <a:pt x="57907" y="12556"/>
                  <a:pt x="57907" y="12408"/>
                </a:cubicBezTo>
                <a:cubicBezTo>
                  <a:pt x="57907" y="12270"/>
                  <a:pt x="57794" y="12160"/>
                  <a:pt x="57659" y="12160"/>
                </a:cubicBezTo>
                <a:close/>
                <a:moveTo>
                  <a:pt x="58878" y="12160"/>
                </a:moveTo>
                <a:cubicBezTo>
                  <a:pt x="58659" y="12160"/>
                  <a:pt x="58549" y="12426"/>
                  <a:pt x="58703" y="12583"/>
                </a:cubicBezTo>
                <a:cubicBezTo>
                  <a:pt x="58753" y="12632"/>
                  <a:pt x="58815" y="12655"/>
                  <a:pt x="58875" y="12655"/>
                </a:cubicBezTo>
                <a:cubicBezTo>
                  <a:pt x="59003" y="12655"/>
                  <a:pt x="59126" y="12556"/>
                  <a:pt x="59126" y="12408"/>
                </a:cubicBezTo>
                <a:cubicBezTo>
                  <a:pt x="59126" y="12270"/>
                  <a:pt x="59016" y="12160"/>
                  <a:pt x="58878" y="12160"/>
                </a:cubicBezTo>
                <a:close/>
                <a:moveTo>
                  <a:pt x="61316" y="12160"/>
                </a:moveTo>
                <a:cubicBezTo>
                  <a:pt x="61097" y="12160"/>
                  <a:pt x="60987" y="12426"/>
                  <a:pt x="61144" y="12583"/>
                </a:cubicBezTo>
                <a:cubicBezTo>
                  <a:pt x="61193" y="12632"/>
                  <a:pt x="61254" y="12655"/>
                  <a:pt x="61314" y="12655"/>
                </a:cubicBezTo>
                <a:cubicBezTo>
                  <a:pt x="61441" y="12655"/>
                  <a:pt x="61564" y="12556"/>
                  <a:pt x="61564" y="12408"/>
                </a:cubicBezTo>
                <a:cubicBezTo>
                  <a:pt x="61564" y="12270"/>
                  <a:pt x="61454" y="12160"/>
                  <a:pt x="61316" y="12160"/>
                </a:cubicBezTo>
                <a:close/>
                <a:moveTo>
                  <a:pt x="63757" y="12160"/>
                </a:moveTo>
                <a:cubicBezTo>
                  <a:pt x="63538" y="12160"/>
                  <a:pt x="63425" y="12426"/>
                  <a:pt x="63582" y="12583"/>
                </a:cubicBezTo>
                <a:cubicBezTo>
                  <a:pt x="63632" y="12632"/>
                  <a:pt x="63694" y="12655"/>
                  <a:pt x="63755" y="12655"/>
                </a:cubicBezTo>
                <a:cubicBezTo>
                  <a:pt x="63882" y="12655"/>
                  <a:pt x="64004" y="12556"/>
                  <a:pt x="64002" y="12408"/>
                </a:cubicBezTo>
                <a:cubicBezTo>
                  <a:pt x="64002" y="12270"/>
                  <a:pt x="63892" y="12160"/>
                  <a:pt x="63757" y="12160"/>
                </a:cubicBezTo>
                <a:close/>
                <a:moveTo>
                  <a:pt x="66195" y="12160"/>
                </a:moveTo>
                <a:cubicBezTo>
                  <a:pt x="65976" y="12160"/>
                  <a:pt x="65866" y="12426"/>
                  <a:pt x="66020" y="12583"/>
                </a:cubicBezTo>
                <a:cubicBezTo>
                  <a:pt x="66070" y="12632"/>
                  <a:pt x="66132" y="12655"/>
                  <a:pt x="66193" y="12655"/>
                </a:cubicBezTo>
                <a:cubicBezTo>
                  <a:pt x="66321" y="12655"/>
                  <a:pt x="66443" y="12556"/>
                  <a:pt x="66443" y="12408"/>
                </a:cubicBezTo>
                <a:cubicBezTo>
                  <a:pt x="66443" y="12270"/>
                  <a:pt x="66330" y="12160"/>
                  <a:pt x="66195" y="12160"/>
                </a:cubicBezTo>
                <a:close/>
                <a:moveTo>
                  <a:pt x="66155" y="13382"/>
                </a:moveTo>
                <a:lnTo>
                  <a:pt x="66155" y="13382"/>
                </a:lnTo>
                <a:cubicBezTo>
                  <a:pt x="66036" y="13404"/>
                  <a:pt x="65948" y="13508"/>
                  <a:pt x="65948" y="13627"/>
                </a:cubicBezTo>
                <a:cubicBezTo>
                  <a:pt x="65948" y="13655"/>
                  <a:pt x="65954" y="13683"/>
                  <a:pt x="65964" y="13711"/>
                </a:cubicBezTo>
                <a:cubicBezTo>
                  <a:pt x="66029" y="13605"/>
                  <a:pt x="66092" y="13498"/>
                  <a:pt x="66155" y="13382"/>
                </a:cubicBezTo>
                <a:close/>
                <a:moveTo>
                  <a:pt x="57659" y="13379"/>
                </a:moveTo>
                <a:cubicBezTo>
                  <a:pt x="57521" y="13379"/>
                  <a:pt x="57411" y="13492"/>
                  <a:pt x="57411" y="13627"/>
                </a:cubicBezTo>
                <a:cubicBezTo>
                  <a:pt x="57411" y="13633"/>
                  <a:pt x="57411" y="13636"/>
                  <a:pt x="57415" y="13642"/>
                </a:cubicBezTo>
                <a:cubicBezTo>
                  <a:pt x="57505" y="13721"/>
                  <a:pt x="57599" y="13799"/>
                  <a:pt x="57697" y="13871"/>
                </a:cubicBezTo>
                <a:cubicBezTo>
                  <a:pt x="57825" y="13849"/>
                  <a:pt x="57916" y="13736"/>
                  <a:pt x="57903" y="13608"/>
                </a:cubicBezTo>
                <a:cubicBezTo>
                  <a:pt x="57894" y="13479"/>
                  <a:pt x="57787" y="13379"/>
                  <a:pt x="57659" y="13379"/>
                </a:cubicBezTo>
                <a:close/>
                <a:moveTo>
                  <a:pt x="58878" y="13379"/>
                </a:moveTo>
                <a:cubicBezTo>
                  <a:pt x="58659" y="13379"/>
                  <a:pt x="58549" y="13645"/>
                  <a:pt x="58703" y="13802"/>
                </a:cubicBezTo>
                <a:cubicBezTo>
                  <a:pt x="58753" y="13852"/>
                  <a:pt x="58815" y="13874"/>
                  <a:pt x="58875" y="13874"/>
                </a:cubicBezTo>
                <a:cubicBezTo>
                  <a:pt x="59003" y="13874"/>
                  <a:pt x="59126" y="13775"/>
                  <a:pt x="59126" y="13627"/>
                </a:cubicBezTo>
                <a:cubicBezTo>
                  <a:pt x="59126" y="13492"/>
                  <a:pt x="59016" y="13379"/>
                  <a:pt x="58878" y="13379"/>
                </a:cubicBezTo>
                <a:close/>
                <a:moveTo>
                  <a:pt x="60097" y="13379"/>
                </a:moveTo>
                <a:cubicBezTo>
                  <a:pt x="59878" y="13379"/>
                  <a:pt x="59768" y="13645"/>
                  <a:pt x="59925" y="13802"/>
                </a:cubicBezTo>
                <a:cubicBezTo>
                  <a:pt x="59974" y="13852"/>
                  <a:pt x="60035" y="13874"/>
                  <a:pt x="60095" y="13874"/>
                </a:cubicBezTo>
                <a:cubicBezTo>
                  <a:pt x="60222" y="13874"/>
                  <a:pt x="60345" y="13775"/>
                  <a:pt x="60345" y="13627"/>
                </a:cubicBezTo>
                <a:cubicBezTo>
                  <a:pt x="60345" y="13492"/>
                  <a:pt x="60235" y="13379"/>
                  <a:pt x="60097" y="13379"/>
                </a:cubicBezTo>
                <a:close/>
                <a:moveTo>
                  <a:pt x="61316" y="13379"/>
                </a:moveTo>
                <a:cubicBezTo>
                  <a:pt x="61097" y="13379"/>
                  <a:pt x="60987" y="13645"/>
                  <a:pt x="61144" y="13802"/>
                </a:cubicBezTo>
                <a:cubicBezTo>
                  <a:pt x="61193" y="13852"/>
                  <a:pt x="61254" y="13874"/>
                  <a:pt x="61314" y="13874"/>
                </a:cubicBezTo>
                <a:cubicBezTo>
                  <a:pt x="61441" y="13874"/>
                  <a:pt x="61564" y="13775"/>
                  <a:pt x="61564" y="13627"/>
                </a:cubicBezTo>
                <a:cubicBezTo>
                  <a:pt x="61564" y="13492"/>
                  <a:pt x="61454" y="13379"/>
                  <a:pt x="61316" y="13379"/>
                </a:cubicBezTo>
                <a:close/>
                <a:moveTo>
                  <a:pt x="62538" y="13379"/>
                </a:moveTo>
                <a:cubicBezTo>
                  <a:pt x="62316" y="13379"/>
                  <a:pt x="62206" y="13645"/>
                  <a:pt x="62363" y="13802"/>
                </a:cubicBezTo>
                <a:cubicBezTo>
                  <a:pt x="62413" y="13852"/>
                  <a:pt x="62475" y="13874"/>
                  <a:pt x="62535" y="13874"/>
                </a:cubicBezTo>
                <a:cubicBezTo>
                  <a:pt x="62662" y="13874"/>
                  <a:pt x="62783" y="13775"/>
                  <a:pt x="62783" y="13627"/>
                </a:cubicBezTo>
                <a:cubicBezTo>
                  <a:pt x="62783" y="13492"/>
                  <a:pt x="62673" y="13379"/>
                  <a:pt x="62538" y="13379"/>
                </a:cubicBezTo>
                <a:close/>
                <a:moveTo>
                  <a:pt x="63757" y="13379"/>
                </a:moveTo>
                <a:cubicBezTo>
                  <a:pt x="63538" y="13379"/>
                  <a:pt x="63425" y="13645"/>
                  <a:pt x="63582" y="13802"/>
                </a:cubicBezTo>
                <a:cubicBezTo>
                  <a:pt x="63632" y="13852"/>
                  <a:pt x="63694" y="13874"/>
                  <a:pt x="63754" y="13874"/>
                </a:cubicBezTo>
                <a:cubicBezTo>
                  <a:pt x="63881" y="13874"/>
                  <a:pt x="64002" y="13775"/>
                  <a:pt x="64002" y="13627"/>
                </a:cubicBezTo>
                <a:cubicBezTo>
                  <a:pt x="64002" y="13492"/>
                  <a:pt x="63892" y="13379"/>
                  <a:pt x="63757" y="13379"/>
                </a:cubicBezTo>
                <a:close/>
                <a:moveTo>
                  <a:pt x="64976" y="13379"/>
                </a:moveTo>
                <a:cubicBezTo>
                  <a:pt x="64757" y="13379"/>
                  <a:pt x="64647" y="13645"/>
                  <a:pt x="64801" y="13802"/>
                </a:cubicBezTo>
                <a:cubicBezTo>
                  <a:pt x="64851" y="13852"/>
                  <a:pt x="64913" y="13874"/>
                  <a:pt x="64974" y="13874"/>
                </a:cubicBezTo>
                <a:cubicBezTo>
                  <a:pt x="65101" y="13874"/>
                  <a:pt x="65224" y="13775"/>
                  <a:pt x="65224" y="13627"/>
                </a:cubicBezTo>
                <a:cubicBezTo>
                  <a:pt x="65224" y="13492"/>
                  <a:pt x="65111" y="13379"/>
                  <a:pt x="64976" y="13379"/>
                </a:cubicBezTo>
                <a:close/>
                <a:moveTo>
                  <a:pt x="64977" y="14600"/>
                </a:moveTo>
                <a:cubicBezTo>
                  <a:pt x="64850" y="14600"/>
                  <a:pt x="64729" y="14698"/>
                  <a:pt x="64729" y="14846"/>
                </a:cubicBezTo>
                <a:cubicBezTo>
                  <a:pt x="64729" y="14877"/>
                  <a:pt x="64735" y="14905"/>
                  <a:pt x="64744" y="14933"/>
                </a:cubicBezTo>
                <a:cubicBezTo>
                  <a:pt x="64889" y="14861"/>
                  <a:pt x="65027" y="14774"/>
                  <a:pt x="65152" y="14673"/>
                </a:cubicBezTo>
                <a:cubicBezTo>
                  <a:pt x="65101" y="14622"/>
                  <a:pt x="65038" y="14600"/>
                  <a:pt x="64977" y="14600"/>
                </a:cubicBezTo>
                <a:close/>
                <a:moveTo>
                  <a:pt x="60097" y="14598"/>
                </a:moveTo>
                <a:cubicBezTo>
                  <a:pt x="59922" y="14598"/>
                  <a:pt x="59802" y="14783"/>
                  <a:pt x="59871" y="14943"/>
                </a:cubicBezTo>
                <a:cubicBezTo>
                  <a:pt x="59994" y="14980"/>
                  <a:pt x="60119" y="15015"/>
                  <a:pt x="60241" y="15046"/>
                </a:cubicBezTo>
                <a:cubicBezTo>
                  <a:pt x="60435" y="14906"/>
                  <a:pt x="60339" y="14601"/>
                  <a:pt x="60101" y="14601"/>
                </a:cubicBezTo>
                <a:cubicBezTo>
                  <a:pt x="60099" y="14601"/>
                  <a:pt x="60098" y="14601"/>
                  <a:pt x="60097" y="14601"/>
                </a:cubicBezTo>
                <a:lnTo>
                  <a:pt x="60097" y="14598"/>
                </a:lnTo>
                <a:close/>
                <a:moveTo>
                  <a:pt x="61316" y="14598"/>
                </a:moveTo>
                <a:cubicBezTo>
                  <a:pt x="61097" y="14598"/>
                  <a:pt x="60987" y="14864"/>
                  <a:pt x="61144" y="15021"/>
                </a:cubicBezTo>
                <a:cubicBezTo>
                  <a:pt x="61193" y="15072"/>
                  <a:pt x="61254" y="15094"/>
                  <a:pt x="61315" y="15094"/>
                </a:cubicBezTo>
                <a:cubicBezTo>
                  <a:pt x="61441" y="15094"/>
                  <a:pt x="61564" y="14994"/>
                  <a:pt x="61564" y="14846"/>
                </a:cubicBezTo>
                <a:cubicBezTo>
                  <a:pt x="61564" y="14711"/>
                  <a:pt x="61454" y="14601"/>
                  <a:pt x="61316" y="14601"/>
                </a:cubicBezTo>
                <a:lnTo>
                  <a:pt x="61316" y="14598"/>
                </a:lnTo>
                <a:close/>
                <a:moveTo>
                  <a:pt x="62538" y="14598"/>
                </a:moveTo>
                <a:cubicBezTo>
                  <a:pt x="62316" y="14598"/>
                  <a:pt x="62206" y="14864"/>
                  <a:pt x="62363" y="15021"/>
                </a:cubicBezTo>
                <a:cubicBezTo>
                  <a:pt x="62413" y="15072"/>
                  <a:pt x="62475" y="15094"/>
                  <a:pt x="62535" y="15094"/>
                </a:cubicBezTo>
                <a:cubicBezTo>
                  <a:pt x="62662" y="15094"/>
                  <a:pt x="62783" y="14994"/>
                  <a:pt x="62783" y="14846"/>
                </a:cubicBezTo>
                <a:cubicBezTo>
                  <a:pt x="62783" y="14711"/>
                  <a:pt x="62673" y="14601"/>
                  <a:pt x="62538" y="14601"/>
                </a:cubicBezTo>
                <a:lnTo>
                  <a:pt x="62538" y="14598"/>
                </a:lnTo>
                <a:close/>
                <a:moveTo>
                  <a:pt x="63757" y="14598"/>
                </a:moveTo>
                <a:cubicBezTo>
                  <a:pt x="63538" y="14598"/>
                  <a:pt x="63425" y="14864"/>
                  <a:pt x="63582" y="15021"/>
                </a:cubicBezTo>
                <a:cubicBezTo>
                  <a:pt x="63632" y="15072"/>
                  <a:pt x="63694" y="15094"/>
                  <a:pt x="63754" y="15094"/>
                </a:cubicBezTo>
                <a:cubicBezTo>
                  <a:pt x="63881" y="15094"/>
                  <a:pt x="64002" y="14994"/>
                  <a:pt x="64002" y="14846"/>
                </a:cubicBezTo>
                <a:cubicBezTo>
                  <a:pt x="64002" y="14713"/>
                  <a:pt x="63895" y="14601"/>
                  <a:pt x="63763" y="14601"/>
                </a:cubicBezTo>
                <a:cubicBezTo>
                  <a:pt x="63761" y="14601"/>
                  <a:pt x="63759" y="14601"/>
                  <a:pt x="63757" y="14601"/>
                </a:cubicBezTo>
                <a:lnTo>
                  <a:pt x="63757" y="1459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3" name="Google Shape;913;p7"/>
          <p:cNvGrpSpPr/>
          <p:nvPr/>
        </p:nvGrpSpPr>
        <p:grpSpPr>
          <a:xfrm>
            <a:off x="-12" y="7071"/>
            <a:ext cx="1002550" cy="906555"/>
            <a:chOff x="38279" y="100616"/>
            <a:chExt cx="650204" cy="563183"/>
          </a:xfrm>
        </p:grpSpPr>
        <p:sp>
          <p:nvSpPr>
            <p:cNvPr id="914" name="Google Shape;914;p7"/>
            <p:cNvSpPr/>
            <p:nvPr/>
          </p:nvSpPr>
          <p:spPr>
            <a:xfrm>
              <a:off x="96323" y="651993"/>
              <a:ext cx="8497" cy="545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1"/>
                  </a:moveTo>
                  <a:cubicBezTo>
                    <a:pt x="33" y="1"/>
                    <a:pt x="4" y="26"/>
                    <a:pt x="0" y="61"/>
                  </a:cubicBezTo>
                  <a:cubicBezTo>
                    <a:pt x="33" y="44"/>
                    <a:pt x="64" y="27"/>
                    <a:pt x="95" y="8"/>
                  </a:cubicBezTo>
                  <a:cubicBezTo>
                    <a:pt x="85" y="3"/>
                    <a:pt x="75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5" name="Google Shape;915;p7"/>
            <p:cNvSpPr/>
            <p:nvPr/>
          </p:nvSpPr>
          <p:spPr>
            <a:xfrm>
              <a:off x="67346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6" name="Google Shape;916;p7"/>
            <p:cNvSpPr/>
            <p:nvPr/>
          </p:nvSpPr>
          <p:spPr>
            <a:xfrm>
              <a:off x="38279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7" name="Google Shape;917;p7"/>
            <p:cNvSpPr/>
            <p:nvPr/>
          </p:nvSpPr>
          <p:spPr>
            <a:xfrm>
              <a:off x="125301" y="623015"/>
              <a:ext cx="9480" cy="10285"/>
            </a:xfrm>
            <a:custGeom>
              <a:avLst/>
              <a:gdLst/>
              <a:ahLst/>
              <a:cxnLst/>
              <a:rect l="l" t="t" r="r" b="b"/>
              <a:pathLst>
                <a:path w="106" h="115" extrusionOk="0">
                  <a:moveTo>
                    <a:pt x="66" y="0"/>
                  </a:moveTo>
                  <a:cubicBezTo>
                    <a:pt x="32" y="0"/>
                    <a:pt x="0" y="27"/>
                    <a:pt x="0" y="65"/>
                  </a:cubicBezTo>
                  <a:cubicBezTo>
                    <a:pt x="0" y="84"/>
                    <a:pt x="9" y="102"/>
                    <a:pt x="23" y="115"/>
                  </a:cubicBezTo>
                  <a:cubicBezTo>
                    <a:pt x="51" y="83"/>
                    <a:pt x="79" y="48"/>
                    <a:pt x="105" y="14"/>
                  </a:cubicBezTo>
                  <a:cubicBezTo>
                    <a:pt x="93" y="4"/>
                    <a:pt x="80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8" name="Google Shape;918;p7"/>
            <p:cNvSpPr/>
            <p:nvPr/>
          </p:nvSpPr>
          <p:spPr>
            <a:xfrm>
              <a:off x="96323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9" name="Google Shape;919;p7"/>
            <p:cNvSpPr/>
            <p:nvPr/>
          </p:nvSpPr>
          <p:spPr>
            <a:xfrm>
              <a:off x="67346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0" name="Google Shape;920;p7"/>
            <p:cNvSpPr/>
            <p:nvPr/>
          </p:nvSpPr>
          <p:spPr>
            <a:xfrm>
              <a:off x="38279" y="623015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02" y="132"/>
                    <a:pt x="132" y="102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1" name="Google Shape;921;p7"/>
            <p:cNvSpPr/>
            <p:nvPr/>
          </p:nvSpPr>
          <p:spPr>
            <a:xfrm>
              <a:off x="125301" y="594038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2" name="Google Shape;922;p7"/>
            <p:cNvSpPr/>
            <p:nvPr/>
          </p:nvSpPr>
          <p:spPr>
            <a:xfrm>
              <a:off x="96323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3" name="Google Shape;923;p7"/>
            <p:cNvSpPr/>
            <p:nvPr/>
          </p:nvSpPr>
          <p:spPr>
            <a:xfrm>
              <a:off x="67346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4" name="Google Shape;924;p7"/>
            <p:cNvSpPr/>
            <p:nvPr/>
          </p:nvSpPr>
          <p:spPr>
            <a:xfrm>
              <a:off x="38279" y="594038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5" name="Google Shape;925;p7"/>
            <p:cNvSpPr/>
            <p:nvPr/>
          </p:nvSpPr>
          <p:spPr>
            <a:xfrm>
              <a:off x="152042" y="564882"/>
              <a:ext cx="8497" cy="11269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1"/>
                  </a:moveTo>
                  <a:cubicBezTo>
                    <a:pt x="22" y="1"/>
                    <a:pt x="1" y="95"/>
                    <a:pt x="63" y="126"/>
                  </a:cubicBezTo>
                  <a:cubicBezTo>
                    <a:pt x="75" y="85"/>
                    <a:pt x="85" y="44"/>
                    <a:pt x="94" y="2"/>
                  </a:cubicBezTo>
                  <a:cubicBezTo>
                    <a:pt x="93" y="2"/>
                    <a:pt x="93" y="1"/>
                    <a:pt x="9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6" name="Google Shape;926;p7"/>
            <p:cNvSpPr/>
            <p:nvPr/>
          </p:nvSpPr>
          <p:spPr>
            <a:xfrm>
              <a:off x="125301" y="564971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7" name="Google Shape;927;p7"/>
            <p:cNvSpPr/>
            <p:nvPr/>
          </p:nvSpPr>
          <p:spPr>
            <a:xfrm>
              <a:off x="96323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8" name="Google Shape;928;p7"/>
            <p:cNvSpPr/>
            <p:nvPr/>
          </p:nvSpPr>
          <p:spPr>
            <a:xfrm>
              <a:off x="67346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9" name="Google Shape;929;p7"/>
            <p:cNvSpPr/>
            <p:nvPr/>
          </p:nvSpPr>
          <p:spPr>
            <a:xfrm>
              <a:off x="38279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0" name="Google Shape;930;p7"/>
            <p:cNvSpPr/>
            <p:nvPr/>
          </p:nvSpPr>
          <p:spPr>
            <a:xfrm>
              <a:off x="153473" y="535904"/>
              <a:ext cx="11090" cy="11895"/>
            </a:xfrm>
            <a:custGeom>
              <a:avLst/>
              <a:gdLst/>
              <a:ahLst/>
              <a:cxnLst/>
              <a:rect l="l" t="t" r="r" b="b"/>
              <a:pathLst>
                <a:path w="124" h="133" extrusionOk="0">
                  <a:moveTo>
                    <a:pt x="76" y="1"/>
                  </a:moveTo>
                  <a:cubicBezTo>
                    <a:pt x="32" y="1"/>
                    <a:pt x="0" y="44"/>
                    <a:pt x="13" y="85"/>
                  </a:cubicBezTo>
                  <a:cubicBezTo>
                    <a:pt x="21" y="115"/>
                    <a:pt x="48" y="132"/>
                    <a:pt x="75" y="132"/>
                  </a:cubicBezTo>
                  <a:cubicBezTo>
                    <a:pt x="88" y="132"/>
                    <a:pt x="100" y="129"/>
                    <a:pt x="112" y="121"/>
                  </a:cubicBezTo>
                  <a:cubicBezTo>
                    <a:pt x="116" y="87"/>
                    <a:pt x="120" y="55"/>
                    <a:pt x="123" y="21"/>
                  </a:cubicBezTo>
                  <a:cubicBezTo>
                    <a:pt x="111" y="9"/>
                    <a:pt x="94" y="1"/>
                    <a:pt x="7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1" name="Google Shape;931;p7"/>
            <p:cNvSpPr/>
            <p:nvPr/>
          </p:nvSpPr>
          <p:spPr>
            <a:xfrm>
              <a:off x="125301" y="535904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2" name="Google Shape;932;p7"/>
            <p:cNvSpPr/>
            <p:nvPr/>
          </p:nvSpPr>
          <p:spPr>
            <a:xfrm>
              <a:off x="96323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3" name="Google Shape;933;p7"/>
            <p:cNvSpPr/>
            <p:nvPr/>
          </p:nvSpPr>
          <p:spPr>
            <a:xfrm>
              <a:off x="67346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4" name="Google Shape;934;p7"/>
            <p:cNvSpPr/>
            <p:nvPr/>
          </p:nvSpPr>
          <p:spPr>
            <a:xfrm>
              <a:off x="38279" y="535904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5" name="Google Shape;935;p7"/>
            <p:cNvSpPr/>
            <p:nvPr/>
          </p:nvSpPr>
          <p:spPr>
            <a:xfrm>
              <a:off x="154368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6" name="Google Shape;936;p7"/>
            <p:cNvSpPr/>
            <p:nvPr/>
          </p:nvSpPr>
          <p:spPr>
            <a:xfrm>
              <a:off x="125301" y="5069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7" name="Google Shape;937;p7"/>
            <p:cNvSpPr/>
            <p:nvPr/>
          </p:nvSpPr>
          <p:spPr>
            <a:xfrm>
              <a:off x="96323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8" name="Google Shape;938;p7"/>
            <p:cNvSpPr/>
            <p:nvPr/>
          </p:nvSpPr>
          <p:spPr>
            <a:xfrm>
              <a:off x="67346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9" name="Google Shape;939;p7"/>
            <p:cNvSpPr/>
            <p:nvPr/>
          </p:nvSpPr>
          <p:spPr>
            <a:xfrm>
              <a:off x="38279" y="5069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0" name="Google Shape;940;p7"/>
            <p:cNvSpPr/>
            <p:nvPr/>
          </p:nvSpPr>
          <p:spPr>
            <a:xfrm>
              <a:off x="154368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1" name="Google Shape;941;p7"/>
            <p:cNvSpPr/>
            <p:nvPr/>
          </p:nvSpPr>
          <p:spPr>
            <a:xfrm>
              <a:off x="125301" y="477860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2" name="Google Shape;942;p7"/>
            <p:cNvSpPr/>
            <p:nvPr/>
          </p:nvSpPr>
          <p:spPr>
            <a:xfrm>
              <a:off x="96323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3" name="Google Shape;943;p7"/>
            <p:cNvSpPr/>
            <p:nvPr/>
          </p:nvSpPr>
          <p:spPr>
            <a:xfrm>
              <a:off x="67346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4" name="Google Shape;944;p7"/>
            <p:cNvSpPr/>
            <p:nvPr/>
          </p:nvSpPr>
          <p:spPr>
            <a:xfrm>
              <a:off x="38279" y="477860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5" name="Google Shape;945;p7"/>
            <p:cNvSpPr/>
            <p:nvPr/>
          </p:nvSpPr>
          <p:spPr>
            <a:xfrm>
              <a:off x="154368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6" name="Google Shape;946;p7"/>
            <p:cNvSpPr/>
            <p:nvPr/>
          </p:nvSpPr>
          <p:spPr>
            <a:xfrm>
              <a:off x="125301" y="448882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7" name="Google Shape;947;p7"/>
            <p:cNvSpPr/>
            <p:nvPr/>
          </p:nvSpPr>
          <p:spPr>
            <a:xfrm>
              <a:off x="96323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8" name="Google Shape;948;p7"/>
            <p:cNvSpPr/>
            <p:nvPr/>
          </p:nvSpPr>
          <p:spPr>
            <a:xfrm>
              <a:off x="67346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9" name="Google Shape;949;p7"/>
            <p:cNvSpPr/>
            <p:nvPr/>
          </p:nvSpPr>
          <p:spPr>
            <a:xfrm>
              <a:off x="38279" y="448882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0" name="Google Shape;950;p7"/>
            <p:cNvSpPr/>
            <p:nvPr/>
          </p:nvSpPr>
          <p:spPr>
            <a:xfrm>
              <a:off x="183345" y="419815"/>
              <a:ext cx="8228" cy="9838"/>
            </a:xfrm>
            <a:custGeom>
              <a:avLst/>
              <a:gdLst/>
              <a:ahLst/>
              <a:cxnLst/>
              <a:rect l="l" t="t" r="r" b="b"/>
              <a:pathLst>
                <a:path w="92" h="110" extrusionOk="0">
                  <a:moveTo>
                    <a:pt x="67" y="1"/>
                  </a:moveTo>
                  <a:cubicBezTo>
                    <a:pt x="32" y="1"/>
                    <a:pt x="1" y="29"/>
                    <a:pt x="1" y="67"/>
                  </a:cubicBezTo>
                  <a:cubicBezTo>
                    <a:pt x="1" y="82"/>
                    <a:pt x="6" y="97"/>
                    <a:pt x="16" y="109"/>
                  </a:cubicBezTo>
                  <a:cubicBezTo>
                    <a:pt x="39" y="73"/>
                    <a:pt x="65" y="39"/>
                    <a:pt x="92" y="6"/>
                  </a:cubicBezTo>
                  <a:cubicBezTo>
                    <a:pt x="83" y="2"/>
                    <a:pt x="75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1" name="Google Shape;951;p7"/>
            <p:cNvSpPr/>
            <p:nvPr/>
          </p:nvSpPr>
          <p:spPr>
            <a:xfrm>
              <a:off x="154368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2" name="Google Shape;952;p7"/>
            <p:cNvSpPr/>
            <p:nvPr/>
          </p:nvSpPr>
          <p:spPr>
            <a:xfrm>
              <a:off x="125301" y="419905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3" name="Google Shape;953;p7"/>
            <p:cNvSpPr/>
            <p:nvPr/>
          </p:nvSpPr>
          <p:spPr>
            <a:xfrm>
              <a:off x="96323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4" name="Google Shape;954;p7"/>
            <p:cNvSpPr/>
            <p:nvPr/>
          </p:nvSpPr>
          <p:spPr>
            <a:xfrm>
              <a:off x="67346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5" name="Google Shape;955;p7"/>
            <p:cNvSpPr/>
            <p:nvPr/>
          </p:nvSpPr>
          <p:spPr>
            <a:xfrm>
              <a:off x="38279" y="419905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6" name="Google Shape;956;p7"/>
            <p:cNvSpPr/>
            <p:nvPr/>
          </p:nvSpPr>
          <p:spPr>
            <a:xfrm>
              <a:off x="210265" y="390838"/>
              <a:ext cx="13952" cy="10643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0"/>
                  </a:moveTo>
                  <a:cubicBezTo>
                    <a:pt x="26" y="0"/>
                    <a:pt x="0" y="81"/>
                    <a:pt x="51" y="118"/>
                  </a:cubicBezTo>
                  <a:cubicBezTo>
                    <a:pt x="83" y="100"/>
                    <a:pt x="118" y="82"/>
                    <a:pt x="155" y="67"/>
                  </a:cubicBezTo>
                  <a:cubicBezTo>
                    <a:pt x="155" y="30"/>
                    <a:pt x="126" y="0"/>
                    <a:pt x="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7" name="Google Shape;957;p7"/>
            <p:cNvSpPr/>
            <p:nvPr/>
          </p:nvSpPr>
          <p:spPr>
            <a:xfrm>
              <a:off x="183345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8" name="Google Shape;958;p7"/>
            <p:cNvSpPr/>
            <p:nvPr/>
          </p:nvSpPr>
          <p:spPr>
            <a:xfrm>
              <a:off x="154368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9" name="Google Shape;959;p7"/>
            <p:cNvSpPr/>
            <p:nvPr/>
          </p:nvSpPr>
          <p:spPr>
            <a:xfrm>
              <a:off x="125301" y="390838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96323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67346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38279" y="390838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476608" y="361861"/>
              <a:ext cx="2862" cy="805"/>
            </a:xfrm>
            <a:custGeom>
              <a:avLst/>
              <a:gdLst/>
              <a:ahLst/>
              <a:cxnLst/>
              <a:rect l="l" t="t" r="r" b="b"/>
              <a:pathLst>
                <a:path w="32" h="9" extrusionOk="0">
                  <a:moveTo>
                    <a:pt x="32" y="0"/>
                  </a:moveTo>
                  <a:lnTo>
                    <a:pt x="32" y="0"/>
                  </a:lnTo>
                  <a:cubicBezTo>
                    <a:pt x="21" y="0"/>
                    <a:pt x="9" y="4"/>
                    <a:pt x="0" y="8"/>
                  </a:cubicBezTo>
                  <a:cubicBezTo>
                    <a:pt x="11" y="6"/>
                    <a:pt x="22" y="4"/>
                    <a:pt x="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43695" y="361861"/>
              <a:ext cx="12611" cy="7423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1"/>
                    <a:pt x="12" y="82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0"/>
                    <a:pt x="75" y="0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413287" y="361861"/>
              <a:ext cx="16009" cy="10732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0"/>
                  </a:moveTo>
                  <a:cubicBezTo>
                    <a:pt x="27" y="0"/>
                    <a:pt x="1" y="82"/>
                    <a:pt x="54" y="119"/>
                  </a:cubicBezTo>
                  <a:cubicBezTo>
                    <a:pt x="82" y="116"/>
                    <a:pt x="110" y="114"/>
                    <a:pt x="138" y="110"/>
                  </a:cubicBezTo>
                  <a:cubicBezTo>
                    <a:pt x="178" y="69"/>
                    <a:pt x="148" y="0"/>
                    <a:pt x="9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386456" y="361771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57478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5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28501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299344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270367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241389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212323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183345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154368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125301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96323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67346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79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529823" y="332883"/>
              <a:ext cx="13416" cy="9391"/>
            </a:xfrm>
            <a:custGeom>
              <a:avLst/>
              <a:gdLst/>
              <a:ahLst/>
              <a:cxnLst/>
              <a:rect l="l" t="t" r="r" b="b"/>
              <a:pathLst>
                <a:path w="150" h="105" extrusionOk="0">
                  <a:moveTo>
                    <a:pt x="85" y="0"/>
                  </a:moveTo>
                  <a:cubicBezTo>
                    <a:pt x="31" y="0"/>
                    <a:pt x="1" y="62"/>
                    <a:pt x="34" y="105"/>
                  </a:cubicBezTo>
                  <a:cubicBezTo>
                    <a:pt x="73" y="88"/>
                    <a:pt x="111" y="69"/>
                    <a:pt x="149" y="51"/>
                  </a:cubicBezTo>
                  <a:cubicBezTo>
                    <a:pt x="142" y="20"/>
                    <a:pt x="117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502544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4735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444500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4155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6456" y="332794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57478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5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28501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299344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1"/>
                    <a:pt x="67" y="131"/>
                  </a:cubicBezTo>
                  <a:cubicBezTo>
                    <a:pt x="103" y="131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2703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241389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212323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183345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154368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125301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963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67346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8279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589656" y="303727"/>
              <a:ext cx="8675" cy="6797"/>
            </a:xfrm>
            <a:custGeom>
              <a:avLst/>
              <a:gdLst/>
              <a:ahLst/>
              <a:cxnLst/>
              <a:rect l="l" t="t" r="r" b="b"/>
              <a:pathLst>
                <a:path w="97" h="76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70"/>
                    <a:pt x="0" y="73"/>
                    <a:pt x="1" y="75"/>
                  </a:cubicBezTo>
                  <a:cubicBezTo>
                    <a:pt x="33" y="54"/>
                    <a:pt x="65" y="31"/>
                    <a:pt x="97" y="9"/>
                  </a:cubicBezTo>
                  <a:cubicBezTo>
                    <a:pt x="87" y="4"/>
                    <a:pt x="77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560589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531522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502544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4735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444500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4155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6456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357478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5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328501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299344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7"/>
                  </a:cubicBezTo>
                  <a:cubicBezTo>
                    <a:pt x="1" y="103"/>
                    <a:pt x="31" y="133"/>
                    <a:pt x="67" y="133"/>
                  </a:cubicBezTo>
                  <a:cubicBezTo>
                    <a:pt x="103" y="133"/>
                    <a:pt x="133" y="103"/>
                    <a:pt x="133" y="67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2703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241389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212323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183345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154368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125301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963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67346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38279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6" y="133"/>
                  </a:cubicBezTo>
                  <a:cubicBezTo>
                    <a:pt x="102" y="133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616308" y="274749"/>
              <a:ext cx="13863" cy="11269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2" y="1"/>
                  </a:moveTo>
                  <a:cubicBezTo>
                    <a:pt x="22" y="1"/>
                    <a:pt x="0" y="98"/>
                    <a:pt x="65" y="126"/>
                  </a:cubicBezTo>
                  <a:cubicBezTo>
                    <a:pt x="96" y="101"/>
                    <a:pt x="125" y="75"/>
                    <a:pt x="154" y="48"/>
                  </a:cubicBezTo>
                  <a:cubicBezTo>
                    <a:pt x="147" y="20"/>
                    <a:pt x="122" y="1"/>
                    <a:pt x="9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58965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560589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531522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502544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735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4500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155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386456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357478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328501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299344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2703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241389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212323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183345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154368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125301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963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6734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38279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645375" y="245772"/>
              <a:ext cx="13684" cy="11627"/>
            </a:xfrm>
            <a:custGeom>
              <a:avLst/>
              <a:gdLst/>
              <a:ahLst/>
              <a:cxnLst/>
              <a:rect l="l" t="t" r="r" b="b"/>
              <a:pathLst>
                <a:path w="153" h="130" extrusionOk="0">
                  <a:moveTo>
                    <a:pt x="90" y="1"/>
                  </a:moveTo>
                  <a:cubicBezTo>
                    <a:pt x="15" y="1"/>
                    <a:pt x="1" y="109"/>
                    <a:pt x="75" y="129"/>
                  </a:cubicBezTo>
                  <a:cubicBezTo>
                    <a:pt x="101" y="100"/>
                    <a:pt x="126" y="69"/>
                    <a:pt x="152" y="40"/>
                  </a:cubicBezTo>
                  <a:cubicBezTo>
                    <a:pt x="141" y="15"/>
                    <a:pt x="117" y="1"/>
                    <a:pt x="92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61863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58965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560589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531522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502544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735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44500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155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386456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35747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328501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299344" y="245772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2703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24138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21232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183345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15436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125301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963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6734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3827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676677" y="216794"/>
              <a:ext cx="5277" cy="8049"/>
            </a:xfrm>
            <a:custGeom>
              <a:avLst/>
              <a:gdLst/>
              <a:ahLst/>
              <a:cxnLst/>
              <a:rect l="l" t="t" r="r" b="b"/>
              <a:pathLst>
                <a:path w="59" h="90" extrusionOk="0">
                  <a:moveTo>
                    <a:pt x="59" y="1"/>
                  </a:moveTo>
                  <a:cubicBezTo>
                    <a:pt x="26" y="4"/>
                    <a:pt x="0" y="32"/>
                    <a:pt x="0" y="66"/>
                  </a:cubicBezTo>
                  <a:cubicBezTo>
                    <a:pt x="0" y="74"/>
                    <a:pt x="1" y="82"/>
                    <a:pt x="5" y="90"/>
                  </a:cubicBezTo>
                  <a:cubicBezTo>
                    <a:pt x="24" y="59"/>
                    <a:pt x="42" y="30"/>
                    <a:pt x="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645643" y="216705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618633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8965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60589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1522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02544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473567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444500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4155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386456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357478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328501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299344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270367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241389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212323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183345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154368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125301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963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6734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38279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674620" y="187727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645643" y="1877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618633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8965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60589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31522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02544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4735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444500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4155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386456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57478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28501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299344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2703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241389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212323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183345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154368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125301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963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6734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38279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674620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64564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61863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58965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560589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531522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02544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4735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44500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155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386456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35747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328501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299344" y="158750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2703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24138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21232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183345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15436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125301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963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6734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827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674620" y="129683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645643" y="12968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618633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8965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60589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31522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02544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4735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444500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4155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386456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357478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328501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299344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2703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241389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212323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183345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154368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125301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963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6734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38279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674620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645643" y="10070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2" y="131"/>
                    <a:pt x="88" y="131"/>
                  </a:cubicBezTo>
                  <a:cubicBezTo>
                    <a:pt x="121" y="131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618633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8965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60589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31522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02544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4735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444500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415523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386456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357478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328501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299344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2703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241389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212323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181377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0"/>
                  </a:moveTo>
                  <a:cubicBezTo>
                    <a:pt x="29" y="0"/>
                    <a:pt x="0" y="71"/>
                    <a:pt x="42" y="112"/>
                  </a:cubicBezTo>
                  <a:cubicBezTo>
                    <a:pt x="55" y="125"/>
                    <a:pt x="72" y="131"/>
                    <a:pt x="88" y="131"/>
                  </a:cubicBezTo>
                  <a:cubicBezTo>
                    <a:pt x="122" y="131"/>
                    <a:pt x="154" y="105"/>
                    <a:pt x="154" y="66"/>
                  </a:cubicBezTo>
                  <a:cubicBezTo>
                    <a:pt x="154" y="30"/>
                    <a:pt x="124" y="0"/>
                    <a:pt x="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154368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125301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94266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6734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38279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175" name="Google Shape;1175;p7"/>
          <p:cNvSpPr txBox="1">
            <a:spLocks noGrp="1"/>
          </p:cNvSpPr>
          <p:nvPr>
            <p:ph type="subTitle" idx="1"/>
          </p:nvPr>
        </p:nvSpPr>
        <p:spPr>
          <a:xfrm>
            <a:off x="713225" y="2483800"/>
            <a:ext cx="2940000" cy="1740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lvl="1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lvl="2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lvl="3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lvl="4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lvl="5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lvl="6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lvl="7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lvl="8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76" name="Google Shape;1176;p7"/>
          <p:cNvSpPr txBox="1">
            <a:spLocks noGrp="1"/>
          </p:cNvSpPr>
          <p:nvPr>
            <p:ph type="title"/>
          </p:nvPr>
        </p:nvSpPr>
        <p:spPr>
          <a:xfrm>
            <a:off x="713225" y="1071200"/>
            <a:ext cx="2940000" cy="128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1177" name="Google Shape;1177;p7"/>
          <p:cNvSpPr/>
          <p:nvPr/>
        </p:nvSpPr>
        <p:spPr>
          <a:xfrm>
            <a:off x="5" y="4332824"/>
            <a:ext cx="1199176" cy="811772"/>
          </a:xfrm>
          <a:custGeom>
            <a:avLst/>
            <a:gdLst/>
            <a:ahLst/>
            <a:cxnLst/>
            <a:rect l="l" t="t" r="r" b="b"/>
            <a:pathLst>
              <a:path w="10252" h="6940" extrusionOk="0">
                <a:moveTo>
                  <a:pt x="1996" y="0"/>
                </a:moveTo>
                <a:cubicBezTo>
                  <a:pt x="1348" y="0"/>
                  <a:pt x="627" y="184"/>
                  <a:pt x="0" y="529"/>
                </a:cubicBezTo>
                <a:lnTo>
                  <a:pt x="0" y="6939"/>
                </a:lnTo>
                <a:lnTo>
                  <a:pt x="9364" y="6939"/>
                </a:lnTo>
                <a:cubicBezTo>
                  <a:pt x="9364" y="6939"/>
                  <a:pt x="10252" y="5400"/>
                  <a:pt x="9009" y="4091"/>
                </a:cubicBezTo>
                <a:cubicBezTo>
                  <a:pt x="8689" y="3754"/>
                  <a:pt x="8367" y="3627"/>
                  <a:pt x="8042" y="3627"/>
                </a:cubicBezTo>
                <a:cubicBezTo>
                  <a:pt x="7106" y="3627"/>
                  <a:pt x="6140" y="4675"/>
                  <a:pt x="5076" y="4775"/>
                </a:cubicBezTo>
                <a:cubicBezTo>
                  <a:pt x="4964" y="4786"/>
                  <a:pt x="4859" y="4791"/>
                  <a:pt x="4762" y="4791"/>
                </a:cubicBezTo>
                <a:cubicBezTo>
                  <a:pt x="3371" y="4791"/>
                  <a:pt x="3502" y="3703"/>
                  <a:pt x="3834" y="1843"/>
                </a:cubicBezTo>
                <a:cubicBezTo>
                  <a:pt x="4060" y="573"/>
                  <a:pt x="3141" y="0"/>
                  <a:pt x="1996" y="0"/>
                </a:cubicBezTo>
                <a:close/>
              </a:path>
            </a:pathLst>
          </a:custGeom>
          <a:solidFill>
            <a:srgbClr val="F4D5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78" name="Google Shape;1178;p7"/>
          <p:cNvSpPr/>
          <p:nvPr/>
        </p:nvSpPr>
        <p:spPr>
          <a:xfrm>
            <a:off x="-4" y="6"/>
            <a:ext cx="872583" cy="578402"/>
          </a:xfrm>
          <a:custGeom>
            <a:avLst/>
            <a:gdLst/>
            <a:ahLst/>
            <a:cxnLst/>
            <a:rect l="l" t="t" r="r" b="b"/>
            <a:pathLst>
              <a:path w="6259" h="4149" extrusionOk="0">
                <a:moveTo>
                  <a:pt x="0" y="1"/>
                </a:moveTo>
                <a:lnTo>
                  <a:pt x="0" y="4148"/>
                </a:lnTo>
                <a:cubicBezTo>
                  <a:pt x="1191" y="3783"/>
                  <a:pt x="992" y="2037"/>
                  <a:pt x="2087" y="2037"/>
                </a:cubicBezTo>
                <a:cubicBezTo>
                  <a:pt x="2120" y="2037"/>
                  <a:pt x="2154" y="2038"/>
                  <a:pt x="2190" y="2041"/>
                </a:cubicBezTo>
                <a:cubicBezTo>
                  <a:pt x="2763" y="2094"/>
                  <a:pt x="3557" y="2489"/>
                  <a:pt x="4305" y="2489"/>
                </a:cubicBezTo>
                <a:cubicBezTo>
                  <a:pt x="5137" y="2489"/>
                  <a:pt x="5912" y="1999"/>
                  <a:pt x="6259" y="1"/>
                </a:cubicBezTo>
                <a:close/>
              </a:path>
            </a:pathLst>
          </a:custGeom>
          <a:solidFill>
            <a:srgbClr val="D5815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79" name="Google Shape;1179;p7"/>
          <p:cNvSpPr/>
          <p:nvPr/>
        </p:nvSpPr>
        <p:spPr>
          <a:xfrm rot="10800000" flipH="1">
            <a:off x="2" y="4224816"/>
            <a:ext cx="1275280" cy="918684"/>
          </a:xfrm>
          <a:custGeom>
            <a:avLst/>
            <a:gdLst/>
            <a:ahLst/>
            <a:cxnLst/>
            <a:rect l="l" t="t" r="r" b="b"/>
            <a:pathLst>
              <a:path w="26943" h="18787" extrusionOk="0">
                <a:moveTo>
                  <a:pt x="1" y="132"/>
                </a:moveTo>
                <a:lnTo>
                  <a:pt x="1" y="361"/>
                </a:lnTo>
                <a:cubicBezTo>
                  <a:pt x="38" y="289"/>
                  <a:pt x="38" y="205"/>
                  <a:pt x="1" y="132"/>
                </a:cubicBezTo>
                <a:close/>
                <a:moveTo>
                  <a:pt x="26428" y="79"/>
                </a:moveTo>
                <a:lnTo>
                  <a:pt x="26428" y="79"/>
                </a:lnTo>
                <a:cubicBezTo>
                  <a:pt x="26290" y="230"/>
                  <a:pt x="26387" y="474"/>
                  <a:pt x="26591" y="493"/>
                </a:cubicBezTo>
                <a:cubicBezTo>
                  <a:pt x="26535" y="336"/>
                  <a:pt x="26481" y="198"/>
                  <a:pt x="26428" y="79"/>
                </a:cubicBezTo>
                <a:close/>
                <a:moveTo>
                  <a:pt x="1000" y="1"/>
                </a:moveTo>
                <a:cubicBezTo>
                  <a:pt x="781" y="1"/>
                  <a:pt x="671" y="267"/>
                  <a:pt x="828" y="421"/>
                </a:cubicBezTo>
                <a:cubicBezTo>
                  <a:pt x="878" y="472"/>
                  <a:pt x="940" y="494"/>
                  <a:pt x="1001" y="494"/>
                </a:cubicBezTo>
                <a:cubicBezTo>
                  <a:pt x="1127" y="494"/>
                  <a:pt x="1248" y="396"/>
                  <a:pt x="1248" y="248"/>
                </a:cubicBezTo>
                <a:cubicBezTo>
                  <a:pt x="1248" y="111"/>
                  <a:pt x="1138" y="1"/>
                  <a:pt x="1000" y="1"/>
                </a:cubicBezTo>
                <a:close/>
                <a:moveTo>
                  <a:pt x="2223" y="1"/>
                </a:moveTo>
                <a:cubicBezTo>
                  <a:pt x="2000" y="1"/>
                  <a:pt x="1890" y="267"/>
                  <a:pt x="2047" y="421"/>
                </a:cubicBezTo>
                <a:cubicBezTo>
                  <a:pt x="2097" y="472"/>
                  <a:pt x="2159" y="494"/>
                  <a:pt x="2220" y="494"/>
                </a:cubicBezTo>
                <a:cubicBezTo>
                  <a:pt x="2346" y="494"/>
                  <a:pt x="2467" y="396"/>
                  <a:pt x="2467" y="248"/>
                </a:cubicBezTo>
                <a:cubicBezTo>
                  <a:pt x="2467" y="111"/>
                  <a:pt x="2357" y="1"/>
                  <a:pt x="2223" y="1"/>
                </a:cubicBezTo>
                <a:close/>
                <a:moveTo>
                  <a:pt x="3442" y="1"/>
                </a:moveTo>
                <a:cubicBezTo>
                  <a:pt x="3222" y="1"/>
                  <a:pt x="3110" y="267"/>
                  <a:pt x="3266" y="421"/>
                </a:cubicBezTo>
                <a:cubicBezTo>
                  <a:pt x="3317" y="472"/>
                  <a:pt x="3379" y="494"/>
                  <a:pt x="3440" y="494"/>
                </a:cubicBezTo>
                <a:cubicBezTo>
                  <a:pt x="3566" y="494"/>
                  <a:pt x="3686" y="396"/>
                  <a:pt x="3686" y="248"/>
                </a:cubicBezTo>
                <a:cubicBezTo>
                  <a:pt x="3686" y="111"/>
                  <a:pt x="3576" y="1"/>
                  <a:pt x="3442" y="1"/>
                </a:cubicBezTo>
                <a:close/>
                <a:moveTo>
                  <a:pt x="4661" y="1"/>
                </a:moveTo>
                <a:cubicBezTo>
                  <a:pt x="4441" y="1"/>
                  <a:pt x="4332" y="267"/>
                  <a:pt x="4485" y="421"/>
                </a:cubicBezTo>
                <a:cubicBezTo>
                  <a:pt x="4536" y="472"/>
                  <a:pt x="4599" y="494"/>
                  <a:pt x="4660" y="494"/>
                </a:cubicBezTo>
                <a:cubicBezTo>
                  <a:pt x="4787" y="494"/>
                  <a:pt x="4908" y="396"/>
                  <a:pt x="4908" y="248"/>
                </a:cubicBezTo>
                <a:cubicBezTo>
                  <a:pt x="4908" y="111"/>
                  <a:pt x="4795" y="1"/>
                  <a:pt x="4661" y="1"/>
                </a:cubicBezTo>
                <a:close/>
                <a:moveTo>
                  <a:pt x="5880" y="1"/>
                </a:moveTo>
                <a:cubicBezTo>
                  <a:pt x="5660" y="1"/>
                  <a:pt x="5551" y="267"/>
                  <a:pt x="5704" y="421"/>
                </a:cubicBezTo>
                <a:cubicBezTo>
                  <a:pt x="5755" y="472"/>
                  <a:pt x="5818" y="494"/>
                  <a:pt x="5879" y="494"/>
                </a:cubicBezTo>
                <a:cubicBezTo>
                  <a:pt x="6006" y="494"/>
                  <a:pt x="6127" y="396"/>
                  <a:pt x="6127" y="248"/>
                </a:cubicBezTo>
                <a:cubicBezTo>
                  <a:pt x="6127" y="111"/>
                  <a:pt x="6015" y="1"/>
                  <a:pt x="5880" y="1"/>
                </a:cubicBezTo>
                <a:close/>
                <a:moveTo>
                  <a:pt x="7099" y="1"/>
                </a:moveTo>
                <a:cubicBezTo>
                  <a:pt x="6879" y="1"/>
                  <a:pt x="6770" y="267"/>
                  <a:pt x="6923" y="421"/>
                </a:cubicBezTo>
                <a:cubicBezTo>
                  <a:pt x="6974" y="472"/>
                  <a:pt x="7037" y="494"/>
                  <a:pt x="7098" y="494"/>
                </a:cubicBezTo>
                <a:cubicBezTo>
                  <a:pt x="7225" y="494"/>
                  <a:pt x="7346" y="396"/>
                  <a:pt x="7346" y="248"/>
                </a:cubicBezTo>
                <a:cubicBezTo>
                  <a:pt x="7346" y="111"/>
                  <a:pt x="7237" y="1"/>
                  <a:pt x="7099" y="1"/>
                </a:cubicBezTo>
                <a:close/>
                <a:moveTo>
                  <a:pt x="8318" y="1"/>
                </a:moveTo>
                <a:cubicBezTo>
                  <a:pt x="8099" y="1"/>
                  <a:pt x="7989" y="267"/>
                  <a:pt x="8146" y="421"/>
                </a:cubicBezTo>
                <a:cubicBezTo>
                  <a:pt x="8195" y="472"/>
                  <a:pt x="8257" y="494"/>
                  <a:pt x="8318" y="494"/>
                </a:cubicBezTo>
                <a:cubicBezTo>
                  <a:pt x="8444" y="494"/>
                  <a:pt x="8565" y="396"/>
                  <a:pt x="8565" y="248"/>
                </a:cubicBezTo>
                <a:cubicBezTo>
                  <a:pt x="8565" y="111"/>
                  <a:pt x="8456" y="1"/>
                  <a:pt x="8318" y="1"/>
                </a:cubicBezTo>
                <a:close/>
                <a:moveTo>
                  <a:pt x="9537" y="1"/>
                </a:moveTo>
                <a:cubicBezTo>
                  <a:pt x="9318" y="1"/>
                  <a:pt x="9208" y="267"/>
                  <a:pt x="9365" y="421"/>
                </a:cubicBezTo>
                <a:cubicBezTo>
                  <a:pt x="9415" y="472"/>
                  <a:pt x="9476" y="494"/>
                  <a:pt x="9537" y="494"/>
                </a:cubicBezTo>
                <a:cubicBezTo>
                  <a:pt x="9663" y="494"/>
                  <a:pt x="9785" y="396"/>
                  <a:pt x="9785" y="248"/>
                </a:cubicBezTo>
                <a:cubicBezTo>
                  <a:pt x="9785" y="111"/>
                  <a:pt x="9675" y="1"/>
                  <a:pt x="9537" y="1"/>
                </a:cubicBezTo>
                <a:close/>
                <a:moveTo>
                  <a:pt x="10759" y="1"/>
                </a:moveTo>
                <a:cubicBezTo>
                  <a:pt x="10537" y="1"/>
                  <a:pt x="10427" y="267"/>
                  <a:pt x="10584" y="421"/>
                </a:cubicBezTo>
                <a:cubicBezTo>
                  <a:pt x="10634" y="472"/>
                  <a:pt x="10695" y="494"/>
                  <a:pt x="10756" y="494"/>
                </a:cubicBezTo>
                <a:cubicBezTo>
                  <a:pt x="10882" y="494"/>
                  <a:pt x="11004" y="396"/>
                  <a:pt x="11004" y="248"/>
                </a:cubicBezTo>
                <a:cubicBezTo>
                  <a:pt x="11004" y="111"/>
                  <a:pt x="10894" y="1"/>
                  <a:pt x="10759" y="1"/>
                </a:cubicBezTo>
                <a:close/>
                <a:moveTo>
                  <a:pt x="11978" y="1"/>
                </a:moveTo>
                <a:cubicBezTo>
                  <a:pt x="11759" y="1"/>
                  <a:pt x="11646" y="267"/>
                  <a:pt x="11803" y="421"/>
                </a:cubicBezTo>
                <a:cubicBezTo>
                  <a:pt x="11854" y="472"/>
                  <a:pt x="11916" y="494"/>
                  <a:pt x="11977" y="494"/>
                </a:cubicBezTo>
                <a:cubicBezTo>
                  <a:pt x="12103" y="494"/>
                  <a:pt x="12223" y="396"/>
                  <a:pt x="12223" y="248"/>
                </a:cubicBezTo>
                <a:cubicBezTo>
                  <a:pt x="12223" y="111"/>
                  <a:pt x="12113" y="1"/>
                  <a:pt x="11978" y="1"/>
                </a:cubicBezTo>
                <a:close/>
                <a:moveTo>
                  <a:pt x="13197" y="1"/>
                </a:moveTo>
                <a:cubicBezTo>
                  <a:pt x="12978" y="1"/>
                  <a:pt x="12868" y="267"/>
                  <a:pt x="13022" y="421"/>
                </a:cubicBezTo>
                <a:cubicBezTo>
                  <a:pt x="13073" y="472"/>
                  <a:pt x="13135" y="494"/>
                  <a:pt x="13196" y="494"/>
                </a:cubicBezTo>
                <a:cubicBezTo>
                  <a:pt x="13324" y="494"/>
                  <a:pt x="13445" y="396"/>
                  <a:pt x="13445" y="248"/>
                </a:cubicBezTo>
                <a:cubicBezTo>
                  <a:pt x="13445" y="111"/>
                  <a:pt x="13332" y="1"/>
                  <a:pt x="13197" y="1"/>
                </a:cubicBezTo>
                <a:close/>
                <a:moveTo>
                  <a:pt x="14416" y="1"/>
                </a:moveTo>
                <a:cubicBezTo>
                  <a:pt x="14197" y="1"/>
                  <a:pt x="14087" y="267"/>
                  <a:pt x="14241" y="421"/>
                </a:cubicBezTo>
                <a:cubicBezTo>
                  <a:pt x="14292" y="472"/>
                  <a:pt x="14354" y="494"/>
                  <a:pt x="14416" y="494"/>
                </a:cubicBezTo>
                <a:cubicBezTo>
                  <a:pt x="14543" y="494"/>
                  <a:pt x="14664" y="396"/>
                  <a:pt x="14664" y="248"/>
                </a:cubicBezTo>
                <a:cubicBezTo>
                  <a:pt x="14664" y="111"/>
                  <a:pt x="14551" y="1"/>
                  <a:pt x="14416" y="1"/>
                </a:cubicBezTo>
                <a:close/>
                <a:moveTo>
                  <a:pt x="15635" y="1"/>
                </a:moveTo>
                <a:cubicBezTo>
                  <a:pt x="15416" y="1"/>
                  <a:pt x="15306" y="267"/>
                  <a:pt x="15460" y="421"/>
                </a:cubicBezTo>
                <a:cubicBezTo>
                  <a:pt x="15511" y="472"/>
                  <a:pt x="15573" y="494"/>
                  <a:pt x="15635" y="494"/>
                </a:cubicBezTo>
                <a:cubicBezTo>
                  <a:pt x="15762" y="494"/>
                  <a:pt x="15883" y="396"/>
                  <a:pt x="15883" y="248"/>
                </a:cubicBezTo>
                <a:cubicBezTo>
                  <a:pt x="15883" y="111"/>
                  <a:pt x="15773" y="1"/>
                  <a:pt x="15635" y="1"/>
                </a:cubicBezTo>
                <a:close/>
                <a:moveTo>
                  <a:pt x="16854" y="1"/>
                </a:moveTo>
                <a:cubicBezTo>
                  <a:pt x="16635" y="1"/>
                  <a:pt x="16525" y="267"/>
                  <a:pt x="16682" y="421"/>
                </a:cubicBezTo>
                <a:cubicBezTo>
                  <a:pt x="16732" y="472"/>
                  <a:pt x="16794" y="494"/>
                  <a:pt x="16855" y="494"/>
                </a:cubicBezTo>
                <a:cubicBezTo>
                  <a:pt x="16981" y="494"/>
                  <a:pt x="17102" y="396"/>
                  <a:pt x="17102" y="248"/>
                </a:cubicBezTo>
                <a:cubicBezTo>
                  <a:pt x="17102" y="111"/>
                  <a:pt x="16992" y="1"/>
                  <a:pt x="16854" y="1"/>
                </a:cubicBezTo>
                <a:close/>
                <a:moveTo>
                  <a:pt x="18073" y="1"/>
                </a:moveTo>
                <a:cubicBezTo>
                  <a:pt x="17854" y="1"/>
                  <a:pt x="17744" y="267"/>
                  <a:pt x="17901" y="421"/>
                </a:cubicBezTo>
                <a:cubicBezTo>
                  <a:pt x="17951" y="472"/>
                  <a:pt x="18013" y="494"/>
                  <a:pt x="18074" y="494"/>
                </a:cubicBezTo>
                <a:cubicBezTo>
                  <a:pt x="18200" y="494"/>
                  <a:pt x="18321" y="396"/>
                  <a:pt x="18321" y="248"/>
                </a:cubicBezTo>
                <a:cubicBezTo>
                  <a:pt x="18321" y="111"/>
                  <a:pt x="18211" y="1"/>
                  <a:pt x="18073" y="1"/>
                </a:cubicBezTo>
                <a:close/>
                <a:moveTo>
                  <a:pt x="19296" y="1"/>
                </a:moveTo>
                <a:cubicBezTo>
                  <a:pt x="19073" y="1"/>
                  <a:pt x="18963" y="267"/>
                  <a:pt x="19120" y="421"/>
                </a:cubicBezTo>
                <a:cubicBezTo>
                  <a:pt x="19171" y="472"/>
                  <a:pt x="19233" y="494"/>
                  <a:pt x="19294" y="494"/>
                </a:cubicBezTo>
                <a:cubicBezTo>
                  <a:pt x="19420" y="494"/>
                  <a:pt x="19540" y="396"/>
                  <a:pt x="19540" y="248"/>
                </a:cubicBezTo>
                <a:cubicBezTo>
                  <a:pt x="19540" y="111"/>
                  <a:pt x="19430" y="1"/>
                  <a:pt x="19296" y="1"/>
                </a:cubicBezTo>
                <a:close/>
                <a:moveTo>
                  <a:pt x="20515" y="1"/>
                </a:moveTo>
                <a:cubicBezTo>
                  <a:pt x="20295" y="1"/>
                  <a:pt x="20182" y="267"/>
                  <a:pt x="20339" y="421"/>
                </a:cubicBezTo>
                <a:cubicBezTo>
                  <a:pt x="20390" y="472"/>
                  <a:pt x="20452" y="494"/>
                  <a:pt x="20513" y="494"/>
                </a:cubicBezTo>
                <a:cubicBezTo>
                  <a:pt x="20639" y="494"/>
                  <a:pt x="20759" y="396"/>
                  <a:pt x="20759" y="248"/>
                </a:cubicBezTo>
                <a:cubicBezTo>
                  <a:pt x="20759" y="111"/>
                  <a:pt x="20649" y="1"/>
                  <a:pt x="20515" y="1"/>
                </a:cubicBezTo>
                <a:close/>
                <a:moveTo>
                  <a:pt x="21734" y="1"/>
                </a:moveTo>
                <a:cubicBezTo>
                  <a:pt x="21514" y="1"/>
                  <a:pt x="21405" y="267"/>
                  <a:pt x="21558" y="421"/>
                </a:cubicBezTo>
                <a:cubicBezTo>
                  <a:pt x="21609" y="472"/>
                  <a:pt x="21672" y="494"/>
                  <a:pt x="21733" y="494"/>
                </a:cubicBezTo>
                <a:cubicBezTo>
                  <a:pt x="21860" y="494"/>
                  <a:pt x="21981" y="396"/>
                  <a:pt x="21981" y="248"/>
                </a:cubicBezTo>
                <a:cubicBezTo>
                  <a:pt x="21981" y="111"/>
                  <a:pt x="21868" y="1"/>
                  <a:pt x="21734" y="1"/>
                </a:cubicBezTo>
                <a:close/>
                <a:moveTo>
                  <a:pt x="22953" y="1"/>
                </a:moveTo>
                <a:cubicBezTo>
                  <a:pt x="22733" y="1"/>
                  <a:pt x="22624" y="267"/>
                  <a:pt x="22777" y="421"/>
                </a:cubicBezTo>
                <a:cubicBezTo>
                  <a:pt x="22828" y="472"/>
                  <a:pt x="22891" y="494"/>
                  <a:pt x="22952" y="494"/>
                </a:cubicBezTo>
                <a:cubicBezTo>
                  <a:pt x="23079" y="494"/>
                  <a:pt x="23200" y="396"/>
                  <a:pt x="23200" y="248"/>
                </a:cubicBezTo>
                <a:cubicBezTo>
                  <a:pt x="23200" y="111"/>
                  <a:pt x="23088" y="1"/>
                  <a:pt x="22953" y="1"/>
                </a:cubicBezTo>
                <a:close/>
                <a:moveTo>
                  <a:pt x="24172" y="1"/>
                </a:moveTo>
                <a:cubicBezTo>
                  <a:pt x="23952" y="1"/>
                  <a:pt x="23843" y="267"/>
                  <a:pt x="23996" y="421"/>
                </a:cubicBezTo>
                <a:cubicBezTo>
                  <a:pt x="24047" y="472"/>
                  <a:pt x="24110" y="494"/>
                  <a:pt x="24171" y="494"/>
                </a:cubicBezTo>
                <a:cubicBezTo>
                  <a:pt x="24298" y="494"/>
                  <a:pt x="24419" y="396"/>
                  <a:pt x="24419" y="248"/>
                </a:cubicBezTo>
                <a:cubicBezTo>
                  <a:pt x="24419" y="111"/>
                  <a:pt x="24310" y="1"/>
                  <a:pt x="24172" y="1"/>
                </a:cubicBezTo>
                <a:close/>
                <a:moveTo>
                  <a:pt x="25391" y="1"/>
                </a:moveTo>
                <a:cubicBezTo>
                  <a:pt x="25172" y="1"/>
                  <a:pt x="25062" y="267"/>
                  <a:pt x="25219" y="421"/>
                </a:cubicBezTo>
                <a:cubicBezTo>
                  <a:pt x="25268" y="472"/>
                  <a:pt x="25330" y="494"/>
                  <a:pt x="25391" y="494"/>
                </a:cubicBezTo>
                <a:cubicBezTo>
                  <a:pt x="25517" y="494"/>
                  <a:pt x="25638" y="396"/>
                  <a:pt x="25638" y="248"/>
                </a:cubicBezTo>
                <a:cubicBezTo>
                  <a:pt x="25638" y="111"/>
                  <a:pt x="25529" y="1"/>
                  <a:pt x="25391" y="1"/>
                </a:cubicBezTo>
                <a:close/>
                <a:moveTo>
                  <a:pt x="1" y="1351"/>
                </a:moveTo>
                <a:lnTo>
                  <a:pt x="1" y="1583"/>
                </a:lnTo>
                <a:cubicBezTo>
                  <a:pt x="38" y="1508"/>
                  <a:pt x="38" y="1424"/>
                  <a:pt x="1" y="1351"/>
                </a:cubicBezTo>
                <a:close/>
                <a:moveTo>
                  <a:pt x="26613" y="1218"/>
                </a:moveTo>
                <a:cubicBezTo>
                  <a:pt x="26487" y="1218"/>
                  <a:pt x="26365" y="1317"/>
                  <a:pt x="26365" y="1467"/>
                </a:cubicBezTo>
                <a:cubicBezTo>
                  <a:pt x="26365" y="1602"/>
                  <a:pt x="26475" y="1712"/>
                  <a:pt x="26610" y="1712"/>
                </a:cubicBezTo>
                <a:cubicBezTo>
                  <a:pt x="26832" y="1712"/>
                  <a:pt x="26942" y="1446"/>
                  <a:pt x="26785" y="1292"/>
                </a:cubicBezTo>
                <a:cubicBezTo>
                  <a:pt x="26736" y="1241"/>
                  <a:pt x="26674" y="1218"/>
                  <a:pt x="26613" y="1218"/>
                </a:cubicBezTo>
                <a:close/>
                <a:moveTo>
                  <a:pt x="1000" y="1220"/>
                </a:moveTo>
                <a:cubicBezTo>
                  <a:pt x="781" y="1220"/>
                  <a:pt x="671" y="1486"/>
                  <a:pt x="828" y="1640"/>
                </a:cubicBezTo>
                <a:cubicBezTo>
                  <a:pt x="878" y="1691"/>
                  <a:pt x="940" y="1714"/>
                  <a:pt x="1001" y="1714"/>
                </a:cubicBezTo>
                <a:cubicBezTo>
                  <a:pt x="1127" y="1714"/>
                  <a:pt x="1248" y="1615"/>
                  <a:pt x="1248" y="1467"/>
                </a:cubicBezTo>
                <a:cubicBezTo>
                  <a:pt x="1248" y="1330"/>
                  <a:pt x="1138" y="1220"/>
                  <a:pt x="1000" y="1220"/>
                </a:cubicBezTo>
                <a:close/>
                <a:moveTo>
                  <a:pt x="2223" y="1220"/>
                </a:moveTo>
                <a:cubicBezTo>
                  <a:pt x="2000" y="1220"/>
                  <a:pt x="1890" y="1486"/>
                  <a:pt x="2047" y="1640"/>
                </a:cubicBezTo>
                <a:cubicBezTo>
                  <a:pt x="2097" y="1691"/>
                  <a:pt x="2159" y="1714"/>
                  <a:pt x="2220" y="1714"/>
                </a:cubicBezTo>
                <a:cubicBezTo>
                  <a:pt x="2346" y="1714"/>
                  <a:pt x="2467" y="1615"/>
                  <a:pt x="2467" y="1467"/>
                </a:cubicBezTo>
                <a:cubicBezTo>
                  <a:pt x="2467" y="1330"/>
                  <a:pt x="2357" y="1220"/>
                  <a:pt x="2223" y="1220"/>
                </a:cubicBezTo>
                <a:close/>
                <a:moveTo>
                  <a:pt x="3442" y="1220"/>
                </a:moveTo>
                <a:cubicBezTo>
                  <a:pt x="3222" y="1220"/>
                  <a:pt x="3110" y="1486"/>
                  <a:pt x="3266" y="1640"/>
                </a:cubicBezTo>
                <a:cubicBezTo>
                  <a:pt x="3317" y="1691"/>
                  <a:pt x="3379" y="1714"/>
                  <a:pt x="3440" y="1714"/>
                </a:cubicBezTo>
                <a:cubicBezTo>
                  <a:pt x="3566" y="1714"/>
                  <a:pt x="3686" y="1615"/>
                  <a:pt x="3686" y="1467"/>
                </a:cubicBezTo>
                <a:cubicBezTo>
                  <a:pt x="3686" y="1330"/>
                  <a:pt x="3576" y="1220"/>
                  <a:pt x="3442" y="1220"/>
                </a:cubicBezTo>
                <a:close/>
                <a:moveTo>
                  <a:pt x="4661" y="1220"/>
                </a:moveTo>
                <a:cubicBezTo>
                  <a:pt x="4441" y="1220"/>
                  <a:pt x="4332" y="1486"/>
                  <a:pt x="4485" y="1640"/>
                </a:cubicBezTo>
                <a:cubicBezTo>
                  <a:pt x="4536" y="1691"/>
                  <a:pt x="4599" y="1714"/>
                  <a:pt x="4660" y="1714"/>
                </a:cubicBezTo>
                <a:cubicBezTo>
                  <a:pt x="4787" y="1714"/>
                  <a:pt x="4908" y="1615"/>
                  <a:pt x="4908" y="1467"/>
                </a:cubicBezTo>
                <a:cubicBezTo>
                  <a:pt x="4908" y="1330"/>
                  <a:pt x="4795" y="1220"/>
                  <a:pt x="4661" y="1220"/>
                </a:cubicBezTo>
                <a:close/>
                <a:moveTo>
                  <a:pt x="5880" y="1220"/>
                </a:moveTo>
                <a:cubicBezTo>
                  <a:pt x="5660" y="1220"/>
                  <a:pt x="5551" y="1486"/>
                  <a:pt x="5704" y="1640"/>
                </a:cubicBezTo>
                <a:cubicBezTo>
                  <a:pt x="5755" y="1691"/>
                  <a:pt x="5818" y="1714"/>
                  <a:pt x="5879" y="1714"/>
                </a:cubicBezTo>
                <a:cubicBezTo>
                  <a:pt x="6006" y="1714"/>
                  <a:pt x="6127" y="1615"/>
                  <a:pt x="6127" y="1467"/>
                </a:cubicBezTo>
                <a:cubicBezTo>
                  <a:pt x="6127" y="1330"/>
                  <a:pt x="6015" y="1220"/>
                  <a:pt x="5880" y="1220"/>
                </a:cubicBezTo>
                <a:close/>
                <a:moveTo>
                  <a:pt x="7099" y="1220"/>
                </a:moveTo>
                <a:cubicBezTo>
                  <a:pt x="6879" y="1220"/>
                  <a:pt x="6770" y="1486"/>
                  <a:pt x="6923" y="1640"/>
                </a:cubicBezTo>
                <a:cubicBezTo>
                  <a:pt x="6974" y="1691"/>
                  <a:pt x="7037" y="1714"/>
                  <a:pt x="7098" y="1714"/>
                </a:cubicBezTo>
                <a:cubicBezTo>
                  <a:pt x="7225" y="1714"/>
                  <a:pt x="7346" y="1615"/>
                  <a:pt x="7346" y="1467"/>
                </a:cubicBezTo>
                <a:cubicBezTo>
                  <a:pt x="7346" y="1330"/>
                  <a:pt x="7237" y="1220"/>
                  <a:pt x="7099" y="1220"/>
                </a:cubicBezTo>
                <a:close/>
                <a:moveTo>
                  <a:pt x="8318" y="1220"/>
                </a:moveTo>
                <a:cubicBezTo>
                  <a:pt x="8099" y="1220"/>
                  <a:pt x="7989" y="1486"/>
                  <a:pt x="8146" y="1640"/>
                </a:cubicBezTo>
                <a:cubicBezTo>
                  <a:pt x="8195" y="1691"/>
                  <a:pt x="8257" y="1714"/>
                  <a:pt x="8318" y="1714"/>
                </a:cubicBezTo>
                <a:cubicBezTo>
                  <a:pt x="8444" y="1714"/>
                  <a:pt x="8565" y="1615"/>
                  <a:pt x="8565" y="1467"/>
                </a:cubicBezTo>
                <a:cubicBezTo>
                  <a:pt x="8565" y="1330"/>
                  <a:pt x="8456" y="1220"/>
                  <a:pt x="8318" y="1220"/>
                </a:cubicBezTo>
                <a:close/>
                <a:moveTo>
                  <a:pt x="9537" y="1220"/>
                </a:moveTo>
                <a:cubicBezTo>
                  <a:pt x="9318" y="1220"/>
                  <a:pt x="9208" y="1486"/>
                  <a:pt x="9365" y="1640"/>
                </a:cubicBezTo>
                <a:cubicBezTo>
                  <a:pt x="9415" y="1691"/>
                  <a:pt x="9476" y="1714"/>
                  <a:pt x="9537" y="1714"/>
                </a:cubicBezTo>
                <a:cubicBezTo>
                  <a:pt x="9663" y="1714"/>
                  <a:pt x="9785" y="1615"/>
                  <a:pt x="9785" y="1467"/>
                </a:cubicBezTo>
                <a:cubicBezTo>
                  <a:pt x="9785" y="1330"/>
                  <a:pt x="9675" y="1220"/>
                  <a:pt x="9537" y="1220"/>
                </a:cubicBezTo>
                <a:close/>
                <a:moveTo>
                  <a:pt x="10759" y="1220"/>
                </a:moveTo>
                <a:cubicBezTo>
                  <a:pt x="10537" y="1220"/>
                  <a:pt x="10427" y="1486"/>
                  <a:pt x="10584" y="1640"/>
                </a:cubicBezTo>
                <a:cubicBezTo>
                  <a:pt x="10634" y="1691"/>
                  <a:pt x="10695" y="1714"/>
                  <a:pt x="10756" y="1714"/>
                </a:cubicBezTo>
                <a:cubicBezTo>
                  <a:pt x="10882" y="1714"/>
                  <a:pt x="11004" y="1615"/>
                  <a:pt x="11004" y="1467"/>
                </a:cubicBezTo>
                <a:cubicBezTo>
                  <a:pt x="11004" y="1330"/>
                  <a:pt x="10894" y="1220"/>
                  <a:pt x="10759" y="1220"/>
                </a:cubicBezTo>
                <a:close/>
                <a:moveTo>
                  <a:pt x="11978" y="1220"/>
                </a:moveTo>
                <a:cubicBezTo>
                  <a:pt x="11759" y="1220"/>
                  <a:pt x="11646" y="1486"/>
                  <a:pt x="11803" y="1640"/>
                </a:cubicBezTo>
                <a:cubicBezTo>
                  <a:pt x="11854" y="1691"/>
                  <a:pt x="11916" y="1714"/>
                  <a:pt x="11977" y="1714"/>
                </a:cubicBezTo>
                <a:cubicBezTo>
                  <a:pt x="12103" y="1714"/>
                  <a:pt x="12223" y="1615"/>
                  <a:pt x="12223" y="1467"/>
                </a:cubicBezTo>
                <a:cubicBezTo>
                  <a:pt x="12223" y="1330"/>
                  <a:pt x="12113" y="1220"/>
                  <a:pt x="11978" y="1220"/>
                </a:cubicBezTo>
                <a:close/>
                <a:moveTo>
                  <a:pt x="13197" y="1220"/>
                </a:moveTo>
                <a:cubicBezTo>
                  <a:pt x="12978" y="1220"/>
                  <a:pt x="12868" y="1486"/>
                  <a:pt x="13022" y="1640"/>
                </a:cubicBezTo>
                <a:cubicBezTo>
                  <a:pt x="13073" y="1691"/>
                  <a:pt x="13135" y="1714"/>
                  <a:pt x="13196" y="1714"/>
                </a:cubicBezTo>
                <a:cubicBezTo>
                  <a:pt x="13324" y="1714"/>
                  <a:pt x="13445" y="1615"/>
                  <a:pt x="13445" y="1467"/>
                </a:cubicBezTo>
                <a:cubicBezTo>
                  <a:pt x="13445" y="1330"/>
                  <a:pt x="13332" y="1220"/>
                  <a:pt x="13197" y="1220"/>
                </a:cubicBezTo>
                <a:close/>
                <a:moveTo>
                  <a:pt x="14416" y="1220"/>
                </a:moveTo>
                <a:cubicBezTo>
                  <a:pt x="14197" y="1220"/>
                  <a:pt x="14087" y="1486"/>
                  <a:pt x="14241" y="1640"/>
                </a:cubicBezTo>
                <a:cubicBezTo>
                  <a:pt x="14292" y="1691"/>
                  <a:pt x="14354" y="1714"/>
                  <a:pt x="14416" y="1714"/>
                </a:cubicBezTo>
                <a:cubicBezTo>
                  <a:pt x="14543" y="1714"/>
                  <a:pt x="14664" y="1615"/>
                  <a:pt x="14664" y="1467"/>
                </a:cubicBezTo>
                <a:cubicBezTo>
                  <a:pt x="14664" y="1330"/>
                  <a:pt x="14551" y="1220"/>
                  <a:pt x="14416" y="1220"/>
                </a:cubicBezTo>
                <a:close/>
                <a:moveTo>
                  <a:pt x="15635" y="1220"/>
                </a:moveTo>
                <a:cubicBezTo>
                  <a:pt x="15416" y="1220"/>
                  <a:pt x="15306" y="1486"/>
                  <a:pt x="15460" y="1640"/>
                </a:cubicBezTo>
                <a:cubicBezTo>
                  <a:pt x="15511" y="1691"/>
                  <a:pt x="15573" y="1714"/>
                  <a:pt x="15635" y="1714"/>
                </a:cubicBezTo>
                <a:cubicBezTo>
                  <a:pt x="15762" y="1714"/>
                  <a:pt x="15883" y="1615"/>
                  <a:pt x="15883" y="1467"/>
                </a:cubicBezTo>
                <a:cubicBezTo>
                  <a:pt x="15883" y="1330"/>
                  <a:pt x="15773" y="1220"/>
                  <a:pt x="15635" y="1220"/>
                </a:cubicBezTo>
                <a:close/>
                <a:moveTo>
                  <a:pt x="16854" y="1220"/>
                </a:moveTo>
                <a:cubicBezTo>
                  <a:pt x="16635" y="1220"/>
                  <a:pt x="16525" y="1486"/>
                  <a:pt x="16682" y="1640"/>
                </a:cubicBezTo>
                <a:cubicBezTo>
                  <a:pt x="16732" y="1691"/>
                  <a:pt x="16794" y="1714"/>
                  <a:pt x="16855" y="1714"/>
                </a:cubicBezTo>
                <a:cubicBezTo>
                  <a:pt x="16981" y="1714"/>
                  <a:pt x="17102" y="1615"/>
                  <a:pt x="17102" y="1467"/>
                </a:cubicBezTo>
                <a:cubicBezTo>
                  <a:pt x="17102" y="1330"/>
                  <a:pt x="16992" y="1220"/>
                  <a:pt x="16854" y="1220"/>
                </a:cubicBezTo>
                <a:close/>
                <a:moveTo>
                  <a:pt x="18073" y="1220"/>
                </a:moveTo>
                <a:cubicBezTo>
                  <a:pt x="17854" y="1220"/>
                  <a:pt x="17744" y="1486"/>
                  <a:pt x="17901" y="1640"/>
                </a:cubicBezTo>
                <a:cubicBezTo>
                  <a:pt x="17951" y="1691"/>
                  <a:pt x="18013" y="1714"/>
                  <a:pt x="18074" y="1714"/>
                </a:cubicBezTo>
                <a:cubicBezTo>
                  <a:pt x="18200" y="1714"/>
                  <a:pt x="18321" y="1615"/>
                  <a:pt x="18321" y="1467"/>
                </a:cubicBezTo>
                <a:cubicBezTo>
                  <a:pt x="18321" y="1330"/>
                  <a:pt x="18211" y="1220"/>
                  <a:pt x="18073" y="1220"/>
                </a:cubicBezTo>
                <a:close/>
                <a:moveTo>
                  <a:pt x="19296" y="1220"/>
                </a:moveTo>
                <a:cubicBezTo>
                  <a:pt x="19073" y="1220"/>
                  <a:pt x="18963" y="1486"/>
                  <a:pt x="19120" y="1640"/>
                </a:cubicBezTo>
                <a:cubicBezTo>
                  <a:pt x="19171" y="1691"/>
                  <a:pt x="19233" y="1714"/>
                  <a:pt x="19294" y="1714"/>
                </a:cubicBezTo>
                <a:cubicBezTo>
                  <a:pt x="19420" y="1714"/>
                  <a:pt x="19540" y="1615"/>
                  <a:pt x="19540" y="1467"/>
                </a:cubicBezTo>
                <a:cubicBezTo>
                  <a:pt x="19540" y="1330"/>
                  <a:pt x="19430" y="1220"/>
                  <a:pt x="19296" y="1220"/>
                </a:cubicBezTo>
                <a:close/>
                <a:moveTo>
                  <a:pt x="20515" y="1220"/>
                </a:moveTo>
                <a:cubicBezTo>
                  <a:pt x="20295" y="1220"/>
                  <a:pt x="20182" y="1486"/>
                  <a:pt x="20339" y="1640"/>
                </a:cubicBezTo>
                <a:cubicBezTo>
                  <a:pt x="20390" y="1691"/>
                  <a:pt x="20452" y="1714"/>
                  <a:pt x="20513" y="1714"/>
                </a:cubicBezTo>
                <a:cubicBezTo>
                  <a:pt x="20639" y="1714"/>
                  <a:pt x="20759" y="1615"/>
                  <a:pt x="20759" y="1467"/>
                </a:cubicBezTo>
                <a:cubicBezTo>
                  <a:pt x="20759" y="1330"/>
                  <a:pt x="20649" y="1220"/>
                  <a:pt x="20515" y="1220"/>
                </a:cubicBezTo>
                <a:close/>
                <a:moveTo>
                  <a:pt x="21734" y="1220"/>
                </a:moveTo>
                <a:cubicBezTo>
                  <a:pt x="21514" y="1220"/>
                  <a:pt x="21405" y="1486"/>
                  <a:pt x="21558" y="1640"/>
                </a:cubicBezTo>
                <a:cubicBezTo>
                  <a:pt x="21609" y="1691"/>
                  <a:pt x="21672" y="1714"/>
                  <a:pt x="21733" y="1714"/>
                </a:cubicBezTo>
                <a:cubicBezTo>
                  <a:pt x="21860" y="1714"/>
                  <a:pt x="21981" y="1615"/>
                  <a:pt x="21981" y="1467"/>
                </a:cubicBezTo>
                <a:cubicBezTo>
                  <a:pt x="21981" y="1330"/>
                  <a:pt x="21868" y="1220"/>
                  <a:pt x="21734" y="1220"/>
                </a:cubicBezTo>
                <a:close/>
                <a:moveTo>
                  <a:pt x="22953" y="1220"/>
                </a:moveTo>
                <a:cubicBezTo>
                  <a:pt x="22733" y="1220"/>
                  <a:pt x="22624" y="1486"/>
                  <a:pt x="22777" y="1640"/>
                </a:cubicBezTo>
                <a:cubicBezTo>
                  <a:pt x="22828" y="1691"/>
                  <a:pt x="22891" y="1714"/>
                  <a:pt x="22952" y="1714"/>
                </a:cubicBezTo>
                <a:cubicBezTo>
                  <a:pt x="23079" y="1714"/>
                  <a:pt x="23200" y="1615"/>
                  <a:pt x="23200" y="1467"/>
                </a:cubicBezTo>
                <a:cubicBezTo>
                  <a:pt x="23200" y="1330"/>
                  <a:pt x="23088" y="1220"/>
                  <a:pt x="22953" y="1220"/>
                </a:cubicBezTo>
                <a:close/>
                <a:moveTo>
                  <a:pt x="24172" y="1220"/>
                </a:moveTo>
                <a:cubicBezTo>
                  <a:pt x="23952" y="1220"/>
                  <a:pt x="23843" y="1486"/>
                  <a:pt x="23996" y="1640"/>
                </a:cubicBezTo>
                <a:cubicBezTo>
                  <a:pt x="24047" y="1691"/>
                  <a:pt x="24110" y="1714"/>
                  <a:pt x="24171" y="1714"/>
                </a:cubicBezTo>
                <a:cubicBezTo>
                  <a:pt x="24298" y="1714"/>
                  <a:pt x="24419" y="1615"/>
                  <a:pt x="24419" y="1467"/>
                </a:cubicBezTo>
                <a:cubicBezTo>
                  <a:pt x="24419" y="1330"/>
                  <a:pt x="24310" y="1220"/>
                  <a:pt x="24172" y="1220"/>
                </a:cubicBezTo>
                <a:close/>
                <a:moveTo>
                  <a:pt x="25391" y="1220"/>
                </a:moveTo>
                <a:cubicBezTo>
                  <a:pt x="25172" y="1220"/>
                  <a:pt x="25062" y="1486"/>
                  <a:pt x="25219" y="1640"/>
                </a:cubicBezTo>
                <a:cubicBezTo>
                  <a:pt x="25268" y="1691"/>
                  <a:pt x="25330" y="1714"/>
                  <a:pt x="25391" y="1714"/>
                </a:cubicBezTo>
                <a:cubicBezTo>
                  <a:pt x="25517" y="1714"/>
                  <a:pt x="25638" y="1615"/>
                  <a:pt x="25638" y="1467"/>
                </a:cubicBezTo>
                <a:cubicBezTo>
                  <a:pt x="25638" y="1330"/>
                  <a:pt x="25529" y="1220"/>
                  <a:pt x="25391" y="1220"/>
                </a:cubicBezTo>
                <a:close/>
                <a:moveTo>
                  <a:pt x="1" y="2571"/>
                </a:moveTo>
                <a:lnTo>
                  <a:pt x="1" y="2802"/>
                </a:lnTo>
                <a:cubicBezTo>
                  <a:pt x="38" y="2730"/>
                  <a:pt x="38" y="2643"/>
                  <a:pt x="1" y="2571"/>
                </a:cubicBezTo>
                <a:close/>
                <a:moveTo>
                  <a:pt x="1000" y="2439"/>
                </a:moveTo>
                <a:cubicBezTo>
                  <a:pt x="781" y="2439"/>
                  <a:pt x="671" y="2705"/>
                  <a:pt x="828" y="2859"/>
                </a:cubicBezTo>
                <a:cubicBezTo>
                  <a:pt x="878" y="2910"/>
                  <a:pt x="940" y="2933"/>
                  <a:pt x="1001" y="2933"/>
                </a:cubicBezTo>
                <a:cubicBezTo>
                  <a:pt x="1127" y="2933"/>
                  <a:pt x="1248" y="2835"/>
                  <a:pt x="1248" y="2686"/>
                </a:cubicBezTo>
                <a:cubicBezTo>
                  <a:pt x="1248" y="2549"/>
                  <a:pt x="1138" y="2439"/>
                  <a:pt x="1000" y="2439"/>
                </a:cubicBezTo>
                <a:close/>
                <a:moveTo>
                  <a:pt x="2223" y="2439"/>
                </a:moveTo>
                <a:cubicBezTo>
                  <a:pt x="2000" y="2439"/>
                  <a:pt x="1890" y="2705"/>
                  <a:pt x="2047" y="2859"/>
                </a:cubicBezTo>
                <a:cubicBezTo>
                  <a:pt x="2097" y="2910"/>
                  <a:pt x="2159" y="2933"/>
                  <a:pt x="2220" y="2933"/>
                </a:cubicBezTo>
                <a:cubicBezTo>
                  <a:pt x="2346" y="2933"/>
                  <a:pt x="2467" y="2835"/>
                  <a:pt x="2467" y="2686"/>
                </a:cubicBezTo>
                <a:cubicBezTo>
                  <a:pt x="2467" y="2549"/>
                  <a:pt x="2357" y="2439"/>
                  <a:pt x="2223" y="2439"/>
                </a:cubicBezTo>
                <a:close/>
                <a:moveTo>
                  <a:pt x="3442" y="2439"/>
                </a:moveTo>
                <a:cubicBezTo>
                  <a:pt x="3222" y="2439"/>
                  <a:pt x="3110" y="2705"/>
                  <a:pt x="3266" y="2859"/>
                </a:cubicBezTo>
                <a:cubicBezTo>
                  <a:pt x="3317" y="2910"/>
                  <a:pt x="3379" y="2933"/>
                  <a:pt x="3440" y="2933"/>
                </a:cubicBezTo>
                <a:cubicBezTo>
                  <a:pt x="3566" y="2933"/>
                  <a:pt x="3686" y="2835"/>
                  <a:pt x="3686" y="2686"/>
                </a:cubicBezTo>
                <a:cubicBezTo>
                  <a:pt x="3686" y="2549"/>
                  <a:pt x="3576" y="2439"/>
                  <a:pt x="3442" y="2439"/>
                </a:cubicBezTo>
                <a:close/>
                <a:moveTo>
                  <a:pt x="4661" y="2439"/>
                </a:moveTo>
                <a:cubicBezTo>
                  <a:pt x="4441" y="2439"/>
                  <a:pt x="4332" y="2705"/>
                  <a:pt x="4485" y="2859"/>
                </a:cubicBezTo>
                <a:cubicBezTo>
                  <a:pt x="4536" y="2910"/>
                  <a:pt x="4599" y="2933"/>
                  <a:pt x="4660" y="2933"/>
                </a:cubicBezTo>
                <a:cubicBezTo>
                  <a:pt x="4787" y="2933"/>
                  <a:pt x="4908" y="2835"/>
                  <a:pt x="4908" y="2686"/>
                </a:cubicBezTo>
                <a:cubicBezTo>
                  <a:pt x="4908" y="2549"/>
                  <a:pt x="4795" y="2439"/>
                  <a:pt x="4661" y="2439"/>
                </a:cubicBezTo>
                <a:close/>
                <a:moveTo>
                  <a:pt x="5880" y="2439"/>
                </a:moveTo>
                <a:cubicBezTo>
                  <a:pt x="5660" y="2439"/>
                  <a:pt x="5551" y="2705"/>
                  <a:pt x="5704" y="2859"/>
                </a:cubicBezTo>
                <a:cubicBezTo>
                  <a:pt x="5755" y="2910"/>
                  <a:pt x="5818" y="2933"/>
                  <a:pt x="5879" y="2933"/>
                </a:cubicBezTo>
                <a:cubicBezTo>
                  <a:pt x="6006" y="2933"/>
                  <a:pt x="6127" y="2835"/>
                  <a:pt x="6127" y="2686"/>
                </a:cubicBezTo>
                <a:cubicBezTo>
                  <a:pt x="6127" y="2549"/>
                  <a:pt x="6015" y="2439"/>
                  <a:pt x="5880" y="2439"/>
                </a:cubicBezTo>
                <a:close/>
                <a:moveTo>
                  <a:pt x="7099" y="2439"/>
                </a:moveTo>
                <a:cubicBezTo>
                  <a:pt x="6879" y="2439"/>
                  <a:pt x="6770" y="2705"/>
                  <a:pt x="6923" y="2859"/>
                </a:cubicBezTo>
                <a:cubicBezTo>
                  <a:pt x="6974" y="2910"/>
                  <a:pt x="7037" y="2933"/>
                  <a:pt x="7098" y="2933"/>
                </a:cubicBezTo>
                <a:cubicBezTo>
                  <a:pt x="7225" y="2933"/>
                  <a:pt x="7346" y="2835"/>
                  <a:pt x="7346" y="2686"/>
                </a:cubicBezTo>
                <a:cubicBezTo>
                  <a:pt x="7346" y="2549"/>
                  <a:pt x="7237" y="2439"/>
                  <a:pt x="7099" y="2439"/>
                </a:cubicBezTo>
                <a:close/>
                <a:moveTo>
                  <a:pt x="8318" y="2439"/>
                </a:moveTo>
                <a:cubicBezTo>
                  <a:pt x="8099" y="2439"/>
                  <a:pt x="7989" y="2705"/>
                  <a:pt x="8146" y="2859"/>
                </a:cubicBezTo>
                <a:cubicBezTo>
                  <a:pt x="8195" y="2910"/>
                  <a:pt x="8257" y="2933"/>
                  <a:pt x="8318" y="2933"/>
                </a:cubicBezTo>
                <a:cubicBezTo>
                  <a:pt x="8444" y="2933"/>
                  <a:pt x="8565" y="2835"/>
                  <a:pt x="8565" y="2686"/>
                </a:cubicBezTo>
                <a:cubicBezTo>
                  <a:pt x="8565" y="2549"/>
                  <a:pt x="8456" y="2439"/>
                  <a:pt x="8318" y="2439"/>
                </a:cubicBezTo>
                <a:close/>
                <a:moveTo>
                  <a:pt x="9537" y="2439"/>
                </a:moveTo>
                <a:cubicBezTo>
                  <a:pt x="9318" y="2439"/>
                  <a:pt x="9208" y="2705"/>
                  <a:pt x="9365" y="2859"/>
                </a:cubicBezTo>
                <a:cubicBezTo>
                  <a:pt x="9415" y="2910"/>
                  <a:pt x="9476" y="2933"/>
                  <a:pt x="9537" y="2933"/>
                </a:cubicBezTo>
                <a:cubicBezTo>
                  <a:pt x="9663" y="2933"/>
                  <a:pt x="9785" y="2835"/>
                  <a:pt x="9785" y="2686"/>
                </a:cubicBezTo>
                <a:cubicBezTo>
                  <a:pt x="9785" y="2549"/>
                  <a:pt x="9675" y="2439"/>
                  <a:pt x="9537" y="2439"/>
                </a:cubicBezTo>
                <a:close/>
                <a:moveTo>
                  <a:pt x="10759" y="2439"/>
                </a:moveTo>
                <a:cubicBezTo>
                  <a:pt x="10537" y="2439"/>
                  <a:pt x="10427" y="2705"/>
                  <a:pt x="10584" y="2859"/>
                </a:cubicBezTo>
                <a:cubicBezTo>
                  <a:pt x="10634" y="2910"/>
                  <a:pt x="10695" y="2933"/>
                  <a:pt x="10756" y="2933"/>
                </a:cubicBezTo>
                <a:cubicBezTo>
                  <a:pt x="10882" y="2933"/>
                  <a:pt x="11004" y="2835"/>
                  <a:pt x="11004" y="2686"/>
                </a:cubicBezTo>
                <a:cubicBezTo>
                  <a:pt x="11004" y="2549"/>
                  <a:pt x="10894" y="2439"/>
                  <a:pt x="10759" y="2439"/>
                </a:cubicBezTo>
                <a:close/>
                <a:moveTo>
                  <a:pt x="11978" y="2439"/>
                </a:moveTo>
                <a:cubicBezTo>
                  <a:pt x="11759" y="2439"/>
                  <a:pt x="11646" y="2705"/>
                  <a:pt x="11803" y="2859"/>
                </a:cubicBezTo>
                <a:cubicBezTo>
                  <a:pt x="11854" y="2910"/>
                  <a:pt x="11916" y="2933"/>
                  <a:pt x="11977" y="2933"/>
                </a:cubicBezTo>
                <a:cubicBezTo>
                  <a:pt x="12103" y="2933"/>
                  <a:pt x="12223" y="2835"/>
                  <a:pt x="12223" y="2686"/>
                </a:cubicBezTo>
                <a:cubicBezTo>
                  <a:pt x="12223" y="2549"/>
                  <a:pt x="12113" y="2439"/>
                  <a:pt x="11978" y="2439"/>
                </a:cubicBezTo>
                <a:close/>
                <a:moveTo>
                  <a:pt x="13197" y="2439"/>
                </a:moveTo>
                <a:cubicBezTo>
                  <a:pt x="12978" y="2439"/>
                  <a:pt x="12868" y="2705"/>
                  <a:pt x="13022" y="2859"/>
                </a:cubicBezTo>
                <a:cubicBezTo>
                  <a:pt x="13073" y="2910"/>
                  <a:pt x="13135" y="2933"/>
                  <a:pt x="13196" y="2933"/>
                </a:cubicBezTo>
                <a:cubicBezTo>
                  <a:pt x="13324" y="2933"/>
                  <a:pt x="13445" y="2835"/>
                  <a:pt x="13445" y="2686"/>
                </a:cubicBezTo>
                <a:cubicBezTo>
                  <a:pt x="13445" y="2549"/>
                  <a:pt x="13332" y="2439"/>
                  <a:pt x="13197" y="2439"/>
                </a:cubicBezTo>
                <a:close/>
                <a:moveTo>
                  <a:pt x="14416" y="2439"/>
                </a:moveTo>
                <a:cubicBezTo>
                  <a:pt x="14197" y="2439"/>
                  <a:pt x="14087" y="2705"/>
                  <a:pt x="14241" y="2859"/>
                </a:cubicBezTo>
                <a:cubicBezTo>
                  <a:pt x="14292" y="2910"/>
                  <a:pt x="14354" y="2933"/>
                  <a:pt x="14416" y="2933"/>
                </a:cubicBezTo>
                <a:cubicBezTo>
                  <a:pt x="14543" y="2933"/>
                  <a:pt x="14664" y="2835"/>
                  <a:pt x="14664" y="2686"/>
                </a:cubicBezTo>
                <a:cubicBezTo>
                  <a:pt x="14664" y="2549"/>
                  <a:pt x="14551" y="2439"/>
                  <a:pt x="14416" y="2439"/>
                </a:cubicBezTo>
                <a:close/>
                <a:moveTo>
                  <a:pt x="15635" y="2439"/>
                </a:moveTo>
                <a:cubicBezTo>
                  <a:pt x="15416" y="2439"/>
                  <a:pt x="15306" y="2705"/>
                  <a:pt x="15460" y="2859"/>
                </a:cubicBezTo>
                <a:cubicBezTo>
                  <a:pt x="15511" y="2910"/>
                  <a:pt x="15573" y="2933"/>
                  <a:pt x="15635" y="2933"/>
                </a:cubicBezTo>
                <a:cubicBezTo>
                  <a:pt x="15762" y="2933"/>
                  <a:pt x="15883" y="2835"/>
                  <a:pt x="15883" y="2686"/>
                </a:cubicBezTo>
                <a:cubicBezTo>
                  <a:pt x="15883" y="2549"/>
                  <a:pt x="15773" y="2439"/>
                  <a:pt x="15635" y="2439"/>
                </a:cubicBezTo>
                <a:close/>
                <a:moveTo>
                  <a:pt x="16854" y="2439"/>
                </a:moveTo>
                <a:cubicBezTo>
                  <a:pt x="16635" y="2439"/>
                  <a:pt x="16525" y="2705"/>
                  <a:pt x="16682" y="2859"/>
                </a:cubicBezTo>
                <a:cubicBezTo>
                  <a:pt x="16732" y="2910"/>
                  <a:pt x="16794" y="2933"/>
                  <a:pt x="16855" y="2933"/>
                </a:cubicBezTo>
                <a:cubicBezTo>
                  <a:pt x="16981" y="2933"/>
                  <a:pt x="17102" y="2835"/>
                  <a:pt x="17102" y="2686"/>
                </a:cubicBezTo>
                <a:cubicBezTo>
                  <a:pt x="17102" y="2549"/>
                  <a:pt x="16992" y="2439"/>
                  <a:pt x="16854" y="2439"/>
                </a:cubicBezTo>
                <a:close/>
                <a:moveTo>
                  <a:pt x="18073" y="2439"/>
                </a:moveTo>
                <a:cubicBezTo>
                  <a:pt x="17854" y="2439"/>
                  <a:pt x="17744" y="2705"/>
                  <a:pt x="17901" y="2859"/>
                </a:cubicBezTo>
                <a:cubicBezTo>
                  <a:pt x="17951" y="2910"/>
                  <a:pt x="18013" y="2933"/>
                  <a:pt x="18074" y="2933"/>
                </a:cubicBezTo>
                <a:cubicBezTo>
                  <a:pt x="18200" y="2933"/>
                  <a:pt x="18321" y="2835"/>
                  <a:pt x="18321" y="2686"/>
                </a:cubicBezTo>
                <a:cubicBezTo>
                  <a:pt x="18321" y="2549"/>
                  <a:pt x="18211" y="2439"/>
                  <a:pt x="18073" y="2439"/>
                </a:cubicBezTo>
                <a:close/>
                <a:moveTo>
                  <a:pt x="19296" y="2439"/>
                </a:moveTo>
                <a:cubicBezTo>
                  <a:pt x="19073" y="2439"/>
                  <a:pt x="18963" y="2705"/>
                  <a:pt x="19120" y="2859"/>
                </a:cubicBezTo>
                <a:cubicBezTo>
                  <a:pt x="19171" y="2910"/>
                  <a:pt x="19233" y="2933"/>
                  <a:pt x="19294" y="2933"/>
                </a:cubicBezTo>
                <a:cubicBezTo>
                  <a:pt x="19420" y="2933"/>
                  <a:pt x="19540" y="2835"/>
                  <a:pt x="19540" y="2686"/>
                </a:cubicBezTo>
                <a:cubicBezTo>
                  <a:pt x="19540" y="2549"/>
                  <a:pt x="19430" y="2439"/>
                  <a:pt x="19296" y="2439"/>
                </a:cubicBezTo>
                <a:close/>
                <a:moveTo>
                  <a:pt x="20515" y="2439"/>
                </a:moveTo>
                <a:cubicBezTo>
                  <a:pt x="20295" y="2439"/>
                  <a:pt x="20182" y="2705"/>
                  <a:pt x="20339" y="2859"/>
                </a:cubicBezTo>
                <a:cubicBezTo>
                  <a:pt x="20390" y="2910"/>
                  <a:pt x="20452" y="2933"/>
                  <a:pt x="20513" y="2933"/>
                </a:cubicBezTo>
                <a:cubicBezTo>
                  <a:pt x="20639" y="2933"/>
                  <a:pt x="20759" y="2835"/>
                  <a:pt x="20759" y="2686"/>
                </a:cubicBezTo>
                <a:cubicBezTo>
                  <a:pt x="20759" y="2549"/>
                  <a:pt x="20649" y="2439"/>
                  <a:pt x="20515" y="2439"/>
                </a:cubicBezTo>
                <a:close/>
                <a:moveTo>
                  <a:pt x="21734" y="2439"/>
                </a:moveTo>
                <a:cubicBezTo>
                  <a:pt x="21514" y="2439"/>
                  <a:pt x="21405" y="2705"/>
                  <a:pt x="21558" y="2859"/>
                </a:cubicBezTo>
                <a:cubicBezTo>
                  <a:pt x="21609" y="2910"/>
                  <a:pt x="21672" y="2933"/>
                  <a:pt x="21733" y="2933"/>
                </a:cubicBezTo>
                <a:cubicBezTo>
                  <a:pt x="21860" y="2933"/>
                  <a:pt x="21981" y="2835"/>
                  <a:pt x="21981" y="2686"/>
                </a:cubicBezTo>
                <a:cubicBezTo>
                  <a:pt x="21981" y="2549"/>
                  <a:pt x="21868" y="2439"/>
                  <a:pt x="21734" y="2439"/>
                </a:cubicBezTo>
                <a:close/>
                <a:moveTo>
                  <a:pt x="22953" y="2439"/>
                </a:moveTo>
                <a:cubicBezTo>
                  <a:pt x="22733" y="2439"/>
                  <a:pt x="22624" y="2705"/>
                  <a:pt x="22777" y="2859"/>
                </a:cubicBezTo>
                <a:cubicBezTo>
                  <a:pt x="22828" y="2910"/>
                  <a:pt x="22891" y="2933"/>
                  <a:pt x="22952" y="2933"/>
                </a:cubicBezTo>
                <a:cubicBezTo>
                  <a:pt x="23079" y="2933"/>
                  <a:pt x="23200" y="2835"/>
                  <a:pt x="23200" y="2686"/>
                </a:cubicBezTo>
                <a:cubicBezTo>
                  <a:pt x="23200" y="2549"/>
                  <a:pt x="23088" y="2439"/>
                  <a:pt x="22953" y="2439"/>
                </a:cubicBezTo>
                <a:close/>
                <a:moveTo>
                  <a:pt x="24172" y="2439"/>
                </a:moveTo>
                <a:cubicBezTo>
                  <a:pt x="23952" y="2439"/>
                  <a:pt x="23843" y="2705"/>
                  <a:pt x="23996" y="2859"/>
                </a:cubicBezTo>
                <a:cubicBezTo>
                  <a:pt x="24047" y="2910"/>
                  <a:pt x="24110" y="2933"/>
                  <a:pt x="24171" y="2933"/>
                </a:cubicBezTo>
                <a:cubicBezTo>
                  <a:pt x="24298" y="2933"/>
                  <a:pt x="24419" y="2835"/>
                  <a:pt x="24419" y="2686"/>
                </a:cubicBezTo>
                <a:cubicBezTo>
                  <a:pt x="24419" y="2549"/>
                  <a:pt x="24310" y="2439"/>
                  <a:pt x="24172" y="2439"/>
                </a:cubicBezTo>
                <a:close/>
                <a:moveTo>
                  <a:pt x="25391" y="2439"/>
                </a:moveTo>
                <a:cubicBezTo>
                  <a:pt x="25172" y="2439"/>
                  <a:pt x="25062" y="2705"/>
                  <a:pt x="25219" y="2859"/>
                </a:cubicBezTo>
                <a:cubicBezTo>
                  <a:pt x="25268" y="2910"/>
                  <a:pt x="25330" y="2933"/>
                  <a:pt x="25391" y="2933"/>
                </a:cubicBezTo>
                <a:cubicBezTo>
                  <a:pt x="25517" y="2933"/>
                  <a:pt x="25638" y="2835"/>
                  <a:pt x="25638" y="2686"/>
                </a:cubicBezTo>
                <a:cubicBezTo>
                  <a:pt x="25638" y="2549"/>
                  <a:pt x="25529" y="2439"/>
                  <a:pt x="25391" y="2439"/>
                </a:cubicBezTo>
                <a:close/>
                <a:moveTo>
                  <a:pt x="26610" y="2439"/>
                </a:moveTo>
                <a:cubicBezTo>
                  <a:pt x="26391" y="2439"/>
                  <a:pt x="26281" y="2705"/>
                  <a:pt x="26438" y="2859"/>
                </a:cubicBezTo>
                <a:cubicBezTo>
                  <a:pt x="26488" y="2910"/>
                  <a:pt x="26549" y="2933"/>
                  <a:pt x="26610" y="2933"/>
                </a:cubicBezTo>
                <a:cubicBezTo>
                  <a:pt x="26736" y="2933"/>
                  <a:pt x="26857" y="2835"/>
                  <a:pt x="26857" y="2686"/>
                </a:cubicBezTo>
                <a:cubicBezTo>
                  <a:pt x="26857" y="2549"/>
                  <a:pt x="26748" y="2439"/>
                  <a:pt x="26610" y="2439"/>
                </a:cubicBezTo>
                <a:close/>
                <a:moveTo>
                  <a:pt x="1" y="3790"/>
                </a:moveTo>
                <a:lnTo>
                  <a:pt x="1" y="4021"/>
                </a:lnTo>
                <a:cubicBezTo>
                  <a:pt x="38" y="3949"/>
                  <a:pt x="38" y="3862"/>
                  <a:pt x="1" y="3790"/>
                </a:cubicBezTo>
                <a:close/>
                <a:moveTo>
                  <a:pt x="1000" y="3658"/>
                </a:moveTo>
                <a:cubicBezTo>
                  <a:pt x="781" y="3658"/>
                  <a:pt x="671" y="3924"/>
                  <a:pt x="828" y="4081"/>
                </a:cubicBezTo>
                <a:cubicBezTo>
                  <a:pt x="878" y="4130"/>
                  <a:pt x="939" y="4153"/>
                  <a:pt x="999" y="4153"/>
                </a:cubicBezTo>
                <a:cubicBezTo>
                  <a:pt x="1126" y="4153"/>
                  <a:pt x="1248" y="4054"/>
                  <a:pt x="1248" y="3906"/>
                </a:cubicBezTo>
                <a:cubicBezTo>
                  <a:pt x="1248" y="3768"/>
                  <a:pt x="1138" y="3658"/>
                  <a:pt x="1000" y="3658"/>
                </a:cubicBezTo>
                <a:close/>
                <a:moveTo>
                  <a:pt x="2223" y="3658"/>
                </a:moveTo>
                <a:cubicBezTo>
                  <a:pt x="2000" y="3658"/>
                  <a:pt x="1890" y="3924"/>
                  <a:pt x="2047" y="4081"/>
                </a:cubicBezTo>
                <a:cubicBezTo>
                  <a:pt x="2097" y="4130"/>
                  <a:pt x="2158" y="4153"/>
                  <a:pt x="2218" y="4153"/>
                </a:cubicBezTo>
                <a:cubicBezTo>
                  <a:pt x="2345" y="4153"/>
                  <a:pt x="2467" y="4054"/>
                  <a:pt x="2467" y="3906"/>
                </a:cubicBezTo>
                <a:cubicBezTo>
                  <a:pt x="2467" y="3768"/>
                  <a:pt x="2357" y="3658"/>
                  <a:pt x="2223" y="3658"/>
                </a:cubicBezTo>
                <a:close/>
                <a:moveTo>
                  <a:pt x="3442" y="3658"/>
                </a:moveTo>
                <a:cubicBezTo>
                  <a:pt x="3222" y="3658"/>
                  <a:pt x="3110" y="3924"/>
                  <a:pt x="3266" y="4081"/>
                </a:cubicBezTo>
                <a:cubicBezTo>
                  <a:pt x="3317" y="4130"/>
                  <a:pt x="3378" y="4153"/>
                  <a:pt x="3438" y="4153"/>
                </a:cubicBezTo>
                <a:cubicBezTo>
                  <a:pt x="3565" y="4153"/>
                  <a:pt x="3686" y="4054"/>
                  <a:pt x="3686" y="3906"/>
                </a:cubicBezTo>
                <a:cubicBezTo>
                  <a:pt x="3686" y="3768"/>
                  <a:pt x="3576" y="3658"/>
                  <a:pt x="3442" y="3658"/>
                </a:cubicBezTo>
                <a:close/>
                <a:moveTo>
                  <a:pt x="4661" y="3658"/>
                </a:moveTo>
                <a:cubicBezTo>
                  <a:pt x="4441" y="3658"/>
                  <a:pt x="4332" y="3924"/>
                  <a:pt x="4485" y="4081"/>
                </a:cubicBezTo>
                <a:cubicBezTo>
                  <a:pt x="4536" y="4130"/>
                  <a:pt x="4597" y="4153"/>
                  <a:pt x="4658" y="4153"/>
                </a:cubicBezTo>
                <a:cubicBezTo>
                  <a:pt x="4786" y="4153"/>
                  <a:pt x="4908" y="4054"/>
                  <a:pt x="4908" y="3906"/>
                </a:cubicBezTo>
                <a:cubicBezTo>
                  <a:pt x="4908" y="3768"/>
                  <a:pt x="4795" y="3658"/>
                  <a:pt x="4661" y="3658"/>
                </a:cubicBezTo>
                <a:close/>
                <a:moveTo>
                  <a:pt x="5880" y="3658"/>
                </a:moveTo>
                <a:cubicBezTo>
                  <a:pt x="5660" y="3658"/>
                  <a:pt x="5551" y="3924"/>
                  <a:pt x="5704" y="4081"/>
                </a:cubicBezTo>
                <a:cubicBezTo>
                  <a:pt x="5755" y="4130"/>
                  <a:pt x="5817" y="4153"/>
                  <a:pt x="5877" y="4153"/>
                </a:cubicBezTo>
                <a:cubicBezTo>
                  <a:pt x="6005" y="4153"/>
                  <a:pt x="6127" y="4054"/>
                  <a:pt x="6127" y="3906"/>
                </a:cubicBezTo>
                <a:cubicBezTo>
                  <a:pt x="6127" y="3768"/>
                  <a:pt x="6015" y="3658"/>
                  <a:pt x="5880" y="3658"/>
                </a:cubicBezTo>
                <a:close/>
                <a:moveTo>
                  <a:pt x="7099" y="3658"/>
                </a:moveTo>
                <a:cubicBezTo>
                  <a:pt x="6879" y="3658"/>
                  <a:pt x="6770" y="3924"/>
                  <a:pt x="6923" y="4081"/>
                </a:cubicBezTo>
                <a:cubicBezTo>
                  <a:pt x="6974" y="4130"/>
                  <a:pt x="7036" y="4153"/>
                  <a:pt x="7096" y="4153"/>
                </a:cubicBezTo>
                <a:cubicBezTo>
                  <a:pt x="7224" y="4153"/>
                  <a:pt x="7346" y="4054"/>
                  <a:pt x="7346" y="3906"/>
                </a:cubicBezTo>
                <a:cubicBezTo>
                  <a:pt x="7346" y="3768"/>
                  <a:pt x="7237" y="3658"/>
                  <a:pt x="7099" y="3658"/>
                </a:cubicBezTo>
                <a:close/>
                <a:moveTo>
                  <a:pt x="8318" y="3658"/>
                </a:moveTo>
                <a:cubicBezTo>
                  <a:pt x="8099" y="3658"/>
                  <a:pt x="7989" y="3924"/>
                  <a:pt x="8146" y="4081"/>
                </a:cubicBezTo>
                <a:cubicBezTo>
                  <a:pt x="8195" y="4130"/>
                  <a:pt x="8256" y="4153"/>
                  <a:pt x="8316" y="4153"/>
                </a:cubicBezTo>
                <a:cubicBezTo>
                  <a:pt x="8443" y="4153"/>
                  <a:pt x="8565" y="4054"/>
                  <a:pt x="8565" y="3906"/>
                </a:cubicBezTo>
                <a:cubicBezTo>
                  <a:pt x="8565" y="3768"/>
                  <a:pt x="8456" y="3658"/>
                  <a:pt x="8318" y="3658"/>
                </a:cubicBezTo>
                <a:close/>
                <a:moveTo>
                  <a:pt x="9537" y="3658"/>
                </a:moveTo>
                <a:cubicBezTo>
                  <a:pt x="9318" y="3658"/>
                  <a:pt x="9208" y="3924"/>
                  <a:pt x="9365" y="4081"/>
                </a:cubicBezTo>
                <a:cubicBezTo>
                  <a:pt x="9414" y="4130"/>
                  <a:pt x="9475" y="4153"/>
                  <a:pt x="9535" y="4153"/>
                </a:cubicBezTo>
                <a:cubicBezTo>
                  <a:pt x="9662" y="4153"/>
                  <a:pt x="9785" y="4054"/>
                  <a:pt x="9785" y="3906"/>
                </a:cubicBezTo>
                <a:cubicBezTo>
                  <a:pt x="9785" y="3768"/>
                  <a:pt x="9675" y="3658"/>
                  <a:pt x="9537" y="3658"/>
                </a:cubicBezTo>
                <a:close/>
                <a:moveTo>
                  <a:pt x="10759" y="3658"/>
                </a:moveTo>
                <a:cubicBezTo>
                  <a:pt x="10537" y="3658"/>
                  <a:pt x="10427" y="3924"/>
                  <a:pt x="10584" y="4081"/>
                </a:cubicBezTo>
                <a:cubicBezTo>
                  <a:pt x="10633" y="4130"/>
                  <a:pt x="10694" y="4153"/>
                  <a:pt x="10754" y="4153"/>
                </a:cubicBezTo>
                <a:cubicBezTo>
                  <a:pt x="10881" y="4153"/>
                  <a:pt x="11004" y="4054"/>
                  <a:pt x="11004" y="3906"/>
                </a:cubicBezTo>
                <a:cubicBezTo>
                  <a:pt x="11004" y="3768"/>
                  <a:pt x="10894" y="3658"/>
                  <a:pt x="10759" y="3658"/>
                </a:cubicBezTo>
                <a:close/>
                <a:moveTo>
                  <a:pt x="11978" y="3658"/>
                </a:moveTo>
                <a:cubicBezTo>
                  <a:pt x="11759" y="3658"/>
                  <a:pt x="11646" y="3924"/>
                  <a:pt x="11803" y="4081"/>
                </a:cubicBezTo>
                <a:cubicBezTo>
                  <a:pt x="11853" y="4130"/>
                  <a:pt x="11915" y="4153"/>
                  <a:pt x="11975" y="4153"/>
                </a:cubicBezTo>
                <a:cubicBezTo>
                  <a:pt x="12102" y="4153"/>
                  <a:pt x="12223" y="4054"/>
                  <a:pt x="12223" y="3906"/>
                </a:cubicBezTo>
                <a:cubicBezTo>
                  <a:pt x="12223" y="3768"/>
                  <a:pt x="12113" y="3658"/>
                  <a:pt x="11978" y="3658"/>
                </a:cubicBezTo>
                <a:close/>
                <a:moveTo>
                  <a:pt x="13197" y="3658"/>
                </a:moveTo>
                <a:cubicBezTo>
                  <a:pt x="12978" y="3658"/>
                  <a:pt x="12868" y="3924"/>
                  <a:pt x="13022" y="4081"/>
                </a:cubicBezTo>
                <a:cubicBezTo>
                  <a:pt x="13072" y="4130"/>
                  <a:pt x="13134" y="4153"/>
                  <a:pt x="13195" y="4153"/>
                </a:cubicBezTo>
                <a:cubicBezTo>
                  <a:pt x="13322" y="4153"/>
                  <a:pt x="13445" y="4054"/>
                  <a:pt x="13445" y="3906"/>
                </a:cubicBezTo>
                <a:cubicBezTo>
                  <a:pt x="13445" y="3768"/>
                  <a:pt x="13332" y="3658"/>
                  <a:pt x="13197" y="3658"/>
                </a:cubicBezTo>
                <a:close/>
                <a:moveTo>
                  <a:pt x="14416" y="3658"/>
                </a:moveTo>
                <a:cubicBezTo>
                  <a:pt x="14197" y="3658"/>
                  <a:pt x="14087" y="3924"/>
                  <a:pt x="14241" y="4081"/>
                </a:cubicBezTo>
                <a:cubicBezTo>
                  <a:pt x="14291" y="4130"/>
                  <a:pt x="14353" y="4153"/>
                  <a:pt x="14414" y="4153"/>
                </a:cubicBezTo>
                <a:cubicBezTo>
                  <a:pt x="14541" y="4153"/>
                  <a:pt x="14664" y="4054"/>
                  <a:pt x="14664" y="3906"/>
                </a:cubicBezTo>
                <a:cubicBezTo>
                  <a:pt x="14664" y="3768"/>
                  <a:pt x="14551" y="3658"/>
                  <a:pt x="14416" y="3658"/>
                </a:cubicBezTo>
                <a:close/>
                <a:moveTo>
                  <a:pt x="15635" y="3658"/>
                </a:moveTo>
                <a:cubicBezTo>
                  <a:pt x="15416" y="3658"/>
                  <a:pt x="15306" y="3924"/>
                  <a:pt x="15460" y="4081"/>
                </a:cubicBezTo>
                <a:cubicBezTo>
                  <a:pt x="15510" y="4130"/>
                  <a:pt x="15572" y="4153"/>
                  <a:pt x="15633" y="4153"/>
                </a:cubicBezTo>
                <a:cubicBezTo>
                  <a:pt x="15760" y="4153"/>
                  <a:pt x="15883" y="4054"/>
                  <a:pt x="15883" y="3906"/>
                </a:cubicBezTo>
                <a:cubicBezTo>
                  <a:pt x="15883" y="3768"/>
                  <a:pt x="15773" y="3658"/>
                  <a:pt x="15635" y="3658"/>
                </a:cubicBezTo>
                <a:close/>
                <a:moveTo>
                  <a:pt x="16854" y="3658"/>
                </a:moveTo>
                <a:cubicBezTo>
                  <a:pt x="16635" y="3658"/>
                  <a:pt x="16525" y="3924"/>
                  <a:pt x="16682" y="4081"/>
                </a:cubicBezTo>
                <a:cubicBezTo>
                  <a:pt x="16731" y="4130"/>
                  <a:pt x="16793" y="4153"/>
                  <a:pt x="16853" y="4153"/>
                </a:cubicBezTo>
                <a:cubicBezTo>
                  <a:pt x="16979" y="4153"/>
                  <a:pt x="17102" y="4054"/>
                  <a:pt x="17102" y="3906"/>
                </a:cubicBezTo>
                <a:cubicBezTo>
                  <a:pt x="17102" y="3768"/>
                  <a:pt x="16992" y="3658"/>
                  <a:pt x="16854" y="3658"/>
                </a:cubicBezTo>
                <a:close/>
                <a:moveTo>
                  <a:pt x="18073" y="3658"/>
                </a:moveTo>
                <a:cubicBezTo>
                  <a:pt x="17854" y="3658"/>
                  <a:pt x="17744" y="3924"/>
                  <a:pt x="17901" y="4081"/>
                </a:cubicBezTo>
                <a:cubicBezTo>
                  <a:pt x="17951" y="4130"/>
                  <a:pt x="18012" y="4153"/>
                  <a:pt x="18072" y="4153"/>
                </a:cubicBezTo>
                <a:cubicBezTo>
                  <a:pt x="18199" y="4153"/>
                  <a:pt x="18321" y="4054"/>
                  <a:pt x="18321" y="3906"/>
                </a:cubicBezTo>
                <a:cubicBezTo>
                  <a:pt x="18321" y="3768"/>
                  <a:pt x="18211" y="3658"/>
                  <a:pt x="18073" y="3658"/>
                </a:cubicBezTo>
                <a:close/>
                <a:moveTo>
                  <a:pt x="19296" y="3658"/>
                </a:moveTo>
                <a:cubicBezTo>
                  <a:pt x="19073" y="3658"/>
                  <a:pt x="18963" y="3924"/>
                  <a:pt x="19120" y="4081"/>
                </a:cubicBezTo>
                <a:cubicBezTo>
                  <a:pt x="19171" y="4130"/>
                  <a:pt x="19232" y="4153"/>
                  <a:pt x="19292" y="4153"/>
                </a:cubicBezTo>
                <a:cubicBezTo>
                  <a:pt x="19419" y="4153"/>
                  <a:pt x="19540" y="4054"/>
                  <a:pt x="19540" y="3906"/>
                </a:cubicBezTo>
                <a:cubicBezTo>
                  <a:pt x="19540" y="3768"/>
                  <a:pt x="19430" y="3658"/>
                  <a:pt x="19296" y="3658"/>
                </a:cubicBezTo>
                <a:close/>
                <a:moveTo>
                  <a:pt x="20515" y="3658"/>
                </a:moveTo>
                <a:cubicBezTo>
                  <a:pt x="20295" y="3658"/>
                  <a:pt x="20182" y="3924"/>
                  <a:pt x="20339" y="4081"/>
                </a:cubicBezTo>
                <a:cubicBezTo>
                  <a:pt x="20390" y="4130"/>
                  <a:pt x="20451" y="4153"/>
                  <a:pt x="20511" y="4153"/>
                </a:cubicBezTo>
                <a:cubicBezTo>
                  <a:pt x="20638" y="4153"/>
                  <a:pt x="20759" y="4054"/>
                  <a:pt x="20759" y="3906"/>
                </a:cubicBezTo>
                <a:cubicBezTo>
                  <a:pt x="20759" y="3768"/>
                  <a:pt x="20649" y="3658"/>
                  <a:pt x="20515" y="3658"/>
                </a:cubicBezTo>
                <a:close/>
                <a:moveTo>
                  <a:pt x="21734" y="3658"/>
                </a:moveTo>
                <a:cubicBezTo>
                  <a:pt x="21514" y="3658"/>
                  <a:pt x="21405" y="3924"/>
                  <a:pt x="21558" y="4081"/>
                </a:cubicBezTo>
                <a:cubicBezTo>
                  <a:pt x="21609" y="4130"/>
                  <a:pt x="21670" y="4153"/>
                  <a:pt x="21731" y="4153"/>
                </a:cubicBezTo>
                <a:cubicBezTo>
                  <a:pt x="21859" y="4153"/>
                  <a:pt x="21981" y="4054"/>
                  <a:pt x="21981" y="3906"/>
                </a:cubicBezTo>
                <a:cubicBezTo>
                  <a:pt x="21981" y="3768"/>
                  <a:pt x="21868" y="3658"/>
                  <a:pt x="21734" y="3658"/>
                </a:cubicBezTo>
                <a:close/>
                <a:moveTo>
                  <a:pt x="22953" y="3658"/>
                </a:moveTo>
                <a:cubicBezTo>
                  <a:pt x="22733" y="3658"/>
                  <a:pt x="22624" y="3924"/>
                  <a:pt x="22777" y="4081"/>
                </a:cubicBezTo>
                <a:cubicBezTo>
                  <a:pt x="22828" y="4130"/>
                  <a:pt x="22890" y="4153"/>
                  <a:pt x="22950" y="4153"/>
                </a:cubicBezTo>
                <a:cubicBezTo>
                  <a:pt x="23078" y="4153"/>
                  <a:pt x="23200" y="4054"/>
                  <a:pt x="23200" y="3906"/>
                </a:cubicBezTo>
                <a:cubicBezTo>
                  <a:pt x="23200" y="3768"/>
                  <a:pt x="23088" y="3658"/>
                  <a:pt x="22953" y="3658"/>
                </a:cubicBezTo>
                <a:close/>
                <a:moveTo>
                  <a:pt x="24172" y="3658"/>
                </a:moveTo>
                <a:cubicBezTo>
                  <a:pt x="23952" y="3658"/>
                  <a:pt x="23843" y="3924"/>
                  <a:pt x="23996" y="4081"/>
                </a:cubicBezTo>
                <a:cubicBezTo>
                  <a:pt x="24047" y="4130"/>
                  <a:pt x="24109" y="4153"/>
                  <a:pt x="24169" y="4153"/>
                </a:cubicBezTo>
                <a:cubicBezTo>
                  <a:pt x="24297" y="4153"/>
                  <a:pt x="24419" y="4054"/>
                  <a:pt x="24419" y="3906"/>
                </a:cubicBezTo>
                <a:cubicBezTo>
                  <a:pt x="24419" y="3768"/>
                  <a:pt x="24310" y="3658"/>
                  <a:pt x="24172" y="3658"/>
                </a:cubicBezTo>
                <a:close/>
                <a:moveTo>
                  <a:pt x="25391" y="3658"/>
                </a:moveTo>
                <a:cubicBezTo>
                  <a:pt x="25172" y="3658"/>
                  <a:pt x="25062" y="3924"/>
                  <a:pt x="25219" y="4081"/>
                </a:cubicBezTo>
                <a:cubicBezTo>
                  <a:pt x="25268" y="4130"/>
                  <a:pt x="25329" y="4153"/>
                  <a:pt x="25389" y="4153"/>
                </a:cubicBezTo>
                <a:cubicBezTo>
                  <a:pt x="25516" y="4153"/>
                  <a:pt x="25638" y="4054"/>
                  <a:pt x="25638" y="3906"/>
                </a:cubicBezTo>
                <a:cubicBezTo>
                  <a:pt x="25638" y="3768"/>
                  <a:pt x="25529" y="3658"/>
                  <a:pt x="25391" y="3658"/>
                </a:cubicBezTo>
                <a:close/>
                <a:moveTo>
                  <a:pt x="26610" y="3658"/>
                </a:moveTo>
                <a:cubicBezTo>
                  <a:pt x="26391" y="3658"/>
                  <a:pt x="26281" y="3924"/>
                  <a:pt x="26438" y="4081"/>
                </a:cubicBezTo>
                <a:cubicBezTo>
                  <a:pt x="26487" y="4130"/>
                  <a:pt x="26548" y="4153"/>
                  <a:pt x="26608" y="4153"/>
                </a:cubicBezTo>
                <a:cubicBezTo>
                  <a:pt x="26735" y="4153"/>
                  <a:pt x="26857" y="4054"/>
                  <a:pt x="26857" y="3906"/>
                </a:cubicBezTo>
                <a:cubicBezTo>
                  <a:pt x="26857" y="3768"/>
                  <a:pt x="26748" y="3658"/>
                  <a:pt x="26610" y="3658"/>
                </a:cubicBezTo>
                <a:close/>
                <a:moveTo>
                  <a:pt x="1" y="5009"/>
                </a:moveTo>
                <a:lnTo>
                  <a:pt x="1" y="5241"/>
                </a:lnTo>
                <a:cubicBezTo>
                  <a:pt x="38" y="5168"/>
                  <a:pt x="38" y="5081"/>
                  <a:pt x="1" y="5009"/>
                </a:cubicBezTo>
                <a:close/>
                <a:moveTo>
                  <a:pt x="1000" y="4877"/>
                </a:moveTo>
                <a:cubicBezTo>
                  <a:pt x="781" y="4877"/>
                  <a:pt x="671" y="5143"/>
                  <a:pt x="828" y="5300"/>
                </a:cubicBezTo>
                <a:cubicBezTo>
                  <a:pt x="878" y="5350"/>
                  <a:pt x="939" y="5372"/>
                  <a:pt x="999" y="5372"/>
                </a:cubicBezTo>
                <a:cubicBezTo>
                  <a:pt x="1126" y="5372"/>
                  <a:pt x="1248" y="5273"/>
                  <a:pt x="1248" y="5125"/>
                </a:cubicBezTo>
                <a:cubicBezTo>
                  <a:pt x="1248" y="4990"/>
                  <a:pt x="1138" y="4877"/>
                  <a:pt x="1000" y="4877"/>
                </a:cubicBezTo>
                <a:close/>
                <a:moveTo>
                  <a:pt x="2223" y="4877"/>
                </a:moveTo>
                <a:cubicBezTo>
                  <a:pt x="2000" y="4877"/>
                  <a:pt x="1890" y="5143"/>
                  <a:pt x="2047" y="5300"/>
                </a:cubicBezTo>
                <a:cubicBezTo>
                  <a:pt x="2098" y="5350"/>
                  <a:pt x="2159" y="5372"/>
                  <a:pt x="2219" y="5372"/>
                </a:cubicBezTo>
                <a:cubicBezTo>
                  <a:pt x="2346" y="5372"/>
                  <a:pt x="2467" y="5273"/>
                  <a:pt x="2467" y="5125"/>
                </a:cubicBezTo>
                <a:cubicBezTo>
                  <a:pt x="2467" y="4990"/>
                  <a:pt x="2357" y="4877"/>
                  <a:pt x="2223" y="4877"/>
                </a:cubicBezTo>
                <a:close/>
                <a:moveTo>
                  <a:pt x="3442" y="4877"/>
                </a:moveTo>
                <a:cubicBezTo>
                  <a:pt x="3222" y="4877"/>
                  <a:pt x="3110" y="5143"/>
                  <a:pt x="3266" y="5300"/>
                </a:cubicBezTo>
                <a:cubicBezTo>
                  <a:pt x="3317" y="5350"/>
                  <a:pt x="3378" y="5372"/>
                  <a:pt x="3439" y="5372"/>
                </a:cubicBezTo>
                <a:cubicBezTo>
                  <a:pt x="3566" y="5372"/>
                  <a:pt x="3688" y="5273"/>
                  <a:pt x="3686" y="5125"/>
                </a:cubicBezTo>
                <a:cubicBezTo>
                  <a:pt x="3686" y="4990"/>
                  <a:pt x="3576" y="4877"/>
                  <a:pt x="3442" y="4877"/>
                </a:cubicBezTo>
                <a:close/>
                <a:moveTo>
                  <a:pt x="4661" y="4877"/>
                </a:moveTo>
                <a:cubicBezTo>
                  <a:pt x="4441" y="4877"/>
                  <a:pt x="4332" y="5143"/>
                  <a:pt x="4485" y="5300"/>
                </a:cubicBezTo>
                <a:cubicBezTo>
                  <a:pt x="4536" y="5350"/>
                  <a:pt x="4597" y="5372"/>
                  <a:pt x="4658" y="5372"/>
                </a:cubicBezTo>
                <a:cubicBezTo>
                  <a:pt x="4786" y="5372"/>
                  <a:pt x="4908" y="5273"/>
                  <a:pt x="4908" y="5125"/>
                </a:cubicBezTo>
                <a:cubicBezTo>
                  <a:pt x="4908" y="4990"/>
                  <a:pt x="4795" y="4877"/>
                  <a:pt x="4661" y="4877"/>
                </a:cubicBezTo>
                <a:close/>
                <a:moveTo>
                  <a:pt x="5880" y="4877"/>
                </a:moveTo>
                <a:cubicBezTo>
                  <a:pt x="5660" y="4877"/>
                  <a:pt x="5551" y="5143"/>
                  <a:pt x="5704" y="5300"/>
                </a:cubicBezTo>
                <a:cubicBezTo>
                  <a:pt x="5755" y="5350"/>
                  <a:pt x="5817" y="5372"/>
                  <a:pt x="5877" y="5372"/>
                </a:cubicBezTo>
                <a:cubicBezTo>
                  <a:pt x="6005" y="5372"/>
                  <a:pt x="6127" y="5273"/>
                  <a:pt x="6127" y="5125"/>
                </a:cubicBezTo>
                <a:cubicBezTo>
                  <a:pt x="6127" y="4990"/>
                  <a:pt x="6015" y="4877"/>
                  <a:pt x="5880" y="4877"/>
                </a:cubicBezTo>
                <a:close/>
                <a:moveTo>
                  <a:pt x="7099" y="4877"/>
                </a:moveTo>
                <a:cubicBezTo>
                  <a:pt x="6879" y="4877"/>
                  <a:pt x="6770" y="5143"/>
                  <a:pt x="6923" y="5300"/>
                </a:cubicBezTo>
                <a:cubicBezTo>
                  <a:pt x="6974" y="5350"/>
                  <a:pt x="7036" y="5372"/>
                  <a:pt x="7096" y="5372"/>
                </a:cubicBezTo>
                <a:cubicBezTo>
                  <a:pt x="7224" y="5372"/>
                  <a:pt x="7346" y="5273"/>
                  <a:pt x="7346" y="5125"/>
                </a:cubicBezTo>
                <a:cubicBezTo>
                  <a:pt x="7346" y="4990"/>
                  <a:pt x="7237" y="4877"/>
                  <a:pt x="7099" y="4877"/>
                </a:cubicBezTo>
                <a:close/>
                <a:moveTo>
                  <a:pt x="8318" y="4877"/>
                </a:moveTo>
                <a:cubicBezTo>
                  <a:pt x="8099" y="4877"/>
                  <a:pt x="7989" y="5143"/>
                  <a:pt x="8146" y="5300"/>
                </a:cubicBezTo>
                <a:cubicBezTo>
                  <a:pt x="8195" y="5350"/>
                  <a:pt x="8256" y="5372"/>
                  <a:pt x="8316" y="5372"/>
                </a:cubicBezTo>
                <a:cubicBezTo>
                  <a:pt x="8443" y="5372"/>
                  <a:pt x="8565" y="5273"/>
                  <a:pt x="8565" y="5125"/>
                </a:cubicBezTo>
                <a:cubicBezTo>
                  <a:pt x="8565" y="4990"/>
                  <a:pt x="8456" y="4877"/>
                  <a:pt x="8318" y="4877"/>
                </a:cubicBezTo>
                <a:close/>
                <a:moveTo>
                  <a:pt x="9537" y="4877"/>
                </a:moveTo>
                <a:cubicBezTo>
                  <a:pt x="9318" y="4877"/>
                  <a:pt x="9208" y="5143"/>
                  <a:pt x="9365" y="5300"/>
                </a:cubicBezTo>
                <a:cubicBezTo>
                  <a:pt x="9414" y="5350"/>
                  <a:pt x="9475" y="5372"/>
                  <a:pt x="9535" y="5372"/>
                </a:cubicBezTo>
                <a:cubicBezTo>
                  <a:pt x="9662" y="5372"/>
                  <a:pt x="9785" y="5273"/>
                  <a:pt x="9785" y="5125"/>
                </a:cubicBezTo>
                <a:cubicBezTo>
                  <a:pt x="9785" y="4990"/>
                  <a:pt x="9675" y="4877"/>
                  <a:pt x="9537" y="4877"/>
                </a:cubicBezTo>
                <a:close/>
                <a:moveTo>
                  <a:pt x="10759" y="4877"/>
                </a:moveTo>
                <a:cubicBezTo>
                  <a:pt x="10537" y="4877"/>
                  <a:pt x="10427" y="5143"/>
                  <a:pt x="10584" y="5300"/>
                </a:cubicBezTo>
                <a:cubicBezTo>
                  <a:pt x="10634" y="5350"/>
                  <a:pt x="10696" y="5372"/>
                  <a:pt x="10756" y="5372"/>
                </a:cubicBezTo>
                <a:cubicBezTo>
                  <a:pt x="10883" y="5372"/>
                  <a:pt x="11004" y="5273"/>
                  <a:pt x="11004" y="5125"/>
                </a:cubicBezTo>
                <a:cubicBezTo>
                  <a:pt x="11004" y="4990"/>
                  <a:pt x="10894" y="4877"/>
                  <a:pt x="10759" y="4877"/>
                </a:cubicBezTo>
                <a:close/>
                <a:moveTo>
                  <a:pt x="11978" y="4877"/>
                </a:moveTo>
                <a:cubicBezTo>
                  <a:pt x="11759" y="4877"/>
                  <a:pt x="11646" y="5143"/>
                  <a:pt x="11803" y="5300"/>
                </a:cubicBezTo>
                <a:cubicBezTo>
                  <a:pt x="11853" y="5350"/>
                  <a:pt x="11915" y="5372"/>
                  <a:pt x="11975" y="5372"/>
                </a:cubicBezTo>
                <a:cubicBezTo>
                  <a:pt x="12103" y="5372"/>
                  <a:pt x="12225" y="5273"/>
                  <a:pt x="12223" y="5125"/>
                </a:cubicBezTo>
                <a:cubicBezTo>
                  <a:pt x="12223" y="4990"/>
                  <a:pt x="12113" y="4877"/>
                  <a:pt x="11978" y="4877"/>
                </a:cubicBezTo>
                <a:close/>
                <a:moveTo>
                  <a:pt x="13197" y="4877"/>
                </a:moveTo>
                <a:cubicBezTo>
                  <a:pt x="12978" y="4877"/>
                  <a:pt x="12868" y="5143"/>
                  <a:pt x="13022" y="5300"/>
                </a:cubicBezTo>
                <a:cubicBezTo>
                  <a:pt x="13072" y="5350"/>
                  <a:pt x="13134" y="5372"/>
                  <a:pt x="13195" y="5372"/>
                </a:cubicBezTo>
                <a:cubicBezTo>
                  <a:pt x="13322" y="5372"/>
                  <a:pt x="13445" y="5273"/>
                  <a:pt x="13445" y="5125"/>
                </a:cubicBezTo>
                <a:cubicBezTo>
                  <a:pt x="13445" y="4990"/>
                  <a:pt x="13332" y="4877"/>
                  <a:pt x="13197" y="4877"/>
                </a:cubicBezTo>
                <a:close/>
                <a:moveTo>
                  <a:pt x="14416" y="4877"/>
                </a:moveTo>
                <a:cubicBezTo>
                  <a:pt x="14197" y="4877"/>
                  <a:pt x="14087" y="5143"/>
                  <a:pt x="14241" y="5300"/>
                </a:cubicBezTo>
                <a:cubicBezTo>
                  <a:pt x="14291" y="5350"/>
                  <a:pt x="14353" y="5372"/>
                  <a:pt x="14414" y="5372"/>
                </a:cubicBezTo>
                <a:cubicBezTo>
                  <a:pt x="14541" y="5372"/>
                  <a:pt x="14664" y="5273"/>
                  <a:pt x="14664" y="5125"/>
                </a:cubicBezTo>
                <a:cubicBezTo>
                  <a:pt x="14664" y="4990"/>
                  <a:pt x="14551" y="4877"/>
                  <a:pt x="14416" y="4877"/>
                </a:cubicBezTo>
                <a:close/>
                <a:moveTo>
                  <a:pt x="15635" y="4877"/>
                </a:moveTo>
                <a:cubicBezTo>
                  <a:pt x="15416" y="4877"/>
                  <a:pt x="15306" y="5143"/>
                  <a:pt x="15460" y="5300"/>
                </a:cubicBezTo>
                <a:cubicBezTo>
                  <a:pt x="15510" y="5350"/>
                  <a:pt x="15572" y="5372"/>
                  <a:pt x="15633" y="5372"/>
                </a:cubicBezTo>
                <a:cubicBezTo>
                  <a:pt x="15760" y="5372"/>
                  <a:pt x="15883" y="5273"/>
                  <a:pt x="15883" y="5125"/>
                </a:cubicBezTo>
                <a:cubicBezTo>
                  <a:pt x="15883" y="4990"/>
                  <a:pt x="15773" y="4877"/>
                  <a:pt x="15635" y="4877"/>
                </a:cubicBezTo>
                <a:close/>
                <a:moveTo>
                  <a:pt x="16854" y="4877"/>
                </a:moveTo>
                <a:cubicBezTo>
                  <a:pt x="16635" y="4877"/>
                  <a:pt x="16525" y="5143"/>
                  <a:pt x="16682" y="5300"/>
                </a:cubicBezTo>
                <a:cubicBezTo>
                  <a:pt x="16731" y="5350"/>
                  <a:pt x="16793" y="5372"/>
                  <a:pt x="16853" y="5372"/>
                </a:cubicBezTo>
                <a:cubicBezTo>
                  <a:pt x="16979" y="5372"/>
                  <a:pt x="17102" y="5273"/>
                  <a:pt x="17102" y="5125"/>
                </a:cubicBezTo>
                <a:cubicBezTo>
                  <a:pt x="17102" y="4990"/>
                  <a:pt x="16992" y="4877"/>
                  <a:pt x="16854" y="4877"/>
                </a:cubicBezTo>
                <a:close/>
                <a:moveTo>
                  <a:pt x="18073" y="4877"/>
                </a:moveTo>
                <a:cubicBezTo>
                  <a:pt x="17854" y="4877"/>
                  <a:pt x="17744" y="5143"/>
                  <a:pt x="17901" y="5300"/>
                </a:cubicBezTo>
                <a:cubicBezTo>
                  <a:pt x="17951" y="5350"/>
                  <a:pt x="18012" y="5372"/>
                  <a:pt x="18072" y="5372"/>
                </a:cubicBezTo>
                <a:cubicBezTo>
                  <a:pt x="18199" y="5372"/>
                  <a:pt x="18321" y="5273"/>
                  <a:pt x="18321" y="5125"/>
                </a:cubicBezTo>
                <a:cubicBezTo>
                  <a:pt x="18321" y="4990"/>
                  <a:pt x="18211" y="4877"/>
                  <a:pt x="18073" y="4877"/>
                </a:cubicBezTo>
                <a:close/>
                <a:moveTo>
                  <a:pt x="19296" y="4877"/>
                </a:moveTo>
                <a:cubicBezTo>
                  <a:pt x="19073" y="4877"/>
                  <a:pt x="18963" y="5143"/>
                  <a:pt x="19120" y="5300"/>
                </a:cubicBezTo>
                <a:cubicBezTo>
                  <a:pt x="19171" y="5350"/>
                  <a:pt x="19232" y="5372"/>
                  <a:pt x="19292" y="5372"/>
                </a:cubicBezTo>
                <a:cubicBezTo>
                  <a:pt x="19419" y="5372"/>
                  <a:pt x="19540" y="5273"/>
                  <a:pt x="19540" y="5125"/>
                </a:cubicBezTo>
                <a:cubicBezTo>
                  <a:pt x="19540" y="4990"/>
                  <a:pt x="19430" y="4877"/>
                  <a:pt x="19296" y="4877"/>
                </a:cubicBezTo>
                <a:close/>
                <a:moveTo>
                  <a:pt x="20515" y="4877"/>
                </a:moveTo>
                <a:cubicBezTo>
                  <a:pt x="20295" y="4877"/>
                  <a:pt x="20182" y="5143"/>
                  <a:pt x="20339" y="5300"/>
                </a:cubicBezTo>
                <a:cubicBezTo>
                  <a:pt x="20390" y="5350"/>
                  <a:pt x="20451" y="5372"/>
                  <a:pt x="20511" y="5372"/>
                </a:cubicBezTo>
                <a:cubicBezTo>
                  <a:pt x="20638" y="5372"/>
                  <a:pt x="20759" y="5273"/>
                  <a:pt x="20759" y="5125"/>
                </a:cubicBezTo>
                <a:cubicBezTo>
                  <a:pt x="20759" y="4990"/>
                  <a:pt x="20649" y="4877"/>
                  <a:pt x="20515" y="4877"/>
                </a:cubicBezTo>
                <a:close/>
                <a:moveTo>
                  <a:pt x="21734" y="4877"/>
                </a:moveTo>
                <a:cubicBezTo>
                  <a:pt x="21514" y="4877"/>
                  <a:pt x="21405" y="5143"/>
                  <a:pt x="21558" y="5300"/>
                </a:cubicBezTo>
                <a:cubicBezTo>
                  <a:pt x="21609" y="5350"/>
                  <a:pt x="21670" y="5372"/>
                  <a:pt x="21731" y="5372"/>
                </a:cubicBezTo>
                <a:cubicBezTo>
                  <a:pt x="21859" y="5372"/>
                  <a:pt x="21981" y="5273"/>
                  <a:pt x="21981" y="5125"/>
                </a:cubicBezTo>
                <a:cubicBezTo>
                  <a:pt x="21981" y="4990"/>
                  <a:pt x="21868" y="4877"/>
                  <a:pt x="21734" y="4877"/>
                </a:cubicBezTo>
                <a:close/>
                <a:moveTo>
                  <a:pt x="22953" y="4877"/>
                </a:moveTo>
                <a:cubicBezTo>
                  <a:pt x="22733" y="4877"/>
                  <a:pt x="22624" y="5143"/>
                  <a:pt x="22777" y="5300"/>
                </a:cubicBezTo>
                <a:cubicBezTo>
                  <a:pt x="22828" y="5350"/>
                  <a:pt x="22890" y="5372"/>
                  <a:pt x="22950" y="5372"/>
                </a:cubicBezTo>
                <a:cubicBezTo>
                  <a:pt x="23078" y="5372"/>
                  <a:pt x="23200" y="5273"/>
                  <a:pt x="23200" y="5125"/>
                </a:cubicBezTo>
                <a:cubicBezTo>
                  <a:pt x="23200" y="4990"/>
                  <a:pt x="23088" y="4877"/>
                  <a:pt x="22953" y="4877"/>
                </a:cubicBezTo>
                <a:close/>
                <a:moveTo>
                  <a:pt x="24172" y="4877"/>
                </a:moveTo>
                <a:cubicBezTo>
                  <a:pt x="23952" y="4877"/>
                  <a:pt x="23843" y="5143"/>
                  <a:pt x="23996" y="5300"/>
                </a:cubicBezTo>
                <a:cubicBezTo>
                  <a:pt x="24047" y="5350"/>
                  <a:pt x="24109" y="5372"/>
                  <a:pt x="24169" y="5372"/>
                </a:cubicBezTo>
                <a:cubicBezTo>
                  <a:pt x="24297" y="5372"/>
                  <a:pt x="24419" y="5273"/>
                  <a:pt x="24419" y="5125"/>
                </a:cubicBezTo>
                <a:cubicBezTo>
                  <a:pt x="24419" y="4990"/>
                  <a:pt x="24310" y="4877"/>
                  <a:pt x="24172" y="4877"/>
                </a:cubicBezTo>
                <a:close/>
                <a:moveTo>
                  <a:pt x="25391" y="4877"/>
                </a:moveTo>
                <a:cubicBezTo>
                  <a:pt x="25172" y="4877"/>
                  <a:pt x="25062" y="5143"/>
                  <a:pt x="25219" y="5300"/>
                </a:cubicBezTo>
                <a:cubicBezTo>
                  <a:pt x="25268" y="5350"/>
                  <a:pt x="25329" y="5372"/>
                  <a:pt x="25389" y="5372"/>
                </a:cubicBezTo>
                <a:cubicBezTo>
                  <a:pt x="25516" y="5372"/>
                  <a:pt x="25638" y="5273"/>
                  <a:pt x="25638" y="5125"/>
                </a:cubicBezTo>
                <a:cubicBezTo>
                  <a:pt x="25638" y="4990"/>
                  <a:pt x="25529" y="4877"/>
                  <a:pt x="25391" y="4877"/>
                </a:cubicBezTo>
                <a:close/>
                <a:moveTo>
                  <a:pt x="26610" y="4877"/>
                </a:moveTo>
                <a:cubicBezTo>
                  <a:pt x="26484" y="4877"/>
                  <a:pt x="26365" y="4978"/>
                  <a:pt x="26365" y="5125"/>
                </a:cubicBezTo>
                <a:cubicBezTo>
                  <a:pt x="26365" y="5256"/>
                  <a:pt x="26469" y="5363"/>
                  <a:pt x="26601" y="5372"/>
                </a:cubicBezTo>
                <a:cubicBezTo>
                  <a:pt x="26657" y="5222"/>
                  <a:pt x="26710" y="5074"/>
                  <a:pt x="26757" y="4927"/>
                </a:cubicBezTo>
                <a:cubicBezTo>
                  <a:pt x="26711" y="4893"/>
                  <a:pt x="26660" y="4877"/>
                  <a:pt x="26610" y="4877"/>
                </a:cubicBezTo>
                <a:close/>
                <a:moveTo>
                  <a:pt x="1" y="6228"/>
                </a:moveTo>
                <a:lnTo>
                  <a:pt x="1" y="6460"/>
                </a:lnTo>
                <a:cubicBezTo>
                  <a:pt x="38" y="6388"/>
                  <a:pt x="38" y="6300"/>
                  <a:pt x="1" y="6228"/>
                </a:cubicBezTo>
                <a:close/>
                <a:moveTo>
                  <a:pt x="16849" y="6099"/>
                </a:moveTo>
                <a:cubicBezTo>
                  <a:pt x="16717" y="6099"/>
                  <a:pt x="16610" y="6211"/>
                  <a:pt x="16610" y="6344"/>
                </a:cubicBezTo>
                <a:cubicBezTo>
                  <a:pt x="16742" y="6406"/>
                  <a:pt x="16876" y="6472"/>
                  <a:pt x="17008" y="6538"/>
                </a:cubicBezTo>
                <a:cubicBezTo>
                  <a:pt x="17192" y="6395"/>
                  <a:pt x="17090" y="6099"/>
                  <a:pt x="16858" y="6099"/>
                </a:cubicBezTo>
                <a:cubicBezTo>
                  <a:pt x="16857" y="6099"/>
                  <a:pt x="16856" y="6099"/>
                  <a:pt x="16854" y="6099"/>
                </a:cubicBezTo>
                <a:cubicBezTo>
                  <a:pt x="16853" y="6099"/>
                  <a:pt x="16851" y="6099"/>
                  <a:pt x="16849" y="6099"/>
                </a:cubicBezTo>
                <a:close/>
                <a:moveTo>
                  <a:pt x="10759" y="6096"/>
                </a:moveTo>
                <a:lnTo>
                  <a:pt x="10759" y="6099"/>
                </a:lnTo>
                <a:cubicBezTo>
                  <a:pt x="10758" y="6099"/>
                  <a:pt x="10757" y="6099"/>
                  <a:pt x="10756" y="6099"/>
                </a:cubicBezTo>
                <a:cubicBezTo>
                  <a:pt x="10473" y="6099"/>
                  <a:pt x="10415" y="6501"/>
                  <a:pt x="10687" y="6582"/>
                </a:cubicBezTo>
                <a:cubicBezTo>
                  <a:pt x="10775" y="6463"/>
                  <a:pt x="10875" y="6353"/>
                  <a:pt x="10988" y="6253"/>
                </a:cubicBezTo>
                <a:cubicBezTo>
                  <a:pt x="10950" y="6159"/>
                  <a:pt x="10859" y="6099"/>
                  <a:pt x="10759" y="6096"/>
                </a:cubicBezTo>
                <a:close/>
                <a:moveTo>
                  <a:pt x="1000" y="6096"/>
                </a:moveTo>
                <a:lnTo>
                  <a:pt x="1000" y="6099"/>
                </a:lnTo>
                <a:cubicBezTo>
                  <a:pt x="999" y="6099"/>
                  <a:pt x="998" y="6099"/>
                  <a:pt x="997" y="6099"/>
                </a:cubicBezTo>
                <a:cubicBezTo>
                  <a:pt x="780" y="6099"/>
                  <a:pt x="672" y="6363"/>
                  <a:pt x="828" y="6519"/>
                </a:cubicBezTo>
                <a:cubicBezTo>
                  <a:pt x="878" y="6570"/>
                  <a:pt x="939" y="6592"/>
                  <a:pt x="999" y="6592"/>
                </a:cubicBezTo>
                <a:cubicBezTo>
                  <a:pt x="1126" y="6592"/>
                  <a:pt x="1248" y="6492"/>
                  <a:pt x="1248" y="6344"/>
                </a:cubicBezTo>
                <a:cubicBezTo>
                  <a:pt x="1248" y="6209"/>
                  <a:pt x="1138" y="6096"/>
                  <a:pt x="1000" y="6096"/>
                </a:cubicBezTo>
                <a:close/>
                <a:moveTo>
                  <a:pt x="2223" y="6096"/>
                </a:moveTo>
                <a:lnTo>
                  <a:pt x="2223" y="6099"/>
                </a:lnTo>
                <a:cubicBezTo>
                  <a:pt x="2221" y="6099"/>
                  <a:pt x="2220" y="6099"/>
                  <a:pt x="2219" y="6099"/>
                </a:cubicBezTo>
                <a:cubicBezTo>
                  <a:pt x="1999" y="6099"/>
                  <a:pt x="1891" y="6363"/>
                  <a:pt x="2047" y="6519"/>
                </a:cubicBezTo>
                <a:cubicBezTo>
                  <a:pt x="2097" y="6570"/>
                  <a:pt x="2158" y="6592"/>
                  <a:pt x="2218" y="6592"/>
                </a:cubicBezTo>
                <a:cubicBezTo>
                  <a:pt x="2345" y="6592"/>
                  <a:pt x="2467" y="6492"/>
                  <a:pt x="2467" y="6344"/>
                </a:cubicBezTo>
                <a:cubicBezTo>
                  <a:pt x="2467" y="6209"/>
                  <a:pt x="2357" y="6096"/>
                  <a:pt x="2223" y="6096"/>
                </a:cubicBezTo>
                <a:close/>
                <a:moveTo>
                  <a:pt x="3442" y="6096"/>
                </a:moveTo>
                <a:lnTo>
                  <a:pt x="3442" y="6099"/>
                </a:lnTo>
                <a:cubicBezTo>
                  <a:pt x="3222" y="6099"/>
                  <a:pt x="3110" y="6362"/>
                  <a:pt x="3266" y="6519"/>
                </a:cubicBezTo>
                <a:cubicBezTo>
                  <a:pt x="3317" y="6570"/>
                  <a:pt x="3378" y="6592"/>
                  <a:pt x="3438" y="6592"/>
                </a:cubicBezTo>
                <a:cubicBezTo>
                  <a:pt x="3565" y="6592"/>
                  <a:pt x="3686" y="6492"/>
                  <a:pt x="3686" y="6344"/>
                </a:cubicBezTo>
                <a:cubicBezTo>
                  <a:pt x="3686" y="6209"/>
                  <a:pt x="3576" y="6096"/>
                  <a:pt x="3442" y="6096"/>
                </a:cubicBezTo>
                <a:close/>
                <a:moveTo>
                  <a:pt x="4661" y="6096"/>
                </a:moveTo>
                <a:lnTo>
                  <a:pt x="4661" y="6099"/>
                </a:lnTo>
                <a:cubicBezTo>
                  <a:pt x="4659" y="6099"/>
                  <a:pt x="4658" y="6099"/>
                  <a:pt x="4657" y="6099"/>
                </a:cubicBezTo>
                <a:cubicBezTo>
                  <a:pt x="4440" y="6099"/>
                  <a:pt x="4333" y="6363"/>
                  <a:pt x="4485" y="6519"/>
                </a:cubicBezTo>
                <a:cubicBezTo>
                  <a:pt x="4536" y="6570"/>
                  <a:pt x="4598" y="6592"/>
                  <a:pt x="4658" y="6592"/>
                </a:cubicBezTo>
                <a:cubicBezTo>
                  <a:pt x="4786" y="6592"/>
                  <a:pt x="4908" y="6492"/>
                  <a:pt x="4908" y="6344"/>
                </a:cubicBezTo>
                <a:cubicBezTo>
                  <a:pt x="4908" y="6209"/>
                  <a:pt x="4795" y="6096"/>
                  <a:pt x="4661" y="6096"/>
                </a:cubicBezTo>
                <a:close/>
                <a:moveTo>
                  <a:pt x="5880" y="6096"/>
                </a:moveTo>
                <a:lnTo>
                  <a:pt x="5880" y="6099"/>
                </a:lnTo>
                <a:cubicBezTo>
                  <a:pt x="5879" y="6099"/>
                  <a:pt x="5877" y="6099"/>
                  <a:pt x="5876" y="6099"/>
                </a:cubicBezTo>
                <a:cubicBezTo>
                  <a:pt x="5659" y="6099"/>
                  <a:pt x="5552" y="6363"/>
                  <a:pt x="5704" y="6519"/>
                </a:cubicBezTo>
                <a:cubicBezTo>
                  <a:pt x="5755" y="6570"/>
                  <a:pt x="5817" y="6592"/>
                  <a:pt x="5877" y="6592"/>
                </a:cubicBezTo>
                <a:cubicBezTo>
                  <a:pt x="6005" y="6592"/>
                  <a:pt x="6127" y="6492"/>
                  <a:pt x="6127" y="6344"/>
                </a:cubicBezTo>
                <a:cubicBezTo>
                  <a:pt x="6127" y="6209"/>
                  <a:pt x="6015" y="6096"/>
                  <a:pt x="5880" y="6096"/>
                </a:cubicBezTo>
                <a:close/>
                <a:moveTo>
                  <a:pt x="7099" y="6096"/>
                </a:moveTo>
                <a:lnTo>
                  <a:pt x="7099" y="6099"/>
                </a:lnTo>
                <a:cubicBezTo>
                  <a:pt x="7098" y="6099"/>
                  <a:pt x="7096" y="6099"/>
                  <a:pt x="7095" y="6099"/>
                </a:cubicBezTo>
                <a:cubicBezTo>
                  <a:pt x="6878" y="6099"/>
                  <a:pt x="6771" y="6363"/>
                  <a:pt x="6923" y="6519"/>
                </a:cubicBezTo>
                <a:cubicBezTo>
                  <a:pt x="6974" y="6570"/>
                  <a:pt x="7036" y="6592"/>
                  <a:pt x="7096" y="6592"/>
                </a:cubicBezTo>
                <a:cubicBezTo>
                  <a:pt x="7224" y="6592"/>
                  <a:pt x="7346" y="6492"/>
                  <a:pt x="7346" y="6344"/>
                </a:cubicBezTo>
                <a:cubicBezTo>
                  <a:pt x="7346" y="6209"/>
                  <a:pt x="7237" y="6096"/>
                  <a:pt x="7099" y="6096"/>
                </a:cubicBezTo>
                <a:close/>
                <a:moveTo>
                  <a:pt x="8318" y="6096"/>
                </a:moveTo>
                <a:lnTo>
                  <a:pt x="8318" y="6099"/>
                </a:lnTo>
                <a:cubicBezTo>
                  <a:pt x="8099" y="6099"/>
                  <a:pt x="7989" y="6362"/>
                  <a:pt x="8146" y="6519"/>
                </a:cubicBezTo>
                <a:cubicBezTo>
                  <a:pt x="8195" y="6570"/>
                  <a:pt x="8256" y="6592"/>
                  <a:pt x="8316" y="6592"/>
                </a:cubicBezTo>
                <a:cubicBezTo>
                  <a:pt x="8443" y="6592"/>
                  <a:pt x="8565" y="6492"/>
                  <a:pt x="8565" y="6344"/>
                </a:cubicBezTo>
                <a:cubicBezTo>
                  <a:pt x="8565" y="6209"/>
                  <a:pt x="8456" y="6096"/>
                  <a:pt x="8318" y="6096"/>
                </a:cubicBezTo>
                <a:close/>
                <a:moveTo>
                  <a:pt x="9537" y="6096"/>
                </a:moveTo>
                <a:lnTo>
                  <a:pt x="9537" y="6099"/>
                </a:lnTo>
                <a:cubicBezTo>
                  <a:pt x="9318" y="6099"/>
                  <a:pt x="9208" y="6362"/>
                  <a:pt x="9365" y="6519"/>
                </a:cubicBezTo>
                <a:cubicBezTo>
                  <a:pt x="9414" y="6570"/>
                  <a:pt x="9475" y="6592"/>
                  <a:pt x="9535" y="6592"/>
                </a:cubicBezTo>
                <a:cubicBezTo>
                  <a:pt x="9662" y="6592"/>
                  <a:pt x="9785" y="6492"/>
                  <a:pt x="9785" y="6344"/>
                </a:cubicBezTo>
                <a:cubicBezTo>
                  <a:pt x="9785" y="6209"/>
                  <a:pt x="9675" y="6096"/>
                  <a:pt x="9537" y="6096"/>
                </a:cubicBezTo>
                <a:close/>
                <a:moveTo>
                  <a:pt x="18073" y="6096"/>
                </a:moveTo>
                <a:lnTo>
                  <a:pt x="18073" y="6099"/>
                </a:lnTo>
                <a:cubicBezTo>
                  <a:pt x="18072" y="6099"/>
                  <a:pt x="18071" y="6099"/>
                  <a:pt x="18070" y="6099"/>
                </a:cubicBezTo>
                <a:cubicBezTo>
                  <a:pt x="17853" y="6099"/>
                  <a:pt x="17745" y="6363"/>
                  <a:pt x="17901" y="6519"/>
                </a:cubicBezTo>
                <a:cubicBezTo>
                  <a:pt x="17951" y="6570"/>
                  <a:pt x="18012" y="6592"/>
                  <a:pt x="18072" y="6592"/>
                </a:cubicBezTo>
                <a:cubicBezTo>
                  <a:pt x="18199" y="6592"/>
                  <a:pt x="18321" y="6492"/>
                  <a:pt x="18321" y="6344"/>
                </a:cubicBezTo>
                <a:cubicBezTo>
                  <a:pt x="18321" y="6209"/>
                  <a:pt x="18211" y="6096"/>
                  <a:pt x="18073" y="6096"/>
                </a:cubicBezTo>
                <a:close/>
                <a:moveTo>
                  <a:pt x="19296" y="6096"/>
                </a:moveTo>
                <a:lnTo>
                  <a:pt x="19296" y="6099"/>
                </a:lnTo>
                <a:cubicBezTo>
                  <a:pt x="19294" y="6099"/>
                  <a:pt x="19293" y="6099"/>
                  <a:pt x="19292" y="6099"/>
                </a:cubicBezTo>
                <a:cubicBezTo>
                  <a:pt x="19072" y="6099"/>
                  <a:pt x="18964" y="6363"/>
                  <a:pt x="19120" y="6519"/>
                </a:cubicBezTo>
                <a:cubicBezTo>
                  <a:pt x="19171" y="6570"/>
                  <a:pt x="19232" y="6592"/>
                  <a:pt x="19292" y="6592"/>
                </a:cubicBezTo>
                <a:cubicBezTo>
                  <a:pt x="19419" y="6592"/>
                  <a:pt x="19540" y="6492"/>
                  <a:pt x="19540" y="6344"/>
                </a:cubicBezTo>
                <a:cubicBezTo>
                  <a:pt x="19540" y="6209"/>
                  <a:pt x="19430" y="6096"/>
                  <a:pt x="19296" y="6096"/>
                </a:cubicBezTo>
                <a:close/>
                <a:moveTo>
                  <a:pt x="20515" y="6096"/>
                </a:moveTo>
                <a:lnTo>
                  <a:pt x="20515" y="6099"/>
                </a:lnTo>
                <a:cubicBezTo>
                  <a:pt x="20513" y="6099"/>
                  <a:pt x="20512" y="6099"/>
                  <a:pt x="20511" y="6099"/>
                </a:cubicBezTo>
                <a:cubicBezTo>
                  <a:pt x="20294" y="6099"/>
                  <a:pt x="20183" y="6363"/>
                  <a:pt x="20339" y="6519"/>
                </a:cubicBezTo>
                <a:cubicBezTo>
                  <a:pt x="20390" y="6570"/>
                  <a:pt x="20451" y="6592"/>
                  <a:pt x="20511" y="6592"/>
                </a:cubicBezTo>
                <a:cubicBezTo>
                  <a:pt x="20638" y="6592"/>
                  <a:pt x="20759" y="6492"/>
                  <a:pt x="20759" y="6344"/>
                </a:cubicBezTo>
                <a:cubicBezTo>
                  <a:pt x="20759" y="6209"/>
                  <a:pt x="20649" y="6099"/>
                  <a:pt x="20515" y="6096"/>
                </a:cubicBezTo>
                <a:close/>
                <a:moveTo>
                  <a:pt x="21734" y="6096"/>
                </a:moveTo>
                <a:lnTo>
                  <a:pt x="21734" y="6099"/>
                </a:lnTo>
                <a:cubicBezTo>
                  <a:pt x="21732" y="6099"/>
                  <a:pt x="21731" y="6099"/>
                  <a:pt x="21730" y="6099"/>
                </a:cubicBezTo>
                <a:cubicBezTo>
                  <a:pt x="21513" y="6099"/>
                  <a:pt x="21406" y="6363"/>
                  <a:pt x="21558" y="6519"/>
                </a:cubicBezTo>
                <a:cubicBezTo>
                  <a:pt x="21609" y="6570"/>
                  <a:pt x="21671" y="6592"/>
                  <a:pt x="21731" y="6592"/>
                </a:cubicBezTo>
                <a:cubicBezTo>
                  <a:pt x="21859" y="6592"/>
                  <a:pt x="21981" y="6492"/>
                  <a:pt x="21981" y="6344"/>
                </a:cubicBezTo>
                <a:cubicBezTo>
                  <a:pt x="21981" y="6209"/>
                  <a:pt x="21868" y="6096"/>
                  <a:pt x="21734" y="6096"/>
                </a:cubicBezTo>
                <a:close/>
                <a:moveTo>
                  <a:pt x="22949" y="6099"/>
                </a:moveTo>
                <a:cubicBezTo>
                  <a:pt x="22732" y="6099"/>
                  <a:pt x="22625" y="6363"/>
                  <a:pt x="22777" y="6519"/>
                </a:cubicBezTo>
                <a:cubicBezTo>
                  <a:pt x="22828" y="6570"/>
                  <a:pt x="22890" y="6592"/>
                  <a:pt x="22950" y="6592"/>
                </a:cubicBezTo>
                <a:cubicBezTo>
                  <a:pt x="23078" y="6592"/>
                  <a:pt x="23200" y="6492"/>
                  <a:pt x="23200" y="6344"/>
                </a:cubicBezTo>
                <a:cubicBezTo>
                  <a:pt x="23200" y="6209"/>
                  <a:pt x="23088" y="6099"/>
                  <a:pt x="22953" y="6099"/>
                </a:cubicBezTo>
                <a:cubicBezTo>
                  <a:pt x="22951" y="6099"/>
                  <a:pt x="22950" y="6099"/>
                  <a:pt x="22949" y="6099"/>
                </a:cubicBezTo>
                <a:close/>
                <a:moveTo>
                  <a:pt x="24172" y="6096"/>
                </a:moveTo>
                <a:lnTo>
                  <a:pt x="24172" y="6099"/>
                </a:lnTo>
                <a:cubicBezTo>
                  <a:pt x="23952" y="6099"/>
                  <a:pt x="23843" y="6362"/>
                  <a:pt x="23996" y="6519"/>
                </a:cubicBezTo>
                <a:cubicBezTo>
                  <a:pt x="24047" y="6570"/>
                  <a:pt x="24109" y="6592"/>
                  <a:pt x="24169" y="6592"/>
                </a:cubicBezTo>
                <a:cubicBezTo>
                  <a:pt x="24297" y="6592"/>
                  <a:pt x="24419" y="6492"/>
                  <a:pt x="24419" y="6344"/>
                </a:cubicBezTo>
                <a:cubicBezTo>
                  <a:pt x="24419" y="6209"/>
                  <a:pt x="24310" y="6096"/>
                  <a:pt x="24172" y="6096"/>
                </a:cubicBezTo>
                <a:close/>
                <a:moveTo>
                  <a:pt x="25391" y="6096"/>
                </a:moveTo>
                <a:lnTo>
                  <a:pt x="25391" y="6099"/>
                </a:lnTo>
                <a:cubicBezTo>
                  <a:pt x="25172" y="6099"/>
                  <a:pt x="25062" y="6362"/>
                  <a:pt x="25219" y="6519"/>
                </a:cubicBezTo>
                <a:cubicBezTo>
                  <a:pt x="25268" y="6570"/>
                  <a:pt x="25329" y="6592"/>
                  <a:pt x="25389" y="6592"/>
                </a:cubicBezTo>
                <a:cubicBezTo>
                  <a:pt x="25516" y="6592"/>
                  <a:pt x="25638" y="6492"/>
                  <a:pt x="25638" y="6344"/>
                </a:cubicBezTo>
                <a:cubicBezTo>
                  <a:pt x="25638" y="6209"/>
                  <a:pt x="25529" y="6096"/>
                  <a:pt x="25391" y="6096"/>
                </a:cubicBezTo>
                <a:close/>
                <a:moveTo>
                  <a:pt x="25385" y="7318"/>
                </a:moveTo>
                <a:lnTo>
                  <a:pt x="25385" y="7318"/>
                </a:lnTo>
                <a:cubicBezTo>
                  <a:pt x="25253" y="7321"/>
                  <a:pt x="25146" y="7431"/>
                  <a:pt x="25146" y="7563"/>
                </a:cubicBezTo>
                <a:cubicBezTo>
                  <a:pt x="25146" y="7569"/>
                  <a:pt x="25146" y="7572"/>
                  <a:pt x="25146" y="7575"/>
                </a:cubicBezTo>
                <a:cubicBezTo>
                  <a:pt x="25162" y="7563"/>
                  <a:pt x="25178" y="7547"/>
                  <a:pt x="25193" y="7528"/>
                </a:cubicBezTo>
                <a:cubicBezTo>
                  <a:pt x="25259" y="7459"/>
                  <a:pt x="25322" y="7387"/>
                  <a:pt x="25385" y="7318"/>
                </a:cubicBezTo>
                <a:close/>
                <a:moveTo>
                  <a:pt x="1" y="7447"/>
                </a:moveTo>
                <a:lnTo>
                  <a:pt x="1" y="7679"/>
                </a:lnTo>
                <a:cubicBezTo>
                  <a:pt x="38" y="7607"/>
                  <a:pt x="38" y="7519"/>
                  <a:pt x="1" y="7447"/>
                </a:cubicBezTo>
                <a:close/>
                <a:moveTo>
                  <a:pt x="19296" y="7318"/>
                </a:moveTo>
                <a:cubicBezTo>
                  <a:pt x="19120" y="7318"/>
                  <a:pt x="18998" y="7497"/>
                  <a:pt x="19067" y="7657"/>
                </a:cubicBezTo>
                <a:cubicBezTo>
                  <a:pt x="19158" y="7707"/>
                  <a:pt x="19249" y="7757"/>
                  <a:pt x="19343" y="7807"/>
                </a:cubicBezTo>
                <a:cubicBezTo>
                  <a:pt x="19634" y="7751"/>
                  <a:pt x="19593" y="7318"/>
                  <a:pt x="19296" y="7318"/>
                </a:cubicBezTo>
                <a:close/>
                <a:moveTo>
                  <a:pt x="1000" y="7318"/>
                </a:moveTo>
                <a:cubicBezTo>
                  <a:pt x="781" y="7318"/>
                  <a:pt x="671" y="7585"/>
                  <a:pt x="828" y="7738"/>
                </a:cubicBezTo>
                <a:cubicBezTo>
                  <a:pt x="878" y="7789"/>
                  <a:pt x="940" y="7812"/>
                  <a:pt x="1000" y="7812"/>
                </a:cubicBezTo>
                <a:cubicBezTo>
                  <a:pt x="1126" y="7812"/>
                  <a:pt x="1248" y="7713"/>
                  <a:pt x="1248" y="7563"/>
                </a:cubicBezTo>
                <a:cubicBezTo>
                  <a:pt x="1248" y="7428"/>
                  <a:pt x="1138" y="7318"/>
                  <a:pt x="1000" y="7318"/>
                </a:cubicBezTo>
                <a:close/>
                <a:moveTo>
                  <a:pt x="2223" y="7318"/>
                </a:moveTo>
                <a:cubicBezTo>
                  <a:pt x="2000" y="7318"/>
                  <a:pt x="1890" y="7585"/>
                  <a:pt x="2047" y="7738"/>
                </a:cubicBezTo>
                <a:cubicBezTo>
                  <a:pt x="2098" y="7789"/>
                  <a:pt x="2160" y="7812"/>
                  <a:pt x="2221" y="7812"/>
                </a:cubicBezTo>
                <a:cubicBezTo>
                  <a:pt x="2347" y="7812"/>
                  <a:pt x="2467" y="7713"/>
                  <a:pt x="2467" y="7563"/>
                </a:cubicBezTo>
                <a:cubicBezTo>
                  <a:pt x="2467" y="7428"/>
                  <a:pt x="2357" y="7318"/>
                  <a:pt x="2223" y="7318"/>
                </a:cubicBezTo>
                <a:close/>
                <a:moveTo>
                  <a:pt x="3442" y="7318"/>
                </a:moveTo>
                <a:cubicBezTo>
                  <a:pt x="3222" y="7318"/>
                  <a:pt x="3110" y="7585"/>
                  <a:pt x="3266" y="7738"/>
                </a:cubicBezTo>
                <a:cubicBezTo>
                  <a:pt x="3317" y="7789"/>
                  <a:pt x="3379" y="7812"/>
                  <a:pt x="3440" y="7812"/>
                </a:cubicBezTo>
                <a:cubicBezTo>
                  <a:pt x="3566" y="7812"/>
                  <a:pt x="3686" y="7713"/>
                  <a:pt x="3686" y="7563"/>
                </a:cubicBezTo>
                <a:cubicBezTo>
                  <a:pt x="3686" y="7428"/>
                  <a:pt x="3576" y="7318"/>
                  <a:pt x="3442" y="7318"/>
                </a:cubicBezTo>
                <a:close/>
                <a:moveTo>
                  <a:pt x="4661" y="7318"/>
                </a:moveTo>
                <a:cubicBezTo>
                  <a:pt x="4441" y="7318"/>
                  <a:pt x="4332" y="7585"/>
                  <a:pt x="4485" y="7738"/>
                </a:cubicBezTo>
                <a:cubicBezTo>
                  <a:pt x="4536" y="7789"/>
                  <a:pt x="4598" y="7812"/>
                  <a:pt x="4660" y="7812"/>
                </a:cubicBezTo>
                <a:cubicBezTo>
                  <a:pt x="4787" y="7812"/>
                  <a:pt x="4908" y="7713"/>
                  <a:pt x="4908" y="7563"/>
                </a:cubicBezTo>
                <a:cubicBezTo>
                  <a:pt x="4908" y="7428"/>
                  <a:pt x="4795" y="7318"/>
                  <a:pt x="4661" y="7318"/>
                </a:cubicBezTo>
                <a:close/>
                <a:moveTo>
                  <a:pt x="5880" y="7318"/>
                </a:moveTo>
                <a:cubicBezTo>
                  <a:pt x="5660" y="7318"/>
                  <a:pt x="5551" y="7585"/>
                  <a:pt x="5704" y="7738"/>
                </a:cubicBezTo>
                <a:cubicBezTo>
                  <a:pt x="5755" y="7789"/>
                  <a:pt x="5818" y="7812"/>
                  <a:pt x="5879" y="7812"/>
                </a:cubicBezTo>
                <a:cubicBezTo>
                  <a:pt x="6006" y="7812"/>
                  <a:pt x="6127" y="7713"/>
                  <a:pt x="6127" y="7563"/>
                </a:cubicBezTo>
                <a:cubicBezTo>
                  <a:pt x="6127" y="7428"/>
                  <a:pt x="6015" y="7318"/>
                  <a:pt x="5880" y="7318"/>
                </a:cubicBezTo>
                <a:close/>
                <a:moveTo>
                  <a:pt x="7099" y="7318"/>
                </a:moveTo>
                <a:cubicBezTo>
                  <a:pt x="6879" y="7318"/>
                  <a:pt x="6770" y="7585"/>
                  <a:pt x="6923" y="7738"/>
                </a:cubicBezTo>
                <a:cubicBezTo>
                  <a:pt x="6974" y="7789"/>
                  <a:pt x="7037" y="7812"/>
                  <a:pt x="7098" y="7812"/>
                </a:cubicBezTo>
                <a:cubicBezTo>
                  <a:pt x="7225" y="7812"/>
                  <a:pt x="7346" y="7713"/>
                  <a:pt x="7346" y="7563"/>
                </a:cubicBezTo>
                <a:cubicBezTo>
                  <a:pt x="7346" y="7428"/>
                  <a:pt x="7237" y="7318"/>
                  <a:pt x="7099" y="7318"/>
                </a:cubicBezTo>
                <a:close/>
                <a:moveTo>
                  <a:pt x="8318" y="7318"/>
                </a:moveTo>
                <a:cubicBezTo>
                  <a:pt x="8099" y="7318"/>
                  <a:pt x="7989" y="7585"/>
                  <a:pt x="8146" y="7738"/>
                </a:cubicBezTo>
                <a:cubicBezTo>
                  <a:pt x="8195" y="7789"/>
                  <a:pt x="8257" y="7812"/>
                  <a:pt x="8318" y="7812"/>
                </a:cubicBezTo>
                <a:cubicBezTo>
                  <a:pt x="8444" y="7812"/>
                  <a:pt x="8565" y="7713"/>
                  <a:pt x="8565" y="7563"/>
                </a:cubicBezTo>
                <a:cubicBezTo>
                  <a:pt x="8565" y="7428"/>
                  <a:pt x="8456" y="7318"/>
                  <a:pt x="8318" y="7318"/>
                </a:cubicBezTo>
                <a:close/>
                <a:moveTo>
                  <a:pt x="9537" y="7318"/>
                </a:moveTo>
                <a:cubicBezTo>
                  <a:pt x="9318" y="7318"/>
                  <a:pt x="9208" y="7585"/>
                  <a:pt x="9365" y="7738"/>
                </a:cubicBezTo>
                <a:cubicBezTo>
                  <a:pt x="9414" y="7789"/>
                  <a:pt x="9476" y="7812"/>
                  <a:pt x="9537" y="7812"/>
                </a:cubicBezTo>
                <a:cubicBezTo>
                  <a:pt x="9663" y="7812"/>
                  <a:pt x="9785" y="7713"/>
                  <a:pt x="9785" y="7563"/>
                </a:cubicBezTo>
                <a:cubicBezTo>
                  <a:pt x="9785" y="7428"/>
                  <a:pt x="9675" y="7318"/>
                  <a:pt x="9537" y="7318"/>
                </a:cubicBezTo>
                <a:close/>
                <a:moveTo>
                  <a:pt x="20515" y="7318"/>
                </a:moveTo>
                <a:cubicBezTo>
                  <a:pt x="20295" y="7318"/>
                  <a:pt x="20182" y="7581"/>
                  <a:pt x="20339" y="7738"/>
                </a:cubicBezTo>
                <a:cubicBezTo>
                  <a:pt x="20390" y="7789"/>
                  <a:pt x="20452" y="7812"/>
                  <a:pt x="20513" y="7812"/>
                </a:cubicBezTo>
                <a:cubicBezTo>
                  <a:pt x="20639" y="7812"/>
                  <a:pt x="20759" y="7713"/>
                  <a:pt x="20759" y="7563"/>
                </a:cubicBezTo>
                <a:cubicBezTo>
                  <a:pt x="20759" y="7428"/>
                  <a:pt x="20649" y="7318"/>
                  <a:pt x="20515" y="7318"/>
                </a:cubicBezTo>
                <a:close/>
                <a:moveTo>
                  <a:pt x="21734" y="7318"/>
                </a:moveTo>
                <a:cubicBezTo>
                  <a:pt x="21514" y="7318"/>
                  <a:pt x="21405" y="7585"/>
                  <a:pt x="21558" y="7738"/>
                </a:cubicBezTo>
                <a:cubicBezTo>
                  <a:pt x="21609" y="7789"/>
                  <a:pt x="21671" y="7812"/>
                  <a:pt x="21733" y="7812"/>
                </a:cubicBezTo>
                <a:cubicBezTo>
                  <a:pt x="21860" y="7812"/>
                  <a:pt x="21981" y="7713"/>
                  <a:pt x="21981" y="7563"/>
                </a:cubicBezTo>
                <a:cubicBezTo>
                  <a:pt x="21981" y="7428"/>
                  <a:pt x="21868" y="7318"/>
                  <a:pt x="21734" y="7318"/>
                </a:cubicBezTo>
                <a:close/>
                <a:moveTo>
                  <a:pt x="22953" y="7318"/>
                </a:moveTo>
                <a:cubicBezTo>
                  <a:pt x="22733" y="7318"/>
                  <a:pt x="22624" y="7585"/>
                  <a:pt x="22777" y="7738"/>
                </a:cubicBezTo>
                <a:cubicBezTo>
                  <a:pt x="22828" y="7789"/>
                  <a:pt x="22891" y="7812"/>
                  <a:pt x="22952" y="7812"/>
                </a:cubicBezTo>
                <a:cubicBezTo>
                  <a:pt x="23079" y="7812"/>
                  <a:pt x="23200" y="7713"/>
                  <a:pt x="23200" y="7563"/>
                </a:cubicBezTo>
                <a:cubicBezTo>
                  <a:pt x="23200" y="7428"/>
                  <a:pt x="23088" y="7318"/>
                  <a:pt x="22953" y="7318"/>
                </a:cubicBezTo>
                <a:close/>
                <a:moveTo>
                  <a:pt x="24172" y="7318"/>
                </a:moveTo>
                <a:cubicBezTo>
                  <a:pt x="23952" y="7318"/>
                  <a:pt x="23843" y="7585"/>
                  <a:pt x="23996" y="7738"/>
                </a:cubicBezTo>
                <a:cubicBezTo>
                  <a:pt x="24047" y="7789"/>
                  <a:pt x="24110" y="7812"/>
                  <a:pt x="24171" y="7812"/>
                </a:cubicBezTo>
                <a:cubicBezTo>
                  <a:pt x="24298" y="7812"/>
                  <a:pt x="24419" y="7713"/>
                  <a:pt x="24419" y="7563"/>
                </a:cubicBezTo>
                <a:cubicBezTo>
                  <a:pt x="24419" y="7428"/>
                  <a:pt x="24310" y="7318"/>
                  <a:pt x="24172" y="7318"/>
                </a:cubicBezTo>
                <a:close/>
                <a:moveTo>
                  <a:pt x="21734" y="8537"/>
                </a:moveTo>
                <a:cubicBezTo>
                  <a:pt x="21627" y="8537"/>
                  <a:pt x="21533" y="8603"/>
                  <a:pt x="21502" y="8703"/>
                </a:cubicBezTo>
                <a:cubicBezTo>
                  <a:pt x="21659" y="8741"/>
                  <a:pt x="21818" y="8772"/>
                  <a:pt x="21978" y="8794"/>
                </a:cubicBezTo>
                <a:cubicBezTo>
                  <a:pt x="21978" y="8791"/>
                  <a:pt x="21981" y="8788"/>
                  <a:pt x="21981" y="8782"/>
                </a:cubicBezTo>
                <a:cubicBezTo>
                  <a:pt x="21981" y="8647"/>
                  <a:pt x="21868" y="8537"/>
                  <a:pt x="21734" y="8537"/>
                </a:cubicBezTo>
                <a:close/>
                <a:moveTo>
                  <a:pt x="22948" y="8537"/>
                </a:moveTo>
                <a:cubicBezTo>
                  <a:pt x="22800" y="8537"/>
                  <a:pt x="22684" y="8674"/>
                  <a:pt x="22708" y="8822"/>
                </a:cubicBezTo>
                <a:cubicBezTo>
                  <a:pt x="22874" y="8810"/>
                  <a:pt x="23037" y="8788"/>
                  <a:pt x="23197" y="8750"/>
                </a:cubicBezTo>
                <a:cubicBezTo>
                  <a:pt x="23182" y="8628"/>
                  <a:pt x="23078" y="8537"/>
                  <a:pt x="22953" y="8537"/>
                </a:cubicBezTo>
                <a:cubicBezTo>
                  <a:pt x="22951" y="8537"/>
                  <a:pt x="22949" y="8537"/>
                  <a:pt x="22948" y="8537"/>
                </a:cubicBezTo>
                <a:close/>
                <a:moveTo>
                  <a:pt x="1" y="8669"/>
                </a:moveTo>
                <a:lnTo>
                  <a:pt x="1" y="8898"/>
                </a:lnTo>
                <a:cubicBezTo>
                  <a:pt x="38" y="8826"/>
                  <a:pt x="38" y="8741"/>
                  <a:pt x="1" y="8669"/>
                </a:cubicBezTo>
                <a:close/>
                <a:moveTo>
                  <a:pt x="1000" y="8537"/>
                </a:moveTo>
                <a:cubicBezTo>
                  <a:pt x="781" y="8537"/>
                  <a:pt x="671" y="8804"/>
                  <a:pt x="828" y="8957"/>
                </a:cubicBezTo>
                <a:cubicBezTo>
                  <a:pt x="878" y="9008"/>
                  <a:pt x="940" y="9031"/>
                  <a:pt x="1001" y="9031"/>
                </a:cubicBezTo>
                <a:cubicBezTo>
                  <a:pt x="1127" y="9031"/>
                  <a:pt x="1248" y="8933"/>
                  <a:pt x="1248" y="8785"/>
                </a:cubicBezTo>
                <a:cubicBezTo>
                  <a:pt x="1248" y="8647"/>
                  <a:pt x="1138" y="8537"/>
                  <a:pt x="1000" y="8537"/>
                </a:cubicBezTo>
                <a:close/>
                <a:moveTo>
                  <a:pt x="2223" y="8537"/>
                </a:moveTo>
                <a:cubicBezTo>
                  <a:pt x="2000" y="8537"/>
                  <a:pt x="1890" y="8804"/>
                  <a:pt x="2047" y="8957"/>
                </a:cubicBezTo>
                <a:cubicBezTo>
                  <a:pt x="2097" y="9008"/>
                  <a:pt x="2159" y="9031"/>
                  <a:pt x="2220" y="9031"/>
                </a:cubicBezTo>
                <a:cubicBezTo>
                  <a:pt x="2346" y="9031"/>
                  <a:pt x="2467" y="8933"/>
                  <a:pt x="2467" y="8785"/>
                </a:cubicBezTo>
                <a:cubicBezTo>
                  <a:pt x="2467" y="8647"/>
                  <a:pt x="2357" y="8537"/>
                  <a:pt x="2223" y="8537"/>
                </a:cubicBezTo>
                <a:close/>
                <a:moveTo>
                  <a:pt x="3442" y="8537"/>
                </a:moveTo>
                <a:cubicBezTo>
                  <a:pt x="3222" y="8537"/>
                  <a:pt x="3110" y="8804"/>
                  <a:pt x="3266" y="8957"/>
                </a:cubicBezTo>
                <a:cubicBezTo>
                  <a:pt x="3317" y="9008"/>
                  <a:pt x="3379" y="9031"/>
                  <a:pt x="3440" y="9031"/>
                </a:cubicBezTo>
                <a:cubicBezTo>
                  <a:pt x="3566" y="9031"/>
                  <a:pt x="3686" y="8933"/>
                  <a:pt x="3686" y="8785"/>
                </a:cubicBezTo>
                <a:cubicBezTo>
                  <a:pt x="3686" y="8647"/>
                  <a:pt x="3576" y="8537"/>
                  <a:pt x="3442" y="8537"/>
                </a:cubicBezTo>
                <a:close/>
                <a:moveTo>
                  <a:pt x="4661" y="8537"/>
                </a:moveTo>
                <a:cubicBezTo>
                  <a:pt x="4441" y="8537"/>
                  <a:pt x="4332" y="8804"/>
                  <a:pt x="4485" y="8957"/>
                </a:cubicBezTo>
                <a:cubicBezTo>
                  <a:pt x="4536" y="9008"/>
                  <a:pt x="4599" y="9031"/>
                  <a:pt x="4660" y="9031"/>
                </a:cubicBezTo>
                <a:cubicBezTo>
                  <a:pt x="4787" y="9031"/>
                  <a:pt x="4908" y="8933"/>
                  <a:pt x="4908" y="8785"/>
                </a:cubicBezTo>
                <a:cubicBezTo>
                  <a:pt x="4908" y="8647"/>
                  <a:pt x="4795" y="8537"/>
                  <a:pt x="4661" y="8537"/>
                </a:cubicBezTo>
                <a:close/>
                <a:moveTo>
                  <a:pt x="5880" y="8537"/>
                </a:moveTo>
                <a:cubicBezTo>
                  <a:pt x="5660" y="8537"/>
                  <a:pt x="5551" y="8804"/>
                  <a:pt x="5704" y="8957"/>
                </a:cubicBezTo>
                <a:cubicBezTo>
                  <a:pt x="5755" y="9008"/>
                  <a:pt x="5818" y="9031"/>
                  <a:pt x="5879" y="9031"/>
                </a:cubicBezTo>
                <a:cubicBezTo>
                  <a:pt x="6006" y="9031"/>
                  <a:pt x="6127" y="8933"/>
                  <a:pt x="6127" y="8785"/>
                </a:cubicBezTo>
                <a:cubicBezTo>
                  <a:pt x="6127" y="8647"/>
                  <a:pt x="6015" y="8537"/>
                  <a:pt x="5880" y="8537"/>
                </a:cubicBezTo>
                <a:close/>
                <a:moveTo>
                  <a:pt x="7099" y="8537"/>
                </a:moveTo>
                <a:cubicBezTo>
                  <a:pt x="6879" y="8537"/>
                  <a:pt x="6770" y="8804"/>
                  <a:pt x="6923" y="8957"/>
                </a:cubicBezTo>
                <a:cubicBezTo>
                  <a:pt x="6974" y="9008"/>
                  <a:pt x="7037" y="9031"/>
                  <a:pt x="7098" y="9031"/>
                </a:cubicBezTo>
                <a:cubicBezTo>
                  <a:pt x="7225" y="9031"/>
                  <a:pt x="7346" y="8933"/>
                  <a:pt x="7346" y="8785"/>
                </a:cubicBezTo>
                <a:cubicBezTo>
                  <a:pt x="7346" y="8647"/>
                  <a:pt x="7237" y="8537"/>
                  <a:pt x="7099" y="8537"/>
                </a:cubicBezTo>
                <a:close/>
                <a:moveTo>
                  <a:pt x="8318" y="8537"/>
                </a:moveTo>
                <a:cubicBezTo>
                  <a:pt x="8099" y="8537"/>
                  <a:pt x="7989" y="8804"/>
                  <a:pt x="8146" y="8957"/>
                </a:cubicBezTo>
                <a:cubicBezTo>
                  <a:pt x="8195" y="9008"/>
                  <a:pt x="8257" y="9031"/>
                  <a:pt x="8318" y="9031"/>
                </a:cubicBezTo>
                <a:cubicBezTo>
                  <a:pt x="8444" y="9031"/>
                  <a:pt x="8565" y="8933"/>
                  <a:pt x="8565" y="8785"/>
                </a:cubicBezTo>
                <a:cubicBezTo>
                  <a:pt x="8565" y="8647"/>
                  <a:pt x="8456" y="8537"/>
                  <a:pt x="8318" y="8537"/>
                </a:cubicBezTo>
                <a:close/>
                <a:moveTo>
                  <a:pt x="9537" y="8537"/>
                </a:moveTo>
                <a:cubicBezTo>
                  <a:pt x="9318" y="8537"/>
                  <a:pt x="9208" y="8804"/>
                  <a:pt x="9365" y="8957"/>
                </a:cubicBezTo>
                <a:cubicBezTo>
                  <a:pt x="9415" y="9008"/>
                  <a:pt x="9476" y="9031"/>
                  <a:pt x="9537" y="9031"/>
                </a:cubicBezTo>
                <a:cubicBezTo>
                  <a:pt x="9663" y="9031"/>
                  <a:pt x="9785" y="8933"/>
                  <a:pt x="9785" y="8785"/>
                </a:cubicBezTo>
                <a:cubicBezTo>
                  <a:pt x="9785" y="8647"/>
                  <a:pt x="9675" y="8537"/>
                  <a:pt x="9537" y="8537"/>
                </a:cubicBezTo>
                <a:close/>
                <a:moveTo>
                  <a:pt x="1" y="9888"/>
                </a:moveTo>
                <a:lnTo>
                  <a:pt x="1" y="10120"/>
                </a:lnTo>
                <a:cubicBezTo>
                  <a:pt x="38" y="10045"/>
                  <a:pt x="38" y="9960"/>
                  <a:pt x="1" y="9888"/>
                </a:cubicBezTo>
                <a:close/>
                <a:moveTo>
                  <a:pt x="1000" y="9756"/>
                </a:moveTo>
                <a:cubicBezTo>
                  <a:pt x="781" y="9756"/>
                  <a:pt x="671" y="10023"/>
                  <a:pt x="828" y="10176"/>
                </a:cubicBezTo>
                <a:cubicBezTo>
                  <a:pt x="878" y="10227"/>
                  <a:pt x="940" y="10250"/>
                  <a:pt x="1001" y="10250"/>
                </a:cubicBezTo>
                <a:cubicBezTo>
                  <a:pt x="1127" y="10250"/>
                  <a:pt x="1248" y="10152"/>
                  <a:pt x="1248" y="10004"/>
                </a:cubicBezTo>
                <a:cubicBezTo>
                  <a:pt x="1248" y="9866"/>
                  <a:pt x="1138" y="9756"/>
                  <a:pt x="1000" y="9756"/>
                </a:cubicBezTo>
                <a:close/>
                <a:moveTo>
                  <a:pt x="2223" y="9756"/>
                </a:moveTo>
                <a:cubicBezTo>
                  <a:pt x="2000" y="9756"/>
                  <a:pt x="1890" y="10023"/>
                  <a:pt x="2047" y="10176"/>
                </a:cubicBezTo>
                <a:cubicBezTo>
                  <a:pt x="2097" y="10227"/>
                  <a:pt x="2159" y="10250"/>
                  <a:pt x="2220" y="10250"/>
                </a:cubicBezTo>
                <a:cubicBezTo>
                  <a:pt x="2346" y="10250"/>
                  <a:pt x="2467" y="10152"/>
                  <a:pt x="2467" y="10004"/>
                </a:cubicBezTo>
                <a:cubicBezTo>
                  <a:pt x="2467" y="9866"/>
                  <a:pt x="2357" y="9756"/>
                  <a:pt x="2223" y="9756"/>
                </a:cubicBezTo>
                <a:close/>
                <a:moveTo>
                  <a:pt x="3442" y="9756"/>
                </a:moveTo>
                <a:cubicBezTo>
                  <a:pt x="3222" y="9756"/>
                  <a:pt x="3110" y="10023"/>
                  <a:pt x="3266" y="10176"/>
                </a:cubicBezTo>
                <a:cubicBezTo>
                  <a:pt x="3317" y="10227"/>
                  <a:pt x="3379" y="10250"/>
                  <a:pt x="3440" y="10250"/>
                </a:cubicBezTo>
                <a:cubicBezTo>
                  <a:pt x="3566" y="10250"/>
                  <a:pt x="3686" y="10152"/>
                  <a:pt x="3686" y="10004"/>
                </a:cubicBezTo>
                <a:cubicBezTo>
                  <a:pt x="3686" y="9866"/>
                  <a:pt x="3576" y="9756"/>
                  <a:pt x="3442" y="9756"/>
                </a:cubicBezTo>
                <a:close/>
                <a:moveTo>
                  <a:pt x="4661" y="9756"/>
                </a:moveTo>
                <a:cubicBezTo>
                  <a:pt x="4441" y="9756"/>
                  <a:pt x="4332" y="10023"/>
                  <a:pt x="4485" y="10176"/>
                </a:cubicBezTo>
                <a:cubicBezTo>
                  <a:pt x="4536" y="10227"/>
                  <a:pt x="4599" y="10250"/>
                  <a:pt x="4660" y="10250"/>
                </a:cubicBezTo>
                <a:cubicBezTo>
                  <a:pt x="4787" y="10250"/>
                  <a:pt x="4908" y="10152"/>
                  <a:pt x="4908" y="10004"/>
                </a:cubicBezTo>
                <a:cubicBezTo>
                  <a:pt x="4908" y="9866"/>
                  <a:pt x="4795" y="9756"/>
                  <a:pt x="4661" y="9756"/>
                </a:cubicBezTo>
                <a:close/>
                <a:moveTo>
                  <a:pt x="5880" y="9756"/>
                </a:moveTo>
                <a:cubicBezTo>
                  <a:pt x="5660" y="9756"/>
                  <a:pt x="5551" y="10023"/>
                  <a:pt x="5704" y="10176"/>
                </a:cubicBezTo>
                <a:cubicBezTo>
                  <a:pt x="5755" y="10227"/>
                  <a:pt x="5818" y="10250"/>
                  <a:pt x="5879" y="10250"/>
                </a:cubicBezTo>
                <a:cubicBezTo>
                  <a:pt x="6006" y="10250"/>
                  <a:pt x="6127" y="10152"/>
                  <a:pt x="6127" y="10004"/>
                </a:cubicBezTo>
                <a:cubicBezTo>
                  <a:pt x="6127" y="9866"/>
                  <a:pt x="6015" y="9756"/>
                  <a:pt x="5880" y="9756"/>
                </a:cubicBezTo>
                <a:close/>
                <a:moveTo>
                  <a:pt x="7099" y="9756"/>
                </a:moveTo>
                <a:cubicBezTo>
                  <a:pt x="6879" y="9756"/>
                  <a:pt x="6770" y="10023"/>
                  <a:pt x="6923" y="10176"/>
                </a:cubicBezTo>
                <a:cubicBezTo>
                  <a:pt x="6974" y="10227"/>
                  <a:pt x="7037" y="10250"/>
                  <a:pt x="7098" y="10250"/>
                </a:cubicBezTo>
                <a:cubicBezTo>
                  <a:pt x="7225" y="10250"/>
                  <a:pt x="7346" y="10152"/>
                  <a:pt x="7346" y="10004"/>
                </a:cubicBezTo>
                <a:cubicBezTo>
                  <a:pt x="7346" y="9866"/>
                  <a:pt x="7237" y="9756"/>
                  <a:pt x="7099" y="9756"/>
                </a:cubicBezTo>
                <a:close/>
                <a:moveTo>
                  <a:pt x="8318" y="9756"/>
                </a:moveTo>
                <a:cubicBezTo>
                  <a:pt x="8099" y="9756"/>
                  <a:pt x="7989" y="10023"/>
                  <a:pt x="8146" y="10176"/>
                </a:cubicBezTo>
                <a:cubicBezTo>
                  <a:pt x="8195" y="10227"/>
                  <a:pt x="8257" y="10250"/>
                  <a:pt x="8318" y="10250"/>
                </a:cubicBezTo>
                <a:cubicBezTo>
                  <a:pt x="8444" y="10250"/>
                  <a:pt x="8565" y="10152"/>
                  <a:pt x="8565" y="10004"/>
                </a:cubicBezTo>
                <a:cubicBezTo>
                  <a:pt x="8565" y="9866"/>
                  <a:pt x="8456" y="9756"/>
                  <a:pt x="8318" y="9756"/>
                </a:cubicBezTo>
                <a:close/>
                <a:moveTo>
                  <a:pt x="9537" y="9756"/>
                </a:moveTo>
                <a:cubicBezTo>
                  <a:pt x="9318" y="9756"/>
                  <a:pt x="9208" y="10023"/>
                  <a:pt x="9365" y="10176"/>
                </a:cubicBezTo>
                <a:cubicBezTo>
                  <a:pt x="9415" y="10227"/>
                  <a:pt x="9476" y="10250"/>
                  <a:pt x="9537" y="10250"/>
                </a:cubicBezTo>
                <a:cubicBezTo>
                  <a:pt x="9663" y="10250"/>
                  <a:pt x="9785" y="10152"/>
                  <a:pt x="9785" y="10004"/>
                </a:cubicBezTo>
                <a:cubicBezTo>
                  <a:pt x="9785" y="9866"/>
                  <a:pt x="9675" y="9756"/>
                  <a:pt x="9537" y="9756"/>
                </a:cubicBezTo>
                <a:close/>
                <a:moveTo>
                  <a:pt x="1" y="11107"/>
                </a:moveTo>
                <a:lnTo>
                  <a:pt x="1" y="11339"/>
                </a:lnTo>
                <a:cubicBezTo>
                  <a:pt x="38" y="11267"/>
                  <a:pt x="38" y="11179"/>
                  <a:pt x="1" y="11107"/>
                </a:cubicBezTo>
                <a:close/>
                <a:moveTo>
                  <a:pt x="1000" y="10975"/>
                </a:moveTo>
                <a:cubicBezTo>
                  <a:pt x="781" y="10975"/>
                  <a:pt x="671" y="11242"/>
                  <a:pt x="828" y="11395"/>
                </a:cubicBezTo>
                <a:cubicBezTo>
                  <a:pt x="878" y="11446"/>
                  <a:pt x="940" y="11469"/>
                  <a:pt x="1001" y="11469"/>
                </a:cubicBezTo>
                <a:cubicBezTo>
                  <a:pt x="1127" y="11469"/>
                  <a:pt x="1248" y="11371"/>
                  <a:pt x="1248" y="11223"/>
                </a:cubicBezTo>
                <a:cubicBezTo>
                  <a:pt x="1248" y="11085"/>
                  <a:pt x="1138" y="10975"/>
                  <a:pt x="1000" y="10975"/>
                </a:cubicBezTo>
                <a:close/>
                <a:moveTo>
                  <a:pt x="2223" y="10975"/>
                </a:moveTo>
                <a:cubicBezTo>
                  <a:pt x="2000" y="10975"/>
                  <a:pt x="1890" y="11242"/>
                  <a:pt x="2047" y="11395"/>
                </a:cubicBezTo>
                <a:cubicBezTo>
                  <a:pt x="2098" y="11446"/>
                  <a:pt x="2160" y="11469"/>
                  <a:pt x="2221" y="11469"/>
                </a:cubicBezTo>
                <a:cubicBezTo>
                  <a:pt x="2347" y="11469"/>
                  <a:pt x="2467" y="11371"/>
                  <a:pt x="2467" y="11223"/>
                </a:cubicBezTo>
                <a:cubicBezTo>
                  <a:pt x="2467" y="11085"/>
                  <a:pt x="2357" y="10975"/>
                  <a:pt x="2223" y="10975"/>
                </a:cubicBezTo>
                <a:close/>
                <a:moveTo>
                  <a:pt x="3442" y="10975"/>
                </a:moveTo>
                <a:cubicBezTo>
                  <a:pt x="3219" y="10975"/>
                  <a:pt x="3110" y="11242"/>
                  <a:pt x="3266" y="11395"/>
                </a:cubicBezTo>
                <a:cubicBezTo>
                  <a:pt x="3317" y="11446"/>
                  <a:pt x="3379" y="11469"/>
                  <a:pt x="3440" y="11469"/>
                </a:cubicBezTo>
                <a:cubicBezTo>
                  <a:pt x="3566" y="11469"/>
                  <a:pt x="3686" y="11371"/>
                  <a:pt x="3686" y="11223"/>
                </a:cubicBezTo>
                <a:cubicBezTo>
                  <a:pt x="3686" y="11085"/>
                  <a:pt x="3576" y="10975"/>
                  <a:pt x="3442" y="10975"/>
                </a:cubicBezTo>
                <a:close/>
                <a:moveTo>
                  <a:pt x="4661" y="10975"/>
                </a:moveTo>
                <a:cubicBezTo>
                  <a:pt x="4441" y="10975"/>
                  <a:pt x="4332" y="11242"/>
                  <a:pt x="4485" y="11395"/>
                </a:cubicBezTo>
                <a:cubicBezTo>
                  <a:pt x="4536" y="11446"/>
                  <a:pt x="4599" y="11469"/>
                  <a:pt x="4660" y="11469"/>
                </a:cubicBezTo>
                <a:cubicBezTo>
                  <a:pt x="4787" y="11469"/>
                  <a:pt x="4908" y="11371"/>
                  <a:pt x="4908" y="11223"/>
                </a:cubicBezTo>
                <a:cubicBezTo>
                  <a:pt x="4905" y="11085"/>
                  <a:pt x="4795" y="10975"/>
                  <a:pt x="4661" y="10975"/>
                </a:cubicBezTo>
                <a:close/>
                <a:moveTo>
                  <a:pt x="5880" y="10975"/>
                </a:moveTo>
                <a:cubicBezTo>
                  <a:pt x="5660" y="10975"/>
                  <a:pt x="5551" y="11242"/>
                  <a:pt x="5704" y="11395"/>
                </a:cubicBezTo>
                <a:cubicBezTo>
                  <a:pt x="5755" y="11446"/>
                  <a:pt x="5818" y="11469"/>
                  <a:pt x="5879" y="11469"/>
                </a:cubicBezTo>
                <a:cubicBezTo>
                  <a:pt x="6006" y="11469"/>
                  <a:pt x="6127" y="11371"/>
                  <a:pt x="6127" y="11223"/>
                </a:cubicBezTo>
                <a:cubicBezTo>
                  <a:pt x="6127" y="11085"/>
                  <a:pt x="6015" y="10975"/>
                  <a:pt x="5880" y="10975"/>
                </a:cubicBezTo>
                <a:close/>
                <a:moveTo>
                  <a:pt x="7099" y="10975"/>
                </a:moveTo>
                <a:cubicBezTo>
                  <a:pt x="6879" y="10975"/>
                  <a:pt x="6770" y="11242"/>
                  <a:pt x="6923" y="11395"/>
                </a:cubicBezTo>
                <a:cubicBezTo>
                  <a:pt x="6974" y="11446"/>
                  <a:pt x="7037" y="11469"/>
                  <a:pt x="7098" y="11469"/>
                </a:cubicBezTo>
                <a:cubicBezTo>
                  <a:pt x="7225" y="11469"/>
                  <a:pt x="7346" y="11371"/>
                  <a:pt x="7346" y="11223"/>
                </a:cubicBezTo>
                <a:cubicBezTo>
                  <a:pt x="7346" y="11085"/>
                  <a:pt x="7237" y="10975"/>
                  <a:pt x="7099" y="10975"/>
                </a:cubicBezTo>
                <a:close/>
                <a:moveTo>
                  <a:pt x="8318" y="10975"/>
                </a:moveTo>
                <a:cubicBezTo>
                  <a:pt x="8099" y="10975"/>
                  <a:pt x="7989" y="11242"/>
                  <a:pt x="8146" y="11395"/>
                </a:cubicBezTo>
                <a:cubicBezTo>
                  <a:pt x="8195" y="11446"/>
                  <a:pt x="8257" y="11469"/>
                  <a:pt x="8318" y="11469"/>
                </a:cubicBezTo>
                <a:cubicBezTo>
                  <a:pt x="8444" y="11469"/>
                  <a:pt x="8565" y="11371"/>
                  <a:pt x="8565" y="11223"/>
                </a:cubicBezTo>
                <a:cubicBezTo>
                  <a:pt x="8565" y="11085"/>
                  <a:pt x="8456" y="10975"/>
                  <a:pt x="8318" y="10975"/>
                </a:cubicBezTo>
                <a:close/>
                <a:moveTo>
                  <a:pt x="9537" y="10975"/>
                </a:moveTo>
                <a:cubicBezTo>
                  <a:pt x="9318" y="10975"/>
                  <a:pt x="9208" y="11242"/>
                  <a:pt x="9365" y="11395"/>
                </a:cubicBezTo>
                <a:cubicBezTo>
                  <a:pt x="9415" y="11446"/>
                  <a:pt x="9476" y="11469"/>
                  <a:pt x="9537" y="11469"/>
                </a:cubicBezTo>
                <a:cubicBezTo>
                  <a:pt x="9663" y="11469"/>
                  <a:pt x="9785" y="11371"/>
                  <a:pt x="9785" y="11223"/>
                </a:cubicBezTo>
                <a:cubicBezTo>
                  <a:pt x="9785" y="11085"/>
                  <a:pt x="9675" y="10975"/>
                  <a:pt x="9537" y="10975"/>
                </a:cubicBezTo>
                <a:close/>
                <a:moveTo>
                  <a:pt x="1" y="12326"/>
                </a:moveTo>
                <a:lnTo>
                  <a:pt x="1" y="12558"/>
                </a:lnTo>
                <a:cubicBezTo>
                  <a:pt x="38" y="12486"/>
                  <a:pt x="38" y="12398"/>
                  <a:pt x="1" y="12326"/>
                </a:cubicBezTo>
                <a:close/>
                <a:moveTo>
                  <a:pt x="1000" y="12194"/>
                </a:moveTo>
                <a:cubicBezTo>
                  <a:pt x="781" y="12194"/>
                  <a:pt x="671" y="12461"/>
                  <a:pt x="828" y="12618"/>
                </a:cubicBezTo>
                <a:cubicBezTo>
                  <a:pt x="878" y="12667"/>
                  <a:pt x="939" y="12689"/>
                  <a:pt x="999" y="12689"/>
                </a:cubicBezTo>
                <a:cubicBezTo>
                  <a:pt x="1126" y="12689"/>
                  <a:pt x="1248" y="12591"/>
                  <a:pt x="1248" y="12442"/>
                </a:cubicBezTo>
                <a:cubicBezTo>
                  <a:pt x="1248" y="12304"/>
                  <a:pt x="1138" y="12194"/>
                  <a:pt x="1000" y="12194"/>
                </a:cubicBezTo>
                <a:close/>
                <a:moveTo>
                  <a:pt x="2223" y="12194"/>
                </a:moveTo>
                <a:cubicBezTo>
                  <a:pt x="2000" y="12194"/>
                  <a:pt x="1890" y="12461"/>
                  <a:pt x="2047" y="12618"/>
                </a:cubicBezTo>
                <a:cubicBezTo>
                  <a:pt x="2097" y="12667"/>
                  <a:pt x="2158" y="12689"/>
                  <a:pt x="2218" y="12689"/>
                </a:cubicBezTo>
                <a:cubicBezTo>
                  <a:pt x="2345" y="12689"/>
                  <a:pt x="2467" y="12591"/>
                  <a:pt x="2467" y="12442"/>
                </a:cubicBezTo>
                <a:cubicBezTo>
                  <a:pt x="2467" y="12304"/>
                  <a:pt x="2357" y="12194"/>
                  <a:pt x="2223" y="12194"/>
                </a:cubicBezTo>
                <a:close/>
                <a:moveTo>
                  <a:pt x="3442" y="12194"/>
                </a:moveTo>
                <a:cubicBezTo>
                  <a:pt x="3222" y="12194"/>
                  <a:pt x="3110" y="12461"/>
                  <a:pt x="3266" y="12618"/>
                </a:cubicBezTo>
                <a:cubicBezTo>
                  <a:pt x="3317" y="12667"/>
                  <a:pt x="3378" y="12689"/>
                  <a:pt x="3438" y="12689"/>
                </a:cubicBezTo>
                <a:cubicBezTo>
                  <a:pt x="3565" y="12689"/>
                  <a:pt x="3686" y="12591"/>
                  <a:pt x="3686" y="12442"/>
                </a:cubicBezTo>
                <a:cubicBezTo>
                  <a:pt x="3686" y="12304"/>
                  <a:pt x="3576" y="12194"/>
                  <a:pt x="3442" y="12194"/>
                </a:cubicBezTo>
                <a:close/>
                <a:moveTo>
                  <a:pt x="4661" y="12194"/>
                </a:moveTo>
                <a:cubicBezTo>
                  <a:pt x="4441" y="12194"/>
                  <a:pt x="4332" y="12461"/>
                  <a:pt x="4485" y="12618"/>
                </a:cubicBezTo>
                <a:cubicBezTo>
                  <a:pt x="4536" y="12667"/>
                  <a:pt x="4597" y="12689"/>
                  <a:pt x="4658" y="12689"/>
                </a:cubicBezTo>
                <a:cubicBezTo>
                  <a:pt x="4786" y="12689"/>
                  <a:pt x="4908" y="12591"/>
                  <a:pt x="4908" y="12442"/>
                </a:cubicBezTo>
                <a:cubicBezTo>
                  <a:pt x="4908" y="12304"/>
                  <a:pt x="4795" y="12194"/>
                  <a:pt x="4661" y="12194"/>
                </a:cubicBezTo>
                <a:close/>
                <a:moveTo>
                  <a:pt x="5880" y="12194"/>
                </a:moveTo>
                <a:cubicBezTo>
                  <a:pt x="5660" y="12194"/>
                  <a:pt x="5551" y="12461"/>
                  <a:pt x="5704" y="12618"/>
                </a:cubicBezTo>
                <a:cubicBezTo>
                  <a:pt x="5755" y="12667"/>
                  <a:pt x="5817" y="12689"/>
                  <a:pt x="5877" y="12689"/>
                </a:cubicBezTo>
                <a:cubicBezTo>
                  <a:pt x="6005" y="12689"/>
                  <a:pt x="6127" y="12591"/>
                  <a:pt x="6127" y="12442"/>
                </a:cubicBezTo>
                <a:cubicBezTo>
                  <a:pt x="6127" y="12304"/>
                  <a:pt x="6015" y="12194"/>
                  <a:pt x="5880" y="12194"/>
                </a:cubicBezTo>
                <a:close/>
                <a:moveTo>
                  <a:pt x="7099" y="12194"/>
                </a:moveTo>
                <a:cubicBezTo>
                  <a:pt x="6879" y="12194"/>
                  <a:pt x="6770" y="12461"/>
                  <a:pt x="6923" y="12618"/>
                </a:cubicBezTo>
                <a:cubicBezTo>
                  <a:pt x="6974" y="12667"/>
                  <a:pt x="7036" y="12689"/>
                  <a:pt x="7096" y="12689"/>
                </a:cubicBezTo>
                <a:cubicBezTo>
                  <a:pt x="7224" y="12689"/>
                  <a:pt x="7346" y="12591"/>
                  <a:pt x="7346" y="12442"/>
                </a:cubicBezTo>
                <a:cubicBezTo>
                  <a:pt x="7346" y="12304"/>
                  <a:pt x="7237" y="12194"/>
                  <a:pt x="7099" y="12194"/>
                </a:cubicBezTo>
                <a:close/>
                <a:moveTo>
                  <a:pt x="8318" y="12194"/>
                </a:moveTo>
                <a:cubicBezTo>
                  <a:pt x="8099" y="12194"/>
                  <a:pt x="7989" y="12461"/>
                  <a:pt x="8146" y="12618"/>
                </a:cubicBezTo>
                <a:cubicBezTo>
                  <a:pt x="8195" y="12667"/>
                  <a:pt x="8256" y="12689"/>
                  <a:pt x="8316" y="12689"/>
                </a:cubicBezTo>
                <a:cubicBezTo>
                  <a:pt x="8443" y="12689"/>
                  <a:pt x="8565" y="12591"/>
                  <a:pt x="8565" y="12442"/>
                </a:cubicBezTo>
                <a:cubicBezTo>
                  <a:pt x="8565" y="12304"/>
                  <a:pt x="8456" y="12194"/>
                  <a:pt x="8318" y="12194"/>
                </a:cubicBezTo>
                <a:close/>
                <a:moveTo>
                  <a:pt x="9537" y="12194"/>
                </a:moveTo>
                <a:cubicBezTo>
                  <a:pt x="9318" y="12194"/>
                  <a:pt x="9208" y="12461"/>
                  <a:pt x="9365" y="12618"/>
                </a:cubicBezTo>
                <a:cubicBezTo>
                  <a:pt x="9414" y="12667"/>
                  <a:pt x="9475" y="12689"/>
                  <a:pt x="9535" y="12689"/>
                </a:cubicBezTo>
                <a:cubicBezTo>
                  <a:pt x="9662" y="12689"/>
                  <a:pt x="9785" y="12591"/>
                  <a:pt x="9785" y="12442"/>
                </a:cubicBezTo>
                <a:cubicBezTo>
                  <a:pt x="9785" y="12304"/>
                  <a:pt x="9675" y="12194"/>
                  <a:pt x="9537" y="12194"/>
                </a:cubicBezTo>
                <a:close/>
                <a:moveTo>
                  <a:pt x="1" y="13545"/>
                </a:moveTo>
                <a:lnTo>
                  <a:pt x="1" y="13777"/>
                </a:lnTo>
                <a:cubicBezTo>
                  <a:pt x="38" y="13705"/>
                  <a:pt x="38" y="13617"/>
                  <a:pt x="1" y="13545"/>
                </a:cubicBezTo>
                <a:close/>
                <a:moveTo>
                  <a:pt x="10653" y="13439"/>
                </a:moveTo>
                <a:lnTo>
                  <a:pt x="10653" y="13439"/>
                </a:lnTo>
                <a:cubicBezTo>
                  <a:pt x="10427" y="13545"/>
                  <a:pt x="10486" y="13884"/>
                  <a:pt x="10734" y="13906"/>
                </a:cubicBezTo>
                <a:cubicBezTo>
                  <a:pt x="10728" y="13877"/>
                  <a:pt x="10725" y="13846"/>
                  <a:pt x="10718" y="13818"/>
                </a:cubicBezTo>
                <a:cubicBezTo>
                  <a:pt x="10696" y="13689"/>
                  <a:pt x="10675" y="13564"/>
                  <a:pt x="10653" y="13439"/>
                </a:cubicBezTo>
                <a:close/>
                <a:moveTo>
                  <a:pt x="1000" y="13414"/>
                </a:moveTo>
                <a:cubicBezTo>
                  <a:pt x="781" y="13414"/>
                  <a:pt x="671" y="13680"/>
                  <a:pt x="828" y="13837"/>
                </a:cubicBezTo>
                <a:cubicBezTo>
                  <a:pt x="878" y="13886"/>
                  <a:pt x="939" y="13908"/>
                  <a:pt x="999" y="13908"/>
                </a:cubicBezTo>
                <a:cubicBezTo>
                  <a:pt x="1126" y="13908"/>
                  <a:pt x="1248" y="13810"/>
                  <a:pt x="1248" y="13661"/>
                </a:cubicBezTo>
                <a:cubicBezTo>
                  <a:pt x="1248" y="13526"/>
                  <a:pt x="1138" y="13414"/>
                  <a:pt x="1000" y="13414"/>
                </a:cubicBezTo>
                <a:close/>
                <a:moveTo>
                  <a:pt x="2223" y="13414"/>
                </a:moveTo>
                <a:cubicBezTo>
                  <a:pt x="2000" y="13414"/>
                  <a:pt x="1890" y="13680"/>
                  <a:pt x="2047" y="13837"/>
                </a:cubicBezTo>
                <a:cubicBezTo>
                  <a:pt x="2097" y="13886"/>
                  <a:pt x="2158" y="13908"/>
                  <a:pt x="2218" y="13908"/>
                </a:cubicBezTo>
                <a:cubicBezTo>
                  <a:pt x="2345" y="13908"/>
                  <a:pt x="2467" y="13810"/>
                  <a:pt x="2467" y="13661"/>
                </a:cubicBezTo>
                <a:cubicBezTo>
                  <a:pt x="2467" y="13526"/>
                  <a:pt x="2357" y="13414"/>
                  <a:pt x="2223" y="13414"/>
                </a:cubicBezTo>
                <a:close/>
                <a:moveTo>
                  <a:pt x="3442" y="13414"/>
                </a:moveTo>
                <a:cubicBezTo>
                  <a:pt x="3222" y="13414"/>
                  <a:pt x="3110" y="13680"/>
                  <a:pt x="3266" y="13837"/>
                </a:cubicBezTo>
                <a:cubicBezTo>
                  <a:pt x="3317" y="13886"/>
                  <a:pt x="3378" y="13908"/>
                  <a:pt x="3438" y="13908"/>
                </a:cubicBezTo>
                <a:cubicBezTo>
                  <a:pt x="3565" y="13908"/>
                  <a:pt x="3686" y="13810"/>
                  <a:pt x="3686" y="13661"/>
                </a:cubicBezTo>
                <a:cubicBezTo>
                  <a:pt x="3686" y="13526"/>
                  <a:pt x="3576" y="13414"/>
                  <a:pt x="3442" y="13414"/>
                </a:cubicBezTo>
                <a:close/>
                <a:moveTo>
                  <a:pt x="4661" y="13414"/>
                </a:moveTo>
                <a:cubicBezTo>
                  <a:pt x="4441" y="13414"/>
                  <a:pt x="4332" y="13680"/>
                  <a:pt x="4485" y="13837"/>
                </a:cubicBezTo>
                <a:cubicBezTo>
                  <a:pt x="4536" y="13886"/>
                  <a:pt x="4597" y="13908"/>
                  <a:pt x="4658" y="13908"/>
                </a:cubicBezTo>
                <a:cubicBezTo>
                  <a:pt x="4786" y="13908"/>
                  <a:pt x="4908" y="13810"/>
                  <a:pt x="4908" y="13661"/>
                </a:cubicBezTo>
                <a:cubicBezTo>
                  <a:pt x="4908" y="13526"/>
                  <a:pt x="4795" y="13414"/>
                  <a:pt x="4661" y="13414"/>
                </a:cubicBezTo>
                <a:close/>
                <a:moveTo>
                  <a:pt x="5880" y="13414"/>
                </a:moveTo>
                <a:cubicBezTo>
                  <a:pt x="5660" y="13414"/>
                  <a:pt x="5551" y="13680"/>
                  <a:pt x="5704" y="13837"/>
                </a:cubicBezTo>
                <a:cubicBezTo>
                  <a:pt x="5755" y="13886"/>
                  <a:pt x="5817" y="13908"/>
                  <a:pt x="5877" y="13908"/>
                </a:cubicBezTo>
                <a:cubicBezTo>
                  <a:pt x="6005" y="13908"/>
                  <a:pt x="6127" y="13810"/>
                  <a:pt x="6127" y="13661"/>
                </a:cubicBezTo>
                <a:cubicBezTo>
                  <a:pt x="6127" y="13526"/>
                  <a:pt x="6015" y="13414"/>
                  <a:pt x="5880" y="13414"/>
                </a:cubicBezTo>
                <a:close/>
                <a:moveTo>
                  <a:pt x="7099" y="13414"/>
                </a:moveTo>
                <a:cubicBezTo>
                  <a:pt x="6879" y="13414"/>
                  <a:pt x="6770" y="13680"/>
                  <a:pt x="6923" y="13837"/>
                </a:cubicBezTo>
                <a:cubicBezTo>
                  <a:pt x="6974" y="13886"/>
                  <a:pt x="7036" y="13908"/>
                  <a:pt x="7096" y="13908"/>
                </a:cubicBezTo>
                <a:cubicBezTo>
                  <a:pt x="7224" y="13908"/>
                  <a:pt x="7346" y="13810"/>
                  <a:pt x="7346" y="13661"/>
                </a:cubicBezTo>
                <a:cubicBezTo>
                  <a:pt x="7346" y="13526"/>
                  <a:pt x="7237" y="13414"/>
                  <a:pt x="7099" y="13414"/>
                </a:cubicBezTo>
                <a:close/>
                <a:moveTo>
                  <a:pt x="8318" y="13414"/>
                </a:moveTo>
                <a:cubicBezTo>
                  <a:pt x="8099" y="13414"/>
                  <a:pt x="7989" y="13680"/>
                  <a:pt x="8146" y="13837"/>
                </a:cubicBezTo>
                <a:cubicBezTo>
                  <a:pt x="8195" y="13886"/>
                  <a:pt x="8256" y="13908"/>
                  <a:pt x="8316" y="13908"/>
                </a:cubicBezTo>
                <a:cubicBezTo>
                  <a:pt x="8443" y="13908"/>
                  <a:pt x="8565" y="13810"/>
                  <a:pt x="8565" y="13661"/>
                </a:cubicBezTo>
                <a:cubicBezTo>
                  <a:pt x="8565" y="13526"/>
                  <a:pt x="8456" y="13414"/>
                  <a:pt x="8318" y="13414"/>
                </a:cubicBezTo>
                <a:close/>
                <a:moveTo>
                  <a:pt x="9537" y="13414"/>
                </a:moveTo>
                <a:cubicBezTo>
                  <a:pt x="9318" y="13414"/>
                  <a:pt x="9208" y="13680"/>
                  <a:pt x="9365" y="13837"/>
                </a:cubicBezTo>
                <a:cubicBezTo>
                  <a:pt x="9414" y="13886"/>
                  <a:pt x="9475" y="13908"/>
                  <a:pt x="9535" y="13908"/>
                </a:cubicBezTo>
                <a:cubicBezTo>
                  <a:pt x="9662" y="13908"/>
                  <a:pt x="9785" y="13810"/>
                  <a:pt x="9785" y="13661"/>
                </a:cubicBezTo>
                <a:cubicBezTo>
                  <a:pt x="9785" y="13526"/>
                  <a:pt x="9675" y="13414"/>
                  <a:pt x="9537" y="13414"/>
                </a:cubicBezTo>
                <a:close/>
                <a:moveTo>
                  <a:pt x="1" y="14764"/>
                </a:moveTo>
                <a:lnTo>
                  <a:pt x="1" y="14996"/>
                </a:lnTo>
                <a:cubicBezTo>
                  <a:pt x="38" y="14924"/>
                  <a:pt x="38" y="14836"/>
                  <a:pt x="1" y="14764"/>
                </a:cubicBezTo>
                <a:close/>
                <a:moveTo>
                  <a:pt x="10759" y="14633"/>
                </a:moveTo>
                <a:cubicBezTo>
                  <a:pt x="10612" y="14633"/>
                  <a:pt x="10496" y="14761"/>
                  <a:pt x="10512" y="14905"/>
                </a:cubicBezTo>
                <a:cubicBezTo>
                  <a:pt x="10523" y="15034"/>
                  <a:pt x="10632" y="15127"/>
                  <a:pt x="10754" y="15127"/>
                </a:cubicBezTo>
                <a:cubicBezTo>
                  <a:pt x="10771" y="15127"/>
                  <a:pt x="10789" y="15125"/>
                  <a:pt x="10806" y="15121"/>
                </a:cubicBezTo>
                <a:cubicBezTo>
                  <a:pt x="10816" y="14965"/>
                  <a:pt x="10816" y="14805"/>
                  <a:pt x="10809" y="14639"/>
                </a:cubicBezTo>
                <a:cubicBezTo>
                  <a:pt x="10798" y="14637"/>
                  <a:pt x="10786" y="14634"/>
                  <a:pt x="10774" y="14634"/>
                </a:cubicBezTo>
                <a:cubicBezTo>
                  <a:pt x="10769" y="14634"/>
                  <a:pt x="10764" y="14635"/>
                  <a:pt x="10759" y="14636"/>
                </a:cubicBezTo>
                <a:lnTo>
                  <a:pt x="10759" y="14633"/>
                </a:lnTo>
                <a:close/>
                <a:moveTo>
                  <a:pt x="1000" y="14633"/>
                </a:moveTo>
                <a:cubicBezTo>
                  <a:pt x="781" y="14633"/>
                  <a:pt x="671" y="14899"/>
                  <a:pt x="828" y="15056"/>
                </a:cubicBezTo>
                <a:cubicBezTo>
                  <a:pt x="878" y="15105"/>
                  <a:pt x="939" y="15127"/>
                  <a:pt x="999" y="15127"/>
                </a:cubicBezTo>
                <a:cubicBezTo>
                  <a:pt x="1126" y="15127"/>
                  <a:pt x="1248" y="15029"/>
                  <a:pt x="1248" y="14880"/>
                </a:cubicBezTo>
                <a:cubicBezTo>
                  <a:pt x="1248" y="14745"/>
                  <a:pt x="1138" y="14636"/>
                  <a:pt x="1000" y="14636"/>
                </a:cubicBezTo>
                <a:lnTo>
                  <a:pt x="1000" y="14633"/>
                </a:lnTo>
                <a:close/>
                <a:moveTo>
                  <a:pt x="2223" y="14633"/>
                </a:moveTo>
                <a:cubicBezTo>
                  <a:pt x="2000" y="14633"/>
                  <a:pt x="1890" y="14899"/>
                  <a:pt x="2047" y="15056"/>
                </a:cubicBezTo>
                <a:cubicBezTo>
                  <a:pt x="2097" y="15105"/>
                  <a:pt x="2158" y="15127"/>
                  <a:pt x="2218" y="15127"/>
                </a:cubicBezTo>
                <a:cubicBezTo>
                  <a:pt x="2345" y="15127"/>
                  <a:pt x="2467" y="15029"/>
                  <a:pt x="2467" y="14880"/>
                </a:cubicBezTo>
                <a:cubicBezTo>
                  <a:pt x="2467" y="14745"/>
                  <a:pt x="2357" y="14636"/>
                  <a:pt x="2223" y="14636"/>
                </a:cubicBezTo>
                <a:lnTo>
                  <a:pt x="2223" y="14633"/>
                </a:lnTo>
                <a:close/>
                <a:moveTo>
                  <a:pt x="3442" y="14633"/>
                </a:moveTo>
                <a:cubicBezTo>
                  <a:pt x="3222" y="14633"/>
                  <a:pt x="3110" y="14899"/>
                  <a:pt x="3266" y="15056"/>
                </a:cubicBezTo>
                <a:cubicBezTo>
                  <a:pt x="3317" y="15105"/>
                  <a:pt x="3378" y="15127"/>
                  <a:pt x="3438" y="15127"/>
                </a:cubicBezTo>
                <a:cubicBezTo>
                  <a:pt x="3565" y="15127"/>
                  <a:pt x="3686" y="15029"/>
                  <a:pt x="3686" y="14880"/>
                </a:cubicBezTo>
                <a:cubicBezTo>
                  <a:pt x="3686" y="14745"/>
                  <a:pt x="3576" y="14636"/>
                  <a:pt x="3442" y="14636"/>
                </a:cubicBezTo>
                <a:lnTo>
                  <a:pt x="3442" y="14633"/>
                </a:lnTo>
                <a:close/>
                <a:moveTo>
                  <a:pt x="4661" y="14633"/>
                </a:moveTo>
                <a:cubicBezTo>
                  <a:pt x="4441" y="14633"/>
                  <a:pt x="4332" y="14899"/>
                  <a:pt x="4485" y="15056"/>
                </a:cubicBezTo>
                <a:cubicBezTo>
                  <a:pt x="4536" y="15105"/>
                  <a:pt x="4597" y="15127"/>
                  <a:pt x="4658" y="15127"/>
                </a:cubicBezTo>
                <a:cubicBezTo>
                  <a:pt x="4786" y="15127"/>
                  <a:pt x="4908" y="15029"/>
                  <a:pt x="4908" y="14880"/>
                </a:cubicBezTo>
                <a:cubicBezTo>
                  <a:pt x="4908" y="14745"/>
                  <a:pt x="4795" y="14636"/>
                  <a:pt x="4661" y="14636"/>
                </a:cubicBezTo>
                <a:lnTo>
                  <a:pt x="4661" y="14633"/>
                </a:lnTo>
                <a:close/>
                <a:moveTo>
                  <a:pt x="5880" y="14633"/>
                </a:moveTo>
                <a:cubicBezTo>
                  <a:pt x="5660" y="14633"/>
                  <a:pt x="5551" y="14899"/>
                  <a:pt x="5704" y="15056"/>
                </a:cubicBezTo>
                <a:cubicBezTo>
                  <a:pt x="5755" y="15105"/>
                  <a:pt x="5817" y="15127"/>
                  <a:pt x="5877" y="15127"/>
                </a:cubicBezTo>
                <a:cubicBezTo>
                  <a:pt x="6005" y="15127"/>
                  <a:pt x="6127" y="15029"/>
                  <a:pt x="6127" y="14880"/>
                </a:cubicBezTo>
                <a:cubicBezTo>
                  <a:pt x="6127" y="14745"/>
                  <a:pt x="6015" y="14636"/>
                  <a:pt x="5880" y="14636"/>
                </a:cubicBezTo>
                <a:lnTo>
                  <a:pt x="5880" y="14633"/>
                </a:lnTo>
                <a:close/>
                <a:moveTo>
                  <a:pt x="7099" y="14633"/>
                </a:moveTo>
                <a:cubicBezTo>
                  <a:pt x="6879" y="14633"/>
                  <a:pt x="6770" y="14899"/>
                  <a:pt x="6923" y="15056"/>
                </a:cubicBezTo>
                <a:cubicBezTo>
                  <a:pt x="6974" y="15105"/>
                  <a:pt x="7036" y="15127"/>
                  <a:pt x="7096" y="15127"/>
                </a:cubicBezTo>
                <a:cubicBezTo>
                  <a:pt x="7224" y="15127"/>
                  <a:pt x="7346" y="15029"/>
                  <a:pt x="7346" y="14880"/>
                </a:cubicBezTo>
                <a:cubicBezTo>
                  <a:pt x="7346" y="14745"/>
                  <a:pt x="7237" y="14636"/>
                  <a:pt x="7099" y="14636"/>
                </a:cubicBezTo>
                <a:lnTo>
                  <a:pt x="7099" y="14633"/>
                </a:lnTo>
                <a:close/>
                <a:moveTo>
                  <a:pt x="8318" y="14633"/>
                </a:moveTo>
                <a:cubicBezTo>
                  <a:pt x="8099" y="14633"/>
                  <a:pt x="7989" y="14899"/>
                  <a:pt x="8146" y="15056"/>
                </a:cubicBezTo>
                <a:cubicBezTo>
                  <a:pt x="8195" y="15105"/>
                  <a:pt x="8256" y="15127"/>
                  <a:pt x="8316" y="15127"/>
                </a:cubicBezTo>
                <a:cubicBezTo>
                  <a:pt x="8443" y="15127"/>
                  <a:pt x="8565" y="15029"/>
                  <a:pt x="8565" y="14880"/>
                </a:cubicBezTo>
                <a:cubicBezTo>
                  <a:pt x="8565" y="14745"/>
                  <a:pt x="8456" y="14636"/>
                  <a:pt x="8318" y="14636"/>
                </a:cubicBezTo>
                <a:lnTo>
                  <a:pt x="8318" y="14633"/>
                </a:lnTo>
                <a:close/>
                <a:moveTo>
                  <a:pt x="9537" y="14633"/>
                </a:moveTo>
                <a:cubicBezTo>
                  <a:pt x="9318" y="14633"/>
                  <a:pt x="9208" y="14899"/>
                  <a:pt x="9365" y="15056"/>
                </a:cubicBezTo>
                <a:cubicBezTo>
                  <a:pt x="9414" y="15105"/>
                  <a:pt x="9475" y="15127"/>
                  <a:pt x="9535" y="15127"/>
                </a:cubicBezTo>
                <a:cubicBezTo>
                  <a:pt x="9662" y="15127"/>
                  <a:pt x="9785" y="15029"/>
                  <a:pt x="9785" y="14880"/>
                </a:cubicBezTo>
                <a:cubicBezTo>
                  <a:pt x="9785" y="14745"/>
                  <a:pt x="9675" y="14636"/>
                  <a:pt x="9537" y="14636"/>
                </a:cubicBezTo>
                <a:lnTo>
                  <a:pt x="9537" y="14633"/>
                </a:lnTo>
                <a:close/>
                <a:moveTo>
                  <a:pt x="1" y="15983"/>
                </a:moveTo>
                <a:lnTo>
                  <a:pt x="1" y="16215"/>
                </a:lnTo>
                <a:cubicBezTo>
                  <a:pt x="38" y="16143"/>
                  <a:pt x="38" y="16055"/>
                  <a:pt x="1" y="15983"/>
                </a:cubicBezTo>
                <a:close/>
                <a:moveTo>
                  <a:pt x="10703" y="15861"/>
                </a:moveTo>
                <a:lnTo>
                  <a:pt x="10703" y="15861"/>
                </a:lnTo>
                <a:cubicBezTo>
                  <a:pt x="10590" y="15886"/>
                  <a:pt x="10512" y="15986"/>
                  <a:pt x="10512" y="16099"/>
                </a:cubicBezTo>
                <a:cubicBezTo>
                  <a:pt x="10512" y="16165"/>
                  <a:pt x="10537" y="16228"/>
                  <a:pt x="10581" y="16272"/>
                </a:cubicBezTo>
                <a:cubicBezTo>
                  <a:pt x="10631" y="16137"/>
                  <a:pt x="10671" y="15999"/>
                  <a:pt x="10703" y="15861"/>
                </a:cubicBezTo>
                <a:close/>
                <a:moveTo>
                  <a:pt x="1000" y="15855"/>
                </a:moveTo>
                <a:cubicBezTo>
                  <a:pt x="781" y="15855"/>
                  <a:pt x="671" y="16118"/>
                  <a:pt x="828" y="16275"/>
                </a:cubicBezTo>
                <a:cubicBezTo>
                  <a:pt x="878" y="16325"/>
                  <a:pt x="939" y="16348"/>
                  <a:pt x="999" y="16348"/>
                </a:cubicBezTo>
                <a:cubicBezTo>
                  <a:pt x="1126" y="16348"/>
                  <a:pt x="1248" y="16248"/>
                  <a:pt x="1248" y="16099"/>
                </a:cubicBezTo>
                <a:cubicBezTo>
                  <a:pt x="1248" y="15964"/>
                  <a:pt x="1138" y="15855"/>
                  <a:pt x="1000" y="15855"/>
                </a:cubicBezTo>
                <a:close/>
                <a:moveTo>
                  <a:pt x="2223" y="15855"/>
                </a:moveTo>
                <a:cubicBezTo>
                  <a:pt x="2000" y="15855"/>
                  <a:pt x="1890" y="16118"/>
                  <a:pt x="2047" y="16275"/>
                </a:cubicBezTo>
                <a:cubicBezTo>
                  <a:pt x="2097" y="16325"/>
                  <a:pt x="2158" y="16348"/>
                  <a:pt x="2218" y="16348"/>
                </a:cubicBezTo>
                <a:cubicBezTo>
                  <a:pt x="2345" y="16348"/>
                  <a:pt x="2467" y="16248"/>
                  <a:pt x="2467" y="16099"/>
                </a:cubicBezTo>
                <a:cubicBezTo>
                  <a:pt x="2467" y="15964"/>
                  <a:pt x="2357" y="15855"/>
                  <a:pt x="2223" y="15855"/>
                </a:cubicBezTo>
                <a:close/>
                <a:moveTo>
                  <a:pt x="3442" y="15855"/>
                </a:moveTo>
                <a:cubicBezTo>
                  <a:pt x="3222" y="15855"/>
                  <a:pt x="3110" y="16118"/>
                  <a:pt x="3266" y="16275"/>
                </a:cubicBezTo>
                <a:cubicBezTo>
                  <a:pt x="3317" y="16325"/>
                  <a:pt x="3378" y="16348"/>
                  <a:pt x="3438" y="16348"/>
                </a:cubicBezTo>
                <a:cubicBezTo>
                  <a:pt x="3565" y="16348"/>
                  <a:pt x="3686" y="16248"/>
                  <a:pt x="3686" y="16099"/>
                </a:cubicBezTo>
                <a:cubicBezTo>
                  <a:pt x="3686" y="15964"/>
                  <a:pt x="3576" y="15855"/>
                  <a:pt x="3442" y="15855"/>
                </a:cubicBezTo>
                <a:close/>
                <a:moveTo>
                  <a:pt x="4661" y="15855"/>
                </a:moveTo>
                <a:cubicBezTo>
                  <a:pt x="4441" y="15855"/>
                  <a:pt x="4332" y="16118"/>
                  <a:pt x="4485" y="16275"/>
                </a:cubicBezTo>
                <a:cubicBezTo>
                  <a:pt x="4536" y="16325"/>
                  <a:pt x="4598" y="16348"/>
                  <a:pt x="4658" y="16348"/>
                </a:cubicBezTo>
                <a:cubicBezTo>
                  <a:pt x="4786" y="16348"/>
                  <a:pt x="4908" y="16248"/>
                  <a:pt x="4908" y="16099"/>
                </a:cubicBezTo>
                <a:cubicBezTo>
                  <a:pt x="4908" y="15964"/>
                  <a:pt x="4795" y="15855"/>
                  <a:pt x="4661" y="15855"/>
                </a:cubicBezTo>
                <a:close/>
                <a:moveTo>
                  <a:pt x="5880" y="15855"/>
                </a:moveTo>
                <a:cubicBezTo>
                  <a:pt x="5660" y="15855"/>
                  <a:pt x="5551" y="16118"/>
                  <a:pt x="5704" y="16275"/>
                </a:cubicBezTo>
                <a:cubicBezTo>
                  <a:pt x="5755" y="16325"/>
                  <a:pt x="5817" y="16348"/>
                  <a:pt x="5877" y="16348"/>
                </a:cubicBezTo>
                <a:cubicBezTo>
                  <a:pt x="6005" y="16348"/>
                  <a:pt x="6127" y="16248"/>
                  <a:pt x="6127" y="16099"/>
                </a:cubicBezTo>
                <a:cubicBezTo>
                  <a:pt x="6127" y="15964"/>
                  <a:pt x="6015" y="15855"/>
                  <a:pt x="5880" y="15855"/>
                </a:cubicBezTo>
                <a:close/>
                <a:moveTo>
                  <a:pt x="7099" y="15855"/>
                </a:moveTo>
                <a:cubicBezTo>
                  <a:pt x="6879" y="15855"/>
                  <a:pt x="6770" y="16118"/>
                  <a:pt x="6923" y="16275"/>
                </a:cubicBezTo>
                <a:cubicBezTo>
                  <a:pt x="6974" y="16325"/>
                  <a:pt x="7036" y="16348"/>
                  <a:pt x="7096" y="16348"/>
                </a:cubicBezTo>
                <a:cubicBezTo>
                  <a:pt x="7224" y="16348"/>
                  <a:pt x="7346" y="16248"/>
                  <a:pt x="7346" y="16099"/>
                </a:cubicBezTo>
                <a:cubicBezTo>
                  <a:pt x="7346" y="15964"/>
                  <a:pt x="7237" y="15855"/>
                  <a:pt x="7099" y="15855"/>
                </a:cubicBezTo>
                <a:close/>
                <a:moveTo>
                  <a:pt x="8318" y="15855"/>
                </a:moveTo>
                <a:cubicBezTo>
                  <a:pt x="8099" y="15855"/>
                  <a:pt x="7989" y="16118"/>
                  <a:pt x="8146" y="16275"/>
                </a:cubicBezTo>
                <a:cubicBezTo>
                  <a:pt x="8195" y="16325"/>
                  <a:pt x="8256" y="16348"/>
                  <a:pt x="8316" y="16348"/>
                </a:cubicBezTo>
                <a:cubicBezTo>
                  <a:pt x="8443" y="16348"/>
                  <a:pt x="8565" y="16248"/>
                  <a:pt x="8565" y="16099"/>
                </a:cubicBezTo>
                <a:cubicBezTo>
                  <a:pt x="8565" y="15964"/>
                  <a:pt x="8456" y="15855"/>
                  <a:pt x="8318" y="15855"/>
                </a:cubicBezTo>
                <a:close/>
                <a:moveTo>
                  <a:pt x="9537" y="15855"/>
                </a:moveTo>
                <a:cubicBezTo>
                  <a:pt x="9318" y="15855"/>
                  <a:pt x="9208" y="16118"/>
                  <a:pt x="9365" y="16275"/>
                </a:cubicBezTo>
                <a:cubicBezTo>
                  <a:pt x="9414" y="16325"/>
                  <a:pt x="9475" y="16348"/>
                  <a:pt x="9535" y="16348"/>
                </a:cubicBezTo>
                <a:cubicBezTo>
                  <a:pt x="9662" y="16348"/>
                  <a:pt x="9785" y="16248"/>
                  <a:pt x="9785" y="16099"/>
                </a:cubicBezTo>
                <a:cubicBezTo>
                  <a:pt x="9785" y="15964"/>
                  <a:pt x="9675" y="15855"/>
                  <a:pt x="9537" y="15855"/>
                </a:cubicBezTo>
                <a:close/>
                <a:moveTo>
                  <a:pt x="1" y="17205"/>
                </a:moveTo>
                <a:lnTo>
                  <a:pt x="1" y="17434"/>
                </a:lnTo>
                <a:cubicBezTo>
                  <a:pt x="38" y="17362"/>
                  <a:pt x="38" y="17277"/>
                  <a:pt x="1" y="17205"/>
                </a:cubicBezTo>
                <a:close/>
                <a:moveTo>
                  <a:pt x="1000" y="17074"/>
                </a:moveTo>
                <a:cubicBezTo>
                  <a:pt x="781" y="17074"/>
                  <a:pt x="671" y="17340"/>
                  <a:pt x="828" y="17494"/>
                </a:cubicBezTo>
                <a:cubicBezTo>
                  <a:pt x="878" y="17545"/>
                  <a:pt x="940" y="17567"/>
                  <a:pt x="1001" y="17567"/>
                </a:cubicBezTo>
                <a:cubicBezTo>
                  <a:pt x="1127" y="17567"/>
                  <a:pt x="1248" y="17469"/>
                  <a:pt x="1248" y="17321"/>
                </a:cubicBezTo>
                <a:cubicBezTo>
                  <a:pt x="1248" y="17183"/>
                  <a:pt x="1138" y="17074"/>
                  <a:pt x="1000" y="17074"/>
                </a:cubicBezTo>
                <a:close/>
                <a:moveTo>
                  <a:pt x="2223" y="17074"/>
                </a:moveTo>
                <a:cubicBezTo>
                  <a:pt x="2000" y="17074"/>
                  <a:pt x="1890" y="17340"/>
                  <a:pt x="2047" y="17494"/>
                </a:cubicBezTo>
                <a:cubicBezTo>
                  <a:pt x="2097" y="17545"/>
                  <a:pt x="2159" y="17567"/>
                  <a:pt x="2220" y="17567"/>
                </a:cubicBezTo>
                <a:cubicBezTo>
                  <a:pt x="2346" y="17567"/>
                  <a:pt x="2467" y="17469"/>
                  <a:pt x="2467" y="17321"/>
                </a:cubicBezTo>
                <a:cubicBezTo>
                  <a:pt x="2467" y="17183"/>
                  <a:pt x="2357" y="17074"/>
                  <a:pt x="2223" y="17074"/>
                </a:cubicBezTo>
                <a:close/>
                <a:moveTo>
                  <a:pt x="3442" y="17074"/>
                </a:moveTo>
                <a:cubicBezTo>
                  <a:pt x="3222" y="17074"/>
                  <a:pt x="3110" y="17340"/>
                  <a:pt x="3266" y="17494"/>
                </a:cubicBezTo>
                <a:cubicBezTo>
                  <a:pt x="3317" y="17545"/>
                  <a:pt x="3379" y="17567"/>
                  <a:pt x="3440" y="17567"/>
                </a:cubicBezTo>
                <a:cubicBezTo>
                  <a:pt x="3566" y="17567"/>
                  <a:pt x="3686" y="17469"/>
                  <a:pt x="3686" y="17321"/>
                </a:cubicBezTo>
                <a:cubicBezTo>
                  <a:pt x="3686" y="17183"/>
                  <a:pt x="3576" y="17074"/>
                  <a:pt x="3442" y="17074"/>
                </a:cubicBezTo>
                <a:close/>
                <a:moveTo>
                  <a:pt x="4661" y="17074"/>
                </a:moveTo>
                <a:cubicBezTo>
                  <a:pt x="4441" y="17074"/>
                  <a:pt x="4332" y="17340"/>
                  <a:pt x="4485" y="17494"/>
                </a:cubicBezTo>
                <a:cubicBezTo>
                  <a:pt x="4536" y="17545"/>
                  <a:pt x="4599" y="17567"/>
                  <a:pt x="4660" y="17567"/>
                </a:cubicBezTo>
                <a:cubicBezTo>
                  <a:pt x="4787" y="17567"/>
                  <a:pt x="4908" y="17469"/>
                  <a:pt x="4908" y="17321"/>
                </a:cubicBezTo>
                <a:cubicBezTo>
                  <a:pt x="4908" y="17183"/>
                  <a:pt x="4795" y="17074"/>
                  <a:pt x="4661" y="17074"/>
                </a:cubicBezTo>
                <a:close/>
                <a:moveTo>
                  <a:pt x="5880" y="17074"/>
                </a:moveTo>
                <a:cubicBezTo>
                  <a:pt x="5660" y="17074"/>
                  <a:pt x="5551" y="17340"/>
                  <a:pt x="5704" y="17494"/>
                </a:cubicBezTo>
                <a:cubicBezTo>
                  <a:pt x="5755" y="17545"/>
                  <a:pt x="5818" y="17567"/>
                  <a:pt x="5879" y="17567"/>
                </a:cubicBezTo>
                <a:cubicBezTo>
                  <a:pt x="6006" y="17567"/>
                  <a:pt x="6127" y="17469"/>
                  <a:pt x="6127" y="17321"/>
                </a:cubicBezTo>
                <a:cubicBezTo>
                  <a:pt x="6127" y="17183"/>
                  <a:pt x="6015" y="17074"/>
                  <a:pt x="5880" y="17074"/>
                </a:cubicBezTo>
                <a:close/>
                <a:moveTo>
                  <a:pt x="7099" y="17074"/>
                </a:moveTo>
                <a:cubicBezTo>
                  <a:pt x="6879" y="17074"/>
                  <a:pt x="6770" y="17340"/>
                  <a:pt x="6923" y="17494"/>
                </a:cubicBezTo>
                <a:cubicBezTo>
                  <a:pt x="6974" y="17545"/>
                  <a:pt x="7037" y="17567"/>
                  <a:pt x="7098" y="17567"/>
                </a:cubicBezTo>
                <a:cubicBezTo>
                  <a:pt x="7225" y="17567"/>
                  <a:pt x="7346" y="17469"/>
                  <a:pt x="7346" y="17321"/>
                </a:cubicBezTo>
                <a:cubicBezTo>
                  <a:pt x="7346" y="17183"/>
                  <a:pt x="7237" y="17074"/>
                  <a:pt x="7099" y="17074"/>
                </a:cubicBezTo>
                <a:close/>
                <a:moveTo>
                  <a:pt x="8318" y="17074"/>
                </a:moveTo>
                <a:cubicBezTo>
                  <a:pt x="8099" y="17074"/>
                  <a:pt x="7989" y="17340"/>
                  <a:pt x="8146" y="17494"/>
                </a:cubicBezTo>
                <a:cubicBezTo>
                  <a:pt x="8195" y="17545"/>
                  <a:pt x="8257" y="17567"/>
                  <a:pt x="8318" y="17567"/>
                </a:cubicBezTo>
                <a:cubicBezTo>
                  <a:pt x="8444" y="17567"/>
                  <a:pt x="8565" y="17469"/>
                  <a:pt x="8565" y="17321"/>
                </a:cubicBezTo>
                <a:cubicBezTo>
                  <a:pt x="8565" y="17183"/>
                  <a:pt x="8456" y="17074"/>
                  <a:pt x="8318" y="17074"/>
                </a:cubicBezTo>
                <a:close/>
                <a:moveTo>
                  <a:pt x="9537" y="17074"/>
                </a:moveTo>
                <a:cubicBezTo>
                  <a:pt x="9318" y="17074"/>
                  <a:pt x="9208" y="17340"/>
                  <a:pt x="9365" y="17494"/>
                </a:cubicBezTo>
                <a:cubicBezTo>
                  <a:pt x="9415" y="17545"/>
                  <a:pt x="9476" y="17567"/>
                  <a:pt x="9537" y="17567"/>
                </a:cubicBezTo>
                <a:cubicBezTo>
                  <a:pt x="9663" y="17567"/>
                  <a:pt x="9785" y="17469"/>
                  <a:pt x="9785" y="17321"/>
                </a:cubicBezTo>
                <a:cubicBezTo>
                  <a:pt x="9785" y="17183"/>
                  <a:pt x="9675" y="17074"/>
                  <a:pt x="9537" y="17074"/>
                </a:cubicBezTo>
                <a:close/>
                <a:moveTo>
                  <a:pt x="2223" y="18293"/>
                </a:moveTo>
                <a:cubicBezTo>
                  <a:pt x="2151" y="18293"/>
                  <a:pt x="2082" y="18324"/>
                  <a:pt x="2035" y="18377"/>
                </a:cubicBezTo>
                <a:cubicBezTo>
                  <a:pt x="2179" y="18424"/>
                  <a:pt x="2323" y="18468"/>
                  <a:pt x="2467" y="18512"/>
                </a:cubicBezTo>
                <a:cubicBezTo>
                  <a:pt x="2451" y="18387"/>
                  <a:pt x="2345" y="18293"/>
                  <a:pt x="2223" y="18293"/>
                </a:cubicBezTo>
                <a:close/>
                <a:moveTo>
                  <a:pt x="8318" y="18293"/>
                </a:moveTo>
                <a:cubicBezTo>
                  <a:pt x="8164" y="18293"/>
                  <a:pt x="8048" y="18431"/>
                  <a:pt x="8077" y="18584"/>
                </a:cubicBezTo>
                <a:cubicBezTo>
                  <a:pt x="8230" y="18528"/>
                  <a:pt x="8381" y="18468"/>
                  <a:pt x="8525" y="18403"/>
                </a:cubicBezTo>
                <a:cubicBezTo>
                  <a:pt x="8478" y="18334"/>
                  <a:pt x="8403" y="18293"/>
                  <a:pt x="8318" y="18293"/>
                </a:cubicBezTo>
                <a:close/>
                <a:moveTo>
                  <a:pt x="3442" y="18293"/>
                </a:moveTo>
                <a:cubicBezTo>
                  <a:pt x="3219" y="18293"/>
                  <a:pt x="3110" y="18559"/>
                  <a:pt x="3266" y="18713"/>
                </a:cubicBezTo>
                <a:cubicBezTo>
                  <a:pt x="3354" y="18735"/>
                  <a:pt x="3445" y="18750"/>
                  <a:pt x="3533" y="18769"/>
                </a:cubicBezTo>
                <a:cubicBezTo>
                  <a:pt x="3783" y="18669"/>
                  <a:pt x="3711" y="18293"/>
                  <a:pt x="3442" y="18293"/>
                </a:cubicBezTo>
                <a:close/>
                <a:moveTo>
                  <a:pt x="4661" y="18293"/>
                </a:moveTo>
                <a:cubicBezTo>
                  <a:pt x="4441" y="18293"/>
                  <a:pt x="4332" y="18559"/>
                  <a:pt x="4485" y="18713"/>
                </a:cubicBezTo>
                <a:cubicBezTo>
                  <a:pt x="4536" y="18764"/>
                  <a:pt x="4599" y="18787"/>
                  <a:pt x="4660" y="18787"/>
                </a:cubicBezTo>
                <a:cubicBezTo>
                  <a:pt x="4787" y="18787"/>
                  <a:pt x="4908" y="18688"/>
                  <a:pt x="4908" y="18540"/>
                </a:cubicBezTo>
                <a:cubicBezTo>
                  <a:pt x="4908" y="18403"/>
                  <a:pt x="4795" y="18293"/>
                  <a:pt x="4661" y="18293"/>
                </a:cubicBezTo>
                <a:close/>
                <a:moveTo>
                  <a:pt x="5880" y="18293"/>
                </a:moveTo>
                <a:cubicBezTo>
                  <a:pt x="5660" y="18293"/>
                  <a:pt x="5551" y="18559"/>
                  <a:pt x="5704" y="18713"/>
                </a:cubicBezTo>
                <a:cubicBezTo>
                  <a:pt x="5755" y="18764"/>
                  <a:pt x="5818" y="18787"/>
                  <a:pt x="5879" y="18787"/>
                </a:cubicBezTo>
                <a:cubicBezTo>
                  <a:pt x="6006" y="18787"/>
                  <a:pt x="6127" y="18688"/>
                  <a:pt x="6127" y="18540"/>
                </a:cubicBezTo>
                <a:cubicBezTo>
                  <a:pt x="6127" y="18403"/>
                  <a:pt x="6015" y="18293"/>
                  <a:pt x="5880" y="18293"/>
                </a:cubicBezTo>
                <a:close/>
                <a:moveTo>
                  <a:pt x="7099" y="18293"/>
                </a:moveTo>
                <a:cubicBezTo>
                  <a:pt x="6879" y="18293"/>
                  <a:pt x="6770" y="18559"/>
                  <a:pt x="6923" y="18713"/>
                </a:cubicBezTo>
                <a:cubicBezTo>
                  <a:pt x="6974" y="18764"/>
                  <a:pt x="7037" y="18787"/>
                  <a:pt x="7098" y="18787"/>
                </a:cubicBezTo>
                <a:cubicBezTo>
                  <a:pt x="7225" y="18787"/>
                  <a:pt x="7346" y="18688"/>
                  <a:pt x="7346" y="18540"/>
                </a:cubicBezTo>
                <a:cubicBezTo>
                  <a:pt x="7346" y="18403"/>
                  <a:pt x="7237" y="18293"/>
                  <a:pt x="7099" y="1829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" name="Google Shape;1188;p9"/>
          <p:cNvSpPr txBox="1">
            <a:spLocks noGrp="1"/>
          </p:cNvSpPr>
          <p:nvPr>
            <p:ph type="title"/>
          </p:nvPr>
        </p:nvSpPr>
        <p:spPr>
          <a:xfrm>
            <a:off x="5488950" y="738725"/>
            <a:ext cx="3018300" cy="103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24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189" name="Google Shape;1189;p9"/>
          <p:cNvSpPr txBox="1">
            <a:spLocks noGrp="1"/>
          </p:cNvSpPr>
          <p:nvPr>
            <p:ph type="subTitle" idx="1"/>
          </p:nvPr>
        </p:nvSpPr>
        <p:spPr>
          <a:xfrm>
            <a:off x="5488575" y="1842475"/>
            <a:ext cx="3018300" cy="85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190" name="Google Shape;1190;p9"/>
          <p:cNvSpPr/>
          <p:nvPr/>
        </p:nvSpPr>
        <p:spPr>
          <a:xfrm rot="5400000" flipH="1">
            <a:off x="7617813" y="4398930"/>
            <a:ext cx="614073" cy="413535"/>
          </a:xfrm>
          <a:custGeom>
            <a:avLst/>
            <a:gdLst/>
            <a:ahLst/>
            <a:cxnLst/>
            <a:rect l="l" t="t" r="r" b="b"/>
            <a:pathLst>
              <a:path w="11979" h="8067" extrusionOk="0">
                <a:moveTo>
                  <a:pt x="1" y="1"/>
                </a:moveTo>
                <a:lnTo>
                  <a:pt x="1" y="6047"/>
                </a:lnTo>
                <a:cubicBezTo>
                  <a:pt x="299" y="7191"/>
                  <a:pt x="1420" y="8066"/>
                  <a:pt x="2326" y="8066"/>
                </a:cubicBezTo>
                <a:cubicBezTo>
                  <a:pt x="2612" y="8066"/>
                  <a:pt x="2877" y="7979"/>
                  <a:pt x="3087" y="7785"/>
                </a:cubicBezTo>
                <a:cubicBezTo>
                  <a:pt x="3928" y="7011"/>
                  <a:pt x="2122" y="4807"/>
                  <a:pt x="3223" y="3677"/>
                </a:cubicBezTo>
                <a:cubicBezTo>
                  <a:pt x="3389" y="3508"/>
                  <a:pt x="3568" y="3438"/>
                  <a:pt x="3764" y="3438"/>
                </a:cubicBezTo>
                <a:cubicBezTo>
                  <a:pt x="4660" y="3438"/>
                  <a:pt x="5895" y="4887"/>
                  <a:pt x="7656" y="4887"/>
                </a:cubicBezTo>
                <a:cubicBezTo>
                  <a:pt x="8080" y="4887"/>
                  <a:pt x="8535" y="4804"/>
                  <a:pt x="9023" y="4595"/>
                </a:cubicBezTo>
                <a:cubicBezTo>
                  <a:pt x="11979" y="3332"/>
                  <a:pt x="9667" y="1"/>
                  <a:pt x="966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91" name="Google Shape;1191;p9"/>
          <p:cNvSpPr/>
          <p:nvPr/>
        </p:nvSpPr>
        <p:spPr>
          <a:xfrm flipH="1">
            <a:off x="7849021" y="3781056"/>
            <a:ext cx="1277821" cy="1362420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1" y="1"/>
                </a:moveTo>
                <a:lnTo>
                  <a:pt x="1" y="9855"/>
                </a:lnTo>
                <a:lnTo>
                  <a:pt x="8822" y="9855"/>
                </a:lnTo>
                <a:cubicBezTo>
                  <a:pt x="9143" y="8374"/>
                  <a:pt x="9244" y="7206"/>
                  <a:pt x="7861" y="6785"/>
                </a:cubicBezTo>
                <a:cubicBezTo>
                  <a:pt x="6478" y="6364"/>
                  <a:pt x="8702" y="3726"/>
                  <a:pt x="7520" y="2765"/>
                </a:cubicBezTo>
                <a:cubicBezTo>
                  <a:pt x="7314" y="2597"/>
                  <a:pt x="7092" y="2531"/>
                  <a:pt x="6859" y="2531"/>
                </a:cubicBezTo>
                <a:cubicBezTo>
                  <a:pt x="5965" y="2531"/>
                  <a:pt x="4903" y="3505"/>
                  <a:pt x="3953" y="3505"/>
                </a:cubicBezTo>
                <a:cubicBezTo>
                  <a:pt x="3726" y="3505"/>
                  <a:pt x="3505" y="3449"/>
                  <a:pt x="3294" y="3311"/>
                </a:cubicBezTo>
                <a:cubicBezTo>
                  <a:pt x="1972" y="2445"/>
                  <a:pt x="2096" y="1"/>
                  <a:pt x="1" y="1"/>
                </a:cubicBezTo>
                <a:close/>
              </a:path>
            </a:pathLst>
          </a:custGeom>
          <a:solidFill>
            <a:srgbClr val="69B0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92" name="Google Shape;1192;p9"/>
          <p:cNvSpPr/>
          <p:nvPr/>
        </p:nvSpPr>
        <p:spPr>
          <a:xfrm>
            <a:off x="7164978" y="4733747"/>
            <a:ext cx="1157597" cy="409739"/>
          </a:xfrm>
          <a:custGeom>
            <a:avLst/>
            <a:gdLst/>
            <a:ahLst/>
            <a:cxnLst/>
            <a:rect l="l" t="t" r="r" b="b"/>
            <a:pathLst>
              <a:path w="16858" h="5967" extrusionOk="0">
                <a:moveTo>
                  <a:pt x="4873" y="1"/>
                </a:moveTo>
                <a:cubicBezTo>
                  <a:pt x="2590" y="1"/>
                  <a:pt x="0" y="2574"/>
                  <a:pt x="405" y="5966"/>
                </a:cubicBezTo>
                <a:lnTo>
                  <a:pt x="16155" y="5966"/>
                </a:lnTo>
                <a:cubicBezTo>
                  <a:pt x="16857" y="4310"/>
                  <a:pt x="15964" y="2008"/>
                  <a:pt x="13396" y="1290"/>
                </a:cubicBezTo>
                <a:cubicBezTo>
                  <a:pt x="12970" y="1170"/>
                  <a:pt x="12572" y="1124"/>
                  <a:pt x="12197" y="1124"/>
                </a:cubicBezTo>
                <a:cubicBezTo>
                  <a:pt x="10934" y="1124"/>
                  <a:pt x="9921" y="1646"/>
                  <a:pt x="8873" y="1646"/>
                </a:cubicBezTo>
                <a:cubicBezTo>
                  <a:pt x="8196" y="1646"/>
                  <a:pt x="7505" y="1428"/>
                  <a:pt x="6724" y="713"/>
                </a:cubicBezTo>
                <a:cubicBezTo>
                  <a:pt x="6189" y="223"/>
                  <a:pt x="5545" y="1"/>
                  <a:pt x="4873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93" name="Google Shape;1193;p9"/>
          <p:cNvSpPr/>
          <p:nvPr/>
        </p:nvSpPr>
        <p:spPr>
          <a:xfrm rot="10800000">
            <a:off x="8160877" y="4420465"/>
            <a:ext cx="965957" cy="723035"/>
          </a:xfrm>
          <a:custGeom>
            <a:avLst/>
            <a:gdLst/>
            <a:ahLst/>
            <a:cxnLst/>
            <a:rect l="l" t="t" r="r" b="b"/>
            <a:pathLst>
              <a:path w="12733" h="10212" extrusionOk="0">
                <a:moveTo>
                  <a:pt x="0" y="0"/>
                </a:moveTo>
                <a:lnTo>
                  <a:pt x="0" y="10212"/>
                </a:lnTo>
                <a:cubicBezTo>
                  <a:pt x="8" y="10212"/>
                  <a:pt x="15" y="10212"/>
                  <a:pt x="23" y="10212"/>
                </a:cubicBezTo>
                <a:cubicBezTo>
                  <a:pt x="2460" y="10212"/>
                  <a:pt x="2081" y="6171"/>
                  <a:pt x="4185" y="6171"/>
                </a:cubicBezTo>
                <a:cubicBezTo>
                  <a:pt x="4313" y="6171"/>
                  <a:pt x="4451" y="6186"/>
                  <a:pt x="4600" y="6218"/>
                </a:cubicBezTo>
                <a:cubicBezTo>
                  <a:pt x="4960" y="6296"/>
                  <a:pt x="5296" y="6331"/>
                  <a:pt x="5609" y="6331"/>
                </a:cubicBezTo>
                <a:cubicBezTo>
                  <a:pt x="7544" y="6331"/>
                  <a:pt x="8602" y="4971"/>
                  <a:pt x="8950" y="3751"/>
                </a:cubicBezTo>
                <a:cubicBezTo>
                  <a:pt x="9492" y="1849"/>
                  <a:pt x="12733" y="4302"/>
                  <a:pt x="1245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194" name="Google Shape;1194;p9"/>
          <p:cNvGrpSpPr/>
          <p:nvPr/>
        </p:nvGrpSpPr>
        <p:grpSpPr>
          <a:xfrm rot="5400000">
            <a:off x="8375568" y="3880104"/>
            <a:ext cx="1083371" cy="453463"/>
            <a:chOff x="6713654" y="1083027"/>
            <a:chExt cx="1198286" cy="501563"/>
          </a:xfrm>
        </p:grpSpPr>
        <p:sp>
          <p:nvSpPr>
            <p:cNvPr id="1195" name="Google Shape;1195;p9"/>
            <p:cNvSpPr/>
            <p:nvPr/>
          </p:nvSpPr>
          <p:spPr>
            <a:xfrm rot="10800000" flipH="1">
              <a:off x="7522470" y="1562851"/>
              <a:ext cx="5586" cy="1579"/>
            </a:xfrm>
            <a:custGeom>
              <a:avLst/>
              <a:gdLst/>
              <a:ahLst/>
              <a:cxnLst/>
              <a:rect l="l" t="t" r="r" b="b"/>
              <a:pathLst>
                <a:path w="46" h="13" extrusionOk="0">
                  <a:moveTo>
                    <a:pt x="0" y="0"/>
                  </a:moveTo>
                  <a:cubicBezTo>
                    <a:pt x="14" y="8"/>
                    <a:pt x="29" y="13"/>
                    <a:pt x="45" y="13"/>
                  </a:cubicBezTo>
                  <a:cubicBezTo>
                    <a:pt x="31" y="8"/>
                    <a:pt x="15" y="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96" name="Google Shape;1196;p9"/>
            <p:cNvSpPr/>
            <p:nvPr/>
          </p:nvSpPr>
          <p:spPr>
            <a:xfrm rot="10800000" flipH="1">
              <a:off x="7462355" y="1562851"/>
              <a:ext cx="23074" cy="13723"/>
            </a:xfrm>
            <a:custGeom>
              <a:avLst/>
              <a:gdLst/>
              <a:ahLst/>
              <a:cxnLst/>
              <a:rect l="l" t="t" r="r" b="b"/>
              <a:pathLst>
                <a:path w="190" h="113" extrusionOk="0">
                  <a:moveTo>
                    <a:pt x="15" y="0"/>
                  </a:moveTo>
                  <a:cubicBezTo>
                    <a:pt x="0" y="56"/>
                    <a:pt x="42" y="113"/>
                    <a:pt x="100" y="113"/>
                  </a:cubicBezTo>
                  <a:cubicBezTo>
                    <a:pt x="147" y="113"/>
                    <a:pt x="186" y="77"/>
                    <a:pt x="189" y="30"/>
                  </a:cubicBezTo>
                  <a:cubicBezTo>
                    <a:pt x="131" y="19"/>
                    <a:pt x="73" y="9"/>
                    <a:pt x="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97" name="Google Shape;1197;p9"/>
            <p:cNvSpPr/>
            <p:nvPr/>
          </p:nvSpPr>
          <p:spPr>
            <a:xfrm rot="10800000" flipH="1">
              <a:off x="7410377" y="1562851"/>
              <a:ext cx="24046" cy="19674"/>
            </a:xfrm>
            <a:custGeom>
              <a:avLst/>
              <a:gdLst/>
              <a:ahLst/>
              <a:cxnLst/>
              <a:rect l="l" t="t" r="r" b="b"/>
              <a:pathLst>
                <a:path w="198" h="162" extrusionOk="0">
                  <a:moveTo>
                    <a:pt x="39" y="1"/>
                  </a:moveTo>
                  <a:cubicBezTo>
                    <a:pt x="15" y="16"/>
                    <a:pt x="0" y="43"/>
                    <a:pt x="0" y="73"/>
                  </a:cubicBezTo>
                  <a:cubicBezTo>
                    <a:pt x="0" y="124"/>
                    <a:pt x="42" y="161"/>
                    <a:pt x="89" y="161"/>
                  </a:cubicBezTo>
                  <a:cubicBezTo>
                    <a:pt x="100" y="161"/>
                    <a:pt x="111" y="159"/>
                    <a:pt x="122" y="155"/>
                  </a:cubicBezTo>
                  <a:cubicBezTo>
                    <a:pt x="180" y="132"/>
                    <a:pt x="197" y="57"/>
                    <a:pt x="155" y="12"/>
                  </a:cubicBezTo>
                  <a:cubicBezTo>
                    <a:pt x="115" y="7"/>
                    <a:pt x="77" y="4"/>
                    <a:pt x="3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98" name="Google Shape;1198;p9"/>
            <p:cNvSpPr/>
            <p:nvPr/>
          </p:nvSpPr>
          <p:spPr>
            <a:xfrm rot="10800000" flipH="1">
              <a:off x="7353541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99" name="Google Shape;1199;p9"/>
            <p:cNvSpPr/>
            <p:nvPr/>
          </p:nvSpPr>
          <p:spPr>
            <a:xfrm rot="10800000" flipH="1">
              <a:off x="7300106" y="1562851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0" name="Google Shape;1200;p9"/>
            <p:cNvSpPr/>
            <p:nvPr/>
          </p:nvSpPr>
          <p:spPr>
            <a:xfrm rot="10800000" flipH="1">
              <a:off x="7246792" y="1562851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1" name="Google Shape;1201;p9"/>
            <p:cNvSpPr/>
            <p:nvPr/>
          </p:nvSpPr>
          <p:spPr>
            <a:xfrm rot="10800000" flipH="1">
              <a:off x="7193478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2" name="Google Shape;1202;p9"/>
            <p:cNvSpPr/>
            <p:nvPr/>
          </p:nvSpPr>
          <p:spPr>
            <a:xfrm rot="10800000" flipH="1">
              <a:off x="7140164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3" name="Google Shape;1203;p9"/>
            <p:cNvSpPr/>
            <p:nvPr/>
          </p:nvSpPr>
          <p:spPr>
            <a:xfrm rot="10800000" flipH="1">
              <a:off x="7620353" y="1509537"/>
              <a:ext cx="24774" cy="17488"/>
            </a:xfrm>
            <a:custGeom>
              <a:avLst/>
              <a:gdLst/>
              <a:ahLst/>
              <a:cxnLst/>
              <a:rect l="l" t="t" r="r" b="b"/>
              <a:pathLst>
                <a:path w="204" h="144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59"/>
                    <a:pt x="43" y="143"/>
                    <a:pt x="117" y="143"/>
                  </a:cubicBezTo>
                  <a:cubicBezTo>
                    <a:pt x="158" y="143"/>
                    <a:pt x="194" y="115"/>
                    <a:pt x="203" y="75"/>
                  </a:cubicBezTo>
                  <a:cubicBezTo>
                    <a:pt x="152" y="49"/>
                    <a:pt x="99" y="24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4" name="Google Shape;1204;p9"/>
            <p:cNvSpPr/>
            <p:nvPr/>
          </p:nvSpPr>
          <p:spPr>
            <a:xfrm rot="10800000" flipH="1">
              <a:off x="7566675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5" name="Google Shape;1205;p9"/>
            <p:cNvSpPr/>
            <p:nvPr/>
          </p:nvSpPr>
          <p:spPr>
            <a:xfrm rot="10800000" flipH="1">
              <a:off x="7513361" y="1509537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6" name="Google Shape;1206;p9"/>
            <p:cNvSpPr/>
            <p:nvPr/>
          </p:nvSpPr>
          <p:spPr>
            <a:xfrm rot="10800000" flipH="1">
              <a:off x="7460169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7" name="Google Shape;1207;p9"/>
            <p:cNvSpPr/>
            <p:nvPr/>
          </p:nvSpPr>
          <p:spPr>
            <a:xfrm rot="10800000" flipH="1">
              <a:off x="7406855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8" name="Google Shape;1208;p9"/>
            <p:cNvSpPr/>
            <p:nvPr/>
          </p:nvSpPr>
          <p:spPr>
            <a:xfrm rot="10800000" flipH="1">
              <a:off x="7353541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9" name="Google Shape;1209;p9"/>
            <p:cNvSpPr/>
            <p:nvPr/>
          </p:nvSpPr>
          <p:spPr>
            <a:xfrm rot="10800000" flipH="1">
              <a:off x="7300106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0" name="Google Shape;1210;p9"/>
            <p:cNvSpPr/>
            <p:nvPr/>
          </p:nvSpPr>
          <p:spPr>
            <a:xfrm rot="10800000" flipH="1">
              <a:off x="7246792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1" name="Google Shape;1211;p9"/>
            <p:cNvSpPr/>
            <p:nvPr/>
          </p:nvSpPr>
          <p:spPr>
            <a:xfrm rot="10800000" flipH="1">
              <a:off x="7193478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2" name="Google Shape;1212;p9"/>
            <p:cNvSpPr/>
            <p:nvPr/>
          </p:nvSpPr>
          <p:spPr>
            <a:xfrm rot="10800000" flipH="1">
              <a:off x="7140164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3" name="Google Shape;1213;p9"/>
            <p:cNvSpPr/>
            <p:nvPr/>
          </p:nvSpPr>
          <p:spPr>
            <a:xfrm rot="10800000" flipH="1">
              <a:off x="7086972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4" name="Google Shape;1214;p9"/>
            <p:cNvSpPr/>
            <p:nvPr/>
          </p:nvSpPr>
          <p:spPr>
            <a:xfrm rot="10800000" flipH="1">
              <a:off x="7730260" y="1456223"/>
              <a:ext cx="16152" cy="12509"/>
            </a:xfrm>
            <a:custGeom>
              <a:avLst/>
              <a:gdLst/>
              <a:ahLst/>
              <a:cxnLst/>
              <a:rect l="l" t="t" r="r" b="b"/>
              <a:pathLst>
                <a:path w="133" h="103" extrusionOk="0">
                  <a:moveTo>
                    <a:pt x="2" y="1"/>
                  </a:moveTo>
                  <a:cubicBezTo>
                    <a:pt x="2" y="5"/>
                    <a:pt x="1" y="9"/>
                    <a:pt x="1" y="13"/>
                  </a:cubicBezTo>
                  <a:cubicBezTo>
                    <a:pt x="1" y="63"/>
                    <a:pt x="41" y="102"/>
                    <a:pt x="89" y="102"/>
                  </a:cubicBezTo>
                  <a:cubicBezTo>
                    <a:pt x="105" y="102"/>
                    <a:pt x="120" y="99"/>
                    <a:pt x="132" y="91"/>
                  </a:cubicBezTo>
                  <a:cubicBezTo>
                    <a:pt x="89" y="61"/>
                    <a:pt x="46" y="30"/>
                    <a:pt x="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5" name="Google Shape;1215;p9"/>
            <p:cNvSpPr/>
            <p:nvPr/>
          </p:nvSpPr>
          <p:spPr>
            <a:xfrm rot="10800000" flipH="1">
              <a:off x="7673424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6" name="Google Shape;1216;p9"/>
            <p:cNvSpPr/>
            <p:nvPr/>
          </p:nvSpPr>
          <p:spPr>
            <a:xfrm rot="10800000" flipH="1">
              <a:off x="7619989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7" name="Google Shape;1217;p9"/>
            <p:cNvSpPr/>
            <p:nvPr/>
          </p:nvSpPr>
          <p:spPr>
            <a:xfrm rot="10800000" flipH="1">
              <a:off x="7566675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8" name="Google Shape;1218;p9"/>
            <p:cNvSpPr/>
            <p:nvPr/>
          </p:nvSpPr>
          <p:spPr>
            <a:xfrm rot="10800000" flipH="1">
              <a:off x="7513361" y="145622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9" name="Google Shape;1219;p9"/>
            <p:cNvSpPr/>
            <p:nvPr/>
          </p:nvSpPr>
          <p:spPr>
            <a:xfrm rot="10800000" flipH="1">
              <a:off x="7463812" y="145622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0"/>
                  </a:moveTo>
                  <a:cubicBezTo>
                    <a:pt x="40" y="0"/>
                    <a:pt x="0" y="41"/>
                    <a:pt x="0" y="89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89"/>
                  </a:cubicBezTo>
                  <a:cubicBezTo>
                    <a:pt x="177" y="41"/>
                    <a:pt x="138" y="0"/>
                    <a:pt x="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0" name="Google Shape;1220;p9"/>
            <p:cNvSpPr/>
            <p:nvPr/>
          </p:nvSpPr>
          <p:spPr>
            <a:xfrm rot="10800000" flipH="1">
              <a:off x="7406855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1" name="Google Shape;1221;p9"/>
            <p:cNvSpPr/>
            <p:nvPr/>
          </p:nvSpPr>
          <p:spPr>
            <a:xfrm rot="10800000" flipH="1">
              <a:off x="7353541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2" name="Google Shape;1222;p9"/>
            <p:cNvSpPr/>
            <p:nvPr/>
          </p:nvSpPr>
          <p:spPr>
            <a:xfrm rot="10800000" flipH="1">
              <a:off x="7303749" y="1456224"/>
              <a:ext cx="21738" cy="21738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0"/>
                  </a:moveTo>
                  <a:cubicBezTo>
                    <a:pt x="40" y="0"/>
                    <a:pt x="1" y="41"/>
                    <a:pt x="1" y="89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89"/>
                  </a:cubicBezTo>
                  <a:cubicBezTo>
                    <a:pt x="179" y="41"/>
                    <a:pt x="138" y="0"/>
                    <a:pt x="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3" name="Google Shape;1223;p9"/>
            <p:cNvSpPr/>
            <p:nvPr/>
          </p:nvSpPr>
          <p:spPr>
            <a:xfrm rot="10800000" flipH="1">
              <a:off x="7246792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4" name="Google Shape;1224;p9"/>
            <p:cNvSpPr/>
            <p:nvPr/>
          </p:nvSpPr>
          <p:spPr>
            <a:xfrm rot="10800000" flipH="1">
              <a:off x="7193478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5" name="Google Shape;1225;p9"/>
            <p:cNvSpPr/>
            <p:nvPr/>
          </p:nvSpPr>
          <p:spPr>
            <a:xfrm rot="10800000" flipH="1">
              <a:off x="7143808" y="145622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0"/>
                  </a:moveTo>
                  <a:cubicBezTo>
                    <a:pt x="41" y="0"/>
                    <a:pt x="0" y="41"/>
                    <a:pt x="0" y="89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89"/>
                  </a:cubicBezTo>
                  <a:cubicBezTo>
                    <a:pt x="178" y="41"/>
                    <a:pt x="139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6" name="Google Shape;1226;p9"/>
            <p:cNvSpPr/>
            <p:nvPr/>
          </p:nvSpPr>
          <p:spPr>
            <a:xfrm rot="10800000" flipH="1">
              <a:off x="7086972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7" name="Google Shape;1227;p9"/>
            <p:cNvSpPr/>
            <p:nvPr/>
          </p:nvSpPr>
          <p:spPr>
            <a:xfrm rot="10800000" flipH="1">
              <a:off x="7783695" y="1402910"/>
              <a:ext cx="21131" cy="20767"/>
            </a:xfrm>
            <a:custGeom>
              <a:avLst/>
              <a:gdLst/>
              <a:ahLst/>
              <a:cxnLst/>
              <a:rect l="l" t="t" r="r" b="b"/>
              <a:pathLst>
                <a:path w="174" h="171" extrusionOk="0">
                  <a:moveTo>
                    <a:pt x="53" y="0"/>
                  </a:moveTo>
                  <a:cubicBezTo>
                    <a:pt x="21" y="15"/>
                    <a:pt x="0" y="46"/>
                    <a:pt x="0" y="81"/>
                  </a:cubicBezTo>
                  <a:cubicBezTo>
                    <a:pt x="0" y="139"/>
                    <a:pt x="45" y="170"/>
                    <a:pt x="90" y="170"/>
                  </a:cubicBezTo>
                  <a:cubicBezTo>
                    <a:pt x="126" y="170"/>
                    <a:pt x="161" y="150"/>
                    <a:pt x="174" y="106"/>
                  </a:cubicBezTo>
                  <a:cubicBezTo>
                    <a:pt x="134" y="70"/>
                    <a:pt x="94" y="35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8" name="Google Shape;1228;p9"/>
            <p:cNvSpPr/>
            <p:nvPr/>
          </p:nvSpPr>
          <p:spPr>
            <a:xfrm rot="10800000" flipH="1">
              <a:off x="7726738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9" name="Google Shape;1229;p9"/>
            <p:cNvSpPr/>
            <p:nvPr/>
          </p:nvSpPr>
          <p:spPr>
            <a:xfrm rot="10800000" flipH="1">
              <a:off x="7673424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0" name="Google Shape;1230;p9"/>
            <p:cNvSpPr/>
            <p:nvPr/>
          </p:nvSpPr>
          <p:spPr>
            <a:xfrm rot="10800000" flipH="1">
              <a:off x="7619989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1" name="Google Shape;1231;p9"/>
            <p:cNvSpPr/>
            <p:nvPr/>
          </p:nvSpPr>
          <p:spPr>
            <a:xfrm rot="10800000" flipH="1">
              <a:off x="7566675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2" name="Google Shape;1232;p9"/>
            <p:cNvSpPr/>
            <p:nvPr/>
          </p:nvSpPr>
          <p:spPr>
            <a:xfrm rot="10800000" flipH="1">
              <a:off x="7513361" y="140291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3" name="Google Shape;1233;p9"/>
            <p:cNvSpPr/>
            <p:nvPr/>
          </p:nvSpPr>
          <p:spPr>
            <a:xfrm rot="10800000" flipH="1">
              <a:off x="7460169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4" name="Google Shape;1234;p9"/>
            <p:cNvSpPr/>
            <p:nvPr/>
          </p:nvSpPr>
          <p:spPr>
            <a:xfrm rot="10800000" flipH="1">
              <a:off x="7406855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5" name="Google Shape;1235;p9"/>
            <p:cNvSpPr/>
            <p:nvPr/>
          </p:nvSpPr>
          <p:spPr>
            <a:xfrm rot="10800000" flipH="1">
              <a:off x="7353541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6" name="Google Shape;1236;p9"/>
            <p:cNvSpPr/>
            <p:nvPr/>
          </p:nvSpPr>
          <p:spPr>
            <a:xfrm rot="10800000" flipH="1">
              <a:off x="7300106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7" name="Google Shape;1237;p9"/>
            <p:cNvSpPr/>
            <p:nvPr/>
          </p:nvSpPr>
          <p:spPr>
            <a:xfrm rot="10800000" flipH="1">
              <a:off x="7246792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8" name="Google Shape;1238;p9"/>
            <p:cNvSpPr/>
            <p:nvPr/>
          </p:nvSpPr>
          <p:spPr>
            <a:xfrm rot="10800000" flipH="1">
              <a:off x="7193478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9" name="Google Shape;1239;p9"/>
            <p:cNvSpPr/>
            <p:nvPr/>
          </p:nvSpPr>
          <p:spPr>
            <a:xfrm rot="10800000" flipH="1">
              <a:off x="7140164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0" name="Google Shape;1240;p9"/>
            <p:cNvSpPr/>
            <p:nvPr/>
          </p:nvSpPr>
          <p:spPr>
            <a:xfrm rot="10800000" flipH="1">
              <a:off x="7086972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1" name="Google Shape;1241;p9"/>
            <p:cNvSpPr/>
            <p:nvPr/>
          </p:nvSpPr>
          <p:spPr>
            <a:xfrm rot="10800000" flipH="1">
              <a:off x="7033537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2" name="Google Shape;1242;p9"/>
            <p:cNvSpPr/>
            <p:nvPr/>
          </p:nvSpPr>
          <p:spPr>
            <a:xfrm rot="10800000" flipH="1">
              <a:off x="7837009" y="1349596"/>
              <a:ext cx="20767" cy="21374"/>
            </a:xfrm>
            <a:custGeom>
              <a:avLst/>
              <a:gdLst/>
              <a:ahLst/>
              <a:cxnLst/>
              <a:rect l="l" t="t" r="r" b="b"/>
              <a:pathLst>
                <a:path w="171" h="176" extrusionOk="0">
                  <a:moveTo>
                    <a:pt x="66" y="0"/>
                  </a:moveTo>
                  <a:cubicBezTo>
                    <a:pt x="27" y="12"/>
                    <a:pt x="0" y="47"/>
                    <a:pt x="0" y="87"/>
                  </a:cubicBezTo>
                  <a:cubicBezTo>
                    <a:pt x="0" y="143"/>
                    <a:pt x="45" y="175"/>
                    <a:pt x="90" y="175"/>
                  </a:cubicBezTo>
                  <a:cubicBezTo>
                    <a:pt x="122" y="175"/>
                    <a:pt x="154" y="159"/>
                    <a:pt x="170" y="122"/>
                  </a:cubicBezTo>
                  <a:cubicBezTo>
                    <a:pt x="136" y="81"/>
                    <a:pt x="102" y="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3" name="Google Shape;1243;p9"/>
            <p:cNvSpPr/>
            <p:nvPr/>
          </p:nvSpPr>
          <p:spPr>
            <a:xfrm rot="10800000" flipH="1">
              <a:off x="7780052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7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4" name="Google Shape;1244;p9"/>
            <p:cNvSpPr/>
            <p:nvPr/>
          </p:nvSpPr>
          <p:spPr>
            <a:xfrm rot="10800000" flipH="1">
              <a:off x="7726738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5" name="Google Shape;1245;p9"/>
            <p:cNvSpPr/>
            <p:nvPr/>
          </p:nvSpPr>
          <p:spPr>
            <a:xfrm rot="10800000" flipH="1">
              <a:off x="7673424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6" name="Google Shape;1246;p9"/>
            <p:cNvSpPr/>
            <p:nvPr/>
          </p:nvSpPr>
          <p:spPr>
            <a:xfrm rot="10800000" flipH="1">
              <a:off x="7619989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7" name="Google Shape;1247;p9"/>
            <p:cNvSpPr/>
            <p:nvPr/>
          </p:nvSpPr>
          <p:spPr>
            <a:xfrm rot="10800000" flipH="1">
              <a:off x="7566675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8" name="Google Shape;1248;p9"/>
            <p:cNvSpPr/>
            <p:nvPr/>
          </p:nvSpPr>
          <p:spPr>
            <a:xfrm rot="10800000" flipH="1">
              <a:off x="7513361" y="1349596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9" name="Google Shape;1249;p9"/>
            <p:cNvSpPr/>
            <p:nvPr/>
          </p:nvSpPr>
          <p:spPr>
            <a:xfrm rot="10800000" flipH="1">
              <a:off x="7460169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0" name="Google Shape;1250;p9"/>
            <p:cNvSpPr/>
            <p:nvPr/>
          </p:nvSpPr>
          <p:spPr>
            <a:xfrm rot="10800000" flipH="1">
              <a:off x="7406855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1" name="Google Shape;1251;p9"/>
            <p:cNvSpPr/>
            <p:nvPr/>
          </p:nvSpPr>
          <p:spPr>
            <a:xfrm rot="10800000" flipH="1">
              <a:off x="7353541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2" name="Google Shape;1252;p9"/>
            <p:cNvSpPr/>
            <p:nvPr/>
          </p:nvSpPr>
          <p:spPr>
            <a:xfrm rot="10800000" flipH="1">
              <a:off x="7300106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3" name="Google Shape;1253;p9"/>
            <p:cNvSpPr/>
            <p:nvPr/>
          </p:nvSpPr>
          <p:spPr>
            <a:xfrm rot="10800000" flipH="1">
              <a:off x="7246792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4" name="Google Shape;1254;p9"/>
            <p:cNvSpPr/>
            <p:nvPr/>
          </p:nvSpPr>
          <p:spPr>
            <a:xfrm rot="10800000" flipH="1">
              <a:off x="7193478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5" name="Google Shape;1255;p9"/>
            <p:cNvSpPr/>
            <p:nvPr/>
          </p:nvSpPr>
          <p:spPr>
            <a:xfrm rot="10800000" flipH="1">
              <a:off x="7140164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6" name="Google Shape;1256;p9"/>
            <p:cNvSpPr/>
            <p:nvPr/>
          </p:nvSpPr>
          <p:spPr>
            <a:xfrm rot="10800000" flipH="1">
              <a:off x="7086972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7" name="Google Shape;1257;p9"/>
            <p:cNvSpPr/>
            <p:nvPr/>
          </p:nvSpPr>
          <p:spPr>
            <a:xfrm rot="10800000" flipH="1">
              <a:off x="7033537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8" name="Google Shape;1258;p9"/>
            <p:cNvSpPr/>
            <p:nvPr/>
          </p:nvSpPr>
          <p:spPr>
            <a:xfrm rot="10800000" flipH="1">
              <a:off x="6980223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9" name="Google Shape;1259;p9"/>
            <p:cNvSpPr/>
            <p:nvPr/>
          </p:nvSpPr>
          <p:spPr>
            <a:xfrm rot="10800000" flipH="1">
              <a:off x="6926909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0" name="Google Shape;1260;p9"/>
            <p:cNvSpPr/>
            <p:nvPr/>
          </p:nvSpPr>
          <p:spPr>
            <a:xfrm rot="10800000" flipH="1">
              <a:off x="6873595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1" name="Google Shape;1261;p9"/>
            <p:cNvSpPr/>
            <p:nvPr/>
          </p:nvSpPr>
          <p:spPr>
            <a:xfrm rot="10800000" flipH="1">
              <a:off x="7890323" y="1296403"/>
              <a:ext cx="9837" cy="1469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6" y="0"/>
                  </a:moveTo>
                  <a:cubicBezTo>
                    <a:pt x="2" y="10"/>
                    <a:pt x="0" y="22"/>
                    <a:pt x="0" y="33"/>
                  </a:cubicBezTo>
                  <a:cubicBezTo>
                    <a:pt x="0" y="78"/>
                    <a:pt x="35" y="116"/>
                    <a:pt x="80" y="121"/>
                  </a:cubicBezTo>
                  <a:cubicBezTo>
                    <a:pt x="56" y="80"/>
                    <a:pt x="32" y="40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2" name="Google Shape;1262;p9"/>
            <p:cNvSpPr/>
            <p:nvPr/>
          </p:nvSpPr>
          <p:spPr>
            <a:xfrm rot="10800000" flipH="1">
              <a:off x="7833244" y="1296282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3" name="Google Shape;1263;p9"/>
            <p:cNvSpPr/>
            <p:nvPr/>
          </p:nvSpPr>
          <p:spPr>
            <a:xfrm rot="10800000" flipH="1">
              <a:off x="7780052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4" name="Google Shape;1264;p9"/>
            <p:cNvSpPr/>
            <p:nvPr/>
          </p:nvSpPr>
          <p:spPr>
            <a:xfrm rot="10800000" flipH="1">
              <a:off x="7726738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5" name="Google Shape;1265;p9"/>
            <p:cNvSpPr/>
            <p:nvPr/>
          </p:nvSpPr>
          <p:spPr>
            <a:xfrm rot="10800000" flipH="1">
              <a:off x="7673424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6" name="Google Shape;1266;p9"/>
            <p:cNvSpPr/>
            <p:nvPr/>
          </p:nvSpPr>
          <p:spPr>
            <a:xfrm rot="10800000" flipH="1">
              <a:off x="7619989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7" name="Google Shape;1267;p9"/>
            <p:cNvSpPr/>
            <p:nvPr/>
          </p:nvSpPr>
          <p:spPr>
            <a:xfrm rot="10800000" flipH="1">
              <a:off x="7566675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8" name="Google Shape;1268;p9"/>
            <p:cNvSpPr/>
            <p:nvPr/>
          </p:nvSpPr>
          <p:spPr>
            <a:xfrm rot="10800000" flipH="1">
              <a:off x="7513361" y="1296282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9" name="Google Shape;1269;p9"/>
            <p:cNvSpPr/>
            <p:nvPr/>
          </p:nvSpPr>
          <p:spPr>
            <a:xfrm rot="10800000" flipH="1">
              <a:off x="7460169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0" name="Google Shape;1270;p9"/>
            <p:cNvSpPr/>
            <p:nvPr/>
          </p:nvSpPr>
          <p:spPr>
            <a:xfrm rot="10800000" flipH="1">
              <a:off x="7406855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1" name="Google Shape;1271;p9"/>
            <p:cNvSpPr/>
            <p:nvPr/>
          </p:nvSpPr>
          <p:spPr>
            <a:xfrm rot="10800000" flipH="1">
              <a:off x="7353541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2" name="Google Shape;1272;p9"/>
            <p:cNvSpPr/>
            <p:nvPr/>
          </p:nvSpPr>
          <p:spPr>
            <a:xfrm rot="10800000" flipH="1">
              <a:off x="7300106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3" name="Google Shape;1273;p9"/>
            <p:cNvSpPr/>
            <p:nvPr/>
          </p:nvSpPr>
          <p:spPr>
            <a:xfrm rot="10800000" flipH="1">
              <a:off x="7246792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4" name="Google Shape;1274;p9"/>
            <p:cNvSpPr/>
            <p:nvPr/>
          </p:nvSpPr>
          <p:spPr>
            <a:xfrm rot="10800000" flipH="1">
              <a:off x="7193478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5" name="Google Shape;1275;p9"/>
            <p:cNvSpPr/>
            <p:nvPr/>
          </p:nvSpPr>
          <p:spPr>
            <a:xfrm rot="10800000" flipH="1">
              <a:off x="7140164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6" name="Google Shape;1276;p9"/>
            <p:cNvSpPr/>
            <p:nvPr/>
          </p:nvSpPr>
          <p:spPr>
            <a:xfrm rot="10800000" flipH="1">
              <a:off x="7086972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7" name="Google Shape;1277;p9"/>
            <p:cNvSpPr/>
            <p:nvPr/>
          </p:nvSpPr>
          <p:spPr>
            <a:xfrm rot="10800000" flipH="1">
              <a:off x="7033537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8" name="Google Shape;1278;p9"/>
            <p:cNvSpPr/>
            <p:nvPr/>
          </p:nvSpPr>
          <p:spPr>
            <a:xfrm rot="10800000" flipH="1">
              <a:off x="6980223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9" name="Google Shape;1279;p9"/>
            <p:cNvSpPr/>
            <p:nvPr/>
          </p:nvSpPr>
          <p:spPr>
            <a:xfrm rot="10800000" flipH="1">
              <a:off x="6926909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0" name="Google Shape;1280;p9"/>
            <p:cNvSpPr/>
            <p:nvPr/>
          </p:nvSpPr>
          <p:spPr>
            <a:xfrm rot="10800000" flipH="1">
              <a:off x="6873595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1" name="Google Shape;1281;p9"/>
            <p:cNvSpPr/>
            <p:nvPr/>
          </p:nvSpPr>
          <p:spPr>
            <a:xfrm rot="10800000" flipH="1">
              <a:off x="6820281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2" name="Google Shape;1282;p9"/>
            <p:cNvSpPr/>
            <p:nvPr/>
          </p:nvSpPr>
          <p:spPr>
            <a:xfrm rot="10800000" flipH="1">
              <a:off x="6767089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3" name="Google Shape;1283;p9"/>
            <p:cNvSpPr/>
            <p:nvPr/>
          </p:nvSpPr>
          <p:spPr>
            <a:xfrm rot="10800000" flipH="1">
              <a:off x="7886558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4" name="Google Shape;1284;p9"/>
            <p:cNvSpPr/>
            <p:nvPr/>
          </p:nvSpPr>
          <p:spPr>
            <a:xfrm rot="10800000" flipH="1">
              <a:off x="7833244" y="1242968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5" name="Google Shape;1285;p9"/>
            <p:cNvSpPr/>
            <p:nvPr/>
          </p:nvSpPr>
          <p:spPr>
            <a:xfrm rot="10800000" flipH="1">
              <a:off x="7780052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6" name="Google Shape;1286;p9"/>
            <p:cNvSpPr/>
            <p:nvPr/>
          </p:nvSpPr>
          <p:spPr>
            <a:xfrm rot="10800000" flipH="1">
              <a:off x="7726738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7" name="Google Shape;1287;p9"/>
            <p:cNvSpPr/>
            <p:nvPr/>
          </p:nvSpPr>
          <p:spPr>
            <a:xfrm rot="10800000" flipH="1">
              <a:off x="7673424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8" name="Google Shape;1288;p9"/>
            <p:cNvSpPr/>
            <p:nvPr/>
          </p:nvSpPr>
          <p:spPr>
            <a:xfrm rot="10800000" flipH="1">
              <a:off x="7619989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9" name="Google Shape;1289;p9"/>
            <p:cNvSpPr/>
            <p:nvPr/>
          </p:nvSpPr>
          <p:spPr>
            <a:xfrm rot="10800000" flipH="1">
              <a:off x="7566675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0" name="Google Shape;1290;p9"/>
            <p:cNvSpPr/>
            <p:nvPr/>
          </p:nvSpPr>
          <p:spPr>
            <a:xfrm rot="10800000" flipH="1">
              <a:off x="7513361" y="1242968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1" name="Google Shape;1291;p9"/>
            <p:cNvSpPr/>
            <p:nvPr/>
          </p:nvSpPr>
          <p:spPr>
            <a:xfrm rot="10800000" flipH="1">
              <a:off x="7460169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2" name="Google Shape;1292;p9"/>
            <p:cNvSpPr/>
            <p:nvPr/>
          </p:nvSpPr>
          <p:spPr>
            <a:xfrm rot="10800000" flipH="1">
              <a:off x="7406855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3" name="Google Shape;1293;p9"/>
            <p:cNvSpPr/>
            <p:nvPr/>
          </p:nvSpPr>
          <p:spPr>
            <a:xfrm rot="10800000" flipH="1">
              <a:off x="7353541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4" name="Google Shape;1294;p9"/>
            <p:cNvSpPr/>
            <p:nvPr/>
          </p:nvSpPr>
          <p:spPr>
            <a:xfrm rot="10800000" flipH="1">
              <a:off x="7300106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5" name="Google Shape;1295;p9"/>
            <p:cNvSpPr/>
            <p:nvPr/>
          </p:nvSpPr>
          <p:spPr>
            <a:xfrm rot="10800000" flipH="1">
              <a:off x="7246792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6" name="Google Shape;1296;p9"/>
            <p:cNvSpPr/>
            <p:nvPr/>
          </p:nvSpPr>
          <p:spPr>
            <a:xfrm rot="10800000" flipH="1">
              <a:off x="7193478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7" name="Google Shape;1297;p9"/>
            <p:cNvSpPr/>
            <p:nvPr/>
          </p:nvSpPr>
          <p:spPr>
            <a:xfrm rot="10800000" flipH="1">
              <a:off x="7140164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8" name="Google Shape;1298;p9"/>
            <p:cNvSpPr/>
            <p:nvPr/>
          </p:nvSpPr>
          <p:spPr>
            <a:xfrm rot="10800000" flipH="1">
              <a:off x="7086972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9" name="Google Shape;1299;p9"/>
            <p:cNvSpPr/>
            <p:nvPr/>
          </p:nvSpPr>
          <p:spPr>
            <a:xfrm rot="10800000" flipH="1">
              <a:off x="7033537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0" name="Google Shape;1300;p9"/>
            <p:cNvSpPr/>
            <p:nvPr/>
          </p:nvSpPr>
          <p:spPr>
            <a:xfrm rot="10800000" flipH="1">
              <a:off x="6980223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1" name="Google Shape;1301;p9"/>
            <p:cNvSpPr/>
            <p:nvPr/>
          </p:nvSpPr>
          <p:spPr>
            <a:xfrm rot="10800000" flipH="1">
              <a:off x="6926909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2" name="Google Shape;1302;p9"/>
            <p:cNvSpPr/>
            <p:nvPr/>
          </p:nvSpPr>
          <p:spPr>
            <a:xfrm rot="10800000" flipH="1">
              <a:off x="6873595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3" name="Google Shape;1303;p9"/>
            <p:cNvSpPr/>
            <p:nvPr/>
          </p:nvSpPr>
          <p:spPr>
            <a:xfrm rot="10800000" flipH="1">
              <a:off x="6820281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4" name="Google Shape;1304;p9"/>
            <p:cNvSpPr/>
            <p:nvPr/>
          </p:nvSpPr>
          <p:spPr>
            <a:xfrm rot="10800000" flipH="1">
              <a:off x="6767089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5" name="Google Shape;1305;p9"/>
            <p:cNvSpPr/>
            <p:nvPr/>
          </p:nvSpPr>
          <p:spPr>
            <a:xfrm rot="10800000" flipH="1">
              <a:off x="6713654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4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6" name="Google Shape;1306;p9"/>
            <p:cNvSpPr/>
            <p:nvPr/>
          </p:nvSpPr>
          <p:spPr>
            <a:xfrm rot="10800000" flipH="1">
              <a:off x="7890323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37" y="178"/>
                    <a:pt x="178" y="139"/>
                    <a:pt x="178" y="90"/>
                  </a:cubicBezTo>
                  <a:cubicBezTo>
                    <a:pt x="178" y="40"/>
                    <a:pt x="137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7" name="Google Shape;1307;p9"/>
            <p:cNvSpPr/>
            <p:nvPr/>
          </p:nvSpPr>
          <p:spPr>
            <a:xfrm rot="10800000" flipH="1">
              <a:off x="7833244" y="118965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8" name="Google Shape;1308;p9"/>
            <p:cNvSpPr/>
            <p:nvPr/>
          </p:nvSpPr>
          <p:spPr>
            <a:xfrm rot="10800000" flipH="1">
              <a:off x="7780052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9" name="Google Shape;1309;p9"/>
            <p:cNvSpPr/>
            <p:nvPr/>
          </p:nvSpPr>
          <p:spPr>
            <a:xfrm rot="10800000" flipH="1">
              <a:off x="7726738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0" name="Google Shape;1310;p9"/>
            <p:cNvSpPr/>
            <p:nvPr/>
          </p:nvSpPr>
          <p:spPr>
            <a:xfrm rot="10800000" flipH="1">
              <a:off x="7673424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1" name="Google Shape;1311;p9"/>
            <p:cNvSpPr/>
            <p:nvPr/>
          </p:nvSpPr>
          <p:spPr>
            <a:xfrm rot="10800000" flipH="1">
              <a:off x="7619989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2" name="Google Shape;1312;p9"/>
            <p:cNvSpPr/>
            <p:nvPr/>
          </p:nvSpPr>
          <p:spPr>
            <a:xfrm rot="10800000" flipH="1">
              <a:off x="7566675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3" name="Google Shape;1313;p9"/>
            <p:cNvSpPr/>
            <p:nvPr/>
          </p:nvSpPr>
          <p:spPr>
            <a:xfrm rot="10800000" flipH="1">
              <a:off x="7513361" y="118965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4" name="Google Shape;1314;p9"/>
            <p:cNvSpPr/>
            <p:nvPr/>
          </p:nvSpPr>
          <p:spPr>
            <a:xfrm rot="10800000" flipH="1">
              <a:off x="7463812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90"/>
                  </a:cubicBezTo>
                  <a:cubicBezTo>
                    <a:pt x="177" y="40"/>
                    <a:pt x="138" y="1"/>
                    <a:pt x="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5" name="Google Shape;1315;p9"/>
            <p:cNvSpPr/>
            <p:nvPr/>
          </p:nvSpPr>
          <p:spPr>
            <a:xfrm rot="10800000" flipH="1">
              <a:off x="7406855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6" name="Google Shape;1316;p9"/>
            <p:cNvSpPr/>
            <p:nvPr/>
          </p:nvSpPr>
          <p:spPr>
            <a:xfrm rot="10800000" flipH="1">
              <a:off x="7353541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7" name="Google Shape;1317;p9"/>
            <p:cNvSpPr/>
            <p:nvPr/>
          </p:nvSpPr>
          <p:spPr>
            <a:xfrm rot="10800000" flipH="1">
              <a:off x="7303749" y="1189654"/>
              <a:ext cx="21738" cy="21738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1"/>
                  </a:moveTo>
                  <a:cubicBezTo>
                    <a:pt x="40" y="1"/>
                    <a:pt x="1" y="40"/>
                    <a:pt x="1" y="90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90"/>
                  </a:cubicBezTo>
                  <a:cubicBezTo>
                    <a:pt x="179" y="40"/>
                    <a:pt x="138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8" name="Google Shape;1318;p9"/>
            <p:cNvSpPr/>
            <p:nvPr/>
          </p:nvSpPr>
          <p:spPr>
            <a:xfrm rot="10800000" flipH="1">
              <a:off x="7246792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9" name="Google Shape;1319;p9"/>
            <p:cNvSpPr/>
            <p:nvPr/>
          </p:nvSpPr>
          <p:spPr>
            <a:xfrm rot="10800000" flipH="1">
              <a:off x="7193478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0" name="Google Shape;1320;p9"/>
            <p:cNvSpPr/>
            <p:nvPr/>
          </p:nvSpPr>
          <p:spPr>
            <a:xfrm rot="10800000" flipH="1">
              <a:off x="7143808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1" y="1"/>
                    <a:pt x="0" y="40"/>
                    <a:pt x="0" y="90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90"/>
                  </a:cubicBezTo>
                  <a:cubicBezTo>
                    <a:pt x="178" y="40"/>
                    <a:pt x="139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1" name="Google Shape;1321;p9"/>
            <p:cNvSpPr/>
            <p:nvPr/>
          </p:nvSpPr>
          <p:spPr>
            <a:xfrm rot="10800000" flipH="1">
              <a:off x="7086972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2" name="Google Shape;1322;p9"/>
            <p:cNvSpPr/>
            <p:nvPr/>
          </p:nvSpPr>
          <p:spPr>
            <a:xfrm rot="10800000" flipH="1">
              <a:off x="7033537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3" name="Google Shape;1323;p9"/>
            <p:cNvSpPr/>
            <p:nvPr/>
          </p:nvSpPr>
          <p:spPr>
            <a:xfrm rot="10800000" flipH="1">
              <a:off x="6980223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4" name="Google Shape;1324;p9"/>
            <p:cNvSpPr/>
            <p:nvPr/>
          </p:nvSpPr>
          <p:spPr>
            <a:xfrm rot="10800000" flipH="1">
              <a:off x="6926909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5" name="Google Shape;1325;p9"/>
            <p:cNvSpPr/>
            <p:nvPr/>
          </p:nvSpPr>
          <p:spPr>
            <a:xfrm rot="10800000" flipH="1">
              <a:off x="6873595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6" name="Google Shape;1326;p9"/>
            <p:cNvSpPr/>
            <p:nvPr/>
          </p:nvSpPr>
          <p:spPr>
            <a:xfrm rot="10800000" flipH="1">
              <a:off x="6820281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7" name="Google Shape;1327;p9"/>
            <p:cNvSpPr/>
            <p:nvPr/>
          </p:nvSpPr>
          <p:spPr>
            <a:xfrm rot="10800000" flipH="1">
              <a:off x="6767089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1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8" name="Google Shape;1328;p9"/>
            <p:cNvSpPr/>
            <p:nvPr/>
          </p:nvSpPr>
          <p:spPr>
            <a:xfrm rot="10800000" flipH="1">
              <a:off x="6713654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9" name="Google Shape;1329;p9"/>
            <p:cNvSpPr/>
            <p:nvPr/>
          </p:nvSpPr>
          <p:spPr>
            <a:xfrm rot="10800000" flipH="1">
              <a:off x="7886558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0" name="Google Shape;1330;p9"/>
            <p:cNvSpPr/>
            <p:nvPr/>
          </p:nvSpPr>
          <p:spPr>
            <a:xfrm rot="10800000" flipH="1">
              <a:off x="7833244" y="113634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1" name="Google Shape;1331;p9"/>
            <p:cNvSpPr/>
            <p:nvPr/>
          </p:nvSpPr>
          <p:spPr>
            <a:xfrm rot="10800000" flipH="1">
              <a:off x="7780052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2" name="Google Shape;1332;p9"/>
            <p:cNvSpPr/>
            <p:nvPr/>
          </p:nvSpPr>
          <p:spPr>
            <a:xfrm rot="10800000" flipH="1">
              <a:off x="7726738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3" name="Google Shape;1333;p9"/>
            <p:cNvSpPr/>
            <p:nvPr/>
          </p:nvSpPr>
          <p:spPr>
            <a:xfrm rot="10800000" flipH="1">
              <a:off x="7673424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4" name="Google Shape;1334;p9"/>
            <p:cNvSpPr/>
            <p:nvPr/>
          </p:nvSpPr>
          <p:spPr>
            <a:xfrm rot="10800000" flipH="1">
              <a:off x="7619989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5" name="Google Shape;1335;p9"/>
            <p:cNvSpPr/>
            <p:nvPr/>
          </p:nvSpPr>
          <p:spPr>
            <a:xfrm rot="10800000" flipH="1">
              <a:off x="7566675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6" name="Google Shape;1336;p9"/>
            <p:cNvSpPr/>
            <p:nvPr/>
          </p:nvSpPr>
          <p:spPr>
            <a:xfrm rot="10800000" flipH="1">
              <a:off x="7513361" y="113634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7" name="Google Shape;1337;p9"/>
            <p:cNvSpPr/>
            <p:nvPr/>
          </p:nvSpPr>
          <p:spPr>
            <a:xfrm rot="10800000" flipH="1">
              <a:off x="7460169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8" name="Google Shape;1338;p9"/>
            <p:cNvSpPr/>
            <p:nvPr/>
          </p:nvSpPr>
          <p:spPr>
            <a:xfrm rot="10800000" flipH="1">
              <a:off x="7406855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9" name="Google Shape;1339;p9"/>
            <p:cNvSpPr/>
            <p:nvPr/>
          </p:nvSpPr>
          <p:spPr>
            <a:xfrm rot="10800000" flipH="1">
              <a:off x="7353541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0" name="Google Shape;1340;p9"/>
            <p:cNvSpPr/>
            <p:nvPr/>
          </p:nvSpPr>
          <p:spPr>
            <a:xfrm rot="10800000" flipH="1">
              <a:off x="7300106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1" name="Google Shape;1341;p9"/>
            <p:cNvSpPr/>
            <p:nvPr/>
          </p:nvSpPr>
          <p:spPr>
            <a:xfrm rot="10800000" flipH="1">
              <a:off x="7246792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2" name="Google Shape;1342;p9"/>
            <p:cNvSpPr/>
            <p:nvPr/>
          </p:nvSpPr>
          <p:spPr>
            <a:xfrm rot="10800000" flipH="1">
              <a:off x="7193478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3" name="Google Shape;1343;p9"/>
            <p:cNvSpPr/>
            <p:nvPr/>
          </p:nvSpPr>
          <p:spPr>
            <a:xfrm rot="10800000" flipH="1">
              <a:off x="7140164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4" name="Google Shape;1344;p9"/>
            <p:cNvSpPr/>
            <p:nvPr/>
          </p:nvSpPr>
          <p:spPr>
            <a:xfrm rot="10800000" flipH="1">
              <a:off x="7086972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5" name="Google Shape;1345;p9"/>
            <p:cNvSpPr/>
            <p:nvPr/>
          </p:nvSpPr>
          <p:spPr>
            <a:xfrm rot="10800000" flipH="1">
              <a:off x="7033537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6" name="Google Shape;1346;p9"/>
            <p:cNvSpPr/>
            <p:nvPr/>
          </p:nvSpPr>
          <p:spPr>
            <a:xfrm rot="10800000" flipH="1">
              <a:off x="6980223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7" name="Google Shape;1347;p9"/>
            <p:cNvSpPr/>
            <p:nvPr/>
          </p:nvSpPr>
          <p:spPr>
            <a:xfrm rot="10800000" flipH="1">
              <a:off x="6926909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8" name="Google Shape;1348;p9"/>
            <p:cNvSpPr/>
            <p:nvPr/>
          </p:nvSpPr>
          <p:spPr>
            <a:xfrm rot="10800000" flipH="1">
              <a:off x="6873595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9" name="Google Shape;1349;p9"/>
            <p:cNvSpPr/>
            <p:nvPr/>
          </p:nvSpPr>
          <p:spPr>
            <a:xfrm rot="10800000" flipH="1">
              <a:off x="6820281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0" name="Google Shape;1350;p9"/>
            <p:cNvSpPr/>
            <p:nvPr/>
          </p:nvSpPr>
          <p:spPr>
            <a:xfrm rot="10800000" flipH="1">
              <a:off x="6767089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1" name="Google Shape;1351;p9"/>
            <p:cNvSpPr/>
            <p:nvPr/>
          </p:nvSpPr>
          <p:spPr>
            <a:xfrm rot="10800000" flipH="1">
              <a:off x="6713654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2" name="Google Shape;1352;p9"/>
            <p:cNvSpPr/>
            <p:nvPr/>
          </p:nvSpPr>
          <p:spPr>
            <a:xfrm rot="10800000" flipH="1">
              <a:off x="7886680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3" name="Google Shape;1353;p9"/>
            <p:cNvSpPr/>
            <p:nvPr/>
          </p:nvSpPr>
          <p:spPr>
            <a:xfrm rot="10800000" flipH="1">
              <a:off x="7837009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7" y="82"/>
                    <a:pt x="152" y="27"/>
                  </a:cubicBezTo>
                  <a:cubicBezTo>
                    <a:pt x="134" y="9"/>
                    <a:pt x="111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4" name="Google Shape;1354;p9"/>
            <p:cNvSpPr/>
            <p:nvPr/>
          </p:nvSpPr>
          <p:spPr>
            <a:xfrm rot="10800000" flipH="1">
              <a:off x="7780052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1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5" name="Google Shape;1355;p9"/>
            <p:cNvSpPr/>
            <p:nvPr/>
          </p:nvSpPr>
          <p:spPr>
            <a:xfrm rot="10800000" flipH="1">
              <a:off x="7726738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7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ubicBezTo>
                    <a:pt x="118" y="0"/>
                    <a:pt x="118" y="0"/>
                    <a:pt x="1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6" name="Google Shape;1356;p9"/>
            <p:cNvSpPr/>
            <p:nvPr/>
          </p:nvSpPr>
          <p:spPr>
            <a:xfrm rot="10800000" flipH="1">
              <a:off x="7673424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7" name="Google Shape;1357;p9"/>
            <p:cNvSpPr/>
            <p:nvPr/>
          </p:nvSpPr>
          <p:spPr>
            <a:xfrm rot="10800000" flipH="1">
              <a:off x="7619989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1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8" name="Google Shape;1358;p9"/>
            <p:cNvSpPr/>
            <p:nvPr/>
          </p:nvSpPr>
          <p:spPr>
            <a:xfrm rot="10800000" flipH="1">
              <a:off x="7566797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8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9" name="Google Shape;1359;p9"/>
            <p:cNvSpPr/>
            <p:nvPr/>
          </p:nvSpPr>
          <p:spPr>
            <a:xfrm rot="10800000" flipH="1">
              <a:off x="7513361" y="1083027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0" name="Google Shape;1360;p9"/>
            <p:cNvSpPr/>
            <p:nvPr/>
          </p:nvSpPr>
          <p:spPr>
            <a:xfrm rot="10800000" flipH="1">
              <a:off x="7460169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1" name="Google Shape;1361;p9"/>
            <p:cNvSpPr/>
            <p:nvPr/>
          </p:nvSpPr>
          <p:spPr>
            <a:xfrm rot="10800000" flipH="1">
              <a:off x="7406855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1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2" name="Google Shape;1362;p9"/>
            <p:cNvSpPr/>
            <p:nvPr/>
          </p:nvSpPr>
          <p:spPr>
            <a:xfrm rot="10800000" flipH="1">
              <a:off x="7353541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8" y="0"/>
                    <a:pt x="118" y="0"/>
                    <a:pt x="117" y="0"/>
                  </a:cubicBezTo>
                  <a:cubicBezTo>
                    <a:pt x="39" y="0"/>
                    <a:pt x="1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3" name="Google Shape;1363;p9"/>
            <p:cNvSpPr/>
            <p:nvPr/>
          </p:nvSpPr>
          <p:spPr>
            <a:xfrm rot="10800000" flipH="1">
              <a:off x="7300106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4" name="Google Shape;1364;p9"/>
            <p:cNvSpPr/>
            <p:nvPr/>
          </p:nvSpPr>
          <p:spPr>
            <a:xfrm rot="10800000" flipH="1">
              <a:off x="7246792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5" name="Google Shape;1365;p9"/>
            <p:cNvSpPr/>
            <p:nvPr/>
          </p:nvSpPr>
          <p:spPr>
            <a:xfrm rot="10800000" flipH="1">
              <a:off x="7193478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6" name="Google Shape;1366;p9"/>
            <p:cNvSpPr/>
            <p:nvPr/>
          </p:nvSpPr>
          <p:spPr>
            <a:xfrm rot="10800000" flipH="1">
              <a:off x="7140286" y="1083027"/>
              <a:ext cx="25139" cy="21617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7" name="Google Shape;1367;p9"/>
            <p:cNvSpPr/>
            <p:nvPr/>
          </p:nvSpPr>
          <p:spPr>
            <a:xfrm rot="10800000" flipH="1">
              <a:off x="7086972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8" name="Google Shape;1368;p9"/>
            <p:cNvSpPr/>
            <p:nvPr/>
          </p:nvSpPr>
          <p:spPr>
            <a:xfrm rot="10800000" flipH="1">
              <a:off x="7037180" y="108302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90" y="1"/>
                  </a:moveTo>
                  <a:cubicBezTo>
                    <a:pt x="44" y="1"/>
                    <a:pt x="1" y="36"/>
                    <a:pt x="1" y="89"/>
                  </a:cubicBezTo>
                  <a:cubicBezTo>
                    <a:pt x="1" y="139"/>
                    <a:pt x="40" y="178"/>
                    <a:pt x="89" y="178"/>
                  </a:cubicBezTo>
                  <a:cubicBezTo>
                    <a:pt x="168" y="178"/>
                    <a:pt x="209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9" name="Google Shape;1369;p9"/>
            <p:cNvSpPr/>
            <p:nvPr/>
          </p:nvSpPr>
          <p:spPr>
            <a:xfrm rot="10800000" flipH="1">
              <a:off x="6980223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0" name="Google Shape;1370;p9"/>
            <p:cNvSpPr/>
            <p:nvPr/>
          </p:nvSpPr>
          <p:spPr>
            <a:xfrm rot="10800000" flipH="1">
              <a:off x="6926909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1" name="Google Shape;1371;p9"/>
            <p:cNvSpPr/>
            <p:nvPr/>
          </p:nvSpPr>
          <p:spPr>
            <a:xfrm rot="10800000" flipH="1">
              <a:off x="6877360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39" y="178"/>
                    <a:pt x="88" y="178"/>
                  </a:cubicBezTo>
                  <a:cubicBezTo>
                    <a:pt x="168" y="178"/>
                    <a:pt x="207" y="82"/>
                    <a:pt x="151" y="27"/>
                  </a:cubicBezTo>
                  <a:cubicBezTo>
                    <a:pt x="133" y="9"/>
                    <a:pt x="111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2" name="Google Shape;1372;p9"/>
            <p:cNvSpPr/>
            <p:nvPr/>
          </p:nvSpPr>
          <p:spPr>
            <a:xfrm rot="10800000" flipH="1">
              <a:off x="6820403" y="1083027"/>
              <a:ext cx="25139" cy="21617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3" name="Google Shape;1373;p9"/>
            <p:cNvSpPr/>
            <p:nvPr/>
          </p:nvSpPr>
          <p:spPr>
            <a:xfrm rot="10800000" flipH="1">
              <a:off x="6767089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4" name="Google Shape;1374;p9"/>
            <p:cNvSpPr/>
            <p:nvPr/>
          </p:nvSpPr>
          <p:spPr>
            <a:xfrm rot="10800000" flipH="1">
              <a:off x="6717297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90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8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206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2"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13"/>
          <p:cNvSpPr/>
          <p:nvPr/>
        </p:nvSpPr>
        <p:spPr>
          <a:xfrm rot="10800000" flipH="1">
            <a:off x="0" y="311042"/>
            <a:ext cx="824843" cy="1133133"/>
          </a:xfrm>
          <a:custGeom>
            <a:avLst/>
            <a:gdLst/>
            <a:ahLst/>
            <a:cxnLst/>
            <a:rect l="l" t="t" r="r" b="b"/>
            <a:pathLst>
              <a:path w="10250" h="14081" extrusionOk="0">
                <a:moveTo>
                  <a:pt x="464" y="1"/>
                </a:moveTo>
                <a:cubicBezTo>
                  <a:pt x="311" y="1"/>
                  <a:pt x="156" y="21"/>
                  <a:pt x="0" y="63"/>
                </a:cubicBezTo>
                <a:lnTo>
                  <a:pt x="0" y="14081"/>
                </a:lnTo>
                <a:lnTo>
                  <a:pt x="8372" y="14081"/>
                </a:lnTo>
                <a:cubicBezTo>
                  <a:pt x="10250" y="10505"/>
                  <a:pt x="8261" y="8835"/>
                  <a:pt x="6056" y="8835"/>
                </a:cubicBezTo>
                <a:cubicBezTo>
                  <a:pt x="5843" y="8835"/>
                  <a:pt x="5628" y="8851"/>
                  <a:pt x="5413" y="8882"/>
                </a:cubicBezTo>
                <a:cubicBezTo>
                  <a:pt x="5266" y="8904"/>
                  <a:pt x="5124" y="8914"/>
                  <a:pt x="4988" y="8914"/>
                </a:cubicBezTo>
                <a:cubicBezTo>
                  <a:pt x="2877" y="8914"/>
                  <a:pt x="2084" y="6458"/>
                  <a:pt x="3020" y="4741"/>
                </a:cubicBezTo>
                <a:cubicBezTo>
                  <a:pt x="3943" y="3049"/>
                  <a:pt x="2361" y="1"/>
                  <a:pt x="4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066" name="Google Shape;2066;p13"/>
          <p:cNvSpPr/>
          <p:nvPr/>
        </p:nvSpPr>
        <p:spPr>
          <a:xfrm rot="10800000" flipH="1">
            <a:off x="8521101" y="323934"/>
            <a:ext cx="622899" cy="1321416"/>
          </a:xfrm>
          <a:custGeom>
            <a:avLst/>
            <a:gdLst/>
            <a:ahLst/>
            <a:cxnLst/>
            <a:rect l="l" t="t" r="r" b="b"/>
            <a:pathLst>
              <a:path w="4982" h="10569" extrusionOk="0">
                <a:moveTo>
                  <a:pt x="4982" y="0"/>
                </a:moveTo>
                <a:cubicBezTo>
                  <a:pt x="4223" y="161"/>
                  <a:pt x="4159" y="1002"/>
                  <a:pt x="3518" y="1002"/>
                </a:cubicBezTo>
                <a:cubicBezTo>
                  <a:pt x="3403" y="1002"/>
                  <a:pt x="3270" y="975"/>
                  <a:pt x="3111" y="912"/>
                </a:cubicBezTo>
                <a:cubicBezTo>
                  <a:pt x="2817" y="796"/>
                  <a:pt x="2502" y="727"/>
                  <a:pt x="2197" y="727"/>
                </a:cubicBezTo>
                <a:cubicBezTo>
                  <a:pt x="1414" y="727"/>
                  <a:pt x="694" y="1181"/>
                  <a:pt x="550" y="2466"/>
                </a:cubicBezTo>
                <a:cubicBezTo>
                  <a:pt x="349" y="4251"/>
                  <a:pt x="2941" y="5534"/>
                  <a:pt x="1901" y="6387"/>
                </a:cubicBezTo>
                <a:cubicBezTo>
                  <a:pt x="0" y="7947"/>
                  <a:pt x="1278" y="9143"/>
                  <a:pt x="1990" y="10568"/>
                </a:cubicBezTo>
                <a:lnTo>
                  <a:pt x="4982" y="10568"/>
                </a:lnTo>
                <a:lnTo>
                  <a:pt x="4982" y="0"/>
                </a:lnTo>
                <a:close/>
              </a:path>
            </a:pathLst>
          </a:custGeom>
          <a:solidFill>
            <a:srgbClr val="45374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067" name="Google Shape;2067;p13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61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068" name="Google Shape;2068;p13"/>
          <p:cNvSpPr txBox="1">
            <a:spLocks noGrp="1"/>
          </p:cNvSpPr>
          <p:nvPr>
            <p:ph type="title" idx="2" hasCustomPrompt="1"/>
          </p:nvPr>
        </p:nvSpPr>
        <p:spPr>
          <a:xfrm>
            <a:off x="713225" y="1593535"/>
            <a:ext cx="2136000" cy="3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69" name="Google Shape;2069;p13"/>
          <p:cNvSpPr txBox="1">
            <a:spLocks noGrp="1"/>
          </p:cNvSpPr>
          <p:nvPr>
            <p:ph type="subTitle" idx="1"/>
          </p:nvPr>
        </p:nvSpPr>
        <p:spPr>
          <a:xfrm>
            <a:off x="713225" y="2374625"/>
            <a:ext cx="2136000" cy="55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070" name="Google Shape;2070;p13"/>
          <p:cNvSpPr txBox="1">
            <a:spLocks noGrp="1"/>
          </p:cNvSpPr>
          <p:nvPr>
            <p:ph type="subTitle" idx="3"/>
          </p:nvPr>
        </p:nvSpPr>
        <p:spPr>
          <a:xfrm>
            <a:off x="713225" y="1956625"/>
            <a:ext cx="2136000" cy="41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20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071" name="Google Shape;2071;p13"/>
          <p:cNvSpPr txBox="1">
            <a:spLocks noGrp="1"/>
          </p:cNvSpPr>
          <p:nvPr>
            <p:ph type="title" idx="4" hasCustomPrompt="1"/>
          </p:nvPr>
        </p:nvSpPr>
        <p:spPr>
          <a:xfrm>
            <a:off x="3504012" y="1593500"/>
            <a:ext cx="2136000" cy="3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72" name="Google Shape;2072;p13"/>
          <p:cNvSpPr txBox="1">
            <a:spLocks noGrp="1"/>
          </p:cNvSpPr>
          <p:nvPr>
            <p:ph type="subTitle" idx="5"/>
          </p:nvPr>
        </p:nvSpPr>
        <p:spPr>
          <a:xfrm>
            <a:off x="3504000" y="2374625"/>
            <a:ext cx="2136000" cy="55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073" name="Google Shape;2073;p13"/>
          <p:cNvSpPr txBox="1">
            <a:spLocks noGrp="1"/>
          </p:cNvSpPr>
          <p:nvPr>
            <p:ph type="subTitle" idx="6"/>
          </p:nvPr>
        </p:nvSpPr>
        <p:spPr>
          <a:xfrm>
            <a:off x="3503992" y="1956625"/>
            <a:ext cx="2136000" cy="41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20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074" name="Google Shape;2074;p13"/>
          <p:cNvSpPr txBox="1">
            <a:spLocks noGrp="1"/>
          </p:cNvSpPr>
          <p:nvPr>
            <p:ph type="title" idx="7" hasCustomPrompt="1"/>
          </p:nvPr>
        </p:nvSpPr>
        <p:spPr>
          <a:xfrm>
            <a:off x="6294748" y="1593500"/>
            <a:ext cx="2136000" cy="3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75" name="Google Shape;2075;p13"/>
          <p:cNvSpPr txBox="1">
            <a:spLocks noGrp="1"/>
          </p:cNvSpPr>
          <p:nvPr>
            <p:ph type="subTitle" idx="8"/>
          </p:nvPr>
        </p:nvSpPr>
        <p:spPr>
          <a:xfrm>
            <a:off x="6294725" y="2374625"/>
            <a:ext cx="2136000" cy="55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076" name="Google Shape;2076;p13"/>
          <p:cNvSpPr txBox="1">
            <a:spLocks noGrp="1"/>
          </p:cNvSpPr>
          <p:nvPr>
            <p:ph type="subTitle" idx="9"/>
          </p:nvPr>
        </p:nvSpPr>
        <p:spPr>
          <a:xfrm>
            <a:off x="6294725" y="1956625"/>
            <a:ext cx="2136000" cy="41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20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077" name="Google Shape;2077;p13"/>
          <p:cNvSpPr txBox="1">
            <a:spLocks noGrp="1"/>
          </p:cNvSpPr>
          <p:nvPr>
            <p:ph type="title" idx="13" hasCustomPrompt="1"/>
          </p:nvPr>
        </p:nvSpPr>
        <p:spPr>
          <a:xfrm>
            <a:off x="713225" y="3313298"/>
            <a:ext cx="2136000" cy="3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78" name="Google Shape;2078;p13"/>
          <p:cNvSpPr txBox="1">
            <a:spLocks noGrp="1"/>
          </p:cNvSpPr>
          <p:nvPr>
            <p:ph type="subTitle" idx="14"/>
          </p:nvPr>
        </p:nvSpPr>
        <p:spPr>
          <a:xfrm>
            <a:off x="713225" y="4097700"/>
            <a:ext cx="2136000" cy="55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079" name="Google Shape;2079;p13"/>
          <p:cNvSpPr txBox="1">
            <a:spLocks noGrp="1"/>
          </p:cNvSpPr>
          <p:nvPr>
            <p:ph type="subTitle" idx="15"/>
          </p:nvPr>
        </p:nvSpPr>
        <p:spPr>
          <a:xfrm>
            <a:off x="713225" y="3680100"/>
            <a:ext cx="2136000" cy="41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20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080" name="Google Shape;2080;p13"/>
          <p:cNvSpPr txBox="1">
            <a:spLocks noGrp="1"/>
          </p:cNvSpPr>
          <p:nvPr>
            <p:ph type="title" idx="16" hasCustomPrompt="1"/>
          </p:nvPr>
        </p:nvSpPr>
        <p:spPr>
          <a:xfrm>
            <a:off x="3504012" y="3313263"/>
            <a:ext cx="2136000" cy="3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81" name="Google Shape;2081;p13"/>
          <p:cNvSpPr txBox="1">
            <a:spLocks noGrp="1"/>
          </p:cNvSpPr>
          <p:nvPr>
            <p:ph type="subTitle" idx="17"/>
          </p:nvPr>
        </p:nvSpPr>
        <p:spPr>
          <a:xfrm>
            <a:off x="3503992" y="4097700"/>
            <a:ext cx="2136000" cy="55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082" name="Google Shape;2082;p13"/>
          <p:cNvSpPr txBox="1">
            <a:spLocks noGrp="1"/>
          </p:cNvSpPr>
          <p:nvPr>
            <p:ph type="subTitle" idx="18"/>
          </p:nvPr>
        </p:nvSpPr>
        <p:spPr>
          <a:xfrm>
            <a:off x="3503992" y="3680100"/>
            <a:ext cx="2136000" cy="41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20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083" name="Google Shape;2083;p13"/>
          <p:cNvSpPr txBox="1">
            <a:spLocks noGrp="1"/>
          </p:cNvSpPr>
          <p:nvPr>
            <p:ph type="title" idx="19" hasCustomPrompt="1"/>
          </p:nvPr>
        </p:nvSpPr>
        <p:spPr>
          <a:xfrm>
            <a:off x="6294748" y="3313263"/>
            <a:ext cx="2136000" cy="3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84" name="Google Shape;2084;p13"/>
          <p:cNvSpPr txBox="1">
            <a:spLocks noGrp="1"/>
          </p:cNvSpPr>
          <p:nvPr>
            <p:ph type="subTitle" idx="20"/>
          </p:nvPr>
        </p:nvSpPr>
        <p:spPr>
          <a:xfrm>
            <a:off x="6294725" y="4097700"/>
            <a:ext cx="2136000" cy="55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085" name="Google Shape;2085;p13"/>
          <p:cNvSpPr txBox="1">
            <a:spLocks noGrp="1"/>
          </p:cNvSpPr>
          <p:nvPr>
            <p:ph type="subTitle" idx="21"/>
          </p:nvPr>
        </p:nvSpPr>
        <p:spPr>
          <a:xfrm>
            <a:off x="6294725" y="3680100"/>
            <a:ext cx="2136000" cy="41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20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086" name="Google Shape;2086;p13"/>
          <p:cNvSpPr/>
          <p:nvPr/>
        </p:nvSpPr>
        <p:spPr>
          <a:xfrm>
            <a:off x="8075550" y="0"/>
            <a:ext cx="1068438" cy="1054560"/>
          </a:xfrm>
          <a:custGeom>
            <a:avLst/>
            <a:gdLst/>
            <a:ahLst/>
            <a:cxnLst/>
            <a:rect l="l" t="t" r="r" b="b"/>
            <a:pathLst>
              <a:path w="9991" h="9861" extrusionOk="0">
                <a:moveTo>
                  <a:pt x="1" y="0"/>
                </a:moveTo>
                <a:cubicBezTo>
                  <a:pt x="189" y="4096"/>
                  <a:pt x="2590" y="4453"/>
                  <a:pt x="4551" y="4453"/>
                </a:cubicBezTo>
                <a:cubicBezTo>
                  <a:pt x="4966" y="4453"/>
                  <a:pt x="5360" y="4437"/>
                  <a:pt x="5710" y="4437"/>
                </a:cubicBezTo>
                <a:cubicBezTo>
                  <a:pt x="6198" y="4437"/>
                  <a:pt x="6600" y="4468"/>
                  <a:pt x="6847" y="4616"/>
                </a:cubicBezTo>
                <a:cubicBezTo>
                  <a:pt x="8084" y="5359"/>
                  <a:pt x="7504" y="9861"/>
                  <a:pt x="9844" y="9861"/>
                </a:cubicBezTo>
                <a:cubicBezTo>
                  <a:pt x="9892" y="9861"/>
                  <a:pt x="9940" y="9859"/>
                  <a:pt x="9990" y="9855"/>
                </a:cubicBezTo>
                <a:lnTo>
                  <a:pt x="9990" y="0"/>
                </a:lnTo>
                <a:close/>
              </a:path>
            </a:pathLst>
          </a:custGeom>
          <a:solidFill>
            <a:srgbClr val="F4D5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087" name="Google Shape;2087;p13"/>
          <p:cNvGrpSpPr/>
          <p:nvPr/>
        </p:nvGrpSpPr>
        <p:grpSpPr>
          <a:xfrm>
            <a:off x="8183280" y="19688"/>
            <a:ext cx="947275" cy="1003441"/>
            <a:chOff x="3473775" y="266850"/>
            <a:chExt cx="221450" cy="234575"/>
          </a:xfrm>
        </p:grpSpPr>
        <p:sp>
          <p:nvSpPr>
            <p:cNvPr id="2088" name="Google Shape;2088;p13"/>
            <p:cNvSpPr/>
            <p:nvPr/>
          </p:nvSpPr>
          <p:spPr>
            <a:xfrm>
              <a:off x="3666800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9" name="Google Shape;2089;p13"/>
            <p:cNvSpPr/>
            <p:nvPr/>
          </p:nvSpPr>
          <p:spPr>
            <a:xfrm>
              <a:off x="3678300" y="4967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7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0" name="Google Shape;2090;p13"/>
            <p:cNvSpPr/>
            <p:nvPr/>
          </p:nvSpPr>
          <p:spPr>
            <a:xfrm>
              <a:off x="3678300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1" name="Google Shape;2091;p13"/>
            <p:cNvSpPr/>
            <p:nvPr/>
          </p:nvSpPr>
          <p:spPr>
            <a:xfrm>
              <a:off x="3689775" y="4967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7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2" name="Google Shape;2092;p13"/>
            <p:cNvSpPr/>
            <p:nvPr/>
          </p:nvSpPr>
          <p:spPr>
            <a:xfrm>
              <a:off x="3689775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3" name="Google Shape;2093;p13"/>
            <p:cNvSpPr/>
            <p:nvPr/>
          </p:nvSpPr>
          <p:spPr>
            <a:xfrm>
              <a:off x="3666800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4" name="Google Shape;2094;p13"/>
            <p:cNvSpPr/>
            <p:nvPr/>
          </p:nvSpPr>
          <p:spPr>
            <a:xfrm>
              <a:off x="3678300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5" name="Google Shape;2095;p13"/>
            <p:cNvSpPr/>
            <p:nvPr/>
          </p:nvSpPr>
          <p:spPr>
            <a:xfrm>
              <a:off x="3689775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8"/>
                  </a:cubicBezTo>
                  <a:cubicBezTo>
                    <a:pt x="177" y="188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6" name="Google Shape;2096;p13"/>
            <p:cNvSpPr/>
            <p:nvPr/>
          </p:nvSpPr>
          <p:spPr>
            <a:xfrm>
              <a:off x="3657650" y="462275"/>
              <a:ext cx="2325" cy="4350"/>
            </a:xfrm>
            <a:custGeom>
              <a:avLst/>
              <a:gdLst/>
              <a:ahLst/>
              <a:cxnLst/>
              <a:rect l="l" t="t" r="r" b="b"/>
              <a:pathLst>
                <a:path w="93" h="174" extrusionOk="0">
                  <a:moveTo>
                    <a:pt x="1" y="1"/>
                  </a:moveTo>
                  <a:cubicBezTo>
                    <a:pt x="15" y="59"/>
                    <a:pt x="31" y="118"/>
                    <a:pt x="46" y="174"/>
                  </a:cubicBezTo>
                  <a:cubicBezTo>
                    <a:pt x="75" y="157"/>
                    <a:pt x="93" y="127"/>
                    <a:pt x="93" y="93"/>
                  </a:cubicBezTo>
                  <a:cubicBezTo>
                    <a:pt x="93" y="42"/>
                    <a:pt x="51" y="1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7" name="Google Shape;2097;p13"/>
            <p:cNvSpPr/>
            <p:nvPr/>
          </p:nvSpPr>
          <p:spPr>
            <a:xfrm>
              <a:off x="3666800" y="462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8" name="Google Shape;2098;p13"/>
            <p:cNvSpPr/>
            <p:nvPr/>
          </p:nvSpPr>
          <p:spPr>
            <a:xfrm>
              <a:off x="3678300" y="462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9" name="Google Shape;2099;p13"/>
            <p:cNvSpPr/>
            <p:nvPr/>
          </p:nvSpPr>
          <p:spPr>
            <a:xfrm>
              <a:off x="3689725" y="4622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39"/>
                    <a:pt x="2" y="90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8" y="96"/>
                  </a:cubicBezTo>
                  <a:cubicBezTo>
                    <a:pt x="190" y="46"/>
                    <a:pt x="150" y="2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0" name="Google Shape;2100;p13"/>
            <p:cNvSpPr/>
            <p:nvPr/>
          </p:nvSpPr>
          <p:spPr>
            <a:xfrm>
              <a:off x="3655400" y="450775"/>
              <a:ext cx="5250" cy="4675"/>
            </a:xfrm>
            <a:custGeom>
              <a:avLst/>
              <a:gdLst/>
              <a:ahLst/>
              <a:cxnLst/>
              <a:rect l="l" t="t" r="r" b="b"/>
              <a:pathLst>
                <a:path w="210" h="187" extrusionOk="0">
                  <a:moveTo>
                    <a:pt x="89" y="0"/>
                  </a:moveTo>
                  <a:cubicBezTo>
                    <a:pt x="51" y="0"/>
                    <a:pt x="14" y="23"/>
                    <a:pt x="0" y="66"/>
                  </a:cubicBezTo>
                  <a:cubicBezTo>
                    <a:pt x="7" y="96"/>
                    <a:pt x="14" y="125"/>
                    <a:pt x="21" y="156"/>
                  </a:cubicBezTo>
                  <a:cubicBezTo>
                    <a:pt x="38" y="175"/>
                    <a:pt x="64" y="186"/>
                    <a:pt x="89" y="186"/>
                  </a:cubicBezTo>
                  <a:cubicBezTo>
                    <a:pt x="166" y="186"/>
                    <a:pt x="210" y="100"/>
                    <a:pt x="165" y="39"/>
                  </a:cubicBezTo>
                  <a:cubicBezTo>
                    <a:pt x="145" y="13"/>
                    <a:pt x="117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1" name="Google Shape;2101;p13"/>
            <p:cNvSpPr/>
            <p:nvPr/>
          </p:nvSpPr>
          <p:spPr>
            <a:xfrm>
              <a:off x="3666800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2" name="Google Shape;2102;p13"/>
            <p:cNvSpPr/>
            <p:nvPr/>
          </p:nvSpPr>
          <p:spPr>
            <a:xfrm>
              <a:off x="3678300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3" name="Google Shape;2103;p13"/>
            <p:cNvSpPr/>
            <p:nvPr/>
          </p:nvSpPr>
          <p:spPr>
            <a:xfrm>
              <a:off x="3689775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4" name="Google Shape;2104;p13"/>
            <p:cNvSpPr/>
            <p:nvPr/>
          </p:nvSpPr>
          <p:spPr>
            <a:xfrm>
              <a:off x="3655275" y="439275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5" name="Google Shape;2105;p13"/>
            <p:cNvSpPr/>
            <p:nvPr/>
          </p:nvSpPr>
          <p:spPr>
            <a:xfrm>
              <a:off x="3666800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6" name="Google Shape;2106;p13"/>
            <p:cNvSpPr/>
            <p:nvPr/>
          </p:nvSpPr>
          <p:spPr>
            <a:xfrm>
              <a:off x="3678300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7" name="Google Shape;2107;p13"/>
            <p:cNvSpPr/>
            <p:nvPr/>
          </p:nvSpPr>
          <p:spPr>
            <a:xfrm>
              <a:off x="3689775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8" name="Google Shape;2108;p13"/>
            <p:cNvSpPr/>
            <p:nvPr/>
          </p:nvSpPr>
          <p:spPr>
            <a:xfrm>
              <a:off x="3655275" y="42777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9" name="Google Shape;2109;p13"/>
            <p:cNvSpPr/>
            <p:nvPr/>
          </p:nvSpPr>
          <p:spPr>
            <a:xfrm>
              <a:off x="3666800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0" name="Google Shape;2110;p13"/>
            <p:cNvSpPr/>
            <p:nvPr/>
          </p:nvSpPr>
          <p:spPr>
            <a:xfrm>
              <a:off x="3678300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1" name="Google Shape;2111;p13"/>
            <p:cNvSpPr/>
            <p:nvPr/>
          </p:nvSpPr>
          <p:spPr>
            <a:xfrm>
              <a:off x="3689775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2" name="Google Shape;2112;p13"/>
            <p:cNvSpPr/>
            <p:nvPr/>
          </p:nvSpPr>
          <p:spPr>
            <a:xfrm>
              <a:off x="3645650" y="416300"/>
              <a:ext cx="2825" cy="4375"/>
            </a:xfrm>
            <a:custGeom>
              <a:avLst/>
              <a:gdLst/>
              <a:ahLst/>
              <a:cxnLst/>
              <a:rect l="l" t="t" r="r" b="b"/>
              <a:pathLst>
                <a:path w="113" h="175" extrusionOk="0">
                  <a:moveTo>
                    <a:pt x="20" y="0"/>
                  </a:moveTo>
                  <a:cubicBezTo>
                    <a:pt x="13" y="0"/>
                    <a:pt x="7" y="1"/>
                    <a:pt x="0" y="2"/>
                  </a:cubicBezTo>
                  <a:cubicBezTo>
                    <a:pt x="24" y="59"/>
                    <a:pt x="45" y="116"/>
                    <a:pt x="65" y="174"/>
                  </a:cubicBezTo>
                  <a:cubicBezTo>
                    <a:pt x="95" y="158"/>
                    <a:pt x="113" y="127"/>
                    <a:pt x="113" y="93"/>
                  </a:cubicBezTo>
                  <a:cubicBezTo>
                    <a:pt x="113" y="41"/>
                    <a:pt x="70" y="0"/>
                    <a:pt x="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3" name="Google Shape;2113;p13"/>
            <p:cNvSpPr/>
            <p:nvPr/>
          </p:nvSpPr>
          <p:spPr>
            <a:xfrm>
              <a:off x="3655250" y="4162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93" y="1"/>
                    <a:pt x="93" y="1"/>
                    <a:pt x="92" y="1"/>
                  </a:cubicBezTo>
                  <a:cubicBezTo>
                    <a:pt x="41" y="3"/>
                    <a:pt x="1" y="46"/>
                    <a:pt x="3" y="98"/>
                  </a:cubicBezTo>
                  <a:cubicBezTo>
                    <a:pt x="4" y="147"/>
                    <a:pt x="45" y="187"/>
                    <a:pt x="95" y="187"/>
                  </a:cubicBezTo>
                  <a:cubicBezTo>
                    <a:pt x="96" y="187"/>
                    <a:pt x="97" y="187"/>
                    <a:pt x="99" y="187"/>
                  </a:cubicBezTo>
                  <a:cubicBezTo>
                    <a:pt x="149" y="186"/>
                    <a:pt x="190" y="143"/>
                    <a:pt x="189" y="91"/>
                  </a:cubicBezTo>
                  <a:cubicBezTo>
                    <a:pt x="187" y="41"/>
                    <a:pt x="145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4" name="Google Shape;2114;p13"/>
            <p:cNvSpPr/>
            <p:nvPr/>
          </p:nvSpPr>
          <p:spPr>
            <a:xfrm>
              <a:off x="3666800" y="416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5" name="Google Shape;2115;p13"/>
            <p:cNvSpPr/>
            <p:nvPr/>
          </p:nvSpPr>
          <p:spPr>
            <a:xfrm>
              <a:off x="3678300" y="416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6" name="Google Shape;2116;p13"/>
            <p:cNvSpPr/>
            <p:nvPr/>
          </p:nvSpPr>
          <p:spPr>
            <a:xfrm>
              <a:off x="3689725" y="4162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41"/>
                    <a:pt x="2" y="91"/>
                  </a:cubicBezTo>
                  <a:cubicBezTo>
                    <a:pt x="0" y="142"/>
                    <a:pt x="41" y="186"/>
                    <a:pt x="91" y="187"/>
                  </a:cubicBezTo>
                  <a:cubicBezTo>
                    <a:pt x="93" y="187"/>
                    <a:pt x="94" y="187"/>
                    <a:pt x="95" y="187"/>
                  </a:cubicBezTo>
                  <a:cubicBezTo>
                    <a:pt x="145" y="187"/>
                    <a:pt x="186" y="147"/>
                    <a:pt x="188" y="98"/>
                  </a:cubicBezTo>
                  <a:cubicBezTo>
                    <a:pt x="190" y="46"/>
                    <a:pt x="150" y="3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7" name="Google Shape;2117;p13"/>
            <p:cNvSpPr/>
            <p:nvPr/>
          </p:nvSpPr>
          <p:spPr>
            <a:xfrm>
              <a:off x="3643800" y="404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8" name="Google Shape;2118;p13"/>
            <p:cNvSpPr/>
            <p:nvPr/>
          </p:nvSpPr>
          <p:spPr>
            <a:xfrm>
              <a:off x="3655250" y="404800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6" y="1"/>
                  </a:moveTo>
                  <a:cubicBezTo>
                    <a:pt x="95" y="1"/>
                    <a:pt x="93" y="1"/>
                    <a:pt x="92" y="1"/>
                  </a:cubicBezTo>
                  <a:cubicBezTo>
                    <a:pt x="41" y="2"/>
                    <a:pt x="1" y="45"/>
                    <a:pt x="3" y="97"/>
                  </a:cubicBezTo>
                  <a:cubicBezTo>
                    <a:pt x="4" y="148"/>
                    <a:pt x="46" y="187"/>
                    <a:pt x="97" y="187"/>
                  </a:cubicBezTo>
                  <a:cubicBezTo>
                    <a:pt x="97" y="187"/>
                    <a:pt x="98" y="187"/>
                    <a:pt x="99" y="187"/>
                  </a:cubicBezTo>
                  <a:cubicBezTo>
                    <a:pt x="149" y="184"/>
                    <a:pt x="190" y="142"/>
                    <a:pt x="189" y="91"/>
                  </a:cubicBezTo>
                  <a:cubicBezTo>
                    <a:pt x="187" y="41"/>
                    <a:pt x="146" y="1"/>
                    <a:pt x="9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9" name="Google Shape;2119;p13"/>
            <p:cNvSpPr/>
            <p:nvPr/>
          </p:nvSpPr>
          <p:spPr>
            <a:xfrm>
              <a:off x="3666800" y="404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0" name="Google Shape;2120;p13"/>
            <p:cNvSpPr/>
            <p:nvPr/>
          </p:nvSpPr>
          <p:spPr>
            <a:xfrm>
              <a:off x="3678300" y="404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1" name="Google Shape;2121;p13"/>
            <p:cNvSpPr/>
            <p:nvPr/>
          </p:nvSpPr>
          <p:spPr>
            <a:xfrm>
              <a:off x="3689725" y="404800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39"/>
                    <a:pt x="2" y="90"/>
                  </a:cubicBezTo>
                  <a:cubicBezTo>
                    <a:pt x="0" y="142"/>
                    <a:pt x="41" y="184"/>
                    <a:pt x="91" y="187"/>
                  </a:cubicBezTo>
                  <a:cubicBezTo>
                    <a:pt x="92" y="187"/>
                    <a:pt x="93" y="187"/>
                    <a:pt x="94" y="187"/>
                  </a:cubicBezTo>
                  <a:cubicBezTo>
                    <a:pt x="144" y="187"/>
                    <a:pt x="186" y="148"/>
                    <a:pt x="188" y="97"/>
                  </a:cubicBezTo>
                  <a:cubicBezTo>
                    <a:pt x="190" y="46"/>
                    <a:pt x="150" y="2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2" name="Google Shape;2122;p13"/>
            <p:cNvSpPr/>
            <p:nvPr/>
          </p:nvSpPr>
          <p:spPr>
            <a:xfrm>
              <a:off x="3632300" y="393275"/>
              <a:ext cx="4700" cy="4700"/>
            </a:xfrm>
            <a:custGeom>
              <a:avLst/>
              <a:gdLst/>
              <a:ahLst/>
              <a:cxnLst/>
              <a:rect l="l" t="t" r="r" b="b"/>
              <a:pathLst>
                <a:path w="188" h="188" extrusionOk="0">
                  <a:moveTo>
                    <a:pt x="95" y="1"/>
                  </a:moveTo>
                  <a:cubicBezTo>
                    <a:pt x="43" y="1"/>
                    <a:pt x="2" y="42"/>
                    <a:pt x="1" y="93"/>
                  </a:cubicBezTo>
                  <a:cubicBezTo>
                    <a:pt x="33" y="123"/>
                    <a:pt x="64" y="155"/>
                    <a:pt x="93" y="187"/>
                  </a:cubicBezTo>
                  <a:lnTo>
                    <a:pt x="94" y="187"/>
                  </a:lnTo>
                  <a:cubicBezTo>
                    <a:pt x="146" y="187"/>
                    <a:pt x="187" y="146"/>
                    <a:pt x="187" y="95"/>
                  </a:cubicBezTo>
                  <a:cubicBezTo>
                    <a:pt x="187" y="43"/>
                    <a:pt x="146" y="2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3" name="Google Shape;2123;p13"/>
            <p:cNvSpPr/>
            <p:nvPr/>
          </p:nvSpPr>
          <p:spPr>
            <a:xfrm>
              <a:off x="3643800" y="3933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8"/>
                    <a:pt x="1" y="94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4" name="Google Shape;2124;p13"/>
            <p:cNvSpPr/>
            <p:nvPr/>
          </p:nvSpPr>
          <p:spPr>
            <a:xfrm>
              <a:off x="3655275" y="39330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8"/>
                    <a:pt x="1" y="94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8"/>
                  </a:cubicBezTo>
                  <a:cubicBezTo>
                    <a:pt x="142" y="9"/>
                    <a:pt x="118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5" name="Google Shape;2125;p13"/>
            <p:cNvSpPr/>
            <p:nvPr/>
          </p:nvSpPr>
          <p:spPr>
            <a:xfrm>
              <a:off x="3666800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6" name="Google Shape;2126;p13"/>
            <p:cNvSpPr/>
            <p:nvPr/>
          </p:nvSpPr>
          <p:spPr>
            <a:xfrm>
              <a:off x="3678300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7" name="Google Shape;2127;p13"/>
            <p:cNvSpPr/>
            <p:nvPr/>
          </p:nvSpPr>
          <p:spPr>
            <a:xfrm>
              <a:off x="3689775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8" name="Google Shape;2128;p13"/>
            <p:cNvSpPr/>
            <p:nvPr/>
          </p:nvSpPr>
          <p:spPr>
            <a:xfrm>
              <a:off x="3599375" y="381800"/>
              <a:ext cx="2275" cy="550"/>
            </a:xfrm>
            <a:custGeom>
              <a:avLst/>
              <a:gdLst/>
              <a:ahLst/>
              <a:cxnLst/>
              <a:rect l="l" t="t" r="r" b="b"/>
              <a:pathLst>
                <a:path w="91" h="22" extrusionOk="0">
                  <a:moveTo>
                    <a:pt x="32" y="0"/>
                  </a:moveTo>
                  <a:cubicBezTo>
                    <a:pt x="21" y="0"/>
                    <a:pt x="10" y="2"/>
                    <a:pt x="0" y="6"/>
                  </a:cubicBezTo>
                  <a:cubicBezTo>
                    <a:pt x="29" y="12"/>
                    <a:pt x="60" y="16"/>
                    <a:pt x="90" y="22"/>
                  </a:cubicBezTo>
                  <a:cubicBezTo>
                    <a:pt x="73" y="8"/>
                    <a:pt x="52" y="0"/>
                    <a:pt x="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9" name="Google Shape;2129;p13"/>
            <p:cNvSpPr/>
            <p:nvPr/>
          </p:nvSpPr>
          <p:spPr>
            <a:xfrm>
              <a:off x="3609325" y="381800"/>
              <a:ext cx="5225" cy="3425"/>
            </a:xfrm>
            <a:custGeom>
              <a:avLst/>
              <a:gdLst/>
              <a:ahLst/>
              <a:cxnLst/>
              <a:rect l="l" t="t" r="r" b="b"/>
              <a:pathLst>
                <a:path w="209" h="137" extrusionOk="0">
                  <a:moveTo>
                    <a:pt x="94" y="1"/>
                  </a:moveTo>
                  <a:cubicBezTo>
                    <a:pt x="45" y="1"/>
                    <a:pt x="5" y="39"/>
                    <a:pt x="0" y="87"/>
                  </a:cubicBezTo>
                  <a:cubicBezTo>
                    <a:pt x="60" y="102"/>
                    <a:pt x="119" y="119"/>
                    <a:pt x="176" y="137"/>
                  </a:cubicBezTo>
                  <a:cubicBezTo>
                    <a:pt x="209" y="75"/>
                    <a:pt x="164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0" name="Google Shape;2130;p13"/>
            <p:cNvSpPr/>
            <p:nvPr/>
          </p:nvSpPr>
          <p:spPr>
            <a:xfrm>
              <a:off x="3620825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1" name="Google Shape;2131;p13"/>
            <p:cNvSpPr/>
            <p:nvPr/>
          </p:nvSpPr>
          <p:spPr>
            <a:xfrm>
              <a:off x="36323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2" name="Google Shape;2132;p13"/>
            <p:cNvSpPr/>
            <p:nvPr/>
          </p:nvSpPr>
          <p:spPr>
            <a:xfrm>
              <a:off x="3643800" y="38180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3" name="Google Shape;2133;p13"/>
            <p:cNvSpPr/>
            <p:nvPr/>
          </p:nvSpPr>
          <p:spPr>
            <a:xfrm>
              <a:off x="3655275" y="381800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9"/>
                  </a:cubicBezTo>
                  <a:cubicBezTo>
                    <a:pt x="141" y="9"/>
                    <a:pt x="118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4" name="Google Shape;2134;p13"/>
            <p:cNvSpPr/>
            <p:nvPr/>
          </p:nvSpPr>
          <p:spPr>
            <a:xfrm>
              <a:off x="36668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5" name="Google Shape;2135;p13"/>
            <p:cNvSpPr/>
            <p:nvPr/>
          </p:nvSpPr>
          <p:spPr>
            <a:xfrm>
              <a:off x="36783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6" name="Google Shape;2136;p13"/>
            <p:cNvSpPr/>
            <p:nvPr/>
          </p:nvSpPr>
          <p:spPr>
            <a:xfrm>
              <a:off x="3689775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7" name="Google Shape;2137;p13"/>
            <p:cNvSpPr/>
            <p:nvPr/>
          </p:nvSpPr>
          <p:spPr>
            <a:xfrm>
              <a:off x="3529725" y="3703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59" y="0"/>
                  </a:moveTo>
                  <a:cubicBezTo>
                    <a:pt x="37" y="0"/>
                    <a:pt x="17" y="7"/>
                    <a:pt x="0" y="22"/>
                  </a:cubicBezTo>
                  <a:cubicBezTo>
                    <a:pt x="50" y="44"/>
                    <a:pt x="100" y="65"/>
                    <a:pt x="152" y="85"/>
                  </a:cubicBezTo>
                  <a:cubicBezTo>
                    <a:pt x="148" y="36"/>
                    <a:pt x="107" y="0"/>
                    <a:pt x="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8" name="Google Shape;2138;p13"/>
            <p:cNvSpPr/>
            <p:nvPr/>
          </p:nvSpPr>
          <p:spPr>
            <a:xfrm>
              <a:off x="354035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9" name="Google Shape;2139;p13"/>
            <p:cNvSpPr/>
            <p:nvPr/>
          </p:nvSpPr>
          <p:spPr>
            <a:xfrm>
              <a:off x="355185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0" name="Google Shape;2140;p13"/>
            <p:cNvSpPr/>
            <p:nvPr/>
          </p:nvSpPr>
          <p:spPr>
            <a:xfrm>
              <a:off x="356335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1" name="Google Shape;2141;p13"/>
            <p:cNvSpPr/>
            <p:nvPr/>
          </p:nvSpPr>
          <p:spPr>
            <a:xfrm>
              <a:off x="3574825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2" name="Google Shape;2142;p13"/>
            <p:cNvSpPr/>
            <p:nvPr/>
          </p:nvSpPr>
          <p:spPr>
            <a:xfrm>
              <a:off x="358635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3" name="Google Shape;2143;p13"/>
            <p:cNvSpPr/>
            <p:nvPr/>
          </p:nvSpPr>
          <p:spPr>
            <a:xfrm>
              <a:off x="3597825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7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4" name="Google Shape;2144;p13"/>
            <p:cNvSpPr/>
            <p:nvPr/>
          </p:nvSpPr>
          <p:spPr>
            <a:xfrm>
              <a:off x="360932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5" name="Google Shape;2145;p13"/>
            <p:cNvSpPr/>
            <p:nvPr/>
          </p:nvSpPr>
          <p:spPr>
            <a:xfrm>
              <a:off x="362082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1" y="37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6" name="Google Shape;2146;p13"/>
            <p:cNvSpPr/>
            <p:nvPr/>
          </p:nvSpPr>
          <p:spPr>
            <a:xfrm>
              <a:off x="36323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7" name="Google Shape;2147;p13"/>
            <p:cNvSpPr/>
            <p:nvPr/>
          </p:nvSpPr>
          <p:spPr>
            <a:xfrm>
              <a:off x="364380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8" name="Google Shape;2148;p13"/>
            <p:cNvSpPr/>
            <p:nvPr/>
          </p:nvSpPr>
          <p:spPr>
            <a:xfrm>
              <a:off x="3655275" y="37032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7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9" name="Google Shape;2149;p13"/>
            <p:cNvSpPr/>
            <p:nvPr/>
          </p:nvSpPr>
          <p:spPr>
            <a:xfrm>
              <a:off x="36668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0" name="Google Shape;2150;p13"/>
            <p:cNvSpPr/>
            <p:nvPr/>
          </p:nvSpPr>
          <p:spPr>
            <a:xfrm>
              <a:off x="36783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1" name="Google Shape;2151;p13"/>
            <p:cNvSpPr/>
            <p:nvPr/>
          </p:nvSpPr>
          <p:spPr>
            <a:xfrm>
              <a:off x="368977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2" name="Google Shape;2152;p13"/>
            <p:cNvSpPr/>
            <p:nvPr/>
          </p:nvSpPr>
          <p:spPr>
            <a:xfrm>
              <a:off x="3517375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3" name="Google Shape;2153;p13"/>
            <p:cNvSpPr/>
            <p:nvPr/>
          </p:nvSpPr>
          <p:spPr>
            <a:xfrm>
              <a:off x="352887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4" name="Google Shape;2154;p13"/>
            <p:cNvSpPr/>
            <p:nvPr/>
          </p:nvSpPr>
          <p:spPr>
            <a:xfrm>
              <a:off x="3540350" y="358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5" name="Google Shape;2155;p13"/>
            <p:cNvSpPr/>
            <p:nvPr/>
          </p:nvSpPr>
          <p:spPr>
            <a:xfrm>
              <a:off x="355185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6" name="Google Shape;2156;p13"/>
            <p:cNvSpPr/>
            <p:nvPr/>
          </p:nvSpPr>
          <p:spPr>
            <a:xfrm>
              <a:off x="3563350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4"/>
                  </a:cubicBezTo>
                  <a:cubicBezTo>
                    <a:pt x="187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7" name="Google Shape;2157;p13"/>
            <p:cNvSpPr/>
            <p:nvPr/>
          </p:nvSpPr>
          <p:spPr>
            <a:xfrm>
              <a:off x="3574675" y="358850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0" y="0"/>
                  </a:moveTo>
                  <a:cubicBezTo>
                    <a:pt x="96" y="0"/>
                    <a:pt x="91" y="1"/>
                    <a:pt x="86" y="1"/>
                  </a:cubicBezTo>
                  <a:cubicBezTo>
                    <a:pt x="35" y="9"/>
                    <a:pt x="0" y="58"/>
                    <a:pt x="8" y="108"/>
                  </a:cubicBezTo>
                  <a:cubicBezTo>
                    <a:pt x="16" y="154"/>
                    <a:pt x="55" y="186"/>
                    <a:pt x="100" y="186"/>
                  </a:cubicBezTo>
                  <a:cubicBezTo>
                    <a:pt x="105" y="186"/>
                    <a:pt x="110" y="186"/>
                    <a:pt x="115" y="185"/>
                  </a:cubicBezTo>
                  <a:cubicBezTo>
                    <a:pt x="166" y="177"/>
                    <a:pt x="200" y="129"/>
                    <a:pt x="193" y="78"/>
                  </a:cubicBezTo>
                  <a:cubicBezTo>
                    <a:pt x="184" y="32"/>
                    <a:pt x="145" y="0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8" name="Google Shape;2158;p13"/>
            <p:cNvSpPr/>
            <p:nvPr/>
          </p:nvSpPr>
          <p:spPr>
            <a:xfrm>
              <a:off x="3586350" y="358825"/>
              <a:ext cx="4650" cy="4650"/>
            </a:xfrm>
            <a:custGeom>
              <a:avLst/>
              <a:gdLst/>
              <a:ahLst/>
              <a:cxnLst/>
              <a:rect l="l" t="t" r="r" b="b"/>
              <a:pathLst>
                <a:path w="186" h="186" extrusionOk="0">
                  <a:moveTo>
                    <a:pt x="92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9" name="Google Shape;2159;p13"/>
            <p:cNvSpPr/>
            <p:nvPr/>
          </p:nvSpPr>
          <p:spPr>
            <a:xfrm>
              <a:off x="3597500" y="358825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8" y="0"/>
                  </a:moveTo>
                  <a:cubicBezTo>
                    <a:pt x="71" y="0"/>
                    <a:pt x="36" y="22"/>
                    <a:pt x="21" y="58"/>
                  </a:cubicBezTo>
                  <a:cubicBezTo>
                    <a:pt x="1" y="105"/>
                    <a:pt x="23" y="160"/>
                    <a:pt x="72" y="179"/>
                  </a:cubicBezTo>
                  <a:cubicBezTo>
                    <a:pt x="84" y="184"/>
                    <a:pt x="96" y="187"/>
                    <a:pt x="108" y="187"/>
                  </a:cubicBezTo>
                  <a:cubicBezTo>
                    <a:pt x="144" y="187"/>
                    <a:pt x="178" y="165"/>
                    <a:pt x="192" y="128"/>
                  </a:cubicBezTo>
                  <a:cubicBezTo>
                    <a:pt x="212" y="81"/>
                    <a:pt x="190" y="27"/>
                    <a:pt x="143" y="7"/>
                  </a:cubicBezTo>
                  <a:cubicBezTo>
                    <a:pt x="131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0" name="Google Shape;2160;p13"/>
            <p:cNvSpPr/>
            <p:nvPr/>
          </p:nvSpPr>
          <p:spPr>
            <a:xfrm>
              <a:off x="360932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1" name="Google Shape;2161;p13"/>
            <p:cNvSpPr/>
            <p:nvPr/>
          </p:nvSpPr>
          <p:spPr>
            <a:xfrm>
              <a:off x="362082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4"/>
                  </a:cubicBezTo>
                  <a:cubicBezTo>
                    <a:pt x="186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2" name="Google Shape;2162;p13"/>
            <p:cNvSpPr/>
            <p:nvPr/>
          </p:nvSpPr>
          <p:spPr>
            <a:xfrm>
              <a:off x="36323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3" name="Google Shape;2163;p13"/>
            <p:cNvSpPr/>
            <p:nvPr/>
          </p:nvSpPr>
          <p:spPr>
            <a:xfrm>
              <a:off x="3643800" y="358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4" name="Google Shape;2164;p13"/>
            <p:cNvSpPr/>
            <p:nvPr/>
          </p:nvSpPr>
          <p:spPr>
            <a:xfrm>
              <a:off x="3655250" y="35882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93" y="0"/>
                    <a:pt x="93" y="0"/>
                    <a:pt x="92" y="0"/>
                  </a:cubicBezTo>
                  <a:cubicBezTo>
                    <a:pt x="41" y="2"/>
                    <a:pt x="1" y="45"/>
                    <a:pt x="3" y="97"/>
                  </a:cubicBezTo>
                  <a:cubicBezTo>
                    <a:pt x="4" y="146"/>
                    <a:pt x="45" y="186"/>
                    <a:pt x="95" y="186"/>
                  </a:cubicBezTo>
                  <a:cubicBezTo>
                    <a:pt x="96" y="186"/>
                    <a:pt x="97" y="186"/>
                    <a:pt x="99" y="186"/>
                  </a:cubicBezTo>
                  <a:cubicBezTo>
                    <a:pt x="149" y="185"/>
                    <a:pt x="190" y="142"/>
                    <a:pt x="189" y="90"/>
                  </a:cubicBezTo>
                  <a:cubicBezTo>
                    <a:pt x="187" y="40"/>
                    <a:pt x="145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5" name="Google Shape;2165;p13"/>
            <p:cNvSpPr/>
            <p:nvPr/>
          </p:nvSpPr>
          <p:spPr>
            <a:xfrm>
              <a:off x="36668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6" name="Google Shape;2166;p13"/>
            <p:cNvSpPr/>
            <p:nvPr/>
          </p:nvSpPr>
          <p:spPr>
            <a:xfrm>
              <a:off x="36783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7" name="Google Shape;2167;p13"/>
            <p:cNvSpPr/>
            <p:nvPr/>
          </p:nvSpPr>
          <p:spPr>
            <a:xfrm>
              <a:off x="3689725" y="358825"/>
              <a:ext cx="4775" cy="4650"/>
            </a:xfrm>
            <a:custGeom>
              <a:avLst/>
              <a:gdLst/>
              <a:ahLst/>
              <a:cxnLst/>
              <a:rect l="l" t="t" r="r" b="b"/>
              <a:pathLst>
                <a:path w="191" h="186" extrusionOk="0">
                  <a:moveTo>
                    <a:pt x="94" y="0"/>
                  </a:moveTo>
                  <a:cubicBezTo>
                    <a:pt x="45" y="0"/>
                    <a:pt x="4" y="40"/>
                    <a:pt x="2" y="90"/>
                  </a:cubicBezTo>
                  <a:cubicBezTo>
                    <a:pt x="0" y="141"/>
                    <a:pt x="41" y="185"/>
                    <a:pt x="91" y="186"/>
                  </a:cubicBezTo>
                  <a:cubicBezTo>
                    <a:pt x="93" y="186"/>
                    <a:pt x="94" y="186"/>
                    <a:pt x="95" y="186"/>
                  </a:cubicBezTo>
                  <a:cubicBezTo>
                    <a:pt x="145" y="186"/>
                    <a:pt x="186" y="146"/>
                    <a:pt x="188" y="97"/>
                  </a:cubicBezTo>
                  <a:cubicBezTo>
                    <a:pt x="190" y="45"/>
                    <a:pt x="150" y="2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8" name="Google Shape;2168;p13"/>
            <p:cNvSpPr/>
            <p:nvPr/>
          </p:nvSpPr>
          <p:spPr>
            <a:xfrm>
              <a:off x="35059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9" name="Google Shape;2169;p13"/>
            <p:cNvSpPr/>
            <p:nvPr/>
          </p:nvSpPr>
          <p:spPr>
            <a:xfrm>
              <a:off x="35173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0" name="Google Shape;2170;p13"/>
            <p:cNvSpPr/>
            <p:nvPr/>
          </p:nvSpPr>
          <p:spPr>
            <a:xfrm>
              <a:off x="35288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1" name="Google Shape;2171;p13"/>
            <p:cNvSpPr/>
            <p:nvPr/>
          </p:nvSpPr>
          <p:spPr>
            <a:xfrm>
              <a:off x="354035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2" name="Google Shape;2172;p13"/>
            <p:cNvSpPr/>
            <p:nvPr/>
          </p:nvSpPr>
          <p:spPr>
            <a:xfrm>
              <a:off x="355185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3" name="Google Shape;2173;p13"/>
            <p:cNvSpPr/>
            <p:nvPr/>
          </p:nvSpPr>
          <p:spPr>
            <a:xfrm>
              <a:off x="356335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4" name="Google Shape;2174;p13"/>
            <p:cNvSpPr/>
            <p:nvPr/>
          </p:nvSpPr>
          <p:spPr>
            <a:xfrm>
              <a:off x="3574825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5" name="Google Shape;2175;p13"/>
            <p:cNvSpPr/>
            <p:nvPr/>
          </p:nvSpPr>
          <p:spPr>
            <a:xfrm>
              <a:off x="358635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6" name="Google Shape;2176;p13"/>
            <p:cNvSpPr/>
            <p:nvPr/>
          </p:nvSpPr>
          <p:spPr>
            <a:xfrm>
              <a:off x="3597825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7" name="Google Shape;2177;p13"/>
            <p:cNvSpPr/>
            <p:nvPr/>
          </p:nvSpPr>
          <p:spPr>
            <a:xfrm>
              <a:off x="360932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8" name="Google Shape;2178;p13"/>
            <p:cNvSpPr/>
            <p:nvPr/>
          </p:nvSpPr>
          <p:spPr>
            <a:xfrm>
              <a:off x="362082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1" y="38"/>
                    <a:pt x="1" y="93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9" name="Google Shape;2179;p13"/>
            <p:cNvSpPr/>
            <p:nvPr/>
          </p:nvSpPr>
          <p:spPr>
            <a:xfrm>
              <a:off x="36323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0" name="Google Shape;2180;p13"/>
            <p:cNvSpPr/>
            <p:nvPr/>
          </p:nvSpPr>
          <p:spPr>
            <a:xfrm>
              <a:off x="364380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1" name="Google Shape;2181;p13"/>
            <p:cNvSpPr/>
            <p:nvPr/>
          </p:nvSpPr>
          <p:spPr>
            <a:xfrm>
              <a:off x="3655275" y="34732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2" name="Google Shape;2182;p13"/>
            <p:cNvSpPr/>
            <p:nvPr/>
          </p:nvSpPr>
          <p:spPr>
            <a:xfrm>
              <a:off x="36668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3" name="Google Shape;2183;p13"/>
            <p:cNvSpPr/>
            <p:nvPr/>
          </p:nvSpPr>
          <p:spPr>
            <a:xfrm>
              <a:off x="36783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4" name="Google Shape;2184;p13"/>
            <p:cNvSpPr/>
            <p:nvPr/>
          </p:nvSpPr>
          <p:spPr>
            <a:xfrm>
              <a:off x="36897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5" name="Google Shape;2185;p13"/>
            <p:cNvSpPr/>
            <p:nvPr/>
          </p:nvSpPr>
          <p:spPr>
            <a:xfrm>
              <a:off x="3494325" y="33582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46" y="1"/>
                    <a:pt x="4" y="41"/>
                    <a:pt x="3" y="90"/>
                  </a:cubicBezTo>
                  <a:cubicBezTo>
                    <a:pt x="1" y="142"/>
                    <a:pt x="40" y="184"/>
                    <a:pt x="92" y="187"/>
                  </a:cubicBezTo>
                  <a:cubicBezTo>
                    <a:pt x="93" y="187"/>
                    <a:pt x="94" y="187"/>
                    <a:pt x="96" y="187"/>
                  </a:cubicBezTo>
                  <a:cubicBezTo>
                    <a:pt x="145" y="187"/>
                    <a:pt x="186" y="147"/>
                    <a:pt x="189" y="98"/>
                  </a:cubicBezTo>
                  <a:cubicBezTo>
                    <a:pt x="190" y="46"/>
                    <a:pt x="150" y="3"/>
                    <a:pt x="99" y="1"/>
                  </a:cubicBezTo>
                  <a:cubicBezTo>
                    <a:pt x="97" y="1"/>
                    <a:pt x="96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6" name="Google Shape;2186;p13"/>
            <p:cNvSpPr/>
            <p:nvPr/>
          </p:nvSpPr>
          <p:spPr>
            <a:xfrm>
              <a:off x="35059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7" name="Google Shape;2187;p13"/>
            <p:cNvSpPr/>
            <p:nvPr/>
          </p:nvSpPr>
          <p:spPr>
            <a:xfrm>
              <a:off x="3517375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8" name="Google Shape;2188;p13"/>
            <p:cNvSpPr/>
            <p:nvPr/>
          </p:nvSpPr>
          <p:spPr>
            <a:xfrm>
              <a:off x="352887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9" name="Google Shape;2189;p13"/>
            <p:cNvSpPr/>
            <p:nvPr/>
          </p:nvSpPr>
          <p:spPr>
            <a:xfrm>
              <a:off x="3540350" y="3358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0" name="Google Shape;2190;p13"/>
            <p:cNvSpPr/>
            <p:nvPr/>
          </p:nvSpPr>
          <p:spPr>
            <a:xfrm>
              <a:off x="355185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1" name="Google Shape;2191;p13"/>
            <p:cNvSpPr/>
            <p:nvPr/>
          </p:nvSpPr>
          <p:spPr>
            <a:xfrm>
              <a:off x="3563350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1" y="43"/>
                    <a:pt x="1" y="94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45" y="187"/>
                    <a:pt x="187" y="145"/>
                    <a:pt x="187" y="94"/>
                  </a:cubicBezTo>
                  <a:cubicBezTo>
                    <a:pt x="187" y="43"/>
                    <a:pt x="145" y="1"/>
                    <a:pt x="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2" name="Google Shape;2192;p13"/>
            <p:cNvSpPr/>
            <p:nvPr/>
          </p:nvSpPr>
          <p:spPr>
            <a:xfrm>
              <a:off x="3574675" y="335850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2" y="1"/>
                  </a:moveTo>
                  <a:cubicBezTo>
                    <a:pt x="96" y="1"/>
                    <a:pt x="91" y="1"/>
                    <a:pt x="86" y="2"/>
                  </a:cubicBezTo>
                  <a:cubicBezTo>
                    <a:pt x="35" y="10"/>
                    <a:pt x="0" y="57"/>
                    <a:pt x="8" y="109"/>
                  </a:cubicBezTo>
                  <a:cubicBezTo>
                    <a:pt x="16" y="155"/>
                    <a:pt x="55" y="187"/>
                    <a:pt x="100" y="187"/>
                  </a:cubicBezTo>
                  <a:cubicBezTo>
                    <a:pt x="105" y="187"/>
                    <a:pt x="110" y="186"/>
                    <a:pt x="115" y="186"/>
                  </a:cubicBezTo>
                  <a:cubicBezTo>
                    <a:pt x="166" y="178"/>
                    <a:pt x="200" y="129"/>
                    <a:pt x="193" y="79"/>
                  </a:cubicBezTo>
                  <a:cubicBezTo>
                    <a:pt x="185" y="33"/>
                    <a:pt x="146" y="1"/>
                    <a:pt x="10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3" name="Google Shape;2193;p13"/>
            <p:cNvSpPr/>
            <p:nvPr/>
          </p:nvSpPr>
          <p:spPr>
            <a:xfrm>
              <a:off x="3586350" y="335825"/>
              <a:ext cx="4650" cy="4675"/>
            </a:xfrm>
            <a:custGeom>
              <a:avLst/>
              <a:gdLst/>
              <a:ahLst/>
              <a:cxnLst/>
              <a:rect l="l" t="t" r="r" b="b"/>
              <a:pathLst>
                <a:path w="186" h="187" extrusionOk="0">
                  <a:moveTo>
                    <a:pt x="92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4" name="Google Shape;2194;p13"/>
            <p:cNvSpPr/>
            <p:nvPr/>
          </p:nvSpPr>
          <p:spPr>
            <a:xfrm>
              <a:off x="3597500" y="335825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8" y="1"/>
                  </a:moveTo>
                  <a:cubicBezTo>
                    <a:pt x="71" y="1"/>
                    <a:pt x="36" y="22"/>
                    <a:pt x="21" y="58"/>
                  </a:cubicBezTo>
                  <a:cubicBezTo>
                    <a:pt x="1" y="106"/>
                    <a:pt x="23" y="160"/>
                    <a:pt x="71" y="180"/>
                  </a:cubicBezTo>
                  <a:cubicBezTo>
                    <a:pt x="82" y="184"/>
                    <a:pt x="94" y="187"/>
                    <a:pt x="106" y="187"/>
                  </a:cubicBezTo>
                  <a:cubicBezTo>
                    <a:pt x="143" y="187"/>
                    <a:pt x="178" y="165"/>
                    <a:pt x="192" y="129"/>
                  </a:cubicBezTo>
                  <a:cubicBezTo>
                    <a:pt x="212" y="82"/>
                    <a:pt x="190" y="28"/>
                    <a:pt x="143" y="8"/>
                  </a:cubicBezTo>
                  <a:cubicBezTo>
                    <a:pt x="131" y="3"/>
                    <a:pt x="119" y="1"/>
                    <a:pt x="10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5" name="Google Shape;2195;p13"/>
            <p:cNvSpPr/>
            <p:nvPr/>
          </p:nvSpPr>
          <p:spPr>
            <a:xfrm>
              <a:off x="360932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4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6" name="Google Shape;2196;p13"/>
            <p:cNvSpPr/>
            <p:nvPr/>
          </p:nvSpPr>
          <p:spPr>
            <a:xfrm>
              <a:off x="362082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1" y="43"/>
                    <a:pt x="1" y="94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45" y="187"/>
                    <a:pt x="186" y="145"/>
                    <a:pt x="186" y="94"/>
                  </a:cubicBezTo>
                  <a:cubicBezTo>
                    <a:pt x="186" y="43"/>
                    <a:pt x="145" y="1"/>
                    <a:pt x="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7" name="Google Shape;2197;p13"/>
            <p:cNvSpPr/>
            <p:nvPr/>
          </p:nvSpPr>
          <p:spPr>
            <a:xfrm>
              <a:off x="36323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6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8" name="Google Shape;2198;p13"/>
            <p:cNvSpPr/>
            <p:nvPr/>
          </p:nvSpPr>
          <p:spPr>
            <a:xfrm>
              <a:off x="3643800" y="3358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9" name="Google Shape;2199;p13"/>
            <p:cNvSpPr/>
            <p:nvPr/>
          </p:nvSpPr>
          <p:spPr>
            <a:xfrm>
              <a:off x="3655250" y="33582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93" y="1"/>
                    <a:pt x="93" y="1"/>
                    <a:pt x="92" y="1"/>
                  </a:cubicBezTo>
                  <a:cubicBezTo>
                    <a:pt x="41" y="3"/>
                    <a:pt x="1" y="46"/>
                    <a:pt x="3" y="97"/>
                  </a:cubicBezTo>
                  <a:cubicBezTo>
                    <a:pt x="4" y="147"/>
                    <a:pt x="45" y="187"/>
                    <a:pt x="95" y="187"/>
                  </a:cubicBezTo>
                  <a:cubicBezTo>
                    <a:pt x="96" y="187"/>
                    <a:pt x="97" y="187"/>
                    <a:pt x="99" y="187"/>
                  </a:cubicBezTo>
                  <a:cubicBezTo>
                    <a:pt x="149" y="185"/>
                    <a:pt x="190" y="143"/>
                    <a:pt x="189" y="91"/>
                  </a:cubicBezTo>
                  <a:cubicBezTo>
                    <a:pt x="187" y="40"/>
                    <a:pt x="145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0" name="Google Shape;2200;p13"/>
            <p:cNvSpPr/>
            <p:nvPr/>
          </p:nvSpPr>
          <p:spPr>
            <a:xfrm>
              <a:off x="36668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1" name="Google Shape;2201;p13"/>
            <p:cNvSpPr/>
            <p:nvPr/>
          </p:nvSpPr>
          <p:spPr>
            <a:xfrm>
              <a:off x="36783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2" name="Google Shape;2202;p13"/>
            <p:cNvSpPr/>
            <p:nvPr/>
          </p:nvSpPr>
          <p:spPr>
            <a:xfrm>
              <a:off x="3689725" y="33582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41"/>
                    <a:pt x="2" y="90"/>
                  </a:cubicBezTo>
                  <a:cubicBezTo>
                    <a:pt x="0" y="142"/>
                    <a:pt x="41" y="184"/>
                    <a:pt x="91" y="187"/>
                  </a:cubicBezTo>
                  <a:cubicBezTo>
                    <a:pt x="93" y="187"/>
                    <a:pt x="94" y="187"/>
                    <a:pt x="95" y="187"/>
                  </a:cubicBezTo>
                  <a:cubicBezTo>
                    <a:pt x="145" y="187"/>
                    <a:pt x="186" y="147"/>
                    <a:pt x="188" y="98"/>
                  </a:cubicBezTo>
                  <a:cubicBezTo>
                    <a:pt x="190" y="46"/>
                    <a:pt x="150" y="3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3" name="Google Shape;2203;p13"/>
            <p:cNvSpPr/>
            <p:nvPr/>
          </p:nvSpPr>
          <p:spPr>
            <a:xfrm>
              <a:off x="3485550" y="324350"/>
              <a:ext cx="2550" cy="3550"/>
            </a:xfrm>
            <a:custGeom>
              <a:avLst/>
              <a:gdLst/>
              <a:ahLst/>
              <a:cxnLst/>
              <a:rect l="l" t="t" r="r" b="b"/>
              <a:pathLst>
                <a:path w="102" h="142" extrusionOk="0">
                  <a:moveTo>
                    <a:pt x="1" y="1"/>
                  </a:moveTo>
                  <a:cubicBezTo>
                    <a:pt x="22" y="48"/>
                    <a:pt x="43" y="95"/>
                    <a:pt x="67" y="142"/>
                  </a:cubicBezTo>
                  <a:cubicBezTo>
                    <a:pt x="102" y="84"/>
                    <a:pt x="66" y="10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4" name="Google Shape;2204;p13"/>
            <p:cNvSpPr/>
            <p:nvPr/>
          </p:nvSpPr>
          <p:spPr>
            <a:xfrm>
              <a:off x="349437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5" name="Google Shape;2205;p13"/>
            <p:cNvSpPr/>
            <p:nvPr/>
          </p:nvSpPr>
          <p:spPr>
            <a:xfrm>
              <a:off x="35059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2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6" name="Google Shape;2206;p13"/>
            <p:cNvSpPr/>
            <p:nvPr/>
          </p:nvSpPr>
          <p:spPr>
            <a:xfrm>
              <a:off x="35173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7" name="Google Shape;2207;p13"/>
            <p:cNvSpPr/>
            <p:nvPr/>
          </p:nvSpPr>
          <p:spPr>
            <a:xfrm>
              <a:off x="35288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6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8" name="Google Shape;2208;p13"/>
            <p:cNvSpPr/>
            <p:nvPr/>
          </p:nvSpPr>
          <p:spPr>
            <a:xfrm>
              <a:off x="35403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9" name="Google Shape;2209;p13"/>
            <p:cNvSpPr/>
            <p:nvPr/>
          </p:nvSpPr>
          <p:spPr>
            <a:xfrm>
              <a:off x="35518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0" name="Google Shape;2210;p13"/>
            <p:cNvSpPr/>
            <p:nvPr/>
          </p:nvSpPr>
          <p:spPr>
            <a:xfrm>
              <a:off x="3563350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1" name="Google Shape;2211;p13"/>
            <p:cNvSpPr/>
            <p:nvPr/>
          </p:nvSpPr>
          <p:spPr>
            <a:xfrm>
              <a:off x="357482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2" name="Google Shape;2212;p13"/>
            <p:cNvSpPr/>
            <p:nvPr/>
          </p:nvSpPr>
          <p:spPr>
            <a:xfrm>
              <a:off x="35863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2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3" name="Google Shape;2213;p13"/>
            <p:cNvSpPr/>
            <p:nvPr/>
          </p:nvSpPr>
          <p:spPr>
            <a:xfrm>
              <a:off x="359782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9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4" name="Google Shape;2214;p13"/>
            <p:cNvSpPr/>
            <p:nvPr/>
          </p:nvSpPr>
          <p:spPr>
            <a:xfrm>
              <a:off x="360932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5" name="Google Shape;2215;p13"/>
            <p:cNvSpPr/>
            <p:nvPr/>
          </p:nvSpPr>
          <p:spPr>
            <a:xfrm>
              <a:off x="362082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6" name="Google Shape;2216;p13"/>
            <p:cNvSpPr/>
            <p:nvPr/>
          </p:nvSpPr>
          <p:spPr>
            <a:xfrm>
              <a:off x="36323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7" name="Google Shape;2217;p13"/>
            <p:cNvSpPr/>
            <p:nvPr/>
          </p:nvSpPr>
          <p:spPr>
            <a:xfrm>
              <a:off x="3643800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8" name="Google Shape;2218;p13"/>
            <p:cNvSpPr/>
            <p:nvPr/>
          </p:nvSpPr>
          <p:spPr>
            <a:xfrm>
              <a:off x="3655275" y="324325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8" y="188"/>
                    <a:pt x="219" y="87"/>
                    <a:pt x="161" y="29"/>
                  </a:cubicBezTo>
                  <a:cubicBezTo>
                    <a:pt x="141" y="9"/>
                    <a:pt x="118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9" name="Google Shape;2219;p13"/>
            <p:cNvSpPr/>
            <p:nvPr/>
          </p:nvSpPr>
          <p:spPr>
            <a:xfrm>
              <a:off x="36668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0" name="Google Shape;2220;p13"/>
            <p:cNvSpPr/>
            <p:nvPr/>
          </p:nvSpPr>
          <p:spPr>
            <a:xfrm>
              <a:off x="36783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1" name="Google Shape;2221;p13"/>
            <p:cNvSpPr/>
            <p:nvPr/>
          </p:nvSpPr>
          <p:spPr>
            <a:xfrm>
              <a:off x="36897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2" name="Google Shape;2222;p13"/>
            <p:cNvSpPr/>
            <p:nvPr/>
          </p:nvSpPr>
          <p:spPr>
            <a:xfrm>
              <a:off x="348287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3" name="Google Shape;2223;p13"/>
            <p:cNvSpPr/>
            <p:nvPr/>
          </p:nvSpPr>
          <p:spPr>
            <a:xfrm>
              <a:off x="349437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4" name="Google Shape;2224;p13"/>
            <p:cNvSpPr/>
            <p:nvPr/>
          </p:nvSpPr>
          <p:spPr>
            <a:xfrm>
              <a:off x="35059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5" name="Google Shape;2225;p13"/>
            <p:cNvSpPr/>
            <p:nvPr/>
          </p:nvSpPr>
          <p:spPr>
            <a:xfrm>
              <a:off x="35173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6" name="Google Shape;2226;p13"/>
            <p:cNvSpPr/>
            <p:nvPr/>
          </p:nvSpPr>
          <p:spPr>
            <a:xfrm>
              <a:off x="35288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7" name="Google Shape;2227;p13"/>
            <p:cNvSpPr/>
            <p:nvPr/>
          </p:nvSpPr>
          <p:spPr>
            <a:xfrm>
              <a:off x="354035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8" name="Google Shape;2228;p13"/>
            <p:cNvSpPr/>
            <p:nvPr/>
          </p:nvSpPr>
          <p:spPr>
            <a:xfrm>
              <a:off x="355185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9" name="Google Shape;2229;p13"/>
            <p:cNvSpPr/>
            <p:nvPr/>
          </p:nvSpPr>
          <p:spPr>
            <a:xfrm>
              <a:off x="356335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0" name="Google Shape;2230;p13"/>
            <p:cNvSpPr/>
            <p:nvPr/>
          </p:nvSpPr>
          <p:spPr>
            <a:xfrm>
              <a:off x="357482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1" name="Google Shape;2231;p13"/>
            <p:cNvSpPr/>
            <p:nvPr/>
          </p:nvSpPr>
          <p:spPr>
            <a:xfrm>
              <a:off x="358635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2" name="Google Shape;2232;p13"/>
            <p:cNvSpPr/>
            <p:nvPr/>
          </p:nvSpPr>
          <p:spPr>
            <a:xfrm>
              <a:off x="359782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8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3" name="Google Shape;2233;p13"/>
            <p:cNvSpPr/>
            <p:nvPr/>
          </p:nvSpPr>
          <p:spPr>
            <a:xfrm>
              <a:off x="360932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4" name="Google Shape;2234;p13"/>
            <p:cNvSpPr/>
            <p:nvPr/>
          </p:nvSpPr>
          <p:spPr>
            <a:xfrm>
              <a:off x="362082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1" y="37"/>
                    <a:pt x="1" y="93"/>
                  </a:cubicBezTo>
                  <a:cubicBezTo>
                    <a:pt x="1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5" name="Google Shape;2235;p13"/>
            <p:cNvSpPr/>
            <p:nvPr/>
          </p:nvSpPr>
          <p:spPr>
            <a:xfrm>
              <a:off x="36323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6" name="Google Shape;2236;p13"/>
            <p:cNvSpPr/>
            <p:nvPr/>
          </p:nvSpPr>
          <p:spPr>
            <a:xfrm>
              <a:off x="364380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7" name="Google Shape;2237;p13"/>
            <p:cNvSpPr/>
            <p:nvPr/>
          </p:nvSpPr>
          <p:spPr>
            <a:xfrm>
              <a:off x="3655275" y="31285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8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8" name="Google Shape;2238;p13"/>
            <p:cNvSpPr/>
            <p:nvPr/>
          </p:nvSpPr>
          <p:spPr>
            <a:xfrm>
              <a:off x="36668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9" name="Google Shape;2239;p13"/>
            <p:cNvSpPr/>
            <p:nvPr/>
          </p:nvSpPr>
          <p:spPr>
            <a:xfrm>
              <a:off x="36783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0" name="Google Shape;2240;p13"/>
            <p:cNvSpPr/>
            <p:nvPr/>
          </p:nvSpPr>
          <p:spPr>
            <a:xfrm>
              <a:off x="36897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1" name="Google Shape;2241;p13"/>
            <p:cNvSpPr/>
            <p:nvPr/>
          </p:nvSpPr>
          <p:spPr>
            <a:xfrm>
              <a:off x="348287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2" name="Google Shape;2242;p13"/>
            <p:cNvSpPr/>
            <p:nvPr/>
          </p:nvSpPr>
          <p:spPr>
            <a:xfrm>
              <a:off x="349437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3" name="Google Shape;2243;p13"/>
            <p:cNvSpPr/>
            <p:nvPr/>
          </p:nvSpPr>
          <p:spPr>
            <a:xfrm>
              <a:off x="35059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4" name="Google Shape;2244;p13"/>
            <p:cNvSpPr/>
            <p:nvPr/>
          </p:nvSpPr>
          <p:spPr>
            <a:xfrm>
              <a:off x="35173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5" name="Google Shape;2245;p13"/>
            <p:cNvSpPr/>
            <p:nvPr/>
          </p:nvSpPr>
          <p:spPr>
            <a:xfrm>
              <a:off x="35288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6" name="Google Shape;2246;p13"/>
            <p:cNvSpPr/>
            <p:nvPr/>
          </p:nvSpPr>
          <p:spPr>
            <a:xfrm>
              <a:off x="354035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7" name="Google Shape;2247;p13"/>
            <p:cNvSpPr/>
            <p:nvPr/>
          </p:nvSpPr>
          <p:spPr>
            <a:xfrm>
              <a:off x="355185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8" name="Google Shape;2248;p13"/>
            <p:cNvSpPr/>
            <p:nvPr/>
          </p:nvSpPr>
          <p:spPr>
            <a:xfrm>
              <a:off x="356335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9" name="Google Shape;2249;p13"/>
            <p:cNvSpPr/>
            <p:nvPr/>
          </p:nvSpPr>
          <p:spPr>
            <a:xfrm>
              <a:off x="357482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0" name="Google Shape;2250;p13"/>
            <p:cNvSpPr/>
            <p:nvPr/>
          </p:nvSpPr>
          <p:spPr>
            <a:xfrm>
              <a:off x="358635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1" name="Google Shape;2251;p13"/>
            <p:cNvSpPr/>
            <p:nvPr/>
          </p:nvSpPr>
          <p:spPr>
            <a:xfrm>
              <a:off x="359782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7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2" name="Google Shape;2252;p13"/>
            <p:cNvSpPr/>
            <p:nvPr/>
          </p:nvSpPr>
          <p:spPr>
            <a:xfrm>
              <a:off x="360932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3" name="Google Shape;2253;p13"/>
            <p:cNvSpPr/>
            <p:nvPr/>
          </p:nvSpPr>
          <p:spPr>
            <a:xfrm>
              <a:off x="362082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4" name="Google Shape;2254;p13"/>
            <p:cNvSpPr/>
            <p:nvPr/>
          </p:nvSpPr>
          <p:spPr>
            <a:xfrm>
              <a:off x="36323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5" name="Google Shape;2255;p13"/>
            <p:cNvSpPr/>
            <p:nvPr/>
          </p:nvSpPr>
          <p:spPr>
            <a:xfrm>
              <a:off x="364380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6" name="Google Shape;2256;p13"/>
            <p:cNvSpPr/>
            <p:nvPr/>
          </p:nvSpPr>
          <p:spPr>
            <a:xfrm>
              <a:off x="3655275" y="30135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7"/>
                  </a:cubicBezTo>
                  <a:cubicBezTo>
                    <a:pt x="142" y="9"/>
                    <a:pt x="118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7" name="Google Shape;2257;p13"/>
            <p:cNvSpPr/>
            <p:nvPr/>
          </p:nvSpPr>
          <p:spPr>
            <a:xfrm>
              <a:off x="36668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8" name="Google Shape;2258;p13"/>
            <p:cNvSpPr/>
            <p:nvPr/>
          </p:nvSpPr>
          <p:spPr>
            <a:xfrm>
              <a:off x="36783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9" name="Google Shape;2259;p13"/>
            <p:cNvSpPr/>
            <p:nvPr/>
          </p:nvSpPr>
          <p:spPr>
            <a:xfrm>
              <a:off x="36897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0" name="Google Shape;2260;p13"/>
            <p:cNvSpPr/>
            <p:nvPr/>
          </p:nvSpPr>
          <p:spPr>
            <a:xfrm>
              <a:off x="3475925" y="291450"/>
              <a:ext cx="150" cy="750"/>
            </a:xfrm>
            <a:custGeom>
              <a:avLst/>
              <a:gdLst/>
              <a:ahLst/>
              <a:cxnLst/>
              <a:rect l="l" t="t" r="r" b="b"/>
              <a:pathLst>
                <a:path w="6" h="30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9"/>
                    <a:pt x="4" y="20"/>
                    <a:pt x="5" y="30"/>
                  </a:cubicBezTo>
                  <a:cubicBezTo>
                    <a:pt x="5" y="20"/>
                    <a:pt x="4" y="9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1" name="Google Shape;2261;p13"/>
            <p:cNvSpPr/>
            <p:nvPr/>
          </p:nvSpPr>
          <p:spPr>
            <a:xfrm>
              <a:off x="3482875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2" name="Google Shape;2262;p13"/>
            <p:cNvSpPr/>
            <p:nvPr/>
          </p:nvSpPr>
          <p:spPr>
            <a:xfrm>
              <a:off x="3494325" y="2898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0"/>
                  </a:moveTo>
                  <a:cubicBezTo>
                    <a:pt x="46" y="0"/>
                    <a:pt x="4" y="39"/>
                    <a:pt x="2" y="89"/>
                  </a:cubicBezTo>
                  <a:cubicBezTo>
                    <a:pt x="1" y="141"/>
                    <a:pt x="40" y="184"/>
                    <a:pt x="92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9" y="96"/>
                  </a:cubicBezTo>
                  <a:cubicBezTo>
                    <a:pt x="190" y="45"/>
                    <a:pt x="150" y="1"/>
                    <a:pt x="99" y="0"/>
                  </a:cubicBezTo>
                  <a:cubicBezTo>
                    <a:pt x="97" y="0"/>
                    <a:pt x="96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3" name="Google Shape;2263;p13"/>
            <p:cNvSpPr/>
            <p:nvPr/>
          </p:nvSpPr>
          <p:spPr>
            <a:xfrm>
              <a:off x="35059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4" name="Google Shape;2264;p13"/>
            <p:cNvSpPr/>
            <p:nvPr/>
          </p:nvSpPr>
          <p:spPr>
            <a:xfrm>
              <a:off x="3517375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5" name="Google Shape;2265;p13"/>
            <p:cNvSpPr/>
            <p:nvPr/>
          </p:nvSpPr>
          <p:spPr>
            <a:xfrm>
              <a:off x="352887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6" name="Google Shape;2266;p13"/>
            <p:cNvSpPr/>
            <p:nvPr/>
          </p:nvSpPr>
          <p:spPr>
            <a:xfrm>
              <a:off x="3540350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7" name="Google Shape;2267;p13"/>
            <p:cNvSpPr/>
            <p:nvPr/>
          </p:nvSpPr>
          <p:spPr>
            <a:xfrm>
              <a:off x="355185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8" name="Google Shape;2268;p13"/>
            <p:cNvSpPr/>
            <p:nvPr/>
          </p:nvSpPr>
          <p:spPr>
            <a:xfrm>
              <a:off x="3563350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1" y="41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3"/>
                  </a:cubicBezTo>
                  <a:cubicBezTo>
                    <a:pt x="187" y="41"/>
                    <a:pt x="145" y="0"/>
                    <a:pt x="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9" name="Google Shape;2269;p13"/>
            <p:cNvSpPr/>
            <p:nvPr/>
          </p:nvSpPr>
          <p:spPr>
            <a:xfrm>
              <a:off x="3574675" y="289875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0" y="0"/>
                  </a:moveTo>
                  <a:cubicBezTo>
                    <a:pt x="95" y="0"/>
                    <a:pt x="91" y="1"/>
                    <a:pt x="86" y="1"/>
                  </a:cubicBezTo>
                  <a:cubicBezTo>
                    <a:pt x="35" y="10"/>
                    <a:pt x="0" y="58"/>
                    <a:pt x="8" y="108"/>
                  </a:cubicBezTo>
                  <a:cubicBezTo>
                    <a:pt x="16" y="154"/>
                    <a:pt x="55" y="186"/>
                    <a:pt x="99" y="186"/>
                  </a:cubicBezTo>
                  <a:cubicBezTo>
                    <a:pt x="104" y="186"/>
                    <a:pt x="110" y="186"/>
                    <a:pt x="115" y="185"/>
                  </a:cubicBezTo>
                  <a:cubicBezTo>
                    <a:pt x="166" y="177"/>
                    <a:pt x="200" y="130"/>
                    <a:pt x="193" y="79"/>
                  </a:cubicBezTo>
                  <a:cubicBezTo>
                    <a:pt x="184" y="33"/>
                    <a:pt x="145" y="0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0" name="Google Shape;2270;p13"/>
            <p:cNvSpPr/>
            <p:nvPr/>
          </p:nvSpPr>
          <p:spPr>
            <a:xfrm>
              <a:off x="3586350" y="289875"/>
              <a:ext cx="4650" cy="4675"/>
            </a:xfrm>
            <a:custGeom>
              <a:avLst/>
              <a:gdLst/>
              <a:ahLst/>
              <a:cxnLst/>
              <a:rect l="l" t="t" r="r" b="b"/>
              <a:pathLst>
                <a:path w="186" h="187" extrusionOk="0">
                  <a:moveTo>
                    <a:pt x="92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1" name="Google Shape;2271;p13"/>
            <p:cNvSpPr/>
            <p:nvPr/>
          </p:nvSpPr>
          <p:spPr>
            <a:xfrm>
              <a:off x="3597500" y="289850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7" y="1"/>
                  </a:moveTo>
                  <a:cubicBezTo>
                    <a:pt x="70" y="1"/>
                    <a:pt x="35" y="22"/>
                    <a:pt x="21" y="59"/>
                  </a:cubicBezTo>
                  <a:cubicBezTo>
                    <a:pt x="1" y="106"/>
                    <a:pt x="23" y="160"/>
                    <a:pt x="72" y="179"/>
                  </a:cubicBezTo>
                  <a:cubicBezTo>
                    <a:pt x="84" y="184"/>
                    <a:pt x="96" y="187"/>
                    <a:pt x="108" y="187"/>
                  </a:cubicBezTo>
                  <a:cubicBezTo>
                    <a:pt x="144" y="187"/>
                    <a:pt x="178" y="165"/>
                    <a:pt x="192" y="130"/>
                  </a:cubicBezTo>
                  <a:cubicBezTo>
                    <a:pt x="212" y="82"/>
                    <a:pt x="190" y="27"/>
                    <a:pt x="143" y="8"/>
                  </a:cubicBezTo>
                  <a:cubicBezTo>
                    <a:pt x="131" y="3"/>
                    <a:pt x="119" y="1"/>
                    <a:pt x="10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2" name="Google Shape;2272;p13"/>
            <p:cNvSpPr/>
            <p:nvPr/>
          </p:nvSpPr>
          <p:spPr>
            <a:xfrm>
              <a:off x="360932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4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3" name="Google Shape;2273;p13"/>
            <p:cNvSpPr/>
            <p:nvPr/>
          </p:nvSpPr>
          <p:spPr>
            <a:xfrm>
              <a:off x="362082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1" y="41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3"/>
                  </a:cubicBezTo>
                  <a:cubicBezTo>
                    <a:pt x="186" y="41"/>
                    <a:pt x="145" y="0"/>
                    <a:pt x="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4" name="Google Shape;2274;p13"/>
            <p:cNvSpPr/>
            <p:nvPr/>
          </p:nvSpPr>
          <p:spPr>
            <a:xfrm>
              <a:off x="36323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5" name="Google Shape;2275;p13"/>
            <p:cNvSpPr/>
            <p:nvPr/>
          </p:nvSpPr>
          <p:spPr>
            <a:xfrm>
              <a:off x="3643800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6" name="Google Shape;2276;p13"/>
            <p:cNvSpPr/>
            <p:nvPr/>
          </p:nvSpPr>
          <p:spPr>
            <a:xfrm>
              <a:off x="3655250" y="2898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6" y="0"/>
                  </a:moveTo>
                  <a:cubicBezTo>
                    <a:pt x="95" y="0"/>
                    <a:pt x="93" y="0"/>
                    <a:pt x="92" y="0"/>
                  </a:cubicBezTo>
                  <a:cubicBezTo>
                    <a:pt x="41" y="1"/>
                    <a:pt x="1" y="44"/>
                    <a:pt x="3" y="96"/>
                  </a:cubicBezTo>
                  <a:cubicBezTo>
                    <a:pt x="4" y="147"/>
                    <a:pt x="46" y="186"/>
                    <a:pt x="97" y="186"/>
                  </a:cubicBezTo>
                  <a:cubicBezTo>
                    <a:pt x="97" y="186"/>
                    <a:pt x="98" y="186"/>
                    <a:pt x="99" y="186"/>
                  </a:cubicBezTo>
                  <a:cubicBezTo>
                    <a:pt x="149" y="184"/>
                    <a:pt x="190" y="141"/>
                    <a:pt x="189" y="89"/>
                  </a:cubicBezTo>
                  <a:cubicBezTo>
                    <a:pt x="187" y="40"/>
                    <a:pt x="146" y="0"/>
                    <a:pt x="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7" name="Google Shape;2277;p13"/>
            <p:cNvSpPr/>
            <p:nvPr/>
          </p:nvSpPr>
          <p:spPr>
            <a:xfrm>
              <a:off x="36668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8" name="Google Shape;2278;p13"/>
            <p:cNvSpPr/>
            <p:nvPr/>
          </p:nvSpPr>
          <p:spPr>
            <a:xfrm>
              <a:off x="36783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9" name="Google Shape;2279;p13"/>
            <p:cNvSpPr/>
            <p:nvPr/>
          </p:nvSpPr>
          <p:spPr>
            <a:xfrm>
              <a:off x="3689725" y="2898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0"/>
                  </a:moveTo>
                  <a:cubicBezTo>
                    <a:pt x="45" y="0"/>
                    <a:pt x="4" y="39"/>
                    <a:pt x="2" y="89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8" y="96"/>
                  </a:cubicBezTo>
                  <a:cubicBezTo>
                    <a:pt x="190" y="45"/>
                    <a:pt x="150" y="1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0" name="Google Shape;2280;p13"/>
            <p:cNvSpPr/>
            <p:nvPr/>
          </p:nvSpPr>
          <p:spPr>
            <a:xfrm>
              <a:off x="3474350" y="278450"/>
              <a:ext cx="2325" cy="4325"/>
            </a:xfrm>
            <a:custGeom>
              <a:avLst/>
              <a:gdLst/>
              <a:ahLst/>
              <a:cxnLst/>
              <a:rect l="l" t="t" r="r" b="b"/>
              <a:pathLst>
                <a:path w="93" h="173" extrusionOk="0">
                  <a:moveTo>
                    <a:pt x="1" y="1"/>
                  </a:moveTo>
                  <a:cubicBezTo>
                    <a:pt x="6" y="59"/>
                    <a:pt x="11" y="116"/>
                    <a:pt x="18" y="173"/>
                  </a:cubicBezTo>
                  <a:cubicBezTo>
                    <a:pt x="93" y="134"/>
                    <a:pt x="83" y="24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1" name="Google Shape;2281;p13"/>
            <p:cNvSpPr/>
            <p:nvPr/>
          </p:nvSpPr>
          <p:spPr>
            <a:xfrm>
              <a:off x="3482875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2" name="Google Shape;2282;p13"/>
            <p:cNvSpPr/>
            <p:nvPr/>
          </p:nvSpPr>
          <p:spPr>
            <a:xfrm>
              <a:off x="3494325" y="27837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46" y="0"/>
                    <a:pt x="4" y="40"/>
                    <a:pt x="3" y="89"/>
                  </a:cubicBezTo>
                  <a:cubicBezTo>
                    <a:pt x="1" y="141"/>
                    <a:pt x="40" y="184"/>
                    <a:pt x="92" y="186"/>
                  </a:cubicBezTo>
                  <a:cubicBezTo>
                    <a:pt x="93" y="186"/>
                    <a:pt x="95" y="186"/>
                    <a:pt x="96" y="186"/>
                  </a:cubicBezTo>
                  <a:cubicBezTo>
                    <a:pt x="146" y="186"/>
                    <a:pt x="186" y="146"/>
                    <a:pt x="189" y="97"/>
                  </a:cubicBezTo>
                  <a:cubicBezTo>
                    <a:pt x="190" y="45"/>
                    <a:pt x="150" y="2"/>
                    <a:pt x="99" y="0"/>
                  </a:cubicBezTo>
                  <a:cubicBezTo>
                    <a:pt x="97" y="0"/>
                    <a:pt x="96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3" name="Google Shape;2283;p13"/>
            <p:cNvSpPr/>
            <p:nvPr/>
          </p:nvSpPr>
          <p:spPr>
            <a:xfrm>
              <a:off x="35059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4" name="Google Shape;2284;p13"/>
            <p:cNvSpPr/>
            <p:nvPr/>
          </p:nvSpPr>
          <p:spPr>
            <a:xfrm>
              <a:off x="3517375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5" name="Google Shape;2285;p13"/>
            <p:cNvSpPr/>
            <p:nvPr/>
          </p:nvSpPr>
          <p:spPr>
            <a:xfrm>
              <a:off x="352887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6" name="Google Shape;2286;p13"/>
            <p:cNvSpPr/>
            <p:nvPr/>
          </p:nvSpPr>
          <p:spPr>
            <a:xfrm>
              <a:off x="3540350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7" name="Google Shape;2287;p13"/>
            <p:cNvSpPr/>
            <p:nvPr/>
          </p:nvSpPr>
          <p:spPr>
            <a:xfrm>
              <a:off x="355185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8" name="Google Shape;2288;p13"/>
            <p:cNvSpPr/>
            <p:nvPr/>
          </p:nvSpPr>
          <p:spPr>
            <a:xfrm>
              <a:off x="3563350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4"/>
                  </a:cubicBezTo>
                  <a:cubicBezTo>
                    <a:pt x="187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9" name="Google Shape;2289;p13"/>
            <p:cNvSpPr/>
            <p:nvPr/>
          </p:nvSpPr>
          <p:spPr>
            <a:xfrm>
              <a:off x="3574675" y="278375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2" y="1"/>
                  </a:moveTo>
                  <a:cubicBezTo>
                    <a:pt x="96" y="1"/>
                    <a:pt x="91" y="1"/>
                    <a:pt x="86" y="2"/>
                  </a:cubicBezTo>
                  <a:cubicBezTo>
                    <a:pt x="35" y="10"/>
                    <a:pt x="0" y="58"/>
                    <a:pt x="8" y="109"/>
                  </a:cubicBezTo>
                  <a:cubicBezTo>
                    <a:pt x="16" y="155"/>
                    <a:pt x="55" y="187"/>
                    <a:pt x="100" y="187"/>
                  </a:cubicBezTo>
                  <a:cubicBezTo>
                    <a:pt x="105" y="187"/>
                    <a:pt x="110" y="187"/>
                    <a:pt x="115" y="186"/>
                  </a:cubicBezTo>
                  <a:cubicBezTo>
                    <a:pt x="166" y="178"/>
                    <a:pt x="200" y="130"/>
                    <a:pt x="193" y="79"/>
                  </a:cubicBezTo>
                  <a:cubicBezTo>
                    <a:pt x="185" y="34"/>
                    <a:pt x="146" y="1"/>
                    <a:pt x="10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0" name="Google Shape;2290;p13"/>
            <p:cNvSpPr/>
            <p:nvPr/>
          </p:nvSpPr>
          <p:spPr>
            <a:xfrm>
              <a:off x="3586350" y="278375"/>
              <a:ext cx="4650" cy="4650"/>
            </a:xfrm>
            <a:custGeom>
              <a:avLst/>
              <a:gdLst/>
              <a:ahLst/>
              <a:cxnLst/>
              <a:rect l="l" t="t" r="r" b="b"/>
              <a:pathLst>
                <a:path w="186" h="186" extrusionOk="0">
                  <a:moveTo>
                    <a:pt x="92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1" name="Google Shape;2291;p13"/>
            <p:cNvSpPr/>
            <p:nvPr/>
          </p:nvSpPr>
          <p:spPr>
            <a:xfrm>
              <a:off x="3597500" y="278375"/>
              <a:ext cx="5325" cy="4650"/>
            </a:xfrm>
            <a:custGeom>
              <a:avLst/>
              <a:gdLst/>
              <a:ahLst/>
              <a:cxnLst/>
              <a:rect l="l" t="t" r="r" b="b"/>
              <a:pathLst>
                <a:path w="213" h="186" extrusionOk="0">
                  <a:moveTo>
                    <a:pt x="108" y="0"/>
                  </a:moveTo>
                  <a:cubicBezTo>
                    <a:pt x="71" y="0"/>
                    <a:pt x="36" y="22"/>
                    <a:pt x="21" y="58"/>
                  </a:cubicBezTo>
                  <a:cubicBezTo>
                    <a:pt x="1" y="105"/>
                    <a:pt x="23" y="159"/>
                    <a:pt x="72" y="179"/>
                  </a:cubicBezTo>
                  <a:cubicBezTo>
                    <a:pt x="83" y="184"/>
                    <a:pt x="95" y="186"/>
                    <a:pt x="107" y="186"/>
                  </a:cubicBezTo>
                  <a:cubicBezTo>
                    <a:pt x="143" y="186"/>
                    <a:pt x="178" y="164"/>
                    <a:pt x="192" y="128"/>
                  </a:cubicBezTo>
                  <a:cubicBezTo>
                    <a:pt x="212" y="81"/>
                    <a:pt x="190" y="27"/>
                    <a:pt x="143" y="7"/>
                  </a:cubicBezTo>
                  <a:cubicBezTo>
                    <a:pt x="131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2" name="Google Shape;2292;p13"/>
            <p:cNvSpPr/>
            <p:nvPr/>
          </p:nvSpPr>
          <p:spPr>
            <a:xfrm>
              <a:off x="360932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3" name="Google Shape;2293;p13"/>
            <p:cNvSpPr/>
            <p:nvPr/>
          </p:nvSpPr>
          <p:spPr>
            <a:xfrm>
              <a:off x="362082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4"/>
                  </a:cubicBezTo>
                  <a:cubicBezTo>
                    <a:pt x="186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4" name="Google Shape;2294;p13"/>
            <p:cNvSpPr/>
            <p:nvPr/>
          </p:nvSpPr>
          <p:spPr>
            <a:xfrm>
              <a:off x="36323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5" name="Google Shape;2295;p13"/>
            <p:cNvSpPr/>
            <p:nvPr/>
          </p:nvSpPr>
          <p:spPr>
            <a:xfrm>
              <a:off x="3643800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6" name="Google Shape;2296;p13"/>
            <p:cNvSpPr/>
            <p:nvPr/>
          </p:nvSpPr>
          <p:spPr>
            <a:xfrm>
              <a:off x="3655250" y="27837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93" y="0"/>
                    <a:pt x="93" y="0"/>
                    <a:pt x="92" y="0"/>
                  </a:cubicBezTo>
                  <a:cubicBezTo>
                    <a:pt x="41" y="2"/>
                    <a:pt x="1" y="45"/>
                    <a:pt x="3" y="96"/>
                  </a:cubicBezTo>
                  <a:cubicBezTo>
                    <a:pt x="4" y="146"/>
                    <a:pt x="45" y="186"/>
                    <a:pt x="95" y="186"/>
                  </a:cubicBezTo>
                  <a:cubicBezTo>
                    <a:pt x="96" y="186"/>
                    <a:pt x="97" y="186"/>
                    <a:pt x="99" y="186"/>
                  </a:cubicBezTo>
                  <a:cubicBezTo>
                    <a:pt x="149" y="185"/>
                    <a:pt x="190" y="141"/>
                    <a:pt x="189" y="90"/>
                  </a:cubicBezTo>
                  <a:cubicBezTo>
                    <a:pt x="187" y="39"/>
                    <a:pt x="145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7" name="Google Shape;2297;p13"/>
            <p:cNvSpPr/>
            <p:nvPr/>
          </p:nvSpPr>
          <p:spPr>
            <a:xfrm>
              <a:off x="36668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8" name="Google Shape;2298;p13"/>
            <p:cNvSpPr/>
            <p:nvPr/>
          </p:nvSpPr>
          <p:spPr>
            <a:xfrm>
              <a:off x="36783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9" name="Google Shape;2299;p13"/>
            <p:cNvSpPr/>
            <p:nvPr/>
          </p:nvSpPr>
          <p:spPr>
            <a:xfrm>
              <a:off x="3689725" y="278375"/>
              <a:ext cx="4775" cy="4650"/>
            </a:xfrm>
            <a:custGeom>
              <a:avLst/>
              <a:gdLst/>
              <a:ahLst/>
              <a:cxnLst/>
              <a:rect l="l" t="t" r="r" b="b"/>
              <a:pathLst>
                <a:path w="191" h="186" extrusionOk="0">
                  <a:moveTo>
                    <a:pt x="94" y="0"/>
                  </a:moveTo>
                  <a:cubicBezTo>
                    <a:pt x="45" y="0"/>
                    <a:pt x="4" y="40"/>
                    <a:pt x="2" y="89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3" y="186"/>
                    <a:pt x="94" y="186"/>
                    <a:pt x="95" y="186"/>
                  </a:cubicBezTo>
                  <a:cubicBezTo>
                    <a:pt x="145" y="186"/>
                    <a:pt x="186" y="146"/>
                    <a:pt x="188" y="97"/>
                  </a:cubicBezTo>
                  <a:cubicBezTo>
                    <a:pt x="190" y="45"/>
                    <a:pt x="150" y="2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0" name="Google Shape;2300;p13"/>
            <p:cNvSpPr/>
            <p:nvPr/>
          </p:nvSpPr>
          <p:spPr>
            <a:xfrm>
              <a:off x="3473775" y="266850"/>
              <a:ext cx="2375" cy="4675"/>
            </a:xfrm>
            <a:custGeom>
              <a:avLst/>
              <a:gdLst/>
              <a:ahLst/>
              <a:cxnLst/>
              <a:rect l="l" t="t" r="r" b="b"/>
              <a:pathLst>
                <a:path w="95" h="187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64"/>
                    <a:pt x="3" y="126"/>
                    <a:pt x="7" y="187"/>
                  </a:cubicBezTo>
                  <a:cubicBezTo>
                    <a:pt x="56" y="183"/>
                    <a:pt x="95" y="140"/>
                    <a:pt x="92" y="91"/>
                  </a:cubicBezTo>
                  <a:cubicBezTo>
                    <a:pt x="91" y="41"/>
                    <a:pt x="51" y="2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1" name="Google Shape;2301;p13"/>
            <p:cNvSpPr/>
            <p:nvPr/>
          </p:nvSpPr>
          <p:spPr>
            <a:xfrm>
              <a:off x="348287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2" name="Google Shape;2302;p13"/>
            <p:cNvSpPr/>
            <p:nvPr/>
          </p:nvSpPr>
          <p:spPr>
            <a:xfrm>
              <a:off x="34936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5" y="1"/>
                  </a:moveTo>
                  <a:cubicBezTo>
                    <a:pt x="42" y="1"/>
                    <a:pt x="0" y="101"/>
                    <a:pt x="59" y="160"/>
                  </a:cubicBezTo>
                  <a:cubicBezTo>
                    <a:pt x="78" y="179"/>
                    <a:pt x="101" y="187"/>
                    <a:pt x="124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3" name="Google Shape;2303;p13"/>
            <p:cNvSpPr/>
            <p:nvPr/>
          </p:nvSpPr>
          <p:spPr>
            <a:xfrm>
              <a:off x="35059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2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4" name="Google Shape;2304;p13"/>
            <p:cNvSpPr/>
            <p:nvPr/>
          </p:nvSpPr>
          <p:spPr>
            <a:xfrm>
              <a:off x="351737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5" name="Google Shape;2305;p13"/>
            <p:cNvSpPr/>
            <p:nvPr/>
          </p:nvSpPr>
          <p:spPr>
            <a:xfrm>
              <a:off x="352887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6" name="Google Shape;2306;p13"/>
            <p:cNvSpPr/>
            <p:nvPr/>
          </p:nvSpPr>
          <p:spPr>
            <a:xfrm>
              <a:off x="354035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7" name="Google Shape;2307;p13"/>
            <p:cNvSpPr/>
            <p:nvPr/>
          </p:nvSpPr>
          <p:spPr>
            <a:xfrm>
              <a:off x="355185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8" name="Google Shape;2308;p13"/>
            <p:cNvSpPr/>
            <p:nvPr/>
          </p:nvSpPr>
          <p:spPr>
            <a:xfrm>
              <a:off x="356335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8"/>
                    <a:pt x="93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9" name="Google Shape;2309;p13"/>
            <p:cNvSpPr/>
            <p:nvPr/>
          </p:nvSpPr>
          <p:spPr>
            <a:xfrm>
              <a:off x="357482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8"/>
                    <a:pt x="94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0" name="Google Shape;2310;p13"/>
            <p:cNvSpPr/>
            <p:nvPr/>
          </p:nvSpPr>
          <p:spPr>
            <a:xfrm>
              <a:off x="358635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2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1" name="Google Shape;2311;p13"/>
            <p:cNvSpPr/>
            <p:nvPr/>
          </p:nvSpPr>
          <p:spPr>
            <a:xfrm>
              <a:off x="359782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2" name="Google Shape;2312;p13"/>
            <p:cNvSpPr/>
            <p:nvPr/>
          </p:nvSpPr>
          <p:spPr>
            <a:xfrm>
              <a:off x="36093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8"/>
                  </a:cubicBezTo>
                  <a:cubicBezTo>
                    <a:pt x="176" y="188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3" name="Google Shape;2313;p13"/>
            <p:cNvSpPr/>
            <p:nvPr/>
          </p:nvSpPr>
          <p:spPr>
            <a:xfrm>
              <a:off x="36208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3" y="188"/>
                  </a:cubicBezTo>
                  <a:cubicBezTo>
                    <a:pt x="176" y="188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4" name="Google Shape;2314;p13"/>
            <p:cNvSpPr/>
            <p:nvPr/>
          </p:nvSpPr>
          <p:spPr>
            <a:xfrm>
              <a:off x="36323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8"/>
                  </a:cubicBezTo>
                  <a:cubicBezTo>
                    <a:pt x="177" y="188"/>
                    <a:pt x="218" y="86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5" name="Google Shape;2315;p13"/>
            <p:cNvSpPr/>
            <p:nvPr/>
          </p:nvSpPr>
          <p:spPr>
            <a:xfrm>
              <a:off x="364380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6" name="Google Shape;2316;p13"/>
            <p:cNvSpPr/>
            <p:nvPr/>
          </p:nvSpPr>
          <p:spPr>
            <a:xfrm>
              <a:off x="36545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4" y="1"/>
                  </a:moveTo>
                  <a:cubicBezTo>
                    <a:pt x="41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7" name="Google Shape;2317;p13"/>
            <p:cNvSpPr/>
            <p:nvPr/>
          </p:nvSpPr>
          <p:spPr>
            <a:xfrm>
              <a:off x="36660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6" y="1"/>
                  </a:moveTo>
                  <a:cubicBezTo>
                    <a:pt x="42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8" name="Google Shape;2318;p13"/>
            <p:cNvSpPr/>
            <p:nvPr/>
          </p:nvSpPr>
          <p:spPr>
            <a:xfrm>
              <a:off x="367750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125" y="1"/>
                  </a:moveTo>
                  <a:cubicBezTo>
                    <a:pt x="43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3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9" name="Google Shape;2319;p13"/>
            <p:cNvSpPr/>
            <p:nvPr/>
          </p:nvSpPr>
          <p:spPr>
            <a:xfrm>
              <a:off x="3688975" y="266850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126" y="1"/>
                  </a:moveTo>
                  <a:cubicBezTo>
                    <a:pt x="43" y="1"/>
                    <a:pt x="1" y="101"/>
                    <a:pt x="59" y="160"/>
                  </a:cubicBezTo>
                  <a:cubicBezTo>
                    <a:pt x="79" y="179"/>
                    <a:pt x="103" y="187"/>
                    <a:pt x="126" y="187"/>
                  </a:cubicBezTo>
                  <a:cubicBezTo>
                    <a:pt x="174" y="187"/>
                    <a:pt x="219" y="150"/>
                    <a:pt x="219" y="94"/>
                  </a:cubicBezTo>
                  <a:cubicBezTo>
                    <a:pt x="219" y="43"/>
                    <a:pt x="178" y="1"/>
                    <a:pt x="1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320" name="Google Shape;2320;p13"/>
          <p:cNvSpPr/>
          <p:nvPr/>
        </p:nvSpPr>
        <p:spPr>
          <a:xfrm>
            <a:off x="0" y="-5862"/>
            <a:ext cx="1030929" cy="683349"/>
          </a:xfrm>
          <a:custGeom>
            <a:avLst/>
            <a:gdLst/>
            <a:ahLst/>
            <a:cxnLst/>
            <a:rect l="l" t="t" r="r" b="b"/>
            <a:pathLst>
              <a:path w="6285" h="4166" extrusionOk="0">
                <a:moveTo>
                  <a:pt x="0" y="1"/>
                </a:moveTo>
                <a:lnTo>
                  <a:pt x="0" y="4165"/>
                </a:lnTo>
                <a:cubicBezTo>
                  <a:pt x="1196" y="3798"/>
                  <a:pt x="996" y="2045"/>
                  <a:pt x="2096" y="2045"/>
                </a:cubicBezTo>
                <a:cubicBezTo>
                  <a:pt x="2129" y="2045"/>
                  <a:pt x="2163" y="2047"/>
                  <a:pt x="2199" y="2050"/>
                </a:cubicBezTo>
                <a:cubicBezTo>
                  <a:pt x="2774" y="2103"/>
                  <a:pt x="3572" y="2499"/>
                  <a:pt x="4323" y="2499"/>
                </a:cubicBezTo>
                <a:cubicBezTo>
                  <a:pt x="5159" y="2499"/>
                  <a:pt x="5937" y="2008"/>
                  <a:pt x="62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321" name="Google Shape;2321;p13"/>
          <p:cNvGrpSpPr/>
          <p:nvPr/>
        </p:nvGrpSpPr>
        <p:grpSpPr>
          <a:xfrm>
            <a:off x="26409" y="15789"/>
            <a:ext cx="1192661" cy="1032898"/>
            <a:chOff x="26409" y="15789"/>
            <a:chExt cx="1192661" cy="1032898"/>
          </a:xfrm>
        </p:grpSpPr>
        <p:sp>
          <p:nvSpPr>
            <p:cNvPr id="2322" name="Google Shape;2322;p13"/>
            <p:cNvSpPr/>
            <p:nvPr/>
          </p:nvSpPr>
          <p:spPr>
            <a:xfrm>
              <a:off x="132864" y="1027036"/>
              <a:ext cx="15583" cy="1000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0"/>
                  </a:moveTo>
                  <a:cubicBezTo>
                    <a:pt x="33" y="0"/>
                    <a:pt x="4" y="25"/>
                    <a:pt x="0" y="60"/>
                  </a:cubicBezTo>
                  <a:cubicBezTo>
                    <a:pt x="33" y="43"/>
                    <a:pt x="65" y="26"/>
                    <a:pt x="95" y="7"/>
                  </a:cubicBezTo>
                  <a:cubicBezTo>
                    <a:pt x="85" y="2"/>
                    <a:pt x="75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3" name="Google Shape;2323;p13"/>
            <p:cNvSpPr/>
            <p:nvPr/>
          </p:nvSpPr>
          <p:spPr>
            <a:xfrm>
              <a:off x="79718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4" name="Google Shape;2324;p13"/>
            <p:cNvSpPr/>
            <p:nvPr/>
          </p:nvSpPr>
          <p:spPr>
            <a:xfrm>
              <a:off x="26409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5" name="Google Shape;2325;p13"/>
            <p:cNvSpPr/>
            <p:nvPr/>
          </p:nvSpPr>
          <p:spPr>
            <a:xfrm>
              <a:off x="186010" y="973726"/>
              <a:ext cx="17387" cy="19027"/>
            </a:xfrm>
            <a:custGeom>
              <a:avLst/>
              <a:gdLst/>
              <a:ahLst/>
              <a:cxnLst/>
              <a:rect l="l" t="t" r="r" b="b"/>
              <a:pathLst>
                <a:path w="106" h="116" extrusionOk="0">
                  <a:moveTo>
                    <a:pt x="66" y="1"/>
                  </a:moveTo>
                  <a:cubicBezTo>
                    <a:pt x="33" y="1"/>
                    <a:pt x="1" y="28"/>
                    <a:pt x="1" y="66"/>
                  </a:cubicBezTo>
                  <a:cubicBezTo>
                    <a:pt x="1" y="85"/>
                    <a:pt x="10" y="103"/>
                    <a:pt x="23" y="115"/>
                  </a:cubicBezTo>
                  <a:cubicBezTo>
                    <a:pt x="51" y="84"/>
                    <a:pt x="79" y="49"/>
                    <a:pt x="105" y="14"/>
                  </a:cubicBezTo>
                  <a:cubicBezTo>
                    <a:pt x="93" y="5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6" name="Google Shape;2326;p13"/>
            <p:cNvSpPr/>
            <p:nvPr/>
          </p:nvSpPr>
          <p:spPr>
            <a:xfrm>
              <a:off x="132864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7" name="Google Shape;2327;p13"/>
            <p:cNvSpPr/>
            <p:nvPr/>
          </p:nvSpPr>
          <p:spPr>
            <a:xfrm>
              <a:off x="79718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8" name="Google Shape;2328;p13"/>
            <p:cNvSpPr/>
            <p:nvPr/>
          </p:nvSpPr>
          <p:spPr>
            <a:xfrm>
              <a:off x="26409" y="973726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9" name="Google Shape;2329;p13"/>
            <p:cNvSpPr/>
            <p:nvPr/>
          </p:nvSpPr>
          <p:spPr>
            <a:xfrm>
              <a:off x="186010" y="920580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0" name="Google Shape;2330;p13"/>
            <p:cNvSpPr/>
            <p:nvPr/>
          </p:nvSpPr>
          <p:spPr>
            <a:xfrm>
              <a:off x="132864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1" name="Google Shape;2331;p13"/>
            <p:cNvSpPr/>
            <p:nvPr/>
          </p:nvSpPr>
          <p:spPr>
            <a:xfrm>
              <a:off x="79718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2" name="Google Shape;2332;p13"/>
            <p:cNvSpPr/>
            <p:nvPr/>
          </p:nvSpPr>
          <p:spPr>
            <a:xfrm>
              <a:off x="26409" y="920580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3" name="Google Shape;2333;p13"/>
            <p:cNvSpPr/>
            <p:nvPr/>
          </p:nvSpPr>
          <p:spPr>
            <a:xfrm>
              <a:off x="235055" y="867270"/>
              <a:ext cx="15583" cy="20668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0"/>
                  </a:moveTo>
                  <a:cubicBezTo>
                    <a:pt x="22" y="0"/>
                    <a:pt x="1" y="95"/>
                    <a:pt x="63" y="125"/>
                  </a:cubicBezTo>
                  <a:cubicBezTo>
                    <a:pt x="75" y="85"/>
                    <a:pt x="85" y="43"/>
                    <a:pt x="94" y="1"/>
                  </a:cubicBezTo>
                  <a:cubicBezTo>
                    <a:pt x="93" y="1"/>
                    <a:pt x="93" y="0"/>
                    <a:pt x="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4" name="Google Shape;2334;p13"/>
            <p:cNvSpPr/>
            <p:nvPr/>
          </p:nvSpPr>
          <p:spPr>
            <a:xfrm>
              <a:off x="186010" y="867270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5" name="Google Shape;2335;p13"/>
            <p:cNvSpPr/>
            <p:nvPr/>
          </p:nvSpPr>
          <p:spPr>
            <a:xfrm>
              <a:off x="132864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6" name="Google Shape;2336;p13"/>
            <p:cNvSpPr/>
            <p:nvPr/>
          </p:nvSpPr>
          <p:spPr>
            <a:xfrm>
              <a:off x="79718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7" name="Google Shape;2337;p13"/>
            <p:cNvSpPr/>
            <p:nvPr/>
          </p:nvSpPr>
          <p:spPr>
            <a:xfrm>
              <a:off x="26409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8" name="Google Shape;2338;p13"/>
            <p:cNvSpPr/>
            <p:nvPr/>
          </p:nvSpPr>
          <p:spPr>
            <a:xfrm>
              <a:off x="237679" y="814124"/>
              <a:ext cx="20340" cy="21652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6" y="0"/>
                  </a:moveTo>
                  <a:cubicBezTo>
                    <a:pt x="32" y="0"/>
                    <a:pt x="1" y="43"/>
                    <a:pt x="13" y="84"/>
                  </a:cubicBezTo>
                  <a:cubicBezTo>
                    <a:pt x="21" y="114"/>
                    <a:pt x="48" y="132"/>
                    <a:pt x="75" y="132"/>
                  </a:cubicBezTo>
                  <a:cubicBezTo>
                    <a:pt x="88" y="132"/>
                    <a:pt x="100" y="128"/>
                    <a:pt x="112" y="120"/>
                  </a:cubicBezTo>
                  <a:cubicBezTo>
                    <a:pt x="116" y="87"/>
                    <a:pt x="120" y="54"/>
                    <a:pt x="123" y="20"/>
                  </a:cubicBezTo>
                  <a:cubicBezTo>
                    <a:pt x="111" y="8"/>
                    <a:pt x="94" y="0"/>
                    <a:pt x="7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9" name="Google Shape;2339;p13"/>
            <p:cNvSpPr/>
            <p:nvPr/>
          </p:nvSpPr>
          <p:spPr>
            <a:xfrm>
              <a:off x="186010" y="814124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0" name="Google Shape;2340;p13"/>
            <p:cNvSpPr/>
            <p:nvPr/>
          </p:nvSpPr>
          <p:spPr>
            <a:xfrm>
              <a:off x="132864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1" name="Google Shape;2341;p13"/>
            <p:cNvSpPr/>
            <p:nvPr/>
          </p:nvSpPr>
          <p:spPr>
            <a:xfrm>
              <a:off x="79718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2" name="Google Shape;2342;p13"/>
            <p:cNvSpPr/>
            <p:nvPr/>
          </p:nvSpPr>
          <p:spPr>
            <a:xfrm>
              <a:off x="26409" y="814124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3" name="Google Shape;2343;p13"/>
            <p:cNvSpPr/>
            <p:nvPr/>
          </p:nvSpPr>
          <p:spPr>
            <a:xfrm>
              <a:off x="239319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4" name="Google Shape;2344;p13"/>
            <p:cNvSpPr/>
            <p:nvPr/>
          </p:nvSpPr>
          <p:spPr>
            <a:xfrm>
              <a:off x="186010" y="760979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5" name="Google Shape;2345;p13"/>
            <p:cNvSpPr/>
            <p:nvPr/>
          </p:nvSpPr>
          <p:spPr>
            <a:xfrm>
              <a:off x="132864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6" name="Google Shape;2346;p13"/>
            <p:cNvSpPr/>
            <p:nvPr/>
          </p:nvSpPr>
          <p:spPr>
            <a:xfrm>
              <a:off x="79718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7" name="Google Shape;2347;p13"/>
            <p:cNvSpPr/>
            <p:nvPr/>
          </p:nvSpPr>
          <p:spPr>
            <a:xfrm>
              <a:off x="26409" y="760979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8" name="Google Shape;2348;p13"/>
            <p:cNvSpPr/>
            <p:nvPr/>
          </p:nvSpPr>
          <p:spPr>
            <a:xfrm>
              <a:off x="239319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9" name="Google Shape;2349;p13"/>
            <p:cNvSpPr/>
            <p:nvPr/>
          </p:nvSpPr>
          <p:spPr>
            <a:xfrm>
              <a:off x="186010" y="70750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0" name="Google Shape;2350;p13"/>
            <p:cNvSpPr/>
            <p:nvPr/>
          </p:nvSpPr>
          <p:spPr>
            <a:xfrm>
              <a:off x="132864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1" name="Google Shape;2351;p13"/>
            <p:cNvSpPr/>
            <p:nvPr/>
          </p:nvSpPr>
          <p:spPr>
            <a:xfrm>
              <a:off x="79718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2" name="Google Shape;2352;p13"/>
            <p:cNvSpPr/>
            <p:nvPr/>
          </p:nvSpPr>
          <p:spPr>
            <a:xfrm>
              <a:off x="26409" y="70750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3" name="Google Shape;2353;p13"/>
            <p:cNvSpPr/>
            <p:nvPr/>
          </p:nvSpPr>
          <p:spPr>
            <a:xfrm>
              <a:off x="239319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4" name="Google Shape;2354;p13"/>
            <p:cNvSpPr/>
            <p:nvPr/>
          </p:nvSpPr>
          <p:spPr>
            <a:xfrm>
              <a:off x="186010" y="654359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5" name="Google Shape;2355;p13"/>
            <p:cNvSpPr/>
            <p:nvPr/>
          </p:nvSpPr>
          <p:spPr>
            <a:xfrm>
              <a:off x="132864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6" name="Google Shape;2356;p13"/>
            <p:cNvSpPr/>
            <p:nvPr/>
          </p:nvSpPr>
          <p:spPr>
            <a:xfrm>
              <a:off x="79718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7" name="Google Shape;2357;p13"/>
            <p:cNvSpPr/>
            <p:nvPr/>
          </p:nvSpPr>
          <p:spPr>
            <a:xfrm>
              <a:off x="26409" y="654359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8" name="Google Shape;2358;p13"/>
            <p:cNvSpPr/>
            <p:nvPr/>
          </p:nvSpPr>
          <p:spPr>
            <a:xfrm>
              <a:off x="292465" y="601213"/>
              <a:ext cx="15091" cy="17879"/>
            </a:xfrm>
            <a:custGeom>
              <a:avLst/>
              <a:gdLst/>
              <a:ahLst/>
              <a:cxnLst/>
              <a:rect l="l" t="t" r="r" b="b"/>
              <a:pathLst>
                <a:path w="92" h="109" extrusionOk="0">
                  <a:moveTo>
                    <a:pt x="67" y="0"/>
                  </a:moveTo>
                  <a:cubicBezTo>
                    <a:pt x="32" y="0"/>
                    <a:pt x="1" y="28"/>
                    <a:pt x="1" y="66"/>
                  </a:cubicBezTo>
                  <a:cubicBezTo>
                    <a:pt x="1" y="82"/>
                    <a:pt x="6" y="96"/>
                    <a:pt x="17" y="109"/>
                  </a:cubicBezTo>
                  <a:cubicBezTo>
                    <a:pt x="39" y="73"/>
                    <a:pt x="65" y="38"/>
                    <a:pt x="92" y="5"/>
                  </a:cubicBezTo>
                  <a:cubicBezTo>
                    <a:pt x="84" y="2"/>
                    <a:pt x="75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9" name="Google Shape;2359;p13"/>
            <p:cNvSpPr/>
            <p:nvPr/>
          </p:nvSpPr>
          <p:spPr>
            <a:xfrm>
              <a:off x="239319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0" name="Google Shape;2360;p13"/>
            <p:cNvSpPr/>
            <p:nvPr/>
          </p:nvSpPr>
          <p:spPr>
            <a:xfrm>
              <a:off x="186010" y="601213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1" name="Google Shape;2361;p13"/>
            <p:cNvSpPr/>
            <p:nvPr/>
          </p:nvSpPr>
          <p:spPr>
            <a:xfrm>
              <a:off x="132864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2" name="Google Shape;2362;p13"/>
            <p:cNvSpPr/>
            <p:nvPr/>
          </p:nvSpPr>
          <p:spPr>
            <a:xfrm>
              <a:off x="79718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3" name="Google Shape;2363;p13"/>
            <p:cNvSpPr/>
            <p:nvPr/>
          </p:nvSpPr>
          <p:spPr>
            <a:xfrm>
              <a:off x="26409" y="601213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4" name="Google Shape;2364;p13"/>
            <p:cNvSpPr/>
            <p:nvPr/>
          </p:nvSpPr>
          <p:spPr>
            <a:xfrm>
              <a:off x="341838" y="547903"/>
              <a:ext cx="25589" cy="19520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1"/>
                  </a:moveTo>
                  <a:cubicBezTo>
                    <a:pt x="26" y="1"/>
                    <a:pt x="0" y="82"/>
                    <a:pt x="51" y="119"/>
                  </a:cubicBezTo>
                  <a:cubicBezTo>
                    <a:pt x="83" y="101"/>
                    <a:pt x="118" y="83"/>
                    <a:pt x="155" y="67"/>
                  </a:cubicBezTo>
                  <a:cubicBezTo>
                    <a:pt x="155" y="30"/>
                    <a:pt x="126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5" name="Google Shape;2365;p13"/>
            <p:cNvSpPr/>
            <p:nvPr/>
          </p:nvSpPr>
          <p:spPr>
            <a:xfrm>
              <a:off x="292465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4" y="1"/>
                    <a:pt x="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6" name="Google Shape;2366;p13"/>
            <p:cNvSpPr/>
            <p:nvPr/>
          </p:nvSpPr>
          <p:spPr>
            <a:xfrm>
              <a:off x="239319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7" name="Google Shape;2367;p13"/>
            <p:cNvSpPr/>
            <p:nvPr/>
          </p:nvSpPr>
          <p:spPr>
            <a:xfrm>
              <a:off x="186010" y="547903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8" name="Google Shape;2368;p13"/>
            <p:cNvSpPr/>
            <p:nvPr/>
          </p:nvSpPr>
          <p:spPr>
            <a:xfrm>
              <a:off x="132864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9" name="Google Shape;2369;p13"/>
            <p:cNvSpPr/>
            <p:nvPr/>
          </p:nvSpPr>
          <p:spPr>
            <a:xfrm>
              <a:off x="79718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0" name="Google Shape;2370;p13"/>
            <p:cNvSpPr/>
            <p:nvPr/>
          </p:nvSpPr>
          <p:spPr>
            <a:xfrm>
              <a:off x="26409" y="547903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1" name="Google Shape;2371;p13"/>
            <p:cNvSpPr/>
            <p:nvPr/>
          </p:nvSpPr>
          <p:spPr>
            <a:xfrm>
              <a:off x="830319" y="494758"/>
              <a:ext cx="5413" cy="1476"/>
            </a:xfrm>
            <a:custGeom>
              <a:avLst/>
              <a:gdLst/>
              <a:ahLst/>
              <a:cxnLst/>
              <a:rect l="l" t="t" r="r" b="b"/>
              <a:pathLst>
                <a:path w="33" h="9" extrusionOk="0">
                  <a:moveTo>
                    <a:pt x="32" y="1"/>
                  </a:moveTo>
                  <a:cubicBezTo>
                    <a:pt x="21" y="1"/>
                    <a:pt x="10" y="4"/>
                    <a:pt x="1" y="8"/>
                  </a:cubicBezTo>
                  <a:cubicBezTo>
                    <a:pt x="11" y="6"/>
                    <a:pt x="22" y="4"/>
                    <a:pt x="3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2" name="Google Shape;2372;p13"/>
            <p:cNvSpPr/>
            <p:nvPr/>
          </p:nvSpPr>
          <p:spPr>
            <a:xfrm>
              <a:off x="769956" y="494758"/>
              <a:ext cx="23128" cy="13614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2"/>
                    <a:pt x="12" y="83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1"/>
                    <a:pt x="75" y="1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3" name="Google Shape;2373;p13"/>
            <p:cNvSpPr/>
            <p:nvPr/>
          </p:nvSpPr>
          <p:spPr>
            <a:xfrm>
              <a:off x="714186" y="494758"/>
              <a:ext cx="29361" cy="19684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1"/>
                  </a:moveTo>
                  <a:cubicBezTo>
                    <a:pt x="27" y="1"/>
                    <a:pt x="1" y="83"/>
                    <a:pt x="54" y="120"/>
                  </a:cubicBezTo>
                  <a:cubicBezTo>
                    <a:pt x="82" y="116"/>
                    <a:pt x="110" y="114"/>
                    <a:pt x="138" y="111"/>
                  </a:cubicBezTo>
                  <a:cubicBezTo>
                    <a:pt x="179" y="69"/>
                    <a:pt x="148" y="1"/>
                    <a:pt x="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4" name="Google Shape;2374;p13"/>
            <p:cNvSpPr/>
            <p:nvPr/>
          </p:nvSpPr>
          <p:spPr>
            <a:xfrm>
              <a:off x="664977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5" name="Google Shape;2375;p13"/>
            <p:cNvSpPr/>
            <p:nvPr/>
          </p:nvSpPr>
          <p:spPr>
            <a:xfrm>
              <a:off x="611831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6" name="Google Shape;2376;p13"/>
            <p:cNvSpPr/>
            <p:nvPr/>
          </p:nvSpPr>
          <p:spPr>
            <a:xfrm>
              <a:off x="558686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7" name="Google Shape;2377;p13"/>
            <p:cNvSpPr/>
            <p:nvPr/>
          </p:nvSpPr>
          <p:spPr>
            <a:xfrm>
              <a:off x="505376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2" y="132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8" name="Google Shape;2378;p13"/>
            <p:cNvSpPr/>
            <p:nvPr/>
          </p:nvSpPr>
          <p:spPr>
            <a:xfrm>
              <a:off x="452230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9" name="Google Shape;2379;p13"/>
            <p:cNvSpPr/>
            <p:nvPr/>
          </p:nvSpPr>
          <p:spPr>
            <a:xfrm>
              <a:off x="398920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0" name="Google Shape;2380;p13"/>
            <p:cNvSpPr/>
            <p:nvPr/>
          </p:nvSpPr>
          <p:spPr>
            <a:xfrm>
              <a:off x="345611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1" name="Google Shape;2381;p13"/>
            <p:cNvSpPr/>
            <p:nvPr/>
          </p:nvSpPr>
          <p:spPr>
            <a:xfrm>
              <a:off x="292465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2" name="Google Shape;2382;p13"/>
            <p:cNvSpPr/>
            <p:nvPr/>
          </p:nvSpPr>
          <p:spPr>
            <a:xfrm>
              <a:off x="239319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3" name="Google Shape;2383;p13"/>
            <p:cNvSpPr/>
            <p:nvPr/>
          </p:nvSpPr>
          <p:spPr>
            <a:xfrm>
              <a:off x="186010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4" name="Google Shape;2384;p13"/>
            <p:cNvSpPr/>
            <p:nvPr/>
          </p:nvSpPr>
          <p:spPr>
            <a:xfrm>
              <a:off x="132864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5" name="Google Shape;2385;p13"/>
            <p:cNvSpPr/>
            <p:nvPr/>
          </p:nvSpPr>
          <p:spPr>
            <a:xfrm>
              <a:off x="79718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6" name="Google Shape;2386;p13"/>
            <p:cNvSpPr/>
            <p:nvPr/>
          </p:nvSpPr>
          <p:spPr>
            <a:xfrm>
              <a:off x="26409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7" name="Google Shape;2387;p13"/>
            <p:cNvSpPr/>
            <p:nvPr/>
          </p:nvSpPr>
          <p:spPr>
            <a:xfrm>
              <a:off x="928081" y="441612"/>
              <a:ext cx="24440" cy="17387"/>
            </a:xfrm>
            <a:custGeom>
              <a:avLst/>
              <a:gdLst/>
              <a:ahLst/>
              <a:cxnLst/>
              <a:rect l="l" t="t" r="r" b="b"/>
              <a:pathLst>
                <a:path w="149" h="106" extrusionOk="0">
                  <a:moveTo>
                    <a:pt x="84" y="0"/>
                  </a:moveTo>
                  <a:cubicBezTo>
                    <a:pt x="30" y="0"/>
                    <a:pt x="0" y="63"/>
                    <a:pt x="34" y="105"/>
                  </a:cubicBezTo>
                  <a:cubicBezTo>
                    <a:pt x="72" y="88"/>
                    <a:pt x="110" y="69"/>
                    <a:pt x="148" y="51"/>
                  </a:cubicBezTo>
                  <a:cubicBezTo>
                    <a:pt x="142" y="21"/>
                    <a:pt x="116" y="0"/>
                    <a:pt x="85" y="0"/>
                  </a:cubicBezTo>
                  <a:cubicBezTo>
                    <a:pt x="85" y="0"/>
                    <a:pt x="84" y="0"/>
                    <a:pt x="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8" name="Google Shape;2388;p13"/>
            <p:cNvSpPr/>
            <p:nvPr/>
          </p:nvSpPr>
          <p:spPr>
            <a:xfrm>
              <a:off x="87788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9" name="Google Shape;2389;p13"/>
            <p:cNvSpPr/>
            <p:nvPr/>
          </p:nvSpPr>
          <p:spPr>
            <a:xfrm>
              <a:off x="82474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0" name="Google Shape;2390;p13"/>
            <p:cNvSpPr/>
            <p:nvPr/>
          </p:nvSpPr>
          <p:spPr>
            <a:xfrm>
              <a:off x="77143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1" name="Google Shape;2391;p13"/>
            <p:cNvSpPr/>
            <p:nvPr/>
          </p:nvSpPr>
          <p:spPr>
            <a:xfrm>
              <a:off x="718287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2" name="Google Shape;2392;p13"/>
            <p:cNvSpPr/>
            <p:nvPr/>
          </p:nvSpPr>
          <p:spPr>
            <a:xfrm>
              <a:off x="664977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3" name="Google Shape;2393;p13"/>
            <p:cNvSpPr/>
            <p:nvPr/>
          </p:nvSpPr>
          <p:spPr>
            <a:xfrm>
              <a:off x="611831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4" name="Google Shape;2394;p13"/>
            <p:cNvSpPr/>
            <p:nvPr/>
          </p:nvSpPr>
          <p:spPr>
            <a:xfrm>
              <a:off x="558686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5" name="Google Shape;2395;p13"/>
            <p:cNvSpPr/>
            <p:nvPr/>
          </p:nvSpPr>
          <p:spPr>
            <a:xfrm>
              <a:off x="505376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6" name="Google Shape;2396;p13"/>
            <p:cNvSpPr/>
            <p:nvPr/>
          </p:nvSpPr>
          <p:spPr>
            <a:xfrm>
              <a:off x="452230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7" name="Google Shape;2397;p13"/>
            <p:cNvSpPr/>
            <p:nvPr/>
          </p:nvSpPr>
          <p:spPr>
            <a:xfrm>
              <a:off x="398920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8" name="Google Shape;2398;p13"/>
            <p:cNvSpPr/>
            <p:nvPr/>
          </p:nvSpPr>
          <p:spPr>
            <a:xfrm>
              <a:off x="345611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9" name="Google Shape;2399;p13"/>
            <p:cNvSpPr/>
            <p:nvPr/>
          </p:nvSpPr>
          <p:spPr>
            <a:xfrm>
              <a:off x="292465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0" name="Google Shape;2400;p13"/>
            <p:cNvSpPr/>
            <p:nvPr/>
          </p:nvSpPr>
          <p:spPr>
            <a:xfrm>
              <a:off x="239319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1" name="Google Shape;2401;p13"/>
            <p:cNvSpPr/>
            <p:nvPr/>
          </p:nvSpPr>
          <p:spPr>
            <a:xfrm>
              <a:off x="186010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2" name="Google Shape;2402;p13"/>
            <p:cNvSpPr/>
            <p:nvPr/>
          </p:nvSpPr>
          <p:spPr>
            <a:xfrm>
              <a:off x="132864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3" name="Google Shape;2403;p13"/>
            <p:cNvSpPr/>
            <p:nvPr/>
          </p:nvSpPr>
          <p:spPr>
            <a:xfrm>
              <a:off x="7971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4" name="Google Shape;2404;p13"/>
            <p:cNvSpPr/>
            <p:nvPr/>
          </p:nvSpPr>
          <p:spPr>
            <a:xfrm>
              <a:off x="26409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5" name="Google Shape;2405;p13"/>
            <p:cNvSpPr/>
            <p:nvPr/>
          </p:nvSpPr>
          <p:spPr>
            <a:xfrm>
              <a:off x="1037653" y="388302"/>
              <a:ext cx="15911" cy="12302"/>
            </a:xfrm>
            <a:custGeom>
              <a:avLst/>
              <a:gdLst/>
              <a:ahLst/>
              <a:cxnLst/>
              <a:rect l="l" t="t" r="r" b="b"/>
              <a:pathLst>
                <a:path w="97" h="75" extrusionOk="0">
                  <a:moveTo>
                    <a:pt x="65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69"/>
                    <a:pt x="0" y="72"/>
                    <a:pt x="1" y="75"/>
                  </a:cubicBezTo>
                  <a:cubicBezTo>
                    <a:pt x="33" y="53"/>
                    <a:pt x="65" y="32"/>
                    <a:pt x="97" y="8"/>
                  </a:cubicBezTo>
                  <a:cubicBezTo>
                    <a:pt x="87" y="4"/>
                    <a:pt x="7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6" name="Google Shape;2406;p13"/>
            <p:cNvSpPr/>
            <p:nvPr/>
          </p:nvSpPr>
          <p:spPr>
            <a:xfrm>
              <a:off x="98450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7" name="Google Shape;2407;p13"/>
            <p:cNvSpPr/>
            <p:nvPr/>
          </p:nvSpPr>
          <p:spPr>
            <a:xfrm>
              <a:off x="931033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7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8" name="Google Shape;2408;p13"/>
            <p:cNvSpPr/>
            <p:nvPr/>
          </p:nvSpPr>
          <p:spPr>
            <a:xfrm>
              <a:off x="87788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9" name="Google Shape;2409;p13"/>
            <p:cNvSpPr/>
            <p:nvPr/>
          </p:nvSpPr>
          <p:spPr>
            <a:xfrm>
              <a:off x="82474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0" name="Google Shape;2410;p13"/>
            <p:cNvSpPr/>
            <p:nvPr/>
          </p:nvSpPr>
          <p:spPr>
            <a:xfrm>
              <a:off x="77143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1" name="Google Shape;2411;p13"/>
            <p:cNvSpPr/>
            <p:nvPr/>
          </p:nvSpPr>
          <p:spPr>
            <a:xfrm>
              <a:off x="71828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2" name="Google Shape;2412;p13"/>
            <p:cNvSpPr/>
            <p:nvPr/>
          </p:nvSpPr>
          <p:spPr>
            <a:xfrm>
              <a:off x="664977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3" name="Google Shape;2413;p13"/>
            <p:cNvSpPr/>
            <p:nvPr/>
          </p:nvSpPr>
          <p:spPr>
            <a:xfrm>
              <a:off x="611831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4" name="Google Shape;2414;p13"/>
            <p:cNvSpPr/>
            <p:nvPr/>
          </p:nvSpPr>
          <p:spPr>
            <a:xfrm>
              <a:off x="558686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5" name="Google Shape;2415;p13"/>
            <p:cNvSpPr/>
            <p:nvPr/>
          </p:nvSpPr>
          <p:spPr>
            <a:xfrm>
              <a:off x="505376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6" name="Google Shape;2416;p13"/>
            <p:cNvSpPr/>
            <p:nvPr/>
          </p:nvSpPr>
          <p:spPr>
            <a:xfrm>
              <a:off x="452230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7" name="Google Shape;2417;p13"/>
            <p:cNvSpPr/>
            <p:nvPr/>
          </p:nvSpPr>
          <p:spPr>
            <a:xfrm>
              <a:off x="398920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8" name="Google Shape;2418;p13"/>
            <p:cNvSpPr/>
            <p:nvPr/>
          </p:nvSpPr>
          <p:spPr>
            <a:xfrm>
              <a:off x="345611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9" name="Google Shape;2419;p13"/>
            <p:cNvSpPr/>
            <p:nvPr/>
          </p:nvSpPr>
          <p:spPr>
            <a:xfrm>
              <a:off x="292465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1"/>
                    <a:pt x="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0" name="Google Shape;2420;p13"/>
            <p:cNvSpPr/>
            <p:nvPr/>
          </p:nvSpPr>
          <p:spPr>
            <a:xfrm>
              <a:off x="239319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1" name="Google Shape;2421;p13"/>
            <p:cNvSpPr/>
            <p:nvPr/>
          </p:nvSpPr>
          <p:spPr>
            <a:xfrm>
              <a:off x="186010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2" name="Google Shape;2422;p13"/>
            <p:cNvSpPr/>
            <p:nvPr/>
          </p:nvSpPr>
          <p:spPr>
            <a:xfrm>
              <a:off x="132864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3" name="Google Shape;2423;p13"/>
            <p:cNvSpPr/>
            <p:nvPr/>
          </p:nvSpPr>
          <p:spPr>
            <a:xfrm>
              <a:off x="7971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4" name="Google Shape;2424;p13"/>
            <p:cNvSpPr/>
            <p:nvPr/>
          </p:nvSpPr>
          <p:spPr>
            <a:xfrm>
              <a:off x="26409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5" name="Google Shape;2425;p13"/>
            <p:cNvSpPr/>
            <p:nvPr/>
          </p:nvSpPr>
          <p:spPr>
            <a:xfrm>
              <a:off x="1086533" y="335156"/>
              <a:ext cx="25425" cy="20668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3" y="0"/>
                  </a:moveTo>
                  <a:cubicBezTo>
                    <a:pt x="22" y="0"/>
                    <a:pt x="0" y="97"/>
                    <a:pt x="66" y="125"/>
                  </a:cubicBezTo>
                  <a:cubicBezTo>
                    <a:pt x="96" y="100"/>
                    <a:pt x="125" y="74"/>
                    <a:pt x="154" y="47"/>
                  </a:cubicBezTo>
                  <a:cubicBezTo>
                    <a:pt x="147" y="19"/>
                    <a:pt x="122" y="0"/>
                    <a:pt x="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6" name="Google Shape;2426;p13"/>
            <p:cNvSpPr/>
            <p:nvPr/>
          </p:nvSpPr>
          <p:spPr>
            <a:xfrm>
              <a:off x="1037653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7" name="Google Shape;2427;p13"/>
            <p:cNvSpPr/>
            <p:nvPr/>
          </p:nvSpPr>
          <p:spPr>
            <a:xfrm>
              <a:off x="98450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8" name="Google Shape;2428;p13"/>
            <p:cNvSpPr/>
            <p:nvPr/>
          </p:nvSpPr>
          <p:spPr>
            <a:xfrm>
              <a:off x="931033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9" name="Google Shape;2429;p13"/>
            <p:cNvSpPr/>
            <p:nvPr/>
          </p:nvSpPr>
          <p:spPr>
            <a:xfrm>
              <a:off x="87788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0" name="Google Shape;2430;p13"/>
            <p:cNvSpPr/>
            <p:nvPr/>
          </p:nvSpPr>
          <p:spPr>
            <a:xfrm>
              <a:off x="82474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1" name="Google Shape;2431;p13"/>
            <p:cNvSpPr/>
            <p:nvPr/>
          </p:nvSpPr>
          <p:spPr>
            <a:xfrm>
              <a:off x="77143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2" name="Google Shape;2432;p13"/>
            <p:cNvSpPr/>
            <p:nvPr/>
          </p:nvSpPr>
          <p:spPr>
            <a:xfrm>
              <a:off x="71828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3" name="Google Shape;2433;p13"/>
            <p:cNvSpPr/>
            <p:nvPr/>
          </p:nvSpPr>
          <p:spPr>
            <a:xfrm>
              <a:off x="664977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4" name="Google Shape;2434;p13"/>
            <p:cNvSpPr/>
            <p:nvPr/>
          </p:nvSpPr>
          <p:spPr>
            <a:xfrm>
              <a:off x="611831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5" name="Google Shape;2435;p13"/>
            <p:cNvSpPr/>
            <p:nvPr/>
          </p:nvSpPr>
          <p:spPr>
            <a:xfrm>
              <a:off x="558686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6" name="Google Shape;2436;p13"/>
            <p:cNvSpPr/>
            <p:nvPr/>
          </p:nvSpPr>
          <p:spPr>
            <a:xfrm>
              <a:off x="505376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7" name="Google Shape;2437;p13"/>
            <p:cNvSpPr/>
            <p:nvPr/>
          </p:nvSpPr>
          <p:spPr>
            <a:xfrm>
              <a:off x="452230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8" name="Google Shape;2438;p13"/>
            <p:cNvSpPr/>
            <p:nvPr/>
          </p:nvSpPr>
          <p:spPr>
            <a:xfrm>
              <a:off x="398920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9" name="Google Shape;2439;p13"/>
            <p:cNvSpPr/>
            <p:nvPr/>
          </p:nvSpPr>
          <p:spPr>
            <a:xfrm>
              <a:off x="345611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0" name="Google Shape;2440;p13"/>
            <p:cNvSpPr/>
            <p:nvPr/>
          </p:nvSpPr>
          <p:spPr>
            <a:xfrm>
              <a:off x="292465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1" name="Google Shape;2441;p13"/>
            <p:cNvSpPr/>
            <p:nvPr/>
          </p:nvSpPr>
          <p:spPr>
            <a:xfrm>
              <a:off x="239319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2" name="Google Shape;2442;p13"/>
            <p:cNvSpPr/>
            <p:nvPr/>
          </p:nvSpPr>
          <p:spPr>
            <a:xfrm>
              <a:off x="186010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3" name="Google Shape;2443;p13"/>
            <p:cNvSpPr/>
            <p:nvPr/>
          </p:nvSpPr>
          <p:spPr>
            <a:xfrm>
              <a:off x="132864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4" name="Google Shape;2444;p13"/>
            <p:cNvSpPr/>
            <p:nvPr/>
          </p:nvSpPr>
          <p:spPr>
            <a:xfrm>
              <a:off x="7971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5" name="Google Shape;2445;p13"/>
            <p:cNvSpPr/>
            <p:nvPr/>
          </p:nvSpPr>
          <p:spPr>
            <a:xfrm>
              <a:off x="26409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6" name="Google Shape;2446;p13"/>
            <p:cNvSpPr/>
            <p:nvPr/>
          </p:nvSpPr>
          <p:spPr>
            <a:xfrm>
              <a:off x="1139843" y="282010"/>
              <a:ext cx="24933" cy="21160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90" y="0"/>
                  </a:moveTo>
                  <a:cubicBezTo>
                    <a:pt x="15" y="0"/>
                    <a:pt x="1" y="108"/>
                    <a:pt x="75" y="128"/>
                  </a:cubicBezTo>
                  <a:cubicBezTo>
                    <a:pt x="101" y="99"/>
                    <a:pt x="127" y="69"/>
                    <a:pt x="151" y="40"/>
                  </a:cubicBezTo>
                  <a:cubicBezTo>
                    <a:pt x="141" y="15"/>
                    <a:pt x="118" y="0"/>
                    <a:pt x="92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7" name="Google Shape;2447;p13"/>
            <p:cNvSpPr/>
            <p:nvPr/>
          </p:nvSpPr>
          <p:spPr>
            <a:xfrm>
              <a:off x="1090798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8" name="Google Shape;2448;p13"/>
            <p:cNvSpPr/>
            <p:nvPr/>
          </p:nvSpPr>
          <p:spPr>
            <a:xfrm>
              <a:off x="1037653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9" name="Google Shape;2449;p13"/>
            <p:cNvSpPr/>
            <p:nvPr/>
          </p:nvSpPr>
          <p:spPr>
            <a:xfrm>
              <a:off x="98450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0" name="Google Shape;2450;p13"/>
            <p:cNvSpPr/>
            <p:nvPr/>
          </p:nvSpPr>
          <p:spPr>
            <a:xfrm>
              <a:off x="931033" y="281846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1" name="Google Shape;2451;p13"/>
            <p:cNvSpPr/>
            <p:nvPr/>
          </p:nvSpPr>
          <p:spPr>
            <a:xfrm>
              <a:off x="87788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2" name="Google Shape;2452;p13"/>
            <p:cNvSpPr/>
            <p:nvPr/>
          </p:nvSpPr>
          <p:spPr>
            <a:xfrm>
              <a:off x="82474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3" name="Google Shape;2453;p13"/>
            <p:cNvSpPr/>
            <p:nvPr/>
          </p:nvSpPr>
          <p:spPr>
            <a:xfrm>
              <a:off x="77143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4" name="Google Shape;2454;p13"/>
            <p:cNvSpPr/>
            <p:nvPr/>
          </p:nvSpPr>
          <p:spPr>
            <a:xfrm>
              <a:off x="71828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5" name="Google Shape;2455;p13"/>
            <p:cNvSpPr/>
            <p:nvPr/>
          </p:nvSpPr>
          <p:spPr>
            <a:xfrm>
              <a:off x="664977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6" name="Google Shape;2456;p13"/>
            <p:cNvSpPr/>
            <p:nvPr/>
          </p:nvSpPr>
          <p:spPr>
            <a:xfrm>
              <a:off x="611831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7" name="Google Shape;2457;p13"/>
            <p:cNvSpPr/>
            <p:nvPr/>
          </p:nvSpPr>
          <p:spPr>
            <a:xfrm>
              <a:off x="558686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8" name="Google Shape;2458;p13"/>
            <p:cNvSpPr/>
            <p:nvPr/>
          </p:nvSpPr>
          <p:spPr>
            <a:xfrm>
              <a:off x="505376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9" name="Google Shape;2459;p13"/>
            <p:cNvSpPr/>
            <p:nvPr/>
          </p:nvSpPr>
          <p:spPr>
            <a:xfrm>
              <a:off x="452230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0" name="Google Shape;2460;p13"/>
            <p:cNvSpPr/>
            <p:nvPr/>
          </p:nvSpPr>
          <p:spPr>
            <a:xfrm>
              <a:off x="39892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1" name="Google Shape;2461;p13"/>
            <p:cNvSpPr/>
            <p:nvPr/>
          </p:nvSpPr>
          <p:spPr>
            <a:xfrm>
              <a:off x="345611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6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2" name="Google Shape;2462;p13"/>
            <p:cNvSpPr/>
            <p:nvPr/>
          </p:nvSpPr>
          <p:spPr>
            <a:xfrm>
              <a:off x="292465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3" name="Google Shape;2463;p13"/>
            <p:cNvSpPr/>
            <p:nvPr/>
          </p:nvSpPr>
          <p:spPr>
            <a:xfrm>
              <a:off x="23931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4" name="Google Shape;2464;p13"/>
            <p:cNvSpPr/>
            <p:nvPr/>
          </p:nvSpPr>
          <p:spPr>
            <a:xfrm>
              <a:off x="18601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5" name="Google Shape;2465;p13"/>
            <p:cNvSpPr/>
            <p:nvPr/>
          </p:nvSpPr>
          <p:spPr>
            <a:xfrm>
              <a:off x="132864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6" name="Google Shape;2466;p13"/>
            <p:cNvSpPr/>
            <p:nvPr/>
          </p:nvSpPr>
          <p:spPr>
            <a:xfrm>
              <a:off x="7971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7" name="Google Shape;2467;p13"/>
            <p:cNvSpPr/>
            <p:nvPr/>
          </p:nvSpPr>
          <p:spPr>
            <a:xfrm>
              <a:off x="2640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8" name="Google Shape;2468;p13"/>
            <p:cNvSpPr/>
            <p:nvPr/>
          </p:nvSpPr>
          <p:spPr>
            <a:xfrm>
              <a:off x="1197254" y="228865"/>
              <a:ext cx="9678" cy="14599"/>
            </a:xfrm>
            <a:custGeom>
              <a:avLst/>
              <a:gdLst/>
              <a:ahLst/>
              <a:cxnLst/>
              <a:rect l="l" t="t" r="r" b="b"/>
              <a:pathLst>
                <a:path w="59" h="89" extrusionOk="0">
                  <a:moveTo>
                    <a:pt x="59" y="0"/>
                  </a:moveTo>
                  <a:lnTo>
                    <a:pt x="59" y="0"/>
                  </a:lnTo>
                  <a:cubicBezTo>
                    <a:pt x="26" y="3"/>
                    <a:pt x="0" y="32"/>
                    <a:pt x="0" y="65"/>
                  </a:cubicBezTo>
                  <a:cubicBezTo>
                    <a:pt x="0" y="73"/>
                    <a:pt x="2" y="81"/>
                    <a:pt x="5" y="89"/>
                  </a:cubicBezTo>
                  <a:cubicBezTo>
                    <a:pt x="24" y="59"/>
                    <a:pt x="42" y="29"/>
                    <a:pt x="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9" name="Google Shape;2469;p13"/>
            <p:cNvSpPr/>
            <p:nvPr/>
          </p:nvSpPr>
          <p:spPr>
            <a:xfrm>
              <a:off x="1140335" y="228537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0" name="Google Shape;2470;p13"/>
            <p:cNvSpPr/>
            <p:nvPr/>
          </p:nvSpPr>
          <p:spPr>
            <a:xfrm>
              <a:off x="1090798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1" name="Google Shape;2471;p13"/>
            <p:cNvSpPr/>
            <p:nvPr/>
          </p:nvSpPr>
          <p:spPr>
            <a:xfrm>
              <a:off x="1037653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2" name="Google Shape;2472;p13"/>
            <p:cNvSpPr/>
            <p:nvPr/>
          </p:nvSpPr>
          <p:spPr>
            <a:xfrm>
              <a:off x="98450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3" name="Google Shape;2473;p13"/>
            <p:cNvSpPr/>
            <p:nvPr/>
          </p:nvSpPr>
          <p:spPr>
            <a:xfrm>
              <a:off x="931033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4" name="Google Shape;2474;p13"/>
            <p:cNvSpPr/>
            <p:nvPr/>
          </p:nvSpPr>
          <p:spPr>
            <a:xfrm>
              <a:off x="87788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5" name="Google Shape;2475;p13"/>
            <p:cNvSpPr/>
            <p:nvPr/>
          </p:nvSpPr>
          <p:spPr>
            <a:xfrm>
              <a:off x="82474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6" name="Google Shape;2476;p13"/>
            <p:cNvSpPr/>
            <p:nvPr/>
          </p:nvSpPr>
          <p:spPr>
            <a:xfrm>
              <a:off x="77143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7" name="Google Shape;2477;p13"/>
            <p:cNvSpPr/>
            <p:nvPr/>
          </p:nvSpPr>
          <p:spPr>
            <a:xfrm>
              <a:off x="71828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8" name="Google Shape;2478;p13"/>
            <p:cNvSpPr/>
            <p:nvPr/>
          </p:nvSpPr>
          <p:spPr>
            <a:xfrm>
              <a:off x="664977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9" name="Google Shape;2479;p13"/>
            <p:cNvSpPr/>
            <p:nvPr/>
          </p:nvSpPr>
          <p:spPr>
            <a:xfrm>
              <a:off x="611831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0" name="Google Shape;2480;p13"/>
            <p:cNvSpPr/>
            <p:nvPr/>
          </p:nvSpPr>
          <p:spPr>
            <a:xfrm>
              <a:off x="558686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1" name="Google Shape;2481;p13"/>
            <p:cNvSpPr/>
            <p:nvPr/>
          </p:nvSpPr>
          <p:spPr>
            <a:xfrm>
              <a:off x="505376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2" y="133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2" name="Google Shape;2482;p13"/>
            <p:cNvSpPr/>
            <p:nvPr/>
          </p:nvSpPr>
          <p:spPr>
            <a:xfrm>
              <a:off x="452230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3" name="Google Shape;2483;p13"/>
            <p:cNvSpPr/>
            <p:nvPr/>
          </p:nvSpPr>
          <p:spPr>
            <a:xfrm>
              <a:off x="398920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4" name="Google Shape;2484;p13"/>
            <p:cNvSpPr/>
            <p:nvPr/>
          </p:nvSpPr>
          <p:spPr>
            <a:xfrm>
              <a:off x="345611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5" name="Google Shape;2485;p13"/>
            <p:cNvSpPr/>
            <p:nvPr/>
          </p:nvSpPr>
          <p:spPr>
            <a:xfrm>
              <a:off x="292465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6" name="Google Shape;2486;p13"/>
            <p:cNvSpPr/>
            <p:nvPr/>
          </p:nvSpPr>
          <p:spPr>
            <a:xfrm>
              <a:off x="239319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7" name="Google Shape;2487;p13"/>
            <p:cNvSpPr/>
            <p:nvPr/>
          </p:nvSpPr>
          <p:spPr>
            <a:xfrm>
              <a:off x="186010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8" name="Google Shape;2488;p13"/>
            <p:cNvSpPr/>
            <p:nvPr/>
          </p:nvSpPr>
          <p:spPr>
            <a:xfrm>
              <a:off x="132864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9" name="Google Shape;2489;p13"/>
            <p:cNvSpPr/>
            <p:nvPr/>
          </p:nvSpPr>
          <p:spPr>
            <a:xfrm>
              <a:off x="7971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0" name="Google Shape;2490;p13"/>
            <p:cNvSpPr/>
            <p:nvPr/>
          </p:nvSpPr>
          <p:spPr>
            <a:xfrm>
              <a:off x="26409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1" name="Google Shape;2491;p13"/>
            <p:cNvSpPr/>
            <p:nvPr/>
          </p:nvSpPr>
          <p:spPr>
            <a:xfrm>
              <a:off x="1193481" y="175391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2" name="Google Shape;2492;p13"/>
            <p:cNvSpPr/>
            <p:nvPr/>
          </p:nvSpPr>
          <p:spPr>
            <a:xfrm>
              <a:off x="1140335" y="17539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3" name="Google Shape;2493;p13"/>
            <p:cNvSpPr/>
            <p:nvPr/>
          </p:nvSpPr>
          <p:spPr>
            <a:xfrm>
              <a:off x="1090798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4" name="Google Shape;2494;p13"/>
            <p:cNvSpPr/>
            <p:nvPr/>
          </p:nvSpPr>
          <p:spPr>
            <a:xfrm>
              <a:off x="1037653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5" name="Google Shape;2495;p13"/>
            <p:cNvSpPr/>
            <p:nvPr/>
          </p:nvSpPr>
          <p:spPr>
            <a:xfrm>
              <a:off x="98450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6" name="Google Shape;2496;p13"/>
            <p:cNvSpPr/>
            <p:nvPr/>
          </p:nvSpPr>
          <p:spPr>
            <a:xfrm>
              <a:off x="931033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7" name="Google Shape;2497;p13"/>
            <p:cNvSpPr/>
            <p:nvPr/>
          </p:nvSpPr>
          <p:spPr>
            <a:xfrm>
              <a:off x="87788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8" name="Google Shape;2498;p13"/>
            <p:cNvSpPr/>
            <p:nvPr/>
          </p:nvSpPr>
          <p:spPr>
            <a:xfrm>
              <a:off x="82474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9" name="Google Shape;2499;p13"/>
            <p:cNvSpPr/>
            <p:nvPr/>
          </p:nvSpPr>
          <p:spPr>
            <a:xfrm>
              <a:off x="77143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0" name="Google Shape;2500;p13"/>
            <p:cNvSpPr/>
            <p:nvPr/>
          </p:nvSpPr>
          <p:spPr>
            <a:xfrm>
              <a:off x="71828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1" name="Google Shape;2501;p13"/>
            <p:cNvSpPr/>
            <p:nvPr/>
          </p:nvSpPr>
          <p:spPr>
            <a:xfrm>
              <a:off x="664977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2" name="Google Shape;2502;p13"/>
            <p:cNvSpPr/>
            <p:nvPr/>
          </p:nvSpPr>
          <p:spPr>
            <a:xfrm>
              <a:off x="611831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3" name="Google Shape;2503;p13"/>
            <p:cNvSpPr/>
            <p:nvPr/>
          </p:nvSpPr>
          <p:spPr>
            <a:xfrm>
              <a:off x="558686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4" name="Google Shape;2504;p13"/>
            <p:cNvSpPr/>
            <p:nvPr/>
          </p:nvSpPr>
          <p:spPr>
            <a:xfrm>
              <a:off x="505376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5" name="Google Shape;2505;p13"/>
            <p:cNvSpPr/>
            <p:nvPr/>
          </p:nvSpPr>
          <p:spPr>
            <a:xfrm>
              <a:off x="452230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1"/>
                    <a:pt x="153" y="62"/>
                    <a:pt x="113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6" name="Google Shape;2506;p13"/>
            <p:cNvSpPr/>
            <p:nvPr/>
          </p:nvSpPr>
          <p:spPr>
            <a:xfrm>
              <a:off x="398920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7" name="Google Shape;2507;p13"/>
            <p:cNvSpPr/>
            <p:nvPr/>
          </p:nvSpPr>
          <p:spPr>
            <a:xfrm>
              <a:off x="345611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8" name="Google Shape;2508;p13"/>
            <p:cNvSpPr/>
            <p:nvPr/>
          </p:nvSpPr>
          <p:spPr>
            <a:xfrm>
              <a:off x="292465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9" name="Google Shape;2509;p13"/>
            <p:cNvSpPr/>
            <p:nvPr/>
          </p:nvSpPr>
          <p:spPr>
            <a:xfrm>
              <a:off x="239319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0" name="Google Shape;2510;p13"/>
            <p:cNvSpPr/>
            <p:nvPr/>
          </p:nvSpPr>
          <p:spPr>
            <a:xfrm>
              <a:off x="186010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1" name="Google Shape;2511;p13"/>
            <p:cNvSpPr/>
            <p:nvPr/>
          </p:nvSpPr>
          <p:spPr>
            <a:xfrm>
              <a:off x="132864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2" name="Google Shape;2512;p13"/>
            <p:cNvSpPr/>
            <p:nvPr/>
          </p:nvSpPr>
          <p:spPr>
            <a:xfrm>
              <a:off x="7971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3" name="Google Shape;2513;p13"/>
            <p:cNvSpPr/>
            <p:nvPr/>
          </p:nvSpPr>
          <p:spPr>
            <a:xfrm>
              <a:off x="26409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4" name="Google Shape;2514;p13"/>
            <p:cNvSpPr/>
            <p:nvPr/>
          </p:nvSpPr>
          <p:spPr>
            <a:xfrm>
              <a:off x="1193481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5" name="Google Shape;2515;p13"/>
            <p:cNvSpPr/>
            <p:nvPr/>
          </p:nvSpPr>
          <p:spPr>
            <a:xfrm>
              <a:off x="114033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6" name="Google Shape;2516;p13"/>
            <p:cNvSpPr/>
            <p:nvPr/>
          </p:nvSpPr>
          <p:spPr>
            <a:xfrm>
              <a:off x="1090798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7" name="Google Shape;2517;p13"/>
            <p:cNvSpPr/>
            <p:nvPr/>
          </p:nvSpPr>
          <p:spPr>
            <a:xfrm>
              <a:off x="1037653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8" name="Google Shape;2518;p13"/>
            <p:cNvSpPr/>
            <p:nvPr/>
          </p:nvSpPr>
          <p:spPr>
            <a:xfrm>
              <a:off x="98450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9" name="Google Shape;2519;p13"/>
            <p:cNvSpPr/>
            <p:nvPr/>
          </p:nvSpPr>
          <p:spPr>
            <a:xfrm>
              <a:off x="931033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0" name="Google Shape;2520;p13"/>
            <p:cNvSpPr/>
            <p:nvPr/>
          </p:nvSpPr>
          <p:spPr>
            <a:xfrm>
              <a:off x="87788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1" name="Google Shape;2521;p13"/>
            <p:cNvSpPr/>
            <p:nvPr/>
          </p:nvSpPr>
          <p:spPr>
            <a:xfrm>
              <a:off x="82474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2" name="Google Shape;2522;p13"/>
            <p:cNvSpPr/>
            <p:nvPr/>
          </p:nvSpPr>
          <p:spPr>
            <a:xfrm>
              <a:off x="77143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3" name="Google Shape;2523;p13"/>
            <p:cNvSpPr/>
            <p:nvPr/>
          </p:nvSpPr>
          <p:spPr>
            <a:xfrm>
              <a:off x="71828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4" name="Google Shape;2524;p13"/>
            <p:cNvSpPr/>
            <p:nvPr/>
          </p:nvSpPr>
          <p:spPr>
            <a:xfrm>
              <a:off x="664977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5" name="Google Shape;2525;p13"/>
            <p:cNvSpPr/>
            <p:nvPr/>
          </p:nvSpPr>
          <p:spPr>
            <a:xfrm>
              <a:off x="611831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6" name="Google Shape;2526;p13"/>
            <p:cNvSpPr/>
            <p:nvPr/>
          </p:nvSpPr>
          <p:spPr>
            <a:xfrm>
              <a:off x="558686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7" name="Google Shape;2527;p13"/>
            <p:cNvSpPr/>
            <p:nvPr/>
          </p:nvSpPr>
          <p:spPr>
            <a:xfrm>
              <a:off x="505376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8" name="Google Shape;2528;p13"/>
            <p:cNvSpPr/>
            <p:nvPr/>
          </p:nvSpPr>
          <p:spPr>
            <a:xfrm>
              <a:off x="452230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9" name="Google Shape;2529;p13"/>
            <p:cNvSpPr/>
            <p:nvPr/>
          </p:nvSpPr>
          <p:spPr>
            <a:xfrm>
              <a:off x="39892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0" name="Google Shape;2530;p13"/>
            <p:cNvSpPr/>
            <p:nvPr/>
          </p:nvSpPr>
          <p:spPr>
            <a:xfrm>
              <a:off x="345611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1" name="Google Shape;2531;p13"/>
            <p:cNvSpPr/>
            <p:nvPr/>
          </p:nvSpPr>
          <p:spPr>
            <a:xfrm>
              <a:off x="29246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2" name="Google Shape;2532;p13"/>
            <p:cNvSpPr/>
            <p:nvPr/>
          </p:nvSpPr>
          <p:spPr>
            <a:xfrm>
              <a:off x="23931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3" name="Google Shape;2533;p13"/>
            <p:cNvSpPr/>
            <p:nvPr/>
          </p:nvSpPr>
          <p:spPr>
            <a:xfrm>
              <a:off x="18601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4" name="Google Shape;2534;p13"/>
            <p:cNvSpPr/>
            <p:nvPr/>
          </p:nvSpPr>
          <p:spPr>
            <a:xfrm>
              <a:off x="132864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5" name="Google Shape;2535;p13"/>
            <p:cNvSpPr/>
            <p:nvPr/>
          </p:nvSpPr>
          <p:spPr>
            <a:xfrm>
              <a:off x="7971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6" name="Google Shape;2536;p13"/>
            <p:cNvSpPr/>
            <p:nvPr/>
          </p:nvSpPr>
          <p:spPr>
            <a:xfrm>
              <a:off x="2640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7" name="Google Shape;2537;p13"/>
            <p:cNvSpPr/>
            <p:nvPr/>
          </p:nvSpPr>
          <p:spPr>
            <a:xfrm>
              <a:off x="1193481" y="6893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8" name="Google Shape;2538;p13"/>
            <p:cNvSpPr/>
            <p:nvPr/>
          </p:nvSpPr>
          <p:spPr>
            <a:xfrm>
              <a:off x="1140335" y="6893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9" name="Google Shape;2539;p13"/>
            <p:cNvSpPr/>
            <p:nvPr/>
          </p:nvSpPr>
          <p:spPr>
            <a:xfrm>
              <a:off x="1090798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0" name="Google Shape;2540;p13"/>
            <p:cNvSpPr/>
            <p:nvPr/>
          </p:nvSpPr>
          <p:spPr>
            <a:xfrm>
              <a:off x="1037653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1" name="Google Shape;2541;p13"/>
            <p:cNvSpPr/>
            <p:nvPr/>
          </p:nvSpPr>
          <p:spPr>
            <a:xfrm>
              <a:off x="98450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2" name="Google Shape;2542;p13"/>
            <p:cNvSpPr/>
            <p:nvPr/>
          </p:nvSpPr>
          <p:spPr>
            <a:xfrm>
              <a:off x="931033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3" name="Google Shape;2543;p13"/>
            <p:cNvSpPr/>
            <p:nvPr/>
          </p:nvSpPr>
          <p:spPr>
            <a:xfrm>
              <a:off x="87788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4" name="Google Shape;2544;p13"/>
            <p:cNvSpPr/>
            <p:nvPr/>
          </p:nvSpPr>
          <p:spPr>
            <a:xfrm>
              <a:off x="82474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5" name="Google Shape;2545;p13"/>
            <p:cNvSpPr/>
            <p:nvPr/>
          </p:nvSpPr>
          <p:spPr>
            <a:xfrm>
              <a:off x="77143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6" name="Google Shape;2546;p13"/>
            <p:cNvSpPr/>
            <p:nvPr/>
          </p:nvSpPr>
          <p:spPr>
            <a:xfrm>
              <a:off x="71828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7" name="Google Shape;2547;p13"/>
            <p:cNvSpPr/>
            <p:nvPr/>
          </p:nvSpPr>
          <p:spPr>
            <a:xfrm>
              <a:off x="664977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8" name="Google Shape;2548;p13"/>
            <p:cNvSpPr/>
            <p:nvPr/>
          </p:nvSpPr>
          <p:spPr>
            <a:xfrm>
              <a:off x="611831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9" name="Google Shape;2549;p13"/>
            <p:cNvSpPr/>
            <p:nvPr/>
          </p:nvSpPr>
          <p:spPr>
            <a:xfrm>
              <a:off x="558686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0" name="Google Shape;2550;p13"/>
            <p:cNvSpPr/>
            <p:nvPr/>
          </p:nvSpPr>
          <p:spPr>
            <a:xfrm>
              <a:off x="505376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1" name="Google Shape;2551;p13"/>
            <p:cNvSpPr/>
            <p:nvPr/>
          </p:nvSpPr>
          <p:spPr>
            <a:xfrm>
              <a:off x="452230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2" name="Google Shape;2552;p13"/>
            <p:cNvSpPr/>
            <p:nvPr/>
          </p:nvSpPr>
          <p:spPr>
            <a:xfrm>
              <a:off x="398920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3" name="Google Shape;2553;p13"/>
            <p:cNvSpPr/>
            <p:nvPr/>
          </p:nvSpPr>
          <p:spPr>
            <a:xfrm>
              <a:off x="345611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4" name="Google Shape;2554;p13"/>
            <p:cNvSpPr/>
            <p:nvPr/>
          </p:nvSpPr>
          <p:spPr>
            <a:xfrm>
              <a:off x="292465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5" name="Google Shape;2555;p13"/>
            <p:cNvSpPr/>
            <p:nvPr/>
          </p:nvSpPr>
          <p:spPr>
            <a:xfrm>
              <a:off x="239319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6" name="Google Shape;2556;p13"/>
            <p:cNvSpPr/>
            <p:nvPr/>
          </p:nvSpPr>
          <p:spPr>
            <a:xfrm>
              <a:off x="186010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7" name="Google Shape;2557;p13"/>
            <p:cNvSpPr/>
            <p:nvPr/>
          </p:nvSpPr>
          <p:spPr>
            <a:xfrm>
              <a:off x="132864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8" name="Google Shape;2558;p13"/>
            <p:cNvSpPr/>
            <p:nvPr/>
          </p:nvSpPr>
          <p:spPr>
            <a:xfrm>
              <a:off x="7971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9" name="Google Shape;2559;p13"/>
            <p:cNvSpPr/>
            <p:nvPr/>
          </p:nvSpPr>
          <p:spPr>
            <a:xfrm>
              <a:off x="26409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0" name="Google Shape;2560;p13"/>
            <p:cNvSpPr/>
            <p:nvPr/>
          </p:nvSpPr>
          <p:spPr>
            <a:xfrm>
              <a:off x="1193481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1" name="Google Shape;2561;p13"/>
            <p:cNvSpPr/>
            <p:nvPr/>
          </p:nvSpPr>
          <p:spPr>
            <a:xfrm>
              <a:off x="1140335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2" name="Google Shape;2562;p13"/>
            <p:cNvSpPr/>
            <p:nvPr/>
          </p:nvSpPr>
          <p:spPr>
            <a:xfrm>
              <a:off x="1090798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3" name="Google Shape;2563;p13"/>
            <p:cNvSpPr/>
            <p:nvPr/>
          </p:nvSpPr>
          <p:spPr>
            <a:xfrm>
              <a:off x="1037653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4" name="Google Shape;2564;p13"/>
            <p:cNvSpPr/>
            <p:nvPr/>
          </p:nvSpPr>
          <p:spPr>
            <a:xfrm>
              <a:off x="98450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5" name="Google Shape;2565;p13"/>
            <p:cNvSpPr/>
            <p:nvPr/>
          </p:nvSpPr>
          <p:spPr>
            <a:xfrm>
              <a:off x="931033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6" name="Google Shape;2566;p13"/>
            <p:cNvSpPr/>
            <p:nvPr/>
          </p:nvSpPr>
          <p:spPr>
            <a:xfrm>
              <a:off x="87788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7" name="Google Shape;2567;p13"/>
            <p:cNvSpPr/>
            <p:nvPr/>
          </p:nvSpPr>
          <p:spPr>
            <a:xfrm>
              <a:off x="82474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8" name="Google Shape;2568;p13"/>
            <p:cNvSpPr/>
            <p:nvPr/>
          </p:nvSpPr>
          <p:spPr>
            <a:xfrm>
              <a:off x="77143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9" name="Google Shape;2569;p13"/>
            <p:cNvSpPr/>
            <p:nvPr/>
          </p:nvSpPr>
          <p:spPr>
            <a:xfrm>
              <a:off x="71828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0" name="Google Shape;2570;p13"/>
            <p:cNvSpPr/>
            <p:nvPr/>
          </p:nvSpPr>
          <p:spPr>
            <a:xfrm>
              <a:off x="664977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1" name="Google Shape;2571;p13"/>
            <p:cNvSpPr/>
            <p:nvPr/>
          </p:nvSpPr>
          <p:spPr>
            <a:xfrm>
              <a:off x="611831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2" name="Google Shape;2572;p13"/>
            <p:cNvSpPr/>
            <p:nvPr/>
          </p:nvSpPr>
          <p:spPr>
            <a:xfrm>
              <a:off x="558686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3" name="Google Shape;2573;p13"/>
            <p:cNvSpPr/>
            <p:nvPr/>
          </p:nvSpPr>
          <p:spPr>
            <a:xfrm>
              <a:off x="505376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4" name="Google Shape;2574;p13"/>
            <p:cNvSpPr/>
            <p:nvPr/>
          </p:nvSpPr>
          <p:spPr>
            <a:xfrm>
              <a:off x="452230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5" name="Google Shape;2575;p13"/>
            <p:cNvSpPr/>
            <p:nvPr/>
          </p:nvSpPr>
          <p:spPr>
            <a:xfrm>
              <a:off x="398920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6" name="Google Shape;2576;p13"/>
            <p:cNvSpPr/>
            <p:nvPr/>
          </p:nvSpPr>
          <p:spPr>
            <a:xfrm>
              <a:off x="345611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7" name="Google Shape;2577;p13"/>
            <p:cNvSpPr/>
            <p:nvPr/>
          </p:nvSpPr>
          <p:spPr>
            <a:xfrm>
              <a:off x="288856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1"/>
                  </a:moveTo>
                  <a:cubicBezTo>
                    <a:pt x="29" y="1"/>
                    <a:pt x="0" y="72"/>
                    <a:pt x="42" y="112"/>
                  </a:cubicBezTo>
                  <a:cubicBezTo>
                    <a:pt x="55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4" y="1"/>
                    <a:pt x="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8" name="Google Shape;2578;p13"/>
            <p:cNvSpPr/>
            <p:nvPr/>
          </p:nvSpPr>
          <p:spPr>
            <a:xfrm>
              <a:off x="239319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9" name="Google Shape;2579;p13"/>
            <p:cNvSpPr/>
            <p:nvPr/>
          </p:nvSpPr>
          <p:spPr>
            <a:xfrm>
              <a:off x="186010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0" name="Google Shape;2580;p13"/>
            <p:cNvSpPr/>
            <p:nvPr/>
          </p:nvSpPr>
          <p:spPr>
            <a:xfrm>
              <a:off x="129091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1" name="Google Shape;2581;p13"/>
            <p:cNvSpPr/>
            <p:nvPr/>
          </p:nvSpPr>
          <p:spPr>
            <a:xfrm>
              <a:off x="7971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2" name="Google Shape;2582;p13"/>
            <p:cNvSpPr/>
            <p:nvPr/>
          </p:nvSpPr>
          <p:spPr>
            <a:xfrm>
              <a:off x="26409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-column text right">
  <p:cSld name="CUSTOM_2">
    <p:spTree>
      <p:nvGrpSpPr>
        <p:cNvPr id="1" name="Shape 2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4" name="Google Shape;2584;p14"/>
          <p:cNvGrpSpPr/>
          <p:nvPr/>
        </p:nvGrpSpPr>
        <p:grpSpPr>
          <a:xfrm flipH="1">
            <a:off x="8131184" y="15"/>
            <a:ext cx="1012888" cy="877326"/>
            <a:chOff x="38279" y="100616"/>
            <a:chExt cx="650204" cy="563183"/>
          </a:xfrm>
        </p:grpSpPr>
        <p:sp>
          <p:nvSpPr>
            <p:cNvPr id="2585" name="Google Shape;2585;p14"/>
            <p:cNvSpPr/>
            <p:nvPr/>
          </p:nvSpPr>
          <p:spPr>
            <a:xfrm>
              <a:off x="96323" y="651993"/>
              <a:ext cx="8497" cy="545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1"/>
                  </a:moveTo>
                  <a:cubicBezTo>
                    <a:pt x="33" y="1"/>
                    <a:pt x="4" y="26"/>
                    <a:pt x="0" y="61"/>
                  </a:cubicBezTo>
                  <a:cubicBezTo>
                    <a:pt x="33" y="44"/>
                    <a:pt x="64" y="27"/>
                    <a:pt x="95" y="8"/>
                  </a:cubicBezTo>
                  <a:cubicBezTo>
                    <a:pt x="85" y="3"/>
                    <a:pt x="75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6" name="Google Shape;2586;p14"/>
            <p:cNvSpPr/>
            <p:nvPr/>
          </p:nvSpPr>
          <p:spPr>
            <a:xfrm>
              <a:off x="67346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7" name="Google Shape;2587;p14"/>
            <p:cNvSpPr/>
            <p:nvPr/>
          </p:nvSpPr>
          <p:spPr>
            <a:xfrm>
              <a:off x="38279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8" name="Google Shape;2588;p14"/>
            <p:cNvSpPr/>
            <p:nvPr/>
          </p:nvSpPr>
          <p:spPr>
            <a:xfrm>
              <a:off x="125301" y="623015"/>
              <a:ext cx="9480" cy="10285"/>
            </a:xfrm>
            <a:custGeom>
              <a:avLst/>
              <a:gdLst/>
              <a:ahLst/>
              <a:cxnLst/>
              <a:rect l="l" t="t" r="r" b="b"/>
              <a:pathLst>
                <a:path w="106" h="115" extrusionOk="0">
                  <a:moveTo>
                    <a:pt x="66" y="0"/>
                  </a:moveTo>
                  <a:cubicBezTo>
                    <a:pt x="32" y="0"/>
                    <a:pt x="0" y="27"/>
                    <a:pt x="0" y="65"/>
                  </a:cubicBezTo>
                  <a:cubicBezTo>
                    <a:pt x="0" y="84"/>
                    <a:pt x="9" y="102"/>
                    <a:pt x="23" y="115"/>
                  </a:cubicBezTo>
                  <a:cubicBezTo>
                    <a:pt x="51" y="83"/>
                    <a:pt x="79" y="48"/>
                    <a:pt x="105" y="14"/>
                  </a:cubicBezTo>
                  <a:cubicBezTo>
                    <a:pt x="93" y="4"/>
                    <a:pt x="80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9" name="Google Shape;2589;p14"/>
            <p:cNvSpPr/>
            <p:nvPr/>
          </p:nvSpPr>
          <p:spPr>
            <a:xfrm>
              <a:off x="96323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0" name="Google Shape;2590;p14"/>
            <p:cNvSpPr/>
            <p:nvPr/>
          </p:nvSpPr>
          <p:spPr>
            <a:xfrm>
              <a:off x="67346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1" name="Google Shape;2591;p14"/>
            <p:cNvSpPr/>
            <p:nvPr/>
          </p:nvSpPr>
          <p:spPr>
            <a:xfrm>
              <a:off x="38279" y="623015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02" y="132"/>
                    <a:pt x="132" y="102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2" name="Google Shape;2592;p14"/>
            <p:cNvSpPr/>
            <p:nvPr/>
          </p:nvSpPr>
          <p:spPr>
            <a:xfrm>
              <a:off x="125301" y="594038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3" name="Google Shape;2593;p14"/>
            <p:cNvSpPr/>
            <p:nvPr/>
          </p:nvSpPr>
          <p:spPr>
            <a:xfrm>
              <a:off x="96323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4" name="Google Shape;2594;p14"/>
            <p:cNvSpPr/>
            <p:nvPr/>
          </p:nvSpPr>
          <p:spPr>
            <a:xfrm>
              <a:off x="67346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5" name="Google Shape;2595;p14"/>
            <p:cNvSpPr/>
            <p:nvPr/>
          </p:nvSpPr>
          <p:spPr>
            <a:xfrm>
              <a:off x="38279" y="594038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6" name="Google Shape;2596;p14"/>
            <p:cNvSpPr/>
            <p:nvPr/>
          </p:nvSpPr>
          <p:spPr>
            <a:xfrm>
              <a:off x="152042" y="564882"/>
              <a:ext cx="8497" cy="11269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1"/>
                  </a:moveTo>
                  <a:cubicBezTo>
                    <a:pt x="22" y="1"/>
                    <a:pt x="1" y="95"/>
                    <a:pt x="63" y="126"/>
                  </a:cubicBezTo>
                  <a:cubicBezTo>
                    <a:pt x="75" y="85"/>
                    <a:pt x="85" y="44"/>
                    <a:pt x="94" y="2"/>
                  </a:cubicBezTo>
                  <a:cubicBezTo>
                    <a:pt x="93" y="2"/>
                    <a:pt x="93" y="1"/>
                    <a:pt x="9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7" name="Google Shape;2597;p14"/>
            <p:cNvSpPr/>
            <p:nvPr/>
          </p:nvSpPr>
          <p:spPr>
            <a:xfrm>
              <a:off x="125301" y="564971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8" name="Google Shape;2598;p14"/>
            <p:cNvSpPr/>
            <p:nvPr/>
          </p:nvSpPr>
          <p:spPr>
            <a:xfrm>
              <a:off x="96323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9" name="Google Shape;2599;p14"/>
            <p:cNvSpPr/>
            <p:nvPr/>
          </p:nvSpPr>
          <p:spPr>
            <a:xfrm>
              <a:off x="67346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0" name="Google Shape;2600;p14"/>
            <p:cNvSpPr/>
            <p:nvPr/>
          </p:nvSpPr>
          <p:spPr>
            <a:xfrm>
              <a:off x="38279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1" name="Google Shape;2601;p14"/>
            <p:cNvSpPr/>
            <p:nvPr/>
          </p:nvSpPr>
          <p:spPr>
            <a:xfrm>
              <a:off x="153473" y="535904"/>
              <a:ext cx="11090" cy="11895"/>
            </a:xfrm>
            <a:custGeom>
              <a:avLst/>
              <a:gdLst/>
              <a:ahLst/>
              <a:cxnLst/>
              <a:rect l="l" t="t" r="r" b="b"/>
              <a:pathLst>
                <a:path w="124" h="133" extrusionOk="0">
                  <a:moveTo>
                    <a:pt x="76" y="1"/>
                  </a:moveTo>
                  <a:cubicBezTo>
                    <a:pt x="32" y="1"/>
                    <a:pt x="0" y="44"/>
                    <a:pt x="13" y="85"/>
                  </a:cubicBezTo>
                  <a:cubicBezTo>
                    <a:pt x="21" y="115"/>
                    <a:pt x="48" y="132"/>
                    <a:pt x="75" y="132"/>
                  </a:cubicBezTo>
                  <a:cubicBezTo>
                    <a:pt x="88" y="132"/>
                    <a:pt x="100" y="129"/>
                    <a:pt x="112" y="121"/>
                  </a:cubicBezTo>
                  <a:cubicBezTo>
                    <a:pt x="116" y="87"/>
                    <a:pt x="120" y="55"/>
                    <a:pt x="123" y="21"/>
                  </a:cubicBezTo>
                  <a:cubicBezTo>
                    <a:pt x="111" y="9"/>
                    <a:pt x="94" y="1"/>
                    <a:pt x="7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2" name="Google Shape;2602;p14"/>
            <p:cNvSpPr/>
            <p:nvPr/>
          </p:nvSpPr>
          <p:spPr>
            <a:xfrm>
              <a:off x="125301" y="535904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3" name="Google Shape;2603;p14"/>
            <p:cNvSpPr/>
            <p:nvPr/>
          </p:nvSpPr>
          <p:spPr>
            <a:xfrm>
              <a:off x="96323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4" name="Google Shape;2604;p14"/>
            <p:cNvSpPr/>
            <p:nvPr/>
          </p:nvSpPr>
          <p:spPr>
            <a:xfrm>
              <a:off x="67346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5" name="Google Shape;2605;p14"/>
            <p:cNvSpPr/>
            <p:nvPr/>
          </p:nvSpPr>
          <p:spPr>
            <a:xfrm>
              <a:off x="38279" y="535904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6" name="Google Shape;2606;p14"/>
            <p:cNvSpPr/>
            <p:nvPr/>
          </p:nvSpPr>
          <p:spPr>
            <a:xfrm>
              <a:off x="154368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7" name="Google Shape;2607;p14"/>
            <p:cNvSpPr/>
            <p:nvPr/>
          </p:nvSpPr>
          <p:spPr>
            <a:xfrm>
              <a:off x="125301" y="5069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8" name="Google Shape;2608;p14"/>
            <p:cNvSpPr/>
            <p:nvPr/>
          </p:nvSpPr>
          <p:spPr>
            <a:xfrm>
              <a:off x="96323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9" name="Google Shape;2609;p14"/>
            <p:cNvSpPr/>
            <p:nvPr/>
          </p:nvSpPr>
          <p:spPr>
            <a:xfrm>
              <a:off x="67346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0" name="Google Shape;2610;p14"/>
            <p:cNvSpPr/>
            <p:nvPr/>
          </p:nvSpPr>
          <p:spPr>
            <a:xfrm>
              <a:off x="38279" y="5069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1" name="Google Shape;2611;p14"/>
            <p:cNvSpPr/>
            <p:nvPr/>
          </p:nvSpPr>
          <p:spPr>
            <a:xfrm>
              <a:off x="154368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2" name="Google Shape;2612;p14"/>
            <p:cNvSpPr/>
            <p:nvPr/>
          </p:nvSpPr>
          <p:spPr>
            <a:xfrm>
              <a:off x="125301" y="477860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3" name="Google Shape;2613;p14"/>
            <p:cNvSpPr/>
            <p:nvPr/>
          </p:nvSpPr>
          <p:spPr>
            <a:xfrm>
              <a:off x="96323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4" name="Google Shape;2614;p14"/>
            <p:cNvSpPr/>
            <p:nvPr/>
          </p:nvSpPr>
          <p:spPr>
            <a:xfrm>
              <a:off x="67346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5" name="Google Shape;2615;p14"/>
            <p:cNvSpPr/>
            <p:nvPr/>
          </p:nvSpPr>
          <p:spPr>
            <a:xfrm>
              <a:off x="38279" y="477860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6" name="Google Shape;2616;p14"/>
            <p:cNvSpPr/>
            <p:nvPr/>
          </p:nvSpPr>
          <p:spPr>
            <a:xfrm>
              <a:off x="154368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7" name="Google Shape;2617;p14"/>
            <p:cNvSpPr/>
            <p:nvPr/>
          </p:nvSpPr>
          <p:spPr>
            <a:xfrm>
              <a:off x="125301" y="448882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8" name="Google Shape;2618;p14"/>
            <p:cNvSpPr/>
            <p:nvPr/>
          </p:nvSpPr>
          <p:spPr>
            <a:xfrm>
              <a:off x="96323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9" name="Google Shape;2619;p14"/>
            <p:cNvSpPr/>
            <p:nvPr/>
          </p:nvSpPr>
          <p:spPr>
            <a:xfrm>
              <a:off x="67346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0" name="Google Shape;2620;p14"/>
            <p:cNvSpPr/>
            <p:nvPr/>
          </p:nvSpPr>
          <p:spPr>
            <a:xfrm>
              <a:off x="38279" y="448882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1" name="Google Shape;2621;p14"/>
            <p:cNvSpPr/>
            <p:nvPr/>
          </p:nvSpPr>
          <p:spPr>
            <a:xfrm>
              <a:off x="183345" y="419815"/>
              <a:ext cx="8228" cy="9838"/>
            </a:xfrm>
            <a:custGeom>
              <a:avLst/>
              <a:gdLst/>
              <a:ahLst/>
              <a:cxnLst/>
              <a:rect l="l" t="t" r="r" b="b"/>
              <a:pathLst>
                <a:path w="92" h="110" extrusionOk="0">
                  <a:moveTo>
                    <a:pt x="67" y="1"/>
                  </a:moveTo>
                  <a:cubicBezTo>
                    <a:pt x="32" y="1"/>
                    <a:pt x="1" y="29"/>
                    <a:pt x="1" y="67"/>
                  </a:cubicBezTo>
                  <a:cubicBezTo>
                    <a:pt x="1" y="82"/>
                    <a:pt x="6" y="97"/>
                    <a:pt x="16" y="109"/>
                  </a:cubicBezTo>
                  <a:cubicBezTo>
                    <a:pt x="39" y="73"/>
                    <a:pt x="65" y="39"/>
                    <a:pt x="92" y="6"/>
                  </a:cubicBezTo>
                  <a:cubicBezTo>
                    <a:pt x="83" y="2"/>
                    <a:pt x="75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2" name="Google Shape;2622;p14"/>
            <p:cNvSpPr/>
            <p:nvPr/>
          </p:nvSpPr>
          <p:spPr>
            <a:xfrm>
              <a:off x="154368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3" name="Google Shape;2623;p14"/>
            <p:cNvSpPr/>
            <p:nvPr/>
          </p:nvSpPr>
          <p:spPr>
            <a:xfrm>
              <a:off x="125301" y="419905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4" name="Google Shape;2624;p14"/>
            <p:cNvSpPr/>
            <p:nvPr/>
          </p:nvSpPr>
          <p:spPr>
            <a:xfrm>
              <a:off x="96323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5" name="Google Shape;2625;p14"/>
            <p:cNvSpPr/>
            <p:nvPr/>
          </p:nvSpPr>
          <p:spPr>
            <a:xfrm>
              <a:off x="67346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6" name="Google Shape;2626;p14"/>
            <p:cNvSpPr/>
            <p:nvPr/>
          </p:nvSpPr>
          <p:spPr>
            <a:xfrm>
              <a:off x="38279" y="419905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7" name="Google Shape;2627;p14"/>
            <p:cNvSpPr/>
            <p:nvPr/>
          </p:nvSpPr>
          <p:spPr>
            <a:xfrm>
              <a:off x="210265" y="390838"/>
              <a:ext cx="13952" cy="10643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0"/>
                  </a:moveTo>
                  <a:cubicBezTo>
                    <a:pt x="26" y="0"/>
                    <a:pt x="0" y="81"/>
                    <a:pt x="51" y="118"/>
                  </a:cubicBezTo>
                  <a:cubicBezTo>
                    <a:pt x="83" y="100"/>
                    <a:pt x="118" y="82"/>
                    <a:pt x="155" y="67"/>
                  </a:cubicBezTo>
                  <a:cubicBezTo>
                    <a:pt x="155" y="30"/>
                    <a:pt x="126" y="0"/>
                    <a:pt x="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8" name="Google Shape;2628;p14"/>
            <p:cNvSpPr/>
            <p:nvPr/>
          </p:nvSpPr>
          <p:spPr>
            <a:xfrm>
              <a:off x="183345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9" name="Google Shape;2629;p14"/>
            <p:cNvSpPr/>
            <p:nvPr/>
          </p:nvSpPr>
          <p:spPr>
            <a:xfrm>
              <a:off x="154368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0" name="Google Shape;2630;p14"/>
            <p:cNvSpPr/>
            <p:nvPr/>
          </p:nvSpPr>
          <p:spPr>
            <a:xfrm>
              <a:off x="125301" y="390838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1" name="Google Shape;2631;p14"/>
            <p:cNvSpPr/>
            <p:nvPr/>
          </p:nvSpPr>
          <p:spPr>
            <a:xfrm>
              <a:off x="96323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2" name="Google Shape;2632;p14"/>
            <p:cNvSpPr/>
            <p:nvPr/>
          </p:nvSpPr>
          <p:spPr>
            <a:xfrm>
              <a:off x="67346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3" name="Google Shape;2633;p14"/>
            <p:cNvSpPr/>
            <p:nvPr/>
          </p:nvSpPr>
          <p:spPr>
            <a:xfrm>
              <a:off x="38279" y="390838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4" name="Google Shape;2634;p14"/>
            <p:cNvSpPr/>
            <p:nvPr/>
          </p:nvSpPr>
          <p:spPr>
            <a:xfrm>
              <a:off x="476608" y="361861"/>
              <a:ext cx="2862" cy="805"/>
            </a:xfrm>
            <a:custGeom>
              <a:avLst/>
              <a:gdLst/>
              <a:ahLst/>
              <a:cxnLst/>
              <a:rect l="l" t="t" r="r" b="b"/>
              <a:pathLst>
                <a:path w="32" h="9" extrusionOk="0">
                  <a:moveTo>
                    <a:pt x="32" y="0"/>
                  </a:moveTo>
                  <a:lnTo>
                    <a:pt x="32" y="0"/>
                  </a:lnTo>
                  <a:cubicBezTo>
                    <a:pt x="21" y="0"/>
                    <a:pt x="9" y="4"/>
                    <a:pt x="0" y="8"/>
                  </a:cubicBezTo>
                  <a:cubicBezTo>
                    <a:pt x="11" y="6"/>
                    <a:pt x="22" y="4"/>
                    <a:pt x="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5" name="Google Shape;2635;p14"/>
            <p:cNvSpPr/>
            <p:nvPr/>
          </p:nvSpPr>
          <p:spPr>
            <a:xfrm>
              <a:off x="443695" y="361861"/>
              <a:ext cx="12611" cy="7423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1"/>
                    <a:pt x="12" y="82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0"/>
                    <a:pt x="75" y="0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6" name="Google Shape;2636;p14"/>
            <p:cNvSpPr/>
            <p:nvPr/>
          </p:nvSpPr>
          <p:spPr>
            <a:xfrm>
              <a:off x="413287" y="361861"/>
              <a:ext cx="16009" cy="10732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0"/>
                  </a:moveTo>
                  <a:cubicBezTo>
                    <a:pt x="27" y="0"/>
                    <a:pt x="1" y="82"/>
                    <a:pt x="54" y="119"/>
                  </a:cubicBezTo>
                  <a:cubicBezTo>
                    <a:pt x="82" y="116"/>
                    <a:pt x="110" y="114"/>
                    <a:pt x="138" y="110"/>
                  </a:cubicBezTo>
                  <a:cubicBezTo>
                    <a:pt x="178" y="69"/>
                    <a:pt x="148" y="0"/>
                    <a:pt x="9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7" name="Google Shape;2637;p14"/>
            <p:cNvSpPr/>
            <p:nvPr/>
          </p:nvSpPr>
          <p:spPr>
            <a:xfrm>
              <a:off x="386456" y="361771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8" name="Google Shape;2638;p14"/>
            <p:cNvSpPr/>
            <p:nvPr/>
          </p:nvSpPr>
          <p:spPr>
            <a:xfrm>
              <a:off x="357478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5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9" name="Google Shape;2639;p14"/>
            <p:cNvSpPr/>
            <p:nvPr/>
          </p:nvSpPr>
          <p:spPr>
            <a:xfrm>
              <a:off x="328501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0" name="Google Shape;2640;p14"/>
            <p:cNvSpPr/>
            <p:nvPr/>
          </p:nvSpPr>
          <p:spPr>
            <a:xfrm>
              <a:off x="299344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1" name="Google Shape;2641;p14"/>
            <p:cNvSpPr/>
            <p:nvPr/>
          </p:nvSpPr>
          <p:spPr>
            <a:xfrm>
              <a:off x="270367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2" name="Google Shape;2642;p14"/>
            <p:cNvSpPr/>
            <p:nvPr/>
          </p:nvSpPr>
          <p:spPr>
            <a:xfrm>
              <a:off x="241389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3" name="Google Shape;2643;p14"/>
            <p:cNvSpPr/>
            <p:nvPr/>
          </p:nvSpPr>
          <p:spPr>
            <a:xfrm>
              <a:off x="212323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4" name="Google Shape;2644;p14"/>
            <p:cNvSpPr/>
            <p:nvPr/>
          </p:nvSpPr>
          <p:spPr>
            <a:xfrm>
              <a:off x="183345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5" name="Google Shape;2645;p14"/>
            <p:cNvSpPr/>
            <p:nvPr/>
          </p:nvSpPr>
          <p:spPr>
            <a:xfrm>
              <a:off x="154368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6" name="Google Shape;2646;p14"/>
            <p:cNvSpPr/>
            <p:nvPr/>
          </p:nvSpPr>
          <p:spPr>
            <a:xfrm>
              <a:off x="125301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7" name="Google Shape;2647;p14"/>
            <p:cNvSpPr/>
            <p:nvPr/>
          </p:nvSpPr>
          <p:spPr>
            <a:xfrm>
              <a:off x="96323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8" name="Google Shape;2648;p14"/>
            <p:cNvSpPr/>
            <p:nvPr/>
          </p:nvSpPr>
          <p:spPr>
            <a:xfrm>
              <a:off x="67346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9" name="Google Shape;2649;p14"/>
            <p:cNvSpPr/>
            <p:nvPr/>
          </p:nvSpPr>
          <p:spPr>
            <a:xfrm>
              <a:off x="38279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0" name="Google Shape;2650;p14"/>
            <p:cNvSpPr/>
            <p:nvPr/>
          </p:nvSpPr>
          <p:spPr>
            <a:xfrm>
              <a:off x="529823" y="332883"/>
              <a:ext cx="13416" cy="9391"/>
            </a:xfrm>
            <a:custGeom>
              <a:avLst/>
              <a:gdLst/>
              <a:ahLst/>
              <a:cxnLst/>
              <a:rect l="l" t="t" r="r" b="b"/>
              <a:pathLst>
                <a:path w="150" h="105" extrusionOk="0">
                  <a:moveTo>
                    <a:pt x="85" y="0"/>
                  </a:moveTo>
                  <a:cubicBezTo>
                    <a:pt x="31" y="0"/>
                    <a:pt x="1" y="62"/>
                    <a:pt x="34" y="105"/>
                  </a:cubicBezTo>
                  <a:cubicBezTo>
                    <a:pt x="73" y="88"/>
                    <a:pt x="111" y="69"/>
                    <a:pt x="149" y="51"/>
                  </a:cubicBezTo>
                  <a:cubicBezTo>
                    <a:pt x="142" y="20"/>
                    <a:pt x="117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1" name="Google Shape;2651;p14"/>
            <p:cNvSpPr/>
            <p:nvPr/>
          </p:nvSpPr>
          <p:spPr>
            <a:xfrm>
              <a:off x="502544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2" name="Google Shape;2652;p14"/>
            <p:cNvSpPr/>
            <p:nvPr/>
          </p:nvSpPr>
          <p:spPr>
            <a:xfrm>
              <a:off x="4735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3" name="Google Shape;2653;p14"/>
            <p:cNvSpPr/>
            <p:nvPr/>
          </p:nvSpPr>
          <p:spPr>
            <a:xfrm>
              <a:off x="444500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4" name="Google Shape;2654;p14"/>
            <p:cNvSpPr/>
            <p:nvPr/>
          </p:nvSpPr>
          <p:spPr>
            <a:xfrm>
              <a:off x="4155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5" name="Google Shape;2655;p14"/>
            <p:cNvSpPr/>
            <p:nvPr/>
          </p:nvSpPr>
          <p:spPr>
            <a:xfrm>
              <a:off x="386456" y="332794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6" name="Google Shape;2656;p14"/>
            <p:cNvSpPr/>
            <p:nvPr/>
          </p:nvSpPr>
          <p:spPr>
            <a:xfrm>
              <a:off x="357478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5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7" name="Google Shape;2657;p14"/>
            <p:cNvSpPr/>
            <p:nvPr/>
          </p:nvSpPr>
          <p:spPr>
            <a:xfrm>
              <a:off x="328501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8" name="Google Shape;2658;p14"/>
            <p:cNvSpPr/>
            <p:nvPr/>
          </p:nvSpPr>
          <p:spPr>
            <a:xfrm>
              <a:off x="299344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1"/>
                    <a:pt x="67" y="131"/>
                  </a:cubicBezTo>
                  <a:cubicBezTo>
                    <a:pt x="103" y="131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9" name="Google Shape;2659;p14"/>
            <p:cNvSpPr/>
            <p:nvPr/>
          </p:nvSpPr>
          <p:spPr>
            <a:xfrm>
              <a:off x="2703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0" name="Google Shape;2660;p14"/>
            <p:cNvSpPr/>
            <p:nvPr/>
          </p:nvSpPr>
          <p:spPr>
            <a:xfrm>
              <a:off x="241389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1" name="Google Shape;2661;p14"/>
            <p:cNvSpPr/>
            <p:nvPr/>
          </p:nvSpPr>
          <p:spPr>
            <a:xfrm>
              <a:off x="212323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2" name="Google Shape;2662;p14"/>
            <p:cNvSpPr/>
            <p:nvPr/>
          </p:nvSpPr>
          <p:spPr>
            <a:xfrm>
              <a:off x="183345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3" name="Google Shape;2663;p14"/>
            <p:cNvSpPr/>
            <p:nvPr/>
          </p:nvSpPr>
          <p:spPr>
            <a:xfrm>
              <a:off x="154368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4" name="Google Shape;2664;p14"/>
            <p:cNvSpPr/>
            <p:nvPr/>
          </p:nvSpPr>
          <p:spPr>
            <a:xfrm>
              <a:off x="125301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5" name="Google Shape;2665;p14"/>
            <p:cNvSpPr/>
            <p:nvPr/>
          </p:nvSpPr>
          <p:spPr>
            <a:xfrm>
              <a:off x="963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6" name="Google Shape;2666;p14"/>
            <p:cNvSpPr/>
            <p:nvPr/>
          </p:nvSpPr>
          <p:spPr>
            <a:xfrm>
              <a:off x="67346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7" name="Google Shape;2667;p14"/>
            <p:cNvSpPr/>
            <p:nvPr/>
          </p:nvSpPr>
          <p:spPr>
            <a:xfrm>
              <a:off x="38279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8" name="Google Shape;2668;p14"/>
            <p:cNvSpPr/>
            <p:nvPr/>
          </p:nvSpPr>
          <p:spPr>
            <a:xfrm>
              <a:off x="589656" y="303727"/>
              <a:ext cx="8675" cy="6797"/>
            </a:xfrm>
            <a:custGeom>
              <a:avLst/>
              <a:gdLst/>
              <a:ahLst/>
              <a:cxnLst/>
              <a:rect l="l" t="t" r="r" b="b"/>
              <a:pathLst>
                <a:path w="97" h="76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70"/>
                    <a:pt x="0" y="73"/>
                    <a:pt x="1" y="75"/>
                  </a:cubicBezTo>
                  <a:cubicBezTo>
                    <a:pt x="33" y="54"/>
                    <a:pt x="65" y="31"/>
                    <a:pt x="97" y="9"/>
                  </a:cubicBezTo>
                  <a:cubicBezTo>
                    <a:pt x="87" y="4"/>
                    <a:pt x="77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9" name="Google Shape;2669;p14"/>
            <p:cNvSpPr/>
            <p:nvPr/>
          </p:nvSpPr>
          <p:spPr>
            <a:xfrm>
              <a:off x="560589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0" name="Google Shape;2670;p14"/>
            <p:cNvSpPr/>
            <p:nvPr/>
          </p:nvSpPr>
          <p:spPr>
            <a:xfrm>
              <a:off x="531522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1" name="Google Shape;2671;p14"/>
            <p:cNvSpPr/>
            <p:nvPr/>
          </p:nvSpPr>
          <p:spPr>
            <a:xfrm>
              <a:off x="502544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2" name="Google Shape;2672;p14"/>
            <p:cNvSpPr/>
            <p:nvPr/>
          </p:nvSpPr>
          <p:spPr>
            <a:xfrm>
              <a:off x="4735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3" name="Google Shape;2673;p14"/>
            <p:cNvSpPr/>
            <p:nvPr/>
          </p:nvSpPr>
          <p:spPr>
            <a:xfrm>
              <a:off x="444500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4" name="Google Shape;2674;p14"/>
            <p:cNvSpPr/>
            <p:nvPr/>
          </p:nvSpPr>
          <p:spPr>
            <a:xfrm>
              <a:off x="4155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5" name="Google Shape;2675;p14"/>
            <p:cNvSpPr/>
            <p:nvPr/>
          </p:nvSpPr>
          <p:spPr>
            <a:xfrm>
              <a:off x="386456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6" name="Google Shape;2676;p14"/>
            <p:cNvSpPr/>
            <p:nvPr/>
          </p:nvSpPr>
          <p:spPr>
            <a:xfrm>
              <a:off x="357478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5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7" name="Google Shape;2677;p14"/>
            <p:cNvSpPr/>
            <p:nvPr/>
          </p:nvSpPr>
          <p:spPr>
            <a:xfrm>
              <a:off x="328501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8" name="Google Shape;2678;p14"/>
            <p:cNvSpPr/>
            <p:nvPr/>
          </p:nvSpPr>
          <p:spPr>
            <a:xfrm>
              <a:off x="299344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7"/>
                  </a:cubicBezTo>
                  <a:cubicBezTo>
                    <a:pt x="1" y="103"/>
                    <a:pt x="31" y="133"/>
                    <a:pt x="67" y="133"/>
                  </a:cubicBezTo>
                  <a:cubicBezTo>
                    <a:pt x="103" y="133"/>
                    <a:pt x="133" y="103"/>
                    <a:pt x="133" y="67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9" name="Google Shape;2679;p14"/>
            <p:cNvSpPr/>
            <p:nvPr/>
          </p:nvSpPr>
          <p:spPr>
            <a:xfrm>
              <a:off x="2703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0" name="Google Shape;2680;p14"/>
            <p:cNvSpPr/>
            <p:nvPr/>
          </p:nvSpPr>
          <p:spPr>
            <a:xfrm>
              <a:off x="241389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1" name="Google Shape;2681;p14"/>
            <p:cNvSpPr/>
            <p:nvPr/>
          </p:nvSpPr>
          <p:spPr>
            <a:xfrm>
              <a:off x="212323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2" name="Google Shape;2682;p14"/>
            <p:cNvSpPr/>
            <p:nvPr/>
          </p:nvSpPr>
          <p:spPr>
            <a:xfrm>
              <a:off x="183345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3" name="Google Shape;2683;p14"/>
            <p:cNvSpPr/>
            <p:nvPr/>
          </p:nvSpPr>
          <p:spPr>
            <a:xfrm>
              <a:off x="154368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4" name="Google Shape;2684;p14"/>
            <p:cNvSpPr/>
            <p:nvPr/>
          </p:nvSpPr>
          <p:spPr>
            <a:xfrm>
              <a:off x="125301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5" name="Google Shape;2685;p14"/>
            <p:cNvSpPr/>
            <p:nvPr/>
          </p:nvSpPr>
          <p:spPr>
            <a:xfrm>
              <a:off x="963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6" name="Google Shape;2686;p14"/>
            <p:cNvSpPr/>
            <p:nvPr/>
          </p:nvSpPr>
          <p:spPr>
            <a:xfrm>
              <a:off x="67346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7" name="Google Shape;2687;p14"/>
            <p:cNvSpPr/>
            <p:nvPr/>
          </p:nvSpPr>
          <p:spPr>
            <a:xfrm>
              <a:off x="38279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6" y="133"/>
                  </a:cubicBezTo>
                  <a:cubicBezTo>
                    <a:pt x="102" y="133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8" name="Google Shape;2688;p14"/>
            <p:cNvSpPr/>
            <p:nvPr/>
          </p:nvSpPr>
          <p:spPr>
            <a:xfrm>
              <a:off x="616308" y="274749"/>
              <a:ext cx="13863" cy="11269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2" y="1"/>
                  </a:moveTo>
                  <a:cubicBezTo>
                    <a:pt x="22" y="1"/>
                    <a:pt x="0" y="98"/>
                    <a:pt x="65" y="126"/>
                  </a:cubicBezTo>
                  <a:cubicBezTo>
                    <a:pt x="96" y="101"/>
                    <a:pt x="125" y="75"/>
                    <a:pt x="154" y="48"/>
                  </a:cubicBezTo>
                  <a:cubicBezTo>
                    <a:pt x="147" y="20"/>
                    <a:pt x="122" y="1"/>
                    <a:pt x="9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9" name="Google Shape;2689;p14"/>
            <p:cNvSpPr/>
            <p:nvPr/>
          </p:nvSpPr>
          <p:spPr>
            <a:xfrm>
              <a:off x="58965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0" name="Google Shape;2690;p14"/>
            <p:cNvSpPr/>
            <p:nvPr/>
          </p:nvSpPr>
          <p:spPr>
            <a:xfrm>
              <a:off x="560589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1" name="Google Shape;2691;p14"/>
            <p:cNvSpPr/>
            <p:nvPr/>
          </p:nvSpPr>
          <p:spPr>
            <a:xfrm>
              <a:off x="531522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2" name="Google Shape;2692;p14"/>
            <p:cNvSpPr/>
            <p:nvPr/>
          </p:nvSpPr>
          <p:spPr>
            <a:xfrm>
              <a:off x="502544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3" name="Google Shape;2693;p14"/>
            <p:cNvSpPr/>
            <p:nvPr/>
          </p:nvSpPr>
          <p:spPr>
            <a:xfrm>
              <a:off x="4735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4" name="Google Shape;2694;p14"/>
            <p:cNvSpPr/>
            <p:nvPr/>
          </p:nvSpPr>
          <p:spPr>
            <a:xfrm>
              <a:off x="444500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5" name="Google Shape;2695;p14"/>
            <p:cNvSpPr/>
            <p:nvPr/>
          </p:nvSpPr>
          <p:spPr>
            <a:xfrm>
              <a:off x="4155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6" name="Google Shape;2696;p14"/>
            <p:cNvSpPr/>
            <p:nvPr/>
          </p:nvSpPr>
          <p:spPr>
            <a:xfrm>
              <a:off x="386456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7" name="Google Shape;2697;p14"/>
            <p:cNvSpPr/>
            <p:nvPr/>
          </p:nvSpPr>
          <p:spPr>
            <a:xfrm>
              <a:off x="357478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8" name="Google Shape;2698;p14"/>
            <p:cNvSpPr/>
            <p:nvPr/>
          </p:nvSpPr>
          <p:spPr>
            <a:xfrm>
              <a:off x="328501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9" name="Google Shape;2699;p14"/>
            <p:cNvSpPr/>
            <p:nvPr/>
          </p:nvSpPr>
          <p:spPr>
            <a:xfrm>
              <a:off x="299344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0" name="Google Shape;2700;p14"/>
            <p:cNvSpPr/>
            <p:nvPr/>
          </p:nvSpPr>
          <p:spPr>
            <a:xfrm>
              <a:off x="2703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1" name="Google Shape;2701;p14"/>
            <p:cNvSpPr/>
            <p:nvPr/>
          </p:nvSpPr>
          <p:spPr>
            <a:xfrm>
              <a:off x="241389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2" name="Google Shape;2702;p14"/>
            <p:cNvSpPr/>
            <p:nvPr/>
          </p:nvSpPr>
          <p:spPr>
            <a:xfrm>
              <a:off x="212323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3" name="Google Shape;2703;p14"/>
            <p:cNvSpPr/>
            <p:nvPr/>
          </p:nvSpPr>
          <p:spPr>
            <a:xfrm>
              <a:off x="183345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4" name="Google Shape;2704;p14"/>
            <p:cNvSpPr/>
            <p:nvPr/>
          </p:nvSpPr>
          <p:spPr>
            <a:xfrm>
              <a:off x="154368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5" name="Google Shape;2705;p14"/>
            <p:cNvSpPr/>
            <p:nvPr/>
          </p:nvSpPr>
          <p:spPr>
            <a:xfrm>
              <a:off x="125301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6" name="Google Shape;2706;p14"/>
            <p:cNvSpPr/>
            <p:nvPr/>
          </p:nvSpPr>
          <p:spPr>
            <a:xfrm>
              <a:off x="963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7" name="Google Shape;2707;p14"/>
            <p:cNvSpPr/>
            <p:nvPr/>
          </p:nvSpPr>
          <p:spPr>
            <a:xfrm>
              <a:off x="6734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8" name="Google Shape;2708;p14"/>
            <p:cNvSpPr/>
            <p:nvPr/>
          </p:nvSpPr>
          <p:spPr>
            <a:xfrm>
              <a:off x="38279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9" name="Google Shape;2709;p14"/>
            <p:cNvSpPr/>
            <p:nvPr/>
          </p:nvSpPr>
          <p:spPr>
            <a:xfrm>
              <a:off x="645375" y="245772"/>
              <a:ext cx="13684" cy="11627"/>
            </a:xfrm>
            <a:custGeom>
              <a:avLst/>
              <a:gdLst/>
              <a:ahLst/>
              <a:cxnLst/>
              <a:rect l="l" t="t" r="r" b="b"/>
              <a:pathLst>
                <a:path w="153" h="130" extrusionOk="0">
                  <a:moveTo>
                    <a:pt x="90" y="1"/>
                  </a:moveTo>
                  <a:cubicBezTo>
                    <a:pt x="15" y="1"/>
                    <a:pt x="1" y="109"/>
                    <a:pt x="75" y="129"/>
                  </a:cubicBezTo>
                  <a:cubicBezTo>
                    <a:pt x="101" y="100"/>
                    <a:pt x="126" y="69"/>
                    <a:pt x="152" y="40"/>
                  </a:cubicBezTo>
                  <a:cubicBezTo>
                    <a:pt x="141" y="15"/>
                    <a:pt x="117" y="1"/>
                    <a:pt x="92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0" name="Google Shape;2710;p14"/>
            <p:cNvSpPr/>
            <p:nvPr/>
          </p:nvSpPr>
          <p:spPr>
            <a:xfrm>
              <a:off x="61863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1" name="Google Shape;2711;p14"/>
            <p:cNvSpPr/>
            <p:nvPr/>
          </p:nvSpPr>
          <p:spPr>
            <a:xfrm>
              <a:off x="58965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2" name="Google Shape;2712;p14"/>
            <p:cNvSpPr/>
            <p:nvPr/>
          </p:nvSpPr>
          <p:spPr>
            <a:xfrm>
              <a:off x="560589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3" name="Google Shape;2713;p14"/>
            <p:cNvSpPr/>
            <p:nvPr/>
          </p:nvSpPr>
          <p:spPr>
            <a:xfrm>
              <a:off x="531522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4" name="Google Shape;2714;p14"/>
            <p:cNvSpPr/>
            <p:nvPr/>
          </p:nvSpPr>
          <p:spPr>
            <a:xfrm>
              <a:off x="502544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5" name="Google Shape;2715;p14"/>
            <p:cNvSpPr/>
            <p:nvPr/>
          </p:nvSpPr>
          <p:spPr>
            <a:xfrm>
              <a:off x="4735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6" name="Google Shape;2716;p14"/>
            <p:cNvSpPr/>
            <p:nvPr/>
          </p:nvSpPr>
          <p:spPr>
            <a:xfrm>
              <a:off x="444500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7" name="Google Shape;2717;p14"/>
            <p:cNvSpPr/>
            <p:nvPr/>
          </p:nvSpPr>
          <p:spPr>
            <a:xfrm>
              <a:off x="4155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8" name="Google Shape;2718;p14"/>
            <p:cNvSpPr/>
            <p:nvPr/>
          </p:nvSpPr>
          <p:spPr>
            <a:xfrm>
              <a:off x="386456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9" name="Google Shape;2719;p14"/>
            <p:cNvSpPr/>
            <p:nvPr/>
          </p:nvSpPr>
          <p:spPr>
            <a:xfrm>
              <a:off x="35747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0" name="Google Shape;2720;p14"/>
            <p:cNvSpPr/>
            <p:nvPr/>
          </p:nvSpPr>
          <p:spPr>
            <a:xfrm>
              <a:off x="328501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1" name="Google Shape;2721;p14"/>
            <p:cNvSpPr/>
            <p:nvPr/>
          </p:nvSpPr>
          <p:spPr>
            <a:xfrm>
              <a:off x="299344" y="245772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2" name="Google Shape;2722;p14"/>
            <p:cNvSpPr/>
            <p:nvPr/>
          </p:nvSpPr>
          <p:spPr>
            <a:xfrm>
              <a:off x="2703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3" name="Google Shape;2723;p14"/>
            <p:cNvSpPr/>
            <p:nvPr/>
          </p:nvSpPr>
          <p:spPr>
            <a:xfrm>
              <a:off x="24138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4" name="Google Shape;2724;p14"/>
            <p:cNvSpPr/>
            <p:nvPr/>
          </p:nvSpPr>
          <p:spPr>
            <a:xfrm>
              <a:off x="21232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5" name="Google Shape;2725;p14"/>
            <p:cNvSpPr/>
            <p:nvPr/>
          </p:nvSpPr>
          <p:spPr>
            <a:xfrm>
              <a:off x="183345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6" name="Google Shape;2726;p14"/>
            <p:cNvSpPr/>
            <p:nvPr/>
          </p:nvSpPr>
          <p:spPr>
            <a:xfrm>
              <a:off x="15436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7" name="Google Shape;2727;p14"/>
            <p:cNvSpPr/>
            <p:nvPr/>
          </p:nvSpPr>
          <p:spPr>
            <a:xfrm>
              <a:off x="125301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8" name="Google Shape;2728;p14"/>
            <p:cNvSpPr/>
            <p:nvPr/>
          </p:nvSpPr>
          <p:spPr>
            <a:xfrm>
              <a:off x="963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9" name="Google Shape;2729;p14"/>
            <p:cNvSpPr/>
            <p:nvPr/>
          </p:nvSpPr>
          <p:spPr>
            <a:xfrm>
              <a:off x="6734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0" name="Google Shape;2730;p14"/>
            <p:cNvSpPr/>
            <p:nvPr/>
          </p:nvSpPr>
          <p:spPr>
            <a:xfrm>
              <a:off x="3827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1" name="Google Shape;2731;p14"/>
            <p:cNvSpPr/>
            <p:nvPr/>
          </p:nvSpPr>
          <p:spPr>
            <a:xfrm>
              <a:off x="676677" y="216794"/>
              <a:ext cx="5277" cy="8049"/>
            </a:xfrm>
            <a:custGeom>
              <a:avLst/>
              <a:gdLst/>
              <a:ahLst/>
              <a:cxnLst/>
              <a:rect l="l" t="t" r="r" b="b"/>
              <a:pathLst>
                <a:path w="59" h="90" extrusionOk="0">
                  <a:moveTo>
                    <a:pt x="59" y="1"/>
                  </a:moveTo>
                  <a:cubicBezTo>
                    <a:pt x="26" y="4"/>
                    <a:pt x="0" y="32"/>
                    <a:pt x="0" y="66"/>
                  </a:cubicBezTo>
                  <a:cubicBezTo>
                    <a:pt x="0" y="74"/>
                    <a:pt x="1" y="82"/>
                    <a:pt x="5" y="90"/>
                  </a:cubicBezTo>
                  <a:cubicBezTo>
                    <a:pt x="24" y="59"/>
                    <a:pt x="42" y="30"/>
                    <a:pt x="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2" name="Google Shape;2732;p14"/>
            <p:cNvSpPr/>
            <p:nvPr/>
          </p:nvSpPr>
          <p:spPr>
            <a:xfrm>
              <a:off x="645643" y="216705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3" name="Google Shape;2733;p14"/>
            <p:cNvSpPr/>
            <p:nvPr/>
          </p:nvSpPr>
          <p:spPr>
            <a:xfrm>
              <a:off x="618633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4" name="Google Shape;2734;p14"/>
            <p:cNvSpPr/>
            <p:nvPr/>
          </p:nvSpPr>
          <p:spPr>
            <a:xfrm>
              <a:off x="58965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5" name="Google Shape;2735;p14"/>
            <p:cNvSpPr/>
            <p:nvPr/>
          </p:nvSpPr>
          <p:spPr>
            <a:xfrm>
              <a:off x="560589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6" name="Google Shape;2736;p14"/>
            <p:cNvSpPr/>
            <p:nvPr/>
          </p:nvSpPr>
          <p:spPr>
            <a:xfrm>
              <a:off x="531522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7" name="Google Shape;2737;p14"/>
            <p:cNvSpPr/>
            <p:nvPr/>
          </p:nvSpPr>
          <p:spPr>
            <a:xfrm>
              <a:off x="502544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8" name="Google Shape;2738;p14"/>
            <p:cNvSpPr/>
            <p:nvPr/>
          </p:nvSpPr>
          <p:spPr>
            <a:xfrm>
              <a:off x="473567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9" name="Google Shape;2739;p14"/>
            <p:cNvSpPr/>
            <p:nvPr/>
          </p:nvSpPr>
          <p:spPr>
            <a:xfrm>
              <a:off x="444500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0" name="Google Shape;2740;p14"/>
            <p:cNvSpPr/>
            <p:nvPr/>
          </p:nvSpPr>
          <p:spPr>
            <a:xfrm>
              <a:off x="4155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1" name="Google Shape;2741;p14"/>
            <p:cNvSpPr/>
            <p:nvPr/>
          </p:nvSpPr>
          <p:spPr>
            <a:xfrm>
              <a:off x="386456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2" name="Google Shape;2742;p14"/>
            <p:cNvSpPr/>
            <p:nvPr/>
          </p:nvSpPr>
          <p:spPr>
            <a:xfrm>
              <a:off x="357478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3" name="Google Shape;2743;p14"/>
            <p:cNvSpPr/>
            <p:nvPr/>
          </p:nvSpPr>
          <p:spPr>
            <a:xfrm>
              <a:off x="328501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4" name="Google Shape;2744;p14"/>
            <p:cNvSpPr/>
            <p:nvPr/>
          </p:nvSpPr>
          <p:spPr>
            <a:xfrm>
              <a:off x="299344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5" name="Google Shape;2745;p14"/>
            <p:cNvSpPr/>
            <p:nvPr/>
          </p:nvSpPr>
          <p:spPr>
            <a:xfrm>
              <a:off x="270367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6" name="Google Shape;2746;p14"/>
            <p:cNvSpPr/>
            <p:nvPr/>
          </p:nvSpPr>
          <p:spPr>
            <a:xfrm>
              <a:off x="241389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7" name="Google Shape;2747;p14"/>
            <p:cNvSpPr/>
            <p:nvPr/>
          </p:nvSpPr>
          <p:spPr>
            <a:xfrm>
              <a:off x="212323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8" name="Google Shape;2748;p14"/>
            <p:cNvSpPr/>
            <p:nvPr/>
          </p:nvSpPr>
          <p:spPr>
            <a:xfrm>
              <a:off x="183345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9" name="Google Shape;2749;p14"/>
            <p:cNvSpPr/>
            <p:nvPr/>
          </p:nvSpPr>
          <p:spPr>
            <a:xfrm>
              <a:off x="154368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0" name="Google Shape;2750;p14"/>
            <p:cNvSpPr/>
            <p:nvPr/>
          </p:nvSpPr>
          <p:spPr>
            <a:xfrm>
              <a:off x="125301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1" name="Google Shape;2751;p14"/>
            <p:cNvSpPr/>
            <p:nvPr/>
          </p:nvSpPr>
          <p:spPr>
            <a:xfrm>
              <a:off x="963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2" name="Google Shape;2752;p14"/>
            <p:cNvSpPr/>
            <p:nvPr/>
          </p:nvSpPr>
          <p:spPr>
            <a:xfrm>
              <a:off x="6734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3" name="Google Shape;2753;p14"/>
            <p:cNvSpPr/>
            <p:nvPr/>
          </p:nvSpPr>
          <p:spPr>
            <a:xfrm>
              <a:off x="38279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4" name="Google Shape;2754;p14"/>
            <p:cNvSpPr/>
            <p:nvPr/>
          </p:nvSpPr>
          <p:spPr>
            <a:xfrm>
              <a:off x="674620" y="187727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5" name="Google Shape;2755;p14"/>
            <p:cNvSpPr/>
            <p:nvPr/>
          </p:nvSpPr>
          <p:spPr>
            <a:xfrm>
              <a:off x="645643" y="1877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6" name="Google Shape;2756;p14"/>
            <p:cNvSpPr/>
            <p:nvPr/>
          </p:nvSpPr>
          <p:spPr>
            <a:xfrm>
              <a:off x="618633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7" name="Google Shape;2757;p14"/>
            <p:cNvSpPr/>
            <p:nvPr/>
          </p:nvSpPr>
          <p:spPr>
            <a:xfrm>
              <a:off x="58965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8" name="Google Shape;2758;p14"/>
            <p:cNvSpPr/>
            <p:nvPr/>
          </p:nvSpPr>
          <p:spPr>
            <a:xfrm>
              <a:off x="560589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9" name="Google Shape;2759;p14"/>
            <p:cNvSpPr/>
            <p:nvPr/>
          </p:nvSpPr>
          <p:spPr>
            <a:xfrm>
              <a:off x="531522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0" name="Google Shape;2760;p14"/>
            <p:cNvSpPr/>
            <p:nvPr/>
          </p:nvSpPr>
          <p:spPr>
            <a:xfrm>
              <a:off x="502544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1" name="Google Shape;2761;p14"/>
            <p:cNvSpPr/>
            <p:nvPr/>
          </p:nvSpPr>
          <p:spPr>
            <a:xfrm>
              <a:off x="4735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2" name="Google Shape;2762;p14"/>
            <p:cNvSpPr/>
            <p:nvPr/>
          </p:nvSpPr>
          <p:spPr>
            <a:xfrm>
              <a:off x="444500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3" name="Google Shape;2763;p14"/>
            <p:cNvSpPr/>
            <p:nvPr/>
          </p:nvSpPr>
          <p:spPr>
            <a:xfrm>
              <a:off x="4155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4" name="Google Shape;2764;p14"/>
            <p:cNvSpPr/>
            <p:nvPr/>
          </p:nvSpPr>
          <p:spPr>
            <a:xfrm>
              <a:off x="386456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5" name="Google Shape;2765;p14"/>
            <p:cNvSpPr/>
            <p:nvPr/>
          </p:nvSpPr>
          <p:spPr>
            <a:xfrm>
              <a:off x="357478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6" name="Google Shape;2766;p14"/>
            <p:cNvSpPr/>
            <p:nvPr/>
          </p:nvSpPr>
          <p:spPr>
            <a:xfrm>
              <a:off x="328501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7" name="Google Shape;2767;p14"/>
            <p:cNvSpPr/>
            <p:nvPr/>
          </p:nvSpPr>
          <p:spPr>
            <a:xfrm>
              <a:off x="299344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8" name="Google Shape;2768;p14"/>
            <p:cNvSpPr/>
            <p:nvPr/>
          </p:nvSpPr>
          <p:spPr>
            <a:xfrm>
              <a:off x="2703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9" name="Google Shape;2769;p14"/>
            <p:cNvSpPr/>
            <p:nvPr/>
          </p:nvSpPr>
          <p:spPr>
            <a:xfrm>
              <a:off x="241389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0" name="Google Shape;2770;p14"/>
            <p:cNvSpPr/>
            <p:nvPr/>
          </p:nvSpPr>
          <p:spPr>
            <a:xfrm>
              <a:off x="212323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1" name="Google Shape;2771;p14"/>
            <p:cNvSpPr/>
            <p:nvPr/>
          </p:nvSpPr>
          <p:spPr>
            <a:xfrm>
              <a:off x="183345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2" name="Google Shape;2772;p14"/>
            <p:cNvSpPr/>
            <p:nvPr/>
          </p:nvSpPr>
          <p:spPr>
            <a:xfrm>
              <a:off x="154368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3" name="Google Shape;2773;p14"/>
            <p:cNvSpPr/>
            <p:nvPr/>
          </p:nvSpPr>
          <p:spPr>
            <a:xfrm>
              <a:off x="125301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4" name="Google Shape;2774;p14"/>
            <p:cNvSpPr/>
            <p:nvPr/>
          </p:nvSpPr>
          <p:spPr>
            <a:xfrm>
              <a:off x="963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5" name="Google Shape;2775;p14"/>
            <p:cNvSpPr/>
            <p:nvPr/>
          </p:nvSpPr>
          <p:spPr>
            <a:xfrm>
              <a:off x="6734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6" name="Google Shape;2776;p14"/>
            <p:cNvSpPr/>
            <p:nvPr/>
          </p:nvSpPr>
          <p:spPr>
            <a:xfrm>
              <a:off x="38279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7" name="Google Shape;2777;p14"/>
            <p:cNvSpPr/>
            <p:nvPr/>
          </p:nvSpPr>
          <p:spPr>
            <a:xfrm>
              <a:off x="674620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8" name="Google Shape;2778;p14"/>
            <p:cNvSpPr/>
            <p:nvPr/>
          </p:nvSpPr>
          <p:spPr>
            <a:xfrm>
              <a:off x="64564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9" name="Google Shape;2779;p14"/>
            <p:cNvSpPr/>
            <p:nvPr/>
          </p:nvSpPr>
          <p:spPr>
            <a:xfrm>
              <a:off x="61863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80" name="Google Shape;2780;p14"/>
            <p:cNvSpPr/>
            <p:nvPr/>
          </p:nvSpPr>
          <p:spPr>
            <a:xfrm>
              <a:off x="58965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81" name="Google Shape;2781;p14"/>
            <p:cNvSpPr/>
            <p:nvPr/>
          </p:nvSpPr>
          <p:spPr>
            <a:xfrm>
              <a:off x="560589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82" name="Google Shape;2782;p14"/>
            <p:cNvSpPr/>
            <p:nvPr/>
          </p:nvSpPr>
          <p:spPr>
            <a:xfrm>
              <a:off x="531522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83" name="Google Shape;2783;p14"/>
            <p:cNvSpPr/>
            <p:nvPr/>
          </p:nvSpPr>
          <p:spPr>
            <a:xfrm>
              <a:off x="502544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84" name="Google Shape;2784;p14"/>
            <p:cNvSpPr/>
            <p:nvPr/>
          </p:nvSpPr>
          <p:spPr>
            <a:xfrm>
              <a:off x="4735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85" name="Google Shape;2785;p14"/>
            <p:cNvSpPr/>
            <p:nvPr/>
          </p:nvSpPr>
          <p:spPr>
            <a:xfrm>
              <a:off x="444500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86" name="Google Shape;2786;p14"/>
            <p:cNvSpPr/>
            <p:nvPr/>
          </p:nvSpPr>
          <p:spPr>
            <a:xfrm>
              <a:off x="4155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87" name="Google Shape;2787;p14"/>
            <p:cNvSpPr/>
            <p:nvPr/>
          </p:nvSpPr>
          <p:spPr>
            <a:xfrm>
              <a:off x="386456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88" name="Google Shape;2788;p14"/>
            <p:cNvSpPr/>
            <p:nvPr/>
          </p:nvSpPr>
          <p:spPr>
            <a:xfrm>
              <a:off x="35747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89" name="Google Shape;2789;p14"/>
            <p:cNvSpPr/>
            <p:nvPr/>
          </p:nvSpPr>
          <p:spPr>
            <a:xfrm>
              <a:off x="328501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90" name="Google Shape;2790;p14"/>
            <p:cNvSpPr/>
            <p:nvPr/>
          </p:nvSpPr>
          <p:spPr>
            <a:xfrm>
              <a:off x="299344" y="158750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91" name="Google Shape;2791;p14"/>
            <p:cNvSpPr/>
            <p:nvPr/>
          </p:nvSpPr>
          <p:spPr>
            <a:xfrm>
              <a:off x="2703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92" name="Google Shape;2792;p14"/>
            <p:cNvSpPr/>
            <p:nvPr/>
          </p:nvSpPr>
          <p:spPr>
            <a:xfrm>
              <a:off x="24138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93" name="Google Shape;2793;p14"/>
            <p:cNvSpPr/>
            <p:nvPr/>
          </p:nvSpPr>
          <p:spPr>
            <a:xfrm>
              <a:off x="21232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94" name="Google Shape;2794;p14"/>
            <p:cNvSpPr/>
            <p:nvPr/>
          </p:nvSpPr>
          <p:spPr>
            <a:xfrm>
              <a:off x="183345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95" name="Google Shape;2795;p14"/>
            <p:cNvSpPr/>
            <p:nvPr/>
          </p:nvSpPr>
          <p:spPr>
            <a:xfrm>
              <a:off x="15436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96" name="Google Shape;2796;p14"/>
            <p:cNvSpPr/>
            <p:nvPr/>
          </p:nvSpPr>
          <p:spPr>
            <a:xfrm>
              <a:off x="125301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97" name="Google Shape;2797;p14"/>
            <p:cNvSpPr/>
            <p:nvPr/>
          </p:nvSpPr>
          <p:spPr>
            <a:xfrm>
              <a:off x="963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98" name="Google Shape;2798;p14"/>
            <p:cNvSpPr/>
            <p:nvPr/>
          </p:nvSpPr>
          <p:spPr>
            <a:xfrm>
              <a:off x="6734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99" name="Google Shape;2799;p14"/>
            <p:cNvSpPr/>
            <p:nvPr/>
          </p:nvSpPr>
          <p:spPr>
            <a:xfrm>
              <a:off x="3827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0" name="Google Shape;2800;p14"/>
            <p:cNvSpPr/>
            <p:nvPr/>
          </p:nvSpPr>
          <p:spPr>
            <a:xfrm>
              <a:off x="674620" y="129683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1" name="Google Shape;2801;p14"/>
            <p:cNvSpPr/>
            <p:nvPr/>
          </p:nvSpPr>
          <p:spPr>
            <a:xfrm>
              <a:off x="645643" y="12968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2" name="Google Shape;2802;p14"/>
            <p:cNvSpPr/>
            <p:nvPr/>
          </p:nvSpPr>
          <p:spPr>
            <a:xfrm>
              <a:off x="618633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3" name="Google Shape;2803;p14"/>
            <p:cNvSpPr/>
            <p:nvPr/>
          </p:nvSpPr>
          <p:spPr>
            <a:xfrm>
              <a:off x="58965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4" name="Google Shape;2804;p14"/>
            <p:cNvSpPr/>
            <p:nvPr/>
          </p:nvSpPr>
          <p:spPr>
            <a:xfrm>
              <a:off x="560589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5" name="Google Shape;2805;p14"/>
            <p:cNvSpPr/>
            <p:nvPr/>
          </p:nvSpPr>
          <p:spPr>
            <a:xfrm>
              <a:off x="531522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6" name="Google Shape;2806;p14"/>
            <p:cNvSpPr/>
            <p:nvPr/>
          </p:nvSpPr>
          <p:spPr>
            <a:xfrm>
              <a:off x="502544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7" name="Google Shape;2807;p14"/>
            <p:cNvSpPr/>
            <p:nvPr/>
          </p:nvSpPr>
          <p:spPr>
            <a:xfrm>
              <a:off x="4735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8" name="Google Shape;2808;p14"/>
            <p:cNvSpPr/>
            <p:nvPr/>
          </p:nvSpPr>
          <p:spPr>
            <a:xfrm>
              <a:off x="444500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9" name="Google Shape;2809;p14"/>
            <p:cNvSpPr/>
            <p:nvPr/>
          </p:nvSpPr>
          <p:spPr>
            <a:xfrm>
              <a:off x="4155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10" name="Google Shape;2810;p14"/>
            <p:cNvSpPr/>
            <p:nvPr/>
          </p:nvSpPr>
          <p:spPr>
            <a:xfrm>
              <a:off x="386456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11" name="Google Shape;2811;p14"/>
            <p:cNvSpPr/>
            <p:nvPr/>
          </p:nvSpPr>
          <p:spPr>
            <a:xfrm>
              <a:off x="357478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12" name="Google Shape;2812;p14"/>
            <p:cNvSpPr/>
            <p:nvPr/>
          </p:nvSpPr>
          <p:spPr>
            <a:xfrm>
              <a:off x="328501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13" name="Google Shape;2813;p14"/>
            <p:cNvSpPr/>
            <p:nvPr/>
          </p:nvSpPr>
          <p:spPr>
            <a:xfrm>
              <a:off x="299344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14" name="Google Shape;2814;p14"/>
            <p:cNvSpPr/>
            <p:nvPr/>
          </p:nvSpPr>
          <p:spPr>
            <a:xfrm>
              <a:off x="2703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15" name="Google Shape;2815;p14"/>
            <p:cNvSpPr/>
            <p:nvPr/>
          </p:nvSpPr>
          <p:spPr>
            <a:xfrm>
              <a:off x="241389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16" name="Google Shape;2816;p14"/>
            <p:cNvSpPr/>
            <p:nvPr/>
          </p:nvSpPr>
          <p:spPr>
            <a:xfrm>
              <a:off x="212323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17" name="Google Shape;2817;p14"/>
            <p:cNvSpPr/>
            <p:nvPr/>
          </p:nvSpPr>
          <p:spPr>
            <a:xfrm>
              <a:off x="183345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18" name="Google Shape;2818;p14"/>
            <p:cNvSpPr/>
            <p:nvPr/>
          </p:nvSpPr>
          <p:spPr>
            <a:xfrm>
              <a:off x="154368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19" name="Google Shape;2819;p14"/>
            <p:cNvSpPr/>
            <p:nvPr/>
          </p:nvSpPr>
          <p:spPr>
            <a:xfrm>
              <a:off x="125301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20" name="Google Shape;2820;p14"/>
            <p:cNvSpPr/>
            <p:nvPr/>
          </p:nvSpPr>
          <p:spPr>
            <a:xfrm>
              <a:off x="963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21" name="Google Shape;2821;p14"/>
            <p:cNvSpPr/>
            <p:nvPr/>
          </p:nvSpPr>
          <p:spPr>
            <a:xfrm>
              <a:off x="6734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22" name="Google Shape;2822;p14"/>
            <p:cNvSpPr/>
            <p:nvPr/>
          </p:nvSpPr>
          <p:spPr>
            <a:xfrm>
              <a:off x="38279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23" name="Google Shape;2823;p14"/>
            <p:cNvSpPr/>
            <p:nvPr/>
          </p:nvSpPr>
          <p:spPr>
            <a:xfrm>
              <a:off x="674620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24" name="Google Shape;2824;p14"/>
            <p:cNvSpPr/>
            <p:nvPr/>
          </p:nvSpPr>
          <p:spPr>
            <a:xfrm>
              <a:off x="645643" y="10070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2" y="131"/>
                    <a:pt x="88" y="131"/>
                  </a:cubicBezTo>
                  <a:cubicBezTo>
                    <a:pt x="121" y="131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25" name="Google Shape;2825;p14"/>
            <p:cNvSpPr/>
            <p:nvPr/>
          </p:nvSpPr>
          <p:spPr>
            <a:xfrm>
              <a:off x="618633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26" name="Google Shape;2826;p14"/>
            <p:cNvSpPr/>
            <p:nvPr/>
          </p:nvSpPr>
          <p:spPr>
            <a:xfrm>
              <a:off x="58965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27" name="Google Shape;2827;p14"/>
            <p:cNvSpPr/>
            <p:nvPr/>
          </p:nvSpPr>
          <p:spPr>
            <a:xfrm>
              <a:off x="560589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28" name="Google Shape;2828;p14"/>
            <p:cNvSpPr/>
            <p:nvPr/>
          </p:nvSpPr>
          <p:spPr>
            <a:xfrm>
              <a:off x="531522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29" name="Google Shape;2829;p14"/>
            <p:cNvSpPr/>
            <p:nvPr/>
          </p:nvSpPr>
          <p:spPr>
            <a:xfrm>
              <a:off x="502544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0" name="Google Shape;2830;p14"/>
            <p:cNvSpPr/>
            <p:nvPr/>
          </p:nvSpPr>
          <p:spPr>
            <a:xfrm>
              <a:off x="4735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1" name="Google Shape;2831;p14"/>
            <p:cNvSpPr/>
            <p:nvPr/>
          </p:nvSpPr>
          <p:spPr>
            <a:xfrm>
              <a:off x="444500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2" name="Google Shape;2832;p14"/>
            <p:cNvSpPr/>
            <p:nvPr/>
          </p:nvSpPr>
          <p:spPr>
            <a:xfrm>
              <a:off x="415523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3" name="Google Shape;2833;p14"/>
            <p:cNvSpPr/>
            <p:nvPr/>
          </p:nvSpPr>
          <p:spPr>
            <a:xfrm>
              <a:off x="386456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4" name="Google Shape;2834;p14"/>
            <p:cNvSpPr/>
            <p:nvPr/>
          </p:nvSpPr>
          <p:spPr>
            <a:xfrm>
              <a:off x="357478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5" name="Google Shape;2835;p14"/>
            <p:cNvSpPr/>
            <p:nvPr/>
          </p:nvSpPr>
          <p:spPr>
            <a:xfrm>
              <a:off x="328501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6" name="Google Shape;2836;p14"/>
            <p:cNvSpPr/>
            <p:nvPr/>
          </p:nvSpPr>
          <p:spPr>
            <a:xfrm>
              <a:off x="299344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7" name="Google Shape;2837;p14"/>
            <p:cNvSpPr/>
            <p:nvPr/>
          </p:nvSpPr>
          <p:spPr>
            <a:xfrm>
              <a:off x="2703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8" name="Google Shape;2838;p14"/>
            <p:cNvSpPr/>
            <p:nvPr/>
          </p:nvSpPr>
          <p:spPr>
            <a:xfrm>
              <a:off x="241389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9" name="Google Shape;2839;p14"/>
            <p:cNvSpPr/>
            <p:nvPr/>
          </p:nvSpPr>
          <p:spPr>
            <a:xfrm>
              <a:off x="212323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0" name="Google Shape;2840;p14"/>
            <p:cNvSpPr/>
            <p:nvPr/>
          </p:nvSpPr>
          <p:spPr>
            <a:xfrm>
              <a:off x="181377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0"/>
                  </a:moveTo>
                  <a:cubicBezTo>
                    <a:pt x="29" y="0"/>
                    <a:pt x="0" y="71"/>
                    <a:pt x="42" y="112"/>
                  </a:cubicBezTo>
                  <a:cubicBezTo>
                    <a:pt x="55" y="125"/>
                    <a:pt x="72" y="131"/>
                    <a:pt x="88" y="131"/>
                  </a:cubicBezTo>
                  <a:cubicBezTo>
                    <a:pt x="122" y="131"/>
                    <a:pt x="154" y="105"/>
                    <a:pt x="154" y="66"/>
                  </a:cubicBezTo>
                  <a:cubicBezTo>
                    <a:pt x="154" y="30"/>
                    <a:pt x="124" y="0"/>
                    <a:pt x="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1" name="Google Shape;2841;p14"/>
            <p:cNvSpPr/>
            <p:nvPr/>
          </p:nvSpPr>
          <p:spPr>
            <a:xfrm>
              <a:off x="154368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2" name="Google Shape;2842;p14"/>
            <p:cNvSpPr/>
            <p:nvPr/>
          </p:nvSpPr>
          <p:spPr>
            <a:xfrm>
              <a:off x="125301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3" name="Google Shape;2843;p14"/>
            <p:cNvSpPr/>
            <p:nvPr/>
          </p:nvSpPr>
          <p:spPr>
            <a:xfrm>
              <a:off x="94266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4" name="Google Shape;2844;p14"/>
            <p:cNvSpPr/>
            <p:nvPr/>
          </p:nvSpPr>
          <p:spPr>
            <a:xfrm>
              <a:off x="6734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5" name="Google Shape;2845;p14"/>
            <p:cNvSpPr/>
            <p:nvPr/>
          </p:nvSpPr>
          <p:spPr>
            <a:xfrm>
              <a:off x="38279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846" name="Google Shape;2846;p14"/>
          <p:cNvSpPr txBox="1">
            <a:spLocks noGrp="1"/>
          </p:cNvSpPr>
          <p:nvPr>
            <p:ph type="subTitle" idx="1"/>
          </p:nvPr>
        </p:nvSpPr>
        <p:spPr>
          <a:xfrm>
            <a:off x="5490775" y="2279000"/>
            <a:ext cx="2940000" cy="1740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lvl="1" algn="r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lvl="2" algn="r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lvl="3" algn="r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lvl="4" algn="r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lvl="5" algn="r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lvl="6" algn="r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lvl="7" algn="r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lvl="8" algn="r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847" name="Google Shape;2847;p14"/>
          <p:cNvSpPr txBox="1">
            <a:spLocks noGrp="1"/>
          </p:cNvSpPr>
          <p:nvPr>
            <p:ph type="title"/>
          </p:nvPr>
        </p:nvSpPr>
        <p:spPr>
          <a:xfrm>
            <a:off x="5490775" y="995000"/>
            <a:ext cx="2940000" cy="128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848" name="Google Shape;2848;p14"/>
          <p:cNvSpPr/>
          <p:nvPr/>
        </p:nvSpPr>
        <p:spPr>
          <a:xfrm flipH="1">
            <a:off x="7944815" y="4332824"/>
            <a:ext cx="1199176" cy="811772"/>
          </a:xfrm>
          <a:custGeom>
            <a:avLst/>
            <a:gdLst/>
            <a:ahLst/>
            <a:cxnLst/>
            <a:rect l="l" t="t" r="r" b="b"/>
            <a:pathLst>
              <a:path w="10252" h="6940" extrusionOk="0">
                <a:moveTo>
                  <a:pt x="1996" y="0"/>
                </a:moveTo>
                <a:cubicBezTo>
                  <a:pt x="1348" y="0"/>
                  <a:pt x="627" y="184"/>
                  <a:pt x="0" y="529"/>
                </a:cubicBezTo>
                <a:lnTo>
                  <a:pt x="0" y="6939"/>
                </a:lnTo>
                <a:lnTo>
                  <a:pt x="9364" y="6939"/>
                </a:lnTo>
                <a:cubicBezTo>
                  <a:pt x="9364" y="6939"/>
                  <a:pt x="10252" y="5400"/>
                  <a:pt x="9009" y="4091"/>
                </a:cubicBezTo>
                <a:cubicBezTo>
                  <a:pt x="8689" y="3754"/>
                  <a:pt x="8367" y="3627"/>
                  <a:pt x="8042" y="3627"/>
                </a:cubicBezTo>
                <a:cubicBezTo>
                  <a:pt x="7106" y="3627"/>
                  <a:pt x="6140" y="4675"/>
                  <a:pt x="5076" y="4775"/>
                </a:cubicBezTo>
                <a:cubicBezTo>
                  <a:pt x="4964" y="4786"/>
                  <a:pt x="4859" y="4791"/>
                  <a:pt x="4762" y="4791"/>
                </a:cubicBezTo>
                <a:cubicBezTo>
                  <a:pt x="3371" y="4791"/>
                  <a:pt x="3502" y="3703"/>
                  <a:pt x="3834" y="1843"/>
                </a:cubicBezTo>
                <a:cubicBezTo>
                  <a:pt x="4060" y="573"/>
                  <a:pt x="3141" y="0"/>
                  <a:pt x="1996" y="0"/>
                </a:cubicBezTo>
                <a:close/>
              </a:path>
            </a:pathLst>
          </a:custGeom>
          <a:solidFill>
            <a:srgbClr val="F4D5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849" name="Google Shape;2849;p14"/>
          <p:cNvSpPr/>
          <p:nvPr/>
        </p:nvSpPr>
        <p:spPr>
          <a:xfrm flipH="1">
            <a:off x="8271417" y="6"/>
            <a:ext cx="872583" cy="578402"/>
          </a:xfrm>
          <a:custGeom>
            <a:avLst/>
            <a:gdLst/>
            <a:ahLst/>
            <a:cxnLst/>
            <a:rect l="l" t="t" r="r" b="b"/>
            <a:pathLst>
              <a:path w="6259" h="4149" extrusionOk="0">
                <a:moveTo>
                  <a:pt x="0" y="1"/>
                </a:moveTo>
                <a:lnTo>
                  <a:pt x="0" y="4148"/>
                </a:lnTo>
                <a:cubicBezTo>
                  <a:pt x="1191" y="3783"/>
                  <a:pt x="992" y="2037"/>
                  <a:pt x="2087" y="2037"/>
                </a:cubicBezTo>
                <a:cubicBezTo>
                  <a:pt x="2120" y="2037"/>
                  <a:pt x="2154" y="2038"/>
                  <a:pt x="2190" y="2041"/>
                </a:cubicBezTo>
                <a:cubicBezTo>
                  <a:pt x="2763" y="2094"/>
                  <a:pt x="3557" y="2489"/>
                  <a:pt x="4305" y="2489"/>
                </a:cubicBezTo>
                <a:cubicBezTo>
                  <a:pt x="5137" y="2489"/>
                  <a:pt x="5912" y="1999"/>
                  <a:pt x="6259" y="1"/>
                </a:cubicBezTo>
                <a:close/>
              </a:path>
            </a:pathLst>
          </a:custGeom>
          <a:solidFill>
            <a:srgbClr val="D5815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850" name="Google Shape;2850;p14"/>
          <p:cNvSpPr/>
          <p:nvPr/>
        </p:nvSpPr>
        <p:spPr>
          <a:xfrm rot="10800000">
            <a:off x="7868727" y="4224816"/>
            <a:ext cx="1275280" cy="918684"/>
          </a:xfrm>
          <a:custGeom>
            <a:avLst/>
            <a:gdLst/>
            <a:ahLst/>
            <a:cxnLst/>
            <a:rect l="l" t="t" r="r" b="b"/>
            <a:pathLst>
              <a:path w="26943" h="18787" extrusionOk="0">
                <a:moveTo>
                  <a:pt x="1" y="132"/>
                </a:moveTo>
                <a:lnTo>
                  <a:pt x="1" y="361"/>
                </a:lnTo>
                <a:cubicBezTo>
                  <a:pt x="38" y="289"/>
                  <a:pt x="38" y="205"/>
                  <a:pt x="1" y="132"/>
                </a:cubicBezTo>
                <a:close/>
                <a:moveTo>
                  <a:pt x="26428" y="79"/>
                </a:moveTo>
                <a:lnTo>
                  <a:pt x="26428" y="79"/>
                </a:lnTo>
                <a:cubicBezTo>
                  <a:pt x="26290" y="230"/>
                  <a:pt x="26387" y="474"/>
                  <a:pt x="26591" y="493"/>
                </a:cubicBezTo>
                <a:cubicBezTo>
                  <a:pt x="26535" y="336"/>
                  <a:pt x="26481" y="198"/>
                  <a:pt x="26428" y="79"/>
                </a:cubicBezTo>
                <a:close/>
                <a:moveTo>
                  <a:pt x="1000" y="1"/>
                </a:moveTo>
                <a:cubicBezTo>
                  <a:pt x="781" y="1"/>
                  <a:pt x="671" y="267"/>
                  <a:pt x="828" y="421"/>
                </a:cubicBezTo>
                <a:cubicBezTo>
                  <a:pt x="878" y="472"/>
                  <a:pt x="940" y="494"/>
                  <a:pt x="1001" y="494"/>
                </a:cubicBezTo>
                <a:cubicBezTo>
                  <a:pt x="1127" y="494"/>
                  <a:pt x="1248" y="396"/>
                  <a:pt x="1248" y="248"/>
                </a:cubicBezTo>
                <a:cubicBezTo>
                  <a:pt x="1248" y="111"/>
                  <a:pt x="1138" y="1"/>
                  <a:pt x="1000" y="1"/>
                </a:cubicBezTo>
                <a:close/>
                <a:moveTo>
                  <a:pt x="2223" y="1"/>
                </a:moveTo>
                <a:cubicBezTo>
                  <a:pt x="2000" y="1"/>
                  <a:pt x="1890" y="267"/>
                  <a:pt x="2047" y="421"/>
                </a:cubicBezTo>
                <a:cubicBezTo>
                  <a:pt x="2097" y="472"/>
                  <a:pt x="2159" y="494"/>
                  <a:pt x="2220" y="494"/>
                </a:cubicBezTo>
                <a:cubicBezTo>
                  <a:pt x="2346" y="494"/>
                  <a:pt x="2467" y="396"/>
                  <a:pt x="2467" y="248"/>
                </a:cubicBezTo>
                <a:cubicBezTo>
                  <a:pt x="2467" y="111"/>
                  <a:pt x="2357" y="1"/>
                  <a:pt x="2223" y="1"/>
                </a:cubicBezTo>
                <a:close/>
                <a:moveTo>
                  <a:pt x="3442" y="1"/>
                </a:moveTo>
                <a:cubicBezTo>
                  <a:pt x="3222" y="1"/>
                  <a:pt x="3110" y="267"/>
                  <a:pt x="3266" y="421"/>
                </a:cubicBezTo>
                <a:cubicBezTo>
                  <a:pt x="3317" y="472"/>
                  <a:pt x="3379" y="494"/>
                  <a:pt x="3440" y="494"/>
                </a:cubicBezTo>
                <a:cubicBezTo>
                  <a:pt x="3566" y="494"/>
                  <a:pt x="3686" y="396"/>
                  <a:pt x="3686" y="248"/>
                </a:cubicBezTo>
                <a:cubicBezTo>
                  <a:pt x="3686" y="111"/>
                  <a:pt x="3576" y="1"/>
                  <a:pt x="3442" y="1"/>
                </a:cubicBezTo>
                <a:close/>
                <a:moveTo>
                  <a:pt x="4661" y="1"/>
                </a:moveTo>
                <a:cubicBezTo>
                  <a:pt x="4441" y="1"/>
                  <a:pt x="4332" y="267"/>
                  <a:pt x="4485" y="421"/>
                </a:cubicBezTo>
                <a:cubicBezTo>
                  <a:pt x="4536" y="472"/>
                  <a:pt x="4599" y="494"/>
                  <a:pt x="4660" y="494"/>
                </a:cubicBezTo>
                <a:cubicBezTo>
                  <a:pt x="4787" y="494"/>
                  <a:pt x="4908" y="396"/>
                  <a:pt x="4908" y="248"/>
                </a:cubicBezTo>
                <a:cubicBezTo>
                  <a:pt x="4908" y="111"/>
                  <a:pt x="4795" y="1"/>
                  <a:pt x="4661" y="1"/>
                </a:cubicBezTo>
                <a:close/>
                <a:moveTo>
                  <a:pt x="5880" y="1"/>
                </a:moveTo>
                <a:cubicBezTo>
                  <a:pt x="5660" y="1"/>
                  <a:pt x="5551" y="267"/>
                  <a:pt x="5704" y="421"/>
                </a:cubicBezTo>
                <a:cubicBezTo>
                  <a:pt x="5755" y="472"/>
                  <a:pt x="5818" y="494"/>
                  <a:pt x="5879" y="494"/>
                </a:cubicBezTo>
                <a:cubicBezTo>
                  <a:pt x="6006" y="494"/>
                  <a:pt x="6127" y="396"/>
                  <a:pt x="6127" y="248"/>
                </a:cubicBezTo>
                <a:cubicBezTo>
                  <a:pt x="6127" y="111"/>
                  <a:pt x="6015" y="1"/>
                  <a:pt x="5880" y="1"/>
                </a:cubicBezTo>
                <a:close/>
                <a:moveTo>
                  <a:pt x="7099" y="1"/>
                </a:moveTo>
                <a:cubicBezTo>
                  <a:pt x="6879" y="1"/>
                  <a:pt x="6770" y="267"/>
                  <a:pt x="6923" y="421"/>
                </a:cubicBezTo>
                <a:cubicBezTo>
                  <a:pt x="6974" y="472"/>
                  <a:pt x="7037" y="494"/>
                  <a:pt x="7098" y="494"/>
                </a:cubicBezTo>
                <a:cubicBezTo>
                  <a:pt x="7225" y="494"/>
                  <a:pt x="7346" y="396"/>
                  <a:pt x="7346" y="248"/>
                </a:cubicBezTo>
                <a:cubicBezTo>
                  <a:pt x="7346" y="111"/>
                  <a:pt x="7237" y="1"/>
                  <a:pt x="7099" y="1"/>
                </a:cubicBezTo>
                <a:close/>
                <a:moveTo>
                  <a:pt x="8318" y="1"/>
                </a:moveTo>
                <a:cubicBezTo>
                  <a:pt x="8099" y="1"/>
                  <a:pt x="7989" y="267"/>
                  <a:pt x="8146" y="421"/>
                </a:cubicBezTo>
                <a:cubicBezTo>
                  <a:pt x="8195" y="472"/>
                  <a:pt x="8257" y="494"/>
                  <a:pt x="8318" y="494"/>
                </a:cubicBezTo>
                <a:cubicBezTo>
                  <a:pt x="8444" y="494"/>
                  <a:pt x="8565" y="396"/>
                  <a:pt x="8565" y="248"/>
                </a:cubicBezTo>
                <a:cubicBezTo>
                  <a:pt x="8565" y="111"/>
                  <a:pt x="8456" y="1"/>
                  <a:pt x="8318" y="1"/>
                </a:cubicBezTo>
                <a:close/>
                <a:moveTo>
                  <a:pt x="9537" y="1"/>
                </a:moveTo>
                <a:cubicBezTo>
                  <a:pt x="9318" y="1"/>
                  <a:pt x="9208" y="267"/>
                  <a:pt x="9365" y="421"/>
                </a:cubicBezTo>
                <a:cubicBezTo>
                  <a:pt x="9415" y="472"/>
                  <a:pt x="9476" y="494"/>
                  <a:pt x="9537" y="494"/>
                </a:cubicBezTo>
                <a:cubicBezTo>
                  <a:pt x="9663" y="494"/>
                  <a:pt x="9785" y="396"/>
                  <a:pt x="9785" y="248"/>
                </a:cubicBezTo>
                <a:cubicBezTo>
                  <a:pt x="9785" y="111"/>
                  <a:pt x="9675" y="1"/>
                  <a:pt x="9537" y="1"/>
                </a:cubicBezTo>
                <a:close/>
                <a:moveTo>
                  <a:pt x="10759" y="1"/>
                </a:moveTo>
                <a:cubicBezTo>
                  <a:pt x="10537" y="1"/>
                  <a:pt x="10427" y="267"/>
                  <a:pt x="10584" y="421"/>
                </a:cubicBezTo>
                <a:cubicBezTo>
                  <a:pt x="10634" y="472"/>
                  <a:pt x="10695" y="494"/>
                  <a:pt x="10756" y="494"/>
                </a:cubicBezTo>
                <a:cubicBezTo>
                  <a:pt x="10882" y="494"/>
                  <a:pt x="11004" y="396"/>
                  <a:pt x="11004" y="248"/>
                </a:cubicBezTo>
                <a:cubicBezTo>
                  <a:pt x="11004" y="111"/>
                  <a:pt x="10894" y="1"/>
                  <a:pt x="10759" y="1"/>
                </a:cubicBezTo>
                <a:close/>
                <a:moveTo>
                  <a:pt x="11978" y="1"/>
                </a:moveTo>
                <a:cubicBezTo>
                  <a:pt x="11759" y="1"/>
                  <a:pt x="11646" y="267"/>
                  <a:pt x="11803" y="421"/>
                </a:cubicBezTo>
                <a:cubicBezTo>
                  <a:pt x="11854" y="472"/>
                  <a:pt x="11916" y="494"/>
                  <a:pt x="11977" y="494"/>
                </a:cubicBezTo>
                <a:cubicBezTo>
                  <a:pt x="12103" y="494"/>
                  <a:pt x="12223" y="396"/>
                  <a:pt x="12223" y="248"/>
                </a:cubicBezTo>
                <a:cubicBezTo>
                  <a:pt x="12223" y="111"/>
                  <a:pt x="12113" y="1"/>
                  <a:pt x="11978" y="1"/>
                </a:cubicBezTo>
                <a:close/>
                <a:moveTo>
                  <a:pt x="13197" y="1"/>
                </a:moveTo>
                <a:cubicBezTo>
                  <a:pt x="12978" y="1"/>
                  <a:pt x="12868" y="267"/>
                  <a:pt x="13022" y="421"/>
                </a:cubicBezTo>
                <a:cubicBezTo>
                  <a:pt x="13073" y="472"/>
                  <a:pt x="13135" y="494"/>
                  <a:pt x="13196" y="494"/>
                </a:cubicBezTo>
                <a:cubicBezTo>
                  <a:pt x="13324" y="494"/>
                  <a:pt x="13445" y="396"/>
                  <a:pt x="13445" y="248"/>
                </a:cubicBezTo>
                <a:cubicBezTo>
                  <a:pt x="13445" y="111"/>
                  <a:pt x="13332" y="1"/>
                  <a:pt x="13197" y="1"/>
                </a:cubicBezTo>
                <a:close/>
                <a:moveTo>
                  <a:pt x="14416" y="1"/>
                </a:moveTo>
                <a:cubicBezTo>
                  <a:pt x="14197" y="1"/>
                  <a:pt x="14087" y="267"/>
                  <a:pt x="14241" y="421"/>
                </a:cubicBezTo>
                <a:cubicBezTo>
                  <a:pt x="14292" y="472"/>
                  <a:pt x="14354" y="494"/>
                  <a:pt x="14416" y="494"/>
                </a:cubicBezTo>
                <a:cubicBezTo>
                  <a:pt x="14543" y="494"/>
                  <a:pt x="14664" y="396"/>
                  <a:pt x="14664" y="248"/>
                </a:cubicBezTo>
                <a:cubicBezTo>
                  <a:pt x="14664" y="111"/>
                  <a:pt x="14551" y="1"/>
                  <a:pt x="14416" y="1"/>
                </a:cubicBezTo>
                <a:close/>
                <a:moveTo>
                  <a:pt x="15635" y="1"/>
                </a:moveTo>
                <a:cubicBezTo>
                  <a:pt x="15416" y="1"/>
                  <a:pt x="15306" y="267"/>
                  <a:pt x="15460" y="421"/>
                </a:cubicBezTo>
                <a:cubicBezTo>
                  <a:pt x="15511" y="472"/>
                  <a:pt x="15573" y="494"/>
                  <a:pt x="15635" y="494"/>
                </a:cubicBezTo>
                <a:cubicBezTo>
                  <a:pt x="15762" y="494"/>
                  <a:pt x="15883" y="396"/>
                  <a:pt x="15883" y="248"/>
                </a:cubicBezTo>
                <a:cubicBezTo>
                  <a:pt x="15883" y="111"/>
                  <a:pt x="15773" y="1"/>
                  <a:pt x="15635" y="1"/>
                </a:cubicBezTo>
                <a:close/>
                <a:moveTo>
                  <a:pt x="16854" y="1"/>
                </a:moveTo>
                <a:cubicBezTo>
                  <a:pt x="16635" y="1"/>
                  <a:pt x="16525" y="267"/>
                  <a:pt x="16682" y="421"/>
                </a:cubicBezTo>
                <a:cubicBezTo>
                  <a:pt x="16732" y="472"/>
                  <a:pt x="16794" y="494"/>
                  <a:pt x="16855" y="494"/>
                </a:cubicBezTo>
                <a:cubicBezTo>
                  <a:pt x="16981" y="494"/>
                  <a:pt x="17102" y="396"/>
                  <a:pt x="17102" y="248"/>
                </a:cubicBezTo>
                <a:cubicBezTo>
                  <a:pt x="17102" y="111"/>
                  <a:pt x="16992" y="1"/>
                  <a:pt x="16854" y="1"/>
                </a:cubicBezTo>
                <a:close/>
                <a:moveTo>
                  <a:pt x="18073" y="1"/>
                </a:moveTo>
                <a:cubicBezTo>
                  <a:pt x="17854" y="1"/>
                  <a:pt x="17744" y="267"/>
                  <a:pt x="17901" y="421"/>
                </a:cubicBezTo>
                <a:cubicBezTo>
                  <a:pt x="17951" y="472"/>
                  <a:pt x="18013" y="494"/>
                  <a:pt x="18074" y="494"/>
                </a:cubicBezTo>
                <a:cubicBezTo>
                  <a:pt x="18200" y="494"/>
                  <a:pt x="18321" y="396"/>
                  <a:pt x="18321" y="248"/>
                </a:cubicBezTo>
                <a:cubicBezTo>
                  <a:pt x="18321" y="111"/>
                  <a:pt x="18211" y="1"/>
                  <a:pt x="18073" y="1"/>
                </a:cubicBezTo>
                <a:close/>
                <a:moveTo>
                  <a:pt x="19296" y="1"/>
                </a:moveTo>
                <a:cubicBezTo>
                  <a:pt x="19073" y="1"/>
                  <a:pt x="18963" y="267"/>
                  <a:pt x="19120" y="421"/>
                </a:cubicBezTo>
                <a:cubicBezTo>
                  <a:pt x="19171" y="472"/>
                  <a:pt x="19233" y="494"/>
                  <a:pt x="19294" y="494"/>
                </a:cubicBezTo>
                <a:cubicBezTo>
                  <a:pt x="19420" y="494"/>
                  <a:pt x="19540" y="396"/>
                  <a:pt x="19540" y="248"/>
                </a:cubicBezTo>
                <a:cubicBezTo>
                  <a:pt x="19540" y="111"/>
                  <a:pt x="19430" y="1"/>
                  <a:pt x="19296" y="1"/>
                </a:cubicBezTo>
                <a:close/>
                <a:moveTo>
                  <a:pt x="20515" y="1"/>
                </a:moveTo>
                <a:cubicBezTo>
                  <a:pt x="20295" y="1"/>
                  <a:pt x="20182" y="267"/>
                  <a:pt x="20339" y="421"/>
                </a:cubicBezTo>
                <a:cubicBezTo>
                  <a:pt x="20390" y="472"/>
                  <a:pt x="20452" y="494"/>
                  <a:pt x="20513" y="494"/>
                </a:cubicBezTo>
                <a:cubicBezTo>
                  <a:pt x="20639" y="494"/>
                  <a:pt x="20759" y="396"/>
                  <a:pt x="20759" y="248"/>
                </a:cubicBezTo>
                <a:cubicBezTo>
                  <a:pt x="20759" y="111"/>
                  <a:pt x="20649" y="1"/>
                  <a:pt x="20515" y="1"/>
                </a:cubicBezTo>
                <a:close/>
                <a:moveTo>
                  <a:pt x="21734" y="1"/>
                </a:moveTo>
                <a:cubicBezTo>
                  <a:pt x="21514" y="1"/>
                  <a:pt x="21405" y="267"/>
                  <a:pt x="21558" y="421"/>
                </a:cubicBezTo>
                <a:cubicBezTo>
                  <a:pt x="21609" y="472"/>
                  <a:pt x="21672" y="494"/>
                  <a:pt x="21733" y="494"/>
                </a:cubicBezTo>
                <a:cubicBezTo>
                  <a:pt x="21860" y="494"/>
                  <a:pt x="21981" y="396"/>
                  <a:pt x="21981" y="248"/>
                </a:cubicBezTo>
                <a:cubicBezTo>
                  <a:pt x="21981" y="111"/>
                  <a:pt x="21868" y="1"/>
                  <a:pt x="21734" y="1"/>
                </a:cubicBezTo>
                <a:close/>
                <a:moveTo>
                  <a:pt x="22953" y="1"/>
                </a:moveTo>
                <a:cubicBezTo>
                  <a:pt x="22733" y="1"/>
                  <a:pt x="22624" y="267"/>
                  <a:pt x="22777" y="421"/>
                </a:cubicBezTo>
                <a:cubicBezTo>
                  <a:pt x="22828" y="472"/>
                  <a:pt x="22891" y="494"/>
                  <a:pt x="22952" y="494"/>
                </a:cubicBezTo>
                <a:cubicBezTo>
                  <a:pt x="23079" y="494"/>
                  <a:pt x="23200" y="396"/>
                  <a:pt x="23200" y="248"/>
                </a:cubicBezTo>
                <a:cubicBezTo>
                  <a:pt x="23200" y="111"/>
                  <a:pt x="23088" y="1"/>
                  <a:pt x="22953" y="1"/>
                </a:cubicBezTo>
                <a:close/>
                <a:moveTo>
                  <a:pt x="24172" y="1"/>
                </a:moveTo>
                <a:cubicBezTo>
                  <a:pt x="23952" y="1"/>
                  <a:pt x="23843" y="267"/>
                  <a:pt x="23996" y="421"/>
                </a:cubicBezTo>
                <a:cubicBezTo>
                  <a:pt x="24047" y="472"/>
                  <a:pt x="24110" y="494"/>
                  <a:pt x="24171" y="494"/>
                </a:cubicBezTo>
                <a:cubicBezTo>
                  <a:pt x="24298" y="494"/>
                  <a:pt x="24419" y="396"/>
                  <a:pt x="24419" y="248"/>
                </a:cubicBezTo>
                <a:cubicBezTo>
                  <a:pt x="24419" y="111"/>
                  <a:pt x="24310" y="1"/>
                  <a:pt x="24172" y="1"/>
                </a:cubicBezTo>
                <a:close/>
                <a:moveTo>
                  <a:pt x="25391" y="1"/>
                </a:moveTo>
                <a:cubicBezTo>
                  <a:pt x="25172" y="1"/>
                  <a:pt x="25062" y="267"/>
                  <a:pt x="25219" y="421"/>
                </a:cubicBezTo>
                <a:cubicBezTo>
                  <a:pt x="25268" y="472"/>
                  <a:pt x="25330" y="494"/>
                  <a:pt x="25391" y="494"/>
                </a:cubicBezTo>
                <a:cubicBezTo>
                  <a:pt x="25517" y="494"/>
                  <a:pt x="25638" y="396"/>
                  <a:pt x="25638" y="248"/>
                </a:cubicBezTo>
                <a:cubicBezTo>
                  <a:pt x="25638" y="111"/>
                  <a:pt x="25529" y="1"/>
                  <a:pt x="25391" y="1"/>
                </a:cubicBezTo>
                <a:close/>
                <a:moveTo>
                  <a:pt x="1" y="1351"/>
                </a:moveTo>
                <a:lnTo>
                  <a:pt x="1" y="1583"/>
                </a:lnTo>
                <a:cubicBezTo>
                  <a:pt x="38" y="1508"/>
                  <a:pt x="38" y="1424"/>
                  <a:pt x="1" y="1351"/>
                </a:cubicBezTo>
                <a:close/>
                <a:moveTo>
                  <a:pt x="26613" y="1218"/>
                </a:moveTo>
                <a:cubicBezTo>
                  <a:pt x="26487" y="1218"/>
                  <a:pt x="26365" y="1317"/>
                  <a:pt x="26365" y="1467"/>
                </a:cubicBezTo>
                <a:cubicBezTo>
                  <a:pt x="26365" y="1602"/>
                  <a:pt x="26475" y="1712"/>
                  <a:pt x="26610" y="1712"/>
                </a:cubicBezTo>
                <a:cubicBezTo>
                  <a:pt x="26832" y="1712"/>
                  <a:pt x="26942" y="1446"/>
                  <a:pt x="26785" y="1292"/>
                </a:cubicBezTo>
                <a:cubicBezTo>
                  <a:pt x="26736" y="1241"/>
                  <a:pt x="26674" y="1218"/>
                  <a:pt x="26613" y="1218"/>
                </a:cubicBezTo>
                <a:close/>
                <a:moveTo>
                  <a:pt x="1000" y="1220"/>
                </a:moveTo>
                <a:cubicBezTo>
                  <a:pt x="781" y="1220"/>
                  <a:pt x="671" y="1486"/>
                  <a:pt x="828" y="1640"/>
                </a:cubicBezTo>
                <a:cubicBezTo>
                  <a:pt x="878" y="1691"/>
                  <a:pt x="940" y="1714"/>
                  <a:pt x="1001" y="1714"/>
                </a:cubicBezTo>
                <a:cubicBezTo>
                  <a:pt x="1127" y="1714"/>
                  <a:pt x="1248" y="1615"/>
                  <a:pt x="1248" y="1467"/>
                </a:cubicBezTo>
                <a:cubicBezTo>
                  <a:pt x="1248" y="1330"/>
                  <a:pt x="1138" y="1220"/>
                  <a:pt x="1000" y="1220"/>
                </a:cubicBezTo>
                <a:close/>
                <a:moveTo>
                  <a:pt x="2223" y="1220"/>
                </a:moveTo>
                <a:cubicBezTo>
                  <a:pt x="2000" y="1220"/>
                  <a:pt x="1890" y="1486"/>
                  <a:pt x="2047" y="1640"/>
                </a:cubicBezTo>
                <a:cubicBezTo>
                  <a:pt x="2097" y="1691"/>
                  <a:pt x="2159" y="1714"/>
                  <a:pt x="2220" y="1714"/>
                </a:cubicBezTo>
                <a:cubicBezTo>
                  <a:pt x="2346" y="1714"/>
                  <a:pt x="2467" y="1615"/>
                  <a:pt x="2467" y="1467"/>
                </a:cubicBezTo>
                <a:cubicBezTo>
                  <a:pt x="2467" y="1330"/>
                  <a:pt x="2357" y="1220"/>
                  <a:pt x="2223" y="1220"/>
                </a:cubicBezTo>
                <a:close/>
                <a:moveTo>
                  <a:pt x="3442" y="1220"/>
                </a:moveTo>
                <a:cubicBezTo>
                  <a:pt x="3222" y="1220"/>
                  <a:pt x="3110" y="1486"/>
                  <a:pt x="3266" y="1640"/>
                </a:cubicBezTo>
                <a:cubicBezTo>
                  <a:pt x="3317" y="1691"/>
                  <a:pt x="3379" y="1714"/>
                  <a:pt x="3440" y="1714"/>
                </a:cubicBezTo>
                <a:cubicBezTo>
                  <a:pt x="3566" y="1714"/>
                  <a:pt x="3686" y="1615"/>
                  <a:pt x="3686" y="1467"/>
                </a:cubicBezTo>
                <a:cubicBezTo>
                  <a:pt x="3686" y="1330"/>
                  <a:pt x="3576" y="1220"/>
                  <a:pt x="3442" y="1220"/>
                </a:cubicBezTo>
                <a:close/>
                <a:moveTo>
                  <a:pt x="4661" y="1220"/>
                </a:moveTo>
                <a:cubicBezTo>
                  <a:pt x="4441" y="1220"/>
                  <a:pt x="4332" y="1486"/>
                  <a:pt x="4485" y="1640"/>
                </a:cubicBezTo>
                <a:cubicBezTo>
                  <a:pt x="4536" y="1691"/>
                  <a:pt x="4599" y="1714"/>
                  <a:pt x="4660" y="1714"/>
                </a:cubicBezTo>
                <a:cubicBezTo>
                  <a:pt x="4787" y="1714"/>
                  <a:pt x="4908" y="1615"/>
                  <a:pt x="4908" y="1467"/>
                </a:cubicBezTo>
                <a:cubicBezTo>
                  <a:pt x="4908" y="1330"/>
                  <a:pt x="4795" y="1220"/>
                  <a:pt x="4661" y="1220"/>
                </a:cubicBezTo>
                <a:close/>
                <a:moveTo>
                  <a:pt x="5880" y="1220"/>
                </a:moveTo>
                <a:cubicBezTo>
                  <a:pt x="5660" y="1220"/>
                  <a:pt x="5551" y="1486"/>
                  <a:pt x="5704" y="1640"/>
                </a:cubicBezTo>
                <a:cubicBezTo>
                  <a:pt x="5755" y="1691"/>
                  <a:pt x="5818" y="1714"/>
                  <a:pt x="5879" y="1714"/>
                </a:cubicBezTo>
                <a:cubicBezTo>
                  <a:pt x="6006" y="1714"/>
                  <a:pt x="6127" y="1615"/>
                  <a:pt x="6127" y="1467"/>
                </a:cubicBezTo>
                <a:cubicBezTo>
                  <a:pt x="6127" y="1330"/>
                  <a:pt x="6015" y="1220"/>
                  <a:pt x="5880" y="1220"/>
                </a:cubicBezTo>
                <a:close/>
                <a:moveTo>
                  <a:pt x="7099" y="1220"/>
                </a:moveTo>
                <a:cubicBezTo>
                  <a:pt x="6879" y="1220"/>
                  <a:pt x="6770" y="1486"/>
                  <a:pt x="6923" y="1640"/>
                </a:cubicBezTo>
                <a:cubicBezTo>
                  <a:pt x="6974" y="1691"/>
                  <a:pt x="7037" y="1714"/>
                  <a:pt x="7098" y="1714"/>
                </a:cubicBezTo>
                <a:cubicBezTo>
                  <a:pt x="7225" y="1714"/>
                  <a:pt x="7346" y="1615"/>
                  <a:pt x="7346" y="1467"/>
                </a:cubicBezTo>
                <a:cubicBezTo>
                  <a:pt x="7346" y="1330"/>
                  <a:pt x="7237" y="1220"/>
                  <a:pt x="7099" y="1220"/>
                </a:cubicBezTo>
                <a:close/>
                <a:moveTo>
                  <a:pt x="8318" y="1220"/>
                </a:moveTo>
                <a:cubicBezTo>
                  <a:pt x="8099" y="1220"/>
                  <a:pt x="7989" y="1486"/>
                  <a:pt x="8146" y="1640"/>
                </a:cubicBezTo>
                <a:cubicBezTo>
                  <a:pt x="8195" y="1691"/>
                  <a:pt x="8257" y="1714"/>
                  <a:pt x="8318" y="1714"/>
                </a:cubicBezTo>
                <a:cubicBezTo>
                  <a:pt x="8444" y="1714"/>
                  <a:pt x="8565" y="1615"/>
                  <a:pt x="8565" y="1467"/>
                </a:cubicBezTo>
                <a:cubicBezTo>
                  <a:pt x="8565" y="1330"/>
                  <a:pt x="8456" y="1220"/>
                  <a:pt x="8318" y="1220"/>
                </a:cubicBezTo>
                <a:close/>
                <a:moveTo>
                  <a:pt x="9537" y="1220"/>
                </a:moveTo>
                <a:cubicBezTo>
                  <a:pt x="9318" y="1220"/>
                  <a:pt x="9208" y="1486"/>
                  <a:pt x="9365" y="1640"/>
                </a:cubicBezTo>
                <a:cubicBezTo>
                  <a:pt x="9415" y="1691"/>
                  <a:pt x="9476" y="1714"/>
                  <a:pt x="9537" y="1714"/>
                </a:cubicBezTo>
                <a:cubicBezTo>
                  <a:pt x="9663" y="1714"/>
                  <a:pt x="9785" y="1615"/>
                  <a:pt x="9785" y="1467"/>
                </a:cubicBezTo>
                <a:cubicBezTo>
                  <a:pt x="9785" y="1330"/>
                  <a:pt x="9675" y="1220"/>
                  <a:pt x="9537" y="1220"/>
                </a:cubicBezTo>
                <a:close/>
                <a:moveTo>
                  <a:pt x="10759" y="1220"/>
                </a:moveTo>
                <a:cubicBezTo>
                  <a:pt x="10537" y="1220"/>
                  <a:pt x="10427" y="1486"/>
                  <a:pt x="10584" y="1640"/>
                </a:cubicBezTo>
                <a:cubicBezTo>
                  <a:pt x="10634" y="1691"/>
                  <a:pt x="10695" y="1714"/>
                  <a:pt x="10756" y="1714"/>
                </a:cubicBezTo>
                <a:cubicBezTo>
                  <a:pt x="10882" y="1714"/>
                  <a:pt x="11004" y="1615"/>
                  <a:pt x="11004" y="1467"/>
                </a:cubicBezTo>
                <a:cubicBezTo>
                  <a:pt x="11004" y="1330"/>
                  <a:pt x="10894" y="1220"/>
                  <a:pt x="10759" y="1220"/>
                </a:cubicBezTo>
                <a:close/>
                <a:moveTo>
                  <a:pt x="11978" y="1220"/>
                </a:moveTo>
                <a:cubicBezTo>
                  <a:pt x="11759" y="1220"/>
                  <a:pt x="11646" y="1486"/>
                  <a:pt x="11803" y="1640"/>
                </a:cubicBezTo>
                <a:cubicBezTo>
                  <a:pt x="11854" y="1691"/>
                  <a:pt x="11916" y="1714"/>
                  <a:pt x="11977" y="1714"/>
                </a:cubicBezTo>
                <a:cubicBezTo>
                  <a:pt x="12103" y="1714"/>
                  <a:pt x="12223" y="1615"/>
                  <a:pt x="12223" y="1467"/>
                </a:cubicBezTo>
                <a:cubicBezTo>
                  <a:pt x="12223" y="1330"/>
                  <a:pt x="12113" y="1220"/>
                  <a:pt x="11978" y="1220"/>
                </a:cubicBezTo>
                <a:close/>
                <a:moveTo>
                  <a:pt x="13197" y="1220"/>
                </a:moveTo>
                <a:cubicBezTo>
                  <a:pt x="12978" y="1220"/>
                  <a:pt x="12868" y="1486"/>
                  <a:pt x="13022" y="1640"/>
                </a:cubicBezTo>
                <a:cubicBezTo>
                  <a:pt x="13073" y="1691"/>
                  <a:pt x="13135" y="1714"/>
                  <a:pt x="13196" y="1714"/>
                </a:cubicBezTo>
                <a:cubicBezTo>
                  <a:pt x="13324" y="1714"/>
                  <a:pt x="13445" y="1615"/>
                  <a:pt x="13445" y="1467"/>
                </a:cubicBezTo>
                <a:cubicBezTo>
                  <a:pt x="13445" y="1330"/>
                  <a:pt x="13332" y="1220"/>
                  <a:pt x="13197" y="1220"/>
                </a:cubicBezTo>
                <a:close/>
                <a:moveTo>
                  <a:pt x="14416" y="1220"/>
                </a:moveTo>
                <a:cubicBezTo>
                  <a:pt x="14197" y="1220"/>
                  <a:pt x="14087" y="1486"/>
                  <a:pt x="14241" y="1640"/>
                </a:cubicBezTo>
                <a:cubicBezTo>
                  <a:pt x="14292" y="1691"/>
                  <a:pt x="14354" y="1714"/>
                  <a:pt x="14416" y="1714"/>
                </a:cubicBezTo>
                <a:cubicBezTo>
                  <a:pt x="14543" y="1714"/>
                  <a:pt x="14664" y="1615"/>
                  <a:pt x="14664" y="1467"/>
                </a:cubicBezTo>
                <a:cubicBezTo>
                  <a:pt x="14664" y="1330"/>
                  <a:pt x="14551" y="1220"/>
                  <a:pt x="14416" y="1220"/>
                </a:cubicBezTo>
                <a:close/>
                <a:moveTo>
                  <a:pt x="15635" y="1220"/>
                </a:moveTo>
                <a:cubicBezTo>
                  <a:pt x="15416" y="1220"/>
                  <a:pt x="15306" y="1486"/>
                  <a:pt x="15460" y="1640"/>
                </a:cubicBezTo>
                <a:cubicBezTo>
                  <a:pt x="15511" y="1691"/>
                  <a:pt x="15573" y="1714"/>
                  <a:pt x="15635" y="1714"/>
                </a:cubicBezTo>
                <a:cubicBezTo>
                  <a:pt x="15762" y="1714"/>
                  <a:pt x="15883" y="1615"/>
                  <a:pt x="15883" y="1467"/>
                </a:cubicBezTo>
                <a:cubicBezTo>
                  <a:pt x="15883" y="1330"/>
                  <a:pt x="15773" y="1220"/>
                  <a:pt x="15635" y="1220"/>
                </a:cubicBezTo>
                <a:close/>
                <a:moveTo>
                  <a:pt x="16854" y="1220"/>
                </a:moveTo>
                <a:cubicBezTo>
                  <a:pt x="16635" y="1220"/>
                  <a:pt x="16525" y="1486"/>
                  <a:pt x="16682" y="1640"/>
                </a:cubicBezTo>
                <a:cubicBezTo>
                  <a:pt x="16732" y="1691"/>
                  <a:pt x="16794" y="1714"/>
                  <a:pt x="16855" y="1714"/>
                </a:cubicBezTo>
                <a:cubicBezTo>
                  <a:pt x="16981" y="1714"/>
                  <a:pt x="17102" y="1615"/>
                  <a:pt x="17102" y="1467"/>
                </a:cubicBezTo>
                <a:cubicBezTo>
                  <a:pt x="17102" y="1330"/>
                  <a:pt x="16992" y="1220"/>
                  <a:pt x="16854" y="1220"/>
                </a:cubicBezTo>
                <a:close/>
                <a:moveTo>
                  <a:pt x="18073" y="1220"/>
                </a:moveTo>
                <a:cubicBezTo>
                  <a:pt x="17854" y="1220"/>
                  <a:pt x="17744" y="1486"/>
                  <a:pt x="17901" y="1640"/>
                </a:cubicBezTo>
                <a:cubicBezTo>
                  <a:pt x="17951" y="1691"/>
                  <a:pt x="18013" y="1714"/>
                  <a:pt x="18074" y="1714"/>
                </a:cubicBezTo>
                <a:cubicBezTo>
                  <a:pt x="18200" y="1714"/>
                  <a:pt x="18321" y="1615"/>
                  <a:pt x="18321" y="1467"/>
                </a:cubicBezTo>
                <a:cubicBezTo>
                  <a:pt x="18321" y="1330"/>
                  <a:pt x="18211" y="1220"/>
                  <a:pt x="18073" y="1220"/>
                </a:cubicBezTo>
                <a:close/>
                <a:moveTo>
                  <a:pt x="19296" y="1220"/>
                </a:moveTo>
                <a:cubicBezTo>
                  <a:pt x="19073" y="1220"/>
                  <a:pt x="18963" y="1486"/>
                  <a:pt x="19120" y="1640"/>
                </a:cubicBezTo>
                <a:cubicBezTo>
                  <a:pt x="19171" y="1691"/>
                  <a:pt x="19233" y="1714"/>
                  <a:pt x="19294" y="1714"/>
                </a:cubicBezTo>
                <a:cubicBezTo>
                  <a:pt x="19420" y="1714"/>
                  <a:pt x="19540" y="1615"/>
                  <a:pt x="19540" y="1467"/>
                </a:cubicBezTo>
                <a:cubicBezTo>
                  <a:pt x="19540" y="1330"/>
                  <a:pt x="19430" y="1220"/>
                  <a:pt x="19296" y="1220"/>
                </a:cubicBezTo>
                <a:close/>
                <a:moveTo>
                  <a:pt x="20515" y="1220"/>
                </a:moveTo>
                <a:cubicBezTo>
                  <a:pt x="20295" y="1220"/>
                  <a:pt x="20182" y="1486"/>
                  <a:pt x="20339" y="1640"/>
                </a:cubicBezTo>
                <a:cubicBezTo>
                  <a:pt x="20390" y="1691"/>
                  <a:pt x="20452" y="1714"/>
                  <a:pt x="20513" y="1714"/>
                </a:cubicBezTo>
                <a:cubicBezTo>
                  <a:pt x="20639" y="1714"/>
                  <a:pt x="20759" y="1615"/>
                  <a:pt x="20759" y="1467"/>
                </a:cubicBezTo>
                <a:cubicBezTo>
                  <a:pt x="20759" y="1330"/>
                  <a:pt x="20649" y="1220"/>
                  <a:pt x="20515" y="1220"/>
                </a:cubicBezTo>
                <a:close/>
                <a:moveTo>
                  <a:pt x="21734" y="1220"/>
                </a:moveTo>
                <a:cubicBezTo>
                  <a:pt x="21514" y="1220"/>
                  <a:pt x="21405" y="1486"/>
                  <a:pt x="21558" y="1640"/>
                </a:cubicBezTo>
                <a:cubicBezTo>
                  <a:pt x="21609" y="1691"/>
                  <a:pt x="21672" y="1714"/>
                  <a:pt x="21733" y="1714"/>
                </a:cubicBezTo>
                <a:cubicBezTo>
                  <a:pt x="21860" y="1714"/>
                  <a:pt x="21981" y="1615"/>
                  <a:pt x="21981" y="1467"/>
                </a:cubicBezTo>
                <a:cubicBezTo>
                  <a:pt x="21981" y="1330"/>
                  <a:pt x="21868" y="1220"/>
                  <a:pt x="21734" y="1220"/>
                </a:cubicBezTo>
                <a:close/>
                <a:moveTo>
                  <a:pt x="22953" y="1220"/>
                </a:moveTo>
                <a:cubicBezTo>
                  <a:pt x="22733" y="1220"/>
                  <a:pt x="22624" y="1486"/>
                  <a:pt x="22777" y="1640"/>
                </a:cubicBezTo>
                <a:cubicBezTo>
                  <a:pt x="22828" y="1691"/>
                  <a:pt x="22891" y="1714"/>
                  <a:pt x="22952" y="1714"/>
                </a:cubicBezTo>
                <a:cubicBezTo>
                  <a:pt x="23079" y="1714"/>
                  <a:pt x="23200" y="1615"/>
                  <a:pt x="23200" y="1467"/>
                </a:cubicBezTo>
                <a:cubicBezTo>
                  <a:pt x="23200" y="1330"/>
                  <a:pt x="23088" y="1220"/>
                  <a:pt x="22953" y="1220"/>
                </a:cubicBezTo>
                <a:close/>
                <a:moveTo>
                  <a:pt x="24172" y="1220"/>
                </a:moveTo>
                <a:cubicBezTo>
                  <a:pt x="23952" y="1220"/>
                  <a:pt x="23843" y="1486"/>
                  <a:pt x="23996" y="1640"/>
                </a:cubicBezTo>
                <a:cubicBezTo>
                  <a:pt x="24047" y="1691"/>
                  <a:pt x="24110" y="1714"/>
                  <a:pt x="24171" y="1714"/>
                </a:cubicBezTo>
                <a:cubicBezTo>
                  <a:pt x="24298" y="1714"/>
                  <a:pt x="24419" y="1615"/>
                  <a:pt x="24419" y="1467"/>
                </a:cubicBezTo>
                <a:cubicBezTo>
                  <a:pt x="24419" y="1330"/>
                  <a:pt x="24310" y="1220"/>
                  <a:pt x="24172" y="1220"/>
                </a:cubicBezTo>
                <a:close/>
                <a:moveTo>
                  <a:pt x="25391" y="1220"/>
                </a:moveTo>
                <a:cubicBezTo>
                  <a:pt x="25172" y="1220"/>
                  <a:pt x="25062" y="1486"/>
                  <a:pt x="25219" y="1640"/>
                </a:cubicBezTo>
                <a:cubicBezTo>
                  <a:pt x="25268" y="1691"/>
                  <a:pt x="25330" y="1714"/>
                  <a:pt x="25391" y="1714"/>
                </a:cubicBezTo>
                <a:cubicBezTo>
                  <a:pt x="25517" y="1714"/>
                  <a:pt x="25638" y="1615"/>
                  <a:pt x="25638" y="1467"/>
                </a:cubicBezTo>
                <a:cubicBezTo>
                  <a:pt x="25638" y="1330"/>
                  <a:pt x="25529" y="1220"/>
                  <a:pt x="25391" y="1220"/>
                </a:cubicBezTo>
                <a:close/>
                <a:moveTo>
                  <a:pt x="1" y="2571"/>
                </a:moveTo>
                <a:lnTo>
                  <a:pt x="1" y="2802"/>
                </a:lnTo>
                <a:cubicBezTo>
                  <a:pt x="38" y="2730"/>
                  <a:pt x="38" y="2643"/>
                  <a:pt x="1" y="2571"/>
                </a:cubicBezTo>
                <a:close/>
                <a:moveTo>
                  <a:pt x="1000" y="2439"/>
                </a:moveTo>
                <a:cubicBezTo>
                  <a:pt x="781" y="2439"/>
                  <a:pt x="671" y="2705"/>
                  <a:pt x="828" y="2859"/>
                </a:cubicBezTo>
                <a:cubicBezTo>
                  <a:pt x="878" y="2910"/>
                  <a:pt x="940" y="2933"/>
                  <a:pt x="1001" y="2933"/>
                </a:cubicBezTo>
                <a:cubicBezTo>
                  <a:pt x="1127" y="2933"/>
                  <a:pt x="1248" y="2835"/>
                  <a:pt x="1248" y="2686"/>
                </a:cubicBezTo>
                <a:cubicBezTo>
                  <a:pt x="1248" y="2549"/>
                  <a:pt x="1138" y="2439"/>
                  <a:pt x="1000" y="2439"/>
                </a:cubicBezTo>
                <a:close/>
                <a:moveTo>
                  <a:pt x="2223" y="2439"/>
                </a:moveTo>
                <a:cubicBezTo>
                  <a:pt x="2000" y="2439"/>
                  <a:pt x="1890" y="2705"/>
                  <a:pt x="2047" y="2859"/>
                </a:cubicBezTo>
                <a:cubicBezTo>
                  <a:pt x="2097" y="2910"/>
                  <a:pt x="2159" y="2933"/>
                  <a:pt x="2220" y="2933"/>
                </a:cubicBezTo>
                <a:cubicBezTo>
                  <a:pt x="2346" y="2933"/>
                  <a:pt x="2467" y="2835"/>
                  <a:pt x="2467" y="2686"/>
                </a:cubicBezTo>
                <a:cubicBezTo>
                  <a:pt x="2467" y="2549"/>
                  <a:pt x="2357" y="2439"/>
                  <a:pt x="2223" y="2439"/>
                </a:cubicBezTo>
                <a:close/>
                <a:moveTo>
                  <a:pt x="3442" y="2439"/>
                </a:moveTo>
                <a:cubicBezTo>
                  <a:pt x="3222" y="2439"/>
                  <a:pt x="3110" y="2705"/>
                  <a:pt x="3266" y="2859"/>
                </a:cubicBezTo>
                <a:cubicBezTo>
                  <a:pt x="3317" y="2910"/>
                  <a:pt x="3379" y="2933"/>
                  <a:pt x="3440" y="2933"/>
                </a:cubicBezTo>
                <a:cubicBezTo>
                  <a:pt x="3566" y="2933"/>
                  <a:pt x="3686" y="2835"/>
                  <a:pt x="3686" y="2686"/>
                </a:cubicBezTo>
                <a:cubicBezTo>
                  <a:pt x="3686" y="2549"/>
                  <a:pt x="3576" y="2439"/>
                  <a:pt x="3442" y="2439"/>
                </a:cubicBezTo>
                <a:close/>
                <a:moveTo>
                  <a:pt x="4661" y="2439"/>
                </a:moveTo>
                <a:cubicBezTo>
                  <a:pt x="4441" y="2439"/>
                  <a:pt x="4332" y="2705"/>
                  <a:pt x="4485" y="2859"/>
                </a:cubicBezTo>
                <a:cubicBezTo>
                  <a:pt x="4536" y="2910"/>
                  <a:pt x="4599" y="2933"/>
                  <a:pt x="4660" y="2933"/>
                </a:cubicBezTo>
                <a:cubicBezTo>
                  <a:pt x="4787" y="2933"/>
                  <a:pt x="4908" y="2835"/>
                  <a:pt x="4908" y="2686"/>
                </a:cubicBezTo>
                <a:cubicBezTo>
                  <a:pt x="4908" y="2549"/>
                  <a:pt x="4795" y="2439"/>
                  <a:pt x="4661" y="2439"/>
                </a:cubicBezTo>
                <a:close/>
                <a:moveTo>
                  <a:pt x="5880" y="2439"/>
                </a:moveTo>
                <a:cubicBezTo>
                  <a:pt x="5660" y="2439"/>
                  <a:pt x="5551" y="2705"/>
                  <a:pt x="5704" y="2859"/>
                </a:cubicBezTo>
                <a:cubicBezTo>
                  <a:pt x="5755" y="2910"/>
                  <a:pt x="5818" y="2933"/>
                  <a:pt x="5879" y="2933"/>
                </a:cubicBezTo>
                <a:cubicBezTo>
                  <a:pt x="6006" y="2933"/>
                  <a:pt x="6127" y="2835"/>
                  <a:pt x="6127" y="2686"/>
                </a:cubicBezTo>
                <a:cubicBezTo>
                  <a:pt x="6127" y="2549"/>
                  <a:pt x="6015" y="2439"/>
                  <a:pt x="5880" y="2439"/>
                </a:cubicBezTo>
                <a:close/>
                <a:moveTo>
                  <a:pt x="7099" y="2439"/>
                </a:moveTo>
                <a:cubicBezTo>
                  <a:pt x="6879" y="2439"/>
                  <a:pt x="6770" y="2705"/>
                  <a:pt x="6923" y="2859"/>
                </a:cubicBezTo>
                <a:cubicBezTo>
                  <a:pt x="6974" y="2910"/>
                  <a:pt x="7037" y="2933"/>
                  <a:pt x="7098" y="2933"/>
                </a:cubicBezTo>
                <a:cubicBezTo>
                  <a:pt x="7225" y="2933"/>
                  <a:pt x="7346" y="2835"/>
                  <a:pt x="7346" y="2686"/>
                </a:cubicBezTo>
                <a:cubicBezTo>
                  <a:pt x="7346" y="2549"/>
                  <a:pt x="7237" y="2439"/>
                  <a:pt x="7099" y="2439"/>
                </a:cubicBezTo>
                <a:close/>
                <a:moveTo>
                  <a:pt x="8318" y="2439"/>
                </a:moveTo>
                <a:cubicBezTo>
                  <a:pt x="8099" y="2439"/>
                  <a:pt x="7989" y="2705"/>
                  <a:pt x="8146" y="2859"/>
                </a:cubicBezTo>
                <a:cubicBezTo>
                  <a:pt x="8195" y="2910"/>
                  <a:pt x="8257" y="2933"/>
                  <a:pt x="8318" y="2933"/>
                </a:cubicBezTo>
                <a:cubicBezTo>
                  <a:pt x="8444" y="2933"/>
                  <a:pt x="8565" y="2835"/>
                  <a:pt x="8565" y="2686"/>
                </a:cubicBezTo>
                <a:cubicBezTo>
                  <a:pt x="8565" y="2549"/>
                  <a:pt x="8456" y="2439"/>
                  <a:pt x="8318" y="2439"/>
                </a:cubicBezTo>
                <a:close/>
                <a:moveTo>
                  <a:pt x="9537" y="2439"/>
                </a:moveTo>
                <a:cubicBezTo>
                  <a:pt x="9318" y="2439"/>
                  <a:pt x="9208" y="2705"/>
                  <a:pt x="9365" y="2859"/>
                </a:cubicBezTo>
                <a:cubicBezTo>
                  <a:pt x="9415" y="2910"/>
                  <a:pt x="9476" y="2933"/>
                  <a:pt x="9537" y="2933"/>
                </a:cubicBezTo>
                <a:cubicBezTo>
                  <a:pt x="9663" y="2933"/>
                  <a:pt x="9785" y="2835"/>
                  <a:pt x="9785" y="2686"/>
                </a:cubicBezTo>
                <a:cubicBezTo>
                  <a:pt x="9785" y="2549"/>
                  <a:pt x="9675" y="2439"/>
                  <a:pt x="9537" y="2439"/>
                </a:cubicBezTo>
                <a:close/>
                <a:moveTo>
                  <a:pt x="10759" y="2439"/>
                </a:moveTo>
                <a:cubicBezTo>
                  <a:pt x="10537" y="2439"/>
                  <a:pt x="10427" y="2705"/>
                  <a:pt x="10584" y="2859"/>
                </a:cubicBezTo>
                <a:cubicBezTo>
                  <a:pt x="10634" y="2910"/>
                  <a:pt x="10695" y="2933"/>
                  <a:pt x="10756" y="2933"/>
                </a:cubicBezTo>
                <a:cubicBezTo>
                  <a:pt x="10882" y="2933"/>
                  <a:pt x="11004" y="2835"/>
                  <a:pt x="11004" y="2686"/>
                </a:cubicBezTo>
                <a:cubicBezTo>
                  <a:pt x="11004" y="2549"/>
                  <a:pt x="10894" y="2439"/>
                  <a:pt x="10759" y="2439"/>
                </a:cubicBezTo>
                <a:close/>
                <a:moveTo>
                  <a:pt x="11978" y="2439"/>
                </a:moveTo>
                <a:cubicBezTo>
                  <a:pt x="11759" y="2439"/>
                  <a:pt x="11646" y="2705"/>
                  <a:pt x="11803" y="2859"/>
                </a:cubicBezTo>
                <a:cubicBezTo>
                  <a:pt x="11854" y="2910"/>
                  <a:pt x="11916" y="2933"/>
                  <a:pt x="11977" y="2933"/>
                </a:cubicBezTo>
                <a:cubicBezTo>
                  <a:pt x="12103" y="2933"/>
                  <a:pt x="12223" y="2835"/>
                  <a:pt x="12223" y="2686"/>
                </a:cubicBezTo>
                <a:cubicBezTo>
                  <a:pt x="12223" y="2549"/>
                  <a:pt x="12113" y="2439"/>
                  <a:pt x="11978" y="2439"/>
                </a:cubicBezTo>
                <a:close/>
                <a:moveTo>
                  <a:pt x="13197" y="2439"/>
                </a:moveTo>
                <a:cubicBezTo>
                  <a:pt x="12978" y="2439"/>
                  <a:pt x="12868" y="2705"/>
                  <a:pt x="13022" y="2859"/>
                </a:cubicBezTo>
                <a:cubicBezTo>
                  <a:pt x="13073" y="2910"/>
                  <a:pt x="13135" y="2933"/>
                  <a:pt x="13196" y="2933"/>
                </a:cubicBezTo>
                <a:cubicBezTo>
                  <a:pt x="13324" y="2933"/>
                  <a:pt x="13445" y="2835"/>
                  <a:pt x="13445" y="2686"/>
                </a:cubicBezTo>
                <a:cubicBezTo>
                  <a:pt x="13445" y="2549"/>
                  <a:pt x="13332" y="2439"/>
                  <a:pt x="13197" y="2439"/>
                </a:cubicBezTo>
                <a:close/>
                <a:moveTo>
                  <a:pt x="14416" y="2439"/>
                </a:moveTo>
                <a:cubicBezTo>
                  <a:pt x="14197" y="2439"/>
                  <a:pt x="14087" y="2705"/>
                  <a:pt x="14241" y="2859"/>
                </a:cubicBezTo>
                <a:cubicBezTo>
                  <a:pt x="14292" y="2910"/>
                  <a:pt x="14354" y="2933"/>
                  <a:pt x="14416" y="2933"/>
                </a:cubicBezTo>
                <a:cubicBezTo>
                  <a:pt x="14543" y="2933"/>
                  <a:pt x="14664" y="2835"/>
                  <a:pt x="14664" y="2686"/>
                </a:cubicBezTo>
                <a:cubicBezTo>
                  <a:pt x="14664" y="2549"/>
                  <a:pt x="14551" y="2439"/>
                  <a:pt x="14416" y="2439"/>
                </a:cubicBezTo>
                <a:close/>
                <a:moveTo>
                  <a:pt x="15635" y="2439"/>
                </a:moveTo>
                <a:cubicBezTo>
                  <a:pt x="15416" y="2439"/>
                  <a:pt x="15306" y="2705"/>
                  <a:pt x="15460" y="2859"/>
                </a:cubicBezTo>
                <a:cubicBezTo>
                  <a:pt x="15511" y="2910"/>
                  <a:pt x="15573" y="2933"/>
                  <a:pt x="15635" y="2933"/>
                </a:cubicBezTo>
                <a:cubicBezTo>
                  <a:pt x="15762" y="2933"/>
                  <a:pt x="15883" y="2835"/>
                  <a:pt x="15883" y="2686"/>
                </a:cubicBezTo>
                <a:cubicBezTo>
                  <a:pt x="15883" y="2549"/>
                  <a:pt x="15773" y="2439"/>
                  <a:pt x="15635" y="2439"/>
                </a:cubicBezTo>
                <a:close/>
                <a:moveTo>
                  <a:pt x="16854" y="2439"/>
                </a:moveTo>
                <a:cubicBezTo>
                  <a:pt x="16635" y="2439"/>
                  <a:pt x="16525" y="2705"/>
                  <a:pt x="16682" y="2859"/>
                </a:cubicBezTo>
                <a:cubicBezTo>
                  <a:pt x="16732" y="2910"/>
                  <a:pt x="16794" y="2933"/>
                  <a:pt x="16855" y="2933"/>
                </a:cubicBezTo>
                <a:cubicBezTo>
                  <a:pt x="16981" y="2933"/>
                  <a:pt x="17102" y="2835"/>
                  <a:pt x="17102" y="2686"/>
                </a:cubicBezTo>
                <a:cubicBezTo>
                  <a:pt x="17102" y="2549"/>
                  <a:pt x="16992" y="2439"/>
                  <a:pt x="16854" y="2439"/>
                </a:cubicBezTo>
                <a:close/>
                <a:moveTo>
                  <a:pt x="18073" y="2439"/>
                </a:moveTo>
                <a:cubicBezTo>
                  <a:pt x="17854" y="2439"/>
                  <a:pt x="17744" y="2705"/>
                  <a:pt x="17901" y="2859"/>
                </a:cubicBezTo>
                <a:cubicBezTo>
                  <a:pt x="17951" y="2910"/>
                  <a:pt x="18013" y="2933"/>
                  <a:pt x="18074" y="2933"/>
                </a:cubicBezTo>
                <a:cubicBezTo>
                  <a:pt x="18200" y="2933"/>
                  <a:pt x="18321" y="2835"/>
                  <a:pt x="18321" y="2686"/>
                </a:cubicBezTo>
                <a:cubicBezTo>
                  <a:pt x="18321" y="2549"/>
                  <a:pt x="18211" y="2439"/>
                  <a:pt x="18073" y="2439"/>
                </a:cubicBezTo>
                <a:close/>
                <a:moveTo>
                  <a:pt x="19296" y="2439"/>
                </a:moveTo>
                <a:cubicBezTo>
                  <a:pt x="19073" y="2439"/>
                  <a:pt x="18963" y="2705"/>
                  <a:pt x="19120" y="2859"/>
                </a:cubicBezTo>
                <a:cubicBezTo>
                  <a:pt x="19171" y="2910"/>
                  <a:pt x="19233" y="2933"/>
                  <a:pt x="19294" y="2933"/>
                </a:cubicBezTo>
                <a:cubicBezTo>
                  <a:pt x="19420" y="2933"/>
                  <a:pt x="19540" y="2835"/>
                  <a:pt x="19540" y="2686"/>
                </a:cubicBezTo>
                <a:cubicBezTo>
                  <a:pt x="19540" y="2549"/>
                  <a:pt x="19430" y="2439"/>
                  <a:pt x="19296" y="2439"/>
                </a:cubicBezTo>
                <a:close/>
                <a:moveTo>
                  <a:pt x="20515" y="2439"/>
                </a:moveTo>
                <a:cubicBezTo>
                  <a:pt x="20295" y="2439"/>
                  <a:pt x="20182" y="2705"/>
                  <a:pt x="20339" y="2859"/>
                </a:cubicBezTo>
                <a:cubicBezTo>
                  <a:pt x="20390" y="2910"/>
                  <a:pt x="20452" y="2933"/>
                  <a:pt x="20513" y="2933"/>
                </a:cubicBezTo>
                <a:cubicBezTo>
                  <a:pt x="20639" y="2933"/>
                  <a:pt x="20759" y="2835"/>
                  <a:pt x="20759" y="2686"/>
                </a:cubicBezTo>
                <a:cubicBezTo>
                  <a:pt x="20759" y="2549"/>
                  <a:pt x="20649" y="2439"/>
                  <a:pt x="20515" y="2439"/>
                </a:cubicBezTo>
                <a:close/>
                <a:moveTo>
                  <a:pt x="21734" y="2439"/>
                </a:moveTo>
                <a:cubicBezTo>
                  <a:pt x="21514" y="2439"/>
                  <a:pt x="21405" y="2705"/>
                  <a:pt x="21558" y="2859"/>
                </a:cubicBezTo>
                <a:cubicBezTo>
                  <a:pt x="21609" y="2910"/>
                  <a:pt x="21672" y="2933"/>
                  <a:pt x="21733" y="2933"/>
                </a:cubicBezTo>
                <a:cubicBezTo>
                  <a:pt x="21860" y="2933"/>
                  <a:pt x="21981" y="2835"/>
                  <a:pt x="21981" y="2686"/>
                </a:cubicBezTo>
                <a:cubicBezTo>
                  <a:pt x="21981" y="2549"/>
                  <a:pt x="21868" y="2439"/>
                  <a:pt x="21734" y="2439"/>
                </a:cubicBezTo>
                <a:close/>
                <a:moveTo>
                  <a:pt x="22953" y="2439"/>
                </a:moveTo>
                <a:cubicBezTo>
                  <a:pt x="22733" y="2439"/>
                  <a:pt x="22624" y="2705"/>
                  <a:pt x="22777" y="2859"/>
                </a:cubicBezTo>
                <a:cubicBezTo>
                  <a:pt x="22828" y="2910"/>
                  <a:pt x="22891" y="2933"/>
                  <a:pt x="22952" y="2933"/>
                </a:cubicBezTo>
                <a:cubicBezTo>
                  <a:pt x="23079" y="2933"/>
                  <a:pt x="23200" y="2835"/>
                  <a:pt x="23200" y="2686"/>
                </a:cubicBezTo>
                <a:cubicBezTo>
                  <a:pt x="23200" y="2549"/>
                  <a:pt x="23088" y="2439"/>
                  <a:pt x="22953" y="2439"/>
                </a:cubicBezTo>
                <a:close/>
                <a:moveTo>
                  <a:pt x="24172" y="2439"/>
                </a:moveTo>
                <a:cubicBezTo>
                  <a:pt x="23952" y="2439"/>
                  <a:pt x="23843" y="2705"/>
                  <a:pt x="23996" y="2859"/>
                </a:cubicBezTo>
                <a:cubicBezTo>
                  <a:pt x="24047" y="2910"/>
                  <a:pt x="24110" y="2933"/>
                  <a:pt x="24171" y="2933"/>
                </a:cubicBezTo>
                <a:cubicBezTo>
                  <a:pt x="24298" y="2933"/>
                  <a:pt x="24419" y="2835"/>
                  <a:pt x="24419" y="2686"/>
                </a:cubicBezTo>
                <a:cubicBezTo>
                  <a:pt x="24419" y="2549"/>
                  <a:pt x="24310" y="2439"/>
                  <a:pt x="24172" y="2439"/>
                </a:cubicBezTo>
                <a:close/>
                <a:moveTo>
                  <a:pt x="25391" y="2439"/>
                </a:moveTo>
                <a:cubicBezTo>
                  <a:pt x="25172" y="2439"/>
                  <a:pt x="25062" y="2705"/>
                  <a:pt x="25219" y="2859"/>
                </a:cubicBezTo>
                <a:cubicBezTo>
                  <a:pt x="25268" y="2910"/>
                  <a:pt x="25330" y="2933"/>
                  <a:pt x="25391" y="2933"/>
                </a:cubicBezTo>
                <a:cubicBezTo>
                  <a:pt x="25517" y="2933"/>
                  <a:pt x="25638" y="2835"/>
                  <a:pt x="25638" y="2686"/>
                </a:cubicBezTo>
                <a:cubicBezTo>
                  <a:pt x="25638" y="2549"/>
                  <a:pt x="25529" y="2439"/>
                  <a:pt x="25391" y="2439"/>
                </a:cubicBezTo>
                <a:close/>
                <a:moveTo>
                  <a:pt x="26610" y="2439"/>
                </a:moveTo>
                <a:cubicBezTo>
                  <a:pt x="26391" y="2439"/>
                  <a:pt x="26281" y="2705"/>
                  <a:pt x="26438" y="2859"/>
                </a:cubicBezTo>
                <a:cubicBezTo>
                  <a:pt x="26488" y="2910"/>
                  <a:pt x="26549" y="2933"/>
                  <a:pt x="26610" y="2933"/>
                </a:cubicBezTo>
                <a:cubicBezTo>
                  <a:pt x="26736" y="2933"/>
                  <a:pt x="26857" y="2835"/>
                  <a:pt x="26857" y="2686"/>
                </a:cubicBezTo>
                <a:cubicBezTo>
                  <a:pt x="26857" y="2549"/>
                  <a:pt x="26748" y="2439"/>
                  <a:pt x="26610" y="2439"/>
                </a:cubicBezTo>
                <a:close/>
                <a:moveTo>
                  <a:pt x="1" y="3790"/>
                </a:moveTo>
                <a:lnTo>
                  <a:pt x="1" y="4021"/>
                </a:lnTo>
                <a:cubicBezTo>
                  <a:pt x="38" y="3949"/>
                  <a:pt x="38" y="3862"/>
                  <a:pt x="1" y="3790"/>
                </a:cubicBezTo>
                <a:close/>
                <a:moveTo>
                  <a:pt x="1000" y="3658"/>
                </a:moveTo>
                <a:cubicBezTo>
                  <a:pt x="781" y="3658"/>
                  <a:pt x="671" y="3924"/>
                  <a:pt x="828" y="4081"/>
                </a:cubicBezTo>
                <a:cubicBezTo>
                  <a:pt x="878" y="4130"/>
                  <a:pt x="939" y="4153"/>
                  <a:pt x="999" y="4153"/>
                </a:cubicBezTo>
                <a:cubicBezTo>
                  <a:pt x="1126" y="4153"/>
                  <a:pt x="1248" y="4054"/>
                  <a:pt x="1248" y="3906"/>
                </a:cubicBezTo>
                <a:cubicBezTo>
                  <a:pt x="1248" y="3768"/>
                  <a:pt x="1138" y="3658"/>
                  <a:pt x="1000" y="3658"/>
                </a:cubicBezTo>
                <a:close/>
                <a:moveTo>
                  <a:pt x="2223" y="3658"/>
                </a:moveTo>
                <a:cubicBezTo>
                  <a:pt x="2000" y="3658"/>
                  <a:pt x="1890" y="3924"/>
                  <a:pt x="2047" y="4081"/>
                </a:cubicBezTo>
                <a:cubicBezTo>
                  <a:pt x="2097" y="4130"/>
                  <a:pt x="2158" y="4153"/>
                  <a:pt x="2218" y="4153"/>
                </a:cubicBezTo>
                <a:cubicBezTo>
                  <a:pt x="2345" y="4153"/>
                  <a:pt x="2467" y="4054"/>
                  <a:pt x="2467" y="3906"/>
                </a:cubicBezTo>
                <a:cubicBezTo>
                  <a:pt x="2467" y="3768"/>
                  <a:pt x="2357" y="3658"/>
                  <a:pt x="2223" y="3658"/>
                </a:cubicBezTo>
                <a:close/>
                <a:moveTo>
                  <a:pt x="3442" y="3658"/>
                </a:moveTo>
                <a:cubicBezTo>
                  <a:pt x="3222" y="3658"/>
                  <a:pt x="3110" y="3924"/>
                  <a:pt x="3266" y="4081"/>
                </a:cubicBezTo>
                <a:cubicBezTo>
                  <a:pt x="3317" y="4130"/>
                  <a:pt x="3378" y="4153"/>
                  <a:pt x="3438" y="4153"/>
                </a:cubicBezTo>
                <a:cubicBezTo>
                  <a:pt x="3565" y="4153"/>
                  <a:pt x="3686" y="4054"/>
                  <a:pt x="3686" y="3906"/>
                </a:cubicBezTo>
                <a:cubicBezTo>
                  <a:pt x="3686" y="3768"/>
                  <a:pt x="3576" y="3658"/>
                  <a:pt x="3442" y="3658"/>
                </a:cubicBezTo>
                <a:close/>
                <a:moveTo>
                  <a:pt x="4661" y="3658"/>
                </a:moveTo>
                <a:cubicBezTo>
                  <a:pt x="4441" y="3658"/>
                  <a:pt x="4332" y="3924"/>
                  <a:pt x="4485" y="4081"/>
                </a:cubicBezTo>
                <a:cubicBezTo>
                  <a:pt x="4536" y="4130"/>
                  <a:pt x="4597" y="4153"/>
                  <a:pt x="4658" y="4153"/>
                </a:cubicBezTo>
                <a:cubicBezTo>
                  <a:pt x="4786" y="4153"/>
                  <a:pt x="4908" y="4054"/>
                  <a:pt x="4908" y="3906"/>
                </a:cubicBezTo>
                <a:cubicBezTo>
                  <a:pt x="4908" y="3768"/>
                  <a:pt x="4795" y="3658"/>
                  <a:pt x="4661" y="3658"/>
                </a:cubicBezTo>
                <a:close/>
                <a:moveTo>
                  <a:pt x="5880" y="3658"/>
                </a:moveTo>
                <a:cubicBezTo>
                  <a:pt x="5660" y="3658"/>
                  <a:pt x="5551" y="3924"/>
                  <a:pt x="5704" y="4081"/>
                </a:cubicBezTo>
                <a:cubicBezTo>
                  <a:pt x="5755" y="4130"/>
                  <a:pt x="5817" y="4153"/>
                  <a:pt x="5877" y="4153"/>
                </a:cubicBezTo>
                <a:cubicBezTo>
                  <a:pt x="6005" y="4153"/>
                  <a:pt x="6127" y="4054"/>
                  <a:pt x="6127" y="3906"/>
                </a:cubicBezTo>
                <a:cubicBezTo>
                  <a:pt x="6127" y="3768"/>
                  <a:pt x="6015" y="3658"/>
                  <a:pt x="5880" y="3658"/>
                </a:cubicBezTo>
                <a:close/>
                <a:moveTo>
                  <a:pt x="7099" y="3658"/>
                </a:moveTo>
                <a:cubicBezTo>
                  <a:pt x="6879" y="3658"/>
                  <a:pt x="6770" y="3924"/>
                  <a:pt x="6923" y="4081"/>
                </a:cubicBezTo>
                <a:cubicBezTo>
                  <a:pt x="6974" y="4130"/>
                  <a:pt x="7036" y="4153"/>
                  <a:pt x="7096" y="4153"/>
                </a:cubicBezTo>
                <a:cubicBezTo>
                  <a:pt x="7224" y="4153"/>
                  <a:pt x="7346" y="4054"/>
                  <a:pt x="7346" y="3906"/>
                </a:cubicBezTo>
                <a:cubicBezTo>
                  <a:pt x="7346" y="3768"/>
                  <a:pt x="7237" y="3658"/>
                  <a:pt x="7099" y="3658"/>
                </a:cubicBezTo>
                <a:close/>
                <a:moveTo>
                  <a:pt x="8318" y="3658"/>
                </a:moveTo>
                <a:cubicBezTo>
                  <a:pt x="8099" y="3658"/>
                  <a:pt x="7989" y="3924"/>
                  <a:pt x="8146" y="4081"/>
                </a:cubicBezTo>
                <a:cubicBezTo>
                  <a:pt x="8195" y="4130"/>
                  <a:pt x="8256" y="4153"/>
                  <a:pt x="8316" y="4153"/>
                </a:cubicBezTo>
                <a:cubicBezTo>
                  <a:pt x="8443" y="4153"/>
                  <a:pt x="8565" y="4054"/>
                  <a:pt x="8565" y="3906"/>
                </a:cubicBezTo>
                <a:cubicBezTo>
                  <a:pt x="8565" y="3768"/>
                  <a:pt x="8456" y="3658"/>
                  <a:pt x="8318" y="3658"/>
                </a:cubicBezTo>
                <a:close/>
                <a:moveTo>
                  <a:pt x="9537" y="3658"/>
                </a:moveTo>
                <a:cubicBezTo>
                  <a:pt x="9318" y="3658"/>
                  <a:pt x="9208" y="3924"/>
                  <a:pt x="9365" y="4081"/>
                </a:cubicBezTo>
                <a:cubicBezTo>
                  <a:pt x="9414" y="4130"/>
                  <a:pt x="9475" y="4153"/>
                  <a:pt x="9535" y="4153"/>
                </a:cubicBezTo>
                <a:cubicBezTo>
                  <a:pt x="9662" y="4153"/>
                  <a:pt x="9785" y="4054"/>
                  <a:pt x="9785" y="3906"/>
                </a:cubicBezTo>
                <a:cubicBezTo>
                  <a:pt x="9785" y="3768"/>
                  <a:pt x="9675" y="3658"/>
                  <a:pt x="9537" y="3658"/>
                </a:cubicBezTo>
                <a:close/>
                <a:moveTo>
                  <a:pt x="10759" y="3658"/>
                </a:moveTo>
                <a:cubicBezTo>
                  <a:pt x="10537" y="3658"/>
                  <a:pt x="10427" y="3924"/>
                  <a:pt x="10584" y="4081"/>
                </a:cubicBezTo>
                <a:cubicBezTo>
                  <a:pt x="10633" y="4130"/>
                  <a:pt x="10694" y="4153"/>
                  <a:pt x="10754" y="4153"/>
                </a:cubicBezTo>
                <a:cubicBezTo>
                  <a:pt x="10881" y="4153"/>
                  <a:pt x="11004" y="4054"/>
                  <a:pt x="11004" y="3906"/>
                </a:cubicBezTo>
                <a:cubicBezTo>
                  <a:pt x="11004" y="3768"/>
                  <a:pt x="10894" y="3658"/>
                  <a:pt x="10759" y="3658"/>
                </a:cubicBezTo>
                <a:close/>
                <a:moveTo>
                  <a:pt x="11978" y="3658"/>
                </a:moveTo>
                <a:cubicBezTo>
                  <a:pt x="11759" y="3658"/>
                  <a:pt x="11646" y="3924"/>
                  <a:pt x="11803" y="4081"/>
                </a:cubicBezTo>
                <a:cubicBezTo>
                  <a:pt x="11853" y="4130"/>
                  <a:pt x="11915" y="4153"/>
                  <a:pt x="11975" y="4153"/>
                </a:cubicBezTo>
                <a:cubicBezTo>
                  <a:pt x="12102" y="4153"/>
                  <a:pt x="12223" y="4054"/>
                  <a:pt x="12223" y="3906"/>
                </a:cubicBezTo>
                <a:cubicBezTo>
                  <a:pt x="12223" y="3768"/>
                  <a:pt x="12113" y="3658"/>
                  <a:pt x="11978" y="3658"/>
                </a:cubicBezTo>
                <a:close/>
                <a:moveTo>
                  <a:pt x="13197" y="3658"/>
                </a:moveTo>
                <a:cubicBezTo>
                  <a:pt x="12978" y="3658"/>
                  <a:pt x="12868" y="3924"/>
                  <a:pt x="13022" y="4081"/>
                </a:cubicBezTo>
                <a:cubicBezTo>
                  <a:pt x="13072" y="4130"/>
                  <a:pt x="13134" y="4153"/>
                  <a:pt x="13195" y="4153"/>
                </a:cubicBezTo>
                <a:cubicBezTo>
                  <a:pt x="13322" y="4153"/>
                  <a:pt x="13445" y="4054"/>
                  <a:pt x="13445" y="3906"/>
                </a:cubicBezTo>
                <a:cubicBezTo>
                  <a:pt x="13445" y="3768"/>
                  <a:pt x="13332" y="3658"/>
                  <a:pt x="13197" y="3658"/>
                </a:cubicBezTo>
                <a:close/>
                <a:moveTo>
                  <a:pt x="14416" y="3658"/>
                </a:moveTo>
                <a:cubicBezTo>
                  <a:pt x="14197" y="3658"/>
                  <a:pt x="14087" y="3924"/>
                  <a:pt x="14241" y="4081"/>
                </a:cubicBezTo>
                <a:cubicBezTo>
                  <a:pt x="14291" y="4130"/>
                  <a:pt x="14353" y="4153"/>
                  <a:pt x="14414" y="4153"/>
                </a:cubicBezTo>
                <a:cubicBezTo>
                  <a:pt x="14541" y="4153"/>
                  <a:pt x="14664" y="4054"/>
                  <a:pt x="14664" y="3906"/>
                </a:cubicBezTo>
                <a:cubicBezTo>
                  <a:pt x="14664" y="3768"/>
                  <a:pt x="14551" y="3658"/>
                  <a:pt x="14416" y="3658"/>
                </a:cubicBezTo>
                <a:close/>
                <a:moveTo>
                  <a:pt x="15635" y="3658"/>
                </a:moveTo>
                <a:cubicBezTo>
                  <a:pt x="15416" y="3658"/>
                  <a:pt x="15306" y="3924"/>
                  <a:pt x="15460" y="4081"/>
                </a:cubicBezTo>
                <a:cubicBezTo>
                  <a:pt x="15510" y="4130"/>
                  <a:pt x="15572" y="4153"/>
                  <a:pt x="15633" y="4153"/>
                </a:cubicBezTo>
                <a:cubicBezTo>
                  <a:pt x="15760" y="4153"/>
                  <a:pt x="15883" y="4054"/>
                  <a:pt x="15883" y="3906"/>
                </a:cubicBezTo>
                <a:cubicBezTo>
                  <a:pt x="15883" y="3768"/>
                  <a:pt x="15773" y="3658"/>
                  <a:pt x="15635" y="3658"/>
                </a:cubicBezTo>
                <a:close/>
                <a:moveTo>
                  <a:pt x="16854" y="3658"/>
                </a:moveTo>
                <a:cubicBezTo>
                  <a:pt x="16635" y="3658"/>
                  <a:pt x="16525" y="3924"/>
                  <a:pt x="16682" y="4081"/>
                </a:cubicBezTo>
                <a:cubicBezTo>
                  <a:pt x="16731" y="4130"/>
                  <a:pt x="16793" y="4153"/>
                  <a:pt x="16853" y="4153"/>
                </a:cubicBezTo>
                <a:cubicBezTo>
                  <a:pt x="16979" y="4153"/>
                  <a:pt x="17102" y="4054"/>
                  <a:pt x="17102" y="3906"/>
                </a:cubicBezTo>
                <a:cubicBezTo>
                  <a:pt x="17102" y="3768"/>
                  <a:pt x="16992" y="3658"/>
                  <a:pt x="16854" y="3658"/>
                </a:cubicBezTo>
                <a:close/>
                <a:moveTo>
                  <a:pt x="18073" y="3658"/>
                </a:moveTo>
                <a:cubicBezTo>
                  <a:pt x="17854" y="3658"/>
                  <a:pt x="17744" y="3924"/>
                  <a:pt x="17901" y="4081"/>
                </a:cubicBezTo>
                <a:cubicBezTo>
                  <a:pt x="17951" y="4130"/>
                  <a:pt x="18012" y="4153"/>
                  <a:pt x="18072" y="4153"/>
                </a:cubicBezTo>
                <a:cubicBezTo>
                  <a:pt x="18199" y="4153"/>
                  <a:pt x="18321" y="4054"/>
                  <a:pt x="18321" y="3906"/>
                </a:cubicBezTo>
                <a:cubicBezTo>
                  <a:pt x="18321" y="3768"/>
                  <a:pt x="18211" y="3658"/>
                  <a:pt x="18073" y="3658"/>
                </a:cubicBezTo>
                <a:close/>
                <a:moveTo>
                  <a:pt x="19296" y="3658"/>
                </a:moveTo>
                <a:cubicBezTo>
                  <a:pt x="19073" y="3658"/>
                  <a:pt x="18963" y="3924"/>
                  <a:pt x="19120" y="4081"/>
                </a:cubicBezTo>
                <a:cubicBezTo>
                  <a:pt x="19171" y="4130"/>
                  <a:pt x="19232" y="4153"/>
                  <a:pt x="19292" y="4153"/>
                </a:cubicBezTo>
                <a:cubicBezTo>
                  <a:pt x="19419" y="4153"/>
                  <a:pt x="19540" y="4054"/>
                  <a:pt x="19540" y="3906"/>
                </a:cubicBezTo>
                <a:cubicBezTo>
                  <a:pt x="19540" y="3768"/>
                  <a:pt x="19430" y="3658"/>
                  <a:pt x="19296" y="3658"/>
                </a:cubicBezTo>
                <a:close/>
                <a:moveTo>
                  <a:pt x="20515" y="3658"/>
                </a:moveTo>
                <a:cubicBezTo>
                  <a:pt x="20295" y="3658"/>
                  <a:pt x="20182" y="3924"/>
                  <a:pt x="20339" y="4081"/>
                </a:cubicBezTo>
                <a:cubicBezTo>
                  <a:pt x="20390" y="4130"/>
                  <a:pt x="20451" y="4153"/>
                  <a:pt x="20511" y="4153"/>
                </a:cubicBezTo>
                <a:cubicBezTo>
                  <a:pt x="20638" y="4153"/>
                  <a:pt x="20759" y="4054"/>
                  <a:pt x="20759" y="3906"/>
                </a:cubicBezTo>
                <a:cubicBezTo>
                  <a:pt x="20759" y="3768"/>
                  <a:pt x="20649" y="3658"/>
                  <a:pt x="20515" y="3658"/>
                </a:cubicBezTo>
                <a:close/>
                <a:moveTo>
                  <a:pt x="21734" y="3658"/>
                </a:moveTo>
                <a:cubicBezTo>
                  <a:pt x="21514" y="3658"/>
                  <a:pt x="21405" y="3924"/>
                  <a:pt x="21558" y="4081"/>
                </a:cubicBezTo>
                <a:cubicBezTo>
                  <a:pt x="21609" y="4130"/>
                  <a:pt x="21670" y="4153"/>
                  <a:pt x="21731" y="4153"/>
                </a:cubicBezTo>
                <a:cubicBezTo>
                  <a:pt x="21859" y="4153"/>
                  <a:pt x="21981" y="4054"/>
                  <a:pt x="21981" y="3906"/>
                </a:cubicBezTo>
                <a:cubicBezTo>
                  <a:pt x="21981" y="3768"/>
                  <a:pt x="21868" y="3658"/>
                  <a:pt x="21734" y="3658"/>
                </a:cubicBezTo>
                <a:close/>
                <a:moveTo>
                  <a:pt x="22953" y="3658"/>
                </a:moveTo>
                <a:cubicBezTo>
                  <a:pt x="22733" y="3658"/>
                  <a:pt x="22624" y="3924"/>
                  <a:pt x="22777" y="4081"/>
                </a:cubicBezTo>
                <a:cubicBezTo>
                  <a:pt x="22828" y="4130"/>
                  <a:pt x="22890" y="4153"/>
                  <a:pt x="22950" y="4153"/>
                </a:cubicBezTo>
                <a:cubicBezTo>
                  <a:pt x="23078" y="4153"/>
                  <a:pt x="23200" y="4054"/>
                  <a:pt x="23200" y="3906"/>
                </a:cubicBezTo>
                <a:cubicBezTo>
                  <a:pt x="23200" y="3768"/>
                  <a:pt x="23088" y="3658"/>
                  <a:pt x="22953" y="3658"/>
                </a:cubicBezTo>
                <a:close/>
                <a:moveTo>
                  <a:pt x="24172" y="3658"/>
                </a:moveTo>
                <a:cubicBezTo>
                  <a:pt x="23952" y="3658"/>
                  <a:pt x="23843" y="3924"/>
                  <a:pt x="23996" y="4081"/>
                </a:cubicBezTo>
                <a:cubicBezTo>
                  <a:pt x="24047" y="4130"/>
                  <a:pt x="24109" y="4153"/>
                  <a:pt x="24169" y="4153"/>
                </a:cubicBezTo>
                <a:cubicBezTo>
                  <a:pt x="24297" y="4153"/>
                  <a:pt x="24419" y="4054"/>
                  <a:pt x="24419" y="3906"/>
                </a:cubicBezTo>
                <a:cubicBezTo>
                  <a:pt x="24419" y="3768"/>
                  <a:pt x="24310" y="3658"/>
                  <a:pt x="24172" y="3658"/>
                </a:cubicBezTo>
                <a:close/>
                <a:moveTo>
                  <a:pt x="25391" y="3658"/>
                </a:moveTo>
                <a:cubicBezTo>
                  <a:pt x="25172" y="3658"/>
                  <a:pt x="25062" y="3924"/>
                  <a:pt x="25219" y="4081"/>
                </a:cubicBezTo>
                <a:cubicBezTo>
                  <a:pt x="25268" y="4130"/>
                  <a:pt x="25329" y="4153"/>
                  <a:pt x="25389" y="4153"/>
                </a:cubicBezTo>
                <a:cubicBezTo>
                  <a:pt x="25516" y="4153"/>
                  <a:pt x="25638" y="4054"/>
                  <a:pt x="25638" y="3906"/>
                </a:cubicBezTo>
                <a:cubicBezTo>
                  <a:pt x="25638" y="3768"/>
                  <a:pt x="25529" y="3658"/>
                  <a:pt x="25391" y="3658"/>
                </a:cubicBezTo>
                <a:close/>
                <a:moveTo>
                  <a:pt x="26610" y="3658"/>
                </a:moveTo>
                <a:cubicBezTo>
                  <a:pt x="26391" y="3658"/>
                  <a:pt x="26281" y="3924"/>
                  <a:pt x="26438" y="4081"/>
                </a:cubicBezTo>
                <a:cubicBezTo>
                  <a:pt x="26487" y="4130"/>
                  <a:pt x="26548" y="4153"/>
                  <a:pt x="26608" y="4153"/>
                </a:cubicBezTo>
                <a:cubicBezTo>
                  <a:pt x="26735" y="4153"/>
                  <a:pt x="26857" y="4054"/>
                  <a:pt x="26857" y="3906"/>
                </a:cubicBezTo>
                <a:cubicBezTo>
                  <a:pt x="26857" y="3768"/>
                  <a:pt x="26748" y="3658"/>
                  <a:pt x="26610" y="3658"/>
                </a:cubicBezTo>
                <a:close/>
                <a:moveTo>
                  <a:pt x="1" y="5009"/>
                </a:moveTo>
                <a:lnTo>
                  <a:pt x="1" y="5241"/>
                </a:lnTo>
                <a:cubicBezTo>
                  <a:pt x="38" y="5168"/>
                  <a:pt x="38" y="5081"/>
                  <a:pt x="1" y="5009"/>
                </a:cubicBezTo>
                <a:close/>
                <a:moveTo>
                  <a:pt x="1000" y="4877"/>
                </a:moveTo>
                <a:cubicBezTo>
                  <a:pt x="781" y="4877"/>
                  <a:pt x="671" y="5143"/>
                  <a:pt x="828" y="5300"/>
                </a:cubicBezTo>
                <a:cubicBezTo>
                  <a:pt x="878" y="5350"/>
                  <a:pt x="939" y="5372"/>
                  <a:pt x="999" y="5372"/>
                </a:cubicBezTo>
                <a:cubicBezTo>
                  <a:pt x="1126" y="5372"/>
                  <a:pt x="1248" y="5273"/>
                  <a:pt x="1248" y="5125"/>
                </a:cubicBezTo>
                <a:cubicBezTo>
                  <a:pt x="1248" y="4990"/>
                  <a:pt x="1138" y="4877"/>
                  <a:pt x="1000" y="4877"/>
                </a:cubicBezTo>
                <a:close/>
                <a:moveTo>
                  <a:pt x="2223" y="4877"/>
                </a:moveTo>
                <a:cubicBezTo>
                  <a:pt x="2000" y="4877"/>
                  <a:pt x="1890" y="5143"/>
                  <a:pt x="2047" y="5300"/>
                </a:cubicBezTo>
                <a:cubicBezTo>
                  <a:pt x="2098" y="5350"/>
                  <a:pt x="2159" y="5372"/>
                  <a:pt x="2219" y="5372"/>
                </a:cubicBezTo>
                <a:cubicBezTo>
                  <a:pt x="2346" y="5372"/>
                  <a:pt x="2467" y="5273"/>
                  <a:pt x="2467" y="5125"/>
                </a:cubicBezTo>
                <a:cubicBezTo>
                  <a:pt x="2467" y="4990"/>
                  <a:pt x="2357" y="4877"/>
                  <a:pt x="2223" y="4877"/>
                </a:cubicBezTo>
                <a:close/>
                <a:moveTo>
                  <a:pt x="3442" y="4877"/>
                </a:moveTo>
                <a:cubicBezTo>
                  <a:pt x="3222" y="4877"/>
                  <a:pt x="3110" y="5143"/>
                  <a:pt x="3266" y="5300"/>
                </a:cubicBezTo>
                <a:cubicBezTo>
                  <a:pt x="3317" y="5350"/>
                  <a:pt x="3378" y="5372"/>
                  <a:pt x="3439" y="5372"/>
                </a:cubicBezTo>
                <a:cubicBezTo>
                  <a:pt x="3566" y="5372"/>
                  <a:pt x="3688" y="5273"/>
                  <a:pt x="3686" y="5125"/>
                </a:cubicBezTo>
                <a:cubicBezTo>
                  <a:pt x="3686" y="4990"/>
                  <a:pt x="3576" y="4877"/>
                  <a:pt x="3442" y="4877"/>
                </a:cubicBezTo>
                <a:close/>
                <a:moveTo>
                  <a:pt x="4661" y="4877"/>
                </a:moveTo>
                <a:cubicBezTo>
                  <a:pt x="4441" y="4877"/>
                  <a:pt x="4332" y="5143"/>
                  <a:pt x="4485" y="5300"/>
                </a:cubicBezTo>
                <a:cubicBezTo>
                  <a:pt x="4536" y="5350"/>
                  <a:pt x="4597" y="5372"/>
                  <a:pt x="4658" y="5372"/>
                </a:cubicBezTo>
                <a:cubicBezTo>
                  <a:pt x="4786" y="5372"/>
                  <a:pt x="4908" y="5273"/>
                  <a:pt x="4908" y="5125"/>
                </a:cubicBezTo>
                <a:cubicBezTo>
                  <a:pt x="4908" y="4990"/>
                  <a:pt x="4795" y="4877"/>
                  <a:pt x="4661" y="4877"/>
                </a:cubicBezTo>
                <a:close/>
                <a:moveTo>
                  <a:pt x="5880" y="4877"/>
                </a:moveTo>
                <a:cubicBezTo>
                  <a:pt x="5660" y="4877"/>
                  <a:pt x="5551" y="5143"/>
                  <a:pt x="5704" y="5300"/>
                </a:cubicBezTo>
                <a:cubicBezTo>
                  <a:pt x="5755" y="5350"/>
                  <a:pt x="5817" y="5372"/>
                  <a:pt x="5877" y="5372"/>
                </a:cubicBezTo>
                <a:cubicBezTo>
                  <a:pt x="6005" y="5372"/>
                  <a:pt x="6127" y="5273"/>
                  <a:pt x="6127" y="5125"/>
                </a:cubicBezTo>
                <a:cubicBezTo>
                  <a:pt x="6127" y="4990"/>
                  <a:pt x="6015" y="4877"/>
                  <a:pt x="5880" y="4877"/>
                </a:cubicBezTo>
                <a:close/>
                <a:moveTo>
                  <a:pt x="7099" y="4877"/>
                </a:moveTo>
                <a:cubicBezTo>
                  <a:pt x="6879" y="4877"/>
                  <a:pt x="6770" y="5143"/>
                  <a:pt x="6923" y="5300"/>
                </a:cubicBezTo>
                <a:cubicBezTo>
                  <a:pt x="6974" y="5350"/>
                  <a:pt x="7036" y="5372"/>
                  <a:pt x="7096" y="5372"/>
                </a:cubicBezTo>
                <a:cubicBezTo>
                  <a:pt x="7224" y="5372"/>
                  <a:pt x="7346" y="5273"/>
                  <a:pt x="7346" y="5125"/>
                </a:cubicBezTo>
                <a:cubicBezTo>
                  <a:pt x="7346" y="4990"/>
                  <a:pt x="7237" y="4877"/>
                  <a:pt x="7099" y="4877"/>
                </a:cubicBezTo>
                <a:close/>
                <a:moveTo>
                  <a:pt x="8318" y="4877"/>
                </a:moveTo>
                <a:cubicBezTo>
                  <a:pt x="8099" y="4877"/>
                  <a:pt x="7989" y="5143"/>
                  <a:pt x="8146" y="5300"/>
                </a:cubicBezTo>
                <a:cubicBezTo>
                  <a:pt x="8195" y="5350"/>
                  <a:pt x="8256" y="5372"/>
                  <a:pt x="8316" y="5372"/>
                </a:cubicBezTo>
                <a:cubicBezTo>
                  <a:pt x="8443" y="5372"/>
                  <a:pt x="8565" y="5273"/>
                  <a:pt x="8565" y="5125"/>
                </a:cubicBezTo>
                <a:cubicBezTo>
                  <a:pt x="8565" y="4990"/>
                  <a:pt x="8456" y="4877"/>
                  <a:pt x="8318" y="4877"/>
                </a:cubicBezTo>
                <a:close/>
                <a:moveTo>
                  <a:pt x="9537" y="4877"/>
                </a:moveTo>
                <a:cubicBezTo>
                  <a:pt x="9318" y="4877"/>
                  <a:pt x="9208" y="5143"/>
                  <a:pt x="9365" y="5300"/>
                </a:cubicBezTo>
                <a:cubicBezTo>
                  <a:pt x="9414" y="5350"/>
                  <a:pt x="9475" y="5372"/>
                  <a:pt x="9535" y="5372"/>
                </a:cubicBezTo>
                <a:cubicBezTo>
                  <a:pt x="9662" y="5372"/>
                  <a:pt x="9785" y="5273"/>
                  <a:pt x="9785" y="5125"/>
                </a:cubicBezTo>
                <a:cubicBezTo>
                  <a:pt x="9785" y="4990"/>
                  <a:pt x="9675" y="4877"/>
                  <a:pt x="9537" y="4877"/>
                </a:cubicBezTo>
                <a:close/>
                <a:moveTo>
                  <a:pt x="10759" y="4877"/>
                </a:moveTo>
                <a:cubicBezTo>
                  <a:pt x="10537" y="4877"/>
                  <a:pt x="10427" y="5143"/>
                  <a:pt x="10584" y="5300"/>
                </a:cubicBezTo>
                <a:cubicBezTo>
                  <a:pt x="10634" y="5350"/>
                  <a:pt x="10696" y="5372"/>
                  <a:pt x="10756" y="5372"/>
                </a:cubicBezTo>
                <a:cubicBezTo>
                  <a:pt x="10883" y="5372"/>
                  <a:pt x="11004" y="5273"/>
                  <a:pt x="11004" y="5125"/>
                </a:cubicBezTo>
                <a:cubicBezTo>
                  <a:pt x="11004" y="4990"/>
                  <a:pt x="10894" y="4877"/>
                  <a:pt x="10759" y="4877"/>
                </a:cubicBezTo>
                <a:close/>
                <a:moveTo>
                  <a:pt x="11978" y="4877"/>
                </a:moveTo>
                <a:cubicBezTo>
                  <a:pt x="11759" y="4877"/>
                  <a:pt x="11646" y="5143"/>
                  <a:pt x="11803" y="5300"/>
                </a:cubicBezTo>
                <a:cubicBezTo>
                  <a:pt x="11853" y="5350"/>
                  <a:pt x="11915" y="5372"/>
                  <a:pt x="11975" y="5372"/>
                </a:cubicBezTo>
                <a:cubicBezTo>
                  <a:pt x="12103" y="5372"/>
                  <a:pt x="12225" y="5273"/>
                  <a:pt x="12223" y="5125"/>
                </a:cubicBezTo>
                <a:cubicBezTo>
                  <a:pt x="12223" y="4990"/>
                  <a:pt x="12113" y="4877"/>
                  <a:pt x="11978" y="4877"/>
                </a:cubicBezTo>
                <a:close/>
                <a:moveTo>
                  <a:pt x="13197" y="4877"/>
                </a:moveTo>
                <a:cubicBezTo>
                  <a:pt x="12978" y="4877"/>
                  <a:pt x="12868" y="5143"/>
                  <a:pt x="13022" y="5300"/>
                </a:cubicBezTo>
                <a:cubicBezTo>
                  <a:pt x="13072" y="5350"/>
                  <a:pt x="13134" y="5372"/>
                  <a:pt x="13195" y="5372"/>
                </a:cubicBezTo>
                <a:cubicBezTo>
                  <a:pt x="13322" y="5372"/>
                  <a:pt x="13445" y="5273"/>
                  <a:pt x="13445" y="5125"/>
                </a:cubicBezTo>
                <a:cubicBezTo>
                  <a:pt x="13445" y="4990"/>
                  <a:pt x="13332" y="4877"/>
                  <a:pt x="13197" y="4877"/>
                </a:cubicBezTo>
                <a:close/>
                <a:moveTo>
                  <a:pt x="14416" y="4877"/>
                </a:moveTo>
                <a:cubicBezTo>
                  <a:pt x="14197" y="4877"/>
                  <a:pt x="14087" y="5143"/>
                  <a:pt x="14241" y="5300"/>
                </a:cubicBezTo>
                <a:cubicBezTo>
                  <a:pt x="14291" y="5350"/>
                  <a:pt x="14353" y="5372"/>
                  <a:pt x="14414" y="5372"/>
                </a:cubicBezTo>
                <a:cubicBezTo>
                  <a:pt x="14541" y="5372"/>
                  <a:pt x="14664" y="5273"/>
                  <a:pt x="14664" y="5125"/>
                </a:cubicBezTo>
                <a:cubicBezTo>
                  <a:pt x="14664" y="4990"/>
                  <a:pt x="14551" y="4877"/>
                  <a:pt x="14416" y="4877"/>
                </a:cubicBezTo>
                <a:close/>
                <a:moveTo>
                  <a:pt x="15635" y="4877"/>
                </a:moveTo>
                <a:cubicBezTo>
                  <a:pt x="15416" y="4877"/>
                  <a:pt x="15306" y="5143"/>
                  <a:pt x="15460" y="5300"/>
                </a:cubicBezTo>
                <a:cubicBezTo>
                  <a:pt x="15510" y="5350"/>
                  <a:pt x="15572" y="5372"/>
                  <a:pt x="15633" y="5372"/>
                </a:cubicBezTo>
                <a:cubicBezTo>
                  <a:pt x="15760" y="5372"/>
                  <a:pt x="15883" y="5273"/>
                  <a:pt x="15883" y="5125"/>
                </a:cubicBezTo>
                <a:cubicBezTo>
                  <a:pt x="15883" y="4990"/>
                  <a:pt x="15773" y="4877"/>
                  <a:pt x="15635" y="4877"/>
                </a:cubicBezTo>
                <a:close/>
                <a:moveTo>
                  <a:pt x="16854" y="4877"/>
                </a:moveTo>
                <a:cubicBezTo>
                  <a:pt x="16635" y="4877"/>
                  <a:pt x="16525" y="5143"/>
                  <a:pt x="16682" y="5300"/>
                </a:cubicBezTo>
                <a:cubicBezTo>
                  <a:pt x="16731" y="5350"/>
                  <a:pt x="16793" y="5372"/>
                  <a:pt x="16853" y="5372"/>
                </a:cubicBezTo>
                <a:cubicBezTo>
                  <a:pt x="16979" y="5372"/>
                  <a:pt x="17102" y="5273"/>
                  <a:pt x="17102" y="5125"/>
                </a:cubicBezTo>
                <a:cubicBezTo>
                  <a:pt x="17102" y="4990"/>
                  <a:pt x="16992" y="4877"/>
                  <a:pt x="16854" y="4877"/>
                </a:cubicBezTo>
                <a:close/>
                <a:moveTo>
                  <a:pt x="18073" y="4877"/>
                </a:moveTo>
                <a:cubicBezTo>
                  <a:pt x="17854" y="4877"/>
                  <a:pt x="17744" y="5143"/>
                  <a:pt x="17901" y="5300"/>
                </a:cubicBezTo>
                <a:cubicBezTo>
                  <a:pt x="17951" y="5350"/>
                  <a:pt x="18012" y="5372"/>
                  <a:pt x="18072" y="5372"/>
                </a:cubicBezTo>
                <a:cubicBezTo>
                  <a:pt x="18199" y="5372"/>
                  <a:pt x="18321" y="5273"/>
                  <a:pt x="18321" y="5125"/>
                </a:cubicBezTo>
                <a:cubicBezTo>
                  <a:pt x="18321" y="4990"/>
                  <a:pt x="18211" y="4877"/>
                  <a:pt x="18073" y="4877"/>
                </a:cubicBezTo>
                <a:close/>
                <a:moveTo>
                  <a:pt x="19296" y="4877"/>
                </a:moveTo>
                <a:cubicBezTo>
                  <a:pt x="19073" y="4877"/>
                  <a:pt x="18963" y="5143"/>
                  <a:pt x="19120" y="5300"/>
                </a:cubicBezTo>
                <a:cubicBezTo>
                  <a:pt x="19171" y="5350"/>
                  <a:pt x="19232" y="5372"/>
                  <a:pt x="19292" y="5372"/>
                </a:cubicBezTo>
                <a:cubicBezTo>
                  <a:pt x="19419" y="5372"/>
                  <a:pt x="19540" y="5273"/>
                  <a:pt x="19540" y="5125"/>
                </a:cubicBezTo>
                <a:cubicBezTo>
                  <a:pt x="19540" y="4990"/>
                  <a:pt x="19430" y="4877"/>
                  <a:pt x="19296" y="4877"/>
                </a:cubicBezTo>
                <a:close/>
                <a:moveTo>
                  <a:pt x="20515" y="4877"/>
                </a:moveTo>
                <a:cubicBezTo>
                  <a:pt x="20295" y="4877"/>
                  <a:pt x="20182" y="5143"/>
                  <a:pt x="20339" y="5300"/>
                </a:cubicBezTo>
                <a:cubicBezTo>
                  <a:pt x="20390" y="5350"/>
                  <a:pt x="20451" y="5372"/>
                  <a:pt x="20511" y="5372"/>
                </a:cubicBezTo>
                <a:cubicBezTo>
                  <a:pt x="20638" y="5372"/>
                  <a:pt x="20759" y="5273"/>
                  <a:pt x="20759" y="5125"/>
                </a:cubicBezTo>
                <a:cubicBezTo>
                  <a:pt x="20759" y="4990"/>
                  <a:pt x="20649" y="4877"/>
                  <a:pt x="20515" y="4877"/>
                </a:cubicBezTo>
                <a:close/>
                <a:moveTo>
                  <a:pt x="21734" y="4877"/>
                </a:moveTo>
                <a:cubicBezTo>
                  <a:pt x="21514" y="4877"/>
                  <a:pt x="21405" y="5143"/>
                  <a:pt x="21558" y="5300"/>
                </a:cubicBezTo>
                <a:cubicBezTo>
                  <a:pt x="21609" y="5350"/>
                  <a:pt x="21670" y="5372"/>
                  <a:pt x="21731" y="5372"/>
                </a:cubicBezTo>
                <a:cubicBezTo>
                  <a:pt x="21859" y="5372"/>
                  <a:pt x="21981" y="5273"/>
                  <a:pt x="21981" y="5125"/>
                </a:cubicBezTo>
                <a:cubicBezTo>
                  <a:pt x="21981" y="4990"/>
                  <a:pt x="21868" y="4877"/>
                  <a:pt x="21734" y="4877"/>
                </a:cubicBezTo>
                <a:close/>
                <a:moveTo>
                  <a:pt x="22953" y="4877"/>
                </a:moveTo>
                <a:cubicBezTo>
                  <a:pt x="22733" y="4877"/>
                  <a:pt x="22624" y="5143"/>
                  <a:pt x="22777" y="5300"/>
                </a:cubicBezTo>
                <a:cubicBezTo>
                  <a:pt x="22828" y="5350"/>
                  <a:pt x="22890" y="5372"/>
                  <a:pt x="22950" y="5372"/>
                </a:cubicBezTo>
                <a:cubicBezTo>
                  <a:pt x="23078" y="5372"/>
                  <a:pt x="23200" y="5273"/>
                  <a:pt x="23200" y="5125"/>
                </a:cubicBezTo>
                <a:cubicBezTo>
                  <a:pt x="23200" y="4990"/>
                  <a:pt x="23088" y="4877"/>
                  <a:pt x="22953" y="4877"/>
                </a:cubicBezTo>
                <a:close/>
                <a:moveTo>
                  <a:pt x="24172" y="4877"/>
                </a:moveTo>
                <a:cubicBezTo>
                  <a:pt x="23952" y="4877"/>
                  <a:pt x="23843" y="5143"/>
                  <a:pt x="23996" y="5300"/>
                </a:cubicBezTo>
                <a:cubicBezTo>
                  <a:pt x="24047" y="5350"/>
                  <a:pt x="24109" y="5372"/>
                  <a:pt x="24169" y="5372"/>
                </a:cubicBezTo>
                <a:cubicBezTo>
                  <a:pt x="24297" y="5372"/>
                  <a:pt x="24419" y="5273"/>
                  <a:pt x="24419" y="5125"/>
                </a:cubicBezTo>
                <a:cubicBezTo>
                  <a:pt x="24419" y="4990"/>
                  <a:pt x="24310" y="4877"/>
                  <a:pt x="24172" y="4877"/>
                </a:cubicBezTo>
                <a:close/>
                <a:moveTo>
                  <a:pt x="25391" y="4877"/>
                </a:moveTo>
                <a:cubicBezTo>
                  <a:pt x="25172" y="4877"/>
                  <a:pt x="25062" y="5143"/>
                  <a:pt x="25219" y="5300"/>
                </a:cubicBezTo>
                <a:cubicBezTo>
                  <a:pt x="25268" y="5350"/>
                  <a:pt x="25329" y="5372"/>
                  <a:pt x="25389" y="5372"/>
                </a:cubicBezTo>
                <a:cubicBezTo>
                  <a:pt x="25516" y="5372"/>
                  <a:pt x="25638" y="5273"/>
                  <a:pt x="25638" y="5125"/>
                </a:cubicBezTo>
                <a:cubicBezTo>
                  <a:pt x="25638" y="4990"/>
                  <a:pt x="25529" y="4877"/>
                  <a:pt x="25391" y="4877"/>
                </a:cubicBezTo>
                <a:close/>
                <a:moveTo>
                  <a:pt x="26610" y="4877"/>
                </a:moveTo>
                <a:cubicBezTo>
                  <a:pt x="26484" y="4877"/>
                  <a:pt x="26365" y="4978"/>
                  <a:pt x="26365" y="5125"/>
                </a:cubicBezTo>
                <a:cubicBezTo>
                  <a:pt x="26365" y="5256"/>
                  <a:pt x="26469" y="5363"/>
                  <a:pt x="26601" y="5372"/>
                </a:cubicBezTo>
                <a:cubicBezTo>
                  <a:pt x="26657" y="5222"/>
                  <a:pt x="26710" y="5074"/>
                  <a:pt x="26757" y="4927"/>
                </a:cubicBezTo>
                <a:cubicBezTo>
                  <a:pt x="26711" y="4893"/>
                  <a:pt x="26660" y="4877"/>
                  <a:pt x="26610" y="4877"/>
                </a:cubicBezTo>
                <a:close/>
                <a:moveTo>
                  <a:pt x="1" y="6228"/>
                </a:moveTo>
                <a:lnTo>
                  <a:pt x="1" y="6460"/>
                </a:lnTo>
                <a:cubicBezTo>
                  <a:pt x="38" y="6388"/>
                  <a:pt x="38" y="6300"/>
                  <a:pt x="1" y="6228"/>
                </a:cubicBezTo>
                <a:close/>
                <a:moveTo>
                  <a:pt x="16849" y="6099"/>
                </a:moveTo>
                <a:cubicBezTo>
                  <a:pt x="16717" y="6099"/>
                  <a:pt x="16610" y="6211"/>
                  <a:pt x="16610" y="6344"/>
                </a:cubicBezTo>
                <a:cubicBezTo>
                  <a:pt x="16742" y="6406"/>
                  <a:pt x="16876" y="6472"/>
                  <a:pt x="17008" y="6538"/>
                </a:cubicBezTo>
                <a:cubicBezTo>
                  <a:pt x="17192" y="6395"/>
                  <a:pt x="17090" y="6099"/>
                  <a:pt x="16858" y="6099"/>
                </a:cubicBezTo>
                <a:cubicBezTo>
                  <a:pt x="16857" y="6099"/>
                  <a:pt x="16856" y="6099"/>
                  <a:pt x="16854" y="6099"/>
                </a:cubicBezTo>
                <a:cubicBezTo>
                  <a:pt x="16853" y="6099"/>
                  <a:pt x="16851" y="6099"/>
                  <a:pt x="16849" y="6099"/>
                </a:cubicBezTo>
                <a:close/>
                <a:moveTo>
                  <a:pt x="10759" y="6096"/>
                </a:moveTo>
                <a:lnTo>
                  <a:pt x="10759" y="6099"/>
                </a:lnTo>
                <a:cubicBezTo>
                  <a:pt x="10758" y="6099"/>
                  <a:pt x="10757" y="6099"/>
                  <a:pt x="10756" y="6099"/>
                </a:cubicBezTo>
                <a:cubicBezTo>
                  <a:pt x="10473" y="6099"/>
                  <a:pt x="10415" y="6501"/>
                  <a:pt x="10687" y="6582"/>
                </a:cubicBezTo>
                <a:cubicBezTo>
                  <a:pt x="10775" y="6463"/>
                  <a:pt x="10875" y="6353"/>
                  <a:pt x="10988" y="6253"/>
                </a:cubicBezTo>
                <a:cubicBezTo>
                  <a:pt x="10950" y="6159"/>
                  <a:pt x="10859" y="6099"/>
                  <a:pt x="10759" y="6096"/>
                </a:cubicBezTo>
                <a:close/>
                <a:moveTo>
                  <a:pt x="1000" y="6096"/>
                </a:moveTo>
                <a:lnTo>
                  <a:pt x="1000" y="6099"/>
                </a:lnTo>
                <a:cubicBezTo>
                  <a:pt x="999" y="6099"/>
                  <a:pt x="998" y="6099"/>
                  <a:pt x="997" y="6099"/>
                </a:cubicBezTo>
                <a:cubicBezTo>
                  <a:pt x="780" y="6099"/>
                  <a:pt x="672" y="6363"/>
                  <a:pt x="828" y="6519"/>
                </a:cubicBezTo>
                <a:cubicBezTo>
                  <a:pt x="878" y="6570"/>
                  <a:pt x="939" y="6592"/>
                  <a:pt x="999" y="6592"/>
                </a:cubicBezTo>
                <a:cubicBezTo>
                  <a:pt x="1126" y="6592"/>
                  <a:pt x="1248" y="6492"/>
                  <a:pt x="1248" y="6344"/>
                </a:cubicBezTo>
                <a:cubicBezTo>
                  <a:pt x="1248" y="6209"/>
                  <a:pt x="1138" y="6096"/>
                  <a:pt x="1000" y="6096"/>
                </a:cubicBezTo>
                <a:close/>
                <a:moveTo>
                  <a:pt x="2223" y="6096"/>
                </a:moveTo>
                <a:lnTo>
                  <a:pt x="2223" y="6099"/>
                </a:lnTo>
                <a:cubicBezTo>
                  <a:pt x="2221" y="6099"/>
                  <a:pt x="2220" y="6099"/>
                  <a:pt x="2219" y="6099"/>
                </a:cubicBezTo>
                <a:cubicBezTo>
                  <a:pt x="1999" y="6099"/>
                  <a:pt x="1891" y="6363"/>
                  <a:pt x="2047" y="6519"/>
                </a:cubicBezTo>
                <a:cubicBezTo>
                  <a:pt x="2097" y="6570"/>
                  <a:pt x="2158" y="6592"/>
                  <a:pt x="2218" y="6592"/>
                </a:cubicBezTo>
                <a:cubicBezTo>
                  <a:pt x="2345" y="6592"/>
                  <a:pt x="2467" y="6492"/>
                  <a:pt x="2467" y="6344"/>
                </a:cubicBezTo>
                <a:cubicBezTo>
                  <a:pt x="2467" y="6209"/>
                  <a:pt x="2357" y="6096"/>
                  <a:pt x="2223" y="6096"/>
                </a:cubicBezTo>
                <a:close/>
                <a:moveTo>
                  <a:pt x="3442" y="6096"/>
                </a:moveTo>
                <a:lnTo>
                  <a:pt x="3442" y="6099"/>
                </a:lnTo>
                <a:cubicBezTo>
                  <a:pt x="3222" y="6099"/>
                  <a:pt x="3110" y="6362"/>
                  <a:pt x="3266" y="6519"/>
                </a:cubicBezTo>
                <a:cubicBezTo>
                  <a:pt x="3317" y="6570"/>
                  <a:pt x="3378" y="6592"/>
                  <a:pt x="3438" y="6592"/>
                </a:cubicBezTo>
                <a:cubicBezTo>
                  <a:pt x="3565" y="6592"/>
                  <a:pt x="3686" y="6492"/>
                  <a:pt x="3686" y="6344"/>
                </a:cubicBezTo>
                <a:cubicBezTo>
                  <a:pt x="3686" y="6209"/>
                  <a:pt x="3576" y="6096"/>
                  <a:pt x="3442" y="6096"/>
                </a:cubicBezTo>
                <a:close/>
                <a:moveTo>
                  <a:pt x="4661" y="6096"/>
                </a:moveTo>
                <a:lnTo>
                  <a:pt x="4661" y="6099"/>
                </a:lnTo>
                <a:cubicBezTo>
                  <a:pt x="4659" y="6099"/>
                  <a:pt x="4658" y="6099"/>
                  <a:pt x="4657" y="6099"/>
                </a:cubicBezTo>
                <a:cubicBezTo>
                  <a:pt x="4440" y="6099"/>
                  <a:pt x="4333" y="6363"/>
                  <a:pt x="4485" y="6519"/>
                </a:cubicBezTo>
                <a:cubicBezTo>
                  <a:pt x="4536" y="6570"/>
                  <a:pt x="4598" y="6592"/>
                  <a:pt x="4658" y="6592"/>
                </a:cubicBezTo>
                <a:cubicBezTo>
                  <a:pt x="4786" y="6592"/>
                  <a:pt x="4908" y="6492"/>
                  <a:pt x="4908" y="6344"/>
                </a:cubicBezTo>
                <a:cubicBezTo>
                  <a:pt x="4908" y="6209"/>
                  <a:pt x="4795" y="6096"/>
                  <a:pt x="4661" y="6096"/>
                </a:cubicBezTo>
                <a:close/>
                <a:moveTo>
                  <a:pt x="5880" y="6096"/>
                </a:moveTo>
                <a:lnTo>
                  <a:pt x="5880" y="6099"/>
                </a:lnTo>
                <a:cubicBezTo>
                  <a:pt x="5879" y="6099"/>
                  <a:pt x="5877" y="6099"/>
                  <a:pt x="5876" y="6099"/>
                </a:cubicBezTo>
                <a:cubicBezTo>
                  <a:pt x="5659" y="6099"/>
                  <a:pt x="5552" y="6363"/>
                  <a:pt x="5704" y="6519"/>
                </a:cubicBezTo>
                <a:cubicBezTo>
                  <a:pt x="5755" y="6570"/>
                  <a:pt x="5817" y="6592"/>
                  <a:pt x="5877" y="6592"/>
                </a:cubicBezTo>
                <a:cubicBezTo>
                  <a:pt x="6005" y="6592"/>
                  <a:pt x="6127" y="6492"/>
                  <a:pt x="6127" y="6344"/>
                </a:cubicBezTo>
                <a:cubicBezTo>
                  <a:pt x="6127" y="6209"/>
                  <a:pt x="6015" y="6096"/>
                  <a:pt x="5880" y="6096"/>
                </a:cubicBezTo>
                <a:close/>
                <a:moveTo>
                  <a:pt x="7099" y="6096"/>
                </a:moveTo>
                <a:lnTo>
                  <a:pt x="7099" y="6099"/>
                </a:lnTo>
                <a:cubicBezTo>
                  <a:pt x="7098" y="6099"/>
                  <a:pt x="7096" y="6099"/>
                  <a:pt x="7095" y="6099"/>
                </a:cubicBezTo>
                <a:cubicBezTo>
                  <a:pt x="6878" y="6099"/>
                  <a:pt x="6771" y="6363"/>
                  <a:pt x="6923" y="6519"/>
                </a:cubicBezTo>
                <a:cubicBezTo>
                  <a:pt x="6974" y="6570"/>
                  <a:pt x="7036" y="6592"/>
                  <a:pt x="7096" y="6592"/>
                </a:cubicBezTo>
                <a:cubicBezTo>
                  <a:pt x="7224" y="6592"/>
                  <a:pt x="7346" y="6492"/>
                  <a:pt x="7346" y="6344"/>
                </a:cubicBezTo>
                <a:cubicBezTo>
                  <a:pt x="7346" y="6209"/>
                  <a:pt x="7237" y="6096"/>
                  <a:pt x="7099" y="6096"/>
                </a:cubicBezTo>
                <a:close/>
                <a:moveTo>
                  <a:pt x="8318" y="6096"/>
                </a:moveTo>
                <a:lnTo>
                  <a:pt x="8318" y="6099"/>
                </a:lnTo>
                <a:cubicBezTo>
                  <a:pt x="8099" y="6099"/>
                  <a:pt x="7989" y="6362"/>
                  <a:pt x="8146" y="6519"/>
                </a:cubicBezTo>
                <a:cubicBezTo>
                  <a:pt x="8195" y="6570"/>
                  <a:pt x="8256" y="6592"/>
                  <a:pt x="8316" y="6592"/>
                </a:cubicBezTo>
                <a:cubicBezTo>
                  <a:pt x="8443" y="6592"/>
                  <a:pt x="8565" y="6492"/>
                  <a:pt x="8565" y="6344"/>
                </a:cubicBezTo>
                <a:cubicBezTo>
                  <a:pt x="8565" y="6209"/>
                  <a:pt x="8456" y="6096"/>
                  <a:pt x="8318" y="6096"/>
                </a:cubicBezTo>
                <a:close/>
                <a:moveTo>
                  <a:pt x="9537" y="6096"/>
                </a:moveTo>
                <a:lnTo>
                  <a:pt x="9537" y="6099"/>
                </a:lnTo>
                <a:cubicBezTo>
                  <a:pt x="9318" y="6099"/>
                  <a:pt x="9208" y="6362"/>
                  <a:pt x="9365" y="6519"/>
                </a:cubicBezTo>
                <a:cubicBezTo>
                  <a:pt x="9414" y="6570"/>
                  <a:pt x="9475" y="6592"/>
                  <a:pt x="9535" y="6592"/>
                </a:cubicBezTo>
                <a:cubicBezTo>
                  <a:pt x="9662" y="6592"/>
                  <a:pt x="9785" y="6492"/>
                  <a:pt x="9785" y="6344"/>
                </a:cubicBezTo>
                <a:cubicBezTo>
                  <a:pt x="9785" y="6209"/>
                  <a:pt x="9675" y="6096"/>
                  <a:pt x="9537" y="6096"/>
                </a:cubicBezTo>
                <a:close/>
                <a:moveTo>
                  <a:pt x="18073" y="6096"/>
                </a:moveTo>
                <a:lnTo>
                  <a:pt x="18073" y="6099"/>
                </a:lnTo>
                <a:cubicBezTo>
                  <a:pt x="18072" y="6099"/>
                  <a:pt x="18071" y="6099"/>
                  <a:pt x="18070" y="6099"/>
                </a:cubicBezTo>
                <a:cubicBezTo>
                  <a:pt x="17853" y="6099"/>
                  <a:pt x="17745" y="6363"/>
                  <a:pt x="17901" y="6519"/>
                </a:cubicBezTo>
                <a:cubicBezTo>
                  <a:pt x="17951" y="6570"/>
                  <a:pt x="18012" y="6592"/>
                  <a:pt x="18072" y="6592"/>
                </a:cubicBezTo>
                <a:cubicBezTo>
                  <a:pt x="18199" y="6592"/>
                  <a:pt x="18321" y="6492"/>
                  <a:pt x="18321" y="6344"/>
                </a:cubicBezTo>
                <a:cubicBezTo>
                  <a:pt x="18321" y="6209"/>
                  <a:pt x="18211" y="6096"/>
                  <a:pt x="18073" y="6096"/>
                </a:cubicBezTo>
                <a:close/>
                <a:moveTo>
                  <a:pt x="19296" y="6096"/>
                </a:moveTo>
                <a:lnTo>
                  <a:pt x="19296" y="6099"/>
                </a:lnTo>
                <a:cubicBezTo>
                  <a:pt x="19294" y="6099"/>
                  <a:pt x="19293" y="6099"/>
                  <a:pt x="19292" y="6099"/>
                </a:cubicBezTo>
                <a:cubicBezTo>
                  <a:pt x="19072" y="6099"/>
                  <a:pt x="18964" y="6363"/>
                  <a:pt x="19120" y="6519"/>
                </a:cubicBezTo>
                <a:cubicBezTo>
                  <a:pt x="19171" y="6570"/>
                  <a:pt x="19232" y="6592"/>
                  <a:pt x="19292" y="6592"/>
                </a:cubicBezTo>
                <a:cubicBezTo>
                  <a:pt x="19419" y="6592"/>
                  <a:pt x="19540" y="6492"/>
                  <a:pt x="19540" y="6344"/>
                </a:cubicBezTo>
                <a:cubicBezTo>
                  <a:pt x="19540" y="6209"/>
                  <a:pt x="19430" y="6096"/>
                  <a:pt x="19296" y="6096"/>
                </a:cubicBezTo>
                <a:close/>
                <a:moveTo>
                  <a:pt x="20515" y="6096"/>
                </a:moveTo>
                <a:lnTo>
                  <a:pt x="20515" y="6099"/>
                </a:lnTo>
                <a:cubicBezTo>
                  <a:pt x="20513" y="6099"/>
                  <a:pt x="20512" y="6099"/>
                  <a:pt x="20511" y="6099"/>
                </a:cubicBezTo>
                <a:cubicBezTo>
                  <a:pt x="20294" y="6099"/>
                  <a:pt x="20183" y="6363"/>
                  <a:pt x="20339" y="6519"/>
                </a:cubicBezTo>
                <a:cubicBezTo>
                  <a:pt x="20390" y="6570"/>
                  <a:pt x="20451" y="6592"/>
                  <a:pt x="20511" y="6592"/>
                </a:cubicBezTo>
                <a:cubicBezTo>
                  <a:pt x="20638" y="6592"/>
                  <a:pt x="20759" y="6492"/>
                  <a:pt x="20759" y="6344"/>
                </a:cubicBezTo>
                <a:cubicBezTo>
                  <a:pt x="20759" y="6209"/>
                  <a:pt x="20649" y="6099"/>
                  <a:pt x="20515" y="6096"/>
                </a:cubicBezTo>
                <a:close/>
                <a:moveTo>
                  <a:pt x="21734" y="6096"/>
                </a:moveTo>
                <a:lnTo>
                  <a:pt x="21734" y="6099"/>
                </a:lnTo>
                <a:cubicBezTo>
                  <a:pt x="21732" y="6099"/>
                  <a:pt x="21731" y="6099"/>
                  <a:pt x="21730" y="6099"/>
                </a:cubicBezTo>
                <a:cubicBezTo>
                  <a:pt x="21513" y="6099"/>
                  <a:pt x="21406" y="6363"/>
                  <a:pt x="21558" y="6519"/>
                </a:cubicBezTo>
                <a:cubicBezTo>
                  <a:pt x="21609" y="6570"/>
                  <a:pt x="21671" y="6592"/>
                  <a:pt x="21731" y="6592"/>
                </a:cubicBezTo>
                <a:cubicBezTo>
                  <a:pt x="21859" y="6592"/>
                  <a:pt x="21981" y="6492"/>
                  <a:pt x="21981" y="6344"/>
                </a:cubicBezTo>
                <a:cubicBezTo>
                  <a:pt x="21981" y="6209"/>
                  <a:pt x="21868" y="6096"/>
                  <a:pt x="21734" y="6096"/>
                </a:cubicBezTo>
                <a:close/>
                <a:moveTo>
                  <a:pt x="22949" y="6099"/>
                </a:moveTo>
                <a:cubicBezTo>
                  <a:pt x="22732" y="6099"/>
                  <a:pt x="22625" y="6363"/>
                  <a:pt x="22777" y="6519"/>
                </a:cubicBezTo>
                <a:cubicBezTo>
                  <a:pt x="22828" y="6570"/>
                  <a:pt x="22890" y="6592"/>
                  <a:pt x="22950" y="6592"/>
                </a:cubicBezTo>
                <a:cubicBezTo>
                  <a:pt x="23078" y="6592"/>
                  <a:pt x="23200" y="6492"/>
                  <a:pt x="23200" y="6344"/>
                </a:cubicBezTo>
                <a:cubicBezTo>
                  <a:pt x="23200" y="6209"/>
                  <a:pt x="23088" y="6099"/>
                  <a:pt x="22953" y="6099"/>
                </a:cubicBezTo>
                <a:cubicBezTo>
                  <a:pt x="22951" y="6099"/>
                  <a:pt x="22950" y="6099"/>
                  <a:pt x="22949" y="6099"/>
                </a:cubicBezTo>
                <a:close/>
                <a:moveTo>
                  <a:pt x="24172" y="6096"/>
                </a:moveTo>
                <a:lnTo>
                  <a:pt x="24172" y="6099"/>
                </a:lnTo>
                <a:cubicBezTo>
                  <a:pt x="23952" y="6099"/>
                  <a:pt x="23843" y="6362"/>
                  <a:pt x="23996" y="6519"/>
                </a:cubicBezTo>
                <a:cubicBezTo>
                  <a:pt x="24047" y="6570"/>
                  <a:pt x="24109" y="6592"/>
                  <a:pt x="24169" y="6592"/>
                </a:cubicBezTo>
                <a:cubicBezTo>
                  <a:pt x="24297" y="6592"/>
                  <a:pt x="24419" y="6492"/>
                  <a:pt x="24419" y="6344"/>
                </a:cubicBezTo>
                <a:cubicBezTo>
                  <a:pt x="24419" y="6209"/>
                  <a:pt x="24310" y="6096"/>
                  <a:pt x="24172" y="6096"/>
                </a:cubicBezTo>
                <a:close/>
                <a:moveTo>
                  <a:pt x="25391" y="6096"/>
                </a:moveTo>
                <a:lnTo>
                  <a:pt x="25391" y="6099"/>
                </a:lnTo>
                <a:cubicBezTo>
                  <a:pt x="25172" y="6099"/>
                  <a:pt x="25062" y="6362"/>
                  <a:pt x="25219" y="6519"/>
                </a:cubicBezTo>
                <a:cubicBezTo>
                  <a:pt x="25268" y="6570"/>
                  <a:pt x="25329" y="6592"/>
                  <a:pt x="25389" y="6592"/>
                </a:cubicBezTo>
                <a:cubicBezTo>
                  <a:pt x="25516" y="6592"/>
                  <a:pt x="25638" y="6492"/>
                  <a:pt x="25638" y="6344"/>
                </a:cubicBezTo>
                <a:cubicBezTo>
                  <a:pt x="25638" y="6209"/>
                  <a:pt x="25529" y="6096"/>
                  <a:pt x="25391" y="6096"/>
                </a:cubicBezTo>
                <a:close/>
                <a:moveTo>
                  <a:pt x="25385" y="7318"/>
                </a:moveTo>
                <a:lnTo>
                  <a:pt x="25385" y="7318"/>
                </a:lnTo>
                <a:cubicBezTo>
                  <a:pt x="25253" y="7321"/>
                  <a:pt x="25146" y="7431"/>
                  <a:pt x="25146" y="7563"/>
                </a:cubicBezTo>
                <a:cubicBezTo>
                  <a:pt x="25146" y="7569"/>
                  <a:pt x="25146" y="7572"/>
                  <a:pt x="25146" y="7575"/>
                </a:cubicBezTo>
                <a:cubicBezTo>
                  <a:pt x="25162" y="7563"/>
                  <a:pt x="25178" y="7547"/>
                  <a:pt x="25193" y="7528"/>
                </a:cubicBezTo>
                <a:cubicBezTo>
                  <a:pt x="25259" y="7459"/>
                  <a:pt x="25322" y="7387"/>
                  <a:pt x="25385" y="7318"/>
                </a:cubicBezTo>
                <a:close/>
                <a:moveTo>
                  <a:pt x="1" y="7447"/>
                </a:moveTo>
                <a:lnTo>
                  <a:pt x="1" y="7679"/>
                </a:lnTo>
                <a:cubicBezTo>
                  <a:pt x="38" y="7607"/>
                  <a:pt x="38" y="7519"/>
                  <a:pt x="1" y="7447"/>
                </a:cubicBezTo>
                <a:close/>
                <a:moveTo>
                  <a:pt x="19296" y="7318"/>
                </a:moveTo>
                <a:cubicBezTo>
                  <a:pt x="19120" y="7318"/>
                  <a:pt x="18998" y="7497"/>
                  <a:pt x="19067" y="7657"/>
                </a:cubicBezTo>
                <a:cubicBezTo>
                  <a:pt x="19158" y="7707"/>
                  <a:pt x="19249" y="7757"/>
                  <a:pt x="19343" y="7807"/>
                </a:cubicBezTo>
                <a:cubicBezTo>
                  <a:pt x="19634" y="7751"/>
                  <a:pt x="19593" y="7318"/>
                  <a:pt x="19296" y="7318"/>
                </a:cubicBezTo>
                <a:close/>
                <a:moveTo>
                  <a:pt x="1000" y="7318"/>
                </a:moveTo>
                <a:cubicBezTo>
                  <a:pt x="781" y="7318"/>
                  <a:pt x="671" y="7585"/>
                  <a:pt x="828" y="7738"/>
                </a:cubicBezTo>
                <a:cubicBezTo>
                  <a:pt x="878" y="7789"/>
                  <a:pt x="940" y="7812"/>
                  <a:pt x="1000" y="7812"/>
                </a:cubicBezTo>
                <a:cubicBezTo>
                  <a:pt x="1126" y="7812"/>
                  <a:pt x="1248" y="7713"/>
                  <a:pt x="1248" y="7563"/>
                </a:cubicBezTo>
                <a:cubicBezTo>
                  <a:pt x="1248" y="7428"/>
                  <a:pt x="1138" y="7318"/>
                  <a:pt x="1000" y="7318"/>
                </a:cubicBezTo>
                <a:close/>
                <a:moveTo>
                  <a:pt x="2223" y="7318"/>
                </a:moveTo>
                <a:cubicBezTo>
                  <a:pt x="2000" y="7318"/>
                  <a:pt x="1890" y="7585"/>
                  <a:pt x="2047" y="7738"/>
                </a:cubicBezTo>
                <a:cubicBezTo>
                  <a:pt x="2098" y="7789"/>
                  <a:pt x="2160" y="7812"/>
                  <a:pt x="2221" y="7812"/>
                </a:cubicBezTo>
                <a:cubicBezTo>
                  <a:pt x="2347" y="7812"/>
                  <a:pt x="2467" y="7713"/>
                  <a:pt x="2467" y="7563"/>
                </a:cubicBezTo>
                <a:cubicBezTo>
                  <a:pt x="2467" y="7428"/>
                  <a:pt x="2357" y="7318"/>
                  <a:pt x="2223" y="7318"/>
                </a:cubicBezTo>
                <a:close/>
                <a:moveTo>
                  <a:pt x="3442" y="7318"/>
                </a:moveTo>
                <a:cubicBezTo>
                  <a:pt x="3222" y="7318"/>
                  <a:pt x="3110" y="7585"/>
                  <a:pt x="3266" y="7738"/>
                </a:cubicBezTo>
                <a:cubicBezTo>
                  <a:pt x="3317" y="7789"/>
                  <a:pt x="3379" y="7812"/>
                  <a:pt x="3440" y="7812"/>
                </a:cubicBezTo>
                <a:cubicBezTo>
                  <a:pt x="3566" y="7812"/>
                  <a:pt x="3686" y="7713"/>
                  <a:pt x="3686" y="7563"/>
                </a:cubicBezTo>
                <a:cubicBezTo>
                  <a:pt x="3686" y="7428"/>
                  <a:pt x="3576" y="7318"/>
                  <a:pt x="3442" y="7318"/>
                </a:cubicBezTo>
                <a:close/>
                <a:moveTo>
                  <a:pt x="4661" y="7318"/>
                </a:moveTo>
                <a:cubicBezTo>
                  <a:pt x="4441" y="7318"/>
                  <a:pt x="4332" y="7585"/>
                  <a:pt x="4485" y="7738"/>
                </a:cubicBezTo>
                <a:cubicBezTo>
                  <a:pt x="4536" y="7789"/>
                  <a:pt x="4598" y="7812"/>
                  <a:pt x="4660" y="7812"/>
                </a:cubicBezTo>
                <a:cubicBezTo>
                  <a:pt x="4787" y="7812"/>
                  <a:pt x="4908" y="7713"/>
                  <a:pt x="4908" y="7563"/>
                </a:cubicBezTo>
                <a:cubicBezTo>
                  <a:pt x="4908" y="7428"/>
                  <a:pt x="4795" y="7318"/>
                  <a:pt x="4661" y="7318"/>
                </a:cubicBezTo>
                <a:close/>
                <a:moveTo>
                  <a:pt x="5880" y="7318"/>
                </a:moveTo>
                <a:cubicBezTo>
                  <a:pt x="5660" y="7318"/>
                  <a:pt x="5551" y="7585"/>
                  <a:pt x="5704" y="7738"/>
                </a:cubicBezTo>
                <a:cubicBezTo>
                  <a:pt x="5755" y="7789"/>
                  <a:pt x="5818" y="7812"/>
                  <a:pt x="5879" y="7812"/>
                </a:cubicBezTo>
                <a:cubicBezTo>
                  <a:pt x="6006" y="7812"/>
                  <a:pt x="6127" y="7713"/>
                  <a:pt x="6127" y="7563"/>
                </a:cubicBezTo>
                <a:cubicBezTo>
                  <a:pt x="6127" y="7428"/>
                  <a:pt x="6015" y="7318"/>
                  <a:pt x="5880" y="7318"/>
                </a:cubicBezTo>
                <a:close/>
                <a:moveTo>
                  <a:pt x="7099" y="7318"/>
                </a:moveTo>
                <a:cubicBezTo>
                  <a:pt x="6879" y="7318"/>
                  <a:pt x="6770" y="7585"/>
                  <a:pt x="6923" y="7738"/>
                </a:cubicBezTo>
                <a:cubicBezTo>
                  <a:pt x="6974" y="7789"/>
                  <a:pt x="7037" y="7812"/>
                  <a:pt x="7098" y="7812"/>
                </a:cubicBezTo>
                <a:cubicBezTo>
                  <a:pt x="7225" y="7812"/>
                  <a:pt x="7346" y="7713"/>
                  <a:pt x="7346" y="7563"/>
                </a:cubicBezTo>
                <a:cubicBezTo>
                  <a:pt x="7346" y="7428"/>
                  <a:pt x="7237" y="7318"/>
                  <a:pt x="7099" y="7318"/>
                </a:cubicBezTo>
                <a:close/>
                <a:moveTo>
                  <a:pt x="8318" y="7318"/>
                </a:moveTo>
                <a:cubicBezTo>
                  <a:pt x="8099" y="7318"/>
                  <a:pt x="7989" y="7585"/>
                  <a:pt x="8146" y="7738"/>
                </a:cubicBezTo>
                <a:cubicBezTo>
                  <a:pt x="8195" y="7789"/>
                  <a:pt x="8257" y="7812"/>
                  <a:pt x="8318" y="7812"/>
                </a:cubicBezTo>
                <a:cubicBezTo>
                  <a:pt x="8444" y="7812"/>
                  <a:pt x="8565" y="7713"/>
                  <a:pt x="8565" y="7563"/>
                </a:cubicBezTo>
                <a:cubicBezTo>
                  <a:pt x="8565" y="7428"/>
                  <a:pt x="8456" y="7318"/>
                  <a:pt x="8318" y="7318"/>
                </a:cubicBezTo>
                <a:close/>
                <a:moveTo>
                  <a:pt x="9537" y="7318"/>
                </a:moveTo>
                <a:cubicBezTo>
                  <a:pt x="9318" y="7318"/>
                  <a:pt x="9208" y="7585"/>
                  <a:pt x="9365" y="7738"/>
                </a:cubicBezTo>
                <a:cubicBezTo>
                  <a:pt x="9414" y="7789"/>
                  <a:pt x="9476" y="7812"/>
                  <a:pt x="9537" y="7812"/>
                </a:cubicBezTo>
                <a:cubicBezTo>
                  <a:pt x="9663" y="7812"/>
                  <a:pt x="9785" y="7713"/>
                  <a:pt x="9785" y="7563"/>
                </a:cubicBezTo>
                <a:cubicBezTo>
                  <a:pt x="9785" y="7428"/>
                  <a:pt x="9675" y="7318"/>
                  <a:pt x="9537" y="7318"/>
                </a:cubicBezTo>
                <a:close/>
                <a:moveTo>
                  <a:pt x="20515" y="7318"/>
                </a:moveTo>
                <a:cubicBezTo>
                  <a:pt x="20295" y="7318"/>
                  <a:pt x="20182" y="7581"/>
                  <a:pt x="20339" y="7738"/>
                </a:cubicBezTo>
                <a:cubicBezTo>
                  <a:pt x="20390" y="7789"/>
                  <a:pt x="20452" y="7812"/>
                  <a:pt x="20513" y="7812"/>
                </a:cubicBezTo>
                <a:cubicBezTo>
                  <a:pt x="20639" y="7812"/>
                  <a:pt x="20759" y="7713"/>
                  <a:pt x="20759" y="7563"/>
                </a:cubicBezTo>
                <a:cubicBezTo>
                  <a:pt x="20759" y="7428"/>
                  <a:pt x="20649" y="7318"/>
                  <a:pt x="20515" y="7318"/>
                </a:cubicBezTo>
                <a:close/>
                <a:moveTo>
                  <a:pt x="21734" y="7318"/>
                </a:moveTo>
                <a:cubicBezTo>
                  <a:pt x="21514" y="7318"/>
                  <a:pt x="21405" y="7585"/>
                  <a:pt x="21558" y="7738"/>
                </a:cubicBezTo>
                <a:cubicBezTo>
                  <a:pt x="21609" y="7789"/>
                  <a:pt x="21671" y="7812"/>
                  <a:pt x="21733" y="7812"/>
                </a:cubicBezTo>
                <a:cubicBezTo>
                  <a:pt x="21860" y="7812"/>
                  <a:pt x="21981" y="7713"/>
                  <a:pt x="21981" y="7563"/>
                </a:cubicBezTo>
                <a:cubicBezTo>
                  <a:pt x="21981" y="7428"/>
                  <a:pt x="21868" y="7318"/>
                  <a:pt x="21734" y="7318"/>
                </a:cubicBezTo>
                <a:close/>
                <a:moveTo>
                  <a:pt x="22953" y="7318"/>
                </a:moveTo>
                <a:cubicBezTo>
                  <a:pt x="22733" y="7318"/>
                  <a:pt x="22624" y="7585"/>
                  <a:pt x="22777" y="7738"/>
                </a:cubicBezTo>
                <a:cubicBezTo>
                  <a:pt x="22828" y="7789"/>
                  <a:pt x="22891" y="7812"/>
                  <a:pt x="22952" y="7812"/>
                </a:cubicBezTo>
                <a:cubicBezTo>
                  <a:pt x="23079" y="7812"/>
                  <a:pt x="23200" y="7713"/>
                  <a:pt x="23200" y="7563"/>
                </a:cubicBezTo>
                <a:cubicBezTo>
                  <a:pt x="23200" y="7428"/>
                  <a:pt x="23088" y="7318"/>
                  <a:pt x="22953" y="7318"/>
                </a:cubicBezTo>
                <a:close/>
                <a:moveTo>
                  <a:pt x="24172" y="7318"/>
                </a:moveTo>
                <a:cubicBezTo>
                  <a:pt x="23952" y="7318"/>
                  <a:pt x="23843" y="7585"/>
                  <a:pt x="23996" y="7738"/>
                </a:cubicBezTo>
                <a:cubicBezTo>
                  <a:pt x="24047" y="7789"/>
                  <a:pt x="24110" y="7812"/>
                  <a:pt x="24171" y="7812"/>
                </a:cubicBezTo>
                <a:cubicBezTo>
                  <a:pt x="24298" y="7812"/>
                  <a:pt x="24419" y="7713"/>
                  <a:pt x="24419" y="7563"/>
                </a:cubicBezTo>
                <a:cubicBezTo>
                  <a:pt x="24419" y="7428"/>
                  <a:pt x="24310" y="7318"/>
                  <a:pt x="24172" y="7318"/>
                </a:cubicBezTo>
                <a:close/>
                <a:moveTo>
                  <a:pt x="21734" y="8537"/>
                </a:moveTo>
                <a:cubicBezTo>
                  <a:pt x="21627" y="8537"/>
                  <a:pt x="21533" y="8603"/>
                  <a:pt x="21502" y="8703"/>
                </a:cubicBezTo>
                <a:cubicBezTo>
                  <a:pt x="21659" y="8741"/>
                  <a:pt x="21818" y="8772"/>
                  <a:pt x="21978" y="8794"/>
                </a:cubicBezTo>
                <a:cubicBezTo>
                  <a:pt x="21978" y="8791"/>
                  <a:pt x="21981" y="8788"/>
                  <a:pt x="21981" y="8782"/>
                </a:cubicBezTo>
                <a:cubicBezTo>
                  <a:pt x="21981" y="8647"/>
                  <a:pt x="21868" y="8537"/>
                  <a:pt x="21734" y="8537"/>
                </a:cubicBezTo>
                <a:close/>
                <a:moveTo>
                  <a:pt x="22948" y="8537"/>
                </a:moveTo>
                <a:cubicBezTo>
                  <a:pt x="22800" y="8537"/>
                  <a:pt x="22684" y="8674"/>
                  <a:pt x="22708" y="8822"/>
                </a:cubicBezTo>
                <a:cubicBezTo>
                  <a:pt x="22874" y="8810"/>
                  <a:pt x="23037" y="8788"/>
                  <a:pt x="23197" y="8750"/>
                </a:cubicBezTo>
                <a:cubicBezTo>
                  <a:pt x="23182" y="8628"/>
                  <a:pt x="23078" y="8537"/>
                  <a:pt x="22953" y="8537"/>
                </a:cubicBezTo>
                <a:cubicBezTo>
                  <a:pt x="22951" y="8537"/>
                  <a:pt x="22949" y="8537"/>
                  <a:pt x="22948" y="8537"/>
                </a:cubicBezTo>
                <a:close/>
                <a:moveTo>
                  <a:pt x="1" y="8669"/>
                </a:moveTo>
                <a:lnTo>
                  <a:pt x="1" y="8898"/>
                </a:lnTo>
                <a:cubicBezTo>
                  <a:pt x="38" y="8826"/>
                  <a:pt x="38" y="8741"/>
                  <a:pt x="1" y="8669"/>
                </a:cubicBezTo>
                <a:close/>
                <a:moveTo>
                  <a:pt x="1000" y="8537"/>
                </a:moveTo>
                <a:cubicBezTo>
                  <a:pt x="781" y="8537"/>
                  <a:pt x="671" y="8804"/>
                  <a:pt x="828" y="8957"/>
                </a:cubicBezTo>
                <a:cubicBezTo>
                  <a:pt x="878" y="9008"/>
                  <a:pt x="940" y="9031"/>
                  <a:pt x="1001" y="9031"/>
                </a:cubicBezTo>
                <a:cubicBezTo>
                  <a:pt x="1127" y="9031"/>
                  <a:pt x="1248" y="8933"/>
                  <a:pt x="1248" y="8785"/>
                </a:cubicBezTo>
                <a:cubicBezTo>
                  <a:pt x="1248" y="8647"/>
                  <a:pt x="1138" y="8537"/>
                  <a:pt x="1000" y="8537"/>
                </a:cubicBezTo>
                <a:close/>
                <a:moveTo>
                  <a:pt x="2223" y="8537"/>
                </a:moveTo>
                <a:cubicBezTo>
                  <a:pt x="2000" y="8537"/>
                  <a:pt x="1890" y="8804"/>
                  <a:pt x="2047" y="8957"/>
                </a:cubicBezTo>
                <a:cubicBezTo>
                  <a:pt x="2097" y="9008"/>
                  <a:pt x="2159" y="9031"/>
                  <a:pt x="2220" y="9031"/>
                </a:cubicBezTo>
                <a:cubicBezTo>
                  <a:pt x="2346" y="9031"/>
                  <a:pt x="2467" y="8933"/>
                  <a:pt x="2467" y="8785"/>
                </a:cubicBezTo>
                <a:cubicBezTo>
                  <a:pt x="2467" y="8647"/>
                  <a:pt x="2357" y="8537"/>
                  <a:pt x="2223" y="8537"/>
                </a:cubicBezTo>
                <a:close/>
                <a:moveTo>
                  <a:pt x="3442" y="8537"/>
                </a:moveTo>
                <a:cubicBezTo>
                  <a:pt x="3222" y="8537"/>
                  <a:pt x="3110" y="8804"/>
                  <a:pt x="3266" y="8957"/>
                </a:cubicBezTo>
                <a:cubicBezTo>
                  <a:pt x="3317" y="9008"/>
                  <a:pt x="3379" y="9031"/>
                  <a:pt x="3440" y="9031"/>
                </a:cubicBezTo>
                <a:cubicBezTo>
                  <a:pt x="3566" y="9031"/>
                  <a:pt x="3686" y="8933"/>
                  <a:pt x="3686" y="8785"/>
                </a:cubicBezTo>
                <a:cubicBezTo>
                  <a:pt x="3686" y="8647"/>
                  <a:pt x="3576" y="8537"/>
                  <a:pt x="3442" y="8537"/>
                </a:cubicBezTo>
                <a:close/>
                <a:moveTo>
                  <a:pt x="4661" y="8537"/>
                </a:moveTo>
                <a:cubicBezTo>
                  <a:pt x="4441" y="8537"/>
                  <a:pt x="4332" y="8804"/>
                  <a:pt x="4485" y="8957"/>
                </a:cubicBezTo>
                <a:cubicBezTo>
                  <a:pt x="4536" y="9008"/>
                  <a:pt x="4599" y="9031"/>
                  <a:pt x="4660" y="9031"/>
                </a:cubicBezTo>
                <a:cubicBezTo>
                  <a:pt x="4787" y="9031"/>
                  <a:pt x="4908" y="8933"/>
                  <a:pt x="4908" y="8785"/>
                </a:cubicBezTo>
                <a:cubicBezTo>
                  <a:pt x="4908" y="8647"/>
                  <a:pt x="4795" y="8537"/>
                  <a:pt x="4661" y="8537"/>
                </a:cubicBezTo>
                <a:close/>
                <a:moveTo>
                  <a:pt x="5880" y="8537"/>
                </a:moveTo>
                <a:cubicBezTo>
                  <a:pt x="5660" y="8537"/>
                  <a:pt x="5551" y="8804"/>
                  <a:pt x="5704" y="8957"/>
                </a:cubicBezTo>
                <a:cubicBezTo>
                  <a:pt x="5755" y="9008"/>
                  <a:pt x="5818" y="9031"/>
                  <a:pt x="5879" y="9031"/>
                </a:cubicBezTo>
                <a:cubicBezTo>
                  <a:pt x="6006" y="9031"/>
                  <a:pt x="6127" y="8933"/>
                  <a:pt x="6127" y="8785"/>
                </a:cubicBezTo>
                <a:cubicBezTo>
                  <a:pt x="6127" y="8647"/>
                  <a:pt x="6015" y="8537"/>
                  <a:pt x="5880" y="8537"/>
                </a:cubicBezTo>
                <a:close/>
                <a:moveTo>
                  <a:pt x="7099" y="8537"/>
                </a:moveTo>
                <a:cubicBezTo>
                  <a:pt x="6879" y="8537"/>
                  <a:pt x="6770" y="8804"/>
                  <a:pt x="6923" y="8957"/>
                </a:cubicBezTo>
                <a:cubicBezTo>
                  <a:pt x="6974" y="9008"/>
                  <a:pt x="7037" y="9031"/>
                  <a:pt x="7098" y="9031"/>
                </a:cubicBezTo>
                <a:cubicBezTo>
                  <a:pt x="7225" y="9031"/>
                  <a:pt x="7346" y="8933"/>
                  <a:pt x="7346" y="8785"/>
                </a:cubicBezTo>
                <a:cubicBezTo>
                  <a:pt x="7346" y="8647"/>
                  <a:pt x="7237" y="8537"/>
                  <a:pt x="7099" y="8537"/>
                </a:cubicBezTo>
                <a:close/>
                <a:moveTo>
                  <a:pt x="8318" y="8537"/>
                </a:moveTo>
                <a:cubicBezTo>
                  <a:pt x="8099" y="8537"/>
                  <a:pt x="7989" y="8804"/>
                  <a:pt x="8146" y="8957"/>
                </a:cubicBezTo>
                <a:cubicBezTo>
                  <a:pt x="8195" y="9008"/>
                  <a:pt x="8257" y="9031"/>
                  <a:pt x="8318" y="9031"/>
                </a:cubicBezTo>
                <a:cubicBezTo>
                  <a:pt x="8444" y="9031"/>
                  <a:pt x="8565" y="8933"/>
                  <a:pt x="8565" y="8785"/>
                </a:cubicBezTo>
                <a:cubicBezTo>
                  <a:pt x="8565" y="8647"/>
                  <a:pt x="8456" y="8537"/>
                  <a:pt x="8318" y="8537"/>
                </a:cubicBezTo>
                <a:close/>
                <a:moveTo>
                  <a:pt x="9537" y="8537"/>
                </a:moveTo>
                <a:cubicBezTo>
                  <a:pt x="9318" y="8537"/>
                  <a:pt x="9208" y="8804"/>
                  <a:pt x="9365" y="8957"/>
                </a:cubicBezTo>
                <a:cubicBezTo>
                  <a:pt x="9415" y="9008"/>
                  <a:pt x="9476" y="9031"/>
                  <a:pt x="9537" y="9031"/>
                </a:cubicBezTo>
                <a:cubicBezTo>
                  <a:pt x="9663" y="9031"/>
                  <a:pt x="9785" y="8933"/>
                  <a:pt x="9785" y="8785"/>
                </a:cubicBezTo>
                <a:cubicBezTo>
                  <a:pt x="9785" y="8647"/>
                  <a:pt x="9675" y="8537"/>
                  <a:pt x="9537" y="8537"/>
                </a:cubicBezTo>
                <a:close/>
                <a:moveTo>
                  <a:pt x="1" y="9888"/>
                </a:moveTo>
                <a:lnTo>
                  <a:pt x="1" y="10120"/>
                </a:lnTo>
                <a:cubicBezTo>
                  <a:pt x="38" y="10045"/>
                  <a:pt x="38" y="9960"/>
                  <a:pt x="1" y="9888"/>
                </a:cubicBezTo>
                <a:close/>
                <a:moveTo>
                  <a:pt x="1000" y="9756"/>
                </a:moveTo>
                <a:cubicBezTo>
                  <a:pt x="781" y="9756"/>
                  <a:pt x="671" y="10023"/>
                  <a:pt x="828" y="10176"/>
                </a:cubicBezTo>
                <a:cubicBezTo>
                  <a:pt x="878" y="10227"/>
                  <a:pt x="940" y="10250"/>
                  <a:pt x="1001" y="10250"/>
                </a:cubicBezTo>
                <a:cubicBezTo>
                  <a:pt x="1127" y="10250"/>
                  <a:pt x="1248" y="10152"/>
                  <a:pt x="1248" y="10004"/>
                </a:cubicBezTo>
                <a:cubicBezTo>
                  <a:pt x="1248" y="9866"/>
                  <a:pt x="1138" y="9756"/>
                  <a:pt x="1000" y="9756"/>
                </a:cubicBezTo>
                <a:close/>
                <a:moveTo>
                  <a:pt x="2223" y="9756"/>
                </a:moveTo>
                <a:cubicBezTo>
                  <a:pt x="2000" y="9756"/>
                  <a:pt x="1890" y="10023"/>
                  <a:pt x="2047" y="10176"/>
                </a:cubicBezTo>
                <a:cubicBezTo>
                  <a:pt x="2097" y="10227"/>
                  <a:pt x="2159" y="10250"/>
                  <a:pt x="2220" y="10250"/>
                </a:cubicBezTo>
                <a:cubicBezTo>
                  <a:pt x="2346" y="10250"/>
                  <a:pt x="2467" y="10152"/>
                  <a:pt x="2467" y="10004"/>
                </a:cubicBezTo>
                <a:cubicBezTo>
                  <a:pt x="2467" y="9866"/>
                  <a:pt x="2357" y="9756"/>
                  <a:pt x="2223" y="9756"/>
                </a:cubicBezTo>
                <a:close/>
                <a:moveTo>
                  <a:pt x="3442" y="9756"/>
                </a:moveTo>
                <a:cubicBezTo>
                  <a:pt x="3222" y="9756"/>
                  <a:pt x="3110" y="10023"/>
                  <a:pt x="3266" y="10176"/>
                </a:cubicBezTo>
                <a:cubicBezTo>
                  <a:pt x="3317" y="10227"/>
                  <a:pt x="3379" y="10250"/>
                  <a:pt x="3440" y="10250"/>
                </a:cubicBezTo>
                <a:cubicBezTo>
                  <a:pt x="3566" y="10250"/>
                  <a:pt x="3686" y="10152"/>
                  <a:pt x="3686" y="10004"/>
                </a:cubicBezTo>
                <a:cubicBezTo>
                  <a:pt x="3686" y="9866"/>
                  <a:pt x="3576" y="9756"/>
                  <a:pt x="3442" y="9756"/>
                </a:cubicBezTo>
                <a:close/>
                <a:moveTo>
                  <a:pt x="4661" y="9756"/>
                </a:moveTo>
                <a:cubicBezTo>
                  <a:pt x="4441" y="9756"/>
                  <a:pt x="4332" y="10023"/>
                  <a:pt x="4485" y="10176"/>
                </a:cubicBezTo>
                <a:cubicBezTo>
                  <a:pt x="4536" y="10227"/>
                  <a:pt x="4599" y="10250"/>
                  <a:pt x="4660" y="10250"/>
                </a:cubicBezTo>
                <a:cubicBezTo>
                  <a:pt x="4787" y="10250"/>
                  <a:pt x="4908" y="10152"/>
                  <a:pt x="4908" y="10004"/>
                </a:cubicBezTo>
                <a:cubicBezTo>
                  <a:pt x="4908" y="9866"/>
                  <a:pt x="4795" y="9756"/>
                  <a:pt x="4661" y="9756"/>
                </a:cubicBezTo>
                <a:close/>
                <a:moveTo>
                  <a:pt x="5880" y="9756"/>
                </a:moveTo>
                <a:cubicBezTo>
                  <a:pt x="5660" y="9756"/>
                  <a:pt x="5551" y="10023"/>
                  <a:pt x="5704" y="10176"/>
                </a:cubicBezTo>
                <a:cubicBezTo>
                  <a:pt x="5755" y="10227"/>
                  <a:pt x="5818" y="10250"/>
                  <a:pt x="5879" y="10250"/>
                </a:cubicBezTo>
                <a:cubicBezTo>
                  <a:pt x="6006" y="10250"/>
                  <a:pt x="6127" y="10152"/>
                  <a:pt x="6127" y="10004"/>
                </a:cubicBezTo>
                <a:cubicBezTo>
                  <a:pt x="6127" y="9866"/>
                  <a:pt x="6015" y="9756"/>
                  <a:pt x="5880" y="9756"/>
                </a:cubicBezTo>
                <a:close/>
                <a:moveTo>
                  <a:pt x="7099" y="9756"/>
                </a:moveTo>
                <a:cubicBezTo>
                  <a:pt x="6879" y="9756"/>
                  <a:pt x="6770" y="10023"/>
                  <a:pt x="6923" y="10176"/>
                </a:cubicBezTo>
                <a:cubicBezTo>
                  <a:pt x="6974" y="10227"/>
                  <a:pt x="7037" y="10250"/>
                  <a:pt x="7098" y="10250"/>
                </a:cubicBezTo>
                <a:cubicBezTo>
                  <a:pt x="7225" y="10250"/>
                  <a:pt x="7346" y="10152"/>
                  <a:pt x="7346" y="10004"/>
                </a:cubicBezTo>
                <a:cubicBezTo>
                  <a:pt x="7346" y="9866"/>
                  <a:pt x="7237" y="9756"/>
                  <a:pt x="7099" y="9756"/>
                </a:cubicBezTo>
                <a:close/>
                <a:moveTo>
                  <a:pt x="8318" y="9756"/>
                </a:moveTo>
                <a:cubicBezTo>
                  <a:pt x="8099" y="9756"/>
                  <a:pt x="7989" y="10023"/>
                  <a:pt x="8146" y="10176"/>
                </a:cubicBezTo>
                <a:cubicBezTo>
                  <a:pt x="8195" y="10227"/>
                  <a:pt x="8257" y="10250"/>
                  <a:pt x="8318" y="10250"/>
                </a:cubicBezTo>
                <a:cubicBezTo>
                  <a:pt x="8444" y="10250"/>
                  <a:pt x="8565" y="10152"/>
                  <a:pt x="8565" y="10004"/>
                </a:cubicBezTo>
                <a:cubicBezTo>
                  <a:pt x="8565" y="9866"/>
                  <a:pt x="8456" y="9756"/>
                  <a:pt x="8318" y="9756"/>
                </a:cubicBezTo>
                <a:close/>
                <a:moveTo>
                  <a:pt x="9537" y="9756"/>
                </a:moveTo>
                <a:cubicBezTo>
                  <a:pt x="9318" y="9756"/>
                  <a:pt x="9208" y="10023"/>
                  <a:pt x="9365" y="10176"/>
                </a:cubicBezTo>
                <a:cubicBezTo>
                  <a:pt x="9415" y="10227"/>
                  <a:pt x="9476" y="10250"/>
                  <a:pt x="9537" y="10250"/>
                </a:cubicBezTo>
                <a:cubicBezTo>
                  <a:pt x="9663" y="10250"/>
                  <a:pt x="9785" y="10152"/>
                  <a:pt x="9785" y="10004"/>
                </a:cubicBezTo>
                <a:cubicBezTo>
                  <a:pt x="9785" y="9866"/>
                  <a:pt x="9675" y="9756"/>
                  <a:pt x="9537" y="9756"/>
                </a:cubicBezTo>
                <a:close/>
                <a:moveTo>
                  <a:pt x="1" y="11107"/>
                </a:moveTo>
                <a:lnTo>
                  <a:pt x="1" y="11339"/>
                </a:lnTo>
                <a:cubicBezTo>
                  <a:pt x="38" y="11267"/>
                  <a:pt x="38" y="11179"/>
                  <a:pt x="1" y="11107"/>
                </a:cubicBezTo>
                <a:close/>
                <a:moveTo>
                  <a:pt x="1000" y="10975"/>
                </a:moveTo>
                <a:cubicBezTo>
                  <a:pt x="781" y="10975"/>
                  <a:pt x="671" y="11242"/>
                  <a:pt x="828" y="11395"/>
                </a:cubicBezTo>
                <a:cubicBezTo>
                  <a:pt x="878" y="11446"/>
                  <a:pt x="940" y="11469"/>
                  <a:pt x="1001" y="11469"/>
                </a:cubicBezTo>
                <a:cubicBezTo>
                  <a:pt x="1127" y="11469"/>
                  <a:pt x="1248" y="11371"/>
                  <a:pt x="1248" y="11223"/>
                </a:cubicBezTo>
                <a:cubicBezTo>
                  <a:pt x="1248" y="11085"/>
                  <a:pt x="1138" y="10975"/>
                  <a:pt x="1000" y="10975"/>
                </a:cubicBezTo>
                <a:close/>
                <a:moveTo>
                  <a:pt x="2223" y="10975"/>
                </a:moveTo>
                <a:cubicBezTo>
                  <a:pt x="2000" y="10975"/>
                  <a:pt x="1890" y="11242"/>
                  <a:pt x="2047" y="11395"/>
                </a:cubicBezTo>
                <a:cubicBezTo>
                  <a:pt x="2098" y="11446"/>
                  <a:pt x="2160" y="11469"/>
                  <a:pt x="2221" y="11469"/>
                </a:cubicBezTo>
                <a:cubicBezTo>
                  <a:pt x="2347" y="11469"/>
                  <a:pt x="2467" y="11371"/>
                  <a:pt x="2467" y="11223"/>
                </a:cubicBezTo>
                <a:cubicBezTo>
                  <a:pt x="2467" y="11085"/>
                  <a:pt x="2357" y="10975"/>
                  <a:pt x="2223" y="10975"/>
                </a:cubicBezTo>
                <a:close/>
                <a:moveTo>
                  <a:pt x="3442" y="10975"/>
                </a:moveTo>
                <a:cubicBezTo>
                  <a:pt x="3219" y="10975"/>
                  <a:pt x="3110" y="11242"/>
                  <a:pt x="3266" y="11395"/>
                </a:cubicBezTo>
                <a:cubicBezTo>
                  <a:pt x="3317" y="11446"/>
                  <a:pt x="3379" y="11469"/>
                  <a:pt x="3440" y="11469"/>
                </a:cubicBezTo>
                <a:cubicBezTo>
                  <a:pt x="3566" y="11469"/>
                  <a:pt x="3686" y="11371"/>
                  <a:pt x="3686" y="11223"/>
                </a:cubicBezTo>
                <a:cubicBezTo>
                  <a:pt x="3686" y="11085"/>
                  <a:pt x="3576" y="10975"/>
                  <a:pt x="3442" y="10975"/>
                </a:cubicBezTo>
                <a:close/>
                <a:moveTo>
                  <a:pt x="4661" y="10975"/>
                </a:moveTo>
                <a:cubicBezTo>
                  <a:pt x="4441" y="10975"/>
                  <a:pt x="4332" y="11242"/>
                  <a:pt x="4485" y="11395"/>
                </a:cubicBezTo>
                <a:cubicBezTo>
                  <a:pt x="4536" y="11446"/>
                  <a:pt x="4599" y="11469"/>
                  <a:pt x="4660" y="11469"/>
                </a:cubicBezTo>
                <a:cubicBezTo>
                  <a:pt x="4787" y="11469"/>
                  <a:pt x="4908" y="11371"/>
                  <a:pt x="4908" y="11223"/>
                </a:cubicBezTo>
                <a:cubicBezTo>
                  <a:pt x="4905" y="11085"/>
                  <a:pt x="4795" y="10975"/>
                  <a:pt x="4661" y="10975"/>
                </a:cubicBezTo>
                <a:close/>
                <a:moveTo>
                  <a:pt x="5880" y="10975"/>
                </a:moveTo>
                <a:cubicBezTo>
                  <a:pt x="5660" y="10975"/>
                  <a:pt x="5551" y="11242"/>
                  <a:pt x="5704" y="11395"/>
                </a:cubicBezTo>
                <a:cubicBezTo>
                  <a:pt x="5755" y="11446"/>
                  <a:pt x="5818" y="11469"/>
                  <a:pt x="5879" y="11469"/>
                </a:cubicBezTo>
                <a:cubicBezTo>
                  <a:pt x="6006" y="11469"/>
                  <a:pt x="6127" y="11371"/>
                  <a:pt x="6127" y="11223"/>
                </a:cubicBezTo>
                <a:cubicBezTo>
                  <a:pt x="6127" y="11085"/>
                  <a:pt x="6015" y="10975"/>
                  <a:pt x="5880" y="10975"/>
                </a:cubicBezTo>
                <a:close/>
                <a:moveTo>
                  <a:pt x="7099" y="10975"/>
                </a:moveTo>
                <a:cubicBezTo>
                  <a:pt x="6879" y="10975"/>
                  <a:pt x="6770" y="11242"/>
                  <a:pt x="6923" y="11395"/>
                </a:cubicBezTo>
                <a:cubicBezTo>
                  <a:pt x="6974" y="11446"/>
                  <a:pt x="7037" y="11469"/>
                  <a:pt x="7098" y="11469"/>
                </a:cubicBezTo>
                <a:cubicBezTo>
                  <a:pt x="7225" y="11469"/>
                  <a:pt x="7346" y="11371"/>
                  <a:pt x="7346" y="11223"/>
                </a:cubicBezTo>
                <a:cubicBezTo>
                  <a:pt x="7346" y="11085"/>
                  <a:pt x="7237" y="10975"/>
                  <a:pt x="7099" y="10975"/>
                </a:cubicBezTo>
                <a:close/>
                <a:moveTo>
                  <a:pt x="8318" y="10975"/>
                </a:moveTo>
                <a:cubicBezTo>
                  <a:pt x="8099" y="10975"/>
                  <a:pt x="7989" y="11242"/>
                  <a:pt x="8146" y="11395"/>
                </a:cubicBezTo>
                <a:cubicBezTo>
                  <a:pt x="8195" y="11446"/>
                  <a:pt x="8257" y="11469"/>
                  <a:pt x="8318" y="11469"/>
                </a:cubicBezTo>
                <a:cubicBezTo>
                  <a:pt x="8444" y="11469"/>
                  <a:pt x="8565" y="11371"/>
                  <a:pt x="8565" y="11223"/>
                </a:cubicBezTo>
                <a:cubicBezTo>
                  <a:pt x="8565" y="11085"/>
                  <a:pt x="8456" y="10975"/>
                  <a:pt x="8318" y="10975"/>
                </a:cubicBezTo>
                <a:close/>
                <a:moveTo>
                  <a:pt x="9537" y="10975"/>
                </a:moveTo>
                <a:cubicBezTo>
                  <a:pt x="9318" y="10975"/>
                  <a:pt x="9208" y="11242"/>
                  <a:pt x="9365" y="11395"/>
                </a:cubicBezTo>
                <a:cubicBezTo>
                  <a:pt x="9415" y="11446"/>
                  <a:pt x="9476" y="11469"/>
                  <a:pt x="9537" y="11469"/>
                </a:cubicBezTo>
                <a:cubicBezTo>
                  <a:pt x="9663" y="11469"/>
                  <a:pt x="9785" y="11371"/>
                  <a:pt x="9785" y="11223"/>
                </a:cubicBezTo>
                <a:cubicBezTo>
                  <a:pt x="9785" y="11085"/>
                  <a:pt x="9675" y="10975"/>
                  <a:pt x="9537" y="10975"/>
                </a:cubicBezTo>
                <a:close/>
                <a:moveTo>
                  <a:pt x="1" y="12326"/>
                </a:moveTo>
                <a:lnTo>
                  <a:pt x="1" y="12558"/>
                </a:lnTo>
                <a:cubicBezTo>
                  <a:pt x="38" y="12486"/>
                  <a:pt x="38" y="12398"/>
                  <a:pt x="1" y="12326"/>
                </a:cubicBezTo>
                <a:close/>
                <a:moveTo>
                  <a:pt x="1000" y="12194"/>
                </a:moveTo>
                <a:cubicBezTo>
                  <a:pt x="781" y="12194"/>
                  <a:pt x="671" y="12461"/>
                  <a:pt x="828" y="12618"/>
                </a:cubicBezTo>
                <a:cubicBezTo>
                  <a:pt x="878" y="12667"/>
                  <a:pt x="939" y="12689"/>
                  <a:pt x="999" y="12689"/>
                </a:cubicBezTo>
                <a:cubicBezTo>
                  <a:pt x="1126" y="12689"/>
                  <a:pt x="1248" y="12591"/>
                  <a:pt x="1248" y="12442"/>
                </a:cubicBezTo>
                <a:cubicBezTo>
                  <a:pt x="1248" y="12304"/>
                  <a:pt x="1138" y="12194"/>
                  <a:pt x="1000" y="12194"/>
                </a:cubicBezTo>
                <a:close/>
                <a:moveTo>
                  <a:pt x="2223" y="12194"/>
                </a:moveTo>
                <a:cubicBezTo>
                  <a:pt x="2000" y="12194"/>
                  <a:pt x="1890" y="12461"/>
                  <a:pt x="2047" y="12618"/>
                </a:cubicBezTo>
                <a:cubicBezTo>
                  <a:pt x="2097" y="12667"/>
                  <a:pt x="2158" y="12689"/>
                  <a:pt x="2218" y="12689"/>
                </a:cubicBezTo>
                <a:cubicBezTo>
                  <a:pt x="2345" y="12689"/>
                  <a:pt x="2467" y="12591"/>
                  <a:pt x="2467" y="12442"/>
                </a:cubicBezTo>
                <a:cubicBezTo>
                  <a:pt x="2467" y="12304"/>
                  <a:pt x="2357" y="12194"/>
                  <a:pt x="2223" y="12194"/>
                </a:cubicBezTo>
                <a:close/>
                <a:moveTo>
                  <a:pt x="3442" y="12194"/>
                </a:moveTo>
                <a:cubicBezTo>
                  <a:pt x="3222" y="12194"/>
                  <a:pt x="3110" y="12461"/>
                  <a:pt x="3266" y="12618"/>
                </a:cubicBezTo>
                <a:cubicBezTo>
                  <a:pt x="3317" y="12667"/>
                  <a:pt x="3378" y="12689"/>
                  <a:pt x="3438" y="12689"/>
                </a:cubicBezTo>
                <a:cubicBezTo>
                  <a:pt x="3565" y="12689"/>
                  <a:pt x="3686" y="12591"/>
                  <a:pt x="3686" y="12442"/>
                </a:cubicBezTo>
                <a:cubicBezTo>
                  <a:pt x="3686" y="12304"/>
                  <a:pt x="3576" y="12194"/>
                  <a:pt x="3442" y="12194"/>
                </a:cubicBezTo>
                <a:close/>
                <a:moveTo>
                  <a:pt x="4661" y="12194"/>
                </a:moveTo>
                <a:cubicBezTo>
                  <a:pt x="4441" y="12194"/>
                  <a:pt x="4332" y="12461"/>
                  <a:pt x="4485" y="12618"/>
                </a:cubicBezTo>
                <a:cubicBezTo>
                  <a:pt x="4536" y="12667"/>
                  <a:pt x="4597" y="12689"/>
                  <a:pt x="4658" y="12689"/>
                </a:cubicBezTo>
                <a:cubicBezTo>
                  <a:pt x="4786" y="12689"/>
                  <a:pt x="4908" y="12591"/>
                  <a:pt x="4908" y="12442"/>
                </a:cubicBezTo>
                <a:cubicBezTo>
                  <a:pt x="4908" y="12304"/>
                  <a:pt x="4795" y="12194"/>
                  <a:pt x="4661" y="12194"/>
                </a:cubicBezTo>
                <a:close/>
                <a:moveTo>
                  <a:pt x="5880" y="12194"/>
                </a:moveTo>
                <a:cubicBezTo>
                  <a:pt x="5660" y="12194"/>
                  <a:pt x="5551" y="12461"/>
                  <a:pt x="5704" y="12618"/>
                </a:cubicBezTo>
                <a:cubicBezTo>
                  <a:pt x="5755" y="12667"/>
                  <a:pt x="5817" y="12689"/>
                  <a:pt x="5877" y="12689"/>
                </a:cubicBezTo>
                <a:cubicBezTo>
                  <a:pt x="6005" y="12689"/>
                  <a:pt x="6127" y="12591"/>
                  <a:pt x="6127" y="12442"/>
                </a:cubicBezTo>
                <a:cubicBezTo>
                  <a:pt x="6127" y="12304"/>
                  <a:pt x="6015" y="12194"/>
                  <a:pt x="5880" y="12194"/>
                </a:cubicBezTo>
                <a:close/>
                <a:moveTo>
                  <a:pt x="7099" y="12194"/>
                </a:moveTo>
                <a:cubicBezTo>
                  <a:pt x="6879" y="12194"/>
                  <a:pt x="6770" y="12461"/>
                  <a:pt x="6923" y="12618"/>
                </a:cubicBezTo>
                <a:cubicBezTo>
                  <a:pt x="6974" y="12667"/>
                  <a:pt x="7036" y="12689"/>
                  <a:pt x="7096" y="12689"/>
                </a:cubicBezTo>
                <a:cubicBezTo>
                  <a:pt x="7224" y="12689"/>
                  <a:pt x="7346" y="12591"/>
                  <a:pt x="7346" y="12442"/>
                </a:cubicBezTo>
                <a:cubicBezTo>
                  <a:pt x="7346" y="12304"/>
                  <a:pt x="7237" y="12194"/>
                  <a:pt x="7099" y="12194"/>
                </a:cubicBezTo>
                <a:close/>
                <a:moveTo>
                  <a:pt x="8318" y="12194"/>
                </a:moveTo>
                <a:cubicBezTo>
                  <a:pt x="8099" y="12194"/>
                  <a:pt x="7989" y="12461"/>
                  <a:pt x="8146" y="12618"/>
                </a:cubicBezTo>
                <a:cubicBezTo>
                  <a:pt x="8195" y="12667"/>
                  <a:pt x="8256" y="12689"/>
                  <a:pt x="8316" y="12689"/>
                </a:cubicBezTo>
                <a:cubicBezTo>
                  <a:pt x="8443" y="12689"/>
                  <a:pt x="8565" y="12591"/>
                  <a:pt x="8565" y="12442"/>
                </a:cubicBezTo>
                <a:cubicBezTo>
                  <a:pt x="8565" y="12304"/>
                  <a:pt x="8456" y="12194"/>
                  <a:pt x="8318" y="12194"/>
                </a:cubicBezTo>
                <a:close/>
                <a:moveTo>
                  <a:pt x="9537" y="12194"/>
                </a:moveTo>
                <a:cubicBezTo>
                  <a:pt x="9318" y="12194"/>
                  <a:pt x="9208" y="12461"/>
                  <a:pt x="9365" y="12618"/>
                </a:cubicBezTo>
                <a:cubicBezTo>
                  <a:pt x="9414" y="12667"/>
                  <a:pt x="9475" y="12689"/>
                  <a:pt x="9535" y="12689"/>
                </a:cubicBezTo>
                <a:cubicBezTo>
                  <a:pt x="9662" y="12689"/>
                  <a:pt x="9785" y="12591"/>
                  <a:pt x="9785" y="12442"/>
                </a:cubicBezTo>
                <a:cubicBezTo>
                  <a:pt x="9785" y="12304"/>
                  <a:pt x="9675" y="12194"/>
                  <a:pt x="9537" y="12194"/>
                </a:cubicBezTo>
                <a:close/>
                <a:moveTo>
                  <a:pt x="1" y="13545"/>
                </a:moveTo>
                <a:lnTo>
                  <a:pt x="1" y="13777"/>
                </a:lnTo>
                <a:cubicBezTo>
                  <a:pt x="38" y="13705"/>
                  <a:pt x="38" y="13617"/>
                  <a:pt x="1" y="13545"/>
                </a:cubicBezTo>
                <a:close/>
                <a:moveTo>
                  <a:pt x="10653" y="13439"/>
                </a:moveTo>
                <a:lnTo>
                  <a:pt x="10653" y="13439"/>
                </a:lnTo>
                <a:cubicBezTo>
                  <a:pt x="10427" y="13545"/>
                  <a:pt x="10486" y="13884"/>
                  <a:pt x="10734" y="13906"/>
                </a:cubicBezTo>
                <a:cubicBezTo>
                  <a:pt x="10728" y="13877"/>
                  <a:pt x="10725" y="13846"/>
                  <a:pt x="10718" y="13818"/>
                </a:cubicBezTo>
                <a:cubicBezTo>
                  <a:pt x="10696" y="13689"/>
                  <a:pt x="10675" y="13564"/>
                  <a:pt x="10653" y="13439"/>
                </a:cubicBezTo>
                <a:close/>
                <a:moveTo>
                  <a:pt x="1000" y="13414"/>
                </a:moveTo>
                <a:cubicBezTo>
                  <a:pt x="781" y="13414"/>
                  <a:pt x="671" y="13680"/>
                  <a:pt x="828" y="13837"/>
                </a:cubicBezTo>
                <a:cubicBezTo>
                  <a:pt x="878" y="13886"/>
                  <a:pt x="939" y="13908"/>
                  <a:pt x="999" y="13908"/>
                </a:cubicBezTo>
                <a:cubicBezTo>
                  <a:pt x="1126" y="13908"/>
                  <a:pt x="1248" y="13810"/>
                  <a:pt x="1248" y="13661"/>
                </a:cubicBezTo>
                <a:cubicBezTo>
                  <a:pt x="1248" y="13526"/>
                  <a:pt x="1138" y="13414"/>
                  <a:pt x="1000" y="13414"/>
                </a:cubicBezTo>
                <a:close/>
                <a:moveTo>
                  <a:pt x="2223" y="13414"/>
                </a:moveTo>
                <a:cubicBezTo>
                  <a:pt x="2000" y="13414"/>
                  <a:pt x="1890" y="13680"/>
                  <a:pt x="2047" y="13837"/>
                </a:cubicBezTo>
                <a:cubicBezTo>
                  <a:pt x="2097" y="13886"/>
                  <a:pt x="2158" y="13908"/>
                  <a:pt x="2218" y="13908"/>
                </a:cubicBezTo>
                <a:cubicBezTo>
                  <a:pt x="2345" y="13908"/>
                  <a:pt x="2467" y="13810"/>
                  <a:pt x="2467" y="13661"/>
                </a:cubicBezTo>
                <a:cubicBezTo>
                  <a:pt x="2467" y="13526"/>
                  <a:pt x="2357" y="13414"/>
                  <a:pt x="2223" y="13414"/>
                </a:cubicBezTo>
                <a:close/>
                <a:moveTo>
                  <a:pt x="3442" y="13414"/>
                </a:moveTo>
                <a:cubicBezTo>
                  <a:pt x="3222" y="13414"/>
                  <a:pt x="3110" y="13680"/>
                  <a:pt x="3266" y="13837"/>
                </a:cubicBezTo>
                <a:cubicBezTo>
                  <a:pt x="3317" y="13886"/>
                  <a:pt x="3378" y="13908"/>
                  <a:pt x="3438" y="13908"/>
                </a:cubicBezTo>
                <a:cubicBezTo>
                  <a:pt x="3565" y="13908"/>
                  <a:pt x="3686" y="13810"/>
                  <a:pt x="3686" y="13661"/>
                </a:cubicBezTo>
                <a:cubicBezTo>
                  <a:pt x="3686" y="13526"/>
                  <a:pt x="3576" y="13414"/>
                  <a:pt x="3442" y="13414"/>
                </a:cubicBezTo>
                <a:close/>
                <a:moveTo>
                  <a:pt x="4661" y="13414"/>
                </a:moveTo>
                <a:cubicBezTo>
                  <a:pt x="4441" y="13414"/>
                  <a:pt x="4332" y="13680"/>
                  <a:pt x="4485" y="13837"/>
                </a:cubicBezTo>
                <a:cubicBezTo>
                  <a:pt x="4536" y="13886"/>
                  <a:pt x="4597" y="13908"/>
                  <a:pt x="4658" y="13908"/>
                </a:cubicBezTo>
                <a:cubicBezTo>
                  <a:pt x="4786" y="13908"/>
                  <a:pt x="4908" y="13810"/>
                  <a:pt x="4908" y="13661"/>
                </a:cubicBezTo>
                <a:cubicBezTo>
                  <a:pt x="4908" y="13526"/>
                  <a:pt x="4795" y="13414"/>
                  <a:pt x="4661" y="13414"/>
                </a:cubicBezTo>
                <a:close/>
                <a:moveTo>
                  <a:pt x="5880" y="13414"/>
                </a:moveTo>
                <a:cubicBezTo>
                  <a:pt x="5660" y="13414"/>
                  <a:pt x="5551" y="13680"/>
                  <a:pt x="5704" y="13837"/>
                </a:cubicBezTo>
                <a:cubicBezTo>
                  <a:pt x="5755" y="13886"/>
                  <a:pt x="5817" y="13908"/>
                  <a:pt x="5877" y="13908"/>
                </a:cubicBezTo>
                <a:cubicBezTo>
                  <a:pt x="6005" y="13908"/>
                  <a:pt x="6127" y="13810"/>
                  <a:pt x="6127" y="13661"/>
                </a:cubicBezTo>
                <a:cubicBezTo>
                  <a:pt x="6127" y="13526"/>
                  <a:pt x="6015" y="13414"/>
                  <a:pt x="5880" y="13414"/>
                </a:cubicBezTo>
                <a:close/>
                <a:moveTo>
                  <a:pt x="7099" y="13414"/>
                </a:moveTo>
                <a:cubicBezTo>
                  <a:pt x="6879" y="13414"/>
                  <a:pt x="6770" y="13680"/>
                  <a:pt x="6923" y="13837"/>
                </a:cubicBezTo>
                <a:cubicBezTo>
                  <a:pt x="6974" y="13886"/>
                  <a:pt x="7036" y="13908"/>
                  <a:pt x="7096" y="13908"/>
                </a:cubicBezTo>
                <a:cubicBezTo>
                  <a:pt x="7224" y="13908"/>
                  <a:pt x="7346" y="13810"/>
                  <a:pt x="7346" y="13661"/>
                </a:cubicBezTo>
                <a:cubicBezTo>
                  <a:pt x="7346" y="13526"/>
                  <a:pt x="7237" y="13414"/>
                  <a:pt x="7099" y="13414"/>
                </a:cubicBezTo>
                <a:close/>
                <a:moveTo>
                  <a:pt x="8318" y="13414"/>
                </a:moveTo>
                <a:cubicBezTo>
                  <a:pt x="8099" y="13414"/>
                  <a:pt x="7989" y="13680"/>
                  <a:pt x="8146" y="13837"/>
                </a:cubicBezTo>
                <a:cubicBezTo>
                  <a:pt x="8195" y="13886"/>
                  <a:pt x="8256" y="13908"/>
                  <a:pt x="8316" y="13908"/>
                </a:cubicBezTo>
                <a:cubicBezTo>
                  <a:pt x="8443" y="13908"/>
                  <a:pt x="8565" y="13810"/>
                  <a:pt x="8565" y="13661"/>
                </a:cubicBezTo>
                <a:cubicBezTo>
                  <a:pt x="8565" y="13526"/>
                  <a:pt x="8456" y="13414"/>
                  <a:pt x="8318" y="13414"/>
                </a:cubicBezTo>
                <a:close/>
                <a:moveTo>
                  <a:pt x="9537" y="13414"/>
                </a:moveTo>
                <a:cubicBezTo>
                  <a:pt x="9318" y="13414"/>
                  <a:pt x="9208" y="13680"/>
                  <a:pt x="9365" y="13837"/>
                </a:cubicBezTo>
                <a:cubicBezTo>
                  <a:pt x="9414" y="13886"/>
                  <a:pt x="9475" y="13908"/>
                  <a:pt x="9535" y="13908"/>
                </a:cubicBezTo>
                <a:cubicBezTo>
                  <a:pt x="9662" y="13908"/>
                  <a:pt x="9785" y="13810"/>
                  <a:pt x="9785" y="13661"/>
                </a:cubicBezTo>
                <a:cubicBezTo>
                  <a:pt x="9785" y="13526"/>
                  <a:pt x="9675" y="13414"/>
                  <a:pt x="9537" y="13414"/>
                </a:cubicBezTo>
                <a:close/>
                <a:moveTo>
                  <a:pt x="1" y="14764"/>
                </a:moveTo>
                <a:lnTo>
                  <a:pt x="1" y="14996"/>
                </a:lnTo>
                <a:cubicBezTo>
                  <a:pt x="38" y="14924"/>
                  <a:pt x="38" y="14836"/>
                  <a:pt x="1" y="14764"/>
                </a:cubicBezTo>
                <a:close/>
                <a:moveTo>
                  <a:pt x="10759" y="14633"/>
                </a:moveTo>
                <a:cubicBezTo>
                  <a:pt x="10612" y="14633"/>
                  <a:pt x="10496" y="14761"/>
                  <a:pt x="10512" y="14905"/>
                </a:cubicBezTo>
                <a:cubicBezTo>
                  <a:pt x="10523" y="15034"/>
                  <a:pt x="10632" y="15127"/>
                  <a:pt x="10754" y="15127"/>
                </a:cubicBezTo>
                <a:cubicBezTo>
                  <a:pt x="10771" y="15127"/>
                  <a:pt x="10789" y="15125"/>
                  <a:pt x="10806" y="15121"/>
                </a:cubicBezTo>
                <a:cubicBezTo>
                  <a:pt x="10816" y="14965"/>
                  <a:pt x="10816" y="14805"/>
                  <a:pt x="10809" y="14639"/>
                </a:cubicBezTo>
                <a:cubicBezTo>
                  <a:pt x="10798" y="14637"/>
                  <a:pt x="10786" y="14634"/>
                  <a:pt x="10774" y="14634"/>
                </a:cubicBezTo>
                <a:cubicBezTo>
                  <a:pt x="10769" y="14634"/>
                  <a:pt x="10764" y="14635"/>
                  <a:pt x="10759" y="14636"/>
                </a:cubicBezTo>
                <a:lnTo>
                  <a:pt x="10759" y="14633"/>
                </a:lnTo>
                <a:close/>
                <a:moveTo>
                  <a:pt x="1000" y="14633"/>
                </a:moveTo>
                <a:cubicBezTo>
                  <a:pt x="781" y="14633"/>
                  <a:pt x="671" y="14899"/>
                  <a:pt x="828" y="15056"/>
                </a:cubicBezTo>
                <a:cubicBezTo>
                  <a:pt x="878" y="15105"/>
                  <a:pt x="939" y="15127"/>
                  <a:pt x="999" y="15127"/>
                </a:cubicBezTo>
                <a:cubicBezTo>
                  <a:pt x="1126" y="15127"/>
                  <a:pt x="1248" y="15029"/>
                  <a:pt x="1248" y="14880"/>
                </a:cubicBezTo>
                <a:cubicBezTo>
                  <a:pt x="1248" y="14745"/>
                  <a:pt x="1138" y="14636"/>
                  <a:pt x="1000" y="14636"/>
                </a:cubicBezTo>
                <a:lnTo>
                  <a:pt x="1000" y="14633"/>
                </a:lnTo>
                <a:close/>
                <a:moveTo>
                  <a:pt x="2223" y="14633"/>
                </a:moveTo>
                <a:cubicBezTo>
                  <a:pt x="2000" y="14633"/>
                  <a:pt x="1890" y="14899"/>
                  <a:pt x="2047" y="15056"/>
                </a:cubicBezTo>
                <a:cubicBezTo>
                  <a:pt x="2097" y="15105"/>
                  <a:pt x="2158" y="15127"/>
                  <a:pt x="2218" y="15127"/>
                </a:cubicBezTo>
                <a:cubicBezTo>
                  <a:pt x="2345" y="15127"/>
                  <a:pt x="2467" y="15029"/>
                  <a:pt x="2467" y="14880"/>
                </a:cubicBezTo>
                <a:cubicBezTo>
                  <a:pt x="2467" y="14745"/>
                  <a:pt x="2357" y="14636"/>
                  <a:pt x="2223" y="14636"/>
                </a:cubicBezTo>
                <a:lnTo>
                  <a:pt x="2223" y="14633"/>
                </a:lnTo>
                <a:close/>
                <a:moveTo>
                  <a:pt x="3442" y="14633"/>
                </a:moveTo>
                <a:cubicBezTo>
                  <a:pt x="3222" y="14633"/>
                  <a:pt x="3110" y="14899"/>
                  <a:pt x="3266" y="15056"/>
                </a:cubicBezTo>
                <a:cubicBezTo>
                  <a:pt x="3317" y="15105"/>
                  <a:pt x="3378" y="15127"/>
                  <a:pt x="3438" y="15127"/>
                </a:cubicBezTo>
                <a:cubicBezTo>
                  <a:pt x="3565" y="15127"/>
                  <a:pt x="3686" y="15029"/>
                  <a:pt x="3686" y="14880"/>
                </a:cubicBezTo>
                <a:cubicBezTo>
                  <a:pt x="3686" y="14745"/>
                  <a:pt x="3576" y="14636"/>
                  <a:pt x="3442" y="14636"/>
                </a:cubicBezTo>
                <a:lnTo>
                  <a:pt x="3442" y="14633"/>
                </a:lnTo>
                <a:close/>
                <a:moveTo>
                  <a:pt x="4661" y="14633"/>
                </a:moveTo>
                <a:cubicBezTo>
                  <a:pt x="4441" y="14633"/>
                  <a:pt x="4332" y="14899"/>
                  <a:pt x="4485" y="15056"/>
                </a:cubicBezTo>
                <a:cubicBezTo>
                  <a:pt x="4536" y="15105"/>
                  <a:pt x="4597" y="15127"/>
                  <a:pt x="4658" y="15127"/>
                </a:cubicBezTo>
                <a:cubicBezTo>
                  <a:pt x="4786" y="15127"/>
                  <a:pt x="4908" y="15029"/>
                  <a:pt x="4908" y="14880"/>
                </a:cubicBezTo>
                <a:cubicBezTo>
                  <a:pt x="4908" y="14745"/>
                  <a:pt x="4795" y="14636"/>
                  <a:pt x="4661" y="14636"/>
                </a:cubicBezTo>
                <a:lnTo>
                  <a:pt x="4661" y="14633"/>
                </a:lnTo>
                <a:close/>
                <a:moveTo>
                  <a:pt x="5880" y="14633"/>
                </a:moveTo>
                <a:cubicBezTo>
                  <a:pt x="5660" y="14633"/>
                  <a:pt x="5551" y="14899"/>
                  <a:pt x="5704" y="15056"/>
                </a:cubicBezTo>
                <a:cubicBezTo>
                  <a:pt x="5755" y="15105"/>
                  <a:pt x="5817" y="15127"/>
                  <a:pt x="5877" y="15127"/>
                </a:cubicBezTo>
                <a:cubicBezTo>
                  <a:pt x="6005" y="15127"/>
                  <a:pt x="6127" y="15029"/>
                  <a:pt x="6127" y="14880"/>
                </a:cubicBezTo>
                <a:cubicBezTo>
                  <a:pt x="6127" y="14745"/>
                  <a:pt x="6015" y="14636"/>
                  <a:pt x="5880" y="14636"/>
                </a:cubicBezTo>
                <a:lnTo>
                  <a:pt x="5880" y="14633"/>
                </a:lnTo>
                <a:close/>
                <a:moveTo>
                  <a:pt x="7099" y="14633"/>
                </a:moveTo>
                <a:cubicBezTo>
                  <a:pt x="6879" y="14633"/>
                  <a:pt x="6770" y="14899"/>
                  <a:pt x="6923" y="15056"/>
                </a:cubicBezTo>
                <a:cubicBezTo>
                  <a:pt x="6974" y="15105"/>
                  <a:pt x="7036" y="15127"/>
                  <a:pt x="7096" y="15127"/>
                </a:cubicBezTo>
                <a:cubicBezTo>
                  <a:pt x="7224" y="15127"/>
                  <a:pt x="7346" y="15029"/>
                  <a:pt x="7346" y="14880"/>
                </a:cubicBezTo>
                <a:cubicBezTo>
                  <a:pt x="7346" y="14745"/>
                  <a:pt x="7237" y="14636"/>
                  <a:pt x="7099" y="14636"/>
                </a:cubicBezTo>
                <a:lnTo>
                  <a:pt x="7099" y="14633"/>
                </a:lnTo>
                <a:close/>
                <a:moveTo>
                  <a:pt x="8318" y="14633"/>
                </a:moveTo>
                <a:cubicBezTo>
                  <a:pt x="8099" y="14633"/>
                  <a:pt x="7989" y="14899"/>
                  <a:pt x="8146" y="15056"/>
                </a:cubicBezTo>
                <a:cubicBezTo>
                  <a:pt x="8195" y="15105"/>
                  <a:pt x="8256" y="15127"/>
                  <a:pt x="8316" y="15127"/>
                </a:cubicBezTo>
                <a:cubicBezTo>
                  <a:pt x="8443" y="15127"/>
                  <a:pt x="8565" y="15029"/>
                  <a:pt x="8565" y="14880"/>
                </a:cubicBezTo>
                <a:cubicBezTo>
                  <a:pt x="8565" y="14745"/>
                  <a:pt x="8456" y="14636"/>
                  <a:pt x="8318" y="14636"/>
                </a:cubicBezTo>
                <a:lnTo>
                  <a:pt x="8318" y="14633"/>
                </a:lnTo>
                <a:close/>
                <a:moveTo>
                  <a:pt x="9537" y="14633"/>
                </a:moveTo>
                <a:cubicBezTo>
                  <a:pt x="9318" y="14633"/>
                  <a:pt x="9208" y="14899"/>
                  <a:pt x="9365" y="15056"/>
                </a:cubicBezTo>
                <a:cubicBezTo>
                  <a:pt x="9414" y="15105"/>
                  <a:pt x="9475" y="15127"/>
                  <a:pt x="9535" y="15127"/>
                </a:cubicBezTo>
                <a:cubicBezTo>
                  <a:pt x="9662" y="15127"/>
                  <a:pt x="9785" y="15029"/>
                  <a:pt x="9785" y="14880"/>
                </a:cubicBezTo>
                <a:cubicBezTo>
                  <a:pt x="9785" y="14745"/>
                  <a:pt x="9675" y="14636"/>
                  <a:pt x="9537" y="14636"/>
                </a:cubicBezTo>
                <a:lnTo>
                  <a:pt x="9537" y="14633"/>
                </a:lnTo>
                <a:close/>
                <a:moveTo>
                  <a:pt x="1" y="15983"/>
                </a:moveTo>
                <a:lnTo>
                  <a:pt x="1" y="16215"/>
                </a:lnTo>
                <a:cubicBezTo>
                  <a:pt x="38" y="16143"/>
                  <a:pt x="38" y="16055"/>
                  <a:pt x="1" y="15983"/>
                </a:cubicBezTo>
                <a:close/>
                <a:moveTo>
                  <a:pt x="10703" y="15861"/>
                </a:moveTo>
                <a:lnTo>
                  <a:pt x="10703" y="15861"/>
                </a:lnTo>
                <a:cubicBezTo>
                  <a:pt x="10590" y="15886"/>
                  <a:pt x="10512" y="15986"/>
                  <a:pt x="10512" y="16099"/>
                </a:cubicBezTo>
                <a:cubicBezTo>
                  <a:pt x="10512" y="16165"/>
                  <a:pt x="10537" y="16228"/>
                  <a:pt x="10581" y="16272"/>
                </a:cubicBezTo>
                <a:cubicBezTo>
                  <a:pt x="10631" y="16137"/>
                  <a:pt x="10671" y="15999"/>
                  <a:pt x="10703" y="15861"/>
                </a:cubicBezTo>
                <a:close/>
                <a:moveTo>
                  <a:pt x="1000" y="15855"/>
                </a:moveTo>
                <a:cubicBezTo>
                  <a:pt x="781" y="15855"/>
                  <a:pt x="671" y="16118"/>
                  <a:pt x="828" y="16275"/>
                </a:cubicBezTo>
                <a:cubicBezTo>
                  <a:pt x="878" y="16325"/>
                  <a:pt x="939" y="16348"/>
                  <a:pt x="999" y="16348"/>
                </a:cubicBezTo>
                <a:cubicBezTo>
                  <a:pt x="1126" y="16348"/>
                  <a:pt x="1248" y="16248"/>
                  <a:pt x="1248" y="16099"/>
                </a:cubicBezTo>
                <a:cubicBezTo>
                  <a:pt x="1248" y="15964"/>
                  <a:pt x="1138" y="15855"/>
                  <a:pt x="1000" y="15855"/>
                </a:cubicBezTo>
                <a:close/>
                <a:moveTo>
                  <a:pt x="2223" y="15855"/>
                </a:moveTo>
                <a:cubicBezTo>
                  <a:pt x="2000" y="15855"/>
                  <a:pt x="1890" y="16118"/>
                  <a:pt x="2047" y="16275"/>
                </a:cubicBezTo>
                <a:cubicBezTo>
                  <a:pt x="2097" y="16325"/>
                  <a:pt x="2158" y="16348"/>
                  <a:pt x="2218" y="16348"/>
                </a:cubicBezTo>
                <a:cubicBezTo>
                  <a:pt x="2345" y="16348"/>
                  <a:pt x="2467" y="16248"/>
                  <a:pt x="2467" y="16099"/>
                </a:cubicBezTo>
                <a:cubicBezTo>
                  <a:pt x="2467" y="15964"/>
                  <a:pt x="2357" y="15855"/>
                  <a:pt x="2223" y="15855"/>
                </a:cubicBezTo>
                <a:close/>
                <a:moveTo>
                  <a:pt x="3442" y="15855"/>
                </a:moveTo>
                <a:cubicBezTo>
                  <a:pt x="3222" y="15855"/>
                  <a:pt x="3110" y="16118"/>
                  <a:pt x="3266" y="16275"/>
                </a:cubicBezTo>
                <a:cubicBezTo>
                  <a:pt x="3317" y="16325"/>
                  <a:pt x="3378" y="16348"/>
                  <a:pt x="3438" y="16348"/>
                </a:cubicBezTo>
                <a:cubicBezTo>
                  <a:pt x="3565" y="16348"/>
                  <a:pt x="3686" y="16248"/>
                  <a:pt x="3686" y="16099"/>
                </a:cubicBezTo>
                <a:cubicBezTo>
                  <a:pt x="3686" y="15964"/>
                  <a:pt x="3576" y="15855"/>
                  <a:pt x="3442" y="15855"/>
                </a:cubicBezTo>
                <a:close/>
                <a:moveTo>
                  <a:pt x="4661" y="15855"/>
                </a:moveTo>
                <a:cubicBezTo>
                  <a:pt x="4441" y="15855"/>
                  <a:pt x="4332" y="16118"/>
                  <a:pt x="4485" y="16275"/>
                </a:cubicBezTo>
                <a:cubicBezTo>
                  <a:pt x="4536" y="16325"/>
                  <a:pt x="4598" y="16348"/>
                  <a:pt x="4658" y="16348"/>
                </a:cubicBezTo>
                <a:cubicBezTo>
                  <a:pt x="4786" y="16348"/>
                  <a:pt x="4908" y="16248"/>
                  <a:pt x="4908" y="16099"/>
                </a:cubicBezTo>
                <a:cubicBezTo>
                  <a:pt x="4908" y="15964"/>
                  <a:pt x="4795" y="15855"/>
                  <a:pt x="4661" y="15855"/>
                </a:cubicBezTo>
                <a:close/>
                <a:moveTo>
                  <a:pt x="5880" y="15855"/>
                </a:moveTo>
                <a:cubicBezTo>
                  <a:pt x="5660" y="15855"/>
                  <a:pt x="5551" y="16118"/>
                  <a:pt x="5704" y="16275"/>
                </a:cubicBezTo>
                <a:cubicBezTo>
                  <a:pt x="5755" y="16325"/>
                  <a:pt x="5817" y="16348"/>
                  <a:pt x="5877" y="16348"/>
                </a:cubicBezTo>
                <a:cubicBezTo>
                  <a:pt x="6005" y="16348"/>
                  <a:pt x="6127" y="16248"/>
                  <a:pt x="6127" y="16099"/>
                </a:cubicBezTo>
                <a:cubicBezTo>
                  <a:pt x="6127" y="15964"/>
                  <a:pt x="6015" y="15855"/>
                  <a:pt x="5880" y="15855"/>
                </a:cubicBezTo>
                <a:close/>
                <a:moveTo>
                  <a:pt x="7099" y="15855"/>
                </a:moveTo>
                <a:cubicBezTo>
                  <a:pt x="6879" y="15855"/>
                  <a:pt x="6770" y="16118"/>
                  <a:pt x="6923" y="16275"/>
                </a:cubicBezTo>
                <a:cubicBezTo>
                  <a:pt x="6974" y="16325"/>
                  <a:pt x="7036" y="16348"/>
                  <a:pt x="7096" y="16348"/>
                </a:cubicBezTo>
                <a:cubicBezTo>
                  <a:pt x="7224" y="16348"/>
                  <a:pt x="7346" y="16248"/>
                  <a:pt x="7346" y="16099"/>
                </a:cubicBezTo>
                <a:cubicBezTo>
                  <a:pt x="7346" y="15964"/>
                  <a:pt x="7237" y="15855"/>
                  <a:pt x="7099" y="15855"/>
                </a:cubicBezTo>
                <a:close/>
                <a:moveTo>
                  <a:pt x="8318" y="15855"/>
                </a:moveTo>
                <a:cubicBezTo>
                  <a:pt x="8099" y="15855"/>
                  <a:pt x="7989" y="16118"/>
                  <a:pt x="8146" y="16275"/>
                </a:cubicBezTo>
                <a:cubicBezTo>
                  <a:pt x="8195" y="16325"/>
                  <a:pt x="8256" y="16348"/>
                  <a:pt x="8316" y="16348"/>
                </a:cubicBezTo>
                <a:cubicBezTo>
                  <a:pt x="8443" y="16348"/>
                  <a:pt x="8565" y="16248"/>
                  <a:pt x="8565" y="16099"/>
                </a:cubicBezTo>
                <a:cubicBezTo>
                  <a:pt x="8565" y="15964"/>
                  <a:pt x="8456" y="15855"/>
                  <a:pt x="8318" y="15855"/>
                </a:cubicBezTo>
                <a:close/>
                <a:moveTo>
                  <a:pt x="9537" y="15855"/>
                </a:moveTo>
                <a:cubicBezTo>
                  <a:pt x="9318" y="15855"/>
                  <a:pt x="9208" y="16118"/>
                  <a:pt x="9365" y="16275"/>
                </a:cubicBezTo>
                <a:cubicBezTo>
                  <a:pt x="9414" y="16325"/>
                  <a:pt x="9475" y="16348"/>
                  <a:pt x="9535" y="16348"/>
                </a:cubicBezTo>
                <a:cubicBezTo>
                  <a:pt x="9662" y="16348"/>
                  <a:pt x="9785" y="16248"/>
                  <a:pt x="9785" y="16099"/>
                </a:cubicBezTo>
                <a:cubicBezTo>
                  <a:pt x="9785" y="15964"/>
                  <a:pt x="9675" y="15855"/>
                  <a:pt x="9537" y="15855"/>
                </a:cubicBezTo>
                <a:close/>
                <a:moveTo>
                  <a:pt x="1" y="17205"/>
                </a:moveTo>
                <a:lnTo>
                  <a:pt x="1" y="17434"/>
                </a:lnTo>
                <a:cubicBezTo>
                  <a:pt x="38" y="17362"/>
                  <a:pt x="38" y="17277"/>
                  <a:pt x="1" y="17205"/>
                </a:cubicBezTo>
                <a:close/>
                <a:moveTo>
                  <a:pt x="1000" y="17074"/>
                </a:moveTo>
                <a:cubicBezTo>
                  <a:pt x="781" y="17074"/>
                  <a:pt x="671" y="17340"/>
                  <a:pt x="828" y="17494"/>
                </a:cubicBezTo>
                <a:cubicBezTo>
                  <a:pt x="878" y="17545"/>
                  <a:pt x="940" y="17567"/>
                  <a:pt x="1001" y="17567"/>
                </a:cubicBezTo>
                <a:cubicBezTo>
                  <a:pt x="1127" y="17567"/>
                  <a:pt x="1248" y="17469"/>
                  <a:pt x="1248" y="17321"/>
                </a:cubicBezTo>
                <a:cubicBezTo>
                  <a:pt x="1248" y="17183"/>
                  <a:pt x="1138" y="17074"/>
                  <a:pt x="1000" y="17074"/>
                </a:cubicBezTo>
                <a:close/>
                <a:moveTo>
                  <a:pt x="2223" y="17074"/>
                </a:moveTo>
                <a:cubicBezTo>
                  <a:pt x="2000" y="17074"/>
                  <a:pt x="1890" y="17340"/>
                  <a:pt x="2047" y="17494"/>
                </a:cubicBezTo>
                <a:cubicBezTo>
                  <a:pt x="2097" y="17545"/>
                  <a:pt x="2159" y="17567"/>
                  <a:pt x="2220" y="17567"/>
                </a:cubicBezTo>
                <a:cubicBezTo>
                  <a:pt x="2346" y="17567"/>
                  <a:pt x="2467" y="17469"/>
                  <a:pt x="2467" y="17321"/>
                </a:cubicBezTo>
                <a:cubicBezTo>
                  <a:pt x="2467" y="17183"/>
                  <a:pt x="2357" y="17074"/>
                  <a:pt x="2223" y="17074"/>
                </a:cubicBezTo>
                <a:close/>
                <a:moveTo>
                  <a:pt x="3442" y="17074"/>
                </a:moveTo>
                <a:cubicBezTo>
                  <a:pt x="3222" y="17074"/>
                  <a:pt x="3110" y="17340"/>
                  <a:pt x="3266" y="17494"/>
                </a:cubicBezTo>
                <a:cubicBezTo>
                  <a:pt x="3317" y="17545"/>
                  <a:pt x="3379" y="17567"/>
                  <a:pt x="3440" y="17567"/>
                </a:cubicBezTo>
                <a:cubicBezTo>
                  <a:pt x="3566" y="17567"/>
                  <a:pt x="3686" y="17469"/>
                  <a:pt x="3686" y="17321"/>
                </a:cubicBezTo>
                <a:cubicBezTo>
                  <a:pt x="3686" y="17183"/>
                  <a:pt x="3576" y="17074"/>
                  <a:pt x="3442" y="17074"/>
                </a:cubicBezTo>
                <a:close/>
                <a:moveTo>
                  <a:pt x="4661" y="17074"/>
                </a:moveTo>
                <a:cubicBezTo>
                  <a:pt x="4441" y="17074"/>
                  <a:pt x="4332" y="17340"/>
                  <a:pt x="4485" y="17494"/>
                </a:cubicBezTo>
                <a:cubicBezTo>
                  <a:pt x="4536" y="17545"/>
                  <a:pt x="4599" y="17567"/>
                  <a:pt x="4660" y="17567"/>
                </a:cubicBezTo>
                <a:cubicBezTo>
                  <a:pt x="4787" y="17567"/>
                  <a:pt x="4908" y="17469"/>
                  <a:pt x="4908" y="17321"/>
                </a:cubicBezTo>
                <a:cubicBezTo>
                  <a:pt x="4908" y="17183"/>
                  <a:pt x="4795" y="17074"/>
                  <a:pt x="4661" y="17074"/>
                </a:cubicBezTo>
                <a:close/>
                <a:moveTo>
                  <a:pt x="5880" y="17074"/>
                </a:moveTo>
                <a:cubicBezTo>
                  <a:pt x="5660" y="17074"/>
                  <a:pt x="5551" y="17340"/>
                  <a:pt x="5704" y="17494"/>
                </a:cubicBezTo>
                <a:cubicBezTo>
                  <a:pt x="5755" y="17545"/>
                  <a:pt x="5818" y="17567"/>
                  <a:pt x="5879" y="17567"/>
                </a:cubicBezTo>
                <a:cubicBezTo>
                  <a:pt x="6006" y="17567"/>
                  <a:pt x="6127" y="17469"/>
                  <a:pt x="6127" y="17321"/>
                </a:cubicBezTo>
                <a:cubicBezTo>
                  <a:pt x="6127" y="17183"/>
                  <a:pt x="6015" y="17074"/>
                  <a:pt x="5880" y="17074"/>
                </a:cubicBezTo>
                <a:close/>
                <a:moveTo>
                  <a:pt x="7099" y="17074"/>
                </a:moveTo>
                <a:cubicBezTo>
                  <a:pt x="6879" y="17074"/>
                  <a:pt x="6770" y="17340"/>
                  <a:pt x="6923" y="17494"/>
                </a:cubicBezTo>
                <a:cubicBezTo>
                  <a:pt x="6974" y="17545"/>
                  <a:pt x="7037" y="17567"/>
                  <a:pt x="7098" y="17567"/>
                </a:cubicBezTo>
                <a:cubicBezTo>
                  <a:pt x="7225" y="17567"/>
                  <a:pt x="7346" y="17469"/>
                  <a:pt x="7346" y="17321"/>
                </a:cubicBezTo>
                <a:cubicBezTo>
                  <a:pt x="7346" y="17183"/>
                  <a:pt x="7237" y="17074"/>
                  <a:pt x="7099" y="17074"/>
                </a:cubicBezTo>
                <a:close/>
                <a:moveTo>
                  <a:pt x="8318" y="17074"/>
                </a:moveTo>
                <a:cubicBezTo>
                  <a:pt x="8099" y="17074"/>
                  <a:pt x="7989" y="17340"/>
                  <a:pt x="8146" y="17494"/>
                </a:cubicBezTo>
                <a:cubicBezTo>
                  <a:pt x="8195" y="17545"/>
                  <a:pt x="8257" y="17567"/>
                  <a:pt x="8318" y="17567"/>
                </a:cubicBezTo>
                <a:cubicBezTo>
                  <a:pt x="8444" y="17567"/>
                  <a:pt x="8565" y="17469"/>
                  <a:pt x="8565" y="17321"/>
                </a:cubicBezTo>
                <a:cubicBezTo>
                  <a:pt x="8565" y="17183"/>
                  <a:pt x="8456" y="17074"/>
                  <a:pt x="8318" y="17074"/>
                </a:cubicBezTo>
                <a:close/>
                <a:moveTo>
                  <a:pt x="9537" y="17074"/>
                </a:moveTo>
                <a:cubicBezTo>
                  <a:pt x="9318" y="17074"/>
                  <a:pt x="9208" y="17340"/>
                  <a:pt x="9365" y="17494"/>
                </a:cubicBezTo>
                <a:cubicBezTo>
                  <a:pt x="9415" y="17545"/>
                  <a:pt x="9476" y="17567"/>
                  <a:pt x="9537" y="17567"/>
                </a:cubicBezTo>
                <a:cubicBezTo>
                  <a:pt x="9663" y="17567"/>
                  <a:pt x="9785" y="17469"/>
                  <a:pt x="9785" y="17321"/>
                </a:cubicBezTo>
                <a:cubicBezTo>
                  <a:pt x="9785" y="17183"/>
                  <a:pt x="9675" y="17074"/>
                  <a:pt x="9537" y="17074"/>
                </a:cubicBezTo>
                <a:close/>
                <a:moveTo>
                  <a:pt x="2223" y="18293"/>
                </a:moveTo>
                <a:cubicBezTo>
                  <a:pt x="2151" y="18293"/>
                  <a:pt x="2082" y="18324"/>
                  <a:pt x="2035" y="18377"/>
                </a:cubicBezTo>
                <a:cubicBezTo>
                  <a:pt x="2179" y="18424"/>
                  <a:pt x="2323" y="18468"/>
                  <a:pt x="2467" y="18512"/>
                </a:cubicBezTo>
                <a:cubicBezTo>
                  <a:pt x="2451" y="18387"/>
                  <a:pt x="2345" y="18293"/>
                  <a:pt x="2223" y="18293"/>
                </a:cubicBezTo>
                <a:close/>
                <a:moveTo>
                  <a:pt x="8318" y="18293"/>
                </a:moveTo>
                <a:cubicBezTo>
                  <a:pt x="8164" y="18293"/>
                  <a:pt x="8048" y="18431"/>
                  <a:pt x="8077" y="18584"/>
                </a:cubicBezTo>
                <a:cubicBezTo>
                  <a:pt x="8230" y="18528"/>
                  <a:pt x="8381" y="18468"/>
                  <a:pt x="8525" y="18403"/>
                </a:cubicBezTo>
                <a:cubicBezTo>
                  <a:pt x="8478" y="18334"/>
                  <a:pt x="8403" y="18293"/>
                  <a:pt x="8318" y="18293"/>
                </a:cubicBezTo>
                <a:close/>
                <a:moveTo>
                  <a:pt x="3442" y="18293"/>
                </a:moveTo>
                <a:cubicBezTo>
                  <a:pt x="3219" y="18293"/>
                  <a:pt x="3110" y="18559"/>
                  <a:pt x="3266" y="18713"/>
                </a:cubicBezTo>
                <a:cubicBezTo>
                  <a:pt x="3354" y="18735"/>
                  <a:pt x="3445" y="18750"/>
                  <a:pt x="3533" y="18769"/>
                </a:cubicBezTo>
                <a:cubicBezTo>
                  <a:pt x="3783" y="18669"/>
                  <a:pt x="3711" y="18293"/>
                  <a:pt x="3442" y="18293"/>
                </a:cubicBezTo>
                <a:close/>
                <a:moveTo>
                  <a:pt x="4661" y="18293"/>
                </a:moveTo>
                <a:cubicBezTo>
                  <a:pt x="4441" y="18293"/>
                  <a:pt x="4332" y="18559"/>
                  <a:pt x="4485" y="18713"/>
                </a:cubicBezTo>
                <a:cubicBezTo>
                  <a:pt x="4536" y="18764"/>
                  <a:pt x="4599" y="18787"/>
                  <a:pt x="4660" y="18787"/>
                </a:cubicBezTo>
                <a:cubicBezTo>
                  <a:pt x="4787" y="18787"/>
                  <a:pt x="4908" y="18688"/>
                  <a:pt x="4908" y="18540"/>
                </a:cubicBezTo>
                <a:cubicBezTo>
                  <a:pt x="4908" y="18403"/>
                  <a:pt x="4795" y="18293"/>
                  <a:pt x="4661" y="18293"/>
                </a:cubicBezTo>
                <a:close/>
                <a:moveTo>
                  <a:pt x="5880" y="18293"/>
                </a:moveTo>
                <a:cubicBezTo>
                  <a:pt x="5660" y="18293"/>
                  <a:pt x="5551" y="18559"/>
                  <a:pt x="5704" y="18713"/>
                </a:cubicBezTo>
                <a:cubicBezTo>
                  <a:pt x="5755" y="18764"/>
                  <a:pt x="5818" y="18787"/>
                  <a:pt x="5879" y="18787"/>
                </a:cubicBezTo>
                <a:cubicBezTo>
                  <a:pt x="6006" y="18787"/>
                  <a:pt x="6127" y="18688"/>
                  <a:pt x="6127" y="18540"/>
                </a:cubicBezTo>
                <a:cubicBezTo>
                  <a:pt x="6127" y="18403"/>
                  <a:pt x="6015" y="18293"/>
                  <a:pt x="5880" y="18293"/>
                </a:cubicBezTo>
                <a:close/>
                <a:moveTo>
                  <a:pt x="7099" y="18293"/>
                </a:moveTo>
                <a:cubicBezTo>
                  <a:pt x="6879" y="18293"/>
                  <a:pt x="6770" y="18559"/>
                  <a:pt x="6923" y="18713"/>
                </a:cubicBezTo>
                <a:cubicBezTo>
                  <a:pt x="6974" y="18764"/>
                  <a:pt x="7037" y="18787"/>
                  <a:pt x="7098" y="18787"/>
                </a:cubicBezTo>
                <a:cubicBezTo>
                  <a:pt x="7225" y="18787"/>
                  <a:pt x="7346" y="18688"/>
                  <a:pt x="7346" y="18540"/>
                </a:cubicBezTo>
                <a:cubicBezTo>
                  <a:pt x="7346" y="18403"/>
                  <a:pt x="7237" y="18293"/>
                  <a:pt x="7099" y="1829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lumns 2">
  <p:cSld name="CUSTOM_3">
    <p:spTree>
      <p:nvGrpSpPr>
        <p:cNvPr id="1" name="Shape 2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2" name="Google Shape;2852;p15"/>
          <p:cNvSpPr txBox="1">
            <a:spLocks noGrp="1"/>
          </p:cNvSpPr>
          <p:nvPr>
            <p:ph type="subTitle" idx="1"/>
          </p:nvPr>
        </p:nvSpPr>
        <p:spPr>
          <a:xfrm>
            <a:off x="1360750" y="3564325"/>
            <a:ext cx="2021700" cy="91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853" name="Google Shape;2853;p15"/>
          <p:cNvSpPr txBox="1">
            <a:spLocks noGrp="1"/>
          </p:cNvSpPr>
          <p:nvPr>
            <p:ph type="subTitle" idx="2"/>
          </p:nvPr>
        </p:nvSpPr>
        <p:spPr>
          <a:xfrm>
            <a:off x="1360745" y="2896225"/>
            <a:ext cx="2021700" cy="640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Rajdhani"/>
              <a:buNone/>
              <a:defRPr sz="30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endParaRPr/>
          </a:p>
        </p:txBody>
      </p:sp>
      <p:sp>
        <p:nvSpPr>
          <p:cNvPr id="2854" name="Google Shape;2854;p15"/>
          <p:cNvSpPr txBox="1">
            <a:spLocks noGrp="1"/>
          </p:cNvSpPr>
          <p:nvPr>
            <p:ph type="subTitle" idx="3"/>
          </p:nvPr>
        </p:nvSpPr>
        <p:spPr>
          <a:xfrm>
            <a:off x="5761551" y="3564325"/>
            <a:ext cx="2021700" cy="91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855" name="Google Shape;2855;p15"/>
          <p:cNvSpPr txBox="1">
            <a:spLocks noGrp="1"/>
          </p:cNvSpPr>
          <p:nvPr>
            <p:ph type="subTitle" idx="4"/>
          </p:nvPr>
        </p:nvSpPr>
        <p:spPr>
          <a:xfrm>
            <a:off x="5761557" y="2896225"/>
            <a:ext cx="2021700" cy="640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Rajdhani"/>
              <a:buNone/>
              <a:defRPr sz="30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endParaRPr/>
          </a:p>
        </p:txBody>
      </p:sp>
      <p:sp>
        <p:nvSpPr>
          <p:cNvPr id="2856" name="Google Shape;2856;p15"/>
          <p:cNvSpPr/>
          <p:nvPr/>
        </p:nvSpPr>
        <p:spPr>
          <a:xfrm rot="5400000">
            <a:off x="46456" y="-46450"/>
            <a:ext cx="1012819" cy="1105720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1" y="1"/>
                </a:moveTo>
                <a:lnTo>
                  <a:pt x="1" y="9855"/>
                </a:lnTo>
                <a:lnTo>
                  <a:pt x="8822" y="9855"/>
                </a:lnTo>
                <a:cubicBezTo>
                  <a:pt x="9143" y="8374"/>
                  <a:pt x="9244" y="7206"/>
                  <a:pt x="7861" y="6785"/>
                </a:cubicBezTo>
                <a:cubicBezTo>
                  <a:pt x="6478" y="6364"/>
                  <a:pt x="8702" y="3726"/>
                  <a:pt x="7520" y="2765"/>
                </a:cubicBezTo>
                <a:cubicBezTo>
                  <a:pt x="7314" y="2597"/>
                  <a:pt x="7092" y="2531"/>
                  <a:pt x="6859" y="2531"/>
                </a:cubicBezTo>
                <a:cubicBezTo>
                  <a:pt x="5965" y="2531"/>
                  <a:pt x="4903" y="3505"/>
                  <a:pt x="3953" y="3505"/>
                </a:cubicBezTo>
                <a:cubicBezTo>
                  <a:pt x="3726" y="3505"/>
                  <a:pt x="3505" y="3449"/>
                  <a:pt x="3294" y="3311"/>
                </a:cubicBezTo>
                <a:cubicBezTo>
                  <a:pt x="1972" y="2445"/>
                  <a:pt x="2096" y="1"/>
                  <a:pt x="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857" name="Google Shape;2857;p15"/>
          <p:cNvGrpSpPr/>
          <p:nvPr/>
        </p:nvGrpSpPr>
        <p:grpSpPr>
          <a:xfrm rot="5400000">
            <a:off x="-50267" y="62987"/>
            <a:ext cx="1087614" cy="961639"/>
            <a:chOff x="3787544" y="3751967"/>
            <a:chExt cx="1021906" cy="882399"/>
          </a:xfrm>
        </p:grpSpPr>
        <p:sp>
          <p:nvSpPr>
            <p:cNvPr id="2858" name="Google Shape;2858;p15"/>
            <p:cNvSpPr/>
            <p:nvPr/>
          </p:nvSpPr>
          <p:spPr>
            <a:xfrm>
              <a:off x="3881688" y="3762013"/>
              <a:ext cx="13257" cy="8493"/>
            </a:xfrm>
            <a:custGeom>
              <a:avLst/>
              <a:gdLst/>
              <a:ahLst/>
              <a:cxnLst/>
              <a:rect l="l" t="t" r="r" b="b"/>
              <a:pathLst>
                <a:path w="128" h="82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46"/>
                    <a:pt x="42" y="81"/>
                    <a:pt x="88" y="81"/>
                  </a:cubicBezTo>
                  <a:cubicBezTo>
                    <a:pt x="102" y="81"/>
                    <a:pt x="115" y="78"/>
                    <a:pt x="127" y="72"/>
                  </a:cubicBezTo>
                  <a:cubicBezTo>
                    <a:pt x="86" y="45"/>
                    <a:pt x="43" y="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59" name="Google Shape;2859;p15"/>
            <p:cNvSpPr/>
            <p:nvPr/>
          </p:nvSpPr>
          <p:spPr>
            <a:xfrm>
              <a:off x="3833114" y="3751967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0" name="Google Shape;2860;p15"/>
            <p:cNvSpPr/>
            <p:nvPr/>
          </p:nvSpPr>
          <p:spPr>
            <a:xfrm>
              <a:off x="3787544" y="3751967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1" name="Google Shape;2861;p15"/>
            <p:cNvSpPr/>
            <p:nvPr/>
          </p:nvSpPr>
          <p:spPr>
            <a:xfrm>
              <a:off x="3927050" y="3799711"/>
              <a:ext cx="14707" cy="16260"/>
            </a:xfrm>
            <a:custGeom>
              <a:avLst/>
              <a:gdLst/>
              <a:ahLst/>
              <a:cxnLst/>
              <a:rect l="l" t="t" r="r" b="b"/>
              <a:pathLst>
                <a:path w="142" h="157" extrusionOk="0">
                  <a:moveTo>
                    <a:pt x="30" y="1"/>
                  </a:moveTo>
                  <a:cubicBezTo>
                    <a:pt x="11" y="17"/>
                    <a:pt x="1" y="41"/>
                    <a:pt x="1" y="67"/>
                  </a:cubicBezTo>
                  <a:cubicBezTo>
                    <a:pt x="0" y="120"/>
                    <a:pt x="44" y="156"/>
                    <a:pt x="90" y="156"/>
                  </a:cubicBezTo>
                  <a:cubicBezTo>
                    <a:pt x="107" y="156"/>
                    <a:pt x="125" y="151"/>
                    <a:pt x="142" y="139"/>
                  </a:cubicBezTo>
                  <a:cubicBezTo>
                    <a:pt x="107" y="89"/>
                    <a:pt x="70" y="43"/>
                    <a:pt x="3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2" name="Google Shape;2862;p15"/>
            <p:cNvSpPr/>
            <p:nvPr/>
          </p:nvSpPr>
          <p:spPr>
            <a:xfrm>
              <a:off x="3878477" y="379743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3" name="Google Shape;2863;p15"/>
            <p:cNvSpPr/>
            <p:nvPr/>
          </p:nvSpPr>
          <p:spPr>
            <a:xfrm>
              <a:off x="3833114" y="379743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4" name="Google Shape;2864;p15"/>
            <p:cNvSpPr/>
            <p:nvPr/>
          </p:nvSpPr>
          <p:spPr>
            <a:xfrm>
              <a:off x="3787544" y="379743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5" name="Google Shape;2865;p15"/>
            <p:cNvSpPr/>
            <p:nvPr/>
          </p:nvSpPr>
          <p:spPr>
            <a:xfrm>
              <a:off x="3923943" y="3842796"/>
              <a:ext cx="21542" cy="18642"/>
            </a:xfrm>
            <a:custGeom>
              <a:avLst/>
              <a:gdLst/>
              <a:ahLst/>
              <a:cxnLst/>
              <a:rect l="l" t="t" r="r" b="b"/>
              <a:pathLst>
                <a:path w="208" h="180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4"/>
                    <a:pt x="208" y="90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6" name="Google Shape;2866;p15"/>
            <p:cNvSpPr/>
            <p:nvPr/>
          </p:nvSpPr>
          <p:spPr>
            <a:xfrm>
              <a:off x="3878477" y="3842796"/>
              <a:ext cx="21542" cy="18642"/>
            </a:xfrm>
            <a:custGeom>
              <a:avLst/>
              <a:gdLst/>
              <a:ahLst/>
              <a:cxnLst/>
              <a:rect l="l" t="t" r="r" b="b"/>
              <a:pathLst>
                <a:path w="208" h="180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4"/>
                    <a:pt x="208" y="90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7" name="Google Shape;2867;p15"/>
            <p:cNvSpPr/>
            <p:nvPr/>
          </p:nvSpPr>
          <p:spPr>
            <a:xfrm>
              <a:off x="3833114" y="3842796"/>
              <a:ext cx="21542" cy="18642"/>
            </a:xfrm>
            <a:custGeom>
              <a:avLst/>
              <a:gdLst/>
              <a:ahLst/>
              <a:cxnLst/>
              <a:rect l="l" t="t" r="r" b="b"/>
              <a:pathLst>
                <a:path w="208" h="180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4"/>
                    <a:pt x="207" y="90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8" name="Google Shape;2868;p15"/>
            <p:cNvSpPr/>
            <p:nvPr/>
          </p:nvSpPr>
          <p:spPr>
            <a:xfrm>
              <a:off x="3787544" y="3842796"/>
              <a:ext cx="21646" cy="18642"/>
            </a:xfrm>
            <a:custGeom>
              <a:avLst/>
              <a:gdLst/>
              <a:ahLst/>
              <a:cxnLst/>
              <a:rect l="l" t="t" r="r" b="b"/>
              <a:pathLst>
                <a:path w="209" h="180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4"/>
                    <a:pt x="208" y="90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9" name="Google Shape;2869;p15"/>
            <p:cNvSpPr/>
            <p:nvPr/>
          </p:nvSpPr>
          <p:spPr>
            <a:xfrm>
              <a:off x="3968996" y="3889298"/>
              <a:ext cx="13153" cy="17503"/>
            </a:xfrm>
            <a:custGeom>
              <a:avLst/>
              <a:gdLst/>
              <a:ahLst/>
              <a:cxnLst/>
              <a:rect l="l" t="t" r="r" b="b"/>
              <a:pathLst>
                <a:path w="127" h="169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41"/>
                    <a:pt x="29" y="169"/>
                    <a:pt x="124" y="169"/>
                  </a:cubicBezTo>
                  <a:lnTo>
                    <a:pt x="126" y="169"/>
                  </a:lnTo>
                  <a:cubicBezTo>
                    <a:pt x="115" y="112"/>
                    <a:pt x="100" y="56"/>
                    <a:pt x="8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0" name="Google Shape;2870;p15"/>
            <p:cNvSpPr/>
            <p:nvPr/>
          </p:nvSpPr>
          <p:spPr>
            <a:xfrm>
              <a:off x="3923943" y="388836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1" name="Google Shape;2871;p15"/>
            <p:cNvSpPr/>
            <p:nvPr/>
          </p:nvSpPr>
          <p:spPr>
            <a:xfrm>
              <a:off x="3878477" y="388836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2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2" name="Google Shape;2872;p15"/>
            <p:cNvSpPr/>
            <p:nvPr/>
          </p:nvSpPr>
          <p:spPr>
            <a:xfrm>
              <a:off x="3833114" y="388836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2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3" name="Google Shape;2873;p15"/>
            <p:cNvSpPr/>
            <p:nvPr/>
          </p:nvSpPr>
          <p:spPr>
            <a:xfrm>
              <a:off x="3787544" y="388836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4" name="Google Shape;2874;p15"/>
            <p:cNvSpPr/>
            <p:nvPr/>
          </p:nvSpPr>
          <p:spPr>
            <a:xfrm>
              <a:off x="3970653" y="3933832"/>
              <a:ext cx="17710" cy="18539"/>
            </a:xfrm>
            <a:custGeom>
              <a:avLst/>
              <a:gdLst/>
              <a:ahLst/>
              <a:cxnLst/>
              <a:rect l="l" t="t" r="r" b="b"/>
              <a:pathLst>
                <a:path w="171" h="179" extrusionOk="0">
                  <a:moveTo>
                    <a:pt x="108" y="1"/>
                  </a:moveTo>
                  <a:cubicBezTo>
                    <a:pt x="44" y="1"/>
                    <a:pt x="1" y="65"/>
                    <a:pt x="26" y="123"/>
                  </a:cubicBezTo>
                  <a:cubicBezTo>
                    <a:pt x="40" y="159"/>
                    <a:pt x="74" y="178"/>
                    <a:pt x="108" y="178"/>
                  </a:cubicBezTo>
                  <a:cubicBezTo>
                    <a:pt x="130" y="178"/>
                    <a:pt x="153" y="170"/>
                    <a:pt x="171" y="151"/>
                  </a:cubicBezTo>
                  <a:cubicBezTo>
                    <a:pt x="166" y="105"/>
                    <a:pt x="162" y="60"/>
                    <a:pt x="156" y="15"/>
                  </a:cubicBezTo>
                  <a:cubicBezTo>
                    <a:pt x="142" y="5"/>
                    <a:pt x="125" y="1"/>
                    <a:pt x="10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5" name="Google Shape;2875;p15"/>
            <p:cNvSpPr/>
            <p:nvPr/>
          </p:nvSpPr>
          <p:spPr>
            <a:xfrm>
              <a:off x="3923943" y="3933832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6" name="Google Shape;2876;p15"/>
            <p:cNvSpPr/>
            <p:nvPr/>
          </p:nvSpPr>
          <p:spPr>
            <a:xfrm>
              <a:off x="3878477" y="3933832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7" name="Google Shape;2877;p15"/>
            <p:cNvSpPr/>
            <p:nvPr/>
          </p:nvSpPr>
          <p:spPr>
            <a:xfrm>
              <a:off x="3833114" y="3933832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8" name="Google Shape;2878;p15"/>
            <p:cNvSpPr/>
            <p:nvPr/>
          </p:nvSpPr>
          <p:spPr>
            <a:xfrm>
              <a:off x="3787544" y="3933832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9" name="Google Shape;2879;p15"/>
            <p:cNvSpPr/>
            <p:nvPr/>
          </p:nvSpPr>
          <p:spPr>
            <a:xfrm>
              <a:off x="3969410" y="397929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89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0" name="Google Shape;2880;p15"/>
            <p:cNvSpPr/>
            <p:nvPr/>
          </p:nvSpPr>
          <p:spPr>
            <a:xfrm>
              <a:off x="3923943" y="397929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1" name="Google Shape;2881;p15"/>
            <p:cNvSpPr/>
            <p:nvPr/>
          </p:nvSpPr>
          <p:spPr>
            <a:xfrm>
              <a:off x="3878477" y="397929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2" name="Google Shape;2882;p15"/>
            <p:cNvSpPr/>
            <p:nvPr/>
          </p:nvSpPr>
          <p:spPr>
            <a:xfrm>
              <a:off x="3833114" y="397929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89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3" name="Google Shape;2883;p15"/>
            <p:cNvSpPr/>
            <p:nvPr/>
          </p:nvSpPr>
          <p:spPr>
            <a:xfrm>
              <a:off x="3787544" y="397929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4" name="Google Shape;2884;p15"/>
            <p:cNvSpPr/>
            <p:nvPr/>
          </p:nvSpPr>
          <p:spPr>
            <a:xfrm>
              <a:off x="3969410" y="402476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5" name="Google Shape;2885;p15"/>
            <p:cNvSpPr/>
            <p:nvPr/>
          </p:nvSpPr>
          <p:spPr>
            <a:xfrm>
              <a:off x="3923943" y="402476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6" name="Google Shape;2886;p15"/>
            <p:cNvSpPr/>
            <p:nvPr/>
          </p:nvSpPr>
          <p:spPr>
            <a:xfrm>
              <a:off x="3878477" y="402476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7" name="Google Shape;2887;p15"/>
            <p:cNvSpPr/>
            <p:nvPr/>
          </p:nvSpPr>
          <p:spPr>
            <a:xfrm>
              <a:off x="3833114" y="402476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8" name="Google Shape;2888;p15"/>
            <p:cNvSpPr/>
            <p:nvPr/>
          </p:nvSpPr>
          <p:spPr>
            <a:xfrm>
              <a:off x="3787544" y="402476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9" name="Google Shape;2889;p15"/>
            <p:cNvSpPr/>
            <p:nvPr/>
          </p:nvSpPr>
          <p:spPr>
            <a:xfrm>
              <a:off x="3969410" y="407023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0" name="Google Shape;2890;p15"/>
            <p:cNvSpPr/>
            <p:nvPr/>
          </p:nvSpPr>
          <p:spPr>
            <a:xfrm>
              <a:off x="3923943" y="407023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1" name="Google Shape;2891;p15"/>
            <p:cNvSpPr/>
            <p:nvPr/>
          </p:nvSpPr>
          <p:spPr>
            <a:xfrm>
              <a:off x="3878477" y="407023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2" name="Google Shape;2892;p15"/>
            <p:cNvSpPr/>
            <p:nvPr/>
          </p:nvSpPr>
          <p:spPr>
            <a:xfrm>
              <a:off x="3833114" y="407023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3" name="Google Shape;2893;p15"/>
            <p:cNvSpPr/>
            <p:nvPr/>
          </p:nvSpPr>
          <p:spPr>
            <a:xfrm>
              <a:off x="3787544" y="407023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4" name="Google Shape;2894;p15"/>
            <p:cNvSpPr/>
            <p:nvPr/>
          </p:nvSpPr>
          <p:spPr>
            <a:xfrm>
              <a:off x="4015083" y="4118908"/>
              <a:ext cx="15846" cy="15224"/>
            </a:xfrm>
            <a:custGeom>
              <a:avLst/>
              <a:gdLst/>
              <a:ahLst/>
              <a:cxnLst/>
              <a:rect l="l" t="t" r="r" b="b"/>
              <a:pathLst>
                <a:path w="153" h="147" extrusionOk="0">
                  <a:moveTo>
                    <a:pt x="50" y="1"/>
                  </a:moveTo>
                  <a:lnTo>
                    <a:pt x="50" y="1"/>
                  </a:lnTo>
                  <a:cubicBezTo>
                    <a:pt x="1" y="58"/>
                    <a:pt x="41" y="147"/>
                    <a:pt x="118" y="147"/>
                  </a:cubicBezTo>
                  <a:cubicBezTo>
                    <a:pt x="129" y="147"/>
                    <a:pt x="141" y="145"/>
                    <a:pt x="152" y="140"/>
                  </a:cubicBezTo>
                  <a:cubicBezTo>
                    <a:pt x="114" y="96"/>
                    <a:pt x="80" y="49"/>
                    <a:pt x="5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5" name="Google Shape;2895;p15"/>
            <p:cNvSpPr/>
            <p:nvPr/>
          </p:nvSpPr>
          <p:spPr>
            <a:xfrm>
              <a:off x="3969410" y="411580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6" name="Google Shape;2896;p15"/>
            <p:cNvSpPr/>
            <p:nvPr/>
          </p:nvSpPr>
          <p:spPr>
            <a:xfrm>
              <a:off x="3923943" y="411580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8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7" name="Google Shape;2897;p15"/>
            <p:cNvSpPr/>
            <p:nvPr/>
          </p:nvSpPr>
          <p:spPr>
            <a:xfrm>
              <a:off x="3878477" y="411580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8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8" name="Google Shape;2898;p15"/>
            <p:cNvSpPr/>
            <p:nvPr/>
          </p:nvSpPr>
          <p:spPr>
            <a:xfrm>
              <a:off x="3833114" y="411580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1"/>
                  </a:cubicBezTo>
                  <a:cubicBezTo>
                    <a:pt x="73" y="169"/>
                    <a:pt x="96" y="177"/>
                    <a:pt x="118" y="177"/>
                  </a:cubicBezTo>
                  <a:cubicBezTo>
                    <a:pt x="163" y="177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9" name="Google Shape;2899;p15"/>
            <p:cNvSpPr/>
            <p:nvPr/>
          </p:nvSpPr>
          <p:spPr>
            <a:xfrm>
              <a:off x="3787544" y="411580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8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0" name="Google Shape;2900;p15"/>
            <p:cNvSpPr/>
            <p:nvPr/>
          </p:nvSpPr>
          <p:spPr>
            <a:xfrm>
              <a:off x="4063450" y="4162924"/>
              <a:ext cx="18539" cy="16778"/>
            </a:xfrm>
            <a:custGeom>
              <a:avLst/>
              <a:gdLst/>
              <a:ahLst/>
              <a:cxnLst/>
              <a:rect l="l" t="t" r="r" b="b"/>
              <a:pathLst>
                <a:path w="179" h="162" extrusionOk="0">
                  <a:moveTo>
                    <a:pt x="37" y="1"/>
                  </a:moveTo>
                  <a:cubicBezTo>
                    <a:pt x="14" y="18"/>
                    <a:pt x="1" y="45"/>
                    <a:pt x="1" y="73"/>
                  </a:cubicBezTo>
                  <a:cubicBezTo>
                    <a:pt x="1" y="121"/>
                    <a:pt x="40" y="162"/>
                    <a:pt x="89" y="162"/>
                  </a:cubicBezTo>
                  <a:cubicBezTo>
                    <a:pt x="139" y="162"/>
                    <a:pt x="178" y="121"/>
                    <a:pt x="178" y="73"/>
                  </a:cubicBezTo>
                  <a:cubicBezTo>
                    <a:pt x="128" y="50"/>
                    <a:pt x="82" y="27"/>
                    <a:pt x="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1" name="Google Shape;2901;p15"/>
            <p:cNvSpPr/>
            <p:nvPr/>
          </p:nvSpPr>
          <p:spPr>
            <a:xfrm>
              <a:off x="4014876" y="4161164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2" name="Google Shape;2902;p15"/>
            <p:cNvSpPr/>
            <p:nvPr/>
          </p:nvSpPr>
          <p:spPr>
            <a:xfrm>
              <a:off x="3969410" y="4161164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2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3" name="Google Shape;2903;p15"/>
            <p:cNvSpPr/>
            <p:nvPr/>
          </p:nvSpPr>
          <p:spPr>
            <a:xfrm>
              <a:off x="3923943" y="4161164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4" name="Google Shape;2904;p15"/>
            <p:cNvSpPr/>
            <p:nvPr/>
          </p:nvSpPr>
          <p:spPr>
            <a:xfrm>
              <a:off x="3878477" y="4161164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2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5" name="Google Shape;2905;p15"/>
            <p:cNvSpPr/>
            <p:nvPr/>
          </p:nvSpPr>
          <p:spPr>
            <a:xfrm>
              <a:off x="3833114" y="4161164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2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6" name="Google Shape;2906;p15"/>
            <p:cNvSpPr/>
            <p:nvPr/>
          </p:nvSpPr>
          <p:spPr>
            <a:xfrm>
              <a:off x="3787544" y="4161164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7" name="Google Shape;2907;p15"/>
            <p:cNvSpPr/>
            <p:nvPr/>
          </p:nvSpPr>
          <p:spPr>
            <a:xfrm>
              <a:off x="4477307" y="4223822"/>
              <a:ext cx="4764" cy="1346"/>
            </a:xfrm>
            <a:custGeom>
              <a:avLst/>
              <a:gdLst/>
              <a:ahLst/>
              <a:cxnLst/>
              <a:rect l="l" t="t" r="r" b="b"/>
              <a:pathLst>
                <a:path w="46" h="13" extrusionOk="0">
                  <a:moveTo>
                    <a:pt x="0" y="0"/>
                  </a:moveTo>
                  <a:cubicBezTo>
                    <a:pt x="14" y="8"/>
                    <a:pt x="29" y="13"/>
                    <a:pt x="45" y="13"/>
                  </a:cubicBezTo>
                  <a:cubicBezTo>
                    <a:pt x="31" y="8"/>
                    <a:pt x="15" y="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8" name="Google Shape;2908;p15"/>
            <p:cNvSpPr/>
            <p:nvPr/>
          </p:nvSpPr>
          <p:spPr>
            <a:xfrm>
              <a:off x="4426041" y="4213466"/>
              <a:ext cx="19678" cy="11703"/>
            </a:xfrm>
            <a:custGeom>
              <a:avLst/>
              <a:gdLst/>
              <a:ahLst/>
              <a:cxnLst/>
              <a:rect l="l" t="t" r="r" b="b"/>
              <a:pathLst>
                <a:path w="190" h="113" extrusionOk="0">
                  <a:moveTo>
                    <a:pt x="15" y="0"/>
                  </a:moveTo>
                  <a:cubicBezTo>
                    <a:pt x="0" y="56"/>
                    <a:pt x="42" y="113"/>
                    <a:pt x="100" y="113"/>
                  </a:cubicBezTo>
                  <a:cubicBezTo>
                    <a:pt x="147" y="113"/>
                    <a:pt x="186" y="77"/>
                    <a:pt x="189" y="30"/>
                  </a:cubicBezTo>
                  <a:cubicBezTo>
                    <a:pt x="131" y="19"/>
                    <a:pt x="73" y="9"/>
                    <a:pt x="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9" name="Google Shape;2909;p15"/>
            <p:cNvSpPr/>
            <p:nvPr/>
          </p:nvSpPr>
          <p:spPr>
            <a:xfrm>
              <a:off x="4381714" y="4208391"/>
              <a:ext cx="20506" cy="16778"/>
            </a:xfrm>
            <a:custGeom>
              <a:avLst/>
              <a:gdLst/>
              <a:ahLst/>
              <a:cxnLst/>
              <a:rect l="l" t="t" r="r" b="b"/>
              <a:pathLst>
                <a:path w="198" h="162" extrusionOk="0">
                  <a:moveTo>
                    <a:pt x="39" y="1"/>
                  </a:moveTo>
                  <a:cubicBezTo>
                    <a:pt x="15" y="16"/>
                    <a:pt x="0" y="43"/>
                    <a:pt x="0" y="73"/>
                  </a:cubicBezTo>
                  <a:cubicBezTo>
                    <a:pt x="0" y="124"/>
                    <a:pt x="42" y="161"/>
                    <a:pt x="89" y="161"/>
                  </a:cubicBezTo>
                  <a:cubicBezTo>
                    <a:pt x="100" y="161"/>
                    <a:pt x="111" y="159"/>
                    <a:pt x="122" y="155"/>
                  </a:cubicBezTo>
                  <a:cubicBezTo>
                    <a:pt x="180" y="132"/>
                    <a:pt x="197" y="57"/>
                    <a:pt x="155" y="12"/>
                  </a:cubicBezTo>
                  <a:cubicBezTo>
                    <a:pt x="115" y="7"/>
                    <a:pt x="77" y="4"/>
                    <a:pt x="3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0" name="Google Shape;2910;p15"/>
            <p:cNvSpPr/>
            <p:nvPr/>
          </p:nvSpPr>
          <p:spPr>
            <a:xfrm>
              <a:off x="4333244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1" name="Google Shape;2911;p15"/>
            <p:cNvSpPr/>
            <p:nvPr/>
          </p:nvSpPr>
          <p:spPr>
            <a:xfrm>
              <a:off x="4287674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2" name="Google Shape;2912;p15"/>
            <p:cNvSpPr/>
            <p:nvPr/>
          </p:nvSpPr>
          <p:spPr>
            <a:xfrm>
              <a:off x="4242208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3" name="Google Shape;2913;p15"/>
            <p:cNvSpPr/>
            <p:nvPr/>
          </p:nvSpPr>
          <p:spPr>
            <a:xfrm>
              <a:off x="4196742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4" name="Google Shape;2914;p15"/>
            <p:cNvSpPr/>
            <p:nvPr/>
          </p:nvSpPr>
          <p:spPr>
            <a:xfrm>
              <a:off x="4151275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5" name="Google Shape;2915;p15"/>
            <p:cNvSpPr/>
            <p:nvPr/>
          </p:nvSpPr>
          <p:spPr>
            <a:xfrm>
              <a:off x="4105912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6" name="Google Shape;2916;p15"/>
            <p:cNvSpPr/>
            <p:nvPr/>
          </p:nvSpPr>
          <p:spPr>
            <a:xfrm>
              <a:off x="4060343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7" name="Google Shape;2917;p15"/>
            <p:cNvSpPr/>
            <p:nvPr/>
          </p:nvSpPr>
          <p:spPr>
            <a:xfrm>
              <a:off x="4014876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8" name="Google Shape;2918;p15"/>
            <p:cNvSpPr/>
            <p:nvPr/>
          </p:nvSpPr>
          <p:spPr>
            <a:xfrm>
              <a:off x="3969410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9" name="Google Shape;2919;p15"/>
            <p:cNvSpPr/>
            <p:nvPr/>
          </p:nvSpPr>
          <p:spPr>
            <a:xfrm>
              <a:off x="3923943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20" name="Google Shape;2920;p15"/>
            <p:cNvSpPr/>
            <p:nvPr/>
          </p:nvSpPr>
          <p:spPr>
            <a:xfrm>
              <a:off x="3878477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21" name="Google Shape;2921;p15"/>
            <p:cNvSpPr/>
            <p:nvPr/>
          </p:nvSpPr>
          <p:spPr>
            <a:xfrm>
              <a:off x="3833114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22" name="Google Shape;2922;p15"/>
            <p:cNvSpPr/>
            <p:nvPr/>
          </p:nvSpPr>
          <p:spPr>
            <a:xfrm>
              <a:off x="3787544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23" name="Google Shape;2923;p15"/>
            <p:cNvSpPr/>
            <p:nvPr/>
          </p:nvSpPr>
          <p:spPr>
            <a:xfrm>
              <a:off x="4560783" y="4255721"/>
              <a:ext cx="21128" cy="14914"/>
            </a:xfrm>
            <a:custGeom>
              <a:avLst/>
              <a:gdLst/>
              <a:ahLst/>
              <a:cxnLst/>
              <a:rect l="l" t="t" r="r" b="b"/>
              <a:pathLst>
                <a:path w="204" h="144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59"/>
                    <a:pt x="43" y="143"/>
                    <a:pt x="117" y="143"/>
                  </a:cubicBezTo>
                  <a:cubicBezTo>
                    <a:pt x="158" y="143"/>
                    <a:pt x="194" y="115"/>
                    <a:pt x="203" y="75"/>
                  </a:cubicBezTo>
                  <a:cubicBezTo>
                    <a:pt x="152" y="49"/>
                    <a:pt x="99" y="24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24" name="Google Shape;2924;p15"/>
            <p:cNvSpPr/>
            <p:nvPr/>
          </p:nvSpPr>
          <p:spPr>
            <a:xfrm>
              <a:off x="4515006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25" name="Google Shape;2925;p15"/>
            <p:cNvSpPr/>
            <p:nvPr/>
          </p:nvSpPr>
          <p:spPr>
            <a:xfrm>
              <a:off x="4469540" y="4252096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26" name="Google Shape;2926;p15"/>
            <p:cNvSpPr/>
            <p:nvPr/>
          </p:nvSpPr>
          <p:spPr>
            <a:xfrm>
              <a:off x="4424177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27" name="Google Shape;2927;p15"/>
            <p:cNvSpPr/>
            <p:nvPr/>
          </p:nvSpPr>
          <p:spPr>
            <a:xfrm>
              <a:off x="4378711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28" name="Google Shape;2928;p15"/>
            <p:cNvSpPr/>
            <p:nvPr/>
          </p:nvSpPr>
          <p:spPr>
            <a:xfrm>
              <a:off x="4333244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29" name="Google Shape;2929;p15"/>
            <p:cNvSpPr/>
            <p:nvPr/>
          </p:nvSpPr>
          <p:spPr>
            <a:xfrm>
              <a:off x="4287674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30" name="Google Shape;2930;p15"/>
            <p:cNvSpPr/>
            <p:nvPr/>
          </p:nvSpPr>
          <p:spPr>
            <a:xfrm>
              <a:off x="4242208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31" name="Google Shape;2931;p15"/>
            <p:cNvSpPr/>
            <p:nvPr/>
          </p:nvSpPr>
          <p:spPr>
            <a:xfrm>
              <a:off x="4196742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32" name="Google Shape;2932;p15"/>
            <p:cNvSpPr/>
            <p:nvPr/>
          </p:nvSpPr>
          <p:spPr>
            <a:xfrm>
              <a:off x="4151275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33" name="Google Shape;2933;p15"/>
            <p:cNvSpPr/>
            <p:nvPr/>
          </p:nvSpPr>
          <p:spPr>
            <a:xfrm>
              <a:off x="4105912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34" name="Google Shape;2934;p15"/>
            <p:cNvSpPr/>
            <p:nvPr/>
          </p:nvSpPr>
          <p:spPr>
            <a:xfrm>
              <a:off x="4060343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35" name="Google Shape;2935;p15"/>
            <p:cNvSpPr/>
            <p:nvPr/>
          </p:nvSpPr>
          <p:spPr>
            <a:xfrm>
              <a:off x="4014876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36" name="Google Shape;2936;p15"/>
            <p:cNvSpPr/>
            <p:nvPr/>
          </p:nvSpPr>
          <p:spPr>
            <a:xfrm>
              <a:off x="3969410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37" name="Google Shape;2937;p15"/>
            <p:cNvSpPr/>
            <p:nvPr/>
          </p:nvSpPr>
          <p:spPr>
            <a:xfrm>
              <a:off x="3923943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38" name="Google Shape;2938;p15"/>
            <p:cNvSpPr/>
            <p:nvPr/>
          </p:nvSpPr>
          <p:spPr>
            <a:xfrm>
              <a:off x="3878477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39" name="Google Shape;2939;p15"/>
            <p:cNvSpPr/>
            <p:nvPr/>
          </p:nvSpPr>
          <p:spPr>
            <a:xfrm>
              <a:off x="3833114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0" name="Google Shape;2940;p15"/>
            <p:cNvSpPr/>
            <p:nvPr/>
          </p:nvSpPr>
          <p:spPr>
            <a:xfrm>
              <a:off x="3787544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1" name="Google Shape;2941;p15"/>
            <p:cNvSpPr/>
            <p:nvPr/>
          </p:nvSpPr>
          <p:spPr>
            <a:xfrm>
              <a:off x="4654512" y="4305434"/>
              <a:ext cx="13774" cy="10667"/>
            </a:xfrm>
            <a:custGeom>
              <a:avLst/>
              <a:gdLst/>
              <a:ahLst/>
              <a:cxnLst/>
              <a:rect l="l" t="t" r="r" b="b"/>
              <a:pathLst>
                <a:path w="133" h="103" extrusionOk="0">
                  <a:moveTo>
                    <a:pt x="2" y="1"/>
                  </a:moveTo>
                  <a:cubicBezTo>
                    <a:pt x="2" y="5"/>
                    <a:pt x="1" y="9"/>
                    <a:pt x="1" y="13"/>
                  </a:cubicBezTo>
                  <a:cubicBezTo>
                    <a:pt x="1" y="63"/>
                    <a:pt x="41" y="102"/>
                    <a:pt x="89" y="102"/>
                  </a:cubicBezTo>
                  <a:cubicBezTo>
                    <a:pt x="105" y="102"/>
                    <a:pt x="120" y="99"/>
                    <a:pt x="132" y="91"/>
                  </a:cubicBezTo>
                  <a:cubicBezTo>
                    <a:pt x="89" y="61"/>
                    <a:pt x="46" y="30"/>
                    <a:pt x="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2" name="Google Shape;2942;p15"/>
            <p:cNvSpPr/>
            <p:nvPr/>
          </p:nvSpPr>
          <p:spPr>
            <a:xfrm>
              <a:off x="4606042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3" name="Google Shape;2943;p15"/>
            <p:cNvSpPr/>
            <p:nvPr/>
          </p:nvSpPr>
          <p:spPr>
            <a:xfrm>
              <a:off x="4560472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4" name="Google Shape;2944;p15"/>
            <p:cNvSpPr/>
            <p:nvPr/>
          </p:nvSpPr>
          <p:spPr>
            <a:xfrm>
              <a:off x="4515006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5" name="Google Shape;2945;p15"/>
            <p:cNvSpPr/>
            <p:nvPr/>
          </p:nvSpPr>
          <p:spPr>
            <a:xfrm>
              <a:off x="4469540" y="4297563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6" name="Google Shape;2946;p15"/>
            <p:cNvSpPr/>
            <p:nvPr/>
          </p:nvSpPr>
          <p:spPr>
            <a:xfrm>
              <a:off x="4427284" y="4297563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0"/>
                  </a:moveTo>
                  <a:cubicBezTo>
                    <a:pt x="40" y="0"/>
                    <a:pt x="0" y="41"/>
                    <a:pt x="0" y="89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89"/>
                  </a:cubicBezTo>
                  <a:cubicBezTo>
                    <a:pt x="177" y="41"/>
                    <a:pt x="138" y="0"/>
                    <a:pt x="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7" name="Google Shape;2947;p15"/>
            <p:cNvSpPr/>
            <p:nvPr/>
          </p:nvSpPr>
          <p:spPr>
            <a:xfrm>
              <a:off x="4378711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8" name="Google Shape;2948;p15"/>
            <p:cNvSpPr/>
            <p:nvPr/>
          </p:nvSpPr>
          <p:spPr>
            <a:xfrm>
              <a:off x="4333244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9" name="Google Shape;2949;p15"/>
            <p:cNvSpPr/>
            <p:nvPr/>
          </p:nvSpPr>
          <p:spPr>
            <a:xfrm>
              <a:off x="4290781" y="4297563"/>
              <a:ext cx="18539" cy="18539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0"/>
                  </a:moveTo>
                  <a:cubicBezTo>
                    <a:pt x="40" y="0"/>
                    <a:pt x="1" y="41"/>
                    <a:pt x="1" y="89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89"/>
                  </a:cubicBezTo>
                  <a:cubicBezTo>
                    <a:pt x="179" y="41"/>
                    <a:pt x="138" y="0"/>
                    <a:pt x="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50" name="Google Shape;2950;p15"/>
            <p:cNvSpPr/>
            <p:nvPr/>
          </p:nvSpPr>
          <p:spPr>
            <a:xfrm>
              <a:off x="4242208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51" name="Google Shape;2951;p15"/>
            <p:cNvSpPr/>
            <p:nvPr/>
          </p:nvSpPr>
          <p:spPr>
            <a:xfrm>
              <a:off x="4196742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52" name="Google Shape;2952;p15"/>
            <p:cNvSpPr/>
            <p:nvPr/>
          </p:nvSpPr>
          <p:spPr>
            <a:xfrm>
              <a:off x="4154382" y="4297563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0"/>
                  </a:moveTo>
                  <a:cubicBezTo>
                    <a:pt x="41" y="0"/>
                    <a:pt x="0" y="41"/>
                    <a:pt x="0" y="89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89"/>
                  </a:cubicBezTo>
                  <a:cubicBezTo>
                    <a:pt x="178" y="41"/>
                    <a:pt x="139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53" name="Google Shape;2953;p15"/>
            <p:cNvSpPr/>
            <p:nvPr/>
          </p:nvSpPr>
          <p:spPr>
            <a:xfrm>
              <a:off x="4105912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54" name="Google Shape;2954;p15"/>
            <p:cNvSpPr/>
            <p:nvPr/>
          </p:nvSpPr>
          <p:spPr>
            <a:xfrm>
              <a:off x="4060343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55" name="Google Shape;2955;p15"/>
            <p:cNvSpPr/>
            <p:nvPr/>
          </p:nvSpPr>
          <p:spPr>
            <a:xfrm>
              <a:off x="4014876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56" name="Google Shape;2956;p15"/>
            <p:cNvSpPr/>
            <p:nvPr/>
          </p:nvSpPr>
          <p:spPr>
            <a:xfrm>
              <a:off x="3969410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57" name="Google Shape;2957;p15"/>
            <p:cNvSpPr/>
            <p:nvPr/>
          </p:nvSpPr>
          <p:spPr>
            <a:xfrm>
              <a:off x="3923943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58" name="Google Shape;2958;p15"/>
            <p:cNvSpPr/>
            <p:nvPr/>
          </p:nvSpPr>
          <p:spPr>
            <a:xfrm>
              <a:off x="3878477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59" name="Google Shape;2959;p15"/>
            <p:cNvSpPr/>
            <p:nvPr/>
          </p:nvSpPr>
          <p:spPr>
            <a:xfrm>
              <a:off x="3833114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60" name="Google Shape;2960;p15"/>
            <p:cNvSpPr/>
            <p:nvPr/>
          </p:nvSpPr>
          <p:spPr>
            <a:xfrm>
              <a:off x="3787544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61" name="Google Shape;2961;p15"/>
            <p:cNvSpPr/>
            <p:nvPr/>
          </p:nvSpPr>
          <p:spPr>
            <a:xfrm>
              <a:off x="4700082" y="4343858"/>
              <a:ext cx="18021" cy="17710"/>
            </a:xfrm>
            <a:custGeom>
              <a:avLst/>
              <a:gdLst/>
              <a:ahLst/>
              <a:cxnLst/>
              <a:rect l="l" t="t" r="r" b="b"/>
              <a:pathLst>
                <a:path w="174" h="171" extrusionOk="0">
                  <a:moveTo>
                    <a:pt x="53" y="0"/>
                  </a:moveTo>
                  <a:cubicBezTo>
                    <a:pt x="21" y="15"/>
                    <a:pt x="0" y="46"/>
                    <a:pt x="0" y="81"/>
                  </a:cubicBezTo>
                  <a:cubicBezTo>
                    <a:pt x="0" y="139"/>
                    <a:pt x="45" y="170"/>
                    <a:pt x="90" y="170"/>
                  </a:cubicBezTo>
                  <a:cubicBezTo>
                    <a:pt x="126" y="170"/>
                    <a:pt x="161" y="150"/>
                    <a:pt x="174" y="106"/>
                  </a:cubicBezTo>
                  <a:cubicBezTo>
                    <a:pt x="134" y="70"/>
                    <a:pt x="94" y="35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62" name="Google Shape;2962;p15"/>
            <p:cNvSpPr/>
            <p:nvPr/>
          </p:nvSpPr>
          <p:spPr>
            <a:xfrm>
              <a:off x="4651509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63" name="Google Shape;2963;p15"/>
            <p:cNvSpPr/>
            <p:nvPr/>
          </p:nvSpPr>
          <p:spPr>
            <a:xfrm>
              <a:off x="4606042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64" name="Google Shape;2964;p15"/>
            <p:cNvSpPr/>
            <p:nvPr/>
          </p:nvSpPr>
          <p:spPr>
            <a:xfrm>
              <a:off x="4560472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65" name="Google Shape;2965;p15"/>
            <p:cNvSpPr/>
            <p:nvPr/>
          </p:nvSpPr>
          <p:spPr>
            <a:xfrm>
              <a:off x="4515006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66" name="Google Shape;2966;p15"/>
            <p:cNvSpPr/>
            <p:nvPr/>
          </p:nvSpPr>
          <p:spPr>
            <a:xfrm>
              <a:off x="4469540" y="4343029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67" name="Google Shape;2967;p15"/>
            <p:cNvSpPr/>
            <p:nvPr/>
          </p:nvSpPr>
          <p:spPr>
            <a:xfrm>
              <a:off x="4424177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68" name="Google Shape;2968;p15"/>
            <p:cNvSpPr/>
            <p:nvPr/>
          </p:nvSpPr>
          <p:spPr>
            <a:xfrm>
              <a:off x="4378711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69" name="Google Shape;2969;p15"/>
            <p:cNvSpPr/>
            <p:nvPr/>
          </p:nvSpPr>
          <p:spPr>
            <a:xfrm>
              <a:off x="4333244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70" name="Google Shape;2970;p15"/>
            <p:cNvSpPr/>
            <p:nvPr/>
          </p:nvSpPr>
          <p:spPr>
            <a:xfrm>
              <a:off x="4287674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71" name="Google Shape;2971;p15"/>
            <p:cNvSpPr/>
            <p:nvPr/>
          </p:nvSpPr>
          <p:spPr>
            <a:xfrm>
              <a:off x="4242208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72" name="Google Shape;2972;p15"/>
            <p:cNvSpPr/>
            <p:nvPr/>
          </p:nvSpPr>
          <p:spPr>
            <a:xfrm>
              <a:off x="4196742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73" name="Google Shape;2973;p15"/>
            <p:cNvSpPr/>
            <p:nvPr/>
          </p:nvSpPr>
          <p:spPr>
            <a:xfrm>
              <a:off x="4151275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74" name="Google Shape;2974;p15"/>
            <p:cNvSpPr/>
            <p:nvPr/>
          </p:nvSpPr>
          <p:spPr>
            <a:xfrm>
              <a:off x="4105912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75" name="Google Shape;2975;p15"/>
            <p:cNvSpPr/>
            <p:nvPr/>
          </p:nvSpPr>
          <p:spPr>
            <a:xfrm>
              <a:off x="4060343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76" name="Google Shape;2976;p15"/>
            <p:cNvSpPr/>
            <p:nvPr/>
          </p:nvSpPr>
          <p:spPr>
            <a:xfrm>
              <a:off x="4014876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77" name="Google Shape;2977;p15"/>
            <p:cNvSpPr/>
            <p:nvPr/>
          </p:nvSpPr>
          <p:spPr>
            <a:xfrm>
              <a:off x="3969410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78" name="Google Shape;2978;p15"/>
            <p:cNvSpPr/>
            <p:nvPr/>
          </p:nvSpPr>
          <p:spPr>
            <a:xfrm>
              <a:off x="3923943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79" name="Google Shape;2979;p15"/>
            <p:cNvSpPr/>
            <p:nvPr/>
          </p:nvSpPr>
          <p:spPr>
            <a:xfrm>
              <a:off x="3878477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80" name="Google Shape;2980;p15"/>
            <p:cNvSpPr/>
            <p:nvPr/>
          </p:nvSpPr>
          <p:spPr>
            <a:xfrm>
              <a:off x="3833114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81" name="Google Shape;2981;p15"/>
            <p:cNvSpPr/>
            <p:nvPr/>
          </p:nvSpPr>
          <p:spPr>
            <a:xfrm>
              <a:off x="3787544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82" name="Google Shape;2982;p15"/>
            <p:cNvSpPr/>
            <p:nvPr/>
          </p:nvSpPr>
          <p:spPr>
            <a:xfrm>
              <a:off x="4745549" y="4388806"/>
              <a:ext cx="17710" cy="18228"/>
            </a:xfrm>
            <a:custGeom>
              <a:avLst/>
              <a:gdLst/>
              <a:ahLst/>
              <a:cxnLst/>
              <a:rect l="l" t="t" r="r" b="b"/>
              <a:pathLst>
                <a:path w="171" h="176" extrusionOk="0">
                  <a:moveTo>
                    <a:pt x="66" y="0"/>
                  </a:moveTo>
                  <a:cubicBezTo>
                    <a:pt x="27" y="12"/>
                    <a:pt x="0" y="47"/>
                    <a:pt x="0" y="87"/>
                  </a:cubicBezTo>
                  <a:cubicBezTo>
                    <a:pt x="0" y="143"/>
                    <a:pt x="45" y="175"/>
                    <a:pt x="90" y="175"/>
                  </a:cubicBezTo>
                  <a:cubicBezTo>
                    <a:pt x="122" y="175"/>
                    <a:pt x="154" y="159"/>
                    <a:pt x="170" y="122"/>
                  </a:cubicBezTo>
                  <a:cubicBezTo>
                    <a:pt x="136" y="81"/>
                    <a:pt x="102" y="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83" name="Google Shape;2983;p15"/>
            <p:cNvSpPr/>
            <p:nvPr/>
          </p:nvSpPr>
          <p:spPr>
            <a:xfrm>
              <a:off x="4696975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7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84" name="Google Shape;2984;p15"/>
            <p:cNvSpPr/>
            <p:nvPr/>
          </p:nvSpPr>
          <p:spPr>
            <a:xfrm>
              <a:off x="4651509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85" name="Google Shape;2985;p15"/>
            <p:cNvSpPr/>
            <p:nvPr/>
          </p:nvSpPr>
          <p:spPr>
            <a:xfrm>
              <a:off x="4606042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86" name="Google Shape;2986;p15"/>
            <p:cNvSpPr/>
            <p:nvPr/>
          </p:nvSpPr>
          <p:spPr>
            <a:xfrm>
              <a:off x="4560472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87" name="Google Shape;2987;p15"/>
            <p:cNvSpPr/>
            <p:nvPr/>
          </p:nvSpPr>
          <p:spPr>
            <a:xfrm>
              <a:off x="4515006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88" name="Google Shape;2988;p15"/>
            <p:cNvSpPr/>
            <p:nvPr/>
          </p:nvSpPr>
          <p:spPr>
            <a:xfrm>
              <a:off x="4469540" y="4388599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89" name="Google Shape;2989;p15"/>
            <p:cNvSpPr/>
            <p:nvPr/>
          </p:nvSpPr>
          <p:spPr>
            <a:xfrm>
              <a:off x="4424177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0" name="Google Shape;2990;p15"/>
            <p:cNvSpPr/>
            <p:nvPr/>
          </p:nvSpPr>
          <p:spPr>
            <a:xfrm>
              <a:off x="4378711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1" name="Google Shape;2991;p15"/>
            <p:cNvSpPr/>
            <p:nvPr/>
          </p:nvSpPr>
          <p:spPr>
            <a:xfrm>
              <a:off x="4333244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2" name="Google Shape;2992;p15"/>
            <p:cNvSpPr/>
            <p:nvPr/>
          </p:nvSpPr>
          <p:spPr>
            <a:xfrm>
              <a:off x="4287674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3" name="Google Shape;2993;p15"/>
            <p:cNvSpPr/>
            <p:nvPr/>
          </p:nvSpPr>
          <p:spPr>
            <a:xfrm>
              <a:off x="4242208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4" name="Google Shape;2994;p15"/>
            <p:cNvSpPr/>
            <p:nvPr/>
          </p:nvSpPr>
          <p:spPr>
            <a:xfrm>
              <a:off x="4196742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5" name="Google Shape;2995;p15"/>
            <p:cNvSpPr/>
            <p:nvPr/>
          </p:nvSpPr>
          <p:spPr>
            <a:xfrm>
              <a:off x="4151275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6" name="Google Shape;2996;p15"/>
            <p:cNvSpPr/>
            <p:nvPr/>
          </p:nvSpPr>
          <p:spPr>
            <a:xfrm>
              <a:off x="4105912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7" name="Google Shape;2997;p15"/>
            <p:cNvSpPr/>
            <p:nvPr/>
          </p:nvSpPr>
          <p:spPr>
            <a:xfrm>
              <a:off x="4060343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8" name="Google Shape;2998;p15"/>
            <p:cNvSpPr/>
            <p:nvPr/>
          </p:nvSpPr>
          <p:spPr>
            <a:xfrm>
              <a:off x="4014876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9" name="Google Shape;2999;p15"/>
            <p:cNvSpPr/>
            <p:nvPr/>
          </p:nvSpPr>
          <p:spPr>
            <a:xfrm>
              <a:off x="3969410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00" name="Google Shape;3000;p15"/>
            <p:cNvSpPr/>
            <p:nvPr/>
          </p:nvSpPr>
          <p:spPr>
            <a:xfrm>
              <a:off x="3923943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01" name="Google Shape;3001;p15"/>
            <p:cNvSpPr/>
            <p:nvPr/>
          </p:nvSpPr>
          <p:spPr>
            <a:xfrm>
              <a:off x="3878477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02" name="Google Shape;3002;p15"/>
            <p:cNvSpPr/>
            <p:nvPr/>
          </p:nvSpPr>
          <p:spPr>
            <a:xfrm>
              <a:off x="3833114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1"/>
                  </a:cubicBezTo>
                  <a:cubicBezTo>
                    <a:pt x="73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03" name="Google Shape;3003;p15"/>
            <p:cNvSpPr/>
            <p:nvPr/>
          </p:nvSpPr>
          <p:spPr>
            <a:xfrm>
              <a:off x="3787544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04" name="Google Shape;3004;p15"/>
            <p:cNvSpPr/>
            <p:nvPr/>
          </p:nvSpPr>
          <p:spPr>
            <a:xfrm>
              <a:off x="4791015" y="4439865"/>
              <a:ext cx="8389" cy="12532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6" y="0"/>
                  </a:moveTo>
                  <a:cubicBezTo>
                    <a:pt x="2" y="10"/>
                    <a:pt x="0" y="22"/>
                    <a:pt x="0" y="33"/>
                  </a:cubicBezTo>
                  <a:cubicBezTo>
                    <a:pt x="0" y="78"/>
                    <a:pt x="35" y="116"/>
                    <a:pt x="80" y="121"/>
                  </a:cubicBezTo>
                  <a:cubicBezTo>
                    <a:pt x="56" y="80"/>
                    <a:pt x="32" y="40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05" name="Google Shape;3005;p15"/>
            <p:cNvSpPr/>
            <p:nvPr/>
          </p:nvSpPr>
          <p:spPr>
            <a:xfrm>
              <a:off x="4742338" y="4434065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06" name="Google Shape;3006;p15"/>
            <p:cNvSpPr/>
            <p:nvPr/>
          </p:nvSpPr>
          <p:spPr>
            <a:xfrm>
              <a:off x="4696975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07" name="Google Shape;3007;p15"/>
            <p:cNvSpPr/>
            <p:nvPr/>
          </p:nvSpPr>
          <p:spPr>
            <a:xfrm>
              <a:off x="4651509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08" name="Google Shape;3008;p15"/>
            <p:cNvSpPr/>
            <p:nvPr/>
          </p:nvSpPr>
          <p:spPr>
            <a:xfrm>
              <a:off x="4606042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09" name="Google Shape;3009;p15"/>
            <p:cNvSpPr/>
            <p:nvPr/>
          </p:nvSpPr>
          <p:spPr>
            <a:xfrm>
              <a:off x="4560472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10" name="Google Shape;3010;p15"/>
            <p:cNvSpPr/>
            <p:nvPr/>
          </p:nvSpPr>
          <p:spPr>
            <a:xfrm>
              <a:off x="4515006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11" name="Google Shape;3011;p15"/>
            <p:cNvSpPr/>
            <p:nvPr/>
          </p:nvSpPr>
          <p:spPr>
            <a:xfrm>
              <a:off x="4469540" y="4434065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12" name="Google Shape;3012;p15"/>
            <p:cNvSpPr/>
            <p:nvPr/>
          </p:nvSpPr>
          <p:spPr>
            <a:xfrm>
              <a:off x="4424177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13" name="Google Shape;3013;p15"/>
            <p:cNvSpPr/>
            <p:nvPr/>
          </p:nvSpPr>
          <p:spPr>
            <a:xfrm>
              <a:off x="4378711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14" name="Google Shape;3014;p15"/>
            <p:cNvSpPr/>
            <p:nvPr/>
          </p:nvSpPr>
          <p:spPr>
            <a:xfrm>
              <a:off x="4333244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15" name="Google Shape;3015;p15"/>
            <p:cNvSpPr/>
            <p:nvPr/>
          </p:nvSpPr>
          <p:spPr>
            <a:xfrm>
              <a:off x="4287674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16" name="Google Shape;3016;p15"/>
            <p:cNvSpPr/>
            <p:nvPr/>
          </p:nvSpPr>
          <p:spPr>
            <a:xfrm>
              <a:off x="4242208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17" name="Google Shape;3017;p15"/>
            <p:cNvSpPr/>
            <p:nvPr/>
          </p:nvSpPr>
          <p:spPr>
            <a:xfrm>
              <a:off x="4196742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18" name="Google Shape;3018;p15"/>
            <p:cNvSpPr/>
            <p:nvPr/>
          </p:nvSpPr>
          <p:spPr>
            <a:xfrm>
              <a:off x="4151275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19" name="Google Shape;3019;p15"/>
            <p:cNvSpPr/>
            <p:nvPr/>
          </p:nvSpPr>
          <p:spPr>
            <a:xfrm>
              <a:off x="4105912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20" name="Google Shape;3020;p15"/>
            <p:cNvSpPr/>
            <p:nvPr/>
          </p:nvSpPr>
          <p:spPr>
            <a:xfrm>
              <a:off x="4060343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21" name="Google Shape;3021;p15"/>
            <p:cNvSpPr/>
            <p:nvPr/>
          </p:nvSpPr>
          <p:spPr>
            <a:xfrm>
              <a:off x="4014876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22" name="Google Shape;3022;p15"/>
            <p:cNvSpPr/>
            <p:nvPr/>
          </p:nvSpPr>
          <p:spPr>
            <a:xfrm>
              <a:off x="3969410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23" name="Google Shape;3023;p15"/>
            <p:cNvSpPr/>
            <p:nvPr/>
          </p:nvSpPr>
          <p:spPr>
            <a:xfrm>
              <a:off x="3923943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24" name="Google Shape;3024;p15"/>
            <p:cNvSpPr/>
            <p:nvPr/>
          </p:nvSpPr>
          <p:spPr>
            <a:xfrm>
              <a:off x="3878477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25" name="Google Shape;3025;p15"/>
            <p:cNvSpPr/>
            <p:nvPr/>
          </p:nvSpPr>
          <p:spPr>
            <a:xfrm>
              <a:off x="3833114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26" name="Google Shape;3026;p15"/>
            <p:cNvSpPr/>
            <p:nvPr/>
          </p:nvSpPr>
          <p:spPr>
            <a:xfrm>
              <a:off x="3787544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27" name="Google Shape;3027;p15"/>
            <p:cNvSpPr/>
            <p:nvPr/>
          </p:nvSpPr>
          <p:spPr>
            <a:xfrm>
              <a:off x="4787804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28" name="Google Shape;3028;p15"/>
            <p:cNvSpPr/>
            <p:nvPr/>
          </p:nvSpPr>
          <p:spPr>
            <a:xfrm>
              <a:off x="4742338" y="4479428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29" name="Google Shape;3029;p15"/>
            <p:cNvSpPr/>
            <p:nvPr/>
          </p:nvSpPr>
          <p:spPr>
            <a:xfrm>
              <a:off x="4696975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30" name="Google Shape;3030;p15"/>
            <p:cNvSpPr/>
            <p:nvPr/>
          </p:nvSpPr>
          <p:spPr>
            <a:xfrm>
              <a:off x="4651509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31" name="Google Shape;3031;p15"/>
            <p:cNvSpPr/>
            <p:nvPr/>
          </p:nvSpPr>
          <p:spPr>
            <a:xfrm>
              <a:off x="4606042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32" name="Google Shape;3032;p15"/>
            <p:cNvSpPr/>
            <p:nvPr/>
          </p:nvSpPr>
          <p:spPr>
            <a:xfrm>
              <a:off x="4560472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33" name="Google Shape;3033;p15"/>
            <p:cNvSpPr/>
            <p:nvPr/>
          </p:nvSpPr>
          <p:spPr>
            <a:xfrm>
              <a:off x="4515006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34" name="Google Shape;3034;p15"/>
            <p:cNvSpPr/>
            <p:nvPr/>
          </p:nvSpPr>
          <p:spPr>
            <a:xfrm>
              <a:off x="4469540" y="4479428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35" name="Google Shape;3035;p15"/>
            <p:cNvSpPr/>
            <p:nvPr/>
          </p:nvSpPr>
          <p:spPr>
            <a:xfrm>
              <a:off x="4424177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36" name="Google Shape;3036;p15"/>
            <p:cNvSpPr/>
            <p:nvPr/>
          </p:nvSpPr>
          <p:spPr>
            <a:xfrm>
              <a:off x="4378711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37" name="Google Shape;3037;p15"/>
            <p:cNvSpPr/>
            <p:nvPr/>
          </p:nvSpPr>
          <p:spPr>
            <a:xfrm>
              <a:off x="4333244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38" name="Google Shape;3038;p15"/>
            <p:cNvSpPr/>
            <p:nvPr/>
          </p:nvSpPr>
          <p:spPr>
            <a:xfrm>
              <a:off x="4287674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39" name="Google Shape;3039;p15"/>
            <p:cNvSpPr/>
            <p:nvPr/>
          </p:nvSpPr>
          <p:spPr>
            <a:xfrm>
              <a:off x="4242208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40" name="Google Shape;3040;p15"/>
            <p:cNvSpPr/>
            <p:nvPr/>
          </p:nvSpPr>
          <p:spPr>
            <a:xfrm>
              <a:off x="4196742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41" name="Google Shape;3041;p15"/>
            <p:cNvSpPr/>
            <p:nvPr/>
          </p:nvSpPr>
          <p:spPr>
            <a:xfrm>
              <a:off x="4151275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42" name="Google Shape;3042;p15"/>
            <p:cNvSpPr/>
            <p:nvPr/>
          </p:nvSpPr>
          <p:spPr>
            <a:xfrm>
              <a:off x="4105912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43" name="Google Shape;3043;p15"/>
            <p:cNvSpPr/>
            <p:nvPr/>
          </p:nvSpPr>
          <p:spPr>
            <a:xfrm>
              <a:off x="4060343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44" name="Google Shape;3044;p15"/>
            <p:cNvSpPr/>
            <p:nvPr/>
          </p:nvSpPr>
          <p:spPr>
            <a:xfrm>
              <a:off x="4014876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45" name="Google Shape;3045;p15"/>
            <p:cNvSpPr/>
            <p:nvPr/>
          </p:nvSpPr>
          <p:spPr>
            <a:xfrm>
              <a:off x="3969410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46" name="Google Shape;3046;p15"/>
            <p:cNvSpPr/>
            <p:nvPr/>
          </p:nvSpPr>
          <p:spPr>
            <a:xfrm>
              <a:off x="3923943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47" name="Google Shape;3047;p15"/>
            <p:cNvSpPr/>
            <p:nvPr/>
          </p:nvSpPr>
          <p:spPr>
            <a:xfrm>
              <a:off x="3878477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48" name="Google Shape;3048;p15"/>
            <p:cNvSpPr/>
            <p:nvPr/>
          </p:nvSpPr>
          <p:spPr>
            <a:xfrm>
              <a:off x="3833114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49" name="Google Shape;3049;p15"/>
            <p:cNvSpPr/>
            <p:nvPr/>
          </p:nvSpPr>
          <p:spPr>
            <a:xfrm>
              <a:off x="3787544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4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50" name="Google Shape;3050;p15"/>
            <p:cNvSpPr/>
            <p:nvPr/>
          </p:nvSpPr>
          <p:spPr>
            <a:xfrm>
              <a:off x="4791015" y="4524895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37" y="178"/>
                    <a:pt x="178" y="139"/>
                    <a:pt x="178" y="90"/>
                  </a:cubicBezTo>
                  <a:cubicBezTo>
                    <a:pt x="178" y="40"/>
                    <a:pt x="137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51" name="Google Shape;3051;p15"/>
            <p:cNvSpPr/>
            <p:nvPr/>
          </p:nvSpPr>
          <p:spPr>
            <a:xfrm>
              <a:off x="4742338" y="4524895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52" name="Google Shape;3052;p15"/>
            <p:cNvSpPr/>
            <p:nvPr/>
          </p:nvSpPr>
          <p:spPr>
            <a:xfrm>
              <a:off x="4696975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53" name="Google Shape;3053;p15"/>
            <p:cNvSpPr/>
            <p:nvPr/>
          </p:nvSpPr>
          <p:spPr>
            <a:xfrm>
              <a:off x="4651509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54" name="Google Shape;3054;p15"/>
            <p:cNvSpPr/>
            <p:nvPr/>
          </p:nvSpPr>
          <p:spPr>
            <a:xfrm>
              <a:off x="4606042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55" name="Google Shape;3055;p15"/>
            <p:cNvSpPr/>
            <p:nvPr/>
          </p:nvSpPr>
          <p:spPr>
            <a:xfrm>
              <a:off x="4560472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56" name="Google Shape;3056;p15"/>
            <p:cNvSpPr/>
            <p:nvPr/>
          </p:nvSpPr>
          <p:spPr>
            <a:xfrm>
              <a:off x="4515006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57" name="Google Shape;3057;p15"/>
            <p:cNvSpPr/>
            <p:nvPr/>
          </p:nvSpPr>
          <p:spPr>
            <a:xfrm>
              <a:off x="4469540" y="4524895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58" name="Google Shape;3058;p15"/>
            <p:cNvSpPr/>
            <p:nvPr/>
          </p:nvSpPr>
          <p:spPr>
            <a:xfrm>
              <a:off x="4427284" y="4524895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90"/>
                  </a:cubicBezTo>
                  <a:cubicBezTo>
                    <a:pt x="177" y="40"/>
                    <a:pt x="138" y="1"/>
                    <a:pt x="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59" name="Google Shape;3059;p15"/>
            <p:cNvSpPr/>
            <p:nvPr/>
          </p:nvSpPr>
          <p:spPr>
            <a:xfrm>
              <a:off x="4378711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60" name="Google Shape;3060;p15"/>
            <p:cNvSpPr/>
            <p:nvPr/>
          </p:nvSpPr>
          <p:spPr>
            <a:xfrm>
              <a:off x="4333244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61" name="Google Shape;3061;p15"/>
            <p:cNvSpPr/>
            <p:nvPr/>
          </p:nvSpPr>
          <p:spPr>
            <a:xfrm>
              <a:off x="4290781" y="4524895"/>
              <a:ext cx="18539" cy="18539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1"/>
                  </a:moveTo>
                  <a:cubicBezTo>
                    <a:pt x="40" y="1"/>
                    <a:pt x="1" y="40"/>
                    <a:pt x="1" y="90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90"/>
                  </a:cubicBezTo>
                  <a:cubicBezTo>
                    <a:pt x="179" y="40"/>
                    <a:pt x="138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62" name="Google Shape;3062;p15"/>
            <p:cNvSpPr/>
            <p:nvPr/>
          </p:nvSpPr>
          <p:spPr>
            <a:xfrm>
              <a:off x="4242208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63" name="Google Shape;3063;p15"/>
            <p:cNvSpPr/>
            <p:nvPr/>
          </p:nvSpPr>
          <p:spPr>
            <a:xfrm>
              <a:off x="4196742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64" name="Google Shape;3064;p15"/>
            <p:cNvSpPr/>
            <p:nvPr/>
          </p:nvSpPr>
          <p:spPr>
            <a:xfrm>
              <a:off x="4154382" y="4524895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1" y="1"/>
                    <a:pt x="0" y="40"/>
                    <a:pt x="0" y="90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90"/>
                  </a:cubicBezTo>
                  <a:cubicBezTo>
                    <a:pt x="178" y="40"/>
                    <a:pt x="139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65" name="Google Shape;3065;p15"/>
            <p:cNvSpPr/>
            <p:nvPr/>
          </p:nvSpPr>
          <p:spPr>
            <a:xfrm>
              <a:off x="4105912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66" name="Google Shape;3066;p15"/>
            <p:cNvSpPr/>
            <p:nvPr/>
          </p:nvSpPr>
          <p:spPr>
            <a:xfrm>
              <a:off x="4060343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67" name="Google Shape;3067;p15"/>
            <p:cNvSpPr/>
            <p:nvPr/>
          </p:nvSpPr>
          <p:spPr>
            <a:xfrm>
              <a:off x="4014876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68" name="Google Shape;3068;p15"/>
            <p:cNvSpPr/>
            <p:nvPr/>
          </p:nvSpPr>
          <p:spPr>
            <a:xfrm>
              <a:off x="3969410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69" name="Google Shape;3069;p15"/>
            <p:cNvSpPr/>
            <p:nvPr/>
          </p:nvSpPr>
          <p:spPr>
            <a:xfrm>
              <a:off x="3923943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70" name="Google Shape;3070;p15"/>
            <p:cNvSpPr/>
            <p:nvPr/>
          </p:nvSpPr>
          <p:spPr>
            <a:xfrm>
              <a:off x="3878477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71" name="Google Shape;3071;p15"/>
            <p:cNvSpPr/>
            <p:nvPr/>
          </p:nvSpPr>
          <p:spPr>
            <a:xfrm>
              <a:off x="3833114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1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72" name="Google Shape;3072;p15"/>
            <p:cNvSpPr/>
            <p:nvPr/>
          </p:nvSpPr>
          <p:spPr>
            <a:xfrm>
              <a:off x="3787544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73" name="Google Shape;3073;p15"/>
            <p:cNvSpPr/>
            <p:nvPr/>
          </p:nvSpPr>
          <p:spPr>
            <a:xfrm>
              <a:off x="4787804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74" name="Google Shape;3074;p15"/>
            <p:cNvSpPr/>
            <p:nvPr/>
          </p:nvSpPr>
          <p:spPr>
            <a:xfrm>
              <a:off x="4742338" y="4570361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75" name="Google Shape;3075;p15"/>
            <p:cNvSpPr/>
            <p:nvPr/>
          </p:nvSpPr>
          <p:spPr>
            <a:xfrm>
              <a:off x="4696975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76" name="Google Shape;3076;p15"/>
            <p:cNvSpPr/>
            <p:nvPr/>
          </p:nvSpPr>
          <p:spPr>
            <a:xfrm>
              <a:off x="4651509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77" name="Google Shape;3077;p15"/>
            <p:cNvSpPr/>
            <p:nvPr/>
          </p:nvSpPr>
          <p:spPr>
            <a:xfrm>
              <a:off x="4606042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78" name="Google Shape;3078;p15"/>
            <p:cNvSpPr/>
            <p:nvPr/>
          </p:nvSpPr>
          <p:spPr>
            <a:xfrm>
              <a:off x="4560472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79" name="Google Shape;3079;p15"/>
            <p:cNvSpPr/>
            <p:nvPr/>
          </p:nvSpPr>
          <p:spPr>
            <a:xfrm>
              <a:off x="4515006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80" name="Google Shape;3080;p15"/>
            <p:cNvSpPr/>
            <p:nvPr/>
          </p:nvSpPr>
          <p:spPr>
            <a:xfrm>
              <a:off x="4469540" y="4570361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81" name="Google Shape;3081;p15"/>
            <p:cNvSpPr/>
            <p:nvPr/>
          </p:nvSpPr>
          <p:spPr>
            <a:xfrm>
              <a:off x="4424177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82" name="Google Shape;3082;p15"/>
            <p:cNvSpPr/>
            <p:nvPr/>
          </p:nvSpPr>
          <p:spPr>
            <a:xfrm>
              <a:off x="4378711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83" name="Google Shape;3083;p15"/>
            <p:cNvSpPr/>
            <p:nvPr/>
          </p:nvSpPr>
          <p:spPr>
            <a:xfrm>
              <a:off x="4333244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84" name="Google Shape;3084;p15"/>
            <p:cNvSpPr/>
            <p:nvPr/>
          </p:nvSpPr>
          <p:spPr>
            <a:xfrm>
              <a:off x="4287674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85" name="Google Shape;3085;p15"/>
            <p:cNvSpPr/>
            <p:nvPr/>
          </p:nvSpPr>
          <p:spPr>
            <a:xfrm>
              <a:off x="4242208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86" name="Google Shape;3086;p15"/>
            <p:cNvSpPr/>
            <p:nvPr/>
          </p:nvSpPr>
          <p:spPr>
            <a:xfrm>
              <a:off x="4196742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87" name="Google Shape;3087;p15"/>
            <p:cNvSpPr/>
            <p:nvPr/>
          </p:nvSpPr>
          <p:spPr>
            <a:xfrm>
              <a:off x="4151275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88" name="Google Shape;3088;p15"/>
            <p:cNvSpPr/>
            <p:nvPr/>
          </p:nvSpPr>
          <p:spPr>
            <a:xfrm>
              <a:off x="4105912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89" name="Google Shape;3089;p15"/>
            <p:cNvSpPr/>
            <p:nvPr/>
          </p:nvSpPr>
          <p:spPr>
            <a:xfrm>
              <a:off x="4060343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90" name="Google Shape;3090;p15"/>
            <p:cNvSpPr/>
            <p:nvPr/>
          </p:nvSpPr>
          <p:spPr>
            <a:xfrm>
              <a:off x="4014876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91" name="Google Shape;3091;p15"/>
            <p:cNvSpPr/>
            <p:nvPr/>
          </p:nvSpPr>
          <p:spPr>
            <a:xfrm>
              <a:off x="3969410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92" name="Google Shape;3092;p15"/>
            <p:cNvSpPr/>
            <p:nvPr/>
          </p:nvSpPr>
          <p:spPr>
            <a:xfrm>
              <a:off x="3923943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93" name="Google Shape;3093;p15"/>
            <p:cNvSpPr/>
            <p:nvPr/>
          </p:nvSpPr>
          <p:spPr>
            <a:xfrm>
              <a:off x="3878477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94" name="Google Shape;3094;p15"/>
            <p:cNvSpPr/>
            <p:nvPr/>
          </p:nvSpPr>
          <p:spPr>
            <a:xfrm>
              <a:off x="3833114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95" name="Google Shape;3095;p15"/>
            <p:cNvSpPr/>
            <p:nvPr/>
          </p:nvSpPr>
          <p:spPr>
            <a:xfrm>
              <a:off x="3787544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96" name="Google Shape;3096;p15"/>
            <p:cNvSpPr/>
            <p:nvPr/>
          </p:nvSpPr>
          <p:spPr>
            <a:xfrm>
              <a:off x="4787908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97" name="Google Shape;3097;p15"/>
            <p:cNvSpPr/>
            <p:nvPr/>
          </p:nvSpPr>
          <p:spPr>
            <a:xfrm>
              <a:off x="4745549" y="4615827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7" y="82"/>
                    <a:pt x="152" y="27"/>
                  </a:cubicBezTo>
                  <a:cubicBezTo>
                    <a:pt x="134" y="9"/>
                    <a:pt x="111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98" name="Google Shape;3098;p15"/>
            <p:cNvSpPr/>
            <p:nvPr/>
          </p:nvSpPr>
          <p:spPr>
            <a:xfrm>
              <a:off x="4696975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1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99" name="Google Shape;3099;p15"/>
            <p:cNvSpPr/>
            <p:nvPr/>
          </p:nvSpPr>
          <p:spPr>
            <a:xfrm>
              <a:off x="4651509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7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ubicBezTo>
                    <a:pt x="118" y="0"/>
                    <a:pt x="118" y="0"/>
                    <a:pt x="1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00" name="Google Shape;3100;p15"/>
            <p:cNvSpPr/>
            <p:nvPr/>
          </p:nvSpPr>
          <p:spPr>
            <a:xfrm>
              <a:off x="4606042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01" name="Google Shape;3101;p15"/>
            <p:cNvSpPr/>
            <p:nvPr/>
          </p:nvSpPr>
          <p:spPr>
            <a:xfrm>
              <a:off x="4560472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1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02" name="Google Shape;3102;p15"/>
            <p:cNvSpPr/>
            <p:nvPr/>
          </p:nvSpPr>
          <p:spPr>
            <a:xfrm>
              <a:off x="4515110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8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03" name="Google Shape;3103;p15"/>
            <p:cNvSpPr/>
            <p:nvPr/>
          </p:nvSpPr>
          <p:spPr>
            <a:xfrm>
              <a:off x="4469540" y="4615931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04" name="Google Shape;3104;p15"/>
            <p:cNvSpPr/>
            <p:nvPr/>
          </p:nvSpPr>
          <p:spPr>
            <a:xfrm>
              <a:off x="4424177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05" name="Google Shape;3105;p15"/>
            <p:cNvSpPr/>
            <p:nvPr/>
          </p:nvSpPr>
          <p:spPr>
            <a:xfrm>
              <a:off x="4378711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1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06" name="Google Shape;3106;p15"/>
            <p:cNvSpPr/>
            <p:nvPr/>
          </p:nvSpPr>
          <p:spPr>
            <a:xfrm>
              <a:off x="4333244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8" y="0"/>
                    <a:pt x="118" y="0"/>
                    <a:pt x="117" y="0"/>
                  </a:cubicBezTo>
                  <a:cubicBezTo>
                    <a:pt x="39" y="0"/>
                    <a:pt x="1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07" name="Google Shape;3107;p15"/>
            <p:cNvSpPr/>
            <p:nvPr/>
          </p:nvSpPr>
          <p:spPr>
            <a:xfrm>
              <a:off x="4287674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08" name="Google Shape;3108;p15"/>
            <p:cNvSpPr/>
            <p:nvPr/>
          </p:nvSpPr>
          <p:spPr>
            <a:xfrm>
              <a:off x="4242208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09" name="Google Shape;3109;p15"/>
            <p:cNvSpPr/>
            <p:nvPr/>
          </p:nvSpPr>
          <p:spPr>
            <a:xfrm>
              <a:off x="4196742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10" name="Google Shape;3110;p15"/>
            <p:cNvSpPr/>
            <p:nvPr/>
          </p:nvSpPr>
          <p:spPr>
            <a:xfrm>
              <a:off x="4151379" y="4615931"/>
              <a:ext cx="21438" cy="18435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11" name="Google Shape;3111;p15"/>
            <p:cNvSpPr/>
            <p:nvPr/>
          </p:nvSpPr>
          <p:spPr>
            <a:xfrm>
              <a:off x="4105912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12" name="Google Shape;3112;p15"/>
            <p:cNvSpPr/>
            <p:nvPr/>
          </p:nvSpPr>
          <p:spPr>
            <a:xfrm>
              <a:off x="4063450" y="4615827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90" y="1"/>
                  </a:moveTo>
                  <a:cubicBezTo>
                    <a:pt x="44" y="1"/>
                    <a:pt x="1" y="36"/>
                    <a:pt x="1" y="89"/>
                  </a:cubicBezTo>
                  <a:cubicBezTo>
                    <a:pt x="1" y="139"/>
                    <a:pt x="40" y="178"/>
                    <a:pt x="89" y="178"/>
                  </a:cubicBezTo>
                  <a:cubicBezTo>
                    <a:pt x="168" y="178"/>
                    <a:pt x="209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13" name="Google Shape;3113;p15"/>
            <p:cNvSpPr/>
            <p:nvPr/>
          </p:nvSpPr>
          <p:spPr>
            <a:xfrm>
              <a:off x="4014876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14" name="Google Shape;3114;p15"/>
            <p:cNvSpPr/>
            <p:nvPr/>
          </p:nvSpPr>
          <p:spPr>
            <a:xfrm>
              <a:off x="3969410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15" name="Google Shape;3115;p15"/>
            <p:cNvSpPr/>
            <p:nvPr/>
          </p:nvSpPr>
          <p:spPr>
            <a:xfrm>
              <a:off x="3927154" y="4615827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39" y="178"/>
                    <a:pt x="88" y="178"/>
                  </a:cubicBezTo>
                  <a:cubicBezTo>
                    <a:pt x="168" y="178"/>
                    <a:pt x="207" y="82"/>
                    <a:pt x="151" y="27"/>
                  </a:cubicBezTo>
                  <a:cubicBezTo>
                    <a:pt x="133" y="9"/>
                    <a:pt x="111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16" name="Google Shape;3116;p15"/>
            <p:cNvSpPr/>
            <p:nvPr/>
          </p:nvSpPr>
          <p:spPr>
            <a:xfrm>
              <a:off x="3878581" y="4615931"/>
              <a:ext cx="21438" cy="18435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17" name="Google Shape;3117;p15"/>
            <p:cNvSpPr/>
            <p:nvPr/>
          </p:nvSpPr>
          <p:spPr>
            <a:xfrm>
              <a:off x="3833114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18" name="Google Shape;3118;p15"/>
            <p:cNvSpPr/>
            <p:nvPr/>
          </p:nvSpPr>
          <p:spPr>
            <a:xfrm>
              <a:off x="3790651" y="4615827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90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8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3119" name="Google Shape;3119;p15"/>
          <p:cNvSpPr/>
          <p:nvPr/>
        </p:nvSpPr>
        <p:spPr>
          <a:xfrm rot="10800000">
            <a:off x="8319151" y="311042"/>
            <a:ext cx="824843" cy="1133133"/>
          </a:xfrm>
          <a:custGeom>
            <a:avLst/>
            <a:gdLst/>
            <a:ahLst/>
            <a:cxnLst/>
            <a:rect l="l" t="t" r="r" b="b"/>
            <a:pathLst>
              <a:path w="10250" h="14081" extrusionOk="0">
                <a:moveTo>
                  <a:pt x="464" y="1"/>
                </a:moveTo>
                <a:cubicBezTo>
                  <a:pt x="311" y="1"/>
                  <a:pt x="156" y="21"/>
                  <a:pt x="0" y="63"/>
                </a:cubicBezTo>
                <a:lnTo>
                  <a:pt x="0" y="14081"/>
                </a:lnTo>
                <a:lnTo>
                  <a:pt x="8372" y="14081"/>
                </a:lnTo>
                <a:cubicBezTo>
                  <a:pt x="10250" y="10505"/>
                  <a:pt x="8261" y="8835"/>
                  <a:pt x="6056" y="8835"/>
                </a:cubicBezTo>
                <a:cubicBezTo>
                  <a:pt x="5843" y="8835"/>
                  <a:pt x="5628" y="8851"/>
                  <a:pt x="5413" y="8882"/>
                </a:cubicBezTo>
                <a:cubicBezTo>
                  <a:pt x="5266" y="8904"/>
                  <a:pt x="5124" y="8914"/>
                  <a:pt x="4988" y="8914"/>
                </a:cubicBezTo>
                <a:cubicBezTo>
                  <a:pt x="2877" y="8914"/>
                  <a:pt x="2084" y="6458"/>
                  <a:pt x="3020" y="4741"/>
                </a:cubicBezTo>
                <a:cubicBezTo>
                  <a:pt x="3943" y="3049"/>
                  <a:pt x="2361" y="1"/>
                  <a:pt x="46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120" name="Google Shape;3120;p15"/>
          <p:cNvSpPr/>
          <p:nvPr/>
        </p:nvSpPr>
        <p:spPr>
          <a:xfrm flipH="1">
            <a:off x="8113066" y="-5862"/>
            <a:ext cx="1030929" cy="683349"/>
          </a:xfrm>
          <a:custGeom>
            <a:avLst/>
            <a:gdLst/>
            <a:ahLst/>
            <a:cxnLst/>
            <a:rect l="l" t="t" r="r" b="b"/>
            <a:pathLst>
              <a:path w="6285" h="4166" extrusionOk="0">
                <a:moveTo>
                  <a:pt x="0" y="1"/>
                </a:moveTo>
                <a:lnTo>
                  <a:pt x="0" y="4165"/>
                </a:lnTo>
                <a:cubicBezTo>
                  <a:pt x="1196" y="3798"/>
                  <a:pt x="996" y="2045"/>
                  <a:pt x="2096" y="2045"/>
                </a:cubicBezTo>
                <a:cubicBezTo>
                  <a:pt x="2129" y="2045"/>
                  <a:pt x="2163" y="2047"/>
                  <a:pt x="2199" y="2050"/>
                </a:cubicBezTo>
                <a:cubicBezTo>
                  <a:pt x="2774" y="2103"/>
                  <a:pt x="3572" y="2499"/>
                  <a:pt x="4323" y="2499"/>
                </a:cubicBezTo>
                <a:cubicBezTo>
                  <a:pt x="5159" y="2499"/>
                  <a:pt x="5937" y="2008"/>
                  <a:pt x="62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3121" name="Google Shape;3121;p15"/>
          <p:cNvGrpSpPr/>
          <p:nvPr/>
        </p:nvGrpSpPr>
        <p:grpSpPr>
          <a:xfrm>
            <a:off x="7924925" y="-5859"/>
            <a:ext cx="1192661" cy="873297"/>
            <a:chOff x="7924925" y="175391"/>
            <a:chExt cx="1192661" cy="873297"/>
          </a:xfrm>
        </p:grpSpPr>
        <p:sp>
          <p:nvSpPr>
            <p:cNvPr id="3122" name="Google Shape;3122;p15"/>
            <p:cNvSpPr/>
            <p:nvPr/>
          </p:nvSpPr>
          <p:spPr>
            <a:xfrm flipH="1">
              <a:off x="8995548" y="1027036"/>
              <a:ext cx="15583" cy="1000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0"/>
                  </a:moveTo>
                  <a:cubicBezTo>
                    <a:pt x="33" y="0"/>
                    <a:pt x="4" y="25"/>
                    <a:pt x="0" y="60"/>
                  </a:cubicBezTo>
                  <a:cubicBezTo>
                    <a:pt x="33" y="43"/>
                    <a:pt x="65" y="26"/>
                    <a:pt x="95" y="7"/>
                  </a:cubicBezTo>
                  <a:cubicBezTo>
                    <a:pt x="85" y="2"/>
                    <a:pt x="75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23" name="Google Shape;3123;p15"/>
            <p:cNvSpPr/>
            <p:nvPr/>
          </p:nvSpPr>
          <p:spPr>
            <a:xfrm flipH="1">
              <a:off x="9039015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24" name="Google Shape;3124;p15"/>
            <p:cNvSpPr/>
            <p:nvPr/>
          </p:nvSpPr>
          <p:spPr>
            <a:xfrm flipH="1">
              <a:off x="9092325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25" name="Google Shape;3125;p15"/>
            <p:cNvSpPr/>
            <p:nvPr/>
          </p:nvSpPr>
          <p:spPr>
            <a:xfrm flipH="1">
              <a:off x="8940598" y="973726"/>
              <a:ext cx="17387" cy="19027"/>
            </a:xfrm>
            <a:custGeom>
              <a:avLst/>
              <a:gdLst/>
              <a:ahLst/>
              <a:cxnLst/>
              <a:rect l="l" t="t" r="r" b="b"/>
              <a:pathLst>
                <a:path w="106" h="116" extrusionOk="0">
                  <a:moveTo>
                    <a:pt x="66" y="1"/>
                  </a:moveTo>
                  <a:cubicBezTo>
                    <a:pt x="33" y="1"/>
                    <a:pt x="1" y="28"/>
                    <a:pt x="1" y="66"/>
                  </a:cubicBezTo>
                  <a:cubicBezTo>
                    <a:pt x="1" y="85"/>
                    <a:pt x="10" y="103"/>
                    <a:pt x="23" y="115"/>
                  </a:cubicBezTo>
                  <a:cubicBezTo>
                    <a:pt x="51" y="84"/>
                    <a:pt x="79" y="49"/>
                    <a:pt x="105" y="14"/>
                  </a:cubicBezTo>
                  <a:cubicBezTo>
                    <a:pt x="93" y="5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26" name="Google Shape;3126;p15"/>
            <p:cNvSpPr/>
            <p:nvPr/>
          </p:nvSpPr>
          <p:spPr>
            <a:xfrm flipH="1">
              <a:off x="8985870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27" name="Google Shape;3127;p15"/>
            <p:cNvSpPr/>
            <p:nvPr/>
          </p:nvSpPr>
          <p:spPr>
            <a:xfrm flipH="1">
              <a:off x="9039015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28" name="Google Shape;3128;p15"/>
            <p:cNvSpPr/>
            <p:nvPr/>
          </p:nvSpPr>
          <p:spPr>
            <a:xfrm flipH="1">
              <a:off x="9095934" y="973726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29" name="Google Shape;3129;p15"/>
            <p:cNvSpPr/>
            <p:nvPr/>
          </p:nvSpPr>
          <p:spPr>
            <a:xfrm flipH="1">
              <a:off x="8936169" y="920580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30" name="Google Shape;3130;p15"/>
            <p:cNvSpPr/>
            <p:nvPr/>
          </p:nvSpPr>
          <p:spPr>
            <a:xfrm flipH="1">
              <a:off x="8985870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31" name="Google Shape;3131;p15"/>
            <p:cNvSpPr/>
            <p:nvPr/>
          </p:nvSpPr>
          <p:spPr>
            <a:xfrm flipH="1">
              <a:off x="9039015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32" name="Google Shape;3132;p15"/>
            <p:cNvSpPr/>
            <p:nvPr/>
          </p:nvSpPr>
          <p:spPr>
            <a:xfrm flipH="1">
              <a:off x="9095934" y="920580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33" name="Google Shape;3133;p15"/>
            <p:cNvSpPr/>
            <p:nvPr/>
          </p:nvSpPr>
          <p:spPr>
            <a:xfrm flipH="1">
              <a:off x="8893357" y="867270"/>
              <a:ext cx="15583" cy="20668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0"/>
                  </a:moveTo>
                  <a:cubicBezTo>
                    <a:pt x="22" y="0"/>
                    <a:pt x="1" y="95"/>
                    <a:pt x="63" y="125"/>
                  </a:cubicBezTo>
                  <a:cubicBezTo>
                    <a:pt x="75" y="85"/>
                    <a:pt x="85" y="43"/>
                    <a:pt x="94" y="1"/>
                  </a:cubicBezTo>
                  <a:cubicBezTo>
                    <a:pt x="93" y="1"/>
                    <a:pt x="93" y="0"/>
                    <a:pt x="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34" name="Google Shape;3134;p15"/>
            <p:cNvSpPr/>
            <p:nvPr/>
          </p:nvSpPr>
          <p:spPr>
            <a:xfrm flipH="1">
              <a:off x="8932560" y="867270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35" name="Google Shape;3135;p15"/>
            <p:cNvSpPr/>
            <p:nvPr/>
          </p:nvSpPr>
          <p:spPr>
            <a:xfrm flipH="1">
              <a:off x="8985870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36" name="Google Shape;3136;p15"/>
            <p:cNvSpPr/>
            <p:nvPr/>
          </p:nvSpPr>
          <p:spPr>
            <a:xfrm flipH="1">
              <a:off x="9039015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37" name="Google Shape;3137;p15"/>
            <p:cNvSpPr/>
            <p:nvPr/>
          </p:nvSpPr>
          <p:spPr>
            <a:xfrm flipH="1">
              <a:off x="9092325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38" name="Google Shape;3138;p15"/>
            <p:cNvSpPr/>
            <p:nvPr/>
          </p:nvSpPr>
          <p:spPr>
            <a:xfrm flipH="1">
              <a:off x="8885976" y="814124"/>
              <a:ext cx="20340" cy="21652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6" y="0"/>
                  </a:moveTo>
                  <a:cubicBezTo>
                    <a:pt x="32" y="0"/>
                    <a:pt x="1" y="43"/>
                    <a:pt x="13" y="84"/>
                  </a:cubicBezTo>
                  <a:cubicBezTo>
                    <a:pt x="21" y="114"/>
                    <a:pt x="48" y="132"/>
                    <a:pt x="75" y="132"/>
                  </a:cubicBezTo>
                  <a:cubicBezTo>
                    <a:pt x="88" y="132"/>
                    <a:pt x="100" y="128"/>
                    <a:pt x="112" y="120"/>
                  </a:cubicBezTo>
                  <a:cubicBezTo>
                    <a:pt x="116" y="87"/>
                    <a:pt x="120" y="54"/>
                    <a:pt x="123" y="20"/>
                  </a:cubicBezTo>
                  <a:cubicBezTo>
                    <a:pt x="111" y="8"/>
                    <a:pt x="94" y="0"/>
                    <a:pt x="7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39" name="Google Shape;3139;p15"/>
            <p:cNvSpPr/>
            <p:nvPr/>
          </p:nvSpPr>
          <p:spPr>
            <a:xfrm flipH="1">
              <a:off x="8936169" y="814124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40" name="Google Shape;3140;p15"/>
            <p:cNvSpPr/>
            <p:nvPr/>
          </p:nvSpPr>
          <p:spPr>
            <a:xfrm flipH="1">
              <a:off x="8985870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41" name="Google Shape;3141;p15"/>
            <p:cNvSpPr/>
            <p:nvPr/>
          </p:nvSpPr>
          <p:spPr>
            <a:xfrm flipH="1">
              <a:off x="9039015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42" name="Google Shape;3142;p15"/>
            <p:cNvSpPr/>
            <p:nvPr/>
          </p:nvSpPr>
          <p:spPr>
            <a:xfrm flipH="1">
              <a:off x="9095934" y="814124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43" name="Google Shape;3143;p15"/>
            <p:cNvSpPr/>
            <p:nvPr/>
          </p:nvSpPr>
          <p:spPr>
            <a:xfrm flipH="1">
              <a:off x="8879414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44" name="Google Shape;3144;p15"/>
            <p:cNvSpPr/>
            <p:nvPr/>
          </p:nvSpPr>
          <p:spPr>
            <a:xfrm flipH="1">
              <a:off x="8936169" y="760979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45" name="Google Shape;3145;p15"/>
            <p:cNvSpPr/>
            <p:nvPr/>
          </p:nvSpPr>
          <p:spPr>
            <a:xfrm flipH="1">
              <a:off x="8985870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46" name="Google Shape;3146;p15"/>
            <p:cNvSpPr/>
            <p:nvPr/>
          </p:nvSpPr>
          <p:spPr>
            <a:xfrm flipH="1">
              <a:off x="9039015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47" name="Google Shape;3147;p15"/>
            <p:cNvSpPr/>
            <p:nvPr/>
          </p:nvSpPr>
          <p:spPr>
            <a:xfrm flipH="1">
              <a:off x="9095934" y="760979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48" name="Google Shape;3148;p15"/>
            <p:cNvSpPr/>
            <p:nvPr/>
          </p:nvSpPr>
          <p:spPr>
            <a:xfrm flipH="1">
              <a:off x="8879414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49" name="Google Shape;3149;p15"/>
            <p:cNvSpPr/>
            <p:nvPr/>
          </p:nvSpPr>
          <p:spPr>
            <a:xfrm flipH="1">
              <a:off x="8936169" y="70750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50" name="Google Shape;3150;p15"/>
            <p:cNvSpPr/>
            <p:nvPr/>
          </p:nvSpPr>
          <p:spPr>
            <a:xfrm flipH="1">
              <a:off x="8985870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51" name="Google Shape;3151;p15"/>
            <p:cNvSpPr/>
            <p:nvPr/>
          </p:nvSpPr>
          <p:spPr>
            <a:xfrm flipH="1">
              <a:off x="9039015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52" name="Google Shape;3152;p15"/>
            <p:cNvSpPr/>
            <p:nvPr/>
          </p:nvSpPr>
          <p:spPr>
            <a:xfrm flipH="1">
              <a:off x="9095934" y="70750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53" name="Google Shape;3153;p15"/>
            <p:cNvSpPr/>
            <p:nvPr/>
          </p:nvSpPr>
          <p:spPr>
            <a:xfrm flipH="1">
              <a:off x="8879414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54" name="Google Shape;3154;p15"/>
            <p:cNvSpPr/>
            <p:nvPr/>
          </p:nvSpPr>
          <p:spPr>
            <a:xfrm flipH="1">
              <a:off x="8936169" y="654359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55" name="Google Shape;3155;p15"/>
            <p:cNvSpPr/>
            <p:nvPr/>
          </p:nvSpPr>
          <p:spPr>
            <a:xfrm flipH="1">
              <a:off x="8985870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56" name="Google Shape;3156;p15"/>
            <p:cNvSpPr/>
            <p:nvPr/>
          </p:nvSpPr>
          <p:spPr>
            <a:xfrm flipH="1">
              <a:off x="9039015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57" name="Google Shape;3157;p15"/>
            <p:cNvSpPr/>
            <p:nvPr/>
          </p:nvSpPr>
          <p:spPr>
            <a:xfrm flipH="1">
              <a:off x="9095934" y="654359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58" name="Google Shape;3158;p15"/>
            <p:cNvSpPr/>
            <p:nvPr/>
          </p:nvSpPr>
          <p:spPr>
            <a:xfrm flipH="1">
              <a:off x="8836439" y="601213"/>
              <a:ext cx="15091" cy="17879"/>
            </a:xfrm>
            <a:custGeom>
              <a:avLst/>
              <a:gdLst/>
              <a:ahLst/>
              <a:cxnLst/>
              <a:rect l="l" t="t" r="r" b="b"/>
              <a:pathLst>
                <a:path w="92" h="109" extrusionOk="0">
                  <a:moveTo>
                    <a:pt x="67" y="0"/>
                  </a:moveTo>
                  <a:cubicBezTo>
                    <a:pt x="32" y="0"/>
                    <a:pt x="1" y="28"/>
                    <a:pt x="1" y="66"/>
                  </a:cubicBezTo>
                  <a:cubicBezTo>
                    <a:pt x="1" y="82"/>
                    <a:pt x="6" y="96"/>
                    <a:pt x="17" y="109"/>
                  </a:cubicBezTo>
                  <a:cubicBezTo>
                    <a:pt x="39" y="73"/>
                    <a:pt x="65" y="38"/>
                    <a:pt x="92" y="5"/>
                  </a:cubicBezTo>
                  <a:cubicBezTo>
                    <a:pt x="84" y="2"/>
                    <a:pt x="75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59" name="Google Shape;3159;p15"/>
            <p:cNvSpPr/>
            <p:nvPr/>
          </p:nvSpPr>
          <p:spPr>
            <a:xfrm flipH="1">
              <a:off x="8879414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60" name="Google Shape;3160;p15"/>
            <p:cNvSpPr/>
            <p:nvPr/>
          </p:nvSpPr>
          <p:spPr>
            <a:xfrm flipH="1">
              <a:off x="8936169" y="601213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61" name="Google Shape;3161;p15"/>
            <p:cNvSpPr/>
            <p:nvPr/>
          </p:nvSpPr>
          <p:spPr>
            <a:xfrm flipH="1">
              <a:off x="8985870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62" name="Google Shape;3162;p15"/>
            <p:cNvSpPr/>
            <p:nvPr/>
          </p:nvSpPr>
          <p:spPr>
            <a:xfrm flipH="1">
              <a:off x="9039015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63" name="Google Shape;3163;p15"/>
            <p:cNvSpPr/>
            <p:nvPr/>
          </p:nvSpPr>
          <p:spPr>
            <a:xfrm flipH="1">
              <a:off x="9095934" y="601213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64" name="Google Shape;3164;p15"/>
            <p:cNvSpPr/>
            <p:nvPr/>
          </p:nvSpPr>
          <p:spPr>
            <a:xfrm flipH="1">
              <a:off x="8776568" y="547903"/>
              <a:ext cx="25589" cy="19520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1"/>
                  </a:moveTo>
                  <a:cubicBezTo>
                    <a:pt x="26" y="1"/>
                    <a:pt x="0" y="82"/>
                    <a:pt x="51" y="119"/>
                  </a:cubicBezTo>
                  <a:cubicBezTo>
                    <a:pt x="83" y="101"/>
                    <a:pt x="118" y="83"/>
                    <a:pt x="155" y="67"/>
                  </a:cubicBezTo>
                  <a:cubicBezTo>
                    <a:pt x="155" y="30"/>
                    <a:pt x="126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65" name="Google Shape;3165;p15"/>
            <p:cNvSpPr/>
            <p:nvPr/>
          </p:nvSpPr>
          <p:spPr>
            <a:xfrm flipH="1">
              <a:off x="8826269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4" y="1"/>
                    <a:pt x="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66" name="Google Shape;3166;p15"/>
            <p:cNvSpPr/>
            <p:nvPr/>
          </p:nvSpPr>
          <p:spPr>
            <a:xfrm flipH="1">
              <a:off x="8879414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67" name="Google Shape;3167;p15"/>
            <p:cNvSpPr/>
            <p:nvPr/>
          </p:nvSpPr>
          <p:spPr>
            <a:xfrm flipH="1">
              <a:off x="8936169" y="547903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68" name="Google Shape;3168;p15"/>
            <p:cNvSpPr/>
            <p:nvPr/>
          </p:nvSpPr>
          <p:spPr>
            <a:xfrm flipH="1">
              <a:off x="8985870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69" name="Google Shape;3169;p15"/>
            <p:cNvSpPr/>
            <p:nvPr/>
          </p:nvSpPr>
          <p:spPr>
            <a:xfrm flipH="1">
              <a:off x="9039015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70" name="Google Shape;3170;p15"/>
            <p:cNvSpPr/>
            <p:nvPr/>
          </p:nvSpPr>
          <p:spPr>
            <a:xfrm flipH="1">
              <a:off x="9095934" y="547903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71" name="Google Shape;3171;p15"/>
            <p:cNvSpPr/>
            <p:nvPr/>
          </p:nvSpPr>
          <p:spPr>
            <a:xfrm flipH="1">
              <a:off x="8308263" y="494758"/>
              <a:ext cx="5413" cy="1476"/>
            </a:xfrm>
            <a:custGeom>
              <a:avLst/>
              <a:gdLst/>
              <a:ahLst/>
              <a:cxnLst/>
              <a:rect l="l" t="t" r="r" b="b"/>
              <a:pathLst>
                <a:path w="33" h="9" extrusionOk="0">
                  <a:moveTo>
                    <a:pt x="32" y="1"/>
                  </a:moveTo>
                  <a:cubicBezTo>
                    <a:pt x="21" y="1"/>
                    <a:pt x="10" y="4"/>
                    <a:pt x="1" y="8"/>
                  </a:cubicBezTo>
                  <a:cubicBezTo>
                    <a:pt x="11" y="6"/>
                    <a:pt x="22" y="4"/>
                    <a:pt x="3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72" name="Google Shape;3172;p15"/>
            <p:cNvSpPr/>
            <p:nvPr/>
          </p:nvSpPr>
          <p:spPr>
            <a:xfrm flipH="1">
              <a:off x="8350910" y="494758"/>
              <a:ext cx="23128" cy="13614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2"/>
                    <a:pt x="12" y="83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1"/>
                    <a:pt x="75" y="1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73" name="Google Shape;3173;p15"/>
            <p:cNvSpPr/>
            <p:nvPr/>
          </p:nvSpPr>
          <p:spPr>
            <a:xfrm flipH="1">
              <a:off x="8400447" y="494758"/>
              <a:ext cx="29361" cy="19684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1"/>
                  </a:moveTo>
                  <a:cubicBezTo>
                    <a:pt x="27" y="1"/>
                    <a:pt x="1" y="83"/>
                    <a:pt x="54" y="120"/>
                  </a:cubicBezTo>
                  <a:cubicBezTo>
                    <a:pt x="82" y="116"/>
                    <a:pt x="110" y="114"/>
                    <a:pt x="138" y="111"/>
                  </a:cubicBezTo>
                  <a:cubicBezTo>
                    <a:pt x="179" y="69"/>
                    <a:pt x="148" y="1"/>
                    <a:pt x="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74" name="Google Shape;3174;p15"/>
            <p:cNvSpPr/>
            <p:nvPr/>
          </p:nvSpPr>
          <p:spPr>
            <a:xfrm flipH="1">
              <a:off x="8453593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75" name="Google Shape;3175;p15"/>
            <p:cNvSpPr/>
            <p:nvPr/>
          </p:nvSpPr>
          <p:spPr>
            <a:xfrm flipH="1">
              <a:off x="8510511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76" name="Google Shape;3176;p15"/>
            <p:cNvSpPr/>
            <p:nvPr/>
          </p:nvSpPr>
          <p:spPr>
            <a:xfrm flipH="1">
              <a:off x="8560048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77" name="Google Shape;3177;p15"/>
            <p:cNvSpPr/>
            <p:nvPr/>
          </p:nvSpPr>
          <p:spPr>
            <a:xfrm flipH="1">
              <a:off x="8616967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2" y="132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78" name="Google Shape;3178;p15"/>
            <p:cNvSpPr/>
            <p:nvPr/>
          </p:nvSpPr>
          <p:spPr>
            <a:xfrm flipH="1">
              <a:off x="8666504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79" name="Google Shape;3179;p15"/>
            <p:cNvSpPr/>
            <p:nvPr/>
          </p:nvSpPr>
          <p:spPr>
            <a:xfrm flipH="1">
              <a:off x="8719649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80" name="Google Shape;3180;p15"/>
            <p:cNvSpPr/>
            <p:nvPr/>
          </p:nvSpPr>
          <p:spPr>
            <a:xfrm flipH="1">
              <a:off x="8776568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81" name="Google Shape;3181;p15"/>
            <p:cNvSpPr/>
            <p:nvPr/>
          </p:nvSpPr>
          <p:spPr>
            <a:xfrm flipH="1">
              <a:off x="8826269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82" name="Google Shape;3182;p15"/>
            <p:cNvSpPr/>
            <p:nvPr/>
          </p:nvSpPr>
          <p:spPr>
            <a:xfrm flipH="1">
              <a:off x="8879414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83" name="Google Shape;3183;p15"/>
            <p:cNvSpPr/>
            <p:nvPr/>
          </p:nvSpPr>
          <p:spPr>
            <a:xfrm flipH="1">
              <a:off x="8936169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84" name="Google Shape;3184;p15"/>
            <p:cNvSpPr/>
            <p:nvPr/>
          </p:nvSpPr>
          <p:spPr>
            <a:xfrm flipH="1">
              <a:off x="8985870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85" name="Google Shape;3185;p15"/>
            <p:cNvSpPr/>
            <p:nvPr/>
          </p:nvSpPr>
          <p:spPr>
            <a:xfrm flipH="1">
              <a:off x="9039015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86" name="Google Shape;3186;p15"/>
            <p:cNvSpPr/>
            <p:nvPr/>
          </p:nvSpPr>
          <p:spPr>
            <a:xfrm flipH="1">
              <a:off x="9095934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87" name="Google Shape;3187;p15"/>
            <p:cNvSpPr/>
            <p:nvPr/>
          </p:nvSpPr>
          <p:spPr>
            <a:xfrm flipH="1">
              <a:off x="8191473" y="441612"/>
              <a:ext cx="24440" cy="17387"/>
            </a:xfrm>
            <a:custGeom>
              <a:avLst/>
              <a:gdLst/>
              <a:ahLst/>
              <a:cxnLst/>
              <a:rect l="l" t="t" r="r" b="b"/>
              <a:pathLst>
                <a:path w="149" h="106" extrusionOk="0">
                  <a:moveTo>
                    <a:pt x="84" y="0"/>
                  </a:moveTo>
                  <a:cubicBezTo>
                    <a:pt x="30" y="0"/>
                    <a:pt x="0" y="63"/>
                    <a:pt x="34" y="105"/>
                  </a:cubicBezTo>
                  <a:cubicBezTo>
                    <a:pt x="72" y="88"/>
                    <a:pt x="110" y="69"/>
                    <a:pt x="148" y="51"/>
                  </a:cubicBezTo>
                  <a:cubicBezTo>
                    <a:pt x="142" y="21"/>
                    <a:pt x="116" y="0"/>
                    <a:pt x="85" y="0"/>
                  </a:cubicBezTo>
                  <a:cubicBezTo>
                    <a:pt x="85" y="0"/>
                    <a:pt x="84" y="0"/>
                    <a:pt x="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88" name="Google Shape;3188;p15"/>
            <p:cNvSpPr/>
            <p:nvPr/>
          </p:nvSpPr>
          <p:spPr>
            <a:xfrm flipH="1">
              <a:off x="8240846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89" name="Google Shape;3189;p15"/>
            <p:cNvSpPr/>
            <p:nvPr/>
          </p:nvSpPr>
          <p:spPr>
            <a:xfrm flipH="1">
              <a:off x="829399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90" name="Google Shape;3190;p15"/>
            <p:cNvSpPr/>
            <p:nvPr/>
          </p:nvSpPr>
          <p:spPr>
            <a:xfrm flipH="1">
              <a:off x="834730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91" name="Google Shape;3191;p15"/>
            <p:cNvSpPr/>
            <p:nvPr/>
          </p:nvSpPr>
          <p:spPr>
            <a:xfrm flipH="1">
              <a:off x="8400447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92" name="Google Shape;3192;p15"/>
            <p:cNvSpPr/>
            <p:nvPr/>
          </p:nvSpPr>
          <p:spPr>
            <a:xfrm flipH="1">
              <a:off x="8453593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93" name="Google Shape;3193;p15"/>
            <p:cNvSpPr/>
            <p:nvPr/>
          </p:nvSpPr>
          <p:spPr>
            <a:xfrm flipH="1">
              <a:off x="8510511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94" name="Google Shape;3194;p15"/>
            <p:cNvSpPr/>
            <p:nvPr/>
          </p:nvSpPr>
          <p:spPr>
            <a:xfrm flipH="1">
              <a:off x="856004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95" name="Google Shape;3195;p15"/>
            <p:cNvSpPr/>
            <p:nvPr/>
          </p:nvSpPr>
          <p:spPr>
            <a:xfrm flipH="1">
              <a:off x="8616967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96" name="Google Shape;3196;p15"/>
            <p:cNvSpPr/>
            <p:nvPr/>
          </p:nvSpPr>
          <p:spPr>
            <a:xfrm flipH="1">
              <a:off x="8666504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97" name="Google Shape;3197;p15"/>
            <p:cNvSpPr/>
            <p:nvPr/>
          </p:nvSpPr>
          <p:spPr>
            <a:xfrm flipH="1">
              <a:off x="8719649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98" name="Google Shape;3198;p15"/>
            <p:cNvSpPr/>
            <p:nvPr/>
          </p:nvSpPr>
          <p:spPr>
            <a:xfrm flipH="1">
              <a:off x="8776568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99" name="Google Shape;3199;p15"/>
            <p:cNvSpPr/>
            <p:nvPr/>
          </p:nvSpPr>
          <p:spPr>
            <a:xfrm flipH="1">
              <a:off x="8826269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00" name="Google Shape;3200;p15"/>
            <p:cNvSpPr/>
            <p:nvPr/>
          </p:nvSpPr>
          <p:spPr>
            <a:xfrm flipH="1">
              <a:off x="8879414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01" name="Google Shape;3201;p15"/>
            <p:cNvSpPr/>
            <p:nvPr/>
          </p:nvSpPr>
          <p:spPr>
            <a:xfrm flipH="1">
              <a:off x="8936169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02" name="Google Shape;3202;p15"/>
            <p:cNvSpPr/>
            <p:nvPr/>
          </p:nvSpPr>
          <p:spPr>
            <a:xfrm flipH="1">
              <a:off x="8985870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03" name="Google Shape;3203;p15"/>
            <p:cNvSpPr/>
            <p:nvPr/>
          </p:nvSpPr>
          <p:spPr>
            <a:xfrm flipH="1">
              <a:off x="9039015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04" name="Google Shape;3204;p15"/>
            <p:cNvSpPr/>
            <p:nvPr/>
          </p:nvSpPr>
          <p:spPr>
            <a:xfrm flipH="1">
              <a:off x="9095934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05" name="Google Shape;3205;p15"/>
            <p:cNvSpPr/>
            <p:nvPr/>
          </p:nvSpPr>
          <p:spPr>
            <a:xfrm flipH="1">
              <a:off x="8090431" y="388302"/>
              <a:ext cx="15911" cy="12302"/>
            </a:xfrm>
            <a:custGeom>
              <a:avLst/>
              <a:gdLst/>
              <a:ahLst/>
              <a:cxnLst/>
              <a:rect l="l" t="t" r="r" b="b"/>
              <a:pathLst>
                <a:path w="97" h="75" extrusionOk="0">
                  <a:moveTo>
                    <a:pt x="65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69"/>
                    <a:pt x="0" y="72"/>
                    <a:pt x="1" y="75"/>
                  </a:cubicBezTo>
                  <a:cubicBezTo>
                    <a:pt x="33" y="53"/>
                    <a:pt x="65" y="32"/>
                    <a:pt x="97" y="8"/>
                  </a:cubicBezTo>
                  <a:cubicBezTo>
                    <a:pt x="87" y="4"/>
                    <a:pt x="7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06" name="Google Shape;3206;p15"/>
            <p:cNvSpPr/>
            <p:nvPr/>
          </p:nvSpPr>
          <p:spPr>
            <a:xfrm flipH="1">
              <a:off x="813422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07" name="Google Shape;3207;p15"/>
            <p:cNvSpPr/>
            <p:nvPr/>
          </p:nvSpPr>
          <p:spPr>
            <a:xfrm flipH="1">
              <a:off x="8191145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7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08" name="Google Shape;3208;p15"/>
            <p:cNvSpPr/>
            <p:nvPr/>
          </p:nvSpPr>
          <p:spPr>
            <a:xfrm flipH="1">
              <a:off x="8240846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09" name="Google Shape;3209;p15"/>
            <p:cNvSpPr/>
            <p:nvPr/>
          </p:nvSpPr>
          <p:spPr>
            <a:xfrm flipH="1">
              <a:off x="829399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10" name="Google Shape;3210;p15"/>
            <p:cNvSpPr/>
            <p:nvPr/>
          </p:nvSpPr>
          <p:spPr>
            <a:xfrm flipH="1">
              <a:off x="834730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11" name="Google Shape;3211;p15"/>
            <p:cNvSpPr/>
            <p:nvPr/>
          </p:nvSpPr>
          <p:spPr>
            <a:xfrm flipH="1">
              <a:off x="840044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12" name="Google Shape;3212;p15"/>
            <p:cNvSpPr/>
            <p:nvPr/>
          </p:nvSpPr>
          <p:spPr>
            <a:xfrm flipH="1">
              <a:off x="8453593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13" name="Google Shape;3213;p15"/>
            <p:cNvSpPr/>
            <p:nvPr/>
          </p:nvSpPr>
          <p:spPr>
            <a:xfrm flipH="1">
              <a:off x="8510511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14" name="Google Shape;3214;p15"/>
            <p:cNvSpPr/>
            <p:nvPr/>
          </p:nvSpPr>
          <p:spPr>
            <a:xfrm flipH="1">
              <a:off x="856004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15" name="Google Shape;3215;p15"/>
            <p:cNvSpPr/>
            <p:nvPr/>
          </p:nvSpPr>
          <p:spPr>
            <a:xfrm flipH="1">
              <a:off x="8616967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16" name="Google Shape;3216;p15"/>
            <p:cNvSpPr/>
            <p:nvPr/>
          </p:nvSpPr>
          <p:spPr>
            <a:xfrm flipH="1">
              <a:off x="8666504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17" name="Google Shape;3217;p15"/>
            <p:cNvSpPr/>
            <p:nvPr/>
          </p:nvSpPr>
          <p:spPr>
            <a:xfrm flipH="1">
              <a:off x="8719649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18" name="Google Shape;3218;p15"/>
            <p:cNvSpPr/>
            <p:nvPr/>
          </p:nvSpPr>
          <p:spPr>
            <a:xfrm flipH="1">
              <a:off x="8776568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19" name="Google Shape;3219;p15"/>
            <p:cNvSpPr/>
            <p:nvPr/>
          </p:nvSpPr>
          <p:spPr>
            <a:xfrm flipH="1">
              <a:off x="8826269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1"/>
                    <a:pt x="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20" name="Google Shape;3220;p15"/>
            <p:cNvSpPr/>
            <p:nvPr/>
          </p:nvSpPr>
          <p:spPr>
            <a:xfrm flipH="1">
              <a:off x="8879414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21" name="Google Shape;3221;p15"/>
            <p:cNvSpPr/>
            <p:nvPr/>
          </p:nvSpPr>
          <p:spPr>
            <a:xfrm flipH="1">
              <a:off x="8936169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22" name="Google Shape;3222;p15"/>
            <p:cNvSpPr/>
            <p:nvPr/>
          </p:nvSpPr>
          <p:spPr>
            <a:xfrm flipH="1">
              <a:off x="8985870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23" name="Google Shape;3223;p15"/>
            <p:cNvSpPr/>
            <p:nvPr/>
          </p:nvSpPr>
          <p:spPr>
            <a:xfrm flipH="1">
              <a:off x="9039015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24" name="Google Shape;3224;p15"/>
            <p:cNvSpPr/>
            <p:nvPr/>
          </p:nvSpPr>
          <p:spPr>
            <a:xfrm flipH="1">
              <a:off x="9095934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25" name="Google Shape;3225;p15"/>
            <p:cNvSpPr/>
            <p:nvPr/>
          </p:nvSpPr>
          <p:spPr>
            <a:xfrm flipH="1">
              <a:off x="8032036" y="335156"/>
              <a:ext cx="25425" cy="20668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3" y="0"/>
                  </a:moveTo>
                  <a:cubicBezTo>
                    <a:pt x="22" y="0"/>
                    <a:pt x="0" y="97"/>
                    <a:pt x="66" y="125"/>
                  </a:cubicBezTo>
                  <a:cubicBezTo>
                    <a:pt x="96" y="100"/>
                    <a:pt x="125" y="74"/>
                    <a:pt x="154" y="47"/>
                  </a:cubicBezTo>
                  <a:cubicBezTo>
                    <a:pt x="147" y="19"/>
                    <a:pt x="122" y="0"/>
                    <a:pt x="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26" name="Google Shape;3226;p15"/>
            <p:cNvSpPr/>
            <p:nvPr/>
          </p:nvSpPr>
          <p:spPr>
            <a:xfrm flipH="1">
              <a:off x="8081081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27" name="Google Shape;3227;p15"/>
            <p:cNvSpPr/>
            <p:nvPr/>
          </p:nvSpPr>
          <p:spPr>
            <a:xfrm flipH="1">
              <a:off x="813422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28" name="Google Shape;3228;p15"/>
            <p:cNvSpPr/>
            <p:nvPr/>
          </p:nvSpPr>
          <p:spPr>
            <a:xfrm flipH="1">
              <a:off x="8191145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29" name="Google Shape;3229;p15"/>
            <p:cNvSpPr/>
            <p:nvPr/>
          </p:nvSpPr>
          <p:spPr>
            <a:xfrm flipH="1">
              <a:off x="8240846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30" name="Google Shape;3230;p15"/>
            <p:cNvSpPr/>
            <p:nvPr/>
          </p:nvSpPr>
          <p:spPr>
            <a:xfrm flipH="1">
              <a:off x="829399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31" name="Google Shape;3231;p15"/>
            <p:cNvSpPr/>
            <p:nvPr/>
          </p:nvSpPr>
          <p:spPr>
            <a:xfrm flipH="1">
              <a:off x="834730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32" name="Google Shape;3232;p15"/>
            <p:cNvSpPr/>
            <p:nvPr/>
          </p:nvSpPr>
          <p:spPr>
            <a:xfrm flipH="1">
              <a:off x="840044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33" name="Google Shape;3233;p15"/>
            <p:cNvSpPr/>
            <p:nvPr/>
          </p:nvSpPr>
          <p:spPr>
            <a:xfrm flipH="1">
              <a:off x="8453593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34" name="Google Shape;3234;p15"/>
            <p:cNvSpPr/>
            <p:nvPr/>
          </p:nvSpPr>
          <p:spPr>
            <a:xfrm flipH="1">
              <a:off x="8510511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35" name="Google Shape;3235;p15"/>
            <p:cNvSpPr/>
            <p:nvPr/>
          </p:nvSpPr>
          <p:spPr>
            <a:xfrm flipH="1">
              <a:off x="856004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36" name="Google Shape;3236;p15"/>
            <p:cNvSpPr/>
            <p:nvPr/>
          </p:nvSpPr>
          <p:spPr>
            <a:xfrm flipH="1">
              <a:off x="8616967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37" name="Google Shape;3237;p15"/>
            <p:cNvSpPr/>
            <p:nvPr/>
          </p:nvSpPr>
          <p:spPr>
            <a:xfrm flipH="1">
              <a:off x="8666504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38" name="Google Shape;3238;p15"/>
            <p:cNvSpPr/>
            <p:nvPr/>
          </p:nvSpPr>
          <p:spPr>
            <a:xfrm flipH="1">
              <a:off x="8719649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39" name="Google Shape;3239;p15"/>
            <p:cNvSpPr/>
            <p:nvPr/>
          </p:nvSpPr>
          <p:spPr>
            <a:xfrm flipH="1">
              <a:off x="8776568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40" name="Google Shape;3240;p15"/>
            <p:cNvSpPr/>
            <p:nvPr/>
          </p:nvSpPr>
          <p:spPr>
            <a:xfrm flipH="1">
              <a:off x="8826269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41" name="Google Shape;3241;p15"/>
            <p:cNvSpPr/>
            <p:nvPr/>
          </p:nvSpPr>
          <p:spPr>
            <a:xfrm flipH="1">
              <a:off x="8879414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42" name="Google Shape;3242;p15"/>
            <p:cNvSpPr/>
            <p:nvPr/>
          </p:nvSpPr>
          <p:spPr>
            <a:xfrm flipH="1">
              <a:off x="8936169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43" name="Google Shape;3243;p15"/>
            <p:cNvSpPr/>
            <p:nvPr/>
          </p:nvSpPr>
          <p:spPr>
            <a:xfrm flipH="1">
              <a:off x="8985870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44" name="Google Shape;3244;p15"/>
            <p:cNvSpPr/>
            <p:nvPr/>
          </p:nvSpPr>
          <p:spPr>
            <a:xfrm flipH="1">
              <a:off x="9039015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45" name="Google Shape;3245;p15"/>
            <p:cNvSpPr/>
            <p:nvPr/>
          </p:nvSpPr>
          <p:spPr>
            <a:xfrm flipH="1">
              <a:off x="9095934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46" name="Google Shape;3246;p15"/>
            <p:cNvSpPr/>
            <p:nvPr/>
          </p:nvSpPr>
          <p:spPr>
            <a:xfrm flipH="1">
              <a:off x="7979219" y="282010"/>
              <a:ext cx="24933" cy="21160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90" y="0"/>
                  </a:moveTo>
                  <a:cubicBezTo>
                    <a:pt x="15" y="0"/>
                    <a:pt x="1" y="108"/>
                    <a:pt x="75" y="128"/>
                  </a:cubicBezTo>
                  <a:cubicBezTo>
                    <a:pt x="101" y="99"/>
                    <a:pt x="127" y="69"/>
                    <a:pt x="151" y="40"/>
                  </a:cubicBezTo>
                  <a:cubicBezTo>
                    <a:pt x="141" y="15"/>
                    <a:pt x="118" y="0"/>
                    <a:pt x="92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47" name="Google Shape;3247;p15"/>
            <p:cNvSpPr/>
            <p:nvPr/>
          </p:nvSpPr>
          <p:spPr>
            <a:xfrm flipH="1">
              <a:off x="8027772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48" name="Google Shape;3248;p15"/>
            <p:cNvSpPr/>
            <p:nvPr/>
          </p:nvSpPr>
          <p:spPr>
            <a:xfrm flipH="1">
              <a:off x="8081081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49" name="Google Shape;3249;p15"/>
            <p:cNvSpPr/>
            <p:nvPr/>
          </p:nvSpPr>
          <p:spPr>
            <a:xfrm flipH="1">
              <a:off x="813422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50" name="Google Shape;3250;p15"/>
            <p:cNvSpPr/>
            <p:nvPr/>
          </p:nvSpPr>
          <p:spPr>
            <a:xfrm flipH="1">
              <a:off x="8187373" y="281846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51" name="Google Shape;3251;p15"/>
            <p:cNvSpPr/>
            <p:nvPr/>
          </p:nvSpPr>
          <p:spPr>
            <a:xfrm flipH="1">
              <a:off x="8240846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52" name="Google Shape;3252;p15"/>
            <p:cNvSpPr/>
            <p:nvPr/>
          </p:nvSpPr>
          <p:spPr>
            <a:xfrm flipH="1">
              <a:off x="829399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53" name="Google Shape;3253;p15"/>
            <p:cNvSpPr/>
            <p:nvPr/>
          </p:nvSpPr>
          <p:spPr>
            <a:xfrm flipH="1">
              <a:off x="834730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54" name="Google Shape;3254;p15"/>
            <p:cNvSpPr/>
            <p:nvPr/>
          </p:nvSpPr>
          <p:spPr>
            <a:xfrm flipH="1">
              <a:off x="840044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55" name="Google Shape;3255;p15"/>
            <p:cNvSpPr/>
            <p:nvPr/>
          </p:nvSpPr>
          <p:spPr>
            <a:xfrm flipH="1">
              <a:off x="8453593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56" name="Google Shape;3256;p15"/>
            <p:cNvSpPr/>
            <p:nvPr/>
          </p:nvSpPr>
          <p:spPr>
            <a:xfrm flipH="1">
              <a:off x="8506903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57" name="Google Shape;3257;p15"/>
            <p:cNvSpPr/>
            <p:nvPr/>
          </p:nvSpPr>
          <p:spPr>
            <a:xfrm flipH="1">
              <a:off x="856004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58" name="Google Shape;3258;p15"/>
            <p:cNvSpPr/>
            <p:nvPr/>
          </p:nvSpPr>
          <p:spPr>
            <a:xfrm flipH="1">
              <a:off x="8613194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59" name="Google Shape;3259;p15"/>
            <p:cNvSpPr/>
            <p:nvPr/>
          </p:nvSpPr>
          <p:spPr>
            <a:xfrm flipH="1">
              <a:off x="8666504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60" name="Google Shape;3260;p15"/>
            <p:cNvSpPr/>
            <p:nvPr/>
          </p:nvSpPr>
          <p:spPr>
            <a:xfrm flipH="1">
              <a:off x="8719649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61" name="Google Shape;3261;p15"/>
            <p:cNvSpPr/>
            <p:nvPr/>
          </p:nvSpPr>
          <p:spPr>
            <a:xfrm flipH="1">
              <a:off x="8772959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6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62" name="Google Shape;3262;p15"/>
            <p:cNvSpPr/>
            <p:nvPr/>
          </p:nvSpPr>
          <p:spPr>
            <a:xfrm flipH="1">
              <a:off x="882626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63" name="Google Shape;3263;p15"/>
            <p:cNvSpPr/>
            <p:nvPr/>
          </p:nvSpPr>
          <p:spPr>
            <a:xfrm flipH="1">
              <a:off x="8879414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64" name="Google Shape;3264;p15"/>
            <p:cNvSpPr/>
            <p:nvPr/>
          </p:nvSpPr>
          <p:spPr>
            <a:xfrm flipH="1">
              <a:off x="893256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65" name="Google Shape;3265;p15"/>
            <p:cNvSpPr/>
            <p:nvPr/>
          </p:nvSpPr>
          <p:spPr>
            <a:xfrm flipH="1">
              <a:off x="8985870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66" name="Google Shape;3266;p15"/>
            <p:cNvSpPr/>
            <p:nvPr/>
          </p:nvSpPr>
          <p:spPr>
            <a:xfrm flipH="1">
              <a:off x="9039015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67" name="Google Shape;3267;p15"/>
            <p:cNvSpPr/>
            <p:nvPr/>
          </p:nvSpPr>
          <p:spPr>
            <a:xfrm flipH="1">
              <a:off x="9092325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68" name="Google Shape;3268;p15"/>
            <p:cNvSpPr/>
            <p:nvPr/>
          </p:nvSpPr>
          <p:spPr>
            <a:xfrm flipH="1">
              <a:off x="7937063" y="228865"/>
              <a:ext cx="9678" cy="14599"/>
            </a:xfrm>
            <a:custGeom>
              <a:avLst/>
              <a:gdLst/>
              <a:ahLst/>
              <a:cxnLst/>
              <a:rect l="l" t="t" r="r" b="b"/>
              <a:pathLst>
                <a:path w="59" h="89" extrusionOk="0">
                  <a:moveTo>
                    <a:pt x="59" y="0"/>
                  </a:moveTo>
                  <a:lnTo>
                    <a:pt x="59" y="0"/>
                  </a:lnTo>
                  <a:cubicBezTo>
                    <a:pt x="26" y="3"/>
                    <a:pt x="0" y="32"/>
                    <a:pt x="0" y="65"/>
                  </a:cubicBezTo>
                  <a:cubicBezTo>
                    <a:pt x="0" y="73"/>
                    <a:pt x="2" y="81"/>
                    <a:pt x="5" y="89"/>
                  </a:cubicBezTo>
                  <a:cubicBezTo>
                    <a:pt x="24" y="59"/>
                    <a:pt x="42" y="29"/>
                    <a:pt x="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69" name="Google Shape;3269;p15"/>
            <p:cNvSpPr/>
            <p:nvPr/>
          </p:nvSpPr>
          <p:spPr>
            <a:xfrm flipH="1">
              <a:off x="7978399" y="228537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70" name="Google Shape;3270;p15"/>
            <p:cNvSpPr/>
            <p:nvPr/>
          </p:nvSpPr>
          <p:spPr>
            <a:xfrm flipH="1">
              <a:off x="8031544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71" name="Google Shape;3271;p15"/>
            <p:cNvSpPr/>
            <p:nvPr/>
          </p:nvSpPr>
          <p:spPr>
            <a:xfrm flipH="1">
              <a:off x="8081081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72" name="Google Shape;3272;p15"/>
            <p:cNvSpPr/>
            <p:nvPr/>
          </p:nvSpPr>
          <p:spPr>
            <a:xfrm flipH="1">
              <a:off x="813422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73" name="Google Shape;3273;p15"/>
            <p:cNvSpPr/>
            <p:nvPr/>
          </p:nvSpPr>
          <p:spPr>
            <a:xfrm flipH="1">
              <a:off x="8191145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74" name="Google Shape;3274;p15"/>
            <p:cNvSpPr/>
            <p:nvPr/>
          </p:nvSpPr>
          <p:spPr>
            <a:xfrm flipH="1">
              <a:off x="8240846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75" name="Google Shape;3275;p15"/>
            <p:cNvSpPr/>
            <p:nvPr/>
          </p:nvSpPr>
          <p:spPr>
            <a:xfrm flipH="1">
              <a:off x="829399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76" name="Google Shape;3276;p15"/>
            <p:cNvSpPr/>
            <p:nvPr/>
          </p:nvSpPr>
          <p:spPr>
            <a:xfrm flipH="1">
              <a:off x="834730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77" name="Google Shape;3277;p15"/>
            <p:cNvSpPr/>
            <p:nvPr/>
          </p:nvSpPr>
          <p:spPr>
            <a:xfrm flipH="1">
              <a:off x="840044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78" name="Google Shape;3278;p15"/>
            <p:cNvSpPr/>
            <p:nvPr/>
          </p:nvSpPr>
          <p:spPr>
            <a:xfrm flipH="1">
              <a:off x="8453593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79" name="Google Shape;3279;p15"/>
            <p:cNvSpPr/>
            <p:nvPr/>
          </p:nvSpPr>
          <p:spPr>
            <a:xfrm flipH="1">
              <a:off x="8510511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80" name="Google Shape;3280;p15"/>
            <p:cNvSpPr/>
            <p:nvPr/>
          </p:nvSpPr>
          <p:spPr>
            <a:xfrm flipH="1">
              <a:off x="856004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81" name="Google Shape;3281;p15"/>
            <p:cNvSpPr/>
            <p:nvPr/>
          </p:nvSpPr>
          <p:spPr>
            <a:xfrm flipH="1">
              <a:off x="8616967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2" y="133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82" name="Google Shape;3282;p15"/>
            <p:cNvSpPr/>
            <p:nvPr/>
          </p:nvSpPr>
          <p:spPr>
            <a:xfrm flipH="1">
              <a:off x="8666504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83" name="Google Shape;3283;p15"/>
            <p:cNvSpPr/>
            <p:nvPr/>
          </p:nvSpPr>
          <p:spPr>
            <a:xfrm flipH="1">
              <a:off x="8719649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84" name="Google Shape;3284;p15"/>
            <p:cNvSpPr/>
            <p:nvPr/>
          </p:nvSpPr>
          <p:spPr>
            <a:xfrm flipH="1">
              <a:off x="8776568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85" name="Google Shape;3285;p15"/>
            <p:cNvSpPr/>
            <p:nvPr/>
          </p:nvSpPr>
          <p:spPr>
            <a:xfrm flipH="1">
              <a:off x="8826269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86" name="Google Shape;3286;p15"/>
            <p:cNvSpPr/>
            <p:nvPr/>
          </p:nvSpPr>
          <p:spPr>
            <a:xfrm flipH="1">
              <a:off x="8879414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87" name="Google Shape;3287;p15"/>
            <p:cNvSpPr/>
            <p:nvPr/>
          </p:nvSpPr>
          <p:spPr>
            <a:xfrm flipH="1">
              <a:off x="8936169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88" name="Google Shape;3288;p15"/>
            <p:cNvSpPr/>
            <p:nvPr/>
          </p:nvSpPr>
          <p:spPr>
            <a:xfrm flipH="1">
              <a:off x="8985870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89" name="Google Shape;3289;p15"/>
            <p:cNvSpPr/>
            <p:nvPr/>
          </p:nvSpPr>
          <p:spPr>
            <a:xfrm flipH="1">
              <a:off x="9039015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90" name="Google Shape;3290;p15"/>
            <p:cNvSpPr/>
            <p:nvPr/>
          </p:nvSpPr>
          <p:spPr>
            <a:xfrm flipH="1">
              <a:off x="9095934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91" name="Google Shape;3291;p15"/>
            <p:cNvSpPr/>
            <p:nvPr/>
          </p:nvSpPr>
          <p:spPr>
            <a:xfrm flipH="1">
              <a:off x="7924925" y="175391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92" name="Google Shape;3292;p15"/>
            <p:cNvSpPr/>
            <p:nvPr/>
          </p:nvSpPr>
          <p:spPr>
            <a:xfrm flipH="1">
              <a:off x="7978399" y="17539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93" name="Google Shape;3293;p15"/>
            <p:cNvSpPr/>
            <p:nvPr/>
          </p:nvSpPr>
          <p:spPr>
            <a:xfrm flipH="1">
              <a:off x="8031544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94" name="Google Shape;3294;p15"/>
            <p:cNvSpPr/>
            <p:nvPr/>
          </p:nvSpPr>
          <p:spPr>
            <a:xfrm flipH="1">
              <a:off x="8081081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95" name="Google Shape;3295;p15"/>
            <p:cNvSpPr/>
            <p:nvPr/>
          </p:nvSpPr>
          <p:spPr>
            <a:xfrm flipH="1">
              <a:off x="813422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96" name="Google Shape;3296;p15"/>
            <p:cNvSpPr/>
            <p:nvPr/>
          </p:nvSpPr>
          <p:spPr>
            <a:xfrm flipH="1">
              <a:off x="8191145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97" name="Google Shape;3297;p15"/>
            <p:cNvSpPr/>
            <p:nvPr/>
          </p:nvSpPr>
          <p:spPr>
            <a:xfrm flipH="1">
              <a:off x="8240846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98" name="Google Shape;3298;p15"/>
            <p:cNvSpPr/>
            <p:nvPr/>
          </p:nvSpPr>
          <p:spPr>
            <a:xfrm flipH="1">
              <a:off x="829399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99" name="Google Shape;3299;p15"/>
            <p:cNvSpPr/>
            <p:nvPr/>
          </p:nvSpPr>
          <p:spPr>
            <a:xfrm flipH="1">
              <a:off x="834730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00" name="Google Shape;3300;p15"/>
            <p:cNvSpPr/>
            <p:nvPr/>
          </p:nvSpPr>
          <p:spPr>
            <a:xfrm flipH="1">
              <a:off x="840044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01" name="Google Shape;3301;p15"/>
            <p:cNvSpPr/>
            <p:nvPr/>
          </p:nvSpPr>
          <p:spPr>
            <a:xfrm flipH="1">
              <a:off x="8453593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02" name="Google Shape;3302;p15"/>
            <p:cNvSpPr/>
            <p:nvPr/>
          </p:nvSpPr>
          <p:spPr>
            <a:xfrm flipH="1">
              <a:off x="8510511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03" name="Google Shape;3303;p15"/>
            <p:cNvSpPr/>
            <p:nvPr/>
          </p:nvSpPr>
          <p:spPr>
            <a:xfrm flipH="1">
              <a:off x="856004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04" name="Google Shape;3304;p15"/>
            <p:cNvSpPr/>
            <p:nvPr/>
          </p:nvSpPr>
          <p:spPr>
            <a:xfrm flipH="1">
              <a:off x="8616967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05" name="Google Shape;3305;p15"/>
            <p:cNvSpPr/>
            <p:nvPr/>
          </p:nvSpPr>
          <p:spPr>
            <a:xfrm flipH="1">
              <a:off x="8666504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1"/>
                    <a:pt x="153" y="62"/>
                    <a:pt x="113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06" name="Google Shape;3306;p15"/>
            <p:cNvSpPr/>
            <p:nvPr/>
          </p:nvSpPr>
          <p:spPr>
            <a:xfrm flipH="1">
              <a:off x="8719649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07" name="Google Shape;3307;p15"/>
            <p:cNvSpPr/>
            <p:nvPr/>
          </p:nvSpPr>
          <p:spPr>
            <a:xfrm flipH="1">
              <a:off x="8776568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08" name="Google Shape;3308;p15"/>
            <p:cNvSpPr/>
            <p:nvPr/>
          </p:nvSpPr>
          <p:spPr>
            <a:xfrm flipH="1">
              <a:off x="8826269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09" name="Google Shape;3309;p15"/>
            <p:cNvSpPr/>
            <p:nvPr/>
          </p:nvSpPr>
          <p:spPr>
            <a:xfrm flipH="1">
              <a:off x="8879414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10" name="Google Shape;3310;p15"/>
            <p:cNvSpPr/>
            <p:nvPr/>
          </p:nvSpPr>
          <p:spPr>
            <a:xfrm flipH="1">
              <a:off x="8936169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11" name="Google Shape;3311;p15"/>
            <p:cNvSpPr/>
            <p:nvPr/>
          </p:nvSpPr>
          <p:spPr>
            <a:xfrm flipH="1">
              <a:off x="8985870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12" name="Google Shape;3312;p15"/>
            <p:cNvSpPr/>
            <p:nvPr/>
          </p:nvSpPr>
          <p:spPr>
            <a:xfrm flipH="1">
              <a:off x="9039015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13" name="Google Shape;3313;p15"/>
            <p:cNvSpPr/>
            <p:nvPr/>
          </p:nvSpPr>
          <p:spPr>
            <a:xfrm flipH="1">
              <a:off x="9095934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CUSTOM_4">
    <p:spTree>
      <p:nvGrpSpPr>
        <p:cNvPr id="1" name="Shape 3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5" name="Google Shape;3315;p16"/>
          <p:cNvSpPr/>
          <p:nvPr/>
        </p:nvSpPr>
        <p:spPr>
          <a:xfrm rot="10800000" flipH="1">
            <a:off x="-12" y="-16117"/>
            <a:ext cx="893471" cy="1006853"/>
          </a:xfrm>
          <a:custGeom>
            <a:avLst/>
            <a:gdLst/>
            <a:ahLst/>
            <a:cxnLst/>
            <a:rect l="l" t="t" r="r" b="b"/>
            <a:pathLst>
              <a:path w="25050" h="27323" extrusionOk="0">
                <a:moveTo>
                  <a:pt x="1439" y="26"/>
                </a:moveTo>
                <a:lnTo>
                  <a:pt x="1439" y="26"/>
                </a:lnTo>
                <a:cubicBezTo>
                  <a:pt x="1236" y="126"/>
                  <a:pt x="1267" y="427"/>
                  <a:pt x="1486" y="483"/>
                </a:cubicBezTo>
                <a:cubicBezTo>
                  <a:pt x="1509" y="489"/>
                  <a:pt x="1532" y="492"/>
                  <a:pt x="1553" y="492"/>
                </a:cubicBezTo>
                <a:cubicBezTo>
                  <a:pt x="1739" y="492"/>
                  <a:pt x="1868" y="278"/>
                  <a:pt x="1753" y="107"/>
                </a:cubicBezTo>
                <a:cubicBezTo>
                  <a:pt x="1652" y="79"/>
                  <a:pt x="1549" y="51"/>
                  <a:pt x="1439" y="26"/>
                </a:cubicBezTo>
                <a:close/>
                <a:moveTo>
                  <a:pt x="330" y="1"/>
                </a:moveTo>
                <a:cubicBezTo>
                  <a:pt x="111" y="1"/>
                  <a:pt x="1" y="264"/>
                  <a:pt x="154" y="421"/>
                </a:cubicBezTo>
                <a:cubicBezTo>
                  <a:pt x="205" y="471"/>
                  <a:pt x="267" y="494"/>
                  <a:pt x="327" y="494"/>
                </a:cubicBezTo>
                <a:cubicBezTo>
                  <a:pt x="455" y="494"/>
                  <a:pt x="577" y="394"/>
                  <a:pt x="577" y="245"/>
                </a:cubicBezTo>
                <a:cubicBezTo>
                  <a:pt x="577" y="110"/>
                  <a:pt x="465" y="1"/>
                  <a:pt x="330" y="1"/>
                </a:cubicBezTo>
                <a:close/>
                <a:moveTo>
                  <a:pt x="3793" y="1317"/>
                </a:moveTo>
                <a:lnTo>
                  <a:pt x="3793" y="1317"/>
                </a:lnTo>
                <a:cubicBezTo>
                  <a:pt x="3667" y="1480"/>
                  <a:pt x="3783" y="1712"/>
                  <a:pt x="3987" y="1712"/>
                </a:cubicBezTo>
                <a:cubicBezTo>
                  <a:pt x="4037" y="1712"/>
                  <a:pt x="4087" y="1696"/>
                  <a:pt x="4128" y="1668"/>
                </a:cubicBezTo>
                <a:cubicBezTo>
                  <a:pt x="4022" y="1546"/>
                  <a:pt x="3909" y="1430"/>
                  <a:pt x="3793" y="1317"/>
                </a:cubicBezTo>
                <a:close/>
                <a:moveTo>
                  <a:pt x="330" y="1220"/>
                </a:moveTo>
                <a:cubicBezTo>
                  <a:pt x="111" y="1220"/>
                  <a:pt x="1" y="1486"/>
                  <a:pt x="154" y="1640"/>
                </a:cubicBezTo>
                <a:cubicBezTo>
                  <a:pt x="205" y="1690"/>
                  <a:pt x="268" y="1713"/>
                  <a:pt x="329" y="1713"/>
                </a:cubicBezTo>
                <a:cubicBezTo>
                  <a:pt x="456" y="1713"/>
                  <a:pt x="577" y="1614"/>
                  <a:pt x="577" y="1464"/>
                </a:cubicBezTo>
                <a:cubicBezTo>
                  <a:pt x="577" y="1329"/>
                  <a:pt x="465" y="1220"/>
                  <a:pt x="330" y="1220"/>
                </a:cubicBezTo>
                <a:close/>
                <a:moveTo>
                  <a:pt x="1549" y="1220"/>
                </a:moveTo>
                <a:cubicBezTo>
                  <a:pt x="1330" y="1220"/>
                  <a:pt x="1220" y="1486"/>
                  <a:pt x="1373" y="1640"/>
                </a:cubicBezTo>
                <a:cubicBezTo>
                  <a:pt x="1424" y="1690"/>
                  <a:pt x="1487" y="1713"/>
                  <a:pt x="1548" y="1713"/>
                </a:cubicBezTo>
                <a:cubicBezTo>
                  <a:pt x="1675" y="1713"/>
                  <a:pt x="1797" y="1614"/>
                  <a:pt x="1797" y="1464"/>
                </a:cubicBezTo>
                <a:cubicBezTo>
                  <a:pt x="1797" y="1329"/>
                  <a:pt x="1687" y="1220"/>
                  <a:pt x="1549" y="1220"/>
                </a:cubicBezTo>
                <a:close/>
                <a:moveTo>
                  <a:pt x="2768" y="1220"/>
                </a:moveTo>
                <a:cubicBezTo>
                  <a:pt x="2549" y="1220"/>
                  <a:pt x="2439" y="1486"/>
                  <a:pt x="2596" y="1640"/>
                </a:cubicBezTo>
                <a:cubicBezTo>
                  <a:pt x="2645" y="1690"/>
                  <a:pt x="2707" y="1713"/>
                  <a:pt x="2768" y="1713"/>
                </a:cubicBezTo>
                <a:cubicBezTo>
                  <a:pt x="2894" y="1713"/>
                  <a:pt x="3016" y="1614"/>
                  <a:pt x="3016" y="1464"/>
                </a:cubicBezTo>
                <a:cubicBezTo>
                  <a:pt x="3016" y="1329"/>
                  <a:pt x="2906" y="1220"/>
                  <a:pt x="2768" y="1220"/>
                </a:cubicBezTo>
                <a:close/>
                <a:moveTo>
                  <a:pt x="330" y="2439"/>
                </a:moveTo>
                <a:cubicBezTo>
                  <a:pt x="111" y="2439"/>
                  <a:pt x="1" y="2705"/>
                  <a:pt x="154" y="2859"/>
                </a:cubicBezTo>
                <a:cubicBezTo>
                  <a:pt x="205" y="2910"/>
                  <a:pt x="268" y="2932"/>
                  <a:pt x="329" y="2932"/>
                </a:cubicBezTo>
                <a:cubicBezTo>
                  <a:pt x="456" y="2932"/>
                  <a:pt x="577" y="2834"/>
                  <a:pt x="577" y="2686"/>
                </a:cubicBezTo>
                <a:cubicBezTo>
                  <a:pt x="577" y="2548"/>
                  <a:pt x="465" y="2439"/>
                  <a:pt x="330" y="2439"/>
                </a:cubicBezTo>
                <a:close/>
                <a:moveTo>
                  <a:pt x="1549" y="2439"/>
                </a:moveTo>
                <a:cubicBezTo>
                  <a:pt x="1330" y="2439"/>
                  <a:pt x="1220" y="2705"/>
                  <a:pt x="1373" y="2859"/>
                </a:cubicBezTo>
                <a:cubicBezTo>
                  <a:pt x="1424" y="2910"/>
                  <a:pt x="1487" y="2932"/>
                  <a:pt x="1548" y="2932"/>
                </a:cubicBezTo>
                <a:cubicBezTo>
                  <a:pt x="1675" y="2932"/>
                  <a:pt x="1797" y="2834"/>
                  <a:pt x="1797" y="2686"/>
                </a:cubicBezTo>
                <a:cubicBezTo>
                  <a:pt x="1797" y="2548"/>
                  <a:pt x="1687" y="2439"/>
                  <a:pt x="1549" y="2439"/>
                </a:cubicBezTo>
                <a:close/>
                <a:moveTo>
                  <a:pt x="2768" y="2439"/>
                </a:moveTo>
                <a:cubicBezTo>
                  <a:pt x="2549" y="2439"/>
                  <a:pt x="2439" y="2705"/>
                  <a:pt x="2596" y="2859"/>
                </a:cubicBezTo>
                <a:cubicBezTo>
                  <a:pt x="2646" y="2910"/>
                  <a:pt x="2707" y="2932"/>
                  <a:pt x="2768" y="2932"/>
                </a:cubicBezTo>
                <a:cubicBezTo>
                  <a:pt x="2894" y="2932"/>
                  <a:pt x="3016" y="2834"/>
                  <a:pt x="3016" y="2686"/>
                </a:cubicBezTo>
                <a:cubicBezTo>
                  <a:pt x="3016" y="2548"/>
                  <a:pt x="2906" y="2439"/>
                  <a:pt x="2768" y="2439"/>
                </a:cubicBezTo>
                <a:close/>
                <a:moveTo>
                  <a:pt x="3987" y="2439"/>
                </a:moveTo>
                <a:cubicBezTo>
                  <a:pt x="3768" y="2439"/>
                  <a:pt x="3658" y="2705"/>
                  <a:pt x="3815" y="2859"/>
                </a:cubicBezTo>
                <a:cubicBezTo>
                  <a:pt x="3865" y="2910"/>
                  <a:pt x="3927" y="2932"/>
                  <a:pt x="3987" y="2932"/>
                </a:cubicBezTo>
                <a:cubicBezTo>
                  <a:pt x="4113" y="2932"/>
                  <a:pt x="4235" y="2834"/>
                  <a:pt x="4235" y="2686"/>
                </a:cubicBezTo>
                <a:cubicBezTo>
                  <a:pt x="4235" y="2548"/>
                  <a:pt x="4125" y="2439"/>
                  <a:pt x="3987" y="2439"/>
                </a:cubicBezTo>
                <a:close/>
                <a:moveTo>
                  <a:pt x="330" y="3658"/>
                </a:moveTo>
                <a:cubicBezTo>
                  <a:pt x="111" y="3658"/>
                  <a:pt x="1" y="3924"/>
                  <a:pt x="154" y="4078"/>
                </a:cubicBezTo>
                <a:cubicBezTo>
                  <a:pt x="205" y="4129"/>
                  <a:pt x="268" y="4151"/>
                  <a:pt x="329" y="4151"/>
                </a:cubicBezTo>
                <a:cubicBezTo>
                  <a:pt x="456" y="4151"/>
                  <a:pt x="577" y="4053"/>
                  <a:pt x="577" y="3905"/>
                </a:cubicBezTo>
                <a:cubicBezTo>
                  <a:pt x="577" y="3767"/>
                  <a:pt x="465" y="3658"/>
                  <a:pt x="330" y="3658"/>
                </a:cubicBezTo>
                <a:close/>
                <a:moveTo>
                  <a:pt x="1549" y="3658"/>
                </a:moveTo>
                <a:cubicBezTo>
                  <a:pt x="1330" y="3658"/>
                  <a:pt x="1220" y="3924"/>
                  <a:pt x="1373" y="4078"/>
                </a:cubicBezTo>
                <a:cubicBezTo>
                  <a:pt x="1424" y="4129"/>
                  <a:pt x="1487" y="4151"/>
                  <a:pt x="1548" y="4151"/>
                </a:cubicBezTo>
                <a:cubicBezTo>
                  <a:pt x="1675" y="4151"/>
                  <a:pt x="1797" y="4053"/>
                  <a:pt x="1797" y="3905"/>
                </a:cubicBezTo>
                <a:cubicBezTo>
                  <a:pt x="1797" y="3767"/>
                  <a:pt x="1687" y="3658"/>
                  <a:pt x="1549" y="3658"/>
                </a:cubicBezTo>
                <a:close/>
                <a:moveTo>
                  <a:pt x="2768" y="3658"/>
                </a:moveTo>
                <a:cubicBezTo>
                  <a:pt x="2549" y="3658"/>
                  <a:pt x="2439" y="3924"/>
                  <a:pt x="2596" y="4078"/>
                </a:cubicBezTo>
                <a:cubicBezTo>
                  <a:pt x="2646" y="4129"/>
                  <a:pt x="2707" y="4151"/>
                  <a:pt x="2768" y="4151"/>
                </a:cubicBezTo>
                <a:cubicBezTo>
                  <a:pt x="2894" y="4151"/>
                  <a:pt x="3016" y="4053"/>
                  <a:pt x="3016" y="3905"/>
                </a:cubicBezTo>
                <a:cubicBezTo>
                  <a:pt x="3016" y="3767"/>
                  <a:pt x="2906" y="3658"/>
                  <a:pt x="2768" y="3658"/>
                </a:cubicBezTo>
                <a:close/>
                <a:moveTo>
                  <a:pt x="3987" y="3658"/>
                </a:moveTo>
                <a:cubicBezTo>
                  <a:pt x="3768" y="3658"/>
                  <a:pt x="3658" y="3924"/>
                  <a:pt x="3815" y="4078"/>
                </a:cubicBezTo>
                <a:cubicBezTo>
                  <a:pt x="3865" y="4129"/>
                  <a:pt x="3927" y="4151"/>
                  <a:pt x="3987" y="4151"/>
                </a:cubicBezTo>
                <a:cubicBezTo>
                  <a:pt x="4113" y="4151"/>
                  <a:pt x="4235" y="4053"/>
                  <a:pt x="4235" y="3905"/>
                </a:cubicBezTo>
                <a:cubicBezTo>
                  <a:pt x="4235" y="3767"/>
                  <a:pt x="4125" y="3658"/>
                  <a:pt x="3987" y="3658"/>
                </a:cubicBezTo>
                <a:close/>
                <a:moveTo>
                  <a:pt x="5209" y="3658"/>
                </a:moveTo>
                <a:cubicBezTo>
                  <a:pt x="4987" y="3658"/>
                  <a:pt x="4877" y="3924"/>
                  <a:pt x="5034" y="4078"/>
                </a:cubicBezTo>
                <a:cubicBezTo>
                  <a:pt x="5084" y="4129"/>
                  <a:pt x="5146" y="4151"/>
                  <a:pt x="5206" y="4151"/>
                </a:cubicBezTo>
                <a:cubicBezTo>
                  <a:pt x="5332" y="4151"/>
                  <a:pt x="5454" y="4053"/>
                  <a:pt x="5454" y="3905"/>
                </a:cubicBezTo>
                <a:cubicBezTo>
                  <a:pt x="5454" y="3767"/>
                  <a:pt x="5344" y="3658"/>
                  <a:pt x="5209" y="3658"/>
                </a:cubicBezTo>
                <a:close/>
                <a:moveTo>
                  <a:pt x="6190" y="5059"/>
                </a:moveTo>
                <a:cubicBezTo>
                  <a:pt x="6156" y="5181"/>
                  <a:pt x="6221" y="5309"/>
                  <a:pt x="6341" y="5353"/>
                </a:cubicBezTo>
                <a:cubicBezTo>
                  <a:pt x="6290" y="5256"/>
                  <a:pt x="6240" y="5156"/>
                  <a:pt x="6190" y="5059"/>
                </a:cubicBezTo>
                <a:close/>
                <a:moveTo>
                  <a:pt x="330" y="4877"/>
                </a:moveTo>
                <a:cubicBezTo>
                  <a:pt x="111" y="4877"/>
                  <a:pt x="1" y="5143"/>
                  <a:pt x="154" y="5300"/>
                </a:cubicBezTo>
                <a:cubicBezTo>
                  <a:pt x="205" y="5349"/>
                  <a:pt x="267" y="5371"/>
                  <a:pt x="327" y="5371"/>
                </a:cubicBezTo>
                <a:cubicBezTo>
                  <a:pt x="455" y="5371"/>
                  <a:pt x="577" y="5273"/>
                  <a:pt x="577" y="5124"/>
                </a:cubicBezTo>
                <a:cubicBezTo>
                  <a:pt x="577" y="4986"/>
                  <a:pt x="465" y="4877"/>
                  <a:pt x="330" y="4877"/>
                </a:cubicBezTo>
                <a:close/>
                <a:moveTo>
                  <a:pt x="1549" y="4877"/>
                </a:moveTo>
                <a:cubicBezTo>
                  <a:pt x="1330" y="4877"/>
                  <a:pt x="1220" y="5143"/>
                  <a:pt x="1373" y="5300"/>
                </a:cubicBezTo>
                <a:cubicBezTo>
                  <a:pt x="1424" y="5349"/>
                  <a:pt x="1486" y="5371"/>
                  <a:pt x="1546" y="5371"/>
                </a:cubicBezTo>
                <a:cubicBezTo>
                  <a:pt x="1674" y="5371"/>
                  <a:pt x="1797" y="5273"/>
                  <a:pt x="1797" y="5124"/>
                </a:cubicBezTo>
                <a:cubicBezTo>
                  <a:pt x="1797" y="4986"/>
                  <a:pt x="1687" y="4877"/>
                  <a:pt x="1549" y="4877"/>
                </a:cubicBezTo>
                <a:close/>
                <a:moveTo>
                  <a:pt x="2768" y="4877"/>
                </a:moveTo>
                <a:cubicBezTo>
                  <a:pt x="2549" y="4877"/>
                  <a:pt x="2439" y="5143"/>
                  <a:pt x="2596" y="5300"/>
                </a:cubicBezTo>
                <a:cubicBezTo>
                  <a:pt x="2645" y="5349"/>
                  <a:pt x="2706" y="5371"/>
                  <a:pt x="2766" y="5371"/>
                </a:cubicBezTo>
                <a:cubicBezTo>
                  <a:pt x="2893" y="5371"/>
                  <a:pt x="3016" y="5273"/>
                  <a:pt x="3016" y="5124"/>
                </a:cubicBezTo>
                <a:cubicBezTo>
                  <a:pt x="3016" y="4986"/>
                  <a:pt x="2906" y="4877"/>
                  <a:pt x="2768" y="4877"/>
                </a:cubicBezTo>
                <a:close/>
                <a:moveTo>
                  <a:pt x="3987" y="4877"/>
                </a:moveTo>
                <a:cubicBezTo>
                  <a:pt x="3768" y="4877"/>
                  <a:pt x="3658" y="5143"/>
                  <a:pt x="3815" y="5300"/>
                </a:cubicBezTo>
                <a:cubicBezTo>
                  <a:pt x="3864" y="5349"/>
                  <a:pt x="3925" y="5371"/>
                  <a:pt x="3985" y="5371"/>
                </a:cubicBezTo>
                <a:cubicBezTo>
                  <a:pt x="4112" y="5371"/>
                  <a:pt x="4235" y="5273"/>
                  <a:pt x="4235" y="5124"/>
                </a:cubicBezTo>
                <a:cubicBezTo>
                  <a:pt x="4235" y="4986"/>
                  <a:pt x="4125" y="4877"/>
                  <a:pt x="3987" y="4877"/>
                </a:cubicBezTo>
                <a:close/>
                <a:moveTo>
                  <a:pt x="5209" y="4877"/>
                </a:moveTo>
                <a:cubicBezTo>
                  <a:pt x="4987" y="4877"/>
                  <a:pt x="4877" y="5143"/>
                  <a:pt x="5034" y="5300"/>
                </a:cubicBezTo>
                <a:cubicBezTo>
                  <a:pt x="5084" y="5349"/>
                  <a:pt x="5146" y="5371"/>
                  <a:pt x="5206" y="5371"/>
                </a:cubicBezTo>
                <a:cubicBezTo>
                  <a:pt x="5333" y="5371"/>
                  <a:pt x="5454" y="5273"/>
                  <a:pt x="5454" y="5124"/>
                </a:cubicBezTo>
                <a:cubicBezTo>
                  <a:pt x="5454" y="4986"/>
                  <a:pt x="5344" y="4877"/>
                  <a:pt x="5209" y="4877"/>
                </a:cubicBezTo>
                <a:close/>
                <a:moveTo>
                  <a:pt x="330" y="6096"/>
                </a:moveTo>
                <a:cubicBezTo>
                  <a:pt x="111" y="6096"/>
                  <a:pt x="1" y="6362"/>
                  <a:pt x="154" y="6519"/>
                </a:cubicBezTo>
                <a:cubicBezTo>
                  <a:pt x="205" y="6568"/>
                  <a:pt x="267" y="6590"/>
                  <a:pt x="327" y="6590"/>
                </a:cubicBezTo>
                <a:cubicBezTo>
                  <a:pt x="455" y="6590"/>
                  <a:pt x="577" y="6492"/>
                  <a:pt x="577" y="6343"/>
                </a:cubicBezTo>
                <a:cubicBezTo>
                  <a:pt x="577" y="6209"/>
                  <a:pt x="465" y="6096"/>
                  <a:pt x="330" y="6096"/>
                </a:cubicBezTo>
                <a:close/>
                <a:moveTo>
                  <a:pt x="1549" y="6096"/>
                </a:moveTo>
                <a:cubicBezTo>
                  <a:pt x="1330" y="6096"/>
                  <a:pt x="1220" y="6362"/>
                  <a:pt x="1373" y="6519"/>
                </a:cubicBezTo>
                <a:cubicBezTo>
                  <a:pt x="1424" y="6568"/>
                  <a:pt x="1486" y="6590"/>
                  <a:pt x="1546" y="6590"/>
                </a:cubicBezTo>
                <a:cubicBezTo>
                  <a:pt x="1674" y="6590"/>
                  <a:pt x="1797" y="6492"/>
                  <a:pt x="1797" y="6343"/>
                </a:cubicBezTo>
                <a:cubicBezTo>
                  <a:pt x="1797" y="6209"/>
                  <a:pt x="1687" y="6096"/>
                  <a:pt x="1549" y="6096"/>
                </a:cubicBezTo>
                <a:close/>
                <a:moveTo>
                  <a:pt x="2768" y="6096"/>
                </a:moveTo>
                <a:cubicBezTo>
                  <a:pt x="2549" y="6096"/>
                  <a:pt x="2439" y="6362"/>
                  <a:pt x="2596" y="6519"/>
                </a:cubicBezTo>
                <a:cubicBezTo>
                  <a:pt x="2645" y="6568"/>
                  <a:pt x="2706" y="6590"/>
                  <a:pt x="2766" y="6590"/>
                </a:cubicBezTo>
                <a:cubicBezTo>
                  <a:pt x="2893" y="6590"/>
                  <a:pt x="3016" y="6492"/>
                  <a:pt x="3016" y="6343"/>
                </a:cubicBezTo>
                <a:cubicBezTo>
                  <a:pt x="3016" y="6209"/>
                  <a:pt x="2906" y="6096"/>
                  <a:pt x="2768" y="6096"/>
                </a:cubicBezTo>
                <a:close/>
                <a:moveTo>
                  <a:pt x="3987" y="6096"/>
                </a:moveTo>
                <a:cubicBezTo>
                  <a:pt x="3768" y="6096"/>
                  <a:pt x="3658" y="6362"/>
                  <a:pt x="3815" y="6519"/>
                </a:cubicBezTo>
                <a:cubicBezTo>
                  <a:pt x="3864" y="6568"/>
                  <a:pt x="3925" y="6590"/>
                  <a:pt x="3985" y="6590"/>
                </a:cubicBezTo>
                <a:cubicBezTo>
                  <a:pt x="4112" y="6590"/>
                  <a:pt x="4235" y="6492"/>
                  <a:pt x="4235" y="6343"/>
                </a:cubicBezTo>
                <a:cubicBezTo>
                  <a:pt x="4235" y="6209"/>
                  <a:pt x="4125" y="6096"/>
                  <a:pt x="3987" y="6096"/>
                </a:cubicBezTo>
                <a:close/>
                <a:moveTo>
                  <a:pt x="5209" y="6096"/>
                </a:moveTo>
                <a:cubicBezTo>
                  <a:pt x="4987" y="6096"/>
                  <a:pt x="4877" y="6362"/>
                  <a:pt x="5034" y="6519"/>
                </a:cubicBezTo>
                <a:cubicBezTo>
                  <a:pt x="5084" y="6568"/>
                  <a:pt x="5146" y="6590"/>
                  <a:pt x="5206" y="6590"/>
                </a:cubicBezTo>
                <a:cubicBezTo>
                  <a:pt x="5333" y="6590"/>
                  <a:pt x="5454" y="6492"/>
                  <a:pt x="5454" y="6343"/>
                </a:cubicBezTo>
                <a:cubicBezTo>
                  <a:pt x="5454" y="6209"/>
                  <a:pt x="5344" y="6096"/>
                  <a:pt x="5209" y="6096"/>
                </a:cubicBezTo>
                <a:close/>
                <a:moveTo>
                  <a:pt x="6428" y="6096"/>
                </a:moveTo>
                <a:cubicBezTo>
                  <a:pt x="6209" y="6096"/>
                  <a:pt x="6096" y="6362"/>
                  <a:pt x="6253" y="6519"/>
                </a:cubicBezTo>
                <a:cubicBezTo>
                  <a:pt x="6303" y="6568"/>
                  <a:pt x="6365" y="6590"/>
                  <a:pt x="6426" y="6590"/>
                </a:cubicBezTo>
                <a:cubicBezTo>
                  <a:pt x="6553" y="6590"/>
                  <a:pt x="6675" y="6492"/>
                  <a:pt x="6673" y="6343"/>
                </a:cubicBezTo>
                <a:cubicBezTo>
                  <a:pt x="6673" y="6209"/>
                  <a:pt x="6563" y="6096"/>
                  <a:pt x="6428" y="6096"/>
                </a:cubicBezTo>
                <a:close/>
                <a:moveTo>
                  <a:pt x="330" y="7315"/>
                </a:moveTo>
                <a:cubicBezTo>
                  <a:pt x="111" y="7315"/>
                  <a:pt x="1" y="7581"/>
                  <a:pt x="154" y="7738"/>
                </a:cubicBezTo>
                <a:cubicBezTo>
                  <a:pt x="205" y="7787"/>
                  <a:pt x="267" y="7810"/>
                  <a:pt x="327" y="7810"/>
                </a:cubicBezTo>
                <a:cubicBezTo>
                  <a:pt x="455" y="7810"/>
                  <a:pt x="577" y="7711"/>
                  <a:pt x="577" y="7562"/>
                </a:cubicBezTo>
                <a:cubicBezTo>
                  <a:pt x="577" y="7428"/>
                  <a:pt x="465" y="7315"/>
                  <a:pt x="330" y="7315"/>
                </a:cubicBezTo>
                <a:close/>
                <a:moveTo>
                  <a:pt x="1549" y="7315"/>
                </a:moveTo>
                <a:cubicBezTo>
                  <a:pt x="1330" y="7315"/>
                  <a:pt x="1220" y="7581"/>
                  <a:pt x="1373" y="7738"/>
                </a:cubicBezTo>
                <a:cubicBezTo>
                  <a:pt x="1424" y="7787"/>
                  <a:pt x="1486" y="7810"/>
                  <a:pt x="1546" y="7810"/>
                </a:cubicBezTo>
                <a:cubicBezTo>
                  <a:pt x="1674" y="7810"/>
                  <a:pt x="1797" y="7711"/>
                  <a:pt x="1797" y="7562"/>
                </a:cubicBezTo>
                <a:cubicBezTo>
                  <a:pt x="1797" y="7428"/>
                  <a:pt x="1687" y="7315"/>
                  <a:pt x="1549" y="7315"/>
                </a:cubicBezTo>
                <a:close/>
                <a:moveTo>
                  <a:pt x="2768" y="7315"/>
                </a:moveTo>
                <a:cubicBezTo>
                  <a:pt x="2549" y="7315"/>
                  <a:pt x="2439" y="7581"/>
                  <a:pt x="2596" y="7738"/>
                </a:cubicBezTo>
                <a:cubicBezTo>
                  <a:pt x="2645" y="7787"/>
                  <a:pt x="2706" y="7810"/>
                  <a:pt x="2766" y="7810"/>
                </a:cubicBezTo>
                <a:cubicBezTo>
                  <a:pt x="2893" y="7810"/>
                  <a:pt x="3016" y="7711"/>
                  <a:pt x="3016" y="7562"/>
                </a:cubicBezTo>
                <a:cubicBezTo>
                  <a:pt x="3016" y="7428"/>
                  <a:pt x="2906" y="7315"/>
                  <a:pt x="2768" y="7315"/>
                </a:cubicBezTo>
                <a:close/>
                <a:moveTo>
                  <a:pt x="3987" y="7315"/>
                </a:moveTo>
                <a:cubicBezTo>
                  <a:pt x="3768" y="7315"/>
                  <a:pt x="3658" y="7581"/>
                  <a:pt x="3815" y="7738"/>
                </a:cubicBezTo>
                <a:cubicBezTo>
                  <a:pt x="3864" y="7787"/>
                  <a:pt x="3925" y="7810"/>
                  <a:pt x="3985" y="7810"/>
                </a:cubicBezTo>
                <a:cubicBezTo>
                  <a:pt x="4112" y="7810"/>
                  <a:pt x="4235" y="7711"/>
                  <a:pt x="4235" y="7562"/>
                </a:cubicBezTo>
                <a:cubicBezTo>
                  <a:pt x="4235" y="7428"/>
                  <a:pt x="4125" y="7318"/>
                  <a:pt x="3987" y="7315"/>
                </a:cubicBezTo>
                <a:close/>
                <a:moveTo>
                  <a:pt x="5209" y="7315"/>
                </a:moveTo>
                <a:cubicBezTo>
                  <a:pt x="4987" y="7315"/>
                  <a:pt x="4877" y="7581"/>
                  <a:pt x="5034" y="7738"/>
                </a:cubicBezTo>
                <a:cubicBezTo>
                  <a:pt x="5083" y="7787"/>
                  <a:pt x="5144" y="7810"/>
                  <a:pt x="5204" y="7810"/>
                </a:cubicBezTo>
                <a:cubicBezTo>
                  <a:pt x="5331" y="7810"/>
                  <a:pt x="5454" y="7711"/>
                  <a:pt x="5454" y="7562"/>
                </a:cubicBezTo>
                <a:cubicBezTo>
                  <a:pt x="5454" y="7428"/>
                  <a:pt x="5344" y="7315"/>
                  <a:pt x="5209" y="7315"/>
                </a:cubicBezTo>
                <a:close/>
                <a:moveTo>
                  <a:pt x="6428" y="7315"/>
                </a:moveTo>
                <a:cubicBezTo>
                  <a:pt x="6209" y="7315"/>
                  <a:pt x="6096" y="7581"/>
                  <a:pt x="6253" y="7738"/>
                </a:cubicBezTo>
                <a:cubicBezTo>
                  <a:pt x="6303" y="7787"/>
                  <a:pt x="6365" y="7810"/>
                  <a:pt x="6425" y="7810"/>
                </a:cubicBezTo>
                <a:cubicBezTo>
                  <a:pt x="6552" y="7810"/>
                  <a:pt x="6673" y="7711"/>
                  <a:pt x="6673" y="7562"/>
                </a:cubicBezTo>
                <a:cubicBezTo>
                  <a:pt x="6673" y="7428"/>
                  <a:pt x="6563" y="7315"/>
                  <a:pt x="6428" y="7315"/>
                </a:cubicBezTo>
                <a:close/>
                <a:moveTo>
                  <a:pt x="17403" y="7315"/>
                </a:moveTo>
                <a:cubicBezTo>
                  <a:pt x="17184" y="7315"/>
                  <a:pt x="17074" y="7581"/>
                  <a:pt x="17227" y="7738"/>
                </a:cubicBezTo>
                <a:cubicBezTo>
                  <a:pt x="17278" y="7787"/>
                  <a:pt x="17340" y="7810"/>
                  <a:pt x="17400" y="7810"/>
                </a:cubicBezTo>
                <a:cubicBezTo>
                  <a:pt x="17528" y="7810"/>
                  <a:pt x="17650" y="7711"/>
                  <a:pt x="17650" y="7562"/>
                </a:cubicBezTo>
                <a:cubicBezTo>
                  <a:pt x="17650" y="7428"/>
                  <a:pt x="17538" y="7315"/>
                  <a:pt x="17403" y="7315"/>
                </a:cubicBezTo>
                <a:close/>
                <a:moveTo>
                  <a:pt x="18622" y="7315"/>
                </a:moveTo>
                <a:cubicBezTo>
                  <a:pt x="18403" y="7315"/>
                  <a:pt x="18293" y="7581"/>
                  <a:pt x="18446" y="7738"/>
                </a:cubicBezTo>
                <a:cubicBezTo>
                  <a:pt x="18497" y="7787"/>
                  <a:pt x="18559" y="7810"/>
                  <a:pt x="18619" y="7810"/>
                </a:cubicBezTo>
                <a:cubicBezTo>
                  <a:pt x="18747" y="7810"/>
                  <a:pt x="18870" y="7711"/>
                  <a:pt x="18870" y="7562"/>
                </a:cubicBezTo>
                <a:cubicBezTo>
                  <a:pt x="18870" y="7428"/>
                  <a:pt x="18760" y="7315"/>
                  <a:pt x="18622" y="7315"/>
                </a:cubicBezTo>
                <a:close/>
                <a:moveTo>
                  <a:pt x="19841" y="7315"/>
                </a:moveTo>
                <a:cubicBezTo>
                  <a:pt x="19622" y="7315"/>
                  <a:pt x="19512" y="7581"/>
                  <a:pt x="19669" y="7738"/>
                </a:cubicBezTo>
                <a:cubicBezTo>
                  <a:pt x="19718" y="7787"/>
                  <a:pt x="19779" y="7810"/>
                  <a:pt x="19839" y="7810"/>
                </a:cubicBezTo>
                <a:cubicBezTo>
                  <a:pt x="19966" y="7810"/>
                  <a:pt x="20089" y="7711"/>
                  <a:pt x="20089" y="7562"/>
                </a:cubicBezTo>
                <a:cubicBezTo>
                  <a:pt x="20089" y="7428"/>
                  <a:pt x="19979" y="7315"/>
                  <a:pt x="19841" y="7315"/>
                </a:cubicBezTo>
                <a:close/>
                <a:moveTo>
                  <a:pt x="7497" y="7365"/>
                </a:moveTo>
                <a:cubicBezTo>
                  <a:pt x="7309" y="7509"/>
                  <a:pt x="7409" y="7810"/>
                  <a:pt x="7647" y="7810"/>
                </a:cubicBezTo>
                <a:cubicBezTo>
                  <a:pt x="7698" y="7810"/>
                  <a:pt x="7748" y="7794"/>
                  <a:pt x="7788" y="7763"/>
                </a:cubicBezTo>
                <a:cubicBezTo>
                  <a:pt x="7688" y="7635"/>
                  <a:pt x="7591" y="7503"/>
                  <a:pt x="7497" y="7365"/>
                </a:cubicBezTo>
                <a:close/>
                <a:moveTo>
                  <a:pt x="16369" y="7725"/>
                </a:moveTo>
                <a:lnTo>
                  <a:pt x="16369" y="7725"/>
                </a:lnTo>
                <a:cubicBezTo>
                  <a:pt x="16309" y="7754"/>
                  <a:pt x="16247" y="7782"/>
                  <a:pt x="16187" y="7810"/>
                </a:cubicBezTo>
                <a:cubicBezTo>
                  <a:pt x="16256" y="7807"/>
                  <a:pt x="16322" y="7779"/>
                  <a:pt x="16369" y="7725"/>
                </a:cubicBezTo>
                <a:close/>
                <a:moveTo>
                  <a:pt x="20841" y="7456"/>
                </a:moveTo>
                <a:lnTo>
                  <a:pt x="20841" y="7456"/>
                </a:lnTo>
                <a:cubicBezTo>
                  <a:pt x="20759" y="7619"/>
                  <a:pt x="20878" y="7810"/>
                  <a:pt x="21060" y="7810"/>
                </a:cubicBezTo>
                <a:cubicBezTo>
                  <a:pt x="21116" y="7810"/>
                  <a:pt x="21167" y="7791"/>
                  <a:pt x="21210" y="7760"/>
                </a:cubicBezTo>
                <a:cubicBezTo>
                  <a:pt x="21151" y="7703"/>
                  <a:pt x="21088" y="7647"/>
                  <a:pt x="21022" y="7591"/>
                </a:cubicBezTo>
                <a:cubicBezTo>
                  <a:pt x="20963" y="7544"/>
                  <a:pt x="20900" y="7497"/>
                  <a:pt x="20841" y="7456"/>
                </a:cubicBezTo>
                <a:close/>
                <a:moveTo>
                  <a:pt x="13975" y="8869"/>
                </a:moveTo>
                <a:lnTo>
                  <a:pt x="13975" y="8869"/>
                </a:lnTo>
                <a:cubicBezTo>
                  <a:pt x="13868" y="8919"/>
                  <a:pt x="13758" y="8966"/>
                  <a:pt x="13652" y="9010"/>
                </a:cubicBezTo>
                <a:cubicBezTo>
                  <a:pt x="13682" y="9023"/>
                  <a:pt x="13714" y="9029"/>
                  <a:pt x="13744" y="9029"/>
                </a:cubicBezTo>
                <a:cubicBezTo>
                  <a:pt x="13843" y="9029"/>
                  <a:pt x="13936" y="8967"/>
                  <a:pt x="13975" y="8869"/>
                </a:cubicBezTo>
                <a:close/>
                <a:moveTo>
                  <a:pt x="8641" y="8681"/>
                </a:moveTo>
                <a:lnTo>
                  <a:pt x="8641" y="8681"/>
                </a:lnTo>
                <a:cubicBezTo>
                  <a:pt x="8569" y="8844"/>
                  <a:pt x="8688" y="9029"/>
                  <a:pt x="8866" y="9029"/>
                </a:cubicBezTo>
                <a:cubicBezTo>
                  <a:pt x="8920" y="9029"/>
                  <a:pt x="8973" y="9010"/>
                  <a:pt x="9017" y="8979"/>
                </a:cubicBezTo>
                <a:cubicBezTo>
                  <a:pt x="8885" y="8885"/>
                  <a:pt x="8763" y="8785"/>
                  <a:pt x="8641" y="8681"/>
                </a:cubicBezTo>
                <a:close/>
                <a:moveTo>
                  <a:pt x="330" y="8537"/>
                </a:moveTo>
                <a:cubicBezTo>
                  <a:pt x="111" y="8537"/>
                  <a:pt x="1" y="8800"/>
                  <a:pt x="154" y="8957"/>
                </a:cubicBezTo>
                <a:cubicBezTo>
                  <a:pt x="205" y="9007"/>
                  <a:pt x="267" y="9030"/>
                  <a:pt x="327" y="9030"/>
                </a:cubicBezTo>
                <a:cubicBezTo>
                  <a:pt x="455" y="9030"/>
                  <a:pt x="577" y="8930"/>
                  <a:pt x="577" y="8782"/>
                </a:cubicBezTo>
                <a:cubicBezTo>
                  <a:pt x="577" y="8647"/>
                  <a:pt x="465" y="8537"/>
                  <a:pt x="330" y="8537"/>
                </a:cubicBezTo>
                <a:close/>
                <a:moveTo>
                  <a:pt x="1549" y="8537"/>
                </a:moveTo>
                <a:cubicBezTo>
                  <a:pt x="1330" y="8537"/>
                  <a:pt x="1220" y="8800"/>
                  <a:pt x="1373" y="8957"/>
                </a:cubicBezTo>
                <a:cubicBezTo>
                  <a:pt x="1424" y="9007"/>
                  <a:pt x="1486" y="9030"/>
                  <a:pt x="1546" y="9030"/>
                </a:cubicBezTo>
                <a:cubicBezTo>
                  <a:pt x="1674" y="9030"/>
                  <a:pt x="1797" y="8930"/>
                  <a:pt x="1797" y="8782"/>
                </a:cubicBezTo>
                <a:cubicBezTo>
                  <a:pt x="1797" y="8647"/>
                  <a:pt x="1687" y="8537"/>
                  <a:pt x="1549" y="8537"/>
                </a:cubicBezTo>
                <a:close/>
                <a:moveTo>
                  <a:pt x="2768" y="8537"/>
                </a:moveTo>
                <a:cubicBezTo>
                  <a:pt x="2549" y="8537"/>
                  <a:pt x="2439" y="8800"/>
                  <a:pt x="2596" y="8957"/>
                </a:cubicBezTo>
                <a:cubicBezTo>
                  <a:pt x="2645" y="9007"/>
                  <a:pt x="2706" y="9030"/>
                  <a:pt x="2766" y="9030"/>
                </a:cubicBezTo>
                <a:cubicBezTo>
                  <a:pt x="2893" y="9030"/>
                  <a:pt x="3016" y="8930"/>
                  <a:pt x="3016" y="8782"/>
                </a:cubicBezTo>
                <a:cubicBezTo>
                  <a:pt x="3016" y="8647"/>
                  <a:pt x="2906" y="8537"/>
                  <a:pt x="2768" y="8537"/>
                </a:cubicBezTo>
                <a:close/>
                <a:moveTo>
                  <a:pt x="5209" y="8537"/>
                </a:moveTo>
                <a:cubicBezTo>
                  <a:pt x="4987" y="8537"/>
                  <a:pt x="4877" y="8800"/>
                  <a:pt x="5034" y="8957"/>
                </a:cubicBezTo>
                <a:cubicBezTo>
                  <a:pt x="5083" y="9007"/>
                  <a:pt x="5144" y="9030"/>
                  <a:pt x="5205" y="9030"/>
                </a:cubicBezTo>
                <a:cubicBezTo>
                  <a:pt x="5331" y="9030"/>
                  <a:pt x="5454" y="8930"/>
                  <a:pt x="5454" y="8782"/>
                </a:cubicBezTo>
                <a:cubicBezTo>
                  <a:pt x="5454" y="8647"/>
                  <a:pt x="5344" y="8537"/>
                  <a:pt x="5209" y="8537"/>
                </a:cubicBezTo>
                <a:close/>
                <a:moveTo>
                  <a:pt x="6428" y="8537"/>
                </a:moveTo>
                <a:cubicBezTo>
                  <a:pt x="6209" y="8537"/>
                  <a:pt x="6096" y="8800"/>
                  <a:pt x="6253" y="8957"/>
                </a:cubicBezTo>
                <a:cubicBezTo>
                  <a:pt x="6303" y="9007"/>
                  <a:pt x="6365" y="9030"/>
                  <a:pt x="6425" y="9030"/>
                </a:cubicBezTo>
                <a:cubicBezTo>
                  <a:pt x="6552" y="9030"/>
                  <a:pt x="6673" y="8930"/>
                  <a:pt x="6673" y="8782"/>
                </a:cubicBezTo>
                <a:cubicBezTo>
                  <a:pt x="6673" y="8647"/>
                  <a:pt x="6563" y="8537"/>
                  <a:pt x="6428" y="8537"/>
                </a:cubicBezTo>
                <a:close/>
                <a:moveTo>
                  <a:pt x="7647" y="8537"/>
                </a:moveTo>
                <a:cubicBezTo>
                  <a:pt x="7428" y="8537"/>
                  <a:pt x="7318" y="8800"/>
                  <a:pt x="7472" y="8957"/>
                </a:cubicBezTo>
                <a:cubicBezTo>
                  <a:pt x="7522" y="9007"/>
                  <a:pt x="7584" y="9030"/>
                  <a:pt x="7645" y="9030"/>
                </a:cubicBezTo>
                <a:cubicBezTo>
                  <a:pt x="7773" y="9030"/>
                  <a:pt x="7895" y="8930"/>
                  <a:pt x="7895" y="8782"/>
                </a:cubicBezTo>
                <a:cubicBezTo>
                  <a:pt x="7895" y="8647"/>
                  <a:pt x="7782" y="8537"/>
                  <a:pt x="7647" y="8537"/>
                </a:cubicBezTo>
                <a:close/>
                <a:moveTo>
                  <a:pt x="16184" y="8537"/>
                </a:moveTo>
                <a:cubicBezTo>
                  <a:pt x="15964" y="8537"/>
                  <a:pt x="15855" y="8800"/>
                  <a:pt x="16008" y="8957"/>
                </a:cubicBezTo>
                <a:cubicBezTo>
                  <a:pt x="16059" y="9007"/>
                  <a:pt x="16121" y="9030"/>
                  <a:pt x="16181" y="9030"/>
                </a:cubicBezTo>
                <a:cubicBezTo>
                  <a:pt x="16309" y="9030"/>
                  <a:pt x="16431" y="8930"/>
                  <a:pt x="16431" y="8782"/>
                </a:cubicBezTo>
                <a:cubicBezTo>
                  <a:pt x="16431" y="8647"/>
                  <a:pt x="16319" y="8537"/>
                  <a:pt x="16184" y="8537"/>
                </a:cubicBezTo>
                <a:close/>
                <a:moveTo>
                  <a:pt x="17403" y="8537"/>
                </a:moveTo>
                <a:cubicBezTo>
                  <a:pt x="17184" y="8537"/>
                  <a:pt x="17074" y="8800"/>
                  <a:pt x="17227" y="8957"/>
                </a:cubicBezTo>
                <a:cubicBezTo>
                  <a:pt x="17278" y="9007"/>
                  <a:pt x="17340" y="9030"/>
                  <a:pt x="17400" y="9030"/>
                </a:cubicBezTo>
                <a:cubicBezTo>
                  <a:pt x="17528" y="9030"/>
                  <a:pt x="17650" y="8930"/>
                  <a:pt x="17650" y="8782"/>
                </a:cubicBezTo>
                <a:cubicBezTo>
                  <a:pt x="17650" y="8647"/>
                  <a:pt x="17538" y="8537"/>
                  <a:pt x="17403" y="8537"/>
                </a:cubicBezTo>
                <a:close/>
                <a:moveTo>
                  <a:pt x="18622" y="8537"/>
                </a:moveTo>
                <a:cubicBezTo>
                  <a:pt x="18403" y="8537"/>
                  <a:pt x="18293" y="8800"/>
                  <a:pt x="18446" y="8957"/>
                </a:cubicBezTo>
                <a:cubicBezTo>
                  <a:pt x="18497" y="9007"/>
                  <a:pt x="18559" y="9030"/>
                  <a:pt x="18619" y="9030"/>
                </a:cubicBezTo>
                <a:cubicBezTo>
                  <a:pt x="18747" y="9030"/>
                  <a:pt x="18870" y="8930"/>
                  <a:pt x="18870" y="8782"/>
                </a:cubicBezTo>
                <a:cubicBezTo>
                  <a:pt x="18870" y="8647"/>
                  <a:pt x="18760" y="8537"/>
                  <a:pt x="18622" y="8537"/>
                </a:cubicBezTo>
                <a:close/>
                <a:moveTo>
                  <a:pt x="19841" y="8537"/>
                </a:moveTo>
                <a:cubicBezTo>
                  <a:pt x="19622" y="8537"/>
                  <a:pt x="19512" y="8800"/>
                  <a:pt x="19669" y="8957"/>
                </a:cubicBezTo>
                <a:cubicBezTo>
                  <a:pt x="19718" y="9007"/>
                  <a:pt x="19779" y="9030"/>
                  <a:pt x="19839" y="9030"/>
                </a:cubicBezTo>
                <a:cubicBezTo>
                  <a:pt x="19966" y="9030"/>
                  <a:pt x="20089" y="8930"/>
                  <a:pt x="20089" y="8782"/>
                </a:cubicBezTo>
                <a:cubicBezTo>
                  <a:pt x="20089" y="8647"/>
                  <a:pt x="19979" y="8537"/>
                  <a:pt x="19841" y="8537"/>
                </a:cubicBezTo>
                <a:close/>
                <a:moveTo>
                  <a:pt x="21060" y="8537"/>
                </a:moveTo>
                <a:cubicBezTo>
                  <a:pt x="20841" y="8537"/>
                  <a:pt x="20731" y="8800"/>
                  <a:pt x="20888" y="8957"/>
                </a:cubicBezTo>
                <a:cubicBezTo>
                  <a:pt x="20937" y="9007"/>
                  <a:pt x="20998" y="9030"/>
                  <a:pt x="21058" y="9030"/>
                </a:cubicBezTo>
                <a:cubicBezTo>
                  <a:pt x="21185" y="9030"/>
                  <a:pt x="21308" y="8930"/>
                  <a:pt x="21308" y="8782"/>
                </a:cubicBezTo>
                <a:cubicBezTo>
                  <a:pt x="21308" y="8647"/>
                  <a:pt x="21198" y="8537"/>
                  <a:pt x="21060" y="8537"/>
                </a:cubicBezTo>
                <a:close/>
                <a:moveTo>
                  <a:pt x="3987" y="8537"/>
                </a:moveTo>
                <a:cubicBezTo>
                  <a:pt x="3768" y="8537"/>
                  <a:pt x="3658" y="8800"/>
                  <a:pt x="3815" y="8957"/>
                </a:cubicBezTo>
                <a:cubicBezTo>
                  <a:pt x="3865" y="9008"/>
                  <a:pt x="3926" y="9031"/>
                  <a:pt x="3987" y="9031"/>
                </a:cubicBezTo>
                <a:cubicBezTo>
                  <a:pt x="4113" y="9031"/>
                  <a:pt x="4235" y="8932"/>
                  <a:pt x="4235" y="8782"/>
                </a:cubicBezTo>
                <a:cubicBezTo>
                  <a:pt x="4235" y="8647"/>
                  <a:pt x="4125" y="8537"/>
                  <a:pt x="3987" y="8537"/>
                </a:cubicBezTo>
                <a:close/>
                <a:moveTo>
                  <a:pt x="14965" y="8537"/>
                </a:moveTo>
                <a:cubicBezTo>
                  <a:pt x="14745" y="8537"/>
                  <a:pt x="14633" y="8800"/>
                  <a:pt x="14789" y="8957"/>
                </a:cubicBezTo>
                <a:cubicBezTo>
                  <a:pt x="14840" y="9008"/>
                  <a:pt x="14902" y="9031"/>
                  <a:pt x="14963" y="9031"/>
                </a:cubicBezTo>
                <a:cubicBezTo>
                  <a:pt x="15089" y="9031"/>
                  <a:pt x="15209" y="8932"/>
                  <a:pt x="15209" y="8782"/>
                </a:cubicBezTo>
                <a:cubicBezTo>
                  <a:pt x="15209" y="8647"/>
                  <a:pt x="15100" y="8537"/>
                  <a:pt x="14965" y="8537"/>
                </a:cubicBezTo>
                <a:close/>
                <a:moveTo>
                  <a:pt x="330" y="9756"/>
                </a:moveTo>
                <a:cubicBezTo>
                  <a:pt x="111" y="9756"/>
                  <a:pt x="1" y="10023"/>
                  <a:pt x="154" y="10176"/>
                </a:cubicBezTo>
                <a:cubicBezTo>
                  <a:pt x="205" y="10227"/>
                  <a:pt x="268" y="10250"/>
                  <a:pt x="329" y="10250"/>
                </a:cubicBezTo>
                <a:cubicBezTo>
                  <a:pt x="456" y="10250"/>
                  <a:pt x="577" y="10151"/>
                  <a:pt x="577" y="10001"/>
                </a:cubicBezTo>
                <a:cubicBezTo>
                  <a:pt x="577" y="9866"/>
                  <a:pt x="465" y="9756"/>
                  <a:pt x="330" y="9756"/>
                </a:cubicBezTo>
                <a:close/>
                <a:moveTo>
                  <a:pt x="1549" y="9756"/>
                </a:moveTo>
                <a:cubicBezTo>
                  <a:pt x="1330" y="9756"/>
                  <a:pt x="1220" y="10023"/>
                  <a:pt x="1373" y="10176"/>
                </a:cubicBezTo>
                <a:cubicBezTo>
                  <a:pt x="1424" y="10227"/>
                  <a:pt x="1487" y="10250"/>
                  <a:pt x="1548" y="10250"/>
                </a:cubicBezTo>
                <a:cubicBezTo>
                  <a:pt x="1675" y="10250"/>
                  <a:pt x="1797" y="10151"/>
                  <a:pt x="1797" y="10001"/>
                </a:cubicBezTo>
                <a:cubicBezTo>
                  <a:pt x="1797" y="9866"/>
                  <a:pt x="1687" y="9756"/>
                  <a:pt x="1549" y="9756"/>
                </a:cubicBezTo>
                <a:close/>
                <a:moveTo>
                  <a:pt x="2768" y="9756"/>
                </a:moveTo>
                <a:cubicBezTo>
                  <a:pt x="2549" y="9756"/>
                  <a:pt x="2439" y="10023"/>
                  <a:pt x="2596" y="10176"/>
                </a:cubicBezTo>
                <a:cubicBezTo>
                  <a:pt x="2645" y="10227"/>
                  <a:pt x="2707" y="10250"/>
                  <a:pt x="2768" y="10250"/>
                </a:cubicBezTo>
                <a:cubicBezTo>
                  <a:pt x="2894" y="10250"/>
                  <a:pt x="3016" y="10151"/>
                  <a:pt x="3016" y="10001"/>
                </a:cubicBezTo>
                <a:cubicBezTo>
                  <a:pt x="3016" y="9866"/>
                  <a:pt x="2906" y="9756"/>
                  <a:pt x="2768" y="9756"/>
                </a:cubicBezTo>
                <a:close/>
                <a:moveTo>
                  <a:pt x="3987" y="9756"/>
                </a:moveTo>
                <a:cubicBezTo>
                  <a:pt x="3768" y="9756"/>
                  <a:pt x="3658" y="10019"/>
                  <a:pt x="3815" y="10176"/>
                </a:cubicBezTo>
                <a:cubicBezTo>
                  <a:pt x="3865" y="10227"/>
                  <a:pt x="3926" y="10250"/>
                  <a:pt x="3987" y="10250"/>
                </a:cubicBezTo>
                <a:cubicBezTo>
                  <a:pt x="4113" y="10250"/>
                  <a:pt x="4235" y="10151"/>
                  <a:pt x="4235" y="10001"/>
                </a:cubicBezTo>
                <a:cubicBezTo>
                  <a:pt x="4235" y="9866"/>
                  <a:pt x="4125" y="9756"/>
                  <a:pt x="3987" y="9756"/>
                </a:cubicBezTo>
                <a:close/>
                <a:moveTo>
                  <a:pt x="5209" y="9756"/>
                </a:moveTo>
                <a:cubicBezTo>
                  <a:pt x="4987" y="9756"/>
                  <a:pt x="4877" y="10023"/>
                  <a:pt x="5034" y="10176"/>
                </a:cubicBezTo>
                <a:cubicBezTo>
                  <a:pt x="5084" y="10227"/>
                  <a:pt x="5145" y="10250"/>
                  <a:pt x="5206" y="10250"/>
                </a:cubicBezTo>
                <a:cubicBezTo>
                  <a:pt x="5332" y="10250"/>
                  <a:pt x="5454" y="10151"/>
                  <a:pt x="5454" y="10001"/>
                </a:cubicBezTo>
                <a:cubicBezTo>
                  <a:pt x="5454" y="9866"/>
                  <a:pt x="5344" y="9756"/>
                  <a:pt x="5209" y="9756"/>
                </a:cubicBezTo>
                <a:close/>
                <a:moveTo>
                  <a:pt x="6428" y="9756"/>
                </a:moveTo>
                <a:cubicBezTo>
                  <a:pt x="6209" y="9756"/>
                  <a:pt x="6096" y="10023"/>
                  <a:pt x="6253" y="10176"/>
                </a:cubicBezTo>
                <a:cubicBezTo>
                  <a:pt x="6304" y="10227"/>
                  <a:pt x="6366" y="10250"/>
                  <a:pt x="6426" y="10250"/>
                </a:cubicBezTo>
                <a:cubicBezTo>
                  <a:pt x="6553" y="10250"/>
                  <a:pt x="6673" y="10151"/>
                  <a:pt x="6673" y="10001"/>
                </a:cubicBezTo>
                <a:cubicBezTo>
                  <a:pt x="6673" y="9866"/>
                  <a:pt x="6563" y="9756"/>
                  <a:pt x="6428" y="9756"/>
                </a:cubicBezTo>
                <a:close/>
                <a:moveTo>
                  <a:pt x="7647" y="9756"/>
                </a:moveTo>
                <a:cubicBezTo>
                  <a:pt x="7428" y="9756"/>
                  <a:pt x="7318" y="10023"/>
                  <a:pt x="7472" y="10176"/>
                </a:cubicBezTo>
                <a:cubicBezTo>
                  <a:pt x="7523" y="10227"/>
                  <a:pt x="7585" y="10250"/>
                  <a:pt x="7646" y="10250"/>
                </a:cubicBezTo>
                <a:cubicBezTo>
                  <a:pt x="7773" y="10250"/>
                  <a:pt x="7895" y="10151"/>
                  <a:pt x="7895" y="10001"/>
                </a:cubicBezTo>
                <a:cubicBezTo>
                  <a:pt x="7895" y="9866"/>
                  <a:pt x="7782" y="9756"/>
                  <a:pt x="7647" y="9756"/>
                </a:cubicBezTo>
                <a:close/>
                <a:moveTo>
                  <a:pt x="8866" y="9756"/>
                </a:moveTo>
                <a:cubicBezTo>
                  <a:pt x="8647" y="9756"/>
                  <a:pt x="8537" y="10023"/>
                  <a:pt x="8691" y="10176"/>
                </a:cubicBezTo>
                <a:cubicBezTo>
                  <a:pt x="8742" y="10227"/>
                  <a:pt x="8804" y="10250"/>
                  <a:pt x="8865" y="10250"/>
                </a:cubicBezTo>
                <a:cubicBezTo>
                  <a:pt x="8992" y="10250"/>
                  <a:pt x="9114" y="10151"/>
                  <a:pt x="9114" y="10001"/>
                </a:cubicBezTo>
                <a:cubicBezTo>
                  <a:pt x="9114" y="9866"/>
                  <a:pt x="9001" y="9756"/>
                  <a:pt x="8866" y="9756"/>
                </a:cubicBezTo>
                <a:close/>
                <a:moveTo>
                  <a:pt x="10085" y="9756"/>
                </a:moveTo>
                <a:cubicBezTo>
                  <a:pt x="9866" y="9756"/>
                  <a:pt x="9756" y="10023"/>
                  <a:pt x="9910" y="10176"/>
                </a:cubicBezTo>
                <a:cubicBezTo>
                  <a:pt x="9961" y="10227"/>
                  <a:pt x="10023" y="10250"/>
                  <a:pt x="10084" y="10250"/>
                </a:cubicBezTo>
                <a:cubicBezTo>
                  <a:pt x="10211" y="10250"/>
                  <a:pt x="10333" y="10151"/>
                  <a:pt x="10333" y="10001"/>
                </a:cubicBezTo>
                <a:cubicBezTo>
                  <a:pt x="10333" y="9866"/>
                  <a:pt x="10223" y="9756"/>
                  <a:pt x="10085" y="9756"/>
                </a:cubicBezTo>
                <a:close/>
                <a:moveTo>
                  <a:pt x="11305" y="9756"/>
                </a:moveTo>
                <a:cubicBezTo>
                  <a:pt x="11085" y="9756"/>
                  <a:pt x="10975" y="10019"/>
                  <a:pt x="11132" y="10176"/>
                </a:cubicBezTo>
                <a:cubicBezTo>
                  <a:pt x="11182" y="10227"/>
                  <a:pt x="11244" y="10250"/>
                  <a:pt x="11304" y="10250"/>
                </a:cubicBezTo>
                <a:cubicBezTo>
                  <a:pt x="11431" y="10250"/>
                  <a:pt x="11552" y="10151"/>
                  <a:pt x="11552" y="10001"/>
                </a:cubicBezTo>
                <a:cubicBezTo>
                  <a:pt x="11552" y="9866"/>
                  <a:pt x="11442" y="9756"/>
                  <a:pt x="11305" y="9756"/>
                </a:cubicBezTo>
                <a:close/>
                <a:moveTo>
                  <a:pt x="12524" y="9756"/>
                </a:moveTo>
                <a:cubicBezTo>
                  <a:pt x="12304" y="9756"/>
                  <a:pt x="12195" y="10023"/>
                  <a:pt x="12351" y="10176"/>
                </a:cubicBezTo>
                <a:cubicBezTo>
                  <a:pt x="12401" y="10227"/>
                  <a:pt x="12463" y="10250"/>
                  <a:pt x="12523" y="10250"/>
                </a:cubicBezTo>
                <a:cubicBezTo>
                  <a:pt x="12650" y="10250"/>
                  <a:pt x="12771" y="10151"/>
                  <a:pt x="12771" y="10001"/>
                </a:cubicBezTo>
                <a:cubicBezTo>
                  <a:pt x="12771" y="9866"/>
                  <a:pt x="12661" y="9756"/>
                  <a:pt x="12524" y="9756"/>
                </a:cubicBezTo>
                <a:close/>
                <a:moveTo>
                  <a:pt x="13746" y="9756"/>
                </a:moveTo>
                <a:cubicBezTo>
                  <a:pt x="13523" y="9756"/>
                  <a:pt x="13414" y="10023"/>
                  <a:pt x="13570" y="10176"/>
                </a:cubicBezTo>
                <a:cubicBezTo>
                  <a:pt x="13620" y="10227"/>
                  <a:pt x="13682" y="10250"/>
                  <a:pt x="13742" y="10250"/>
                </a:cubicBezTo>
                <a:cubicBezTo>
                  <a:pt x="13869" y="10250"/>
                  <a:pt x="13990" y="10151"/>
                  <a:pt x="13990" y="10001"/>
                </a:cubicBezTo>
                <a:cubicBezTo>
                  <a:pt x="13990" y="9866"/>
                  <a:pt x="13881" y="9756"/>
                  <a:pt x="13746" y="9756"/>
                </a:cubicBezTo>
                <a:close/>
                <a:moveTo>
                  <a:pt x="14965" y="9756"/>
                </a:moveTo>
                <a:cubicBezTo>
                  <a:pt x="14745" y="9756"/>
                  <a:pt x="14633" y="10019"/>
                  <a:pt x="14789" y="10176"/>
                </a:cubicBezTo>
                <a:cubicBezTo>
                  <a:pt x="14840" y="10227"/>
                  <a:pt x="14902" y="10250"/>
                  <a:pt x="14963" y="10250"/>
                </a:cubicBezTo>
                <a:cubicBezTo>
                  <a:pt x="15089" y="10250"/>
                  <a:pt x="15209" y="10151"/>
                  <a:pt x="15209" y="10001"/>
                </a:cubicBezTo>
                <a:cubicBezTo>
                  <a:pt x="15209" y="9866"/>
                  <a:pt x="15100" y="9756"/>
                  <a:pt x="14965" y="9756"/>
                </a:cubicBezTo>
                <a:close/>
                <a:moveTo>
                  <a:pt x="16184" y="9756"/>
                </a:moveTo>
                <a:cubicBezTo>
                  <a:pt x="15964" y="9756"/>
                  <a:pt x="15855" y="10023"/>
                  <a:pt x="16008" y="10176"/>
                </a:cubicBezTo>
                <a:cubicBezTo>
                  <a:pt x="16059" y="10227"/>
                  <a:pt x="16122" y="10250"/>
                  <a:pt x="16183" y="10250"/>
                </a:cubicBezTo>
                <a:cubicBezTo>
                  <a:pt x="16310" y="10250"/>
                  <a:pt x="16431" y="10151"/>
                  <a:pt x="16431" y="10001"/>
                </a:cubicBezTo>
                <a:cubicBezTo>
                  <a:pt x="16431" y="9866"/>
                  <a:pt x="16319" y="9756"/>
                  <a:pt x="16184" y="9756"/>
                </a:cubicBezTo>
                <a:close/>
                <a:moveTo>
                  <a:pt x="17403" y="9756"/>
                </a:moveTo>
                <a:cubicBezTo>
                  <a:pt x="17184" y="9756"/>
                  <a:pt x="17074" y="10023"/>
                  <a:pt x="17227" y="10176"/>
                </a:cubicBezTo>
                <a:cubicBezTo>
                  <a:pt x="17278" y="10227"/>
                  <a:pt x="17341" y="10250"/>
                  <a:pt x="17402" y="10250"/>
                </a:cubicBezTo>
                <a:cubicBezTo>
                  <a:pt x="17529" y="10250"/>
                  <a:pt x="17650" y="10151"/>
                  <a:pt x="17650" y="10001"/>
                </a:cubicBezTo>
                <a:cubicBezTo>
                  <a:pt x="17650" y="9866"/>
                  <a:pt x="17538" y="9756"/>
                  <a:pt x="17403" y="9756"/>
                </a:cubicBezTo>
                <a:close/>
                <a:moveTo>
                  <a:pt x="18622" y="9756"/>
                </a:moveTo>
                <a:cubicBezTo>
                  <a:pt x="18403" y="9756"/>
                  <a:pt x="18293" y="10023"/>
                  <a:pt x="18446" y="10176"/>
                </a:cubicBezTo>
                <a:cubicBezTo>
                  <a:pt x="18497" y="10227"/>
                  <a:pt x="18560" y="10250"/>
                  <a:pt x="18621" y="10250"/>
                </a:cubicBezTo>
                <a:cubicBezTo>
                  <a:pt x="18748" y="10250"/>
                  <a:pt x="18870" y="10151"/>
                  <a:pt x="18870" y="10001"/>
                </a:cubicBezTo>
                <a:cubicBezTo>
                  <a:pt x="18870" y="9866"/>
                  <a:pt x="18760" y="9756"/>
                  <a:pt x="18622" y="9756"/>
                </a:cubicBezTo>
                <a:close/>
                <a:moveTo>
                  <a:pt x="19841" y="9756"/>
                </a:moveTo>
                <a:cubicBezTo>
                  <a:pt x="19622" y="9756"/>
                  <a:pt x="19512" y="10023"/>
                  <a:pt x="19669" y="10176"/>
                </a:cubicBezTo>
                <a:cubicBezTo>
                  <a:pt x="19718" y="10227"/>
                  <a:pt x="19780" y="10250"/>
                  <a:pt x="19841" y="10250"/>
                </a:cubicBezTo>
                <a:cubicBezTo>
                  <a:pt x="19967" y="10250"/>
                  <a:pt x="20089" y="10151"/>
                  <a:pt x="20089" y="10001"/>
                </a:cubicBezTo>
                <a:cubicBezTo>
                  <a:pt x="20089" y="9866"/>
                  <a:pt x="19979" y="9756"/>
                  <a:pt x="19841" y="9756"/>
                </a:cubicBezTo>
                <a:close/>
                <a:moveTo>
                  <a:pt x="21060" y="9756"/>
                </a:moveTo>
                <a:cubicBezTo>
                  <a:pt x="20841" y="9756"/>
                  <a:pt x="20731" y="10023"/>
                  <a:pt x="20888" y="10176"/>
                </a:cubicBezTo>
                <a:cubicBezTo>
                  <a:pt x="20938" y="10227"/>
                  <a:pt x="20999" y="10250"/>
                  <a:pt x="21060" y="10250"/>
                </a:cubicBezTo>
                <a:cubicBezTo>
                  <a:pt x="21186" y="10250"/>
                  <a:pt x="21308" y="10151"/>
                  <a:pt x="21308" y="10001"/>
                </a:cubicBezTo>
                <a:cubicBezTo>
                  <a:pt x="21308" y="9866"/>
                  <a:pt x="21198" y="9756"/>
                  <a:pt x="21060" y="9756"/>
                </a:cubicBezTo>
                <a:close/>
                <a:moveTo>
                  <a:pt x="330" y="10975"/>
                </a:moveTo>
                <a:cubicBezTo>
                  <a:pt x="111" y="10975"/>
                  <a:pt x="1" y="11242"/>
                  <a:pt x="154" y="11395"/>
                </a:cubicBezTo>
                <a:cubicBezTo>
                  <a:pt x="205" y="11446"/>
                  <a:pt x="268" y="11469"/>
                  <a:pt x="329" y="11469"/>
                </a:cubicBezTo>
                <a:cubicBezTo>
                  <a:pt x="456" y="11469"/>
                  <a:pt x="577" y="11371"/>
                  <a:pt x="577" y="11223"/>
                </a:cubicBezTo>
                <a:cubicBezTo>
                  <a:pt x="577" y="11085"/>
                  <a:pt x="465" y="10975"/>
                  <a:pt x="330" y="10975"/>
                </a:cubicBezTo>
                <a:close/>
                <a:moveTo>
                  <a:pt x="1549" y="10975"/>
                </a:moveTo>
                <a:cubicBezTo>
                  <a:pt x="1330" y="10975"/>
                  <a:pt x="1220" y="11242"/>
                  <a:pt x="1373" y="11395"/>
                </a:cubicBezTo>
                <a:cubicBezTo>
                  <a:pt x="1424" y="11446"/>
                  <a:pt x="1487" y="11469"/>
                  <a:pt x="1548" y="11469"/>
                </a:cubicBezTo>
                <a:cubicBezTo>
                  <a:pt x="1675" y="11469"/>
                  <a:pt x="1797" y="11371"/>
                  <a:pt x="1797" y="11223"/>
                </a:cubicBezTo>
                <a:cubicBezTo>
                  <a:pt x="1797" y="11085"/>
                  <a:pt x="1687" y="10975"/>
                  <a:pt x="1549" y="10975"/>
                </a:cubicBezTo>
                <a:close/>
                <a:moveTo>
                  <a:pt x="2768" y="10975"/>
                </a:moveTo>
                <a:cubicBezTo>
                  <a:pt x="2549" y="10975"/>
                  <a:pt x="2439" y="11242"/>
                  <a:pt x="2596" y="11395"/>
                </a:cubicBezTo>
                <a:cubicBezTo>
                  <a:pt x="2646" y="11446"/>
                  <a:pt x="2707" y="11469"/>
                  <a:pt x="2768" y="11469"/>
                </a:cubicBezTo>
                <a:cubicBezTo>
                  <a:pt x="2894" y="11469"/>
                  <a:pt x="3016" y="11371"/>
                  <a:pt x="3016" y="11223"/>
                </a:cubicBezTo>
                <a:cubicBezTo>
                  <a:pt x="3016" y="11085"/>
                  <a:pt x="2906" y="10975"/>
                  <a:pt x="2768" y="10975"/>
                </a:cubicBezTo>
                <a:close/>
                <a:moveTo>
                  <a:pt x="3987" y="10975"/>
                </a:moveTo>
                <a:cubicBezTo>
                  <a:pt x="3768" y="10975"/>
                  <a:pt x="3658" y="11242"/>
                  <a:pt x="3815" y="11395"/>
                </a:cubicBezTo>
                <a:cubicBezTo>
                  <a:pt x="3865" y="11446"/>
                  <a:pt x="3927" y="11469"/>
                  <a:pt x="3987" y="11469"/>
                </a:cubicBezTo>
                <a:cubicBezTo>
                  <a:pt x="4113" y="11469"/>
                  <a:pt x="4235" y="11371"/>
                  <a:pt x="4235" y="11223"/>
                </a:cubicBezTo>
                <a:cubicBezTo>
                  <a:pt x="4235" y="11085"/>
                  <a:pt x="4125" y="10975"/>
                  <a:pt x="3987" y="10975"/>
                </a:cubicBezTo>
                <a:close/>
                <a:moveTo>
                  <a:pt x="5209" y="10975"/>
                </a:moveTo>
                <a:cubicBezTo>
                  <a:pt x="4987" y="10975"/>
                  <a:pt x="4877" y="11242"/>
                  <a:pt x="5034" y="11395"/>
                </a:cubicBezTo>
                <a:cubicBezTo>
                  <a:pt x="5084" y="11446"/>
                  <a:pt x="5146" y="11469"/>
                  <a:pt x="5206" y="11469"/>
                </a:cubicBezTo>
                <a:cubicBezTo>
                  <a:pt x="5332" y="11469"/>
                  <a:pt x="5454" y="11371"/>
                  <a:pt x="5454" y="11223"/>
                </a:cubicBezTo>
                <a:cubicBezTo>
                  <a:pt x="5454" y="11085"/>
                  <a:pt x="5344" y="10975"/>
                  <a:pt x="5209" y="10975"/>
                </a:cubicBezTo>
                <a:close/>
                <a:moveTo>
                  <a:pt x="6428" y="10975"/>
                </a:moveTo>
                <a:cubicBezTo>
                  <a:pt x="6209" y="10975"/>
                  <a:pt x="6096" y="11242"/>
                  <a:pt x="6253" y="11395"/>
                </a:cubicBezTo>
                <a:cubicBezTo>
                  <a:pt x="6304" y="11446"/>
                  <a:pt x="6366" y="11469"/>
                  <a:pt x="6427" y="11469"/>
                </a:cubicBezTo>
                <a:cubicBezTo>
                  <a:pt x="6553" y="11469"/>
                  <a:pt x="6673" y="11371"/>
                  <a:pt x="6673" y="11223"/>
                </a:cubicBezTo>
                <a:cubicBezTo>
                  <a:pt x="6673" y="11085"/>
                  <a:pt x="6563" y="10975"/>
                  <a:pt x="6428" y="10975"/>
                </a:cubicBezTo>
                <a:close/>
                <a:moveTo>
                  <a:pt x="7647" y="10975"/>
                </a:moveTo>
                <a:cubicBezTo>
                  <a:pt x="7428" y="10975"/>
                  <a:pt x="7318" y="11242"/>
                  <a:pt x="7472" y="11395"/>
                </a:cubicBezTo>
                <a:cubicBezTo>
                  <a:pt x="7523" y="11446"/>
                  <a:pt x="7585" y="11469"/>
                  <a:pt x="7647" y="11469"/>
                </a:cubicBezTo>
                <a:cubicBezTo>
                  <a:pt x="7774" y="11469"/>
                  <a:pt x="7895" y="11371"/>
                  <a:pt x="7895" y="11223"/>
                </a:cubicBezTo>
                <a:cubicBezTo>
                  <a:pt x="7895" y="11085"/>
                  <a:pt x="7782" y="10975"/>
                  <a:pt x="7647" y="10975"/>
                </a:cubicBezTo>
                <a:close/>
                <a:moveTo>
                  <a:pt x="8866" y="10975"/>
                </a:moveTo>
                <a:cubicBezTo>
                  <a:pt x="8647" y="10975"/>
                  <a:pt x="8537" y="11242"/>
                  <a:pt x="8691" y="11395"/>
                </a:cubicBezTo>
                <a:cubicBezTo>
                  <a:pt x="8742" y="11446"/>
                  <a:pt x="8804" y="11469"/>
                  <a:pt x="8866" y="11469"/>
                </a:cubicBezTo>
                <a:cubicBezTo>
                  <a:pt x="8993" y="11469"/>
                  <a:pt x="9114" y="11371"/>
                  <a:pt x="9114" y="11223"/>
                </a:cubicBezTo>
                <a:cubicBezTo>
                  <a:pt x="9114" y="11085"/>
                  <a:pt x="9001" y="10975"/>
                  <a:pt x="8866" y="10975"/>
                </a:cubicBezTo>
                <a:close/>
                <a:moveTo>
                  <a:pt x="10085" y="10975"/>
                </a:moveTo>
                <a:cubicBezTo>
                  <a:pt x="9866" y="10975"/>
                  <a:pt x="9756" y="11242"/>
                  <a:pt x="9910" y="11395"/>
                </a:cubicBezTo>
                <a:cubicBezTo>
                  <a:pt x="9961" y="11446"/>
                  <a:pt x="10023" y="11469"/>
                  <a:pt x="10085" y="11469"/>
                </a:cubicBezTo>
                <a:cubicBezTo>
                  <a:pt x="10212" y="11469"/>
                  <a:pt x="10333" y="11371"/>
                  <a:pt x="10333" y="11223"/>
                </a:cubicBezTo>
                <a:cubicBezTo>
                  <a:pt x="10333" y="11085"/>
                  <a:pt x="10223" y="10975"/>
                  <a:pt x="10085" y="10975"/>
                </a:cubicBezTo>
                <a:close/>
                <a:moveTo>
                  <a:pt x="11305" y="10975"/>
                </a:moveTo>
                <a:cubicBezTo>
                  <a:pt x="11085" y="10975"/>
                  <a:pt x="10975" y="11242"/>
                  <a:pt x="11132" y="11395"/>
                </a:cubicBezTo>
                <a:cubicBezTo>
                  <a:pt x="11182" y="11446"/>
                  <a:pt x="11244" y="11469"/>
                  <a:pt x="11305" y="11469"/>
                </a:cubicBezTo>
                <a:cubicBezTo>
                  <a:pt x="11431" y="11469"/>
                  <a:pt x="11552" y="11371"/>
                  <a:pt x="11552" y="11223"/>
                </a:cubicBezTo>
                <a:cubicBezTo>
                  <a:pt x="11552" y="11085"/>
                  <a:pt x="11442" y="10975"/>
                  <a:pt x="11305" y="10975"/>
                </a:cubicBezTo>
                <a:close/>
                <a:moveTo>
                  <a:pt x="12524" y="10975"/>
                </a:moveTo>
                <a:cubicBezTo>
                  <a:pt x="12304" y="10975"/>
                  <a:pt x="12195" y="11242"/>
                  <a:pt x="12351" y="11395"/>
                </a:cubicBezTo>
                <a:cubicBezTo>
                  <a:pt x="12401" y="11446"/>
                  <a:pt x="12463" y="11469"/>
                  <a:pt x="12524" y="11469"/>
                </a:cubicBezTo>
                <a:cubicBezTo>
                  <a:pt x="12650" y="11469"/>
                  <a:pt x="12771" y="11371"/>
                  <a:pt x="12771" y="11223"/>
                </a:cubicBezTo>
                <a:cubicBezTo>
                  <a:pt x="12771" y="11085"/>
                  <a:pt x="12661" y="10975"/>
                  <a:pt x="12524" y="10975"/>
                </a:cubicBezTo>
                <a:close/>
                <a:moveTo>
                  <a:pt x="13746" y="10975"/>
                </a:moveTo>
                <a:cubicBezTo>
                  <a:pt x="13523" y="10975"/>
                  <a:pt x="13414" y="11242"/>
                  <a:pt x="13570" y="11395"/>
                </a:cubicBezTo>
                <a:cubicBezTo>
                  <a:pt x="13620" y="11446"/>
                  <a:pt x="13682" y="11469"/>
                  <a:pt x="13743" y="11469"/>
                </a:cubicBezTo>
                <a:cubicBezTo>
                  <a:pt x="13869" y="11469"/>
                  <a:pt x="13990" y="11371"/>
                  <a:pt x="13990" y="11223"/>
                </a:cubicBezTo>
                <a:cubicBezTo>
                  <a:pt x="13990" y="11085"/>
                  <a:pt x="13881" y="10975"/>
                  <a:pt x="13746" y="10975"/>
                </a:cubicBezTo>
                <a:close/>
                <a:moveTo>
                  <a:pt x="14965" y="10975"/>
                </a:moveTo>
                <a:cubicBezTo>
                  <a:pt x="14745" y="10975"/>
                  <a:pt x="14633" y="11242"/>
                  <a:pt x="14789" y="11395"/>
                </a:cubicBezTo>
                <a:cubicBezTo>
                  <a:pt x="14840" y="11446"/>
                  <a:pt x="14903" y="11469"/>
                  <a:pt x="14963" y="11469"/>
                </a:cubicBezTo>
                <a:cubicBezTo>
                  <a:pt x="15089" y="11469"/>
                  <a:pt x="15209" y="11371"/>
                  <a:pt x="15209" y="11223"/>
                </a:cubicBezTo>
                <a:cubicBezTo>
                  <a:pt x="15209" y="11085"/>
                  <a:pt x="15100" y="10975"/>
                  <a:pt x="14965" y="10975"/>
                </a:cubicBezTo>
                <a:close/>
                <a:moveTo>
                  <a:pt x="16184" y="10975"/>
                </a:moveTo>
                <a:cubicBezTo>
                  <a:pt x="15964" y="10975"/>
                  <a:pt x="15855" y="11242"/>
                  <a:pt x="16008" y="11395"/>
                </a:cubicBezTo>
                <a:cubicBezTo>
                  <a:pt x="16059" y="11446"/>
                  <a:pt x="16122" y="11469"/>
                  <a:pt x="16183" y="11469"/>
                </a:cubicBezTo>
                <a:cubicBezTo>
                  <a:pt x="16310" y="11469"/>
                  <a:pt x="16431" y="11371"/>
                  <a:pt x="16431" y="11223"/>
                </a:cubicBezTo>
                <a:cubicBezTo>
                  <a:pt x="16431" y="11085"/>
                  <a:pt x="16319" y="10975"/>
                  <a:pt x="16184" y="10975"/>
                </a:cubicBezTo>
                <a:close/>
                <a:moveTo>
                  <a:pt x="17403" y="10975"/>
                </a:moveTo>
                <a:cubicBezTo>
                  <a:pt x="17184" y="10975"/>
                  <a:pt x="17074" y="11242"/>
                  <a:pt x="17227" y="11395"/>
                </a:cubicBezTo>
                <a:cubicBezTo>
                  <a:pt x="17278" y="11446"/>
                  <a:pt x="17341" y="11469"/>
                  <a:pt x="17402" y="11469"/>
                </a:cubicBezTo>
                <a:cubicBezTo>
                  <a:pt x="17529" y="11469"/>
                  <a:pt x="17650" y="11371"/>
                  <a:pt x="17650" y="11223"/>
                </a:cubicBezTo>
                <a:cubicBezTo>
                  <a:pt x="17650" y="11085"/>
                  <a:pt x="17538" y="10975"/>
                  <a:pt x="17403" y="10975"/>
                </a:cubicBezTo>
                <a:close/>
                <a:moveTo>
                  <a:pt x="18622" y="10975"/>
                </a:moveTo>
                <a:cubicBezTo>
                  <a:pt x="18403" y="10975"/>
                  <a:pt x="18293" y="11242"/>
                  <a:pt x="18446" y="11395"/>
                </a:cubicBezTo>
                <a:cubicBezTo>
                  <a:pt x="18497" y="11446"/>
                  <a:pt x="18560" y="11469"/>
                  <a:pt x="18621" y="11469"/>
                </a:cubicBezTo>
                <a:cubicBezTo>
                  <a:pt x="18748" y="11469"/>
                  <a:pt x="18870" y="11371"/>
                  <a:pt x="18870" y="11223"/>
                </a:cubicBezTo>
                <a:cubicBezTo>
                  <a:pt x="18870" y="11085"/>
                  <a:pt x="18760" y="10975"/>
                  <a:pt x="18622" y="10975"/>
                </a:cubicBezTo>
                <a:close/>
                <a:moveTo>
                  <a:pt x="19841" y="10975"/>
                </a:moveTo>
                <a:cubicBezTo>
                  <a:pt x="19622" y="10975"/>
                  <a:pt x="19512" y="11242"/>
                  <a:pt x="19669" y="11395"/>
                </a:cubicBezTo>
                <a:cubicBezTo>
                  <a:pt x="19719" y="11446"/>
                  <a:pt x="19780" y="11469"/>
                  <a:pt x="19841" y="11469"/>
                </a:cubicBezTo>
                <a:cubicBezTo>
                  <a:pt x="19967" y="11469"/>
                  <a:pt x="20089" y="11371"/>
                  <a:pt x="20089" y="11223"/>
                </a:cubicBezTo>
                <a:cubicBezTo>
                  <a:pt x="20089" y="11085"/>
                  <a:pt x="19979" y="10975"/>
                  <a:pt x="19841" y="10975"/>
                </a:cubicBezTo>
                <a:close/>
                <a:moveTo>
                  <a:pt x="21060" y="10975"/>
                </a:moveTo>
                <a:cubicBezTo>
                  <a:pt x="20841" y="10975"/>
                  <a:pt x="20731" y="11242"/>
                  <a:pt x="20888" y="11395"/>
                </a:cubicBezTo>
                <a:cubicBezTo>
                  <a:pt x="20938" y="11446"/>
                  <a:pt x="21000" y="11469"/>
                  <a:pt x="21060" y="11469"/>
                </a:cubicBezTo>
                <a:cubicBezTo>
                  <a:pt x="21186" y="11469"/>
                  <a:pt x="21308" y="11371"/>
                  <a:pt x="21308" y="11223"/>
                </a:cubicBezTo>
                <a:cubicBezTo>
                  <a:pt x="21308" y="11085"/>
                  <a:pt x="21198" y="10975"/>
                  <a:pt x="21060" y="10975"/>
                </a:cubicBezTo>
                <a:close/>
                <a:moveTo>
                  <a:pt x="330" y="12194"/>
                </a:moveTo>
                <a:cubicBezTo>
                  <a:pt x="111" y="12194"/>
                  <a:pt x="1" y="12461"/>
                  <a:pt x="154" y="12614"/>
                </a:cubicBezTo>
                <a:cubicBezTo>
                  <a:pt x="205" y="12665"/>
                  <a:pt x="268" y="12688"/>
                  <a:pt x="329" y="12688"/>
                </a:cubicBezTo>
                <a:cubicBezTo>
                  <a:pt x="456" y="12688"/>
                  <a:pt x="577" y="12590"/>
                  <a:pt x="577" y="12442"/>
                </a:cubicBezTo>
                <a:cubicBezTo>
                  <a:pt x="577" y="12304"/>
                  <a:pt x="465" y="12194"/>
                  <a:pt x="330" y="12194"/>
                </a:cubicBezTo>
                <a:close/>
                <a:moveTo>
                  <a:pt x="1549" y="12194"/>
                </a:moveTo>
                <a:cubicBezTo>
                  <a:pt x="1330" y="12194"/>
                  <a:pt x="1220" y="12461"/>
                  <a:pt x="1373" y="12614"/>
                </a:cubicBezTo>
                <a:cubicBezTo>
                  <a:pt x="1424" y="12665"/>
                  <a:pt x="1487" y="12688"/>
                  <a:pt x="1548" y="12688"/>
                </a:cubicBezTo>
                <a:cubicBezTo>
                  <a:pt x="1675" y="12688"/>
                  <a:pt x="1797" y="12590"/>
                  <a:pt x="1797" y="12442"/>
                </a:cubicBezTo>
                <a:cubicBezTo>
                  <a:pt x="1797" y="12304"/>
                  <a:pt x="1687" y="12194"/>
                  <a:pt x="1549" y="12194"/>
                </a:cubicBezTo>
                <a:close/>
                <a:moveTo>
                  <a:pt x="2768" y="12194"/>
                </a:moveTo>
                <a:cubicBezTo>
                  <a:pt x="2549" y="12194"/>
                  <a:pt x="2439" y="12461"/>
                  <a:pt x="2596" y="12614"/>
                </a:cubicBezTo>
                <a:cubicBezTo>
                  <a:pt x="2646" y="12665"/>
                  <a:pt x="2707" y="12688"/>
                  <a:pt x="2768" y="12688"/>
                </a:cubicBezTo>
                <a:cubicBezTo>
                  <a:pt x="2894" y="12688"/>
                  <a:pt x="3016" y="12590"/>
                  <a:pt x="3016" y="12442"/>
                </a:cubicBezTo>
                <a:cubicBezTo>
                  <a:pt x="3016" y="12304"/>
                  <a:pt x="2906" y="12194"/>
                  <a:pt x="2768" y="12194"/>
                </a:cubicBezTo>
                <a:close/>
                <a:moveTo>
                  <a:pt x="3987" y="12194"/>
                </a:moveTo>
                <a:cubicBezTo>
                  <a:pt x="3768" y="12194"/>
                  <a:pt x="3658" y="12461"/>
                  <a:pt x="3815" y="12614"/>
                </a:cubicBezTo>
                <a:cubicBezTo>
                  <a:pt x="3865" y="12665"/>
                  <a:pt x="3927" y="12688"/>
                  <a:pt x="3987" y="12688"/>
                </a:cubicBezTo>
                <a:cubicBezTo>
                  <a:pt x="4113" y="12688"/>
                  <a:pt x="4235" y="12590"/>
                  <a:pt x="4235" y="12442"/>
                </a:cubicBezTo>
                <a:cubicBezTo>
                  <a:pt x="4235" y="12304"/>
                  <a:pt x="4125" y="12194"/>
                  <a:pt x="3987" y="12194"/>
                </a:cubicBezTo>
                <a:close/>
                <a:moveTo>
                  <a:pt x="5209" y="12194"/>
                </a:moveTo>
                <a:cubicBezTo>
                  <a:pt x="4987" y="12194"/>
                  <a:pt x="4877" y="12461"/>
                  <a:pt x="5034" y="12614"/>
                </a:cubicBezTo>
                <a:cubicBezTo>
                  <a:pt x="5084" y="12665"/>
                  <a:pt x="5146" y="12688"/>
                  <a:pt x="5206" y="12688"/>
                </a:cubicBezTo>
                <a:cubicBezTo>
                  <a:pt x="5332" y="12688"/>
                  <a:pt x="5454" y="12590"/>
                  <a:pt x="5454" y="12442"/>
                </a:cubicBezTo>
                <a:cubicBezTo>
                  <a:pt x="5454" y="12304"/>
                  <a:pt x="5344" y="12194"/>
                  <a:pt x="5209" y="12194"/>
                </a:cubicBezTo>
                <a:close/>
                <a:moveTo>
                  <a:pt x="6428" y="12194"/>
                </a:moveTo>
                <a:cubicBezTo>
                  <a:pt x="6209" y="12194"/>
                  <a:pt x="6096" y="12461"/>
                  <a:pt x="6253" y="12614"/>
                </a:cubicBezTo>
                <a:cubicBezTo>
                  <a:pt x="6304" y="12665"/>
                  <a:pt x="6366" y="12688"/>
                  <a:pt x="6427" y="12688"/>
                </a:cubicBezTo>
                <a:cubicBezTo>
                  <a:pt x="6553" y="12688"/>
                  <a:pt x="6673" y="12590"/>
                  <a:pt x="6673" y="12442"/>
                </a:cubicBezTo>
                <a:cubicBezTo>
                  <a:pt x="6673" y="12304"/>
                  <a:pt x="6563" y="12194"/>
                  <a:pt x="6428" y="12194"/>
                </a:cubicBezTo>
                <a:close/>
                <a:moveTo>
                  <a:pt x="7647" y="12194"/>
                </a:moveTo>
                <a:cubicBezTo>
                  <a:pt x="7428" y="12194"/>
                  <a:pt x="7318" y="12461"/>
                  <a:pt x="7472" y="12614"/>
                </a:cubicBezTo>
                <a:cubicBezTo>
                  <a:pt x="7523" y="12665"/>
                  <a:pt x="7585" y="12688"/>
                  <a:pt x="7647" y="12688"/>
                </a:cubicBezTo>
                <a:cubicBezTo>
                  <a:pt x="7774" y="12688"/>
                  <a:pt x="7895" y="12590"/>
                  <a:pt x="7895" y="12442"/>
                </a:cubicBezTo>
                <a:cubicBezTo>
                  <a:pt x="7895" y="12304"/>
                  <a:pt x="7782" y="12194"/>
                  <a:pt x="7647" y="12194"/>
                </a:cubicBezTo>
                <a:close/>
                <a:moveTo>
                  <a:pt x="8866" y="12194"/>
                </a:moveTo>
                <a:cubicBezTo>
                  <a:pt x="8647" y="12194"/>
                  <a:pt x="8537" y="12461"/>
                  <a:pt x="8691" y="12614"/>
                </a:cubicBezTo>
                <a:cubicBezTo>
                  <a:pt x="8742" y="12665"/>
                  <a:pt x="8804" y="12688"/>
                  <a:pt x="8866" y="12688"/>
                </a:cubicBezTo>
                <a:cubicBezTo>
                  <a:pt x="8993" y="12688"/>
                  <a:pt x="9114" y="12590"/>
                  <a:pt x="9114" y="12442"/>
                </a:cubicBezTo>
                <a:cubicBezTo>
                  <a:pt x="9114" y="12304"/>
                  <a:pt x="9001" y="12194"/>
                  <a:pt x="8866" y="12194"/>
                </a:cubicBezTo>
                <a:close/>
                <a:moveTo>
                  <a:pt x="10085" y="12194"/>
                </a:moveTo>
                <a:cubicBezTo>
                  <a:pt x="9866" y="12194"/>
                  <a:pt x="9756" y="12461"/>
                  <a:pt x="9910" y="12614"/>
                </a:cubicBezTo>
                <a:cubicBezTo>
                  <a:pt x="9961" y="12665"/>
                  <a:pt x="10023" y="12688"/>
                  <a:pt x="10085" y="12688"/>
                </a:cubicBezTo>
                <a:cubicBezTo>
                  <a:pt x="10212" y="12688"/>
                  <a:pt x="10333" y="12590"/>
                  <a:pt x="10333" y="12442"/>
                </a:cubicBezTo>
                <a:cubicBezTo>
                  <a:pt x="10333" y="12304"/>
                  <a:pt x="10223" y="12194"/>
                  <a:pt x="10085" y="12194"/>
                </a:cubicBezTo>
                <a:close/>
                <a:moveTo>
                  <a:pt x="11305" y="12194"/>
                </a:moveTo>
                <a:cubicBezTo>
                  <a:pt x="11085" y="12194"/>
                  <a:pt x="10975" y="12461"/>
                  <a:pt x="11132" y="12614"/>
                </a:cubicBezTo>
                <a:cubicBezTo>
                  <a:pt x="11182" y="12665"/>
                  <a:pt x="11244" y="12688"/>
                  <a:pt x="11305" y="12688"/>
                </a:cubicBezTo>
                <a:cubicBezTo>
                  <a:pt x="11431" y="12688"/>
                  <a:pt x="11552" y="12590"/>
                  <a:pt x="11552" y="12442"/>
                </a:cubicBezTo>
                <a:cubicBezTo>
                  <a:pt x="11552" y="12304"/>
                  <a:pt x="11442" y="12194"/>
                  <a:pt x="11305" y="12194"/>
                </a:cubicBezTo>
                <a:close/>
                <a:moveTo>
                  <a:pt x="12524" y="12194"/>
                </a:moveTo>
                <a:cubicBezTo>
                  <a:pt x="12304" y="12194"/>
                  <a:pt x="12195" y="12461"/>
                  <a:pt x="12351" y="12614"/>
                </a:cubicBezTo>
                <a:cubicBezTo>
                  <a:pt x="12401" y="12665"/>
                  <a:pt x="12463" y="12688"/>
                  <a:pt x="12524" y="12688"/>
                </a:cubicBezTo>
                <a:cubicBezTo>
                  <a:pt x="12650" y="12688"/>
                  <a:pt x="12771" y="12590"/>
                  <a:pt x="12771" y="12442"/>
                </a:cubicBezTo>
                <a:cubicBezTo>
                  <a:pt x="12771" y="12304"/>
                  <a:pt x="12661" y="12194"/>
                  <a:pt x="12524" y="12194"/>
                </a:cubicBezTo>
                <a:close/>
                <a:moveTo>
                  <a:pt x="13746" y="12194"/>
                </a:moveTo>
                <a:cubicBezTo>
                  <a:pt x="13523" y="12194"/>
                  <a:pt x="13414" y="12461"/>
                  <a:pt x="13570" y="12614"/>
                </a:cubicBezTo>
                <a:cubicBezTo>
                  <a:pt x="13620" y="12665"/>
                  <a:pt x="13682" y="12688"/>
                  <a:pt x="13743" y="12688"/>
                </a:cubicBezTo>
                <a:cubicBezTo>
                  <a:pt x="13869" y="12688"/>
                  <a:pt x="13990" y="12590"/>
                  <a:pt x="13990" y="12442"/>
                </a:cubicBezTo>
                <a:cubicBezTo>
                  <a:pt x="13990" y="12304"/>
                  <a:pt x="13881" y="12194"/>
                  <a:pt x="13746" y="12194"/>
                </a:cubicBezTo>
                <a:close/>
                <a:moveTo>
                  <a:pt x="14965" y="12194"/>
                </a:moveTo>
                <a:cubicBezTo>
                  <a:pt x="14745" y="12194"/>
                  <a:pt x="14633" y="12461"/>
                  <a:pt x="14789" y="12614"/>
                </a:cubicBezTo>
                <a:cubicBezTo>
                  <a:pt x="14840" y="12665"/>
                  <a:pt x="14903" y="12688"/>
                  <a:pt x="14963" y="12688"/>
                </a:cubicBezTo>
                <a:cubicBezTo>
                  <a:pt x="15089" y="12688"/>
                  <a:pt x="15209" y="12590"/>
                  <a:pt x="15209" y="12442"/>
                </a:cubicBezTo>
                <a:cubicBezTo>
                  <a:pt x="15209" y="12304"/>
                  <a:pt x="15100" y="12194"/>
                  <a:pt x="14965" y="12194"/>
                </a:cubicBezTo>
                <a:close/>
                <a:moveTo>
                  <a:pt x="16184" y="12194"/>
                </a:moveTo>
                <a:cubicBezTo>
                  <a:pt x="15964" y="12194"/>
                  <a:pt x="15855" y="12461"/>
                  <a:pt x="16008" y="12614"/>
                </a:cubicBezTo>
                <a:cubicBezTo>
                  <a:pt x="16059" y="12665"/>
                  <a:pt x="16122" y="12688"/>
                  <a:pt x="16183" y="12688"/>
                </a:cubicBezTo>
                <a:cubicBezTo>
                  <a:pt x="16310" y="12688"/>
                  <a:pt x="16431" y="12590"/>
                  <a:pt x="16431" y="12442"/>
                </a:cubicBezTo>
                <a:cubicBezTo>
                  <a:pt x="16431" y="12304"/>
                  <a:pt x="16319" y="12194"/>
                  <a:pt x="16184" y="12194"/>
                </a:cubicBezTo>
                <a:close/>
                <a:moveTo>
                  <a:pt x="17403" y="12194"/>
                </a:moveTo>
                <a:cubicBezTo>
                  <a:pt x="17184" y="12194"/>
                  <a:pt x="17074" y="12461"/>
                  <a:pt x="17227" y="12614"/>
                </a:cubicBezTo>
                <a:cubicBezTo>
                  <a:pt x="17278" y="12665"/>
                  <a:pt x="17341" y="12688"/>
                  <a:pt x="17402" y="12688"/>
                </a:cubicBezTo>
                <a:cubicBezTo>
                  <a:pt x="17529" y="12688"/>
                  <a:pt x="17650" y="12590"/>
                  <a:pt x="17650" y="12442"/>
                </a:cubicBezTo>
                <a:cubicBezTo>
                  <a:pt x="17650" y="12304"/>
                  <a:pt x="17538" y="12194"/>
                  <a:pt x="17403" y="12194"/>
                </a:cubicBezTo>
                <a:close/>
                <a:moveTo>
                  <a:pt x="18622" y="12194"/>
                </a:moveTo>
                <a:cubicBezTo>
                  <a:pt x="18403" y="12194"/>
                  <a:pt x="18293" y="12461"/>
                  <a:pt x="18446" y="12614"/>
                </a:cubicBezTo>
                <a:cubicBezTo>
                  <a:pt x="18497" y="12665"/>
                  <a:pt x="18560" y="12688"/>
                  <a:pt x="18621" y="12688"/>
                </a:cubicBezTo>
                <a:cubicBezTo>
                  <a:pt x="18748" y="12688"/>
                  <a:pt x="18870" y="12590"/>
                  <a:pt x="18870" y="12442"/>
                </a:cubicBezTo>
                <a:cubicBezTo>
                  <a:pt x="18870" y="12304"/>
                  <a:pt x="18760" y="12194"/>
                  <a:pt x="18622" y="12194"/>
                </a:cubicBezTo>
                <a:close/>
                <a:moveTo>
                  <a:pt x="19841" y="12194"/>
                </a:moveTo>
                <a:cubicBezTo>
                  <a:pt x="19622" y="12194"/>
                  <a:pt x="19512" y="12461"/>
                  <a:pt x="19669" y="12614"/>
                </a:cubicBezTo>
                <a:cubicBezTo>
                  <a:pt x="19719" y="12665"/>
                  <a:pt x="19780" y="12688"/>
                  <a:pt x="19841" y="12688"/>
                </a:cubicBezTo>
                <a:cubicBezTo>
                  <a:pt x="19967" y="12688"/>
                  <a:pt x="20089" y="12590"/>
                  <a:pt x="20089" y="12442"/>
                </a:cubicBezTo>
                <a:cubicBezTo>
                  <a:pt x="20089" y="12304"/>
                  <a:pt x="19979" y="12194"/>
                  <a:pt x="19841" y="12194"/>
                </a:cubicBezTo>
                <a:close/>
                <a:moveTo>
                  <a:pt x="21060" y="12194"/>
                </a:moveTo>
                <a:cubicBezTo>
                  <a:pt x="20841" y="12194"/>
                  <a:pt x="20731" y="12461"/>
                  <a:pt x="20888" y="12614"/>
                </a:cubicBezTo>
                <a:cubicBezTo>
                  <a:pt x="20938" y="12665"/>
                  <a:pt x="21000" y="12688"/>
                  <a:pt x="21060" y="12688"/>
                </a:cubicBezTo>
                <a:cubicBezTo>
                  <a:pt x="21186" y="12688"/>
                  <a:pt x="21308" y="12590"/>
                  <a:pt x="21308" y="12442"/>
                </a:cubicBezTo>
                <a:cubicBezTo>
                  <a:pt x="21308" y="12304"/>
                  <a:pt x="21198" y="12194"/>
                  <a:pt x="21060" y="12194"/>
                </a:cubicBezTo>
                <a:close/>
                <a:moveTo>
                  <a:pt x="330" y="13413"/>
                </a:moveTo>
                <a:cubicBezTo>
                  <a:pt x="111" y="13413"/>
                  <a:pt x="1" y="13680"/>
                  <a:pt x="154" y="13836"/>
                </a:cubicBezTo>
                <a:cubicBezTo>
                  <a:pt x="205" y="13886"/>
                  <a:pt x="267" y="13908"/>
                  <a:pt x="327" y="13908"/>
                </a:cubicBezTo>
                <a:cubicBezTo>
                  <a:pt x="455" y="13908"/>
                  <a:pt x="577" y="13810"/>
                  <a:pt x="577" y="13661"/>
                </a:cubicBezTo>
                <a:cubicBezTo>
                  <a:pt x="577" y="13523"/>
                  <a:pt x="465" y="13413"/>
                  <a:pt x="330" y="13413"/>
                </a:cubicBezTo>
                <a:close/>
                <a:moveTo>
                  <a:pt x="1549" y="13413"/>
                </a:moveTo>
                <a:cubicBezTo>
                  <a:pt x="1330" y="13413"/>
                  <a:pt x="1220" y="13680"/>
                  <a:pt x="1373" y="13836"/>
                </a:cubicBezTo>
                <a:cubicBezTo>
                  <a:pt x="1424" y="13886"/>
                  <a:pt x="1486" y="13908"/>
                  <a:pt x="1546" y="13908"/>
                </a:cubicBezTo>
                <a:cubicBezTo>
                  <a:pt x="1674" y="13908"/>
                  <a:pt x="1797" y="13810"/>
                  <a:pt x="1797" y="13661"/>
                </a:cubicBezTo>
                <a:cubicBezTo>
                  <a:pt x="1797" y="13523"/>
                  <a:pt x="1687" y="13413"/>
                  <a:pt x="1549" y="13413"/>
                </a:cubicBezTo>
                <a:close/>
                <a:moveTo>
                  <a:pt x="2768" y="13413"/>
                </a:moveTo>
                <a:cubicBezTo>
                  <a:pt x="2549" y="13413"/>
                  <a:pt x="2439" y="13680"/>
                  <a:pt x="2596" y="13836"/>
                </a:cubicBezTo>
                <a:cubicBezTo>
                  <a:pt x="2645" y="13886"/>
                  <a:pt x="2706" y="13908"/>
                  <a:pt x="2766" y="13908"/>
                </a:cubicBezTo>
                <a:cubicBezTo>
                  <a:pt x="2893" y="13908"/>
                  <a:pt x="3016" y="13810"/>
                  <a:pt x="3016" y="13661"/>
                </a:cubicBezTo>
                <a:cubicBezTo>
                  <a:pt x="3016" y="13523"/>
                  <a:pt x="2906" y="13413"/>
                  <a:pt x="2768" y="13413"/>
                </a:cubicBezTo>
                <a:close/>
                <a:moveTo>
                  <a:pt x="3987" y="13413"/>
                </a:moveTo>
                <a:cubicBezTo>
                  <a:pt x="3768" y="13413"/>
                  <a:pt x="3658" y="13680"/>
                  <a:pt x="3815" y="13836"/>
                </a:cubicBezTo>
                <a:cubicBezTo>
                  <a:pt x="3864" y="13886"/>
                  <a:pt x="3925" y="13908"/>
                  <a:pt x="3985" y="13908"/>
                </a:cubicBezTo>
                <a:cubicBezTo>
                  <a:pt x="4112" y="13908"/>
                  <a:pt x="4235" y="13810"/>
                  <a:pt x="4235" y="13661"/>
                </a:cubicBezTo>
                <a:cubicBezTo>
                  <a:pt x="4235" y="13523"/>
                  <a:pt x="4125" y="13413"/>
                  <a:pt x="3987" y="13413"/>
                </a:cubicBezTo>
                <a:close/>
                <a:moveTo>
                  <a:pt x="5209" y="13413"/>
                </a:moveTo>
                <a:cubicBezTo>
                  <a:pt x="4987" y="13413"/>
                  <a:pt x="4877" y="13680"/>
                  <a:pt x="5034" y="13836"/>
                </a:cubicBezTo>
                <a:cubicBezTo>
                  <a:pt x="5083" y="13886"/>
                  <a:pt x="5144" y="13908"/>
                  <a:pt x="5204" y="13908"/>
                </a:cubicBezTo>
                <a:cubicBezTo>
                  <a:pt x="5331" y="13908"/>
                  <a:pt x="5454" y="13810"/>
                  <a:pt x="5454" y="13661"/>
                </a:cubicBezTo>
                <a:cubicBezTo>
                  <a:pt x="5454" y="13523"/>
                  <a:pt x="5344" y="13413"/>
                  <a:pt x="5209" y="13413"/>
                </a:cubicBezTo>
                <a:close/>
                <a:moveTo>
                  <a:pt x="6428" y="13413"/>
                </a:moveTo>
                <a:cubicBezTo>
                  <a:pt x="6209" y="13413"/>
                  <a:pt x="6096" y="13680"/>
                  <a:pt x="6253" y="13836"/>
                </a:cubicBezTo>
                <a:cubicBezTo>
                  <a:pt x="6303" y="13886"/>
                  <a:pt x="6365" y="13908"/>
                  <a:pt x="6425" y="13908"/>
                </a:cubicBezTo>
                <a:cubicBezTo>
                  <a:pt x="6552" y="13908"/>
                  <a:pt x="6673" y="13810"/>
                  <a:pt x="6673" y="13661"/>
                </a:cubicBezTo>
                <a:cubicBezTo>
                  <a:pt x="6673" y="13523"/>
                  <a:pt x="6563" y="13413"/>
                  <a:pt x="6428" y="13413"/>
                </a:cubicBezTo>
                <a:close/>
                <a:moveTo>
                  <a:pt x="7647" y="13413"/>
                </a:moveTo>
                <a:cubicBezTo>
                  <a:pt x="7428" y="13413"/>
                  <a:pt x="7318" y="13680"/>
                  <a:pt x="7472" y="13836"/>
                </a:cubicBezTo>
                <a:cubicBezTo>
                  <a:pt x="7522" y="13886"/>
                  <a:pt x="7584" y="13908"/>
                  <a:pt x="7645" y="13908"/>
                </a:cubicBezTo>
                <a:cubicBezTo>
                  <a:pt x="7772" y="13908"/>
                  <a:pt x="7895" y="13810"/>
                  <a:pt x="7895" y="13661"/>
                </a:cubicBezTo>
                <a:cubicBezTo>
                  <a:pt x="7895" y="13523"/>
                  <a:pt x="7782" y="13413"/>
                  <a:pt x="7647" y="13413"/>
                </a:cubicBezTo>
                <a:close/>
                <a:moveTo>
                  <a:pt x="8866" y="13413"/>
                </a:moveTo>
                <a:cubicBezTo>
                  <a:pt x="8647" y="13413"/>
                  <a:pt x="8537" y="13680"/>
                  <a:pt x="8691" y="13836"/>
                </a:cubicBezTo>
                <a:cubicBezTo>
                  <a:pt x="8741" y="13886"/>
                  <a:pt x="8803" y="13908"/>
                  <a:pt x="8864" y="13908"/>
                </a:cubicBezTo>
                <a:cubicBezTo>
                  <a:pt x="8991" y="13908"/>
                  <a:pt x="9114" y="13810"/>
                  <a:pt x="9114" y="13661"/>
                </a:cubicBezTo>
                <a:cubicBezTo>
                  <a:pt x="9114" y="13523"/>
                  <a:pt x="9001" y="13413"/>
                  <a:pt x="8866" y="13413"/>
                </a:cubicBezTo>
                <a:close/>
                <a:moveTo>
                  <a:pt x="10085" y="13413"/>
                </a:moveTo>
                <a:cubicBezTo>
                  <a:pt x="9866" y="13413"/>
                  <a:pt x="9756" y="13680"/>
                  <a:pt x="9910" y="13836"/>
                </a:cubicBezTo>
                <a:cubicBezTo>
                  <a:pt x="9960" y="13886"/>
                  <a:pt x="10022" y="13908"/>
                  <a:pt x="10083" y="13908"/>
                </a:cubicBezTo>
                <a:cubicBezTo>
                  <a:pt x="10211" y="13908"/>
                  <a:pt x="10333" y="13810"/>
                  <a:pt x="10333" y="13661"/>
                </a:cubicBezTo>
                <a:cubicBezTo>
                  <a:pt x="10333" y="13523"/>
                  <a:pt x="10223" y="13413"/>
                  <a:pt x="10085" y="13413"/>
                </a:cubicBezTo>
                <a:close/>
                <a:moveTo>
                  <a:pt x="11305" y="13413"/>
                </a:moveTo>
                <a:cubicBezTo>
                  <a:pt x="11085" y="13413"/>
                  <a:pt x="10975" y="13680"/>
                  <a:pt x="11132" y="13836"/>
                </a:cubicBezTo>
                <a:cubicBezTo>
                  <a:pt x="11182" y="13886"/>
                  <a:pt x="11243" y="13908"/>
                  <a:pt x="11303" y="13908"/>
                </a:cubicBezTo>
                <a:cubicBezTo>
                  <a:pt x="11430" y="13908"/>
                  <a:pt x="11552" y="13810"/>
                  <a:pt x="11552" y="13661"/>
                </a:cubicBezTo>
                <a:cubicBezTo>
                  <a:pt x="11552" y="13523"/>
                  <a:pt x="11442" y="13413"/>
                  <a:pt x="11305" y="13413"/>
                </a:cubicBezTo>
                <a:close/>
                <a:moveTo>
                  <a:pt x="12524" y="13413"/>
                </a:moveTo>
                <a:cubicBezTo>
                  <a:pt x="12304" y="13413"/>
                  <a:pt x="12195" y="13680"/>
                  <a:pt x="12351" y="13836"/>
                </a:cubicBezTo>
                <a:cubicBezTo>
                  <a:pt x="12401" y="13886"/>
                  <a:pt x="12462" y="13908"/>
                  <a:pt x="12522" y="13908"/>
                </a:cubicBezTo>
                <a:cubicBezTo>
                  <a:pt x="12649" y="13908"/>
                  <a:pt x="12771" y="13810"/>
                  <a:pt x="12771" y="13661"/>
                </a:cubicBezTo>
                <a:cubicBezTo>
                  <a:pt x="12771" y="13523"/>
                  <a:pt x="12661" y="13413"/>
                  <a:pt x="12524" y="13413"/>
                </a:cubicBezTo>
                <a:close/>
                <a:moveTo>
                  <a:pt x="13746" y="13413"/>
                </a:moveTo>
                <a:cubicBezTo>
                  <a:pt x="13523" y="13413"/>
                  <a:pt x="13414" y="13680"/>
                  <a:pt x="13570" y="13836"/>
                </a:cubicBezTo>
                <a:cubicBezTo>
                  <a:pt x="13620" y="13886"/>
                  <a:pt x="13681" y="13908"/>
                  <a:pt x="13741" y="13908"/>
                </a:cubicBezTo>
                <a:cubicBezTo>
                  <a:pt x="13868" y="13908"/>
                  <a:pt x="13990" y="13810"/>
                  <a:pt x="13990" y="13661"/>
                </a:cubicBezTo>
                <a:cubicBezTo>
                  <a:pt x="13990" y="13523"/>
                  <a:pt x="13881" y="13413"/>
                  <a:pt x="13746" y="13413"/>
                </a:cubicBezTo>
                <a:close/>
                <a:moveTo>
                  <a:pt x="14965" y="13413"/>
                </a:moveTo>
                <a:cubicBezTo>
                  <a:pt x="14745" y="13413"/>
                  <a:pt x="14633" y="13680"/>
                  <a:pt x="14789" y="13836"/>
                </a:cubicBezTo>
                <a:cubicBezTo>
                  <a:pt x="14840" y="13886"/>
                  <a:pt x="14901" y="13908"/>
                  <a:pt x="14961" y="13908"/>
                </a:cubicBezTo>
                <a:cubicBezTo>
                  <a:pt x="15088" y="13908"/>
                  <a:pt x="15209" y="13810"/>
                  <a:pt x="15209" y="13661"/>
                </a:cubicBezTo>
                <a:cubicBezTo>
                  <a:pt x="15209" y="13523"/>
                  <a:pt x="15100" y="13413"/>
                  <a:pt x="14965" y="13413"/>
                </a:cubicBezTo>
                <a:close/>
                <a:moveTo>
                  <a:pt x="16184" y="13413"/>
                </a:moveTo>
                <a:cubicBezTo>
                  <a:pt x="15964" y="13413"/>
                  <a:pt x="15855" y="13680"/>
                  <a:pt x="16008" y="13836"/>
                </a:cubicBezTo>
                <a:cubicBezTo>
                  <a:pt x="16059" y="13886"/>
                  <a:pt x="16121" y="13908"/>
                  <a:pt x="16181" y="13908"/>
                </a:cubicBezTo>
                <a:cubicBezTo>
                  <a:pt x="16309" y="13908"/>
                  <a:pt x="16431" y="13810"/>
                  <a:pt x="16431" y="13661"/>
                </a:cubicBezTo>
                <a:cubicBezTo>
                  <a:pt x="16431" y="13523"/>
                  <a:pt x="16319" y="13413"/>
                  <a:pt x="16184" y="13413"/>
                </a:cubicBezTo>
                <a:close/>
                <a:moveTo>
                  <a:pt x="17403" y="13413"/>
                </a:moveTo>
                <a:cubicBezTo>
                  <a:pt x="17184" y="13413"/>
                  <a:pt x="17074" y="13680"/>
                  <a:pt x="17227" y="13836"/>
                </a:cubicBezTo>
                <a:cubicBezTo>
                  <a:pt x="17278" y="13886"/>
                  <a:pt x="17340" y="13908"/>
                  <a:pt x="17400" y="13908"/>
                </a:cubicBezTo>
                <a:cubicBezTo>
                  <a:pt x="17528" y="13908"/>
                  <a:pt x="17650" y="13810"/>
                  <a:pt x="17650" y="13661"/>
                </a:cubicBezTo>
                <a:cubicBezTo>
                  <a:pt x="17650" y="13523"/>
                  <a:pt x="17538" y="13413"/>
                  <a:pt x="17403" y="13413"/>
                </a:cubicBezTo>
                <a:close/>
                <a:moveTo>
                  <a:pt x="18622" y="13413"/>
                </a:moveTo>
                <a:cubicBezTo>
                  <a:pt x="18403" y="13413"/>
                  <a:pt x="18293" y="13680"/>
                  <a:pt x="18446" y="13836"/>
                </a:cubicBezTo>
                <a:cubicBezTo>
                  <a:pt x="18497" y="13886"/>
                  <a:pt x="18559" y="13908"/>
                  <a:pt x="18619" y="13908"/>
                </a:cubicBezTo>
                <a:cubicBezTo>
                  <a:pt x="18747" y="13908"/>
                  <a:pt x="18870" y="13810"/>
                  <a:pt x="18870" y="13661"/>
                </a:cubicBezTo>
                <a:cubicBezTo>
                  <a:pt x="18870" y="13523"/>
                  <a:pt x="18760" y="13413"/>
                  <a:pt x="18622" y="13413"/>
                </a:cubicBezTo>
                <a:close/>
                <a:moveTo>
                  <a:pt x="19841" y="13413"/>
                </a:moveTo>
                <a:cubicBezTo>
                  <a:pt x="19622" y="13413"/>
                  <a:pt x="19512" y="13680"/>
                  <a:pt x="19669" y="13836"/>
                </a:cubicBezTo>
                <a:cubicBezTo>
                  <a:pt x="19718" y="13886"/>
                  <a:pt x="19779" y="13908"/>
                  <a:pt x="19839" y="13908"/>
                </a:cubicBezTo>
                <a:cubicBezTo>
                  <a:pt x="19966" y="13908"/>
                  <a:pt x="20089" y="13810"/>
                  <a:pt x="20089" y="13661"/>
                </a:cubicBezTo>
                <a:cubicBezTo>
                  <a:pt x="20089" y="13523"/>
                  <a:pt x="19979" y="13413"/>
                  <a:pt x="19841" y="13413"/>
                </a:cubicBezTo>
                <a:close/>
                <a:moveTo>
                  <a:pt x="21060" y="13413"/>
                </a:moveTo>
                <a:cubicBezTo>
                  <a:pt x="20841" y="13413"/>
                  <a:pt x="20731" y="13680"/>
                  <a:pt x="20888" y="13836"/>
                </a:cubicBezTo>
                <a:cubicBezTo>
                  <a:pt x="20937" y="13886"/>
                  <a:pt x="20998" y="13908"/>
                  <a:pt x="21058" y="13908"/>
                </a:cubicBezTo>
                <a:cubicBezTo>
                  <a:pt x="21185" y="13908"/>
                  <a:pt x="21308" y="13810"/>
                  <a:pt x="21308" y="13661"/>
                </a:cubicBezTo>
                <a:cubicBezTo>
                  <a:pt x="21308" y="13523"/>
                  <a:pt x="21198" y="13413"/>
                  <a:pt x="21060" y="13413"/>
                </a:cubicBezTo>
                <a:close/>
                <a:moveTo>
                  <a:pt x="21048" y="14635"/>
                </a:moveTo>
                <a:lnTo>
                  <a:pt x="21048" y="14635"/>
                </a:lnTo>
                <a:cubicBezTo>
                  <a:pt x="20806" y="14648"/>
                  <a:pt x="20728" y="14961"/>
                  <a:pt x="20932" y="15090"/>
                </a:cubicBezTo>
                <a:cubicBezTo>
                  <a:pt x="20969" y="14939"/>
                  <a:pt x="21007" y="14789"/>
                  <a:pt x="21048" y="14635"/>
                </a:cubicBezTo>
                <a:close/>
                <a:moveTo>
                  <a:pt x="330" y="14632"/>
                </a:moveTo>
                <a:cubicBezTo>
                  <a:pt x="111" y="14632"/>
                  <a:pt x="1" y="14899"/>
                  <a:pt x="154" y="15055"/>
                </a:cubicBezTo>
                <a:cubicBezTo>
                  <a:pt x="205" y="15105"/>
                  <a:pt x="267" y="15127"/>
                  <a:pt x="327" y="15127"/>
                </a:cubicBezTo>
                <a:cubicBezTo>
                  <a:pt x="455" y="15127"/>
                  <a:pt x="577" y="15029"/>
                  <a:pt x="577" y="14880"/>
                </a:cubicBezTo>
                <a:cubicBezTo>
                  <a:pt x="577" y="14745"/>
                  <a:pt x="465" y="14632"/>
                  <a:pt x="330" y="14632"/>
                </a:cubicBezTo>
                <a:close/>
                <a:moveTo>
                  <a:pt x="1549" y="14632"/>
                </a:moveTo>
                <a:cubicBezTo>
                  <a:pt x="1330" y="14632"/>
                  <a:pt x="1220" y="14899"/>
                  <a:pt x="1373" y="15055"/>
                </a:cubicBezTo>
                <a:cubicBezTo>
                  <a:pt x="1424" y="15105"/>
                  <a:pt x="1486" y="15127"/>
                  <a:pt x="1546" y="15127"/>
                </a:cubicBezTo>
                <a:cubicBezTo>
                  <a:pt x="1674" y="15127"/>
                  <a:pt x="1797" y="15029"/>
                  <a:pt x="1797" y="14880"/>
                </a:cubicBezTo>
                <a:cubicBezTo>
                  <a:pt x="1797" y="14745"/>
                  <a:pt x="1687" y="14632"/>
                  <a:pt x="1549" y="14632"/>
                </a:cubicBezTo>
                <a:close/>
                <a:moveTo>
                  <a:pt x="2768" y="14632"/>
                </a:moveTo>
                <a:cubicBezTo>
                  <a:pt x="2549" y="14632"/>
                  <a:pt x="2439" y="14899"/>
                  <a:pt x="2596" y="15055"/>
                </a:cubicBezTo>
                <a:cubicBezTo>
                  <a:pt x="2645" y="15105"/>
                  <a:pt x="2706" y="15127"/>
                  <a:pt x="2766" y="15127"/>
                </a:cubicBezTo>
                <a:cubicBezTo>
                  <a:pt x="2893" y="15127"/>
                  <a:pt x="3016" y="15029"/>
                  <a:pt x="3016" y="14880"/>
                </a:cubicBezTo>
                <a:cubicBezTo>
                  <a:pt x="3016" y="14745"/>
                  <a:pt x="2906" y="14632"/>
                  <a:pt x="2768" y="14632"/>
                </a:cubicBezTo>
                <a:close/>
                <a:moveTo>
                  <a:pt x="3987" y="14632"/>
                </a:moveTo>
                <a:cubicBezTo>
                  <a:pt x="3768" y="14632"/>
                  <a:pt x="3658" y="14899"/>
                  <a:pt x="3815" y="15055"/>
                </a:cubicBezTo>
                <a:cubicBezTo>
                  <a:pt x="3864" y="15105"/>
                  <a:pt x="3925" y="15127"/>
                  <a:pt x="3985" y="15127"/>
                </a:cubicBezTo>
                <a:cubicBezTo>
                  <a:pt x="4112" y="15127"/>
                  <a:pt x="4235" y="15029"/>
                  <a:pt x="4235" y="14880"/>
                </a:cubicBezTo>
                <a:cubicBezTo>
                  <a:pt x="4235" y="14745"/>
                  <a:pt x="4125" y="14632"/>
                  <a:pt x="3987" y="14632"/>
                </a:cubicBezTo>
                <a:close/>
                <a:moveTo>
                  <a:pt x="5209" y="14632"/>
                </a:moveTo>
                <a:cubicBezTo>
                  <a:pt x="4987" y="14632"/>
                  <a:pt x="4877" y="14899"/>
                  <a:pt x="5034" y="15055"/>
                </a:cubicBezTo>
                <a:cubicBezTo>
                  <a:pt x="5083" y="15105"/>
                  <a:pt x="5144" y="15127"/>
                  <a:pt x="5204" y="15127"/>
                </a:cubicBezTo>
                <a:cubicBezTo>
                  <a:pt x="5331" y="15127"/>
                  <a:pt x="5454" y="15029"/>
                  <a:pt x="5454" y="14880"/>
                </a:cubicBezTo>
                <a:cubicBezTo>
                  <a:pt x="5454" y="14745"/>
                  <a:pt x="5344" y="14632"/>
                  <a:pt x="5209" y="14632"/>
                </a:cubicBezTo>
                <a:close/>
                <a:moveTo>
                  <a:pt x="6428" y="14632"/>
                </a:moveTo>
                <a:cubicBezTo>
                  <a:pt x="6209" y="14632"/>
                  <a:pt x="6096" y="14899"/>
                  <a:pt x="6253" y="15055"/>
                </a:cubicBezTo>
                <a:cubicBezTo>
                  <a:pt x="6303" y="15105"/>
                  <a:pt x="6365" y="15127"/>
                  <a:pt x="6425" y="15127"/>
                </a:cubicBezTo>
                <a:cubicBezTo>
                  <a:pt x="6552" y="15127"/>
                  <a:pt x="6673" y="15029"/>
                  <a:pt x="6673" y="14880"/>
                </a:cubicBezTo>
                <a:cubicBezTo>
                  <a:pt x="6673" y="14745"/>
                  <a:pt x="6563" y="14632"/>
                  <a:pt x="6428" y="14632"/>
                </a:cubicBezTo>
                <a:close/>
                <a:moveTo>
                  <a:pt x="7647" y="14632"/>
                </a:moveTo>
                <a:cubicBezTo>
                  <a:pt x="7428" y="14632"/>
                  <a:pt x="7318" y="14899"/>
                  <a:pt x="7472" y="15055"/>
                </a:cubicBezTo>
                <a:cubicBezTo>
                  <a:pt x="7522" y="15105"/>
                  <a:pt x="7584" y="15127"/>
                  <a:pt x="7645" y="15127"/>
                </a:cubicBezTo>
                <a:cubicBezTo>
                  <a:pt x="7772" y="15127"/>
                  <a:pt x="7895" y="15029"/>
                  <a:pt x="7895" y="14880"/>
                </a:cubicBezTo>
                <a:cubicBezTo>
                  <a:pt x="7895" y="14745"/>
                  <a:pt x="7782" y="14632"/>
                  <a:pt x="7647" y="14632"/>
                </a:cubicBezTo>
                <a:close/>
                <a:moveTo>
                  <a:pt x="8866" y="14632"/>
                </a:moveTo>
                <a:cubicBezTo>
                  <a:pt x="8647" y="14632"/>
                  <a:pt x="8537" y="14899"/>
                  <a:pt x="8691" y="15055"/>
                </a:cubicBezTo>
                <a:cubicBezTo>
                  <a:pt x="8741" y="15105"/>
                  <a:pt x="8803" y="15127"/>
                  <a:pt x="8864" y="15127"/>
                </a:cubicBezTo>
                <a:cubicBezTo>
                  <a:pt x="8991" y="15127"/>
                  <a:pt x="9114" y="15029"/>
                  <a:pt x="9114" y="14880"/>
                </a:cubicBezTo>
                <a:cubicBezTo>
                  <a:pt x="9114" y="14745"/>
                  <a:pt x="9001" y="14632"/>
                  <a:pt x="8866" y="14632"/>
                </a:cubicBezTo>
                <a:close/>
                <a:moveTo>
                  <a:pt x="10085" y="14632"/>
                </a:moveTo>
                <a:cubicBezTo>
                  <a:pt x="9866" y="14632"/>
                  <a:pt x="9756" y="14899"/>
                  <a:pt x="9910" y="15055"/>
                </a:cubicBezTo>
                <a:cubicBezTo>
                  <a:pt x="9960" y="15105"/>
                  <a:pt x="10022" y="15127"/>
                  <a:pt x="10083" y="15127"/>
                </a:cubicBezTo>
                <a:cubicBezTo>
                  <a:pt x="10211" y="15127"/>
                  <a:pt x="10333" y="15029"/>
                  <a:pt x="10333" y="14880"/>
                </a:cubicBezTo>
                <a:cubicBezTo>
                  <a:pt x="10333" y="14745"/>
                  <a:pt x="10223" y="14632"/>
                  <a:pt x="10085" y="14632"/>
                </a:cubicBezTo>
                <a:close/>
                <a:moveTo>
                  <a:pt x="11305" y="14632"/>
                </a:moveTo>
                <a:cubicBezTo>
                  <a:pt x="11085" y="14632"/>
                  <a:pt x="10975" y="14899"/>
                  <a:pt x="11132" y="15055"/>
                </a:cubicBezTo>
                <a:cubicBezTo>
                  <a:pt x="11182" y="15105"/>
                  <a:pt x="11243" y="15127"/>
                  <a:pt x="11303" y="15127"/>
                </a:cubicBezTo>
                <a:cubicBezTo>
                  <a:pt x="11430" y="15127"/>
                  <a:pt x="11552" y="15029"/>
                  <a:pt x="11552" y="14880"/>
                </a:cubicBezTo>
                <a:cubicBezTo>
                  <a:pt x="11552" y="14745"/>
                  <a:pt x="11442" y="14632"/>
                  <a:pt x="11305" y="14632"/>
                </a:cubicBezTo>
                <a:close/>
                <a:moveTo>
                  <a:pt x="12524" y="14632"/>
                </a:moveTo>
                <a:cubicBezTo>
                  <a:pt x="12304" y="14632"/>
                  <a:pt x="12195" y="14899"/>
                  <a:pt x="12351" y="15055"/>
                </a:cubicBezTo>
                <a:cubicBezTo>
                  <a:pt x="12401" y="15105"/>
                  <a:pt x="12462" y="15127"/>
                  <a:pt x="12522" y="15127"/>
                </a:cubicBezTo>
                <a:cubicBezTo>
                  <a:pt x="12649" y="15127"/>
                  <a:pt x="12771" y="15029"/>
                  <a:pt x="12771" y="14880"/>
                </a:cubicBezTo>
                <a:cubicBezTo>
                  <a:pt x="12771" y="14745"/>
                  <a:pt x="12661" y="14632"/>
                  <a:pt x="12524" y="14632"/>
                </a:cubicBezTo>
                <a:close/>
                <a:moveTo>
                  <a:pt x="13746" y="14632"/>
                </a:moveTo>
                <a:cubicBezTo>
                  <a:pt x="13523" y="14632"/>
                  <a:pt x="13414" y="14899"/>
                  <a:pt x="13570" y="15055"/>
                </a:cubicBezTo>
                <a:cubicBezTo>
                  <a:pt x="13620" y="15105"/>
                  <a:pt x="13681" y="15127"/>
                  <a:pt x="13741" y="15127"/>
                </a:cubicBezTo>
                <a:cubicBezTo>
                  <a:pt x="13868" y="15127"/>
                  <a:pt x="13990" y="15029"/>
                  <a:pt x="13990" y="14880"/>
                </a:cubicBezTo>
                <a:cubicBezTo>
                  <a:pt x="13990" y="14745"/>
                  <a:pt x="13881" y="14632"/>
                  <a:pt x="13746" y="14632"/>
                </a:cubicBezTo>
                <a:close/>
                <a:moveTo>
                  <a:pt x="14965" y="14632"/>
                </a:moveTo>
                <a:cubicBezTo>
                  <a:pt x="14745" y="14632"/>
                  <a:pt x="14633" y="14899"/>
                  <a:pt x="14789" y="15055"/>
                </a:cubicBezTo>
                <a:cubicBezTo>
                  <a:pt x="14840" y="15105"/>
                  <a:pt x="14901" y="15127"/>
                  <a:pt x="14961" y="15127"/>
                </a:cubicBezTo>
                <a:cubicBezTo>
                  <a:pt x="15088" y="15127"/>
                  <a:pt x="15209" y="15029"/>
                  <a:pt x="15209" y="14880"/>
                </a:cubicBezTo>
                <a:cubicBezTo>
                  <a:pt x="15209" y="14745"/>
                  <a:pt x="15100" y="14632"/>
                  <a:pt x="14965" y="14632"/>
                </a:cubicBezTo>
                <a:close/>
                <a:moveTo>
                  <a:pt x="16184" y="14632"/>
                </a:moveTo>
                <a:cubicBezTo>
                  <a:pt x="15964" y="14632"/>
                  <a:pt x="15855" y="14899"/>
                  <a:pt x="16008" y="15055"/>
                </a:cubicBezTo>
                <a:cubicBezTo>
                  <a:pt x="16059" y="15105"/>
                  <a:pt x="16121" y="15127"/>
                  <a:pt x="16181" y="15127"/>
                </a:cubicBezTo>
                <a:cubicBezTo>
                  <a:pt x="16309" y="15127"/>
                  <a:pt x="16431" y="15029"/>
                  <a:pt x="16431" y="14880"/>
                </a:cubicBezTo>
                <a:cubicBezTo>
                  <a:pt x="16431" y="14745"/>
                  <a:pt x="16319" y="14632"/>
                  <a:pt x="16184" y="14632"/>
                </a:cubicBezTo>
                <a:close/>
                <a:moveTo>
                  <a:pt x="17403" y="14632"/>
                </a:moveTo>
                <a:cubicBezTo>
                  <a:pt x="17184" y="14632"/>
                  <a:pt x="17074" y="14899"/>
                  <a:pt x="17227" y="15055"/>
                </a:cubicBezTo>
                <a:cubicBezTo>
                  <a:pt x="17278" y="15105"/>
                  <a:pt x="17340" y="15127"/>
                  <a:pt x="17400" y="15127"/>
                </a:cubicBezTo>
                <a:cubicBezTo>
                  <a:pt x="17528" y="15127"/>
                  <a:pt x="17650" y="15029"/>
                  <a:pt x="17650" y="14880"/>
                </a:cubicBezTo>
                <a:cubicBezTo>
                  <a:pt x="17650" y="14745"/>
                  <a:pt x="17538" y="14632"/>
                  <a:pt x="17403" y="14632"/>
                </a:cubicBezTo>
                <a:close/>
                <a:moveTo>
                  <a:pt x="18622" y="14632"/>
                </a:moveTo>
                <a:cubicBezTo>
                  <a:pt x="18403" y="14632"/>
                  <a:pt x="18293" y="14899"/>
                  <a:pt x="18446" y="15055"/>
                </a:cubicBezTo>
                <a:cubicBezTo>
                  <a:pt x="18497" y="15105"/>
                  <a:pt x="18559" y="15127"/>
                  <a:pt x="18619" y="15127"/>
                </a:cubicBezTo>
                <a:cubicBezTo>
                  <a:pt x="18747" y="15127"/>
                  <a:pt x="18870" y="15029"/>
                  <a:pt x="18870" y="14880"/>
                </a:cubicBezTo>
                <a:cubicBezTo>
                  <a:pt x="18870" y="14745"/>
                  <a:pt x="18760" y="14632"/>
                  <a:pt x="18622" y="14632"/>
                </a:cubicBezTo>
                <a:close/>
                <a:moveTo>
                  <a:pt x="19841" y="14632"/>
                </a:moveTo>
                <a:cubicBezTo>
                  <a:pt x="19622" y="14632"/>
                  <a:pt x="19512" y="14899"/>
                  <a:pt x="19669" y="15055"/>
                </a:cubicBezTo>
                <a:cubicBezTo>
                  <a:pt x="19718" y="15105"/>
                  <a:pt x="19779" y="15127"/>
                  <a:pt x="19839" y="15127"/>
                </a:cubicBezTo>
                <a:cubicBezTo>
                  <a:pt x="19966" y="15127"/>
                  <a:pt x="20089" y="15029"/>
                  <a:pt x="20089" y="14880"/>
                </a:cubicBezTo>
                <a:cubicBezTo>
                  <a:pt x="20089" y="14745"/>
                  <a:pt x="19979" y="14632"/>
                  <a:pt x="19841" y="14632"/>
                </a:cubicBezTo>
                <a:close/>
                <a:moveTo>
                  <a:pt x="330" y="15851"/>
                </a:moveTo>
                <a:cubicBezTo>
                  <a:pt x="111" y="15851"/>
                  <a:pt x="1" y="16118"/>
                  <a:pt x="154" y="16274"/>
                </a:cubicBezTo>
                <a:cubicBezTo>
                  <a:pt x="205" y="16324"/>
                  <a:pt x="267" y="16346"/>
                  <a:pt x="327" y="16346"/>
                </a:cubicBezTo>
                <a:cubicBezTo>
                  <a:pt x="455" y="16346"/>
                  <a:pt x="577" y="16248"/>
                  <a:pt x="577" y="16099"/>
                </a:cubicBezTo>
                <a:cubicBezTo>
                  <a:pt x="577" y="15966"/>
                  <a:pt x="468" y="15854"/>
                  <a:pt x="335" y="15854"/>
                </a:cubicBezTo>
                <a:cubicBezTo>
                  <a:pt x="334" y="15854"/>
                  <a:pt x="332" y="15854"/>
                  <a:pt x="330" y="15855"/>
                </a:cubicBezTo>
                <a:lnTo>
                  <a:pt x="330" y="15851"/>
                </a:lnTo>
                <a:close/>
                <a:moveTo>
                  <a:pt x="1549" y="15851"/>
                </a:moveTo>
                <a:cubicBezTo>
                  <a:pt x="1330" y="15851"/>
                  <a:pt x="1220" y="16118"/>
                  <a:pt x="1373" y="16274"/>
                </a:cubicBezTo>
                <a:cubicBezTo>
                  <a:pt x="1424" y="16324"/>
                  <a:pt x="1486" y="16346"/>
                  <a:pt x="1546" y="16346"/>
                </a:cubicBezTo>
                <a:cubicBezTo>
                  <a:pt x="1674" y="16346"/>
                  <a:pt x="1797" y="16248"/>
                  <a:pt x="1797" y="16099"/>
                </a:cubicBezTo>
                <a:cubicBezTo>
                  <a:pt x="1797" y="15964"/>
                  <a:pt x="1687" y="15855"/>
                  <a:pt x="1549" y="15855"/>
                </a:cubicBezTo>
                <a:lnTo>
                  <a:pt x="1549" y="15851"/>
                </a:lnTo>
                <a:close/>
                <a:moveTo>
                  <a:pt x="2768" y="15851"/>
                </a:moveTo>
                <a:cubicBezTo>
                  <a:pt x="2549" y="15851"/>
                  <a:pt x="2439" y="16118"/>
                  <a:pt x="2596" y="16274"/>
                </a:cubicBezTo>
                <a:cubicBezTo>
                  <a:pt x="2645" y="16324"/>
                  <a:pt x="2706" y="16346"/>
                  <a:pt x="2766" y="16346"/>
                </a:cubicBezTo>
                <a:cubicBezTo>
                  <a:pt x="2893" y="16346"/>
                  <a:pt x="3016" y="16248"/>
                  <a:pt x="3016" y="16099"/>
                </a:cubicBezTo>
                <a:cubicBezTo>
                  <a:pt x="3016" y="15966"/>
                  <a:pt x="2909" y="15854"/>
                  <a:pt x="2774" y="15854"/>
                </a:cubicBezTo>
                <a:cubicBezTo>
                  <a:pt x="2772" y="15854"/>
                  <a:pt x="2770" y="15854"/>
                  <a:pt x="2768" y="15855"/>
                </a:cubicBezTo>
                <a:lnTo>
                  <a:pt x="2768" y="15851"/>
                </a:lnTo>
                <a:close/>
                <a:moveTo>
                  <a:pt x="3987" y="15851"/>
                </a:moveTo>
                <a:cubicBezTo>
                  <a:pt x="3768" y="15851"/>
                  <a:pt x="3658" y="16118"/>
                  <a:pt x="3815" y="16274"/>
                </a:cubicBezTo>
                <a:cubicBezTo>
                  <a:pt x="3864" y="16324"/>
                  <a:pt x="3925" y="16346"/>
                  <a:pt x="3985" y="16346"/>
                </a:cubicBezTo>
                <a:cubicBezTo>
                  <a:pt x="4112" y="16346"/>
                  <a:pt x="4235" y="16248"/>
                  <a:pt x="4235" y="16099"/>
                </a:cubicBezTo>
                <a:cubicBezTo>
                  <a:pt x="4235" y="15964"/>
                  <a:pt x="4125" y="15855"/>
                  <a:pt x="3987" y="15855"/>
                </a:cubicBezTo>
                <a:lnTo>
                  <a:pt x="3987" y="15851"/>
                </a:lnTo>
                <a:close/>
                <a:moveTo>
                  <a:pt x="5209" y="15851"/>
                </a:moveTo>
                <a:cubicBezTo>
                  <a:pt x="4987" y="15851"/>
                  <a:pt x="4877" y="16118"/>
                  <a:pt x="5034" y="16274"/>
                </a:cubicBezTo>
                <a:cubicBezTo>
                  <a:pt x="5083" y="16324"/>
                  <a:pt x="5144" y="16346"/>
                  <a:pt x="5204" y="16346"/>
                </a:cubicBezTo>
                <a:cubicBezTo>
                  <a:pt x="5331" y="16346"/>
                  <a:pt x="5454" y="16248"/>
                  <a:pt x="5454" y="16099"/>
                </a:cubicBezTo>
                <a:cubicBezTo>
                  <a:pt x="5454" y="15966"/>
                  <a:pt x="5347" y="15854"/>
                  <a:pt x="5215" y="15854"/>
                </a:cubicBezTo>
                <a:cubicBezTo>
                  <a:pt x="5213" y="15854"/>
                  <a:pt x="5211" y="15854"/>
                  <a:pt x="5209" y="15855"/>
                </a:cubicBezTo>
                <a:lnTo>
                  <a:pt x="5209" y="15851"/>
                </a:lnTo>
                <a:close/>
                <a:moveTo>
                  <a:pt x="6428" y="15851"/>
                </a:moveTo>
                <a:cubicBezTo>
                  <a:pt x="6209" y="15851"/>
                  <a:pt x="6096" y="16118"/>
                  <a:pt x="6253" y="16274"/>
                </a:cubicBezTo>
                <a:cubicBezTo>
                  <a:pt x="6303" y="16324"/>
                  <a:pt x="6365" y="16346"/>
                  <a:pt x="6425" y="16346"/>
                </a:cubicBezTo>
                <a:cubicBezTo>
                  <a:pt x="6552" y="16346"/>
                  <a:pt x="6673" y="16248"/>
                  <a:pt x="6673" y="16099"/>
                </a:cubicBezTo>
                <a:cubicBezTo>
                  <a:pt x="6673" y="15964"/>
                  <a:pt x="6563" y="15855"/>
                  <a:pt x="6428" y="15855"/>
                </a:cubicBezTo>
                <a:lnTo>
                  <a:pt x="6428" y="15851"/>
                </a:lnTo>
                <a:close/>
                <a:moveTo>
                  <a:pt x="7647" y="15851"/>
                </a:moveTo>
                <a:cubicBezTo>
                  <a:pt x="7428" y="15851"/>
                  <a:pt x="7318" y="16118"/>
                  <a:pt x="7472" y="16274"/>
                </a:cubicBezTo>
                <a:cubicBezTo>
                  <a:pt x="7522" y="16324"/>
                  <a:pt x="7584" y="16346"/>
                  <a:pt x="7645" y="16346"/>
                </a:cubicBezTo>
                <a:cubicBezTo>
                  <a:pt x="7772" y="16346"/>
                  <a:pt x="7895" y="16248"/>
                  <a:pt x="7895" y="16099"/>
                </a:cubicBezTo>
                <a:cubicBezTo>
                  <a:pt x="7895" y="15964"/>
                  <a:pt x="7782" y="15855"/>
                  <a:pt x="7647" y="15855"/>
                </a:cubicBezTo>
                <a:lnTo>
                  <a:pt x="7647" y="15851"/>
                </a:lnTo>
                <a:close/>
                <a:moveTo>
                  <a:pt x="8866" y="15851"/>
                </a:moveTo>
                <a:cubicBezTo>
                  <a:pt x="8647" y="15851"/>
                  <a:pt x="8537" y="16118"/>
                  <a:pt x="8691" y="16274"/>
                </a:cubicBezTo>
                <a:cubicBezTo>
                  <a:pt x="8741" y="16324"/>
                  <a:pt x="8803" y="16346"/>
                  <a:pt x="8864" y="16346"/>
                </a:cubicBezTo>
                <a:cubicBezTo>
                  <a:pt x="8991" y="16346"/>
                  <a:pt x="9114" y="16248"/>
                  <a:pt x="9114" y="16099"/>
                </a:cubicBezTo>
                <a:cubicBezTo>
                  <a:pt x="9114" y="15966"/>
                  <a:pt x="9004" y="15854"/>
                  <a:pt x="8872" y="15854"/>
                </a:cubicBezTo>
                <a:cubicBezTo>
                  <a:pt x="8870" y="15854"/>
                  <a:pt x="8868" y="15854"/>
                  <a:pt x="8866" y="15855"/>
                </a:cubicBezTo>
                <a:lnTo>
                  <a:pt x="8866" y="15851"/>
                </a:lnTo>
                <a:close/>
                <a:moveTo>
                  <a:pt x="10085" y="15851"/>
                </a:moveTo>
                <a:cubicBezTo>
                  <a:pt x="9866" y="15851"/>
                  <a:pt x="9756" y="16118"/>
                  <a:pt x="9910" y="16274"/>
                </a:cubicBezTo>
                <a:cubicBezTo>
                  <a:pt x="9960" y="16324"/>
                  <a:pt x="10022" y="16346"/>
                  <a:pt x="10083" y="16346"/>
                </a:cubicBezTo>
                <a:cubicBezTo>
                  <a:pt x="10211" y="16346"/>
                  <a:pt x="10333" y="16248"/>
                  <a:pt x="10333" y="16099"/>
                </a:cubicBezTo>
                <a:cubicBezTo>
                  <a:pt x="10333" y="15966"/>
                  <a:pt x="10226" y="15854"/>
                  <a:pt x="10091" y="15854"/>
                </a:cubicBezTo>
                <a:cubicBezTo>
                  <a:pt x="10089" y="15854"/>
                  <a:pt x="10087" y="15854"/>
                  <a:pt x="10085" y="15855"/>
                </a:cubicBezTo>
                <a:lnTo>
                  <a:pt x="10085" y="15851"/>
                </a:lnTo>
                <a:close/>
                <a:moveTo>
                  <a:pt x="11305" y="15851"/>
                </a:moveTo>
                <a:cubicBezTo>
                  <a:pt x="11085" y="15851"/>
                  <a:pt x="10975" y="16118"/>
                  <a:pt x="11132" y="16274"/>
                </a:cubicBezTo>
                <a:cubicBezTo>
                  <a:pt x="11182" y="16324"/>
                  <a:pt x="11243" y="16346"/>
                  <a:pt x="11303" y="16346"/>
                </a:cubicBezTo>
                <a:cubicBezTo>
                  <a:pt x="11430" y="16346"/>
                  <a:pt x="11552" y="16248"/>
                  <a:pt x="11552" y="16099"/>
                </a:cubicBezTo>
                <a:cubicBezTo>
                  <a:pt x="11552" y="15964"/>
                  <a:pt x="11442" y="15855"/>
                  <a:pt x="11305" y="15855"/>
                </a:cubicBezTo>
                <a:lnTo>
                  <a:pt x="11305" y="15851"/>
                </a:lnTo>
                <a:close/>
                <a:moveTo>
                  <a:pt x="12524" y="15851"/>
                </a:moveTo>
                <a:cubicBezTo>
                  <a:pt x="12304" y="15851"/>
                  <a:pt x="12195" y="16118"/>
                  <a:pt x="12351" y="16274"/>
                </a:cubicBezTo>
                <a:cubicBezTo>
                  <a:pt x="12401" y="16324"/>
                  <a:pt x="12462" y="16346"/>
                  <a:pt x="12522" y="16346"/>
                </a:cubicBezTo>
                <a:cubicBezTo>
                  <a:pt x="12649" y="16346"/>
                  <a:pt x="12771" y="16248"/>
                  <a:pt x="12771" y="16099"/>
                </a:cubicBezTo>
                <a:cubicBezTo>
                  <a:pt x="12771" y="15964"/>
                  <a:pt x="12661" y="15855"/>
                  <a:pt x="12524" y="15855"/>
                </a:cubicBezTo>
                <a:lnTo>
                  <a:pt x="12524" y="15851"/>
                </a:lnTo>
                <a:close/>
                <a:moveTo>
                  <a:pt x="13746" y="15851"/>
                </a:moveTo>
                <a:cubicBezTo>
                  <a:pt x="13523" y="15851"/>
                  <a:pt x="13414" y="16118"/>
                  <a:pt x="13570" y="16274"/>
                </a:cubicBezTo>
                <a:cubicBezTo>
                  <a:pt x="13620" y="16324"/>
                  <a:pt x="13681" y="16346"/>
                  <a:pt x="13741" y="16346"/>
                </a:cubicBezTo>
                <a:cubicBezTo>
                  <a:pt x="13868" y="16346"/>
                  <a:pt x="13990" y="16248"/>
                  <a:pt x="13990" y="16099"/>
                </a:cubicBezTo>
                <a:cubicBezTo>
                  <a:pt x="13990" y="15966"/>
                  <a:pt x="13883" y="15854"/>
                  <a:pt x="13751" y="15854"/>
                </a:cubicBezTo>
                <a:cubicBezTo>
                  <a:pt x="13749" y="15854"/>
                  <a:pt x="13748" y="15854"/>
                  <a:pt x="13746" y="15855"/>
                </a:cubicBezTo>
                <a:lnTo>
                  <a:pt x="13746" y="15851"/>
                </a:lnTo>
                <a:close/>
                <a:moveTo>
                  <a:pt x="14965" y="15851"/>
                </a:moveTo>
                <a:cubicBezTo>
                  <a:pt x="14745" y="15851"/>
                  <a:pt x="14633" y="16118"/>
                  <a:pt x="14789" y="16274"/>
                </a:cubicBezTo>
                <a:cubicBezTo>
                  <a:pt x="14840" y="16324"/>
                  <a:pt x="14901" y="16346"/>
                  <a:pt x="14961" y="16346"/>
                </a:cubicBezTo>
                <a:cubicBezTo>
                  <a:pt x="15088" y="16346"/>
                  <a:pt x="15209" y="16248"/>
                  <a:pt x="15209" y="16099"/>
                </a:cubicBezTo>
                <a:cubicBezTo>
                  <a:pt x="15209" y="15964"/>
                  <a:pt x="15100" y="15855"/>
                  <a:pt x="14965" y="15855"/>
                </a:cubicBezTo>
                <a:lnTo>
                  <a:pt x="14965" y="15851"/>
                </a:lnTo>
                <a:close/>
                <a:moveTo>
                  <a:pt x="16184" y="15851"/>
                </a:moveTo>
                <a:cubicBezTo>
                  <a:pt x="15964" y="15851"/>
                  <a:pt x="15855" y="16118"/>
                  <a:pt x="16008" y="16274"/>
                </a:cubicBezTo>
                <a:cubicBezTo>
                  <a:pt x="16059" y="16324"/>
                  <a:pt x="16121" y="16346"/>
                  <a:pt x="16181" y="16346"/>
                </a:cubicBezTo>
                <a:cubicBezTo>
                  <a:pt x="16309" y="16346"/>
                  <a:pt x="16431" y="16248"/>
                  <a:pt x="16431" y="16099"/>
                </a:cubicBezTo>
                <a:cubicBezTo>
                  <a:pt x="16431" y="15964"/>
                  <a:pt x="16319" y="15855"/>
                  <a:pt x="16184" y="15855"/>
                </a:cubicBezTo>
                <a:lnTo>
                  <a:pt x="16184" y="15851"/>
                </a:lnTo>
                <a:close/>
                <a:moveTo>
                  <a:pt x="17403" y="15851"/>
                </a:moveTo>
                <a:cubicBezTo>
                  <a:pt x="17184" y="15851"/>
                  <a:pt x="17074" y="16118"/>
                  <a:pt x="17227" y="16274"/>
                </a:cubicBezTo>
                <a:cubicBezTo>
                  <a:pt x="17278" y="16324"/>
                  <a:pt x="17340" y="16346"/>
                  <a:pt x="17400" y="16346"/>
                </a:cubicBezTo>
                <a:cubicBezTo>
                  <a:pt x="17528" y="16346"/>
                  <a:pt x="17650" y="16248"/>
                  <a:pt x="17650" y="16099"/>
                </a:cubicBezTo>
                <a:cubicBezTo>
                  <a:pt x="17650" y="15966"/>
                  <a:pt x="17541" y="15854"/>
                  <a:pt x="17408" y="15854"/>
                </a:cubicBezTo>
                <a:cubicBezTo>
                  <a:pt x="17407" y="15854"/>
                  <a:pt x="17405" y="15854"/>
                  <a:pt x="17403" y="15855"/>
                </a:cubicBezTo>
                <a:lnTo>
                  <a:pt x="17403" y="15851"/>
                </a:lnTo>
                <a:close/>
                <a:moveTo>
                  <a:pt x="18622" y="15851"/>
                </a:moveTo>
                <a:cubicBezTo>
                  <a:pt x="18403" y="15851"/>
                  <a:pt x="18293" y="16118"/>
                  <a:pt x="18446" y="16274"/>
                </a:cubicBezTo>
                <a:cubicBezTo>
                  <a:pt x="18497" y="16324"/>
                  <a:pt x="18559" y="16346"/>
                  <a:pt x="18619" y="16346"/>
                </a:cubicBezTo>
                <a:cubicBezTo>
                  <a:pt x="18747" y="16346"/>
                  <a:pt x="18870" y="16248"/>
                  <a:pt x="18870" y="16099"/>
                </a:cubicBezTo>
                <a:cubicBezTo>
                  <a:pt x="18870" y="15964"/>
                  <a:pt x="18760" y="15855"/>
                  <a:pt x="18622" y="15855"/>
                </a:cubicBezTo>
                <a:lnTo>
                  <a:pt x="18622" y="15851"/>
                </a:lnTo>
                <a:close/>
                <a:moveTo>
                  <a:pt x="19841" y="15851"/>
                </a:moveTo>
                <a:cubicBezTo>
                  <a:pt x="19622" y="15851"/>
                  <a:pt x="19512" y="16118"/>
                  <a:pt x="19669" y="16274"/>
                </a:cubicBezTo>
                <a:cubicBezTo>
                  <a:pt x="19718" y="16324"/>
                  <a:pt x="19779" y="16346"/>
                  <a:pt x="19839" y="16346"/>
                </a:cubicBezTo>
                <a:cubicBezTo>
                  <a:pt x="19966" y="16346"/>
                  <a:pt x="20089" y="16248"/>
                  <a:pt x="20089" y="16099"/>
                </a:cubicBezTo>
                <a:cubicBezTo>
                  <a:pt x="20089" y="15966"/>
                  <a:pt x="19982" y="15854"/>
                  <a:pt x="19847" y="15854"/>
                </a:cubicBezTo>
                <a:cubicBezTo>
                  <a:pt x="19845" y="15854"/>
                  <a:pt x="19843" y="15854"/>
                  <a:pt x="19841" y="15855"/>
                </a:cubicBezTo>
                <a:lnTo>
                  <a:pt x="19841" y="15851"/>
                </a:lnTo>
                <a:close/>
                <a:moveTo>
                  <a:pt x="330" y="17074"/>
                </a:moveTo>
                <a:cubicBezTo>
                  <a:pt x="111" y="17074"/>
                  <a:pt x="1" y="17337"/>
                  <a:pt x="154" y="17494"/>
                </a:cubicBezTo>
                <a:cubicBezTo>
                  <a:pt x="205" y="17544"/>
                  <a:pt x="268" y="17567"/>
                  <a:pt x="329" y="17567"/>
                </a:cubicBezTo>
                <a:cubicBezTo>
                  <a:pt x="456" y="17567"/>
                  <a:pt x="577" y="17468"/>
                  <a:pt x="577" y="17318"/>
                </a:cubicBezTo>
                <a:cubicBezTo>
                  <a:pt x="577" y="17183"/>
                  <a:pt x="465" y="17074"/>
                  <a:pt x="330" y="17074"/>
                </a:cubicBezTo>
                <a:close/>
                <a:moveTo>
                  <a:pt x="1549" y="17074"/>
                </a:moveTo>
                <a:cubicBezTo>
                  <a:pt x="1330" y="17074"/>
                  <a:pt x="1220" y="17337"/>
                  <a:pt x="1373" y="17494"/>
                </a:cubicBezTo>
                <a:cubicBezTo>
                  <a:pt x="1424" y="17544"/>
                  <a:pt x="1487" y="17567"/>
                  <a:pt x="1548" y="17567"/>
                </a:cubicBezTo>
                <a:cubicBezTo>
                  <a:pt x="1675" y="17567"/>
                  <a:pt x="1797" y="17468"/>
                  <a:pt x="1797" y="17318"/>
                </a:cubicBezTo>
                <a:cubicBezTo>
                  <a:pt x="1797" y="17183"/>
                  <a:pt x="1687" y="17074"/>
                  <a:pt x="1549" y="17074"/>
                </a:cubicBezTo>
                <a:close/>
                <a:moveTo>
                  <a:pt x="2768" y="17074"/>
                </a:moveTo>
                <a:cubicBezTo>
                  <a:pt x="2549" y="17074"/>
                  <a:pt x="2439" y="17337"/>
                  <a:pt x="2596" y="17494"/>
                </a:cubicBezTo>
                <a:cubicBezTo>
                  <a:pt x="2645" y="17544"/>
                  <a:pt x="2707" y="17567"/>
                  <a:pt x="2768" y="17567"/>
                </a:cubicBezTo>
                <a:cubicBezTo>
                  <a:pt x="2894" y="17567"/>
                  <a:pt x="3016" y="17468"/>
                  <a:pt x="3016" y="17318"/>
                </a:cubicBezTo>
                <a:cubicBezTo>
                  <a:pt x="3016" y="17183"/>
                  <a:pt x="2906" y="17074"/>
                  <a:pt x="2768" y="17074"/>
                </a:cubicBezTo>
                <a:close/>
                <a:moveTo>
                  <a:pt x="3987" y="17074"/>
                </a:moveTo>
                <a:cubicBezTo>
                  <a:pt x="3768" y="17074"/>
                  <a:pt x="3658" y="17337"/>
                  <a:pt x="3815" y="17494"/>
                </a:cubicBezTo>
                <a:cubicBezTo>
                  <a:pt x="3865" y="17544"/>
                  <a:pt x="3926" y="17567"/>
                  <a:pt x="3987" y="17567"/>
                </a:cubicBezTo>
                <a:cubicBezTo>
                  <a:pt x="4113" y="17567"/>
                  <a:pt x="4235" y="17468"/>
                  <a:pt x="4235" y="17318"/>
                </a:cubicBezTo>
                <a:cubicBezTo>
                  <a:pt x="4235" y="17183"/>
                  <a:pt x="4125" y="17074"/>
                  <a:pt x="3987" y="17074"/>
                </a:cubicBezTo>
                <a:close/>
                <a:moveTo>
                  <a:pt x="5209" y="17074"/>
                </a:moveTo>
                <a:cubicBezTo>
                  <a:pt x="4987" y="17074"/>
                  <a:pt x="4877" y="17337"/>
                  <a:pt x="5034" y="17494"/>
                </a:cubicBezTo>
                <a:cubicBezTo>
                  <a:pt x="5084" y="17544"/>
                  <a:pt x="5145" y="17567"/>
                  <a:pt x="5206" y="17567"/>
                </a:cubicBezTo>
                <a:cubicBezTo>
                  <a:pt x="5332" y="17567"/>
                  <a:pt x="5454" y="17468"/>
                  <a:pt x="5454" y="17318"/>
                </a:cubicBezTo>
                <a:cubicBezTo>
                  <a:pt x="5454" y="17183"/>
                  <a:pt x="5344" y="17074"/>
                  <a:pt x="5209" y="17074"/>
                </a:cubicBezTo>
                <a:close/>
                <a:moveTo>
                  <a:pt x="6428" y="17074"/>
                </a:moveTo>
                <a:cubicBezTo>
                  <a:pt x="6209" y="17074"/>
                  <a:pt x="6096" y="17337"/>
                  <a:pt x="6253" y="17494"/>
                </a:cubicBezTo>
                <a:cubicBezTo>
                  <a:pt x="6304" y="17544"/>
                  <a:pt x="6366" y="17567"/>
                  <a:pt x="6426" y="17567"/>
                </a:cubicBezTo>
                <a:cubicBezTo>
                  <a:pt x="6553" y="17567"/>
                  <a:pt x="6673" y="17468"/>
                  <a:pt x="6673" y="17318"/>
                </a:cubicBezTo>
                <a:cubicBezTo>
                  <a:pt x="6673" y="17183"/>
                  <a:pt x="6563" y="17074"/>
                  <a:pt x="6428" y="17074"/>
                </a:cubicBezTo>
                <a:close/>
                <a:moveTo>
                  <a:pt x="7647" y="17074"/>
                </a:moveTo>
                <a:cubicBezTo>
                  <a:pt x="7428" y="17074"/>
                  <a:pt x="7318" y="17337"/>
                  <a:pt x="7472" y="17494"/>
                </a:cubicBezTo>
                <a:cubicBezTo>
                  <a:pt x="7523" y="17544"/>
                  <a:pt x="7585" y="17567"/>
                  <a:pt x="7646" y="17567"/>
                </a:cubicBezTo>
                <a:cubicBezTo>
                  <a:pt x="7773" y="17567"/>
                  <a:pt x="7895" y="17468"/>
                  <a:pt x="7895" y="17318"/>
                </a:cubicBezTo>
                <a:cubicBezTo>
                  <a:pt x="7895" y="17183"/>
                  <a:pt x="7782" y="17074"/>
                  <a:pt x="7647" y="17074"/>
                </a:cubicBezTo>
                <a:close/>
                <a:moveTo>
                  <a:pt x="8866" y="17074"/>
                </a:moveTo>
                <a:cubicBezTo>
                  <a:pt x="8647" y="17074"/>
                  <a:pt x="8537" y="17337"/>
                  <a:pt x="8691" y="17494"/>
                </a:cubicBezTo>
                <a:cubicBezTo>
                  <a:pt x="8742" y="17544"/>
                  <a:pt x="8804" y="17567"/>
                  <a:pt x="8865" y="17567"/>
                </a:cubicBezTo>
                <a:cubicBezTo>
                  <a:pt x="8992" y="17567"/>
                  <a:pt x="9114" y="17468"/>
                  <a:pt x="9114" y="17318"/>
                </a:cubicBezTo>
                <a:cubicBezTo>
                  <a:pt x="9114" y="17183"/>
                  <a:pt x="9001" y="17074"/>
                  <a:pt x="8866" y="17074"/>
                </a:cubicBezTo>
                <a:close/>
                <a:moveTo>
                  <a:pt x="10085" y="17074"/>
                </a:moveTo>
                <a:cubicBezTo>
                  <a:pt x="9866" y="17074"/>
                  <a:pt x="9756" y="17337"/>
                  <a:pt x="9910" y="17494"/>
                </a:cubicBezTo>
                <a:cubicBezTo>
                  <a:pt x="9961" y="17544"/>
                  <a:pt x="10023" y="17567"/>
                  <a:pt x="10084" y="17567"/>
                </a:cubicBezTo>
                <a:cubicBezTo>
                  <a:pt x="10211" y="17567"/>
                  <a:pt x="10333" y="17468"/>
                  <a:pt x="10333" y="17318"/>
                </a:cubicBezTo>
                <a:cubicBezTo>
                  <a:pt x="10333" y="17183"/>
                  <a:pt x="10223" y="17074"/>
                  <a:pt x="10085" y="17074"/>
                </a:cubicBezTo>
                <a:close/>
                <a:moveTo>
                  <a:pt x="11305" y="17074"/>
                </a:moveTo>
                <a:cubicBezTo>
                  <a:pt x="11085" y="17074"/>
                  <a:pt x="10975" y="17337"/>
                  <a:pt x="11132" y="17494"/>
                </a:cubicBezTo>
                <a:cubicBezTo>
                  <a:pt x="11182" y="17544"/>
                  <a:pt x="11244" y="17567"/>
                  <a:pt x="11304" y="17567"/>
                </a:cubicBezTo>
                <a:cubicBezTo>
                  <a:pt x="11431" y="17567"/>
                  <a:pt x="11552" y="17468"/>
                  <a:pt x="11552" y="17318"/>
                </a:cubicBezTo>
                <a:cubicBezTo>
                  <a:pt x="11552" y="17183"/>
                  <a:pt x="11442" y="17074"/>
                  <a:pt x="11305" y="17074"/>
                </a:cubicBezTo>
                <a:close/>
                <a:moveTo>
                  <a:pt x="12524" y="17074"/>
                </a:moveTo>
                <a:cubicBezTo>
                  <a:pt x="12304" y="17074"/>
                  <a:pt x="12195" y="17337"/>
                  <a:pt x="12351" y="17494"/>
                </a:cubicBezTo>
                <a:cubicBezTo>
                  <a:pt x="12401" y="17544"/>
                  <a:pt x="12463" y="17567"/>
                  <a:pt x="12523" y="17567"/>
                </a:cubicBezTo>
                <a:cubicBezTo>
                  <a:pt x="12650" y="17567"/>
                  <a:pt x="12771" y="17468"/>
                  <a:pt x="12771" y="17318"/>
                </a:cubicBezTo>
                <a:cubicBezTo>
                  <a:pt x="12771" y="17183"/>
                  <a:pt x="12661" y="17074"/>
                  <a:pt x="12524" y="17074"/>
                </a:cubicBezTo>
                <a:close/>
                <a:moveTo>
                  <a:pt x="13746" y="17074"/>
                </a:moveTo>
                <a:cubicBezTo>
                  <a:pt x="13523" y="17074"/>
                  <a:pt x="13414" y="17337"/>
                  <a:pt x="13570" y="17494"/>
                </a:cubicBezTo>
                <a:cubicBezTo>
                  <a:pt x="13620" y="17544"/>
                  <a:pt x="13682" y="17567"/>
                  <a:pt x="13742" y="17567"/>
                </a:cubicBezTo>
                <a:cubicBezTo>
                  <a:pt x="13869" y="17567"/>
                  <a:pt x="13990" y="17468"/>
                  <a:pt x="13990" y="17318"/>
                </a:cubicBezTo>
                <a:cubicBezTo>
                  <a:pt x="13990" y="17183"/>
                  <a:pt x="13881" y="17074"/>
                  <a:pt x="13746" y="17074"/>
                </a:cubicBezTo>
                <a:close/>
                <a:moveTo>
                  <a:pt x="14965" y="17074"/>
                </a:moveTo>
                <a:cubicBezTo>
                  <a:pt x="14745" y="17074"/>
                  <a:pt x="14633" y="17337"/>
                  <a:pt x="14789" y="17494"/>
                </a:cubicBezTo>
                <a:cubicBezTo>
                  <a:pt x="14840" y="17544"/>
                  <a:pt x="14902" y="17567"/>
                  <a:pt x="14963" y="17567"/>
                </a:cubicBezTo>
                <a:cubicBezTo>
                  <a:pt x="15089" y="17567"/>
                  <a:pt x="15209" y="17468"/>
                  <a:pt x="15209" y="17318"/>
                </a:cubicBezTo>
                <a:cubicBezTo>
                  <a:pt x="15209" y="17183"/>
                  <a:pt x="15100" y="17074"/>
                  <a:pt x="14965" y="17074"/>
                </a:cubicBezTo>
                <a:close/>
                <a:moveTo>
                  <a:pt x="16184" y="17074"/>
                </a:moveTo>
                <a:cubicBezTo>
                  <a:pt x="15964" y="17074"/>
                  <a:pt x="15855" y="17337"/>
                  <a:pt x="16008" y="17494"/>
                </a:cubicBezTo>
                <a:cubicBezTo>
                  <a:pt x="16059" y="17544"/>
                  <a:pt x="16122" y="17567"/>
                  <a:pt x="16183" y="17567"/>
                </a:cubicBezTo>
                <a:cubicBezTo>
                  <a:pt x="16310" y="17567"/>
                  <a:pt x="16431" y="17468"/>
                  <a:pt x="16431" y="17318"/>
                </a:cubicBezTo>
                <a:cubicBezTo>
                  <a:pt x="16431" y="17183"/>
                  <a:pt x="16319" y="17074"/>
                  <a:pt x="16184" y="17074"/>
                </a:cubicBezTo>
                <a:close/>
                <a:moveTo>
                  <a:pt x="17403" y="17074"/>
                </a:moveTo>
                <a:cubicBezTo>
                  <a:pt x="17184" y="17074"/>
                  <a:pt x="17074" y="17337"/>
                  <a:pt x="17227" y="17494"/>
                </a:cubicBezTo>
                <a:cubicBezTo>
                  <a:pt x="17278" y="17544"/>
                  <a:pt x="17341" y="17567"/>
                  <a:pt x="17402" y="17567"/>
                </a:cubicBezTo>
                <a:cubicBezTo>
                  <a:pt x="17529" y="17567"/>
                  <a:pt x="17650" y="17468"/>
                  <a:pt x="17650" y="17318"/>
                </a:cubicBezTo>
                <a:cubicBezTo>
                  <a:pt x="17650" y="17183"/>
                  <a:pt x="17538" y="17074"/>
                  <a:pt x="17403" y="17074"/>
                </a:cubicBezTo>
                <a:close/>
                <a:moveTo>
                  <a:pt x="18622" y="17074"/>
                </a:moveTo>
                <a:cubicBezTo>
                  <a:pt x="18403" y="17074"/>
                  <a:pt x="18293" y="17337"/>
                  <a:pt x="18446" y="17494"/>
                </a:cubicBezTo>
                <a:cubicBezTo>
                  <a:pt x="18497" y="17544"/>
                  <a:pt x="18560" y="17567"/>
                  <a:pt x="18621" y="17567"/>
                </a:cubicBezTo>
                <a:cubicBezTo>
                  <a:pt x="18748" y="17567"/>
                  <a:pt x="18870" y="17468"/>
                  <a:pt x="18870" y="17318"/>
                </a:cubicBezTo>
                <a:cubicBezTo>
                  <a:pt x="18870" y="17183"/>
                  <a:pt x="18760" y="17074"/>
                  <a:pt x="18622" y="17074"/>
                </a:cubicBezTo>
                <a:close/>
                <a:moveTo>
                  <a:pt x="19841" y="17074"/>
                </a:moveTo>
                <a:cubicBezTo>
                  <a:pt x="19622" y="17074"/>
                  <a:pt x="19512" y="17337"/>
                  <a:pt x="19669" y="17494"/>
                </a:cubicBezTo>
                <a:cubicBezTo>
                  <a:pt x="19718" y="17544"/>
                  <a:pt x="19780" y="17567"/>
                  <a:pt x="19841" y="17567"/>
                </a:cubicBezTo>
                <a:cubicBezTo>
                  <a:pt x="19967" y="17567"/>
                  <a:pt x="20089" y="17468"/>
                  <a:pt x="20089" y="17318"/>
                </a:cubicBezTo>
                <a:cubicBezTo>
                  <a:pt x="20089" y="17183"/>
                  <a:pt x="19979" y="17074"/>
                  <a:pt x="19841" y="17074"/>
                </a:cubicBezTo>
                <a:close/>
                <a:moveTo>
                  <a:pt x="21059" y="18293"/>
                </a:moveTo>
                <a:cubicBezTo>
                  <a:pt x="20845" y="18293"/>
                  <a:pt x="20728" y="18562"/>
                  <a:pt x="20894" y="18719"/>
                </a:cubicBezTo>
                <a:cubicBezTo>
                  <a:pt x="20944" y="18765"/>
                  <a:pt x="21002" y="18785"/>
                  <a:pt x="21059" y="18785"/>
                </a:cubicBezTo>
                <a:cubicBezTo>
                  <a:pt x="21203" y="18785"/>
                  <a:pt x="21337" y="18655"/>
                  <a:pt x="21301" y="18487"/>
                </a:cubicBezTo>
                <a:cubicBezTo>
                  <a:pt x="21229" y="18431"/>
                  <a:pt x="21160" y="18365"/>
                  <a:pt x="21098" y="18296"/>
                </a:cubicBezTo>
                <a:cubicBezTo>
                  <a:pt x="21085" y="18294"/>
                  <a:pt x="21072" y="18293"/>
                  <a:pt x="21059" y="18293"/>
                </a:cubicBezTo>
                <a:close/>
                <a:moveTo>
                  <a:pt x="330" y="18293"/>
                </a:moveTo>
                <a:cubicBezTo>
                  <a:pt x="111" y="18293"/>
                  <a:pt x="1" y="18559"/>
                  <a:pt x="154" y="18713"/>
                </a:cubicBezTo>
                <a:cubicBezTo>
                  <a:pt x="205" y="18763"/>
                  <a:pt x="268" y="18786"/>
                  <a:pt x="329" y="18786"/>
                </a:cubicBezTo>
                <a:cubicBezTo>
                  <a:pt x="456" y="18786"/>
                  <a:pt x="577" y="18687"/>
                  <a:pt x="577" y="18537"/>
                </a:cubicBezTo>
                <a:cubicBezTo>
                  <a:pt x="577" y="18402"/>
                  <a:pt x="465" y="18293"/>
                  <a:pt x="330" y="18293"/>
                </a:cubicBezTo>
                <a:close/>
                <a:moveTo>
                  <a:pt x="1549" y="18293"/>
                </a:moveTo>
                <a:cubicBezTo>
                  <a:pt x="1330" y="18293"/>
                  <a:pt x="1220" y="18559"/>
                  <a:pt x="1373" y="18713"/>
                </a:cubicBezTo>
                <a:cubicBezTo>
                  <a:pt x="1424" y="18763"/>
                  <a:pt x="1487" y="18786"/>
                  <a:pt x="1548" y="18786"/>
                </a:cubicBezTo>
                <a:cubicBezTo>
                  <a:pt x="1675" y="18786"/>
                  <a:pt x="1797" y="18687"/>
                  <a:pt x="1797" y="18537"/>
                </a:cubicBezTo>
                <a:cubicBezTo>
                  <a:pt x="1797" y="18402"/>
                  <a:pt x="1687" y="18293"/>
                  <a:pt x="1549" y="18293"/>
                </a:cubicBezTo>
                <a:close/>
                <a:moveTo>
                  <a:pt x="2768" y="18293"/>
                </a:moveTo>
                <a:cubicBezTo>
                  <a:pt x="2549" y="18293"/>
                  <a:pt x="2439" y="18559"/>
                  <a:pt x="2596" y="18713"/>
                </a:cubicBezTo>
                <a:cubicBezTo>
                  <a:pt x="2645" y="18763"/>
                  <a:pt x="2707" y="18786"/>
                  <a:pt x="2768" y="18786"/>
                </a:cubicBezTo>
                <a:cubicBezTo>
                  <a:pt x="2894" y="18786"/>
                  <a:pt x="3016" y="18687"/>
                  <a:pt x="3016" y="18537"/>
                </a:cubicBezTo>
                <a:cubicBezTo>
                  <a:pt x="3016" y="18402"/>
                  <a:pt x="2906" y="18293"/>
                  <a:pt x="2768" y="18293"/>
                </a:cubicBezTo>
                <a:close/>
                <a:moveTo>
                  <a:pt x="3987" y="18293"/>
                </a:moveTo>
                <a:cubicBezTo>
                  <a:pt x="3768" y="18293"/>
                  <a:pt x="3658" y="18559"/>
                  <a:pt x="3815" y="18713"/>
                </a:cubicBezTo>
                <a:cubicBezTo>
                  <a:pt x="3865" y="18763"/>
                  <a:pt x="3926" y="18786"/>
                  <a:pt x="3987" y="18786"/>
                </a:cubicBezTo>
                <a:cubicBezTo>
                  <a:pt x="4113" y="18786"/>
                  <a:pt x="4235" y="18687"/>
                  <a:pt x="4235" y="18537"/>
                </a:cubicBezTo>
                <a:cubicBezTo>
                  <a:pt x="4235" y="18402"/>
                  <a:pt x="4125" y="18293"/>
                  <a:pt x="3987" y="18293"/>
                </a:cubicBezTo>
                <a:close/>
                <a:moveTo>
                  <a:pt x="5209" y="18293"/>
                </a:moveTo>
                <a:cubicBezTo>
                  <a:pt x="4987" y="18293"/>
                  <a:pt x="4877" y="18559"/>
                  <a:pt x="5034" y="18713"/>
                </a:cubicBezTo>
                <a:cubicBezTo>
                  <a:pt x="5084" y="18763"/>
                  <a:pt x="5145" y="18786"/>
                  <a:pt x="5206" y="18786"/>
                </a:cubicBezTo>
                <a:cubicBezTo>
                  <a:pt x="5332" y="18786"/>
                  <a:pt x="5454" y="18687"/>
                  <a:pt x="5454" y="18537"/>
                </a:cubicBezTo>
                <a:cubicBezTo>
                  <a:pt x="5454" y="18402"/>
                  <a:pt x="5344" y="18293"/>
                  <a:pt x="5209" y="18293"/>
                </a:cubicBezTo>
                <a:close/>
                <a:moveTo>
                  <a:pt x="6428" y="18293"/>
                </a:moveTo>
                <a:cubicBezTo>
                  <a:pt x="6209" y="18293"/>
                  <a:pt x="6096" y="18559"/>
                  <a:pt x="6253" y="18713"/>
                </a:cubicBezTo>
                <a:cubicBezTo>
                  <a:pt x="6304" y="18763"/>
                  <a:pt x="6366" y="18786"/>
                  <a:pt x="6426" y="18786"/>
                </a:cubicBezTo>
                <a:cubicBezTo>
                  <a:pt x="6553" y="18786"/>
                  <a:pt x="6673" y="18687"/>
                  <a:pt x="6673" y="18537"/>
                </a:cubicBezTo>
                <a:cubicBezTo>
                  <a:pt x="6673" y="18402"/>
                  <a:pt x="6563" y="18293"/>
                  <a:pt x="6428" y="18293"/>
                </a:cubicBezTo>
                <a:close/>
                <a:moveTo>
                  <a:pt x="7647" y="18293"/>
                </a:moveTo>
                <a:cubicBezTo>
                  <a:pt x="7428" y="18293"/>
                  <a:pt x="7318" y="18559"/>
                  <a:pt x="7472" y="18713"/>
                </a:cubicBezTo>
                <a:cubicBezTo>
                  <a:pt x="7523" y="18763"/>
                  <a:pt x="7585" y="18786"/>
                  <a:pt x="7646" y="18786"/>
                </a:cubicBezTo>
                <a:cubicBezTo>
                  <a:pt x="7773" y="18786"/>
                  <a:pt x="7895" y="18687"/>
                  <a:pt x="7895" y="18537"/>
                </a:cubicBezTo>
                <a:cubicBezTo>
                  <a:pt x="7895" y="18402"/>
                  <a:pt x="7782" y="18293"/>
                  <a:pt x="7647" y="18293"/>
                </a:cubicBezTo>
                <a:close/>
                <a:moveTo>
                  <a:pt x="8866" y="18293"/>
                </a:moveTo>
                <a:cubicBezTo>
                  <a:pt x="8647" y="18293"/>
                  <a:pt x="8537" y="18559"/>
                  <a:pt x="8691" y="18713"/>
                </a:cubicBezTo>
                <a:cubicBezTo>
                  <a:pt x="8742" y="18763"/>
                  <a:pt x="8804" y="18786"/>
                  <a:pt x="8865" y="18786"/>
                </a:cubicBezTo>
                <a:cubicBezTo>
                  <a:pt x="8992" y="18786"/>
                  <a:pt x="9114" y="18687"/>
                  <a:pt x="9114" y="18537"/>
                </a:cubicBezTo>
                <a:cubicBezTo>
                  <a:pt x="9114" y="18402"/>
                  <a:pt x="9001" y="18293"/>
                  <a:pt x="8866" y="18293"/>
                </a:cubicBezTo>
                <a:close/>
                <a:moveTo>
                  <a:pt x="10085" y="18293"/>
                </a:moveTo>
                <a:cubicBezTo>
                  <a:pt x="9866" y="18293"/>
                  <a:pt x="9756" y="18559"/>
                  <a:pt x="9910" y="18713"/>
                </a:cubicBezTo>
                <a:cubicBezTo>
                  <a:pt x="9961" y="18763"/>
                  <a:pt x="10023" y="18786"/>
                  <a:pt x="10084" y="18786"/>
                </a:cubicBezTo>
                <a:cubicBezTo>
                  <a:pt x="10211" y="18786"/>
                  <a:pt x="10333" y="18687"/>
                  <a:pt x="10333" y="18537"/>
                </a:cubicBezTo>
                <a:cubicBezTo>
                  <a:pt x="10333" y="18402"/>
                  <a:pt x="10223" y="18293"/>
                  <a:pt x="10085" y="18293"/>
                </a:cubicBezTo>
                <a:close/>
                <a:moveTo>
                  <a:pt x="11305" y="18293"/>
                </a:moveTo>
                <a:cubicBezTo>
                  <a:pt x="11085" y="18293"/>
                  <a:pt x="10975" y="18559"/>
                  <a:pt x="11132" y="18713"/>
                </a:cubicBezTo>
                <a:cubicBezTo>
                  <a:pt x="11182" y="18763"/>
                  <a:pt x="11244" y="18786"/>
                  <a:pt x="11304" y="18786"/>
                </a:cubicBezTo>
                <a:cubicBezTo>
                  <a:pt x="11431" y="18786"/>
                  <a:pt x="11552" y="18687"/>
                  <a:pt x="11552" y="18537"/>
                </a:cubicBezTo>
                <a:cubicBezTo>
                  <a:pt x="11552" y="18402"/>
                  <a:pt x="11442" y="18293"/>
                  <a:pt x="11305" y="18293"/>
                </a:cubicBezTo>
                <a:close/>
                <a:moveTo>
                  <a:pt x="12524" y="18293"/>
                </a:moveTo>
                <a:cubicBezTo>
                  <a:pt x="12304" y="18293"/>
                  <a:pt x="12195" y="18559"/>
                  <a:pt x="12351" y="18713"/>
                </a:cubicBezTo>
                <a:cubicBezTo>
                  <a:pt x="12401" y="18763"/>
                  <a:pt x="12463" y="18786"/>
                  <a:pt x="12523" y="18786"/>
                </a:cubicBezTo>
                <a:cubicBezTo>
                  <a:pt x="12650" y="18786"/>
                  <a:pt x="12771" y="18687"/>
                  <a:pt x="12771" y="18537"/>
                </a:cubicBezTo>
                <a:cubicBezTo>
                  <a:pt x="12771" y="18402"/>
                  <a:pt x="12661" y="18293"/>
                  <a:pt x="12524" y="18293"/>
                </a:cubicBezTo>
                <a:close/>
                <a:moveTo>
                  <a:pt x="13746" y="18293"/>
                </a:moveTo>
                <a:cubicBezTo>
                  <a:pt x="13523" y="18293"/>
                  <a:pt x="13414" y="18559"/>
                  <a:pt x="13570" y="18713"/>
                </a:cubicBezTo>
                <a:cubicBezTo>
                  <a:pt x="13620" y="18763"/>
                  <a:pt x="13682" y="18786"/>
                  <a:pt x="13742" y="18786"/>
                </a:cubicBezTo>
                <a:cubicBezTo>
                  <a:pt x="13869" y="18786"/>
                  <a:pt x="13990" y="18687"/>
                  <a:pt x="13990" y="18537"/>
                </a:cubicBezTo>
                <a:cubicBezTo>
                  <a:pt x="13990" y="18402"/>
                  <a:pt x="13881" y="18293"/>
                  <a:pt x="13746" y="18293"/>
                </a:cubicBezTo>
                <a:close/>
                <a:moveTo>
                  <a:pt x="14965" y="18293"/>
                </a:moveTo>
                <a:cubicBezTo>
                  <a:pt x="14745" y="18293"/>
                  <a:pt x="14633" y="18559"/>
                  <a:pt x="14789" y="18713"/>
                </a:cubicBezTo>
                <a:cubicBezTo>
                  <a:pt x="14840" y="18763"/>
                  <a:pt x="14902" y="18786"/>
                  <a:pt x="14963" y="18786"/>
                </a:cubicBezTo>
                <a:cubicBezTo>
                  <a:pt x="15089" y="18786"/>
                  <a:pt x="15209" y="18687"/>
                  <a:pt x="15209" y="18537"/>
                </a:cubicBezTo>
                <a:cubicBezTo>
                  <a:pt x="15209" y="18402"/>
                  <a:pt x="15100" y="18293"/>
                  <a:pt x="14965" y="18293"/>
                </a:cubicBezTo>
                <a:close/>
                <a:moveTo>
                  <a:pt x="16184" y="18293"/>
                </a:moveTo>
                <a:cubicBezTo>
                  <a:pt x="15964" y="18293"/>
                  <a:pt x="15855" y="18559"/>
                  <a:pt x="16008" y="18713"/>
                </a:cubicBezTo>
                <a:cubicBezTo>
                  <a:pt x="16059" y="18763"/>
                  <a:pt x="16122" y="18786"/>
                  <a:pt x="16183" y="18786"/>
                </a:cubicBezTo>
                <a:cubicBezTo>
                  <a:pt x="16310" y="18786"/>
                  <a:pt x="16431" y="18687"/>
                  <a:pt x="16431" y="18537"/>
                </a:cubicBezTo>
                <a:cubicBezTo>
                  <a:pt x="16431" y="18402"/>
                  <a:pt x="16319" y="18293"/>
                  <a:pt x="16184" y="18293"/>
                </a:cubicBezTo>
                <a:close/>
                <a:moveTo>
                  <a:pt x="17403" y="18293"/>
                </a:moveTo>
                <a:cubicBezTo>
                  <a:pt x="17184" y="18293"/>
                  <a:pt x="17074" y="18559"/>
                  <a:pt x="17227" y="18713"/>
                </a:cubicBezTo>
                <a:cubicBezTo>
                  <a:pt x="17278" y="18763"/>
                  <a:pt x="17341" y="18786"/>
                  <a:pt x="17402" y="18786"/>
                </a:cubicBezTo>
                <a:cubicBezTo>
                  <a:pt x="17529" y="18786"/>
                  <a:pt x="17650" y="18687"/>
                  <a:pt x="17650" y="18537"/>
                </a:cubicBezTo>
                <a:cubicBezTo>
                  <a:pt x="17650" y="18402"/>
                  <a:pt x="17538" y="18293"/>
                  <a:pt x="17403" y="18293"/>
                </a:cubicBezTo>
                <a:close/>
                <a:moveTo>
                  <a:pt x="18622" y="18293"/>
                </a:moveTo>
                <a:cubicBezTo>
                  <a:pt x="18403" y="18293"/>
                  <a:pt x="18293" y="18559"/>
                  <a:pt x="18446" y="18713"/>
                </a:cubicBezTo>
                <a:cubicBezTo>
                  <a:pt x="18497" y="18763"/>
                  <a:pt x="18560" y="18786"/>
                  <a:pt x="18621" y="18786"/>
                </a:cubicBezTo>
                <a:cubicBezTo>
                  <a:pt x="18748" y="18786"/>
                  <a:pt x="18870" y="18687"/>
                  <a:pt x="18870" y="18537"/>
                </a:cubicBezTo>
                <a:cubicBezTo>
                  <a:pt x="18870" y="18402"/>
                  <a:pt x="18760" y="18293"/>
                  <a:pt x="18622" y="18293"/>
                </a:cubicBezTo>
                <a:close/>
                <a:moveTo>
                  <a:pt x="19841" y="18293"/>
                </a:moveTo>
                <a:cubicBezTo>
                  <a:pt x="19622" y="18293"/>
                  <a:pt x="19512" y="18559"/>
                  <a:pt x="19669" y="18713"/>
                </a:cubicBezTo>
                <a:cubicBezTo>
                  <a:pt x="19718" y="18763"/>
                  <a:pt x="19780" y="18786"/>
                  <a:pt x="19841" y="18786"/>
                </a:cubicBezTo>
                <a:cubicBezTo>
                  <a:pt x="19967" y="18786"/>
                  <a:pt x="20089" y="18687"/>
                  <a:pt x="20089" y="18537"/>
                </a:cubicBezTo>
                <a:cubicBezTo>
                  <a:pt x="20089" y="18402"/>
                  <a:pt x="19979" y="18293"/>
                  <a:pt x="19841" y="18293"/>
                </a:cubicBezTo>
                <a:close/>
                <a:moveTo>
                  <a:pt x="330" y="19512"/>
                </a:moveTo>
                <a:cubicBezTo>
                  <a:pt x="111" y="19512"/>
                  <a:pt x="1" y="19778"/>
                  <a:pt x="154" y="19932"/>
                </a:cubicBezTo>
                <a:cubicBezTo>
                  <a:pt x="205" y="19983"/>
                  <a:pt x="268" y="20005"/>
                  <a:pt x="329" y="20005"/>
                </a:cubicBezTo>
                <a:cubicBezTo>
                  <a:pt x="456" y="20005"/>
                  <a:pt x="577" y="19907"/>
                  <a:pt x="577" y="19759"/>
                </a:cubicBezTo>
                <a:cubicBezTo>
                  <a:pt x="577" y="19621"/>
                  <a:pt x="465" y="19512"/>
                  <a:pt x="330" y="19512"/>
                </a:cubicBezTo>
                <a:close/>
                <a:moveTo>
                  <a:pt x="1549" y="19512"/>
                </a:moveTo>
                <a:cubicBezTo>
                  <a:pt x="1330" y="19512"/>
                  <a:pt x="1220" y="19778"/>
                  <a:pt x="1373" y="19932"/>
                </a:cubicBezTo>
                <a:cubicBezTo>
                  <a:pt x="1424" y="19983"/>
                  <a:pt x="1487" y="20005"/>
                  <a:pt x="1548" y="20005"/>
                </a:cubicBezTo>
                <a:cubicBezTo>
                  <a:pt x="1675" y="20005"/>
                  <a:pt x="1797" y="19907"/>
                  <a:pt x="1797" y="19759"/>
                </a:cubicBezTo>
                <a:cubicBezTo>
                  <a:pt x="1797" y="19621"/>
                  <a:pt x="1687" y="19512"/>
                  <a:pt x="1549" y="19512"/>
                </a:cubicBezTo>
                <a:close/>
                <a:moveTo>
                  <a:pt x="2768" y="19512"/>
                </a:moveTo>
                <a:cubicBezTo>
                  <a:pt x="2549" y="19512"/>
                  <a:pt x="2439" y="19778"/>
                  <a:pt x="2596" y="19932"/>
                </a:cubicBezTo>
                <a:cubicBezTo>
                  <a:pt x="2646" y="19983"/>
                  <a:pt x="2707" y="20005"/>
                  <a:pt x="2768" y="20005"/>
                </a:cubicBezTo>
                <a:cubicBezTo>
                  <a:pt x="2894" y="20005"/>
                  <a:pt x="3016" y="19907"/>
                  <a:pt x="3016" y="19759"/>
                </a:cubicBezTo>
                <a:cubicBezTo>
                  <a:pt x="3016" y="19621"/>
                  <a:pt x="2906" y="19512"/>
                  <a:pt x="2768" y="19512"/>
                </a:cubicBezTo>
                <a:close/>
                <a:moveTo>
                  <a:pt x="3987" y="19512"/>
                </a:moveTo>
                <a:cubicBezTo>
                  <a:pt x="3768" y="19512"/>
                  <a:pt x="3658" y="19778"/>
                  <a:pt x="3815" y="19932"/>
                </a:cubicBezTo>
                <a:cubicBezTo>
                  <a:pt x="3865" y="19983"/>
                  <a:pt x="3927" y="20005"/>
                  <a:pt x="3987" y="20005"/>
                </a:cubicBezTo>
                <a:cubicBezTo>
                  <a:pt x="4113" y="20005"/>
                  <a:pt x="4235" y="19907"/>
                  <a:pt x="4235" y="19759"/>
                </a:cubicBezTo>
                <a:cubicBezTo>
                  <a:pt x="4235" y="19621"/>
                  <a:pt x="4125" y="19512"/>
                  <a:pt x="3987" y="19512"/>
                </a:cubicBezTo>
                <a:close/>
                <a:moveTo>
                  <a:pt x="5209" y="19512"/>
                </a:moveTo>
                <a:cubicBezTo>
                  <a:pt x="4987" y="19512"/>
                  <a:pt x="4877" y="19778"/>
                  <a:pt x="5034" y="19932"/>
                </a:cubicBezTo>
                <a:cubicBezTo>
                  <a:pt x="5084" y="19983"/>
                  <a:pt x="5146" y="20005"/>
                  <a:pt x="5206" y="20005"/>
                </a:cubicBezTo>
                <a:cubicBezTo>
                  <a:pt x="5332" y="20005"/>
                  <a:pt x="5454" y="19907"/>
                  <a:pt x="5454" y="19759"/>
                </a:cubicBezTo>
                <a:cubicBezTo>
                  <a:pt x="5454" y="19621"/>
                  <a:pt x="5344" y="19512"/>
                  <a:pt x="5209" y="19512"/>
                </a:cubicBezTo>
                <a:close/>
                <a:moveTo>
                  <a:pt x="6428" y="19512"/>
                </a:moveTo>
                <a:cubicBezTo>
                  <a:pt x="6209" y="19512"/>
                  <a:pt x="6096" y="19778"/>
                  <a:pt x="6253" y="19932"/>
                </a:cubicBezTo>
                <a:cubicBezTo>
                  <a:pt x="6304" y="19983"/>
                  <a:pt x="6366" y="20005"/>
                  <a:pt x="6427" y="20005"/>
                </a:cubicBezTo>
                <a:cubicBezTo>
                  <a:pt x="6553" y="20005"/>
                  <a:pt x="6673" y="19907"/>
                  <a:pt x="6673" y="19759"/>
                </a:cubicBezTo>
                <a:cubicBezTo>
                  <a:pt x="6673" y="19621"/>
                  <a:pt x="6563" y="19512"/>
                  <a:pt x="6428" y="19512"/>
                </a:cubicBezTo>
                <a:close/>
                <a:moveTo>
                  <a:pt x="7647" y="19512"/>
                </a:moveTo>
                <a:cubicBezTo>
                  <a:pt x="7428" y="19512"/>
                  <a:pt x="7318" y="19778"/>
                  <a:pt x="7472" y="19932"/>
                </a:cubicBezTo>
                <a:cubicBezTo>
                  <a:pt x="7523" y="19983"/>
                  <a:pt x="7585" y="20005"/>
                  <a:pt x="7647" y="20005"/>
                </a:cubicBezTo>
                <a:cubicBezTo>
                  <a:pt x="7774" y="20005"/>
                  <a:pt x="7895" y="19907"/>
                  <a:pt x="7895" y="19759"/>
                </a:cubicBezTo>
                <a:cubicBezTo>
                  <a:pt x="7895" y="19621"/>
                  <a:pt x="7782" y="19512"/>
                  <a:pt x="7647" y="19512"/>
                </a:cubicBezTo>
                <a:close/>
                <a:moveTo>
                  <a:pt x="8866" y="19512"/>
                </a:moveTo>
                <a:cubicBezTo>
                  <a:pt x="8647" y="19512"/>
                  <a:pt x="8537" y="19778"/>
                  <a:pt x="8691" y="19932"/>
                </a:cubicBezTo>
                <a:cubicBezTo>
                  <a:pt x="8742" y="19983"/>
                  <a:pt x="8804" y="20005"/>
                  <a:pt x="8866" y="20005"/>
                </a:cubicBezTo>
                <a:cubicBezTo>
                  <a:pt x="8993" y="20005"/>
                  <a:pt x="9114" y="19907"/>
                  <a:pt x="9114" y="19759"/>
                </a:cubicBezTo>
                <a:cubicBezTo>
                  <a:pt x="9114" y="19621"/>
                  <a:pt x="9001" y="19512"/>
                  <a:pt x="8866" y="19512"/>
                </a:cubicBezTo>
                <a:close/>
                <a:moveTo>
                  <a:pt x="10085" y="19512"/>
                </a:moveTo>
                <a:cubicBezTo>
                  <a:pt x="9866" y="19512"/>
                  <a:pt x="9756" y="19778"/>
                  <a:pt x="9910" y="19932"/>
                </a:cubicBezTo>
                <a:cubicBezTo>
                  <a:pt x="9961" y="19983"/>
                  <a:pt x="10023" y="20005"/>
                  <a:pt x="10085" y="20005"/>
                </a:cubicBezTo>
                <a:cubicBezTo>
                  <a:pt x="10212" y="20005"/>
                  <a:pt x="10333" y="19907"/>
                  <a:pt x="10333" y="19759"/>
                </a:cubicBezTo>
                <a:cubicBezTo>
                  <a:pt x="10333" y="19621"/>
                  <a:pt x="10223" y="19512"/>
                  <a:pt x="10085" y="19512"/>
                </a:cubicBezTo>
                <a:close/>
                <a:moveTo>
                  <a:pt x="11305" y="19512"/>
                </a:moveTo>
                <a:cubicBezTo>
                  <a:pt x="11085" y="19512"/>
                  <a:pt x="10975" y="19778"/>
                  <a:pt x="11132" y="19932"/>
                </a:cubicBezTo>
                <a:cubicBezTo>
                  <a:pt x="11182" y="19983"/>
                  <a:pt x="11244" y="20005"/>
                  <a:pt x="11305" y="20005"/>
                </a:cubicBezTo>
                <a:cubicBezTo>
                  <a:pt x="11431" y="20005"/>
                  <a:pt x="11552" y="19907"/>
                  <a:pt x="11552" y="19759"/>
                </a:cubicBezTo>
                <a:cubicBezTo>
                  <a:pt x="11552" y="19621"/>
                  <a:pt x="11442" y="19512"/>
                  <a:pt x="11305" y="19512"/>
                </a:cubicBezTo>
                <a:close/>
                <a:moveTo>
                  <a:pt x="12524" y="19512"/>
                </a:moveTo>
                <a:cubicBezTo>
                  <a:pt x="12304" y="19512"/>
                  <a:pt x="12195" y="19778"/>
                  <a:pt x="12351" y="19932"/>
                </a:cubicBezTo>
                <a:cubicBezTo>
                  <a:pt x="12401" y="19983"/>
                  <a:pt x="12463" y="20005"/>
                  <a:pt x="12524" y="20005"/>
                </a:cubicBezTo>
                <a:cubicBezTo>
                  <a:pt x="12650" y="20005"/>
                  <a:pt x="12771" y="19907"/>
                  <a:pt x="12771" y="19759"/>
                </a:cubicBezTo>
                <a:cubicBezTo>
                  <a:pt x="12771" y="19621"/>
                  <a:pt x="12661" y="19512"/>
                  <a:pt x="12524" y="19512"/>
                </a:cubicBezTo>
                <a:close/>
                <a:moveTo>
                  <a:pt x="13746" y="19512"/>
                </a:moveTo>
                <a:cubicBezTo>
                  <a:pt x="13523" y="19512"/>
                  <a:pt x="13414" y="19778"/>
                  <a:pt x="13570" y="19932"/>
                </a:cubicBezTo>
                <a:cubicBezTo>
                  <a:pt x="13620" y="19983"/>
                  <a:pt x="13682" y="20005"/>
                  <a:pt x="13743" y="20005"/>
                </a:cubicBezTo>
                <a:cubicBezTo>
                  <a:pt x="13869" y="20005"/>
                  <a:pt x="13990" y="19907"/>
                  <a:pt x="13990" y="19759"/>
                </a:cubicBezTo>
                <a:cubicBezTo>
                  <a:pt x="13990" y="19621"/>
                  <a:pt x="13881" y="19512"/>
                  <a:pt x="13746" y="19512"/>
                </a:cubicBezTo>
                <a:close/>
                <a:moveTo>
                  <a:pt x="14965" y="19512"/>
                </a:moveTo>
                <a:cubicBezTo>
                  <a:pt x="14745" y="19512"/>
                  <a:pt x="14633" y="19778"/>
                  <a:pt x="14789" y="19932"/>
                </a:cubicBezTo>
                <a:cubicBezTo>
                  <a:pt x="14840" y="19983"/>
                  <a:pt x="14903" y="20005"/>
                  <a:pt x="14963" y="20005"/>
                </a:cubicBezTo>
                <a:cubicBezTo>
                  <a:pt x="15089" y="20005"/>
                  <a:pt x="15209" y="19907"/>
                  <a:pt x="15209" y="19759"/>
                </a:cubicBezTo>
                <a:cubicBezTo>
                  <a:pt x="15209" y="19621"/>
                  <a:pt x="15100" y="19512"/>
                  <a:pt x="14965" y="19512"/>
                </a:cubicBezTo>
                <a:close/>
                <a:moveTo>
                  <a:pt x="16184" y="19512"/>
                </a:moveTo>
                <a:cubicBezTo>
                  <a:pt x="15964" y="19512"/>
                  <a:pt x="15855" y="19778"/>
                  <a:pt x="16008" y="19932"/>
                </a:cubicBezTo>
                <a:cubicBezTo>
                  <a:pt x="16059" y="19983"/>
                  <a:pt x="16122" y="20005"/>
                  <a:pt x="16183" y="20005"/>
                </a:cubicBezTo>
                <a:cubicBezTo>
                  <a:pt x="16310" y="20005"/>
                  <a:pt x="16431" y="19907"/>
                  <a:pt x="16431" y="19759"/>
                </a:cubicBezTo>
                <a:cubicBezTo>
                  <a:pt x="16431" y="19621"/>
                  <a:pt x="16319" y="19512"/>
                  <a:pt x="16184" y="19512"/>
                </a:cubicBezTo>
                <a:close/>
                <a:moveTo>
                  <a:pt x="17403" y="19512"/>
                </a:moveTo>
                <a:cubicBezTo>
                  <a:pt x="17184" y="19512"/>
                  <a:pt x="17074" y="19778"/>
                  <a:pt x="17227" y="19932"/>
                </a:cubicBezTo>
                <a:cubicBezTo>
                  <a:pt x="17278" y="19983"/>
                  <a:pt x="17341" y="20005"/>
                  <a:pt x="17402" y="20005"/>
                </a:cubicBezTo>
                <a:cubicBezTo>
                  <a:pt x="17529" y="20005"/>
                  <a:pt x="17650" y="19907"/>
                  <a:pt x="17650" y="19759"/>
                </a:cubicBezTo>
                <a:cubicBezTo>
                  <a:pt x="17650" y="19621"/>
                  <a:pt x="17538" y="19512"/>
                  <a:pt x="17403" y="19512"/>
                </a:cubicBezTo>
                <a:close/>
                <a:moveTo>
                  <a:pt x="18622" y="19512"/>
                </a:moveTo>
                <a:cubicBezTo>
                  <a:pt x="18403" y="19512"/>
                  <a:pt x="18293" y="19778"/>
                  <a:pt x="18446" y="19932"/>
                </a:cubicBezTo>
                <a:cubicBezTo>
                  <a:pt x="18497" y="19983"/>
                  <a:pt x="18560" y="20005"/>
                  <a:pt x="18621" y="20005"/>
                </a:cubicBezTo>
                <a:cubicBezTo>
                  <a:pt x="18748" y="20005"/>
                  <a:pt x="18870" y="19907"/>
                  <a:pt x="18870" y="19759"/>
                </a:cubicBezTo>
                <a:cubicBezTo>
                  <a:pt x="18870" y="19621"/>
                  <a:pt x="18760" y="19512"/>
                  <a:pt x="18622" y="19512"/>
                </a:cubicBezTo>
                <a:close/>
                <a:moveTo>
                  <a:pt x="19841" y="19512"/>
                </a:moveTo>
                <a:cubicBezTo>
                  <a:pt x="19622" y="19512"/>
                  <a:pt x="19512" y="19778"/>
                  <a:pt x="19669" y="19932"/>
                </a:cubicBezTo>
                <a:cubicBezTo>
                  <a:pt x="19719" y="19983"/>
                  <a:pt x="19780" y="20005"/>
                  <a:pt x="19841" y="20005"/>
                </a:cubicBezTo>
                <a:cubicBezTo>
                  <a:pt x="19967" y="20005"/>
                  <a:pt x="20089" y="19907"/>
                  <a:pt x="20089" y="19759"/>
                </a:cubicBezTo>
                <a:cubicBezTo>
                  <a:pt x="20089" y="19621"/>
                  <a:pt x="19979" y="19512"/>
                  <a:pt x="19841" y="19512"/>
                </a:cubicBezTo>
                <a:close/>
                <a:moveTo>
                  <a:pt x="21060" y="19512"/>
                </a:moveTo>
                <a:cubicBezTo>
                  <a:pt x="20841" y="19512"/>
                  <a:pt x="20731" y="19778"/>
                  <a:pt x="20888" y="19932"/>
                </a:cubicBezTo>
                <a:cubicBezTo>
                  <a:pt x="20938" y="19983"/>
                  <a:pt x="21000" y="20005"/>
                  <a:pt x="21060" y="20005"/>
                </a:cubicBezTo>
                <a:cubicBezTo>
                  <a:pt x="21186" y="20005"/>
                  <a:pt x="21308" y="19907"/>
                  <a:pt x="21308" y="19759"/>
                </a:cubicBezTo>
                <a:cubicBezTo>
                  <a:pt x="21308" y="19621"/>
                  <a:pt x="21198" y="19512"/>
                  <a:pt x="21060" y="19512"/>
                </a:cubicBezTo>
                <a:close/>
                <a:moveTo>
                  <a:pt x="22282" y="19512"/>
                </a:moveTo>
                <a:cubicBezTo>
                  <a:pt x="22060" y="19512"/>
                  <a:pt x="21950" y="19778"/>
                  <a:pt x="22107" y="19932"/>
                </a:cubicBezTo>
                <a:cubicBezTo>
                  <a:pt x="22158" y="19983"/>
                  <a:pt x="22220" y="20005"/>
                  <a:pt x="22281" y="20005"/>
                </a:cubicBezTo>
                <a:cubicBezTo>
                  <a:pt x="22407" y="20005"/>
                  <a:pt x="22527" y="19907"/>
                  <a:pt x="22527" y="19759"/>
                </a:cubicBezTo>
                <a:cubicBezTo>
                  <a:pt x="22527" y="19621"/>
                  <a:pt x="22417" y="19512"/>
                  <a:pt x="22282" y="19512"/>
                </a:cubicBezTo>
                <a:close/>
                <a:moveTo>
                  <a:pt x="23482" y="19512"/>
                </a:moveTo>
                <a:cubicBezTo>
                  <a:pt x="23251" y="19530"/>
                  <a:pt x="23169" y="19822"/>
                  <a:pt x="23354" y="19960"/>
                </a:cubicBezTo>
                <a:cubicBezTo>
                  <a:pt x="23400" y="19993"/>
                  <a:pt x="23449" y="20008"/>
                  <a:pt x="23498" y="20008"/>
                </a:cubicBezTo>
                <a:cubicBezTo>
                  <a:pt x="23645" y="20008"/>
                  <a:pt x="23780" y="19870"/>
                  <a:pt x="23739" y="19700"/>
                </a:cubicBezTo>
                <a:cubicBezTo>
                  <a:pt x="23658" y="19637"/>
                  <a:pt x="23570" y="19574"/>
                  <a:pt x="23482" y="19512"/>
                </a:cubicBezTo>
                <a:close/>
                <a:moveTo>
                  <a:pt x="24642" y="20743"/>
                </a:moveTo>
                <a:cubicBezTo>
                  <a:pt x="24376" y="20831"/>
                  <a:pt x="24441" y="21223"/>
                  <a:pt x="24720" y="21223"/>
                </a:cubicBezTo>
                <a:cubicBezTo>
                  <a:pt x="24767" y="21223"/>
                  <a:pt x="24817" y="21210"/>
                  <a:pt x="24855" y="21182"/>
                </a:cubicBezTo>
                <a:cubicBezTo>
                  <a:pt x="24796" y="21032"/>
                  <a:pt x="24723" y="20884"/>
                  <a:pt x="24642" y="20743"/>
                </a:cubicBezTo>
                <a:close/>
                <a:moveTo>
                  <a:pt x="330" y="20731"/>
                </a:moveTo>
                <a:cubicBezTo>
                  <a:pt x="111" y="20731"/>
                  <a:pt x="1" y="20997"/>
                  <a:pt x="154" y="21151"/>
                </a:cubicBezTo>
                <a:cubicBezTo>
                  <a:pt x="205" y="21202"/>
                  <a:pt x="268" y="21224"/>
                  <a:pt x="329" y="21224"/>
                </a:cubicBezTo>
                <a:cubicBezTo>
                  <a:pt x="456" y="21224"/>
                  <a:pt x="577" y="21126"/>
                  <a:pt x="577" y="20978"/>
                </a:cubicBezTo>
                <a:cubicBezTo>
                  <a:pt x="577" y="20840"/>
                  <a:pt x="465" y="20731"/>
                  <a:pt x="330" y="20731"/>
                </a:cubicBezTo>
                <a:close/>
                <a:moveTo>
                  <a:pt x="1549" y="20731"/>
                </a:moveTo>
                <a:cubicBezTo>
                  <a:pt x="1330" y="20731"/>
                  <a:pt x="1220" y="20997"/>
                  <a:pt x="1373" y="21151"/>
                </a:cubicBezTo>
                <a:cubicBezTo>
                  <a:pt x="1424" y="21202"/>
                  <a:pt x="1487" y="21224"/>
                  <a:pt x="1548" y="21224"/>
                </a:cubicBezTo>
                <a:cubicBezTo>
                  <a:pt x="1675" y="21224"/>
                  <a:pt x="1797" y="21126"/>
                  <a:pt x="1797" y="20978"/>
                </a:cubicBezTo>
                <a:cubicBezTo>
                  <a:pt x="1797" y="20840"/>
                  <a:pt x="1687" y="20731"/>
                  <a:pt x="1549" y="20731"/>
                </a:cubicBezTo>
                <a:close/>
                <a:moveTo>
                  <a:pt x="2768" y="20731"/>
                </a:moveTo>
                <a:cubicBezTo>
                  <a:pt x="2549" y="20731"/>
                  <a:pt x="2439" y="20997"/>
                  <a:pt x="2596" y="21151"/>
                </a:cubicBezTo>
                <a:cubicBezTo>
                  <a:pt x="2646" y="21202"/>
                  <a:pt x="2707" y="21224"/>
                  <a:pt x="2768" y="21224"/>
                </a:cubicBezTo>
                <a:cubicBezTo>
                  <a:pt x="2894" y="21224"/>
                  <a:pt x="3016" y="21126"/>
                  <a:pt x="3016" y="20978"/>
                </a:cubicBezTo>
                <a:cubicBezTo>
                  <a:pt x="3016" y="20840"/>
                  <a:pt x="2906" y="20731"/>
                  <a:pt x="2768" y="20731"/>
                </a:cubicBezTo>
                <a:close/>
                <a:moveTo>
                  <a:pt x="3987" y="20731"/>
                </a:moveTo>
                <a:cubicBezTo>
                  <a:pt x="3768" y="20731"/>
                  <a:pt x="3658" y="20997"/>
                  <a:pt x="3815" y="21151"/>
                </a:cubicBezTo>
                <a:cubicBezTo>
                  <a:pt x="3865" y="21202"/>
                  <a:pt x="3927" y="21224"/>
                  <a:pt x="3987" y="21224"/>
                </a:cubicBezTo>
                <a:cubicBezTo>
                  <a:pt x="4113" y="21224"/>
                  <a:pt x="4235" y="21126"/>
                  <a:pt x="4235" y="20978"/>
                </a:cubicBezTo>
                <a:cubicBezTo>
                  <a:pt x="4235" y="20840"/>
                  <a:pt x="4125" y="20731"/>
                  <a:pt x="3987" y="20731"/>
                </a:cubicBezTo>
                <a:close/>
                <a:moveTo>
                  <a:pt x="5209" y="20731"/>
                </a:moveTo>
                <a:cubicBezTo>
                  <a:pt x="4987" y="20731"/>
                  <a:pt x="4877" y="20997"/>
                  <a:pt x="5034" y="21151"/>
                </a:cubicBezTo>
                <a:cubicBezTo>
                  <a:pt x="5084" y="21202"/>
                  <a:pt x="5146" y="21224"/>
                  <a:pt x="5206" y="21224"/>
                </a:cubicBezTo>
                <a:cubicBezTo>
                  <a:pt x="5332" y="21224"/>
                  <a:pt x="5454" y="21126"/>
                  <a:pt x="5454" y="20978"/>
                </a:cubicBezTo>
                <a:cubicBezTo>
                  <a:pt x="5454" y="20840"/>
                  <a:pt x="5344" y="20731"/>
                  <a:pt x="5209" y="20731"/>
                </a:cubicBezTo>
                <a:close/>
                <a:moveTo>
                  <a:pt x="6428" y="20731"/>
                </a:moveTo>
                <a:cubicBezTo>
                  <a:pt x="6209" y="20731"/>
                  <a:pt x="6096" y="20997"/>
                  <a:pt x="6253" y="21151"/>
                </a:cubicBezTo>
                <a:cubicBezTo>
                  <a:pt x="6304" y="21202"/>
                  <a:pt x="6366" y="21224"/>
                  <a:pt x="6427" y="21224"/>
                </a:cubicBezTo>
                <a:cubicBezTo>
                  <a:pt x="6553" y="21224"/>
                  <a:pt x="6673" y="21126"/>
                  <a:pt x="6673" y="20978"/>
                </a:cubicBezTo>
                <a:cubicBezTo>
                  <a:pt x="6673" y="20840"/>
                  <a:pt x="6563" y="20731"/>
                  <a:pt x="6428" y="20731"/>
                </a:cubicBezTo>
                <a:close/>
                <a:moveTo>
                  <a:pt x="7647" y="20731"/>
                </a:moveTo>
                <a:cubicBezTo>
                  <a:pt x="7428" y="20731"/>
                  <a:pt x="7318" y="20997"/>
                  <a:pt x="7472" y="21151"/>
                </a:cubicBezTo>
                <a:cubicBezTo>
                  <a:pt x="7523" y="21202"/>
                  <a:pt x="7585" y="21224"/>
                  <a:pt x="7647" y="21224"/>
                </a:cubicBezTo>
                <a:cubicBezTo>
                  <a:pt x="7774" y="21224"/>
                  <a:pt x="7895" y="21126"/>
                  <a:pt x="7895" y="20978"/>
                </a:cubicBezTo>
                <a:cubicBezTo>
                  <a:pt x="7895" y="20840"/>
                  <a:pt x="7782" y="20731"/>
                  <a:pt x="7647" y="20731"/>
                </a:cubicBezTo>
                <a:close/>
                <a:moveTo>
                  <a:pt x="8866" y="20731"/>
                </a:moveTo>
                <a:cubicBezTo>
                  <a:pt x="8647" y="20731"/>
                  <a:pt x="8537" y="20997"/>
                  <a:pt x="8691" y="21151"/>
                </a:cubicBezTo>
                <a:cubicBezTo>
                  <a:pt x="8742" y="21202"/>
                  <a:pt x="8804" y="21224"/>
                  <a:pt x="8866" y="21224"/>
                </a:cubicBezTo>
                <a:cubicBezTo>
                  <a:pt x="8993" y="21224"/>
                  <a:pt x="9114" y="21126"/>
                  <a:pt x="9114" y="20978"/>
                </a:cubicBezTo>
                <a:cubicBezTo>
                  <a:pt x="9114" y="20840"/>
                  <a:pt x="9001" y="20731"/>
                  <a:pt x="8866" y="20731"/>
                </a:cubicBezTo>
                <a:close/>
                <a:moveTo>
                  <a:pt x="10085" y="20731"/>
                </a:moveTo>
                <a:cubicBezTo>
                  <a:pt x="9866" y="20731"/>
                  <a:pt x="9756" y="20997"/>
                  <a:pt x="9910" y="21151"/>
                </a:cubicBezTo>
                <a:cubicBezTo>
                  <a:pt x="9961" y="21202"/>
                  <a:pt x="10023" y="21224"/>
                  <a:pt x="10085" y="21224"/>
                </a:cubicBezTo>
                <a:cubicBezTo>
                  <a:pt x="10212" y="21224"/>
                  <a:pt x="10333" y="21126"/>
                  <a:pt x="10333" y="20978"/>
                </a:cubicBezTo>
                <a:cubicBezTo>
                  <a:pt x="10333" y="20840"/>
                  <a:pt x="10223" y="20731"/>
                  <a:pt x="10085" y="20731"/>
                </a:cubicBezTo>
                <a:close/>
                <a:moveTo>
                  <a:pt x="11305" y="20731"/>
                </a:moveTo>
                <a:cubicBezTo>
                  <a:pt x="11085" y="20731"/>
                  <a:pt x="10975" y="20997"/>
                  <a:pt x="11132" y="21151"/>
                </a:cubicBezTo>
                <a:cubicBezTo>
                  <a:pt x="11182" y="21202"/>
                  <a:pt x="11244" y="21224"/>
                  <a:pt x="11305" y="21224"/>
                </a:cubicBezTo>
                <a:cubicBezTo>
                  <a:pt x="11431" y="21224"/>
                  <a:pt x="11552" y="21126"/>
                  <a:pt x="11552" y="20978"/>
                </a:cubicBezTo>
                <a:cubicBezTo>
                  <a:pt x="11552" y="20840"/>
                  <a:pt x="11442" y="20731"/>
                  <a:pt x="11305" y="20731"/>
                </a:cubicBezTo>
                <a:close/>
                <a:moveTo>
                  <a:pt x="12524" y="20731"/>
                </a:moveTo>
                <a:cubicBezTo>
                  <a:pt x="12304" y="20731"/>
                  <a:pt x="12195" y="20997"/>
                  <a:pt x="12351" y="21151"/>
                </a:cubicBezTo>
                <a:cubicBezTo>
                  <a:pt x="12401" y="21202"/>
                  <a:pt x="12463" y="21224"/>
                  <a:pt x="12524" y="21224"/>
                </a:cubicBezTo>
                <a:cubicBezTo>
                  <a:pt x="12650" y="21224"/>
                  <a:pt x="12771" y="21126"/>
                  <a:pt x="12771" y="20978"/>
                </a:cubicBezTo>
                <a:cubicBezTo>
                  <a:pt x="12771" y="20840"/>
                  <a:pt x="12661" y="20731"/>
                  <a:pt x="12524" y="20731"/>
                </a:cubicBezTo>
                <a:close/>
                <a:moveTo>
                  <a:pt x="13746" y="20731"/>
                </a:moveTo>
                <a:cubicBezTo>
                  <a:pt x="13523" y="20731"/>
                  <a:pt x="13414" y="20997"/>
                  <a:pt x="13570" y="21151"/>
                </a:cubicBezTo>
                <a:cubicBezTo>
                  <a:pt x="13620" y="21202"/>
                  <a:pt x="13682" y="21224"/>
                  <a:pt x="13743" y="21224"/>
                </a:cubicBezTo>
                <a:cubicBezTo>
                  <a:pt x="13869" y="21224"/>
                  <a:pt x="13990" y="21126"/>
                  <a:pt x="13990" y="20978"/>
                </a:cubicBezTo>
                <a:cubicBezTo>
                  <a:pt x="13990" y="20840"/>
                  <a:pt x="13881" y="20731"/>
                  <a:pt x="13746" y="20731"/>
                </a:cubicBezTo>
                <a:close/>
                <a:moveTo>
                  <a:pt x="14965" y="20731"/>
                </a:moveTo>
                <a:cubicBezTo>
                  <a:pt x="14745" y="20731"/>
                  <a:pt x="14633" y="20997"/>
                  <a:pt x="14789" y="21151"/>
                </a:cubicBezTo>
                <a:cubicBezTo>
                  <a:pt x="14840" y="21202"/>
                  <a:pt x="14903" y="21224"/>
                  <a:pt x="14963" y="21224"/>
                </a:cubicBezTo>
                <a:cubicBezTo>
                  <a:pt x="15089" y="21224"/>
                  <a:pt x="15209" y="21126"/>
                  <a:pt x="15209" y="20978"/>
                </a:cubicBezTo>
                <a:cubicBezTo>
                  <a:pt x="15209" y="20840"/>
                  <a:pt x="15100" y="20731"/>
                  <a:pt x="14965" y="20731"/>
                </a:cubicBezTo>
                <a:close/>
                <a:moveTo>
                  <a:pt x="16184" y="20731"/>
                </a:moveTo>
                <a:cubicBezTo>
                  <a:pt x="15964" y="20731"/>
                  <a:pt x="15855" y="20997"/>
                  <a:pt x="16008" y="21151"/>
                </a:cubicBezTo>
                <a:cubicBezTo>
                  <a:pt x="16059" y="21202"/>
                  <a:pt x="16122" y="21224"/>
                  <a:pt x="16183" y="21224"/>
                </a:cubicBezTo>
                <a:cubicBezTo>
                  <a:pt x="16310" y="21224"/>
                  <a:pt x="16431" y="21126"/>
                  <a:pt x="16431" y="20978"/>
                </a:cubicBezTo>
                <a:cubicBezTo>
                  <a:pt x="16431" y="20840"/>
                  <a:pt x="16319" y="20731"/>
                  <a:pt x="16184" y="20731"/>
                </a:cubicBezTo>
                <a:close/>
                <a:moveTo>
                  <a:pt x="17403" y="20731"/>
                </a:moveTo>
                <a:cubicBezTo>
                  <a:pt x="17184" y="20731"/>
                  <a:pt x="17074" y="20997"/>
                  <a:pt x="17227" y="21151"/>
                </a:cubicBezTo>
                <a:cubicBezTo>
                  <a:pt x="17278" y="21202"/>
                  <a:pt x="17341" y="21224"/>
                  <a:pt x="17402" y="21224"/>
                </a:cubicBezTo>
                <a:cubicBezTo>
                  <a:pt x="17529" y="21224"/>
                  <a:pt x="17650" y="21126"/>
                  <a:pt x="17650" y="20978"/>
                </a:cubicBezTo>
                <a:cubicBezTo>
                  <a:pt x="17650" y="20840"/>
                  <a:pt x="17538" y="20731"/>
                  <a:pt x="17403" y="20731"/>
                </a:cubicBezTo>
                <a:close/>
                <a:moveTo>
                  <a:pt x="18622" y="20731"/>
                </a:moveTo>
                <a:cubicBezTo>
                  <a:pt x="18403" y="20731"/>
                  <a:pt x="18293" y="20997"/>
                  <a:pt x="18446" y="21151"/>
                </a:cubicBezTo>
                <a:cubicBezTo>
                  <a:pt x="18497" y="21202"/>
                  <a:pt x="18560" y="21224"/>
                  <a:pt x="18621" y="21224"/>
                </a:cubicBezTo>
                <a:cubicBezTo>
                  <a:pt x="18748" y="21224"/>
                  <a:pt x="18870" y="21126"/>
                  <a:pt x="18870" y="20978"/>
                </a:cubicBezTo>
                <a:cubicBezTo>
                  <a:pt x="18870" y="20840"/>
                  <a:pt x="18760" y="20731"/>
                  <a:pt x="18622" y="20731"/>
                </a:cubicBezTo>
                <a:close/>
                <a:moveTo>
                  <a:pt x="19841" y="20731"/>
                </a:moveTo>
                <a:cubicBezTo>
                  <a:pt x="19622" y="20731"/>
                  <a:pt x="19512" y="20997"/>
                  <a:pt x="19669" y="21151"/>
                </a:cubicBezTo>
                <a:cubicBezTo>
                  <a:pt x="19719" y="21202"/>
                  <a:pt x="19780" y="21224"/>
                  <a:pt x="19841" y="21224"/>
                </a:cubicBezTo>
                <a:cubicBezTo>
                  <a:pt x="19967" y="21224"/>
                  <a:pt x="20089" y="21126"/>
                  <a:pt x="20089" y="20978"/>
                </a:cubicBezTo>
                <a:cubicBezTo>
                  <a:pt x="20089" y="20840"/>
                  <a:pt x="19979" y="20731"/>
                  <a:pt x="19841" y="20731"/>
                </a:cubicBezTo>
                <a:close/>
                <a:moveTo>
                  <a:pt x="21060" y="20731"/>
                </a:moveTo>
                <a:cubicBezTo>
                  <a:pt x="20841" y="20731"/>
                  <a:pt x="20731" y="20997"/>
                  <a:pt x="20888" y="21151"/>
                </a:cubicBezTo>
                <a:cubicBezTo>
                  <a:pt x="20938" y="21202"/>
                  <a:pt x="21000" y="21224"/>
                  <a:pt x="21060" y="21224"/>
                </a:cubicBezTo>
                <a:cubicBezTo>
                  <a:pt x="21186" y="21224"/>
                  <a:pt x="21308" y="21126"/>
                  <a:pt x="21308" y="20978"/>
                </a:cubicBezTo>
                <a:cubicBezTo>
                  <a:pt x="21308" y="20840"/>
                  <a:pt x="21198" y="20731"/>
                  <a:pt x="21060" y="20731"/>
                </a:cubicBezTo>
                <a:close/>
                <a:moveTo>
                  <a:pt x="22282" y="20731"/>
                </a:moveTo>
                <a:cubicBezTo>
                  <a:pt x="22060" y="20731"/>
                  <a:pt x="21950" y="20997"/>
                  <a:pt x="22107" y="21151"/>
                </a:cubicBezTo>
                <a:cubicBezTo>
                  <a:pt x="22158" y="21202"/>
                  <a:pt x="22220" y="21224"/>
                  <a:pt x="22281" y="21224"/>
                </a:cubicBezTo>
                <a:cubicBezTo>
                  <a:pt x="22407" y="21224"/>
                  <a:pt x="22527" y="21126"/>
                  <a:pt x="22527" y="20978"/>
                </a:cubicBezTo>
                <a:cubicBezTo>
                  <a:pt x="22527" y="20840"/>
                  <a:pt x="22417" y="20731"/>
                  <a:pt x="22282" y="20731"/>
                </a:cubicBezTo>
                <a:close/>
                <a:moveTo>
                  <a:pt x="23501" y="20731"/>
                </a:moveTo>
                <a:cubicBezTo>
                  <a:pt x="23282" y="20731"/>
                  <a:pt x="23169" y="20997"/>
                  <a:pt x="23326" y="21151"/>
                </a:cubicBezTo>
                <a:cubicBezTo>
                  <a:pt x="23377" y="21202"/>
                  <a:pt x="23439" y="21224"/>
                  <a:pt x="23500" y="21224"/>
                </a:cubicBezTo>
                <a:cubicBezTo>
                  <a:pt x="23626" y="21224"/>
                  <a:pt x="23746" y="21126"/>
                  <a:pt x="23746" y="20978"/>
                </a:cubicBezTo>
                <a:cubicBezTo>
                  <a:pt x="23746" y="20840"/>
                  <a:pt x="23636" y="20731"/>
                  <a:pt x="23501" y="20731"/>
                </a:cubicBezTo>
                <a:close/>
                <a:moveTo>
                  <a:pt x="330" y="21950"/>
                </a:moveTo>
                <a:cubicBezTo>
                  <a:pt x="111" y="21950"/>
                  <a:pt x="1" y="22216"/>
                  <a:pt x="154" y="22373"/>
                </a:cubicBezTo>
                <a:cubicBezTo>
                  <a:pt x="205" y="22422"/>
                  <a:pt x="267" y="22444"/>
                  <a:pt x="327" y="22444"/>
                </a:cubicBezTo>
                <a:cubicBezTo>
                  <a:pt x="455" y="22444"/>
                  <a:pt x="577" y="22346"/>
                  <a:pt x="577" y="22197"/>
                </a:cubicBezTo>
                <a:cubicBezTo>
                  <a:pt x="577" y="22059"/>
                  <a:pt x="465" y="21950"/>
                  <a:pt x="330" y="21950"/>
                </a:cubicBezTo>
                <a:close/>
                <a:moveTo>
                  <a:pt x="1549" y="21950"/>
                </a:moveTo>
                <a:cubicBezTo>
                  <a:pt x="1330" y="21950"/>
                  <a:pt x="1220" y="22216"/>
                  <a:pt x="1373" y="22373"/>
                </a:cubicBezTo>
                <a:cubicBezTo>
                  <a:pt x="1424" y="22422"/>
                  <a:pt x="1486" y="22444"/>
                  <a:pt x="1546" y="22444"/>
                </a:cubicBezTo>
                <a:cubicBezTo>
                  <a:pt x="1674" y="22444"/>
                  <a:pt x="1797" y="22346"/>
                  <a:pt x="1797" y="22197"/>
                </a:cubicBezTo>
                <a:cubicBezTo>
                  <a:pt x="1797" y="22059"/>
                  <a:pt x="1687" y="21950"/>
                  <a:pt x="1549" y="21950"/>
                </a:cubicBezTo>
                <a:close/>
                <a:moveTo>
                  <a:pt x="2768" y="21950"/>
                </a:moveTo>
                <a:cubicBezTo>
                  <a:pt x="2549" y="21950"/>
                  <a:pt x="2439" y="22216"/>
                  <a:pt x="2596" y="22373"/>
                </a:cubicBezTo>
                <a:cubicBezTo>
                  <a:pt x="2645" y="22422"/>
                  <a:pt x="2706" y="22444"/>
                  <a:pt x="2766" y="22444"/>
                </a:cubicBezTo>
                <a:cubicBezTo>
                  <a:pt x="2893" y="22444"/>
                  <a:pt x="3016" y="22346"/>
                  <a:pt x="3016" y="22197"/>
                </a:cubicBezTo>
                <a:cubicBezTo>
                  <a:pt x="3016" y="22059"/>
                  <a:pt x="2906" y="21950"/>
                  <a:pt x="2768" y="21950"/>
                </a:cubicBezTo>
                <a:close/>
                <a:moveTo>
                  <a:pt x="3987" y="21950"/>
                </a:moveTo>
                <a:cubicBezTo>
                  <a:pt x="3768" y="21950"/>
                  <a:pt x="3658" y="22216"/>
                  <a:pt x="3815" y="22373"/>
                </a:cubicBezTo>
                <a:cubicBezTo>
                  <a:pt x="3864" y="22422"/>
                  <a:pt x="3925" y="22444"/>
                  <a:pt x="3985" y="22444"/>
                </a:cubicBezTo>
                <a:cubicBezTo>
                  <a:pt x="4112" y="22444"/>
                  <a:pt x="4235" y="22346"/>
                  <a:pt x="4235" y="22197"/>
                </a:cubicBezTo>
                <a:cubicBezTo>
                  <a:pt x="4235" y="22059"/>
                  <a:pt x="4125" y="21950"/>
                  <a:pt x="3987" y="21950"/>
                </a:cubicBezTo>
                <a:close/>
                <a:moveTo>
                  <a:pt x="5209" y="21950"/>
                </a:moveTo>
                <a:cubicBezTo>
                  <a:pt x="4987" y="21950"/>
                  <a:pt x="4877" y="22216"/>
                  <a:pt x="5034" y="22373"/>
                </a:cubicBezTo>
                <a:cubicBezTo>
                  <a:pt x="5083" y="22422"/>
                  <a:pt x="5144" y="22444"/>
                  <a:pt x="5204" y="22444"/>
                </a:cubicBezTo>
                <a:cubicBezTo>
                  <a:pt x="5331" y="22444"/>
                  <a:pt x="5454" y="22346"/>
                  <a:pt x="5454" y="22197"/>
                </a:cubicBezTo>
                <a:cubicBezTo>
                  <a:pt x="5454" y="22059"/>
                  <a:pt x="5344" y="21950"/>
                  <a:pt x="5209" y="21950"/>
                </a:cubicBezTo>
                <a:close/>
                <a:moveTo>
                  <a:pt x="6428" y="21950"/>
                </a:moveTo>
                <a:cubicBezTo>
                  <a:pt x="6209" y="21950"/>
                  <a:pt x="6096" y="22216"/>
                  <a:pt x="6253" y="22373"/>
                </a:cubicBezTo>
                <a:cubicBezTo>
                  <a:pt x="6303" y="22422"/>
                  <a:pt x="6365" y="22444"/>
                  <a:pt x="6425" y="22444"/>
                </a:cubicBezTo>
                <a:cubicBezTo>
                  <a:pt x="6552" y="22444"/>
                  <a:pt x="6673" y="22346"/>
                  <a:pt x="6673" y="22197"/>
                </a:cubicBezTo>
                <a:cubicBezTo>
                  <a:pt x="6673" y="22059"/>
                  <a:pt x="6563" y="21950"/>
                  <a:pt x="6428" y="21950"/>
                </a:cubicBezTo>
                <a:close/>
                <a:moveTo>
                  <a:pt x="7647" y="21950"/>
                </a:moveTo>
                <a:cubicBezTo>
                  <a:pt x="7428" y="21950"/>
                  <a:pt x="7318" y="22216"/>
                  <a:pt x="7472" y="22373"/>
                </a:cubicBezTo>
                <a:cubicBezTo>
                  <a:pt x="7522" y="22422"/>
                  <a:pt x="7584" y="22444"/>
                  <a:pt x="7645" y="22444"/>
                </a:cubicBezTo>
                <a:cubicBezTo>
                  <a:pt x="7772" y="22444"/>
                  <a:pt x="7895" y="22346"/>
                  <a:pt x="7895" y="22197"/>
                </a:cubicBezTo>
                <a:cubicBezTo>
                  <a:pt x="7895" y="22059"/>
                  <a:pt x="7782" y="21950"/>
                  <a:pt x="7647" y="21950"/>
                </a:cubicBezTo>
                <a:close/>
                <a:moveTo>
                  <a:pt x="8866" y="21950"/>
                </a:moveTo>
                <a:cubicBezTo>
                  <a:pt x="8647" y="21950"/>
                  <a:pt x="8537" y="22216"/>
                  <a:pt x="8691" y="22373"/>
                </a:cubicBezTo>
                <a:cubicBezTo>
                  <a:pt x="8741" y="22422"/>
                  <a:pt x="8803" y="22444"/>
                  <a:pt x="8864" y="22444"/>
                </a:cubicBezTo>
                <a:cubicBezTo>
                  <a:pt x="8991" y="22444"/>
                  <a:pt x="9114" y="22346"/>
                  <a:pt x="9114" y="22197"/>
                </a:cubicBezTo>
                <a:cubicBezTo>
                  <a:pt x="9114" y="22059"/>
                  <a:pt x="9001" y="21950"/>
                  <a:pt x="8866" y="21950"/>
                </a:cubicBezTo>
                <a:close/>
                <a:moveTo>
                  <a:pt x="10085" y="21950"/>
                </a:moveTo>
                <a:cubicBezTo>
                  <a:pt x="9866" y="21950"/>
                  <a:pt x="9756" y="22216"/>
                  <a:pt x="9910" y="22373"/>
                </a:cubicBezTo>
                <a:cubicBezTo>
                  <a:pt x="9960" y="22422"/>
                  <a:pt x="10022" y="22444"/>
                  <a:pt x="10083" y="22444"/>
                </a:cubicBezTo>
                <a:cubicBezTo>
                  <a:pt x="10211" y="22444"/>
                  <a:pt x="10333" y="22346"/>
                  <a:pt x="10333" y="22197"/>
                </a:cubicBezTo>
                <a:cubicBezTo>
                  <a:pt x="10333" y="22059"/>
                  <a:pt x="10223" y="21950"/>
                  <a:pt x="10085" y="21950"/>
                </a:cubicBezTo>
                <a:close/>
                <a:moveTo>
                  <a:pt x="11305" y="21950"/>
                </a:moveTo>
                <a:cubicBezTo>
                  <a:pt x="11085" y="21950"/>
                  <a:pt x="10975" y="22216"/>
                  <a:pt x="11132" y="22373"/>
                </a:cubicBezTo>
                <a:cubicBezTo>
                  <a:pt x="11182" y="22422"/>
                  <a:pt x="11243" y="22444"/>
                  <a:pt x="11303" y="22444"/>
                </a:cubicBezTo>
                <a:cubicBezTo>
                  <a:pt x="11430" y="22444"/>
                  <a:pt x="11552" y="22346"/>
                  <a:pt x="11552" y="22197"/>
                </a:cubicBezTo>
                <a:cubicBezTo>
                  <a:pt x="11552" y="22059"/>
                  <a:pt x="11442" y="21950"/>
                  <a:pt x="11305" y="21950"/>
                </a:cubicBezTo>
                <a:close/>
                <a:moveTo>
                  <a:pt x="12524" y="21950"/>
                </a:moveTo>
                <a:cubicBezTo>
                  <a:pt x="12304" y="21950"/>
                  <a:pt x="12195" y="22216"/>
                  <a:pt x="12351" y="22373"/>
                </a:cubicBezTo>
                <a:cubicBezTo>
                  <a:pt x="12401" y="22422"/>
                  <a:pt x="12462" y="22444"/>
                  <a:pt x="12522" y="22444"/>
                </a:cubicBezTo>
                <a:cubicBezTo>
                  <a:pt x="12649" y="22444"/>
                  <a:pt x="12771" y="22346"/>
                  <a:pt x="12771" y="22197"/>
                </a:cubicBezTo>
                <a:cubicBezTo>
                  <a:pt x="12771" y="22059"/>
                  <a:pt x="12661" y="21950"/>
                  <a:pt x="12524" y="21950"/>
                </a:cubicBezTo>
                <a:close/>
                <a:moveTo>
                  <a:pt x="13746" y="21950"/>
                </a:moveTo>
                <a:cubicBezTo>
                  <a:pt x="13523" y="21950"/>
                  <a:pt x="13414" y="22216"/>
                  <a:pt x="13570" y="22373"/>
                </a:cubicBezTo>
                <a:cubicBezTo>
                  <a:pt x="13620" y="22422"/>
                  <a:pt x="13681" y="22444"/>
                  <a:pt x="13741" y="22444"/>
                </a:cubicBezTo>
                <a:cubicBezTo>
                  <a:pt x="13868" y="22444"/>
                  <a:pt x="13990" y="22346"/>
                  <a:pt x="13990" y="22197"/>
                </a:cubicBezTo>
                <a:cubicBezTo>
                  <a:pt x="13990" y="22059"/>
                  <a:pt x="13881" y="21950"/>
                  <a:pt x="13746" y="21950"/>
                </a:cubicBezTo>
                <a:close/>
                <a:moveTo>
                  <a:pt x="14965" y="21950"/>
                </a:moveTo>
                <a:cubicBezTo>
                  <a:pt x="14745" y="21950"/>
                  <a:pt x="14633" y="22216"/>
                  <a:pt x="14789" y="22373"/>
                </a:cubicBezTo>
                <a:cubicBezTo>
                  <a:pt x="14840" y="22422"/>
                  <a:pt x="14901" y="22444"/>
                  <a:pt x="14961" y="22444"/>
                </a:cubicBezTo>
                <a:cubicBezTo>
                  <a:pt x="15088" y="22444"/>
                  <a:pt x="15209" y="22346"/>
                  <a:pt x="15209" y="22197"/>
                </a:cubicBezTo>
                <a:cubicBezTo>
                  <a:pt x="15209" y="22059"/>
                  <a:pt x="15100" y="21950"/>
                  <a:pt x="14965" y="21950"/>
                </a:cubicBezTo>
                <a:close/>
                <a:moveTo>
                  <a:pt x="16184" y="21950"/>
                </a:moveTo>
                <a:cubicBezTo>
                  <a:pt x="15964" y="21950"/>
                  <a:pt x="15855" y="22216"/>
                  <a:pt x="16008" y="22373"/>
                </a:cubicBezTo>
                <a:cubicBezTo>
                  <a:pt x="16059" y="22422"/>
                  <a:pt x="16121" y="22444"/>
                  <a:pt x="16181" y="22444"/>
                </a:cubicBezTo>
                <a:cubicBezTo>
                  <a:pt x="16309" y="22444"/>
                  <a:pt x="16431" y="22346"/>
                  <a:pt x="16431" y="22197"/>
                </a:cubicBezTo>
                <a:cubicBezTo>
                  <a:pt x="16431" y="22059"/>
                  <a:pt x="16319" y="21950"/>
                  <a:pt x="16184" y="21950"/>
                </a:cubicBezTo>
                <a:close/>
                <a:moveTo>
                  <a:pt x="17403" y="21950"/>
                </a:moveTo>
                <a:cubicBezTo>
                  <a:pt x="17184" y="21950"/>
                  <a:pt x="17074" y="22216"/>
                  <a:pt x="17227" y="22373"/>
                </a:cubicBezTo>
                <a:cubicBezTo>
                  <a:pt x="17278" y="22422"/>
                  <a:pt x="17340" y="22444"/>
                  <a:pt x="17400" y="22444"/>
                </a:cubicBezTo>
                <a:cubicBezTo>
                  <a:pt x="17528" y="22444"/>
                  <a:pt x="17650" y="22346"/>
                  <a:pt x="17650" y="22197"/>
                </a:cubicBezTo>
                <a:cubicBezTo>
                  <a:pt x="17650" y="22059"/>
                  <a:pt x="17538" y="21950"/>
                  <a:pt x="17403" y="21950"/>
                </a:cubicBezTo>
                <a:close/>
                <a:moveTo>
                  <a:pt x="18622" y="21950"/>
                </a:moveTo>
                <a:cubicBezTo>
                  <a:pt x="18403" y="21950"/>
                  <a:pt x="18293" y="22216"/>
                  <a:pt x="18446" y="22373"/>
                </a:cubicBezTo>
                <a:cubicBezTo>
                  <a:pt x="18497" y="22422"/>
                  <a:pt x="18559" y="22444"/>
                  <a:pt x="18619" y="22444"/>
                </a:cubicBezTo>
                <a:cubicBezTo>
                  <a:pt x="18747" y="22444"/>
                  <a:pt x="18870" y="22346"/>
                  <a:pt x="18870" y="22197"/>
                </a:cubicBezTo>
                <a:cubicBezTo>
                  <a:pt x="18870" y="22059"/>
                  <a:pt x="18760" y="21950"/>
                  <a:pt x="18622" y="21950"/>
                </a:cubicBezTo>
                <a:close/>
                <a:moveTo>
                  <a:pt x="19841" y="21950"/>
                </a:moveTo>
                <a:cubicBezTo>
                  <a:pt x="19622" y="21950"/>
                  <a:pt x="19512" y="22216"/>
                  <a:pt x="19669" y="22373"/>
                </a:cubicBezTo>
                <a:cubicBezTo>
                  <a:pt x="19718" y="22422"/>
                  <a:pt x="19779" y="22444"/>
                  <a:pt x="19839" y="22444"/>
                </a:cubicBezTo>
                <a:cubicBezTo>
                  <a:pt x="19966" y="22444"/>
                  <a:pt x="20089" y="22346"/>
                  <a:pt x="20089" y="22197"/>
                </a:cubicBezTo>
                <a:cubicBezTo>
                  <a:pt x="20089" y="22059"/>
                  <a:pt x="19979" y="21950"/>
                  <a:pt x="19841" y="21950"/>
                </a:cubicBezTo>
                <a:close/>
                <a:moveTo>
                  <a:pt x="21060" y="21950"/>
                </a:moveTo>
                <a:cubicBezTo>
                  <a:pt x="20841" y="21950"/>
                  <a:pt x="20731" y="22216"/>
                  <a:pt x="20888" y="22373"/>
                </a:cubicBezTo>
                <a:cubicBezTo>
                  <a:pt x="20937" y="22422"/>
                  <a:pt x="20998" y="22444"/>
                  <a:pt x="21058" y="22444"/>
                </a:cubicBezTo>
                <a:cubicBezTo>
                  <a:pt x="21185" y="22444"/>
                  <a:pt x="21308" y="22346"/>
                  <a:pt x="21308" y="22197"/>
                </a:cubicBezTo>
                <a:cubicBezTo>
                  <a:pt x="21308" y="22059"/>
                  <a:pt x="21198" y="21950"/>
                  <a:pt x="21060" y="21950"/>
                </a:cubicBezTo>
                <a:close/>
                <a:moveTo>
                  <a:pt x="22282" y="21950"/>
                </a:moveTo>
                <a:cubicBezTo>
                  <a:pt x="22060" y="21950"/>
                  <a:pt x="21950" y="22216"/>
                  <a:pt x="22107" y="22373"/>
                </a:cubicBezTo>
                <a:cubicBezTo>
                  <a:pt x="22157" y="22422"/>
                  <a:pt x="22219" y="22444"/>
                  <a:pt x="22279" y="22444"/>
                </a:cubicBezTo>
                <a:cubicBezTo>
                  <a:pt x="22406" y="22444"/>
                  <a:pt x="22527" y="22346"/>
                  <a:pt x="22527" y="22197"/>
                </a:cubicBezTo>
                <a:cubicBezTo>
                  <a:pt x="22527" y="22059"/>
                  <a:pt x="22417" y="21950"/>
                  <a:pt x="22282" y="21950"/>
                </a:cubicBezTo>
                <a:close/>
                <a:moveTo>
                  <a:pt x="23501" y="21950"/>
                </a:moveTo>
                <a:cubicBezTo>
                  <a:pt x="23282" y="21950"/>
                  <a:pt x="23169" y="22216"/>
                  <a:pt x="23326" y="22373"/>
                </a:cubicBezTo>
                <a:cubicBezTo>
                  <a:pt x="23376" y="22422"/>
                  <a:pt x="23438" y="22444"/>
                  <a:pt x="23498" y="22444"/>
                </a:cubicBezTo>
                <a:cubicBezTo>
                  <a:pt x="23625" y="22444"/>
                  <a:pt x="23746" y="22346"/>
                  <a:pt x="23746" y="22197"/>
                </a:cubicBezTo>
                <a:cubicBezTo>
                  <a:pt x="23746" y="22059"/>
                  <a:pt x="23636" y="21950"/>
                  <a:pt x="23501" y="21950"/>
                </a:cubicBezTo>
                <a:close/>
                <a:moveTo>
                  <a:pt x="24723" y="21950"/>
                </a:moveTo>
                <a:cubicBezTo>
                  <a:pt x="24595" y="21950"/>
                  <a:pt x="24473" y="22049"/>
                  <a:pt x="24473" y="22197"/>
                </a:cubicBezTo>
                <a:cubicBezTo>
                  <a:pt x="24473" y="22332"/>
                  <a:pt x="24582" y="22445"/>
                  <a:pt x="24720" y="22445"/>
                </a:cubicBezTo>
                <a:cubicBezTo>
                  <a:pt x="24940" y="22445"/>
                  <a:pt x="25049" y="22179"/>
                  <a:pt x="24896" y="22022"/>
                </a:cubicBezTo>
                <a:cubicBezTo>
                  <a:pt x="24845" y="21972"/>
                  <a:pt x="24784" y="21950"/>
                  <a:pt x="24723" y="21950"/>
                </a:cubicBezTo>
                <a:close/>
                <a:moveTo>
                  <a:pt x="330" y="23169"/>
                </a:moveTo>
                <a:cubicBezTo>
                  <a:pt x="111" y="23169"/>
                  <a:pt x="1" y="23435"/>
                  <a:pt x="154" y="23592"/>
                </a:cubicBezTo>
                <a:cubicBezTo>
                  <a:pt x="205" y="23641"/>
                  <a:pt x="267" y="23663"/>
                  <a:pt x="327" y="23663"/>
                </a:cubicBezTo>
                <a:cubicBezTo>
                  <a:pt x="455" y="23663"/>
                  <a:pt x="577" y="23565"/>
                  <a:pt x="577" y="23416"/>
                </a:cubicBezTo>
                <a:cubicBezTo>
                  <a:pt x="577" y="23282"/>
                  <a:pt x="465" y="23169"/>
                  <a:pt x="330" y="23169"/>
                </a:cubicBezTo>
                <a:close/>
                <a:moveTo>
                  <a:pt x="1549" y="23169"/>
                </a:moveTo>
                <a:cubicBezTo>
                  <a:pt x="1330" y="23169"/>
                  <a:pt x="1220" y="23435"/>
                  <a:pt x="1373" y="23592"/>
                </a:cubicBezTo>
                <a:cubicBezTo>
                  <a:pt x="1424" y="23641"/>
                  <a:pt x="1486" y="23663"/>
                  <a:pt x="1546" y="23663"/>
                </a:cubicBezTo>
                <a:cubicBezTo>
                  <a:pt x="1674" y="23663"/>
                  <a:pt x="1797" y="23565"/>
                  <a:pt x="1797" y="23416"/>
                </a:cubicBezTo>
                <a:cubicBezTo>
                  <a:pt x="1797" y="23282"/>
                  <a:pt x="1687" y="23169"/>
                  <a:pt x="1549" y="23169"/>
                </a:cubicBezTo>
                <a:close/>
                <a:moveTo>
                  <a:pt x="2768" y="23169"/>
                </a:moveTo>
                <a:cubicBezTo>
                  <a:pt x="2549" y="23169"/>
                  <a:pt x="2439" y="23435"/>
                  <a:pt x="2596" y="23592"/>
                </a:cubicBezTo>
                <a:cubicBezTo>
                  <a:pt x="2645" y="23641"/>
                  <a:pt x="2706" y="23663"/>
                  <a:pt x="2766" y="23663"/>
                </a:cubicBezTo>
                <a:cubicBezTo>
                  <a:pt x="2893" y="23663"/>
                  <a:pt x="3016" y="23565"/>
                  <a:pt x="3016" y="23416"/>
                </a:cubicBezTo>
                <a:cubicBezTo>
                  <a:pt x="3016" y="23282"/>
                  <a:pt x="2906" y="23169"/>
                  <a:pt x="2768" y="23169"/>
                </a:cubicBezTo>
                <a:close/>
                <a:moveTo>
                  <a:pt x="3987" y="23169"/>
                </a:moveTo>
                <a:cubicBezTo>
                  <a:pt x="3768" y="23169"/>
                  <a:pt x="3658" y="23435"/>
                  <a:pt x="3815" y="23592"/>
                </a:cubicBezTo>
                <a:cubicBezTo>
                  <a:pt x="3864" y="23641"/>
                  <a:pt x="3925" y="23663"/>
                  <a:pt x="3985" y="23663"/>
                </a:cubicBezTo>
                <a:cubicBezTo>
                  <a:pt x="4112" y="23663"/>
                  <a:pt x="4235" y="23565"/>
                  <a:pt x="4235" y="23416"/>
                </a:cubicBezTo>
                <a:cubicBezTo>
                  <a:pt x="4235" y="23282"/>
                  <a:pt x="4125" y="23169"/>
                  <a:pt x="3987" y="23169"/>
                </a:cubicBezTo>
                <a:close/>
                <a:moveTo>
                  <a:pt x="5209" y="23169"/>
                </a:moveTo>
                <a:cubicBezTo>
                  <a:pt x="4987" y="23169"/>
                  <a:pt x="4877" y="23435"/>
                  <a:pt x="5034" y="23592"/>
                </a:cubicBezTo>
                <a:cubicBezTo>
                  <a:pt x="5083" y="23641"/>
                  <a:pt x="5144" y="23663"/>
                  <a:pt x="5204" y="23663"/>
                </a:cubicBezTo>
                <a:cubicBezTo>
                  <a:pt x="5331" y="23663"/>
                  <a:pt x="5454" y="23565"/>
                  <a:pt x="5454" y="23416"/>
                </a:cubicBezTo>
                <a:cubicBezTo>
                  <a:pt x="5454" y="23282"/>
                  <a:pt x="5344" y="23169"/>
                  <a:pt x="5209" y="23169"/>
                </a:cubicBezTo>
                <a:close/>
                <a:moveTo>
                  <a:pt x="6428" y="23169"/>
                </a:moveTo>
                <a:cubicBezTo>
                  <a:pt x="6209" y="23169"/>
                  <a:pt x="6096" y="23435"/>
                  <a:pt x="6253" y="23592"/>
                </a:cubicBezTo>
                <a:cubicBezTo>
                  <a:pt x="6303" y="23641"/>
                  <a:pt x="6365" y="23663"/>
                  <a:pt x="6425" y="23663"/>
                </a:cubicBezTo>
                <a:cubicBezTo>
                  <a:pt x="6552" y="23663"/>
                  <a:pt x="6673" y="23565"/>
                  <a:pt x="6673" y="23416"/>
                </a:cubicBezTo>
                <a:cubicBezTo>
                  <a:pt x="6673" y="23282"/>
                  <a:pt x="6563" y="23169"/>
                  <a:pt x="6428" y="23169"/>
                </a:cubicBezTo>
                <a:close/>
                <a:moveTo>
                  <a:pt x="7647" y="23169"/>
                </a:moveTo>
                <a:cubicBezTo>
                  <a:pt x="7428" y="23169"/>
                  <a:pt x="7318" y="23435"/>
                  <a:pt x="7472" y="23592"/>
                </a:cubicBezTo>
                <a:cubicBezTo>
                  <a:pt x="7522" y="23641"/>
                  <a:pt x="7584" y="23663"/>
                  <a:pt x="7645" y="23663"/>
                </a:cubicBezTo>
                <a:cubicBezTo>
                  <a:pt x="7772" y="23663"/>
                  <a:pt x="7895" y="23565"/>
                  <a:pt x="7895" y="23416"/>
                </a:cubicBezTo>
                <a:cubicBezTo>
                  <a:pt x="7895" y="23282"/>
                  <a:pt x="7782" y="23169"/>
                  <a:pt x="7647" y="23169"/>
                </a:cubicBezTo>
                <a:close/>
                <a:moveTo>
                  <a:pt x="8866" y="23169"/>
                </a:moveTo>
                <a:cubicBezTo>
                  <a:pt x="8647" y="23169"/>
                  <a:pt x="8537" y="23435"/>
                  <a:pt x="8691" y="23592"/>
                </a:cubicBezTo>
                <a:cubicBezTo>
                  <a:pt x="8741" y="23641"/>
                  <a:pt x="8803" y="23663"/>
                  <a:pt x="8864" y="23663"/>
                </a:cubicBezTo>
                <a:cubicBezTo>
                  <a:pt x="8991" y="23663"/>
                  <a:pt x="9114" y="23565"/>
                  <a:pt x="9114" y="23416"/>
                </a:cubicBezTo>
                <a:cubicBezTo>
                  <a:pt x="9114" y="23282"/>
                  <a:pt x="9001" y="23169"/>
                  <a:pt x="8866" y="23169"/>
                </a:cubicBezTo>
                <a:close/>
                <a:moveTo>
                  <a:pt x="10085" y="23169"/>
                </a:moveTo>
                <a:cubicBezTo>
                  <a:pt x="9866" y="23169"/>
                  <a:pt x="9756" y="23435"/>
                  <a:pt x="9910" y="23592"/>
                </a:cubicBezTo>
                <a:cubicBezTo>
                  <a:pt x="9960" y="23641"/>
                  <a:pt x="10022" y="23663"/>
                  <a:pt x="10083" y="23663"/>
                </a:cubicBezTo>
                <a:cubicBezTo>
                  <a:pt x="10211" y="23663"/>
                  <a:pt x="10333" y="23565"/>
                  <a:pt x="10333" y="23416"/>
                </a:cubicBezTo>
                <a:cubicBezTo>
                  <a:pt x="10333" y="23282"/>
                  <a:pt x="10223" y="23169"/>
                  <a:pt x="10085" y="23169"/>
                </a:cubicBezTo>
                <a:close/>
                <a:moveTo>
                  <a:pt x="11305" y="23169"/>
                </a:moveTo>
                <a:cubicBezTo>
                  <a:pt x="11085" y="23169"/>
                  <a:pt x="10975" y="23435"/>
                  <a:pt x="11132" y="23592"/>
                </a:cubicBezTo>
                <a:cubicBezTo>
                  <a:pt x="11182" y="23641"/>
                  <a:pt x="11243" y="23663"/>
                  <a:pt x="11303" y="23663"/>
                </a:cubicBezTo>
                <a:cubicBezTo>
                  <a:pt x="11430" y="23663"/>
                  <a:pt x="11552" y="23565"/>
                  <a:pt x="11552" y="23416"/>
                </a:cubicBezTo>
                <a:cubicBezTo>
                  <a:pt x="11552" y="23282"/>
                  <a:pt x="11442" y="23169"/>
                  <a:pt x="11305" y="23169"/>
                </a:cubicBezTo>
                <a:close/>
                <a:moveTo>
                  <a:pt x="12524" y="23169"/>
                </a:moveTo>
                <a:cubicBezTo>
                  <a:pt x="12304" y="23169"/>
                  <a:pt x="12195" y="23435"/>
                  <a:pt x="12351" y="23592"/>
                </a:cubicBezTo>
                <a:cubicBezTo>
                  <a:pt x="12401" y="23641"/>
                  <a:pt x="12462" y="23663"/>
                  <a:pt x="12522" y="23663"/>
                </a:cubicBezTo>
                <a:cubicBezTo>
                  <a:pt x="12649" y="23663"/>
                  <a:pt x="12771" y="23565"/>
                  <a:pt x="12771" y="23416"/>
                </a:cubicBezTo>
                <a:cubicBezTo>
                  <a:pt x="12771" y="23282"/>
                  <a:pt x="12661" y="23169"/>
                  <a:pt x="12524" y="23169"/>
                </a:cubicBezTo>
                <a:close/>
                <a:moveTo>
                  <a:pt x="13746" y="23169"/>
                </a:moveTo>
                <a:cubicBezTo>
                  <a:pt x="13523" y="23169"/>
                  <a:pt x="13414" y="23435"/>
                  <a:pt x="13570" y="23592"/>
                </a:cubicBezTo>
                <a:cubicBezTo>
                  <a:pt x="13620" y="23641"/>
                  <a:pt x="13681" y="23663"/>
                  <a:pt x="13741" y="23663"/>
                </a:cubicBezTo>
                <a:cubicBezTo>
                  <a:pt x="13868" y="23663"/>
                  <a:pt x="13990" y="23565"/>
                  <a:pt x="13990" y="23416"/>
                </a:cubicBezTo>
                <a:cubicBezTo>
                  <a:pt x="13990" y="23282"/>
                  <a:pt x="13881" y="23169"/>
                  <a:pt x="13746" y="23169"/>
                </a:cubicBezTo>
                <a:close/>
                <a:moveTo>
                  <a:pt x="14965" y="23169"/>
                </a:moveTo>
                <a:cubicBezTo>
                  <a:pt x="14745" y="23169"/>
                  <a:pt x="14633" y="23435"/>
                  <a:pt x="14789" y="23592"/>
                </a:cubicBezTo>
                <a:cubicBezTo>
                  <a:pt x="14840" y="23641"/>
                  <a:pt x="14901" y="23663"/>
                  <a:pt x="14961" y="23663"/>
                </a:cubicBezTo>
                <a:cubicBezTo>
                  <a:pt x="15088" y="23663"/>
                  <a:pt x="15209" y="23565"/>
                  <a:pt x="15209" y="23416"/>
                </a:cubicBezTo>
                <a:cubicBezTo>
                  <a:pt x="15209" y="23282"/>
                  <a:pt x="15100" y="23169"/>
                  <a:pt x="14965" y="23169"/>
                </a:cubicBezTo>
                <a:close/>
                <a:moveTo>
                  <a:pt x="16184" y="23169"/>
                </a:moveTo>
                <a:cubicBezTo>
                  <a:pt x="15964" y="23169"/>
                  <a:pt x="15855" y="23435"/>
                  <a:pt x="16008" y="23592"/>
                </a:cubicBezTo>
                <a:cubicBezTo>
                  <a:pt x="16059" y="23641"/>
                  <a:pt x="16121" y="23663"/>
                  <a:pt x="16181" y="23663"/>
                </a:cubicBezTo>
                <a:cubicBezTo>
                  <a:pt x="16309" y="23663"/>
                  <a:pt x="16431" y="23565"/>
                  <a:pt x="16431" y="23416"/>
                </a:cubicBezTo>
                <a:cubicBezTo>
                  <a:pt x="16431" y="23282"/>
                  <a:pt x="16319" y="23169"/>
                  <a:pt x="16184" y="23169"/>
                </a:cubicBezTo>
                <a:close/>
                <a:moveTo>
                  <a:pt x="17403" y="23169"/>
                </a:moveTo>
                <a:cubicBezTo>
                  <a:pt x="17184" y="23169"/>
                  <a:pt x="17074" y="23435"/>
                  <a:pt x="17227" y="23592"/>
                </a:cubicBezTo>
                <a:cubicBezTo>
                  <a:pt x="17278" y="23641"/>
                  <a:pt x="17340" y="23663"/>
                  <a:pt x="17400" y="23663"/>
                </a:cubicBezTo>
                <a:cubicBezTo>
                  <a:pt x="17528" y="23663"/>
                  <a:pt x="17650" y="23565"/>
                  <a:pt x="17650" y="23416"/>
                </a:cubicBezTo>
                <a:cubicBezTo>
                  <a:pt x="17650" y="23282"/>
                  <a:pt x="17538" y="23169"/>
                  <a:pt x="17403" y="23169"/>
                </a:cubicBezTo>
                <a:close/>
                <a:moveTo>
                  <a:pt x="18622" y="23169"/>
                </a:moveTo>
                <a:cubicBezTo>
                  <a:pt x="18403" y="23169"/>
                  <a:pt x="18293" y="23435"/>
                  <a:pt x="18446" y="23592"/>
                </a:cubicBezTo>
                <a:cubicBezTo>
                  <a:pt x="18497" y="23641"/>
                  <a:pt x="18559" y="23663"/>
                  <a:pt x="18619" y="23663"/>
                </a:cubicBezTo>
                <a:cubicBezTo>
                  <a:pt x="18747" y="23663"/>
                  <a:pt x="18870" y="23565"/>
                  <a:pt x="18870" y="23416"/>
                </a:cubicBezTo>
                <a:cubicBezTo>
                  <a:pt x="18870" y="23282"/>
                  <a:pt x="18760" y="23169"/>
                  <a:pt x="18622" y="23169"/>
                </a:cubicBezTo>
                <a:close/>
                <a:moveTo>
                  <a:pt x="19841" y="23169"/>
                </a:moveTo>
                <a:cubicBezTo>
                  <a:pt x="19622" y="23169"/>
                  <a:pt x="19512" y="23435"/>
                  <a:pt x="19669" y="23592"/>
                </a:cubicBezTo>
                <a:cubicBezTo>
                  <a:pt x="19718" y="23641"/>
                  <a:pt x="19779" y="23663"/>
                  <a:pt x="19839" y="23663"/>
                </a:cubicBezTo>
                <a:cubicBezTo>
                  <a:pt x="19966" y="23663"/>
                  <a:pt x="20089" y="23565"/>
                  <a:pt x="20089" y="23416"/>
                </a:cubicBezTo>
                <a:cubicBezTo>
                  <a:pt x="20089" y="23282"/>
                  <a:pt x="19979" y="23169"/>
                  <a:pt x="19841" y="23169"/>
                </a:cubicBezTo>
                <a:close/>
                <a:moveTo>
                  <a:pt x="21060" y="23169"/>
                </a:moveTo>
                <a:cubicBezTo>
                  <a:pt x="20841" y="23169"/>
                  <a:pt x="20731" y="23435"/>
                  <a:pt x="20888" y="23592"/>
                </a:cubicBezTo>
                <a:cubicBezTo>
                  <a:pt x="20937" y="23641"/>
                  <a:pt x="20998" y="23663"/>
                  <a:pt x="21058" y="23663"/>
                </a:cubicBezTo>
                <a:cubicBezTo>
                  <a:pt x="21185" y="23663"/>
                  <a:pt x="21308" y="23565"/>
                  <a:pt x="21308" y="23416"/>
                </a:cubicBezTo>
                <a:cubicBezTo>
                  <a:pt x="21308" y="23282"/>
                  <a:pt x="21198" y="23169"/>
                  <a:pt x="21060" y="23169"/>
                </a:cubicBezTo>
                <a:close/>
                <a:moveTo>
                  <a:pt x="22282" y="23169"/>
                </a:moveTo>
                <a:cubicBezTo>
                  <a:pt x="22060" y="23169"/>
                  <a:pt x="21950" y="23435"/>
                  <a:pt x="22107" y="23592"/>
                </a:cubicBezTo>
                <a:cubicBezTo>
                  <a:pt x="22157" y="23641"/>
                  <a:pt x="22219" y="23663"/>
                  <a:pt x="22279" y="23663"/>
                </a:cubicBezTo>
                <a:cubicBezTo>
                  <a:pt x="22406" y="23663"/>
                  <a:pt x="22527" y="23565"/>
                  <a:pt x="22527" y="23416"/>
                </a:cubicBezTo>
                <a:cubicBezTo>
                  <a:pt x="22527" y="23282"/>
                  <a:pt x="22417" y="23169"/>
                  <a:pt x="22282" y="23169"/>
                </a:cubicBezTo>
                <a:close/>
                <a:moveTo>
                  <a:pt x="23501" y="23169"/>
                </a:moveTo>
                <a:cubicBezTo>
                  <a:pt x="23282" y="23169"/>
                  <a:pt x="23169" y="23435"/>
                  <a:pt x="23326" y="23592"/>
                </a:cubicBezTo>
                <a:cubicBezTo>
                  <a:pt x="23376" y="23641"/>
                  <a:pt x="23438" y="23663"/>
                  <a:pt x="23498" y="23663"/>
                </a:cubicBezTo>
                <a:cubicBezTo>
                  <a:pt x="23625" y="23663"/>
                  <a:pt x="23746" y="23565"/>
                  <a:pt x="23746" y="23416"/>
                </a:cubicBezTo>
                <a:cubicBezTo>
                  <a:pt x="23746" y="23282"/>
                  <a:pt x="23636" y="23169"/>
                  <a:pt x="23501" y="23169"/>
                </a:cubicBezTo>
                <a:close/>
                <a:moveTo>
                  <a:pt x="24720" y="23169"/>
                </a:moveTo>
                <a:cubicBezTo>
                  <a:pt x="24501" y="23169"/>
                  <a:pt x="24391" y="23435"/>
                  <a:pt x="24545" y="23592"/>
                </a:cubicBezTo>
                <a:cubicBezTo>
                  <a:pt x="24595" y="23641"/>
                  <a:pt x="24657" y="23663"/>
                  <a:pt x="24718" y="23663"/>
                </a:cubicBezTo>
                <a:cubicBezTo>
                  <a:pt x="24845" y="23663"/>
                  <a:pt x="24968" y="23565"/>
                  <a:pt x="24968" y="23416"/>
                </a:cubicBezTo>
                <a:cubicBezTo>
                  <a:pt x="24968" y="23282"/>
                  <a:pt x="24855" y="23169"/>
                  <a:pt x="24720" y="23169"/>
                </a:cubicBezTo>
                <a:close/>
                <a:moveTo>
                  <a:pt x="330" y="24388"/>
                </a:moveTo>
                <a:cubicBezTo>
                  <a:pt x="111" y="24388"/>
                  <a:pt x="1" y="24654"/>
                  <a:pt x="154" y="24811"/>
                </a:cubicBezTo>
                <a:cubicBezTo>
                  <a:pt x="205" y="24861"/>
                  <a:pt x="267" y="24884"/>
                  <a:pt x="327" y="24884"/>
                </a:cubicBezTo>
                <a:cubicBezTo>
                  <a:pt x="455" y="24884"/>
                  <a:pt x="577" y="24784"/>
                  <a:pt x="577" y="24635"/>
                </a:cubicBezTo>
                <a:cubicBezTo>
                  <a:pt x="577" y="24503"/>
                  <a:pt x="468" y="24391"/>
                  <a:pt x="335" y="24391"/>
                </a:cubicBezTo>
                <a:cubicBezTo>
                  <a:pt x="334" y="24391"/>
                  <a:pt x="332" y="24391"/>
                  <a:pt x="330" y="24391"/>
                </a:cubicBezTo>
                <a:lnTo>
                  <a:pt x="330" y="24388"/>
                </a:lnTo>
                <a:close/>
                <a:moveTo>
                  <a:pt x="1549" y="24388"/>
                </a:moveTo>
                <a:cubicBezTo>
                  <a:pt x="1330" y="24388"/>
                  <a:pt x="1220" y="24654"/>
                  <a:pt x="1373" y="24811"/>
                </a:cubicBezTo>
                <a:cubicBezTo>
                  <a:pt x="1424" y="24861"/>
                  <a:pt x="1486" y="24884"/>
                  <a:pt x="1546" y="24884"/>
                </a:cubicBezTo>
                <a:cubicBezTo>
                  <a:pt x="1674" y="24884"/>
                  <a:pt x="1797" y="24784"/>
                  <a:pt x="1797" y="24635"/>
                </a:cubicBezTo>
                <a:cubicBezTo>
                  <a:pt x="1797" y="24501"/>
                  <a:pt x="1687" y="24391"/>
                  <a:pt x="1549" y="24391"/>
                </a:cubicBezTo>
                <a:lnTo>
                  <a:pt x="1549" y="24388"/>
                </a:lnTo>
                <a:close/>
                <a:moveTo>
                  <a:pt x="2768" y="24388"/>
                </a:moveTo>
                <a:cubicBezTo>
                  <a:pt x="2549" y="24388"/>
                  <a:pt x="2439" y="24654"/>
                  <a:pt x="2596" y="24811"/>
                </a:cubicBezTo>
                <a:cubicBezTo>
                  <a:pt x="2645" y="24861"/>
                  <a:pt x="2706" y="24884"/>
                  <a:pt x="2766" y="24884"/>
                </a:cubicBezTo>
                <a:cubicBezTo>
                  <a:pt x="2893" y="24884"/>
                  <a:pt x="3016" y="24784"/>
                  <a:pt x="3016" y="24635"/>
                </a:cubicBezTo>
                <a:cubicBezTo>
                  <a:pt x="3016" y="24503"/>
                  <a:pt x="2909" y="24391"/>
                  <a:pt x="2774" y="24391"/>
                </a:cubicBezTo>
                <a:cubicBezTo>
                  <a:pt x="2772" y="24391"/>
                  <a:pt x="2770" y="24391"/>
                  <a:pt x="2768" y="24391"/>
                </a:cubicBezTo>
                <a:lnTo>
                  <a:pt x="2768" y="24388"/>
                </a:lnTo>
                <a:close/>
                <a:moveTo>
                  <a:pt x="3987" y="24388"/>
                </a:moveTo>
                <a:cubicBezTo>
                  <a:pt x="3768" y="24388"/>
                  <a:pt x="3658" y="24654"/>
                  <a:pt x="3815" y="24811"/>
                </a:cubicBezTo>
                <a:cubicBezTo>
                  <a:pt x="3864" y="24861"/>
                  <a:pt x="3925" y="24884"/>
                  <a:pt x="3986" y="24884"/>
                </a:cubicBezTo>
                <a:cubicBezTo>
                  <a:pt x="4112" y="24884"/>
                  <a:pt x="4235" y="24784"/>
                  <a:pt x="4235" y="24635"/>
                </a:cubicBezTo>
                <a:cubicBezTo>
                  <a:pt x="4235" y="24501"/>
                  <a:pt x="4125" y="24391"/>
                  <a:pt x="3987" y="24391"/>
                </a:cubicBezTo>
                <a:lnTo>
                  <a:pt x="3987" y="24388"/>
                </a:lnTo>
                <a:close/>
                <a:moveTo>
                  <a:pt x="5209" y="24388"/>
                </a:moveTo>
                <a:cubicBezTo>
                  <a:pt x="4987" y="24388"/>
                  <a:pt x="4877" y="24654"/>
                  <a:pt x="5034" y="24811"/>
                </a:cubicBezTo>
                <a:cubicBezTo>
                  <a:pt x="5083" y="24861"/>
                  <a:pt x="5144" y="24884"/>
                  <a:pt x="5205" y="24884"/>
                </a:cubicBezTo>
                <a:cubicBezTo>
                  <a:pt x="5331" y="24884"/>
                  <a:pt x="5454" y="24784"/>
                  <a:pt x="5454" y="24635"/>
                </a:cubicBezTo>
                <a:cubicBezTo>
                  <a:pt x="5454" y="24503"/>
                  <a:pt x="5347" y="24391"/>
                  <a:pt x="5215" y="24391"/>
                </a:cubicBezTo>
                <a:cubicBezTo>
                  <a:pt x="5213" y="24391"/>
                  <a:pt x="5211" y="24391"/>
                  <a:pt x="5209" y="24391"/>
                </a:cubicBezTo>
                <a:lnTo>
                  <a:pt x="5209" y="24388"/>
                </a:lnTo>
                <a:close/>
                <a:moveTo>
                  <a:pt x="6428" y="24388"/>
                </a:moveTo>
                <a:cubicBezTo>
                  <a:pt x="6209" y="24388"/>
                  <a:pt x="6096" y="24654"/>
                  <a:pt x="6253" y="24811"/>
                </a:cubicBezTo>
                <a:cubicBezTo>
                  <a:pt x="6303" y="24861"/>
                  <a:pt x="6365" y="24884"/>
                  <a:pt x="6425" y="24884"/>
                </a:cubicBezTo>
                <a:cubicBezTo>
                  <a:pt x="6552" y="24884"/>
                  <a:pt x="6673" y="24784"/>
                  <a:pt x="6673" y="24635"/>
                </a:cubicBezTo>
                <a:cubicBezTo>
                  <a:pt x="6673" y="24501"/>
                  <a:pt x="6563" y="24391"/>
                  <a:pt x="6428" y="24391"/>
                </a:cubicBezTo>
                <a:lnTo>
                  <a:pt x="6428" y="24388"/>
                </a:lnTo>
                <a:close/>
                <a:moveTo>
                  <a:pt x="7647" y="24388"/>
                </a:moveTo>
                <a:cubicBezTo>
                  <a:pt x="7428" y="24388"/>
                  <a:pt x="7318" y="24654"/>
                  <a:pt x="7472" y="24811"/>
                </a:cubicBezTo>
                <a:cubicBezTo>
                  <a:pt x="7522" y="24861"/>
                  <a:pt x="7584" y="24884"/>
                  <a:pt x="7645" y="24884"/>
                </a:cubicBezTo>
                <a:cubicBezTo>
                  <a:pt x="7773" y="24884"/>
                  <a:pt x="7895" y="24784"/>
                  <a:pt x="7895" y="24635"/>
                </a:cubicBezTo>
                <a:cubicBezTo>
                  <a:pt x="7895" y="24501"/>
                  <a:pt x="7782" y="24391"/>
                  <a:pt x="7647" y="24391"/>
                </a:cubicBezTo>
                <a:lnTo>
                  <a:pt x="7647" y="24388"/>
                </a:lnTo>
                <a:close/>
                <a:moveTo>
                  <a:pt x="8866" y="24388"/>
                </a:moveTo>
                <a:cubicBezTo>
                  <a:pt x="8647" y="24388"/>
                  <a:pt x="8537" y="24654"/>
                  <a:pt x="8691" y="24811"/>
                </a:cubicBezTo>
                <a:cubicBezTo>
                  <a:pt x="8741" y="24861"/>
                  <a:pt x="8803" y="24884"/>
                  <a:pt x="8864" y="24884"/>
                </a:cubicBezTo>
                <a:cubicBezTo>
                  <a:pt x="8992" y="24884"/>
                  <a:pt x="9114" y="24784"/>
                  <a:pt x="9114" y="24635"/>
                </a:cubicBezTo>
                <a:cubicBezTo>
                  <a:pt x="9114" y="24503"/>
                  <a:pt x="9004" y="24391"/>
                  <a:pt x="8872" y="24391"/>
                </a:cubicBezTo>
                <a:cubicBezTo>
                  <a:pt x="8870" y="24391"/>
                  <a:pt x="8868" y="24391"/>
                  <a:pt x="8866" y="24391"/>
                </a:cubicBezTo>
                <a:lnTo>
                  <a:pt x="8866" y="24388"/>
                </a:lnTo>
                <a:close/>
                <a:moveTo>
                  <a:pt x="10085" y="24388"/>
                </a:moveTo>
                <a:cubicBezTo>
                  <a:pt x="9866" y="24388"/>
                  <a:pt x="9756" y="24654"/>
                  <a:pt x="9910" y="24811"/>
                </a:cubicBezTo>
                <a:cubicBezTo>
                  <a:pt x="9960" y="24861"/>
                  <a:pt x="10022" y="24884"/>
                  <a:pt x="10083" y="24884"/>
                </a:cubicBezTo>
                <a:cubicBezTo>
                  <a:pt x="10211" y="24884"/>
                  <a:pt x="10333" y="24784"/>
                  <a:pt x="10333" y="24635"/>
                </a:cubicBezTo>
                <a:cubicBezTo>
                  <a:pt x="10333" y="24503"/>
                  <a:pt x="10226" y="24391"/>
                  <a:pt x="10091" y="24391"/>
                </a:cubicBezTo>
                <a:cubicBezTo>
                  <a:pt x="10089" y="24391"/>
                  <a:pt x="10087" y="24391"/>
                  <a:pt x="10085" y="24391"/>
                </a:cubicBezTo>
                <a:lnTo>
                  <a:pt x="10085" y="24388"/>
                </a:lnTo>
                <a:close/>
                <a:moveTo>
                  <a:pt x="11305" y="24388"/>
                </a:moveTo>
                <a:cubicBezTo>
                  <a:pt x="11085" y="24388"/>
                  <a:pt x="10975" y="24654"/>
                  <a:pt x="11132" y="24811"/>
                </a:cubicBezTo>
                <a:cubicBezTo>
                  <a:pt x="11182" y="24861"/>
                  <a:pt x="11243" y="24884"/>
                  <a:pt x="11303" y="24884"/>
                </a:cubicBezTo>
                <a:cubicBezTo>
                  <a:pt x="11430" y="24884"/>
                  <a:pt x="11552" y="24784"/>
                  <a:pt x="11552" y="24635"/>
                </a:cubicBezTo>
                <a:cubicBezTo>
                  <a:pt x="11552" y="24501"/>
                  <a:pt x="11442" y="24391"/>
                  <a:pt x="11305" y="24391"/>
                </a:cubicBezTo>
                <a:lnTo>
                  <a:pt x="11305" y="24388"/>
                </a:lnTo>
                <a:close/>
                <a:moveTo>
                  <a:pt x="12524" y="24388"/>
                </a:moveTo>
                <a:cubicBezTo>
                  <a:pt x="12304" y="24388"/>
                  <a:pt x="12195" y="24654"/>
                  <a:pt x="12351" y="24811"/>
                </a:cubicBezTo>
                <a:cubicBezTo>
                  <a:pt x="12401" y="24861"/>
                  <a:pt x="12462" y="24884"/>
                  <a:pt x="12522" y="24884"/>
                </a:cubicBezTo>
                <a:cubicBezTo>
                  <a:pt x="12649" y="24884"/>
                  <a:pt x="12771" y="24784"/>
                  <a:pt x="12771" y="24635"/>
                </a:cubicBezTo>
                <a:cubicBezTo>
                  <a:pt x="12771" y="24501"/>
                  <a:pt x="12661" y="24391"/>
                  <a:pt x="12524" y="24391"/>
                </a:cubicBezTo>
                <a:lnTo>
                  <a:pt x="12524" y="24388"/>
                </a:lnTo>
                <a:close/>
                <a:moveTo>
                  <a:pt x="13746" y="24388"/>
                </a:moveTo>
                <a:cubicBezTo>
                  <a:pt x="13523" y="24388"/>
                  <a:pt x="13414" y="24654"/>
                  <a:pt x="13570" y="24811"/>
                </a:cubicBezTo>
                <a:cubicBezTo>
                  <a:pt x="13620" y="24861"/>
                  <a:pt x="13681" y="24884"/>
                  <a:pt x="13741" y="24884"/>
                </a:cubicBezTo>
                <a:cubicBezTo>
                  <a:pt x="13868" y="24884"/>
                  <a:pt x="13990" y="24784"/>
                  <a:pt x="13990" y="24635"/>
                </a:cubicBezTo>
                <a:cubicBezTo>
                  <a:pt x="13990" y="24503"/>
                  <a:pt x="13883" y="24391"/>
                  <a:pt x="13751" y="24391"/>
                </a:cubicBezTo>
                <a:cubicBezTo>
                  <a:pt x="13749" y="24391"/>
                  <a:pt x="13748" y="24391"/>
                  <a:pt x="13746" y="24391"/>
                </a:cubicBezTo>
                <a:lnTo>
                  <a:pt x="13746" y="24388"/>
                </a:lnTo>
                <a:close/>
                <a:moveTo>
                  <a:pt x="14965" y="24388"/>
                </a:moveTo>
                <a:cubicBezTo>
                  <a:pt x="14745" y="24388"/>
                  <a:pt x="14633" y="24654"/>
                  <a:pt x="14789" y="24811"/>
                </a:cubicBezTo>
                <a:cubicBezTo>
                  <a:pt x="14840" y="24861"/>
                  <a:pt x="14901" y="24884"/>
                  <a:pt x="14962" y="24884"/>
                </a:cubicBezTo>
                <a:cubicBezTo>
                  <a:pt x="15088" y="24884"/>
                  <a:pt x="15209" y="24784"/>
                  <a:pt x="15209" y="24635"/>
                </a:cubicBezTo>
                <a:cubicBezTo>
                  <a:pt x="15209" y="24501"/>
                  <a:pt x="15100" y="24391"/>
                  <a:pt x="14965" y="24391"/>
                </a:cubicBezTo>
                <a:lnTo>
                  <a:pt x="14965" y="24388"/>
                </a:lnTo>
                <a:close/>
                <a:moveTo>
                  <a:pt x="16184" y="24388"/>
                </a:moveTo>
                <a:cubicBezTo>
                  <a:pt x="15964" y="24388"/>
                  <a:pt x="15855" y="24654"/>
                  <a:pt x="16008" y="24811"/>
                </a:cubicBezTo>
                <a:cubicBezTo>
                  <a:pt x="16059" y="24861"/>
                  <a:pt x="16121" y="24884"/>
                  <a:pt x="16181" y="24884"/>
                </a:cubicBezTo>
                <a:cubicBezTo>
                  <a:pt x="16309" y="24884"/>
                  <a:pt x="16431" y="24784"/>
                  <a:pt x="16431" y="24635"/>
                </a:cubicBezTo>
                <a:cubicBezTo>
                  <a:pt x="16431" y="24501"/>
                  <a:pt x="16319" y="24391"/>
                  <a:pt x="16184" y="24391"/>
                </a:cubicBezTo>
                <a:lnTo>
                  <a:pt x="16184" y="24388"/>
                </a:lnTo>
                <a:close/>
                <a:moveTo>
                  <a:pt x="17403" y="24388"/>
                </a:moveTo>
                <a:cubicBezTo>
                  <a:pt x="17184" y="24388"/>
                  <a:pt x="17074" y="24654"/>
                  <a:pt x="17227" y="24811"/>
                </a:cubicBezTo>
                <a:cubicBezTo>
                  <a:pt x="17278" y="24861"/>
                  <a:pt x="17340" y="24884"/>
                  <a:pt x="17400" y="24884"/>
                </a:cubicBezTo>
                <a:cubicBezTo>
                  <a:pt x="17528" y="24884"/>
                  <a:pt x="17650" y="24784"/>
                  <a:pt x="17650" y="24635"/>
                </a:cubicBezTo>
                <a:cubicBezTo>
                  <a:pt x="17650" y="24503"/>
                  <a:pt x="17541" y="24391"/>
                  <a:pt x="17408" y="24391"/>
                </a:cubicBezTo>
                <a:cubicBezTo>
                  <a:pt x="17407" y="24391"/>
                  <a:pt x="17405" y="24391"/>
                  <a:pt x="17403" y="24391"/>
                </a:cubicBezTo>
                <a:lnTo>
                  <a:pt x="17403" y="24388"/>
                </a:lnTo>
                <a:close/>
                <a:moveTo>
                  <a:pt x="18622" y="24388"/>
                </a:moveTo>
                <a:cubicBezTo>
                  <a:pt x="18403" y="24388"/>
                  <a:pt x="18293" y="24654"/>
                  <a:pt x="18446" y="24811"/>
                </a:cubicBezTo>
                <a:cubicBezTo>
                  <a:pt x="18497" y="24861"/>
                  <a:pt x="18559" y="24884"/>
                  <a:pt x="18619" y="24884"/>
                </a:cubicBezTo>
                <a:cubicBezTo>
                  <a:pt x="18747" y="24884"/>
                  <a:pt x="18870" y="24784"/>
                  <a:pt x="18870" y="24635"/>
                </a:cubicBezTo>
                <a:cubicBezTo>
                  <a:pt x="18870" y="24501"/>
                  <a:pt x="18760" y="24391"/>
                  <a:pt x="18622" y="24391"/>
                </a:cubicBezTo>
                <a:lnTo>
                  <a:pt x="18622" y="24388"/>
                </a:lnTo>
                <a:close/>
                <a:moveTo>
                  <a:pt x="19841" y="24388"/>
                </a:moveTo>
                <a:cubicBezTo>
                  <a:pt x="19622" y="24388"/>
                  <a:pt x="19512" y="24654"/>
                  <a:pt x="19669" y="24811"/>
                </a:cubicBezTo>
                <a:cubicBezTo>
                  <a:pt x="19718" y="24861"/>
                  <a:pt x="19779" y="24884"/>
                  <a:pt x="19839" y="24884"/>
                </a:cubicBezTo>
                <a:cubicBezTo>
                  <a:pt x="19966" y="24884"/>
                  <a:pt x="20089" y="24784"/>
                  <a:pt x="20089" y="24635"/>
                </a:cubicBezTo>
                <a:cubicBezTo>
                  <a:pt x="20089" y="24503"/>
                  <a:pt x="19982" y="24391"/>
                  <a:pt x="19847" y="24391"/>
                </a:cubicBezTo>
                <a:cubicBezTo>
                  <a:pt x="19845" y="24391"/>
                  <a:pt x="19843" y="24391"/>
                  <a:pt x="19841" y="24391"/>
                </a:cubicBezTo>
                <a:lnTo>
                  <a:pt x="19841" y="24388"/>
                </a:lnTo>
                <a:close/>
                <a:moveTo>
                  <a:pt x="21060" y="24388"/>
                </a:moveTo>
                <a:cubicBezTo>
                  <a:pt x="20841" y="24388"/>
                  <a:pt x="20731" y="24654"/>
                  <a:pt x="20888" y="24811"/>
                </a:cubicBezTo>
                <a:cubicBezTo>
                  <a:pt x="20937" y="24861"/>
                  <a:pt x="20998" y="24884"/>
                  <a:pt x="21058" y="24884"/>
                </a:cubicBezTo>
                <a:cubicBezTo>
                  <a:pt x="21185" y="24884"/>
                  <a:pt x="21308" y="24784"/>
                  <a:pt x="21308" y="24635"/>
                </a:cubicBezTo>
                <a:cubicBezTo>
                  <a:pt x="21308" y="24503"/>
                  <a:pt x="21201" y="24391"/>
                  <a:pt x="21066" y="24391"/>
                </a:cubicBezTo>
                <a:cubicBezTo>
                  <a:pt x="21064" y="24391"/>
                  <a:pt x="21062" y="24391"/>
                  <a:pt x="21060" y="24391"/>
                </a:cubicBezTo>
                <a:lnTo>
                  <a:pt x="21060" y="24388"/>
                </a:lnTo>
                <a:close/>
                <a:moveTo>
                  <a:pt x="22282" y="24388"/>
                </a:moveTo>
                <a:cubicBezTo>
                  <a:pt x="22060" y="24388"/>
                  <a:pt x="21950" y="24654"/>
                  <a:pt x="22107" y="24811"/>
                </a:cubicBezTo>
                <a:cubicBezTo>
                  <a:pt x="22157" y="24861"/>
                  <a:pt x="22219" y="24884"/>
                  <a:pt x="22279" y="24884"/>
                </a:cubicBezTo>
                <a:cubicBezTo>
                  <a:pt x="22406" y="24884"/>
                  <a:pt x="22527" y="24784"/>
                  <a:pt x="22527" y="24635"/>
                </a:cubicBezTo>
                <a:cubicBezTo>
                  <a:pt x="22527" y="24503"/>
                  <a:pt x="22420" y="24391"/>
                  <a:pt x="22288" y="24391"/>
                </a:cubicBezTo>
                <a:cubicBezTo>
                  <a:pt x="22286" y="24391"/>
                  <a:pt x="22284" y="24391"/>
                  <a:pt x="22282" y="24391"/>
                </a:cubicBezTo>
                <a:lnTo>
                  <a:pt x="22282" y="24388"/>
                </a:lnTo>
                <a:close/>
                <a:moveTo>
                  <a:pt x="23501" y="24388"/>
                </a:moveTo>
                <a:cubicBezTo>
                  <a:pt x="23282" y="24388"/>
                  <a:pt x="23169" y="24654"/>
                  <a:pt x="23326" y="24811"/>
                </a:cubicBezTo>
                <a:cubicBezTo>
                  <a:pt x="23376" y="24861"/>
                  <a:pt x="23438" y="24884"/>
                  <a:pt x="23498" y="24884"/>
                </a:cubicBezTo>
                <a:cubicBezTo>
                  <a:pt x="23625" y="24884"/>
                  <a:pt x="23746" y="24784"/>
                  <a:pt x="23746" y="24635"/>
                </a:cubicBezTo>
                <a:cubicBezTo>
                  <a:pt x="23746" y="24501"/>
                  <a:pt x="23636" y="24391"/>
                  <a:pt x="23501" y="24391"/>
                </a:cubicBezTo>
                <a:lnTo>
                  <a:pt x="23501" y="24388"/>
                </a:lnTo>
                <a:close/>
                <a:moveTo>
                  <a:pt x="24720" y="24388"/>
                </a:moveTo>
                <a:cubicBezTo>
                  <a:pt x="24501" y="24388"/>
                  <a:pt x="24391" y="24654"/>
                  <a:pt x="24545" y="24811"/>
                </a:cubicBezTo>
                <a:cubicBezTo>
                  <a:pt x="24595" y="24861"/>
                  <a:pt x="24657" y="24884"/>
                  <a:pt x="24718" y="24884"/>
                </a:cubicBezTo>
                <a:cubicBezTo>
                  <a:pt x="24845" y="24884"/>
                  <a:pt x="24968" y="24784"/>
                  <a:pt x="24968" y="24635"/>
                </a:cubicBezTo>
                <a:cubicBezTo>
                  <a:pt x="24968" y="24501"/>
                  <a:pt x="24855" y="24391"/>
                  <a:pt x="24720" y="24391"/>
                </a:cubicBezTo>
                <a:lnTo>
                  <a:pt x="24720" y="24388"/>
                </a:lnTo>
                <a:close/>
                <a:moveTo>
                  <a:pt x="24716" y="25610"/>
                </a:moveTo>
                <a:cubicBezTo>
                  <a:pt x="24518" y="25610"/>
                  <a:pt x="24405" y="25834"/>
                  <a:pt x="24517" y="25996"/>
                </a:cubicBezTo>
                <a:cubicBezTo>
                  <a:pt x="24567" y="26068"/>
                  <a:pt x="24644" y="26103"/>
                  <a:pt x="24720" y="26103"/>
                </a:cubicBezTo>
                <a:cubicBezTo>
                  <a:pt x="24816" y="26103"/>
                  <a:pt x="24911" y="26048"/>
                  <a:pt x="24949" y="25945"/>
                </a:cubicBezTo>
                <a:cubicBezTo>
                  <a:pt x="24955" y="25914"/>
                  <a:pt x="24962" y="25883"/>
                  <a:pt x="24965" y="25851"/>
                </a:cubicBezTo>
                <a:cubicBezTo>
                  <a:pt x="24965" y="25717"/>
                  <a:pt x="24855" y="25610"/>
                  <a:pt x="24720" y="25610"/>
                </a:cubicBezTo>
                <a:cubicBezTo>
                  <a:pt x="24719" y="25610"/>
                  <a:pt x="24718" y="25610"/>
                  <a:pt x="24716" y="25610"/>
                </a:cubicBezTo>
                <a:close/>
                <a:moveTo>
                  <a:pt x="330" y="25610"/>
                </a:moveTo>
                <a:cubicBezTo>
                  <a:pt x="111" y="25610"/>
                  <a:pt x="1" y="25873"/>
                  <a:pt x="154" y="26030"/>
                </a:cubicBezTo>
                <a:cubicBezTo>
                  <a:pt x="205" y="26081"/>
                  <a:pt x="268" y="26104"/>
                  <a:pt x="329" y="26104"/>
                </a:cubicBezTo>
                <a:cubicBezTo>
                  <a:pt x="456" y="26104"/>
                  <a:pt x="577" y="26005"/>
                  <a:pt x="577" y="25854"/>
                </a:cubicBezTo>
                <a:cubicBezTo>
                  <a:pt x="577" y="25720"/>
                  <a:pt x="465" y="25610"/>
                  <a:pt x="330" y="25610"/>
                </a:cubicBezTo>
                <a:close/>
                <a:moveTo>
                  <a:pt x="1549" y="25610"/>
                </a:moveTo>
                <a:cubicBezTo>
                  <a:pt x="1330" y="25610"/>
                  <a:pt x="1220" y="25873"/>
                  <a:pt x="1373" y="26030"/>
                </a:cubicBezTo>
                <a:cubicBezTo>
                  <a:pt x="1424" y="26081"/>
                  <a:pt x="1487" y="26104"/>
                  <a:pt x="1548" y="26104"/>
                </a:cubicBezTo>
                <a:cubicBezTo>
                  <a:pt x="1675" y="26104"/>
                  <a:pt x="1797" y="26005"/>
                  <a:pt x="1797" y="25854"/>
                </a:cubicBezTo>
                <a:cubicBezTo>
                  <a:pt x="1797" y="25720"/>
                  <a:pt x="1687" y="25610"/>
                  <a:pt x="1549" y="25610"/>
                </a:cubicBezTo>
                <a:close/>
                <a:moveTo>
                  <a:pt x="2768" y="25610"/>
                </a:moveTo>
                <a:cubicBezTo>
                  <a:pt x="2549" y="25610"/>
                  <a:pt x="2439" y="25873"/>
                  <a:pt x="2596" y="26030"/>
                </a:cubicBezTo>
                <a:cubicBezTo>
                  <a:pt x="2645" y="26081"/>
                  <a:pt x="2707" y="26104"/>
                  <a:pt x="2768" y="26104"/>
                </a:cubicBezTo>
                <a:cubicBezTo>
                  <a:pt x="2894" y="26104"/>
                  <a:pt x="3016" y="26005"/>
                  <a:pt x="3016" y="25854"/>
                </a:cubicBezTo>
                <a:cubicBezTo>
                  <a:pt x="3016" y="25720"/>
                  <a:pt x="2906" y="25610"/>
                  <a:pt x="2768" y="25610"/>
                </a:cubicBezTo>
                <a:close/>
                <a:moveTo>
                  <a:pt x="3987" y="25610"/>
                </a:moveTo>
                <a:cubicBezTo>
                  <a:pt x="3768" y="25610"/>
                  <a:pt x="3658" y="25873"/>
                  <a:pt x="3815" y="26030"/>
                </a:cubicBezTo>
                <a:cubicBezTo>
                  <a:pt x="3865" y="26081"/>
                  <a:pt x="3926" y="26104"/>
                  <a:pt x="3987" y="26104"/>
                </a:cubicBezTo>
                <a:cubicBezTo>
                  <a:pt x="4113" y="26104"/>
                  <a:pt x="4235" y="26005"/>
                  <a:pt x="4235" y="25854"/>
                </a:cubicBezTo>
                <a:cubicBezTo>
                  <a:pt x="4235" y="25720"/>
                  <a:pt x="4125" y="25610"/>
                  <a:pt x="3987" y="25610"/>
                </a:cubicBezTo>
                <a:close/>
                <a:moveTo>
                  <a:pt x="5209" y="25610"/>
                </a:moveTo>
                <a:cubicBezTo>
                  <a:pt x="4987" y="25610"/>
                  <a:pt x="4877" y="25873"/>
                  <a:pt x="5034" y="26030"/>
                </a:cubicBezTo>
                <a:cubicBezTo>
                  <a:pt x="5084" y="26081"/>
                  <a:pt x="5145" y="26104"/>
                  <a:pt x="5206" y="26104"/>
                </a:cubicBezTo>
                <a:cubicBezTo>
                  <a:pt x="5332" y="26104"/>
                  <a:pt x="5454" y="26005"/>
                  <a:pt x="5454" y="25854"/>
                </a:cubicBezTo>
                <a:cubicBezTo>
                  <a:pt x="5454" y="25720"/>
                  <a:pt x="5344" y="25610"/>
                  <a:pt x="5209" y="25610"/>
                </a:cubicBezTo>
                <a:close/>
                <a:moveTo>
                  <a:pt x="6428" y="25610"/>
                </a:moveTo>
                <a:cubicBezTo>
                  <a:pt x="6209" y="25610"/>
                  <a:pt x="6096" y="25873"/>
                  <a:pt x="6253" y="26030"/>
                </a:cubicBezTo>
                <a:cubicBezTo>
                  <a:pt x="6304" y="26081"/>
                  <a:pt x="6366" y="26104"/>
                  <a:pt x="6426" y="26104"/>
                </a:cubicBezTo>
                <a:cubicBezTo>
                  <a:pt x="6553" y="26104"/>
                  <a:pt x="6673" y="26005"/>
                  <a:pt x="6673" y="25854"/>
                </a:cubicBezTo>
                <a:cubicBezTo>
                  <a:pt x="6673" y="25720"/>
                  <a:pt x="6563" y="25610"/>
                  <a:pt x="6428" y="25610"/>
                </a:cubicBezTo>
                <a:close/>
                <a:moveTo>
                  <a:pt x="7647" y="25610"/>
                </a:moveTo>
                <a:cubicBezTo>
                  <a:pt x="7428" y="25610"/>
                  <a:pt x="7318" y="25873"/>
                  <a:pt x="7472" y="26030"/>
                </a:cubicBezTo>
                <a:cubicBezTo>
                  <a:pt x="7523" y="26081"/>
                  <a:pt x="7585" y="26104"/>
                  <a:pt x="7646" y="26104"/>
                </a:cubicBezTo>
                <a:cubicBezTo>
                  <a:pt x="7773" y="26104"/>
                  <a:pt x="7895" y="26005"/>
                  <a:pt x="7895" y="25854"/>
                </a:cubicBezTo>
                <a:cubicBezTo>
                  <a:pt x="7895" y="25720"/>
                  <a:pt x="7782" y="25610"/>
                  <a:pt x="7647" y="25610"/>
                </a:cubicBezTo>
                <a:close/>
                <a:moveTo>
                  <a:pt x="8866" y="25610"/>
                </a:moveTo>
                <a:cubicBezTo>
                  <a:pt x="8647" y="25610"/>
                  <a:pt x="8537" y="25873"/>
                  <a:pt x="8691" y="26030"/>
                </a:cubicBezTo>
                <a:cubicBezTo>
                  <a:pt x="8742" y="26081"/>
                  <a:pt x="8804" y="26104"/>
                  <a:pt x="8865" y="26104"/>
                </a:cubicBezTo>
                <a:cubicBezTo>
                  <a:pt x="8992" y="26104"/>
                  <a:pt x="9114" y="26005"/>
                  <a:pt x="9114" y="25854"/>
                </a:cubicBezTo>
                <a:cubicBezTo>
                  <a:pt x="9114" y="25720"/>
                  <a:pt x="9001" y="25610"/>
                  <a:pt x="8866" y="25610"/>
                </a:cubicBezTo>
                <a:close/>
                <a:moveTo>
                  <a:pt x="10085" y="25610"/>
                </a:moveTo>
                <a:cubicBezTo>
                  <a:pt x="9866" y="25610"/>
                  <a:pt x="9756" y="25873"/>
                  <a:pt x="9910" y="26030"/>
                </a:cubicBezTo>
                <a:cubicBezTo>
                  <a:pt x="9961" y="26081"/>
                  <a:pt x="10023" y="26104"/>
                  <a:pt x="10084" y="26104"/>
                </a:cubicBezTo>
                <a:cubicBezTo>
                  <a:pt x="10211" y="26104"/>
                  <a:pt x="10333" y="26005"/>
                  <a:pt x="10333" y="25854"/>
                </a:cubicBezTo>
                <a:cubicBezTo>
                  <a:pt x="10333" y="25720"/>
                  <a:pt x="10223" y="25610"/>
                  <a:pt x="10085" y="25610"/>
                </a:cubicBezTo>
                <a:close/>
                <a:moveTo>
                  <a:pt x="11305" y="25610"/>
                </a:moveTo>
                <a:cubicBezTo>
                  <a:pt x="11085" y="25610"/>
                  <a:pt x="10975" y="25873"/>
                  <a:pt x="11132" y="26030"/>
                </a:cubicBezTo>
                <a:cubicBezTo>
                  <a:pt x="11182" y="26081"/>
                  <a:pt x="11244" y="26104"/>
                  <a:pt x="11304" y="26104"/>
                </a:cubicBezTo>
                <a:cubicBezTo>
                  <a:pt x="11431" y="26104"/>
                  <a:pt x="11552" y="26005"/>
                  <a:pt x="11552" y="25854"/>
                </a:cubicBezTo>
                <a:cubicBezTo>
                  <a:pt x="11552" y="25720"/>
                  <a:pt x="11442" y="25610"/>
                  <a:pt x="11305" y="25610"/>
                </a:cubicBezTo>
                <a:close/>
                <a:moveTo>
                  <a:pt x="12524" y="25610"/>
                </a:moveTo>
                <a:cubicBezTo>
                  <a:pt x="12304" y="25610"/>
                  <a:pt x="12195" y="25873"/>
                  <a:pt x="12351" y="26030"/>
                </a:cubicBezTo>
                <a:cubicBezTo>
                  <a:pt x="12401" y="26081"/>
                  <a:pt x="12463" y="26104"/>
                  <a:pt x="12523" y="26104"/>
                </a:cubicBezTo>
                <a:cubicBezTo>
                  <a:pt x="12650" y="26104"/>
                  <a:pt x="12771" y="26005"/>
                  <a:pt x="12771" y="25854"/>
                </a:cubicBezTo>
                <a:cubicBezTo>
                  <a:pt x="12771" y="25720"/>
                  <a:pt x="12661" y="25610"/>
                  <a:pt x="12524" y="25610"/>
                </a:cubicBezTo>
                <a:close/>
                <a:moveTo>
                  <a:pt x="13746" y="25610"/>
                </a:moveTo>
                <a:cubicBezTo>
                  <a:pt x="13523" y="25610"/>
                  <a:pt x="13414" y="25873"/>
                  <a:pt x="13570" y="26030"/>
                </a:cubicBezTo>
                <a:cubicBezTo>
                  <a:pt x="13620" y="26081"/>
                  <a:pt x="13682" y="26104"/>
                  <a:pt x="13742" y="26104"/>
                </a:cubicBezTo>
                <a:cubicBezTo>
                  <a:pt x="13869" y="26104"/>
                  <a:pt x="13990" y="26005"/>
                  <a:pt x="13990" y="25854"/>
                </a:cubicBezTo>
                <a:cubicBezTo>
                  <a:pt x="13990" y="25720"/>
                  <a:pt x="13881" y="25610"/>
                  <a:pt x="13746" y="25610"/>
                </a:cubicBezTo>
                <a:close/>
                <a:moveTo>
                  <a:pt x="14965" y="25610"/>
                </a:moveTo>
                <a:cubicBezTo>
                  <a:pt x="14745" y="25610"/>
                  <a:pt x="14633" y="25873"/>
                  <a:pt x="14789" y="26030"/>
                </a:cubicBezTo>
                <a:cubicBezTo>
                  <a:pt x="14840" y="26081"/>
                  <a:pt x="14902" y="26104"/>
                  <a:pt x="14963" y="26104"/>
                </a:cubicBezTo>
                <a:cubicBezTo>
                  <a:pt x="15089" y="26104"/>
                  <a:pt x="15209" y="26005"/>
                  <a:pt x="15209" y="25854"/>
                </a:cubicBezTo>
                <a:cubicBezTo>
                  <a:pt x="15209" y="25720"/>
                  <a:pt x="15100" y="25610"/>
                  <a:pt x="14965" y="25610"/>
                </a:cubicBezTo>
                <a:close/>
                <a:moveTo>
                  <a:pt x="16184" y="25610"/>
                </a:moveTo>
                <a:cubicBezTo>
                  <a:pt x="15964" y="25610"/>
                  <a:pt x="15855" y="25873"/>
                  <a:pt x="16008" y="26030"/>
                </a:cubicBezTo>
                <a:cubicBezTo>
                  <a:pt x="16059" y="26081"/>
                  <a:pt x="16122" y="26104"/>
                  <a:pt x="16183" y="26104"/>
                </a:cubicBezTo>
                <a:cubicBezTo>
                  <a:pt x="16310" y="26104"/>
                  <a:pt x="16431" y="26005"/>
                  <a:pt x="16431" y="25854"/>
                </a:cubicBezTo>
                <a:cubicBezTo>
                  <a:pt x="16431" y="25720"/>
                  <a:pt x="16319" y="25610"/>
                  <a:pt x="16184" y="25610"/>
                </a:cubicBezTo>
                <a:close/>
                <a:moveTo>
                  <a:pt x="17403" y="25610"/>
                </a:moveTo>
                <a:cubicBezTo>
                  <a:pt x="17184" y="25610"/>
                  <a:pt x="17074" y="25873"/>
                  <a:pt x="17227" y="26030"/>
                </a:cubicBezTo>
                <a:cubicBezTo>
                  <a:pt x="17278" y="26081"/>
                  <a:pt x="17341" y="26104"/>
                  <a:pt x="17402" y="26104"/>
                </a:cubicBezTo>
                <a:cubicBezTo>
                  <a:pt x="17529" y="26104"/>
                  <a:pt x="17650" y="26005"/>
                  <a:pt x="17650" y="25854"/>
                </a:cubicBezTo>
                <a:cubicBezTo>
                  <a:pt x="17650" y="25720"/>
                  <a:pt x="17538" y="25610"/>
                  <a:pt x="17403" y="25610"/>
                </a:cubicBezTo>
                <a:close/>
                <a:moveTo>
                  <a:pt x="18622" y="25610"/>
                </a:moveTo>
                <a:cubicBezTo>
                  <a:pt x="18403" y="25610"/>
                  <a:pt x="18293" y="25873"/>
                  <a:pt x="18446" y="26030"/>
                </a:cubicBezTo>
                <a:cubicBezTo>
                  <a:pt x="18497" y="26081"/>
                  <a:pt x="18560" y="26104"/>
                  <a:pt x="18621" y="26104"/>
                </a:cubicBezTo>
                <a:cubicBezTo>
                  <a:pt x="18748" y="26104"/>
                  <a:pt x="18870" y="26005"/>
                  <a:pt x="18870" y="25854"/>
                </a:cubicBezTo>
                <a:cubicBezTo>
                  <a:pt x="18870" y="25720"/>
                  <a:pt x="18760" y="25610"/>
                  <a:pt x="18622" y="25610"/>
                </a:cubicBezTo>
                <a:close/>
                <a:moveTo>
                  <a:pt x="19841" y="25610"/>
                </a:moveTo>
                <a:cubicBezTo>
                  <a:pt x="19622" y="25610"/>
                  <a:pt x="19512" y="25873"/>
                  <a:pt x="19669" y="26030"/>
                </a:cubicBezTo>
                <a:cubicBezTo>
                  <a:pt x="19718" y="26081"/>
                  <a:pt x="19780" y="26104"/>
                  <a:pt x="19841" y="26104"/>
                </a:cubicBezTo>
                <a:cubicBezTo>
                  <a:pt x="19967" y="26104"/>
                  <a:pt x="20089" y="26005"/>
                  <a:pt x="20089" y="25854"/>
                </a:cubicBezTo>
                <a:cubicBezTo>
                  <a:pt x="20089" y="25720"/>
                  <a:pt x="19979" y="25610"/>
                  <a:pt x="19841" y="25610"/>
                </a:cubicBezTo>
                <a:close/>
                <a:moveTo>
                  <a:pt x="21060" y="25610"/>
                </a:moveTo>
                <a:cubicBezTo>
                  <a:pt x="20841" y="25610"/>
                  <a:pt x="20731" y="25873"/>
                  <a:pt x="20888" y="26030"/>
                </a:cubicBezTo>
                <a:cubicBezTo>
                  <a:pt x="20938" y="26081"/>
                  <a:pt x="20999" y="26104"/>
                  <a:pt x="21060" y="26104"/>
                </a:cubicBezTo>
                <a:cubicBezTo>
                  <a:pt x="21186" y="26104"/>
                  <a:pt x="21308" y="26005"/>
                  <a:pt x="21308" y="25854"/>
                </a:cubicBezTo>
                <a:cubicBezTo>
                  <a:pt x="21308" y="25720"/>
                  <a:pt x="21198" y="25610"/>
                  <a:pt x="21060" y="25610"/>
                </a:cubicBezTo>
                <a:close/>
                <a:moveTo>
                  <a:pt x="22282" y="25610"/>
                </a:moveTo>
                <a:cubicBezTo>
                  <a:pt x="22060" y="25610"/>
                  <a:pt x="21950" y="25873"/>
                  <a:pt x="22107" y="26030"/>
                </a:cubicBezTo>
                <a:cubicBezTo>
                  <a:pt x="22158" y="26081"/>
                  <a:pt x="22220" y="26104"/>
                  <a:pt x="22280" y="26104"/>
                </a:cubicBezTo>
                <a:cubicBezTo>
                  <a:pt x="22407" y="26104"/>
                  <a:pt x="22527" y="26005"/>
                  <a:pt x="22527" y="25854"/>
                </a:cubicBezTo>
                <a:cubicBezTo>
                  <a:pt x="22527" y="25720"/>
                  <a:pt x="22417" y="25610"/>
                  <a:pt x="22282" y="25610"/>
                </a:cubicBezTo>
                <a:close/>
                <a:moveTo>
                  <a:pt x="23501" y="25610"/>
                </a:moveTo>
                <a:cubicBezTo>
                  <a:pt x="23282" y="25610"/>
                  <a:pt x="23169" y="25873"/>
                  <a:pt x="23326" y="26030"/>
                </a:cubicBezTo>
                <a:cubicBezTo>
                  <a:pt x="23377" y="26081"/>
                  <a:pt x="23439" y="26104"/>
                  <a:pt x="23499" y="26104"/>
                </a:cubicBezTo>
                <a:cubicBezTo>
                  <a:pt x="23626" y="26104"/>
                  <a:pt x="23746" y="26005"/>
                  <a:pt x="23746" y="25854"/>
                </a:cubicBezTo>
                <a:cubicBezTo>
                  <a:pt x="23746" y="25720"/>
                  <a:pt x="23636" y="25610"/>
                  <a:pt x="23501" y="25610"/>
                </a:cubicBezTo>
                <a:close/>
                <a:moveTo>
                  <a:pt x="24720" y="26828"/>
                </a:moveTo>
                <a:cubicBezTo>
                  <a:pt x="24587" y="26828"/>
                  <a:pt x="24473" y="26935"/>
                  <a:pt x="24473" y="27077"/>
                </a:cubicBezTo>
                <a:cubicBezTo>
                  <a:pt x="24473" y="27196"/>
                  <a:pt x="24561" y="27296"/>
                  <a:pt x="24676" y="27318"/>
                </a:cubicBezTo>
                <a:cubicBezTo>
                  <a:pt x="24711" y="27155"/>
                  <a:pt x="24745" y="26995"/>
                  <a:pt x="24780" y="26835"/>
                </a:cubicBezTo>
                <a:cubicBezTo>
                  <a:pt x="24760" y="26831"/>
                  <a:pt x="24740" y="26828"/>
                  <a:pt x="24720" y="26828"/>
                </a:cubicBezTo>
                <a:close/>
                <a:moveTo>
                  <a:pt x="330" y="26829"/>
                </a:moveTo>
                <a:cubicBezTo>
                  <a:pt x="111" y="26829"/>
                  <a:pt x="1" y="27095"/>
                  <a:pt x="154" y="27249"/>
                </a:cubicBezTo>
                <a:cubicBezTo>
                  <a:pt x="205" y="27300"/>
                  <a:pt x="268" y="27323"/>
                  <a:pt x="329" y="27323"/>
                </a:cubicBezTo>
                <a:cubicBezTo>
                  <a:pt x="456" y="27323"/>
                  <a:pt x="577" y="27224"/>
                  <a:pt x="577" y="27074"/>
                </a:cubicBezTo>
                <a:cubicBezTo>
                  <a:pt x="577" y="26939"/>
                  <a:pt x="465" y="26829"/>
                  <a:pt x="330" y="26829"/>
                </a:cubicBezTo>
                <a:close/>
                <a:moveTo>
                  <a:pt x="1549" y="26829"/>
                </a:moveTo>
                <a:cubicBezTo>
                  <a:pt x="1330" y="26829"/>
                  <a:pt x="1220" y="27095"/>
                  <a:pt x="1373" y="27249"/>
                </a:cubicBezTo>
                <a:cubicBezTo>
                  <a:pt x="1424" y="27300"/>
                  <a:pt x="1487" y="27323"/>
                  <a:pt x="1548" y="27323"/>
                </a:cubicBezTo>
                <a:cubicBezTo>
                  <a:pt x="1675" y="27323"/>
                  <a:pt x="1797" y="27224"/>
                  <a:pt x="1797" y="27074"/>
                </a:cubicBezTo>
                <a:cubicBezTo>
                  <a:pt x="1797" y="26939"/>
                  <a:pt x="1687" y="26829"/>
                  <a:pt x="1549" y="26829"/>
                </a:cubicBezTo>
                <a:close/>
                <a:moveTo>
                  <a:pt x="2768" y="26829"/>
                </a:moveTo>
                <a:cubicBezTo>
                  <a:pt x="2549" y="26829"/>
                  <a:pt x="2439" y="27095"/>
                  <a:pt x="2596" y="27249"/>
                </a:cubicBezTo>
                <a:cubicBezTo>
                  <a:pt x="2645" y="27300"/>
                  <a:pt x="2707" y="27323"/>
                  <a:pt x="2768" y="27323"/>
                </a:cubicBezTo>
                <a:cubicBezTo>
                  <a:pt x="2894" y="27323"/>
                  <a:pt x="3016" y="27224"/>
                  <a:pt x="3016" y="27074"/>
                </a:cubicBezTo>
                <a:cubicBezTo>
                  <a:pt x="3016" y="26939"/>
                  <a:pt x="2906" y="26829"/>
                  <a:pt x="2768" y="26829"/>
                </a:cubicBezTo>
                <a:close/>
                <a:moveTo>
                  <a:pt x="3987" y="26829"/>
                </a:moveTo>
                <a:cubicBezTo>
                  <a:pt x="3768" y="26829"/>
                  <a:pt x="3658" y="27095"/>
                  <a:pt x="3815" y="27249"/>
                </a:cubicBezTo>
                <a:cubicBezTo>
                  <a:pt x="3865" y="27300"/>
                  <a:pt x="3926" y="27323"/>
                  <a:pt x="3987" y="27323"/>
                </a:cubicBezTo>
                <a:cubicBezTo>
                  <a:pt x="4113" y="27323"/>
                  <a:pt x="4235" y="27224"/>
                  <a:pt x="4235" y="27074"/>
                </a:cubicBezTo>
                <a:cubicBezTo>
                  <a:pt x="4235" y="26939"/>
                  <a:pt x="4125" y="26829"/>
                  <a:pt x="3987" y="26829"/>
                </a:cubicBezTo>
                <a:close/>
                <a:moveTo>
                  <a:pt x="5209" y="26829"/>
                </a:moveTo>
                <a:cubicBezTo>
                  <a:pt x="4987" y="26829"/>
                  <a:pt x="4877" y="27095"/>
                  <a:pt x="5034" y="27249"/>
                </a:cubicBezTo>
                <a:cubicBezTo>
                  <a:pt x="5084" y="27300"/>
                  <a:pt x="5146" y="27323"/>
                  <a:pt x="5206" y="27323"/>
                </a:cubicBezTo>
                <a:cubicBezTo>
                  <a:pt x="5332" y="27323"/>
                  <a:pt x="5454" y="27225"/>
                  <a:pt x="5454" y="27077"/>
                </a:cubicBezTo>
                <a:cubicBezTo>
                  <a:pt x="5454" y="26939"/>
                  <a:pt x="5344" y="26829"/>
                  <a:pt x="5209" y="26829"/>
                </a:cubicBezTo>
                <a:close/>
                <a:moveTo>
                  <a:pt x="6428" y="26829"/>
                </a:moveTo>
                <a:cubicBezTo>
                  <a:pt x="6209" y="26829"/>
                  <a:pt x="6096" y="27095"/>
                  <a:pt x="6253" y="27249"/>
                </a:cubicBezTo>
                <a:cubicBezTo>
                  <a:pt x="6304" y="27300"/>
                  <a:pt x="6366" y="27323"/>
                  <a:pt x="6427" y="27323"/>
                </a:cubicBezTo>
                <a:cubicBezTo>
                  <a:pt x="6553" y="27323"/>
                  <a:pt x="6673" y="27225"/>
                  <a:pt x="6673" y="27077"/>
                </a:cubicBezTo>
                <a:cubicBezTo>
                  <a:pt x="6673" y="26939"/>
                  <a:pt x="6563" y="26829"/>
                  <a:pt x="6428" y="26829"/>
                </a:cubicBezTo>
                <a:close/>
                <a:moveTo>
                  <a:pt x="7647" y="26829"/>
                </a:moveTo>
                <a:cubicBezTo>
                  <a:pt x="7428" y="26829"/>
                  <a:pt x="7318" y="27095"/>
                  <a:pt x="7472" y="27249"/>
                </a:cubicBezTo>
                <a:cubicBezTo>
                  <a:pt x="7523" y="27300"/>
                  <a:pt x="7585" y="27323"/>
                  <a:pt x="7647" y="27323"/>
                </a:cubicBezTo>
                <a:cubicBezTo>
                  <a:pt x="7774" y="27323"/>
                  <a:pt x="7895" y="27225"/>
                  <a:pt x="7895" y="27077"/>
                </a:cubicBezTo>
                <a:cubicBezTo>
                  <a:pt x="7895" y="26939"/>
                  <a:pt x="7782" y="26829"/>
                  <a:pt x="7647" y="26829"/>
                </a:cubicBezTo>
                <a:close/>
                <a:moveTo>
                  <a:pt x="8866" y="26829"/>
                </a:moveTo>
                <a:cubicBezTo>
                  <a:pt x="8647" y="26829"/>
                  <a:pt x="8537" y="27095"/>
                  <a:pt x="8691" y="27249"/>
                </a:cubicBezTo>
                <a:cubicBezTo>
                  <a:pt x="8742" y="27300"/>
                  <a:pt x="8804" y="27323"/>
                  <a:pt x="8866" y="27323"/>
                </a:cubicBezTo>
                <a:cubicBezTo>
                  <a:pt x="8993" y="27323"/>
                  <a:pt x="9114" y="27225"/>
                  <a:pt x="9114" y="27077"/>
                </a:cubicBezTo>
                <a:cubicBezTo>
                  <a:pt x="9114" y="26939"/>
                  <a:pt x="9001" y="26829"/>
                  <a:pt x="8866" y="26829"/>
                </a:cubicBezTo>
                <a:close/>
                <a:moveTo>
                  <a:pt x="10085" y="26829"/>
                </a:moveTo>
                <a:cubicBezTo>
                  <a:pt x="9866" y="26829"/>
                  <a:pt x="9756" y="27095"/>
                  <a:pt x="9910" y="27249"/>
                </a:cubicBezTo>
                <a:cubicBezTo>
                  <a:pt x="9961" y="27300"/>
                  <a:pt x="10023" y="27323"/>
                  <a:pt x="10085" y="27323"/>
                </a:cubicBezTo>
                <a:cubicBezTo>
                  <a:pt x="10212" y="27323"/>
                  <a:pt x="10333" y="27225"/>
                  <a:pt x="10333" y="27077"/>
                </a:cubicBezTo>
                <a:cubicBezTo>
                  <a:pt x="10333" y="26939"/>
                  <a:pt x="10223" y="26829"/>
                  <a:pt x="10085" y="26829"/>
                </a:cubicBezTo>
                <a:close/>
                <a:moveTo>
                  <a:pt x="11305" y="26829"/>
                </a:moveTo>
                <a:cubicBezTo>
                  <a:pt x="11085" y="26829"/>
                  <a:pt x="10975" y="27095"/>
                  <a:pt x="11132" y="27249"/>
                </a:cubicBezTo>
                <a:cubicBezTo>
                  <a:pt x="11182" y="27300"/>
                  <a:pt x="11244" y="27323"/>
                  <a:pt x="11305" y="27323"/>
                </a:cubicBezTo>
                <a:cubicBezTo>
                  <a:pt x="11431" y="27323"/>
                  <a:pt x="11552" y="27225"/>
                  <a:pt x="11552" y="27077"/>
                </a:cubicBezTo>
                <a:cubicBezTo>
                  <a:pt x="11552" y="26939"/>
                  <a:pt x="11442" y="26829"/>
                  <a:pt x="11305" y="26829"/>
                </a:cubicBezTo>
                <a:close/>
                <a:moveTo>
                  <a:pt x="12524" y="26829"/>
                </a:moveTo>
                <a:cubicBezTo>
                  <a:pt x="12304" y="26829"/>
                  <a:pt x="12195" y="27095"/>
                  <a:pt x="12351" y="27249"/>
                </a:cubicBezTo>
                <a:cubicBezTo>
                  <a:pt x="12401" y="27300"/>
                  <a:pt x="12463" y="27323"/>
                  <a:pt x="12524" y="27323"/>
                </a:cubicBezTo>
                <a:cubicBezTo>
                  <a:pt x="12650" y="27323"/>
                  <a:pt x="12771" y="27225"/>
                  <a:pt x="12771" y="27077"/>
                </a:cubicBezTo>
                <a:cubicBezTo>
                  <a:pt x="12771" y="26939"/>
                  <a:pt x="12661" y="26829"/>
                  <a:pt x="12524" y="26829"/>
                </a:cubicBezTo>
                <a:close/>
                <a:moveTo>
                  <a:pt x="13746" y="26829"/>
                </a:moveTo>
                <a:cubicBezTo>
                  <a:pt x="13523" y="26829"/>
                  <a:pt x="13414" y="27095"/>
                  <a:pt x="13570" y="27249"/>
                </a:cubicBezTo>
                <a:cubicBezTo>
                  <a:pt x="13620" y="27300"/>
                  <a:pt x="13682" y="27323"/>
                  <a:pt x="13743" y="27323"/>
                </a:cubicBezTo>
                <a:cubicBezTo>
                  <a:pt x="13869" y="27323"/>
                  <a:pt x="13990" y="27225"/>
                  <a:pt x="13990" y="27077"/>
                </a:cubicBezTo>
                <a:cubicBezTo>
                  <a:pt x="13990" y="26939"/>
                  <a:pt x="13881" y="26829"/>
                  <a:pt x="13746" y="26829"/>
                </a:cubicBezTo>
                <a:close/>
                <a:moveTo>
                  <a:pt x="14965" y="26829"/>
                </a:moveTo>
                <a:cubicBezTo>
                  <a:pt x="14745" y="26829"/>
                  <a:pt x="14633" y="27095"/>
                  <a:pt x="14789" y="27249"/>
                </a:cubicBezTo>
                <a:cubicBezTo>
                  <a:pt x="14840" y="27300"/>
                  <a:pt x="14903" y="27323"/>
                  <a:pt x="14963" y="27323"/>
                </a:cubicBezTo>
                <a:cubicBezTo>
                  <a:pt x="15089" y="27323"/>
                  <a:pt x="15209" y="27225"/>
                  <a:pt x="15209" y="27077"/>
                </a:cubicBezTo>
                <a:cubicBezTo>
                  <a:pt x="15209" y="26939"/>
                  <a:pt x="15100" y="26829"/>
                  <a:pt x="14965" y="26829"/>
                </a:cubicBezTo>
                <a:close/>
                <a:moveTo>
                  <a:pt x="16184" y="26829"/>
                </a:moveTo>
                <a:cubicBezTo>
                  <a:pt x="15964" y="26829"/>
                  <a:pt x="15855" y="27095"/>
                  <a:pt x="16008" y="27249"/>
                </a:cubicBezTo>
                <a:cubicBezTo>
                  <a:pt x="16059" y="27300"/>
                  <a:pt x="16122" y="27323"/>
                  <a:pt x="16183" y="27323"/>
                </a:cubicBezTo>
                <a:cubicBezTo>
                  <a:pt x="16310" y="27323"/>
                  <a:pt x="16431" y="27225"/>
                  <a:pt x="16431" y="27077"/>
                </a:cubicBezTo>
                <a:cubicBezTo>
                  <a:pt x="16431" y="26939"/>
                  <a:pt x="16319" y="26829"/>
                  <a:pt x="16184" y="26829"/>
                </a:cubicBezTo>
                <a:close/>
                <a:moveTo>
                  <a:pt x="17403" y="26829"/>
                </a:moveTo>
                <a:cubicBezTo>
                  <a:pt x="17184" y="26829"/>
                  <a:pt x="17074" y="27095"/>
                  <a:pt x="17227" y="27249"/>
                </a:cubicBezTo>
                <a:cubicBezTo>
                  <a:pt x="17278" y="27300"/>
                  <a:pt x="17341" y="27323"/>
                  <a:pt x="17402" y="27323"/>
                </a:cubicBezTo>
                <a:cubicBezTo>
                  <a:pt x="17529" y="27323"/>
                  <a:pt x="17650" y="27225"/>
                  <a:pt x="17650" y="27077"/>
                </a:cubicBezTo>
                <a:cubicBezTo>
                  <a:pt x="17650" y="26939"/>
                  <a:pt x="17538" y="26829"/>
                  <a:pt x="17403" y="26829"/>
                </a:cubicBezTo>
                <a:close/>
                <a:moveTo>
                  <a:pt x="18622" y="26829"/>
                </a:moveTo>
                <a:cubicBezTo>
                  <a:pt x="18403" y="26829"/>
                  <a:pt x="18293" y="27095"/>
                  <a:pt x="18446" y="27249"/>
                </a:cubicBezTo>
                <a:cubicBezTo>
                  <a:pt x="18497" y="27300"/>
                  <a:pt x="18560" y="27323"/>
                  <a:pt x="18621" y="27323"/>
                </a:cubicBezTo>
                <a:cubicBezTo>
                  <a:pt x="18748" y="27323"/>
                  <a:pt x="18870" y="27225"/>
                  <a:pt x="18870" y="27077"/>
                </a:cubicBezTo>
                <a:cubicBezTo>
                  <a:pt x="18870" y="26939"/>
                  <a:pt x="18760" y="26829"/>
                  <a:pt x="18622" y="26829"/>
                </a:cubicBezTo>
                <a:close/>
                <a:moveTo>
                  <a:pt x="19841" y="26829"/>
                </a:moveTo>
                <a:cubicBezTo>
                  <a:pt x="19622" y="26829"/>
                  <a:pt x="19512" y="27095"/>
                  <a:pt x="19669" y="27249"/>
                </a:cubicBezTo>
                <a:cubicBezTo>
                  <a:pt x="19719" y="27300"/>
                  <a:pt x="19780" y="27323"/>
                  <a:pt x="19841" y="27323"/>
                </a:cubicBezTo>
                <a:cubicBezTo>
                  <a:pt x="19967" y="27323"/>
                  <a:pt x="20089" y="27225"/>
                  <a:pt x="20089" y="27077"/>
                </a:cubicBezTo>
                <a:cubicBezTo>
                  <a:pt x="20089" y="26939"/>
                  <a:pt x="19979" y="26829"/>
                  <a:pt x="19841" y="26829"/>
                </a:cubicBezTo>
                <a:close/>
                <a:moveTo>
                  <a:pt x="21060" y="26829"/>
                </a:moveTo>
                <a:cubicBezTo>
                  <a:pt x="20841" y="26829"/>
                  <a:pt x="20731" y="27095"/>
                  <a:pt x="20888" y="27249"/>
                </a:cubicBezTo>
                <a:cubicBezTo>
                  <a:pt x="20938" y="27300"/>
                  <a:pt x="21000" y="27323"/>
                  <a:pt x="21060" y="27323"/>
                </a:cubicBezTo>
                <a:cubicBezTo>
                  <a:pt x="21186" y="27323"/>
                  <a:pt x="21308" y="27225"/>
                  <a:pt x="21308" y="27077"/>
                </a:cubicBezTo>
                <a:cubicBezTo>
                  <a:pt x="21308" y="26939"/>
                  <a:pt x="21198" y="26829"/>
                  <a:pt x="21060" y="26829"/>
                </a:cubicBezTo>
                <a:close/>
                <a:moveTo>
                  <a:pt x="22282" y="26829"/>
                </a:moveTo>
                <a:cubicBezTo>
                  <a:pt x="22060" y="26829"/>
                  <a:pt x="21950" y="27095"/>
                  <a:pt x="22107" y="27249"/>
                </a:cubicBezTo>
                <a:cubicBezTo>
                  <a:pt x="22158" y="27300"/>
                  <a:pt x="22220" y="27323"/>
                  <a:pt x="22281" y="27323"/>
                </a:cubicBezTo>
                <a:cubicBezTo>
                  <a:pt x="22407" y="27323"/>
                  <a:pt x="22527" y="27225"/>
                  <a:pt x="22527" y="27077"/>
                </a:cubicBezTo>
                <a:cubicBezTo>
                  <a:pt x="22527" y="26939"/>
                  <a:pt x="22417" y="26829"/>
                  <a:pt x="22282" y="26829"/>
                </a:cubicBezTo>
                <a:close/>
                <a:moveTo>
                  <a:pt x="23501" y="26829"/>
                </a:moveTo>
                <a:cubicBezTo>
                  <a:pt x="23282" y="26829"/>
                  <a:pt x="23169" y="27095"/>
                  <a:pt x="23326" y="27249"/>
                </a:cubicBezTo>
                <a:cubicBezTo>
                  <a:pt x="23377" y="27300"/>
                  <a:pt x="23439" y="27323"/>
                  <a:pt x="23500" y="27323"/>
                </a:cubicBezTo>
                <a:cubicBezTo>
                  <a:pt x="23626" y="27323"/>
                  <a:pt x="23746" y="27225"/>
                  <a:pt x="23746" y="27077"/>
                </a:cubicBezTo>
                <a:cubicBezTo>
                  <a:pt x="23746" y="26939"/>
                  <a:pt x="23636" y="26829"/>
                  <a:pt x="23501" y="2682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316" name="Google Shape;3316;p16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61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3317" name="Google Shape;3317;p16"/>
          <p:cNvSpPr txBox="1">
            <a:spLocks noGrp="1"/>
          </p:cNvSpPr>
          <p:nvPr>
            <p:ph type="subTitle" idx="1"/>
          </p:nvPr>
        </p:nvSpPr>
        <p:spPr>
          <a:xfrm>
            <a:off x="972600" y="2576759"/>
            <a:ext cx="1742700" cy="61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318" name="Google Shape;3318;p16"/>
          <p:cNvSpPr txBox="1">
            <a:spLocks noGrp="1"/>
          </p:cNvSpPr>
          <p:nvPr>
            <p:ph type="subTitle" idx="2"/>
          </p:nvPr>
        </p:nvSpPr>
        <p:spPr>
          <a:xfrm>
            <a:off x="972600" y="2150850"/>
            <a:ext cx="1742700" cy="43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3319" name="Google Shape;3319;p16"/>
          <p:cNvSpPr txBox="1">
            <a:spLocks noGrp="1"/>
          </p:cNvSpPr>
          <p:nvPr>
            <p:ph type="subTitle" idx="3"/>
          </p:nvPr>
        </p:nvSpPr>
        <p:spPr>
          <a:xfrm>
            <a:off x="6428700" y="2576859"/>
            <a:ext cx="1742700" cy="61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320" name="Google Shape;3320;p16"/>
          <p:cNvSpPr txBox="1">
            <a:spLocks noGrp="1"/>
          </p:cNvSpPr>
          <p:nvPr>
            <p:ph type="subTitle" idx="4"/>
          </p:nvPr>
        </p:nvSpPr>
        <p:spPr>
          <a:xfrm>
            <a:off x="6428700" y="2150850"/>
            <a:ext cx="1742700" cy="43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3321" name="Google Shape;3321;p16"/>
          <p:cNvSpPr txBox="1">
            <a:spLocks noGrp="1"/>
          </p:cNvSpPr>
          <p:nvPr>
            <p:ph type="subTitle" idx="5"/>
          </p:nvPr>
        </p:nvSpPr>
        <p:spPr>
          <a:xfrm>
            <a:off x="3700650" y="2563750"/>
            <a:ext cx="1742700" cy="61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322" name="Google Shape;3322;p16"/>
          <p:cNvSpPr txBox="1">
            <a:spLocks noGrp="1"/>
          </p:cNvSpPr>
          <p:nvPr>
            <p:ph type="subTitle" idx="6"/>
          </p:nvPr>
        </p:nvSpPr>
        <p:spPr>
          <a:xfrm>
            <a:off x="3700650" y="2150850"/>
            <a:ext cx="1742700" cy="43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3323" name="Google Shape;3323;p16"/>
          <p:cNvSpPr/>
          <p:nvPr/>
        </p:nvSpPr>
        <p:spPr>
          <a:xfrm rot="10800000">
            <a:off x="8233906" y="4530600"/>
            <a:ext cx="910105" cy="612890"/>
          </a:xfrm>
          <a:custGeom>
            <a:avLst/>
            <a:gdLst/>
            <a:ahLst/>
            <a:cxnLst/>
            <a:rect l="l" t="t" r="r" b="b"/>
            <a:pathLst>
              <a:path w="11979" h="8067" extrusionOk="0">
                <a:moveTo>
                  <a:pt x="1" y="1"/>
                </a:moveTo>
                <a:lnTo>
                  <a:pt x="1" y="6047"/>
                </a:lnTo>
                <a:cubicBezTo>
                  <a:pt x="299" y="7191"/>
                  <a:pt x="1420" y="8066"/>
                  <a:pt x="2326" y="8066"/>
                </a:cubicBezTo>
                <a:cubicBezTo>
                  <a:pt x="2612" y="8066"/>
                  <a:pt x="2877" y="7979"/>
                  <a:pt x="3087" y="7785"/>
                </a:cubicBezTo>
                <a:cubicBezTo>
                  <a:pt x="3928" y="7011"/>
                  <a:pt x="2122" y="4807"/>
                  <a:pt x="3223" y="3677"/>
                </a:cubicBezTo>
                <a:cubicBezTo>
                  <a:pt x="3389" y="3508"/>
                  <a:pt x="3568" y="3438"/>
                  <a:pt x="3764" y="3438"/>
                </a:cubicBezTo>
                <a:cubicBezTo>
                  <a:pt x="4660" y="3438"/>
                  <a:pt x="5895" y="4887"/>
                  <a:pt x="7656" y="4887"/>
                </a:cubicBezTo>
                <a:cubicBezTo>
                  <a:pt x="8080" y="4887"/>
                  <a:pt x="8535" y="4804"/>
                  <a:pt x="9023" y="4595"/>
                </a:cubicBezTo>
                <a:cubicBezTo>
                  <a:pt x="11979" y="3332"/>
                  <a:pt x="9667" y="1"/>
                  <a:pt x="96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324" name="Google Shape;3324;p16"/>
          <p:cNvSpPr/>
          <p:nvPr/>
        </p:nvSpPr>
        <p:spPr>
          <a:xfrm rot="10800000" flipH="1">
            <a:off x="3" y="-21082"/>
            <a:ext cx="816131" cy="1121164"/>
          </a:xfrm>
          <a:custGeom>
            <a:avLst/>
            <a:gdLst/>
            <a:ahLst/>
            <a:cxnLst/>
            <a:rect l="l" t="t" r="r" b="b"/>
            <a:pathLst>
              <a:path w="10250" h="14081" extrusionOk="0">
                <a:moveTo>
                  <a:pt x="464" y="1"/>
                </a:moveTo>
                <a:cubicBezTo>
                  <a:pt x="311" y="1"/>
                  <a:pt x="156" y="21"/>
                  <a:pt x="0" y="63"/>
                </a:cubicBezTo>
                <a:lnTo>
                  <a:pt x="0" y="14081"/>
                </a:lnTo>
                <a:lnTo>
                  <a:pt x="8372" y="14081"/>
                </a:lnTo>
                <a:cubicBezTo>
                  <a:pt x="10250" y="10505"/>
                  <a:pt x="8261" y="8835"/>
                  <a:pt x="6056" y="8835"/>
                </a:cubicBezTo>
                <a:cubicBezTo>
                  <a:pt x="5843" y="8835"/>
                  <a:pt x="5628" y="8851"/>
                  <a:pt x="5413" y="8882"/>
                </a:cubicBezTo>
                <a:cubicBezTo>
                  <a:pt x="5266" y="8904"/>
                  <a:pt x="5124" y="8914"/>
                  <a:pt x="4988" y="8914"/>
                </a:cubicBezTo>
                <a:cubicBezTo>
                  <a:pt x="2877" y="8914"/>
                  <a:pt x="2084" y="6458"/>
                  <a:pt x="3020" y="4741"/>
                </a:cubicBezTo>
                <a:cubicBezTo>
                  <a:pt x="3943" y="3049"/>
                  <a:pt x="2361" y="1"/>
                  <a:pt x="46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325" name="Google Shape;3325;p16"/>
          <p:cNvSpPr/>
          <p:nvPr/>
        </p:nvSpPr>
        <p:spPr>
          <a:xfrm rot="10800000">
            <a:off x="7912320" y="4136532"/>
            <a:ext cx="1231670" cy="1006963"/>
          </a:xfrm>
          <a:custGeom>
            <a:avLst/>
            <a:gdLst/>
            <a:ahLst/>
            <a:cxnLst/>
            <a:rect l="l" t="t" r="r" b="b"/>
            <a:pathLst>
              <a:path w="34532" h="27326" extrusionOk="0">
                <a:moveTo>
                  <a:pt x="54" y="1"/>
                </a:moveTo>
                <a:cubicBezTo>
                  <a:pt x="38" y="1"/>
                  <a:pt x="19" y="4"/>
                  <a:pt x="0" y="7"/>
                </a:cubicBezTo>
                <a:lnTo>
                  <a:pt x="0" y="489"/>
                </a:lnTo>
                <a:cubicBezTo>
                  <a:pt x="18" y="493"/>
                  <a:pt x="36" y="495"/>
                  <a:pt x="53" y="495"/>
                </a:cubicBezTo>
                <a:cubicBezTo>
                  <a:pt x="177" y="495"/>
                  <a:pt x="285" y="402"/>
                  <a:pt x="301" y="273"/>
                </a:cubicBezTo>
                <a:cubicBezTo>
                  <a:pt x="317" y="129"/>
                  <a:pt x="201" y="1"/>
                  <a:pt x="54" y="1"/>
                </a:cubicBezTo>
                <a:close/>
                <a:moveTo>
                  <a:pt x="1276" y="1"/>
                </a:moveTo>
                <a:cubicBezTo>
                  <a:pt x="1053" y="1"/>
                  <a:pt x="944" y="267"/>
                  <a:pt x="1100" y="424"/>
                </a:cubicBezTo>
                <a:cubicBezTo>
                  <a:pt x="1150" y="473"/>
                  <a:pt x="1211" y="495"/>
                  <a:pt x="1271" y="495"/>
                </a:cubicBezTo>
                <a:cubicBezTo>
                  <a:pt x="1398" y="495"/>
                  <a:pt x="1520" y="397"/>
                  <a:pt x="1520" y="248"/>
                </a:cubicBezTo>
                <a:cubicBezTo>
                  <a:pt x="1520" y="113"/>
                  <a:pt x="1410" y="1"/>
                  <a:pt x="1276" y="1"/>
                </a:cubicBezTo>
                <a:close/>
                <a:moveTo>
                  <a:pt x="2495" y="1"/>
                </a:moveTo>
                <a:cubicBezTo>
                  <a:pt x="2272" y="1"/>
                  <a:pt x="2163" y="267"/>
                  <a:pt x="2319" y="424"/>
                </a:cubicBezTo>
                <a:cubicBezTo>
                  <a:pt x="2370" y="473"/>
                  <a:pt x="2431" y="495"/>
                  <a:pt x="2491" y="495"/>
                </a:cubicBezTo>
                <a:cubicBezTo>
                  <a:pt x="2618" y="495"/>
                  <a:pt x="2739" y="397"/>
                  <a:pt x="2739" y="248"/>
                </a:cubicBezTo>
                <a:cubicBezTo>
                  <a:pt x="2739" y="113"/>
                  <a:pt x="2630" y="1"/>
                  <a:pt x="2495" y="1"/>
                </a:cubicBezTo>
                <a:close/>
                <a:moveTo>
                  <a:pt x="3714" y="1"/>
                </a:moveTo>
                <a:cubicBezTo>
                  <a:pt x="3494" y="1"/>
                  <a:pt x="3385" y="267"/>
                  <a:pt x="3538" y="424"/>
                </a:cubicBezTo>
                <a:cubicBezTo>
                  <a:pt x="3589" y="473"/>
                  <a:pt x="3651" y="495"/>
                  <a:pt x="3711" y="495"/>
                </a:cubicBezTo>
                <a:cubicBezTo>
                  <a:pt x="3839" y="495"/>
                  <a:pt x="3961" y="397"/>
                  <a:pt x="3961" y="248"/>
                </a:cubicBezTo>
                <a:cubicBezTo>
                  <a:pt x="3961" y="113"/>
                  <a:pt x="3849" y="1"/>
                  <a:pt x="3714" y="1"/>
                </a:cubicBezTo>
                <a:close/>
                <a:moveTo>
                  <a:pt x="4933" y="1"/>
                </a:moveTo>
                <a:cubicBezTo>
                  <a:pt x="4713" y="1"/>
                  <a:pt x="4604" y="267"/>
                  <a:pt x="4757" y="424"/>
                </a:cubicBezTo>
                <a:cubicBezTo>
                  <a:pt x="4808" y="473"/>
                  <a:pt x="4870" y="495"/>
                  <a:pt x="4930" y="495"/>
                </a:cubicBezTo>
                <a:cubicBezTo>
                  <a:pt x="5058" y="495"/>
                  <a:pt x="5180" y="397"/>
                  <a:pt x="5180" y="248"/>
                </a:cubicBezTo>
                <a:cubicBezTo>
                  <a:pt x="5180" y="113"/>
                  <a:pt x="5068" y="1"/>
                  <a:pt x="4933" y="1"/>
                </a:cubicBezTo>
                <a:close/>
                <a:moveTo>
                  <a:pt x="6152" y="1"/>
                </a:moveTo>
                <a:cubicBezTo>
                  <a:pt x="5933" y="1"/>
                  <a:pt x="5823" y="267"/>
                  <a:pt x="5976" y="424"/>
                </a:cubicBezTo>
                <a:cubicBezTo>
                  <a:pt x="6027" y="473"/>
                  <a:pt x="6089" y="495"/>
                  <a:pt x="6149" y="495"/>
                </a:cubicBezTo>
                <a:cubicBezTo>
                  <a:pt x="6277" y="495"/>
                  <a:pt x="6399" y="397"/>
                  <a:pt x="6399" y="248"/>
                </a:cubicBezTo>
                <a:cubicBezTo>
                  <a:pt x="6399" y="113"/>
                  <a:pt x="6290" y="1"/>
                  <a:pt x="6152" y="1"/>
                </a:cubicBezTo>
                <a:close/>
                <a:moveTo>
                  <a:pt x="7371" y="1"/>
                </a:moveTo>
                <a:cubicBezTo>
                  <a:pt x="7152" y="1"/>
                  <a:pt x="7042" y="267"/>
                  <a:pt x="7199" y="424"/>
                </a:cubicBezTo>
                <a:cubicBezTo>
                  <a:pt x="7248" y="473"/>
                  <a:pt x="7309" y="495"/>
                  <a:pt x="7369" y="495"/>
                </a:cubicBezTo>
                <a:cubicBezTo>
                  <a:pt x="7496" y="495"/>
                  <a:pt x="7619" y="397"/>
                  <a:pt x="7619" y="248"/>
                </a:cubicBezTo>
                <a:cubicBezTo>
                  <a:pt x="7619" y="113"/>
                  <a:pt x="7509" y="1"/>
                  <a:pt x="7371" y="1"/>
                </a:cubicBezTo>
                <a:close/>
                <a:moveTo>
                  <a:pt x="8590" y="1"/>
                </a:moveTo>
                <a:cubicBezTo>
                  <a:pt x="8371" y="1"/>
                  <a:pt x="8261" y="267"/>
                  <a:pt x="8418" y="424"/>
                </a:cubicBezTo>
                <a:cubicBezTo>
                  <a:pt x="8467" y="473"/>
                  <a:pt x="8528" y="495"/>
                  <a:pt x="8588" y="495"/>
                </a:cubicBezTo>
                <a:cubicBezTo>
                  <a:pt x="8715" y="495"/>
                  <a:pt x="8838" y="397"/>
                  <a:pt x="8838" y="248"/>
                </a:cubicBezTo>
                <a:cubicBezTo>
                  <a:pt x="8838" y="113"/>
                  <a:pt x="8728" y="1"/>
                  <a:pt x="8590" y="1"/>
                </a:cubicBezTo>
                <a:close/>
                <a:moveTo>
                  <a:pt x="9812" y="1"/>
                </a:moveTo>
                <a:cubicBezTo>
                  <a:pt x="9590" y="1"/>
                  <a:pt x="9480" y="267"/>
                  <a:pt x="9637" y="424"/>
                </a:cubicBezTo>
                <a:cubicBezTo>
                  <a:pt x="9686" y="473"/>
                  <a:pt x="9747" y="495"/>
                  <a:pt x="9807" y="495"/>
                </a:cubicBezTo>
                <a:cubicBezTo>
                  <a:pt x="9934" y="495"/>
                  <a:pt x="10057" y="397"/>
                  <a:pt x="10057" y="248"/>
                </a:cubicBezTo>
                <a:cubicBezTo>
                  <a:pt x="10057" y="113"/>
                  <a:pt x="9947" y="1"/>
                  <a:pt x="9812" y="1"/>
                </a:cubicBezTo>
                <a:close/>
                <a:moveTo>
                  <a:pt x="11031" y="1"/>
                </a:moveTo>
                <a:cubicBezTo>
                  <a:pt x="10809" y="1"/>
                  <a:pt x="10699" y="267"/>
                  <a:pt x="10856" y="424"/>
                </a:cubicBezTo>
                <a:cubicBezTo>
                  <a:pt x="10906" y="473"/>
                  <a:pt x="10968" y="495"/>
                  <a:pt x="11028" y="495"/>
                </a:cubicBezTo>
                <a:cubicBezTo>
                  <a:pt x="11155" y="495"/>
                  <a:pt x="11276" y="397"/>
                  <a:pt x="11276" y="248"/>
                </a:cubicBezTo>
                <a:cubicBezTo>
                  <a:pt x="11276" y="113"/>
                  <a:pt x="11166" y="1"/>
                  <a:pt x="11031" y="1"/>
                </a:cubicBezTo>
                <a:close/>
                <a:moveTo>
                  <a:pt x="12250" y="1"/>
                </a:moveTo>
                <a:cubicBezTo>
                  <a:pt x="12031" y="1"/>
                  <a:pt x="11921" y="267"/>
                  <a:pt x="12075" y="424"/>
                </a:cubicBezTo>
                <a:cubicBezTo>
                  <a:pt x="12125" y="473"/>
                  <a:pt x="12187" y="495"/>
                  <a:pt x="12248" y="495"/>
                </a:cubicBezTo>
                <a:cubicBezTo>
                  <a:pt x="12375" y="495"/>
                  <a:pt x="12498" y="397"/>
                  <a:pt x="12498" y="248"/>
                </a:cubicBezTo>
                <a:cubicBezTo>
                  <a:pt x="12498" y="113"/>
                  <a:pt x="12385" y="1"/>
                  <a:pt x="12250" y="1"/>
                </a:cubicBezTo>
                <a:close/>
                <a:moveTo>
                  <a:pt x="13469" y="1"/>
                </a:moveTo>
                <a:cubicBezTo>
                  <a:pt x="13250" y="1"/>
                  <a:pt x="13140" y="267"/>
                  <a:pt x="13294" y="424"/>
                </a:cubicBezTo>
                <a:cubicBezTo>
                  <a:pt x="13344" y="473"/>
                  <a:pt x="13406" y="495"/>
                  <a:pt x="13467" y="495"/>
                </a:cubicBezTo>
                <a:cubicBezTo>
                  <a:pt x="13594" y="495"/>
                  <a:pt x="13717" y="397"/>
                  <a:pt x="13717" y="248"/>
                </a:cubicBezTo>
                <a:cubicBezTo>
                  <a:pt x="13717" y="113"/>
                  <a:pt x="13604" y="1"/>
                  <a:pt x="13469" y="1"/>
                </a:cubicBezTo>
                <a:close/>
                <a:moveTo>
                  <a:pt x="14688" y="1"/>
                </a:moveTo>
                <a:cubicBezTo>
                  <a:pt x="14469" y="1"/>
                  <a:pt x="14359" y="267"/>
                  <a:pt x="14513" y="424"/>
                </a:cubicBezTo>
                <a:cubicBezTo>
                  <a:pt x="14563" y="473"/>
                  <a:pt x="14625" y="495"/>
                  <a:pt x="14686" y="495"/>
                </a:cubicBezTo>
                <a:cubicBezTo>
                  <a:pt x="14813" y="495"/>
                  <a:pt x="14936" y="397"/>
                  <a:pt x="14936" y="248"/>
                </a:cubicBezTo>
                <a:cubicBezTo>
                  <a:pt x="14936" y="113"/>
                  <a:pt x="14826" y="1"/>
                  <a:pt x="14688" y="1"/>
                </a:cubicBezTo>
                <a:close/>
                <a:moveTo>
                  <a:pt x="15907" y="1"/>
                </a:moveTo>
                <a:cubicBezTo>
                  <a:pt x="15688" y="1"/>
                  <a:pt x="15578" y="267"/>
                  <a:pt x="15735" y="424"/>
                </a:cubicBezTo>
                <a:cubicBezTo>
                  <a:pt x="15785" y="473"/>
                  <a:pt x="15846" y="495"/>
                  <a:pt x="15906" y="495"/>
                </a:cubicBezTo>
                <a:cubicBezTo>
                  <a:pt x="16033" y="495"/>
                  <a:pt x="16155" y="397"/>
                  <a:pt x="16155" y="248"/>
                </a:cubicBezTo>
                <a:cubicBezTo>
                  <a:pt x="16155" y="113"/>
                  <a:pt x="16045" y="1"/>
                  <a:pt x="15907" y="1"/>
                </a:cubicBezTo>
                <a:close/>
                <a:moveTo>
                  <a:pt x="17127" y="1"/>
                </a:moveTo>
                <a:cubicBezTo>
                  <a:pt x="16907" y="1"/>
                  <a:pt x="16797" y="267"/>
                  <a:pt x="16954" y="424"/>
                </a:cubicBezTo>
                <a:cubicBezTo>
                  <a:pt x="17004" y="473"/>
                  <a:pt x="17065" y="495"/>
                  <a:pt x="17125" y="495"/>
                </a:cubicBezTo>
                <a:cubicBezTo>
                  <a:pt x="17252" y="495"/>
                  <a:pt x="17374" y="397"/>
                  <a:pt x="17374" y="248"/>
                </a:cubicBezTo>
                <a:cubicBezTo>
                  <a:pt x="17374" y="113"/>
                  <a:pt x="17264" y="1"/>
                  <a:pt x="17127" y="1"/>
                </a:cubicBezTo>
                <a:close/>
                <a:moveTo>
                  <a:pt x="18349" y="1"/>
                </a:moveTo>
                <a:cubicBezTo>
                  <a:pt x="18126" y="1"/>
                  <a:pt x="18017" y="267"/>
                  <a:pt x="18173" y="424"/>
                </a:cubicBezTo>
                <a:cubicBezTo>
                  <a:pt x="18223" y="473"/>
                  <a:pt x="18284" y="495"/>
                  <a:pt x="18344" y="495"/>
                </a:cubicBezTo>
                <a:cubicBezTo>
                  <a:pt x="18471" y="495"/>
                  <a:pt x="18593" y="397"/>
                  <a:pt x="18593" y="248"/>
                </a:cubicBezTo>
                <a:cubicBezTo>
                  <a:pt x="18593" y="113"/>
                  <a:pt x="18483" y="1"/>
                  <a:pt x="18349" y="1"/>
                </a:cubicBezTo>
                <a:close/>
                <a:moveTo>
                  <a:pt x="19568" y="1"/>
                </a:moveTo>
                <a:cubicBezTo>
                  <a:pt x="19345" y="1"/>
                  <a:pt x="19236" y="267"/>
                  <a:pt x="19392" y="424"/>
                </a:cubicBezTo>
                <a:cubicBezTo>
                  <a:pt x="19443" y="473"/>
                  <a:pt x="19504" y="495"/>
                  <a:pt x="19564" y="495"/>
                </a:cubicBezTo>
                <a:cubicBezTo>
                  <a:pt x="19691" y="495"/>
                  <a:pt x="19812" y="397"/>
                  <a:pt x="19812" y="248"/>
                </a:cubicBezTo>
                <a:cubicBezTo>
                  <a:pt x="19812" y="113"/>
                  <a:pt x="19703" y="1"/>
                  <a:pt x="19568" y="1"/>
                </a:cubicBezTo>
                <a:close/>
                <a:moveTo>
                  <a:pt x="20787" y="1"/>
                </a:moveTo>
                <a:cubicBezTo>
                  <a:pt x="20567" y="1"/>
                  <a:pt x="20458" y="267"/>
                  <a:pt x="20611" y="424"/>
                </a:cubicBezTo>
                <a:cubicBezTo>
                  <a:pt x="20662" y="473"/>
                  <a:pt x="20724" y="495"/>
                  <a:pt x="20784" y="495"/>
                </a:cubicBezTo>
                <a:cubicBezTo>
                  <a:pt x="20912" y="495"/>
                  <a:pt x="21034" y="397"/>
                  <a:pt x="21034" y="248"/>
                </a:cubicBezTo>
                <a:cubicBezTo>
                  <a:pt x="21034" y="113"/>
                  <a:pt x="20922" y="1"/>
                  <a:pt x="20787" y="1"/>
                </a:cubicBezTo>
                <a:close/>
                <a:moveTo>
                  <a:pt x="22006" y="1"/>
                </a:moveTo>
                <a:cubicBezTo>
                  <a:pt x="21786" y="1"/>
                  <a:pt x="21677" y="267"/>
                  <a:pt x="21830" y="424"/>
                </a:cubicBezTo>
                <a:cubicBezTo>
                  <a:pt x="21881" y="473"/>
                  <a:pt x="21943" y="495"/>
                  <a:pt x="22003" y="495"/>
                </a:cubicBezTo>
                <a:cubicBezTo>
                  <a:pt x="22131" y="495"/>
                  <a:pt x="22253" y="397"/>
                  <a:pt x="22253" y="248"/>
                </a:cubicBezTo>
                <a:cubicBezTo>
                  <a:pt x="22253" y="113"/>
                  <a:pt x="22141" y="1"/>
                  <a:pt x="22006" y="1"/>
                </a:cubicBezTo>
                <a:close/>
                <a:moveTo>
                  <a:pt x="23225" y="1"/>
                </a:moveTo>
                <a:cubicBezTo>
                  <a:pt x="23006" y="1"/>
                  <a:pt x="22896" y="267"/>
                  <a:pt x="23049" y="424"/>
                </a:cubicBezTo>
                <a:cubicBezTo>
                  <a:pt x="23100" y="473"/>
                  <a:pt x="23162" y="495"/>
                  <a:pt x="23222" y="495"/>
                </a:cubicBezTo>
                <a:cubicBezTo>
                  <a:pt x="23350" y="495"/>
                  <a:pt x="23472" y="397"/>
                  <a:pt x="23472" y="248"/>
                </a:cubicBezTo>
                <a:cubicBezTo>
                  <a:pt x="23472" y="113"/>
                  <a:pt x="23363" y="1"/>
                  <a:pt x="23225" y="1"/>
                </a:cubicBezTo>
                <a:close/>
                <a:moveTo>
                  <a:pt x="24444" y="1"/>
                </a:moveTo>
                <a:cubicBezTo>
                  <a:pt x="24225" y="1"/>
                  <a:pt x="24115" y="267"/>
                  <a:pt x="24272" y="424"/>
                </a:cubicBezTo>
                <a:cubicBezTo>
                  <a:pt x="24321" y="473"/>
                  <a:pt x="24382" y="495"/>
                  <a:pt x="24442" y="495"/>
                </a:cubicBezTo>
                <a:cubicBezTo>
                  <a:pt x="24569" y="495"/>
                  <a:pt x="24692" y="397"/>
                  <a:pt x="24692" y="248"/>
                </a:cubicBezTo>
                <a:cubicBezTo>
                  <a:pt x="24692" y="113"/>
                  <a:pt x="24582" y="1"/>
                  <a:pt x="24444" y="1"/>
                </a:cubicBezTo>
                <a:close/>
                <a:moveTo>
                  <a:pt x="25663" y="1"/>
                </a:moveTo>
                <a:cubicBezTo>
                  <a:pt x="25444" y="1"/>
                  <a:pt x="25334" y="267"/>
                  <a:pt x="25491" y="424"/>
                </a:cubicBezTo>
                <a:cubicBezTo>
                  <a:pt x="25540" y="473"/>
                  <a:pt x="25601" y="495"/>
                  <a:pt x="25661" y="495"/>
                </a:cubicBezTo>
                <a:cubicBezTo>
                  <a:pt x="25788" y="495"/>
                  <a:pt x="25911" y="397"/>
                  <a:pt x="25911" y="248"/>
                </a:cubicBezTo>
                <a:cubicBezTo>
                  <a:pt x="25911" y="113"/>
                  <a:pt x="25801" y="1"/>
                  <a:pt x="25663" y="1"/>
                </a:cubicBezTo>
                <a:close/>
                <a:moveTo>
                  <a:pt x="26885" y="1"/>
                </a:moveTo>
                <a:cubicBezTo>
                  <a:pt x="26663" y="1"/>
                  <a:pt x="26553" y="267"/>
                  <a:pt x="26710" y="424"/>
                </a:cubicBezTo>
                <a:cubicBezTo>
                  <a:pt x="26759" y="473"/>
                  <a:pt x="26820" y="495"/>
                  <a:pt x="26880" y="495"/>
                </a:cubicBezTo>
                <a:cubicBezTo>
                  <a:pt x="27007" y="495"/>
                  <a:pt x="27130" y="397"/>
                  <a:pt x="27130" y="248"/>
                </a:cubicBezTo>
                <a:cubicBezTo>
                  <a:pt x="27130" y="113"/>
                  <a:pt x="27020" y="1"/>
                  <a:pt x="26885" y="1"/>
                </a:cubicBezTo>
                <a:close/>
                <a:moveTo>
                  <a:pt x="28104" y="1"/>
                </a:moveTo>
                <a:cubicBezTo>
                  <a:pt x="27885" y="1"/>
                  <a:pt x="27772" y="267"/>
                  <a:pt x="27929" y="424"/>
                </a:cubicBezTo>
                <a:cubicBezTo>
                  <a:pt x="27979" y="473"/>
                  <a:pt x="28041" y="495"/>
                  <a:pt x="28101" y="495"/>
                </a:cubicBezTo>
                <a:cubicBezTo>
                  <a:pt x="28228" y="495"/>
                  <a:pt x="28349" y="397"/>
                  <a:pt x="28349" y="248"/>
                </a:cubicBezTo>
                <a:cubicBezTo>
                  <a:pt x="28349" y="113"/>
                  <a:pt x="28239" y="1"/>
                  <a:pt x="28104" y="1"/>
                </a:cubicBezTo>
                <a:close/>
                <a:moveTo>
                  <a:pt x="29323" y="1"/>
                </a:moveTo>
                <a:cubicBezTo>
                  <a:pt x="29104" y="1"/>
                  <a:pt x="28994" y="267"/>
                  <a:pt x="29148" y="424"/>
                </a:cubicBezTo>
                <a:cubicBezTo>
                  <a:pt x="29198" y="473"/>
                  <a:pt x="29260" y="495"/>
                  <a:pt x="29321" y="495"/>
                </a:cubicBezTo>
                <a:cubicBezTo>
                  <a:pt x="29448" y="495"/>
                  <a:pt x="29571" y="397"/>
                  <a:pt x="29571" y="248"/>
                </a:cubicBezTo>
                <a:cubicBezTo>
                  <a:pt x="29571" y="113"/>
                  <a:pt x="29458" y="1"/>
                  <a:pt x="29323" y="1"/>
                </a:cubicBezTo>
                <a:close/>
                <a:moveTo>
                  <a:pt x="30542" y="1"/>
                </a:moveTo>
                <a:cubicBezTo>
                  <a:pt x="30323" y="1"/>
                  <a:pt x="30213" y="267"/>
                  <a:pt x="30367" y="424"/>
                </a:cubicBezTo>
                <a:cubicBezTo>
                  <a:pt x="30417" y="473"/>
                  <a:pt x="30479" y="495"/>
                  <a:pt x="30540" y="495"/>
                </a:cubicBezTo>
                <a:cubicBezTo>
                  <a:pt x="30667" y="495"/>
                  <a:pt x="30790" y="397"/>
                  <a:pt x="30790" y="248"/>
                </a:cubicBezTo>
                <a:cubicBezTo>
                  <a:pt x="30790" y="113"/>
                  <a:pt x="30677" y="1"/>
                  <a:pt x="30542" y="1"/>
                </a:cubicBezTo>
                <a:close/>
                <a:moveTo>
                  <a:pt x="31761" y="1"/>
                </a:moveTo>
                <a:cubicBezTo>
                  <a:pt x="31542" y="1"/>
                  <a:pt x="31432" y="267"/>
                  <a:pt x="31586" y="424"/>
                </a:cubicBezTo>
                <a:cubicBezTo>
                  <a:pt x="31636" y="473"/>
                  <a:pt x="31698" y="495"/>
                  <a:pt x="31759" y="495"/>
                </a:cubicBezTo>
                <a:cubicBezTo>
                  <a:pt x="31886" y="495"/>
                  <a:pt x="32009" y="397"/>
                  <a:pt x="32009" y="248"/>
                </a:cubicBezTo>
                <a:cubicBezTo>
                  <a:pt x="32009" y="113"/>
                  <a:pt x="31899" y="1"/>
                  <a:pt x="31761" y="1"/>
                </a:cubicBezTo>
                <a:close/>
                <a:moveTo>
                  <a:pt x="32980" y="1"/>
                </a:moveTo>
                <a:cubicBezTo>
                  <a:pt x="32761" y="1"/>
                  <a:pt x="32651" y="267"/>
                  <a:pt x="32808" y="424"/>
                </a:cubicBezTo>
                <a:cubicBezTo>
                  <a:pt x="32858" y="473"/>
                  <a:pt x="32919" y="495"/>
                  <a:pt x="32979" y="495"/>
                </a:cubicBezTo>
                <a:cubicBezTo>
                  <a:pt x="33106" y="495"/>
                  <a:pt x="33228" y="397"/>
                  <a:pt x="33228" y="248"/>
                </a:cubicBezTo>
                <a:cubicBezTo>
                  <a:pt x="33228" y="113"/>
                  <a:pt x="33118" y="1"/>
                  <a:pt x="32980" y="1"/>
                </a:cubicBezTo>
                <a:close/>
                <a:moveTo>
                  <a:pt x="34204" y="1"/>
                </a:moveTo>
                <a:cubicBezTo>
                  <a:pt x="34078" y="1"/>
                  <a:pt x="33955" y="99"/>
                  <a:pt x="33955" y="248"/>
                </a:cubicBezTo>
                <a:cubicBezTo>
                  <a:pt x="33955" y="383"/>
                  <a:pt x="34065" y="496"/>
                  <a:pt x="34200" y="496"/>
                </a:cubicBezTo>
                <a:cubicBezTo>
                  <a:pt x="34422" y="496"/>
                  <a:pt x="34532" y="229"/>
                  <a:pt x="34375" y="73"/>
                </a:cubicBezTo>
                <a:cubicBezTo>
                  <a:pt x="34326" y="23"/>
                  <a:pt x="34264" y="1"/>
                  <a:pt x="34204" y="1"/>
                </a:cubicBezTo>
                <a:close/>
                <a:moveTo>
                  <a:pt x="54" y="1220"/>
                </a:moveTo>
                <a:cubicBezTo>
                  <a:pt x="38" y="1220"/>
                  <a:pt x="19" y="1223"/>
                  <a:pt x="0" y="1226"/>
                </a:cubicBezTo>
                <a:lnTo>
                  <a:pt x="0" y="1708"/>
                </a:lnTo>
                <a:cubicBezTo>
                  <a:pt x="18" y="1712"/>
                  <a:pt x="36" y="1714"/>
                  <a:pt x="53" y="1714"/>
                </a:cubicBezTo>
                <a:cubicBezTo>
                  <a:pt x="177" y="1714"/>
                  <a:pt x="285" y="1622"/>
                  <a:pt x="301" y="1495"/>
                </a:cubicBezTo>
                <a:cubicBezTo>
                  <a:pt x="317" y="1348"/>
                  <a:pt x="201" y="1220"/>
                  <a:pt x="54" y="1220"/>
                </a:cubicBezTo>
                <a:close/>
                <a:moveTo>
                  <a:pt x="1276" y="1220"/>
                </a:moveTo>
                <a:cubicBezTo>
                  <a:pt x="1053" y="1220"/>
                  <a:pt x="944" y="1486"/>
                  <a:pt x="1100" y="1643"/>
                </a:cubicBezTo>
                <a:cubicBezTo>
                  <a:pt x="1150" y="1692"/>
                  <a:pt x="1211" y="1714"/>
                  <a:pt x="1271" y="1714"/>
                </a:cubicBezTo>
                <a:cubicBezTo>
                  <a:pt x="1398" y="1714"/>
                  <a:pt x="1520" y="1616"/>
                  <a:pt x="1520" y="1467"/>
                </a:cubicBezTo>
                <a:cubicBezTo>
                  <a:pt x="1520" y="1332"/>
                  <a:pt x="1410" y="1220"/>
                  <a:pt x="1276" y="1220"/>
                </a:cubicBezTo>
                <a:close/>
                <a:moveTo>
                  <a:pt x="2495" y="1220"/>
                </a:moveTo>
                <a:cubicBezTo>
                  <a:pt x="2272" y="1220"/>
                  <a:pt x="2163" y="1486"/>
                  <a:pt x="2319" y="1643"/>
                </a:cubicBezTo>
                <a:cubicBezTo>
                  <a:pt x="2370" y="1692"/>
                  <a:pt x="2431" y="1714"/>
                  <a:pt x="2491" y="1714"/>
                </a:cubicBezTo>
                <a:cubicBezTo>
                  <a:pt x="2618" y="1714"/>
                  <a:pt x="2739" y="1616"/>
                  <a:pt x="2739" y="1467"/>
                </a:cubicBezTo>
                <a:cubicBezTo>
                  <a:pt x="2739" y="1332"/>
                  <a:pt x="2630" y="1220"/>
                  <a:pt x="2495" y="1220"/>
                </a:cubicBezTo>
                <a:close/>
                <a:moveTo>
                  <a:pt x="3714" y="1220"/>
                </a:moveTo>
                <a:cubicBezTo>
                  <a:pt x="3494" y="1220"/>
                  <a:pt x="3385" y="1486"/>
                  <a:pt x="3538" y="1643"/>
                </a:cubicBezTo>
                <a:cubicBezTo>
                  <a:pt x="3589" y="1692"/>
                  <a:pt x="3651" y="1714"/>
                  <a:pt x="3711" y="1714"/>
                </a:cubicBezTo>
                <a:cubicBezTo>
                  <a:pt x="3839" y="1714"/>
                  <a:pt x="3961" y="1616"/>
                  <a:pt x="3961" y="1467"/>
                </a:cubicBezTo>
                <a:cubicBezTo>
                  <a:pt x="3961" y="1332"/>
                  <a:pt x="3849" y="1220"/>
                  <a:pt x="3714" y="1220"/>
                </a:cubicBezTo>
                <a:close/>
                <a:moveTo>
                  <a:pt x="4933" y="1220"/>
                </a:moveTo>
                <a:cubicBezTo>
                  <a:pt x="4713" y="1220"/>
                  <a:pt x="4604" y="1486"/>
                  <a:pt x="4757" y="1643"/>
                </a:cubicBezTo>
                <a:cubicBezTo>
                  <a:pt x="4808" y="1692"/>
                  <a:pt x="4870" y="1714"/>
                  <a:pt x="4930" y="1714"/>
                </a:cubicBezTo>
                <a:cubicBezTo>
                  <a:pt x="5058" y="1714"/>
                  <a:pt x="5180" y="1616"/>
                  <a:pt x="5180" y="1467"/>
                </a:cubicBezTo>
                <a:cubicBezTo>
                  <a:pt x="5180" y="1332"/>
                  <a:pt x="5068" y="1220"/>
                  <a:pt x="4933" y="1220"/>
                </a:cubicBezTo>
                <a:close/>
                <a:moveTo>
                  <a:pt x="34200" y="1220"/>
                </a:moveTo>
                <a:cubicBezTo>
                  <a:pt x="33980" y="1220"/>
                  <a:pt x="33870" y="1486"/>
                  <a:pt x="34027" y="1643"/>
                </a:cubicBezTo>
                <a:cubicBezTo>
                  <a:pt x="34077" y="1692"/>
                  <a:pt x="34138" y="1714"/>
                  <a:pt x="34198" y="1714"/>
                </a:cubicBezTo>
                <a:cubicBezTo>
                  <a:pt x="34325" y="1714"/>
                  <a:pt x="34447" y="1616"/>
                  <a:pt x="34447" y="1467"/>
                </a:cubicBezTo>
                <a:cubicBezTo>
                  <a:pt x="34447" y="1332"/>
                  <a:pt x="34337" y="1220"/>
                  <a:pt x="34200" y="1220"/>
                </a:cubicBezTo>
                <a:close/>
                <a:moveTo>
                  <a:pt x="6152" y="1220"/>
                </a:moveTo>
                <a:cubicBezTo>
                  <a:pt x="5933" y="1220"/>
                  <a:pt x="5823" y="1486"/>
                  <a:pt x="5976" y="1643"/>
                </a:cubicBezTo>
                <a:cubicBezTo>
                  <a:pt x="6027" y="1693"/>
                  <a:pt x="6089" y="1716"/>
                  <a:pt x="6149" y="1716"/>
                </a:cubicBezTo>
                <a:cubicBezTo>
                  <a:pt x="6277" y="1716"/>
                  <a:pt x="6399" y="1616"/>
                  <a:pt x="6399" y="1467"/>
                </a:cubicBezTo>
                <a:cubicBezTo>
                  <a:pt x="6399" y="1332"/>
                  <a:pt x="6290" y="1220"/>
                  <a:pt x="6152" y="1220"/>
                </a:cubicBezTo>
                <a:close/>
                <a:moveTo>
                  <a:pt x="7371" y="1220"/>
                </a:moveTo>
                <a:cubicBezTo>
                  <a:pt x="7152" y="1220"/>
                  <a:pt x="7042" y="1486"/>
                  <a:pt x="7199" y="1643"/>
                </a:cubicBezTo>
                <a:cubicBezTo>
                  <a:pt x="7248" y="1693"/>
                  <a:pt x="7309" y="1716"/>
                  <a:pt x="7369" y="1716"/>
                </a:cubicBezTo>
                <a:cubicBezTo>
                  <a:pt x="7496" y="1716"/>
                  <a:pt x="7619" y="1616"/>
                  <a:pt x="7619" y="1467"/>
                </a:cubicBezTo>
                <a:cubicBezTo>
                  <a:pt x="7619" y="1332"/>
                  <a:pt x="7509" y="1220"/>
                  <a:pt x="7371" y="1220"/>
                </a:cubicBezTo>
                <a:close/>
                <a:moveTo>
                  <a:pt x="8590" y="1220"/>
                </a:moveTo>
                <a:cubicBezTo>
                  <a:pt x="8371" y="1220"/>
                  <a:pt x="8261" y="1486"/>
                  <a:pt x="8418" y="1643"/>
                </a:cubicBezTo>
                <a:cubicBezTo>
                  <a:pt x="8467" y="1693"/>
                  <a:pt x="8528" y="1716"/>
                  <a:pt x="8588" y="1716"/>
                </a:cubicBezTo>
                <a:cubicBezTo>
                  <a:pt x="8715" y="1716"/>
                  <a:pt x="8838" y="1616"/>
                  <a:pt x="8838" y="1467"/>
                </a:cubicBezTo>
                <a:cubicBezTo>
                  <a:pt x="8838" y="1332"/>
                  <a:pt x="8728" y="1220"/>
                  <a:pt x="8590" y="1220"/>
                </a:cubicBezTo>
                <a:close/>
                <a:moveTo>
                  <a:pt x="9812" y="1220"/>
                </a:moveTo>
                <a:cubicBezTo>
                  <a:pt x="9590" y="1220"/>
                  <a:pt x="9480" y="1486"/>
                  <a:pt x="9637" y="1643"/>
                </a:cubicBezTo>
                <a:cubicBezTo>
                  <a:pt x="9686" y="1693"/>
                  <a:pt x="9747" y="1716"/>
                  <a:pt x="9808" y="1716"/>
                </a:cubicBezTo>
                <a:cubicBezTo>
                  <a:pt x="9934" y="1716"/>
                  <a:pt x="10057" y="1616"/>
                  <a:pt x="10057" y="1467"/>
                </a:cubicBezTo>
                <a:cubicBezTo>
                  <a:pt x="10057" y="1332"/>
                  <a:pt x="9947" y="1220"/>
                  <a:pt x="9812" y="1220"/>
                </a:cubicBezTo>
                <a:close/>
                <a:moveTo>
                  <a:pt x="11031" y="1220"/>
                </a:moveTo>
                <a:cubicBezTo>
                  <a:pt x="10809" y="1220"/>
                  <a:pt x="10699" y="1486"/>
                  <a:pt x="10856" y="1643"/>
                </a:cubicBezTo>
                <a:cubicBezTo>
                  <a:pt x="10906" y="1693"/>
                  <a:pt x="10968" y="1716"/>
                  <a:pt x="11028" y="1716"/>
                </a:cubicBezTo>
                <a:cubicBezTo>
                  <a:pt x="11155" y="1716"/>
                  <a:pt x="11276" y="1616"/>
                  <a:pt x="11276" y="1467"/>
                </a:cubicBezTo>
                <a:cubicBezTo>
                  <a:pt x="11276" y="1332"/>
                  <a:pt x="11166" y="1220"/>
                  <a:pt x="11031" y="1220"/>
                </a:cubicBezTo>
                <a:close/>
                <a:moveTo>
                  <a:pt x="12250" y="1220"/>
                </a:moveTo>
                <a:cubicBezTo>
                  <a:pt x="12031" y="1220"/>
                  <a:pt x="11921" y="1486"/>
                  <a:pt x="12075" y="1643"/>
                </a:cubicBezTo>
                <a:cubicBezTo>
                  <a:pt x="12125" y="1693"/>
                  <a:pt x="12187" y="1716"/>
                  <a:pt x="12248" y="1716"/>
                </a:cubicBezTo>
                <a:cubicBezTo>
                  <a:pt x="12375" y="1716"/>
                  <a:pt x="12498" y="1616"/>
                  <a:pt x="12498" y="1467"/>
                </a:cubicBezTo>
                <a:cubicBezTo>
                  <a:pt x="12498" y="1332"/>
                  <a:pt x="12385" y="1220"/>
                  <a:pt x="12250" y="1220"/>
                </a:cubicBezTo>
                <a:close/>
                <a:moveTo>
                  <a:pt x="13469" y="1220"/>
                </a:moveTo>
                <a:cubicBezTo>
                  <a:pt x="13250" y="1220"/>
                  <a:pt x="13140" y="1486"/>
                  <a:pt x="13294" y="1643"/>
                </a:cubicBezTo>
                <a:cubicBezTo>
                  <a:pt x="13344" y="1693"/>
                  <a:pt x="13406" y="1716"/>
                  <a:pt x="13467" y="1716"/>
                </a:cubicBezTo>
                <a:cubicBezTo>
                  <a:pt x="13595" y="1716"/>
                  <a:pt x="13717" y="1616"/>
                  <a:pt x="13717" y="1467"/>
                </a:cubicBezTo>
                <a:cubicBezTo>
                  <a:pt x="13717" y="1332"/>
                  <a:pt x="13604" y="1220"/>
                  <a:pt x="13469" y="1220"/>
                </a:cubicBezTo>
                <a:close/>
                <a:moveTo>
                  <a:pt x="14688" y="1220"/>
                </a:moveTo>
                <a:cubicBezTo>
                  <a:pt x="14469" y="1220"/>
                  <a:pt x="14359" y="1486"/>
                  <a:pt x="14513" y="1643"/>
                </a:cubicBezTo>
                <a:cubicBezTo>
                  <a:pt x="14563" y="1693"/>
                  <a:pt x="14625" y="1716"/>
                  <a:pt x="14686" y="1716"/>
                </a:cubicBezTo>
                <a:cubicBezTo>
                  <a:pt x="14814" y="1716"/>
                  <a:pt x="14936" y="1616"/>
                  <a:pt x="14936" y="1467"/>
                </a:cubicBezTo>
                <a:cubicBezTo>
                  <a:pt x="14936" y="1332"/>
                  <a:pt x="14826" y="1220"/>
                  <a:pt x="14688" y="1220"/>
                </a:cubicBezTo>
                <a:close/>
                <a:moveTo>
                  <a:pt x="15907" y="1220"/>
                </a:moveTo>
                <a:cubicBezTo>
                  <a:pt x="15688" y="1220"/>
                  <a:pt x="15578" y="1486"/>
                  <a:pt x="15735" y="1643"/>
                </a:cubicBezTo>
                <a:cubicBezTo>
                  <a:pt x="15785" y="1693"/>
                  <a:pt x="15846" y="1716"/>
                  <a:pt x="15906" y="1716"/>
                </a:cubicBezTo>
                <a:cubicBezTo>
                  <a:pt x="16033" y="1716"/>
                  <a:pt x="16155" y="1616"/>
                  <a:pt x="16155" y="1467"/>
                </a:cubicBezTo>
                <a:cubicBezTo>
                  <a:pt x="16155" y="1332"/>
                  <a:pt x="16045" y="1220"/>
                  <a:pt x="15907" y="1220"/>
                </a:cubicBezTo>
                <a:close/>
                <a:moveTo>
                  <a:pt x="17127" y="1220"/>
                </a:moveTo>
                <a:cubicBezTo>
                  <a:pt x="16907" y="1220"/>
                  <a:pt x="16797" y="1486"/>
                  <a:pt x="16954" y="1643"/>
                </a:cubicBezTo>
                <a:cubicBezTo>
                  <a:pt x="17004" y="1693"/>
                  <a:pt x="17065" y="1716"/>
                  <a:pt x="17125" y="1716"/>
                </a:cubicBezTo>
                <a:cubicBezTo>
                  <a:pt x="17252" y="1716"/>
                  <a:pt x="17374" y="1616"/>
                  <a:pt x="17374" y="1467"/>
                </a:cubicBezTo>
                <a:cubicBezTo>
                  <a:pt x="17374" y="1332"/>
                  <a:pt x="17264" y="1220"/>
                  <a:pt x="17127" y="1220"/>
                </a:cubicBezTo>
                <a:close/>
                <a:moveTo>
                  <a:pt x="18349" y="1220"/>
                </a:moveTo>
                <a:cubicBezTo>
                  <a:pt x="18126" y="1220"/>
                  <a:pt x="18017" y="1486"/>
                  <a:pt x="18173" y="1643"/>
                </a:cubicBezTo>
                <a:cubicBezTo>
                  <a:pt x="18223" y="1693"/>
                  <a:pt x="18284" y="1716"/>
                  <a:pt x="18344" y="1716"/>
                </a:cubicBezTo>
                <a:cubicBezTo>
                  <a:pt x="18471" y="1716"/>
                  <a:pt x="18593" y="1616"/>
                  <a:pt x="18593" y="1467"/>
                </a:cubicBezTo>
                <a:cubicBezTo>
                  <a:pt x="18593" y="1332"/>
                  <a:pt x="18483" y="1220"/>
                  <a:pt x="18349" y="1220"/>
                </a:cubicBezTo>
                <a:close/>
                <a:moveTo>
                  <a:pt x="19568" y="1220"/>
                </a:moveTo>
                <a:cubicBezTo>
                  <a:pt x="19345" y="1220"/>
                  <a:pt x="19236" y="1486"/>
                  <a:pt x="19392" y="1643"/>
                </a:cubicBezTo>
                <a:cubicBezTo>
                  <a:pt x="19443" y="1693"/>
                  <a:pt x="19504" y="1716"/>
                  <a:pt x="19564" y="1716"/>
                </a:cubicBezTo>
                <a:cubicBezTo>
                  <a:pt x="19691" y="1716"/>
                  <a:pt x="19812" y="1616"/>
                  <a:pt x="19812" y="1467"/>
                </a:cubicBezTo>
                <a:cubicBezTo>
                  <a:pt x="19812" y="1332"/>
                  <a:pt x="19703" y="1220"/>
                  <a:pt x="19568" y="1220"/>
                </a:cubicBezTo>
                <a:close/>
                <a:moveTo>
                  <a:pt x="20787" y="1220"/>
                </a:moveTo>
                <a:cubicBezTo>
                  <a:pt x="20567" y="1220"/>
                  <a:pt x="20458" y="1486"/>
                  <a:pt x="20611" y="1643"/>
                </a:cubicBezTo>
                <a:cubicBezTo>
                  <a:pt x="20662" y="1693"/>
                  <a:pt x="20724" y="1716"/>
                  <a:pt x="20784" y="1716"/>
                </a:cubicBezTo>
                <a:cubicBezTo>
                  <a:pt x="20912" y="1716"/>
                  <a:pt x="21034" y="1616"/>
                  <a:pt x="21034" y="1467"/>
                </a:cubicBezTo>
                <a:cubicBezTo>
                  <a:pt x="21034" y="1332"/>
                  <a:pt x="20922" y="1220"/>
                  <a:pt x="20787" y="1220"/>
                </a:cubicBezTo>
                <a:close/>
                <a:moveTo>
                  <a:pt x="22006" y="1220"/>
                </a:moveTo>
                <a:cubicBezTo>
                  <a:pt x="21786" y="1220"/>
                  <a:pt x="21677" y="1486"/>
                  <a:pt x="21830" y="1643"/>
                </a:cubicBezTo>
                <a:cubicBezTo>
                  <a:pt x="21881" y="1693"/>
                  <a:pt x="21943" y="1716"/>
                  <a:pt x="22003" y="1716"/>
                </a:cubicBezTo>
                <a:cubicBezTo>
                  <a:pt x="22131" y="1716"/>
                  <a:pt x="22253" y="1616"/>
                  <a:pt x="22253" y="1467"/>
                </a:cubicBezTo>
                <a:cubicBezTo>
                  <a:pt x="22253" y="1332"/>
                  <a:pt x="22141" y="1220"/>
                  <a:pt x="22006" y="1220"/>
                </a:cubicBezTo>
                <a:close/>
                <a:moveTo>
                  <a:pt x="23225" y="1220"/>
                </a:moveTo>
                <a:cubicBezTo>
                  <a:pt x="23006" y="1220"/>
                  <a:pt x="22896" y="1486"/>
                  <a:pt x="23049" y="1643"/>
                </a:cubicBezTo>
                <a:cubicBezTo>
                  <a:pt x="23100" y="1693"/>
                  <a:pt x="23162" y="1716"/>
                  <a:pt x="23222" y="1716"/>
                </a:cubicBezTo>
                <a:cubicBezTo>
                  <a:pt x="23350" y="1716"/>
                  <a:pt x="23472" y="1616"/>
                  <a:pt x="23472" y="1467"/>
                </a:cubicBezTo>
                <a:cubicBezTo>
                  <a:pt x="23472" y="1332"/>
                  <a:pt x="23363" y="1220"/>
                  <a:pt x="23225" y="1220"/>
                </a:cubicBezTo>
                <a:close/>
                <a:moveTo>
                  <a:pt x="24444" y="1220"/>
                </a:moveTo>
                <a:cubicBezTo>
                  <a:pt x="24225" y="1220"/>
                  <a:pt x="24115" y="1486"/>
                  <a:pt x="24272" y="1643"/>
                </a:cubicBezTo>
                <a:cubicBezTo>
                  <a:pt x="24321" y="1693"/>
                  <a:pt x="24382" y="1716"/>
                  <a:pt x="24442" y="1716"/>
                </a:cubicBezTo>
                <a:cubicBezTo>
                  <a:pt x="24569" y="1716"/>
                  <a:pt x="24692" y="1616"/>
                  <a:pt x="24692" y="1467"/>
                </a:cubicBezTo>
                <a:cubicBezTo>
                  <a:pt x="24692" y="1332"/>
                  <a:pt x="24582" y="1220"/>
                  <a:pt x="24444" y="1220"/>
                </a:cubicBezTo>
                <a:close/>
                <a:moveTo>
                  <a:pt x="25663" y="1220"/>
                </a:moveTo>
                <a:cubicBezTo>
                  <a:pt x="25444" y="1220"/>
                  <a:pt x="25334" y="1486"/>
                  <a:pt x="25491" y="1643"/>
                </a:cubicBezTo>
                <a:cubicBezTo>
                  <a:pt x="25540" y="1693"/>
                  <a:pt x="25601" y="1716"/>
                  <a:pt x="25661" y="1716"/>
                </a:cubicBezTo>
                <a:cubicBezTo>
                  <a:pt x="25788" y="1716"/>
                  <a:pt x="25911" y="1616"/>
                  <a:pt x="25911" y="1467"/>
                </a:cubicBezTo>
                <a:cubicBezTo>
                  <a:pt x="25911" y="1332"/>
                  <a:pt x="25801" y="1220"/>
                  <a:pt x="25663" y="1220"/>
                </a:cubicBezTo>
                <a:close/>
                <a:moveTo>
                  <a:pt x="26885" y="1220"/>
                </a:moveTo>
                <a:cubicBezTo>
                  <a:pt x="26663" y="1220"/>
                  <a:pt x="26553" y="1486"/>
                  <a:pt x="26710" y="1643"/>
                </a:cubicBezTo>
                <a:cubicBezTo>
                  <a:pt x="26759" y="1693"/>
                  <a:pt x="26820" y="1716"/>
                  <a:pt x="26881" y="1716"/>
                </a:cubicBezTo>
                <a:cubicBezTo>
                  <a:pt x="27007" y="1716"/>
                  <a:pt x="27130" y="1616"/>
                  <a:pt x="27130" y="1467"/>
                </a:cubicBezTo>
                <a:cubicBezTo>
                  <a:pt x="27130" y="1332"/>
                  <a:pt x="27020" y="1220"/>
                  <a:pt x="26885" y="1220"/>
                </a:cubicBezTo>
                <a:close/>
                <a:moveTo>
                  <a:pt x="28104" y="1220"/>
                </a:moveTo>
                <a:cubicBezTo>
                  <a:pt x="27885" y="1220"/>
                  <a:pt x="27772" y="1486"/>
                  <a:pt x="27929" y="1643"/>
                </a:cubicBezTo>
                <a:cubicBezTo>
                  <a:pt x="27979" y="1693"/>
                  <a:pt x="28041" y="1716"/>
                  <a:pt x="28101" y="1716"/>
                </a:cubicBezTo>
                <a:cubicBezTo>
                  <a:pt x="28228" y="1716"/>
                  <a:pt x="28349" y="1616"/>
                  <a:pt x="28349" y="1467"/>
                </a:cubicBezTo>
                <a:cubicBezTo>
                  <a:pt x="28349" y="1332"/>
                  <a:pt x="28239" y="1220"/>
                  <a:pt x="28104" y="1220"/>
                </a:cubicBezTo>
                <a:close/>
                <a:moveTo>
                  <a:pt x="29323" y="1220"/>
                </a:moveTo>
                <a:cubicBezTo>
                  <a:pt x="29104" y="1220"/>
                  <a:pt x="28994" y="1486"/>
                  <a:pt x="29148" y="1643"/>
                </a:cubicBezTo>
                <a:cubicBezTo>
                  <a:pt x="29198" y="1693"/>
                  <a:pt x="29260" y="1716"/>
                  <a:pt x="29321" y="1716"/>
                </a:cubicBezTo>
                <a:cubicBezTo>
                  <a:pt x="29448" y="1716"/>
                  <a:pt x="29571" y="1616"/>
                  <a:pt x="29571" y="1467"/>
                </a:cubicBezTo>
                <a:cubicBezTo>
                  <a:pt x="29571" y="1332"/>
                  <a:pt x="29458" y="1220"/>
                  <a:pt x="29323" y="1220"/>
                </a:cubicBezTo>
                <a:close/>
                <a:moveTo>
                  <a:pt x="30542" y="1220"/>
                </a:moveTo>
                <a:cubicBezTo>
                  <a:pt x="30323" y="1220"/>
                  <a:pt x="30213" y="1486"/>
                  <a:pt x="30367" y="1643"/>
                </a:cubicBezTo>
                <a:cubicBezTo>
                  <a:pt x="30417" y="1693"/>
                  <a:pt x="30479" y="1716"/>
                  <a:pt x="30540" y="1716"/>
                </a:cubicBezTo>
                <a:cubicBezTo>
                  <a:pt x="30667" y="1716"/>
                  <a:pt x="30790" y="1616"/>
                  <a:pt x="30790" y="1467"/>
                </a:cubicBezTo>
                <a:cubicBezTo>
                  <a:pt x="30790" y="1332"/>
                  <a:pt x="30677" y="1220"/>
                  <a:pt x="30542" y="1220"/>
                </a:cubicBezTo>
                <a:close/>
                <a:moveTo>
                  <a:pt x="31761" y="1220"/>
                </a:moveTo>
                <a:cubicBezTo>
                  <a:pt x="31542" y="1220"/>
                  <a:pt x="31432" y="1486"/>
                  <a:pt x="31586" y="1643"/>
                </a:cubicBezTo>
                <a:cubicBezTo>
                  <a:pt x="31636" y="1693"/>
                  <a:pt x="31698" y="1716"/>
                  <a:pt x="31759" y="1716"/>
                </a:cubicBezTo>
                <a:cubicBezTo>
                  <a:pt x="31887" y="1716"/>
                  <a:pt x="32009" y="1616"/>
                  <a:pt x="32009" y="1467"/>
                </a:cubicBezTo>
                <a:cubicBezTo>
                  <a:pt x="32009" y="1332"/>
                  <a:pt x="31899" y="1220"/>
                  <a:pt x="31761" y="1220"/>
                </a:cubicBezTo>
                <a:close/>
                <a:moveTo>
                  <a:pt x="32980" y="1220"/>
                </a:moveTo>
                <a:cubicBezTo>
                  <a:pt x="32761" y="1220"/>
                  <a:pt x="32651" y="1486"/>
                  <a:pt x="32808" y="1643"/>
                </a:cubicBezTo>
                <a:cubicBezTo>
                  <a:pt x="32858" y="1693"/>
                  <a:pt x="32919" y="1716"/>
                  <a:pt x="32979" y="1716"/>
                </a:cubicBezTo>
                <a:cubicBezTo>
                  <a:pt x="33106" y="1716"/>
                  <a:pt x="33228" y="1616"/>
                  <a:pt x="33228" y="1467"/>
                </a:cubicBezTo>
                <a:cubicBezTo>
                  <a:pt x="33228" y="1332"/>
                  <a:pt x="33118" y="1220"/>
                  <a:pt x="32980" y="1220"/>
                </a:cubicBezTo>
                <a:close/>
                <a:moveTo>
                  <a:pt x="54" y="2442"/>
                </a:moveTo>
                <a:cubicBezTo>
                  <a:pt x="38" y="2442"/>
                  <a:pt x="19" y="2442"/>
                  <a:pt x="0" y="2445"/>
                </a:cubicBezTo>
                <a:lnTo>
                  <a:pt x="0" y="2928"/>
                </a:lnTo>
                <a:cubicBezTo>
                  <a:pt x="18" y="2931"/>
                  <a:pt x="36" y="2933"/>
                  <a:pt x="53" y="2933"/>
                </a:cubicBezTo>
                <a:cubicBezTo>
                  <a:pt x="177" y="2933"/>
                  <a:pt x="285" y="2841"/>
                  <a:pt x="301" y="2714"/>
                </a:cubicBezTo>
                <a:cubicBezTo>
                  <a:pt x="317" y="2567"/>
                  <a:pt x="201" y="2442"/>
                  <a:pt x="54" y="2442"/>
                </a:cubicBezTo>
                <a:close/>
                <a:moveTo>
                  <a:pt x="1276" y="2442"/>
                </a:moveTo>
                <a:cubicBezTo>
                  <a:pt x="1053" y="2442"/>
                  <a:pt x="944" y="2705"/>
                  <a:pt x="1100" y="2862"/>
                </a:cubicBezTo>
                <a:cubicBezTo>
                  <a:pt x="1150" y="2912"/>
                  <a:pt x="1211" y="2935"/>
                  <a:pt x="1271" y="2935"/>
                </a:cubicBezTo>
                <a:cubicBezTo>
                  <a:pt x="1398" y="2935"/>
                  <a:pt x="1520" y="2835"/>
                  <a:pt x="1520" y="2686"/>
                </a:cubicBezTo>
                <a:cubicBezTo>
                  <a:pt x="1520" y="2551"/>
                  <a:pt x="1410" y="2442"/>
                  <a:pt x="1276" y="2442"/>
                </a:cubicBezTo>
                <a:close/>
                <a:moveTo>
                  <a:pt x="2495" y="2442"/>
                </a:moveTo>
                <a:cubicBezTo>
                  <a:pt x="2272" y="2442"/>
                  <a:pt x="2163" y="2705"/>
                  <a:pt x="2319" y="2862"/>
                </a:cubicBezTo>
                <a:cubicBezTo>
                  <a:pt x="2370" y="2912"/>
                  <a:pt x="2431" y="2935"/>
                  <a:pt x="2491" y="2935"/>
                </a:cubicBezTo>
                <a:cubicBezTo>
                  <a:pt x="2618" y="2935"/>
                  <a:pt x="2739" y="2835"/>
                  <a:pt x="2739" y="2686"/>
                </a:cubicBezTo>
                <a:cubicBezTo>
                  <a:pt x="2739" y="2551"/>
                  <a:pt x="2630" y="2442"/>
                  <a:pt x="2495" y="2442"/>
                </a:cubicBezTo>
                <a:close/>
                <a:moveTo>
                  <a:pt x="3714" y="2442"/>
                </a:moveTo>
                <a:cubicBezTo>
                  <a:pt x="3494" y="2442"/>
                  <a:pt x="3385" y="2705"/>
                  <a:pt x="3538" y="2862"/>
                </a:cubicBezTo>
                <a:cubicBezTo>
                  <a:pt x="3589" y="2912"/>
                  <a:pt x="3651" y="2935"/>
                  <a:pt x="3711" y="2935"/>
                </a:cubicBezTo>
                <a:cubicBezTo>
                  <a:pt x="3839" y="2935"/>
                  <a:pt x="3961" y="2835"/>
                  <a:pt x="3961" y="2686"/>
                </a:cubicBezTo>
                <a:cubicBezTo>
                  <a:pt x="3961" y="2551"/>
                  <a:pt x="3849" y="2442"/>
                  <a:pt x="3714" y="2442"/>
                </a:cubicBezTo>
                <a:close/>
                <a:moveTo>
                  <a:pt x="4933" y="2442"/>
                </a:moveTo>
                <a:cubicBezTo>
                  <a:pt x="4713" y="2442"/>
                  <a:pt x="4604" y="2705"/>
                  <a:pt x="4757" y="2862"/>
                </a:cubicBezTo>
                <a:cubicBezTo>
                  <a:pt x="4808" y="2912"/>
                  <a:pt x="4870" y="2935"/>
                  <a:pt x="4930" y="2935"/>
                </a:cubicBezTo>
                <a:cubicBezTo>
                  <a:pt x="5058" y="2935"/>
                  <a:pt x="5180" y="2835"/>
                  <a:pt x="5180" y="2686"/>
                </a:cubicBezTo>
                <a:cubicBezTo>
                  <a:pt x="5180" y="2551"/>
                  <a:pt x="5068" y="2442"/>
                  <a:pt x="4933" y="2442"/>
                </a:cubicBezTo>
                <a:close/>
                <a:moveTo>
                  <a:pt x="34200" y="2442"/>
                </a:moveTo>
                <a:cubicBezTo>
                  <a:pt x="33980" y="2442"/>
                  <a:pt x="33870" y="2705"/>
                  <a:pt x="34027" y="2862"/>
                </a:cubicBezTo>
                <a:cubicBezTo>
                  <a:pt x="34077" y="2912"/>
                  <a:pt x="34138" y="2935"/>
                  <a:pt x="34198" y="2935"/>
                </a:cubicBezTo>
                <a:cubicBezTo>
                  <a:pt x="34325" y="2935"/>
                  <a:pt x="34447" y="2835"/>
                  <a:pt x="34447" y="2686"/>
                </a:cubicBezTo>
                <a:cubicBezTo>
                  <a:pt x="34447" y="2551"/>
                  <a:pt x="34337" y="2442"/>
                  <a:pt x="34200" y="2442"/>
                </a:cubicBezTo>
                <a:close/>
                <a:moveTo>
                  <a:pt x="6152" y="2442"/>
                </a:moveTo>
                <a:cubicBezTo>
                  <a:pt x="5933" y="2442"/>
                  <a:pt x="5823" y="2705"/>
                  <a:pt x="5976" y="2862"/>
                </a:cubicBezTo>
                <a:cubicBezTo>
                  <a:pt x="6027" y="2913"/>
                  <a:pt x="6090" y="2935"/>
                  <a:pt x="6151" y="2935"/>
                </a:cubicBezTo>
                <a:cubicBezTo>
                  <a:pt x="6278" y="2935"/>
                  <a:pt x="6399" y="2837"/>
                  <a:pt x="6399" y="2686"/>
                </a:cubicBezTo>
                <a:cubicBezTo>
                  <a:pt x="6399" y="2551"/>
                  <a:pt x="6290" y="2442"/>
                  <a:pt x="6152" y="2442"/>
                </a:cubicBezTo>
                <a:close/>
                <a:moveTo>
                  <a:pt x="7371" y="2442"/>
                </a:moveTo>
                <a:cubicBezTo>
                  <a:pt x="7152" y="2442"/>
                  <a:pt x="7042" y="2705"/>
                  <a:pt x="7199" y="2862"/>
                </a:cubicBezTo>
                <a:cubicBezTo>
                  <a:pt x="7248" y="2913"/>
                  <a:pt x="7310" y="2935"/>
                  <a:pt x="7371" y="2935"/>
                </a:cubicBezTo>
                <a:cubicBezTo>
                  <a:pt x="7497" y="2935"/>
                  <a:pt x="7619" y="2837"/>
                  <a:pt x="7619" y="2686"/>
                </a:cubicBezTo>
                <a:cubicBezTo>
                  <a:pt x="7619" y="2551"/>
                  <a:pt x="7509" y="2442"/>
                  <a:pt x="7371" y="2442"/>
                </a:cubicBezTo>
                <a:close/>
                <a:moveTo>
                  <a:pt x="8590" y="2442"/>
                </a:moveTo>
                <a:cubicBezTo>
                  <a:pt x="8371" y="2442"/>
                  <a:pt x="8261" y="2705"/>
                  <a:pt x="8418" y="2862"/>
                </a:cubicBezTo>
                <a:cubicBezTo>
                  <a:pt x="8467" y="2913"/>
                  <a:pt x="8529" y="2935"/>
                  <a:pt x="8590" y="2935"/>
                </a:cubicBezTo>
                <a:cubicBezTo>
                  <a:pt x="8716" y="2935"/>
                  <a:pt x="8838" y="2837"/>
                  <a:pt x="8838" y="2686"/>
                </a:cubicBezTo>
                <a:cubicBezTo>
                  <a:pt x="8838" y="2551"/>
                  <a:pt x="8728" y="2442"/>
                  <a:pt x="8590" y="2442"/>
                </a:cubicBezTo>
                <a:close/>
                <a:moveTo>
                  <a:pt x="9812" y="2442"/>
                </a:moveTo>
                <a:cubicBezTo>
                  <a:pt x="9590" y="2442"/>
                  <a:pt x="9480" y="2705"/>
                  <a:pt x="9637" y="2862"/>
                </a:cubicBezTo>
                <a:cubicBezTo>
                  <a:pt x="9687" y="2913"/>
                  <a:pt x="9748" y="2935"/>
                  <a:pt x="9809" y="2935"/>
                </a:cubicBezTo>
                <a:cubicBezTo>
                  <a:pt x="9935" y="2935"/>
                  <a:pt x="10057" y="2837"/>
                  <a:pt x="10057" y="2686"/>
                </a:cubicBezTo>
                <a:cubicBezTo>
                  <a:pt x="10057" y="2551"/>
                  <a:pt x="9947" y="2442"/>
                  <a:pt x="9812" y="2442"/>
                </a:cubicBezTo>
                <a:close/>
                <a:moveTo>
                  <a:pt x="11031" y="2442"/>
                </a:moveTo>
                <a:cubicBezTo>
                  <a:pt x="10809" y="2442"/>
                  <a:pt x="10699" y="2705"/>
                  <a:pt x="10856" y="2862"/>
                </a:cubicBezTo>
                <a:cubicBezTo>
                  <a:pt x="10907" y="2913"/>
                  <a:pt x="10969" y="2935"/>
                  <a:pt x="11029" y="2935"/>
                </a:cubicBezTo>
                <a:cubicBezTo>
                  <a:pt x="11156" y="2935"/>
                  <a:pt x="11276" y="2837"/>
                  <a:pt x="11276" y="2686"/>
                </a:cubicBezTo>
                <a:cubicBezTo>
                  <a:pt x="11276" y="2551"/>
                  <a:pt x="11166" y="2442"/>
                  <a:pt x="11031" y="2442"/>
                </a:cubicBezTo>
                <a:close/>
                <a:moveTo>
                  <a:pt x="12250" y="2442"/>
                </a:moveTo>
                <a:cubicBezTo>
                  <a:pt x="12031" y="2442"/>
                  <a:pt x="11921" y="2705"/>
                  <a:pt x="12075" y="2862"/>
                </a:cubicBezTo>
                <a:cubicBezTo>
                  <a:pt x="12126" y="2913"/>
                  <a:pt x="12188" y="2935"/>
                  <a:pt x="12249" y="2935"/>
                </a:cubicBezTo>
                <a:cubicBezTo>
                  <a:pt x="12376" y="2935"/>
                  <a:pt x="12498" y="2837"/>
                  <a:pt x="12498" y="2686"/>
                </a:cubicBezTo>
                <a:cubicBezTo>
                  <a:pt x="12498" y="2551"/>
                  <a:pt x="12385" y="2442"/>
                  <a:pt x="12250" y="2442"/>
                </a:cubicBezTo>
                <a:close/>
                <a:moveTo>
                  <a:pt x="13469" y="2442"/>
                </a:moveTo>
                <a:cubicBezTo>
                  <a:pt x="13250" y="2442"/>
                  <a:pt x="13140" y="2705"/>
                  <a:pt x="13294" y="2862"/>
                </a:cubicBezTo>
                <a:cubicBezTo>
                  <a:pt x="13345" y="2913"/>
                  <a:pt x="13407" y="2935"/>
                  <a:pt x="13468" y="2935"/>
                </a:cubicBezTo>
                <a:cubicBezTo>
                  <a:pt x="13595" y="2935"/>
                  <a:pt x="13717" y="2837"/>
                  <a:pt x="13717" y="2686"/>
                </a:cubicBezTo>
                <a:cubicBezTo>
                  <a:pt x="13717" y="2551"/>
                  <a:pt x="13604" y="2442"/>
                  <a:pt x="13469" y="2442"/>
                </a:cubicBezTo>
                <a:close/>
                <a:moveTo>
                  <a:pt x="14688" y="2442"/>
                </a:moveTo>
                <a:cubicBezTo>
                  <a:pt x="14469" y="2442"/>
                  <a:pt x="14359" y="2705"/>
                  <a:pt x="14513" y="2862"/>
                </a:cubicBezTo>
                <a:cubicBezTo>
                  <a:pt x="14564" y="2913"/>
                  <a:pt x="14626" y="2935"/>
                  <a:pt x="14687" y="2935"/>
                </a:cubicBezTo>
                <a:cubicBezTo>
                  <a:pt x="14814" y="2935"/>
                  <a:pt x="14936" y="2837"/>
                  <a:pt x="14936" y="2686"/>
                </a:cubicBezTo>
                <a:cubicBezTo>
                  <a:pt x="14936" y="2551"/>
                  <a:pt x="14826" y="2442"/>
                  <a:pt x="14688" y="2442"/>
                </a:cubicBezTo>
                <a:close/>
                <a:moveTo>
                  <a:pt x="15907" y="2442"/>
                </a:moveTo>
                <a:cubicBezTo>
                  <a:pt x="15688" y="2442"/>
                  <a:pt x="15578" y="2705"/>
                  <a:pt x="15735" y="2862"/>
                </a:cubicBezTo>
                <a:cubicBezTo>
                  <a:pt x="15785" y="2913"/>
                  <a:pt x="15847" y="2935"/>
                  <a:pt x="15907" y="2935"/>
                </a:cubicBezTo>
                <a:cubicBezTo>
                  <a:pt x="16033" y="2935"/>
                  <a:pt x="16155" y="2837"/>
                  <a:pt x="16155" y="2686"/>
                </a:cubicBezTo>
                <a:cubicBezTo>
                  <a:pt x="16155" y="2551"/>
                  <a:pt x="16045" y="2442"/>
                  <a:pt x="15907" y="2442"/>
                </a:cubicBezTo>
                <a:close/>
                <a:moveTo>
                  <a:pt x="17127" y="2442"/>
                </a:moveTo>
                <a:cubicBezTo>
                  <a:pt x="16907" y="2442"/>
                  <a:pt x="16797" y="2705"/>
                  <a:pt x="16954" y="2862"/>
                </a:cubicBezTo>
                <a:cubicBezTo>
                  <a:pt x="17004" y="2913"/>
                  <a:pt x="17066" y="2935"/>
                  <a:pt x="17126" y="2935"/>
                </a:cubicBezTo>
                <a:cubicBezTo>
                  <a:pt x="17253" y="2935"/>
                  <a:pt x="17374" y="2837"/>
                  <a:pt x="17374" y="2686"/>
                </a:cubicBezTo>
                <a:cubicBezTo>
                  <a:pt x="17374" y="2551"/>
                  <a:pt x="17264" y="2442"/>
                  <a:pt x="17127" y="2442"/>
                </a:cubicBezTo>
                <a:close/>
                <a:moveTo>
                  <a:pt x="18349" y="2442"/>
                </a:moveTo>
                <a:cubicBezTo>
                  <a:pt x="18126" y="2442"/>
                  <a:pt x="18017" y="2705"/>
                  <a:pt x="18173" y="2862"/>
                </a:cubicBezTo>
                <a:cubicBezTo>
                  <a:pt x="18223" y="2913"/>
                  <a:pt x="18285" y="2935"/>
                  <a:pt x="18345" y="2935"/>
                </a:cubicBezTo>
                <a:cubicBezTo>
                  <a:pt x="18472" y="2935"/>
                  <a:pt x="18593" y="2837"/>
                  <a:pt x="18593" y="2686"/>
                </a:cubicBezTo>
                <a:cubicBezTo>
                  <a:pt x="18593" y="2551"/>
                  <a:pt x="18483" y="2442"/>
                  <a:pt x="18349" y="2442"/>
                </a:cubicBezTo>
                <a:close/>
                <a:moveTo>
                  <a:pt x="19568" y="2442"/>
                </a:moveTo>
                <a:cubicBezTo>
                  <a:pt x="19345" y="2442"/>
                  <a:pt x="19236" y="2705"/>
                  <a:pt x="19392" y="2862"/>
                </a:cubicBezTo>
                <a:cubicBezTo>
                  <a:pt x="19443" y="2913"/>
                  <a:pt x="19505" y="2935"/>
                  <a:pt x="19566" y="2935"/>
                </a:cubicBezTo>
                <a:cubicBezTo>
                  <a:pt x="19692" y="2935"/>
                  <a:pt x="19812" y="2837"/>
                  <a:pt x="19812" y="2686"/>
                </a:cubicBezTo>
                <a:cubicBezTo>
                  <a:pt x="19812" y="2551"/>
                  <a:pt x="19703" y="2442"/>
                  <a:pt x="19568" y="2442"/>
                </a:cubicBezTo>
                <a:close/>
                <a:moveTo>
                  <a:pt x="20787" y="2442"/>
                </a:moveTo>
                <a:cubicBezTo>
                  <a:pt x="20567" y="2442"/>
                  <a:pt x="20458" y="2705"/>
                  <a:pt x="20611" y="2862"/>
                </a:cubicBezTo>
                <a:cubicBezTo>
                  <a:pt x="20662" y="2913"/>
                  <a:pt x="20725" y="2935"/>
                  <a:pt x="20786" y="2935"/>
                </a:cubicBezTo>
                <a:cubicBezTo>
                  <a:pt x="20913" y="2935"/>
                  <a:pt x="21034" y="2837"/>
                  <a:pt x="21034" y="2686"/>
                </a:cubicBezTo>
                <a:cubicBezTo>
                  <a:pt x="21034" y="2551"/>
                  <a:pt x="20922" y="2442"/>
                  <a:pt x="20787" y="2442"/>
                </a:cubicBezTo>
                <a:close/>
                <a:moveTo>
                  <a:pt x="22006" y="2442"/>
                </a:moveTo>
                <a:cubicBezTo>
                  <a:pt x="21786" y="2442"/>
                  <a:pt x="21677" y="2705"/>
                  <a:pt x="21830" y="2862"/>
                </a:cubicBezTo>
                <a:cubicBezTo>
                  <a:pt x="21881" y="2913"/>
                  <a:pt x="21944" y="2935"/>
                  <a:pt x="22005" y="2935"/>
                </a:cubicBezTo>
                <a:cubicBezTo>
                  <a:pt x="22132" y="2935"/>
                  <a:pt x="22253" y="2837"/>
                  <a:pt x="22253" y="2686"/>
                </a:cubicBezTo>
                <a:cubicBezTo>
                  <a:pt x="22253" y="2551"/>
                  <a:pt x="22141" y="2442"/>
                  <a:pt x="22006" y="2442"/>
                </a:cubicBezTo>
                <a:close/>
                <a:moveTo>
                  <a:pt x="23225" y="2442"/>
                </a:moveTo>
                <a:cubicBezTo>
                  <a:pt x="23006" y="2442"/>
                  <a:pt x="22896" y="2705"/>
                  <a:pt x="23049" y="2862"/>
                </a:cubicBezTo>
                <a:cubicBezTo>
                  <a:pt x="23100" y="2913"/>
                  <a:pt x="23163" y="2935"/>
                  <a:pt x="23224" y="2935"/>
                </a:cubicBezTo>
                <a:cubicBezTo>
                  <a:pt x="23351" y="2935"/>
                  <a:pt x="23472" y="2837"/>
                  <a:pt x="23472" y="2686"/>
                </a:cubicBezTo>
                <a:cubicBezTo>
                  <a:pt x="23472" y="2551"/>
                  <a:pt x="23363" y="2442"/>
                  <a:pt x="23225" y="2442"/>
                </a:cubicBezTo>
                <a:close/>
                <a:moveTo>
                  <a:pt x="24444" y="2442"/>
                </a:moveTo>
                <a:cubicBezTo>
                  <a:pt x="24225" y="2442"/>
                  <a:pt x="24115" y="2705"/>
                  <a:pt x="24272" y="2862"/>
                </a:cubicBezTo>
                <a:cubicBezTo>
                  <a:pt x="24321" y="2913"/>
                  <a:pt x="24383" y="2935"/>
                  <a:pt x="24444" y="2935"/>
                </a:cubicBezTo>
                <a:cubicBezTo>
                  <a:pt x="24570" y="2935"/>
                  <a:pt x="24692" y="2837"/>
                  <a:pt x="24692" y="2686"/>
                </a:cubicBezTo>
                <a:cubicBezTo>
                  <a:pt x="24692" y="2551"/>
                  <a:pt x="24582" y="2442"/>
                  <a:pt x="24444" y="2442"/>
                </a:cubicBezTo>
                <a:close/>
                <a:moveTo>
                  <a:pt x="25663" y="2442"/>
                </a:moveTo>
                <a:cubicBezTo>
                  <a:pt x="25444" y="2442"/>
                  <a:pt x="25334" y="2705"/>
                  <a:pt x="25491" y="2862"/>
                </a:cubicBezTo>
                <a:cubicBezTo>
                  <a:pt x="25540" y="2913"/>
                  <a:pt x="25602" y="2935"/>
                  <a:pt x="25663" y="2935"/>
                </a:cubicBezTo>
                <a:cubicBezTo>
                  <a:pt x="25789" y="2935"/>
                  <a:pt x="25911" y="2837"/>
                  <a:pt x="25911" y="2686"/>
                </a:cubicBezTo>
                <a:cubicBezTo>
                  <a:pt x="25911" y="2551"/>
                  <a:pt x="25801" y="2442"/>
                  <a:pt x="25663" y="2442"/>
                </a:cubicBezTo>
                <a:close/>
                <a:moveTo>
                  <a:pt x="26885" y="2442"/>
                </a:moveTo>
                <a:cubicBezTo>
                  <a:pt x="26663" y="2442"/>
                  <a:pt x="26553" y="2705"/>
                  <a:pt x="26710" y="2862"/>
                </a:cubicBezTo>
                <a:cubicBezTo>
                  <a:pt x="26760" y="2913"/>
                  <a:pt x="26821" y="2935"/>
                  <a:pt x="26882" y="2935"/>
                </a:cubicBezTo>
                <a:cubicBezTo>
                  <a:pt x="27008" y="2935"/>
                  <a:pt x="27130" y="2837"/>
                  <a:pt x="27130" y="2686"/>
                </a:cubicBezTo>
                <a:cubicBezTo>
                  <a:pt x="27130" y="2551"/>
                  <a:pt x="27020" y="2442"/>
                  <a:pt x="26885" y="2442"/>
                </a:cubicBezTo>
                <a:close/>
                <a:moveTo>
                  <a:pt x="28104" y="2442"/>
                </a:moveTo>
                <a:cubicBezTo>
                  <a:pt x="27885" y="2442"/>
                  <a:pt x="27772" y="2705"/>
                  <a:pt x="27929" y="2862"/>
                </a:cubicBezTo>
                <a:cubicBezTo>
                  <a:pt x="27980" y="2913"/>
                  <a:pt x="28042" y="2935"/>
                  <a:pt x="28102" y="2935"/>
                </a:cubicBezTo>
                <a:cubicBezTo>
                  <a:pt x="28229" y="2935"/>
                  <a:pt x="28349" y="2837"/>
                  <a:pt x="28349" y="2686"/>
                </a:cubicBezTo>
                <a:cubicBezTo>
                  <a:pt x="28349" y="2551"/>
                  <a:pt x="28239" y="2442"/>
                  <a:pt x="28104" y="2442"/>
                </a:cubicBezTo>
                <a:close/>
                <a:moveTo>
                  <a:pt x="29323" y="2442"/>
                </a:moveTo>
                <a:cubicBezTo>
                  <a:pt x="29104" y="2442"/>
                  <a:pt x="28994" y="2705"/>
                  <a:pt x="29148" y="2862"/>
                </a:cubicBezTo>
                <a:cubicBezTo>
                  <a:pt x="29199" y="2913"/>
                  <a:pt x="29261" y="2935"/>
                  <a:pt x="29322" y="2935"/>
                </a:cubicBezTo>
                <a:cubicBezTo>
                  <a:pt x="29449" y="2935"/>
                  <a:pt x="29571" y="2837"/>
                  <a:pt x="29571" y="2686"/>
                </a:cubicBezTo>
                <a:cubicBezTo>
                  <a:pt x="29571" y="2551"/>
                  <a:pt x="29458" y="2442"/>
                  <a:pt x="29323" y="2442"/>
                </a:cubicBezTo>
                <a:close/>
                <a:moveTo>
                  <a:pt x="30542" y="2442"/>
                </a:moveTo>
                <a:cubicBezTo>
                  <a:pt x="30323" y="2442"/>
                  <a:pt x="30213" y="2705"/>
                  <a:pt x="30367" y="2862"/>
                </a:cubicBezTo>
                <a:cubicBezTo>
                  <a:pt x="30418" y="2913"/>
                  <a:pt x="30480" y="2935"/>
                  <a:pt x="30541" y="2935"/>
                </a:cubicBezTo>
                <a:cubicBezTo>
                  <a:pt x="30668" y="2935"/>
                  <a:pt x="30790" y="2837"/>
                  <a:pt x="30790" y="2686"/>
                </a:cubicBezTo>
                <a:cubicBezTo>
                  <a:pt x="30790" y="2551"/>
                  <a:pt x="30677" y="2442"/>
                  <a:pt x="30542" y="2442"/>
                </a:cubicBezTo>
                <a:close/>
                <a:moveTo>
                  <a:pt x="31761" y="2442"/>
                </a:moveTo>
                <a:cubicBezTo>
                  <a:pt x="31542" y="2442"/>
                  <a:pt x="31432" y="2705"/>
                  <a:pt x="31586" y="2862"/>
                </a:cubicBezTo>
                <a:cubicBezTo>
                  <a:pt x="31637" y="2913"/>
                  <a:pt x="31699" y="2935"/>
                  <a:pt x="31760" y="2935"/>
                </a:cubicBezTo>
                <a:cubicBezTo>
                  <a:pt x="31887" y="2935"/>
                  <a:pt x="32009" y="2837"/>
                  <a:pt x="32009" y="2686"/>
                </a:cubicBezTo>
                <a:cubicBezTo>
                  <a:pt x="32009" y="2551"/>
                  <a:pt x="31899" y="2442"/>
                  <a:pt x="31761" y="2442"/>
                </a:cubicBezTo>
                <a:close/>
                <a:moveTo>
                  <a:pt x="32980" y="2442"/>
                </a:moveTo>
                <a:cubicBezTo>
                  <a:pt x="32761" y="2442"/>
                  <a:pt x="32651" y="2705"/>
                  <a:pt x="32808" y="2862"/>
                </a:cubicBezTo>
                <a:cubicBezTo>
                  <a:pt x="32858" y="2913"/>
                  <a:pt x="32920" y="2935"/>
                  <a:pt x="32980" y="2935"/>
                </a:cubicBezTo>
                <a:cubicBezTo>
                  <a:pt x="33106" y="2935"/>
                  <a:pt x="33228" y="2837"/>
                  <a:pt x="33228" y="2686"/>
                </a:cubicBezTo>
                <a:cubicBezTo>
                  <a:pt x="33228" y="2551"/>
                  <a:pt x="33118" y="2442"/>
                  <a:pt x="32980" y="2442"/>
                </a:cubicBezTo>
                <a:close/>
                <a:moveTo>
                  <a:pt x="54" y="3661"/>
                </a:moveTo>
                <a:cubicBezTo>
                  <a:pt x="38" y="3661"/>
                  <a:pt x="19" y="3661"/>
                  <a:pt x="0" y="3667"/>
                </a:cubicBezTo>
                <a:lnTo>
                  <a:pt x="0" y="4147"/>
                </a:lnTo>
                <a:cubicBezTo>
                  <a:pt x="18" y="4150"/>
                  <a:pt x="36" y="4152"/>
                  <a:pt x="53" y="4152"/>
                </a:cubicBezTo>
                <a:cubicBezTo>
                  <a:pt x="177" y="4152"/>
                  <a:pt x="285" y="4060"/>
                  <a:pt x="301" y="3933"/>
                </a:cubicBezTo>
                <a:cubicBezTo>
                  <a:pt x="317" y="3786"/>
                  <a:pt x="201" y="3661"/>
                  <a:pt x="54" y="3661"/>
                </a:cubicBezTo>
                <a:close/>
                <a:moveTo>
                  <a:pt x="34200" y="3661"/>
                </a:moveTo>
                <a:cubicBezTo>
                  <a:pt x="34033" y="3661"/>
                  <a:pt x="33914" y="3821"/>
                  <a:pt x="33964" y="3977"/>
                </a:cubicBezTo>
                <a:cubicBezTo>
                  <a:pt x="33997" y="4088"/>
                  <a:pt x="34098" y="4153"/>
                  <a:pt x="34202" y="4153"/>
                </a:cubicBezTo>
                <a:cubicBezTo>
                  <a:pt x="34249" y="4153"/>
                  <a:pt x="34296" y="4140"/>
                  <a:pt x="34337" y="4112"/>
                </a:cubicBezTo>
                <a:cubicBezTo>
                  <a:pt x="34369" y="4012"/>
                  <a:pt x="34397" y="3912"/>
                  <a:pt x="34425" y="3805"/>
                </a:cubicBezTo>
                <a:cubicBezTo>
                  <a:pt x="34388" y="3717"/>
                  <a:pt x="34297" y="3661"/>
                  <a:pt x="34200" y="3661"/>
                </a:cubicBezTo>
                <a:close/>
                <a:moveTo>
                  <a:pt x="1276" y="3661"/>
                </a:moveTo>
                <a:cubicBezTo>
                  <a:pt x="1053" y="3661"/>
                  <a:pt x="944" y="3927"/>
                  <a:pt x="1100" y="4081"/>
                </a:cubicBezTo>
                <a:cubicBezTo>
                  <a:pt x="1150" y="4132"/>
                  <a:pt x="1212" y="4154"/>
                  <a:pt x="1272" y="4154"/>
                </a:cubicBezTo>
                <a:cubicBezTo>
                  <a:pt x="1399" y="4154"/>
                  <a:pt x="1520" y="4056"/>
                  <a:pt x="1520" y="3905"/>
                </a:cubicBezTo>
                <a:cubicBezTo>
                  <a:pt x="1520" y="3771"/>
                  <a:pt x="1410" y="3661"/>
                  <a:pt x="1276" y="3661"/>
                </a:cubicBezTo>
                <a:close/>
                <a:moveTo>
                  <a:pt x="2495" y="3661"/>
                </a:moveTo>
                <a:cubicBezTo>
                  <a:pt x="2272" y="3661"/>
                  <a:pt x="2163" y="3927"/>
                  <a:pt x="2319" y="4081"/>
                </a:cubicBezTo>
                <a:cubicBezTo>
                  <a:pt x="2370" y="4132"/>
                  <a:pt x="2432" y="4154"/>
                  <a:pt x="2493" y="4154"/>
                </a:cubicBezTo>
                <a:cubicBezTo>
                  <a:pt x="2619" y="4154"/>
                  <a:pt x="2739" y="4056"/>
                  <a:pt x="2739" y="3905"/>
                </a:cubicBezTo>
                <a:cubicBezTo>
                  <a:pt x="2739" y="3771"/>
                  <a:pt x="2630" y="3661"/>
                  <a:pt x="2495" y="3661"/>
                </a:cubicBezTo>
                <a:close/>
                <a:moveTo>
                  <a:pt x="3714" y="3661"/>
                </a:moveTo>
                <a:cubicBezTo>
                  <a:pt x="3494" y="3661"/>
                  <a:pt x="3385" y="3927"/>
                  <a:pt x="3538" y="4081"/>
                </a:cubicBezTo>
                <a:cubicBezTo>
                  <a:pt x="3589" y="4132"/>
                  <a:pt x="3652" y="4154"/>
                  <a:pt x="3713" y="4154"/>
                </a:cubicBezTo>
                <a:cubicBezTo>
                  <a:pt x="3840" y="4154"/>
                  <a:pt x="3961" y="4056"/>
                  <a:pt x="3961" y="3905"/>
                </a:cubicBezTo>
                <a:cubicBezTo>
                  <a:pt x="3961" y="3771"/>
                  <a:pt x="3849" y="3661"/>
                  <a:pt x="3714" y="3661"/>
                </a:cubicBezTo>
                <a:close/>
                <a:moveTo>
                  <a:pt x="4933" y="3661"/>
                </a:moveTo>
                <a:cubicBezTo>
                  <a:pt x="4713" y="3661"/>
                  <a:pt x="4604" y="3927"/>
                  <a:pt x="4757" y="4081"/>
                </a:cubicBezTo>
                <a:cubicBezTo>
                  <a:pt x="4808" y="4132"/>
                  <a:pt x="4871" y="4154"/>
                  <a:pt x="4932" y="4154"/>
                </a:cubicBezTo>
                <a:cubicBezTo>
                  <a:pt x="5059" y="4154"/>
                  <a:pt x="5180" y="4056"/>
                  <a:pt x="5180" y="3905"/>
                </a:cubicBezTo>
                <a:cubicBezTo>
                  <a:pt x="5180" y="3771"/>
                  <a:pt x="5068" y="3661"/>
                  <a:pt x="4933" y="3661"/>
                </a:cubicBezTo>
                <a:close/>
                <a:moveTo>
                  <a:pt x="6152" y="3661"/>
                </a:moveTo>
                <a:cubicBezTo>
                  <a:pt x="5933" y="3661"/>
                  <a:pt x="5823" y="3927"/>
                  <a:pt x="5976" y="4081"/>
                </a:cubicBezTo>
                <a:cubicBezTo>
                  <a:pt x="6027" y="4132"/>
                  <a:pt x="6090" y="4155"/>
                  <a:pt x="6151" y="4155"/>
                </a:cubicBezTo>
                <a:cubicBezTo>
                  <a:pt x="6278" y="4155"/>
                  <a:pt x="6399" y="4056"/>
                  <a:pt x="6399" y="3908"/>
                </a:cubicBezTo>
                <a:cubicBezTo>
                  <a:pt x="6399" y="3771"/>
                  <a:pt x="6290" y="3661"/>
                  <a:pt x="6152" y="3661"/>
                </a:cubicBezTo>
                <a:close/>
                <a:moveTo>
                  <a:pt x="7371" y="3661"/>
                </a:moveTo>
                <a:cubicBezTo>
                  <a:pt x="7152" y="3661"/>
                  <a:pt x="7042" y="3927"/>
                  <a:pt x="7199" y="4081"/>
                </a:cubicBezTo>
                <a:cubicBezTo>
                  <a:pt x="7249" y="4132"/>
                  <a:pt x="7310" y="4155"/>
                  <a:pt x="7371" y="4155"/>
                </a:cubicBezTo>
                <a:cubicBezTo>
                  <a:pt x="7497" y="4155"/>
                  <a:pt x="7619" y="4056"/>
                  <a:pt x="7619" y="3908"/>
                </a:cubicBezTo>
                <a:cubicBezTo>
                  <a:pt x="7619" y="3771"/>
                  <a:pt x="7509" y="3661"/>
                  <a:pt x="7371" y="3661"/>
                </a:cubicBezTo>
                <a:close/>
                <a:moveTo>
                  <a:pt x="8590" y="3661"/>
                </a:moveTo>
                <a:cubicBezTo>
                  <a:pt x="8371" y="3661"/>
                  <a:pt x="8261" y="3927"/>
                  <a:pt x="8418" y="4081"/>
                </a:cubicBezTo>
                <a:cubicBezTo>
                  <a:pt x="8468" y="4132"/>
                  <a:pt x="8529" y="4155"/>
                  <a:pt x="8590" y="4155"/>
                </a:cubicBezTo>
                <a:cubicBezTo>
                  <a:pt x="8716" y="4155"/>
                  <a:pt x="8838" y="4056"/>
                  <a:pt x="8838" y="3908"/>
                </a:cubicBezTo>
                <a:cubicBezTo>
                  <a:pt x="8838" y="3771"/>
                  <a:pt x="8728" y="3661"/>
                  <a:pt x="8590" y="3661"/>
                </a:cubicBezTo>
                <a:close/>
                <a:moveTo>
                  <a:pt x="9812" y="3661"/>
                </a:moveTo>
                <a:cubicBezTo>
                  <a:pt x="9590" y="3661"/>
                  <a:pt x="9480" y="3927"/>
                  <a:pt x="9637" y="4081"/>
                </a:cubicBezTo>
                <a:cubicBezTo>
                  <a:pt x="9687" y="4132"/>
                  <a:pt x="9749" y="4155"/>
                  <a:pt x="9809" y="4155"/>
                </a:cubicBezTo>
                <a:cubicBezTo>
                  <a:pt x="9935" y="4155"/>
                  <a:pt x="10057" y="4056"/>
                  <a:pt x="10057" y="3908"/>
                </a:cubicBezTo>
                <a:cubicBezTo>
                  <a:pt x="10057" y="3771"/>
                  <a:pt x="9947" y="3661"/>
                  <a:pt x="9812" y="3661"/>
                </a:cubicBezTo>
                <a:close/>
                <a:moveTo>
                  <a:pt x="11031" y="3661"/>
                </a:moveTo>
                <a:cubicBezTo>
                  <a:pt x="10809" y="3661"/>
                  <a:pt x="10699" y="3927"/>
                  <a:pt x="10856" y="4081"/>
                </a:cubicBezTo>
                <a:cubicBezTo>
                  <a:pt x="10907" y="4132"/>
                  <a:pt x="10969" y="4155"/>
                  <a:pt x="11030" y="4155"/>
                </a:cubicBezTo>
                <a:cubicBezTo>
                  <a:pt x="11156" y="4155"/>
                  <a:pt x="11276" y="4056"/>
                  <a:pt x="11276" y="3908"/>
                </a:cubicBezTo>
                <a:cubicBezTo>
                  <a:pt x="11276" y="3771"/>
                  <a:pt x="11166" y="3661"/>
                  <a:pt x="11031" y="3661"/>
                </a:cubicBezTo>
                <a:close/>
                <a:moveTo>
                  <a:pt x="12250" y="3661"/>
                </a:moveTo>
                <a:cubicBezTo>
                  <a:pt x="12031" y="3661"/>
                  <a:pt x="11921" y="3927"/>
                  <a:pt x="12075" y="4081"/>
                </a:cubicBezTo>
                <a:cubicBezTo>
                  <a:pt x="12126" y="4132"/>
                  <a:pt x="12188" y="4155"/>
                  <a:pt x="12250" y="4155"/>
                </a:cubicBezTo>
                <a:cubicBezTo>
                  <a:pt x="12377" y="4155"/>
                  <a:pt x="12498" y="4056"/>
                  <a:pt x="12498" y="3908"/>
                </a:cubicBezTo>
                <a:cubicBezTo>
                  <a:pt x="12498" y="3771"/>
                  <a:pt x="12385" y="3661"/>
                  <a:pt x="12250" y="3661"/>
                </a:cubicBezTo>
                <a:close/>
                <a:moveTo>
                  <a:pt x="13469" y="3661"/>
                </a:moveTo>
                <a:cubicBezTo>
                  <a:pt x="13250" y="3661"/>
                  <a:pt x="13140" y="3927"/>
                  <a:pt x="13294" y="4081"/>
                </a:cubicBezTo>
                <a:cubicBezTo>
                  <a:pt x="13345" y="4132"/>
                  <a:pt x="13407" y="4155"/>
                  <a:pt x="13469" y="4155"/>
                </a:cubicBezTo>
                <a:cubicBezTo>
                  <a:pt x="13596" y="4155"/>
                  <a:pt x="13717" y="4056"/>
                  <a:pt x="13717" y="3908"/>
                </a:cubicBezTo>
                <a:cubicBezTo>
                  <a:pt x="13717" y="3771"/>
                  <a:pt x="13604" y="3661"/>
                  <a:pt x="13469" y="3661"/>
                </a:cubicBezTo>
                <a:close/>
                <a:moveTo>
                  <a:pt x="14688" y="3661"/>
                </a:moveTo>
                <a:cubicBezTo>
                  <a:pt x="14469" y="3661"/>
                  <a:pt x="14359" y="3927"/>
                  <a:pt x="14513" y="4081"/>
                </a:cubicBezTo>
                <a:cubicBezTo>
                  <a:pt x="14564" y="4132"/>
                  <a:pt x="14626" y="4155"/>
                  <a:pt x="14688" y="4155"/>
                </a:cubicBezTo>
                <a:cubicBezTo>
                  <a:pt x="14815" y="4155"/>
                  <a:pt x="14936" y="4056"/>
                  <a:pt x="14936" y="3908"/>
                </a:cubicBezTo>
                <a:cubicBezTo>
                  <a:pt x="14936" y="3771"/>
                  <a:pt x="14826" y="3661"/>
                  <a:pt x="14688" y="3661"/>
                </a:cubicBezTo>
                <a:close/>
                <a:moveTo>
                  <a:pt x="15907" y="3661"/>
                </a:moveTo>
                <a:cubicBezTo>
                  <a:pt x="15688" y="3661"/>
                  <a:pt x="15578" y="3927"/>
                  <a:pt x="15735" y="4081"/>
                </a:cubicBezTo>
                <a:cubicBezTo>
                  <a:pt x="15785" y="4132"/>
                  <a:pt x="15847" y="4155"/>
                  <a:pt x="15908" y="4155"/>
                </a:cubicBezTo>
                <a:cubicBezTo>
                  <a:pt x="16034" y="4155"/>
                  <a:pt x="16155" y="4056"/>
                  <a:pt x="16155" y="3908"/>
                </a:cubicBezTo>
                <a:cubicBezTo>
                  <a:pt x="16155" y="3771"/>
                  <a:pt x="16045" y="3661"/>
                  <a:pt x="15907" y="3661"/>
                </a:cubicBezTo>
                <a:close/>
                <a:moveTo>
                  <a:pt x="17127" y="3661"/>
                </a:moveTo>
                <a:cubicBezTo>
                  <a:pt x="16907" y="3661"/>
                  <a:pt x="16797" y="3927"/>
                  <a:pt x="16954" y="4081"/>
                </a:cubicBezTo>
                <a:cubicBezTo>
                  <a:pt x="17004" y="4132"/>
                  <a:pt x="17066" y="4155"/>
                  <a:pt x="17127" y="4155"/>
                </a:cubicBezTo>
                <a:cubicBezTo>
                  <a:pt x="17253" y="4155"/>
                  <a:pt x="17374" y="4056"/>
                  <a:pt x="17374" y="3908"/>
                </a:cubicBezTo>
                <a:cubicBezTo>
                  <a:pt x="17374" y="3771"/>
                  <a:pt x="17264" y="3661"/>
                  <a:pt x="17127" y="3661"/>
                </a:cubicBezTo>
                <a:close/>
                <a:moveTo>
                  <a:pt x="18349" y="3661"/>
                </a:moveTo>
                <a:cubicBezTo>
                  <a:pt x="18126" y="3661"/>
                  <a:pt x="18017" y="3927"/>
                  <a:pt x="18173" y="4081"/>
                </a:cubicBezTo>
                <a:cubicBezTo>
                  <a:pt x="18223" y="4132"/>
                  <a:pt x="18285" y="4155"/>
                  <a:pt x="18346" y="4155"/>
                </a:cubicBezTo>
                <a:cubicBezTo>
                  <a:pt x="18472" y="4155"/>
                  <a:pt x="18593" y="4056"/>
                  <a:pt x="18593" y="3908"/>
                </a:cubicBezTo>
                <a:cubicBezTo>
                  <a:pt x="18593" y="3771"/>
                  <a:pt x="18483" y="3661"/>
                  <a:pt x="18349" y="3661"/>
                </a:cubicBezTo>
                <a:close/>
                <a:moveTo>
                  <a:pt x="19568" y="3661"/>
                </a:moveTo>
                <a:cubicBezTo>
                  <a:pt x="19345" y="3661"/>
                  <a:pt x="19236" y="3927"/>
                  <a:pt x="19392" y="4081"/>
                </a:cubicBezTo>
                <a:cubicBezTo>
                  <a:pt x="19443" y="4132"/>
                  <a:pt x="19505" y="4155"/>
                  <a:pt x="19566" y="4155"/>
                </a:cubicBezTo>
                <a:cubicBezTo>
                  <a:pt x="19692" y="4155"/>
                  <a:pt x="19812" y="4056"/>
                  <a:pt x="19812" y="3908"/>
                </a:cubicBezTo>
                <a:cubicBezTo>
                  <a:pt x="19812" y="3771"/>
                  <a:pt x="19703" y="3661"/>
                  <a:pt x="19568" y="3661"/>
                </a:cubicBezTo>
                <a:close/>
                <a:moveTo>
                  <a:pt x="20787" y="3661"/>
                </a:moveTo>
                <a:cubicBezTo>
                  <a:pt x="20567" y="3661"/>
                  <a:pt x="20458" y="3927"/>
                  <a:pt x="20611" y="4081"/>
                </a:cubicBezTo>
                <a:cubicBezTo>
                  <a:pt x="20662" y="4132"/>
                  <a:pt x="20725" y="4155"/>
                  <a:pt x="20786" y="4155"/>
                </a:cubicBezTo>
                <a:cubicBezTo>
                  <a:pt x="20913" y="4155"/>
                  <a:pt x="21034" y="4056"/>
                  <a:pt x="21034" y="3908"/>
                </a:cubicBezTo>
                <a:cubicBezTo>
                  <a:pt x="21034" y="3771"/>
                  <a:pt x="20922" y="3661"/>
                  <a:pt x="20787" y="3661"/>
                </a:cubicBezTo>
                <a:close/>
                <a:moveTo>
                  <a:pt x="22006" y="3661"/>
                </a:moveTo>
                <a:cubicBezTo>
                  <a:pt x="21786" y="3661"/>
                  <a:pt x="21677" y="3927"/>
                  <a:pt x="21830" y="4081"/>
                </a:cubicBezTo>
                <a:cubicBezTo>
                  <a:pt x="21881" y="4132"/>
                  <a:pt x="21944" y="4155"/>
                  <a:pt x="22005" y="4155"/>
                </a:cubicBezTo>
                <a:cubicBezTo>
                  <a:pt x="22132" y="4155"/>
                  <a:pt x="22253" y="4056"/>
                  <a:pt x="22253" y="3908"/>
                </a:cubicBezTo>
                <a:cubicBezTo>
                  <a:pt x="22253" y="3771"/>
                  <a:pt x="22141" y="3661"/>
                  <a:pt x="22006" y="3661"/>
                </a:cubicBezTo>
                <a:close/>
                <a:moveTo>
                  <a:pt x="23225" y="3661"/>
                </a:moveTo>
                <a:cubicBezTo>
                  <a:pt x="23006" y="3661"/>
                  <a:pt x="22896" y="3927"/>
                  <a:pt x="23049" y="4081"/>
                </a:cubicBezTo>
                <a:cubicBezTo>
                  <a:pt x="23100" y="4132"/>
                  <a:pt x="23163" y="4155"/>
                  <a:pt x="23224" y="4155"/>
                </a:cubicBezTo>
                <a:cubicBezTo>
                  <a:pt x="23351" y="4155"/>
                  <a:pt x="23472" y="4056"/>
                  <a:pt x="23472" y="3908"/>
                </a:cubicBezTo>
                <a:cubicBezTo>
                  <a:pt x="23472" y="3771"/>
                  <a:pt x="23363" y="3661"/>
                  <a:pt x="23225" y="3661"/>
                </a:cubicBezTo>
                <a:close/>
                <a:moveTo>
                  <a:pt x="24444" y="3661"/>
                </a:moveTo>
                <a:cubicBezTo>
                  <a:pt x="24225" y="3661"/>
                  <a:pt x="24115" y="3927"/>
                  <a:pt x="24272" y="4081"/>
                </a:cubicBezTo>
                <a:cubicBezTo>
                  <a:pt x="24322" y="4132"/>
                  <a:pt x="24383" y="4155"/>
                  <a:pt x="24444" y="4155"/>
                </a:cubicBezTo>
                <a:cubicBezTo>
                  <a:pt x="24570" y="4155"/>
                  <a:pt x="24692" y="4056"/>
                  <a:pt x="24692" y="3908"/>
                </a:cubicBezTo>
                <a:cubicBezTo>
                  <a:pt x="24692" y="3771"/>
                  <a:pt x="24582" y="3661"/>
                  <a:pt x="24444" y="3661"/>
                </a:cubicBezTo>
                <a:close/>
                <a:moveTo>
                  <a:pt x="25663" y="3661"/>
                </a:moveTo>
                <a:cubicBezTo>
                  <a:pt x="25444" y="3661"/>
                  <a:pt x="25334" y="3927"/>
                  <a:pt x="25491" y="4081"/>
                </a:cubicBezTo>
                <a:cubicBezTo>
                  <a:pt x="25541" y="4132"/>
                  <a:pt x="25602" y="4155"/>
                  <a:pt x="25663" y="4155"/>
                </a:cubicBezTo>
                <a:cubicBezTo>
                  <a:pt x="25789" y="4155"/>
                  <a:pt x="25911" y="4056"/>
                  <a:pt x="25911" y="3908"/>
                </a:cubicBezTo>
                <a:cubicBezTo>
                  <a:pt x="25911" y="3771"/>
                  <a:pt x="25801" y="3661"/>
                  <a:pt x="25663" y="3661"/>
                </a:cubicBezTo>
                <a:close/>
                <a:moveTo>
                  <a:pt x="26885" y="3661"/>
                </a:moveTo>
                <a:cubicBezTo>
                  <a:pt x="26663" y="3661"/>
                  <a:pt x="26553" y="3927"/>
                  <a:pt x="26710" y="4081"/>
                </a:cubicBezTo>
                <a:cubicBezTo>
                  <a:pt x="26760" y="4132"/>
                  <a:pt x="26822" y="4155"/>
                  <a:pt x="26882" y="4155"/>
                </a:cubicBezTo>
                <a:cubicBezTo>
                  <a:pt x="27008" y="4155"/>
                  <a:pt x="27130" y="4056"/>
                  <a:pt x="27130" y="3908"/>
                </a:cubicBezTo>
                <a:cubicBezTo>
                  <a:pt x="27130" y="3771"/>
                  <a:pt x="27020" y="3661"/>
                  <a:pt x="26885" y="3661"/>
                </a:cubicBezTo>
                <a:close/>
                <a:moveTo>
                  <a:pt x="28104" y="3661"/>
                </a:moveTo>
                <a:cubicBezTo>
                  <a:pt x="27885" y="3661"/>
                  <a:pt x="27772" y="3927"/>
                  <a:pt x="27929" y="4081"/>
                </a:cubicBezTo>
                <a:cubicBezTo>
                  <a:pt x="27980" y="4132"/>
                  <a:pt x="28042" y="4155"/>
                  <a:pt x="28103" y="4155"/>
                </a:cubicBezTo>
                <a:cubicBezTo>
                  <a:pt x="28229" y="4155"/>
                  <a:pt x="28349" y="4056"/>
                  <a:pt x="28349" y="3908"/>
                </a:cubicBezTo>
                <a:cubicBezTo>
                  <a:pt x="28349" y="3771"/>
                  <a:pt x="28239" y="3661"/>
                  <a:pt x="28104" y="3661"/>
                </a:cubicBezTo>
                <a:close/>
                <a:moveTo>
                  <a:pt x="29323" y="3661"/>
                </a:moveTo>
                <a:cubicBezTo>
                  <a:pt x="29104" y="3661"/>
                  <a:pt x="28994" y="3927"/>
                  <a:pt x="29148" y="4081"/>
                </a:cubicBezTo>
                <a:cubicBezTo>
                  <a:pt x="29199" y="4132"/>
                  <a:pt x="29261" y="4155"/>
                  <a:pt x="29323" y="4155"/>
                </a:cubicBezTo>
                <a:cubicBezTo>
                  <a:pt x="29450" y="4155"/>
                  <a:pt x="29571" y="4056"/>
                  <a:pt x="29571" y="3908"/>
                </a:cubicBezTo>
                <a:cubicBezTo>
                  <a:pt x="29571" y="3771"/>
                  <a:pt x="29458" y="3661"/>
                  <a:pt x="29323" y="3661"/>
                </a:cubicBezTo>
                <a:close/>
                <a:moveTo>
                  <a:pt x="30542" y="3661"/>
                </a:moveTo>
                <a:cubicBezTo>
                  <a:pt x="30323" y="3661"/>
                  <a:pt x="30213" y="3927"/>
                  <a:pt x="30367" y="4081"/>
                </a:cubicBezTo>
                <a:cubicBezTo>
                  <a:pt x="30418" y="4132"/>
                  <a:pt x="30480" y="4155"/>
                  <a:pt x="30542" y="4155"/>
                </a:cubicBezTo>
                <a:cubicBezTo>
                  <a:pt x="30669" y="4155"/>
                  <a:pt x="30790" y="4056"/>
                  <a:pt x="30790" y="3908"/>
                </a:cubicBezTo>
                <a:cubicBezTo>
                  <a:pt x="30790" y="3771"/>
                  <a:pt x="30677" y="3661"/>
                  <a:pt x="30542" y="3661"/>
                </a:cubicBezTo>
                <a:close/>
                <a:moveTo>
                  <a:pt x="31761" y="3661"/>
                </a:moveTo>
                <a:cubicBezTo>
                  <a:pt x="31542" y="3661"/>
                  <a:pt x="31432" y="3927"/>
                  <a:pt x="31586" y="4081"/>
                </a:cubicBezTo>
                <a:cubicBezTo>
                  <a:pt x="31637" y="4132"/>
                  <a:pt x="31699" y="4155"/>
                  <a:pt x="31761" y="4155"/>
                </a:cubicBezTo>
                <a:cubicBezTo>
                  <a:pt x="31888" y="4155"/>
                  <a:pt x="32009" y="4056"/>
                  <a:pt x="32009" y="3908"/>
                </a:cubicBezTo>
                <a:cubicBezTo>
                  <a:pt x="32009" y="3771"/>
                  <a:pt x="31899" y="3661"/>
                  <a:pt x="31761" y="3661"/>
                </a:cubicBezTo>
                <a:close/>
                <a:moveTo>
                  <a:pt x="32980" y="3661"/>
                </a:moveTo>
                <a:cubicBezTo>
                  <a:pt x="32761" y="3661"/>
                  <a:pt x="32651" y="3927"/>
                  <a:pt x="32808" y="4081"/>
                </a:cubicBezTo>
                <a:cubicBezTo>
                  <a:pt x="32858" y="4132"/>
                  <a:pt x="32920" y="4155"/>
                  <a:pt x="32981" y="4155"/>
                </a:cubicBezTo>
                <a:cubicBezTo>
                  <a:pt x="33107" y="4155"/>
                  <a:pt x="33228" y="4056"/>
                  <a:pt x="33228" y="3908"/>
                </a:cubicBezTo>
                <a:cubicBezTo>
                  <a:pt x="33228" y="3771"/>
                  <a:pt x="33118" y="3661"/>
                  <a:pt x="32980" y="3661"/>
                </a:cubicBezTo>
                <a:close/>
                <a:moveTo>
                  <a:pt x="54" y="4880"/>
                </a:moveTo>
                <a:cubicBezTo>
                  <a:pt x="38" y="4880"/>
                  <a:pt x="19" y="4880"/>
                  <a:pt x="0" y="4886"/>
                </a:cubicBezTo>
                <a:lnTo>
                  <a:pt x="0" y="5366"/>
                </a:lnTo>
                <a:cubicBezTo>
                  <a:pt x="19" y="5370"/>
                  <a:pt x="37" y="5372"/>
                  <a:pt x="55" y="5372"/>
                </a:cubicBezTo>
                <a:cubicBezTo>
                  <a:pt x="177" y="5372"/>
                  <a:pt x="285" y="5281"/>
                  <a:pt x="301" y="5153"/>
                </a:cubicBezTo>
                <a:cubicBezTo>
                  <a:pt x="317" y="5008"/>
                  <a:pt x="201" y="4880"/>
                  <a:pt x="54" y="4880"/>
                </a:cubicBezTo>
                <a:close/>
                <a:moveTo>
                  <a:pt x="6152" y="4880"/>
                </a:moveTo>
                <a:cubicBezTo>
                  <a:pt x="5933" y="4880"/>
                  <a:pt x="5823" y="5146"/>
                  <a:pt x="5976" y="5300"/>
                </a:cubicBezTo>
                <a:cubicBezTo>
                  <a:pt x="6027" y="5351"/>
                  <a:pt x="6090" y="5373"/>
                  <a:pt x="6151" y="5373"/>
                </a:cubicBezTo>
                <a:cubicBezTo>
                  <a:pt x="6278" y="5373"/>
                  <a:pt x="6399" y="5275"/>
                  <a:pt x="6399" y="5124"/>
                </a:cubicBezTo>
                <a:cubicBezTo>
                  <a:pt x="6399" y="4990"/>
                  <a:pt x="6287" y="4880"/>
                  <a:pt x="6152" y="4880"/>
                </a:cubicBezTo>
                <a:close/>
                <a:moveTo>
                  <a:pt x="7371" y="4880"/>
                </a:moveTo>
                <a:cubicBezTo>
                  <a:pt x="7152" y="4880"/>
                  <a:pt x="7042" y="5146"/>
                  <a:pt x="7199" y="5300"/>
                </a:cubicBezTo>
                <a:cubicBezTo>
                  <a:pt x="7248" y="5351"/>
                  <a:pt x="7310" y="5373"/>
                  <a:pt x="7371" y="5373"/>
                </a:cubicBezTo>
                <a:cubicBezTo>
                  <a:pt x="7497" y="5373"/>
                  <a:pt x="7619" y="5275"/>
                  <a:pt x="7619" y="5124"/>
                </a:cubicBezTo>
                <a:cubicBezTo>
                  <a:pt x="7619" y="4990"/>
                  <a:pt x="7509" y="4880"/>
                  <a:pt x="7371" y="4880"/>
                </a:cubicBezTo>
                <a:close/>
                <a:moveTo>
                  <a:pt x="8590" y="4880"/>
                </a:moveTo>
                <a:cubicBezTo>
                  <a:pt x="8371" y="4880"/>
                  <a:pt x="8261" y="5146"/>
                  <a:pt x="8418" y="5300"/>
                </a:cubicBezTo>
                <a:cubicBezTo>
                  <a:pt x="8467" y="5351"/>
                  <a:pt x="8529" y="5373"/>
                  <a:pt x="8590" y="5373"/>
                </a:cubicBezTo>
                <a:cubicBezTo>
                  <a:pt x="8716" y="5373"/>
                  <a:pt x="8838" y="5275"/>
                  <a:pt x="8838" y="5124"/>
                </a:cubicBezTo>
                <a:cubicBezTo>
                  <a:pt x="8838" y="4990"/>
                  <a:pt x="8728" y="4880"/>
                  <a:pt x="8590" y="4880"/>
                </a:cubicBezTo>
                <a:close/>
                <a:moveTo>
                  <a:pt x="9812" y="4880"/>
                </a:moveTo>
                <a:cubicBezTo>
                  <a:pt x="9590" y="4880"/>
                  <a:pt x="9480" y="5146"/>
                  <a:pt x="9637" y="5300"/>
                </a:cubicBezTo>
                <a:cubicBezTo>
                  <a:pt x="9688" y="5351"/>
                  <a:pt x="9750" y="5373"/>
                  <a:pt x="9810" y="5373"/>
                </a:cubicBezTo>
                <a:cubicBezTo>
                  <a:pt x="9937" y="5373"/>
                  <a:pt x="10057" y="5275"/>
                  <a:pt x="10057" y="5124"/>
                </a:cubicBezTo>
                <a:cubicBezTo>
                  <a:pt x="10057" y="4990"/>
                  <a:pt x="9947" y="4880"/>
                  <a:pt x="9812" y="4880"/>
                </a:cubicBezTo>
                <a:close/>
                <a:moveTo>
                  <a:pt x="11031" y="4880"/>
                </a:moveTo>
                <a:cubicBezTo>
                  <a:pt x="10809" y="4880"/>
                  <a:pt x="10699" y="5146"/>
                  <a:pt x="10856" y="5300"/>
                </a:cubicBezTo>
                <a:cubicBezTo>
                  <a:pt x="10907" y="5351"/>
                  <a:pt x="10969" y="5373"/>
                  <a:pt x="11029" y="5373"/>
                </a:cubicBezTo>
                <a:cubicBezTo>
                  <a:pt x="11156" y="5373"/>
                  <a:pt x="11276" y="5275"/>
                  <a:pt x="11276" y="5124"/>
                </a:cubicBezTo>
                <a:cubicBezTo>
                  <a:pt x="11276" y="4990"/>
                  <a:pt x="11166" y="4880"/>
                  <a:pt x="11031" y="4880"/>
                </a:cubicBezTo>
                <a:close/>
                <a:moveTo>
                  <a:pt x="12250" y="4880"/>
                </a:moveTo>
                <a:cubicBezTo>
                  <a:pt x="12031" y="4880"/>
                  <a:pt x="11921" y="5146"/>
                  <a:pt x="12075" y="5300"/>
                </a:cubicBezTo>
                <a:cubicBezTo>
                  <a:pt x="12126" y="5351"/>
                  <a:pt x="12188" y="5373"/>
                  <a:pt x="12249" y="5373"/>
                </a:cubicBezTo>
                <a:cubicBezTo>
                  <a:pt x="12376" y="5373"/>
                  <a:pt x="12498" y="5275"/>
                  <a:pt x="12498" y="5124"/>
                </a:cubicBezTo>
                <a:cubicBezTo>
                  <a:pt x="12495" y="4990"/>
                  <a:pt x="12385" y="4880"/>
                  <a:pt x="12250" y="4880"/>
                </a:cubicBezTo>
                <a:close/>
                <a:moveTo>
                  <a:pt x="13469" y="4880"/>
                </a:moveTo>
                <a:cubicBezTo>
                  <a:pt x="13250" y="4880"/>
                  <a:pt x="13140" y="5146"/>
                  <a:pt x="13294" y="5300"/>
                </a:cubicBezTo>
                <a:cubicBezTo>
                  <a:pt x="13345" y="5351"/>
                  <a:pt x="13407" y="5373"/>
                  <a:pt x="13468" y="5373"/>
                </a:cubicBezTo>
                <a:cubicBezTo>
                  <a:pt x="13595" y="5373"/>
                  <a:pt x="13717" y="5275"/>
                  <a:pt x="13717" y="5124"/>
                </a:cubicBezTo>
                <a:cubicBezTo>
                  <a:pt x="13717" y="4990"/>
                  <a:pt x="13604" y="4880"/>
                  <a:pt x="13469" y="4880"/>
                </a:cubicBezTo>
                <a:close/>
                <a:moveTo>
                  <a:pt x="14688" y="4880"/>
                </a:moveTo>
                <a:cubicBezTo>
                  <a:pt x="14469" y="4880"/>
                  <a:pt x="14359" y="5143"/>
                  <a:pt x="14513" y="5300"/>
                </a:cubicBezTo>
                <a:cubicBezTo>
                  <a:pt x="14564" y="5351"/>
                  <a:pt x="14626" y="5373"/>
                  <a:pt x="14687" y="5373"/>
                </a:cubicBezTo>
                <a:cubicBezTo>
                  <a:pt x="14814" y="5373"/>
                  <a:pt x="14936" y="5275"/>
                  <a:pt x="14936" y="5124"/>
                </a:cubicBezTo>
                <a:cubicBezTo>
                  <a:pt x="14936" y="4990"/>
                  <a:pt x="14823" y="4880"/>
                  <a:pt x="14688" y="4880"/>
                </a:cubicBezTo>
                <a:close/>
                <a:moveTo>
                  <a:pt x="15907" y="4880"/>
                </a:moveTo>
                <a:cubicBezTo>
                  <a:pt x="15688" y="4880"/>
                  <a:pt x="15578" y="5146"/>
                  <a:pt x="15735" y="5300"/>
                </a:cubicBezTo>
                <a:cubicBezTo>
                  <a:pt x="15785" y="5351"/>
                  <a:pt x="15847" y="5373"/>
                  <a:pt x="15907" y="5373"/>
                </a:cubicBezTo>
                <a:cubicBezTo>
                  <a:pt x="16033" y="5373"/>
                  <a:pt x="16155" y="5275"/>
                  <a:pt x="16155" y="5124"/>
                </a:cubicBezTo>
                <a:cubicBezTo>
                  <a:pt x="16155" y="4990"/>
                  <a:pt x="16045" y="4880"/>
                  <a:pt x="15907" y="4880"/>
                </a:cubicBezTo>
                <a:close/>
                <a:moveTo>
                  <a:pt x="17127" y="4880"/>
                </a:moveTo>
                <a:cubicBezTo>
                  <a:pt x="16907" y="4880"/>
                  <a:pt x="16797" y="5146"/>
                  <a:pt x="16954" y="5300"/>
                </a:cubicBezTo>
                <a:cubicBezTo>
                  <a:pt x="17004" y="5351"/>
                  <a:pt x="17066" y="5373"/>
                  <a:pt x="17126" y="5373"/>
                </a:cubicBezTo>
                <a:cubicBezTo>
                  <a:pt x="17253" y="5373"/>
                  <a:pt x="17374" y="5275"/>
                  <a:pt x="17374" y="5124"/>
                </a:cubicBezTo>
                <a:cubicBezTo>
                  <a:pt x="17374" y="4990"/>
                  <a:pt x="17264" y="4880"/>
                  <a:pt x="17127" y="4880"/>
                </a:cubicBezTo>
                <a:close/>
                <a:moveTo>
                  <a:pt x="18349" y="4880"/>
                </a:moveTo>
                <a:cubicBezTo>
                  <a:pt x="18126" y="4880"/>
                  <a:pt x="18017" y="5146"/>
                  <a:pt x="18173" y="5300"/>
                </a:cubicBezTo>
                <a:cubicBezTo>
                  <a:pt x="18224" y="5351"/>
                  <a:pt x="18286" y="5373"/>
                  <a:pt x="18347" y="5373"/>
                </a:cubicBezTo>
                <a:cubicBezTo>
                  <a:pt x="18473" y="5373"/>
                  <a:pt x="18593" y="5275"/>
                  <a:pt x="18593" y="5124"/>
                </a:cubicBezTo>
                <a:cubicBezTo>
                  <a:pt x="18593" y="4990"/>
                  <a:pt x="18483" y="4880"/>
                  <a:pt x="18349" y="4880"/>
                </a:cubicBezTo>
                <a:close/>
                <a:moveTo>
                  <a:pt x="19568" y="4880"/>
                </a:moveTo>
                <a:cubicBezTo>
                  <a:pt x="19348" y="4880"/>
                  <a:pt x="19236" y="5146"/>
                  <a:pt x="19392" y="5300"/>
                </a:cubicBezTo>
                <a:cubicBezTo>
                  <a:pt x="19443" y="5351"/>
                  <a:pt x="19505" y="5373"/>
                  <a:pt x="19566" y="5373"/>
                </a:cubicBezTo>
                <a:cubicBezTo>
                  <a:pt x="19692" y="5373"/>
                  <a:pt x="19812" y="5275"/>
                  <a:pt x="19812" y="5124"/>
                </a:cubicBezTo>
                <a:cubicBezTo>
                  <a:pt x="19812" y="4990"/>
                  <a:pt x="19703" y="4880"/>
                  <a:pt x="19568" y="4880"/>
                </a:cubicBezTo>
                <a:close/>
                <a:moveTo>
                  <a:pt x="20787" y="4880"/>
                </a:moveTo>
                <a:cubicBezTo>
                  <a:pt x="20567" y="4880"/>
                  <a:pt x="20458" y="5146"/>
                  <a:pt x="20611" y="5300"/>
                </a:cubicBezTo>
                <a:cubicBezTo>
                  <a:pt x="20662" y="5351"/>
                  <a:pt x="20725" y="5373"/>
                  <a:pt x="20786" y="5373"/>
                </a:cubicBezTo>
                <a:cubicBezTo>
                  <a:pt x="20913" y="5373"/>
                  <a:pt x="21034" y="5275"/>
                  <a:pt x="21034" y="5124"/>
                </a:cubicBezTo>
                <a:cubicBezTo>
                  <a:pt x="21031" y="4990"/>
                  <a:pt x="20922" y="4880"/>
                  <a:pt x="20787" y="4880"/>
                </a:cubicBezTo>
                <a:close/>
                <a:moveTo>
                  <a:pt x="22006" y="4880"/>
                </a:moveTo>
                <a:cubicBezTo>
                  <a:pt x="21786" y="4880"/>
                  <a:pt x="21677" y="5146"/>
                  <a:pt x="21830" y="5300"/>
                </a:cubicBezTo>
                <a:cubicBezTo>
                  <a:pt x="21881" y="5351"/>
                  <a:pt x="21944" y="5373"/>
                  <a:pt x="22005" y="5373"/>
                </a:cubicBezTo>
                <a:cubicBezTo>
                  <a:pt x="22132" y="5373"/>
                  <a:pt x="22253" y="5275"/>
                  <a:pt x="22253" y="5124"/>
                </a:cubicBezTo>
                <a:cubicBezTo>
                  <a:pt x="22253" y="4990"/>
                  <a:pt x="22141" y="4880"/>
                  <a:pt x="22006" y="4880"/>
                </a:cubicBezTo>
                <a:close/>
                <a:moveTo>
                  <a:pt x="23225" y="4880"/>
                </a:moveTo>
                <a:cubicBezTo>
                  <a:pt x="23006" y="4880"/>
                  <a:pt x="22896" y="5146"/>
                  <a:pt x="23049" y="5300"/>
                </a:cubicBezTo>
                <a:cubicBezTo>
                  <a:pt x="23100" y="5351"/>
                  <a:pt x="23163" y="5373"/>
                  <a:pt x="23224" y="5373"/>
                </a:cubicBezTo>
                <a:cubicBezTo>
                  <a:pt x="23351" y="5373"/>
                  <a:pt x="23472" y="5275"/>
                  <a:pt x="23472" y="5124"/>
                </a:cubicBezTo>
                <a:cubicBezTo>
                  <a:pt x="23472" y="4990"/>
                  <a:pt x="23360" y="4880"/>
                  <a:pt x="23225" y="4880"/>
                </a:cubicBezTo>
                <a:close/>
                <a:moveTo>
                  <a:pt x="24444" y="4880"/>
                </a:moveTo>
                <a:cubicBezTo>
                  <a:pt x="24225" y="4880"/>
                  <a:pt x="24115" y="5146"/>
                  <a:pt x="24272" y="5300"/>
                </a:cubicBezTo>
                <a:cubicBezTo>
                  <a:pt x="24321" y="5351"/>
                  <a:pt x="24383" y="5373"/>
                  <a:pt x="24444" y="5373"/>
                </a:cubicBezTo>
                <a:cubicBezTo>
                  <a:pt x="24570" y="5373"/>
                  <a:pt x="24692" y="5275"/>
                  <a:pt x="24692" y="5124"/>
                </a:cubicBezTo>
                <a:cubicBezTo>
                  <a:pt x="24692" y="4990"/>
                  <a:pt x="24582" y="4880"/>
                  <a:pt x="24444" y="4880"/>
                </a:cubicBezTo>
                <a:close/>
                <a:moveTo>
                  <a:pt x="25663" y="4880"/>
                </a:moveTo>
                <a:cubicBezTo>
                  <a:pt x="25444" y="4880"/>
                  <a:pt x="25334" y="5146"/>
                  <a:pt x="25491" y="5300"/>
                </a:cubicBezTo>
                <a:cubicBezTo>
                  <a:pt x="25540" y="5351"/>
                  <a:pt x="25602" y="5373"/>
                  <a:pt x="25663" y="5373"/>
                </a:cubicBezTo>
                <a:cubicBezTo>
                  <a:pt x="25789" y="5373"/>
                  <a:pt x="25911" y="5275"/>
                  <a:pt x="25911" y="5124"/>
                </a:cubicBezTo>
                <a:cubicBezTo>
                  <a:pt x="25911" y="4990"/>
                  <a:pt x="25801" y="4880"/>
                  <a:pt x="25663" y="4880"/>
                </a:cubicBezTo>
                <a:close/>
                <a:moveTo>
                  <a:pt x="26885" y="4880"/>
                </a:moveTo>
                <a:cubicBezTo>
                  <a:pt x="26663" y="4880"/>
                  <a:pt x="26553" y="5146"/>
                  <a:pt x="26710" y="5300"/>
                </a:cubicBezTo>
                <a:cubicBezTo>
                  <a:pt x="26761" y="5351"/>
                  <a:pt x="26823" y="5373"/>
                  <a:pt x="26883" y="5373"/>
                </a:cubicBezTo>
                <a:cubicBezTo>
                  <a:pt x="27010" y="5373"/>
                  <a:pt x="27130" y="5275"/>
                  <a:pt x="27130" y="5124"/>
                </a:cubicBezTo>
                <a:cubicBezTo>
                  <a:pt x="27130" y="4990"/>
                  <a:pt x="27020" y="4880"/>
                  <a:pt x="26885" y="4880"/>
                </a:cubicBezTo>
                <a:close/>
                <a:moveTo>
                  <a:pt x="28104" y="4880"/>
                </a:moveTo>
                <a:cubicBezTo>
                  <a:pt x="27885" y="4880"/>
                  <a:pt x="27772" y="5146"/>
                  <a:pt x="27929" y="5300"/>
                </a:cubicBezTo>
                <a:cubicBezTo>
                  <a:pt x="27980" y="5351"/>
                  <a:pt x="28042" y="5373"/>
                  <a:pt x="28103" y="5373"/>
                </a:cubicBezTo>
                <a:cubicBezTo>
                  <a:pt x="28230" y="5373"/>
                  <a:pt x="28351" y="5275"/>
                  <a:pt x="28349" y="5124"/>
                </a:cubicBezTo>
                <a:cubicBezTo>
                  <a:pt x="28349" y="4990"/>
                  <a:pt x="28239" y="4880"/>
                  <a:pt x="28104" y="4880"/>
                </a:cubicBezTo>
                <a:close/>
                <a:moveTo>
                  <a:pt x="29323" y="4880"/>
                </a:moveTo>
                <a:cubicBezTo>
                  <a:pt x="29104" y="4880"/>
                  <a:pt x="28994" y="5146"/>
                  <a:pt x="29148" y="5300"/>
                </a:cubicBezTo>
                <a:cubicBezTo>
                  <a:pt x="29199" y="5351"/>
                  <a:pt x="29261" y="5373"/>
                  <a:pt x="29322" y="5373"/>
                </a:cubicBezTo>
                <a:cubicBezTo>
                  <a:pt x="29449" y="5373"/>
                  <a:pt x="29571" y="5275"/>
                  <a:pt x="29571" y="5124"/>
                </a:cubicBezTo>
                <a:cubicBezTo>
                  <a:pt x="29568" y="4990"/>
                  <a:pt x="29458" y="4880"/>
                  <a:pt x="29323" y="4880"/>
                </a:cubicBezTo>
                <a:close/>
                <a:moveTo>
                  <a:pt x="30542" y="4880"/>
                </a:moveTo>
                <a:cubicBezTo>
                  <a:pt x="30323" y="4880"/>
                  <a:pt x="30213" y="5146"/>
                  <a:pt x="30367" y="5300"/>
                </a:cubicBezTo>
                <a:cubicBezTo>
                  <a:pt x="30418" y="5351"/>
                  <a:pt x="30480" y="5373"/>
                  <a:pt x="30541" y="5373"/>
                </a:cubicBezTo>
                <a:cubicBezTo>
                  <a:pt x="30668" y="5373"/>
                  <a:pt x="30790" y="5275"/>
                  <a:pt x="30790" y="5124"/>
                </a:cubicBezTo>
                <a:cubicBezTo>
                  <a:pt x="30790" y="4990"/>
                  <a:pt x="30677" y="4880"/>
                  <a:pt x="30542" y="4880"/>
                </a:cubicBezTo>
                <a:close/>
                <a:moveTo>
                  <a:pt x="31761" y="4880"/>
                </a:moveTo>
                <a:cubicBezTo>
                  <a:pt x="31542" y="4880"/>
                  <a:pt x="31432" y="5146"/>
                  <a:pt x="31586" y="5300"/>
                </a:cubicBezTo>
                <a:cubicBezTo>
                  <a:pt x="31637" y="5351"/>
                  <a:pt x="31699" y="5373"/>
                  <a:pt x="31760" y="5373"/>
                </a:cubicBezTo>
                <a:cubicBezTo>
                  <a:pt x="31887" y="5373"/>
                  <a:pt x="32009" y="5275"/>
                  <a:pt x="32009" y="5124"/>
                </a:cubicBezTo>
                <a:cubicBezTo>
                  <a:pt x="32009" y="4990"/>
                  <a:pt x="31899" y="4880"/>
                  <a:pt x="31761" y="4880"/>
                </a:cubicBezTo>
                <a:close/>
                <a:moveTo>
                  <a:pt x="32980" y="4880"/>
                </a:moveTo>
                <a:cubicBezTo>
                  <a:pt x="32761" y="4880"/>
                  <a:pt x="32651" y="5146"/>
                  <a:pt x="32808" y="5300"/>
                </a:cubicBezTo>
                <a:cubicBezTo>
                  <a:pt x="32858" y="5351"/>
                  <a:pt x="32920" y="5373"/>
                  <a:pt x="32980" y="5373"/>
                </a:cubicBezTo>
                <a:cubicBezTo>
                  <a:pt x="33106" y="5373"/>
                  <a:pt x="33228" y="5275"/>
                  <a:pt x="33228" y="5124"/>
                </a:cubicBezTo>
                <a:cubicBezTo>
                  <a:pt x="33228" y="4990"/>
                  <a:pt x="33118" y="4880"/>
                  <a:pt x="32980" y="4880"/>
                </a:cubicBezTo>
                <a:close/>
                <a:moveTo>
                  <a:pt x="1276" y="4880"/>
                </a:moveTo>
                <a:cubicBezTo>
                  <a:pt x="1053" y="4880"/>
                  <a:pt x="944" y="5146"/>
                  <a:pt x="1100" y="5300"/>
                </a:cubicBezTo>
                <a:cubicBezTo>
                  <a:pt x="1150" y="5351"/>
                  <a:pt x="1212" y="5374"/>
                  <a:pt x="1273" y="5374"/>
                </a:cubicBezTo>
                <a:cubicBezTo>
                  <a:pt x="1399" y="5374"/>
                  <a:pt x="1520" y="5275"/>
                  <a:pt x="1520" y="5127"/>
                </a:cubicBezTo>
                <a:cubicBezTo>
                  <a:pt x="1520" y="4990"/>
                  <a:pt x="1410" y="4880"/>
                  <a:pt x="1276" y="4880"/>
                </a:cubicBezTo>
                <a:close/>
                <a:moveTo>
                  <a:pt x="2495" y="4880"/>
                </a:moveTo>
                <a:cubicBezTo>
                  <a:pt x="2272" y="4880"/>
                  <a:pt x="2163" y="5146"/>
                  <a:pt x="2319" y="5300"/>
                </a:cubicBezTo>
                <a:cubicBezTo>
                  <a:pt x="2370" y="5351"/>
                  <a:pt x="2432" y="5374"/>
                  <a:pt x="2493" y="5374"/>
                </a:cubicBezTo>
                <a:cubicBezTo>
                  <a:pt x="2619" y="5374"/>
                  <a:pt x="2739" y="5275"/>
                  <a:pt x="2739" y="5127"/>
                </a:cubicBezTo>
                <a:cubicBezTo>
                  <a:pt x="2739" y="4990"/>
                  <a:pt x="2630" y="4880"/>
                  <a:pt x="2495" y="4880"/>
                </a:cubicBezTo>
                <a:close/>
                <a:moveTo>
                  <a:pt x="3714" y="4880"/>
                </a:moveTo>
                <a:cubicBezTo>
                  <a:pt x="3494" y="4880"/>
                  <a:pt x="3385" y="5146"/>
                  <a:pt x="3538" y="5300"/>
                </a:cubicBezTo>
                <a:cubicBezTo>
                  <a:pt x="3589" y="5351"/>
                  <a:pt x="3652" y="5374"/>
                  <a:pt x="3713" y="5374"/>
                </a:cubicBezTo>
                <a:cubicBezTo>
                  <a:pt x="3840" y="5374"/>
                  <a:pt x="3961" y="5275"/>
                  <a:pt x="3961" y="5127"/>
                </a:cubicBezTo>
                <a:cubicBezTo>
                  <a:pt x="3958" y="4990"/>
                  <a:pt x="3849" y="4880"/>
                  <a:pt x="3714" y="4880"/>
                </a:cubicBezTo>
                <a:close/>
                <a:moveTo>
                  <a:pt x="4933" y="4880"/>
                </a:moveTo>
                <a:cubicBezTo>
                  <a:pt x="4713" y="4880"/>
                  <a:pt x="4604" y="5146"/>
                  <a:pt x="4757" y="5300"/>
                </a:cubicBezTo>
                <a:cubicBezTo>
                  <a:pt x="4808" y="5351"/>
                  <a:pt x="4871" y="5374"/>
                  <a:pt x="4932" y="5374"/>
                </a:cubicBezTo>
                <a:cubicBezTo>
                  <a:pt x="5059" y="5374"/>
                  <a:pt x="5180" y="5275"/>
                  <a:pt x="5180" y="5127"/>
                </a:cubicBezTo>
                <a:cubicBezTo>
                  <a:pt x="5180" y="4990"/>
                  <a:pt x="5068" y="4880"/>
                  <a:pt x="4933" y="4880"/>
                </a:cubicBezTo>
                <a:close/>
                <a:moveTo>
                  <a:pt x="32982" y="6099"/>
                </a:moveTo>
                <a:cubicBezTo>
                  <a:pt x="32854" y="6099"/>
                  <a:pt x="32734" y="6200"/>
                  <a:pt x="32736" y="6346"/>
                </a:cubicBezTo>
                <a:cubicBezTo>
                  <a:pt x="32736" y="6378"/>
                  <a:pt x="32742" y="6409"/>
                  <a:pt x="32752" y="6437"/>
                </a:cubicBezTo>
                <a:cubicBezTo>
                  <a:pt x="32883" y="6346"/>
                  <a:pt x="33006" y="6249"/>
                  <a:pt x="33121" y="6143"/>
                </a:cubicBezTo>
                <a:cubicBezTo>
                  <a:pt x="33078" y="6112"/>
                  <a:pt x="33029" y="6099"/>
                  <a:pt x="32982" y="6099"/>
                </a:cubicBezTo>
                <a:close/>
                <a:moveTo>
                  <a:pt x="65" y="6099"/>
                </a:moveTo>
                <a:cubicBezTo>
                  <a:pt x="61" y="6099"/>
                  <a:pt x="57" y="6099"/>
                  <a:pt x="54" y="6099"/>
                </a:cubicBezTo>
                <a:cubicBezTo>
                  <a:pt x="38" y="6099"/>
                  <a:pt x="19" y="6102"/>
                  <a:pt x="0" y="6105"/>
                </a:cubicBezTo>
                <a:lnTo>
                  <a:pt x="0" y="6588"/>
                </a:lnTo>
                <a:cubicBezTo>
                  <a:pt x="19" y="6591"/>
                  <a:pt x="38" y="6591"/>
                  <a:pt x="54" y="6591"/>
                </a:cubicBezTo>
                <a:cubicBezTo>
                  <a:pt x="57" y="6591"/>
                  <a:pt x="61" y="6591"/>
                  <a:pt x="65" y="6591"/>
                </a:cubicBezTo>
                <a:cubicBezTo>
                  <a:pt x="201" y="6591"/>
                  <a:pt x="310" y="6481"/>
                  <a:pt x="310" y="6346"/>
                </a:cubicBezTo>
                <a:cubicBezTo>
                  <a:pt x="310" y="6209"/>
                  <a:pt x="201" y="6099"/>
                  <a:pt x="65" y="6099"/>
                </a:cubicBezTo>
                <a:close/>
                <a:moveTo>
                  <a:pt x="1276" y="6099"/>
                </a:moveTo>
                <a:cubicBezTo>
                  <a:pt x="1053" y="6099"/>
                  <a:pt x="944" y="6365"/>
                  <a:pt x="1100" y="6519"/>
                </a:cubicBezTo>
                <a:cubicBezTo>
                  <a:pt x="1150" y="6570"/>
                  <a:pt x="1212" y="6593"/>
                  <a:pt x="1273" y="6593"/>
                </a:cubicBezTo>
                <a:cubicBezTo>
                  <a:pt x="1399" y="6593"/>
                  <a:pt x="1520" y="6495"/>
                  <a:pt x="1520" y="6346"/>
                </a:cubicBezTo>
                <a:cubicBezTo>
                  <a:pt x="1520" y="6209"/>
                  <a:pt x="1410" y="6099"/>
                  <a:pt x="1276" y="6099"/>
                </a:cubicBezTo>
                <a:close/>
                <a:moveTo>
                  <a:pt x="2495" y="6099"/>
                </a:moveTo>
                <a:cubicBezTo>
                  <a:pt x="2272" y="6099"/>
                  <a:pt x="2163" y="6365"/>
                  <a:pt x="2319" y="6519"/>
                </a:cubicBezTo>
                <a:cubicBezTo>
                  <a:pt x="2370" y="6570"/>
                  <a:pt x="2432" y="6593"/>
                  <a:pt x="2493" y="6593"/>
                </a:cubicBezTo>
                <a:cubicBezTo>
                  <a:pt x="2619" y="6593"/>
                  <a:pt x="2739" y="6495"/>
                  <a:pt x="2739" y="6346"/>
                </a:cubicBezTo>
                <a:cubicBezTo>
                  <a:pt x="2739" y="6209"/>
                  <a:pt x="2630" y="6099"/>
                  <a:pt x="2495" y="6099"/>
                </a:cubicBezTo>
                <a:close/>
                <a:moveTo>
                  <a:pt x="3714" y="6099"/>
                </a:moveTo>
                <a:cubicBezTo>
                  <a:pt x="3494" y="6099"/>
                  <a:pt x="3385" y="6365"/>
                  <a:pt x="3538" y="6519"/>
                </a:cubicBezTo>
                <a:cubicBezTo>
                  <a:pt x="3589" y="6570"/>
                  <a:pt x="3652" y="6593"/>
                  <a:pt x="3713" y="6593"/>
                </a:cubicBezTo>
                <a:cubicBezTo>
                  <a:pt x="3840" y="6593"/>
                  <a:pt x="3961" y="6495"/>
                  <a:pt x="3961" y="6346"/>
                </a:cubicBezTo>
                <a:cubicBezTo>
                  <a:pt x="3961" y="6209"/>
                  <a:pt x="3849" y="6099"/>
                  <a:pt x="3714" y="6099"/>
                </a:cubicBezTo>
                <a:close/>
                <a:moveTo>
                  <a:pt x="4933" y="6099"/>
                </a:moveTo>
                <a:cubicBezTo>
                  <a:pt x="4713" y="6099"/>
                  <a:pt x="4604" y="6365"/>
                  <a:pt x="4757" y="6519"/>
                </a:cubicBezTo>
                <a:cubicBezTo>
                  <a:pt x="4808" y="6570"/>
                  <a:pt x="4871" y="6593"/>
                  <a:pt x="4932" y="6593"/>
                </a:cubicBezTo>
                <a:cubicBezTo>
                  <a:pt x="5059" y="6593"/>
                  <a:pt x="5180" y="6495"/>
                  <a:pt x="5180" y="6346"/>
                </a:cubicBezTo>
                <a:cubicBezTo>
                  <a:pt x="5180" y="6209"/>
                  <a:pt x="5068" y="6099"/>
                  <a:pt x="4933" y="6099"/>
                </a:cubicBezTo>
                <a:close/>
                <a:moveTo>
                  <a:pt x="6152" y="6099"/>
                </a:moveTo>
                <a:cubicBezTo>
                  <a:pt x="5933" y="6099"/>
                  <a:pt x="5823" y="6365"/>
                  <a:pt x="5976" y="6519"/>
                </a:cubicBezTo>
                <a:cubicBezTo>
                  <a:pt x="6027" y="6570"/>
                  <a:pt x="6090" y="6593"/>
                  <a:pt x="6151" y="6593"/>
                </a:cubicBezTo>
                <a:cubicBezTo>
                  <a:pt x="6278" y="6593"/>
                  <a:pt x="6399" y="6495"/>
                  <a:pt x="6399" y="6346"/>
                </a:cubicBezTo>
                <a:cubicBezTo>
                  <a:pt x="6399" y="6209"/>
                  <a:pt x="6287" y="6099"/>
                  <a:pt x="6152" y="6099"/>
                </a:cubicBezTo>
                <a:close/>
                <a:moveTo>
                  <a:pt x="7371" y="6099"/>
                </a:moveTo>
                <a:cubicBezTo>
                  <a:pt x="7152" y="6099"/>
                  <a:pt x="7042" y="6365"/>
                  <a:pt x="7199" y="6519"/>
                </a:cubicBezTo>
                <a:cubicBezTo>
                  <a:pt x="7249" y="6570"/>
                  <a:pt x="7310" y="6593"/>
                  <a:pt x="7371" y="6593"/>
                </a:cubicBezTo>
                <a:cubicBezTo>
                  <a:pt x="7497" y="6593"/>
                  <a:pt x="7619" y="6495"/>
                  <a:pt x="7619" y="6346"/>
                </a:cubicBezTo>
                <a:cubicBezTo>
                  <a:pt x="7619" y="6209"/>
                  <a:pt x="7509" y="6099"/>
                  <a:pt x="7371" y="6099"/>
                </a:cubicBezTo>
                <a:close/>
                <a:moveTo>
                  <a:pt x="8590" y="6099"/>
                </a:moveTo>
                <a:cubicBezTo>
                  <a:pt x="8371" y="6099"/>
                  <a:pt x="8261" y="6365"/>
                  <a:pt x="8418" y="6519"/>
                </a:cubicBezTo>
                <a:cubicBezTo>
                  <a:pt x="8468" y="6570"/>
                  <a:pt x="8529" y="6593"/>
                  <a:pt x="8590" y="6593"/>
                </a:cubicBezTo>
                <a:cubicBezTo>
                  <a:pt x="8716" y="6593"/>
                  <a:pt x="8838" y="6495"/>
                  <a:pt x="8838" y="6346"/>
                </a:cubicBezTo>
                <a:cubicBezTo>
                  <a:pt x="8838" y="6209"/>
                  <a:pt x="8728" y="6099"/>
                  <a:pt x="8590" y="6099"/>
                </a:cubicBezTo>
                <a:close/>
                <a:moveTo>
                  <a:pt x="9812" y="6099"/>
                </a:moveTo>
                <a:cubicBezTo>
                  <a:pt x="9590" y="6099"/>
                  <a:pt x="9480" y="6365"/>
                  <a:pt x="9637" y="6519"/>
                </a:cubicBezTo>
                <a:cubicBezTo>
                  <a:pt x="9687" y="6570"/>
                  <a:pt x="9749" y="6593"/>
                  <a:pt x="9809" y="6593"/>
                </a:cubicBezTo>
                <a:cubicBezTo>
                  <a:pt x="9935" y="6593"/>
                  <a:pt x="10057" y="6495"/>
                  <a:pt x="10057" y="6346"/>
                </a:cubicBezTo>
                <a:cubicBezTo>
                  <a:pt x="10057" y="6209"/>
                  <a:pt x="9947" y="6099"/>
                  <a:pt x="9812" y="6099"/>
                </a:cubicBezTo>
                <a:close/>
                <a:moveTo>
                  <a:pt x="11031" y="6099"/>
                </a:moveTo>
                <a:cubicBezTo>
                  <a:pt x="10812" y="6099"/>
                  <a:pt x="10699" y="6365"/>
                  <a:pt x="10856" y="6519"/>
                </a:cubicBezTo>
                <a:cubicBezTo>
                  <a:pt x="10907" y="6570"/>
                  <a:pt x="10969" y="6593"/>
                  <a:pt x="11030" y="6593"/>
                </a:cubicBezTo>
                <a:cubicBezTo>
                  <a:pt x="11156" y="6593"/>
                  <a:pt x="11276" y="6495"/>
                  <a:pt x="11276" y="6346"/>
                </a:cubicBezTo>
                <a:cubicBezTo>
                  <a:pt x="11276" y="6209"/>
                  <a:pt x="11166" y="6099"/>
                  <a:pt x="11031" y="6099"/>
                </a:cubicBezTo>
                <a:close/>
                <a:moveTo>
                  <a:pt x="12250" y="6099"/>
                </a:moveTo>
                <a:cubicBezTo>
                  <a:pt x="12031" y="6099"/>
                  <a:pt x="11921" y="6365"/>
                  <a:pt x="12075" y="6519"/>
                </a:cubicBezTo>
                <a:cubicBezTo>
                  <a:pt x="12126" y="6570"/>
                  <a:pt x="12188" y="6593"/>
                  <a:pt x="12250" y="6593"/>
                </a:cubicBezTo>
                <a:cubicBezTo>
                  <a:pt x="12377" y="6593"/>
                  <a:pt x="12498" y="6495"/>
                  <a:pt x="12498" y="6346"/>
                </a:cubicBezTo>
                <a:cubicBezTo>
                  <a:pt x="12495" y="6209"/>
                  <a:pt x="12385" y="6099"/>
                  <a:pt x="12250" y="6099"/>
                </a:cubicBezTo>
                <a:close/>
                <a:moveTo>
                  <a:pt x="13469" y="6099"/>
                </a:moveTo>
                <a:cubicBezTo>
                  <a:pt x="13250" y="6099"/>
                  <a:pt x="13140" y="6365"/>
                  <a:pt x="13294" y="6519"/>
                </a:cubicBezTo>
                <a:cubicBezTo>
                  <a:pt x="13345" y="6570"/>
                  <a:pt x="13407" y="6593"/>
                  <a:pt x="13469" y="6593"/>
                </a:cubicBezTo>
                <a:cubicBezTo>
                  <a:pt x="13596" y="6593"/>
                  <a:pt x="13717" y="6495"/>
                  <a:pt x="13717" y="6346"/>
                </a:cubicBezTo>
                <a:cubicBezTo>
                  <a:pt x="13717" y="6209"/>
                  <a:pt x="13604" y="6099"/>
                  <a:pt x="13469" y="6099"/>
                </a:cubicBezTo>
                <a:close/>
                <a:moveTo>
                  <a:pt x="14688" y="6099"/>
                </a:moveTo>
                <a:cubicBezTo>
                  <a:pt x="14469" y="6099"/>
                  <a:pt x="14359" y="6365"/>
                  <a:pt x="14513" y="6519"/>
                </a:cubicBezTo>
                <a:cubicBezTo>
                  <a:pt x="14564" y="6570"/>
                  <a:pt x="14626" y="6593"/>
                  <a:pt x="14688" y="6593"/>
                </a:cubicBezTo>
                <a:cubicBezTo>
                  <a:pt x="14815" y="6593"/>
                  <a:pt x="14936" y="6495"/>
                  <a:pt x="14936" y="6346"/>
                </a:cubicBezTo>
                <a:cubicBezTo>
                  <a:pt x="14936" y="6209"/>
                  <a:pt x="14823" y="6099"/>
                  <a:pt x="14688" y="6099"/>
                </a:cubicBezTo>
                <a:close/>
                <a:moveTo>
                  <a:pt x="15907" y="6099"/>
                </a:moveTo>
                <a:cubicBezTo>
                  <a:pt x="15688" y="6099"/>
                  <a:pt x="15578" y="6365"/>
                  <a:pt x="15735" y="6519"/>
                </a:cubicBezTo>
                <a:cubicBezTo>
                  <a:pt x="15785" y="6570"/>
                  <a:pt x="15847" y="6593"/>
                  <a:pt x="15908" y="6593"/>
                </a:cubicBezTo>
                <a:cubicBezTo>
                  <a:pt x="16034" y="6593"/>
                  <a:pt x="16155" y="6495"/>
                  <a:pt x="16155" y="6346"/>
                </a:cubicBezTo>
                <a:cubicBezTo>
                  <a:pt x="16155" y="6209"/>
                  <a:pt x="16045" y="6099"/>
                  <a:pt x="15907" y="6099"/>
                </a:cubicBezTo>
                <a:close/>
                <a:moveTo>
                  <a:pt x="17127" y="6099"/>
                </a:moveTo>
                <a:cubicBezTo>
                  <a:pt x="16907" y="6099"/>
                  <a:pt x="16797" y="6365"/>
                  <a:pt x="16954" y="6519"/>
                </a:cubicBezTo>
                <a:cubicBezTo>
                  <a:pt x="17004" y="6570"/>
                  <a:pt x="17066" y="6593"/>
                  <a:pt x="17127" y="6593"/>
                </a:cubicBezTo>
                <a:cubicBezTo>
                  <a:pt x="17253" y="6593"/>
                  <a:pt x="17374" y="6495"/>
                  <a:pt x="17374" y="6346"/>
                </a:cubicBezTo>
                <a:cubicBezTo>
                  <a:pt x="17374" y="6209"/>
                  <a:pt x="17264" y="6099"/>
                  <a:pt x="17127" y="6099"/>
                </a:cubicBezTo>
                <a:close/>
                <a:moveTo>
                  <a:pt x="18349" y="6099"/>
                </a:moveTo>
                <a:cubicBezTo>
                  <a:pt x="18126" y="6099"/>
                  <a:pt x="18017" y="6365"/>
                  <a:pt x="18173" y="6519"/>
                </a:cubicBezTo>
                <a:cubicBezTo>
                  <a:pt x="18223" y="6570"/>
                  <a:pt x="18285" y="6593"/>
                  <a:pt x="18346" y="6593"/>
                </a:cubicBezTo>
                <a:cubicBezTo>
                  <a:pt x="18472" y="6593"/>
                  <a:pt x="18593" y="6495"/>
                  <a:pt x="18593" y="6346"/>
                </a:cubicBezTo>
                <a:cubicBezTo>
                  <a:pt x="18593" y="6209"/>
                  <a:pt x="18483" y="6099"/>
                  <a:pt x="18349" y="6099"/>
                </a:cubicBezTo>
                <a:close/>
                <a:moveTo>
                  <a:pt x="19568" y="6099"/>
                </a:moveTo>
                <a:cubicBezTo>
                  <a:pt x="19348" y="6099"/>
                  <a:pt x="19236" y="6365"/>
                  <a:pt x="19392" y="6519"/>
                </a:cubicBezTo>
                <a:cubicBezTo>
                  <a:pt x="19443" y="6570"/>
                  <a:pt x="19505" y="6593"/>
                  <a:pt x="19566" y="6593"/>
                </a:cubicBezTo>
                <a:cubicBezTo>
                  <a:pt x="19692" y="6593"/>
                  <a:pt x="19812" y="6495"/>
                  <a:pt x="19812" y="6346"/>
                </a:cubicBezTo>
                <a:cubicBezTo>
                  <a:pt x="19812" y="6209"/>
                  <a:pt x="19703" y="6099"/>
                  <a:pt x="19568" y="6099"/>
                </a:cubicBezTo>
                <a:close/>
                <a:moveTo>
                  <a:pt x="20787" y="6099"/>
                </a:moveTo>
                <a:cubicBezTo>
                  <a:pt x="20567" y="6099"/>
                  <a:pt x="20458" y="6365"/>
                  <a:pt x="20611" y="6519"/>
                </a:cubicBezTo>
                <a:cubicBezTo>
                  <a:pt x="20662" y="6570"/>
                  <a:pt x="20725" y="6593"/>
                  <a:pt x="20786" y="6593"/>
                </a:cubicBezTo>
                <a:cubicBezTo>
                  <a:pt x="20913" y="6593"/>
                  <a:pt x="21034" y="6495"/>
                  <a:pt x="21034" y="6346"/>
                </a:cubicBezTo>
                <a:cubicBezTo>
                  <a:pt x="21031" y="6209"/>
                  <a:pt x="20922" y="6099"/>
                  <a:pt x="20787" y="6099"/>
                </a:cubicBezTo>
                <a:close/>
                <a:moveTo>
                  <a:pt x="22006" y="6099"/>
                </a:moveTo>
                <a:cubicBezTo>
                  <a:pt x="21786" y="6099"/>
                  <a:pt x="21677" y="6365"/>
                  <a:pt x="21830" y="6519"/>
                </a:cubicBezTo>
                <a:cubicBezTo>
                  <a:pt x="21881" y="6570"/>
                  <a:pt x="21944" y="6593"/>
                  <a:pt x="22005" y="6593"/>
                </a:cubicBezTo>
                <a:cubicBezTo>
                  <a:pt x="22132" y="6593"/>
                  <a:pt x="22253" y="6495"/>
                  <a:pt x="22253" y="6346"/>
                </a:cubicBezTo>
                <a:cubicBezTo>
                  <a:pt x="22253" y="6209"/>
                  <a:pt x="22141" y="6099"/>
                  <a:pt x="22006" y="6099"/>
                </a:cubicBezTo>
                <a:close/>
                <a:moveTo>
                  <a:pt x="23225" y="6099"/>
                </a:moveTo>
                <a:cubicBezTo>
                  <a:pt x="23006" y="6099"/>
                  <a:pt x="22896" y="6365"/>
                  <a:pt x="23049" y="6519"/>
                </a:cubicBezTo>
                <a:cubicBezTo>
                  <a:pt x="23100" y="6570"/>
                  <a:pt x="23163" y="6593"/>
                  <a:pt x="23224" y="6593"/>
                </a:cubicBezTo>
                <a:cubicBezTo>
                  <a:pt x="23351" y="6593"/>
                  <a:pt x="23472" y="6495"/>
                  <a:pt x="23472" y="6346"/>
                </a:cubicBezTo>
                <a:cubicBezTo>
                  <a:pt x="23472" y="6209"/>
                  <a:pt x="23363" y="6099"/>
                  <a:pt x="23225" y="6099"/>
                </a:cubicBezTo>
                <a:close/>
                <a:moveTo>
                  <a:pt x="24444" y="6099"/>
                </a:moveTo>
                <a:cubicBezTo>
                  <a:pt x="24225" y="6099"/>
                  <a:pt x="24115" y="6365"/>
                  <a:pt x="24272" y="6519"/>
                </a:cubicBezTo>
                <a:cubicBezTo>
                  <a:pt x="24322" y="6570"/>
                  <a:pt x="24383" y="6593"/>
                  <a:pt x="24444" y="6593"/>
                </a:cubicBezTo>
                <a:cubicBezTo>
                  <a:pt x="24570" y="6593"/>
                  <a:pt x="24692" y="6495"/>
                  <a:pt x="24692" y="6346"/>
                </a:cubicBezTo>
                <a:cubicBezTo>
                  <a:pt x="24692" y="6209"/>
                  <a:pt x="24582" y="6099"/>
                  <a:pt x="24444" y="6099"/>
                </a:cubicBezTo>
                <a:close/>
                <a:moveTo>
                  <a:pt x="25663" y="6099"/>
                </a:moveTo>
                <a:cubicBezTo>
                  <a:pt x="25444" y="6099"/>
                  <a:pt x="25334" y="6365"/>
                  <a:pt x="25491" y="6519"/>
                </a:cubicBezTo>
                <a:cubicBezTo>
                  <a:pt x="25541" y="6570"/>
                  <a:pt x="25602" y="6593"/>
                  <a:pt x="25663" y="6593"/>
                </a:cubicBezTo>
                <a:cubicBezTo>
                  <a:pt x="25789" y="6593"/>
                  <a:pt x="25911" y="6495"/>
                  <a:pt x="25911" y="6346"/>
                </a:cubicBezTo>
                <a:cubicBezTo>
                  <a:pt x="25911" y="6209"/>
                  <a:pt x="25801" y="6099"/>
                  <a:pt x="25663" y="6099"/>
                </a:cubicBezTo>
                <a:close/>
                <a:moveTo>
                  <a:pt x="26885" y="6099"/>
                </a:moveTo>
                <a:cubicBezTo>
                  <a:pt x="26663" y="6099"/>
                  <a:pt x="26553" y="6365"/>
                  <a:pt x="26710" y="6519"/>
                </a:cubicBezTo>
                <a:cubicBezTo>
                  <a:pt x="26760" y="6570"/>
                  <a:pt x="26822" y="6593"/>
                  <a:pt x="26882" y="6593"/>
                </a:cubicBezTo>
                <a:cubicBezTo>
                  <a:pt x="27008" y="6593"/>
                  <a:pt x="27130" y="6495"/>
                  <a:pt x="27130" y="6346"/>
                </a:cubicBezTo>
                <a:cubicBezTo>
                  <a:pt x="27130" y="6209"/>
                  <a:pt x="27020" y="6099"/>
                  <a:pt x="26885" y="6099"/>
                </a:cubicBezTo>
                <a:close/>
                <a:moveTo>
                  <a:pt x="28104" y="6099"/>
                </a:moveTo>
                <a:cubicBezTo>
                  <a:pt x="27885" y="6099"/>
                  <a:pt x="27772" y="6365"/>
                  <a:pt x="27929" y="6519"/>
                </a:cubicBezTo>
                <a:cubicBezTo>
                  <a:pt x="27980" y="6570"/>
                  <a:pt x="28042" y="6593"/>
                  <a:pt x="28103" y="6593"/>
                </a:cubicBezTo>
                <a:cubicBezTo>
                  <a:pt x="28229" y="6593"/>
                  <a:pt x="28349" y="6495"/>
                  <a:pt x="28349" y="6346"/>
                </a:cubicBezTo>
                <a:cubicBezTo>
                  <a:pt x="28349" y="6209"/>
                  <a:pt x="28239" y="6099"/>
                  <a:pt x="28104" y="6099"/>
                </a:cubicBezTo>
                <a:close/>
                <a:moveTo>
                  <a:pt x="29323" y="6099"/>
                </a:moveTo>
                <a:cubicBezTo>
                  <a:pt x="29104" y="6099"/>
                  <a:pt x="28994" y="6365"/>
                  <a:pt x="29148" y="6519"/>
                </a:cubicBezTo>
                <a:cubicBezTo>
                  <a:pt x="29199" y="6570"/>
                  <a:pt x="29261" y="6593"/>
                  <a:pt x="29323" y="6593"/>
                </a:cubicBezTo>
                <a:cubicBezTo>
                  <a:pt x="29450" y="6593"/>
                  <a:pt x="29571" y="6495"/>
                  <a:pt x="29571" y="6346"/>
                </a:cubicBezTo>
                <a:cubicBezTo>
                  <a:pt x="29568" y="6209"/>
                  <a:pt x="29458" y="6099"/>
                  <a:pt x="29323" y="6099"/>
                </a:cubicBezTo>
                <a:close/>
                <a:moveTo>
                  <a:pt x="30542" y="6099"/>
                </a:moveTo>
                <a:cubicBezTo>
                  <a:pt x="30323" y="6099"/>
                  <a:pt x="30213" y="6365"/>
                  <a:pt x="30367" y="6519"/>
                </a:cubicBezTo>
                <a:cubicBezTo>
                  <a:pt x="30418" y="6570"/>
                  <a:pt x="30480" y="6593"/>
                  <a:pt x="30542" y="6593"/>
                </a:cubicBezTo>
                <a:cubicBezTo>
                  <a:pt x="30669" y="6593"/>
                  <a:pt x="30790" y="6495"/>
                  <a:pt x="30790" y="6346"/>
                </a:cubicBezTo>
                <a:cubicBezTo>
                  <a:pt x="30790" y="6209"/>
                  <a:pt x="30677" y="6099"/>
                  <a:pt x="30542" y="6099"/>
                </a:cubicBezTo>
                <a:close/>
                <a:moveTo>
                  <a:pt x="31761" y="6099"/>
                </a:moveTo>
                <a:cubicBezTo>
                  <a:pt x="31542" y="6099"/>
                  <a:pt x="31432" y="6365"/>
                  <a:pt x="31586" y="6519"/>
                </a:cubicBezTo>
                <a:cubicBezTo>
                  <a:pt x="31637" y="6570"/>
                  <a:pt x="31699" y="6593"/>
                  <a:pt x="31761" y="6593"/>
                </a:cubicBezTo>
                <a:cubicBezTo>
                  <a:pt x="31888" y="6593"/>
                  <a:pt x="32009" y="6495"/>
                  <a:pt x="32009" y="6346"/>
                </a:cubicBezTo>
                <a:cubicBezTo>
                  <a:pt x="32009" y="6209"/>
                  <a:pt x="31899" y="6099"/>
                  <a:pt x="31761" y="6099"/>
                </a:cubicBezTo>
                <a:close/>
                <a:moveTo>
                  <a:pt x="29323" y="7318"/>
                </a:moveTo>
                <a:cubicBezTo>
                  <a:pt x="29226" y="7318"/>
                  <a:pt x="29135" y="7374"/>
                  <a:pt x="29098" y="7465"/>
                </a:cubicBezTo>
                <a:cubicBezTo>
                  <a:pt x="29239" y="7450"/>
                  <a:pt x="29380" y="7434"/>
                  <a:pt x="29521" y="7415"/>
                </a:cubicBezTo>
                <a:cubicBezTo>
                  <a:pt x="29474" y="7356"/>
                  <a:pt x="29402" y="7318"/>
                  <a:pt x="29323" y="7318"/>
                </a:cubicBezTo>
                <a:close/>
                <a:moveTo>
                  <a:pt x="28104" y="7318"/>
                </a:moveTo>
                <a:cubicBezTo>
                  <a:pt x="27938" y="7318"/>
                  <a:pt x="27822" y="7475"/>
                  <a:pt x="27866" y="7631"/>
                </a:cubicBezTo>
                <a:cubicBezTo>
                  <a:pt x="28026" y="7603"/>
                  <a:pt x="28186" y="7578"/>
                  <a:pt x="28349" y="7556"/>
                </a:cubicBezTo>
                <a:cubicBezTo>
                  <a:pt x="28346" y="7425"/>
                  <a:pt x="28236" y="7318"/>
                  <a:pt x="28104" y="7318"/>
                </a:cubicBezTo>
                <a:close/>
                <a:moveTo>
                  <a:pt x="6152" y="7318"/>
                </a:moveTo>
                <a:cubicBezTo>
                  <a:pt x="5933" y="7318"/>
                  <a:pt x="5823" y="7584"/>
                  <a:pt x="5976" y="7738"/>
                </a:cubicBezTo>
                <a:cubicBezTo>
                  <a:pt x="6027" y="7789"/>
                  <a:pt x="6090" y="7812"/>
                  <a:pt x="6151" y="7812"/>
                </a:cubicBezTo>
                <a:cubicBezTo>
                  <a:pt x="6278" y="7812"/>
                  <a:pt x="6399" y="7714"/>
                  <a:pt x="6399" y="7566"/>
                </a:cubicBezTo>
                <a:cubicBezTo>
                  <a:pt x="6399" y="7428"/>
                  <a:pt x="6290" y="7318"/>
                  <a:pt x="6152" y="7318"/>
                </a:cubicBezTo>
                <a:close/>
                <a:moveTo>
                  <a:pt x="7371" y="7318"/>
                </a:moveTo>
                <a:cubicBezTo>
                  <a:pt x="7152" y="7318"/>
                  <a:pt x="7042" y="7584"/>
                  <a:pt x="7199" y="7738"/>
                </a:cubicBezTo>
                <a:cubicBezTo>
                  <a:pt x="7249" y="7789"/>
                  <a:pt x="7310" y="7812"/>
                  <a:pt x="7371" y="7812"/>
                </a:cubicBezTo>
                <a:cubicBezTo>
                  <a:pt x="7497" y="7812"/>
                  <a:pt x="7619" y="7714"/>
                  <a:pt x="7619" y="7566"/>
                </a:cubicBezTo>
                <a:cubicBezTo>
                  <a:pt x="7619" y="7428"/>
                  <a:pt x="7509" y="7318"/>
                  <a:pt x="7371" y="7318"/>
                </a:cubicBezTo>
                <a:close/>
                <a:moveTo>
                  <a:pt x="8590" y="7318"/>
                </a:moveTo>
                <a:cubicBezTo>
                  <a:pt x="8371" y="7318"/>
                  <a:pt x="8261" y="7584"/>
                  <a:pt x="8418" y="7738"/>
                </a:cubicBezTo>
                <a:cubicBezTo>
                  <a:pt x="8468" y="7789"/>
                  <a:pt x="8529" y="7812"/>
                  <a:pt x="8590" y="7812"/>
                </a:cubicBezTo>
                <a:cubicBezTo>
                  <a:pt x="8716" y="7812"/>
                  <a:pt x="8838" y="7714"/>
                  <a:pt x="8838" y="7566"/>
                </a:cubicBezTo>
                <a:cubicBezTo>
                  <a:pt x="8838" y="7428"/>
                  <a:pt x="8728" y="7318"/>
                  <a:pt x="8590" y="7318"/>
                </a:cubicBezTo>
                <a:close/>
                <a:moveTo>
                  <a:pt x="9812" y="7318"/>
                </a:moveTo>
                <a:cubicBezTo>
                  <a:pt x="9590" y="7318"/>
                  <a:pt x="9480" y="7584"/>
                  <a:pt x="9637" y="7738"/>
                </a:cubicBezTo>
                <a:cubicBezTo>
                  <a:pt x="9687" y="7789"/>
                  <a:pt x="9749" y="7812"/>
                  <a:pt x="9809" y="7812"/>
                </a:cubicBezTo>
                <a:cubicBezTo>
                  <a:pt x="9935" y="7812"/>
                  <a:pt x="10057" y="7714"/>
                  <a:pt x="10057" y="7566"/>
                </a:cubicBezTo>
                <a:cubicBezTo>
                  <a:pt x="10057" y="7428"/>
                  <a:pt x="9947" y="7318"/>
                  <a:pt x="9812" y="7318"/>
                </a:cubicBezTo>
                <a:close/>
                <a:moveTo>
                  <a:pt x="11031" y="7318"/>
                </a:moveTo>
                <a:cubicBezTo>
                  <a:pt x="10809" y="7318"/>
                  <a:pt x="10699" y="7584"/>
                  <a:pt x="10856" y="7738"/>
                </a:cubicBezTo>
                <a:cubicBezTo>
                  <a:pt x="10907" y="7789"/>
                  <a:pt x="10969" y="7812"/>
                  <a:pt x="11030" y="7812"/>
                </a:cubicBezTo>
                <a:cubicBezTo>
                  <a:pt x="11156" y="7812"/>
                  <a:pt x="11276" y="7714"/>
                  <a:pt x="11276" y="7566"/>
                </a:cubicBezTo>
                <a:cubicBezTo>
                  <a:pt x="11276" y="7428"/>
                  <a:pt x="11166" y="7318"/>
                  <a:pt x="11031" y="7318"/>
                </a:cubicBezTo>
                <a:close/>
                <a:moveTo>
                  <a:pt x="12250" y="7318"/>
                </a:moveTo>
                <a:cubicBezTo>
                  <a:pt x="12031" y="7318"/>
                  <a:pt x="11921" y="7584"/>
                  <a:pt x="12075" y="7738"/>
                </a:cubicBezTo>
                <a:cubicBezTo>
                  <a:pt x="12126" y="7789"/>
                  <a:pt x="12188" y="7812"/>
                  <a:pt x="12250" y="7812"/>
                </a:cubicBezTo>
                <a:cubicBezTo>
                  <a:pt x="12377" y="7812"/>
                  <a:pt x="12498" y="7714"/>
                  <a:pt x="12498" y="7566"/>
                </a:cubicBezTo>
                <a:cubicBezTo>
                  <a:pt x="12498" y="7428"/>
                  <a:pt x="12385" y="7318"/>
                  <a:pt x="12250" y="7318"/>
                </a:cubicBezTo>
                <a:close/>
                <a:moveTo>
                  <a:pt x="13469" y="7318"/>
                </a:moveTo>
                <a:cubicBezTo>
                  <a:pt x="13250" y="7318"/>
                  <a:pt x="13140" y="7584"/>
                  <a:pt x="13294" y="7738"/>
                </a:cubicBezTo>
                <a:cubicBezTo>
                  <a:pt x="13345" y="7789"/>
                  <a:pt x="13407" y="7812"/>
                  <a:pt x="13469" y="7812"/>
                </a:cubicBezTo>
                <a:cubicBezTo>
                  <a:pt x="13596" y="7812"/>
                  <a:pt x="13717" y="7714"/>
                  <a:pt x="13717" y="7566"/>
                </a:cubicBezTo>
                <a:cubicBezTo>
                  <a:pt x="13717" y="7428"/>
                  <a:pt x="13604" y="7318"/>
                  <a:pt x="13469" y="7318"/>
                </a:cubicBezTo>
                <a:close/>
                <a:moveTo>
                  <a:pt x="14688" y="7318"/>
                </a:moveTo>
                <a:cubicBezTo>
                  <a:pt x="14469" y="7318"/>
                  <a:pt x="14359" y="7584"/>
                  <a:pt x="14513" y="7738"/>
                </a:cubicBezTo>
                <a:cubicBezTo>
                  <a:pt x="14564" y="7789"/>
                  <a:pt x="14626" y="7812"/>
                  <a:pt x="14688" y="7812"/>
                </a:cubicBezTo>
                <a:cubicBezTo>
                  <a:pt x="14815" y="7812"/>
                  <a:pt x="14936" y="7714"/>
                  <a:pt x="14936" y="7566"/>
                </a:cubicBezTo>
                <a:cubicBezTo>
                  <a:pt x="14936" y="7428"/>
                  <a:pt x="14823" y="7318"/>
                  <a:pt x="14688" y="7318"/>
                </a:cubicBezTo>
                <a:close/>
                <a:moveTo>
                  <a:pt x="15907" y="7318"/>
                </a:moveTo>
                <a:cubicBezTo>
                  <a:pt x="15688" y="7318"/>
                  <a:pt x="15578" y="7584"/>
                  <a:pt x="15735" y="7738"/>
                </a:cubicBezTo>
                <a:cubicBezTo>
                  <a:pt x="15785" y="7789"/>
                  <a:pt x="15847" y="7812"/>
                  <a:pt x="15908" y="7812"/>
                </a:cubicBezTo>
                <a:cubicBezTo>
                  <a:pt x="16034" y="7812"/>
                  <a:pt x="16155" y="7714"/>
                  <a:pt x="16155" y="7566"/>
                </a:cubicBezTo>
                <a:cubicBezTo>
                  <a:pt x="16155" y="7428"/>
                  <a:pt x="16045" y="7318"/>
                  <a:pt x="15907" y="7318"/>
                </a:cubicBezTo>
                <a:close/>
                <a:moveTo>
                  <a:pt x="17127" y="7318"/>
                </a:moveTo>
                <a:cubicBezTo>
                  <a:pt x="16907" y="7318"/>
                  <a:pt x="16797" y="7584"/>
                  <a:pt x="16954" y="7738"/>
                </a:cubicBezTo>
                <a:cubicBezTo>
                  <a:pt x="17004" y="7789"/>
                  <a:pt x="17066" y="7812"/>
                  <a:pt x="17127" y="7812"/>
                </a:cubicBezTo>
                <a:cubicBezTo>
                  <a:pt x="17253" y="7812"/>
                  <a:pt x="17374" y="7714"/>
                  <a:pt x="17374" y="7566"/>
                </a:cubicBezTo>
                <a:cubicBezTo>
                  <a:pt x="17374" y="7428"/>
                  <a:pt x="17264" y="7318"/>
                  <a:pt x="17127" y="7318"/>
                </a:cubicBezTo>
                <a:close/>
                <a:moveTo>
                  <a:pt x="18349" y="7318"/>
                </a:moveTo>
                <a:cubicBezTo>
                  <a:pt x="18126" y="7318"/>
                  <a:pt x="18017" y="7584"/>
                  <a:pt x="18173" y="7738"/>
                </a:cubicBezTo>
                <a:cubicBezTo>
                  <a:pt x="18223" y="7789"/>
                  <a:pt x="18285" y="7812"/>
                  <a:pt x="18346" y="7812"/>
                </a:cubicBezTo>
                <a:cubicBezTo>
                  <a:pt x="18472" y="7812"/>
                  <a:pt x="18593" y="7714"/>
                  <a:pt x="18593" y="7566"/>
                </a:cubicBezTo>
                <a:cubicBezTo>
                  <a:pt x="18593" y="7428"/>
                  <a:pt x="18483" y="7318"/>
                  <a:pt x="18349" y="7318"/>
                </a:cubicBezTo>
                <a:close/>
                <a:moveTo>
                  <a:pt x="19568" y="7318"/>
                </a:moveTo>
                <a:cubicBezTo>
                  <a:pt x="19348" y="7318"/>
                  <a:pt x="19236" y="7584"/>
                  <a:pt x="19392" y="7738"/>
                </a:cubicBezTo>
                <a:cubicBezTo>
                  <a:pt x="19443" y="7789"/>
                  <a:pt x="19505" y="7812"/>
                  <a:pt x="19566" y="7812"/>
                </a:cubicBezTo>
                <a:cubicBezTo>
                  <a:pt x="19692" y="7812"/>
                  <a:pt x="19812" y="7714"/>
                  <a:pt x="19812" y="7566"/>
                </a:cubicBezTo>
                <a:cubicBezTo>
                  <a:pt x="19812" y="7428"/>
                  <a:pt x="19703" y="7318"/>
                  <a:pt x="19568" y="7318"/>
                </a:cubicBezTo>
                <a:close/>
                <a:moveTo>
                  <a:pt x="20787" y="7318"/>
                </a:moveTo>
                <a:cubicBezTo>
                  <a:pt x="20567" y="7318"/>
                  <a:pt x="20458" y="7584"/>
                  <a:pt x="20611" y="7738"/>
                </a:cubicBezTo>
                <a:cubicBezTo>
                  <a:pt x="20662" y="7789"/>
                  <a:pt x="20725" y="7812"/>
                  <a:pt x="20786" y="7812"/>
                </a:cubicBezTo>
                <a:cubicBezTo>
                  <a:pt x="20913" y="7812"/>
                  <a:pt x="21034" y="7714"/>
                  <a:pt x="21034" y="7566"/>
                </a:cubicBezTo>
                <a:cubicBezTo>
                  <a:pt x="21031" y="7428"/>
                  <a:pt x="20922" y="7318"/>
                  <a:pt x="20787" y="7318"/>
                </a:cubicBezTo>
                <a:close/>
                <a:moveTo>
                  <a:pt x="22006" y="7318"/>
                </a:moveTo>
                <a:cubicBezTo>
                  <a:pt x="21786" y="7318"/>
                  <a:pt x="21677" y="7584"/>
                  <a:pt x="21830" y="7738"/>
                </a:cubicBezTo>
                <a:cubicBezTo>
                  <a:pt x="21881" y="7789"/>
                  <a:pt x="21944" y="7812"/>
                  <a:pt x="22005" y="7812"/>
                </a:cubicBezTo>
                <a:cubicBezTo>
                  <a:pt x="22132" y="7812"/>
                  <a:pt x="22253" y="7714"/>
                  <a:pt x="22253" y="7566"/>
                </a:cubicBezTo>
                <a:cubicBezTo>
                  <a:pt x="22253" y="7428"/>
                  <a:pt x="22141" y="7318"/>
                  <a:pt x="22006" y="7318"/>
                </a:cubicBezTo>
                <a:close/>
                <a:moveTo>
                  <a:pt x="23225" y="7318"/>
                </a:moveTo>
                <a:cubicBezTo>
                  <a:pt x="23006" y="7318"/>
                  <a:pt x="22896" y="7584"/>
                  <a:pt x="23049" y="7738"/>
                </a:cubicBezTo>
                <a:cubicBezTo>
                  <a:pt x="23100" y="7789"/>
                  <a:pt x="23163" y="7812"/>
                  <a:pt x="23224" y="7812"/>
                </a:cubicBezTo>
                <a:cubicBezTo>
                  <a:pt x="23351" y="7812"/>
                  <a:pt x="23472" y="7714"/>
                  <a:pt x="23472" y="7566"/>
                </a:cubicBezTo>
                <a:cubicBezTo>
                  <a:pt x="23472" y="7428"/>
                  <a:pt x="23363" y="7318"/>
                  <a:pt x="23225" y="7318"/>
                </a:cubicBezTo>
                <a:close/>
                <a:moveTo>
                  <a:pt x="24444" y="7318"/>
                </a:moveTo>
                <a:cubicBezTo>
                  <a:pt x="24225" y="7318"/>
                  <a:pt x="24115" y="7584"/>
                  <a:pt x="24272" y="7738"/>
                </a:cubicBezTo>
                <a:cubicBezTo>
                  <a:pt x="24322" y="7789"/>
                  <a:pt x="24383" y="7812"/>
                  <a:pt x="24444" y="7812"/>
                </a:cubicBezTo>
                <a:cubicBezTo>
                  <a:pt x="24570" y="7812"/>
                  <a:pt x="24692" y="7714"/>
                  <a:pt x="24692" y="7566"/>
                </a:cubicBezTo>
                <a:cubicBezTo>
                  <a:pt x="24692" y="7428"/>
                  <a:pt x="24582" y="7318"/>
                  <a:pt x="24444" y="7318"/>
                </a:cubicBezTo>
                <a:close/>
                <a:moveTo>
                  <a:pt x="25663" y="7318"/>
                </a:moveTo>
                <a:cubicBezTo>
                  <a:pt x="25444" y="7318"/>
                  <a:pt x="25334" y="7584"/>
                  <a:pt x="25491" y="7738"/>
                </a:cubicBezTo>
                <a:cubicBezTo>
                  <a:pt x="25541" y="7789"/>
                  <a:pt x="25602" y="7812"/>
                  <a:pt x="25663" y="7812"/>
                </a:cubicBezTo>
                <a:cubicBezTo>
                  <a:pt x="25789" y="7812"/>
                  <a:pt x="25911" y="7714"/>
                  <a:pt x="25911" y="7566"/>
                </a:cubicBezTo>
                <a:cubicBezTo>
                  <a:pt x="25911" y="7428"/>
                  <a:pt x="25801" y="7318"/>
                  <a:pt x="25663" y="7318"/>
                </a:cubicBezTo>
                <a:close/>
                <a:moveTo>
                  <a:pt x="26885" y="7318"/>
                </a:moveTo>
                <a:cubicBezTo>
                  <a:pt x="26663" y="7318"/>
                  <a:pt x="26553" y="7584"/>
                  <a:pt x="26710" y="7738"/>
                </a:cubicBezTo>
                <a:cubicBezTo>
                  <a:pt x="26760" y="7789"/>
                  <a:pt x="26822" y="7812"/>
                  <a:pt x="26882" y="7812"/>
                </a:cubicBezTo>
                <a:cubicBezTo>
                  <a:pt x="27008" y="7812"/>
                  <a:pt x="27130" y="7714"/>
                  <a:pt x="27130" y="7566"/>
                </a:cubicBezTo>
                <a:cubicBezTo>
                  <a:pt x="27130" y="7428"/>
                  <a:pt x="27020" y="7318"/>
                  <a:pt x="26885" y="7318"/>
                </a:cubicBezTo>
                <a:close/>
                <a:moveTo>
                  <a:pt x="54" y="7318"/>
                </a:moveTo>
                <a:cubicBezTo>
                  <a:pt x="38" y="7318"/>
                  <a:pt x="19" y="7321"/>
                  <a:pt x="0" y="7324"/>
                </a:cubicBezTo>
                <a:lnTo>
                  <a:pt x="0" y="7807"/>
                </a:lnTo>
                <a:cubicBezTo>
                  <a:pt x="18" y="7811"/>
                  <a:pt x="36" y="7813"/>
                  <a:pt x="53" y="7813"/>
                </a:cubicBezTo>
                <a:cubicBezTo>
                  <a:pt x="177" y="7813"/>
                  <a:pt x="285" y="7720"/>
                  <a:pt x="301" y="7591"/>
                </a:cubicBezTo>
                <a:cubicBezTo>
                  <a:pt x="317" y="7446"/>
                  <a:pt x="201" y="7318"/>
                  <a:pt x="54" y="7318"/>
                </a:cubicBezTo>
                <a:close/>
                <a:moveTo>
                  <a:pt x="1276" y="7318"/>
                </a:moveTo>
                <a:cubicBezTo>
                  <a:pt x="1053" y="7318"/>
                  <a:pt x="944" y="7584"/>
                  <a:pt x="1100" y="7741"/>
                </a:cubicBezTo>
                <a:cubicBezTo>
                  <a:pt x="1150" y="7790"/>
                  <a:pt x="1211" y="7813"/>
                  <a:pt x="1271" y="7813"/>
                </a:cubicBezTo>
                <a:cubicBezTo>
                  <a:pt x="1398" y="7813"/>
                  <a:pt x="1520" y="7714"/>
                  <a:pt x="1520" y="7566"/>
                </a:cubicBezTo>
                <a:cubicBezTo>
                  <a:pt x="1520" y="7428"/>
                  <a:pt x="1410" y="7318"/>
                  <a:pt x="1276" y="7318"/>
                </a:cubicBezTo>
                <a:close/>
                <a:moveTo>
                  <a:pt x="2495" y="7318"/>
                </a:moveTo>
                <a:cubicBezTo>
                  <a:pt x="2272" y="7318"/>
                  <a:pt x="2163" y="7584"/>
                  <a:pt x="2319" y="7741"/>
                </a:cubicBezTo>
                <a:cubicBezTo>
                  <a:pt x="2370" y="7790"/>
                  <a:pt x="2431" y="7813"/>
                  <a:pt x="2491" y="7813"/>
                </a:cubicBezTo>
                <a:cubicBezTo>
                  <a:pt x="2618" y="7813"/>
                  <a:pt x="2739" y="7714"/>
                  <a:pt x="2739" y="7566"/>
                </a:cubicBezTo>
                <a:cubicBezTo>
                  <a:pt x="2739" y="7428"/>
                  <a:pt x="2630" y="7318"/>
                  <a:pt x="2495" y="7318"/>
                </a:cubicBezTo>
                <a:close/>
                <a:moveTo>
                  <a:pt x="3714" y="7318"/>
                </a:moveTo>
                <a:cubicBezTo>
                  <a:pt x="3494" y="7318"/>
                  <a:pt x="3385" y="7584"/>
                  <a:pt x="3538" y="7741"/>
                </a:cubicBezTo>
                <a:cubicBezTo>
                  <a:pt x="3589" y="7790"/>
                  <a:pt x="3651" y="7813"/>
                  <a:pt x="3711" y="7813"/>
                </a:cubicBezTo>
                <a:cubicBezTo>
                  <a:pt x="3839" y="7813"/>
                  <a:pt x="3961" y="7714"/>
                  <a:pt x="3961" y="7566"/>
                </a:cubicBezTo>
                <a:cubicBezTo>
                  <a:pt x="3961" y="7428"/>
                  <a:pt x="3849" y="7318"/>
                  <a:pt x="3714" y="7318"/>
                </a:cubicBezTo>
                <a:close/>
                <a:moveTo>
                  <a:pt x="4933" y="7318"/>
                </a:moveTo>
                <a:cubicBezTo>
                  <a:pt x="4713" y="7318"/>
                  <a:pt x="4604" y="7584"/>
                  <a:pt x="4757" y="7741"/>
                </a:cubicBezTo>
                <a:cubicBezTo>
                  <a:pt x="4808" y="7790"/>
                  <a:pt x="4870" y="7813"/>
                  <a:pt x="4930" y="7813"/>
                </a:cubicBezTo>
                <a:cubicBezTo>
                  <a:pt x="5058" y="7813"/>
                  <a:pt x="5180" y="7714"/>
                  <a:pt x="5180" y="7566"/>
                </a:cubicBezTo>
                <a:cubicBezTo>
                  <a:pt x="5180" y="7428"/>
                  <a:pt x="5068" y="7318"/>
                  <a:pt x="4933" y="7318"/>
                </a:cubicBezTo>
                <a:close/>
                <a:moveTo>
                  <a:pt x="25663" y="8537"/>
                </a:moveTo>
                <a:cubicBezTo>
                  <a:pt x="25532" y="8537"/>
                  <a:pt x="25419" y="8643"/>
                  <a:pt x="25419" y="8785"/>
                </a:cubicBezTo>
                <a:cubicBezTo>
                  <a:pt x="25419" y="8819"/>
                  <a:pt x="25425" y="8857"/>
                  <a:pt x="25441" y="8888"/>
                </a:cubicBezTo>
                <a:cubicBezTo>
                  <a:pt x="25531" y="8769"/>
                  <a:pt x="25632" y="8653"/>
                  <a:pt x="25741" y="8550"/>
                </a:cubicBezTo>
                <a:cubicBezTo>
                  <a:pt x="25715" y="8541"/>
                  <a:pt x="25689" y="8537"/>
                  <a:pt x="25663" y="8537"/>
                </a:cubicBezTo>
                <a:close/>
                <a:moveTo>
                  <a:pt x="54" y="8537"/>
                </a:moveTo>
                <a:cubicBezTo>
                  <a:pt x="38" y="8537"/>
                  <a:pt x="19" y="8540"/>
                  <a:pt x="0" y="8543"/>
                </a:cubicBezTo>
                <a:lnTo>
                  <a:pt x="0" y="9026"/>
                </a:lnTo>
                <a:cubicBezTo>
                  <a:pt x="18" y="9030"/>
                  <a:pt x="36" y="9032"/>
                  <a:pt x="53" y="9032"/>
                </a:cubicBezTo>
                <a:cubicBezTo>
                  <a:pt x="177" y="9032"/>
                  <a:pt x="285" y="8939"/>
                  <a:pt x="301" y="8813"/>
                </a:cubicBezTo>
                <a:cubicBezTo>
                  <a:pt x="317" y="8666"/>
                  <a:pt x="201" y="8537"/>
                  <a:pt x="54" y="8537"/>
                </a:cubicBezTo>
                <a:close/>
                <a:moveTo>
                  <a:pt x="1276" y="8537"/>
                </a:moveTo>
                <a:cubicBezTo>
                  <a:pt x="1053" y="8537"/>
                  <a:pt x="944" y="8803"/>
                  <a:pt x="1100" y="8960"/>
                </a:cubicBezTo>
                <a:cubicBezTo>
                  <a:pt x="1150" y="9010"/>
                  <a:pt x="1211" y="9032"/>
                  <a:pt x="1271" y="9032"/>
                </a:cubicBezTo>
                <a:cubicBezTo>
                  <a:pt x="1398" y="9032"/>
                  <a:pt x="1520" y="8933"/>
                  <a:pt x="1520" y="8785"/>
                </a:cubicBezTo>
                <a:cubicBezTo>
                  <a:pt x="1520" y="8650"/>
                  <a:pt x="1410" y="8537"/>
                  <a:pt x="1276" y="8537"/>
                </a:cubicBezTo>
                <a:close/>
                <a:moveTo>
                  <a:pt x="2495" y="8537"/>
                </a:moveTo>
                <a:cubicBezTo>
                  <a:pt x="2272" y="8537"/>
                  <a:pt x="2163" y="8803"/>
                  <a:pt x="2319" y="8960"/>
                </a:cubicBezTo>
                <a:cubicBezTo>
                  <a:pt x="2370" y="9010"/>
                  <a:pt x="2431" y="9032"/>
                  <a:pt x="2491" y="9032"/>
                </a:cubicBezTo>
                <a:cubicBezTo>
                  <a:pt x="2618" y="9032"/>
                  <a:pt x="2739" y="8933"/>
                  <a:pt x="2739" y="8785"/>
                </a:cubicBezTo>
                <a:cubicBezTo>
                  <a:pt x="2739" y="8647"/>
                  <a:pt x="2630" y="8537"/>
                  <a:pt x="2495" y="8537"/>
                </a:cubicBezTo>
                <a:close/>
                <a:moveTo>
                  <a:pt x="3714" y="8537"/>
                </a:moveTo>
                <a:cubicBezTo>
                  <a:pt x="3494" y="8537"/>
                  <a:pt x="3385" y="8803"/>
                  <a:pt x="3538" y="8960"/>
                </a:cubicBezTo>
                <a:cubicBezTo>
                  <a:pt x="3589" y="9010"/>
                  <a:pt x="3651" y="9032"/>
                  <a:pt x="3711" y="9032"/>
                </a:cubicBezTo>
                <a:cubicBezTo>
                  <a:pt x="3839" y="9032"/>
                  <a:pt x="3961" y="8933"/>
                  <a:pt x="3961" y="8785"/>
                </a:cubicBezTo>
                <a:cubicBezTo>
                  <a:pt x="3958" y="8650"/>
                  <a:pt x="3849" y="8537"/>
                  <a:pt x="3714" y="8537"/>
                </a:cubicBezTo>
                <a:close/>
                <a:moveTo>
                  <a:pt x="4933" y="8537"/>
                </a:moveTo>
                <a:cubicBezTo>
                  <a:pt x="4713" y="8537"/>
                  <a:pt x="4604" y="8803"/>
                  <a:pt x="4757" y="8960"/>
                </a:cubicBezTo>
                <a:cubicBezTo>
                  <a:pt x="4808" y="9010"/>
                  <a:pt x="4870" y="9032"/>
                  <a:pt x="4930" y="9032"/>
                </a:cubicBezTo>
                <a:cubicBezTo>
                  <a:pt x="5058" y="9032"/>
                  <a:pt x="5180" y="8933"/>
                  <a:pt x="5180" y="8785"/>
                </a:cubicBezTo>
                <a:cubicBezTo>
                  <a:pt x="5180" y="8647"/>
                  <a:pt x="5068" y="8537"/>
                  <a:pt x="4933" y="8537"/>
                </a:cubicBezTo>
                <a:close/>
                <a:moveTo>
                  <a:pt x="6152" y="8537"/>
                </a:moveTo>
                <a:cubicBezTo>
                  <a:pt x="5933" y="8537"/>
                  <a:pt x="5823" y="8803"/>
                  <a:pt x="5976" y="8960"/>
                </a:cubicBezTo>
                <a:cubicBezTo>
                  <a:pt x="6027" y="9010"/>
                  <a:pt x="6089" y="9032"/>
                  <a:pt x="6149" y="9032"/>
                </a:cubicBezTo>
                <a:cubicBezTo>
                  <a:pt x="6277" y="9032"/>
                  <a:pt x="6399" y="8933"/>
                  <a:pt x="6399" y="8785"/>
                </a:cubicBezTo>
                <a:cubicBezTo>
                  <a:pt x="6399" y="8647"/>
                  <a:pt x="6287" y="8537"/>
                  <a:pt x="6152" y="8537"/>
                </a:cubicBezTo>
                <a:close/>
                <a:moveTo>
                  <a:pt x="7371" y="8537"/>
                </a:moveTo>
                <a:cubicBezTo>
                  <a:pt x="7152" y="8537"/>
                  <a:pt x="7042" y="8803"/>
                  <a:pt x="7199" y="8960"/>
                </a:cubicBezTo>
                <a:cubicBezTo>
                  <a:pt x="7248" y="9010"/>
                  <a:pt x="7309" y="9032"/>
                  <a:pt x="7369" y="9032"/>
                </a:cubicBezTo>
                <a:cubicBezTo>
                  <a:pt x="7496" y="9032"/>
                  <a:pt x="7619" y="8933"/>
                  <a:pt x="7619" y="8785"/>
                </a:cubicBezTo>
                <a:cubicBezTo>
                  <a:pt x="7619" y="8647"/>
                  <a:pt x="7509" y="8537"/>
                  <a:pt x="7371" y="8537"/>
                </a:cubicBezTo>
                <a:close/>
                <a:moveTo>
                  <a:pt x="8590" y="8537"/>
                </a:moveTo>
                <a:cubicBezTo>
                  <a:pt x="8371" y="8537"/>
                  <a:pt x="8261" y="8803"/>
                  <a:pt x="8418" y="8960"/>
                </a:cubicBezTo>
                <a:cubicBezTo>
                  <a:pt x="8467" y="9010"/>
                  <a:pt x="8528" y="9032"/>
                  <a:pt x="8588" y="9032"/>
                </a:cubicBezTo>
                <a:cubicBezTo>
                  <a:pt x="8715" y="9032"/>
                  <a:pt x="8838" y="8933"/>
                  <a:pt x="8838" y="8785"/>
                </a:cubicBezTo>
                <a:cubicBezTo>
                  <a:pt x="8838" y="8647"/>
                  <a:pt x="8728" y="8537"/>
                  <a:pt x="8590" y="8537"/>
                </a:cubicBezTo>
                <a:close/>
                <a:moveTo>
                  <a:pt x="9812" y="8537"/>
                </a:moveTo>
                <a:cubicBezTo>
                  <a:pt x="9590" y="8537"/>
                  <a:pt x="9480" y="8803"/>
                  <a:pt x="9637" y="8960"/>
                </a:cubicBezTo>
                <a:cubicBezTo>
                  <a:pt x="9687" y="9010"/>
                  <a:pt x="9749" y="9032"/>
                  <a:pt x="9809" y="9032"/>
                </a:cubicBezTo>
                <a:cubicBezTo>
                  <a:pt x="9936" y="9032"/>
                  <a:pt x="10057" y="8933"/>
                  <a:pt x="10057" y="8785"/>
                </a:cubicBezTo>
                <a:cubicBezTo>
                  <a:pt x="10057" y="8647"/>
                  <a:pt x="9947" y="8537"/>
                  <a:pt x="9812" y="8537"/>
                </a:cubicBezTo>
                <a:close/>
                <a:moveTo>
                  <a:pt x="11031" y="8537"/>
                </a:moveTo>
                <a:cubicBezTo>
                  <a:pt x="10809" y="8537"/>
                  <a:pt x="10699" y="8803"/>
                  <a:pt x="10856" y="8960"/>
                </a:cubicBezTo>
                <a:cubicBezTo>
                  <a:pt x="10906" y="9010"/>
                  <a:pt x="10968" y="9032"/>
                  <a:pt x="11028" y="9032"/>
                </a:cubicBezTo>
                <a:cubicBezTo>
                  <a:pt x="11155" y="9032"/>
                  <a:pt x="11276" y="8933"/>
                  <a:pt x="11276" y="8785"/>
                </a:cubicBezTo>
                <a:cubicBezTo>
                  <a:pt x="11276" y="8647"/>
                  <a:pt x="11166" y="8537"/>
                  <a:pt x="11031" y="8537"/>
                </a:cubicBezTo>
                <a:close/>
                <a:moveTo>
                  <a:pt x="12250" y="8537"/>
                </a:moveTo>
                <a:cubicBezTo>
                  <a:pt x="12031" y="8537"/>
                  <a:pt x="11921" y="8803"/>
                  <a:pt x="12075" y="8960"/>
                </a:cubicBezTo>
                <a:cubicBezTo>
                  <a:pt x="12125" y="9010"/>
                  <a:pt x="12187" y="9032"/>
                  <a:pt x="12248" y="9032"/>
                </a:cubicBezTo>
                <a:cubicBezTo>
                  <a:pt x="12375" y="9032"/>
                  <a:pt x="12498" y="8933"/>
                  <a:pt x="12498" y="8785"/>
                </a:cubicBezTo>
                <a:cubicBezTo>
                  <a:pt x="12495" y="8647"/>
                  <a:pt x="12385" y="8537"/>
                  <a:pt x="12250" y="8537"/>
                </a:cubicBezTo>
                <a:close/>
                <a:moveTo>
                  <a:pt x="13469" y="8537"/>
                </a:moveTo>
                <a:cubicBezTo>
                  <a:pt x="13250" y="8537"/>
                  <a:pt x="13140" y="8803"/>
                  <a:pt x="13294" y="8960"/>
                </a:cubicBezTo>
                <a:cubicBezTo>
                  <a:pt x="13344" y="9010"/>
                  <a:pt x="13406" y="9032"/>
                  <a:pt x="13467" y="9032"/>
                </a:cubicBezTo>
                <a:cubicBezTo>
                  <a:pt x="13594" y="9032"/>
                  <a:pt x="13717" y="8933"/>
                  <a:pt x="13717" y="8785"/>
                </a:cubicBezTo>
                <a:cubicBezTo>
                  <a:pt x="13717" y="8647"/>
                  <a:pt x="13604" y="8537"/>
                  <a:pt x="13469" y="8537"/>
                </a:cubicBezTo>
                <a:close/>
                <a:moveTo>
                  <a:pt x="14688" y="8537"/>
                </a:moveTo>
                <a:cubicBezTo>
                  <a:pt x="14469" y="8537"/>
                  <a:pt x="14359" y="8803"/>
                  <a:pt x="14513" y="8960"/>
                </a:cubicBezTo>
                <a:cubicBezTo>
                  <a:pt x="14563" y="9010"/>
                  <a:pt x="14625" y="9032"/>
                  <a:pt x="14686" y="9032"/>
                </a:cubicBezTo>
                <a:cubicBezTo>
                  <a:pt x="14813" y="9032"/>
                  <a:pt x="14936" y="8933"/>
                  <a:pt x="14936" y="8785"/>
                </a:cubicBezTo>
                <a:cubicBezTo>
                  <a:pt x="14936" y="8647"/>
                  <a:pt x="14823" y="8537"/>
                  <a:pt x="14688" y="8537"/>
                </a:cubicBezTo>
                <a:close/>
                <a:moveTo>
                  <a:pt x="15907" y="8537"/>
                </a:moveTo>
                <a:cubicBezTo>
                  <a:pt x="15688" y="8537"/>
                  <a:pt x="15578" y="8803"/>
                  <a:pt x="15735" y="8960"/>
                </a:cubicBezTo>
                <a:cubicBezTo>
                  <a:pt x="15785" y="9010"/>
                  <a:pt x="15846" y="9032"/>
                  <a:pt x="15906" y="9032"/>
                </a:cubicBezTo>
                <a:cubicBezTo>
                  <a:pt x="16033" y="9032"/>
                  <a:pt x="16155" y="8933"/>
                  <a:pt x="16155" y="8785"/>
                </a:cubicBezTo>
                <a:cubicBezTo>
                  <a:pt x="16155" y="8647"/>
                  <a:pt x="16045" y="8537"/>
                  <a:pt x="15907" y="8537"/>
                </a:cubicBezTo>
                <a:close/>
                <a:moveTo>
                  <a:pt x="17127" y="8537"/>
                </a:moveTo>
                <a:cubicBezTo>
                  <a:pt x="16907" y="8537"/>
                  <a:pt x="16797" y="8803"/>
                  <a:pt x="16954" y="8960"/>
                </a:cubicBezTo>
                <a:cubicBezTo>
                  <a:pt x="17004" y="9010"/>
                  <a:pt x="17065" y="9032"/>
                  <a:pt x="17125" y="9032"/>
                </a:cubicBezTo>
                <a:cubicBezTo>
                  <a:pt x="17252" y="9032"/>
                  <a:pt x="17374" y="8933"/>
                  <a:pt x="17374" y="8785"/>
                </a:cubicBezTo>
                <a:cubicBezTo>
                  <a:pt x="17374" y="8647"/>
                  <a:pt x="17264" y="8537"/>
                  <a:pt x="17127" y="8537"/>
                </a:cubicBezTo>
                <a:close/>
                <a:moveTo>
                  <a:pt x="18349" y="8537"/>
                </a:moveTo>
                <a:cubicBezTo>
                  <a:pt x="18126" y="8537"/>
                  <a:pt x="18017" y="8803"/>
                  <a:pt x="18173" y="8960"/>
                </a:cubicBezTo>
                <a:cubicBezTo>
                  <a:pt x="18224" y="9010"/>
                  <a:pt x="18285" y="9032"/>
                  <a:pt x="18345" y="9032"/>
                </a:cubicBezTo>
                <a:cubicBezTo>
                  <a:pt x="18472" y="9032"/>
                  <a:pt x="18593" y="8933"/>
                  <a:pt x="18593" y="8785"/>
                </a:cubicBezTo>
                <a:cubicBezTo>
                  <a:pt x="18593" y="8647"/>
                  <a:pt x="18483" y="8537"/>
                  <a:pt x="18349" y="8537"/>
                </a:cubicBezTo>
                <a:close/>
                <a:moveTo>
                  <a:pt x="19568" y="8537"/>
                </a:moveTo>
                <a:cubicBezTo>
                  <a:pt x="19345" y="8537"/>
                  <a:pt x="19236" y="8803"/>
                  <a:pt x="19392" y="8960"/>
                </a:cubicBezTo>
                <a:cubicBezTo>
                  <a:pt x="19443" y="9010"/>
                  <a:pt x="19504" y="9032"/>
                  <a:pt x="19564" y="9032"/>
                </a:cubicBezTo>
                <a:cubicBezTo>
                  <a:pt x="19691" y="9032"/>
                  <a:pt x="19812" y="8933"/>
                  <a:pt x="19812" y="8785"/>
                </a:cubicBezTo>
                <a:cubicBezTo>
                  <a:pt x="19812" y="8647"/>
                  <a:pt x="19703" y="8537"/>
                  <a:pt x="19568" y="8537"/>
                </a:cubicBezTo>
                <a:close/>
                <a:moveTo>
                  <a:pt x="20787" y="8537"/>
                </a:moveTo>
                <a:cubicBezTo>
                  <a:pt x="20567" y="8537"/>
                  <a:pt x="20458" y="8803"/>
                  <a:pt x="20611" y="8960"/>
                </a:cubicBezTo>
                <a:cubicBezTo>
                  <a:pt x="20662" y="9010"/>
                  <a:pt x="20724" y="9032"/>
                  <a:pt x="20784" y="9032"/>
                </a:cubicBezTo>
                <a:cubicBezTo>
                  <a:pt x="20912" y="9032"/>
                  <a:pt x="21034" y="8933"/>
                  <a:pt x="21034" y="8785"/>
                </a:cubicBezTo>
                <a:cubicBezTo>
                  <a:pt x="21031" y="8647"/>
                  <a:pt x="20922" y="8537"/>
                  <a:pt x="20787" y="8537"/>
                </a:cubicBezTo>
                <a:close/>
                <a:moveTo>
                  <a:pt x="22006" y="8537"/>
                </a:moveTo>
                <a:cubicBezTo>
                  <a:pt x="21786" y="8537"/>
                  <a:pt x="21677" y="8803"/>
                  <a:pt x="21830" y="8960"/>
                </a:cubicBezTo>
                <a:cubicBezTo>
                  <a:pt x="21881" y="9010"/>
                  <a:pt x="21943" y="9032"/>
                  <a:pt x="22003" y="9032"/>
                </a:cubicBezTo>
                <a:cubicBezTo>
                  <a:pt x="22131" y="9032"/>
                  <a:pt x="22253" y="8933"/>
                  <a:pt x="22253" y="8785"/>
                </a:cubicBezTo>
                <a:cubicBezTo>
                  <a:pt x="22253" y="8647"/>
                  <a:pt x="22141" y="8537"/>
                  <a:pt x="22006" y="8537"/>
                </a:cubicBezTo>
                <a:close/>
                <a:moveTo>
                  <a:pt x="23225" y="8537"/>
                </a:moveTo>
                <a:cubicBezTo>
                  <a:pt x="23006" y="8537"/>
                  <a:pt x="22896" y="8803"/>
                  <a:pt x="23049" y="8960"/>
                </a:cubicBezTo>
                <a:cubicBezTo>
                  <a:pt x="23100" y="9010"/>
                  <a:pt x="23162" y="9032"/>
                  <a:pt x="23222" y="9032"/>
                </a:cubicBezTo>
                <a:cubicBezTo>
                  <a:pt x="23350" y="9032"/>
                  <a:pt x="23472" y="8933"/>
                  <a:pt x="23472" y="8785"/>
                </a:cubicBezTo>
                <a:cubicBezTo>
                  <a:pt x="23472" y="8647"/>
                  <a:pt x="23363" y="8537"/>
                  <a:pt x="23225" y="8537"/>
                </a:cubicBezTo>
                <a:close/>
                <a:moveTo>
                  <a:pt x="24444" y="8537"/>
                </a:moveTo>
                <a:cubicBezTo>
                  <a:pt x="24225" y="8537"/>
                  <a:pt x="24115" y="8803"/>
                  <a:pt x="24272" y="8960"/>
                </a:cubicBezTo>
                <a:cubicBezTo>
                  <a:pt x="24321" y="9010"/>
                  <a:pt x="24382" y="9032"/>
                  <a:pt x="24442" y="9032"/>
                </a:cubicBezTo>
                <a:cubicBezTo>
                  <a:pt x="24569" y="9032"/>
                  <a:pt x="24692" y="8933"/>
                  <a:pt x="24692" y="8785"/>
                </a:cubicBezTo>
                <a:cubicBezTo>
                  <a:pt x="24692" y="8647"/>
                  <a:pt x="24582" y="8537"/>
                  <a:pt x="24444" y="8537"/>
                </a:cubicBezTo>
                <a:close/>
                <a:moveTo>
                  <a:pt x="54" y="9756"/>
                </a:moveTo>
                <a:cubicBezTo>
                  <a:pt x="38" y="9756"/>
                  <a:pt x="19" y="9759"/>
                  <a:pt x="0" y="9762"/>
                </a:cubicBezTo>
                <a:lnTo>
                  <a:pt x="0" y="10245"/>
                </a:lnTo>
                <a:cubicBezTo>
                  <a:pt x="18" y="10249"/>
                  <a:pt x="36" y="10251"/>
                  <a:pt x="53" y="10251"/>
                </a:cubicBezTo>
                <a:cubicBezTo>
                  <a:pt x="177" y="10251"/>
                  <a:pt x="285" y="10158"/>
                  <a:pt x="301" y="10032"/>
                </a:cubicBezTo>
                <a:cubicBezTo>
                  <a:pt x="317" y="9885"/>
                  <a:pt x="201" y="9759"/>
                  <a:pt x="54" y="9759"/>
                </a:cubicBezTo>
                <a:lnTo>
                  <a:pt x="54" y="9756"/>
                </a:lnTo>
                <a:close/>
                <a:moveTo>
                  <a:pt x="1276" y="9756"/>
                </a:moveTo>
                <a:cubicBezTo>
                  <a:pt x="1053" y="9756"/>
                  <a:pt x="944" y="10022"/>
                  <a:pt x="1100" y="10179"/>
                </a:cubicBezTo>
                <a:cubicBezTo>
                  <a:pt x="1150" y="10229"/>
                  <a:pt x="1211" y="10251"/>
                  <a:pt x="1271" y="10251"/>
                </a:cubicBezTo>
                <a:cubicBezTo>
                  <a:pt x="1398" y="10251"/>
                  <a:pt x="1520" y="10152"/>
                  <a:pt x="1520" y="10004"/>
                </a:cubicBezTo>
                <a:cubicBezTo>
                  <a:pt x="1520" y="9869"/>
                  <a:pt x="1410" y="9756"/>
                  <a:pt x="1276" y="9756"/>
                </a:cubicBezTo>
                <a:close/>
                <a:moveTo>
                  <a:pt x="2495" y="9756"/>
                </a:moveTo>
                <a:cubicBezTo>
                  <a:pt x="2272" y="9756"/>
                  <a:pt x="2163" y="10022"/>
                  <a:pt x="2319" y="10179"/>
                </a:cubicBezTo>
                <a:cubicBezTo>
                  <a:pt x="2370" y="10229"/>
                  <a:pt x="2431" y="10251"/>
                  <a:pt x="2491" y="10251"/>
                </a:cubicBezTo>
                <a:cubicBezTo>
                  <a:pt x="2618" y="10251"/>
                  <a:pt x="2739" y="10152"/>
                  <a:pt x="2739" y="10004"/>
                </a:cubicBezTo>
                <a:cubicBezTo>
                  <a:pt x="2739" y="9869"/>
                  <a:pt x="2630" y="9756"/>
                  <a:pt x="2495" y="9756"/>
                </a:cubicBezTo>
                <a:close/>
                <a:moveTo>
                  <a:pt x="3714" y="9756"/>
                </a:moveTo>
                <a:cubicBezTo>
                  <a:pt x="3494" y="9756"/>
                  <a:pt x="3385" y="10022"/>
                  <a:pt x="3538" y="10179"/>
                </a:cubicBezTo>
                <a:cubicBezTo>
                  <a:pt x="3589" y="10229"/>
                  <a:pt x="3651" y="10251"/>
                  <a:pt x="3711" y="10251"/>
                </a:cubicBezTo>
                <a:cubicBezTo>
                  <a:pt x="3839" y="10251"/>
                  <a:pt x="3961" y="10152"/>
                  <a:pt x="3961" y="10004"/>
                </a:cubicBezTo>
                <a:cubicBezTo>
                  <a:pt x="3961" y="9869"/>
                  <a:pt x="3849" y="9756"/>
                  <a:pt x="3714" y="9756"/>
                </a:cubicBezTo>
                <a:close/>
                <a:moveTo>
                  <a:pt x="4933" y="9756"/>
                </a:moveTo>
                <a:cubicBezTo>
                  <a:pt x="4713" y="9756"/>
                  <a:pt x="4604" y="10022"/>
                  <a:pt x="4757" y="10179"/>
                </a:cubicBezTo>
                <a:cubicBezTo>
                  <a:pt x="4808" y="10229"/>
                  <a:pt x="4870" y="10251"/>
                  <a:pt x="4930" y="10251"/>
                </a:cubicBezTo>
                <a:cubicBezTo>
                  <a:pt x="5058" y="10251"/>
                  <a:pt x="5180" y="10152"/>
                  <a:pt x="5180" y="10004"/>
                </a:cubicBezTo>
                <a:cubicBezTo>
                  <a:pt x="5180" y="9869"/>
                  <a:pt x="5068" y="9756"/>
                  <a:pt x="4933" y="9756"/>
                </a:cubicBezTo>
                <a:close/>
                <a:moveTo>
                  <a:pt x="6152" y="9756"/>
                </a:moveTo>
                <a:cubicBezTo>
                  <a:pt x="5933" y="9756"/>
                  <a:pt x="5823" y="10022"/>
                  <a:pt x="5976" y="10179"/>
                </a:cubicBezTo>
                <a:cubicBezTo>
                  <a:pt x="6027" y="10229"/>
                  <a:pt x="6089" y="10251"/>
                  <a:pt x="6149" y="10251"/>
                </a:cubicBezTo>
                <a:cubicBezTo>
                  <a:pt x="6277" y="10251"/>
                  <a:pt x="6399" y="10152"/>
                  <a:pt x="6399" y="10004"/>
                </a:cubicBezTo>
                <a:cubicBezTo>
                  <a:pt x="6399" y="9869"/>
                  <a:pt x="6290" y="9756"/>
                  <a:pt x="6152" y="9756"/>
                </a:cubicBezTo>
                <a:close/>
                <a:moveTo>
                  <a:pt x="7371" y="9756"/>
                </a:moveTo>
                <a:cubicBezTo>
                  <a:pt x="7152" y="9756"/>
                  <a:pt x="7042" y="10022"/>
                  <a:pt x="7199" y="10179"/>
                </a:cubicBezTo>
                <a:cubicBezTo>
                  <a:pt x="7248" y="10229"/>
                  <a:pt x="7309" y="10251"/>
                  <a:pt x="7369" y="10251"/>
                </a:cubicBezTo>
                <a:cubicBezTo>
                  <a:pt x="7496" y="10251"/>
                  <a:pt x="7619" y="10152"/>
                  <a:pt x="7619" y="10004"/>
                </a:cubicBezTo>
                <a:cubicBezTo>
                  <a:pt x="7619" y="9869"/>
                  <a:pt x="7509" y="9756"/>
                  <a:pt x="7371" y="9756"/>
                </a:cubicBezTo>
                <a:close/>
                <a:moveTo>
                  <a:pt x="8590" y="9756"/>
                </a:moveTo>
                <a:cubicBezTo>
                  <a:pt x="8371" y="9756"/>
                  <a:pt x="8261" y="10022"/>
                  <a:pt x="8418" y="10179"/>
                </a:cubicBezTo>
                <a:cubicBezTo>
                  <a:pt x="8467" y="10229"/>
                  <a:pt x="8528" y="10251"/>
                  <a:pt x="8588" y="10251"/>
                </a:cubicBezTo>
                <a:cubicBezTo>
                  <a:pt x="8715" y="10251"/>
                  <a:pt x="8838" y="10152"/>
                  <a:pt x="8838" y="10004"/>
                </a:cubicBezTo>
                <a:cubicBezTo>
                  <a:pt x="8838" y="9869"/>
                  <a:pt x="8728" y="9756"/>
                  <a:pt x="8590" y="9756"/>
                </a:cubicBezTo>
                <a:close/>
                <a:moveTo>
                  <a:pt x="9812" y="9756"/>
                </a:moveTo>
                <a:cubicBezTo>
                  <a:pt x="9590" y="9756"/>
                  <a:pt x="9480" y="10022"/>
                  <a:pt x="9637" y="10179"/>
                </a:cubicBezTo>
                <a:cubicBezTo>
                  <a:pt x="9686" y="10229"/>
                  <a:pt x="9747" y="10251"/>
                  <a:pt x="9807" y="10251"/>
                </a:cubicBezTo>
                <a:cubicBezTo>
                  <a:pt x="9934" y="10251"/>
                  <a:pt x="10057" y="10152"/>
                  <a:pt x="10057" y="10004"/>
                </a:cubicBezTo>
                <a:cubicBezTo>
                  <a:pt x="10057" y="9869"/>
                  <a:pt x="9947" y="9756"/>
                  <a:pt x="9812" y="9756"/>
                </a:cubicBezTo>
                <a:close/>
                <a:moveTo>
                  <a:pt x="11031" y="9756"/>
                </a:moveTo>
                <a:cubicBezTo>
                  <a:pt x="10809" y="9756"/>
                  <a:pt x="10699" y="10022"/>
                  <a:pt x="10856" y="10179"/>
                </a:cubicBezTo>
                <a:cubicBezTo>
                  <a:pt x="10906" y="10229"/>
                  <a:pt x="10968" y="10251"/>
                  <a:pt x="11028" y="10251"/>
                </a:cubicBezTo>
                <a:cubicBezTo>
                  <a:pt x="11155" y="10251"/>
                  <a:pt x="11276" y="10152"/>
                  <a:pt x="11276" y="10004"/>
                </a:cubicBezTo>
                <a:cubicBezTo>
                  <a:pt x="11276" y="9869"/>
                  <a:pt x="11166" y="9756"/>
                  <a:pt x="11031" y="9756"/>
                </a:cubicBezTo>
                <a:close/>
                <a:moveTo>
                  <a:pt x="12250" y="9756"/>
                </a:moveTo>
                <a:cubicBezTo>
                  <a:pt x="12031" y="9756"/>
                  <a:pt x="11921" y="10022"/>
                  <a:pt x="12075" y="10179"/>
                </a:cubicBezTo>
                <a:cubicBezTo>
                  <a:pt x="12125" y="10229"/>
                  <a:pt x="12187" y="10251"/>
                  <a:pt x="12248" y="10251"/>
                </a:cubicBezTo>
                <a:cubicBezTo>
                  <a:pt x="12375" y="10251"/>
                  <a:pt x="12498" y="10152"/>
                  <a:pt x="12498" y="10004"/>
                </a:cubicBezTo>
                <a:cubicBezTo>
                  <a:pt x="12495" y="9869"/>
                  <a:pt x="12385" y="9756"/>
                  <a:pt x="12250" y="9756"/>
                </a:cubicBezTo>
                <a:close/>
                <a:moveTo>
                  <a:pt x="13469" y="9756"/>
                </a:moveTo>
                <a:cubicBezTo>
                  <a:pt x="13250" y="9756"/>
                  <a:pt x="13140" y="10022"/>
                  <a:pt x="13294" y="10179"/>
                </a:cubicBezTo>
                <a:cubicBezTo>
                  <a:pt x="13344" y="10229"/>
                  <a:pt x="13406" y="10251"/>
                  <a:pt x="13467" y="10251"/>
                </a:cubicBezTo>
                <a:cubicBezTo>
                  <a:pt x="13594" y="10251"/>
                  <a:pt x="13717" y="10152"/>
                  <a:pt x="13717" y="10004"/>
                </a:cubicBezTo>
                <a:cubicBezTo>
                  <a:pt x="13717" y="9869"/>
                  <a:pt x="13604" y="9756"/>
                  <a:pt x="13469" y="9756"/>
                </a:cubicBezTo>
                <a:close/>
                <a:moveTo>
                  <a:pt x="14688" y="9756"/>
                </a:moveTo>
                <a:cubicBezTo>
                  <a:pt x="14469" y="9756"/>
                  <a:pt x="14359" y="10022"/>
                  <a:pt x="14513" y="10179"/>
                </a:cubicBezTo>
                <a:cubicBezTo>
                  <a:pt x="14563" y="10229"/>
                  <a:pt x="14625" y="10251"/>
                  <a:pt x="14686" y="10251"/>
                </a:cubicBezTo>
                <a:cubicBezTo>
                  <a:pt x="14813" y="10251"/>
                  <a:pt x="14936" y="10152"/>
                  <a:pt x="14936" y="10004"/>
                </a:cubicBezTo>
                <a:cubicBezTo>
                  <a:pt x="14936" y="9869"/>
                  <a:pt x="14823" y="9756"/>
                  <a:pt x="14688" y="9756"/>
                </a:cubicBezTo>
                <a:close/>
                <a:moveTo>
                  <a:pt x="15907" y="9756"/>
                </a:moveTo>
                <a:cubicBezTo>
                  <a:pt x="15688" y="9756"/>
                  <a:pt x="15578" y="10022"/>
                  <a:pt x="15735" y="10179"/>
                </a:cubicBezTo>
                <a:cubicBezTo>
                  <a:pt x="15785" y="10229"/>
                  <a:pt x="15846" y="10251"/>
                  <a:pt x="15906" y="10251"/>
                </a:cubicBezTo>
                <a:cubicBezTo>
                  <a:pt x="16033" y="10251"/>
                  <a:pt x="16155" y="10152"/>
                  <a:pt x="16155" y="10004"/>
                </a:cubicBezTo>
                <a:cubicBezTo>
                  <a:pt x="16155" y="9869"/>
                  <a:pt x="16045" y="9756"/>
                  <a:pt x="15907" y="9756"/>
                </a:cubicBezTo>
                <a:close/>
                <a:moveTo>
                  <a:pt x="17127" y="9756"/>
                </a:moveTo>
                <a:cubicBezTo>
                  <a:pt x="16907" y="9756"/>
                  <a:pt x="16797" y="10022"/>
                  <a:pt x="16954" y="10179"/>
                </a:cubicBezTo>
                <a:cubicBezTo>
                  <a:pt x="17004" y="10229"/>
                  <a:pt x="17065" y="10251"/>
                  <a:pt x="17125" y="10251"/>
                </a:cubicBezTo>
                <a:cubicBezTo>
                  <a:pt x="17252" y="10251"/>
                  <a:pt x="17374" y="10152"/>
                  <a:pt x="17374" y="10004"/>
                </a:cubicBezTo>
                <a:cubicBezTo>
                  <a:pt x="17374" y="9869"/>
                  <a:pt x="17264" y="9756"/>
                  <a:pt x="17127" y="9756"/>
                </a:cubicBezTo>
                <a:close/>
                <a:moveTo>
                  <a:pt x="18349" y="9756"/>
                </a:moveTo>
                <a:cubicBezTo>
                  <a:pt x="18126" y="9756"/>
                  <a:pt x="18017" y="10022"/>
                  <a:pt x="18173" y="10179"/>
                </a:cubicBezTo>
                <a:cubicBezTo>
                  <a:pt x="18223" y="10229"/>
                  <a:pt x="18284" y="10251"/>
                  <a:pt x="18344" y="10251"/>
                </a:cubicBezTo>
                <a:cubicBezTo>
                  <a:pt x="18471" y="10251"/>
                  <a:pt x="18593" y="10152"/>
                  <a:pt x="18593" y="10004"/>
                </a:cubicBezTo>
                <a:cubicBezTo>
                  <a:pt x="18593" y="9869"/>
                  <a:pt x="18483" y="9756"/>
                  <a:pt x="18349" y="9756"/>
                </a:cubicBezTo>
                <a:close/>
                <a:moveTo>
                  <a:pt x="19568" y="9756"/>
                </a:moveTo>
                <a:cubicBezTo>
                  <a:pt x="19348" y="9756"/>
                  <a:pt x="19236" y="10022"/>
                  <a:pt x="19392" y="10179"/>
                </a:cubicBezTo>
                <a:cubicBezTo>
                  <a:pt x="19443" y="10229"/>
                  <a:pt x="19504" y="10251"/>
                  <a:pt x="19564" y="10251"/>
                </a:cubicBezTo>
                <a:cubicBezTo>
                  <a:pt x="19691" y="10251"/>
                  <a:pt x="19812" y="10152"/>
                  <a:pt x="19812" y="10004"/>
                </a:cubicBezTo>
                <a:cubicBezTo>
                  <a:pt x="19812" y="9869"/>
                  <a:pt x="19703" y="9756"/>
                  <a:pt x="19568" y="9756"/>
                </a:cubicBezTo>
                <a:close/>
                <a:moveTo>
                  <a:pt x="20787" y="9756"/>
                </a:moveTo>
                <a:cubicBezTo>
                  <a:pt x="20567" y="9756"/>
                  <a:pt x="20458" y="10022"/>
                  <a:pt x="20611" y="10179"/>
                </a:cubicBezTo>
                <a:cubicBezTo>
                  <a:pt x="20662" y="10229"/>
                  <a:pt x="20724" y="10251"/>
                  <a:pt x="20784" y="10251"/>
                </a:cubicBezTo>
                <a:cubicBezTo>
                  <a:pt x="20912" y="10251"/>
                  <a:pt x="21034" y="10152"/>
                  <a:pt x="21034" y="10004"/>
                </a:cubicBezTo>
                <a:cubicBezTo>
                  <a:pt x="21031" y="9869"/>
                  <a:pt x="20922" y="9756"/>
                  <a:pt x="20787" y="9756"/>
                </a:cubicBezTo>
                <a:close/>
                <a:moveTo>
                  <a:pt x="22006" y="9756"/>
                </a:moveTo>
                <a:cubicBezTo>
                  <a:pt x="21786" y="9756"/>
                  <a:pt x="21677" y="10022"/>
                  <a:pt x="21830" y="10179"/>
                </a:cubicBezTo>
                <a:cubicBezTo>
                  <a:pt x="21881" y="10229"/>
                  <a:pt x="21943" y="10251"/>
                  <a:pt x="22003" y="10251"/>
                </a:cubicBezTo>
                <a:cubicBezTo>
                  <a:pt x="22131" y="10251"/>
                  <a:pt x="22253" y="10152"/>
                  <a:pt x="22253" y="10004"/>
                </a:cubicBezTo>
                <a:cubicBezTo>
                  <a:pt x="22253" y="9869"/>
                  <a:pt x="22141" y="9756"/>
                  <a:pt x="22006" y="9756"/>
                </a:cubicBezTo>
                <a:close/>
                <a:moveTo>
                  <a:pt x="23225" y="9756"/>
                </a:moveTo>
                <a:cubicBezTo>
                  <a:pt x="23006" y="9756"/>
                  <a:pt x="22896" y="10022"/>
                  <a:pt x="23049" y="10179"/>
                </a:cubicBezTo>
                <a:cubicBezTo>
                  <a:pt x="23100" y="10229"/>
                  <a:pt x="23162" y="10251"/>
                  <a:pt x="23222" y="10251"/>
                </a:cubicBezTo>
                <a:cubicBezTo>
                  <a:pt x="23350" y="10251"/>
                  <a:pt x="23472" y="10152"/>
                  <a:pt x="23472" y="10004"/>
                </a:cubicBezTo>
                <a:cubicBezTo>
                  <a:pt x="23472" y="9869"/>
                  <a:pt x="23363" y="9756"/>
                  <a:pt x="23225" y="9756"/>
                </a:cubicBezTo>
                <a:close/>
                <a:moveTo>
                  <a:pt x="24444" y="9756"/>
                </a:moveTo>
                <a:cubicBezTo>
                  <a:pt x="24225" y="9756"/>
                  <a:pt x="24115" y="10022"/>
                  <a:pt x="24272" y="10179"/>
                </a:cubicBezTo>
                <a:cubicBezTo>
                  <a:pt x="24321" y="10229"/>
                  <a:pt x="24382" y="10251"/>
                  <a:pt x="24442" y="10251"/>
                </a:cubicBezTo>
                <a:cubicBezTo>
                  <a:pt x="24569" y="10251"/>
                  <a:pt x="24692" y="10152"/>
                  <a:pt x="24692" y="10004"/>
                </a:cubicBezTo>
                <a:cubicBezTo>
                  <a:pt x="24692" y="9869"/>
                  <a:pt x="24582" y="9756"/>
                  <a:pt x="24444" y="9756"/>
                </a:cubicBezTo>
                <a:close/>
                <a:moveTo>
                  <a:pt x="24445" y="10976"/>
                </a:moveTo>
                <a:cubicBezTo>
                  <a:pt x="24315" y="10976"/>
                  <a:pt x="24197" y="11078"/>
                  <a:pt x="24200" y="11223"/>
                </a:cubicBezTo>
                <a:cubicBezTo>
                  <a:pt x="24200" y="11332"/>
                  <a:pt x="24272" y="11430"/>
                  <a:pt x="24378" y="11461"/>
                </a:cubicBezTo>
                <a:cubicBezTo>
                  <a:pt x="24444" y="11310"/>
                  <a:pt x="24510" y="11160"/>
                  <a:pt x="24569" y="11010"/>
                </a:cubicBezTo>
                <a:cubicBezTo>
                  <a:pt x="24529" y="10987"/>
                  <a:pt x="24486" y="10976"/>
                  <a:pt x="24445" y="10976"/>
                </a:cubicBezTo>
                <a:close/>
                <a:moveTo>
                  <a:pt x="54" y="10978"/>
                </a:moveTo>
                <a:cubicBezTo>
                  <a:pt x="38" y="10978"/>
                  <a:pt x="19" y="10978"/>
                  <a:pt x="0" y="10981"/>
                </a:cubicBezTo>
                <a:lnTo>
                  <a:pt x="0" y="11464"/>
                </a:lnTo>
                <a:cubicBezTo>
                  <a:pt x="18" y="11468"/>
                  <a:pt x="36" y="11470"/>
                  <a:pt x="53" y="11470"/>
                </a:cubicBezTo>
                <a:cubicBezTo>
                  <a:pt x="177" y="11470"/>
                  <a:pt x="285" y="11377"/>
                  <a:pt x="301" y="11251"/>
                </a:cubicBezTo>
                <a:cubicBezTo>
                  <a:pt x="317" y="11104"/>
                  <a:pt x="201" y="10978"/>
                  <a:pt x="54" y="10978"/>
                </a:cubicBezTo>
                <a:close/>
                <a:moveTo>
                  <a:pt x="1276" y="10978"/>
                </a:moveTo>
                <a:cubicBezTo>
                  <a:pt x="1053" y="10978"/>
                  <a:pt x="944" y="11242"/>
                  <a:pt x="1100" y="11398"/>
                </a:cubicBezTo>
                <a:cubicBezTo>
                  <a:pt x="1150" y="11448"/>
                  <a:pt x="1211" y="11470"/>
                  <a:pt x="1271" y="11470"/>
                </a:cubicBezTo>
                <a:cubicBezTo>
                  <a:pt x="1398" y="11470"/>
                  <a:pt x="1520" y="11371"/>
                  <a:pt x="1520" y="11223"/>
                </a:cubicBezTo>
                <a:cubicBezTo>
                  <a:pt x="1520" y="11088"/>
                  <a:pt x="1410" y="10978"/>
                  <a:pt x="1276" y="10978"/>
                </a:cubicBezTo>
                <a:close/>
                <a:moveTo>
                  <a:pt x="3714" y="10978"/>
                </a:moveTo>
                <a:cubicBezTo>
                  <a:pt x="3494" y="10978"/>
                  <a:pt x="3385" y="11242"/>
                  <a:pt x="3538" y="11398"/>
                </a:cubicBezTo>
                <a:cubicBezTo>
                  <a:pt x="3589" y="11448"/>
                  <a:pt x="3650" y="11470"/>
                  <a:pt x="3711" y="11470"/>
                </a:cubicBezTo>
                <a:cubicBezTo>
                  <a:pt x="3838" y="11470"/>
                  <a:pt x="3959" y="11371"/>
                  <a:pt x="3961" y="11223"/>
                </a:cubicBezTo>
                <a:cubicBezTo>
                  <a:pt x="3961" y="11088"/>
                  <a:pt x="3849" y="10978"/>
                  <a:pt x="3714" y="10978"/>
                </a:cubicBezTo>
                <a:close/>
                <a:moveTo>
                  <a:pt x="6152" y="10975"/>
                </a:moveTo>
                <a:cubicBezTo>
                  <a:pt x="5933" y="10975"/>
                  <a:pt x="5823" y="11242"/>
                  <a:pt x="5976" y="11398"/>
                </a:cubicBezTo>
                <a:cubicBezTo>
                  <a:pt x="6027" y="11448"/>
                  <a:pt x="6089" y="11470"/>
                  <a:pt x="6149" y="11470"/>
                </a:cubicBezTo>
                <a:cubicBezTo>
                  <a:pt x="6277" y="11470"/>
                  <a:pt x="6399" y="11371"/>
                  <a:pt x="6399" y="11223"/>
                </a:cubicBezTo>
                <a:cubicBezTo>
                  <a:pt x="6399" y="11088"/>
                  <a:pt x="6290" y="10978"/>
                  <a:pt x="6152" y="10978"/>
                </a:cubicBezTo>
                <a:lnTo>
                  <a:pt x="6152" y="10975"/>
                </a:lnTo>
                <a:close/>
                <a:moveTo>
                  <a:pt x="7371" y="10975"/>
                </a:moveTo>
                <a:cubicBezTo>
                  <a:pt x="7152" y="10975"/>
                  <a:pt x="7042" y="11242"/>
                  <a:pt x="7199" y="11398"/>
                </a:cubicBezTo>
                <a:cubicBezTo>
                  <a:pt x="7248" y="11448"/>
                  <a:pt x="7309" y="11470"/>
                  <a:pt x="7369" y="11470"/>
                </a:cubicBezTo>
                <a:cubicBezTo>
                  <a:pt x="7496" y="11470"/>
                  <a:pt x="7619" y="11371"/>
                  <a:pt x="7619" y="11223"/>
                </a:cubicBezTo>
                <a:cubicBezTo>
                  <a:pt x="7619" y="11088"/>
                  <a:pt x="7509" y="10978"/>
                  <a:pt x="7371" y="10978"/>
                </a:cubicBezTo>
                <a:lnTo>
                  <a:pt x="7371" y="10975"/>
                </a:lnTo>
                <a:close/>
                <a:moveTo>
                  <a:pt x="8590" y="10975"/>
                </a:moveTo>
                <a:cubicBezTo>
                  <a:pt x="8371" y="10975"/>
                  <a:pt x="8261" y="11242"/>
                  <a:pt x="8418" y="11398"/>
                </a:cubicBezTo>
                <a:cubicBezTo>
                  <a:pt x="8467" y="11448"/>
                  <a:pt x="8528" y="11470"/>
                  <a:pt x="8588" y="11470"/>
                </a:cubicBezTo>
                <a:cubicBezTo>
                  <a:pt x="8715" y="11470"/>
                  <a:pt x="8838" y="11371"/>
                  <a:pt x="8838" y="11223"/>
                </a:cubicBezTo>
                <a:cubicBezTo>
                  <a:pt x="8838" y="11088"/>
                  <a:pt x="8728" y="10978"/>
                  <a:pt x="8590" y="10978"/>
                </a:cubicBezTo>
                <a:lnTo>
                  <a:pt x="8590" y="10975"/>
                </a:lnTo>
                <a:close/>
                <a:moveTo>
                  <a:pt x="9812" y="10975"/>
                </a:moveTo>
                <a:cubicBezTo>
                  <a:pt x="9590" y="10975"/>
                  <a:pt x="9480" y="11242"/>
                  <a:pt x="9637" y="11398"/>
                </a:cubicBezTo>
                <a:cubicBezTo>
                  <a:pt x="9686" y="11448"/>
                  <a:pt x="9747" y="11470"/>
                  <a:pt x="9807" y="11470"/>
                </a:cubicBezTo>
                <a:cubicBezTo>
                  <a:pt x="9934" y="11470"/>
                  <a:pt x="10057" y="11371"/>
                  <a:pt x="10057" y="11223"/>
                </a:cubicBezTo>
                <a:cubicBezTo>
                  <a:pt x="10057" y="11088"/>
                  <a:pt x="9947" y="10978"/>
                  <a:pt x="9812" y="10978"/>
                </a:cubicBezTo>
                <a:lnTo>
                  <a:pt x="9812" y="10975"/>
                </a:lnTo>
                <a:close/>
                <a:moveTo>
                  <a:pt x="11031" y="10975"/>
                </a:moveTo>
                <a:cubicBezTo>
                  <a:pt x="10809" y="10975"/>
                  <a:pt x="10699" y="11242"/>
                  <a:pt x="10856" y="11398"/>
                </a:cubicBezTo>
                <a:cubicBezTo>
                  <a:pt x="10906" y="11448"/>
                  <a:pt x="10968" y="11470"/>
                  <a:pt x="11028" y="11470"/>
                </a:cubicBezTo>
                <a:cubicBezTo>
                  <a:pt x="11155" y="11470"/>
                  <a:pt x="11276" y="11371"/>
                  <a:pt x="11276" y="11223"/>
                </a:cubicBezTo>
                <a:cubicBezTo>
                  <a:pt x="11276" y="11088"/>
                  <a:pt x="11166" y="10978"/>
                  <a:pt x="11031" y="10978"/>
                </a:cubicBezTo>
                <a:lnTo>
                  <a:pt x="11031" y="10975"/>
                </a:lnTo>
                <a:close/>
                <a:moveTo>
                  <a:pt x="12250" y="10975"/>
                </a:moveTo>
                <a:cubicBezTo>
                  <a:pt x="12031" y="10975"/>
                  <a:pt x="11921" y="11242"/>
                  <a:pt x="12075" y="11398"/>
                </a:cubicBezTo>
                <a:cubicBezTo>
                  <a:pt x="12125" y="11448"/>
                  <a:pt x="12187" y="11470"/>
                  <a:pt x="12248" y="11470"/>
                </a:cubicBezTo>
                <a:cubicBezTo>
                  <a:pt x="12375" y="11470"/>
                  <a:pt x="12498" y="11371"/>
                  <a:pt x="12498" y="11223"/>
                </a:cubicBezTo>
                <a:cubicBezTo>
                  <a:pt x="12498" y="11088"/>
                  <a:pt x="12385" y="10978"/>
                  <a:pt x="12250" y="10978"/>
                </a:cubicBezTo>
                <a:lnTo>
                  <a:pt x="12250" y="10975"/>
                </a:lnTo>
                <a:close/>
                <a:moveTo>
                  <a:pt x="13469" y="10975"/>
                </a:moveTo>
                <a:cubicBezTo>
                  <a:pt x="13250" y="10975"/>
                  <a:pt x="13140" y="11242"/>
                  <a:pt x="13294" y="11398"/>
                </a:cubicBezTo>
                <a:cubicBezTo>
                  <a:pt x="13344" y="11448"/>
                  <a:pt x="13406" y="11470"/>
                  <a:pt x="13467" y="11470"/>
                </a:cubicBezTo>
                <a:cubicBezTo>
                  <a:pt x="13594" y="11470"/>
                  <a:pt x="13717" y="11371"/>
                  <a:pt x="13717" y="11223"/>
                </a:cubicBezTo>
                <a:cubicBezTo>
                  <a:pt x="13717" y="11088"/>
                  <a:pt x="13604" y="10978"/>
                  <a:pt x="13469" y="10978"/>
                </a:cubicBezTo>
                <a:lnTo>
                  <a:pt x="13469" y="10975"/>
                </a:lnTo>
                <a:close/>
                <a:moveTo>
                  <a:pt x="14688" y="10975"/>
                </a:moveTo>
                <a:cubicBezTo>
                  <a:pt x="14469" y="10975"/>
                  <a:pt x="14359" y="11242"/>
                  <a:pt x="14513" y="11398"/>
                </a:cubicBezTo>
                <a:cubicBezTo>
                  <a:pt x="14563" y="11448"/>
                  <a:pt x="14625" y="11470"/>
                  <a:pt x="14686" y="11470"/>
                </a:cubicBezTo>
                <a:cubicBezTo>
                  <a:pt x="14813" y="11470"/>
                  <a:pt x="14936" y="11371"/>
                  <a:pt x="14936" y="11223"/>
                </a:cubicBezTo>
                <a:cubicBezTo>
                  <a:pt x="14936" y="11088"/>
                  <a:pt x="14823" y="10978"/>
                  <a:pt x="14688" y="10978"/>
                </a:cubicBezTo>
                <a:lnTo>
                  <a:pt x="14688" y="10975"/>
                </a:lnTo>
                <a:close/>
                <a:moveTo>
                  <a:pt x="15907" y="10975"/>
                </a:moveTo>
                <a:cubicBezTo>
                  <a:pt x="15688" y="10975"/>
                  <a:pt x="15578" y="11242"/>
                  <a:pt x="15735" y="11398"/>
                </a:cubicBezTo>
                <a:cubicBezTo>
                  <a:pt x="15785" y="11448"/>
                  <a:pt x="15846" y="11470"/>
                  <a:pt x="15906" y="11470"/>
                </a:cubicBezTo>
                <a:cubicBezTo>
                  <a:pt x="16033" y="11470"/>
                  <a:pt x="16155" y="11371"/>
                  <a:pt x="16155" y="11223"/>
                </a:cubicBezTo>
                <a:cubicBezTo>
                  <a:pt x="16155" y="11088"/>
                  <a:pt x="16045" y="10978"/>
                  <a:pt x="15907" y="10978"/>
                </a:cubicBezTo>
                <a:lnTo>
                  <a:pt x="15907" y="10975"/>
                </a:lnTo>
                <a:close/>
                <a:moveTo>
                  <a:pt x="17127" y="10975"/>
                </a:moveTo>
                <a:cubicBezTo>
                  <a:pt x="16907" y="10975"/>
                  <a:pt x="16797" y="11242"/>
                  <a:pt x="16954" y="11398"/>
                </a:cubicBezTo>
                <a:cubicBezTo>
                  <a:pt x="17004" y="11448"/>
                  <a:pt x="17065" y="11470"/>
                  <a:pt x="17125" y="11470"/>
                </a:cubicBezTo>
                <a:cubicBezTo>
                  <a:pt x="17252" y="11470"/>
                  <a:pt x="17374" y="11371"/>
                  <a:pt x="17374" y="11223"/>
                </a:cubicBezTo>
                <a:cubicBezTo>
                  <a:pt x="17374" y="11088"/>
                  <a:pt x="17264" y="10978"/>
                  <a:pt x="17127" y="10978"/>
                </a:cubicBezTo>
                <a:lnTo>
                  <a:pt x="17127" y="10975"/>
                </a:lnTo>
                <a:close/>
                <a:moveTo>
                  <a:pt x="18349" y="10975"/>
                </a:moveTo>
                <a:cubicBezTo>
                  <a:pt x="18126" y="10975"/>
                  <a:pt x="18017" y="11242"/>
                  <a:pt x="18173" y="11398"/>
                </a:cubicBezTo>
                <a:cubicBezTo>
                  <a:pt x="18224" y="11448"/>
                  <a:pt x="18285" y="11470"/>
                  <a:pt x="18345" y="11470"/>
                </a:cubicBezTo>
                <a:cubicBezTo>
                  <a:pt x="18472" y="11470"/>
                  <a:pt x="18593" y="11371"/>
                  <a:pt x="18593" y="11223"/>
                </a:cubicBezTo>
                <a:cubicBezTo>
                  <a:pt x="18593" y="11088"/>
                  <a:pt x="18483" y="10978"/>
                  <a:pt x="18349" y="10978"/>
                </a:cubicBezTo>
                <a:lnTo>
                  <a:pt x="18349" y="10975"/>
                </a:lnTo>
                <a:close/>
                <a:moveTo>
                  <a:pt x="19568" y="10975"/>
                </a:moveTo>
                <a:cubicBezTo>
                  <a:pt x="19348" y="10975"/>
                  <a:pt x="19236" y="11242"/>
                  <a:pt x="19392" y="11398"/>
                </a:cubicBezTo>
                <a:cubicBezTo>
                  <a:pt x="19443" y="11448"/>
                  <a:pt x="19504" y="11470"/>
                  <a:pt x="19564" y="11470"/>
                </a:cubicBezTo>
                <a:cubicBezTo>
                  <a:pt x="19691" y="11470"/>
                  <a:pt x="19812" y="11371"/>
                  <a:pt x="19812" y="11223"/>
                </a:cubicBezTo>
                <a:cubicBezTo>
                  <a:pt x="19812" y="11088"/>
                  <a:pt x="19703" y="10978"/>
                  <a:pt x="19568" y="10978"/>
                </a:cubicBezTo>
                <a:lnTo>
                  <a:pt x="19568" y="10975"/>
                </a:lnTo>
                <a:close/>
                <a:moveTo>
                  <a:pt x="20787" y="10975"/>
                </a:moveTo>
                <a:cubicBezTo>
                  <a:pt x="20567" y="10975"/>
                  <a:pt x="20458" y="11242"/>
                  <a:pt x="20611" y="11398"/>
                </a:cubicBezTo>
                <a:cubicBezTo>
                  <a:pt x="20662" y="11448"/>
                  <a:pt x="20724" y="11470"/>
                  <a:pt x="20784" y="11470"/>
                </a:cubicBezTo>
                <a:cubicBezTo>
                  <a:pt x="20912" y="11470"/>
                  <a:pt x="21034" y="11371"/>
                  <a:pt x="21034" y="11223"/>
                </a:cubicBezTo>
                <a:cubicBezTo>
                  <a:pt x="21031" y="11088"/>
                  <a:pt x="20922" y="10978"/>
                  <a:pt x="20787" y="10978"/>
                </a:cubicBezTo>
                <a:lnTo>
                  <a:pt x="20787" y="10975"/>
                </a:lnTo>
                <a:close/>
                <a:moveTo>
                  <a:pt x="22006" y="10975"/>
                </a:moveTo>
                <a:cubicBezTo>
                  <a:pt x="21786" y="10975"/>
                  <a:pt x="21677" y="11242"/>
                  <a:pt x="21830" y="11398"/>
                </a:cubicBezTo>
                <a:cubicBezTo>
                  <a:pt x="21881" y="11448"/>
                  <a:pt x="21943" y="11470"/>
                  <a:pt x="22003" y="11470"/>
                </a:cubicBezTo>
                <a:cubicBezTo>
                  <a:pt x="22131" y="11470"/>
                  <a:pt x="22253" y="11371"/>
                  <a:pt x="22253" y="11223"/>
                </a:cubicBezTo>
                <a:cubicBezTo>
                  <a:pt x="22253" y="11088"/>
                  <a:pt x="22141" y="10978"/>
                  <a:pt x="22006" y="10978"/>
                </a:cubicBezTo>
                <a:lnTo>
                  <a:pt x="22006" y="10975"/>
                </a:lnTo>
                <a:close/>
                <a:moveTo>
                  <a:pt x="23225" y="10975"/>
                </a:moveTo>
                <a:cubicBezTo>
                  <a:pt x="23006" y="10975"/>
                  <a:pt x="22896" y="11242"/>
                  <a:pt x="23049" y="11398"/>
                </a:cubicBezTo>
                <a:cubicBezTo>
                  <a:pt x="23100" y="11448"/>
                  <a:pt x="23162" y="11470"/>
                  <a:pt x="23222" y="11470"/>
                </a:cubicBezTo>
                <a:cubicBezTo>
                  <a:pt x="23350" y="11470"/>
                  <a:pt x="23472" y="11371"/>
                  <a:pt x="23472" y="11223"/>
                </a:cubicBezTo>
                <a:cubicBezTo>
                  <a:pt x="23472" y="11088"/>
                  <a:pt x="23363" y="10978"/>
                  <a:pt x="23225" y="10978"/>
                </a:cubicBezTo>
                <a:lnTo>
                  <a:pt x="23225" y="10975"/>
                </a:lnTo>
                <a:close/>
                <a:moveTo>
                  <a:pt x="2495" y="10978"/>
                </a:moveTo>
                <a:cubicBezTo>
                  <a:pt x="2272" y="10978"/>
                  <a:pt x="2163" y="11242"/>
                  <a:pt x="2319" y="11398"/>
                </a:cubicBezTo>
                <a:cubicBezTo>
                  <a:pt x="2370" y="11449"/>
                  <a:pt x="2431" y="11471"/>
                  <a:pt x="2491" y="11471"/>
                </a:cubicBezTo>
                <a:cubicBezTo>
                  <a:pt x="2618" y="11471"/>
                  <a:pt x="2739" y="11371"/>
                  <a:pt x="2739" y="11223"/>
                </a:cubicBezTo>
                <a:cubicBezTo>
                  <a:pt x="2739" y="11088"/>
                  <a:pt x="2630" y="10978"/>
                  <a:pt x="2495" y="10978"/>
                </a:cubicBezTo>
                <a:close/>
                <a:moveTo>
                  <a:pt x="4933" y="10978"/>
                </a:moveTo>
                <a:cubicBezTo>
                  <a:pt x="4713" y="10978"/>
                  <a:pt x="4604" y="11242"/>
                  <a:pt x="4757" y="11398"/>
                </a:cubicBezTo>
                <a:cubicBezTo>
                  <a:pt x="4808" y="11449"/>
                  <a:pt x="4870" y="11471"/>
                  <a:pt x="4930" y="11471"/>
                </a:cubicBezTo>
                <a:cubicBezTo>
                  <a:pt x="5058" y="11471"/>
                  <a:pt x="5180" y="11371"/>
                  <a:pt x="5180" y="11223"/>
                </a:cubicBezTo>
                <a:cubicBezTo>
                  <a:pt x="5180" y="11088"/>
                  <a:pt x="5068" y="10978"/>
                  <a:pt x="4933" y="10978"/>
                </a:cubicBezTo>
                <a:close/>
                <a:moveTo>
                  <a:pt x="54" y="12197"/>
                </a:moveTo>
                <a:cubicBezTo>
                  <a:pt x="38" y="12197"/>
                  <a:pt x="19" y="12197"/>
                  <a:pt x="0" y="12204"/>
                </a:cubicBezTo>
                <a:lnTo>
                  <a:pt x="0" y="12683"/>
                </a:lnTo>
                <a:cubicBezTo>
                  <a:pt x="18" y="12687"/>
                  <a:pt x="36" y="12689"/>
                  <a:pt x="53" y="12689"/>
                </a:cubicBezTo>
                <a:cubicBezTo>
                  <a:pt x="177" y="12689"/>
                  <a:pt x="285" y="12596"/>
                  <a:pt x="301" y="12470"/>
                </a:cubicBezTo>
                <a:cubicBezTo>
                  <a:pt x="317" y="12323"/>
                  <a:pt x="201" y="12197"/>
                  <a:pt x="54" y="12197"/>
                </a:cubicBezTo>
                <a:close/>
                <a:moveTo>
                  <a:pt x="1276" y="12197"/>
                </a:moveTo>
                <a:cubicBezTo>
                  <a:pt x="1053" y="12197"/>
                  <a:pt x="944" y="12464"/>
                  <a:pt x="1100" y="12617"/>
                </a:cubicBezTo>
                <a:cubicBezTo>
                  <a:pt x="1150" y="12668"/>
                  <a:pt x="1212" y="12691"/>
                  <a:pt x="1272" y="12691"/>
                </a:cubicBezTo>
                <a:cubicBezTo>
                  <a:pt x="1399" y="12691"/>
                  <a:pt x="1520" y="12592"/>
                  <a:pt x="1520" y="12442"/>
                </a:cubicBezTo>
                <a:cubicBezTo>
                  <a:pt x="1520" y="12307"/>
                  <a:pt x="1410" y="12197"/>
                  <a:pt x="1276" y="12197"/>
                </a:cubicBezTo>
                <a:close/>
                <a:moveTo>
                  <a:pt x="2495" y="12197"/>
                </a:moveTo>
                <a:cubicBezTo>
                  <a:pt x="2272" y="12197"/>
                  <a:pt x="2163" y="12464"/>
                  <a:pt x="2319" y="12617"/>
                </a:cubicBezTo>
                <a:cubicBezTo>
                  <a:pt x="2370" y="12668"/>
                  <a:pt x="2432" y="12691"/>
                  <a:pt x="2493" y="12691"/>
                </a:cubicBezTo>
                <a:cubicBezTo>
                  <a:pt x="2619" y="12691"/>
                  <a:pt x="2739" y="12592"/>
                  <a:pt x="2739" y="12442"/>
                </a:cubicBezTo>
                <a:cubicBezTo>
                  <a:pt x="2739" y="12307"/>
                  <a:pt x="2630" y="12197"/>
                  <a:pt x="2495" y="12197"/>
                </a:cubicBezTo>
                <a:close/>
                <a:moveTo>
                  <a:pt x="3714" y="12197"/>
                </a:moveTo>
                <a:cubicBezTo>
                  <a:pt x="3494" y="12197"/>
                  <a:pt x="3385" y="12464"/>
                  <a:pt x="3538" y="12617"/>
                </a:cubicBezTo>
                <a:cubicBezTo>
                  <a:pt x="3589" y="12668"/>
                  <a:pt x="3652" y="12691"/>
                  <a:pt x="3713" y="12691"/>
                </a:cubicBezTo>
                <a:cubicBezTo>
                  <a:pt x="3840" y="12691"/>
                  <a:pt x="3961" y="12592"/>
                  <a:pt x="3961" y="12442"/>
                </a:cubicBezTo>
                <a:cubicBezTo>
                  <a:pt x="3961" y="12307"/>
                  <a:pt x="3849" y="12197"/>
                  <a:pt x="3714" y="12197"/>
                </a:cubicBezTo>
                <a:close/>
                <a:moveTo>
                  <a:pt x="4933" y="12197"/>
                </a:moveTo>
                <a:cubicBezTo>
                  <a:pt x="4713" y="12197"/>
                  <a:pt x="4604" y="12464"/>
                  <a:pt x="4757" y="12617"/>
                </a:cubicBezTo>
                <a:cubicBezTo>
                  <a:pt x="4808" y="12668"/>
                  <a:pt x="4871" y="12691"/>
                  <a:pt x="4932" y="12691"/>
                </a:cubicBezTo>
                <a:cubicBezTo>
                  <a:pt x="5059" y="12691"/>
                  <a:pt x="5180" y="12592"/>
                  <a:pt x="5180" y="12442"/>
                </a:cubicBezTo>
                <a:cubicBezTo>
                  <a:pt x="5180" y="12307"/>
                  <a:pt x="5068" y="12197"/>
                  <a:pt x="4933" y="12197"/>
                </a:cubicBezTo>
                <a:close/>
                <a:moveTo>
                  <a:pt x="6152" y="12197"/>
                </a:moveTo>
                <a:cubicBezTo>
                  <a:pt x="5933" y="12197"/>
                  <a:pt x="5823" y="12461"/>
                  <a:pt x="5976" y="12617"/>
                </a:cubicBezTo>
                <a:cubicBezTo>
                  <a:pt x="6027" y="12668"/>
                  <a:pt x="6090" y="12691"/>
                  <a:pt x="6151" y="12691"/>
                </a:cubicBezTo>
                <a:cubicBezTo>
                  <a:pt x="6278" y="12691"/>
                  <a:pt x="6399" y="12592"/>
                  <a:pt x="6399" y="12442"/>
                </a:cubicBezTo>
                <a:cubicBezTo>
                  <a:pt x="6399" y="12307"/>
                  <a:pt x="6290" y="12197"/>
                  <a:pt x="6152" y="12197"/>
                </a:cubicBezTo>
                <a:close/>
                <a:moveTo>
                  <a:pt x="7371" y="12197"/>
                </a:moveTo>
                <a:cubicBezTo>
                  <a:pt x="7152" y="12197"/>
                  <a:pt x="7042" y="12461"/>
                  <a:pt x="7199" y="12617"/>
                </a:cubicBezTo>
                <a:cubicBezTo>
                  <a:pt x="7248" y="12668"/>
                  <a:pt x="7310" y="12691"/>
                  <a:pt x="7371" y="12691"/>
                </a:cubicBezTo>
                <a:cubicBezTo>
                  <a:pt x="7497" y="12691"/>
                  <a:pt x="7619" y="12592"/>
                  <a:pt x="7619" y="12442"/>
                </a:cubicBezTo>
                <a:cubicBezTo>
                  <a:pt x="7619" y="12307"/>
                  <a:pt x="7509" y="12197"/>
                  <a:pt x="7371" y="12197"/>
                </a:cubicBezTo>
                <a:close/>
                <a:moveTo>
                  <a:pt x="8590" y="12197"/>
                </a:moveTo>
                <a:cubicBezTo>
                  <a:pt x="8371" y="12197"/>
                  <a:pt x="8261" y="12461"/>
                  <a:pt x="8418" y="12617"/>
                </a:cubicBezTo>
                <a:cubicBezTo>
                  <a:pt x="8467" y="12668"/>
                  <a:pt x="8529" y="12691"/>
                  <a:pt x="8590" y="12691"/>
                </a:cubicBezTo>
                <a:cubicBezTo>
                  <a:pt x="8716" y="12691"/>
                  <a:pt x="8838" y="12592"/>
                  <a:pt x="8838" y="12442"/>
                </a:cubicBezTo>
                <a:cubicBezTo>
                  <a:pt x="8838" y="12307"/>
                  <a:pt x="8728" y="12197"/>
                  <a:pt x="8590" y="12197"/>
                </a:cubicBezTo>
                <a:close/>
                <a:moveTo>
                  <a:pt x="9812" y="12197"/>
                </a:moveTo>
                <a:cubicBezTo>
                  <a:pt x="9590" y="12197"/>
                  <a:pt x="9480" y="12461"/>
                  <a:pt x="9637" y="12617"/>
                </a:cubicBezTo>
                <a:cubicBezTo>
                  <a:pt x="9687" y="12668"/>
                  <a:pt x="9748" y="12691"/>
                  <a:pt x="9809" y="12691"/>
                </a:cubicBezTo>
                <a:cubicBezTo>
                  <a:pt x="9935" y="12691"/>
                  <a:pt x="10057" y="12592"/>
                  <a:pt x="10057" y="12442"/>
                </a:cubicBezTo>
                <a:cubicBezTo>
                  <a:pt x="10057" y="12307"/>
                  <a:pt x="9947" y="12197"/>
                  <a:pt x="9812" y="12197"/>
                </a:cubicBezTo>
                <a:close/>
                <a:moveTo>
                  <a:pt x="11031" y="12197"/>
                </a:moveTo>
                <a:cubicBezTo>
                  <a:pt x="10809" y="12197"/>
                  <a:pt x="10699" y="12461"/>
                  <a:pt x="10856" y="12617"/>
                </a:cubicBezTo>
                <a:cubicBezTo>
                  <a:pt x="10907" y="12668"/>
                  <a:pt x="10969" y="12691"/>
                  <a:pt x="11029" y="12691"/>
                </a:cubicBezTo>
                <a:cubicBezTo>
                  <a:pt x="11156" y="12691"/>
                  <a:pt x="11276" y="12592"/>
                  <a:pt x="11276" y="12442"/>
                </a:cubicBezTo>
                <a:cubicBezTo>
                  <a:pt x="11276" y="12307"/>
                  <a:pt x="11166" y="12197"/>
                  <a:pt x="11031" y="12197"/>
                </a:cubicBezTo>
                <a:close/>
                <a:moveTo>
                  <a:pt x="12250" y="12197"/>
                </a:moveTo>
                <a:cubicBezTo>
                  <a:pt x="12031" y="12197"/>
                  <a:pt x="11921" y="12461"/>
                  <a:pt x="12075" y="12617"/>
                </a:cubicBezTo>
                <a:cubicBezTo>
                  <a:pt x="12126" y="12668"/>
                  <a:pt x="12188" y="12691"/>
                  <a:pt x="12249" y="12691"/>
                </a:cubicBezTo>
                <a:cubicBezTo>
                  <a:pt x="12376" y="12691"/>
                  <a:pt x="12498" y="12592"/>
                  <a:pt x="12498" y="12442"/>
                </a:cubicBezTo>
                <a:cubicBezTo>
                  <a:pt x="12498" y="12307"/>
                  <a:pt x="12385" y="12197"/>
                  <a:pt x="12250" y="12197"/>
                </a:cubicBezTo>
                <a:close/>
                <a:moveTo>
                  <a:pt x="13469" y="12197"/>
                </a:moveTo>
                <a:cubicBezTo>
                  <a:pt x="13250" y="12197"/>
                  <a:pt x="13140" y="12461"/>
                  <a:pt x="13294" y="12617"/>
                </a:cubicBezTo>
                <a:cubicBezTo>
                  <a:pt x="13345" y="12668"/>
                  <a:pt x="13407" y="12691"/>
                  <a:pt x="13468" y="12691"/>
                </a:cubicBezTo>
                <a:cubicBezTo>
                  <a:pt x="13595" y="12691"/>
                  <a:pt x="13717" y="12592"/>
                  <a:pt x="13717" y="12442"/>
                </a:cubicBezTo>
                <a:cubicBezTo>
                  <a:pt x="13717" y="12307"/>
                  <a:pt x="13604" y="12197"/>
                  <a:pt x="13469" y="12197"/>
                </a:cubicBezTo>
                <a:close/>
                <a:moveTo>
                  <a:pt x="14688" y="12197"/>
                </a:moveTo>
                <a:cubicBezTo>
                  <a:pt x="14469" y="12197"/>
                  <a:pt x="14359" y="12461"/>
                  <a:pt x="14513" y="12617"/>
                </a:cubicBezTo>
                <a:cubicBezTo>
                  <a:pt x="14564" y="12668"/>
                  <a:pt x="14626" y="12691"/>
                  <a:pt x="14687" y="12691"/>
                </a:cubicBezTo>
                <a:cubicBezTo>
                  <a:pt x="14814" y="12691"/>
                  <a:pt x="14936" y="12592"/>
                  <a:pt x="14936" y="12442"/>
                </a:cubicBezTo>
                <a:cubicBezTo>
                  <a:pt x="14936" y="12307"/>
                  <a:pt x="14826" y="12197"/>
                  <a:pt x="14688" y="12197"/>
                </a:cubicBezTo>
                <a:close/>
                <a:moveTo>
                  <a:pt x="15907" y="12197"/>
                </a:moveTo>
                <a:cubicBezTo>
                  <a:pt x="15688" y="12197"/>
                  <a:pt x="15578" y="12461"/>
                  <a:pt x="15735" y="12617"/>
                </a:cubicBezTo>
                <a:cubicBezTo>
                  <a:pt x="15785" y="12668"/>
                  <a:pt x="15847" y="12691"/>
                  <a:pt x="15907" y="12691"/>
                </a:cubicBezTo>
                <a:cubicBezTo>
                  <a:pt x="16033" y="12691"/>
                  <a:pt x="16155" y="12592"/>
                  <a:pt x="16155" y="12442"/>
                </a:cubicBezTo>
                <a:cubicBezTo>
                  <a:pt x="16155" y="12307"/>
                  <a:pt x="16045" y="12197"/>
                  <a:pt x="15907" y="12197"/>
                </a:cubicBezTo>
                <a:close/>
                <a:moveTo>
                  <a:pt x="17127" y="12197"/>
                </a:moveTo>
                <a:cubicBezTo>
                  <a:pt x="16907" y="12197"/>
                  <a:pt x="16797" y="12461"/>
                  <a:pt x="16954" y="12617"/>
                </a:cubicBezTo>
                <a:cubicBezTo>
                  <a:pt x="17004" y="12668"/>
                  <a:pt x="17066" y="12691"/>
                  <a:pt x="17126" y="12691"/>
                </a:cubicBezTo>
                <a:cubicBezTo>
                  <a:pt x="17253" y="12691"/>
                  <a:pt x="17374" y="12592"/>
                  <a:pt x="17374" y="12442"/>
                </a:cubicBezTo>
                <a:cubicBezTo>
                  <a:pt x="17374" y="12307"/>
                  <a:pt x="17264" y="12197"/>
                  <a:pt x="17127" y="12197"/>
                </a:cubicBezTo>
                <a:close/>
                <a:moveTo>
                  <a:pt x="18349" y="12197"/>
                </a:moveTo>
                <a:cubicBezTo>
                  <a:pt x="18126" y="12197"/>
                  <a:pt x="18017" y="12461"/>
                  <a:pt x="18173" y="12617"/>
                </a:cubicBezTo>
                <a:cubicBezTo>
                  <a:pt x="18223" y="12668"/>
                  <a:pt x="18285" y="12691"/>
                  <a:pt x="18345" y="12691"/>
                </a:cubicBezTo>
                <a:cubicBezTo>
                  <a:pt x="18472" y="12691"/>
                  <a:pt x="18593" y="12592"/>
                  <a:pt x="18593" y="12442"/>
                </a:cubicBezTo>
                <a:cubicBezTo>
                  <a:pt x="18593" y="12307"/>
                  <a:pt x="18483" y="12197"/>
                  <a:pt x="18349" y="12197"/>
                </a:cubicBezTo>
                <a:close/>
                <a:moveTo>
                  <a:pt x="19568" y="12197"/>
                </a:moveTo>
                <a:cubicBezTo>
                  <a:pt x="19348" y="12197"/>
                  <a:pt x="19236" y="12461"/>
                  <a:pt x="19392" y="12617"/>
                </a:cubicBezTo>
                <a:cubicBezTo>
                  <a:pt x="19443" y="12668"/>
                  <a:pt x="19505" y="12691"/>
                  <a:pt x="19566" y="12691"/>
                </a:cubicBezTo>
                <a:cubicBezTo>
                  <a:pt x="19692" y="12691"/>
                  <a:pt x="19812" y="12592"/>
                  <a:pt x="19812" y="12442"/>
                </a:cubicBezTo>
                <a:cubicBezTo>
                  <a:pt x="19812" y="12307"/>
                  <a:pt x="19703" y="12197"/>
                  <a:pt x="19568" y="12197"/>
                </a:cubicBezTo>
                <a:close/>
                <a:moveTo>
                  <a:pt x="20787" y="12197"/>
                </a:moveTo>
                <a:cubicBezTo>
                  <a:pt x="20567" y="12197"/>
                  <a:pt x="20458" y="12461"/>
                  <a:pt x="20611" y="12617"/>
                </a:cubicBezTo>
                <a:cubicBezTo>
                  <a:pt x="20662" y="12668"/>
                  <a:pt x="20725" y="12691"/>
                  <a:pt x="20786" y="12691"/>
                </a:cubicBezTo>
                <a:cubicBezTo>
                  <a:pt x="20913" y="12691"/>
                  <a:pt x="21034" y="12592"/>
                  <a:pt x="21034" y="12442"/>
                </a:cubicBezTo>
                <a:cubicBezTo>
                  <a:pt x="21034" y="12307"/>
                  <a:pt x="20922" y="12197"/>
                  <a:pt x="20787" y="12197"/>
                </a:cubicBezTo>
                <a:close/>
                <a:moveTo>
                  <a:pt x="22006" y="12197"/>
                </a:moveTo>
                <a:cubicBezTo>
                  <a:pt x="21786" y="12197"/>
                  <a:pt x="21677" y="12461"/>
                  <a:pt x="21830" y="12617"/>
                </a:cubicBezTo>
                <a:cubicBezTo>
                  <a:pt x="21881" y="12668"/>
                  <a:pt x="21944" y="12691"/>
                  <a:pt x="22005" y="12691"/>
                </a:cubicBezTo>
                <a:cubicBezTo>
                  <a:pt x="22132" y="12691"/>
                  <a:pt x="22253" y="12592"/>
                  <a:pt x="22253" y="12442"/>
                </a:cubicBezTo>
                <a:cubicBezTo>
                  <a:pt x="22253" y="12307"/>
                  <a:pt x="22141" y="12197"/>
                  <a:pt x="22006" y="12197"/>
                </a:cubicBezTo>
                <a:close/>
                <a:moveTo>
                  <a:pt x="23225" y="12197"/>
                </a:moveTo>
                <a:cubicBezTo>
                  <a:pt x="23006" y="12197"/>
                  <a:pt x="22896" y="12461"/>
                  <a:pt x="23049" y="12617"/>
                </a:cubicBezTo>
                <a:cubicBezTo>
                  <a:pt x="23100" y="12668"/>
                  <a:pt x="23163" y="12691"/>
                  <a:pt x="23224" y="12691"/>
                </a:cubicBezTo>
                <a:cubicBezTo>
                  <a:pt x="23351" y="12691"/>
                  <a:pt x="23472" y="12592"/>
                  <a:pt x="23472" y="12442"/>
                </a:cubicBezTo>
                <a:cubicBezTo>
                  <a:pt x="23472" y="12307"/>
                  <a:pt x="23363" y="12197"/>
                  <a:pt x="23225" y="12197"/>
                </a:cubicBezTo>
                <a:close/>
                <a:moveTo>
                  <a:pt x="23222" y="13416"/>
                </a:moveTo>
                <a:cubicBezTo>
                  <a:pt x="23087" y="13416"/>
                  <a:pt x="22977" y="13526"/>
                  <a:pt x="22977" y="13664"/>
                </a:cubicBezTo>
                <a:cubicBezTo>
                  <a:pt x="22977" y="13683"/>
                  <a:pt x="22980" y="13702"/>
                  <a:pt x="22987" y="13720"/>
                </a:cubicBezTo>
                <a:cubicBezTo>
                  <a:pt x="23068" y="13620"/>
                  <a:pt x="23147" y="13520"/>
                  <a:pt x="23222" y="13416"/>
                </a:cubicBezTo>
                <a:close/>
                <a:moveTo>
                  <a:pt x="54" y="13416"/>
                </a:moveTo>
                <a:cubicBezTo>
                  <a:pt x="38" y="13416"/>
                  <a:pt x="19" y="13416"/>
                  <a:pt x="0" y="13423"/>
                </a:cubicBezTo>
                <a:lnTo>
                  <a:pt x="0" y="13902"/>
                </a:lnTo>
                <a:cubicBezTo>
                  <a:pt x="19" y="13906"/>
                  <a:pt x="37" y="13908"/>
                  <a:pt x="55" y="13908"/>
                </a:cubicBezTo>
                <a:cubicBezTo>
                  <a:pt x="177" y="13908"/>
                  <a:pt x="285" y="13818"/>
                  <a:pt x="301" y="13689"/>
                </a:cubicBezTo>
                <a:cubicBezTo>
                  <a:pt x="317" y="13545"/>
                  <a:pt x="201" y="13416"/>
                  <a:pt x="54" y="13416"/>
                </a:cubicBezTo>
                <a:close/>
                <a:moveTo>
                  <a:pt x="1276" y="13416"/>
                </a:moveTo>
                <a:cubicBezTo>
                  <a:pt x="1053" y="13416"/>
                  <a:pt x="944" y="13683"/>
                  <a:pt x="1100" y="13836"/>
                </a:cubicBezTo>
                <a:cubicBezTo>
                  <a:pt x="1150" y="13887"/>
                  <a:pt x="1212" y="13910"/>
                  <a:pt x="1273" y="13910"/>
                </a:cubicBezTo>
                <a:cubicBezTo>
                  <a:pt x="1399" y="13910"/>
                  <a:pt x="1520" y="13812"/>
                  <a:pt x="1520" y="13664"/>
                </a:cubicBezTo>
                <a:cubicBezTo>
                  <a:pt x="1520" y="13526"/>
                  <a:pt x="1410" y="13416"/>
                  <a:pt x="1276" y="13416"/>
                </a:cubicBezTo>
                <a:close/>
                <a:moveTo>
                  <a:pt x="2495" y="13416"/>
                </a:moveTo>
                <a:cubicBezTo>
                  <a:pt x="2272" y="13416"/>
                  <a:pt x="2163" y="13683"/>
                  <a:pt x="2319" y="13836"/>
                </a:cubicBezTo>
                <a:cubicBezTo>
                  <a:pt x="2370" y="13887"/>
                  <a:pt x="2432" y="13910"/>
                  <a:pt x="2493" y="13910"/>
                </a:cubicBezTo>
                <a:cubicBezTo>
                  <a:pt x="2619" y="13910"/>
                  <a:pt x="2739" y="13812"/>
                  <a:pt x="2739" y="13664"/>
                </a:cubicBezTo>
                <a:cubicBezTo>
                  <a:pt x="2739" y="13526"/>
                  <a:pt x="2630" y="13416"/>
                  <a:pt x="2495" y="13416"/>
                </a:cubicBezTo>
                <a:close/>
                <a:moveTo>
                  <a:pt x="3714" y="13416"/>
                </a:moveTo>
                <a:cubicBezTo>
                  <a:pt x="3494" y="13416"/>
                  <a:pt x="3385" y="13683"/>
                  <a:pt x="3538" y="13836"/>
                </a:cubicBezTo>
                <a:cubicBezTo>
                  <a:pt x="3589" y="13887"/>
                  <a:pt x="3652" y="13910"/>
                  <a:pt x="3713" y="13910"/>
                </a:cubicBezTo>
                <a:cubicBezTo>
                  <a:pt x="3840" y="13910"/>
                  <a:pt x="3961" y="13812"/>
                  <a:pt x="3961" y="13664"/>
                </a:cubicBezTo>
                <a:cubicBezTo>
                  <a:pt x="3961" y="13526"/>
                  <a:pt x="3849" y="13416"/>
                  <a:pt x="3714" y="13416"/>
                </a:cubicBezTo>
                <a:close/>
                <a:moveTo>
                  <a:pt x="4933" y="13416"/>
                </a:moveTo>
                <a:cubicBezTo>
                  <a:pt x="4713" y="13416"/>
                  <a:pt x="4604" y="13683"/>
                  <a:pt x="4757" y="13836"/>
                </a:cubicBezTo>
                <a:cubicBezTo>
                  <a:pt x="4808" y="13887"/>
                  <a:pt x="4871" y="13910"/>
                  <a:pt x="4932" y="13910"/>
                </a:cubicBezTo>
                <a:cubicBezTo>
                  <a:pt x="5059" y="13910"/>
                  <a:pt x="5180" y="13812"/>
                  <a:pt x="5180" y="13664"/>
                </a:cubicBezTo>
                <a:cubicBezTo>
                  <a:pt x="5180" y="13526"/>
                  <a:pt x="5068" y="13416"/>
                  <a:pt x="4933" y="13416"/>
                </a:cubicBezTo>
                <a:close/>
                <a:moveTo>
                  <a:pt x="6152" y="13416"/>
                </a:moveTo>
                <a:cubicBezTo>
                  <a:pt x="5933" y="13416"/>
                  <a:pt x="5823" y="13683"/>
                  <a:pt x="5976" y="13836"/>
                </a:cubicBezTo>
                <a:cubicBezTo>
                  <a:pt x="6027" y="13887"/>
                  <a:pt x="6090" y="13910"/>
                  <a:pt x="6151" y="13910"/>
                </a:cubicBezTo>
                <a:cubicBezTo>
                  <a:pt x="6278" y="13910"/>
                  <a:pt x="6399" y="13812"/>
                  <a:pt x="6399" y="13664"/>
                </a:cubicBezTo>
                <a:cubicBezTo>
                  <a:pt x="6399" y="13526"/>
                  <a:pt x="6290" y="13416"/>
                  <a:pt x="6152" y="13416"/>
                </a:cubicBezTo>
                <a:close/>
                <a:moveTo>
                  <a:pt x="7371" y="13416"/>
                </a:moveTo>
                <a:cubicBezTo>
                  <a:pt x="7152" y="13416"/>
                  <a:pt x="7042" y="13683"/>
                  <a:pt x="7199" y="13836"/>
                </a:cubicBezTo>
                <a:cubicBezTo>
                  <a:pt x="7249" y="13887"/>
                  <a:pt x="7310" y="13910"/>
                  <a:pt x="7371" y="13910"/>
                </a:cubicBezTo>
                <a:cubicBezTo>
                  <a:pt x="7497" y="13910"/>
                  <a:pt x="7619" y="13812"/>
                  <a:pt x="7619" y="13664"/>
                </a:cubicBezTo>
                <a:cubicBezTo>
                  <a:pt x="7619" y="13526"/>
                  <a:pt x="7509" y="13416"/>
                  <a:pt x="7371" y="13416"/>
                </a:cubicBezTo>
                <a:close/>
                <a:moveTo>
                  <a:pt x="8590" y="13416"/>
                </a:moveTo>
                <a:cubicBezTo>
                  <a:pt x="8371" y="13416"/>
                  <a:pt x="8261" y="13683"/>
                  <a:pt x="8418" y="13836"/>
                </a:cubicBezTo>
                <a:cubicBezTo>
                  <a:pt x="8468" y="13887"/>
                  <a:pt x="8529" y="13910"/>
                  <a:pt x="8590" y="13910"/>
                </a:cubicBezTo>
                <a:cubicBezTo>
                  <a:pt x="8716" y="13910"/>
                  <a:pt x="8838" y="13812"/>
                  <a:pt x="8838" y="13664"/>
                </a:cubicBezTo>
                <a:cubicBezTo>
                  <a:pt x="8838" y="13526"/>
                  <a:pt x="8728" y="13416"/>
                  <a:pt x="8590" y="13416"/>
                </a:cubicBezTo>
                <a:close/>
                <a:moveTo>
                  <a:pt x="9812" y="13416"/>
                </a:moveTo>
                <a:cubicBezTo>
                  <a:pt x="9590" y="13416"/>
                  <a:pt x="9480" y="13683"/>
                  <a:pt x="9637" y="13836"/>
                </a:cubicBezTo>
                <a:cubicBezTo>
                  <a:pt x="9687" y="13887"/>
                  <a:pt x="9749" y="13910"/>
                  <a:pt x="9809" y="13910"/>
                </a:cubicBezTo>
                <a:cubicBezTo>
                  <a:pt x="9935" y="13910"/>
                  <a:pt x="10057" y="13812"/>
                  <a:pt x="10057" y="13664"/>
                </a:cubicBezTo>
                <a:cubicBezTo>
                  <a:pt x="10057" y="13526"/>
                  <a:pt x="9947" y="13416"/>
                  <a:pt x="9812" y="13416"/>
                </a:cubicBezTo>
                <a:close/>
                <a:moveTo>
                  <a:pt x="11031" y="13416"/>
                </a:moveTo>
                <a:cubicBezTo>
                  <a:pt x="10809" y="13416"/>
                  <a:pt x="10699" y="13683"/>
                  <a:pt x="10856" y="13836"/>
                </a:cubicBezTo>
                <a:cubicBezTo>
                  <a:pt x="10907" y="13887"/>
                  <a:pt x="10969" y="13910"/>
                  <a:pt x="11030" y="13910"/>
                </a:cubicBezTo>
                <a:cubicBezTo>
                  <a:pt x="11156" y="13910"/>
                  <a:pt x="11276" y="13812"/>
                  <a:pt x="11276" y="13664"/>
                </a:cubicBezTo>
                <a:cubicBezTo>
                  <a:pt x="11276" y="13526"/>
                  <a:pt x="11166" y="13416"/>
                  <a:pt x="11031" y="13416"/>
                </a:cubicBezTo>
                <a:close/>
                <a:moveTo>
                  <a:pt x="12250" y="13416"/>
                </a:moveTo>
                <a:cubicBezTo>
                  <a:pt x="12031" y="13416"/>
                  <a:pt x="11921" y="13683"/>
                  <a:pt x="12075" y="13836"/>
                </a:cubicBezTo>
                <a:cubicBezTo>
                  <a:pt x="12126" y="13887"/>
                  <a:pt x="12188" y="13910"/>
                  <a:pt x="12250" y="13910"/>
                </a:cubicBezTo>
                <a:cubicBezTo>
                  <a:pt x="12377" y="13910"/>
                  <a:pt x="12498" y="13812"/>
                  <a:pt x="12498" y="13664"/>
                </a:cubicBezTo>
                <a:cubicBezTo>
                  <a:pt x="12498" y="13526"/>
                  <a:pt x="12385" y="13416"/>
                  <a:pt x="12250" y="13416"/>
                </a:cubicBezTo>
                <a:close/>
                <a:moveTo>
                  <a:pt x="13469" y="13416"/>
                </a:moveTo>
                <a:cubicBezTo>
                  <a:pt x="13250" y="13416"/>
                  <a:pt x="13140" y="13683"/>
                  <a:pt x="13294" y="13836"/>
                </a:cubicBezTo>
                <a:cubicBezTo>
                  <a:pt x="13345" y="13887"/>
                  <a:pt x="13407" y="13910"/>
                  <a:pt x="13469" y="13910"/>
                </a:cubicBezTo>
                <a:cubicBezTo>
                  <a:pt x="13596" y="13910"/>
                  <a:pt x="13717" y="13812"/>
                  <a:pt x="13717" y="13664"/>
                </a:cubicBezTo>
                <a:cubicBezTo>
                  <a:pt x="13717" y="13526"/>
                  <a:pt x="13604" y="13416"/>
                  <a:pt x="13469" y="13416"/>
                </a:cubicBezTo>
                <a:close/>
                <a:moveTo>
                  <a:pt x="14688" y="13416"/>
                </a:moveTo>
                <a:cubicBezTo>
                  <a:pt x="14469" y="13416"/>
                  <a:pt x="14359" y="13683"/>
                  <a:pt x="14513" y="13836"/>
                </a:cubicBezTo>
                <a:cubicBezTo>
                  <a:pt x="14564" y="13887"/>
                  <a:pt x="14626" y="13910"/>
                  <a:pt x="14688" y="13910"/>
                </a:cubicBezTo>
                <a:cubicBezTo>
                  <a:pt x="14815" y="13910"/>
                  <a:pt x="14936" y="13812"/>
                  <a:pt x="14936" y="13664"/>
                </a:cubicBezTo>
                <a:cubicBezTo>
                  <a:pt x="14936" y="13526"/>
                  <a:pt x="14826" y="13416"/>
                  <a:pt x="14688" y="13416"/>
                </a:cubicBezTo>
                <a:close/>
                <a:moveTo>
                  <a:pt x="15907" y="13416"/>
                </a:moveTo>
                <a:cubicBezTo>
                  <a:pt x="15688" y="13416"/>
                  <a:pt x="15578" y="13683"/>
                  <a:pt x="15735" y="13836"/>
                </a:cubicBezTo>
                <a:cubicBezTo>
                  <a:pt x="15785" y="13887"/>
                  <a:pt x="15847" y="13910"/>
                  <a:pt x="15908" y="13910"/>
                </a:cubicBezTo>
                <a:cubicBezTo>
                  <a:pt x="16034" y="13910"/>
                  <a:pt x="16155" y="13812"/>
                  <a:pt x="16155" y="13664"/>
                </a:cubicBezTo>
                <a:cubicBezTo>
                  <a:pt x="16155" y="13526"/>
                  <a:pt x="16045" y="13416"/>
                  <a:pt x="15907" y="13416"/>
                </a:cubicBezTo>
                <a:close/>
                <a:moveTo>
                  <a:pt x="17127" y="13416"/>
                </a:moveTo>
                <a:cubicBezTo>
                  <a:pt x="16907" y="13416"/>
                  <a:pt x="16797" y="13683"/>
                  <a:pt x="16954" y="13836"/>
                </a:cubicBezTo>
                <a:cubicBezTo>
                  <a:pt x="17004" y="13887"/>
                  <a:pt x="17066" y="13910"/>
                  <a:pt x="17127" y="13910"/>
                </a:cubicBezTo>
                <a:cubicBezTo>
                  <a:pt x="17253" y="13910"/>
                  <a:pt x="17374" y="13812"/>
                  <a:pt x="17374" y="13664"/>
                </a:cubicBezTo>
                <a:cubicBezTo>
                  <a:pt x="17374" y="13526"/>
                  <a:pt x="17264" y="13416"/>
                  <a:pt x="17127" y="13416"/>
                </a:cubicBezTo>
                <a:close/>
                <a:moveTo>
                  <a:pt x="18349" y="13416"/>
                </a:moveTo>
                <a:cubicBezTo>
                  <a:pt x="18126" y="13416"/>
                  <a:pt x="18017" y="13683"/>
                  <a:pt x="18173" y="13836"/>
                </a:cubicBezTo>
                <a:cubicBezTo>
                  <a:pt x="18223" y="13887"/>
                  <a:pt x="18285" y="13910"/>
                  <a:pt x="18346" y="13910"/>
                </a:cubicBezTo>
                <a:cubicBezTo>
                  <a:pt x="18472" y="13910"/>
                  <a:pt x="18593" y="13812"/>
                  <a:pt x="18593" y="13664"/>
                </a:cubicBezTo>
                <a:cubicBezTo>
                  <a:pt x="18593" y="13526"/>
                  <a:pt x="18483" y="13416"/>
                  <a:pt x="18349" y="13416"/>
                </a:cubicBezTo>
                <a:close/>
                <a:moveTo>
                  <a:pt x="19568" y="13416"/>
                </a:moveTo>
                <a:cubicBezTo>
                  <a:pt x="19348" y="13416"/>
                  <a:pt x="19236" y="13683"/>
                  <a:pt x="19392" y="13836"/>
                </a:cubicBezTo>
                <a:cubicBezTo>
                  <a:pt x="19443" y="13887"/>
                  <a:pt x="19505" y="13910"/>
                  <a:pt x="19566" y="13910"/>
                </a:cubicBezTo>
                <a:cubicBezTo>
                  <a:pt x="19692" y="13910"/>
                  <a:pt x="19812" y="13812"/>
                  <a:pt x="19812" y="13664"/>
                </a:cubicBezTo>
                <a:cubicBezTo>
                  <a:pt x="19812" y="13526"/>
                  <a:pt x="19703" y="13416"/>
                  <a:pt x="19568" y="13416"/>
                </a:cubicBezTo>
                <a:close/>
                <a:moveTo>
                  <a:pt x="20787" y="13416"/>
                </a:moveTo>
                <a:cubicBezTo>
                  <a:pt x="20567" y="13416"/>
                  <a:pt x="20458" y="13683"/>
                  <a:pt x="20611" y="13836"/>
                </a:cubicBezTo>
                <a:cubicBezTo>
                  <a:pt x="20662" y="13887"/>
                  <a:pt x="20725" y="13910"/>
                  <a:pt x="20786" y="13910"/>
                </a:cubicBezTo>
                <a:cubicBezTo>
                  <a:pt x="20913" y="13910"/>
                  <a:pt x="21034" y="13812"/>
                  <a:pt x="21034" y="13664"/>
                </a:cubicBezTo>
                <a:cubicBezTo>
                  <a:pt x="21034" y="13526"/>
                  <a:pt x="20922" y="13416"/>
                  <a:pt x="20787" y="13416"/>
                </a:cubicBezTo>
                <a:close/>
                <a:moveTo>
                  <a:pt x="22006" y="13416"/>
                </a:moveTo>
                <a:cubicBezTo>
                  <a:pt x="21786" y="13416"/>
                  <a:pt x="21677" y="13683"/>
                  <a:pt x="21830" y="13836"/>
                </a:cubicBezTo>
                <a:cubicBezTo>
                  <a:pt x="21881" y="13887"/>
                  <a:pt x="21944" y="13910"/>
                  <a:pt x="22005" y="13910"/>
                </a:cubicBezTo>
                <a:cubicBezTo>
                  <a:pt x="22132" y="13910"/>
                  <a:pt x="22253" y="13812"/>
                  <a:pt x="22253" y="13664"/>
                </a:cubicBezTo>
                <a:cubicBezTo>
                  <a:pt x="22253" y="13526"/>
                  <a:pt x="22141" y="13416"/>
                  <a:pt x="22006" y="13416"/>
                </a:cubicBezTo>
                <a:close/>
                <a:moveTo>
                  <a:pt x="22006" y="14634"/>
                </a:moveTo>
                <a:cubicBezTo>
                  <a:pt x="21877" y="14634"/>
                  <a:pt x="21758" y="14739"/>
                  <a:pt x="21758" y="14883"/>
                </a:cubicBezTo>
                <a:cubicBezTo>
                  <a:pt x="21758" y="14911"/>
                  <a:pt x="21765" y="14943"/>
                  <a:pt x="21774" y="14968"/>
                </a:cubicBezTo>
                <a:cubicBezTo>
                  <a:pt x="21893" y="14867"/>
                  <a:pt x="22006" y="14767"/>
                  <a:pt x="22116" y="14660"/>
                </a:cubicBezTo>
                <a:cubicBezTo>
                  <a:pt x="22080" y="14643"/>
                  <a:pt x="22043" y="14634"/>
                  <a:pt x="22006" y="14634"/>
                </a:cubicBezTo>
                <a:close/>
                <a:moveTo>
                  <a:pt x="54" y="14635"/>
                </a:moveTo>
                <a:cubicBezTo>
                  <a:pt x="38" y="14635"/>
                  <a:pt x="19" y="14639"/>
                  <a:pt x="0" y="14642"/>
                </a:cubicBezTo>
                <a:lnTo>
                  <a:pt x="0" y="15121"/>
                </a:lnTo>
                <a:cubicBezTo>
                  <a:pt x="20" y="15126"/>
                  <a:pt x="39" y="15128"/>
                  <a:pt x="58" y="15128"/>
                </a:cubicBezTo>
                <a:cubicBezTo>
                  <a:pt x="180" y="15128"/>
                  <a:pt x="288" y="15036"/>
                  <a:pt x="301" y="14908"/>
                </a:cubicBezTo>
                <a:cubicBezTo>
                  <a:pt x="317" y="14764"/>
                  <a:pt x="201" y="14635"/>
                  <a:pt x="54" y="14635"/>
                </a:cubicBezTo>
                <a:close/>
                <a:moveTo>
                  <a:pt x="1276" y="14635"/>
                </a:moveTo>
                <a:cubicBezTo>
                  <a:pt x="1053" y="14635"/>
                  <a:pt x="944" y="14902"/>
                  <a:pt x="1100" y="15055"/>
                </a:cubicBezTo>
                <a:cubicBezTo>
                  <a:pt x="1150" y="15106"/>
                  <a:pt x="1212" y="15129"/>
                  <a:pt x="1273" y="15129"/>
                </a:cubicBezTo>
                <a:cubicBezTo>
                  <a:pt x="1399" y="15129"/>
                  <a:pt x="1520" y="15031"/>
                  <a:pt x="1520" y="14883"/>
                </a:cubicBezTo>
                <a:cubicBezTo>
                  <a:pt x="1520" y="14745"/>
                  <a:pt x="1410" y="14635"/>
                  <a:pt x="1276" y="14635"/>
                </a:cubicBezTo>
                <a:close/>
                <a:moveTo>
                  <a:pt x="2495" y="14635"/>
                </a:moveTo>
                <a:cubicBezTo>
                  <a:pt x="2272" y="14635"/>
                  <a:pt x="2163" y="14902"/>
                  <a:pt x="2319" y="15055"/>
                </a:cubicBezTo>
                <a:cubicBezTo>
                  <a:pt x="2370" y="15106"/>
                  <a:pt x="2432" y="15129"/>
                  <a:pt x="2493" y="15129"/>
                </a:cubicBezTo>
                <a:cubicBezTo>
                  <a:pt x="2619" y="15129"/>
                  <a:pt x="2739" y="15031"/>
                  <a:pt x="2739" y="14883"/>
                </a:cubicBezTo>
                <a:cubicBezTo>
                  <a:pt x="2739" y="14745"/>
                  <a:pt x="2630" y="14635"/>
                  <a:pt x="2495" y="14635"/>
                </a:cubicBezTo>
                <a:close/>
                <a:moveTo>
                  <a:pt x="3714" y="14635"/>
                </a:moveTo>
                <a:cubicBezTo>
                  <a:pt x="3494" y="14635"/>
                  <a:pt x="3385" y="14902"/>
                  <a:pt x="3538" y="15055"/>
                </a:cubicBezTo>
                <a:cubicBezTo>
                  <a:pt x="3589" y="15106"/>
                  <a:pt x="3652" y="15129"/>
                  <a:pt x="3712" y="15129"/>
                </a:cubicBezTo>
                <a:cubicBezTo>
                  <a:pt x="3839" y="15129"/>
                  <a:pt x="3959" y="15031"/>
                  <a:pt x="3961" y="14883"/>
                </a:cubicBezTo>
                <a:cubicBezTo>
                  <a:pt x="3961" y="14745"/>
                  <a:pt x="3849" y="14635"/>
                  <a:pt x="3714" y="14635"/>
                </a:cubicBezTo>
                <a:close/>
                <a:moveTo>
                  <a:pt x="4933" y="14635"/>
                </a:moveTo>
                <a:cubicBezTo>
                  <a:pt x="4713" y="14635"/>
                  <a:pt x="4604" y="14902"/>
                  <a:pt x="4757" y="15055"/>
                </a:cubicBezTo>
                <a:cubicBezTo>
                  <a:pt x="4808" y="15106"/>
                  <a:pt x="4871" y="15129"/>
                  <a:pt x="4932" y="15129"/>
                </a:cubicBezTo>
                <a:cubicBezTo>
                  <a:pt x="5059" y="15129"/>
                  <a:pt x="5180" y="15031"/>
                  <a:pt x="5180" y="14883"/>
                </a:cubicBezTo>
                <a:cubicBezTo>
                  <a:pt x="5180" y="14745"/>
                  <a:pt x="5068" y="14635"/>
                  <a:pt x="4933" y="14635"/>
                </a:cubicBezTo>
                <a:close/>
                <a:moveTo>
                  <a:pt x="6152" y="14635"/>
                </a:moveTo>
                <a:cubicBezTo>
                  <a:pt x="5933" y="14635"/>
                  <a:pt x="5823" y="14902"/>
                  <a:pt x="5976" y="15055"/>
                </a:cubicBezTo>
                <a:cubicBezTo>
                  <a:pt x="6027" y="15106"/>
                  <a:pt x="6090" y="15129"/>
                  <a:pt x="6151" y="15129"/>
                </a:cubicBezTo>
                <a:cubicBezTo>
                  <a:pt x="6278" y="15129"/>
                  <a:pt x="6399" y="15031"/>
                  <a:pt x="6399" y="14883"/>
                </a:cubicBezTo>
                <a:cubicBezTo>
                  <a:pt x="6399" y="14745"/>
                  <a:pt x="6290" y="14635"/>
                  <a:pt x="6152" y="14635"/>
                </a:cubicBezTo>
                <a:close/>
                <a:moveTo>
                  <a:pt x="7371" y="14635"/>
                </a:moveTo>
                <a:cubicBezTo>
                  <a:pt x="7152" y="14635"/>
                  <a:pt x="7042" y="14902"/>
                  <a:pt x="7199" y="15055"/>
                </a:cubicBezTo>
                <a:cubicBezTo>
                  <a:pt x="7249" y="15106"/>
                  <a:pt x="7310" y="15129"/>
                  <a:pt x="7371" y="15129"/>
                </a:cubicBezTo>
                <a:cubicBezTo>
                  <a:pt x="7497" y="15129"/>
                  <a:pt x="7619" y="15031"/>
                  <a:pt x="7619" y="14883"/>
                </a:cubicBezTo>
                <a:cubicBezTo>
                  <a:pt x="7619" y="14745"/>
                  <a:pt x="7509" y="14635"/>
                  <a:pt x="7371" y="14635"/>
                </a:cubicBezTo>
                <a:close/>
                <a:moveTo>
                  <a:pt x="8590" y="14635"/>
                </a:moveTo>
                <a:cubicBezTo>
                  <a:pt x="8371" y="14635"/>
                  <a:pt x="8261" y="14902"/>
                  <a:pt x="8418" y="15055"/>
                </a:cubicBezTo>
                <a:cubicBezTo>
                  <a:pt x="8468" y="15106"/>
                  <a:pt x="8529" y="15129"/>
                  <a:pt x="8590" y="15129"/>
                </a:cubicBezTo>
                <a:cubicBezTo>
                  <a:pt x="8716" y="15129"/>
                  <a:pt x="8838" y="15031"/>
                  <a:pt x="8838" y="14883"/>
                </a:cubicBezTo>
                <a:cubicBezTo>
                  <a:pt x="8838" y="14745"/>
                  <a:pt x="8728" y="14635"/>
                  <a:pt x="8590" y="14635"/>
                </a:cubicBezTo>
                <a:close/>
                <a:moveTo>
                  <a:pt x="9812" y="14635"/>
                </a:moveTo>
                <a:cubicBezTo>
                  <a:pt x="9590" y="14635"/>
                  <a:pt x="9480" y="14902"/>
                  <a:pt x="9637" y="15055"/>
                </a:cubicBezTo>
                <a:cubicBezTo>
                  <a:pt x="9687" y="15106"/>
                  <a:pt x="9749" y="15129"/>
                  <a:pt x="9809" y="15129"/>
                </a:cubicBezTo>
                <a:cubicBezTo>
                  <a:pt x="9935" y="15129"/>
                  <a:pt x="10057" y="15031"/>
                  <a:pt x="10057" y="14883"/>
                </a:cubicBezTo>
                <a:cubicBezTo>
                  <a:pt x="10057" y="14745"/>
                  <a:pt x="9947" y="14635"/>
                  <a:pt x="9812" y="14635"/>
                </a:cubicBezTo>
                <a:close/>
                <a:moveTo>
                  <a:pt x="11031" y="14635"/>
                </a:moveTo>
                <a:cubicBezTo>
                  <a:pt x="10809" y="14635"/>
                  <a:pt x="10699" y="14902"/>
                  <a:pt x="10856" y="15055"/>
                </a:cubicBezTo>
                <a:cubicBezTo>
                  <a:pt x="10907" y="15106"/>
                  <a:pt x="10969" y="15129"/>
                  <a:pt x="11030" y="15129"/>
                </a:cubicBezTo>
                <a:cubicBezTo>
                  <a:pt x="11156" y="15129"/>
                  <a:pt x="11276" y="15031"/>
                  <a:pt x="11276" y="14883"/>
                </a:cubicBezTo>
                <a:cubicBezTo>
                  <a:pt x="11276" y="14745"/>
                  <a:pt x="11166" y="14635"/>
                  <a:pt x="11031" y="14635"/>
                </a:cubicBezTo>
                <a:close/>
                <a:moveTo>
                  <a:pt x="12250" y="14635"/>
                </a:moveTo>
                <a:cubicBezTo>
                  <a:pt x="12031" y="14635"/>
                  <a:pt x="11921" y="14902"/>
                  <a:pt x="12075" y="15055"/>
                </a:cubicBezTo>
                <a:cubicBezTo>
                  <a:pt x="12126" y="15106"/>
                  <a:pt x="12188" y="15129"/>
                  <a:pt x="12250" y="15129"/>
                </a:cubicBezTo>
                <a:cubicBezTo>
                  <a:pt x="12377" y="15129"/>
                  <a:pt x="12498" y="15031"/>
                  <a:pt x="12498" y="14883"/>
                </a:cubicBezTo>
                <a:cubicBezTo>
                  <a:pt x="12498" y="14745"/>
                  <a:pt x="12385" y="14635"/>
                  <a:pt x="12250" y="14635"/>
                </a:cubicBezTo>
                <a:close/>
                <a:moveTo>
                  <a:pt x="13469" y="14635"/>
                </a:moveTo>
                <a:cubicBezTo>
                  <a:pt x="13250" y="14635"/>
                  <a:pt x="13140" y="14902"/>
                  <a:pt x="13294" y="15055"/>
                </a:cubicBezTo>
                <a:cubicBezTo>
                  <a:pt x="13345" y="15106"/>
                  <a:pt x="13407" y="15129"/>
                  <a:pt x="13469" y="15129"/>
                </a:cubicBezTo>
                <a:cubicBezTo>
                  <a:pt x="13596" y="15129"/>
                  <a:pt x="13717" y="15031"/>
                  <a:pt x="13717" y="14883"/>
                </a:cubicBezTo>
                <a:cubicBezTo>
                  <a:pt x="13717" y="14745"/>
                  <a:pt x="13604" y="14635"/>
                  <a:pt x="13469" y="14635"/>
                </a:cubicBezTo>
                <a:close/>
                <a:moveTo>
                  <a:pt x="14688" y="14635"/>
                </a:moveTo>
                <a:cubicBezTo>
                  <a:pt x="14469" y="14635"/>
                  <a:pt x="14359" y="14902"/>
                  <a:pt x="14513" y="15055"/>
                </a:cubicBezTo>
                <a:cubicBezTo>
                  <a:pt x="14564" y="15106"/>
                  <a:pt x="14626" y="15129"/>
                  <a:pt x="14688" y="15129"/>
                </a:cubicBezTo>
                <a:cubicBezTo>
                  <a:pt x="14815" y="15129"/>
                  <a:pt x="14936" y="15031"/>
                  <a:pt x="14936" y="14883"/>
                </a:cubicBezTo>
                <a:cubicBezTo>
                  <a:pt x="14936" y="14745"/>
                  <a:pt x="14826" y="14635"/>
                  <a:pt x="14688" y="14635"/>
                </a:cubicBezTo>
                <a:close/>
                <a:moveTo>
                  <a:pt x="15907" y="14635"/>
                </a:moveTo>
                <a:cubicBezTo>
                  <a:pt x="15688" y="14635"/>
                  <a:pt x="15578" y="14902"/>
                  <a:pt x="15735" y="15055"/>
                </a:cubicBezTo>
                <a:cubicBezTo>
                  <a:pt x="15785" y="15106"/>
                  <a:pt x="15847" y="15129"/>
                  <a:pt x="15908" y="15129"/>
                </a:cubicBezTo>
                <a:cubicBezTo>
                  <a:pt x="16034" y="15129"/>
                  <a:pt x="16155" y="15031"/>
                  <a:pt x="16155" y="14883"/>
                </a:cubicBezTo>
                <a:cubicBezTo>
                  <a:pt x="16155" y="14745"/>
                  <a:pt x="16045" y="14635"/>
                  <a:pt x="15907" y="14635"/>
                </a:cubicBezTo>
                <a:close/>
                <a:moveTo>
                  <a:pt x="17127" y="14635"/>
                </a:moveTo>
                <a:cubicBezTo>
                  <a:pt x="16907" y="14635"/>
                  <a:pt x="16797" y="14902"/>
                  <a:pt x="16954" y="15055"/>
                </a:cubicBezTo>
                <a:cubicBezTo>
                  <a:pt x="17004" y="15106"/>
                  <a:pt x="17066" y="15129"/>
                  <a:pt x="17127" y="15129"/>
                </a:cubicBezTo>
                <a:cubicBezTo>
                  <a:pt x="17253" y="15129"/>
                  <a:pt x="17374" y="15031"/>
                  <a:pt x="17374" y="14883"/>
                </a:cubicBezTo>
                <a:cubicBezTo>
                  <a:pt x="17374" y="14745"/>
                  <a:pt x="17264" y="14635"/>
                  <a:pt x="17127" y="14635"/>
                </a:cubicBezTo>
                <a:close/>
                <a:moveTo>
                  <a:pt x="18349" y="14635"/>
                </a:moveTo>
                <a:cubicBezTo>
                  <a:pt x="18126" y="14635"/>
                  <a:pt x="18017" y="14902"/>
                  <a:pt x="18173" y="15055"/>
                </a:cubicBezTo>
                <a:cubicBezTo>
                  <a:pt x="18224" y="15106"/>
                  <a:pt x="18286" y="15129"/>
                  <a:pt x="18347" y="15129"/>
                </a:cubicBezTo>
                <a:cubicBezTo>
                  <a:pt x="18473" y="15129"/>
                  <a:pt x="18593" y="15031"/>
                  <a:pt x="18593" y="14883"/>
                </a:cubicBezTo>
                <a:cubicBezTo>
                  <a:pt x="18593" y="14745"/>
                  <a:pt x="18483" y="14635"/>
                  <a:pt x="18349" y="14635"/>
                </a:cubicBezTo>
                <a:close/>
                <a:moveTo>
                  <a:pt x="19568" y="14635"/>
                </a:moveTo>
                <a:cubicBezTo>
                  <a:pt x="19348" y="14635"/>
                  <a:pt x="19236" y="14902"/>
                  <a:pt x="19392" y="15055"/>
                </a:cubicBezTo>
                <a:cubicBezTo>
                  <a:pt x="19443" y="15106"/>
                  <a:pt x="19505" y="15129"/>
                  <a:pt x="19566" y="15129"/>
                </a:cubicBezTo>
                <a:cubicBezTo>
                  <a:pt x="19692" y="15129"/>
                  <a:pt x="19812" y="15031"/>
                  <a:pt x="19812" y="14883"/>
                </a:cubicBezTo>
                <a:cubicBezTo>
                  <a:pt x="19812" y="14745"/>
                  <a:pt x="19703" y="14635"/>
                  <a:pt x="19568" y="14635"/>
                </a:cubicBezTo>
                <a:close/>
                <a:moveTo>
                  <a:pt x="20787" y="14635"/>
                </a:moveTo>
                <a:cubicBezTo>
                  <a:pt x="20567" y="14635"/>
                  <a:pt x="20458" y="14902"/>
                  <a:pt x="20611" y="15055"/>
                </a:cubicBezTo>
                <a:cubicBezTo>
                  <a:pt x="20662" y="15106"/>
                  <a:pt x="20725" y="15129"/>
                  <a:pt x="20786" y="15129"/>
                </a:cubicBezTo>
                <a:cubicBezTo>
                  <a:pt x="20913" y="15129"/>
                  <a:pt x="21034" y="15031"/>
                  <a:pt x="21034" y="14883"/>
                </a:cubicBezTo>
                <a:cubicBezTo>
                  <a:pt x="21034" y="14745"/>
                  <a:pt x="20922" y="14635"/>
                  <a:pt x="20787" y="14635"/>
                </a:cubicBezTo>
                <a:close/>
                <a:moveTo>
                  <a:pt x="54" y="15854"/>
                </a:moveTo>
                <a:cubicBezTo>
                  <a:pt x="38" y="15854"/>
                  <a:pt x="19" y="15858"/>
                  <a:pt x="0" y="15861"/>
                </a:cubicBezTo>
                <a:lnTo>
                  <a:pt x="0" y="16343"/>
                </a:lnTo>
                <a:cubicBezTo>
                  <a:pt x="18" y="16347"/>
                  <a:pt x="36" y="16349"/>
                  <a:pt x="53" y="16349"/>
                </a:cubicBezTo>
                <a:cubicBezTo>
                  <a:pt x="177" y="16349"/>
                  <a:pt x="285" y="16256"/>
                  <a:pt x="301" y="16127"/>
                </a:cubicBezTo>
                <a:cubicBezTo>
                  <a:pt x="317" y="15983"/>
                  <a:pt x="201" y="15854"/>
                  <a:pt x="54" y="15854"/>
                </a:cubicBezTo>
                <a:close/>
                <a:moveTo>
                  <a:pt x="1276" y="15854"/>
                </a:moveTo>
                <a:cubicBezTo>
                  <a:pt x="1053" y="15854"/>
                  <a:pt x="944" y="16121"/>
                  <a:pt x="1100" y="16278"/>
                </a:cubicBezTo>
                <a:cubicBezTo>
                  <a:pt x="1150" y="16327"/>
                  <a:pt x="1211" y="16349"/>
                  <a:pt x="1271" y="16349"/>
                </a:cubicBezTo>
                <a:cubicBezTo>
                  <a:pt x="1398" y="16349"/>
                  <a:pt x="1520" y="16251"/>
                  <a:pt x="1520" y="16102"/>
                </a:cubicBezTo>
                <a:cubicBezTo>
                  <a:pt x="1520" y="15964"/>
                  <a:pt x="1410" y="15854"/>
                  <a:pt x="1276" y="15854"/>
                </a:cubicBezTo>
                <a:close/>
                <a:moveTo>
                  <a:pt x="2495" y="15854"/>
                </a:moveTo>
                <a:cubicBezTo>
                  <a:pt x="2272" y="15854"/>
                  <a:pt x="2163" y="16121"/>
                  <a:pt x="2319" y="16278"/>
                </a:cubicBezTo>
                <a:cubicBezTo>
                  <a:pt x="2370" y="16327"/>
                  <a:pt x="2431" y="16349"/>
                  <a:pt x="2491" y="16349"/>
                </a:cubicBezTo>
                <a:cubicBezTo>
                  <a:pt x="2618" y="16349"/>
                  <a:pt x="2739" y="16251"/>
                  <a:pt x="2739" y="16102"/>
                </a:cubicBezTo>
                <a:cubicBezTo>
                  <a:pt x="2739" y="15964"/>
                  <a:pt x="2630" y="15854"/>
                  <a:pt x="2495" y="15854"/>
                </a:cubicBezTo>
                <a:close/>
                <a:moveTo>
                  <a:pt x="3714" y="15854"/>
                </a:moveTo>
                <a:cubicBezTo>
                  <a:pt x="3494" y="15854"/>
                  <a:pt x="3385" y="16121"/>
                  <a:pt x="3538" y="16278"/>
                </a:cubicBezTo>
                <a:cubicBezTo>
                  <a:pt x="3589" y="16327"/>
                  <a:pt x="3651" y="16349"/>
                  <a:pt x="3711" y="16349"/>
                </a:cubicBezTo>
                <a:cubicBezTo>
                  <a:pt x="3839" y="16349"/>
                  <a:pt x="3961" y="16251"/>
                  <a:pt x="3961" y="16102"/>
                </a:cubicBezTo>
                <a:cubicBezTo>
                  <a:pt x="3958" y="15964"/>
                  <a:pt x="3849" y="15854"/>
                  <a:pt x="3714" y="15854"/>
                </a:cubicBezTo>
                <a:close/>
                <a:moveTo>
                  <a:pt x="4933" y="15854"/>
                </a:moveTo>
                <a:cubicBezTo>
                  <a:pt x="4713" y="15854"/>
                  <a:pt x="4604" y="16121"/>
                  <a:pt x="4757" y="16278"/>
                </a:cubicBezTo>
                <a:cubicBezTo>
                  <a:pt x="4808" y="16327"/>
                  <a:pt x="4870" y="16349"/>
                  <a:pt x="4930" y="16349"/>
                </a:cubicBezTo>
                <a:cubicBezTo>
                  <a:pt x="5058" y="16349"/>
                  <a:pt x="5180" y="16251"/>
                  <a:pt x="5180" y="16102"/>
                </a:cubicBezTo>
                <a:cubicBezTo>
                  <a:pt x="5180" y="15964"/>
                  <a:pt x="5068" y="15854"/>
                  <a:pt x="4933" y="15854"/>
                </a:cubicBezTo>
                <a:close/>
                <a:moveTo>
                  <a:pt x="6152" y="15854"/>
                </a:moveTo>
                <a:cubicBezTo>
                  <a:pt x="5933" y="15854"/>
                  <a:pt x="5823" y="16121"/>
                  <a:pt x="5976" y="16278"/>
                </a:cubicBezTo>
                <a:cubicBezTo>
                  <a:pt x="6027" y="16327"/>
                  <a:pt x="6089" y="16349"/>
                  <a:pt x="6149" y="16349"/>
                </a:cubicBezTo>
                <a:cubicBezTo>
                  <a:pt x="6277" y="16349"/>
                  <a:pt x="6399" y="16251"/>
                  <a:pt x="6399" y="16102"/>
                </a:cubicBezTo>
                <a:cubicBezTo>
                  <a:pt x="6399" y="15964"/>
                  <a:pt x="6290" y="15854"/>
                  <a:pt x="6152" y="15854"/>
                </a:cubicBezTo>
                <a:close/>
                <a:moveTo>
                  <a:pt x="7371" y="15854"/>
                </a:moveTo>
                <a:cubicBezTo>
                  <a:pt x="7152" y="15854"/>
                  <a:pt x="7042" y="16121"/>
                  <a:pt x="7199" y="16278"/>
                </a:cubicBezTo>
                <a:cubicBezTo>
                  <a:pt x="7248" y="16327"/>
                  <a:pt x="7309" y="16349"/>
                  <a:pt x="7369" y="16349"/>
                </a:cubicBezTo>
                <a:cubicBezTo>
                  <a:pt x="7496" y="16349"/>
                  <a:pt x="7619" y="16251"/>
                  <a:pt x="7619" y="16102"/>
                </a:cubicBezTo>
                <a:cubicBezTo>
                  <a:pt x="7619" y="15964"/>
                  <a:pt x="7509" y="15854"/>
                  <a:pt x="7371" y="15854"/>
                </a:cubicBezTo>
                <a:close/>
                <a:moveTo>
                  <a:pt x="8590" y="15854"/>
                </a:moveTo>
                <a:cubicBezTo>
                  <a:pt x="8371" y="15854"/>
                  <a:pt x="8261" y="16121"/>
                  <a:pt x="8418" y="16278"/>
                </a:cubicBezTo>
                <a:cubicBezTo>
                  <a:pt x="8467" y="16327"/>
                  <a:pt x="8528" y="16349"/>
                  <a:pt x="8588" y="16349"/>
                </a:cubicBezTo>
                <a:cubicBezTo>
                  <a:pt x="8715" y="16349"/>
                  <a:pt x="8838" y="16251"/>
                  <a:pt x="8838" y="16102"/>
                </a:cubicBezTo>
                <a:cubicBezTo>
                  <a:pt x="8838" y="15964"/>
                  <a:pt x="8728" y="15854"/>
                  <a:pt x="8590" y="15854"/>
                </a:cubicBezTo>
                <a:close/>
                <a:moveTo>
                  <a:pt x="9812" y="15854"/>
                </a:moveTo>
                <a:cubicBezTo>
                  <a:pt x="9590" y="15854"/>
                  <a:pt x="9480" y="16121"/>
                  <a:pt x="9637" y="16278"/>
                </a:cubicBezTo>
                <a:cubicBezTo>
                  <a:pt x="9687" y="16327"/>
                  <a:pt x="9749" y="16349"/>
                  <a:pt x="9809" y="16349"/>
                </a:cubicBezTo>
                <a:cubicBezTo>
                  <a:pt x="9936" y="16349"/>
                  <a:pt x="10057" y="16251"/>
                  <a:pt x="10057" y="16102"/>
                </a:cubicBezTo>
                <a:cubicBezTo>
                  <a:pt x="10057" y="15964"/>
                  <a:pt x="9947" y="15854"/>
                  <a:pt x="9812" y="15854"/>
                </a:cubicBezTo>
                <a:close/>
                <a:moveTo>
                  <a:pt x="11031" y="15854"/>
                </a:moveTo>
                <a:cubicBezTo>
                  <a:pt x="10809" y="15854"/>
                  <a:pt x="10699" y="16121"/>
                  <a:pt x="10856" y="16278"/>
                </a:cubicBezTo>
                <a:cubicBezTo>
                  <a:pt x="10906" y="16327"/>
                  <a:pt x="10968" y="16349"/>
                  <a:pt x="11028" y="16349"/>
                </a:cubicBezTo>
                <a:cubicBezTo>
                  <a:pt x="11155" y="16349"/>
                  <a:pt x="11276" y="16251"/>
                  <a:pt x="11276" y="16102"/>
                </a:cubicBezTo>
                <a:cubicBezTo>
                  <a:pt x="11276" y="15964"/>
                  <a:pt x="11166" y="15854"/>
                  <a:pt x="11031" y="15854"/>
                </a:cubicBezTo>
                <a:close/>
                <a:moveTo>
                  <a:pt x="12250" y="15854"/>
                </a:moveTo>
                <a:cubicBezTo>
                  <a:pt x="12031" y="15854"/>
                  <a:pt x="11921" y="16121"/>
                  <a:pt x="12075" y="16278"/>
                </a:cubicBezTo>
                <a:cubicBezTo>
                  <a:pt x="12125" y="16327"/>
                  <a:pt x="12187" y="16349"/>
                  <a:pt x="12248" y="16349"/>
                </a:cubicBezTo>
                <a:cubicBezTo>
                  <a:pt x="12375" y="16349"/>
                  <a:pt x="12498" y="16251"/>
                  <a:pt x="12498" y="16102"/>
                </a:cubicBezTo>
                <a:cubicBezTo>
                  <a:pt x="12498" y="15964"/>
                  <a:pt x="12385" y="15854"/>
                  <a:pt x="12250" y="15854"/>
                </a:cubicBezTo>
                <a:close/>
                <a:moveTo>
                  <a:pt x="13469" y="15854"/>
                </a:moveTo>
                <a:cubicBezTo>
                  <a:pt x="13250" y="15854"/>
                  <a:pt x="13140" y="16121"/>
                  <a:pt x="13294" y="16278"/>
                </a:cubicBezTo>
                <a:cubicBezTo>
                  <a:pt x="13344" y="16327"/>
                  <a:pt x="13406" y="16349"/>
                  <a:pt x="13467" y="16349"/>
                </a:cubicBezTo>
                <a:cubicBezTo>
                  <a:pt x="13594" y="16349"/>
                  <a:pt x="13717" y="16251"/>
                  <a:pt x="13717" y="16102"/>
                </a:cubicBezTo>
                <a:cubicBezTo>
                  <a:pt x="13717" y="15964"/>
                  <a:pt x="13604" y="15854"/>
                  <a:pt x="13469" y="15854"/>
                </a:cubicBezTo>
                <a:close/>
                <a:moveTo>
                  <a:pt x="14688" y="15854"/>
                </a:moveTo>
                <a:cubicBezTo>
                  <a:pt x="14469" y="15854"/>
                  <a:pt x="14359" y="16121"/>
                  <a:pt x="14513" y="16278"/>
                </a:cubicBezTo>
                <a:cubicBezTo>
                  <a:pt x="14563" y="16327"/>
                  <a:pt x="14625" y="16349"/>
                  <a:pt x="14686" y="16349"/>
                </a:cubicBezTo>
                <a:cubicBezTo>
                  <a:pt x="14813" y="16349"/>
                  <a:pt x="14936" y="16251"/>
                  <a:pt x="14936" y="16102"/>
                </a:cubicBezTo>
                <a:cubicBezTo>
                  <a:pt x="14936" y="15964"/>
                  <a:pt x="14826" y="15854"/>
                  <a:pt x="14688" y="15854"/>
                </a:cubicBezTo>
                <a:close/>
                <a:moveTo>
                  <a:pt x="15907" y="15854"/>
                </a:moveTo>
                <a:cubicBezTo>
                  <a:pt x="15688" y="15854"/>
                  <a:pt x="15578" y="16121"/>
                  <a:pt x="15735" y="16278"/>
                </a:cubicBezTo>
                <a:cubicBezTo>
                  <a:pt x="15785" y="16327"/>
                  <a:pt x="15846" y="16349"/>
                  <a:pt x="15906" y="16349"/>
                </a:cubicBezTo>
                <a:cubicBezTo>
                  <a:pt x="16033" y="16349"/>
                  <a:pt x="16155" y="16251"/>
                  <a:pt x="16155" y="16102"/>
                </a:cubicBezTo>
                <a:cubicBezTo>
                  <a:pt x="16155" y="15964"/>
                  <a:pt x="16045" y="15854"/>
                  <a:pt x="15907" y="15854"/>
                </a:cubicBezTo>
                <a:close/>
                <a:moveTo>
                  <a:pt x="17127" y="15854"/>
                </a:moveTo>
                <a:cubicBezTo>
                  <a:pt x="16907" y="15854"/>
                  <a:pt x="16797" y="16121"/>
                  <a:pt x="16954" y="16278"/>
                </a:cubicBezTo>
                <a:cubicBezTo>
                  <a:pt x="17004" y="16327"/>
                  <a:pt x="17065" y="16349"/>
                  <a:pt x="17125" y="16349"/>
                </a:cubicBezTo>
                <a:cubicBezTo>
                  <a:pt x="17252" y="16349"/>
                  <a:pt x="17374" y="16251"/>
                  <a:pt x="17374" y="16102"/>
                </a:cubicBezTo>
                <a:cubicBezTo>
                  <a:pt x="17374" y="15964"/>
                  <a:pt x="17264" y="15854"/>
                  <a:pt x="17127" y="15854"/>
                </a:cubicBezTo>
                <a:close/>
                <a:moveTo>
                  <a:pt x="18349" y="15854"/>
                </a:moveTo>
                <a:cubicBezTo>
                  <a:pt x="18126" y="15854"/>
                  <a:pt x="18017" y="16121"/>
                  <a:pt x="18173" y="16278"/>
                </a:cubicBezTo>
                <a:cubicBezTo>
                  <a:pt x="18224" y="16327"/>
                  <a:pt x="18285" y="16349"/>
                  <a:pt x="18345" y="16349"/>
                </a:cubicBezTo>
                <a:cubicBezTo>
                  <a:pt x="18472" y="16349"/>
                  <a:pt x="18593" y="16251"/>
                  <a:pt x="18593" y="16102"/>
                </a:cubicBezTo>
                <a:cubicBezTo>
                  <a:pt x="18593" y="15964"/>
                  <a:pt x="18483" y="15854"/>
                  <a:pt x="18349" y="15854"/>
                </a:cubicBezTo>
                <a:close/>
                <a:moveTo>
                  <a:pt x="19568" y="15854"/>
                </a:moveTo>
                <a:cubicBezTo>
                  <a:pt x="19251" y="15867"/>
                  <a:pt x="19251" y="16337"/>
                  <a:pt x="19568" y="16350"/>
                </a:cubicBezTo>
                <a:cubicBezTo>
                  <a:pt x="19577" y="16350"/>
                  <a:pt x="19587" y="16346"/>
                  <a:pt x="19596" y="16346"/>
                </a:cubicBezTo>
                <a:cubicBezTo>
                  <a:pt x="19640" y="16328"/>
                  <a:pt x="19687" y="16306"/>
                  <a:pt x="19731" y="16287"/>
                </a:cubicBezTo>
                <a:cubicBezTo>
                  <a:pt x="19900" y="16137"/>
                  <a:pt x="19793" y="15854"/>
                  <a:pt x="19568" y="15854"/>
                </a:cubicBezTo>
                <a:close/>
                <a:moveTo>
                  <a:pt x="14689" y="17075"/>
                </a:moveTo>
                <a:cubicBezTo>
                  <a:pt x="14649" y="17075"/>
                  <a:pt x="14609" y="17085"/>
                  <a:pt x="14572" y="17105"/>
                </a:cubicBezTo>
                <a:cubicBezTo>
                  <a:pt x="14660" y="17111"/>
                  <a:pt x="14748" y="17117"/>
                  <a:pt x="14836" y="17124"/>
                </a:cubicBezTo>
                <a:cubicBezTo>
                  <a:pt x="14793" y="17092"/>
                  <a:pt x="14741" y="17075"/>
                  <a:pt x="14689" y="17075"/>
                </a:cubicBezTo>
                <a:close/>
                <a:moveTo>
                  <a:pt x="15907" y="17074"/>
                </a:moveTo>
                <a:cubicBezTo>
                  <a:pt x="15842" y="17074"/>
                  <a:pt x="15779" y="17099"/>
                  <a:pt x="15732" y="17149"/>
                </a:cubicBezTo>
                <a:cubicBezTo>
                  <a:pt x="15848" y="17149"/>
                  <a:pt x="15964" y="17146"/>
                  <a:pt x="16077" y="17142"/>
                </a:cubicBezTo>
                <a:cubicBezTo>
                  <a:pt x="16029" y="17097"/>
                  <a:pt x="15968" y="17074"/>
                  <a:pt x="15907" y="17074"/>
                </a:cubicBezTo>
                <a:close/>
                <a:moveTo>
                  <a:pt x="9808" y="17075"/>
                </a:moveTo>
                <a:cubicBezTo>
                  <a:pt x="9686" y="17075"/>
                  <a:pt x="9574" y="17167"/>
                  <a:pt x="9565" y="17302"/>
                </a:cubicBezTo>
                <a:cubicBezTo>
                  <a:pt x="9681" y="17230"/>
                  <a:pt x="9800" y="17161"/>
                  <a:pt x="9919" y="17102"/>
                </a:cubicBezTo>
                <a:cubicBezTo>
                  <a:pt x="9882" y="17084"/>
                  <a:pt x="9845" y="17075"/>
                  <a:pt x="9808" y="17075"/>
                </a:cubicBezTo>
                <a:close/>
                <a:moveTo>
                  <a:pt x="1276" y="17074"/>
                </a:moveTo>
                <a:cubicBezTo>
                  <a:pt x="1053" y="17074"/>
                  <a:pt x="944" y="17340"/>
                  <a:pt x="1100" y="17497"/>
                </a:cubicBezTo>
                <a:cubicBezTo>
                  <a:pt x="1150" y="17546"/>
                  <a:pt x="1211" y="17568"/>
                  <a:pt x="1271" y="17568"/>
                </a:cubicBezTo>
                <a:cubicBezTo>
                  <a:pt x="1398" y="17568"/>
                  <a:pt x="1520" y="17470"/>
                  <a:pt x="1520" y="17321"/>
                </a:cubicBezTo>
                <a:cubicBezTo>
                  <a:pt x="1520" y="17186"/>
                  <a:pt x="1410" y="17074"/>
                  <a:pt x="1276" y="17074"/>
                </a:cubicBezTo>
                <a:close/>
                <a:moveTo>
                  <a:pt x="2495" y="17074"/>
                </a:moveTo>
                <a:cubicBezTo>
                  <a:pt x="2272" y="17074"/>
                  <a:pt x="2163" y="17340"/>
                  <a:pt x="2319" y="17497"/>
                </a:cubicBezTo>
                <a:cubicBezTo>
                  <a:pt x="2370" y="17546"/>
                  <a:pt x="2431" y="17568"/>
                  <a:pt x="2491" y="17568"/>
                </a:cubicBezTo>
                <a:cubicBezTo>
                  <a:pt x="2618" y="17568"/>
                  <a:pt x="2739" y="17470"/>
                  <a:pt x="2739" y="17321"/>
                </a:cubicBezTo>
                <a:cubicBezTo>
                  <a:pt x="2739" y="17186"/>
                  <a:pt x="2630" y="17074"/>
                  <a:pt x="2495" y="17074"/>
                </a:cubicBezTo>
                <a:close/>
                <a:moveTo>
                  <a:pt x="3714" y="17074"/>
                </a:moveTo>
                <a:cubicBezTo>
                  <a:pt x="3494" y="17074"/>
                  <a:pt x="3385" y="17340"/>
                  <a:pt x="3538" y="17497"/>
                </a:cubicBezTo>
                <a:cubicBezTo>
                  <a:pt x="3589" y="17546"/>
                  <a:pt x="3651" y="17568"/>
                  <a:pt x="3711" y="17568"/>
                </a:cubicBezTo>
                <a:cubicBezTo>
                  <a:pt x="3839" y="17568"/>
                  <a:pt x="3961" y="17470"/>
                  <a:pt x="3961" y="17321"/>
                </a:cubicBezTo>
                <a:cubicBezTo>
                  <a:pt x="3961" y="17186"/>
                  <a:pt x="3849" y="17074"/>
                  <a:pt x="3714" y="17074"/>
                </a:cubicBezTo>
                <a:close/>
                <a:moveTo>
                  <a:pt x="4933" y="17074"/>
                </a:moveTo>
                <a:cubicBezTo>
                  <a:pt x="4713" y="17074"/>
                  <a:pt x="4604" y="17340"/>
                  <a:pt x="4757" y="17497"/>
                </a:cubicBezTo>
                <a:cubicBezTo>
                  <a:pt x="4808" y="17546"/>
                  <a:pt x="4870" y="17568"/>
                  <a:pt x="4930" y="17568"/>
                </a:cubicBezTo>
                <a:cubicBezTo>
                  <a:pt x="5058" y="17568"/>
                  <a:pt x="5180" y="17470"/>
                  <a:pt x="5180" y="17321"/>
                </a:cubicBezTo>
                <a:cubicBezTo>
                  <a:pt x="5180" y="17186"/>
                  <a:pt x="5068" y="17074"/>
                  <a:pt x="4933" y="17074"/>
                </a:cubicBezTo>
                <a:close/>
                <a:moveTo>
                  <a:pt x="6152" y="17074"/>
                </a:moveTo>
                <a:cubicBezTo>
                  <a:pt x="5933" y="17074"/>
                  <a:pt x="5823" y="17340"/>
                  <a:pt x="5976" y="17497"/>
                </a:cubicBezTo>
                <a:cubicBezTo>
                  <a:pt x="6027" y="17546"/>
                  <a:pt x="6089" y="17568"/>
                  <a:pt x="6149" y="17568"/>
                </a:cubicBezTo>
                <a:cubicBezTo>
                  <a:pt x="6277" y="17568"/>
                  <a:pt x="6399" y="17470"/>
                  <a:pt x="6399" y="17321"/>
                </a:cubicBezTo>
                <a:cubicBezTo>
                  <a:pt x="6399" y="17186"/>
                  <a:pt x="6290" y="17074"/>
                  <a:pt x="6152" y="17074"/>
                </a:cubicBezTo>
                <a:close/>
                <a:moveTo>
                  <a:pt x="7371" y="17074"/>
                </a:moveTo>
                <a:cubicBezTo>
                  <a:pt x="7152" y="17074"/>
                  <a:pt x="7042" y="17340"/>
                  <a:pt x="7199" y="17497"/>
                </a:cubicBezTo>
                <a:cubicBezTo>
                  <a:pt x="7248" y="17546"/>
                  <a:pt x="7309" y="17568"/>
                  <a:pt x="7369" y="17568"/>
                </a:cubicBezTo>
                <a:cubicBezTo>
                  <a:pt x="7496" y="17568"/>
                  <a:pt x="7619" y="17470"/>
                  <a:pt x="7619" y="17321"/>
                </a:cubicBezTo>
                <a:cubicBezTo>
                  <a:pt x="7619" y="17186"/>
                  <a:pt x="7509" y="17074"/>
                  <a:pt x="7371" y="17074"/>
                </a:cubicBezTo>
                <a:close/>
                <a:moveTo>
                  <a:pt x="8590" y="17074"/>
                </a:moveTo>
                <a:cubicBezTo>
                  <a:pt x="8371" y="17074"/>
                  <a:pt x="8261" y="17340"/>
                  <a:pt x="8418" y="17497"/>
                </a:cubicBezTo>
                <a:cubicBezTo>
                  <a:pt x="8467" y="17546"/>
                  <a:pt x="8528" y="17568"/>
                  <a:pt x="8588" y="17568"/>
                </a:cubicBezTo>
                <a:cubicBezTo>
                  <a:pt x="8715" y="17568"/>
                  <a:pt x="8838" y="17470"/>
                  <a:pt x="8838" y="17321"/>
                </a:cubicBezTo>
                <a:cubicBezTo>
                  <a:pt x="8838" y="17186"/>
                  <a:pt x="8728" y="17074"/>
                  <a:pt x="8590" y="17074"/>
                </a:cubicBezTo>
                <a:close/>
                <a:moveTo>
                  <a:pt x="59" y="17073"/>
                </a:moveTo>
                <a:cubicBezTo>
                  <a:pt x="57" y="17073"/>
                  <a:pt x="55" y="17073"/>
                  <a:pt x="54" y="17074"/>
                </a:cubicBezTo>
                <a:cubicBezTo>
                  <a:pt x="38" y="17074"/>
                  <a:pt x="19" y="17077"/>
                  <a:pt x="0" y="17080"/>
                </a:cubicBezTo>
                <a:lnTo>
                  <a:pt x="0" y="17562"/>
                </a:lnTo>
                <a:cubicBezTo>
                  <a:pt x="19" y="17566"/>
                  <a:pt x="38" y="17569"/>
                  <a:pt x="54" y="17569"/>
                </a:cubicBezTo>
                <a:cubicBezTo>
                  <a:pt x="55" y="17569"/>
                  <a:pt x="57" y="17569"/>
                  <a:pt x="59" y="17569"/>
                </a:cubicBezTo>
                <a:cubicBezTo>
                  <a:pt x="198" y="17569"/>
                  <a:pt x="310" y="17460"/>
                  <a:pt x="310" y="17321"/>
                </a:cubicBezTo>
                <a:cubicBezTo>
                  <a:pt x="310" y="17182"/>
                  <a:pt x="198" y="17073"/>
                  <a:pt x="59" y="17073"/>
                </a:cubicBezTo>
                <a:close/>
                <a:moveTo>
                  <a:pt x="54" y="18293"/>
                </a:moveTo>
                <a:cubicBezTo>
                  <a:pt x="38" y="18293"/>
                  <a:pt x="19" y="18296"/>
                  <a:pt x="0" y="18299"/>
                </a:cubicBezTo>
                <a:lnTo>
                  <a:pt x="0" y="18781"/>
                </a:lnTo>
                <a:cubicBezTo>
                  <a:pt x="18" y="18785"/>
                  <a:pt x="36" y="18787"/>
                  <a:pt x="53" y="18787"/>
                </a:cubicBezTo>
                <a:cubicBezTo>
                  <a:pt x="177" y="18787"/>
                  <a:pt x="285" y="18695"/>
                  <a:pt x="301" y="18568"/>
                </a:cubicBezTo>
                <a:cubicBezTo>
                  <a:pt x="317" y="18421"/>
                  <a:pt x="201" y="18293"/>
                  <a:pt x="54" y="18293"/>
                </a:cubicBezTo>
                <a:close/>
                <a:moveTo>
                  <a:pt x="1276" y="18293"/>
                </a:moveTo>
                <a:cubicBezTo>
                  <a:pt x="1053" y="18293"/>
                  <a:pt x="944" y="18559"/>
                  <a:pt x="1100" y="18716"/>
                </a:cubicBezTo>
                <a:cubicBezTo>
                  <a:pt x="1150" y="18765"/>
                  <a:pt x="1211" y="18787"/>
                  <a:pt x="1271" y="18787"/>
                </a:cubicBezTo>
                <a:cubicBezTo>
                  <a:pt x="1398" y="18787"/>
                  <a:pt x="1520" y="18689"/>
                  <a:pt x="1520" y="18540"/>
                </a:cubicBezTo>
                <a:cubicBezTo>
                  <a:pt x="1520" y="18405"/>
                  <a:pt x="1410" y="18293"/>
                  <a:pt x="1276" y="18293"/>
                </a:cubicBezTo>
                <a:close/>
                <a:moveTo>
                  <a:pt x="2495" y="18293"/>
                </a:moveTo>
                <a:cubicBezTo>
                  <a:pt x="2272" y="18293"/>
                  <a:pt x="2163" y="18559"/>
                  <a:pt x="2319" y="18716"/>
                </a:cubicBezTo>
                <a:cubicBezTo>
                  <a:pt x="2370" y="18765"/>
                  <a:pt x="2431" y="18787"/>
                  <a:pt x="2491" y="18787"/>
                </a:cubicBezTo>
                <a:cubicBezTo>
                  <a:pt x="2618" y="18787"/>
                  <a:pt x="2739" y="18689"/>
                  <a:pt x="2739" y="18540"/>
                </a:cubicBezTo>
                <a:cubicBezTo>
                  <a:pt x="2739" y="18405"/>
                  <a:pt x="2630" y="18293"/>
                  <a:pt x="2495" y="18293"/>
                </a:cubicBezTo>
                <a:close/>
                <a:moveTo>
                  <a:pt x="3714" y="18293"/>
                </a:moveTo>
                <a:cubicBezTo>
                  <a:pt x="3494" y="18293"/>
                  <a:pt x="3385" y="18559"/>
                  <a:pt x="3538" y="18716"/>
                </a:cubicBezTo>
                <a:cubicBezTo>
                  <a:pt x="3589" y="18765"/>
                  <a:pt x="3651" y="18787"/>
                  <a:pt x="3711" y="18787"/>
                </a:cubicBezTo>
                <a:cubicBezTo>
                  <a:pt x="3839" y="18787"/>
                  <a:pt x="3961" y="18689"/>
                  <a:pt x="3961" y="18540"/>
                </a:cubicBezTo>
                <a:cubicBezTo>
                  <a:pt x="3961" y="18405"/>
                  <a:pt x="3849" y="18293"/>
                  <a:pt x="3714" y="18293"/>
                </a:cubicBezTo>
                <a:close/>
                <a:moveTo>
                  <a:pt x="4933" y="18293"/>
                </a:moveTo>
                <a:cubicBezTo>
                  <a:pt x="4713" y="18293"/>
                  <a:pt x="4604" y="18559"/>
                  <a:pt x="4757" y="18716"/>
                </a:cubicBezTo>
                <a:cubicBezTo>
                  <a:pt x="4808" y="18765"/>
                  <a:pt x="4870" y="18787"/>
                  <a:pt x="4930" y="18787"/>
                </a:cubicBezTo>
                <a:cubicBezTo>
                  <a:pt x="5058" y="18787"/>
                  <a:pt x="5180" y="18689"/>
                  <a:pt x="5180" y="18540"/>
                </a:cubicBezTo>
                <a:cubicBezTo>
                  <a:pt x="5180" y="18405"/>
                  <a:pt x="5068" y="18293"/>
                  <a:pt x="4933" y="18293"/>
                </a:cubicBezTo>
                <a:close/>
                <a:moveTo>
                  <a:pt x="6152" y="18293"/>
                </a:moveTo>
                <a:cubicBezTo>
                  <a:pt x="5933" y="18293"/>
                  <a:pt x="5823" y="18559"/>
                  <a:pt x="5976" y="18716"/>
                </a:cubicBezTo>
                <a:cubicBezTo>
                  <a:pt x="6027" y="18765"/>
                  <a:pt x="6089" y="18787"/>
                  <a:pt x="6149" y="18787"/>
                </a:cubicBezTo>
                <a:cubicBezTo>
                  <a:pt x="6277" y="18787"/>
                  <a:pt x="6399" y="18689"/>
                  <a:pt x="6399" y="18540"/>
                </a:cubicBezTo>
                <a:cubicBezTo>
                  <a:pt x="6399" y="18405"/>
                  <a:pt x="6290" y="18293"/>
                  <a:pt x="6152" y="18293"/>
                </a:cubicBezTo>
                <a:close/>
                <a:moveTo>
                  <a:pt x="7371" y="18293"/>
                </a:moveTo>
                <a:cubicBezTo>
                  <a:pt x="7152" y="18293"/>
                  <a:pt x="7042" y="18559"/>
                  <a:pt x="7199" y="18716"/>
                </a:cubicBezTo>
                <a:cubicBezTo>
                  <a:pt x="7248" y="18765"/>
                  <a:pt x="7309" y="18787"/>
                  <a:pt x="7369" y="18787"/>
                </a:cubicBezTo>
                <a:cubicBezTo>
                  <a:pt x="7496" y="18787"/>
                  <a:pt x="7619" y="18689"/>
                  <a:pt x="7619" y="18540"/>
                </a:cubicBezTo>
                <a:cubicBezTo>
                  <a:pt x="7619" y="18405"/>
                  <a:pt x="7509" y="18293"/>
                  <a:pt x="7371" y="18293"/>
                </a:cubicBezTo>
                <a:close/>
                <a:moveTo>
                  <a:pt x="7371" y="19515"/>
                </a:moveTo>
                <a:cubicBezTo>
                  <a:pt x="7061" y="19515"/>
                  <a:pt x="7036" y="19969"/>
                  <a:pt x="7343" y="20004"/>
                </a:cubicBezTo>
                <a:cubicBezTo>
                  <a:pt x="7415" y="19869"/>
                  <a:pt x="7490" y="19737"/>
                  <a:pt x="7565" y="19606"/>
                </a:cubicBezTo>
                <a:cubicBezTo>
                  <a:pt x="7518" y="19549"/>
                  <a:pt x="7446" y="19515"/>
                  <a:pt x="7371" y="19515"/>
                </a:cubicBezTo>
                <a:close/>
                <a:moveTo>
                  <a:pt x="54" y="19515"/>
                </a:moveTo>
                <a:cubicBezTo>
                  <a:pt x="38" y="19515"/>
                  <a:pt x="19" y="19515"/>
                  <a:pt x="0" y="19518"/>
                </a:cubicBezTo>
                <a:lnTo>
                  <a:pt x="0" y="20000"/>
                </a:lnTo>
                <a:cubicBezTo>
                  <a:pt x="18" y="20004"/>
                  <a:pt x="36" y="20006"/>
                  <a:pt x="54" y="20006"/>
                </a:cubicBezTo>
                <a:cubicBezTo>
                  <a:pt x="177" y="20006"/>
                  <a:pt x="287" y="19914"/>
                  <a:pt x="301" y="19787"/>
                </a:cubicBezTo>
                <a:cubicBezTo>
                  <a:pt x="317" y="19640"/>
                  <a:pt x="201" y="19515"/>
                  <a:pt x="54" y="19515"/>
                </a:cubicBezTo>
                <a:close/>
                <a:moveTo>
                  <a:pt x="1276" y="19515"/>
                </a:moveTo>
                <a:cubicBezTo>
                  <a:pt x="1053" y="19515"/>
                  <a:pt x="944" y="19778"/>
                  <a:pt x="1100" y="19935"/>
                </a:cubicBezTo>
                <a:cubicBezTo>
                  <a:pt x="1150" y="19985"/>
                  <a:pt x="1211" y="20008"/>
                  <a:pt x="1271" y="20008"/>
                </a:cubicBezTo>
                <a:cubicBezTo>
                  <a:pt x="1398" y="20008"/>
                  <a:pt x="1520" y="19908"/>
                  <a:pt x="1520" y="19759"/>
                </a:cubicBezTo>
                <a:cubicBezTo>
                  <a:pt x="1520" y="19624"/>
                  <a:pt x="1410" y="19515"/>
                  <a:pt x="1276" y="19515"/>
                </a:cubicBezTo>
                <a:close/>
                <a:moveTo>
                  <a:pt x="2495" y="19515"/>
                </a:moveTo>
                <a:cubicBezTo>
                  <a:pt x="2272" y="19515"/>
                  <a:pt x="2163" y="19778"/>
                  <a:pt x="2319" y="19935"/>
                </a:cubicBezTo>
                <a:cubicBezTo>
                  <a:pt x="2370" y="19985"/>
                  <a:pt x="2431" y="20008"/>
                  <a:pt x="2491" y="20008"/>
                </a:cubicBezTo>
                <a:cubicBezTo>
                  <a:pt x="2618" y="20008"/>
                  <a:pt x="2739" y="19908"/>
                  <a:pt x="2739" y="19759"/>
                </a:cubicBezTo>
                <a:cubicBezTo>
                  <a:pt x="2739" y="19624"/>
                  <a:pt x="2630" y="19515"/>
                  <a:pt x="2495" y="19515"/>
                </a:cubicBezTo>
                <a:close/>
                <a:moveTo>
                  <a:pt x="3714" y="19515"/>
                </a:moveTo>
                <a:cubicBezTo>
                  <a:pt x="3494" y="19515"/>
                  <a:pt x="3385" y="19778"/>
                  <a:pt x="3538" y="19935"/>
                </a:cubicBezTo>
                <a:cubicBezTo>
                  <a:pt x="3589" y="19985"/>
                  <a:pt x="3651" y="20008"/>
                  <a:pt x="3711" y="20008"/>
                </a:cubicBezTo>
                <a:cubicBezTo>
                  <a:pt x="3839" y="20008"/>
                  <a:pt x="3961" y="19908"/>
                  <a:pt x="3961" y="19759"/>
                </a:cubicBezTo>
                <a:cubicBezTo>
                  <a:pt x="3961" y="19624"/>
                  <a:pt x="3849" y="19515"/>
                  <a:pt x="3714" y="19515"/>
                </a:cubicBezTo>
                <a:close/>
                <a:moveTo>
                  <a:pt x="4933" y="19515"/>
                </a:moveTo>
                <a:cubicBezTo>
                  <a:pt x="4713" y="19515"/>
                  <a:pt x="4604" y="19778"/>
                  <a:pt x="4757" y="19935"/>
                </a:cubicBezTo>
                <a:cubicBezTo>
                  <a:pt x="4808" y="19985"/>
                  <a:pt x="4870" y="20008"/>
                  <a:pt x="4930" y="20008"/>
                </a:cubicBezTo>
                <a:cubicBezTo>
                  <a:pt x="5058" y="20008"/>
                  <a:pt x="5180" y="19908"/>
                  <a:pt x="5180" y="19759"/>
                </a:cubicBezTo>
                <a:cubicBezTo>
                  <a:pt x="5180" y="19624"/>
                  <a:pt x="5068" y="19515"/>
                  <a:pt x="4933" y="19515"/>
                </a:cubicBezTo>
                <a:close/>
                <a:moveTo>
                  <a:pt x="6152" y="19515"/>
                </a:moveTo>
                <a:cubicBezTo>
                  <a:pt x="5933" y="19515"/>
                  <a:pt x="5823" y="19778"/>
                  <a:pt x="5976" y="19935"/>
                </a:cubicBezTo>
                <a:cubicBezTo>
                  <a:pt x="6027" y="19985"/>
                  <a:pt x="6089" y="20008"/>
                  <a:pt x="6149" y="20008"/>
                </a:cubicBezTo>
                <a:cubicBezTo>
                  <a:pt x="6277" y="20008"/>
                  <a:pt x="6399" y="19908"/>
                  <a:pt x="6399" y="19759"/>
                </a:cubicBezTo>
                <a:cubicBezTo>
                  <a:pt x="6399" y="19624"/>
                  <a:pt x="6290" y="19515"/>
                  <a:pt x="6152" y="19515"/>
                </a:cubicBezTo>
                <a:close/>
                <a:moveTo>
                  <a:pt x="54" y="20734"/>
                </a:moveTo>
                <a:cubicBezTo>
                  <a:pt x="38" y="20734"/>
                  <a:pt x="19" y="20734"/>
                  <a:pt x="0" y="20740"/>
                </a:cubicBezTo>
                <a:lnTo>
                  <a:pt x="0" y="21220"/>
                </a:lnTo>
                <a:cubicBezTo>
                  <a:pt x="19" y="21224"/>
                  <a:pt x="37" y="21225"/>
                  <a:pt x="55" y="21225"/>
                </a:cubicBezTo>
                <a:cubicBezTo>
                  <a:pt x="178" y="21225"/>
                  <a:pt x="287" y="21135"/>
                  <a:pt x="301" y="21006"/>
                </a:cubicBezTo>
                <a:cubicBezTo>
                  <a:pt x="317" y="20859"/>
                  <a:pt x="201" y="20734"/>
                  <a:pt x="54" y="20734"/>
                </a:cubicBezTo>
                <a:close/>
                <a:moveTo>
                  <a:pt x="1276" y="20734"/>
                </a:moveTo>
                <a:cubicBezTo>
                  <a:pt x="1053" y="20734"/>
                  <a:pt x="944" y="21000"/>
                  <a:pt x="1100" y="21154"/>
                </a:cubicBezTo>
                <a:cubicBezTo>
                  <a:pt x="1151" y="21205"/>
                  <a:pt x="1213" y="21227"/>
                  <a:pt x="1274" y="21227"/>
                </a:cubicBezTo>
                <a:cubicBezTo>
                  <a:pt x="1400" y="21227"/>
                  <a:pt x="1520" y="21129"/>
                  <a:pt x="1520" y="20978"/>
                </a:cubicBezTo>
                <a:cubicBezTo>
                  <a:pt x="1520" y="20843"/>
                  <a:pt x="1410" y="20734"/>
                  <a:pt x="1276" y="20734"/>
                </a:cubicBezTo>
                <a:close/>
                <a:moveTo>
                  <a:pt x="2495" y="20734"/>
                </a:moveTo>
                <a:cubicBezTo>
                  <a:pt x="2275" y="20734"/>
                  <a:pt x="2163" y="21000"/>
                  <a:pt x="2319" y="21154"/>
                </a:cubicBezTo>
                <a:cubicBezTo>
                  <a:pt x="2370" y="21205"/>
                  <a:pt x="2432" y="21227"/>
                  <a:pt x="2493" y="21227"/>
                </a:cubicBezTo>
                <a:cubicBezTo>
                  <a:pt x="2620" y="21227"/>
                  <a:pt x="2741" y="21129"/>
                  <a:pt x="2739" y="20978"/>
                </a:cubicBezTo>
                <a:cubicBezTo>
                  <a:pt x="2739" y="20843"/>
                  <a:pt x="2630" y="20734"/>
                  <a:pt x="2495" y="20734"/>
                </a:cubicBezTo>
                <a:close/>
                <a:moveTo>
                  <a:pt x="3714" y="20734"/>
                </a:moveTo>
                <a:cubicBezTo>
                  <a:pt x="3494" y="20734"/>
                  <a:pt x="3385" y="21000"/>
                  <a:pt x="3538" y="21154"/>
                </a:cubicBezTo>
                <a:cubicBezTo>
                  <a:pt x="3589" y="21205"/>
                  <a:pt x="3652" y="21227"/>
                  <a:pt x="3713" y="21227"/>
                </a:cubicBezTo>
                <a:cubicBezTo>
                  <a:pt x="3840" y="21227"/>
                  <a:pt x="3961" y="21129"/>
                  <a:pt x="3961" y="20978"/>
                </a:cubicBezTo>
                <a:cubicBezTo>
                  <a:pt x="3961" y="20843"/>
                  <a:pt x="3849" y="20734"/>
                  <a:pt x="3714" y="20734"/>
                </a:cubicBezTo>
                <a:close/>
                <a:moveTo>
                  <a:pt x="4933" y="20734"/>
                </a:moveTo>
                <a:cubicBezTo>
                  <a:pt x="4713" y="20734"/>
                  <a:pt x="4604" y="21000"/>
                  <a:pt x="4757" y="21154"/>
                </a:cubicBezTo>
                <a:cubicBezTo>
                  <a:pt x="4808" y="21205"/>
                  <a:pt x="4871" y="21227"/>
                  <a:pt x="4932" y="21227"/>
                </a:cubicBezTo>
                <a:cubicBezTo>
                  <a:pt x="5059" y="21227"/>
                  <a:pt x="5180" y="21129"/>
                  <a:pt x="5180" y="20978"/>
                </a:cubicBezTo>
                <a:cubicBezTo>
                  <a:pt x="5180" y="20843"/>
                  <a:pt x="5068" y="20734"/>
                  <a:pt x="4933" y="20734"/>
                </a:cubicBezTo>
                <a:close/>
                <a:moveTo>
                  <a:pt x="6152" y="20734"/>
                </a:moveTo>
                <a:cubicBezTo>
                  <a:pt x="5933" y="20734"/>
                  <a:pt x="5823" y="21000"/>
                  <a:pt x="5976" y="21154"/>
                </a:cubicBezTo>
                <a:cubicBezTo>
                  <a:pt x="6027" y="21205"/>
                  <a:pt x="6090" y="21227"/>
                  <a:pt x="6151" y="21227"/>
                </a:cubicBezTo>
                <a:cubicBezTo>
                  <a:pt x="6278" y="21227"/>
                  <a:pt x="6399" y="21129"/>
                  <a:pt x="6399" y="20978"/>
                </a:cubicBezTo>
                <a:cubicBezTo>
                  <a:pt x="6399" y="20843"/>
                  <a:pt x="6290" y="20734"/>
                  <a:pt x="6152" y="20734"/>
                </a:cubicBezTo>
                <a:close/>
                <a:moveTo>
                  <a:pt x="6141" y="21953"/>
                </a:moveTo>
                <a:cubicBezTo>
                  <a:pt x="6008" y="21953"/>
                  <a:pt x="5895" y="22063"/>
                  <a:pt x="5895" y="22200"/>
                </a:cubicBezTo>
                <a:cubicBezTo>
                  <a:pt x="5895" y="22335"/>
                  <a:pt x="6008" y="22445"/>
                  <a:pt x="6141" y="22445"/>
                </a:cubicBezTo>
                <a:cubicBezTo>
                  <a:pt x="6145" y="22445"/>
                  <a:pt x="6148" y="22445"/>
                  <a:pt x="6152" y="22445"/>
                </a:cubicBezTo>
                <a:lnTo>
                  <a:pt x="6155" y="22445"/>
                </a:lnTo>
                <a:cubicBezTo>
                  <a:pt x="6218" y="22313"/>
                  <a:pt x="6280" y="22178"/>
                  <a:pt x="6343" y="22044"/>
                </a:cubicBezTo>
                <a:cubicBezTo>
                  <a:pt x="6296" y="21987"/>
                  <a:pt x="6227" y="21953"/>
                  <a:pt x="6152" y="21953"/>
                </a:cubicBezTo>
                <a:cubicBezTo>
                  <a:pt x="6148" y="21953"/>
                  <a:pt x="6145" y="21953"/>
                  <a:pt x="6141" y="21953"/>
                </a:cubicBezTo>
                <a:close/>
                <a:moveTo>
                  <a:pt x="54" y="21953"/>
                </a:moveTo>
                <a:cubicBezTo>
                  <a:pt x="38" y="21953"/>
                  <a:pt x="19" y="21956"/>
                  <a:pt x="0" y="21959"/>
                </a:cubicBezTo>
                <a:lnTo>
                  <a:pt x="0" y="22439"/>
                </a:lnTo>
                <a:cubicBezTo>
                  <a:pt x="20" y="22443"/>
                  <a:pt x="39" y="22445"/>
                  <a:pt x="58" y="22445"/>
                </a:cubicBezTo>
                <a:cubicBezTo>
                  <a:pt x="180" y="22445"/>
                  <a:pt x="288" y="22353"/>
                  <a:pt x="301" y="22225"/>
                </a:cubicBezTo>
                <a:cubicBezTo>
                  <a:pt x="317" y="22081"/>
                  <a:pt x="201" y="21953"/>
                  <a:pt x="54" y="21953"/>
                </a:cubicBezTo>
                <a:close/>
                <a:moveTo>
                  <a:pt x="1276" y="21953"/>
                </a:moveTo>
                <a:cubicBezTo>
                  <a:pt x="1053" y="21953"/>
                  <a:pt x="944" y="22219"/>
                  <a:pt x="1100" y="22373"/>
                </a:cubicBezTo>
                <a:cubicBezTo>
                  <a:pt x="1151" y="22424"/>
                  <a:pt x="1213" y="22447"/>
                  <a:pt x="1274" y="22447"/>
                </a:cubicBezTo>
                <a:cubicBezTo>
                  <a:pt x="1400" y="22447"/>
                  <a:pt x="1520" y="22348"/>
                  <a:pt x="1520" y="22200"/>
                </a:cubicBezTo>
                <a:cubicBezTo>
                  <a:pt x="1520" y="22063"/>
                  <a:pt x="1410" y="21953"/>
                  <a:pt x="1276" y="21953"/>
                </a:cubicBezTo>
                <a:close/>
                <a:moveTo>
                  <a:pt x="2495" y="21953"/>
                </a:moveTo>
                <a:cubicBezTo>
                  <a:pt x="2275" y="21953"/>
                  <a:pt x="2163" y="22219"/>
                  <a:pt x="2319" y="22373"/>
                </a:cubicBezTo>
                <a:cubicBezTo>
                  <a:pt x="2370" y="22424"/>
                  <a:pt x="2432" y="22447"/>
                  <a:pt x="2493" y="22447"/>
                </a:cubicBezTo>
                <a:cubicBezTo>
                  <a:pt x="2619" y="22447"/>
                  <a:pt x="2739" y="22348"/>
                  <a:pt x="2739" y="22200"/>
                </a:cubicBezTo>
                <a:cubicBezTo>
                  <a:pt x="2739" y="22063"/>
                  <a:pt x="2630" y="21953"/>
                  <a:pt x="2495" y="21953"/>
                </a:cubicBezTo>
                <a:close/>
                <a:moveTo>
                  <a:pt x="3714" y="21953"/>
                </a:moveTo>
                <a:cubicBezTo>
                  <a:pt x="3494" y="21953"/>
                  <a:pt x="3385" y="22219"/>
                  <a:pt x="3538" y="22373"/>
                </a:cubicBezTo>
                <a:cubicBezTo>
                  <a:pt x="3589" y="22424"/>
                  <a:pt x="3652" y="22447"/>
                  <a:pt x="3713" y="22447"/>
                </a:cubicBezTo>
                <a:cubicBezTo>
                  <a:pt x="3840" y="22447"/>
                  <a:pt x="3961" y="22348"/>
                  <a:pt x="3961" y="22200"/>
                </a:cubicBezTo>
                <a:cubicBezTo>
                  <a:pt x="3961" y="22063"/>
                  <a:pt x="3849" y="21953"/>
                  <a:pt x="3714" y="21953"/>
                </a:cubicBezTo>
                <a:close/>
                <a:moveTo>
                  <a:pt x="4933" y="21953"/>
                </a:moveTo>
                <a:cubicBezTo>
                  <a:pt x="4713" y="21953"/>
                  <a:pt x="4604" y="22219"/>
                  <a:pt x="4757" y="22373"/>
                </a:cubicBezTo>
                <a:cubicBezTo>
                  <a:pt x="4808" y="22424"/>
                  <a:pt x="4871" y="22447"/>
                  <a:pt x="4932" y="22447"/>
                </a:cubicBezTo>
                <a:cubicBezTo>
                  <a:pt x="5059" y="22447"/>
                  <a:pt x="5180" y="22348"/>
                  <a:pt x="5180" y="22200"/>
                </a:cubicBezTo>
                <a:cubicBezTo>
                  <a:pt x="5180" y="22063"/>
                  <a:pt x="5068" y="21953"/>
                  <a:pt x="4933" y="21953"/>
                </a:cubicBezTo>
                <a:close/>
                <a:moveTo>
                  <a:pt x="1276" y="23172"/>
                </a:moveTo>
                <a:cubicBezTo>
                  <a:pt x="1053" y="23172"/>
                  <a:pt x="944" y="23438"/>
                  <a:pt x="1100" y="23592"/>
                </a:cubicBezTo>
                <a:cubicBezTo>
                  <a:pt x="1151" y="23643"/>
                  <a:pt x="1213" y="23666"/>
                  <a:pt x="1274" y="23666"/>
                </a:cubicBezTo>
                <a:cubicBezTo>
                  <a:pt x="1400" y="23666"/>
                  <a:pt x="1520" y="23567"/>
                  <a:pt x="1520" y="23419"/>
                </a:cubicBezTo>
                <a:cubicBezTo>
                  <a:pt x="1520" y="23282"/>
                  <a:pt x="1410" y="23172"/>
                  <a:pt x="1276" y="23172"/>
                </a:cubicBezTo>
                <a:close/>
                <a:moveTo>
                  <a:pt x="2495" y="23172"/>
                </a:moveTo>
                <a:cubicBezTo>
                  <a:pt x="2275" y="23172"/>
                  <a:pt x="2163" y="23438"/>
                  <a:pt x="2319" y="23592"/>
                </a:cubicBezTo>
                <a:cubicBezTo>
                  <a:pt x="2370" y="23643"/>
                  <a:pt x="2432" y="23666"/>
                  <a:pt x="2493" y="23666"/>
                </a:cubicBezTo>
                <a:cubicBezTo>
                  <a:pt x="2619" y="23666"/>
                  <a:pt x="2739" y="23567"/>
                  <a:pt x="2739" y="23419"/>
                </a:cubicBezTo>
                <a:cubicBezTo>
                  <a:pt x="2739" y="23282"/>
                  <a:pt x="2630" y="23172"/>
                  <a:pt x="2495" y="23172"/>
                </a:cubicBezTo>
                <a:close/>
                <a:moveTo>
                  <a:pt x="3714" y="23172"/>
                </a:moveTo>
                <a:cubicBezTo>
                  <a:pt x="3494" y="23172"/>
                  <a:pt x="3385" y="23438"/>
                  <a:pt x="3538" y="23592"/>
                </a:cubicBezTo>
                <a:cubicBezTo>
                  <a:pt x="3589" y="23643"/>
                  <a:pt x="3652" y="23666"/>
                  <a:pt x="3713" y="23666"/>
                </a:cubicBezTo>
                <a:cubicBezTo>
                  <a:pt x="3840" y="23666"/>
                  <a:pt x="3961" y="23567"/>
                  <a:pt x="3961" y="23419"/>
                </a:cubicBezTo>
                <a:cubicBezTo>
                  <a:pt x="3961" y="23282"/>
                  <a:pt x="3849" y="23172"/>
                  <a:pt x="3714" y="23172"/>
                </a:cubicBezTo>
                <a:close/>
                <a:moveTo>
                  <a:pt x="4933" y="23172"/>
                </a:moveTo>
                <a:cubicBezTo>
                  <a:pt x="4713" y="23172"/>
                  <a:pt x="4604" y="23438"/>
                  <a:pt x="4757" y="23592"/>
                </a:cubicBezTo>
                <a:cubicBezTo>
                  <a:pt x="4808" y="23643"/>
                  <a:pt x="4871" y="23666"/>
                  <a:pt x="4932" y="23666"/>
                </a:cubicBezTo>
                <a:cubicBezTo>
                  <a:pt x="5059" y="23666"/>
                  <a:pt x="5180" y="23567"/>
                  <a:pt x="5180" y="23419"/>
                </a:cubicBezTo>
                <a:cubicBezTo>
                  <a:pt x="5180" y="23282"/>
                  <a:pt x="5068" y="23172"/>
                  <a:pt x="4933" y="23172"/>
                </a:cubicBezTo>
                <a:close/>
                <a:moveTo>
                  <a:pt x="54" y="23172"/>
                </a:moveTo>
                <a:cubicBezTo>
                  <a:pt x="38" y="23172"/>
                  <a:pt x="19" y="23175"/>
                  <a:pt x="0" y="23178"/>
                </a:cubicBezTo>
                <a:lnTo>
                  <a:pt x="0" y="23661"/>
                </a:lnTo>
                <a:cubicBezTo>
                  <a:pt x="18" y="23665"/>
                  <a:pt x="36" y="23667"/>
                  <a:pt x="53" y="23667"/>
                </a:cubicBezTo>
                <a:cubicBezTo>
                  <a:pt x="177" y="23667"/>
                  <a:pt x="287" y="23574"/>
                  <a:pt x="301" y="23445"/>
                </a:cubicBezTo>
                <a:cubicBezTo>
                  <a:pt x="317" y="23300"/>
                  <a:pt x="201" y="23172"/>
                  <a:pt x="54" y="23172"/>
                </a:cubicBezTo>
                <a:close/>
                <a:moveTo>
                  <a:pt x="4933" y="24391"/>
                </a:moveTo>
                <a:cubicBezTo>
                  <a:pt x="4635" y="24391"/>
                  <a:pt x="4591" y="24823"/>
                  <a:pt x="4886" y="24880"/>
                </a:cubicBezTo>
                <a:cubicBezTo>
                  <a:pt x="4967" y="24748"/>
                  <a:pt x="5046" y="24617"/>
                  <a:pt x="5124" y="24482"/>
                </a:cubicBezTo>
                <a:cubicBezTo>
                  <a:pt x="5077" y="24425"/>
                  <a:pt x="5008" y="24391"/>
                  <a:pt x="4933" y="24391"/>
                </a:cubicBezTo>
                <a:close/>
                <a:moveTo>
                  <a:pt x="54" y="24391"/>
                </a:moveTo>
                <a:cubicBezTo>
                  <a:pt x="38" y="24391"/>
                  <a:pt x="19" y="24394"/>
                  <a:pt x="0" y="24397"/>
                </a:cubicBezTo>
                <a:lnTo>
                  <a:pt x="0" y="24880"/>
                </a:lnTo>
                <a:cubicBezTo>
                  <a:pt x="18" y="24884"/>
                  <a:pt x="36" y="24886"/>
                  <a:pt x="53" y="24886"/>
                </a:cubicBezTo>
                <a:cubicBezTo>
                  <a:pt x="177" y="24886"/>
                  <a:pt x="287" y="24793"/>
                  <a:pt x="301" y="24664"/>
                </a:cubicBezTo>
                <a:cubicBezTo>
                  <a:pt x="317" y="24519"/>
                  <a:pt x="201" y="24391"/>
                  <a:pt x="54" y="24391"/>
                </a:cubicBezTo>
                <a:close/>
                <a:moveTo>
                  <a:pt x="1276" y="24391"/>
                </a:moveTo>
                <a:cubicBezTo>
                  <a:pt x="1053" y="24391"/>
                  <a:pt x="944" y="24657"/>
                  <a:pt x="1100" y="24814"/>
                </a:cubicBezTo>
                <a:cubicBezTo>
                  <a:pt x="1151" y="24863"/>
                  <a:pt x="1212" y="24886"/>
                  <a:pt x="1272" y="24886"/>
                </a:cubicBezTo>
                <a:cubicBezTo>
                  <a:pt x="1399" y="24886"/>
                  <a:pt x="1520" y="24787"/>
                  <a:pt x="1520" y="24639"/>
                </a:cubicBezTo>
                <a:cubicBezTo>
                  <a:pt x="1520" y="24501"/>
                  <a:pt x="1410" y="24391"/>
                  <a:pt x="1276" y="24391"/>
                </a:cubicBezTo>
                <a:close/>
                <a:moveTo>
                  <a:pt x="2495" y="24391"/>
                </a:moveTo>
                <a:cubicBezTo>
                  <a:pt x="2275" y="24391"/>
                  <a:pt x="2163" y="24657"/>
                  <a:pt x="2319" y="24814"/>
                </a:cubicBezTo>
                <a:cubicBezTo>
                  <a:pt x="2370" y="24863"/>
                  <a:pt x="2431" y="24886"/>
                  <a:pt x="2491" y="24886"/>
                </a:cubicBezTo>
                <a:cubicBezTo>
                  <a:pt x="2618" y="24886"/>
                  <a:pt x="2739" y="24787"/>
                  <a:pt x="2739" y="24639"/>
                </a:cubicBezTo>
                <a:cubicBezTo>
                  <a:pt x="2739" y="24501"/>
                  <a:pt x="2630" y="24391"/>
                  <a:pt x="2495" y="24391"/>
                </a:cubicBezTo>
                <a:close/>
                <a:moveTo>
                  <a:pt x="3714" y="24391"/>
                </a:moveTo>
                <a:cubicBezTo>
                  <a:pt x="3494" y="24391"/>
                  <a:pt x="3385" y="24657"/>
                  <a:pt x="3538" y="24814"/>
                </a:cubicBezTo>
                <a:cubicBezTo>
                  <a:pt x="3589" y="24863"/>
                  <a:pt x="3651" y="24886"/>
                  <a:pt x="3711" y="24886"/>
                </a:cubicBezTo>
                <a:cubicBezTo>
                  <a:pt x="3839" y="24886"/>
                  <a:pt x="3961" y="24787"/>
                  <a:pt x="3961" y="24639"/>
                </a:cubicBezTo>
                <a:cubicBezTo>
                  <a:pt x="3961" y="24501"/>
                  <a:pt x="3849" y="24391"/>
                  <a:pt x="3714" y="24391"/>
                </a:cubicBezTo>
                <a:close/>
                <a:moveTo>
                  <a:pt x="54" y="25610"/>
                </a:moveTo>
                <a:cubicBezTo>
                  <a:pt x="38" y="25610"/>
                  <a:pt x="19" y="25613"/>
                  <a:pt x="0" y="25616"/>
                </a:cubicBezTo>
                <a:lnTo>
                  <a:pt x="0" y="26099"/>
                </a:lnTo>
                <a:cubicBezTo>
                  <a:pt x="18" y="26103"/>
                  <a:pt x="36" y="26105"/>
                  <a:pt x="54" y="26105"/>
                </a:cubicBezTo>
                <a:cubicBezTo>
                  <a:pt x="177" y="26105"/>
                  <a:pt x="287" y="26012"/>
                  <a:pt x="301" y="25886"/>
                </a:cubicBezTo>
                <a:cubicBezTo>
                  <a:pt x="317" y="25738"/>
                  <a:pt x="201" y="25610"/>
                  <a:pt x="54" y="25610"/>
                </a:cubicBezTo>
                <a:close/>
                <a:moveTo>
                  <a:pt x="1276" y="25610"/>
                </a:moveTo>
                <a:cubicBezTo>
                  <a:pt x="1053" y="25610"/>
                  <a:pt x="944" y="25876"/>
                  <a:pt x="1100" y="26033"/>
                </a:cubicBezTo>
                <a:cubicBezTo>
                  <a:pt x="1151" y="26082"/>
                  <a:pt x="1212" y="26105"/>
                  <a:pt x="1272" y="26105"/>
                </a:cubicBezTo>
                <a:cubicBezTo>
                  <a:pt x="1399" y="26105"/>
                  <a:pt x="1520" y="26006"/>
                  <a:pt x="1520" y="25858"/>
                </a:cubicBezTo>
                <a:cubicBezTo>
                  <a:pt x="1520" y="25723"/>
                  <a:pt x="1410" y="25610"/>
                  <a:pt x="1276" y="25610"/>
                </a:cubicBezTo>
                <a:close/>
                <a:moveTo>
                  <a:pt x="2495" y="25610"/>
                </a:moveTo>
                <a:cubicBezTo>
                  <a:pt x="2275" y="25610"/>
                  <a:pt x="2163" y="25876"/>
                  <a:pt x="2319" y="26033"/>
                </a:cubicBezTo>
                <a:cubicBezTo>
                  <a:pt x="2370" y="26082"/>
                  <a:pt x="2431" y="26105"/>
                  <a:pt x="2491" y="26105"/>
                </a:cubicBezTo>
                <a:cubicBezTo>
                  <a:pt x="2618" y="26105"/>
                  <a:pt x="2739" y="26006"/>
                  <a:pt x="2739" y="25858"/>
                </a:cubicBezTo>
                <a:cubicBezTo>
                  <a:pt x="2739" y="25723"/>
                  <a:pt x="2630" y="25610"/>
                  <a:pt x="2495" y="25610"/>
                </a:cubicBezTo>
                <a:close/>
                <a:moveTo>
                  <a:pt x="3714" y="25610"/>
                </a:moveTo>
                <a:cubicBezTo>
                  <a:pt x="3494" y="25610"/>
                  <a:pt x="3385" y="25876"/>
                  <a:pt x="3538" y="26033"/>
                </a:cubicBezTo>
                <a:cubicBezTo>
                  <a:pt x="3589" y="26082"/>
                  <a:pt x="3651" y="26105"/>
                  <a:pt x="3711" y="26105"/>
                </a:cubicBezTo>
                <a:cubicBezTo>
                  <a:pt x="3839" y="26105"/>
                  <a:pt x="3961" y="26006"/>
                  <a:pt x="3961" y="25858"/>
                </a:cubicBezTo>
                <a:cubicBezTo>
                  <a:pt x="3961" y="25723"/>
                  <a:pt x="3849" y="25610"/>
                  <a:pt x="3714" y="25610"/>
                </a:cubicBezTo>
                <a:close/>
                <a:moveTo>
                  <a:pt x="54" y="26832"/>
                </a:moveTo>
                <a:cubicBezTo>
                  <a:pt x="38" y="26832"/>
                  <a:pt x="19" y="26832"/>
                  <a:pt x="0" y="26835"/>
                </a:cubicBezTo>
                <a:lnTo>
                  <a:pt x="0" y="27318"/>
                </a:lnTo>
                <a:cubicBezTo>
                  <a:pt x="18" y="27322"/>
                  <a:pt x="36" y="27324"/>
                  <a:pt x="53" y="27324"/>
                </a:cubicBezTo>
                <a:cubicBezTo>
                  <a:pt x="177" y="27324"/>
                  <a:pt x="285" y="27231"/>
                  <a:pt x="301" y="27105"/>
                </a:cubicBezTo>
                <a:cubicBezTo>
                  <a:pt x="317" y="26958"/>
                  <a:pt x="201" y="26832"/>
                  <a:pt x="54" y="26832"/>
                </a:cubicBezTo>
                <a:close/>
                <a:moveTo>
                  <a:pt x="2490" y="26832"/>
                </a:moveTo>
                <a:cubicBezTo>
                  <a:pt x="2332" y="26832"/>
                  <a:pt x="2216" y="26978"/>
                  <a:pt x="2250" y="27130"/>
                </a:cubicBezTo>
                <a:cubicBezTo>
                  <a:pt x="2276" y="27248"/>
                  <a:pt x="2379" y="27324"/>
                  <a:pt x="2490" y="27324"/>
                </a:cubicBezTo>
                <a:cubicBezTo>
                  <a:pt x="2526" y="27324"/>
                  <a:pt x="2563" y="27316"/>
                  <a:pt x="2598" y="27299"/>
                </a:cubicBezTo>
                <a:cubicBezTo>
                  <a:pt x="2614" y="27293"/>
                  <a:pt x="2626" y="27283"/>
                  <a:pt x="2642" y="27274"/>
                </a:cubicBezTo>
                <a:cubicBezTo>
                  <a:pt x="2829" y="27131"/>
                  <a:pt x="2731" y="26832"/>
                  <a:pt x="2498" y="26832"/>
                </a:cubicBezTo>
                <a:cubicBezTo>
                  <a:pt x="2497" y="26832"/>
                  <a:pt x="2496" y="26832"/>
                  <a:pt x="2495" y="26832"/>
                </a:cubicBezTo>
                <a:cubicBezTo>
                  <a:pt x="2493" y="26832"/>
                  <a:pt x="2491" y="26832"/>
                  <a:pt x="2490" y="26832"/>
                </a:cubicBezTo>
                <a:close/>
                <a:moveTo>
                  <a:pt x="1272" y="26832"/>
                </a:moveTo>
                <a:cubicBezTo>
                  <a:pt x="1052" y="26832"/>
                  <a:pt x="944" y="27096"/>
                  <a:pt x="1100" y="27252"/>
                </a:cubicBezTo>
                <a:cubicBezTo>
                  <a:pt x="1150" y="27303"/>
                  <a:pt x="1211" y="27325"/>
                  <a:pt x="1271" y="27325"/>
                </a:cubicBezTo>
                <a:cubicBezTo>
                  <a:pt x="1398" y="27325"/>
                  <a:pt x="1520" y="27225"/>
                  <a:pt x="1520" y="27077"/>
                </a:cubicBezTo>
                <a:cubicBezTo>
                  <a:pt x="1520" y="26942"/>
                  <a:pt x="1410" y="26832"/>
                  <a:pt x="1276" y="26832"/>
                </a:cubicBezTo>
                <a:cubicBezTo>
                  <a:pt x="1274" y="26832"/>
                  <a:pt x="1273" y="26832"/>
                  <a:pt x="1272" y="2683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326" name="Google Shape;3326;p16"/>
          <p:cNvSpPr/>
          <p:nvPr/>
        </p:nvSpPr>
        <p:spPr>
          <a:xfrm flipH="1">
            <a:off x="7958574" y="0"/>
            <a:ext cx="1185425" cy="854010"/>
          </a:xfrm>
          <a:custGeom>
            <a:avLst/>
            <a:gdLst/>
            <a:ahLst/>
            <a:cxnLst/>
            <a:rect l="l" t="t" r="r" b="b"/>
            <a:pathLst>
              <a:path w="26943" h="18787" extrusionOk="0">
                <a:moveTo>
                  <a:pt x="1" y="132"/>
                </a:moveTo>
                <a:lnTo>
                  <a:pt x="1" y="361"/>
                </a:lnTo>
                <a:cubicBezTo>
                  <a:pt x="38" y="289"/>
                  <a:pt x="38" y="205"/>
                  <a:pt x="1" y="132"/>
                </a:cubicBezTo>
                <a:close/>
                <a:moveTo>
                  <a:pt x="26428" y="79"/>
                </a:moveTo>
                <a:lnTo>
                  <a:pt x="26428" y="79"/>
                </a:lnTo>
                <a:cubicBezTo>
                  <a:pt x="26290" y="230"/>
                  <a:pt x="26387" y="474"/>
                  <a:pt x="26591" y="493"/>
                </a:cubicBezTo>
                <a:cubicBezTo>
                  <a:pt x="26535" y="336"/>
                  <a:pt x="26481" y="198"/>
                  <a:pt x="26428" y="79"/>
                </a:cubicBezTo>
                <a:close/>
                <a:moveTo>
                  <a:pt x="1000" y="1"/>
                </a:moveTo>
                <a:cubicBezTo>
                  <a:pt x="781" y="1"/>
                  <a:pt x="671" y="267"/>
                  <a:pt x="828" y="421"/>
                </a:cubicBezTo>
                <a:cubicBezTo>
                  <a:pt x="878" y="472"/>
                  <a:pt x="940" y="494"/>
                  <a:pt x="1001" y="494"/>
                </a:cubicBezTo>
                <a:cubicBezTo>
                  <a:pt x="1127" y="494"/>
                  <a:pt x="1248" y="396"/>
                  <a:pt x="1248" y="248"/>
                </a:cubicBezTo>
                <a:cubicBezTo>
                  <a:pt x="1248" y="111"/>
                  <a:pt x="1138" y="1"/>
                  <a:pt x="1000" y="1"/>
                </a:cubicBezTo>
                <a:close/>
                <a:moveTo>
                  <a:pt x="2223" y="1"/>
                </a:moveTo>
                <a:cubicBezTo>
                  <a:pt x="2000" y="1"/>
                  <a:pt x="1890" y="267"/>
                  <a:pt x="2047" y="421"/>
                </a:cubicBezTo>
                <a:cubicBezTo>
                  <a:pt x="2097" y="472"/>
                  <a:pt x="2159" y="494"/>
                  <a:pt x="2220" y="494"/>
                </a:cubicBezTo>
                <a:cubicBezTo>
                  <a:pt x="2346" y="494"/>
                  <a:pt x="2467" y="396"/>
                  <a:pt x="2467" y="248"/>
                </a:cubicBezTo>
                <a:cubicBezTo>
                  <a:pt x="2467" y="111"/>
                  <a:pt x="2357" y="1"/>
                  <a:pt x="2223" y="1"/>
                </a:cubicBezTo>
                <a:close/>
                <a:moveTo>
                  <a:pt x="3442" y="1"/>
                </a:moveTo>
                <a:cubicBezTo>
                  <a:pt x="3222" y="1"/>
                  <a:pt x="3110" y="267"/>
                  <a:pt x="3266" y="421"/>
                </a:cubicBezTo>
                <a:cubicBezTo>
                  <a:pt x="3317" y="472"/>
                  <a:pt x="3379" y="494"/>
                  <a:pt x="3440" y="494"/>
                </a:cubicBezTo>
                <a:cubicBezTo>
                  <a:pt x="3566" y="494"/>
                  <a:pt x="3686" y="396"/>
                  <a:pt x="3686" y="248"/>
                </a:cubicBezTo>
                <a:cubicBezTo>
                  <a:pt x="3686" y="111"/>
                  <a:pt x="3576" y="1"/>
                  <a:pt x="3442" y="1"/>
                </a:cubicBezTo>
                <a:close/>
                <a:moveTo>
                  <a:pt x="4661" y="1"/>
                </a:moveTo>
                <a:cubicBezTo>
                  <a:pt x="4441" y="1"/>
                  <a:pt x="4332" y="267"/>
                  <a:pt x="4485" y="421"/>
                </a:cubicBezTo>
                <a:cubicBezTo>
                  <a:pt x="4536" y="472"/>
                  <a:pt x="4599" y="494"/>
                  <a:pt x="4660" y="494"/>
                </a:cubicBezTo>
                <a:cubicBezTo>
                  <a:pt x="4787" y="494"/>
                  <a:pt x="4908" y="396"/>
                  <a:pt x="4908" y="248"/>
                </a:cubicBezTo>
                <a:cubicBezTo>
                  <a:pt x="4908" y="111"/>
                  <a:pt x="4795" y="1"/>
                  <a:pt x="4661" y="1"/>
                </a:cubicBezTo>
                <a:close/>
                <a:moveTo>
                  <a:pt x="5880" y="1"/>
                </a:moveTo>
                <a:cubicBezTo>
                  <a:pt x="5660" y="1"/>
                  <a:pt x="5551" y="267"/>
                  <a:pt x="5704" y="421"/>
                </a:cubicBezTo>
                <a:cubicBezTo>
                  <a:pt x="5755" y="472"/>
                  <a:pt x="5818" y="494"/>
                  <a:pt x="5879" y="494"/>
                </a:cubicBezTo>
                <a:cubicBezTo>
                  <a:pt x="6006" y="494"/>
                  <a:pt x="6127" y="396"/>
                  <a:pt x="6127" y="248"/>
                </a:cubicBezTo>
                <a:cubicBezTo>
                  <a:pt x="6127" y="111"/>
                  <a:pt x="6015" y="1"/>
                  <a:pt x="5880" y="1"/>
                </a:cubicBezTo>
                <a:close/>
                <a:moveTo>
                  <a:pt x="7099" y="1"/>
                </a:moveTo>
                <a:cubicBezTo>
                  <a:pt x="6879" y="1"/>
                  <a:pt x="6770" y="267"/>
                  <a:pt x="6923" y="421"/>
                </a:cubicBezTo>
                <a:cubicBezTo>
                  <a:pt x="6974" y="472"/>
                  <a:pt x="7037" y="494"/>
                  <a:pt x="7098" y="494"/>
                </a:cubicBezTo>
                <a:cubicBezTo>
                  <a:pt x="7225" y="494"/>
                  <a:pt x="7346" y="396"/>
                  <a:pt x="7346" y="248"/>
                </a:cubicBezTo>
                <a:cubicBezTo>
                  <a:pt x="7346" y="111"/>
                  <a:pt x="7237" y="1"/>
                  <a:pt x="7099" y="1"/>
                </a:cubicBezTo>
                <a:close/>
                <a:moveTo>
                  <a:pt x="8318" y="1"/>
                </a:moveTo>
                <a:cubicBezTo>
                  <a:pt x="8099" y="1"/>
                  <a:pt x="7989" y="267"/>
                  <a:pt x="8146" y="421"/>
                </a:cubicBezTo>
                <a:cubicBezTo>
                  <a:pt x="8195" y="472"/>
                  <a:pt x="8257" y="494"/>
                  <a:pt x="8318" y="494"/>
                </a:cubicBezTo>
                <a:cubicBezTo>
                  <a:pt x="8444" y="494"/>
                  <a:pt x="8565" y="396"/>
                  <a:pt x="8565" y="248"/>
                </a:cubicBezTo>
                <a:cubicBezTo>
                  <a:pt x="8565" y="111"/>
                  <a:pt x="8456" y="1"/>
                  <a:pt x="8318" y="1"/>
                </a:cubicBezTo>
                <a:close/>
                <a:moveTo>
                  <a:pt x="9537" y="1"/>
                </a:moveTo>
                <a:cubicBezTo>
                  <a:pt x="9318" y="1"/>
                  <a:pt x="9208" y="267"/>
                  <a:pt x="9365" y="421"/>
                </a:cubicBezTo>
                <a:cubicBezTo>
                  <a:pt x="9415" y="472"/>
                  <a:pt x="9476" y="494"/>
                  <a:pt x="9537" y="494"/>
                </a:cubicBezTo>
                <a:cubicBezTo>
                  <a:pt x="9663" y="494"/>
                  <a:pt x="9785" y="396"/>
                  <a:pt x="9785" y="248"/>
                </a:cubicBezTo>
                <a:cubicBezTo>
                  <a:pt x="9785" y="111"/>
                  <a:pt x="9675" y="1"/>
                  <a:pt x="9537" y="1"/>
                </a:cubicBezTo>
                <a:close/>
                <a:moveTo>
                  <a:pt x="10759" y="1"/>
                </a:moveTo>
                <a:cubicBezTo>
                  <a:pt x="10537" y="1"/>
                  <a:pt x="10427" y="267"/>
                  <a:pt x="10584" y="421"/>
                </a:cubicBezTo>
                <a:cubicBezTo>
                  <a:pt x="10634" y="472"/>
                  <a:pt x="10695" y="494"/>
                  <a:pt x="10756" y="494"/>
                </a:cubicBezTo>
                <a:cubicBezTo>
                  <a:pt x="10882" y="494"/>
                  <a:pt x="11004" y="396"/>
                  <a:pt x="11004" y="248"/>
                </a:cubicBezTo>
                <a:cubicBezTo>
                  <a:pt x="11004" y="111"/>
                  <a:pt x="10894" y="1"/>
                  <a:pt x="10759" y="1"/>
                </a:cubicBezTo>
                <a:close/>
                <a:moveTo>
                  <a:pt x="11978" y="1"/>
                </a:moveTo>
                <a:cubicBezTo>
                  <a:pt x="11759" y="1"/>
                  <a:pt x="11646" y="267"/>
                  <a:pt x="11803" y="421"/>
                </a:cubicBezTo>
                <a:cubicBezTo>
                  <a:pt x="11854" y="472"/>
                  <a:pt x="11916" y="494"/>
                  <a:pt x="11977" y="494"/>
                </a:cubicBezTo>
                <a:cubicBezTo>
                  <a:pt x="12103" y="494"/>
                  <a:pt x="12223" y="396"/>
                  <a:pt x="12223" y="248"/>
                </a:cubicBezTo>
                <a:cubicBezTo>
                  <a:pt x="12223" y="111"/>
                  <a:pt x="12113" y="1"/>
                  <a:pt x="11978" y="1"/>
                </a:cubicBezTo>
                <a:close/>
                <a:moveTo>
                  <a:pt x="13197" y="1"/>
                </a:moveTo>
                <a:cubicBezTo>
                  <a:pt x="12978" y="1"/>
                  <a:pt x="12868" y="267"/>
                  <a:pt x="13022" y="421"/>
                </a:cubicBezTo>
                <a:cubicBezTo>
                  <a:pt x="13073" y="472"/>
                  <a:pt x="13135" y="494"/>
                  <a:pt x="13196" y="494"/>
                </a:cubicBezTo>
                <a:cubicBezTo>
                  <a:pt x="13324" y="494"/>
                  <a:pt x="13445" y="396"/>
                  <a:pt x="13445" y="248"/>
                </a:cubicBezTo>
                <a:cubicBezTo>
                  <a:pt x="13445" y="111"/>
                  <a:pt x="13332" y="1"/>
                  <a:pt x="13197" y="1"/>
                </a:cubicBezTo>
                <a:close/>
                <a:moveTo>
                  <a:pt x="14416" y="1"/>
                </a:moveTo>
                <a:cubicBezTo>
                  <a:pt x="14197" y="1"/>
                  <a:pt x="14087" y="267"/>
                  <a:pt x="14241" y="421"/>
                </a:cubicBezTo>
                <a:cubicBezTo>
                  <a:pt x="14292" y="472"/>
                  <a:pt x="14354" y="494"/>
                  <a:pt x="14416" y="494"/>
                </a:cubicBezTo>
                <a:cubicBezTo>
                  <a:pt x="14543" y="494"/>
                  <a:pt x="14664" y="396"/>
                  <a:pt x="14664" y="248"/>
                </a:cubicBezTo>
                <a:cubicBezTo>
                  <a:pt x="14664" y="111"/>
                  <a:pt x="14551" y="1"/>
                  <a:pt x="14416" y="1"/>
                </a:cubicBezTo>
                <a:close/>
                <a:moveTo>
                  <a:pt x="15635" y="1"/>
                </a:moveTo>
                <a:cubicBezTo>
                  <a:pt x="15416" y="1"/>
                  <a:pt x="15306" y="267"/>
                  <a:pt x="15460" y="421"/>
                </a:cubicBezTo>
                <a:cubicBezTo>
                  <a:pt x="15511" y="472"/>
                  <a:pt x="15573" y="494"/>
                  <a:pt x="15635" y="494"/>
                </a:cubicBezTo>
                <a:cubicBezTo>
                  <a:pt x="15762" y="494"/>
                  <a:pt x="15883" y="396"/>
                  <a:pt x="15883" y="248"/>
                </a:cubicBezTo>
                <a:cubicBezTo>
                  <a:pt x="15883" y="111"/>
                  <a:pt x="15773" y="1"/>
                  <a:pt x="15635" y="1"/>
                </a:cubicBezTo>
                <a:close/>
                <a:moveTo>
                  <a:pt x="16854" y="1"/>
                </a:moveTo>
                <a:cubicBezTo>
                  <a:pt x="16635" y="1"/>
                  <a:pt x="16525" y="267"/>
                  <a:pt x="16682" y="421"/>
                </a:cubicBezTo>
                <a:cubicBezTo>
                  <a:pt x="16732" y="472"/>
                  <a:pt x="16794" y="494"/>
                  <a:pt x="16855" y="494"/>
                </a:cubicBezTo>
                <a:cubicBezTo>
                  <a:pt x="16981" y="494"/>
                  <a:pt x="17102" y="396"/>
                  <a:pt x="17102" y="248"/>
                </a:cubicBezTo>
                <a:cubicBezTo>
                  <a:pt x="17102" y="111"/>
                  <a:pt x="16992" y="1"/>
                  <a:pt x="16854" y="1"/>
                </a:cubicBezTo>
                <a:close/>
                <a:moveTo>
                  <a:pt x="18073" y="1"/>
                </a:moveTo>
                <a:cubicBezTo>
                  <a:pt x="17854" y="1"/>
                  <a:pt x="17744" y="267"/>
                  <a:pt x="17901" y="421"/>
                </a:cubicBezTo>
                <a:cubicBezTo>
                  <a:pt x="17951" y="472"/>
                  <a:pt x="18013" y="494"/>
                  <a:pt x="18074" y="494"/>
                </a:cubicBezTo>
                <a:cubicBezTo>
                  <a:pt x="18200" y="494"/>
                  <a:pt x="18321" y="396"/>
                  <a:pt x="18321" y="248"/>
                </a:cubicBezTo>
                <a:cubicBezTo>
                  <a:pt x="18321" y="111"/>
                  <a:pt x="18211" y="1"/>
                  <a:pt x="18073" y="1"/>
                </a:cubicBezTo>
                <a:close/>
                <a:moveTo>
                  <a:pt x="19296" y="1"/>
                </a:moveTo>
                <a:cubicBezTo>
                  <a:pt x="19073" y="1"/>
                  <a:pt x="18963" y="267"/>
                  <a:pt x="19120" y="421"/>
                </a:cubicBezTo>
                <a:cubicBezTo>
                  <a:pt x="19171" y="472"/>
                  <a:pt x="19233" y="494"/>
                  <a:pt x="19294" y="494"/>
                </a:cubicBezTo>
                <a:cubicBezTo>
                  <a:pt x="19420" y="494"/>
                  <a:pt x="19540" y="396"/>
                  <a:pt x="19540" y="248"/>
                </a:cubicBezTo>
                <a:cubicBezTo>
                  <a:pt x="19540" y="111"/>
                  <a:pt x="19430" y="1"/>
                  <a:pt x="19296" y="1"/>
                </a:cubicBezTo>
                <a:close/>
                <a:moveTo>
                  <a:pt x="20515" y="1"/>
                </a:moveTo>
                <a:cubicBezTo>
                  <a:pt x="20295" y="1"/>
                  <a:pt x="20182" y="267"/>
                  <a:pt x="20339" y="421"/>
                </a:cubicBezTo>
                <a:cubicBezTo>
                  <a:pt x="20390" y="472"/>
                  <a:pt x="20452" y="494"/>
                  <a:pt x="20513" y="494"/>
                </a:cubicBezTo>
                <a:cubicBezTo>
                  <a:pt x="20639" y="494"/>
                  <a:pt x="20759" y="396"/>
                  <a:pt x="20759" y="248"/>
                </a:cubicBezTo>
                <a:cubicBezTo>
                  <a:pt x="20759" y="111"/>
                  <a:pt x="20649" y="1"/>
                  <a:pt x="20515" y="1"/>
                </a:cubicBezTo>
                <a:close/>
                <a:moveTo>
                  <a:pt x="21734" y="1"/>
                </a:moveTo>
                <a:cubicBezTo>
                  <a:pt x="21514" y="1"/>
                  <a:pt x="21405" y="267"/>
                  <a:pt x="21558" y="421"/>
                </a:cubicBezTo>
                <a:cubicBezTo>
                  <a:pt x="21609" y="472"/>
                  <a:pt x="21672" y="494"/>
                  <a:pt x="21733" y="494"/>
                </a:cubicBezTo>
                <a:cubicBezTo>
                  <a:pt x="21860" y="494"/>
                  <a:pt x="21981" y="396"/>
                  <a:pt x="21981" y="248"/>
                </a:cubicBezTo>
                <a:cubicBezTo>
                  <a:pt x="21981" y="111"/>
                  <a:pt x="21868" y="1"/>
                  <a:pt x="21734" y="1"/>
                </a:cubicBezTo>
                <a:close/>
                <a:moveTo>
                  <a:pt x="22953" y="1"/>
                </a:moveTo>
                <a:cubicBezTo>
                  <a:pt x="22733" y="1"/>
                  <a:pt x="22624" y="267"/>
                  <a:pt x="22777" y="421"/>
                </a:cubicBezTo>
                <a:cubicBezTo>
                  <a:pt x="22828" y="472"/>
                  <a:pt x="22891" y="494"/>
                  <a:pt x="22952" y="494"/>
                </a:cubicBezTo>
                <a:cubicBezTo>
                  <a:pt x="23079" y="494"/>
                  <a:pt x="23200" y="396"/>
                  <a:pt x="23200" y="248"/>
                </a:cubicBezTo>
                <a:cubicBezTo>
                  <a:pt x="23200" y="111"/>
                  <a:pt x="23088" y="1"/>
                  <a:pt x="22953" y="1"/>
                </a:cubicBezTo>
                <a:close/>
                <a:moveTo>
                  <a:pt x="24172" y="1"/>
                </a:moveTo>
                <a:cubicBezTo>
                  <a:pt x="23952" y="1"/>
                  <a:pt x="23843" y="267"/>
                  <a:pt x="23996" y="421"/>
                </a:cubicBezTo>
                <a:cubicBezTo>
                  <a:pt x="24047" y="472"/>
                  <a:pt x="24110" y="494"/>
                  <a:pt x="24171" y="494"/>
                </a:cubicBezTo>
                <a:cubicBezTo>
                  <a:pt x="24298" y="494"/>
                  <a:pt x="24419" y="396"/>
                  <a:pt x="24419" y="248"/>
                </a:cubicBezTo>
                <a:cubicBezTo>
                  <a:pt x="24419" y="111"/>
                  <a:pt x="24310" y="1"/>
                  <a:pt x="24172" y="1"/>
                </a:cubicBezTo>
                <a:close/>
                <a:moveTo>
                  <a:pt x="25391" y="1"/>
                </a:moveTo>
                <a:cubicBezTo>
                  <a:pt x="25172" y="1"/>
                  <a:pt x="25062" y="267"/>
                  <a:pt x="25219" y="421"/>
                </a:cubicBezTo>
                <a:cubicBezTo>
                  <a:pt x="25268" y="472"/>
                  <a:pt x="25330" y="494"/>
                  <a:pt x="25391" y="494"/>
                </a:cubicBezTo>
                <a:cubicBezTo>
                  <a:pt x="25517" y="494"/>
                  <a:pt x="25638" y="396"/>
                  <a:pt x="25638" y="248"/>
                </a:cubicBezTo>
                <a:cubicBezTo>
                  <a:pt x="25638" y="111"/>
                  <a:pt x="25529" y="1"/>
                  <a:pt x="25391" y="1"/>
                </a:cubicBezTo>
                <a:close/>
                <a:moveTo>
                  <a:pt x="1" y="1351"/>
                </a:moveTo>
                <a:lnTo>
                  <a:pt x="1" y="1583"/>
                </a:lnTo>
                <a:cubicBezTo>
                  <a:pt x="38" y="1508"/>
                  <a:pt x="38" y="1424"/>
                  <a:pt x="1" y="1351"/>
                </a:cubicBezTo>
                <a:close/>
                <a:moveTo>
                  <a:pt x="26613" y="1218"/>
                </a:moveTo>
                <a:cubicBezTo>
                  <a:pt x="26487" y="1218"/>
                  <a:pt x="26365" y="1317"/>
                  <a:pt x="26365" y="1467"/>
                </a:cubicBezTo>
                <a:cubicBezTo>
                  <a:pt x="26365" y="1602"/>
                  <a:pt x="26475" y="1712"/>
                  <a:pt x="26610" y="1712"/>
                </a:cubicBezTo>
                <a:cubicBezTo>
                  <a:pt x="26832" y="1712"/>
                  <a:pt x="26942" y="1446"/>
                  <a:pt x="26785" y="1292"/>
                </a:cubicBezTo>
                <a:cubicBezTo>
                  <a:pt x="26736" y="1241"/>
                  <a:pt x="26674" y="1218"/>
                  <a:pt x="26613" y="1218"/>
                </a:cubicBezTo>
                <a:close/>
                <a:moveTo>
                  <a:pt x="1000" y="1220"/>
                </a:moveTo>
                <a:cubicBezTo>
                  <a:pt x="781" y="1220"/>
                  <a:pt x="671" y="1486"/>
                  <a:pt x="828" y="1640"/>
                </a:cubicBezTo>
                <a:cubicBezTo>
                  <a:pt x="878" y="1691"/>
                  <a:pt x="940" y="1714"/>
                  <a:pt x="1001" y="1714"/>
                </a:cubicBezTo>
                <a:cubicBezTo>
                  <a:pt x="1127" y="1714"/>
                  <a:pt x="1248" y="1615"/>
                  <a:pt x="1248" y="1467"/>
                </a:cubicBezTo>
                <a:cubicBezTo>
                  <a:pt x="1248" y="1330"/>
                  <a:pt x="1138" y="1220"/>
                  <a:pt x="1000" y="1220"/>
                </a:cubicBezTo>
                <a:close/>
                <a:moveTo>
                  <a:pt x="2223" y="1220"/>
                </a:moveTo>
                <a:cubicBezTo>
                  <a:pt x="2000" y="1220"/>
                  <a:pt x="1890" y="1486"/>
                  <a:pt x="2047" y="1640"/>
                </a:cubicBezTo>
                <a:cubicBezTo>
                  <a:pt x="2097" y="1691"/>
                  <a:pt x="2159" y="1714"/>
                  <a:pt x="2220" y="1714"/>
                </a:cubicBezTo>
                <a:cubicBezTo>
                  <a:pt x="2346" y="1714"/>
                  <a:pt x="2467" y="1615"/>
                  <a:pt x="2467" y="1467"/>
                </a:cubicBezTo>
                <a:cubicBezTo>
                  <a:pt x="2467" y="1330"/>
                  <a:pt x="2357" y="1220"/>
                  <a:pt x="2223" y="1220"/>
                </a:cubicBezTo>
                <a:close/>
                <a:moveTo>
                  <a:pt x="3442" y="1220"/>
                </a:moveTo>
                <a:cubicBezTo>
                  <a:pt x="3222" y="1220"/>
                  <a:pt x="3110" y="1486"/>
                  <a:pt x="3266" y="1640"/>
                </a:cubicBezTo>
                <a:cubicBezTo>
                  <a:pt x="3317" y="1691"/>
                  <a:pt x="3379" y="1714"/>
                  <a:pt x="3440" y="1714"/>
                </a:cubicBezTo>
                <a:cubicBezTo>
                  <a:pt x="3566" y="1714"/>
                  <a:pt x="3686" y="1615"/>
                  <a:pt x="3686" y="1467"/>
                </a:cubicBezTo>
                <a:cubicBezTo>
                  <a:pt x="3686" y="1330"/>
                  <a:pt x="3576" y="1220"/>
                  <a:pt x="3442" y="1220"/>
                </a:cubicBezTo>
                <a:close/>
                <a:moveTo>
                  <a:pt x="4661" y="1220"/>
                </a:moveTo>
                <a:cubicBezTo>
                  <a:pt x="4441" y="1220"/>
                  <a:pt x="4332" y="1486"/>
                  <a:pt x="4485" y="1640"/>
                </a:cubicBezTo>
                <a:cubicBezTo>
                  <a:pt x="4536" y="1691"/>
                  <a:pt x="4599" y="1714"/>
                  <a:pt x="4660" y="1714"/>
                </a:cubicBezTo>
                <a:cubicBezTo>
                  <a:pt x="4787" y="1714"/>
                  <a:pt x="4908" y="1615"/>
                  <a:pt x="4908" y="1467"/>
                </a:cubicBezTo>
                <a:cubicBezTo>
                  <a:pt x="4908" y="1330"/>
                  <a:pt x="4795" y="1220"/>
                  <a:pt x="4661" y="1220"/>
                </a:cubicBezTo>
                <a:close/>
                <a:moveTo>
                  <a:pt x="5880" y="1220"/>
                </a:moveTo>
                <a:cubicBezTo>
                  <a:pt x="5660" y="1220"/>
                  <a:pt x="5551" y="1486"/>
                  <a:pt x="5704" y="1640"/>
                </a:cubicBezTo>
                <a:cubicBezTo>
                  <a:pt x="5755" y="1691"/>
                  <a:pt x="5818" y="1714"/>
                  <a:pt x="5879" y="1714"/>
                </a:cubicBezTo>
                <a:cubicBezTo>
                  <a:pt x="6006" y="1714"/>
                  <a:pt x="6127" y="1615"/>
                  <a:pt x="6127" y="1467"/>
                </a:cubicBezTo>
                <a:cubicBezTo>
                  <a:pt x="6127" y="1330"/>
                  <a:pt x="6015" y="1220"/>
                  <a:pt x="5880" y="1220"/>
                </a:cubicBezTo>
                <a:close/>
                <a:moveTo>
                  <a:pt x="7099" y="1220"/>
                </a:moveTo>
                <a:cubicBezTo>
                  <a:pt x="6879" y="1220"/>
                  <a:pt x="6770" y="1486"/>
                  <a:pt x="6923" y="1640"/>
                </a:cubicBezTo>
                <a:cubicBezTo>
                  <a:pt x="6974" y="1691"/>
                  <a:pt x="7037" y="1714"/>
                  <a:pt x="7098" y="1714"/>
                </a:cubicBezTo>
                <a:cubicBezTo>
                  <a:pt x="7225" y="1714"/>
                  <a:pt x="7346" y="1615"/>
                  <a:pt x="7346" y="1467"/>
                </a:cubicBezTo>
                <a:cubicBezTo>
                  <a:pt x="7346" y="1330"/>
                  <a:pt x="7237" y="1220"/>
                  <a:pt x="7099" y="1220"/>
                </a:cubicBezTo>
                <a:close/>
                <a:moveTo>
                  <a:pt x="8318" y="1220"/>
                </a:moveTo>
                <a:cubicBezTo>
                  <a:pt x="8099" y="1220"/>
                  <a:pt x="7989" y="1486"/>
                  <a:pt x="8146" y="1640"/>
                </a:cubicBezTo>
                <a:cubicBezTo>
                  <a:pt x="8195" y="1691"/>
                  <a:pt x="8257" y="1714"/>
                  <a:pt x="8318" y="1714"/>
                </a:cubicBezTo>
                <a:cubicBezTo>
                  <a:pt x="8444" y="1714"/>
                  <a:pt x="8565" y="1615"/>
                  <a:pt x="8565" y="1467"/>
                </a:cubicBezTo>
                <a:cubicBezTo>
                  <a:pt x="8565" y="1330"/>
                  <a:pt x="8456" y="1220"/>
                  <a:pt x="8318" y="1220"/>
                </a:cubicBezTo>
                <a:close/>
                <a:moveTo>
                  <a:pt x="9537" y="1220"/>
                </a:moveTo>
                <a:cubicBezTo>
                  <a:pt x="9318" y="1220"/>
                  <a:pt x="9208" y="1486"/>
                  <a:pt x="9365" y="1640"/>
                </a:cubicBezTo>
                <a:cubicBezTo>
                  <a:pt x="9415" y="1691"/>
                  <a:pt x="9476" y="1714"/>
                  <a:pt x="9537" y="1714"/>
                </a:cubicBezTo>
                <a:cubicBezTo>
                  <a:pt x="9663" y="1714"/>
                  <a:pt x="9785" y="1615"/>
                  <a:pt x="9785" y="1467"/>
                </a:cubicBezTo>
                <a:cubicBezTo>
                  <a:pt x="9785" y="1330"/>
                  <a:pt x="9675" y="1220"/>
                  <a:pt x="9537" y="1220"/>
                </a:cubicBezTo>
                <a:close/>
                <a:moveTo>
                  <a:pt x="10759" y="1220"/>
                </a:moveTo>
                <a:cubicBezTo>
                  <a:pt x="10537" y="1220"/>
                  <a:pt x="10427" y="1486"/>
                  <a:pt x="10584" y="1640"/>
                </a:cubicBezTo>
                <a:cubicBezTo>
                  <a:pt x="10634" y="1691"/>
                  <a:pt x="10695" y="1714"/>
                  <a:pt x="10756" y="1714"/>
                </a:cubicBezTo>
                <a:cubicBezTo>
                  <a:pt x="10882" y="1714"/>
                  <a:pt x="11004" y="1615"/>
                  <a:pt x="11004" y="1467"/>
                </a:cubicBezTo>
                <a:cubicBezTo>
                  <a:pt x="11004" y="1330"/>
                  <a:pt x="10894" y="1220"/>
                  <a:pt x="10759" y="1220"/>
                </a:cubicBezTo>
                <a:close/>
                <a:moveTo>
                  <a:pt x="11978" y="1220"/>
                </a:moveTo>
                <a:cubicBezTo>
                  <a:pt x="11759" y="1220"/>
                  <a:pt x="11646" y="1486"/>
                  <a:pt x="11803" y="1640"/>
                </a:cubicBezTo>
                <a:cubicBezTo>
                  <a:pt x="11854" y="1691"/>
                  <a:pt x="11916" y="1714"/>
                  <a:pt x="11977" y="1714"/>
                </a:cubicBezTo>
                <a:cubicBezTo>
                  <a:pt x="12103" y="1714"/>
                  <a:pt x="12223" y="1615"/>
                  <a:pt x="12223" y="1467"/>
                </a:cubicBezTo>
                <a:cubicBezTo>
                  <a:pt x="12223" y="1330"/>
                  <a:pt x="12113" y="1220"/>
                  <a:pt x="11978" y="1220"/>
                </a:cubicBezTo>
                <a:close/>
                <a:moveTo>
                  <a:pt x="13197" y="1220"/>
                </a:moveTo>
                <a:cubicBezTo>
                  <a:pt x="12978" y="1220"/>
                  <a:pt x="12868" y="1486"/>
                  <a:pt x="13022" y="1640"/>
                </a:cubicBezTo>
                <a:cubicBezTo>
                  <a:pt x="13073" y="1691"/>
                  <a:pt x="13135" y="1714"/>
                  <a:pt x="13196" y="1714"/>
                </a:cubicBezTo>
                <a:cubicBezTo>
                  <a:pt x="13324" y="1714"/>
                  <a:pt x="13445" y="1615"/>
                  <a:pt x="13445" y="1467"/>
                </a:cubicBezTo>
                <a:cubicBezTo>
                  <a:pt x="13445" y="1330"/>
                  <a:pt x="13332" y="1220"/>
                  <a:pt x="13197" y="1220"/>
                </a:cubicBezTo>
                <a:close/>
                <a:moveTo>
                  <a:pt x="14416" y="1220"/>
                </a:moveTo>
                <a:cubicBezTo>
                  <a:pt x="14197" y="1220"/>
                  <a:pt x="14087" y="1486"/>
                  <a:pt x="14241" y="1640"/>
                </a:cubicBezTo>
                <a:cubicBezTo>
                  <a:pt x="14292" y="1691"/>
                  <a:pt x="14354" y="1714"/>
                  <a:pt x="14416" y="1714"/>
                </a:cubicBezTo>
                <a:cubicBezTo>
                  <a:pt x="14543" y="1714"/>
                  <a:pt x="14664" y="1615"/>
                  <a:pt x="14664" y="1467"/>
                </a:cubicBezTo>
                <a:cubicBezTo>
                  <a:pt x="14664" y="1330"/>
                  <a:pt x="14551" y="1220"/>
                  <a:pt x="14416" y="1220"/>
                </a:cubicBezTo>
                <a:close/>
                <a:moveTo>
                  <a:pt x="15635" y="1220"/>
                </a:moveTo>
                <a:cubicBezTo>
                  <a:pt x="15416" y="1220"/>
                  <a:pt x="15306" y="1486"/>
                  <a:pt x="15460" y="1640"/>
                </a:cubicBezTo>
                <a:cubicBezTo>
                  <a:pt x="15511" y="1691"/>
                  <a:pt x="15573" y="1714"/>
                  <a:pt x="15635" y="1714"/>
                </a:cubicBezTo>
                <a:cubicBezTo>
                  <a:pt x="15762" y="1714"/>
                  <a:pt x="15883" y="1615"/>
                  <a:pt x="15883" y="1467"/>
                </a:cubicBezTo>
                <a:cubicBezTo>
                  <a:pt x="15883" y="1330"/>
                  <a:pt x="15773" y="1220"/>
                  <a:pt x="15635" y="1220"/>
                </a:cubicBezTo>
                <a:close/>
                <a:moveTo>
                  <a:pt x="16854" y="1220"/>
                </a:moveTo>
                <a:cubicBezTo>
                  <a:pt x="16635" y="1220"/>
                  <a:pt x="16525" y="1486"/>
                  <a:pt x="16682" y="1640"/>
                </a:cubicBezTo>
                <a:cubicBezTo>
                  <a:pt x="16732" y="1691"/>
                  <a:pt x="16794" y="1714"/>
                  <a:pt x="16855" y="1714"/>
                </a:cubicBezTo>
                <a:cubicBezTo>
                  <a:pt x="16981" y="1714"/>
                  <a:pt x="17102" y="1615"/>
                  <a:pt x="17102" y="1467"/>
                </a:cubicBezTo>
                <a:cubicBezTo>
                  <a:pt x="17102" y="1330"/>
                  <a:pt x="16992" y="1220"/>
                  <a:pt x="16854" y="1220"/>
                </a:cubicBezTo>
                <a:close/>
                <a:moveTo>
                  <a:pt x="18073" y="1220"/>
                </a:moveTo>
                <a:cubicBezTo>
                  <a:pt x="17854" y="1220"/>
                  <a:pt x="17744" y="1486"/>
                  <a:pt x="17901" y="1640"/>
                </a:cubicBezTo>
                <a:cubicBezTo>
                  <a:pt x="17951" y="1691"/>
                  <a:pt x="18013" y="1714"/>
                  <a:pt x="18074" y="1714"/>
                </a:cubicBezTo>
                <a:cubicBezTo>
                  <a:pt x="18200" y="1714"/>
                  <a:pt x="18321" y="1615"/>
                  <a:pt x="18321" y="1467"/>
                </a:cubicBezTo>
                <a:cubicBezTo>
                  <a:pt x="18321" y="1330"/>
                  <a:pt x="18211" y="1220"/>
                  <a:pt x="18073" y="1220"/>
                </a:cubicBezTo>
                <a:close/>
                <a:moveTo>
                  <a:pt x="19296" y="1220"/>
                </a:moveTo>
                <a:cubicBezTo>
                  <a:pt x="19073" y="1220"/>
                  <a:pt x="18963" y="1486"/>
                  <a:pt x="19120" y="1640"/>
                </a:cubicBezTo>
                <a:cubicBezTo>
                  <a:pt x="19171" y="1691"/>
                  <a:pt x="19233" y="1714"/>
                  <a:pt x="19294" y="1714"/>
                </a:cubicBezTo>
                <a:cubicBezTo>
                  <a:pt x="19420" y="1714"/>
                  <a:pt x="19540" y="1615"/>
                  <a:pt x="19540" y="1467"/>
                </a:cubicBezTo>
                <a:cubicBezTo>
                  <a:pt x="19540" y="1330"/>
                  <a:pt x="19430" y="1220"/>
                  <a:pt x="19296" y="1220"/>
                </a:cubicBezTo>
                <a:close/>
                <a:moveTo>
                  <a:pt x="20515" y="1220"/>
                </a:moveTo>
                <a:cubicBezTo>
                  <a:pt x="20295" y="1220"/>
                  <a:pt x="20182" y="1486"/>
                  <a:pt x="20339" y="1640"/>
                </a:cubicBezTo>
                <a:cubicBezTo>
                  <a:pt x="20390" y="1691"/>
                  <a:pt x="20452" y="1714"/>
                  <a:pt x="20513" y="1714"/>
                </a:cubicBezTo>
                <a:cubicBezTo>
                  <a:pt x="20639" y="1714"/>
                  <a:pt x="20759" y="1615"/>
                  <a:pt x="20759" y="1467"/>
                </a:cubicBezTo>
                <a:cubicBezTo>
                  <a:pt x="20759" y="1330"/>
                  <a:pt x="20649" y="1220"/>
                  <a:pt x="20515" y="1220"/>
                </a:cubicBezTo>
                <a:close/>
                <a:moveTo>
                  <a:pt x="21734" y="1220"/>
                </a:moveTo>
                <a:cubicBezTo>
                  <a:pt x="21514" y="1220"/>
                  <a:pt x="21405" y="1486"/>
                  <a:pt x="21558" y="1640"/>
                </a:cubicBezTo>
                <a:cubicBezTo>
                  <a:pt x="21609" y="1691"/>
                  <a:pt x="21672" y="1714"/>
                  <a:pt x="21733" y="1714"/>
                </a:cubicBezTo>
                <a:cubicBezTo>
                  <a:pt x="21860" y="1714"/>
                  <a:pt x="21981" y="1615"/>
                  <a:pt x="21981" y="1467"/>
                </a:cubicBezTo>
                <a:cubicBezTo>
                  <a:pt x="21981" y="1330"/>
                  <a:pt x="21868" y="1220"/>
                  <a:pt x="21734" y="1220"/>
                </a:cubicBezTo>
                <a:close/>
                <a:moveTo>
                  <a:pt x="22953" y="1220"/>
                </a:moveTo>
                <a:cubicBezTo>
                  <a:pt x="22733" y="1220"/>
                  <a:pt x="22624" y="1486"/>
                  <a:pt x="22777" y="1640"/>
                </a:cubicBezTo>
                <a:cubicBezTo>
                  <a:pt x="22828" y="1691"/>
                  <a:pt x="22891" y="1714"/>
                  <a:pt x="22952" y="1714"/>
                </a:cubicBezTo>
                <a:cubicBezTo>
                  <a:pt x="23079" y="1714"/>
                  <a:pt x="23200" y="1615"/>
                  <a:pt x="23200" y="1467"/>
                </a:cubicBezTo>
                <a:cubicBezTo>
                  <a:pt x="23200" y="1330"/>
                  <a:pt x="23088" y="1220"/>
                  <a:pt x="22953" y="1220"/>
                </a:cubicBezTo>
                <a:close/>
                <a:moveTo>
                  <a:pt x="24172" y="1220"/>
                </a:moveTo>
                <a:cubicBezTo>
                  <a:pt x="23952" y="1220"/>
                  <a:pt x="23843" y="1486"/>
                  <a:pt x="23996" y="1640"/>
                </a:cubicBezTo>
                <a:cubicBezTo>
                  <a:pt x="24047" y="1691"/>
                  <a:pt x="24110" y="1714"/>
                  <a:pt x="24171" y="1714"/>
                </a:cubicBezTo>
                <a:cubicBezTo>
                  <a:pt x="24298" y="1714"/>
                  <a:pt x="24419" y="1615"/>
                  <a:pt x="24419" y="1467"/>
                </a:cubicBezTo>
                <a:cubicBezTo>
                  <a:pt x="24419" y="1330"/>
                  <a:pt x="24310" y="1220"/>
                  <a:pt x="24172" y="1220"/>
                </a:cubicBezTo>
                <a:close/>
                <a:moveTo>
                  <a:pt x="25391" y="1220"/>
                </a:moveTo>
                <a:cubicBezTo>
                  <a:pt x="25172" y="1220"/>
                  <a:pt x="25062" y="1486"/>
                  <a:pt x="25219" y="1640"/>
                </a:cubicBezTo>
                <a:cubicBezTo>
                  <a:pt x="25268" y="1691"/>
                  <a:pt x="25330" y="1714"/>
                  <a:pt x="25391" y="1714"/>
                </a:cubicBezTo>
                <a:cubicBezTo>
                  <a:pt x="25517" y="1714"/>
                  <a:pt x="25638" y="1615"/>
                  <a:pt x="25638" y="1467"/>
                </a:cubicBezTo>
                <a:cubicBezTo>
                  <a:pt x="25638" y="1330"/>
                  <a:pt x="25529" y="1220"/>
                  <a:pt x="25391" y="1220"/>
                </a:cubicBezTo>
                <a:close/>
                <a:moveTo>
                  <a:pt x="1" y="2571"/>
                </a:moveTo>
                <a:lnTo>
                  <a:pt x="1" y="2802"/>
                </a:lnTo>
                <a:cubicBezTo>
                  <a:pt x="38" y="2730"/>
                  <a:pt x="38" y="2643"/>
                  <a:pt x="1" y="2571"/>
                </a:cubicBezTo>
                <a:close/>
                <a:moveTo>
                  <a:pt x="1000" y="2439"/>
                </a:moveTo>
                <a:cubicBezTo>
                  <a:pt x="781" y="2439"/>
                  <a:pt x="671" y="2705"/>
                  <a:pt x="828" y="2859"/>
                </a:cubicBezTo>
                <a:cubicBezTo>
                  <a:pt x="878" y="2910"/>
                  <a:pt x="940" y="2933"/>
                  <a:pt x="1001" y="2933"/>
                </a:cubicBezTo>
                <a:cubicBezTo>
                  <a:pt x="1127" y="2933"/>
                  <a:pt x="1248" y="2835"/>
                  <a:pt x="1248" y="2686"/>
                </a:cubicBezTo>
                <a:cubicBezTo>
                  <a:pt x="1248" y="2549"/>
                  <a:pt x="1138" y="2439"/>
                  <a:pt x="1000" y="2439"/>
                </a:cubicBezTo>
                <a:close/>
                <a:moveTo>
                  <a:pt x="2223" y="2439"/>
                </a:moveTo>
                <a:cubicBezTo>
                  <a:pt x="2000" y="2439"/>
                  <a:pt x="1890" y="2705"/>
                  <a:pt x="2047" y="2859"/>
                </a:cubicBezTo>
                <a:cubicBezTo>
                  <a:pt x="2097" y="2910"/>
                  <a:pt x="2159" y="2933"/>
                  <a:pt x="2220" y="2933"/>
                </a:cubicBezTo>
                <a:cubicBezTo>
                  <a:pt x="2346" y="2933"/>
                  <a:pt x="2467" y="2835"/>
                  <a:pt x="2467" y="2686"/>
                </a:cubicBezTo>
                <a:cubicBezTo>
                  <a:pt x="2467" y="2549"/>
                  <a:pt x="2357" y="2439"/>
                  <a:pt x="2223" y="2439"/>
                </a:cubicBezTo>
                <a:close/>
                <a:moveTo>
                  <a:pt x="3442" y="2439"/>
                </a:moveTo>
                <a:cubicBezTo>
                  <a:pt x="3222" y="2439"/>
                  <a:pt x="3110" y="2705"/>
                  <a:pt x="3266" y="2859"/>
                </a:cubicBezTo>
                <a:cubicBezTo>
                  <a:pt x="3317" y="2910"/>
                  <a:pt x="3379" y="2933"/>
                  <a:pt x="3440" y="2933"/>
                </a:cubicBezTo>
                <a:cubicBezTo>
                  <a:pt x="3566" y="2933"/>
                  <a:pt x="3686" y="2835"/>
                  <a:pt x="3686" y="2686"/>
                </a:cubicBezTo>
                <a:cubicBezTo>
                  <a:pt x="3686" y="2549"/>
                  <a:pt x="3576" y="2439"/>
                  <a:pt x="3442" y="2439"/>
                </a:cubicBezTo>
                <a:close/>
                <a:moveTo>
                  <a:pt x="4661" y="2439"/>
                </a:moveTo>
                <a:cubicBezTo>
                  <a:pt x="4441" y="2439"/>
                  <a:pt x="4332" y="2705"/>
                  <a:pt x="4485" y="2859"/>
                </a:cubicBezTo>
                <a:cubicBezTo>
                  <a:pt x="4536" y="2910"/>
                  <a:pt x="4599" y="2933"/>
                  <a:pt x="4660" y="2933"/>
                </a:cubicBezTo>
                <a:cubicBezTo>
                  <a:pt x="4787" y="2933"/>
                  <a:pt x="4908" y="2835"/>
                  <a:pt x="4908" y="2686"/>
                </a:cubicBezTo>
                <a:cubicBezTo>
                  <a:pt x="4908" y="2549"/>
                  <a:pt x="4795" y="2439"/>
                  <a:pt x="4661" y="2439"/>
                </a:cubicBezTo>
                <a:close/>
                <a:moveTo>
                  <a:pt x="5880" y="2439"/>
                </a:moveTo>
                <a:cubicBezTo>
                  <a:pt x="5660" y="2439"/>
                  <a:pt x="5551" y="2705"/>
                  <a:pt x="5704" y="2859"/>
                </a:cubicBezTo>
                <a:cubicBezTo>
                  <a:pt x="5755" y="2910"/>
                  <a:pt x="5818" y="2933"/>
                  <a:pt x="5879" y="2933"/>
                </a:cubicBezTo>
                <a:cubicBezTo>
                  <a:pt x="6006" y="2933"/>
                  <a:pt x="6127" y="2835"/>
                  <a:pt x="6127" y="2686"/>
                </a:cubicBezTo>
                <a:cubicBezTo>
                  <a:pt x="6127" y="2549"/>
                  <a:pt x="6015" y="2439"/>
                  <a:pt x="5880" y="2439"/>
                </a:cubicBezTo>
                <a:close/>
                <a:moveTo>
                  <a:pt x="7099" y="2439"/>
                </a:moveTo>
                <a:cubicBezTo>
                  <a:pt x="6879" y="2439"/>
                  <a:pt x="6770" y="2705"/>
                  <a:pt x="6923" y="2859"/>
                </a:cubicBezTo>
                <a:cubicBezTo>
                  <a:pt x="6974" y="2910"/>
                  <a:pt x="7037" y="2933"/>
                  <a:pt x="7098" y="2933"/>
                </a:cubicBezTo>
                <a:cubicBezTo>
                  <a:pt x="7225" y="2933"/>
                  <a:pt x="7346" y="2835"/>
                  <a:pt x="7346" y="2686"/>
                </a:cubicBezTo>
                <a:cubicBezTo>
                  <a:pt x="7346" y="2549"/>
                  <a:pt x="7237" y="2439"/>
                  <a:pt x="7099" y="2439"/>
                </a:cubicBezTo>
                <a:close/>
                <a:moveTo>
                  <a:pt x="8318" y="2439"/>
                </a:moveTo>
                <a:cubicBezTo>
                  <a:pt x="8099" y="2439"/>
                  <a:pt x="7989" y="2705"/>
                  <a:pt x="8146" y="2859"/>
                </a:cubicBezTo>
                <a:cubicBezTo>
                  <a:pt x="8195" y="2910"/>
                  <a:pt x="8257" y="2933"/>
                  <a:pt x="8318" y="2933"/>
                </a:cubicBezTo>
                <a:cubicBezTo>
                  <a:pt x="8444" y="2933"/>
                  <a:pt x="8565" y="2835"/>
                  <a:pt x="8565" y="2686"/>
                </a:cubicBezTo>
                <a:cubicBezTo>
                  <a:pt x="8565" y="2549"/>
                  <a:pt x="8456" y="2439"/>
                  <a:pt x="8318" y="2439"/>
                </a:cubicBezTo>
                <a:close/>
                <a:moveTo>
                  <a:pt x="9537" y="2439"/>
                </a:moveTo>
                <a:cubicBezTo>
                  <a:pt x="9318" y="2439"/>
                  <a:pt x="9208" y="2705"/>
                  <a:pt x="9365" y="2859"/>
                </a:cubicBezTo>
                <a:cubicBezTo>
                  <a:pt x="9415" y="2910"/>
                  <a:pt x="9476" y="2933"/>
                  <a:pt x="9537" y="2933"/>
                </a:cubicBezTo>
                <a:cubicBezTo>
                  <a:pt x="9663" y="2933"/>
                  <a:pt x="9785" y="2835"/>
                  <a:pt x="9785" y="2686"/>
                </a:cubicBezTo>
                <a:cubicBezTo>
                  <a:pt x="9785" y="2549"/>
                  <a:pt x="9675" y="2439"/>
                  <a:pt x="9537" y="2439"/>
                </a:cubicBezTo>
                <a:close/>
                <a:moveTo>
                  <a:pt x="10759" y="2439"/>
                </a:moveTo>
                <a:cubicBezTo>
                  <a:pt x="10537" y="2439"/>
                  <a:pt x="10427" y="2705"/>
                  <a:pt x="10584" y="2859"/>
                </a:cubicBezTo>
                <a:cubicBezTo>
                  <a:pt x="10634" y="2910"/>
                  <a:pt x="10695" y="2933"/>
                  <a:pt x="10756" y="2933"/>
                </a:cubicBezTo>
                <a:cubicBezTo>
                  <a:pt x="10882" y="2933"/>
                  <a:pt x="11004" y="2835"/>
                  <a:pt x="11004" y="2686"/>
                </a:cubicBezTo>
                <a:cubicBezTo>
                  <a:pt x="11004" y="2549"/>
                  <a:pt x="10894" y="2439"/>
                  <a:pt x="10759" y="2439"/>
                </a:cubicBezTo>
                <a:close/>
                <a:moveTo>
                  <a:pt x="11978" y="2439"/>
                </a:moveTo>
                <a:cubicBezTo>
                  <a:pt x="11759" y="2439"/>
                  <a:pt x="11646" y="2705"/>
                  <a:pt x="11803" y="2859"/>
                </a:cubicBezTo>
                <a:cubicBezTo>
                  <a:pt x="11854" y="2910"/>
                  <a:pt x="11916" y="2933"/>
                  <a:pt x="11977" y="2933"/>
                </a:cubicBezTo>
                <a:cubicBezTo>
                  <a:pt x="12103" y="2933"/>
                  <a:pt x="12223" y="2835"/>
                  <a:pt x="12223" y="2686"/>
                </a:cubicBezTo>
                <a:cubicBezTo>
                  <a:pt x="12223" y="2549"/>
                  <a:pt x="12113" y="2439"/>
                  <a:pt x="11978" y="2439"/>
                </a:cubicBezTo>
                <a:close/>
                <a:moveTo>
                  <a:pt x="13197" y="2439"/>
                </a:moveTo>
                <a:cubicBezTo>
                  <a:pt x="12978" y="2439"/>
                  <a:pt x="12868" y="2705"/>
                  <a:pt x="13022" y="2859"/>
                </a:cubicBezTo>
                <a:cubicBezTo>
                  <a:pt x="13073" y="2910"/>
                  <a:pt x="13135" y="2933"/>
                  <a:pt x="13196" y="2933"/>
                </a:cubicBezTo>
                <a:cubicBezTo>
                  <a:pt x="13324" y="2933"/>
                  <a:pt x="13445" y="2835"/>
                  <a:pt x="13445" y="2686"/>
                </a:cubicBezTo>
                <a:cubicBezTo>
                  <a:pt x="13445" y="2549"/>
                  <a:pt x="13332" y="2439"/>
                  <a:pt x="13197" y="2439"/>
                </a:cubicBezTo>
                <a:close/>
                <a:moveTo>
                  <a:pt x="14416" y="2439"/>
                </a:moveTo>
                <a:cubicBezTo>
                  <a:pt x="14197" y="2439"/>
                  <a:pt x="14087" y="2705"/>
                  <a:pt x="14241" y="2859"/>
                </a:cubicBezTo>
                <a:cubicBezTo>
                  <a:pt x="14292" y="2910"/>
                  <a:pt x="14354" y="2933"/>
                  <a:pt x="14416" y="2933"/>
                </a:cubicBezTo>
                <a:cubicBezTo>
                  <a:pt x="14543" y="2933"/>
                  <a:pt x="14664" y="2835"/>
                  <a:pt x="14664" y="2686"/>
                </a:cubicBezTo>
                <a:cubicBezTo>
                  <a:pt x="14664" y="2549"/>
                  <a:pt x="14551" y="2439"/>
                  <a:pt x="14416" y="2439"/>
                </a:cubicBezTo>
                <a:close/>
                <a:moveTo>
                  <a:pt x="15635" y="2439"/>
                </a:moveTo>
                <a:cubicBezTo>
                  <a:pt x="15416" y="2439"/>
                  <a:pt x="15306" y="2705"/>
                  <a:pt x="15460" y="2859"/>
                </a:cubicBezTo>
                <a:cubicBezTo>
                  <a:pt x="15511" y="2910"/>
                  <a:pt x="15573" y="2933"/>
                  <a:pt x="15635" y="2933"/>
                </a:cubicBezTo>
                <a:cubicBezTo>
                  <a:pt x="15762" y="2933"/>
                  <a:pt x="15883" y="2835"/>
                  <a:pt x="15883" y="2686"/>
                </a:cubicBezTo>
                <a:cubicBezTo>
                  <a:pt x="15883" y="2549"/>
                  <a:pt x="15773" y="2439"/>
                  <a:pt x="15635" y="2439"/>
                </a:cubicBezTo>
                <a:close/>
                <a:moveTo>
                  <a:pt x="16854" y="2439"/>
                </a:moveTo>
                <a:cubicBezTo>
                  <a:pt x="16635" y="2439"/>
                  <a:pt x="16525" y="2705"/>
                  <a:pt x="16682" y="2859"/>
                </a:cubicBezTo>
                <a:cubicBezTo>
                  <a:pt x="16732" y="2910"/>
                  <a:pt x="16794" y="2933"/>
                  <a:pt x="16855" y="2933"/>
                </a:cubicBezTo>
                <a:cubicBezTo>
                  <a:pt x="16981" y="2933"/>
                  <a:pt x="17102" y="2835"/>
                  <a:pt x="17102" y="2686"/>
                </a:cubicBezTo>
                <a:cubicBezTo>
                  <a:pt x="17102" y="2549"/>
                  <a:pt x="16992" y="2439"/>
                  <a:pt x="16854" y="2439"/>
                </a:cubicBezTo>
                <a:close/>
                <a:moveTo>
                  <a:pt x="18073" y="2439"/>
                </a:moveTo>
                <a:cubicBezTo>
                  <a:pt x="17854" y="2439"/>
                  <a:pt x="17744" y="2705"/>
                  <a:pt x="17901" y="2859"/>
                </a:cubicBezTo>
                <a:cubicBezTo>
                  <a:pt x="17951" y="2910"/>
                  <a:pt x="18013" y="2933"/>
                  <a:pt x="18074" y="2933"/>
                </a:cubicBezTo>
                <a:cubicBezTo>
                  <a:pt x="18200" y="2933"/>
                  <a:pt x="18321" y="2835"/>
                  <a:pt x="18321" y="2686"/>
                </a:cubicBezTo>
                <a:cubicBezTo>
                  <a:pt x="18321" y="2549"/>
                  <a:pt x="18211" y="2439"/>
                  <a:pt x="18073" y="2439"/>
                </a:cubicBezTo>
                <a:close/>
                <a:moveTo>
                  <a:pt x="19296" y="2439"/>
                </a:moveTo>
                <a:cubicBezTo>
                  <a:pt x="19073" y="2439"/>
                  <a:pt x="18963" y="2705"/>
                  <a:pt x="19120" y="2859"/>
                </a:cubicBezTo>
                <a:cubicBezTo>
                  <a:pt x="19171" y="2910"/>
                  <a:pt x="19233" y="2933"/>
                  <a:pt x="19294" y="2933"/>
                </a:cubicBezTo>
                <a:cubicBezTo>
                  <a:pt x="19420" y="2933"/>
                  <a:pt x="19540" y="2835"/>
                  <a:pt x="19540" y="2686"/>
                </a:cubicBezTo>
                <a:cubicBezTo>
                  <a:pt x="19540" y="2549"/>
                  <a:pt x="19430" y="2439"/>
                  <a:pt x="19296" y="2439"/>
                </a:cubicBezTo>
                <a:close/>
                <a:moveTo>
                  <a:pt x="20515" y="2439"/>
                </a:moveTo>
                <a:cubicBezTo>
                  <a:pt x="20295" y="2439"/>
                  <a:pt x="20182" y="2705"/>
                  <a:pt x="20339" y="2859"/>
                </a:cubicBezTo>
                <a:cubicBezTo>
                  <a:pt x="20390" y="2910"/>
                  <a:pt x="20452" y="2933"/>
                  <a:pt x="20513" y="2933"/>
                </a:cubicBezTo>
                <a:cubicBezTo>
                  <a:pt x="20639" y="2933"/>
                  <a:pt x="20759" y="2835"/>
                  <a:pt x="20759" y="2686"/>
                </a:cubicBezTo>
                <a:cubicBezTo>
                  <a:pt x="20759" y="2549"/>
                  <a:pt x="20649" y="2439"/>
                  <a:pt x="20515" y="2439"/>
                </a:cubicBezTo>
                <a:close/>
                <a:moveTo>
                  <a:pt x="21734" y="2439"/>
                </a:moveTo>
                <a:cubicBezTo>
                  <a:pt x="21514" y="2439"/>
                  <a:pt x="21405" y="2705"/>
                  <a:pt x="21558" y="2859"/>
                </a:cubicBezTo>
                <a:cubicBezTo>
                  <a:pt x="21609" y="2910"/>
                  <a:pt x="21672" y="2933"/>
                  <a:pt x="21733" y="2933"/>
                </a:cubicBezTo>
                <a:cubicBezTo>
                  <a:pt x="21860" y="2933"/>
                  <a:pt x="21981" y="2835"/>
                  <a:pt x="21981" y="2686"/>
                </a:cubicBezTo>
                <a:cubicBezTo>
                  <a:pt x="21981" y="2549"/>
                  <a:pt x="21868" y="2439"/>
                  <a:pt x="21734" y="2439"/>
                </a:cubicBezTo>
                <a:close/>
                <a:moveTo>
                  <a:pt x="22953" y="2439"/>
                </a:moveTo>
                <a:cubicBezTo>
                  <a:pt x="22733" y="2439"/>
                  <a:pt x="22624" y="2705"/>
                  <a:pt x="22777" y="2859"/>
                </a:cubicBezTo>
                <a:cubicBezTo>
                  <a:pt x="22828" y="2910"/>
                  <a:pt x="22891" y="2933"/>
                  <a:pt x="22952" y="2933"/>
                </a:cubicBezTo>
                <a:cubicBezTo>
                  <a:pt x="23079" y="2933"/>
                  <a:pt x="23200" y="2835"/>
                  <a:pt x="23200" y="2686"/>
                </a:cubicBezTo>
                <a:cubicBezTo>
                  <a:pt x="23200" y="2549"/>
                  <a:pt x="23088" y="2439"/>
                  <a:pt x="22953" y="2439"/>
                </a:cubicBezTo>
                <a:close/>
                <a:moveTo>
                  <a:pt x="24172" y="2439"/>
                </a:moveTo>
                <a:cubicBezTo>
                  <a:pt x="23952" y="2439"/>
                  <a:pt x="23843" y="2705"/>
                  <a:pt x="23996" y="2859"/>
                </a:cubicBezTo>
                <a:cubicBezTo>
                  <a:pt x="24047" y="2910"/>
                  <a:pt x="24110" y="2933"/>
                  <a:pt x="24171" y="2933"/>
                </a:cubicBezTo>
                <a:cubicBezTo>
                  <a:pt x="24298" y="2933"/>
                  <a:pt x="24419" y="2835"/>
                  <a:pt x="24419" y="2686"/>
                </a:cubicBezTo>
                <a:cubicBezTo>
                  <a:pt x="24419" y="2549"/>
                  <a:pt x="24310" y="2439"/>
                  <a:pt x="24172" y="2439"/>
                </a:cubicBezTo>
                <a:close/>
                <a:moveTo>
                  <a:pt x="25391" y="2439"/>
                </a:moveTo>
                <a:cubicBezTo>
                  <a:pt x="25172" y="2439"/>
                  <a:pt x="25062" y="2705"/>
                  <a:pt x="25219" y="2859"/>
                </a:cubicBezTo>
                <a:cubicBezTo>
                  <a:pt x="25268" y="2910"/>
                  <a:pt x="25330" y="2933"/>
                  <a:pt x="25391" y="2933"/>
                </a:cubicBezTo>
                <a:cubicBezTo>
                  <a:pt x="25517" y="2933"/>
                  <a:pt x="25638" y="2835"/>
                  <a:pt x="25638" y="2686"/>
                </a:cubicBezTo>
                <a:cubicBezTo>
                  <a:pt x="25638" y="2549"/>
                  <a:pt x="25529" y="2439"/>
                  <a:pt x="25391" y="2439"/>
                </a:cubicBezTo>
                <a:close/>
                <a:moveTo>
                  <a:pt x="26610" y="2439"/>
                </a:moveTo>
                <a:cubicBezTo>
                  <a:pt x="26391" y="2439"/>
                  <a:pt x="26281" y="2705"/>
                  <a:pt x="26438" y="2859"/>
                </a:cubicBezTo>
                <a:cubicBezTo>
                  <a:pt x="26488" y="2910"/>
                  <a:pt x="26549" y="2933"/>
                  <a:pt x="26610" y="2933"/>
                </a:cubicBezTo>
                <a:cubicBezTo>
                  <a:pt x="26736" y="2933"/>
                  <a:pt x="26857" y="2835"/>
                  <a:pt x="26857" y="2686"/>
                </a:cubicBezTo>
                <a:cubicBezTo>
                  <a:pt x="26857" y="2549"/>
                  <a:pt x="26748" y="2439"/>
                  <a:pt x="26610" y="2439"/>
                </a:cubicBezTo>
                <a:close/>
                <a:moveTo>
                  <a:pt x="1" y="3790"/>
                </a:moveTo>
                <a:lnTo>
                  <a:pt x="1" y="4021"/>
                </a:lnTo>
                <a:cubicBezTo>
                  <a:pt x="38" y="3949"/>
                  <a:pt x="38" y="3862"/>
                  <a:pt x="1" y="3790"/>
                </a:cubicBezTo>
                <a:close/>
                <a:moveTo>
                  <a:pt x="1000" y="3658"/>
                </a:moveTo>
                <a:cubicBezTo>
                  <a:pt x="781" y="3658"/>
                  <a:pt x="671" y="3924"/>
                  <a:pt x="828" y="4081"/>
                </a:cubicBezTo>
                <a:cubicBezTo>
                  <a:pt x="878" y="4130"/>
                  <a:pt x="939" y="4153"/>
                  <a:pt x="999" y="4153"/>
                </a:cubicBezTo>
                <a:cubicBezTo>
                  <a:pt x="1126" y="4153"/>
                  <a:pt x="1248" y="4054"/>
                  <a:pt x="1248" y="3906"/>
                </a:cubicBezTo>
                <a:cubicBezTo>
                  <a:pt x="1248" y="3768"/>
                  <a:pt x="1138" y="3658"/>
                  <a:pt x="1000" y="3658"/>
                </a:cubicBezTo>
                <a:close/>
                <a:moveTo>
                  <a:pt x="2223" y="3658"/>
                </a:moveTo>
                <a:cubicBezTo>
                  <a:pt x="2000" y="3658"/>
                  <a:pt x="1890" y="3924"/>
                  <a:pt x="2047" y="4081"/>
                </a:cubicBezTo>
                <a:cubicBezTo>
                  <a:pt x="2097" y="4130"/>
                  <a:pt x="2158" y="4153"/>
                  <a:pt x="2218" y="4153"/>
                </a:cubicBezTo>
                <a:cubicBezTo>
                  <a:pt x="2345" y="4153"/>
                  <a:pt x="2467" y="4054"/>
                  <a:pt x="2467" y="3906"/>
                </a:cubicBezTo>
                <a:cubicBezTo>
                  <a:pt x="2467" y="3768"/>
                  <a:pt x="2357" y="3658"/>
                  <a:pt x="2223" y="3658"/>
                </a:cubicBezTo>
                <a:close/>
                <a:moveTo>
                  <a:pt x="3442" y="3658"/>
                </a:moveTo>
                <a:cubicBezTo>
                  <a:pt x="3222" y="3658"/>
                  <a:pt x="3110" y="3924"/>
                  <a:pt x="3266" y="4081"/>
                </a:cubicBezTo>
                <a:cubicBezTo>
                  <a:pt x="3317" y="4130"/>
                  <a:pt x="3378" y="4153"/>
                  <a:pt x="3438" y="4153"/>
                </a:cubicBezTo>
                <a:cubicBezTo>
                  <a:pt x="3565" y="4153"/>
                  <a:pt x="3686" y="4054"/>
                  <a:pt x="3686" y="3906"/>
                </a:cubicBezTo>
                <a:cubicBezTo>
                  <a:pt x="3686" y="3768"/>
                  <a:pt x="3576" y="3658"/>
                  <a:pt x="3442" y="3658"/>
                </a:cubicBezTo>
                <a:close/>
                <a:moveTo>
                  <a:pt x="4661" y="3658"/>
                </a:moveTo>
                <a:cubicBezTo>
                  <a:pt x="4441" y="3658"/>
                  <a:pt x="4332" y="3924"/>
                  <a:pt x="4485" y="4081"/>
                </a:cubicBezTo>
                <a:cubicBezTo>
                  <a:pt x="4536" y="4130"/>
                  <a:pt x="4597" y="4153"/>
                  <a:pt x="4658" y="4153"/>
                </a:cubicBezTo>
                <a:cubicBezTo>
                  <a:pt x="4786" y="4153"/>
                  <a:pt x="4908" y="4054"/>
                  <a:pt x="4908" y="3906"/>
                </a:cubicBezTo>
                <a:cubicBezTo>
                  <a:pt x="4908" y="3768"/>
                  <a:pt x="4795" y="3658"/>
                  <a:pt x="4661" y="3658"/>
                </a:cubicBezTo>
                <a:close/>
                <a:moveTo>
                  <a:pt x="5880" y="3658"/>
                </a:moveTo>
                <a:cubicBezTo>
                  <a:pt x="5660" y="3658"/>
                  <a:pt x="5551" y="3924"/>
                  <a:pt x="5704" y="4081"/>
                </a:cubicBezTo>
                <a:cubicBezTo>
                  <a:pt x="5755" y="4130"/>
                  <a:pt x="5817" y="4153"/>
                  <a:pt x="5877" y="4153"/>
                </a:cubicBezTo>
                <a:cubicBezTo>
                  <a:pt x="6005" y="4153"/>
                  <a:pt x="6127" y="4054"/>
                  <a:pt x="6127" y="3906"/>
                </a:cubicBezTo>
                <a:cubicBezTo>
                  <a:pt x="6127" y="3768"/>
                  <a:pt x="6015" y="3658"/>
                  <a:pt x="5880" y="3658"/>
                </a:cubicBezTo>
                <a:close/>
                <a:moveTo>
                  <a:pt x="7099" y="3658"/>
                </a:moveTo>
                <a:cubicBezTo>
                  <a:pt x="6879" y="3658"/>
                  <a:pt x="6770" y="3924"/>
                  <a:pt x="6923" y="4081"/>
                </a:cubicBezTo>
                <a:cubicBezTo>
                  <a:pt x="6974" y="4130"/>
                  <a:pt x="7036" y="4153"/>
                  <a:pt x="7096" y="4153"/>
                </a:cubicBezTo>
                <a:cubicBezTo>
                  <a:pt x="7224" y="4153"/>
                  <a:pt x="7346" y="4054"/>
                  <a:pt x="7346" y="3906"/>
                </a:cubicBezTo>
                <a:cubicBezTo>
                  <a:pt x="7346" y="3768"/>
                  <a:pt x="7237" y="3658"/>
                  <a:pt x="7099" y="3658"/>
                </a:cubicBezTo>
                <a:close/>
                <a:moveTo>
                  <a:pt x="8318" y="3658"/>
                </a:moveTo>
                <a:cubicBezTo>
                  <a:pt x="8099" y="3658"/>
                  <a:pt x="7989" y="3924"/>
                  <a:pt x="8146" y="4081"/>
                </a:cubicBezTo>
                <a:cubicBezTo>
                  <a:pt x="8195" y="4130"/>
                  <a:pt x="8256" y="4153"/>
                  <a:pt x="8316" y="4153"/>
                </a:cubicBezTo>
                <a:cubicBezTo>
                  <a:pt x="8443" y="4153"/>
                  <a:pt x="8565" y="4054"/>
                  <a:pt x="8565" y="3906"/>
                </a:cubicBezTo>
                <a:cubicBezTo>
                  <a:pt x="8565" y="3768"/>
                  <a:pt x="8456" y="3658"/>
                  <a:pt x="8318" y="3658"/>
                </a:cubicBezTo>
                <a:close/>
                <a:moveTo>
                  <a:pt x="9537" y="3658"/>
                </a:moveTo>
                <a:cubicBezTo>
                  <a:pt x="9318" y="3658"/>
                  <a:pt x="9208" y="3924"/>
                  <a:pt x="9365" y="4081"/>
                </a:cubicBezTo>
                <a:cubicBezTo>
                  <a:pt x="9414" y="4130"/>
                  <a:pt x="9475" y="4153"/>
                  <a:pt x="9535" y="4153"/>
                </a:cubicBezTo>
                <a:cubicBezTo>
                  <a:pt x="9662" y="4153"/>
                  <a:pt x="9785" y="4054"/>
                  <a:pt x="9785" y="3906"/>
                </a:cubicBezTo>
                <a:cubicBezTo>
                  <a:pt x="9785" y="3768"/>
                  <a:pt x="9675" y="3658"/>
                  <a:pt x="9537" y="3658"/>
                </a:cubicBezTo>
                <a:close/>
                <a:moveTo>
                  <a:pt x="10759" y="3658"/>
                </a:moveTo>
                <a:cubicBezTo>
                  <a:pt x="10537" y="3658"/>
                  <a:pt x="10427" y="3924"/>
                  <a:pt x="10584" y="4081"/>
                </a:cubicBezTo>
                <a:cubicBezTo>
                  <a:pt x="10633" y="4130"/>
                  <a:pt x="10694" y="4153"/>
                  <a:pt x="10754" y="4153"/>
                </a:cubicBezTo>
                <a:cubicBezTo>
                  <a:pt x="10881" y="4153"/>
                  <a:pt x="11004" y="4054"/>
                  <a:pt x="11004" y="3906"/>
                </a:cubicBezTo>
                <a:cubicBezTo>
                  <a:pt x="11004" y="3768"/>
                  <a:pt x="10894" y="3658"/>
                  <a:pt x="10759" y="3658"/>
                </a:cubicBezTo>
                <a:close/>
                <a:moveTo>
                  <a:pt x="11978" y="3658"/>
                </a:moveTo>
                <a:cubicBezTo>
                  <a:pt x="11759" y="3658"/>
                  <a:pt x="11646" y="3924"/>
                  <a:pt x="11803" y="4081"/>
                </a:cubicBezTo>
                <a:cubicBezTo>
                  <a:pt x="11853" y="4130"/>
                  <a:pt x="11915" y="4153"/>
                  <a:pt x="11975" y="4153"/>
                </a:cubicBezTo>
                <a:cubicBezTo>
                  <a:pt x="12102" y="4153"/>
                  <a:pt x="12223" y="4054"/>
                  <a:pt x="12223" y="3906"/>
                </a:cubicBezTo>
                <a:cubicBezTo>
                  <a:pt x="12223" y="3768"/>
                  <a:pt x="12113" y="3658"/>
                  <a:pt x="11978" y="3658"/>
                </a:cubicBezTo>
                <a:close/>
                <a:moveTo>
                  <a:pt x="13197" y="3658"/>
                </a:moveTo>
                <a:cubicBezTo>
                  <a:pt x="12978" y="3658"/>
                  <a:pt x="12868" y="3924"/>
                  <a:pt x="13022" y="4081"/>
                </a:cubicBezTo>
                <a:cubicBezTo>
                  <a:pt x="13072" y="4130"/>
                  <a:pt x="13134" y="4153"/>
                  <a:pt x="13195" y="4153"/>
                </a:cubicBezTo>
                <a:cubicBezTo>
                  <a:pt x="13322" y="4153"/>
                  <a:pt x="13445" y="4054"/>
                  <a:pt x="13445" y="3906"/>
                </a:cubicBezTo>
                <a:cubicBezTo>
                  <a:pt x="13445" y="3768"/>
                  <a:pt x="13332" y="3658"/>
                  <a:pt x="13197" y="3658"/>
                </a:cubicBezTo>
                <a:close/>
                <a:moveTo>
                  <a:pt x="14416" y="3658"/>
                </a:moveTo>
                <a:cubicBezTo>
                  <a:pt x="14197" y="3658"/>
                  <a:pt x="14087" y="3924"/>
                  <a:pt x="14241" y="4081"/>
                </a:cubicBezTo>
                <a:cubicBezTo>
                  <a:pt x="14291" y="4130"/>
                  <a:pt x="14353" y="4153"/>
                  <a:pt x="14414" y="4153"/>
                </a:cubicBezTo>
                <a:cubicBezTo>
                  <a:pt x="14541" y="4153"/>
                  <a:pt x="14664" y="4054"/>
                  <a:pt x="14664" y="3906"/>
                </a:cubicBezTo>
                <a:cubicBezTo>
                  <a:pt x="14664" y="3768"/>
                  <a:pt x="14551" y="3658"/>
                  <a:pt x="14416" y="3658"/>
                </a:cubicBezTo>
                <a:close/>
                <a:moveTo>
                  <a:pt x="15635" y="3658"/>
                </a:moveTo>
                <a:cubicBezTo>
                  <a:pt x="15416" y="3658"/>
                  <a:pt x="15306" y="3924"/>
                  <a:pt x="15460" y="4081"/>
                </a:cubicBezTo>
                <a:cubicBezTo>
                  <a:pt x="15510" y="4130"/>
                  <a:pt x="15572" y="4153"/>
                  <a:pt x="15633" y="4153"/>
                </a:cubicBezTo>
                <a:cubicBezTo>
                  <a:pt x="15760" y="4153"/>
                  <a:pt x="15883" y="4054"/>
                  <a:pt x="15883" y="3906"/>
                </a:cubicBezTo>
                <a:cubicBezTo>
                  <a:pt x="15883" y="3768"/>
                  <a:pt x="15773" y="3658"/>
                  <a:pt x="15635" y="3658"/>
                </a:cubicBezTo>
                <a:close/>
                <a:moveTo>
                  <a:pt x="16854" y="3658"/>
                </a:moveTo>
                <a:cubicBezTo>
                  <a:pt x="16635" y="3658"/>
                  <a:pt x="16525" y="3924"/>
                  <a:pt x="16682" y="4081"/>
                </a:cubicBezTo>
                <a:cubicBezTo>
                  <a:pt x="16731" y="4130"/>
                  <a:pt x="16793" y="4153"/>
                  <a:pt x="16853" y="4153"/>
                </a:cubicBezTo>
                <a:cubicBezTo>
                  <a:pt x="16979" y="4153"/>
                  <a:pt x="17102" y="4054"/>
                  <a:pt x="17102" y="3906"/>
                </a:cubicBezTo>
                <a:cubicBezTo>
                  <a:pt x="17102" y="3768"/>
                  <a:pt x="16992" y="3658"/>
                  <a:pt x="16854" y="3658"/>
                </a:cubicBezTo>
                <a:close/>
                <a:moveTo>
                  <a:pt x="18073" y="3658"/>
                </a:moveTo>
                <a:cubicBezTo>
                  <a:pt x="17854" y="3658"/>
                  <a:pt x="17744" y="3924"/>
                  <a:pt x="17901" y="4081"/>
                </a:cubicBezTo>
                <a:cubicBezTo>
                  <a:pt x="17951" y="4130"/>
                  <a:pt x="18012" y="4153"/>
                  <a:pt x="18072" y="4153"/>
                </a:cubicBezTo>
                <a:cubicBezTo>
                  <a:pt x="18199" y="4153"/>
                  <a:pt x="18321" y="4054"/>
                  <a:pt x="18321" y="3906"/>
                </a:cubicBezTo>
                <a:cubicBezTo>
                  <a:pt x="18321" y="3768"/>
                  <a:pt x="18211" y="3658"/>
                  <a:pt x="18073" y="3658"/>
                </a:cubicBezTo>
                <a:close/>
                <a:moveTo>
                  <a:pt x="19296" y="3658"/>
                </a:moveTo>
                <a:cubicBezTo>
                  <a:pt x="19073" y="3658"/>
                  <a:pt x="18963" y="3924"/>
                  <a:pt x="19120" y="4081"/>
                </a:cubicBezTo>
                <a:cubicBezTo>
                  <a:pt x="19171" y="4130"/>
                  <a:pt x="19232" y="4153"/>
                  <a:pt x="19292" y="4153"/>
                </a:cubicBezTo>
                <a:cubicBezTo>
                  <a:pt x="19419" y="4153"/>
                  <a:pt x="19540" y="4054"/>
                  <a:pt x="19540" y="3906"/>
                </a:cubicBezTo>
                <a:cubicBezTo>
                  <a:pt x="19540" y="3768"/>
                  <a:pt x="19430" y="3658"/>
                  <a:pt x="19296" y="3658"/>
                </a:cubicBezTo>
                <a:close/>
                <a:moveTo>
                  <a:pt x="20515" y="3658"/>
                </a:moveTo>
                <a:cubicBezTo>
                  <a:pt x="20295" y="3658"/>
                  <a:pt x="20182" y="3924"/>
                  <a:pt x="20339" y="4081"/>
                </a:cubicBezTo>
                <a:cubicBezTo>
                  <a:pt x="20390" y="4130"/>
                  <a:pt x="20451" y="4153"/>
                  <a:pt x="20511" y="4153"/>
                </a:cubicBezTo>
                <a:cubicBezTo>
                  <a:pt x="20638" y="4153"/>
                  <a:pt x="20759" y="4054"/>
                  <a:pt x="20759" y="3906"/>
                </a:cubicBezTo>
                <a:cubicBezTo>
                  <a:pt x="20759" y="3768"/>
                  <a:pt x="20649" y="3658"/>
                  <a:pt x="20515" y="3658"/>
                </a:cubicBezTo>
                <a:close/>
                <a:moveTo>
                  <a:pt x="21734" y="3658"/>
                </a:moveTo>
                <a:cubicBezTo>
                  <a:pt x="21514" y="3658"/>
                  <a:pt x="21405" y="3924"/>
                  <a:pt x="21558" y="4081"/>
                </a:cubicBezTo>
                <a:cubicBezTo>
                  <a:pt x="21609" y="4130"/>
                  <a:pt x="21670" y="4153"/>
                  <a:pt x="21731" y="4153"/>
                </a:cubicBezTo>
                <a:cubicBezTo>
                  <a:pt x="21859" y="4153"/>
                  <a:pt x="21981" y="4054"/>
                  <a:pt x="21981" y="3906"/>
                </a:cubicBezTo>
                <a:cubicBezTo>
                  <a:pt x="21981" y="3768"/>
                  <a:pt x="21868" y="3658"/>
                  <a:pt x="21734" y="3658"/>
                </a:cubicBezTo>
                <a:close/>
                <a:moveTo>
                  <a:pt x="22953" y="3658"/>
                </a:moveTo>
                <a:cubicBezTo>
                  <a:pt x="22733" y="3658"/>
                  <a:pt x="22624" y="3924"/>
                  <a:pt x="22777" y="4081"/>
                </a:cubicBezTo>
                <a:cubicBezTo>
                  <a:pt x="22828" y="4130"/>
                  <a:pt x="22890" y="4153"/>
                  <a:pt x="22950" y="4153"/>
                </a:cubicBezTo>
                <a:cubicBezTo>
                  <a:pt x="23078" y="4153"/>
                  <a:pt x="23200" y="4054"/>
                  <a:pt x="23200" y="3906"/>
                </a:cubicBezTo>
                <a:cubicBezTo>
                  <a:pt x="23200" y="3768"/>
                  <a:pt x="23088" y="3658"/>
                  <a:pt x="22953" y="3658"/>
                </a:cubicBezTo>
                <a:close/>
                <a:moveTo>
                  <a:pt x="24172" y="3658"/>
                </a:moveTo>
                <a:cubicBezTo>
                  <a:pt x="23952" y="3658"/>
                  <a:pt x="23843" y="3924"/>
                  <a:pt x="23996" y="4081"/>
                </a:cubicBezTo>
                <a:cubicBezTo>
                  <a:pt x="24047" y="4130"/>
                  <a:pt x="24109" y="4153"/>
                  <a:pt x="24169" y="4153"/>
                </a:cubicBezTo>
                <a:cubicBezTo>
                  <a:pt x="24297" y="4153"/>
                  <a:pt x="24419" y="4054"/>
                  <a:pt x="24419" y="3906"/>
                </a:cubicBezTo>
                <a:cubicBezTo>
                  <a:pt x="24419" y="3768"/>
                  <a:pt x="24310" y="3658"/>
                  <a:pt x="24172" y="3658"/>
                </a:cubicBezTo>
                <a:close/>
                <a:moveTo>
                  <a:pt x="25391" y="3658"/>
                </a:moveTo>
                <a:cubicBezTo>
                  <a:pt x="25172" y="3658"/>
                  <a:pt x="25062" y="3924"/>
                  <a:pt x="25219" y="4081"/>
                </a:cubicBezTo>
                <a:cubicBezTo>
                  <a:pt x="25268" y="4130"/>
                  <a:pt x="25329" y="4153"/>
                  <a:pt x="25389" y="4153"/>
                </a:cubicBezTo>
                <a:cubicBezTo>
                  <a:pt x="25516" y="4153"/>
                  <a:pt x="25638" y="4054"/>
                  <a:pt x="25638" y="3906"/>
                </a:cubicBezTo>
                <a:cubicBezTo>
                  <a:pt x="25638" y="3768"/>
                  <a:pt x="25529" y="3658"/>
                  <a:pt x="25391" y="3658"/>
                </a:cubicBezTo>
                <a:close/>
                <a:moveTo>
                  <a:pt x="26610" y="3658"/>
                </a:moveTo>
                <a:cubicBezTo>
                  <a:pt x="26391" y="3658"/>
                  <a:pt x="26281" y="3924"/>
                  <a:pt x="26438" y="4081"/>
                </a:cubicBezTo>
                <a:cubicBezTo>
                  <a:pt x="26487" y="4130"/>
                  <a:pt x="26548" y="4153"/>
                  <a:pt x="26608" y="4153"/>
                </a:cubicBezTo>
                <a:cubicBezTo>
                  <a:pt x="26735" y="4153"/>
                  <a:pt x="26857" y="4054"/>
                  <a:pt x="26857" y="3906"/>
                </a:cubicBezTo>
                <a:cubicBezTo>
                  <a:pt x="26857" y="3768"/>
                  <a:pt x="26748" y="3658"/>
                  <a:pt x="26610" y="3658"/>
                </a:cubicBezTo>
                <a:close/>
                <a:moveTo>
                  <a:pt x="1" y="5009"/>
                </a:moveTo>
                <a:lnTo>
                  <a:pt x="1" y="5241"/>
                </a:lnTo>
                <a:cubicBezTo>
                  <a:pt x="38" y="5168"/>
                  <a:pt x="38" y="5081"/>
                  <a:pt x="1" y="5009"/>
                </a:cubicBezTo>
                <a:close/>
                <a:moveTo>
                  <a:pt x="1000" y="4877"/>
                </a:moveTo>
                <a:cubicBezTo>
                  <a:pt x="781" y="4877"/>
                  <a:pt x="671" y="5143"/>
                  <a:pt x="828" y="5300"/>
                </a:cubicBezTo>
                <a:cubicBezTo>
                  <a:pt x="878" y="5350"/>
                  <a:pt x="939" y="5372"/>
                  <a:pt x="999" y="5372"/>
                </a:cubicBezTo>
                <a:cubicBezTo>
                  <a:pt x="1126" y="5372"/>
                  <a:pt x="1248" y="5273"/>
                  <a:pt x="1248" y="5125"/>
                </a:cubicBezTo>
                <a:cubicBezTo>
                  <a:pt x="1248" y="4990"/>
                  <a:pt x="1138" y="4877"/>
                  <a:pt x="1000" y="4877"/>
                </a:cubicBezTo>
                <a:close/>
                <a:moveTo>
                  <a:pt x="2223" y="4877"/>
                </a:moveTo>
                <a:cubicBezTo>
                  <a:pt x="2000" y="4877"/>
                  <a:pt x="1890" y="5143"/>
                  <a:pt x="2047" y="5300"/>
                </a:cubicBezTo>
                <a:cubicBezTo>
                  <a:pt x="2098" y="5350"/>
                  <a:pt x="2159" y="5372"/>
                  <a:pt x="2219" y="5372"/>
                </a:cubicBezTo>
                <a:cubicBezTo>
                  <a:pt x="2346" y="5372"/>
                  <a:pt x="2467" y="5273"/>
                  <a:pt x="2467" y="5125"/>
                </a:cubicBezTo>
                <a:cubicBezTo>
                  <a:pt x="2467" y="4990"/>
                  <a:pt x="2357" y="4877"/>
                  <a:pt x="2223" y="4877"/>
                </a:cubicBezTo>
                <a:close/>
                <a:moveTo>
                  <a:pt x="3442" y="4877"/>
                </a:moveTo>
                <a:cubicBezTo>
                  <a:pt x="3222" y="4877"/>
                  <a:pt x="3110" y="5143"/>
                  <a:pt x="3266" y="5300"/>
                </a:cubicBezTo>
                <a:cubicBezTo>
                  <a:pt x="3317" y="5350"/>
                  <a:pt x="3378" y="5372"/>
                  <a:pt x="3439" y="5372"/>
                </a:cubicBezTo>
                <a:cubicBezTo>
                  <a:pt x="3566" y="5372"/>
                  <a:pt x="3688" y="5273"/>
                  <a:pt x="3686" y="5125"/>
                </a:cubicBezTo>
                <a:cubicBezTo>
                  <a:pt x="3686" y="4990"/>
                  <a:pt x="3576" y="4877"/>
                  <a:pt x="3442" y="4877"/>
                </a:cubicBezTo>
                <a:close/>
                <a:moveTo>
                  <a:pt x="4661" y="4877"/>
                </a:moveTo>
                <a:cubicBezTo>
                  <a:pt x="4441" y="4877"/>
                  <a:pt x="4332" y="5143"/>
                  <a:pt x="4485" y="5300"/>
                </a:cubicBezTo>
                <a:cubicBezTo>
                  <a:pt x="4536" y="5350"/>
                  <a:pt x="4597" y="5372"/>
                  <a:pt x="4658" y="5372"/>
                </a:cubicBezTo>
                <a:cubicBezTo>
                  <a:pt x="4786" y="5372"/>
                  <a:pt x="4908" y="5273"/>
                  <a:pt x="4908" y="5125"/>
                </a:cubicBezTo>
                <a:cubicBezTo>
                  <a:pt x="4908" y="4990"/>
                  <a:pt x="4795" y="4877"/>
                  <a:pt x="4661" y="4877"/>
                </a:cubicBezTo>
                <a:close/>
                <a:moveTo>
                  <a:pt x="5880" y="4877"/>
                </a:moveTo>
                <a:cubicBezTo>
                  <a:pt x="5660" y="4877"/>
                  <a:pt x="5551" y="5143"/>
                  <a:pt x="5704" y="5300"/>
                </a:cubicBezTo>
                <a:cubicBezTo>
                  <a:pt x="5755" y="5350"/>
                  <a:pt x="5817" y="5372"/>
                  <a:pt x="5877" y="5372"/>
                </a:cubicBezTo>
                <a:cubicBezTo>
                  <a:pt x="6005" y="5372"/>
                  <a:pt x="6127" y="5273"/>
                  <a:pt x="6127" y="5125"/>
                </a:cubicBezTo>
                <a:cubicBezTo>
                  <a:pt x="6127" y="4990"/>
                  <a:pt x="6015" y="4877"/>
                  <a:pt x="5880" y="4877"/>
                </a:cubicBezTo>
                <a:close/>
                <a:moveTo>
                  <a:pt x="7099" y="4877"/>
                </a:moveTo>
                <a:cubicBezTo>
                  <a:pt x="6879" y="4877"/>
                  <a:pt x="6770" y="5143"/>
                  <a:pt x="6923" y="5300"/>
                </a:cubicBezTo>
                <a:cubicBezTo>
                  <a:pt x="6974" y="5350"/>
                  <a:pt x="7036" y="5372"/>
                  <a:pt x="7096" y="5372"/>
                </a:cubicBezTo>
                <a:cubicBezTo>
                  <a:pt x="7224" y="5372"/>
                  <a:pt x="7346" y="5273"/>
                  <a:pt x="7346" y="5125"/>
                </a:cubicBezTo>
                <a:cubicBezTo>
                  <a:pt x="7346" y="4990"/>
                  <a:pt x="7237" y="4877"/>
                  <a:pt x="7099" y="4877"/>
                </a:cubicBezTo>
                <a:close/>
                <a:moveTo>
                  <a:pt x="8318" y="4877"/>
                </a:moveTo>
                <a:cubicBezTo>
                  <a:pt x="8099" y="4877"/>
                  <a:pt x="7989" y="5143"/>
                  <a:pt x="8146" y="5300"/>
                </a:cubicBezTo>
                <a:cubicBezTo>
                  <a:pt x="8195" y="5350"/>
                  <a:pt x="8256" y="5372"/>
                  <a:pt x="8316" y="5372"/>
                </a:cubicBezTo>
                <a:cubicBezTo>
                  <a:pt x="8443" y="5372"/>
                  <a:pt x="8565" y="5273"/>
                  <a:pt x="8565" y="5125"/>
                </a:cubicBezTo>
                <a:cubicBezTo>
                  <a:pt x="8565" y="4990"/>
                  <a:pt x="8456" y="4877"/>
                  <a:pt x="8318" y="4877"/>
                </a:cubicBezTo>
                <a:close/>
                <a:moveTo>
                  <a:pt x="9537" y="4877"/>
                </a:moveTo>
                <a:cubicBezTo>
                  <a:pt x="9318" y="4877"/>
                  <a:pt x="9208" y="5143"/>
                  <a:pt x="9365" y="5300"/>
                </a:cubicBezTo>
                <a:cubicBezTo>
                  <a:pt x="9414" y="5350"/>
                  <a:pt x="9475" y="5372"/>
                  <a:pt x="9535" y="5372"/>
                </a:cubicBezTo>
                <a:cubicBezTo>
                  <a:pt x="9662" y="5372"/>
                  <a:pt x="9785" y="5273"/>
                  <a:pt x="9785" y="5125"/>
                </a:cubicBezTo>
                <a:cubicBezTo>
                  <a:pt x="9785" y="4990"/>
                  <a:pt x="9675" y="4877"/>
                  <a:pt x="9537" y="4877"/>
                </a:cubicBezTo>
                <a:close/>
                <a:moveTo>
                  <a:pt x="10759" y="4877"/>
                </a:moveTo>
                <a:cubicBezTo>
                  <a:pt x="10537" y="4877"/>
                  <a:pt x="10427" y="5143"/>
                  <a:pt x="10584" y="5300"/>
                </a:cubicBezTo>
                <a:cubicBezTo>
                  <a:pt x="10634" y="5350"/>
                  <a:pt x="10696" y="5372"/>
                  <a:pt x="10756" y="5372"/>
                </a:cubicBezTo>
                <a:cubicBezTo>
                  <a:pt x="10883" y="5372"/>
                  <a:pt x="11004" y="5273"/>
                  <a:pt x="11004" y="5125"/>
                </a:cubicBezTo>
                <a:cubicBezTo>
                  <a:pt x="11004" y="4990"/>
                  <a:pt x="10894" y="4877"/>
                  <a:pt x="10759" y="4877"/>
                </a:cubicBezTo>
                <a:close/>
                <a:moveTo>
                  <a:pt x="11978" y="4877"/>
                </a:moveTo>
                <a:cubicBezTo>
                  <a:pt x="11759" y="4877"/>
                  <a:pt x="11646" y="5143"/>
                  <a:pt x="11803" y="5300"/>
                </a:cubicBezTo>
                <a:cubicBezTo>
                  <a:pt x="11853" y="5350"/>
                  <a:pt x="11915" y="5372"/>
                  <a:pt x="11975" y="5372"/>
                </a:cubicBezTo>
                <a:cubicBezTo>
                  <a:pt x="12103" y="5372"/>
                  <a:pt x="12225" y="5273"/>
                  <a:pt x="12223" y="5125"/>
                </a:cubicBezTo>
                <a:cubicBezTo>
                  <a:pt x="12223" y="4990"/>
                  <a:pt x="12113" y="4877"/>
                  <a:pt x="11978" y="4877"/>
                </a:cubicBezTo>
                <a:close/>
                <a:moveTo>
                  <a:pt x="13197" y="4877"/>
                </a:moveTo>
                <a:cubicBezTo>
                  <a:pt x="12978" y="4877"/>
                  <a:pt x="12868" y="5143"/>
                  <a:pt x="13022" y="5300"/>
                </a:cubicBezTo>
                <a:cubicBezTo>
                  <a:pt x="13072" y="5350"/>
                  <a:pt x="13134" y="5372"/>
                  <a:pt x="13195" y="5372"/>
                </a:cubicBezTo>
                <a:cubicBezTo>
                  <a:pt x="13322" y="5372"/>
                  <a:pt x="13445" y="5273"/>
                  <a:pt x="13445" y="5125"/>
                </a:cubicBezTo>
                <a:cubicBezTo>
                  <a:pt x="13445" y="4990"/>
                  <a:pt x="13332" y="4877"/>
                  <a:pt x="13197" y="4877"/>
                </a:cubicBezTo>
                <a:close/>
                <a:moveTo>
                  <a:pt x="14416" y="4877"/>
                </a:moveTo>
                <a:cubicBezTo>
                  <a:pt x="14197" y="4877"/>
                  <a:pt x="14087" y="5143"/>
                  <a:pt x="14241" y="5300"/>
                </a:cubicBezTo>
                <a:cubicBezTo>
                  <a:pt x="14291" y="5350"/>
                  <a:pt x="14353" y="5372"/>
                  <a:pt x="14414" y="5372"/>
                </a:cubicBezTo>
                <a:cubicBezTo>
                  <a:pt x="14541" y="5372"/>
                  <a:pt x="14664" y="5273"/>
                  <a:pt x="14664" y="5125"/>
                </a:cubicBezTo>
                <a:cubicBezTo>
                  <a:pt x="14664" y="4990"/>
                  <a:pt x="14551" y="4877"/>
                  <a:pt x="14416" y="4877"/>
                </a:cubicBezTo>
                <a:close/>
                <a:moveTo>
                  <a:pt x="15635" y="4877"/>
                </a:moveTo>
                <a:cubicBezTo>
                  <a:pt x="15416" y="4877"/>
                  <a:pt x="15306" y="5143"/>
                  <a:pt x="15460" y="5300"/>
                </a:cubicBezTo>
                <a:cubicBezTo>
                  <a:pt x="15510" y="5350"/>
                  <a:pt x="15572" y="5372"/>
                  <a:pt x="15633" y="5372"/>
                </a:cubicBezTo>
                <a:cubicBezTo>
                  <a:pt x="15760" y="5372"/>
                  <a:pt x="15883" y="5273"/>
                  <a:pt x="15883" y="5125"/>
                </a:cubicBezTo>
                <a:cubicBezTo>
                  <a:pt x="15883" y="4990"/>
                  <a:pt x="15773" y="4877"/>
                  <a:pt x="15635" y="4877"/>
                </a:cubicBezTo>
                <a:close/>
                <a:moveTo>
                  <a:pt x="16854" y="4877"/>
                </a:moveTo>
                <a:cubicBezTo>
                  <a:pt x="16635" y="4877"/>
                  <a:pt x="16525" y="5143"/>
                  <a:pt x="16682" y="5300"/>
                </a:cubicBezTo>
                <a:cubicBezTo>
                  <a:pt x="16731" y="5350"/>
                  <a:pt x="16793" y="5372"/>
                  <a:pt x="16853" y="5372"/>
                </a:cubicBezTo>
                <a:cubicBezTo>
                  <a:pt x="16979" y="5372"/>
                  <a:pt x="17102" y="5273"/>
                  <a:pt x="17102" y="5125"/>
                </a:cubicBezTo>
                <a:cubicBezTo>
                  <a:pt x="17102" y="4990"/>
                  <a:pt x="16992" y="4877"/>
                  <a:pt x="16854" y="4877"/>
                </a:cubicBezTo>
                <a:close/>
                <a:moveTo>
                  <a:pt x="18073" y="4877"/>
                </a:moveTo>
                <a:cubicBezTo>
                  <a:pt x="17854" y="4877"/>
                  <a:pt x="17744" y="5143"/>
                  <a:pt x="17901" y="5300"/>
                </a:cubicBezTo>
                <a:cubicBezTo>
                  <a:pt x="17951" y="5350"/>
                  <a:pt x="18012" y="5372"/>
                  <a:pt x="18072" y="5372"/>
                </a:cubicBezTo>
                <a:cubicBezTo>
                  <a:pt x="18199" y="5372"/>
                  <a:pt x="18321" y="5273"/>
                  <a:pt x="18321" y="5125"/>
                </a:cubicBezTo>
                <a:cubicBezTo>
                  <a:pt x="18321" y="4990"/>
                  <a:pt x="18211" y="4877"/>
                  <a:pt x="18073" y="4877"/>
                </a:cubicBezTo>
                <a:close/>
                <a:moveTo>
                  <a:pt x="19296" y="4877"/>
                </a:moveTo>
                <a:cubicBezTo>
                  <a:pt x="19073" y="4877"/>
                  <a:pt x="18963" y="5143"/>
                  <a:pt x="19120" y="5300"/>
                </a:cubicBezTo>
                <a:cubicBezTo>
                  <a:pt x="19171" y="5350"/>
                  <a:pt x="19232" y="5372"/>
                  <a:pt x="19292" y="5372"/>
                </a:cubicBezTo>
                <a:cubicBezTo>
                  <a:pt x="19419" y="5372"/>
                  <a:pt x="19540" y="5273"/>
                  <a:pt x="19540" y="5125"/>
                </a:cubicBezTo>
                <a:cubicBezTo>
                  <a:pt x="19540" y="4990"/>
                  <a:pt x="19430" y="4877"/>
                  <a:pt x="19296" y="4877"/>
                </a:cubicBezTo>
                <a:close/>
                <a:moveTo>
                  <a:pt x="20515" y="4877"/>
                </a:moveTo>
                <a:cubicBezTo>
                  <a:pt x="20295" y="4877"/>
                  <a:pt x="20182" y="5143"/>
                  <a:pt x="20339" y="5300"/>
                </a:cubicBezTo>
                <a:cubicBezTo>
                  <a:pt x="20390" y="5350"/>
                  <a:pt x="20451" y="5372"/>
                  <a:pt x="20511" y="5372"/>
                </a:cubicBezTo>
                <a:cubicBezTo>
                  <a:pt x="20638" y="5372"/>
                  <a:pt x="20759" y="5273"/>
                  <a:pt x="20759" y="5125"/>
                </a:cubicBezTo>
                <a:cubicBezTo>
                  <a:pt x="20759" y="4990"/>
                  <a:pt x="20649" y="4877"/>
                  <a:pt x="20515" y="4877"/>
                </a:cubicBezTo>
                <a:close/>
                <a:moveTo>
                  <a:pt x="21734" y="4877"/>
                </a:moveTo>
                <a:cubicBezTo>
                  <a:pt x="21514" y="4877"/>
                  <a:pt x="21405" y="5143"/>
                  <a:pt x="21558" y="5300"/>
                </a:cubicBezTo>
                <a:cubicBezTo>
                  <a:pt x="21609" y="5350"/>
                  <a:pt x="21670" y="5372"/>
                  <a:pt x="21731" y="5372"/>
                </a:cubicBezTo>
                <a:cubicBezTo>
                  <a:pt x="21859" y="5372"/>
                  <a:pt x="21981" y="5273"/>
                  <a:pt x="21981" y="5125"/>
                </a:cubicBezTo>
                <a:cubicBezTo>
                  <a:pt x="21981" y="4990"/>
                  <a:pt x="21868" y="4877"/>
                  <a:pt x="21734" y="4877"/>
                </a:cubicBezTo>
                <a:close/>
                <a:moveTo>
                  <a:pt x="22953" y="4877"/>
                </a:moveTo>
                <a:cubicBezTo>
                  <a:pt x="22733" y="4877"/>
                  <a:pt x="22624" y="5143"/>
                  <a:pt x="22777" y="5300"/>
                </a:cubicBezTo>
                <a:cubicBezTo>
                  <a:pt x="22828" y="5350"/>
                  <a:pt x="22890" y="5372"/>
                  <a:pt x="22950" y="5372"/>
                </a:cubicBezTo>
                <a:cubicBezTo>
                  <a:pt x="23078" y="5372"/>
                  <a:pt x="23200" y="5273"/>
                  <a:pt x="23200" y="5125"/>
                </a:cubicBezTo>
                <a:cubicBezTo>
                  <a:pt x="23200" y="4990"/>
                  <a:pt x="23088" y="4877"/>
                  <a:pt x="22953" y="4877"/>
                </a:cubicBezTo>
                <a:close/>
                <a:moveTo>
                  <a:pt x="24172" y="4877"/>
                </a:moveTo>
                <a:cubicBezTo>
                  <a:pt x="23952" y="4877"/>
                  <a:pt x="23843" y="5143"/>
                  <a:pt x="23996" y="5300"/>
                </a:cubicBezTo>
                <a:cubicBezTo>
                  <a:pt x="24047" y="5350"/>
                  <a:pt x="24109" y="5372"/>
                  <a:pt x="24169" y="5372"/>
                </a:cubicBezTo>
                <a:cubicBezTo>
                  <a:pt x="24297" y="5372"/>
                  <a:pt x="24419" y="5273"/>
                  <a:pt x="24419" y="5125"/>
                </a:cubicBezTo>
                <a:cubicBezTo>
                  <a:pt x="24419" y="4990"/>
                  <a:pt x="24310" y="4877"/>
                  <a:pt x="24172" y="4877"/>
                </a:cubicBezTo>
                <a:close/>
                <a:moveTo>
                  <a:pt x="25391" y="4877"/>
                </a:moveTo>
                <a:cubicBezTo>
                  <a:pt x="25172" y="4877"/>
                  <a:pt x="25062" y="5143"/>
                  <a:pt x="25219" y="5300"/>
                </a:cubicBezTo>
                <a:cubicBezTo>
                  <a:pt x="25268" y="5350"/>
                  <a:pt x="25329" y="5372"/>
                  <a:pt x="25389" y="5372"/>
                </a:cubicBezTo>
                <a:cubicBezTo>
                  <a:pt x="25516" y="5372"/>
                  <a:pt x="25638" y="5273"/>
                  <a:pt x="25638" y="5125"/>
                </a:cubicBezTo>
                <a:cubicBezTo>
                  <a:pt x="25638" y="4990"/>
                  <a:pt x="25529" y="4877"/>
                  <a:pt x="25391" y="4877"/>
                </a:cubicBezTo>
                <a:close/>
                <a:moveTo>
                  <a:pt x="26610" y="4877"/>
                </a:moveTo>
                <a:cubicBezTo>
                  <a:pt x="26484" y="4877"/>
                  <a:pt x="26365" y="4978"/>
                  <a:pt x="26365" y="5125"/>
                </a:cubicBezTo>
                <a:cubicBezTo>
                  <a:pt x="26365" y="5256"/>
                  <a:pt x="26469" y="5363"/>
                  <a:pt x="26601" y="5372"/>
                </a:cubicBezTo>
                <a:cubicBezTo>
                  <a:pt x="26657" y="5222"/>
                  <a:pt x="26710" y="5074"/>
                  <a:pt x="26757" y="4927"/>
                </a:cubicBezTo>
                <a:cubicBezTo>
                  <a:pt x="26711" y="4893"/>
                  <a:pt x="26660" y="4877"/>
                  <a:pt x="26610" y="4877"/>
                </a:cubicBezTo>
                <a:close/>
                <a:moveTo>
                  <a:pt x="1" y="6228"/>
                </a:moveTo>
                <a:lnTo>
                  <a:pt x="1" y="6460"/>
                </a:lnTo>
                <a:cubicBezTo>
                  <a:pt x="38" y="6388"/>
                  <a:pt x="38" y="6300"/>
                  <a:pt x="1" y="6228"/>
                </a:cubicBezTo>
                <a:close/>
                <a:moveTo>
                  <a:pt x="16849" y="6099"/>
                </a:moveTo>
                <a:cubicBezTo>
                  <a:pt x="16717" y="6099"/>
                  <a:pt x="16610" y="6211"/>
                  <a:pt x="16610" y="6344"/>
                </a:cubicBezTo>
                <a:cubicBezTo>
                  <a:pt x="16742" y="6406"/>
                  <a:pt x="16876" y="6472"/>
                  <a:pt x="17008" y="6538"/>
                </a:cubicBezTo>
                <a:cubicBezTo>
                  <a:pt x="17192" y="6395"/>
                  <a:pt x="17090" y="6099"/>
                  <a:pt x="16858" y="6099"/>
                </a:cubicBezTo>
                <a:cubicBezTo>
                  <a:pt x="16857" y="6099"/>
                  <a:pt x="16856" y="6099"/>
                  <a:pt x="16854" y="6099"/>
                </a:cubicBezTo>
                <a:cubicBezTo>
                  <a:pt x="16853" y="6099"/>
                  <a:pt x="16851" y="6099"/>
                  <a:pt x="16849" y="6099"/>
                </a:cubicBezTo>
                <a:close/>
                <a:moveTo>
                  <a:pt x="10759" y="6096"/>
                </a:moveTo>
                <a:lnTo>
                  <a:pt x="10759" y="6099"/>
                </a:lnTo>
                <a:cubicBezTo>
                  <a:pt x="10758" y="6099"/>
                  <a:pt x="10757" y="6099"/>
                  <a:pt x="10756" y="6099"/>
                </a:cubicBezTo>
                <a:cubicBezTo>
                  <a:pt x="10473" y="6099"/>
                  <a:pt x="10415" y="6501"/>
                  <a:pt x="10687" y="6582"/>
                </a:cubicBezTo>
                <a:cubicBezTo>
                  <a:pt x="10775" y="6463"/>
                  <a:pt x="10875" y="6353"/>
                  <a:pt x="10988" y="6253"/>
                </a:cubicBezTo>
                <a:cubicBezTo>
                  <a:pt x="10950" y="6159"/>
                  <a:pt x="10859" y="6099"/>
                  <a:pt x="10759" y="6096"/>
                </a:cubicBezTo>
                <a:close/>
                <a:moveTo>
                  <a:pt x="1000" y="6096"/>
                </a:moveTo>
                <a:lnTo>
                  <a:pt x="1000" y="6099"/>
                </a:lnTo>
                <a:cubicBezTo>
                  <a:pt x="999" y="6099"/>
                  <a:pt x="998" y="6099"/>
                  <a:pt x="997" y="6099"/>
                </a:cubicBezTo>
                <a:cubicBezTo>
                  <a:pt x="780" y="6099"/>
                  <a:pt x="672" y="6363"/>
                  <a:pt x="828" y="6519"/>
                </a:cubicBezTo>
                <a:cubicBezTo>
                  <a:pt x="878" y="6570"/>
                  <a:pt x="939" y="6592"/>
                  <a:pt x="999" y="6592"/>
                </a:cubicBezTo>
                <a:cubicBezTo>
                  <a:pt x="1126" y="6592"/>
                  <a:pt x="1248" y="6492"/>
                  <a:pt x="1248" y="6344"/>
                </a:cubicBezTo>
                <a:cubicBezTo>
                  <a:pt x="1248" y="6209"/>
                  <a:pt x="1138" y="6096"/>
                  <a:pt x="1000" y="6096"/>
                </a:cubicBezTo>
                <a:close/>
                <a:moveTo>
                  <a:pt x="2223" y="6096"/>
                </a:moveTo>
                <a:lnTo>
                  <a:pt x="2223" y="6099"/>
                </a:lnTo>
                <a:cubicBezTo>
                  <a:pt x="2221" y="6099"/>
                  <a:pt x="2220" y="6099"/>
                  <a:pt x="2219" y="6099"/>
                </a:cubicBezTo>
                <a:cubicBezTo>
                  <a:pt x="1999" y="6099"/>
                  <a:pt x="1891" y="6363"/>
                  <a:pt x="2047" y="6519"/>
                </a:cubicBezTo>
                <a:cubicBezTo>
                  <a:pt x="2097" y="6570"/>
                  <a:pt x="2158" y="6592"/>
                  <a:pt x="2218" y="6592"/>
                </a:cubicBezTo>
                <a:cubicBezTo>
                  <a:pt x="2345" y="6592"/>
                  <a:pt x="2467" y="6492"/>
                  <a:pt x="2467" y="6344"/>
                </a:cubicBezTo>
                <a:cubicBezTo>
                  <a:pt x="2467" y="6209"/>
                  <a:pt x="2357" y="6096"/>
                  <a:pt x="2223" y="6096"/>
                </a:cubicBezTo>
                <a:close/>
                <a:moveTo>
                  <a:pt x="3442" y="6096"/>
                </a:moveTo>
                <a:lnTo>
                  <a:pt x="3442" y="6099"/>
                </a:lnTo>
                <a:cubicBezTo>
                  <a:pt x="3222" y="6099"/>
                  <a:pt x="3110" y="6362"/>
                  <a:pt x="3266" y="6519"/>
                </a:cubicBezTo>
                <a:cubicBezTo>
                  <a:pt x="3317" y="6570"/>
                  <a:pt x="3378" y="6592"/>
                  <a:pt x="3438" y="6592"/>
                </a:cubicBezTo>
                <a:cubicBezTo>
                  <a:pt x="3565" y="6592"/>
                  <a:pt x="3686" y="6492"/>
                  <a:pt x="3686" y="6344"/>
                </a:cubicBezTo>
                <a:cubicBezTo>
                  <a:pt x="3686" y="6209"/>
                  <a:pt x="3576" y="6096"/>
                  <a:pt x="3442" y="6096"/>
                </a:cubicBezTo>
                <a:close/>
                <a:moveTo>
                  <a:pt x="4661" y="6096"/>
                </a:moveTo>
                <a:lnTo>
                  <a:pt x="4661" y="6099"/>
                </a:lnTo>
                <a:cubicBezTo>
                  <a:pt x="4659" y="6099"/>
                  <a:pt x="4658" y="6099"/>
                  <a:pt x="4657" y="6099"/>
                </a:cubicBezTo>
                <a:cubicBezTo>
                  <a:pt x="4440" y="6099"/>
                  <a:pt x="4333" y="6363"/>
                  <a:pt x="4485" y="6519"/>
                </a:cubicBezTo>
                <a:cubicBezTo>
                  <a:pt x="4536" y="6570"/>
                  <a:pt x="4598" y="6592"/>
                  <a:pt x="4658" y="6592"/>
                </a:cubicBezTo>
                <a:cubicBezTo>
                  <a:pt x="4786" y="6592"/>
                  <a:pt x="4908" y="6492"/>
                  <a:pt x="4908" y="6344"/>
                </a:cubicBezTo>
                <a:cubicBezTo>
                  <a:pt x="4908" y="6209"/>
                  <a:pt x="4795" y="6096"/>
                  <a:pt x="4661" y="6096"/>
                </a:cubicBezTo>
                <a:close/>
                <a:moveTo>
                  <a:pt x="5880" y="6096"/>
                </a:moveTo>
                <a:lnTo>
                  <a:pt x="5880" y="6099"/>
                </a:lnTo>
                <a:cubicBezTo>
                  <a:pt x="5879" y="6099"/>
                  <a:pt x="5877" y="6099"/>
                  <a:pt x="5876" y="6099"/>
                </a:cubicBezTo>
                <a:cubicBezTo>
                  <a:pt x="5659" y="6099"/>
                  <a:pt x="5552" y="6363"/>
                  <a:pt x="5704" y="6519"/>
                </a:cubicBezTo>
                <a:cubicBezTo>
                  <a:pt x="5755" y="6570"/>
                  <a:pt x="5817" y="6592"/>
                  <a:pt x="5877" y="6592"/>
                </a:cubicBezTo>
                <a:cubicBezTo>
                  <a:pt x="6005" y="6592"/>
                  <a:pt x="6127" y="6492"/>
                  <a:pt x="6127" y="6344"/>
                </a:cubicBezTo>
                <a:cubicBezTo>
                  <a:pt x="6127" y="6209"/>
                  <a:pt x="6015" y="6096"/>
                  <a:pt x="5880" y="6096"/>
                </a:cubicBezTo>
                <a:close/>
                <a:moveTo>
                  <a:pt x="7099" y="6096"/>
                </a:moveTo>
                <a:lnTo>
                  <a:pt x="7099" y="6099"/>
                </a:lnTo>
                <a:cubicBezTo>
                  <a:pt x="7098" y="6099"/>
                  <a:pt x="7096" y="6099"/>
                  <a:pt x="7095" y="6099"/>
                </a:cubicBezTo>
                <a:cubicBezTo>
                  <a:pt x="6878" y="6099"/>
                  <a:pt x="6771" y="6363"/>
                  <a:pt x="6923" y="6519"/>
                </a:cubicBezTo>
                <a:cubicBezTo>
                  <a:pt x="6974" y="6570"/>
                  <a:pt x="7036" y="6592"/>
                  <a:pt x="7096" y="6592"/>
                </a:cubicBezTo>
                <a:cubicBezTo>
                  <a:pt x="7224" y="6592"/>
                  <a:pt x="7346" y="6492"/>
                  <a:pt x="7346" y="6344"/>
                </a:cubicBezTo>
                <a:cubicBezTo>
                  <a:pt x="7346" y="6209"/>
                  <a:pt x="7237" y="6096"/>
                  <a:pt x="7099" y="6096"/>
                </a:cubicBezTo>
                <a:close/>
                <a:moveTo>
                  <a:pt x="8318" y="6096"/>
                </a:moveTo>
                <a:lnTo>
                  <a:pt x="8318" y="6099"/>
                </a:lnTo>
                <a:cubicBezTo>
                  <a:pt x="8099" y="6099"/>
                  <a:pt x="7989" y="6362"/>
                  <a:pt x="8146" y="6519"/>
                </a:cubicBezTo>
                <a:cubicBezTo>
                  <a:pt x="8195" y="6570"/>
                  <a:pt x="8256" y="6592"/>
                  <a:pt x="8316" y="6592"/>
                </a:cubicBezTo>
                <a:cubicBezTo>
                  <a:pt x="8443" y="6592"/>
                  <a:pt x="8565" y="6492"/>
                  <a:pt x="8565" y="6344"/>
                </a:cubicBezTo>
                <a:cubicBezTo>
                  <a:pt x="8565" y="6209"/>
                  <a:pt x="8456" y="6096"/>
                  <a:pt x="8318" y="6096"/>
                </a:cubicBezTo>
                <a:close/>
                <a:moveTo>
                  <a:pt x="9537" y="6096"/>
                </a:moveTo>
                <a:lnTo>
                  <a:pt x="9537" y="6099"/>
                </a:lnTo>
                <a:cubicBezTo>
                  <a:pt x="9318" y="6099"/>
                  <a:pt x="9208" y="6362"/>
                  <a:pt x="9365" y="6519"/>
                </a:cubicBezTo>
                <a:cubicBezTo>
                  <a:pt x="9414" y="6570"/>
                  <a:pt x="9475" y="6592"/>
                  <a:pt x="9535" y="6592"/>
                </a:cubicBezTo>
                <a:cubicBezTo>
                  <a:pt x="9662" y="6592"/>
                  <a:pt x="9785" y="6492"/>
                  <a:pt x="9785" y="6344"/>
                </a:cubicBezTo>
                <a:cubicBezTo>
                  <a:pt x="9785" y="6209"/>
                  <a:pt x="9675" y="6096"/>
                  <a:pt x="9537" y="6096"/>
                </a:cubicBezTo>
                <a:close/>
                <a:moveTo>
                  <a:pt x="18073" y="6096"/>
                </a:moveTo>
                <a:lnTo>
                  <a:pt x="18073" y="6099"/>
                </a:lnTo>
                <a:cubicBezTo>
                  <a:pt x="18072" y="6099"/>
                  <a:pt x="18071" y="6099"/>
                  <a:pt x="18070" y="6099"/>
                </a:cubicBezTo>
                <a:cubicBezTo>
                  <a:pt x="17853" y="6099"/>
                  <a:pt x="17745" y="6363"/>
                  <a:pt x="17901" y="6519"/>
                </a:cubicBezTo>
                <a:cubicBezTo>
                  <a:pt x="17951" y="6570"/>
                  <a:pt x="18012" y="6592"/>
                  <a:pt x="18072" y="6592"/>
                </a:cubicBezTo>
                <a:cubicBezTo>
                  <a:pt x="18199" y="6592"/>
                  <a:pt x="18321" y="6492"/>
                  <a:pt x="18321" y="6344"/>
                </a:cubicBezTo>
                <a:cubicBezTo>
                  <a:pt x="18321" y="6209"/>
                  <a:pt x="18211" y="6096"/>
                  <a:pt x="18073" y="6096"/>
                </a:cubicBezTo>
                <a:close/>
                <a:moveTo>
                  <a:pt x="19296" y="6096"/>
                </a:moveTo>
                <a:lnTo>
                  <a:pt x="19296" y="6099"/>
                </a:lnTo>
                <a:cubicBezTo>
                  <a:pt x="19294" y="6099"/>
                  <a:pt x="19293" y="6099"/>
                  <a:pt x="19292" y="6099"/>
                </a:cubicBezTo>
                <a:cubicBezTo>
                  <a:pt x="19072" y="6099"/>
                  <a:pt x="18964" y="6363"/>
                  <a:pt x="19120" y="6519"/>
                </a:cubicBezTo>
                <a:cubicBezTo>
                  <a:pt x="19171" y="6570"/>
                  <a:pt x="19232" y="6592"/>
                  <a:pt x="19292" y="6592"/>
                </a:cubicBezTo>
                <a:cubicBezTo>
                  <a:pt x="19419" y="6592"/>
                  <a:pt x="19540" y="6492"/>
                  <a:pt x="19540" y="6344"/>
                </a:cubicBezTo>
                <a:cubicBezTo>
                  <a:pt x="19540" y="6209"/>
                  <a:pt x="19430" y="6096"/>
                  <a:pt x="19296" y="6096"/>
                </a:cubicBezTo>
                <a:close/>
                <a:moveTo>
                  <a:pt x="20515" y="6096"/>
                </a:moveTo>
                <a:lnTo>
                  <a:pt x="20515" y="6099"/>
                </a:lnTo>
                <a:cubicBezTo>
                  <a:pt x="20513" y="6099"/>
                  <a:pt x="20512" y="6099"/>
                  <a:pt x="20511" y="6099"/>
                </a:cubicBezTo>
                <a:cubicBezTo>
                  <a:pt x="20294" y="6099"/>
                  <a:pt x="20183" y="6363"/>
                  <a:pt x="20339" y="6519"/>
                </a:cubicBezTo>
                <a:cubicBezTo>
                  <a:pt x="20390" y="6570"/>
                  <a:pt x="20451" y="6592"/>
                  <a:pt x="20511" y="6592"/>
                </a:cubicBezTo>
                <a:cubicBezTo>
                  <a:pt x="20638" y="6592"/>
                  <a:pt x="20759" y="6492"/>
                  <a:pt x="20759" y="6344"/>
                </a:cubicBezTo>
                <a:cubicBezTo>
                  <a:pt x="20759" y="6209"/>
                  <a:pt x="20649" y="6099"/>
                  <a:pt x="20515" y="6096"/>
                </a:cubicBezTo>
                <a:close/>
                <a:moveTo>
                  <a:pt x="21734" y="6096"/>
                </a:moveTo>
                <a:lnTo>
                  <a:pt x="21734" y="6099"/>
                </a:lnTo>
                <a:cubicBezTo>
                  <a:pt x="21732" y="6099"/>
                  <a:pt x="21731" y="6099"/>
                  <a:pt x="21730" y="6099"/>
                </a:cubicBezTo>
                <a:cubicBezTo>
                  <a:pt x="21513" y="6099"/>
                  <a:pt x="21406" y="6363"/>
                  <a:pt x="21558" y="6519"/>
                </a:cubicBezTo>
                <a:cubicBezTo>
                  <a:pt x="21609" y="6570"/>
                  <a:pt x="21671" y="6592"/>
                  <a:pt x="21731" y="6592"/>
                </a:cubicBezTo>
                <a:cubicBezTo>
                  <a:pt x="21859" y="6592"/>
                  <a:pt x="21981" y="6492"/>
                  <a:pt x="21981" y="6344"/>
                </a:cubicBezTo>
                <a:cubicBezTo>
                  <a:pt x="21981" y="6209"/>
                  <a:pt x="21868" y="6096"/>
                  <a:pt x="21734" y="6096"/>
                </a:cubicBezTo>
                <a:close/>
                <a:moveTo>
                  <a:pt x="22949" y="6099"/>
                </a:moveTo>
                <a:cubicBezTo>
                  <a:pt x="22732" y="6099"/>
                  <a:pt x="22625" y="6363"/>
                  <a:pt x="22777" y="6519"/>
                </a:cubicBezTo>
                <a:cubicBezTo>
                  <a:pt x="22828" y="6570"/>
                  <a:pt x="22890" y="6592"/>
                  <a:pt x="22950" y="6592"/>
                </a:cubicBezTo>
                <a:cubicBezTo>
                  <a:pt x="23078" y="6592"/>
                  <a:pt x="23200" y="6492"/>
                  <a:pt x="23200" y="6344"/>
                </a:cubicBezTo>
                <a:cubicBezTo>
                  <a:pt x="23200" y="6209"/>
                  <a:pt x="23088" y="6099"/>
                  <a:pt x="22953" y="6099"/>
                </a:cubicBezTo>
                <a:cubicBezTo>
                  <a:pt x="22951" y="6099"/>
                  <a:pt x="22950" y="6099"/>
                  <a:pt x="22949" y="6099"/>
                </a:cubicBezTo>
                <a:close/>
                <a:moveTo>
                  <a:pt x="24172" y="6096"/>
                </a:moveTo>
                <a:lnTo>
                  <a:pt x="24172" y="6099"/>
                </a:lnTo>
                <a:cubicBezTo>
                  <a:pt x="23952" y="6099"/>
                  <a:pt x="23843" y="6362"/>
                  <a:pt x="23996" y="6519"/>
                </a:cubicBezTo>
                <a:cubicBezTo>
                  <a:pt x="24047" y="6570"/>
                  <a:pt x="24109" y="6592"/>
                  <a:pt x="24169" y="6592"/>
                </a:cubicBezTo>
                <a:cubicBezTo>
                  <a:pt x="24297" y="6592"/>
                  <a:pt x="24419" y="6492"/>
                  <a:pt x="24419" y="6344"/>
                </a:cubicBezTo>
                <a:cubicBezTo>
                  <a:pt x="24419" y="6209"/>
                  <a:pt x="24310" y="6096"/>
                  <a:pt x="24172" y="6096"/>
                </a:cubicBezTo>
                <a:close/>
                <a:moveTo>
                  <a:pt x="25391" y="6096"/>
                </a:moveTo>
                <a:lnTo>
                  <a:pt x="25391" y="6099"/>
                </a:lnTo>
                <a:cubicBezTo>
                  <a:pt x="25172" y="6099"/>
                  <a:pt x="25062" y="6362"/>
                  <a:pt x="25219" y="6519"/>
                </a:cubicBezTo>
                <a:cubicBezTo>
                  <a:pt x="25268" y="6570"/>
                  <a:pt x="25329" y="6592"/>
                  <a:pt x="25389" y="6592"/>
                </a:cubicBezTo>
                <a:cubicBezTo>
                  <a:pt x="25516" y="6592"/>
                  <a:pt x="25638" y="6492"/>
                  <a:pt x="25638" y="6344"/>
                </a:cubicBezTo>
                <a:cubicBezTo>
                  <a:pt x="25638" y="6209"/>
                  <a:pt x="25529" y="6096"/>
                  <a:pt x="25391" y="6096"/>
                </a:cubicBezTo>
                <a:close/>
                <a:moveTo>
                  <a:pt x="25385" y="7318"/>
                </a:moveTo>
                <a:lnTo>
                  <a:pt x="25385" y="7318"/>
                </a:lnTo>
                <a:cubicBezTo>
                  <a:pt x="25253" y="7321"/>
                  <a:pt x="25146" y="7431"/>
                  <a:pt x="25146" y="7563"/>
                </a:cubicBezTo>
                <a:cubicBezTo>
                  <a:pt x="25146" y="7569"/>
                  <a:pt x="25146" y="7572"/>
                  <a:pt x="25146" y="7575"/>
                </a:cubicBezTo>
                <a:cubicBezTo>
                  <a:pt x="25162" y="7563"/>
                  <a:pt x="25178" y="7547"/>
                  <a:pt x="25193" y="7528"/>
                </a:cubicBezTo>
                <a:cubicBezTo>
                  <a:pt x="25259" y="7459"/>
                  <a:pt x="25322" y="7387"/>
                  <a:pt x="25385" y="7318"/>
                </a:cubicBezTo>
                <a:close/>
                <a:moveTo>
                  <a:pt x="1" y="7447"/>
                </a:moveTo>
                <a:lnTo>
                  <a:pt x="1" y="7679"/>
                </a:lnTo>
                <a:cubicBezTo>
                  <a:pt x="38" y="7607"/>
                  <a:pt x="38" y="7519"/>
                  <a:pt x="1" y="7447"/>
                </a:cubicBezTo>
                <a:close/>
                <a:moveTo>
                  <a:pt x="19296" y="7318"/>
                </a:moveTo>
                <a:cubicBezTo>
                  <a:pt x="19120" y="7318"/>
                  <a:pt x="18998" y="7497"/>
                  <a:pt x="19067" y="7657"/>
                </a:cubicBezTo>
                <a:cubicBezTo>
                  <a:pt x="19158" y="7707"/>
                  <a:pt x="19249" y="7757"/>
                  <a:pt x="19343" y="7807"/>
                </a:cubicBezTo>
                <a:cubicBezTo>
                  <a:pt x="19634" y="7751"/>
                  <a:pt x="19593" y="7318"/>
                  <a:pt x="19296" y="7318"/>
                </a:cubicBezTo>
                <a:close/>
                <a:moveTo>
                  <a:pt x="1000" y="7318"/>
                </a:moveTo>
                <a:cubicBezTo>
                  <a:pt x="781" y="7318"/>
                  <a:pt x="671" y="7585"/>
                  <a:pt x="828" y="7738"/>
                </a:cubicBezTo>
                <a:cubicBezTo>
                  <a:pt x="878" y="7789"/>
                  <a:pt x="940" y="7812"/>
                  <a:pt x="1000" y="7812"/>
                </a:cubicBezTo>
                <a:cubicBezTo>
                  <a:pt x="1126" y="7812"/>
                  <a:pt x="1248" y="7713"/>
                  <a:pt x="1248" y="7563"/>
                </a:cubicBezTo>
                <a:cubicBezTo>
                  <a:pt x="1248" y="7428"/>
                  <a:pt x="1138" y="7318"/>
                  <a:pt x="1000" y="7318"/>
                </a:cubicBezTo>
                <a:close/>
                <a:moveTo>
                  <a:pt x="2223" y="7318"/>
                </a:moveTo>
                <a:cubicBezTo>
                  <a:pt x="2000" y="7318"/>
                  <a:pt x="1890" y="7585"/>
                  <a:pt x="2047" y="7738"/>
                </a:cubicBezTo>
                <a:cubicBezTo>
                  <a:pt x="2098" y="7789"/>
                  <a:pt x="2160" y="7812"/>
                  <a:pt x="2221" y="7812"/>
                </a:cubicBezTo>
                <a:cubicBezTo>
                  <a:pt x="2347" y="7812"/>
                  <a:pt x="2467" y="7713"/>
                  <a:pt x="2467" y="7563"/>
                </a:cubicBezTo>
                <a:cubicBezTo>
                  <a:pt x="2467" y="7428"/>
                  <a:pt x="2357" y="7318"/>
                  <a:pt x="2223" y="7318"/>
                </a:cubicBezTo>
                <a:close/>
                <a:moveTo>
                  <a:pt x="3442" y="7318"/>
                </a:moveTo>
                <a:cubicBezTo>
                  <a:pt x="3222" y="7318"/>
                  <a:pt x="3110" y="7585"/>
                  <a:pt x="3266" y="7738"/>
                </a:cubicBezTo>
                <a:cubicBezTo>
                  <a:pt x="3317" y="7789"/>
                  <a:pt x="3379" y="7812"/>
                  <a:pt x="3440" y="7812"/>
                </a:cubicBezTo>
                <a:cubicBezTo>
                  <a:pt x="3566" y="7812"/>
                  <a:pt x="3686" y="7713"/>
                  <a:pt x="3686" y="7563"/>
                </a:cubicBezTo>
                <a:cubicBezTo>
                  <a:pt x="3686" y="7428"/>
                  <a:pt x="3576" y="7318"/>
                  <a:pt x="3442" y="7318"/>
                </a:cubicBezTo>
                <a:close/>
                <a:moveTo>
                  <a:pt x="4661" y="7318"/>
                </a:moveTo>
                <a:cubicBezTo>
                  <a:pt x="4441" y="7318"/>
                  <a:pt x="4332" y="7585"/>
                  <a:pt x="4485" y="7738"/>
                </a:cubicBezTo>
                <a:cubicBezTo>
                  <a:pt x="4536" y="7789"/>
                  <a:pt x="4598" y="7812"/>
                  <a:pt x="4660" y="7812"/>
                </a:cubicBezTo>
                <a:cubicBezTo>
                  <a:pt x="4787" y="7812"/>
                  <a:pt x="4908" y="7713"/>
                  <a:pt x="4908" y="7563"/>
                </a:cubicBezTo>
                <a:cubicBezTo>
                  <a:pt x="4908" y="7428"/>
                  <a:pt x="4795" y="7318"/>
                  <a:pt x="4661" y="7318"/>
                </a:cubicBezTo>
                <a:close/>
                <a:moveTo>
                  <a:pt x="5880" y="7318"/>
                </a:moveTo>
                <a:cubicBezTo>
                  <a:pt x="5660" y="7318"/>
                  <a:pt x="5551" y="7585"/>
                  <a:pt x="5704" y="7738"/>
                </a:cubicBezTo>
                <a:cubicBezTo>
                  <a:pt x="5755" y="7789"/>
                  <a:pt x="5818" y="7812"/>
                  <a:pt x="5879" y="7812"/>
                </a:cubicBezTo>
                <a:cubicBezTo>
                  <a:pt x="6006" y="7812"/>
                  <a:pt x="6127" y="7713"/>
                  <a:pt x="6127" y="7563"/>
                </a:cubicBezTo>
                <a:cubicBezTo>
                  <a:pt x="6127" y="7428"/>
                  <a:pt x="6015" y="7318"/>
                  <a:pt x="5880" y="7318"/>
                </a:cubicBezTo>
                <a:close/>
                <a:moveTo>
                  <a:pt x="7099" y="7318"/>
                </a:moveTo>
                <a:cubicBezTo>
                  <a:pt x="6879" y="7318"/>
                  <a:pt x="6770" y="7585"/>
                  <a:pt x="6923" y="7738"/>
                </a:cubicBezTo>
                <a:cubicBezTo>
                  <a:pt x="6974" y="7789"/>
                  <a:pt x="7037" y="7812"/>
                  <a:pt x="7098" y="7812"/>
                </a:cubicBezTo>
                <a:cubicBezTo>
                  <a:pt x="7225" y="7812"/>
                  <a:pt x="7346" y="7713"/>
                  <a:pt x="7346" y="7563"/>
                </a:cubicBezTo>
                <a:cubicBezTo>
                  <a:pt x="7346" y="7428"/>
                  <a:pt x="7237" y="7318"/>
                  <a:pt x="7099" y="7318"/>
                </a:cubicBezTo>
                <a:close/>
                <a:moveTo>
                  <a:pt x="8318" y="7318"/>
                </a:moveTo>
                <a:cubicBezTo>
                  <a:pt x="8099" y="7318"/>
                  <a:pt x="7989" y="7585"/>
                  <a:pt x="8146" y="7738"/>
                </a:cubicBezTo>
                <a:cubicBezTo>
                  <a:pt x="8195" y="7789"/>
                  <a:pt x="8257" y="7812"/>
                  <a:pt x="8318" y="7812"/>
                </a:cubicBezTo>
                <a:cubicBezTo>
                  <a:pt x="8444" y="7812"/>
                  <a:pt x="8565" y="7713"/>
                  <a:pt x="8565" y="7563"/>
                </a:cubicBezTo>
                <a:cubicBezTo>
                  <a:pt x="8565" y="7428"/>
                  <a:pt x="8456" y="7318"/>
                  <a:pt x="8318" y="7318"/>
                </a:cubicBezTo>
                <a:close/>
                <a:moveTo>
                  <a:pt x="9537" y="7318"/>
                </a:moveTo>
                <a:cubicBezTo>
                  <a:pt x="9318" y="7318"/>
                  <a:pt x="9208" y="7585"/>
                  <a:pt x="9365" y="7738"/>
                </a:cubicBezTo>
                <a:cubicBezTo>
                  <a:pt x="9414" y="7789"/>
                  <a:pt x="9476" y="7812"/>
                  <a:pt x="9537" y="7812"/>
                </a:cubicBezTo>
                <a:cubicBezTo>
                  <a:pt x="9663" y="7812"/>
                  <a:pt x="9785" y="7713"/>
                  <a:pt x="9785" y="7563"/>
                </a:cubicBezTo>
                <a:cubicBezTo>
                  <a:pt x="9785" y="7428"/>
                  <a:pt x="9675" y="7318"/>
                  <a:pt x="9537" y="7318"/>
                </a:cubicBezTo>
                <a:close/>
                <a:moveTo>
                  <a:pt x="20515" y="7318"/>
                </a:moveTo>
                <a:cubicBezTo>
                  <a:pt x="20295" y="7318"/>
                  <a:pt x="20182" y="7581"/>
                  <a:pt x="20339" y="7738"/>
                </a:cubicBezTo>
                <a:cubicBezTo>
                  <a:pt x="20390" y="7789"/>
                  <a:pt x="20452" y="7812"/>
                  <a:pt x="20513" y="7812"/>
                </a:cubicBezTo>
                <a:cubicBezTo>
                  <a:pt x="20639" y="7812"/>
                  <a:pt x="20759" y="7713"/>
                  <a:pt x="20759" y="7563"/>
                </a:cubicBezTo>
                <a:cubicBezTo>
                  <a:pt x="20759" y="7428"/>
                  <a:pt x="20649" y="7318"/>
                  <a:pt x="20515" y="7318"/>
                </a:cubicBezTo>
                <a:close/>
                <a:moveTo>
                  <a:pt x="21734" y="7318"/>
                </a:moveTo>
                <a:cubicBezTo>
                  <a:pt x="21514" y="7318"/>
                  <a:pt x="21405" y="7585"/>
                  <a:pt x="21558" y="7738"/>
                </a:cubicBezTo>
                <a:cubicBezTo>
                  <a:pt x="21609" y="7789"/>
                  <a:pt x="21671" y="7812"/>
                  <a:pt x="21733" y="7812"/>
                </a:cubicBezTo>
                <a:cubicBezTo>
                  <a:pt x="21860" y="7812"/>
                  <a:pt x="21981" y="7713"/>
                  <a:pt x="21981" y="7563"/>
                </a:cubicBezTo>
                <a:cubicBezTo>
                  <a:pt x="21981" y="7428"/>
                  <a:pt x="21868" y="7318"/>
                  <a:pt x="21734" y="7318"/>
                </a:cubicBezTo>
                <a:close/>
                <a:moveTo>
                  <a:pt x="22953" y="7318"/>
                </a:moveTo>
                <a:cubicBezTo>
                  <a:pt x="22733" y="7318"/>
                  <a:pt x="22624" y="7585"/>
                  <a:pt x="22777" y="7738"/>
                </a:cubicBezTo>
                <a:cubicBezTo>
                  <a:pt x="22828" y="7789"/>
                  <a:pt x="22891" y="7812"/>
                  <a:pt x="22952" y="7812"/>
                </a:cubicBezTo>
                <a:cubicBezTo>
                  <a:pt x="23079" y="7812"/>
                  <a:pt x="23200" y="7713"/>
                  <a:pt x="23200" y="7563"/>
                </a:cubicBezTo>
                <a:cubicBezTo>
                  <a:pt x="23200" y="7428"/>
                  <a:pt x="23088" y="7318"/>
                  <a:pt x="22953" y="7318"/>
                </a:cubicBezTo>
                <a:close/>
                <a:moveTo>
                  <a:pt x="24172" y="7318"/>
                </a:moveTo>
                <a:cubicBezTo>
                  <a:pt x="23952" y="7318"/>
                  <a:pt x="23843" y="7585"/>
                  <a:pt x="23996" y="7738"/>
                </a:cubicBezTo>
                <a:cubicBezTo>
                  <a:pt x="24047" y="7789"/>
                  <a:pt x="24110" y="7812"/>
                  <a:pt x="24171" y="7812"/>
                </a:cubicBezTo>
                <a:cubicBezTo>
                  <a:pt x="24298" y="7812"/>
                  <a:pt x="24419" y="7713"/>
                  <a:pt x="24419" y="7563"/>
                </a:cubicBezTo>
                <a:cubicBezTo>
                  <a:pt x="24419" y="7428"/>
                  <a:pt x="24310" y="7318"/>
                  <a:pt x="24172" y="7318"/>
                </a:cubicBezTo>
                <a:close/>
                <a:moveTo>
                  <a:pt x="21734" y="8537"/>
                </a:moveTo>
                <a:cubicBezTo>
                  <a:pt x="21627" y="8537"/>
                  <a:pt x="21533" y="8603"/>
                  <a:pt x="21502" y="8703"/>
                </a:cubicBezTo>
                <a:cubicBezTo>
                  <a:pt x="21659" y="8741"/>
                  <a:pt x="21818" y="8772"/>
                  <a:pt x="21978" y="8794"/>
                </a:cubicBezTo>
                <a:cubicBezTo>
                  <a:pt x="21978" y="8791"/>
                  <a:pt x="21981" y="8788"/>
                  <a:pt x="21981" y="8782"/>
                </a:cubicBezTo>
                <a:cubicBezTo>
                  <a:pt x="21981" y="8647"/>
                  <a:pt x="21868" y="8537"/>
                  <a:pt x="21734" y="8537"/>
                </a:cubicBezTo>
                <a:close/>
                <a:moveTo>
                  <a:pt x="22948" y="8537"/>
                </a:moveTo>
                <a:cubicBezTo>
                  <a:pt x="22800" y="8537"/>
                  <a:pt x="22684" y="8674"/>
                  <a:pt x="22708" y="8822"/>
                </a:cubicBezTo>
                <a:cubicBezTo>
                  <a:pt x="22874" y="8810"/>
                  <a:pt x="23037" y="8788"/>
                  <a:pt x="23197" y="8750"/>
                </a:cubicBezTo>
                <a:cubicBezTo>
                  <a:pt x="23182" y="8628"/>
                  <a:pt x="23078" y="8537"/>
                  <a:pt x="22953" y="8537"/>
                </a:cubicBezTo>
                <a:cubicBezTo>
                  <a:pt x="22951" y="8537"/>
                  <a:pt x="22949" y="8537"/>
                  <a:pt x="22948" y="8537"/>
                </a:cubicBezTo>
                <a:close/>
                <a:moveTo>
                  <a:pt x="1" y="8669"/>
                </a:moveTo>
                <a:lnTo>
                  <a:pt x="1" y="8898"/>
                </a:lnTo>
                <a:cubicBezTo>
                  <a:pt x="38" y="8826"/>
                  <a:pt x="38" y="8741"/>
                  <a:pt x="1" y="8669"/>
                </a:cubicBezTo>
                <a:close/>
                <a:moveTo>
                  <a:pt x="1000" y="8537"/>
                </a:moveTo>
                <a:cubicBezTo>
                  <a:pt x="781" y="8537"/>
                  <a:pt x="671" y="8804"/>
                  <a:pt x="828" y="8957"/>
                </a:cubicBezTo>
                <a:cubicBezTo>
                  <a:pt x="878" y="9008"/>
                  <a:pt x="940" y="9031"/>
                  <a:pt x="1001" y="9031"/>
                </a:cubicBezTo>
                <a:cubicBezTo>
                  <a:pt x="1127" y="9031"/>
                  <a:pt x="1248" y="8933"/>
                  <a:pt x="1248" y="8785"/>
                </a:cubicBezTo>
                <a:cubicBezTo>
                  <a:pt x="1248" y="8647"/>
                  <a:pt x="1138" y="8537"/>
                  <a:pt x="1000" y="8537"/>
                </a:cubicBezTo>
                <a:close/>
                <a:moveTo>
                  <a:pt x="2223" y="8537"/>
                </a:moveTo>
                <a:cubicBezTo>
                  <a:pt x="2000" y="8537"/>
                  <a:pt x="1890" y="8804"/>
                  <a:pt x="2047" y="8957"/>
                </a:cubicBezTo>
                <a:cubicBezTo>
                  <a:pt x="2097" y="9008"/>
                  <a:pt x="2159" y="9031"/>
                  <a:pt x="2220" y="9031"/>
                </a:cubicBezTo>
                <a:cubicBezTo>
                  <a:pt x="2346" y="9031"/>
                  <a:pt x="2467" y="8933"/>
                  <a:pt x="2467" y="8785"/>
                </a:cubicBezTo>
                <a:cubicBezTo>
                  <a:pt x="2467" y="8647"/>
                  <a:pt x="2357" y="8537"/>
                  <a:pt x="2223" y="8537"/>
                </a:cubicBezTo>
                <a:close/>
                <a:moveTo>
                  <a:pt x="3442" y="8537"/>
                </a:moveTo>
                <a:cubicBezTo>
                  <a:pt x="3222" y="8537"/>
                  <a:pt x="3110" y="8804"/>
                  <a:pt x="3266" y="8957"/>
                </a:cubicBezTo>
                <a:cubicBezTo>
                  <a:pt x="3317" y="9008"/>
                  <a:pt x="3379" y="9031"/>
                  <a:pt x="3440" y="9031"/>
                </a:cubicBezTo>
                <a:cubicBezTo>
                  <a:pt x="3566" y="9031"/>
                  <a:pt x="3686" y="8933"/>
                  <a:pt x="3686" y="8785"/>
                </a:cubicBezTo>
                <a:cubicBezTo>
                  <a:pt x="3686" y="8647"/>
                  <a:pt x="3576" y="8537"/>
                  <a:pt x="3442" y="8537"/>
                </a:cubicBezTo>
                <a:close/>
                <a:moveTo>
                  <a:pt x="4661" y="8537"/>
                </a:moveTo>
                <a:cubicBezTo>
                  <a:pt x="4441" y="8537"/>
                  <a:pt x="4332" y="8804"/>
                  <a:pt x="4485" y="8957"/>
                </a:cubicBezTo>
                <a:cubicBezTo>
                  <a:pt x="4536" y="9008"/>
                  <a:pt x="4599" y="9031"/>
                  <a:pt x="4660" y="9031"/>
                </a:cubicBezTo>
                <a:cubicBezTo>
                  <a:pt x="4787" y="9031"/>
                  <a:pt x="4908" y="8933"/>
                  <a:pt x="4908" y="8785"/>
                </a:cubicBezTo>
                <a:cubicBezTo>
                  <a:pt x="4908" y="8647"/>
                  <a:pt x="4795" y="8537"/>
                  <a:pt x="4661" y="8537"/>
                </a:cubicBezTo>
                <a:close/>
                <a:moveTo>
                  <a:pt x="5880" y="8537"/>
                </a:moveTo>
                <a:cubicBezTo>
                  <a:pt x="5660" y="8537"/>
                  <a:pt x="5551" y="8804"/>
                  <a:pt x="5704" y="8957"/>
                </a:cubicBezTo>
                <a:cubicBezTo>
                  <a:pt x="5755" y="9008"/>
                  <a:pt x="5818" y="9031"/>
                  <a:pt x="5879" y="9031"/>
                </a:cubicBezTo>
                <a:cubicBezTo>
                  <a:pt x="6006" y="9031"/>
                  <a:pt x="6127" y="8933"/>
                  <a:pt x="6127" y="8785"/>
                </a:cubicBezTo>
                <a:cubicBezTo>
                  <a:pt x="6127" y="8647"/>
                  <a:pt x="6015" y="8537"/>
                  <a:pt x="5880" y="8537"/>
                </a:cubicBezTo>
                <a:close/>
                <a:moveTo>
                  <a:pt x="7099" y="8537"/>
                </a:moveTo>
                <a:cubicBezTo>
                  <a:pt x="6879" y="8537"/>
                  <a:pt x="6770" y="8804"/>
                  <a:pt x="6923" y="8957"/>
                </a:cubicBezTo>
                <a:cubicBezTo>
                  <a:pt x="6974" y="9008"/>
                  <a:pt x="7037" y="9031"/>
                  <a:pt x="7098" y="9031"/>
                </a:cubicBezTo>
                <a:cubicBezTo>
                  <a:pt x="7225" y="9031"/>
                  <a:pt x="7346" y="8933"/>
                  <a:pt x="7346" y="8785"/>
                </a:cubicBezTo>
                <a:cubicBezTo>
                  <a:pt x="7346" y="8647"/>
                  <a:pt x="7237" y="8537"/>
                  <a:pt x="7099" y="8537"/>
                </a:cubicBezTo>
                <a:close/>
                <a:moveTo>
                  <a:pt x="8318" y="8537"/>
                </a:moveTo>
                <a:cubicBezTo>
                  <a:pt x="8099" y="8537"/>
                  <a:pt x="7989" y="8804"/>
                  <a:pt x="8146" y="8957"/>
                </a:cubicBezTo>
                <a:cubicBezTo>
                  <a:pt x="8195" y="9008"/>
                  <a:pt x="8257" y="9031"/>
                  <a:pt x="8318" y="9031"/>
                </a:cubicBezTo>
                <a:cubicBezTo>
                  <a:pt x="8444" y="9031"/>
                  <a:pt x="8565" y="8933"/>
                  <a:pt x="8565" y="8785"/>
                </a:cubicBezTo>
                <a:cubicBezTo>
                  <a:pt x="8565" y="8647"/>
                  <a:pt x="8456" y="8537"/>
                  <a:pt x="8318" y="8537"/>
                </a:cubicBezTo>
                <a:close/>
                <a:moveTo>
                  <a:pt x="9537" y="8537"/>
                </a:moveTo>
                <a:cubicBezTo>
                  <a:pt x="9318" y="8537"/>
                  <a:pt x="9208" y="8804"/>
                  <a:pt x="9365" y="8957"/>
                </a:cubicBezTo>
                <a:cubicBezTo>
                  <a:pt x="9415" y="9008"/>
                  <a:pt x="9476" y="9031"/>
                  <a:pt x="9537" y="9031"/>
                </a:cubicBezTo>
                <a:cubicBezTo>
                  <a:pt x="9663" y="9031"/>
                  <a:pt x="9785" y="8933"/>
                  <a:pt x="9785" y="8785"/>
                </a:cubicBezTo>
                <a:cubicBezTo>
                  <a:pt x="9785" y="8647"/>
                  <a:pt x="9675" y="8537"/>
                  <a:pt x="9537" y="8537"/>
                </a:cubicBezTo>
                <a:close/>
                <a:moveTo>
                  <a:pt x="1" y="9888"/>
                </a:moveTo>
                <a:lnTo>
                  <a:pt x="1" y="10120"/>
                </a:lnTo>
                <a:cubicBezTo>
                  <a:pt x="38" y="10045"/>
                  <a:pt x="38" y="9960"/>
                  <a:pt x="1" y="9888"/>
                </a:cubicBezTo>
                <a:close/>
                <a:moveTo>
                  <a:pt x="1000" y="9756"/>
                </a:moveTo>
                <a:cubicBezTo>
                  <a:pt x="781" y="9756"/>
                  <a:pt x="671" y="10023"/>
                  <a:pt x="828" y="10176"/>
                </a:cubicBezTo>
                <a:cubicBezTo>
                  <a:pt x="878" y="10227"/>
                  <a:pt x="940" y="10250"/>
                  <a:pt x="1001" y="10250"/>
                </a:cubicBezTo>
                <a:cubicBezTo>
                  <a:pt x="1127" y="10250"/>
                  <a:pt x="1248" y="10152"/>
                  <a:pt x="1248" y="10004"/>
                </a:cubicBezTo>
                <a:cubicBezTo>
                  <a:pt x="1248" y="9866"/>
                  <a:pt x="1138" y="9756"/>
                  <a:pt x="1000" y="9756"/>
                </a:cubicBezTo>
                <a:close/>
                <a:moveTo>
                  <a:pt x="2223" y="9756"/>
                </a:moveTo>
                <a:cubicBezTo>
                  <a:pt x="2000" y="9756"/>
                  <a:pt x="1890" y="10023"/>
                  <a:pt x="2047" y="10176"/>
                </a:cubicBezTo>
                <a:cubicBezTo>
                  <a:pt x="2097" y="10227"/>
                  <a:pt x="2159" y="10250"/>
                  <a:pt x="2220" y="10250"/>
                </a:cubicBezTo>
                <a:cubicBezTo>
                  <a:pt x="2346" y="10250"/>
                  <a:pt x="2467" y="10152"/>
                  <a:pt x="2467" y="10004"/>
                </a:cubicBezTo>
                <a:cubicBezTo>
                  <a:pt x="2467" y="9866"/>
                  <a:pt x="2357" y="9756"/>
                  <a:pt x="2223" y="9756"/>
                </a:cubicBezTo>
                <a:close/>
                <a:moveTo>
                  <a:pt x="3442" y="9756"/>
                </a:moveTo>
                <a:cubicBezTo>
                  <a:pt x="3222" y="9756"/>
                  <a:pt x="3110" y="10023"/>
                  <a:pt x="3266" y="10176"/>
                </a:cubicBezTo>
                <a:cubicBezTo>
                  <a:pt x="3317" y="10227"/>
                  <a:pt x="3379" y="10250"/>
                  <a:pt x="3440" y="10250"/>
                </a:cubicBezTo>
                <a:cubicBezTo>
                  <a:pt x="3566" y="10250"/>
                  <a:pt x="3686" y="10152"/>
                  <a:pt x="3686" y="10004"/>
                </a:cubicBezTo>
                <a:cubicBezTo>
                  <a:pt x="3686" y="9866"/>
                  <a:pt x="3576" y="9756"/>
                  <a:pt x="3442" y="9756"/>
                </a:cubicBezTo>
                <a:close/>
                <a:moveTo>
                  <a:pt x="4661" y="9756"/>
                </a:moveTo>
                <a:cubicBezTo>
                  <a:pt x="4441" y="9756"/>
                  <a:pt x="4332" y="10023"/>
                  <a:pt x="4485" y="10176"/>
                </a:cubicBezTo>
                <a:cubicBezTo>
                  <a:pt x="4536" y="10227"/>
                  <a:pt x="4599" y="10250"/>
                  <a:pt x="4660" y="10250"/>
                </a:cubicBezTo>
                <a:cubicBezTo>
                  <a:pt x="4787" y="10250"/>
                  <a:pt x="4908" y="10152"/>
                  <a:pt x="4908" y="10004"/>
                </a:cubicBezTo>
                <a:cubicBezTo>
                  <a:pt x="4908" y="9866"/>
                  <a:pt x="4795" y="9756"/>
                  <a:pt x="4661" y="9756"/>
                </a:cubicBezTo>
                <a:close/>
                <a:moveTo>
                  <a:pt x="5880" y="9756"/>
                </a:moveTo>
                <a:cubicBezTo>
                  <a:pt x="5660" y="9756"/>
                  <a:pt x="5551" y="10023"/>
                  <a:pt x="5704" y="10176"/>
                </a:cubicBezTo>
                <a:cubicBezTo>
                  <a:pt x="5755" y="10227"/>
                  <a:pt x="5818" y="10250"/>
                  <a:pt x="5879" y="10250"/>
                </a:cubicBezTo>
                <a:cubicBezTo>
                  <a:pt x="6006" y="10250"/>
                  <a:pt x="6127" y="10152"/>
                  <a:pt x="6127" y="10004"/>
                </a:cubicBezTo>
                <a:cubicBezTo>
                  <a:pt x="6127" y="9866"/>
                  <a:pt x="6015" y="9756"/>
                  <a:pt x="5880" y="9756"/>
                </a:cubicBezTo>
                <a:close/>
                <a:moveTo>
                  <a:pt x="7099" y="9756"/>
                </a:moveTo>
                <a:cubicBezTo>
                  <a:pt x="6879" y="9756"/>
                  <a:pt x="6770" y="10023"/>
                  <a:pt x="6923" y="10176"/>
                </a:cubicBezTo>
                <a:cubicBezTo>
                  <a:pt x="6974" y="10227"/>
                  <a:pt x="7037" y="10250"/>
                  <a:pt x="7098" y="10250"/>
                </a:cubicBezTo>
                <a:cubicBezTo>
                  <a:pt x="7225" y="10250"/>
                  <a:pt x="7346" y="10152"/>
                  <a:pt x="7346" y="10004"/>
                </a:cubicBezTo>
                <a:cubicBezTo>
                  <a:pt x="7346" y="9866"/>
                  <a:pt x="7237" y="9756"/>
                  <a:pt x="7099" y="9756"/>
                </a:cubicBezTo>
                <a:close/>
                <a:moveTo>
                  <a:pt x="8318" y="9756"/>
                </a:moveTo>
                <a:cubicBezTo>
                  <a:pt x="8099" y="9756"/>
                  <a:pt x="7989" y="10023"/>
                  <a:pt x="8146" y="10176"/>
                </a:cubicBezTo>
                <a:cubicBezTo>
                  <a:pt x="8195" y="10227"/>
                  <a:pt x="8257" y="10250"/>
                  <a:pt x="8318" y="10250"/>
                </a:cubicBezTo>
                <a:cubicBezTo>
                  <a:pt x="8444" y="10250"/>
                  <a:pt x="8565" y="10152"/>
                  <a:pt x="8565" y="10004"/>
                </a:cubicBezTo>
                <a:cubicBezTo>
                  <a:pt x="8565" y="9866"/>
                  <a:pt x="8456" y="9756"/>
                  <a:pt x="8318" y="9756"/>
                </a:cubicBezTo>
                <a:close/>
                <a:moveTo>
                  <a:pt x="9537" y="9756"/>
                </a:moveTo>
                <a:cubicBezTo>
                  <a:pt x="9318" y="9756"/>
                  <a:pt x="9208" y="10023"/>
                  <a:pt x="9365" y="10176"/>
                </a:cubicBezTo>
                <a:cubicBezTo>
                  <a:pt x="9415" y="10227"/>
                  <a:pt x="9476" y="10250"/>
                  <a:pt x="9537" y="10250"/>
                </a:cubicBezTo>
                <a:cubicBezTo>
                  <a:pt x="9663" y="10250"/>
                  <a:pt x="9785" y="10152"/>
                  <a:pt x="9785" y="10004"/>
                </a:cubicBezTo>
                <a:cubicBezTo>
                  <a:pt x="9785" y="9866"/>
                  <a:pt x="9675" y="9756"/>
                  <a:pt x="9537" y="9756"/>
                </a:cubicBezTo>
                <a:close/>
                <a:moveTo>
                  <a:pt x="1" y="11107"/>
                </a:moveTo>
                <a:lnTo>
                  <a:pt x="1" y="11339"/>
                </a:lnTo>
                <a:cubicBezTo>
                  <a:pt x="38" y="11267"/>
                  <a:pt x="38" y="11179"/>
                  <a:pt x="1" y="11107"/>
                </a:cubicBezTo>
                <a:close/>
                <a:moveTo>
                  <a:pt x="1000" y="10975"/>
                </a:moveTo>
                <a:cubicBezTo>
                  <a:pt x="781" y="10975"/>
                  <a:pt x="671" y="11242"/>
                  <a:pt x="828" y="11395"/>
                </a:cubicBezTo>
                <a:cubicBezTo>
                  <a:pt x="878" y="11446"/>
                  <a:pt x="940" y="11469"/>
                  <a:pt x="1001" y="11469"/>
                </a:cubicBezTo>
                <a:cubicBezTo>
                  <a:pt x="1127" y="11469"/>
                  <a:pt x="1248" y="11371"/>
                  <a:pt x="1248" y="11223"/>
                </a:cubicBezTo>
                <a:cubicBezTo>
                  <a:pt x="1248" y="11085"/>
                  <a:pt x="1138" y="10975"/>
                  <a:pt x="1000" y="10975"/>
                </a:cubicBezTo>
                <a:close/>
                <a:moveTo>
                  <a:pt x="2223" y="10975"/>
                </a:moveTo>
                <a:cubicBezTo>
                  <a:pt x="2000" y="10975"/>
                  <a:pt x="1890" y="11242"/>
                  <a:pt x="2047" y="11395"/>
                </a:cubicBezTo>
                <a:cubicBezTo>
                  <a:pt x="2098" y="11446"/>
                  <a:pt x="2160" y="11469"/>
                  <a:pt x="2221" y="11469"/>
                </a:cubicBezTo>
                <a:cubicBezTo>
                  <a:pt x="2347" y="11469"/>
                  <a:pt x="2467" y="11371"/>
                  <a:pt x="2467" y="11223"/>
                </a:cubicBezTo>
                <a:cubicBezTo>
                  <a:pt x="2467" y="11085"/>
                  <a:pt x="2357" y="10975"/>
                  <a:pt x="2223" y="10975"/>
                </a:cubicBezTo>
                <a:close/>
                <a:moveTo>
                  <a:pt x="3442" y="10975"/>
                </a:moveTo>
                <a:cubicBezTo>
                  <a:pt x="3219" y="10975"/>
                  <a:pt x="3110" y="11242"/>
                  <a:pt x="3266" y="11395"/>
                </a:cubicBezTo>
                <a:cubicBezTo>
                  <a:pt x="3317" y="11446"/>
                  <a:pt x="3379" y="11469"/>
                  <a:pt x="3440" y="11469"/>
                </a:cubicBezTo>
                <a:cubicBezTo>
                  <a:pt x="3566" y="11469"/>
                  <a:pt x="3686" y="11371"/>
                  <a:pt x="3686" y="11223"/>
                </a:cubicBezTo>
                <a:cubicBezTo>
                  <a:pt x="3686" y="11085"/>
                  <a:pt x="3576" y="10975"/>
                  <a:pt x="3442" y="10975"/>
                </a:cubicBezTo>
                <a:close/>
                <a:moveTo>
                  <a:pt x="4661" y="10975"/>
                </a:moveTo>
                <a:cubicBezTo>
                  <a:pt x="4441" y="10975"/>
                  <a:pt x="4332" y="11242"/>
                  <a:pt x="4485" y="11395"/>
                </a:cubicBezTo>
                <a:cubicBezTo>
                  <a:pt x="4536" y="11446"/>
                  <a:pt x="4599" y="11469"/>
                  <a:pt x="4660" y="11469"/>
                </a:cubicBezTo>
                <a:cubicBezTo>
                  <a:pt x="4787" y="11469"/>
                  <a:pt x="4908" y="11371"/>
                  <a:pt x="4908" y="11223"/>
                </a:cubicBezTo>
                <a:cubicBezTo>
                  <a:pt x="4905" y="11085"/>
                  <a:pt x="4795" y="10975"/>
                  <a:pt x="4661" y="10975"/>
                </a:cubicBezTo>
                <a:close/>
                <a:moveTo>
                  <a:pt x="5880" y="10975"/>
                </a:moveTo>
                <a:cubicBezTo>
                  <a:pt x="5660" y="10975"/>
                  <a:pt x="5551" y="11242"/>
                  <a:pt x="5704" y="11395"/>
                </a:cubicBezTo>
                <a:cubicBezTo>
                  <a:pt x="5755" y="11446"/>
                  <a:pt x="5818" y="11469"/>
                  <a:pt x="5879" y="11469"/>
                </a:cubicBezTo>
                <a:cubicBezTo>
                  <a:pt x="6006" y="11469"/>
                  <a:pt x="6127" y="11371"/>
                  <a:pt x="6127" y="11223"/>
                </a:cubicBezTo>
                <a:cubicBezTo>
                  <a:pt x="6127" y="11085"/>
                  <a:pt x="6015" y="10975"/>
                  <a:pt x="5880" y="10975"/>
                </a:cubicBezTo>
                <a:close/>
                <a:moveTo>
                  <a:pt x="7099" y="10975"/>
                </a:moveTo>
                <a:cubicBezTo>
                  <a:pt x="6879" y="10975"/>
                  <a:pt x="6770" y="11242"/>
                  <a:pt x="6923" y="11395"/>
                </a:cubicBezTo>
                <a:cubicBezTo>
                  <a:pt x="6974" y="11446"/>
                  <a:pt x="7037" y="11469"/>
                  <a:pt x="7098" y="11469"/>
                </a:cubicBezTo>
                <a:cubicBezTo>
                  <a:pt x="7225" y="11469"/>
                  <a:pt x="7346" y="11371"/>
                  <a:pt x="7346" y="11223"/>
                </a:cubicBezTo>
                <a:cubicBezTo>
                  <a:pt x="7346" y="11085"/>
                  <a:pt x="7237" y="10975"/>
                  <a:pt x="7099" y="10975"/>
                </a:cubicBezTo>
                <a:close/>
                <a:moveTo>
                  <a:pt x="8318" y="10975"/>
                </a:moveTo>
                <a:cubicBezTo>
                  <a:pt x="8099" y="10975"/>
                  <a:pt x="7989" y="11242"/>
                  <a:pt x="8146" y="11395"/>
                </a:cubicBezTo>
                <a:cubicBezTo>
                  <a:pt x="8195" y="11446"/>
                  <a:pt x="8257" y="11469"/>
                  <a:pt x="8318" y="11469"/>
                </a:cubicBezTo>
                <a:cubicBezTo>
                  <a:pt x="8444" y="11469"/>
                  <a:pt x="8565" y="11371"/>
                  <a:pt x="8565" y="11223"/>
                </a:cubicBezTo>
                <a:cubicBezTo>
                  <a:pt x="8565" y="11085"/>
                  <a:pt x="8456" y="10975"/>
                  <a:pt x="8318" y="10975"/>
                </a:cubicBezTo>
                <a:close/>
                <a:moveTo>
                  <a:pt x="9537" y="10975"/>
                </a:moveTo>
                <a:cubicBezTo>
                  <a:pt x="9318" y="10975"/>
                  <a:pt x="9208" y="11242"/>
                  <a:pt x="9365" y="11395"/>
                </a:cubicBezTo>
                <a:cubicBezTo>
                  <a:pt x="9415" y="11446"/>
                  <a:pt x="9476" y="11469"/>
                  <a:pt x="9537" y="11469"/>
                </a:cubicBezTo>
                <a:cubicBezTo>
                  <a:pt x="9663" y="11469"/>
                  <a:pt x="9785" y="11371"/>
                  <a:pt x="9785" y="11223"/>
                </a:cubicBezTo>
                <a:cubicBezTo>
                  <a:pt x="9785" y="11085"/>
                  <a:pt x="9675" y="10975"/>
                  <a:pt x="9537" y="10975"/>
                </a:cubicBezTo>
                <a:close/>
                <a:moveTo>
                  <a:pt x="1" y="12326"/>
                </a:moveTo>
                <a:lnTo>
                  <a:pt x="1" y="12558"/>
                </a:lnTo>
                <a:cubicBezTo>
                  <a:pt x="38" y="12486"/>
                  <a:pt x="38" y="12398"/>
                  <a:pt x="1" y="12326"/>
                </a:cubicBezTo>
                <a:close/>
                <a:moveTo>
                  <a:pt x="1000" y="12194"/>
                </a:moveTo>
                <a:cubicBezTo>
                  <a:pt x="781" y="12194"/>
                  <a:pt x="671" y="12461"/>
                  <a:pt x="828" y="12618"/>
                </a:cubicBezTo>
                <a:cubicBezTo>
                  <a:pt x="878" y="12667"/>
                  <a:pt x="939" y="12689"/>
                  <a:pt x="999" y="12689"/>
                </a:cubicBezTo>
                <a:cubicBezTo>
                  <a:pt x="1126" y="12689"/>
                  <a:pt x="1248" y="12591"/>
                  <a:pt x="1248" y="12442"/>
                </a:cubicBezTo>
                <a:cubicBezTo>
                  <a:pt x="1248" y="12304"/>
                  <a:pt x="1138" y="12194"/>
                  <a:pt x="1000" y="12194"/>
                </a:cubicBezTo>
                <a:close/>
                <a:moveTo>
                  <a:pt x="2223" y="12194"/>
                </a:moveTo>
                <a:cubicBezTo>
                  <a:pt x="2000" y="12194"/>
                  <a:pt x="1890" y="12461"/>
                  <a:pt x="2047" y="12618"/>
                </a:cubicBezTo>
                <a:cubicBezTo>
                  <a:pt x="2097" y="12667"/>
                  <a:pt x="2158" y="12689"/>
                  <a:pt x="2218" y="12689"/>
                </a:cubicBezTo>
                <a:cubicBezTo>
                  <a:pt x="2345" y="12689"/>
                  <a:pt x="2467" y="12591"/>
                  <a:pt x="2467" y="12442"/>
                </a:cubicBezTo>
                <a:cubicBezTo>
                  <a:pt x="2467" y="12304"/>
                  <a:pt x="2357" y="12194"/>
                  <a:pt x="2223" y="12194"/>
                </a:cubicBezTo>
                <a:close/>
                <a:moveTo>
                  <a:pt x="3442" y="12194"/>
                </a:moveTo>
                <a:cubicBezTo>
                  <a:pt x="3222" y="12194"/>
                  <a:pt x="3110" y="12461"/>
                  <a:pt x="3266" y="12618"/>
                </a:cubicBezTo>
                <a:cubicBezTo>
                  <a:pt x="3317" y="12667"/>
                  <a:pt x="3378" y="12689"/>
                  <a:pt x="3438" y="12689"/>
                </a:cubicBezTo>
                <a:cubicBezTo>
                  <a:pt x="3565" y="12689"/>
                  <a:pt x="3686" y="12591"/>
                  <a:pt x="3686" y="12442"/>
                </a:cubicBezTo>
                <a:cubicBezTo>
                  <a:pt x="3686" y="12304"/>
                  <a:pt x="3576" y="12194"/>
                  <a:pt x="3442" y="12194"/>
                </a:cubicBezTo>
                <a:close/>
                <a:moveTo>
                  <a:pt x="4661" y="12194"/>
                </a:moveTo>
                <a:cubicBezTo>
                  <a:pt x="4441" y="12194"/>
                  <a:pt x="4332" y="12461"/>
                  <a:pt x="4485" y="12618"/>
                </a:cubicBezTo>
                <a:cubicBezTo>
                  <a:pt x="4536" y="12667"/>
                  <a:pt x="4597" y="12689"/>
                  <a:pt x="4658" y="12689"/>
                </a:cubicBezTo>
                <a:cubicBezTo>
                  <a:pt x="4786" y="12689"/>
                  <a:pt x="4908" y="12591"/>
                  <a:pt x="4908" y="12442"/>
                </a:cubicBezTo>
                <a:cubicBezTo>
                  <a:pt x="4908" y="12304"/>
                  <a:pt x="4795" y="12194"/>
                  <a:pt x="4661" y="12194"/>
                </a:cubicBezTo>
                <a:close/>
                <a:moveTo>
                  <a:pt x="5880" y="12194"/>
                </a:moveTo>
                <a:cubicBezTo>
                  <a:pt x="5660" y="12194"/>
                  <a:pt x="5551" y="12461"/>
                  <a:pt x="5704" y="12618"/>
                </a:cubicBezTo>
                <a:cubicBezTo>
                  <a:pt x="5755" y="12667"/>
                  <a:pt x="5817" y="12689"/>
                  <a:pt x="5877" y="12689"/>
                </a:cubicBezTo>
                <a:cubicBezTo>
                  <a:pt x="6005" y="12689"/>
                  <a:pt x="6127" y="12591"/>
                  <a:pt x="6127" y="12442"/>
                </a:cubicBezTo>
                <a:cubicBezTo>
                  <a:pt x="6127" y="12304"/>
                  <a:pt x="6015" y="12194"/>
                  <a:pt x="5880" y="12194"/>
                </a:cubicBezTo>
                <a:close/>
                <a:moveTo>
                  <a:pt x="7099" y="12194"/>
                </a:moveTo>
                <a:cubicBezTo>
                  <a:pt x="6879" y="12194"/>
                  <a:pt x="6770" y="12461"/>
                  <a:pt x="6923" y="12618"/>
                </a:cubicBezTo>
                <a:cubicBezTo>
                  <a:pt x="6974" y="12667"/>
                  <a:pt x="7036" y="12689"/>
                  <a:pt x="7096" y="12689"/>
                </a:cubicBezTo>
                <a:cubicBezTo>
                  <a:pt x="7224" y="12689"/>
                  <a:pt x="7346" y="12591"/>
                  <a:pt x="7346" y="12442"/>
                </a:cubicBezTo>
                <a:cubicBezTo>
                  <a:pt x="7346" y="12304"/>
                  <a:pt x="7237" y="12194"/>
                  <a:pt x="7099" y="12194"/>
                </a:cubicBezTo>
                <a:close/>
                <a:moveTo>
                  <a:pt x="8318" y="12194"/>
                </a:moveTo>
                <a:cubicBezTo>
                  <a:pt x="8099" y="12194"/>
                  <a:pt x="7989" y="12461"/>
                  <a:pt x="8146" y="12618"/>
                </a:cubicBezTo>
                <a:cubicBezTo>
                  <a:pt x="8195" y="12667"/>
                  <a:pt x="8256" y="12689"/>
                  <a:pt x="8316" y="12689"/>
                </a:cubicBezTo>
                <a:cubicBezTo>
                  <a:pt x="8443" y="12689"/>
                  <a:pt x="8565" y="12591"/>
                  <a:pt x="8565" y="12442"/>
                </a:cubicBezTo>
                <a:cubicBezTo>
                  <a:pt x="8565" y="12304"/>
                  <a:pt x="8456" y="12194"/>
                  <a:pt x="8318" y="12194"/>
                </a:cubicBezTo>
                <a:close/>
                <a:moveTo>
                  <a:pt x="9537" y="12194"/>
                </a:moveTo>
                <a:cubicBezTo>
                  <a:pt x="9318" y="12194"/>
                  <a:pt x="9208" y="12461"/>
                  <a:pt x="9365" y="12618"/>
                </a:cubicBezTo>
                <a:cubicBezTo>
                  <a:pt x="9414" y="12667"/>
                  <a:pt x="9475" y="12689"/>
                  <a:pt x="9535" y="12689"/>
                </a:cubicBezTo>
                <a:cubicBezTo>
                  <a:pt x="9662" y="12689"/>
                  <a:pt x="9785" y="12591"/>
                  <a:pt x="9785" y="12442"/>
                </a:cubicBezTo>
                <a:cubicBezTo>
                  <a:pt x="9785" y="12304"/>
                  <a:pt x="9675" y="12194"/>
                  <a:pt x="9537" y="12194"/>
                </a:cubicBezTo>
                <a:close/>
                <a:moveTo>
                  <a:pt x="1" y="13545"/>
                </a:moveTo>
                <a:lnTo>
                  <a:pt x="1" y="13777"/>
                </a:lnTo>
                <a:cubicBezTo>
                  <a:pt x="38" y="13705"/>
                  <a:pt x="38" y="13617"/>
                  <a:pt x="1" y="13545"/>
                </a:cubicBezTo>
                <a:close/>
                <a:moveTo>
                  <a:pt x="10653" y="13439"/>
                </a:moveTo>
                <a:lnTo>
                  <a:pt x="10653" y="13439"/>
                </a:lnTo>
                <a:cubicBezTo>
                  <a:pt x="10427" y="13545"/>
                  <a:pt x="10486" y="13884"/>
                  <a:pt x="10734" y="13906"/>
                </a:cubicBezTo>
                <a:cubicBezTo>
                  <a:pt x="10728" y="13877"/>
                  <a:pt x="10725" y="13846"/>
                  <a:pt x="10718" y="13818"/>
                </a:cubicBezTo>
                <a:cubicBezTo>
                  <a:pt x="10696" y="13689"/>
                  <a:pt x="10675" y="13564"/>
                  <a:pt x="10653" y="13439"/>
                </a:cubicBezTo>
                <a:close/>
                <a:moveTo>
                  <a:pt x="1000" y="13414"/>
                </a:moveTo>
                <a:cubicBezTo>
                  <a:pt x="781" y="13414"/>
                  <a:pt x="671" y="13680"/>
                  <a:pt x="828" y="13837"/>
                </a:cubicBezTo>
                <a:cubicBezTo>
                  <a:pt x="878" y="13886"/>
                  <a:pt x="939" y="13908"/>
                  <a:pt x="999" y="13908"/>
                </a:cubicBezTo>
                <a:cubicBezTo>
                  <a:pt x="1126" y="13908"/>
                  <a:pt x="1248" y="13810"/>
                  <a:pt x="1248" y="13661"/>
                </a:cubicBezTo>
                <a:cubicBezTo>
                  <a:pt x="1248" y="13526"/>
                  <a:pt x="1138" y="13414"/>
                  <a:pt x="1000" y="13414"/>
                </a:cubicBezTo>
                <a:close/>
                <a:moveTo>
                  <a:pt x="2223" y="13414"/>
                </a:moveTo>
                <a:cubicBezTo>
                  <a:pt x="2000" y="13414"/>
                  <a:pt x="1890" y="13680"/>
                  <a:pt x="2047" y="13837"/>
                </a:cubicBezTo>
                <a:cubicBezTo>
                  <a:pt x="2097" y="13886"/>
                  <a:pt x="2158" y="13908"/>
                  <a:pt x="2218" y="13908"/>
                </a:cubicBezTo>
                <a:cubicBezTo>
                  <a:pt x="2345" y="13908"/>
                  <a:pt x="2467" y="13810"/>
                  <a:pt x="2467" y="13661"/>
                </a:cubicBezTo>
                <a:cubicBezTo>
                  <a:pt x="2467" y="13526"/>
                  <a:pt x="2357" y="13414"/>
                  <a:pt x="2223" y="13414"/>
                </a:cubicBezTo>
                <a:close/>
                <a:moveTo>
                  <a:pt x="3442" y="13414"/>
                </a:moveTo>
                <a:cubicBezTo>
                  <a:pt x="3222" y="13414"/>
                  <a:pt x="3110" y="13680"/>
                  <a:pt x="3266" y="13837"/>
                </a:cubicBezTo>
                <a:cubicBezTo>
                  <a:pt x="3317" y="13886"/>
                  <a:pt x="3378" y="13908"/>
                  <a:pt x="3438" y="13908"/>
                </a:cubicBezTo>
                <a:cubicBezTo>
                  <a:pt x="3565" y="13908"/>
                  <a:pt x="3686" y="13810"/>
                  <a:pt x="3686" y="13661"/>
                </a:cubicBezTo>
                <a:cubicBezTo>
                  <a:pt x="3686" y="13526"/>
                  <a:pt x="3576" y="13414"/>
                  <a:pt x="3442" y="13414"/>
                </a:cubicBezTo>
                <a:close/>
                <a:moveTo>
                  <a:pt x="4661" y="13414"/>
                </a:moveTo>
                <a:cubicBezTo>
                  <a:pt x="4441" y="13414"/>
                  <a:pt x="4332" y="13680"/>
                  <a:pt x="4485" y="13837"/>
                </a:cubicBezTo>
                <a:cubicBezTo>
                  <a:pt x="4536" y="13886"/>
                  <a:pt x="4597" y="13908"/>
                  <a:pt x="4658" y="13908"/>
                </a:cubicBezTo>
                <a:cubicBezTo>
                  <a:pt x="4786" y="13908"/>
                  <a:pt x="4908" y="13810"/>
                  <a:pt x="4908" y="13661"/>
                </a:cubicBezTo>
                <a:cubicBezTo>
                  <a:pt x="4908" y="13526"/>
                  <a:pt x="4795" y="13414"/>
                  <a:pt x="4661" y="13414"/>
                </a:cubicBezTo>
                <a:close/>
                <a:moveTo>
                  <a:pt x="5880" y="13414"/>
                </a:moveTo>
                <a:cubicBezTo>
                  <a:pt x="5660" y="13414"/>
                  <a:pt x="5551" y="13680"/>
                  <a:pt x="5704" y="13837"/>
                </a:cubicBezTo>
                <a:cubicBezTo>
                  <a:pt x="5755" y="13886"/>
                  <a:pt x="5817" y="13908"/>
                  <a:pt x="5877" y="13908"/>
                </a:cubicBezTo>
                <a:cubicBezTo>
                  <a:pt x="6005" y="13908"/>
                  <a:pt x="6127" y="13810"/>
                  <a:pt x="6127" y="13661"/>
                </a:cubicBezTo>
                <a:cubicBezTo>
                  <a:pt x="6127" y="13526"/>
                  <a:pt x="6015" y="13414"/>
                  <a:pt x="5880" y="13414"/>
                </a:cubicBezTo>
                <a:close/>
                <a:moveTo>
                  <a:pt x="7099" y="13414"/>
                </a:moveTo>
                <a:cubicBezTo>
                  <a:pt x="6879" y="13414"/>
                  <a:pt x="6770" y="13680"/>
                  <a:pt x="6923" y="13837"/>
                </a:cubicBezTo>
                <a:cubicBezTo>
                  <a:pt x="6974" y="13886"/>
                  <a:pt x="7036" y="13908"/>
                  <a:pt x="7096" y="13908"/>
                </a:cubicBezTo>
                <a:cubicBezTo>
                  <a:pt x="7224" y="13908"/>
                  <a:pt x="7346" y="13810"/>
                  <a:pt x="7346" y="13661"/>
                </a:cubicBezTo>
                <a:cubicBezTo>
                  <a:pt x="7346" y="13526"/>
                  <a:pt x="7237" y="13414"/>
                  <a:pt x="7099" y="13414"/>
                </a:cubicBezTo>
                <a:close/>
                <a:moveTo>
                  <a:pt x="8318" y="13414"/>
                </a:moveTo>
                <a:cubicBezTo>
                  <a:pt x="8099" y="13414"/>
                  <a:pt x="7989" y="13680"/>
                  <a:pt x="8146" y="13837"/>
                </a:cubicBezTo>
                <a:cubicBezTo>
                  <a:pt x="8195" y="13886"/>
                  <a:pt x="8256" y="13908"/>
                  <a:pt x="8316" y="13908"/>
                </a:cubicBezTo>
                <a:cubicBezTo>
                  <a:pt x="8443" y="13908"/>
                  <a:pt x="8565" y="13810"/>
                  <a:pt x="8565" y="13661"/>
                </a:cubicBezTo>
                <a:cubicBezTo>
                  <a:pt x="8565" y="13526"/>
                  <a:pt x="8456" y="13414"/>
                  <a:pt x="8318" y="13414"/>
                </a:cubicBezTo>
                <a:close/>
                <a:moveTo>
                  <a:pt x="9537" y="13414"/>
                </a:moveTo>
                <a:cubicBezTo>
                  <a:pt x="9318" y="13414"/>
                  <a:pt x="9208" y="13680"/>
                  <a:pt x="9365" y="13837"/>
                </a:cubicBezTo>
                <a:cubicBezTo>
                  <a:pt x="9414" y="13886"/>
                  <a:pt x="9475" y="13908"/>
                  <a:pt x="9535" y="13908"/>
                </a:cubicBezTo>
                <a:cubicBezTo>
                  <a:pt x="9662" y="13908"/>
                  <a:pt x="9785" y="13810"/>
                  <a:pt x="9785" y="13661"/>
                </a:cubicBezTo>
                <a:cubicBezTo>
                  <a:pt x="9785" y="13526"/>
                  <a:pt x="9675" y="13414"/>
                  <a:pt x="9537" y="13414"/>
                </a:cubicBezTo>
                <a:close/>
                <a:moveTo>
                  <a:pt x="1" y="14764"/>
                </a:moveTo>
                <a:lnTo>
                  <a:pt x="1" y="14996"/>
                </a:lnTo>
                <a:cubicBezTo>
                  <a:pt x="38" y="14924"/>
                  <a:pt x="38" y="14836"/>
                  <a:pt x="1" y="14764"/>
                </a:cubicBezTo>
                <a:close/>
                <a:moveTo>
                  <a:pt x="10759" y="14633"/>
                </a:moveTo>
                <a:cubicBezTo>
                  <a:pt x="10612" y="14633"/>
                  <a:pt x="10496" y="14761"/>
                  <a:pt x="10512" y="14905"/>
                </a:cubicBezTo>
                <a:cubicBezTo>
                  <a:pt x="10523" y="15034"/>
                  <a:pt x="10632" y="15127"/>
                  <a:pt x="10754" y="15127"/>
                </a:cubicBezTo>
                <a:cubicBezTo>
                  <a:pt x="10771" y="15127"/>
                  <a:pt x="10789" y="15125"/>
                  <a:pt x="10806" y="15121"/>
                </a:cubicBezTo>
                <a:cubicBezTo>
                  <a:pt x="10816" y="14965"/>
                  <a:pt x="10816" y="14805"/>
                  <a:pt x="10809" y="14639"/>
                </a:cubicBezTo>
                <a:cubicBezTo>
                  <a:pt x="10798" y="14637"/>
                  <a:pt x="10786" y="14634"/>
                  <a:pt x="10774" y="14634"/>
                </a:cubicBezTo>
                <a:cubicBezTo>
                  <a:pt x="10769" y="14634"/>
                  <a:pt x="10764" y="14635"/>
                  <a:pt x="10759" y="14636"/>
                </a:cubicBezTo>
                <a:lnTo>
                  <a:pt x="10759" y="14633"/>
                </a:lnTo>
                <a:close/>
                <a:moveTo>
                  <a:pt x="1000" y="14633"/>
                </a:moveTo>
                <a:cubicBezTo>
                  <a:pt x="781" y="14633"/>
                  <a:pt x="671" y="14899"/>
                  <a:pt x="828" y="15056"/>
                </a:cubicBezTo>
                <a:cubicBezTo>
                  <a:pt x="878" y="15105"/>
                  <a:pt x="939" y="15127"/>
                  <a:pt x="999" y="15127"/>
                </a:cubicBezTo>
                <a:cubicBezTo>
                  <a:pt x="1126" y="15127"/>
                  <a:pt x="1248" y="15029"/>
                  <a:pt x="1248" y="14880"/>
                </a:cubicBezTo>
                <a:cubicBezTo>
                  <a:pt x="1248" y="14745"/>
                  <a:pt x="1138" y="14636"/>
                  <a:pt x="1000" y="14636"/>
                </a:cubicBezTo>
                <a:lnTo>
                  <a:pt x="1000" y="14633"/>
                </a:lnTo>
                <a:close/>
                <a:moveTo>
                  <a:pt x="2223" y="14633"/>
                </a:moveTo>
                <a:cubicBezTo>
                  <a:pt x="2000" y="14633"/>
                  <a:pt x="1890" y="14899"/>
                  <a:pt x="2047" y="15056"/>
                </a:cubicBezTo>
                <a:cubicBezTo>
                  <a:pt x="2097" y="15105"/>
                  <a:pt x="2158" y="15127"/>
                  <a:pt x="2218" y="15127"/>
                </a:cubicBezTo>
                <a:cubicBezTo>
                  <a:pt x="2345" y="15127"/>
                  <a:pt x="2467" y="15029"/>
                  <a:pt x="2467" y="14880"/>
                </a:cubicBezTo>
                <a:cubicBezTo>
                  <a:pt x="2467" y="14745"/>
                  <a:pt x="2357" y="14636"/>
                  <a:pt x="2223" y="14636"/>
                </a:cubicBezTo>
                <a:lnTo>
                  <a:pt x="2223" y="14633"/>
                </a:lnTo>
                <a:close/>
                <a:moveTo>
                  <a:pt x="3442" y="14633"/>
                </a:moveTo>
                <a:cubicBezTo>
                  <a:pt x="3222" y="14633"/>
                  <a:pt x="3110" y="14899"/>
                  <a:pt x="3266" y="15056"/>
                </a:cubicBezTo>
                <a:cubicBezTo>
                  <a:pt x="3317" y="15105"/>
                  <a:pt x="3378" y="15127"/>
                  <a:pt x="3438" y="15127"/>
                </a:cubicBezTo>
                <a:cubicBezTo>
                  <a:pt x="3565" y="15127"/>
                  <a:pt x="3686" y="15029"/>
                  <a:pt x="3686" y="14880"/>
                </a:cubicBezTo>
                <a:cubicBezTo>
                  <a:pt x="3686" y="14745"/>
                  <a:pt x="3576" y="14636"/>
                  <a:pt x="3442" y="14636"/>
                </a:cubicBezTo>
                <a:lnTo>
                  <a:pt x="3442" y="14633"/>
                </a:lnTo>
                <a:close/>
                <a:moveTo>
                  <a:pt x="4661" y="14633"/>
                </a:moveTo>
                <a:cubicBezTo>
                  <a:pt x="4441" y="14633"/>
                  <a:pt x="4332" y="14899"/>
                  <a:pt x="4485" y="15056"/>
                </a:cubicBezTo>
                <a:cubicBezTo>
                  <a:pt x="4536" y="15105"/>
                  <a:pt x="4597" y="15127"/>
                  <a:pt x="4658" y="15127"/>
                </a:cubicBezTo>
                <a:cubicBezTo>
                  <a:pt x="4786" y="15127"/>
                  <a:pt x="4908" y="15029"/>
                  <a:pt x="4908" y="14880"/>
                </a:cubicBezTo>
                <a:cubicBezTo>
                  <a:pt x="4908" y="14745"/>
                  <a:pt x="4795" y="14636"/>
                  <a:pt x="4661" y="14636"/>
                </a:cubicBezTo>
                <a:lnTo>
                  <a:pt x="4661" y="14633"/>
                </a:lnTo>
                <a:close/>
                <a:moveTo>
                  <a:pt x="5880" y="14633"/>
                </a:moveTo>
                <a:cubicBezTo>
                  <a:pt x="5660" y="14633"/>
                  <a:pt x="5551" y="14899"/>
                  <a:pt x="5704" y="15056"/>
                </a:cubicBezTo>
                <a:cubicBezTo>
                  <a:pt x="5755" y="15105"/>
                  <a:pt x="5817" y="15127"/>
                  <a:pt x="5877" y="15127"/>
                </a:cubicBezTo>
                <a:cubicBezTo>
                  <a:pt x="6005" y="15127"/>
                  <a:pt x="6127" y="15029"/>
                  <a:pt x="6127" y="14880"/>
                </a:cubicBezTo>
                <a:cubicBezTo>
                  <a:pt x="6127" y="14745"/>
                  <a:pt x="6015" y="14636"/>
                  <a:pt x="5880" y="14636"/>
                </a:cubicBezTo>
                <a:lnTo>
                  <a:pt x="5880" y="14633"/>
                </a:lnTo>
                <a:close/>
                <a:moveTo>
                  <a:pt x="7099" y="14633"/>
                </a:moveTo>
                <a:cubicBezTo>
                  <a:pt x="6879" y="14633"/>
                  <a:pt x="6770" y="14899"/>
                  <a:pt x="6923" y="15056"/>
                </a:cubicBezTo>
                <a:cubicBezTo>
                  <a:pt x="6974" y="15105"/>
                  <a:pt x="7036" y="15127"/>
                  <a:pt x="7096" y="15127"/>
                </a:cubicBezTo>
                <a:cubicBezTo>
                  <a:pt x="7224" y="15127"/>
                  <a:pt x="7346" y="15029"/>
                  <a:pt x="7346" y="14880"/>
                </a:cubicBezTo>
                <a:cubicBezTo>
                  <a:pt x="7346" y="14745"/>
                  <a:pt x="7237" y="14636"/>
                  <a:pt x="7099" y="14636"/>
                </a:cubicBezTo>
                <a:lnTo>
                  <a:pt x="7099" y="14633"/>
                </a:lnTo>
                <a:close/>
                <a:moveTo>
                  <a:pt x="8318" y="14633"/>
                </a:moveTo>
                <a:cubicBezTo>
                  <a:pt x="8099" y="14633"/>
                  <a:pt x="7989" y="14899"/>
                  <a:pt x="8146" y="15056"/>
                </a:cubicBezTo>
                <a:cubicBezTo>
                  <a:pt x="8195" y="15105"/>
                  <a:pt x="8256" y="15127"/>
                  <a:pt x="8316" y="15127"/>
                </a:cubicBezTo>
                <a:cubicBezTo>
                  <a:pt x="8443" y="15127"/>
                  <a:pt x="8565" y="15029"/>
                  <a:pt x="8565" y="14880"/>
                </a:cubicBezTo>
                <a:cubicBezTo>
                  <a:pt x="8565" y="14745"/>
                  <a:pt x="8456" y="14636"/>
                  <a:pt x="8318" y="14636"/>
                </a:cubicBezTo>
                <a:lnTo>
                  <a:pt x="8318" y="14633"/>
                </a:lnTo>
                <a:close/>
                <a:moveTo>
                  <a:pt x="9537" y="14633"/>
                </a:moveTo>
                <a:cubicBezTo>
                  <a:pt x="9318" y="14633"/>
                  <a:pt x="9208" y="14899"/>
                  <a:pt x="9365" y="15056"/>
                </a:cubicBezTo>
                <a:cubicBezTo>
                  <a:pt x="9414" y="15105"/>
                  <a:pt x="9475" y="15127"/>
                  <a:pt x="9535" y="15127"/>
                </a:cubicBezTo>
                <a:cubicBezTo>
                  <a:pt x="9662" y="15127"/>
                  <a:pt x="9785" y="15029"/>
                  <a:pt x="9785" y="14880"/>
                </a:cubicBezTo>
                <a:cubicBezTo>
                  <a:pt x="9785" y="14745"/>
                  <a:pt x="9675" y="14636"/>
                  <a:pt x="9537" y="14636"/>
                </a:cubicBezTo>
                <a:lnTo>
                  <a:pt x="9537" y="14633"/>
                </a:lnTo>
                <a:close/>
                <a:moveTo>
                  <a:pt x="1" y="15983"/>
                </a:moveTo>
                <a:lnTo>
                  <a:pt x="1" y="16215"/>
                </a:lnTo>
                <a:cubicBezTo>
                  <a:pt x="38" y="16143"/>
                  <a:pt x="38" y="16055"/>
                  <a:pt x="1" y="15983"/>
                </a:cubicBezTo>
                <a:close/>
                <a:moveTo>
                  <a:pt x="10703" y="15861"/>
                </a:moveTo>
                <a:lnTo>
                  <a:pt x="10703" y="15861"/>
                </a:lnTo>
                <a:cubicBezTo>
                  <a:pt x="10590" y="15886"/>
                  <a:pt x="10512" y="15986"/>
                  <a:pt x="10512" y="16099"/>
                </a:cubicBezTo>
                <a:cubicBezTo>
                  <a:pt x="10512" y="16165"/>
                  <a:pt x="10537" y="16228"/>
                  <a:pt x="10581" y="16272"/>
                </a:cubicBezTo>
                <a:cubicBezTo>
                  <a:pt x="10631" y="16137"/>
                  <a:pt x="10671" y="15999"/>
                  <a:pt x="10703" y="15861"/>
                </a:cubicBezTo>
                <a:close/>
                <a:moveTo>
                  <a:pt x="1000" y="15855"/>
                </a:moveTo>
                <a:cubicBezTo>
                  <a:pt x="781" y="15855"/>
                  <a:pt x="671" y="16118"/>
                  <a:pt x="828" y="16275"/>
                </a:cubicBezTo>
                <a:cubicBezTo>
                  <a:pt x="878" y="16325"/>
                  <a:pt x="939" y="16348"/>
                  <a:pt x="999" y="16348"/>
                </a:cubicBezTo>
                <a:cubicBezTo>
                  <a:pt x="1126" y="16348"/>
                  <a:pt x="1248" y="16248"/>
                  <a:pt x="1248" y="16099"/>
                </a:cubicBezTo>
                <a:cubicBezTo>
                  <a:pt x="1248" y="15964"/>
                  <a:pt x="1138" y="15855"/>
                  <a:pt x="1000" y="15855"/>
                </a:cubicBezTo>
                <a:close/>
                <a:moveTo>
                  <a:pt x="2223" y="15855"/>
                </a:moveTo>
                <a:cubicBezTo>
                  <a:pt x="2000" y="15855"/>
                  <a:pt x="1890" y="16118"/>
                  <a:pt x="2047" y="16275"/>
                </a:cubicBezTo>
                <a:cubicBezTo>
                  <a:pt x="2097" y="16325"/>
                  <a:pt x="2158" y="16348"/>
                  <a:pt x="2218" y="16348"/>
                </a:cubicBezTo>
                <a:cubicBezTo>
                  <a:pt x="2345" y="16348"/>
                  <a:pt x="2467" y="16248"/>
                  <a:pt x="2467" y="16099"/>
                </a:cubicBezTo>
                <a:cubicBezTo>
                  <a:pt x="2467" y="15964"/>
                  <a:pt x="2357" y="15855"/>
                  <a:pt x="2223" y="15855"/>
                </a:cubicBezTo>
                <a:close/>
                <a:moveTo>
                  <a:pt x="3442" y="15855"/>
                </a:moveTo>
                <a:cubicBezTo>
                  <a:pt x="3222" y="15855"/>
                  <a:pt x="3110" y="16118"/>
                  <a:pt x="3266" y="16275"/>
                </a:cubicBezTo>
                <a:cubicBezTo>
                  <a:pt x="3317" y="16325"/>
                  <a:pt x="3378" y="16348"/>
                  <a:pt x="3438" y="16348"/>
                </a:cubicBezTo>
                <a:cubicBezTo>
                  <a:pt x="3565" y="16348"/>
                  <a:pt x="3686" y="16248"/>
                  <a:pt x="3686" y="16099"/>
                </a:cubicBezTo>
                <a:cubicBezTo>
                  <a:pt x="3686" y="15964"/>
                  <a:pt x="3576" y="15855"/>
                  <a:pt x="3442" y="15855"/>
                </a:cubicBezTo>
                <a:close/>
                <a:moveTo>
                  <a:pt x="4661" y="15855"/>
                </a:moveTo>
                <a:cubicBezTo>
                  <a:pt x="4441" y="15855"/>
                  <a:pt x="4332" y="16118"/>
                  <a:pt x="4485" y="16275"/>
                </a:cubicBezTo>
                <a:cubicBezTo>
                  <a:pt x="4536" y="16325"/>
                  <a:pt x="4598" y="16348"/>
                  <a:pt x="4658" y="16348"/>
                </a:cubicBezTo>
                <a:cubicBezTo>
                  <a:pt x="4786" y="16348"/>
                  <a:pt x="4908" y="16248"/>
                  <a:pt x="4908" y="16099"/>
                </a:cubicBezTo>
                <a:cubicBezTo>
                  <a:pt x="4908" y="15964"/>
                  <a:pt x="4795" y="15855"/>
                  <a:pt x="4661" y="15855"/>
                </a:cubicBezTo>
                <a:close/>
                <a:moveTo>
                  <a:pt x="5880" y="15855"/>
                </a:moveTo>
                <a:cubicBezTo>
                  <a:pt x="5660" y="15855"/>
                  <a:pt x="5551" y="16118"/>
                  <a:pt x="5704" y="16275"/>
                </a:cubicBezTo>
                <a:cubicBezTo>
                  <a:pt x="5755" y="16325"/>
                  <a:pt x="5817" y="16348"/>
                  <a:pt x="5877" y="16348"/>
                </a:cubicBezTo>
                <a:cubicBezTo>
                  <a:pt x="6005" y="16348"/>
                  <a:pt x="6127" y="16248"/>
                  <a:pt x="6127" y="16099"/>
                </a:cubicBezTo>
                <a:cubicBezTo>
                  <a:pt x="6127" y="15964"/>
                  <a:pt x="6015" y="15855"/>
                  <a:pt x="5880" y="15855"/>
                </a:cubicBezTo>
                <a:close/>
                <a:moveTo>
                  <a:pt x="7099" y="15855"/>
                </a:moveTo>
                <a:cubicBezTo>
                  <a:pt x="6879" y="15855"/>
                  <a:pt x="6770" y="16118"/>
                  <a:pt x="6923" y="16275"/>
                </a:cubicBezTo>
                <a:cubicBezTo>
                  <a:pt x="6974" y="16325"/>
                  <a:pt x="7036" y="16348"/>
                  <a:pt x="7096" y="16348"/>
                </a:cubicBezTo>
                <a:cubicBezTo>
                  <a:pt x="7224" y="16348"/>
                  <a:pt x="7346" y="16248"/>
                  <a:pt x="7346" y="16099"/>
                </a:cubicBezTo>
                <a:cubicBezTo>
                  <a:pt x="7346" y="15964"/>
                  <a:pt x="7237" y="15855"/>
                  <a:pt x="7099" y="15855"/>
                </a:cubicBezTo>
                <a:close/>
                <a:moveTo>
                  <a:pt x="8318" y="15855"/>
                </a:moveTo>
                <a:cubicBezTo>
                  <a:pt x="8099" y="15855"/>
                  <a:pt x="7989" y="16118"/>
                  <a:pt x="8146" y="16275"/>
                </a:cubicBezTo>
                <a:cubicBezTo>
                  <a:pt x="8195" y="16325"/>
                  <a:pt x="8256" y="16348"/>
                  <a:pt x="8316" y="16348"/>
                </a:cubicBezTo>
                <a:cubicBezTo>
                  <a:pt x="8443" y="16348"/>
                  <a:pt x="8565" y="16248"/>
                  <a:pt x="8565" y="16099"/>
                </a:cubicBezTo>
                <a:cubicBezTo>
                  <a:pt x="8565" y="15964"/>
                  <a:pt x="8456" y="15855"/>
                  <a:pt x="8318" y="15855"/>
                </a:cubicBezTo>
                <a:close/>
                <a:moveTo>
                  <a:pt x="9537" y="15855"/>
                </a:moveTo>
                <a:cubicBezTo>
                  <a:pt x="9318" y="15855"/>
                  <a:pt x="9208" y="16118"/>
                  <a:pt x="9365" y="16275"/>
                </a:cubicBezTo>
                <a:cubicBezTo>
                  <a:pt x="9414" y="16325"/>
                  <a:pt x="9475" y="16348"/>
                  <a:pt x="9535" y="16348"/>
                </a:cubicBezTo>
                <a:cubicBezTo>
                  <a:pt x="9662" y="16348"/>
                  <a:pt x="9785" y="16248"/>
                  <a:pt x="9785" y="16099"/>
                </a:cubicBezTo>
                <a:cubicBezTo>
                  <a:pt x="9785" y="15964"/>
                  <a:pt x="9675" y="15855"/>
                  <a:pt x="9537" y="15855"/>
                </a:cubicBezTo>
                <a:close/>
                <a:moveTo>
                  <a:pt x="1" y="17205"/>
                </a:moveTo>
                <a:lnTo>
                  <a:pt x="1" y="17434"/>
                </a:lnTo>
                <a:cubicBezTo>
                  <a:pt x="38" y="17362"/>
                  <a:pt x="38" y="17277"/>
                  <a:pt x="1" y="17205"/>
                </a:cubicBezTo>
                <a:close/>
                <a:moveTo>
                  <a:pt x="1000" y="17074"/>
                </a:moveTo>
                <a:cubicBezTo>
                  <a:pt x="781" y="17074"/>
                  <a:pt x="671" y="17340"/>
                  <a:pt x="828" y="17494"/>
                </a:cubicBezTo>
                <a:cubicBezTo>
                  <a:pt x="878" y="17545"/>
                  <a:pt x="940" y="17567"/>
                  <a:pt x="1001" y="17567"/>
                </a:cubicBezTo>
                <a:cubicBezTo>
                  <a:pt x="1127" y="17567"/>
                  <a:pt x="1248" y="17469"/>
                  <a:pt x="1248" y="17321"/>
                </a:cubicBezTo>
                <a:cubicBezTo>
                  <a:pt x="1248" y="17183"/>
                  <a:pt x="1138" y="17074"/>
                  <a:pt x="1000" y="17074"/>
                </a:cubicBezTo>
                <a:close/>
                <a:moveTo>
                  <a:pt x="2223" y="17074"/>
                </a:moveTo>
                <a:cubicBezTo>
                  <a:pt x="2000" y="17074"/>
                  <a:pt x="1890" y="17340"/>
                  <a:pt x="2047" y="17494"/>
                </a:cubicBezTo>
                <a:cubicBezTo>
                  <a:pt x="2097" y="17545"/>
                  <a:pt x="2159" y="17567"/>
                  <a:pt x="2220" y="17567"/>
                </a:cubicBezTo>
                <a:cubicBezTo>
                  <a:pt x="2346" y="17567"/>
                  <a:pt x="2467" y="17469"/>
                  <a:pt x="2467" y="17321"/>
                </a:cubicBezTo>
                <a:cubicBezTo>
                  <a:pt x="2467" y="17183"/>
                  <a:pt x="2357" y="17074"/>
                  <a:pt x="2223" y="17074"/>
                </a:cubicBezTo>
                <a:close/>
                <a:moveTo>
                  <a:pt x="3442" y="17074"/>
                </a:moveTo>
                <a:cubicBezTo>
                  <a:pt x="3222" y="17074"/>
                  <a:pt x="3110" y="17340"/>
                  <a:pt x="3266" y="17494"/>
                </a:cubicBezTo>
                <a:cubicBezTo>
                  <a:pt x="3317" y="17545"/>
                  <a:pt x="3379" y="17567"/>
                  <a:pt x="3440" y="17567"/>
                </a:cubicBezTo>
                <a:cubicBezTo>
                  <a:pt x="3566" y="17567"/>
                  <a:pt x="3686" y="17469"/>
                  <a:pt x="3686" y="17321"/>
                </a:cubicBezTo>
                <a:cubicBezTo>
                  <a:pt x="3686" y="17183"/>
                  <a:pt x="3576" y="17074"/>
                  <a:pt x="3442" y="17074"/>
                </a:cubicBezTo>
                <a:close/>
                <a:moveTo>
                  <a:pt x="4661" y="17074"/>
                </a:moveTo>
                <a:cubicBezTo>
                  <a:pt x="4441" y="17074"/>
                  <a:pt x="4332" y="17340"/>
                  <a:pt x="4485" y="17494"/>
                </a:cubicBezTo>
                <a:cubicBezTo>
                  <a:pt x="4536" y="17545"/>
                  <a:pt x="4599" y="17567"/>
                  <a:pt x="4660" y="17567"/>
                </a:cubicBezTo>
                <a:cubicBezTo>
                  <a:pt x="4787" y="17567"/>
                  <a:pt x="4908" y="17469"/>
                  <a:pt x="4908" y="17321"/>
                </a:cubicBezTo>
                <a:cubicBezTo>
                  <a:pt x="4908" y="17183"/>
                  <a:pt x="4795" y="17074"/>
                  <a:pt x="4661" y="17074"/>
                </a:cubicBezTo>
                <a:close/>
                <a:moveTo>
                  <a:pt x="5880" y="17074"/>
                </a:moveTo>
                <a:cubicBezTo>
                  <a:pt x="5660" y="17074"/>
                  <a:pt x="5551" y="17340"/>
                  <a:pt x="5704" y="17494"/>
                </a:cubicBezTo>
                <a:cubicBezTo>
                  <a:pt x="5755" y="17545"/>
                  <a:pt x="5818" y="17567"/>
                  <a:pt x="5879" y="17567"/>
                </a:cubicBezTo>
                <a:cubicBezTo>
                  <a:pt x="6006" y="17567"/>
                  <a:pt x="6127" y="17469"/>
                  <a:pt x="6127" y="17321"/>
                </a:cubicBezTo>
                <a:cubicBezTo>
                  <a:pt x="6127" y="17183"/>
                  <a:pt x="6015" y="17074"/>
                  <a:pt x="5880" y="17074"/>
                </a:cubicBezTo>
                <a:close/>
                <a:moveTo>
                  <a:pt x="7099" y="17074"/>
                </a:moveTo>
                <a:cubicBezTo>
                  <a:pt x="6879" y="17074"/>
                  <a:pt x="6770" y="17340"/>
                  <a:pt x="6923" y="17494"/>
                </a:cubicBezTo>
                <a:cubicBezTo>
                  <a:pt x="6974" y="17545"/>
                  <a:pt x="7037" y="17567"/>
                  <a:pt x="7098" y="17567"/>
                </a:cubicBezTo>
                <a:cubicBezTo>
                  <a:pt x="7225" y="17567"/>
                  <a:pt x="7346" y="17469"/>
                  <a:pt x="7346" y="17321"/>
                </a:cubicBezTo>
                <a:cubicBezTo>
                  <a:pt x="7346" y="17183"/>
                  <a:pt x="7237" y="17074"/>
                  <a:pt x="7099" y="17074"/>
                </a:cubicBezTo>
                <a:close/>
                <a:moveTo>
                  <a:pt x="8318" y="17074"/>
                </a:moveTo>
                <a:cubicBezTo>
                  <a:pt x="8099" y="17074"/>
                  <a:pt x="7989" y="17340"/>
                  <a:pt x="8146" y="17494"/>
                </a:cubicBezTo>
                <a:cubicBezTo>
                  <a:pt x="8195" y="17545"/>
                  <a:pt x="8257" y="17567"/>
                  <a:pt x="8318" y="17567"/>
                </a:cubicBezTo>
                <a:cubicBezTo>
                  <a:pt x="8444" y="17567"/>
                  <a:pt x="8565" y="17469"/>
                  <a:pt x="8565" y="17321"/>
                </a:cubicBezTo>
                <a:cubicBezTo>
                  <a:pt x="8565" y="17183"/>
                  <a:pt x="8456" y="17074"/>
                  <a:pt x="8318" y="17074"/>
                </a:cubicBezTo>
                <a:close/>
                <a:moveTo>
                  <a:pt x="9537" y="17074"/>
                </a:moveTo>
                <a:cubicBezTo>
                  <a:pt x="9318" y="17074"/>
                  <a:pt x="9208" y="17340"/>
                  <a:pt x="9365" y="17494"/>
                </a:cubicBezTo>
                <a:cubicBezTo>
                  <a:pt x="9415" y="17545"/>
                  <a:pt x="9476" y="17567"/>
                  <a:pt x="9537" y="17567"/>
                </a:cubicBezTo>
                <a:cubicBezTo>
                  <a:pt x="9663" y="17567"/>
                  <a:pt x="9785" y="17469"/>
                  <a:pt x="9785" y="17321"/>
                </a:cubicBezTo>
                <a:cubicBezTo>
                  <a:pt x="9785" y="17183"/>
                  <a:pt x="9675" y="17074"/>
                  <a:pt x="9537" y="17074"/>
                </a:cubicBezTo>
                <a:close/>
                <a:moveTo>
                  <a:pt x="2223" y="18293"/>
                </a:moveTo>
                <a:cubicBezTo>
                  <a:pt x="2151" y="18293"/>
                  <a:pt x="2082" y="18324"/>
                  <a:pt x="2035" y="18377"/>
                </a:cubicBezTo>
                <a:cubicBezTo>
                  <a:pt x="2179" y="18424"/>
                  <a:pt x="2323" y="18468"/>
                  <a:pt x="2467" y="18512"/>
                </a:cubicBezTo>
                <a:cubicBezTo>
                  <a:pt x="2451" y="18387"/>
                  <a:pt x="2345" y="18293"/>
                  <a:pt x="2223" y="18293"/>
                </a:cubicBezTo>
                <a:close/>
                <a:moveTo>
                  <a:pt x="8318" y="18293"/>
                </a:moveTo>
                <a:cubicBezTo>
                  <a:pt x="8164" y="18293"/>
                  <a:pt x="8048" y="18431"/>
                  <a:pt x="8077" y="18584"/>
                </a:cubicBezTo>
                <a:cubicBezTo>
                  <a:pt x="8230" y="18528"/>
                  <a:pt x="8381" y="18468"/>
                  <a:pt x="8525" y="18403"/>
                </a:cubicBezTo>
                <a:cubicBezTo>
                  <a:pt x="8478" y="18334"/>
                  <a:pt x="8403" y="18293"/>
                  <a:pt x="8318" y="18293"/>
                </a:cubicBezTo>
                <a:close/>
                <a:moveTo>
                  <a:pt x="3442" y="18293"/>
                </a:moveTo>
                <a:cubicBezTo>
                  <a:pt x="3219" y="18293"/>
                  <a:pt x="3110" y="18559"/>
                  <a:pt x="3266" y="18713"/>
                </a:cubicBezTo>
                <a:cubicBezTo>
                  <a:pt x="3354" y="18735"/>
                  <a:pt x="3445" y="18750"/>
                  <a:pt x="3533" y="18769"/>
                </a:cubicBezTo>
                <a:cubicBezTo>
                  <a:pt x="3783" y="18669"/>
                  <a:pt x="3711" y="18293"/>
                  <a:pt x="3442" y="18293"/>
                </a:cubicBezTo>
                <a:close/>
                <a:moveTo>
                  <a:pt x="4661" y="18293"/>
                </a:moveTo>
                <a:cubicBezTo>
                  <a:pt x="4441" y="18293"/>
                  <a:pt x="4332" y="18559"/>
                  <a:pt x="4485" y="18713"/>
                </a:cubicBezTo>
                <a:cubicBezTo>
                  <a:pt x="4536" y="18764"/>
                  <a:pt x="4599" y="18787"/>
                  <a:pt x="4660" y="18787"/>
                </a:cubicBezTo>
                <a:cubicBezTo>
                  <a:pt x="4787" y="18787"/>
                  <a:pt x="4908" y="18688"/>
                  <a:pt x="4908" y="18540"/>
                </a:cubicBezTo>
                <a:cubicBezTo>
                  <a:pt x="4908" y="18403"/>
                  <a:pt x="4795" y="18293"/>
                  <a:pt x="4661" y="18293"/>
                </a:cubicBezTo>
                <a:close/>
                <a:moveTo>
                  <a:pt x="5880" y="18293"/>
                </a:moveTo>
                <a:cubicBezTo>
                  <a:pt x="5660" y="18293"/>
                  <a:pt x="5551" y="18559"/>
                  <a:pt x="5704" y="18713"/>
                </a:cubicBezTo>
                <a:cubicBezTo>
                  <a:pt x="5755" y="18764"/>
                  <a:pt x="5818" y="18787"/>
                  <a:pt x="5879" y="18787"/>
                </a:cubicBezTo>
                <a:cubicBezTo>
                  <a:pt x="6006" y="18787"/>
                  <a:pt x="6127" y="18688"/>
                  <a:pt x="6127" y="18540"/>
                </a:cubicBezTo>
                <a:cubicBezTo>
                  <a:pt x="6127" y="18403"/>
                  <a:pt x="6015" y="18293"/>
                  <a:pt x="5880" y="18293"/>
                </a:cubicBezTo>
                <a:close/>
                <a:moveTo>
                  <a:pt x="7099" y="18293"/>
                </a:moveTo>
                <a:cubicBezTo>
                  <a:pt x="6879" y="18293"/>
                  <a:pt x="6770" y="18559"/>
                  <a:pt x="6923" y="18713"/>
                </a:cubicBezTo>
                <a:cubicBezTo>
                  <a:pt x="6974" y="18764"/>
                  <a:pt x="7037" y="18787"/>
                  <a:pt x="7098" y="18787"/>
                </a:cubicBezTo>
                <a:cubicBezTo>
                  <a:pt x="7225" y="18787"/>
                  <a:pt x="7346" y="18688"/>
                  <a:pt x="7346" y="18540"/>
                </a:cubicBezTo>
                <a:cubicBezTo>
                  <a:pt x="7346" y="18403"/>
                  <a:pt x="7237" y="18293"/>
                  <a:pt x="7099" y="1829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327" name="Google Shape;3327;p16"/>
          <p:cNvSpPr/>
          <p:nvPr/>
        </p:nvSpPr>
        <p:spPr>
          <a:xfrm rot="5400000">
            <a:off x="8209900" y="139625"/>
            <a:ext cx="1068458" cy="799753"/>
          </a:xfrm>
          <a:custGeom>
            <a:avLst/>
            <a:gdLst/>
            <a:ahLst/>
            <a:cxnLst/>
            <a:rect l="l" t="t" r="r" b="b"/>
            <a:pathLst>
              <a:path w="12733" h="10212" extrusionOk="0">
                <a:moveTo>
                  <a:pt x="0" y="0"/>
                </a:moveTo>
                <a:lnTo>
                  <a:pt x="0" y="10212"/>
                </a:lnTo>
                <a:cubicBezTo>
                  <a:pt x="8" y="10212"/>
                  <a:pt x="15" y="10212"/>
                  <a:pt x="23" y="10212"/>
                </a:cubicBezTo>
                <a:cubicBezTo>
                  <a:pt x="2460" y="10212"/>
                  <a:pt x="2081" y="6171"/>
                  <a:pt x="4185" y="6171"/>
                </a:cubicBezTo>
                <a:cubicBezTo>
                  <a:pt x="4313" y="6171"/>
                  <a:pt x="4451" y="6186"/>
                  <a:pt x="4600" y="6218"/>
                </a:cubicBezTo>
                <a:cubicBezTo>
                  <a:pt x="4960" y="6296"/>
                  <a:pt x="5296" y="6331"/>
                  <a:pt x="5609" y="6331"/>
                </a:cubicBezTo>
                <a:cubicBezTo>
                  <a:pt x="7544" y="6331"/>
                  <a:pt x="8602" y="4971"/>
                  <a:pt x="8950" y="3751"/>
                </a:cubicBezTo>
                <a:cubicBezTo>
                  <a:pt x="9492" y="1849"/>
                  <a:pt x="12733" y="4302"/>
                  <a:pt x="12459" y="0"/>
                </a:cubicBezTo>
                <a:close/>
              </a:path>
            </a:pathLst>
          </a:custGeom>
          <a:solidFill>
            <a:srgbClr val="69B0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lumns">
  <p:cSld name="CUSTOM_5">
    <p:spTree>
      <p:nvGrpSpPr>
        <p:cNvPr id="1" name="Shape 3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29" name="Google Shape;3329;p17"/>
          <p:cNvGrpSpPr/>
          <p:nvPr/>
        </p:nvGrpSpPr>
        <p:grpSpPr>
          <a:xfrm>
            <a:off x="1434034" y="1152447"/>
            <a:ext cx="2562605" cy="3315825"/>
            <a:chOff x="1434034" y="1152447"/>
            <a:chExt cx="2562605" cy="3315825"/>
          </a:xfrm>
        </p:grpSpPr>
        <p:sp>
          <p:nvSpPr>
            <p:cNvPr id="3330" name="Google Shape;3330;p17"/>
            <p:cNvSpPr/>
            <p:nvPr/>
          </p:nvSpPr>
          <p:spPr>
            <a:xfrm>
              <a:off x="1780549" y="4134376"/>
              <a:ext cx="2152402" cy="42356"/>
            </a:xfrm>
            <a:custGeom>
              <a:avLst/>
              <a:gdLst/>
              <a:ahLst/>
              <a:cxnLst/>
              <a:rect l="l" t="t" r="r" b="b"/>
              <a:pathLst>
                <a:path w="14330" h="282" extrusionOk="0">
                  <a:moveTo>
                    <a:pt x="0" y="1"/>
                  </a:moveTo>
                  <a:lnTo>
                    <a:pt x="0" y="282"/>
                  </a:lnTo>
                  <a:lnTo>
                    <a:pt x="142" y="282"/>
                  </a:lnTo>
                  <a:cubicBezTo>
                    <a:pt x="64" y="219"/>
                    <a:pt x="109" y="93"/>
                    <a:pt x="209" y="93"/>
                  </a:cubicBezTo>
                  <a:cubicBezTo>
                    <a:pt x="310" y="93"/>
                    <a:pt x="355" y="219"/>
                    <a:pt x="277" y="282"/>
                  </a:cubicBezTo>
                  <a:lnTo>
                    <a:pt x="669" y="282"/>
                  </a:lnTo>
                  <a:cubicBezTo>
                    <a:pt x="591" y="219"/>
                    <a:pt x="636" y="93"/>
                    <a:pt x="736" y="93"/>
                  </a:cubicBezTo>
                  <a:cubicBezTo>
                    <a:pt x="836" y="93"/>
                    <a:pt x="880" y="219"/>
                    <a:pt x="804" y="282"/>
                  </a:cubicBezTo>
                  <a:lnTo>
                    <a:pt x="1195" y="282"/>
                  </a:lnTo>
                  <a:cubicBezTo>
                    <a:pt x="1117" y="219"/>
                    <a:pt x="1162" y="93"/>
                    <a:pt x="1263" y="93"/>
                  </a:cubicBezTo>
                  <a:cubicBezTo>
                    <a:pt x="1362" y="93"/>
                    <a:pt x="1407" y="219"/>
                    <a:pt x="1329" y="282"/>
                  </a:cubicBezTo>
                  <a:lnTo>
                    <a:pt x="1721" y="282"/>
                  </a:lnTo>
                  <a:cubicBezTo>
                    <a:pt x="1644" y="219"/>
                    <a:pt x="1688" y="93"/>
                    <a:pt x="1788" y="93"/>
                  </a:cubicBezTo>
                  <a:cubicBezTo>
                    <a:pt x="1888" y="93"/>
                    <a:pt x="1933" y="219"/>
                    <a:pt x="1856" y="282"/>
                  </a:cubicBezTo>
                  <a:lnTo>
                    <a:pt x="2247" y="282"/>
                  </a:lnTo>
                  <a:cubicBezTo>
                    <a:pt x="2170" y="219"/>
                    <a:pt x="2215" y="93"/>
                    <a:pt x="2315" y="93"/>
                  </a:cubicBezTo>
                  <a:cubicBezTo>
                    <a:pt x="2415" y="93"/>
                    <a:pt x="2460" y="219"/>
                    <a:pt x="2382" y="282"/>
                  </a:cubicBezTo>
                  <a:lnTo>
                    <a:pt x="2774" y="282"/>
                  </a:lnTo>
                  <a:cubicBezTo>
                    <a:pt x="2696" y="219"/>
                    <a:pt x="2741" y="93"/>
                    <a:pt x="2841" y="93"/>
                  </a:cubicBezTo>
                  <a:cubicBezTo>
                    <a:pt x="2941" y="93"/>
                    <a:pt x="2985" y="219"/>
                    <a:pt x="2909" y="282"/>
                  </a:cubicBezTo>
                  <a:lnTo>
                    <a:pt x="3299" y="282"/>
                  </a:lnTo>
                  <a:cubicBezTo>
                    <a:pt x="3223" y="219"/>
                    <a:pt x="3268" y="93"/>
                    <a:pt x="3367" y="93"/>
                  </a:cubicBezTo>
                  <a:cubicBezTo>
                    <a:pt x="3467" y="93"/>
                    <a:pt x="3512" y="219"/>
                    <a:pt x="3434" y="282"/>
                  </a:cubicBezTo>
                  <a:lnTo>
                    <a:pt x="3826" y="282"/>
                  </a:lnTo>
                  <a:cubicBezTo>
                    <a:pt x="3749" y="219"/>
                    <a:pt x="3793" y="93"/>
                    <a:pt x="3893" y="93"/>
                  </a:cubicBezTo>
                  <a:cubicBezTo>
                    <a:pt x="3993" y="93"/>
                    <a:pt x="4038" y="219"/>
                    <a:pt x="3961" y="282"/>
                  </a:cubicBezTo>
                  <a:lnTo>
                    <a:pt x="4352" y="282"/>
                  </a:lnTo>
                  <a:cubicBezTo>
                    <a:pt x="4275" y="219"/>
                    <a:pt x="4320" y="93"/>
                    <a:pt x="4420" y="93"/>
                  </a:cubicBezTo>
                  <a:cubicBezTo>
                    <a:pt x="4520" y="93"/>
                    <a:pt x="4565" y="219"/>
                    <a:pt x="4487" y="282"/>
                  </a:cubicBezTo>
                  <a:lnTo>
                    <a:pt x="4879" y="282"/>
                  </a:lnTo>
                  <a:cubicBezTo>
                    <a:pt x="4801" y="219"/>
                    <a:pt x="4846" y="93"/>
                    <a:pt x="4947" y="93"/>
                  </a:cubicBezTo>
                  <a:cubicBezTo>
                    <a:pt x="5047" y="93"/>
                    <a:pt x="5091" y="219"/>
                    <a:pt x="5014" y="282"/>
                  </a:cubicBezTo>
                  <a:lnTo>
                    <a:pt x="5404" y="282"/>
                  </a:lnTo>
                  <a:cubicBezTo>
                    <a:pt x="5328" y="219"/>
                    <a:pt x="5373" y="93"/>
                    <a:pt x="5472" y="93"/>
                  </a:cubicBezTo>
                  <a:cubicBezTo>
                    <a:pt x="5572" y="93"/>
                    <a:pt x="5617" y="219"/>
                    <a:pt x="5539" y="282"/>
                  </a:cubicBezTo>
                  <a:lnTo>
                    <a:pt x="5931" y="282"/>
                  </a:lnTo>
                  <a:cubicBezTo>
                    <a:pt x="5853" y="219"/>
                    <a:pt x="5898" y="93"/>
                    <a:pt x="5999" y="93"/>
                  </a:cubicBezTo>
                  <a:cubicBezTo>
                    <a:pt x="6099" y="93"/>
                    <a:pt x="6144" y="219"/>
                    <a:pt x="6066" y="282"/>
                  </a:cubicBezTo>
                  <a:lnTo>
                    <a:pt x="6458" y="282"/>
                  </a:lnTo>
                  <a:cubicBezTo>
                    <a:pt x="6380" y="219"/>
                    <a:pt x="6425" y="93"/>
                    <a:pt x="6525" y="93"/>
                  </a:cubicBezTo>
                  <a:cubicBezTo>
                    <a:pt x="6625" y="93"/>
                    <a:pt x="6670" y="219"/>
                    <a:pt x="6593" y="282"/>
                  </a:cubicBezTo>
                  <a:lnTo>
                    <a:pt x="6984" y="282"/>
                  </a:lnTo>
                  <a:cubicBezTo>
                    <a:pt x="6907" y="219"/>
                    <a:pt x="6952" y="93"/>
                    <a:pt x="7052" y="93"/>
                  </a:cubicBezTo>
                  <a:cubicBezTo>
                    <a:pt x="7151" y="93"/>
                    <a:pt x="7196" y="219"/>
                    <a:pt x="7119" y="282"/>
                  </a:cubicBezTo>
                  <a:lnTo>
                    <a:pt x="7510" y="282"/>
                  </a:lnTo>
                  <a:cubicBezTo>
                    <a:pt x="7433" y="219"/>
                    <a:pt x="7478" y="93"/>
                    <a:pt x="7577" y="93"/>
                  </a:cubicBezTo>
                  <a:cubicBezTo>
                    <a:pt x="7677" y="93"/>
                    <a:pt x="7722" y="219"/>
                    <a:pt x="7645" y="282"/>
                  </a:cubicBezTo>
                  <a:lnTo>
                    <a:pt x="8036" y="282"/>
                  </a:lnTo>
                  <a:cubicBezTo>
                    <a:pt x="7959" y="219"/>
                    <a:pt x="8004" y="93"/>
                    <a:pt x="8104" y="93"/>
                  </a:cubicBezTo>
                  <a:cubicBezTo>
                    <a:pt x="8204" y="93"/>
                    <a:pt x="8249" y="219"/>
                    <a:pt x="8171" y="282"/>
                  </a:cubicBezTo>
                  <a:lnTo>
                    <a:pt x="8563" y="282"/>
                  </a:lnTo>
                  <a:cubicBezTo>
                    <a:pt x="8485" y="219"/>
                    <a:pt x="8530" y="93"/>
                    <a:pt x="8630" y="93"/>
                  </a:cubicBezTo>
                  <a:cubicBezTo>
                    <a:pt x="8731" y="93"/>
                    <a:pt x="8776" y="219"/>
                    <a:pt x="8698" y="282"/>
                  </a:cubicBezTo>
                  <a:lnTo>
                    <a:pt x="9089" y="282"/>
                  </a:lnTo>
                  <a:cubicBezTo>
                    <a:pt x="9012" y="219"/>
                    <a:pt x="9057" y="93"/>
                    <a:pt x="9157" y="93"/>
                  </a:cubicBezTo>
                  <a:cubicBezTo>
                    <a:pt x="9256" y="93"/>
                    <a:pt x="9301" y="219"/>
                    <a:pt x="9225" y="282"/>
                  </a:cubicBezTo>
                  <a:lnTo>
                    <a:pt x="9615" y="282"/>
                  </a:lnTo>
                  <a:cubicBezTo>
                    <a:pt x="9538" y="219"/>
                    <a:pt x="9582" y="93"/>
                    <a:pt x="9682" y="93"/>
                  </a:cubicBezTo>
                  <a:cubicBezTo>
                    <a:pt x="9783" y="93"/>
                    <a:pt x="9828" y="219"/>
                    <a:pt x="9750" y="282"/>
                  </a:cubicBezTo>
                  <a:lnTo>
                    <a:pt x="10142" y="282"/>
                  </a:lnTo>
                  <a:cubicBezTo>
                    <a:pt x="10064" y="219"/>
                    <a:pt x="10109" y="93"/>
                    <a:pt x="10209" y="93"/>
                  </a:cubicBezTo>
                  <a:cubicBezTo>
                    <a:pt x="10309" y="93"/>
                    <a:pt x="10354" y="219"/>
                    <a:pt x="10277" y="282"/>
                  </a:cubicBezTo>
                  <a:lnTo>
                    <a:pt x="10668" y="282"/>
                  </a:lnTo>
                  <a:cubicBezTo>
                    <a:pt x="10590" y="219"/>
                    <a:pt x="10636" y="93"/>
                    <a:pt x="10736" y="93"/>
                  </a:cubicBezTo>
                  <a:cubicBezTo>
                    <a:pt x="10836" y="93"/>
                    <a:pt x="10880" y="219"/>
                    <a:pt x="10803" y="282"/>
                  </a:cubicBezTo>
                  <a:lnTo>
                    <a:pt x="11194" y="282"/>
                  </a:lnTo>
                  <a:cubicBezTo>
                    <a:pt x="11117" y="219"/>
                    <a:pt x="11162" y="93"/>
                    <a:pt x="11261" y="93"/>
                  </a:cubicBezTo>
                  <a:cubicBezTo>
                    <a:pt x="11361" y="93"/>
                    <a:pt x="11406" y="219"/>
                    <a:pt x="11329" y="282"/>
                  </a:cubicBezTo>
                  <a:lnTo>
                    <a:pt x="11720" y="282"/>
                  </a:lnTo>
                  <a:cubicBezTo>
                    <a:pt x="11644" y="219"/>
                    <a:pt x="11688" y="93"/>
                    <a:pt x="11788" y="93"/>
                  </a:cubicBezTo>
                  <a:cubicBezTo>
                    <a:pt x="11888" y="93"/>
                    <a:pt x="11933" y="219"/>
                    <a:pt x="11855" y="282"/>
                  </a:cubicBezTo>
                  <a:lnTo>
                    <a:pt x="12247" y="282"/>
                  </a:lnTo>
                  <a:cubicBezTo>
                    <a:pt x="12169" y="219"/>
                    <a:pt x="12214" y="93"/>
                    <a:pt x="12314" y="93"/>
                  </a:cubicBezTo>
                  <a:cubicBezTo>
                    <a:pt x="12414" y="93"/>
                    <a:pt x="12459" y="219"/>
                    <a:pt x="12382" y="282"/>
                  </a:cubicBezTo>
                  <a:lnTo>
                    <a:pt x="12773" y="282"/>
                  </a:lnTo>
                  <a:cubicBezTo>
                    <a:pt x="12696" y="219"/>
                    <a:pt x="12741" y="93"/>
                    <a:pt x="12841" y="93"/>
                  </a:cubicBezTo>
                  <a:cubicBezTo>
                    <a:pt x="12940" y="93"/>
                    <a:pt x="12985" y="219"/>
                    <a:pt x="12908" y="282"/>
                  </a:cubicBezTo>
                  <a:lnTo>
                    <a:pt x="13300" y="282"/>
                  </a:lnTo>
                  <a:cubicBezTo>
                    <a:pt x="13222" y="219"/>
                    <a:pt x="13267" y="93"/>
                    <a:pt x="13366" y="93"/>
                  </a:cubicBezTo>
                  <a:cubicBezTo>
                    <a:pt x="13466" y="93"/>
                    <a:pt x="13511" y="219"/>
                    <a:pt x="13434" y="282"/>
                  </a:cubicBezTo>
                  <a:lnTo>
                    <a:pt x="13825" y="282"/>
                  </a:lnTo>
                  <a:cubicBezTo>
                    <a:pt x="13749" y="219"/>
                    <a:pt x="13793" y="93"/>
                    <a:pt x="13893" y="93"/>
                  </a:cubicBezTo>
                  <a:cubicBezTo>
                    <a:pt x="13993" y="93"/>
                    <a:pt x="14038" y="219"/>
                    <a:pt x="13960" y="282"/>
                  </a:cubicBezTo>
                  <a:lnTo>
                    <a:pt x="14048" y="282"/>
                  </a:lnTo>
                  <a:lnTo>
                    <a:pt x="14330" y="1"/>
                  </a:lnTo>
                  <a:close/>
                </a:path>
              </a:pathLst>
            </a:custGeom>
            <a:solidFill>
              <a:srgbClr val="F4F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31" name="Google Shape;3331;p17"/>
            <p:cNvSpPr/>
            <p:nvPr/>
          </p:nvSpPr>
          <p:spPr>
            <a:xfrm>
              <a:off x="1780549" y="1207421"/>
              <a:ext cx="2161414" cy="2914481"/>
            </a:xfrm>
            <a:custGeom>
              <a:avLst/>
              <a:gdLst/>
              <a:ahLst/>
              <a:cxnLst/>
              <a:rect l="l" t="t" r="r" b="b"/>
              <a:pathLst>
                <a:path w="14390" h="19404" extrusionOk="0">
                  <a:moveTo>
                    <a:pt x="0" y="0"/>
                  </a:moveTo>
                  <a:lnTo>
                    <a:pt x="0" y="19403"/>
                  </a:lnTo>
                  <a:lnTo>
                    <a:pt x="14389" y="19403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F4F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32" name="Google Shape;3332;p17"/>
            <p:cNvSpPr/>
            <p:nvPr/>
          </p:nvSpPr>
          <p:spPr>
            <a:xfrm>
              <a:off x="1489007" y="1262244"/>
              <a:ext cx="240624" cy="3099978"/>
            </a:xfrm>
            <a:custGeom>
              <a:avLst/>
              <a:gdLst/>
              <a:ahLst/>
              <a:cxnLst/>
              <a:rect l="l" t="t" r="r" b="b"/>
              <a:pathLst>
                <a:path w="1602" h="20639" extrusionOk="0">
                  <a:moveTo>
                    <a:pt x="1458" y="349"/>
                  </a:moveTo>
                  <a:cubicBezTo>
                    <a:pt x="1553" y="349"/>
                    <a:pt x="1601" y="463"/>
                    <a:pt x="1534" y="531"/>
                  </a:cubicBezTo>
                  <a:cubicBezTo>
                    <a:pt x="1512" y="552"/>
                    <a:pt x="1485" y="562"/>
                    <a:pt x="1459" y="562"/>
                  </a:cubicBezTo>
                  <a:cubicBezTo>
                    <a:pt x="1405" y="562"/>
                    <a:pt x="1353" y="520"/>
                    <a:pt x="1353" y="455"/>
                  </a:cubicBezTo>
                  <a:cubicBezTo>
                    <a:pt x="1353" y="396"/>
                    <a:pt x="1400" y="349"/>
                    <a:pt x="1458" y="349"/>
                  </a:cubicBezTo>
                  <a:close/>
                  <a:moveTo>
                    <a:pt x="932" y="875"/>
                  </a:moveTo>
                  <a:cubicBezTo>
                    <a:pt x="1027" y="875"/>
                    <a:pt x="1075" y="990"/>
                    <a:pt x="1007" y="1056"/>
                  </a:cubicBezTo>
                  <a:cubicBezTo>
                    <a:pt x="986" y="1078"/>
                    <a:pt x="959" y="1088"/>
                    <a:pt x="933" y="1088"/>
                  </a:cubicBezTo>
                  <a:cubicBezTo>
                    <a:pt x="878" y="1088"/>
                    <a:pt x="826" y="1046"/>
                    <a:pt x="826" y="981"/>
                  </a:cubicBezTo>
                  <a:cubicBezTo>
                    <a:pt x="826" y="922"/>
                    <a:pt x="873" y="875"/>
                    <a:pt x="932" y="875"/>
                  </a:cubicBezTo>
                  <a:close/>
                  <a:moveTo>
                    <a:pt x="1458" y="875"/>
                  </a:moveTo>
                  <a:cubicBezTo>
                    <a:pt x="1553" y="875"/>
                    <a:pt x="1601" y="990"/>
                    <a:pt x="1534" y="1056"/>
                  </a:cubicBezTo>
                  <a:cubicBezTo>
                    <a:pt x="1512" y="1078"/>
                    <a:pt x="1485" y="1088"/>
                    <a:pt x="1459" y="1088"/>
                  </a:cubicBezTo>
                  <a:cubicBezTo>
                    <a:pt x="1405" y="1088"/>
                    <a:pt x="1353" y="1046"/>
                    <a:pt x="1353" y="981"/>
                  </a:cubicBezTo>
                  <a:cubicBezTo>
                    <a:pt x="1353" y="922"/>
                    <a:pt x="1400" y="875"/>
                    <a:pt x="1458" y="875"/>
                  </a:cubicBezTo>
                  <a:close/>
                  <a:moveTo>
                    <a:pt x="406" y="1402"/>
                  </a:moveTo>
                  <a:cubicBezTo>
                    <a:pt x="501" y="1402"/>
                    <a:pt x="548" y="1515"/>
                    <a:pt x="482" y="1583"/>
                  </a:cubicBezTo>
                  <a:cubicBezTo>
                    <a:pt x="460" y="1605"/>
                    <a:pt x="433" y="1614"/>
                    <a:pt x="407" y="1614"/>
                  </a:cubicBezTo>
                  <a:cubicBezTo>
                    <a:pt x="352" y="1614"/>
                    <a:pt x="299" y="1572"/>
                    <a:pt x="299" y="1508"/>
                  </a:cubicBezTo>
                  <a:cubicBezTo>
                    <a:pt x="299" y="1449"/>
                    <a:pt x="347" y="1402"/>
                    <a:pt x="406" y="1402"/>
                  </a:cubicBezTo>
                  <a:close/>
                  <a:moveTo>
                    <a:pt x="932" y="1402"/>
                  </a:moveTo>
                  <a:cubicBezTo>
                    <a:pt x="1027" y="1402"/>
                    <a:pt x="1075" y="1515"/>
                    <a:pt x="1007" y="1583"/>
                  </a:cubicBezTo>
                  <a:cubicBezTo>
                    <a:pt x="986" y="1605"/>
                    <a:pt x="959" y="1614"/>
                    <a:pt x="933" y="1614"/>
                  </a:cubicBezTo>
                  <a:cubicBezTo>
                    <a:pt x="879" y="1614"/>
                    <a:pt x="826" y="1572"/>
                    <a:pt x="826" y="1508"/>
                  </a:cubicBezTo>
                  <a:cubicBezTo>
                    <a:pt x="826" y="1449"/>
                    <a:pt x="873" y="1402"/>
                    <a:pt x="932" y="1402"/>
                  </a:cubicBezTo>
                  <a:close/>
                  <a:moveTo>
                    <a:pt x="1458" y="1402"/>
                  </a:moveTo>
                  <a:cubicBezTo>
                    <a:pt x="1553" y="1402"/>
                    <a:pt x="1601" y="1515"/>
                    <a:pt x="1534" y="1583"/>
                  </a:cubicBezTo>
                  <a:cubicBezTo>
                    <a:pt x="1512" y="1605"/>
                    <a:pt x="1485" y="1614"/>
                    <a:pt x="1459" y="1614"/>
                  </a:cubicBezTo>
                  <a:cubicBezTo>
                    <a:pt x="1405" y="1614"/>
                    <a:pt x="1353" y="1572"/>
                    <a:pt x="1353" y="1508"/>
                  </a:cubicBezTo>
                  <a:cubicBezTo>
                    <a:pt x="1353" y="1449"/>
                    <a:pt x="1400" y="1402"/>
                    <a:pt x="1458" y="1402"/>
                  </a:cubicBezTo>
                  <a:close/>
                  <a:moveTo>
                    <a:pt x="406" y="1927"/>
                  </a:moveTo>
                  <a:cubicBezTo>
                    <a:pt x="501" y="1927"/>
                    <a:pt x="548" y="2042"/>
                    <a:pt x="482" y="2110"/>
                  </a:cubicBezTo>
                  <a:cubicBezTo>
                    <a:pt x="460" y="2131"/>
                    <a:pt x="433" y="2141"/>
                    <a:pt x="407" y="2141"/>
                  </a:cubicBezTo>
                  <a:cubicBezTo>
                    <a:pt x="352" y="2141"/>
                    <a:pt x="299" y="2098"/>
                    <a:pt x="299" y="2034"/>
                  </a:cubicBezTo>
                  <a:cubicBezTo>
                    <a:pt x="299" y="1976"/>
                    <a:pt x="347" y="1927"/>
                    <a:pt x="406" y="1927"/>
                  </a:cubicBezTo>
                  <a:close/>
                  <a:moveTo>
                    <a:pt x="932" y="1927"/>
                  </a:moveTo>
                  <a:cubicBezTo>
                    <a:pt x="1027" y="1927"/>
                    <a:pt x="1075" y="2042"/>
                    <a:pt x="1007" y="2110"/>
                  </a:cubicBezTo>
                  <a:cubicBezTo>
                    <a:pt x="986" y="2131"/>
                    <a:pt x="959" y="2141"/>
                    <a:pt x="933" y="2141"/>
                  </a:cubicBezTo>
                  <a:cubicBezTo>
                    <a:pt x="879" y="2141"/>
                    <a:pt x="826" y="2098"/>
                    <a:pt x="826" y="2034"/>
                  </a:cubicBezTo>
                  <a:cubicBezTo>
                    <a:pt x="826" y="1976"/>
                    <a:pt x="873" y="1927"/>
                    <a:pt x="932" y="1927"/>
                  </a:cubicBezTo>
                  <a:close/>
                  <a:moveTo>
                    <a:pt x="1458" y="1927"/>
                  </a:moveTo>
                  <a:cubicBezTo>
                    <a:pt x="1553" y="1927"/>
                    <a:pt x="1601" y="2042"/>
                    <a:pt x="1534" y="2110"/>
                  </a:cubicBezTo>
                  <a:cubicBezTo>
                    <a:pt x="1512" y="2131"/>
                    <a:pt x="1485" y="2141"/>
                    <a:pt x="1459" y="2141"/>
                  </a:cubicBezTo>
                  <a:cubicBezTo>
                    <a:pt x="1405" y="2141"/>
                    <a:pt x="1353" y="2098"/>
                    <a:pt x="1353" y="2034"/>
                  </a:cubicBezTo>
                  <a:cubicBezTo>
                    <a:pt x="1353" y="1976"/>
                    <a:pt x="1400" y="1927"/>
                    <a:pt x="1458" y="1927"/>
                  </a:cubicBezTo>
                  <a:close/>
                  <a:moveTo>
                    <a:pt x="406" y="2454"/>
                  </a:moveTo>
                  <a:cubicBezTo>
                    <a:pt x="501" y="2454"/>
                    <a:pt x="548" y="2569"/>
                    <a:pt x="482" y="2635"/>
                  </a:cubicBezTo>
                  <a:cubicBezTo>
                    <a:pt x="460" y="2657"/>
                    <a:pt x="433" y="2667"/>
                    <a:pt x="406" y="2667"/>
                  </a:cubicBezTo>
                  <a:cubicBezTo>
                    <a:pt x="352" y="2667"/>
                    <a:pt x="299" y="2625"/>
                    <a:pt x="299" y="2561"/>
                  </a:cubicBezTo>
                  <a:cubicBezTo>
                    <a:pt x="299" y="2501"/>
                    <a:pt x="347" y="2454"/>
                    <a:pt x="406" y="2454"/>
                  </a:cubicBezTo>
                  <a:close/>
                  <a:moveTo>
                    <a:pt x="932" y="2454"/>
                  </a:moveTo>
                  <a:cubicBezTo>
                    <a:pt x="1027" y="2454"/>
                    <a:pt x="1075" y="2569"/>
                    <a:pt x="1007" y="2635"/>
                  </a:cubicBezTo>
                  <a:cubicBezTo>
                    <a:pt x="986" y="2657"/>
                    <a:pt x="959" y="2667"/>
                    <a:pt x="933" y="2667"/>
                  </a:cubicBezTo>
                  <a:cubicBezTo>
                    <a:pt x="878" y="2667"/>
                    <a:pt x="826" y="2625"/>
                    <a:pt x="826" y="2561"/>
                  </a:cubicBezTo>
                  <a:cubicBezTo>
                    <a:pt x="826" y="2501"/>
                    <a:pt x="873" y="2454"/>
                    <a:pt x="932" y="2454"/>
                  </a:cubicBezTo>
                  <a:close/>
                  <a:moveTo>
                    <a:pt x="1458" y="2454"/>
                  </a:moveTo>
                  <a:cubicBezTo>
                    <a:pt x="1553" y="2454"/>
                    <a:pt x="1601" y="2569"/>
                    <a:pt x="1534" y="2635"/>
                  </a:cubicBezTo>
                  <a:cubicBezTo>
                    <a:pt x="1512" y="2657"/>
                    <a:pt x="1485" y="2667"/>
                    <a:pt x="1459" y="2667"/>
                  </a:cubicBezTo>
                  <a:cubicBezTo>
                    <a:pt x="1404" y="2667"/>
                    <a:pt x="1353" y="2625"/>
                    <a:pt x="1353" y="2561"/>
                  </a:cubicBezTo>
                  <a:cubicBezTo>
                    <a:pt x="1353" y="2501"/>
                    <a:pt x="1400" y="2454"/>
                    <a:pt x="1458" y="2454"/>
                  </a:cubicBezTo>
                  <a:close/>
                  <a:moveTo>
                    <a:pt x="406" y="2980"/>
                  </a:moveTo>
                  <a:cubicBezTo>
                    <a:pt x="501" y="2980"/>
                    <a:pt x="548" y="3095"/>
                    <a:pt x="482" y="3162"/>
                  </a:cubicBezTo>
                  <a:cubicBezTo>
                    <a:pt x="460" y="3184"/>
                    <a:pt x="433" y="3193"/>
                    <a:pt x="407" y="3193"/>
                  </a:cubicBezTo>
                  <a:cubicBezTo>
                    <a:pt x="352" y="3193"/>
                    <a:pt x="299" y="3151"/>
                    <a:pt x="299" y="3086"/>
                  </a:cubicBezTo>
                  <a:cubicBezTo>
                    <a:pt x="299" y="3028"/>
                    <a:pt x="347" y="2980"/>
                    <a:pt x="406" y="2980"/>
                  </a:cubicBezTo>
                  <a:close/>
                  <a:moveTo>
                    <a:pt x="932" y="2980"/>
                  </a:moveTo>
                  <a:cubicBezTo>
                    <a:pt x="1027" y="2980"/>
                    <a:pt x="1075" y="3095"/>
                    <a:pt x="1007" y="3162"/>
                  </a:cubicBezTo>
                  <a:cubicBezTo>
                    <a:pt x="986" y="3184"/>
                    <a:pt x="959" y="3193"/>
                    <a:pt x="933" y="3193"/>
                  </a:cubicBezTo>
                  <a:cubicBezTo>
                    <a:pt x="878" y="3193"/>
                    <a:pt x="826" y="3151"/>
                    <a:pt x="826" y="3086"/>
                  </a:cubicBezTo>
                  <a:cubicBezTo>
                    <a:pt x="826" y="3028"/>
                    <a:pt x="873" y="2980"/>
                    <a:pt x="932" y="2980"/>
                  </a:cubicBezTo>
                  <a:close/>
                  <a:moveTo>
                    <a:pt x="1458" y="2980"/>
                  </a:moveTo>
                  <a:cubicBezTo>
                    <a:pt x="1553" y="2980"/>
                    <a:pt x="1601" y="3095"/>
                    <a:pt x="1534" y="3162"/>
                  </a:cubicBezTo>
                  <a:cubicBezTo>
                    <a:pt x="1512" y="3184"/>
                    <a:pt x="1485" y="3193"/>
                    <a:pt x="1459" y="3193"/>
                  </a:cubicBezTo>
                  <a:cubicBezTo>
                    <a:pt x="1405" y="3193"/>
                    <a:pt x="1353" y="3151"/>
                    <a:pt x="1353" y="3086"/>
                  </a:cubicBezTo>
                  <a:cubicBezTo>
                    <a:pt x="1353" y="3028"/>
                    <a:pt x="1400" y="2980"/>
                    <a:pt x="1458" y="2980"/>
                  </a:cubicBezTo>
                  <a:close/>
                  <a:moveTo>
                    <a:pt x="406" y="3506"/>
                  </a:moveTo>
                  <a:cubicBezTo>
                    <a:pt x="501" y="3506"/>
                    <a:pt x="548" y="3621"/>
                    <a:pt x="482" y="3688"/>
                  </a:cubicBezTo>
                  <a:cubicBezTo>
                    <a:pt x="460" y="3710"/>
                    <a:pt x="433" y="3720"/>
                    <a:pt x="407" y="3720"/>
                  </a:cubicBezTo>
                  <a:cubicBezTo>
                    <a:pt x="352" y="3720"/>
                    <a:pt x="299" y="3677"/>
                    <a:pt x="299" y="3613"/>
                  </a:cubicBezTo>
                  <a:cubicBezTo>
                    <a:pt x="299" y="3554"/>
                    <a:pt x="347" y="3506"/>
                    <a:pt x="406" y="3506"/>
                  </a:cubicBezTo>
                  <a:close/>
                  <a:moveTo>
                    <a:pt x="932" y="3506"/>
                  </a:moveTo>
                  <a:cubicBezTo>
                    <a:pt x="1027" y="3506"/>
                    <a:pt x="1075" y="3621"/>
                    <a:pt x="1007" y="3688"/>
                  </a:cubicBezTo>
                  <a:cubicBezTo>
                    <a:pt x="986" y="3710"/>
                    <a:pt x="959" y="3720"/>
                    <a:pt x="933" y="3720"/>
                  </a:cubicBezTo>
                  <a:cubicBezTo>
                    <a:pt x="879" y="3720"/>
                    <a:pt x="826" y="3677"/>
                    <a:pt x="826" y="3613"/>
                  </a:cubicBezTo>
                  <a:cubicBezTo>
                    <a:pt x="826" y="3554"/>
                    <a:pt x="873" y="3507"/>
                    <a:pt x="932" y="3506"/>
                  </a:cubicBezTo>
                  <a:close/>
                  <a:moveTo>
                    <a:pt x="1458" y="3506"/>
                  </a:moveTo>
                  <a:cubicBezTo>
                    <a:pt x="1553" y="3506"/>
                    <a:pt x="1601" y="3621"/>
                    <a:pt x="1534" y="3688"/>
                  </a:cubicBezTo>
                  <a:cubicBezTo>
                    <a:pt x="1512" y="3710"/>
                    <a:pt x="1485" y="3720"/>
                    <a:pt x="1459" y="3720"/>
                  </a:cubicBezTo>
                  <a:cubicBezTo>
                    <a:pt x="1405" y="3720"/>
                    <a:pt x="1353" y="3677"/>
                    <a:pt x="1353" y="3613"/>
                  </a:cubicBezTo>
                  <a:cubicBezTo>
                    <a:pt x="1353" y="3554"/>
                    <a:pt x="1400" y="3506"/>
                    <a:pt x="1458" y="3506"/>
                  </a:cubicBezTo>
                  <a:close/>
                  <a:moveTo>
                    <a:pt x="406" y="4032"/>
                  </a:moveTo>
                  <a:cubicBezTo>
                    <a:pt x="501" y="4032"/>
                    <a:pt x="548" y="4147"/>
                    <a:pt x="482" y="4215"/>
                  </a:cubicBezTo>
                  <a:cubicBezTo>
                    <a:pt x="460" y="4236"/>
                    <a:pt x="433" y="4246"/>
                    <a:pt x="407" y="4246"/>
                  </a:cubicBezTo>
                  <a:cubicBezTo>
                    <a:pt x="352" y="4246"/>
                    <a:pt x="299" y="4203"/>
                    <a:pt x="299" y="4139"/>
                  </a:cubicBezTo>
                  <a:cubicBezTo>
                    <a:pt x="299" y="4081"/>
                    <a:pt x="347" y="4032"/>
                    <a:pt x="406" y="4032"/>
                  </a:cubicBezTo>
                  <a:close/>
                  <a:moveTo>
                    <a:pt x="932" y="4032"/>
                  </a:moveTo>
                  <a:cubicBezTo>
                    <a:pt x="1027" y="4032"/>
                    <a:pt x="1075" y="4147"/>
                    <a:pt x="1007" y="4215"/>
                  </a:cubicBezTo>
                  <a:cubicBezTo>
                    <a:pt x="986" y="4236"/>
                    <a:pt x="959" y="4246"/>
                    <a:pt x="933" y="4246"/>
                  </a:cubicBezTo>
                  <a:cubicBezTo>
                    <a:pt x="879" y="4246"/>
                    <a:pt x="826" y="4203"/>
                    <a:pt x="826" y="4139"/>
                  </a:cubicBezTo>
                  <a:cubicBezTo>
                    <a:pt x="826" y="4081"/>
                    <a:pt x="873" y="4032"/>
                    <a:pt x="932" y="4032"/>
                  </a:cubicBezTo>
                  <a:close/>
                  <a:moveTo>
                    <a:pt x="1458" y="4032"/>
                  </a:moveTo>
                  <a:cubicBezTo>
                    <a:pt x="1553" y="4032"/>
                    <a:pt x="1601" y="4147"/>
                    <a:pt x="1534" y="4215"/>
                  </a:cubicBezTo>
                  <a:cubicBezTo>
                    <a:pt x="1512" y="4236"/>
                    <a:pt x="1485" y="4246"/>
                    <a:pt x="1459" y="4246"/>
                  </a:cubicBezTo>
                  <a:cubicBezTo>
                    <a:pt x="1405" y="4246"/>
                    <a:pt x="1353" y="4203"/>
                    <a:pt x="1353" y="4139"/>
                  </a:cubicBezTo>
                  <a:cubicBezTo>
                    <a:pt x="1353" y="4081"/>
                    <a:pt x="1400" y="4032"/>
                    <a:pt x="1458" y="4032"/>
                  </a:cubicBezTo>
                  <a:close/>
                  <a:moveTo>
                    <a:pt x="406" y="4559"/>
                  </a:moveTo>
                  <a:cubicBezTo>
                    <a:pt x="501" y="4559"/>
                    <a:pt x="548" y="4674"/>
                    <a:pt x="482" y="4740"/>
                  </a:cubicBezTo>
                  <a:cubicBezTo>
                    <a:pt x="460" y="4762"/>
                    <a:pt x="433" y="4772"/>
                    <a:pt x="406" y="4772"/>
                  </a:cubicBezTo>
                  <a:cubicBezTo>
                    <a:pt x="352" y="4772"/>
                    <a:pt x="299" y="4730"/>
                    <a:pt x="299" y="4666"/>
                  </a:cubicBezTo>
                  <a:cubicBezTo>
                    <a:pt x="299" y="4606"/>
                    <a:pt x="347" y="4559"/>
                    <a:pt x="406" y="4559"/>
                  </a:cubicBezTo>
                  <a:close/>
                  <a:moveTo>
                    <a:pt x="932" y="4559"/>
                  </a:moveTo>
                  <a:cubicBezTo>
                    <a:pt x="1027" y="4559"/>
                    <a:pt x="1075" y="4674"/>
                    <a:pt x="1007" y="4740"/>
                  </a:cubicBezTo>
                  <a:cubicBezTo>
                    <a:pt x="986" y="4762"/>
                    <a:pt x="959" y="4772"/>
                    <a:pt x="933" y="4772"/>
                  </a:cubicBezTo>
                  <a:cubicBezTo>
                    <a:pt x="878" y="4772"/>
                    <a:pt x="826" y="4730"/>
                    <a:pt x="826" y="4666"/>
                  </a:cubicBezTo>
                  <a:cubicBezTo>
                    <a:pt x="826" y="4606"/>
                    <a:pt x="873" y="4559"/>
                    <a:pt x="932" y="4559"/>
                  </a:cubicBezTo>
                  <a:close/>
                  <a:moveTo>
                    <a:pt x="1458" y="4559"/>
                  </a:moveTo>
                  <a:cubicBezTo>
                    <a:pt x="1553" y="4559"/>
                    <a:pt x="1601" y="4674"/>
                    <a:pt x="1534" y="4740"/>
                  </a:cubicBezTo>
                  <a:cubicBezTo>
                    <a:pt x="1512" y="4762"/>
                    <a:pt x="1485" y="4772"/>
                    <a:pt x="1459" y="4772"/>
                  </a:cubicBezTo>
                  <a:cubicBezTo>
                    <a:pt x="1404" y="4772"/>
                    <a:pt x="1353" y="4730"/>
                    <a:pt x="1353" y="4666"/>
                  </a:cubicBezTo>
                  <a:cubicBezTo>
                    <a:pt x="1353" y="4606"/>
                    <a:pt x="1400" y="4559"/>
                    <a:pt x="1458" y="4559"/>
                  </a:cubicBezTo>
                  <a:close/>
                  <a:moveTo>
                    <a:pt x="406" y="5086"/>
                  </a:moveTo>
                  <a:cubicBezTo>
                    <a:pt x="501" y="5086"/>
                    <a:pt x="548" y="5200"/>
                    <a:pt x="482" y="5267"/>
                  </a:cubicBezTo>
                  <a:cubicBezTo>
                    <a:pt x="460" y="5289"/>
                    <a:pt x="433" y="5299"/>
                    <a:pt x="407" y="5299"/>
                  </a:cubicBezTo>
                  <a:cubicBezTo>
                    <a:pt x="352" y="5299"/>
                    <a:pt x="299" y="5256"/>
                    <a:pt x="299" y="5191"/>
                  </a:cubicBezTo>
                  <a:cubicBezTo>
                    <a:pt x="299" y="5133"/>
                    <a:pt x="347" y="5086"/>
                    <a:pt x="406" y="5086"/>
                  </a:cubicBezTo>
                  <a:close/>
                  <a:moveTo>
                    <a:pt x="932" y="5086"/>
                  </a:moveTo>
                  <a:cubicBezTo>
                    <a:pt x="1027" y="5086"/>
                    <a:pt x="1075" y="5200"/>
                    <a:pt x="1007" y="5267"/>
                  </a:cubicBezTo>
                  <a:cubicBezTo>
                    <a:pt x="986" y="5289"/>
                    <a:pt x="959" y="5299"/>
                    <a:pt x="933" y="5299"/>
                  </a:cubicBezTo>
                  <a:cubicBezTo>
                    <a:pt x="878" y="5299"/>
                    <a:pt x="826" y="5256"/>
                    <a:pt x="826" y="5191"/>
                  </a:cubicBezTo>
                  <a:cubicBezTo>
                    <a:pt x="826" y="5133"/>
                    <a:pt x="873" y="5086"/>
                    <a:pt x="932" y="5086"/>
                  </a:cubicBezTo>
                  <a:close/>
                  <a:moveTo>
                    <a:pt x="1458" y="5086"/>
                  </a:moveTo>
                  <a:cubicBezTo>
                    <a:pt x="1553" y="5086"/>
                    <a:pt x="1601" y="5200"/>
                    <a:pt x="1534" y="5267"/>
                  </a:cubicBezTo>
                  <a:cubicBezTo>
                    <a:pt x="1512" y="5289"/>
                    <a:pt x="1485" y="5299"/>
                    <a:pt x="1459" y="5299"/>
                  </a:cubicBezTo>
                  <a:cubicBezTo>
                    <a:pt x="1405" y="5299"/>
                    <a:pt x="1353" y="5256"/>
                    <a:pt x="1353" y="5191"/>
                  </a:cubicBezTo>
                  <a:cubicBezTo>
                    <a:pt x="1353" y="5133"/>
                    <a:pt x="1400" y="5086"/>
                    <a:pt x="1458" y="5086"/>
                  </a:cubicBezTo>
                  <a:close/>
                  <a:moveTo>
                    <a:pt x="406" y="5611"/>
                  </a:moveTo>
                  <a:cubicBezTo>
                    <a:pt x="501" y="5611"/>
                    <a:pt x="548" y="5726"/>
                    <a:pt x="482" y="5793"/>
                  </a:cubicBezTo>
                  <a:cubicBezTo>
                    <a:pt x="460" y="5815"/>
                    <a:pt x="433" y="5824"/>
                    <a:pt x="407" y="5824"/>
                  </a:cubicBezTo>
                  <a:cubicBezTo>
                    <a:pt x="352" y="5824"/>
                    <a:pt x="299" y="5782"/>
                    <a:pt x="299" y="5718"/>
                  </a:cubicBezTo>
                  <a:cubicBezTo>
                    <a:pt x="299" y="5660"/>
                    <a:pt x="347" y="5611"/>
                    <a:pt x="406" y="5611"/>
                  </a:cubicBezTo>
                  <a:close/>
                  <a:moveTo>
                    <a:pt x="932" y="5611"/>
                  </a:moveTo>
                  <a:cubicBezTo>
                    <a:pt x="1027" y="5611"/>
                    <a:pt x="1075" y="5726"/>
                    <a:pt x="1007" y="5793"/>
                  </a:cubicBezTo>
                  <a:cubicBezTo>
                    <a:pt x="986" y="5815"/>
                    <a:pt x="959" y="5824"/>
                    <a:pt x="933" y="5824"/>
                  </a:cubicBezTo>
                  <a:cubicBezTo>
                    <a:pt x="879" y="5824"/>
                    <a:pt x="826" y="5782"/>
                    <a:pt x="826" y="5718"/>
                  </a:cubicBezTo>
                  <a:cubicBezTo>
                    <a:pt x="826" y="5660"/>
                    <a:pt x="873" y="5611"/>
                    <a:pt x="932" y="5611"/>
                  </a:cubicBezTo>
                  <a:close/>
                  <a:moveTo>
                    <a:pt x="1458" y="5611"/>
                  </a:moveTo>
                  <a:cubicBezTo>
                    <a:pt x="1553" y="5611"/>
                    <a:pt x="1601" y="5726"/>
                    <a:pt x="1534" y="5793"/>
                  </a:cubicBezTo>
                  <a:cubicBezTo>
                    <a:pt x="1512" y="5815"/>
                    <a:pt x="1485" y="5824"/>
                    <a:pt x="1459" y="5824"/>
                  </a:cubicBezTo>
                  <a:cubicBezTo>
                    <a:pt x="1405" y="5824"/>
                    <a:pt x="1353" y="5782"/>
                    <a:pt x="1353" y="5718"/>
                  </a:cubicBezTo>
                  <a:cubicBezTo>
                    <a:pt x="1353" y="5660"/>
                    <a:pt x="1400" y="5611"/>
                    <a:pt x="1458" y="5611"/>
                  </a:cubicBezTo>
                  <a:close/>
                  <a:moveTo>
                    <a:pt x="406" y="6138"/>
                  </a:moveTo>
                  <a:cubicBezTo>
                    <a:pt x="501" y="6138"/>
                    <a:pt x="548" y="6253"/>
                    <a:pt x="482" y="6320"/>
                  </a:cubicBezTo>
                  <a:cubicBezTo>
                    <a:pt x="460" y="6341"/>
                    <a:pt x="433" y="6351"/>
                    <a:pt x="407" y="6351"/>
                  </a:cubicBezTo>
                  <a:cubicBezTo>
                    <a:pt x="352" y="6351"/>
                    <a:pt x="299" y="6309"/>
                    <a:pt x="299" y="6245"/>
                  </a:cubicBezTo>
                  <a:cubicBezTo>
                    <a:pt x="299" y="6185"/>
                    <a:pt x="347" y="6138"/>
                    <a:pt x="406" y="6138"/>
                  </a:cubicBezTo>
                  <a:close/>
                  <a:moveTo>
                    <a:pt x="932" y="6138"/>
                  </a:moveTo>
                  <a:cubicBezTo>
                    <a:pt x="1027" y="6138"/>
                    <a:pt x="1075" y="6253"/>
                    <a:pt x="1007" y="6320"/>
                  </a:cubicBezTo>
                  <a:cubicBezTo>
                    <a:pt x="986" y="6341"/>
                    <a:pt x="959" y="6351"/>
                    <a:pt x="933" y="6351"/>
                  </a:cubicBezTo>
                  <a:cubicBezTo>
                    <a:pt x="879" y="6351"/>
                    <a:pt x="826" y="6309"/>
                    <a:pt x="826" y="6245"/>
                  </a:cubicBezTo>
                  <a:cubicBezTo>
                    <a:pt x="826" y="6185"/>
                    <a:pt x="873" y="6138"/>
                    <a:pt x="932" y="6138"/>
                  </a:cubicBezTo>
                  <a:close/>
                  <a:moveTo>
                    <a:pt x="1458" y="6138"/>
                  </a:moveTo>
                  <a:cubicBezTo>
                    <a:pt x="1553" y="6138"/>
                    <a:pt x="1601" y="6253"/>
                    <a:pt x="1534" y="6320"/>
                  </a:cubicBezTo>
                  <a:cubicBezTo>
                    <a:pt x="1512" y="6341"/>
                    <a:pt x="1485" y="6351"/>
                    <a:pt x="1459" y="6351"/>
                  </a:cubicBezTo>
                  <a:cubicBezTo>
                    <a:pt x="1405" y="6351"/>
                    <a:pt x="1353" y="6309"/>
                    <a:pt x="1353" y="6245"/>
                  </a:cubicBezTo>
                  <a:cubicBezTo>
                    <a:pt x="1353" y="6185"/>
                    <a:pt x="1400" y="6138"/>
                    <a:pt x="1458" y="6138"/>
                  </a:cubicBezTo>
                  <a:close/>
                  <a:moveTo>
                    <a:pt x="406" y="6664"/>
                  </a:moveTo>
                  <a:cubicBezTo>
                    <a:pt x="501" y="6664"/>
                    <a:pt x="548" y="6779"/>
                    <a:pt x="482" y="6845"/>
                  </a:cubicBezTo>
                  <a:cubicBezTo>
                    <a:pt x="460" y="6867"/>
                    <a:pt x="433" y="6877"/>
                    <a:pt x="407" y="6877"/>
                  </a:cubicBezTo>
                  <a:cubicBezTo>
                    <a:pt x="352" y="6877"/>
                    <a:pt x="299" y="6835"/>
                    <a:pt x="299" y="6770"/>
                  </a:cubicBezTo>
                  <a:cubicBezTo>
                    <a:pt x="299" y="6712"/>
                    <a:pt x="347" y="6664"/>
                    <a:pt x="406" y="6664"/>
                  </a:cubicBezTo>
                  <a:close/>
                  <a:moveTo>
                    <a:pt x="932" y="6664"/>
                  </a:moveTo>
                  <a:cubicBezTo>
                    <a:pt x="1027" y="6664"/>
                    <a:pt x="1075" y="6779"/>
                    <a:pt x="1007" y="6845"/>
                  </a:cubicBezTo>
                  <a:cubicBezTo>
                    <a:pt x="986" y="6867"/>
                    <a:pt x="959" y="6877"/>
                    <a:pt x="933" y="6877"/>
                  </a:cubicBezTo>
                  <a:cubicBezTo>
                    <a:pt x="878" y="6877"/>
                    <a:pt x="826" y="6835"/>
                    <a:pt x="826" y="6770"/>
                  </a:cubicBezTo>
                  <a:cubicBezTo>
                    <a:pt x="826" y="6712"/>
                    <a:pt x="873" y="6664"/>
                    <a:pt x="932" y="6664"/>
                  </a:cubicBezTo>
                  <a:close/>
                  <a:moveTo>
                    <a:pt x="1458" y="6664"/>
                  </a:moveTo>
                  <a:cubicBezTo>
                    <a:pt x="1553" y="6664"/>
                    <a:pt x="1601" y="6779"/>
                    <a:pt x="1534" y="6845"/>
                  </a:cubicBezTo>
                  <a:cubicBezTo>
                    <a:pt x="1512" y="6867"/>
                    <a:pt x="1485" y="6877"/>
                    <a:pt x="1459" y="6877"/>
                  </a:cubicBezTo>
                  <a:cubicBezTo>
                    <a:pt x="1405" y="6877"/>
                    <a:pt x="1353" y="6835"/>
                    <a:pt x="1353" y="6770"/>
                  </a:cubicBezTo>
                  <a:cubicBezTo>
                    <a:pt x="1353" y="6712"/>
                    <a:pt x="1400" y="6664"/>
                    <a:pt x="1458" y="6664"/>
                  </a:cubicBezTo>
                  <a:close/>
                  <a:moveTo>
                    <a:pt x="406" y="7191"/>
                  </a:moveTo>
                  <a:cubicBezTo>
                    <a:pt x="501" y="7191"/>
                    <a:pt x="548" y="7305"/>
                    <a:pt x="482" y="7372"/>
                  </a:cubicBezTo>
                  <a:cubicBezTo>
                    <a:pt x="460" y="7394"/>
                    <a:pt x="433" y="7404"/>
                    <a:pt x="407" y="7404"/>
                  </a:cubicBezTo>
                  <a:cubicBezTo>
                    <a:pt x="352" y="7404"/>
                    <a:pt x="299" y="7361"/>
                    <a:pt x="299" y="7297"/>
                  </a:cubicBezTo>
                  <a:cubicBezTo>
                    <a:pt x="299" y="7238"/>
                    <a:pt x="347" y="7191"/>
                    <a:pt x="406" y="7191"/>
                  </a:cubicBezTo>
                  <a:close/>
                  <a:moveTo>
                    <a:pt x="932" y="7191"/>
                  </a:moveTo>
                  <a:cubicBezTo>
                    <a:pt x="1027" y="7191"/>
                    <a:pt x="1075" y="7305"/>
                    <a:pt x="1007" y="7372"/>
                  </a:cubicBezTo>
                  <a:cubicBezTo>
                    <a:pt x="986" y="7394"/>
                    <a:pt x="959" y="7404"/>
                    <a:pt x="933" y="7404"/>
                  </a:cubicBezTo>
                  <a:cubicBezTo>
                    <a:pt x="879" y="7404"/>
                    <a:pt x="826" y="7361"/>
                    <a:pt x="826" y="7297"/>
                  </a:cubicBezTo>
                  <a:cubicBezTo>
                    <a:pt x="826" y="7238"/>
                    <a:pt x="873" y="7191"/>
                    <a:pt x="932" y="7191"/>
                  </a:cubicBezTo>
                  <a:close/>
                  <a:moveTo>
                    <a:pt x="1458" y="7191"/>
                  </a:moveTo>
                  <a:cubicBezTo>
                    <a:pt x="1553" y="7191"/>
                    <a:pt x="1601" y="7305"/>
                    <a:pt x="1534" y="7372"/>
                  </a:cubicBezTo>
                  <a:cubicBezTo>
                    <a:pt x="1512" y="7394"/>
                    <a:pt x="1485" y="7404"/>
                    <a:pt x="1459" y="7404"/>
                  </a:cubicBezTo>
                  <a:cubicBezTo>
                    <a:pt x="1405" y="7404"/>
                    <a:pt x="1353" y="7361"/>
                    <a:pt x="1353" y="7297"/>
                  </a:cubicBezTo>
                  <a:cubicBezTo>
                    <a:pt x="1353" y="7238"/>
                    <a:pt x="1400" y="7191"/>
                    <a:pt x="1458" y="7191"/>
                  </a:cubicBezTo>
                  <a:close/>
                  <a:moveTo>
                    <a:pt x="406" y="7716"/>
                  </a:moveTo>
                  <a:cubicBezTo>
                    <a:pt x="501" y="7716"/>
                    <a:pt x="548" y="7831"/>
                    <a:pt x="482" y="7899"/>
                  </a:cubicBezTo>
                  <a:cubicBezTo>
                    <a:pt x="460" y="7920"/>
                    <a:pt x="433" y="7930"/>
                    <a:pt x="407" y="7930"/>
                  </a:cubicBezTo>
                  <a:cubicBezTo>
                    <a:pt x="352" y="7930"/>
                    <a:pt x="299" y="7887"/>
                    <a:pt x="299" y="7823"/>
                  </a:cubicBezTo>
                  <a:cubicBezTo>
                    <a:pt x="299" y="7765"/>
                    <a:pt x="347" y="7716"/>
                    <a:pt x="406" y="7716"/>
                  </a:cubicBezTo>
                  <a:close/>
                  <a:moveTo>
                    <a:pt x="932" y="7716"/>
                  </a:moveTo>
                  <a:cubicBezTo>
                    <a:pt x="1027" y="7716"/>
                    <a:pt x="1075" y="7831"/>
                    <a:pt x="1007" y="7899"/>
                  </a:cubicBezTo>
                  <a:cubicBezTo>
                    <a:pt x="986" y="7920"/>
                    <a:pt x="959" y="7930"/>
                    <a:pt x="933" y="7930"/>
                  </a:cubicBezTo>
                  <a:cubicBezTo>
                    <a:pt x="879" y="7930"/>
                    <a:pt x="826" y="7887"/>
                    <a:pt x="826" y="7823"/>
                  </a:cubicBezTo>
                  <a:cubicBezTo>
                    <a:pt x="826" y="7765"/>
                    <a:pt x="873" y="7716"/>
                    <a:pt x="932" y="7716"/>
                  </a:cubicBezTo>
                  <a:close/>
                  <a:moveTo>
                    <a:pt x="1458" y="7716"/>
                  </a:moveTo>
                  <a:cubicBezTo>
                    <a:pt x="1553" y="7716"/>
                    <a:pt x="1601" y="7831"/>
                    <a:pt x="1534" y="7899"/>
                  </a:cubicBezTo>
                  <a:cubicBezTo>
                    <a:pt x="1512" y="7920"/>
                    <a:pt x="1485" y="7930"/>
                    <a:pt x="1459" y="7930"/>
                  </a:cubicBezTo>
                  <a:cubicBezTo>
                    <a:pt x="1405" y="7930"/>
                    <a:pt x="1353" y="7887"/>
                    <a:pt x="1353" y="7823"/>
                  </a:cubicBezTo>
                  <a:cubicBezTo>
                    <a:pt x="1353" y="7765"/>
                    <a:pt x="1400" y="7716"/>
                    <a:pt x="1458" y="7716"/>
                  </a:cubicBezTo>
                  <a:close/>
                  <a:moveTo>
                    <a:pt x="406" y="8243"/>
                  </a:moveTo>
                  <a:cubicBezTo>
                    <a:pt x="501" y="8243"/>
                    <a:pt x="548" y="8358"/>
                    <a:pt x="482" y="8425"/>
                  </a:cubicBezTo>
                  <a:cubicBezTo>
                    <a:pt x="460" y="8447"/>
                    <a:pt x="433" y="8456"/>
                    <a:pt x="407" y="8456"/>
                  </a:cubicBezTo>
                  <a:cubicBezTo>
                    <a:pt x="352" y="8456"/>
                    <a:pt x="299" y="8414"/>
                    <a:pt x="299" y="8350"/>
                  </a:cubicBezTo>
                  <a:cubicBezTo>
                    <a:pt x="299" y="8290"/>
                    <a:pt x="347" y="8243"/>
                    <a:pt x="406" y="8243"/>
                  </a:cubicBezTo>
                  <a:close/>
                  <a:moveTo>
                    <a:pt x="932" y="8243"/>
                  </a:moveTo>
                  <a:cubicBezTo>
                    <a:pt x="1027" y="8243"/>
                    <a:pt x="1075" y="8358"/>
                    <a:pt x="1007" y="8425"/>
                  </a:cubicBezTo>
                  <a:cubicBezTo>
                    <a:pt x="986" y="8447"/>
                    <a:pt x="959" y="8456"/>
                    <a:pt x="933" y="8456"/>
                  </a:cubicBezTo>
                  <a:cubicBezTo>
                    <a:pt x="879" y="8456"/>
                    <a:pt x="826" y="8414"/>
                    <a:pt x="826" y="8350"/>
                  </a:cubicBezTo>
                  <a:cubicBezTo>
                    <a:pt x="826" y="8290"/>
                    <a:pt x="873" y="8243"/>
                    <a:pt x="932" y="8243"/>
                  </a:cubicBezTo>
                  <a:close/>
                  <a:moveTo>
                    <a:pt x="1458" y="8243"/>
                  </a:moveTo>
                  <a:cubicBezTo>
                    <a:pt x="1553" y="8243"/>
                    <a:pt x="1601" y="8358"/>
                    <a:pt x="1534" y="8425"/>
                  </a:cubicBezTo>
                  <a:cubicBezTo>
                    <a:pt x="1512" y="8447"/>
                    <a:pt x="1485" y="8456"/>
                    <a:pt x="1459" y="8456"/>
                  </a:cubicBezTo>
                  <a:cubicBezTo>
                    <a:pt x="1405" y="8456"/>
                    <a:pt x="1353" y="8414"/>
                    <a:pt x="1353" y="8350"/>
                  </a:cubicBezTo>
                  <a:cubicBezTo>
                    <a:pt x="1353" y="8290"/>
                    <a:pt x="1400" y="8243"/>
                    <a:pt x="1458" y="8243"/>
                  </a:cubicBezTo>
                  <a:close/>
                  <a:moveTo>
                    <a:pt x="406" y="8770"/>
                  </a:moveTo>
                  <a:cubicBezTo>
                    <a:pt x="501" y="8770"/>
                    <a:pt x="548" y="8884"/>
                    <a:pt x="482" y="8951"/>
                  </a:cubicBezTo>
                  <a:cubicBezTo>
                    <a:pt x="460" y="8973"/>
                    <a:pt x="433" y="8982"/>
                    <a:pt x="407" y="8982"/>
                  </a:cubicBezTo>
                  <a:cubicBezTo>
                    <a:pt x="352" y="8982"/>
                    <a:pt x="299" y="8940"/>
                    <a:pt x="299" y="8875"/>
                  </a:cubicBezTo>
                  <a:cubicBezTo>
                    <a:pt x="299" y="8817"/>
                    <a:pt x="347" y="8770"/>
                    <a:pt x="406" y="8770"/>
                  </a:cubicBezTo>
                  <a:close/>
                  <a:moveTo>
                    <a:pt x="932" y="8770"/>
                  </a:moveTo>
                  <a:cubicBezTo>
                    <a:pt x="1027" y="8770"/>
                    <a:pt x="1075" y="8884"/>
                    <a:pt x="1007" y="8951"/>
                  </a:cubicBezTo>
                  <a:cubicBezTo>
                    <a:pt x="986" y="8973"/>
                    <a:pt x="959" y="8982"/>
                    <a:pt x="933" y="8982"/>
                  </a:cubicBezTo>
                  <a:cubicBezTo>
                    <a:pt x="878" y="8982"/>
                    <a:pt x="826" y="8940"/>
                    <a:pt x="826" y="8875"/>
                  </a:cubicBezTo>
                  <a:cubicBezTo>
                    <a:pt x="826" y="8817"/>
                    <a:pt x="873" y="8770"/>
                    <a:pt x="932" y="8770"/>
                  </a:cubicBezTo>
                  <a:close/>
                  <a:moveTo>
                    <a:pt x="1458" y="8770"/>
                  </a:moveTo>
                  <a:cubicBezTo>
                    <a:pt x="1553" y="8770"/>
                    <a:pt x="1601" y="8884"/>
                    <a:pt x="1534" y="8951"/>
                  </a:cubicBezTo>
                  <a:cubicBezTo>
                    <a:pt x="1512" y="8973"/>
                    <a:pt x="1485" y="8982"/>
                    <a:pt x="1459" y="8982"/>
                  </a:cubicBezTo>
                  <a:cubicBezTo>
                    <a:pt x="1405" y="8982"/>
                    <a:pt x="1353" y="8940"/>
                    <a:pt x="1353" y="8875"/>
                  </a:cubicBezTo>
                  <a:cubicBezTo>
                    <a:pt x="1353" y="8817"/>
                    <a:pt x="1400" y="8770"/>
                    <a:pt x="1458" y="8770"/>
                  </a:cubicBezTo>
                  <a:close/>
                  <a:moveTo>
                    <a:pt x="404" y="9296"/>
                  </a:moveTo>
                  <a:cubicBezTo>
                    <a:pt x="405" y="9296"/>
                    <a:pt x="406" y="9296"/>
                    <a:pt x="406" y="9296"/>
                  </a:cubicBezTo>
                  <a:cubicBezTo>
                    <a:pt x="501" y="9296"/>
                    <a:pt x="548" y="9410"/>
                    <a:pt x="482" y="9477"/>
                  </a:cubicBezTo>
                  <a:cubicBezTo>
                    <a:pt x="460" y="9499"/>
                    <a:pt x="433" y="9509"/>
                    <a:pt x="407" y="9509"/>
                  </a:cubicBezTo>
                  <a:cubicBezTo>
                    <a:pt x="352" y="9509"/>
                    <a:pt x="299" y="9466"/>
                    <a:pt x="299" y="9402"/>
                  </a:cubicBezTo>
                  <a:cubicBezTo>
                    <a:pt x="299" y="9344"/>
                    <a:pt x="346" y="9296"/>
                    <a:pt x="404" y="9296"/>
                  </a:cubicBezTo>
                  <a:close/>
                  <a:moveTo>
                    <a:pt x="932" y="9296"/>
                  </a:moveTo>
                  <a:cubicBezTo>
                    <a:pt x="1027" y="9296"/>
                    <a:pt x="1075" y="9410"/>
                    <a:pt x="1007" y="9477"/>
                  </a:cubicBezTo>
                  <a:cubicBezTo>
                    <a:pt x="986" y="9499"/>
                    <a:pt x="959" y="9509"/>
                    <a:pt x="933" y="9509"/>
                  </a:cubicBezTo>
                  <a:cubicBezTo>
                    <a:pt x="879" y="9509"/>
                    <a:pt x="826" y="9466"/>
                    <a:pt x="826" y="9402"/>
                  </a:cubicBezTo>
                  <a:cubicBezTo>
                    <a:pt x="826" y="9343"/>
                    <a:pt x="873" y="9296"/>
                    <a:pt x="932" y="9296"/>
                  </a:cubicBezTo>
                  <a:close/>
                  <a:moveTo>
                    <a:pt x="1456" y="9296"/>
                  </a:moveTo>
                  <a:cubicBezTo>
                    <a:pt x="1457" y="9296"/>
                    <a:pt x="1458" y="9296"/>
                    <a:pt x="1458" y="9296"/>
                  </a:cubicBezTo>
                  <a:cubicBezTo>
                    <a:pt x="1553" y="9296"/>
                    <a:pt x="1601" y="9410"/>
                    <a:pt x="1534" y="9477"/>
                  </a:cubicBezTo>
                  <a:cubicBezTo>
                    <a:pt x="1512" y="9499"/>
                    <a:pt x="1485" y="9509"/>
                    <a:pt x="1459" y="9509"/>
                  </a:cubicBezTo>
                  <a:cubicBezTo>
                    <a:pt x="1405" y="9509"/>
                    <a:pt x="1353" y="9466"/>
                    <a:pt x="1353" y="9402"/>
                  </a:cubicBezTo>
                  <a:cubicBezTo>
                    <a:pt x="1353" y="9344"/>
                    <a:pt x="1399" y="9296"/>
                    <a:pt x="1456" y="9296"/>
                  </a:cubicBezTo>
                  <a:close/>
                  <a:moveTo>
                    <a:pt x="406" y="9822"/>
                  </a:moveTo>
                  <a:cubicBezTo>
                    <a:pt x="501" y="9822"/>
                    <a:pt x="548" y="9936"/>
                    <a:pt x="482" y="10004"/>
                  </a:cubicBezTo>
                  <a:cubicBezTo>
                    <a:pt x="460" y="10025"/>
                    <a:pt x="433" y="10035"/>
                    <a:pt x="407" y="10035"/>
                  </a:cubicBezTo>
                  <a:cubicBezTo>
                    <a:pt x="352" y="10035"/>
                    <a:pt x="299" y="9993"/>
                    <a:pt x="299" y="9929"/>
                  </a:cubicBezTo>
                  <a:cubicBezTo>
                    <a:pt x="299" y="9870"/>
                    <a:pt x="347" y="9822"/>
                    <a:pt x="406" y="9822"/>
                  </a:cubicBezTo>
                  <a:close/>
                  <a:moveTo>
                    <a:pt x="932" y="9822"/>
                  </a:moveTo>
                  <a:cubicBezTo>
                    <a:pt x="1027" y="9822"/>
                    <a:pt x="1075" y="9936"/>
                    <a:pt x="1007" y="10004"/>
                  </a:cubicBezTo>
                  <a:cubicBezTo>
                    <a:pt x="986" y="10025"/>
                    <a:pt x="959" y="10035"/>
                    <a:pt x="933" y="10035"/>
                  </a:cubicBezTo>
                  <a:cubicBezTo>
                    <a:pt x="879" y="10035"/>
                    <a:pt x="826" y="9993"/>
                    <a:pt x="826" y="9929"/>
                  </a:cubicBezTo>
                  <a:cubicBezTo>
                    <a:pt x="826" y="9870"/>
                    <a:pt x="873" y="9822"/>
                    <a:pt x="932" y="9822"/>
                  </a:cubicBezTo>
                  <a:close/>
                  <a:moveTo>
                    <a:pt x="1458" y="9822"/>
                  </a:moveTo>
                  <a:cubicBezTo>
                    <a:pt x="1553" y="9822"/>
                    <a:pt x="1601" y="9936"/>
                    <a:pt x="1534" y="10004"/>
                  </a:cubicBezTo>
                  <a:cubicBezTo>
                    <a:pt x="1512" y="10025"/>
                    <a:pt x="1485" y="10035"/>
                    <a:pt x="1459" y="10035"/>
                  </a:cubicBezTo>
                  <a:cubicBezTo>
                    <a:pt x="1405" y="10035"/>
                    <a:pt x="1353" y="9993"/>
                    <a:pt x="1353" y="9929"/>
                  </a:cubicBezTo>
                  <a:cubicBezTo>
                    <a:pt x="1353" y="9870"/>
                    <a:pt x="1400" y="9822"/>
                    <a:pt x="1458" y="9822"/>
                  </a:cubicBezTo>
                  <a:close/>
                  <a:moveTo>
                    <a:pt x="406" y="10348"/>
                  </a:moveTo>
                  <a:cubicBezTo>
                    <a:pt x="501" y="10348"/>
                    <a:pt x="548" y="10463"/>
                    <a:pt x="482" y="10529"/>
                  </a:cubicBezTo>
                  <a:cubicBezTo>
                    <a:pt x="460" y="10551"/>
                    <a:pt x="433" y="10561"/>
                    <a:pt x="406" y="10561"/>
                  </a:cubicBezTo>
                  <a:cubicBezTo>
                    <a:pt x="352" y="10561"/>
                    <a:pt x="299" y="10519"/>
                    <a:pt x="299" y="10455"/>
                  </a:cubicBezTo>
                  <a:cubicBezTo>
                    <a:pt x="299" y="10395"/>
                    <a:pt x="347" y="10348"/>
                    <a:pt x="406" y="10348"/>
                  </a:cubicBezTo>
                  <a:close/>
                  <a:moveTo>
                    <a:pt x="932" y="10348"/>
                  </a:moveTo>
                  <a:cubicBezTo>
                    <a:pt x="1027" y="10348"/>
                    <a:pt x="1075" y="10463"/>
                    <a:pt x="1007" y="10529"/>
                  </a:cubicBezTo>
                  <a:cubicBezTo>
                    <a:pt x="986" y="10551"/>
                    <a:pt x="959" y="10561"/>
                    <a:pt x="933" y="10561"/>
                  </a:cubicBezTo>
                  <a:cubicBezTo>
                    <a:pt x="878" y="10561"/>
                    <a:pt x="826" y="10519"/>
                    <a:pt x="826" y="10455"/>
                  </a:cubicBezTo>
                  <a:cubicBezTo>
                    <a:pt x="826" y="10395"/>
                    <a:pt x="873" y="10348"/>
                    <a:pt x="932" y="10348"/>
                  </a:cubicBezTo>
                  <a:close/>
                  <a:moveTo>
                    <a:pt x="1458" y="10348"/>
                  </a:moveTo>
                  <a:cubicBezTo>
                    <a:pt x="1553" y="10348"/>
                    <a:pt x="1601" y="10463"/>
                    <a:pt x="1534" y="10529"/>
                  </a:cubicBezTo>
                  <a:cubicBezTo>
                    <a:pt x="1512" y="10551"/>
                    <a:pt x="1485" y="10561"/>
                    <a:pt x="1459" y="10561"/>
                  </a:cubicBezTo>
                  <a:cubicBezTo>
                    <a:pt x="1404" y="10561"/>
                    <a:pt x="1353" y="10519"/>
                    <a:pt x="1353" y="10455"/>
                  </a:cubicBezTo>
                  <a:cubicBezTo>
                    <a:pt x="1353" y="10395"/>
                    <a:pt x="1400" y="10348"/>
                    <a:pt x="1458" y="10348"/>
                  </a:cubicBezTo>
                  <a:close/>
                  <a:moveTo>
                    <a:pt x="406" y="10875"/>
                  </a:moveTo>
                  <a:cubicBezTo>
                    <a:pt x="501" y="10875"/>
                    <a:pt x="548" y="10990"/>
                    <a:pt x="482" y="11056"/>
                  </a:cubicBezTo>
                  <a:cubicBezTo>
                    <a:pt x="460" y="11078"/>
                    <a:pt x="433" y="11088"/>
                    <a:pt x="407" y="11088"/>
                  </a:cubicBezTo>
                  <a:cubicBezTo>
                    <a:pt x="352" y="11088"/>
                    <a:pt x="299" y="11045"/>
                    <a:pt x="299" y="10981"/>
                  </a:cubicBezTo>
                  <a:cubicBezTo>
                    <a:pt x="299" y="10922"/>
                    <a:pt x="347" y="10875"/>
                    <a:pt x="406" y="10875"/>
                  </a:cubicBezTo>
                  <a:close/>
                  <a:moveTo>
                    <a:pt x="932" y="10875"/>
                  </a:moveTo>
                  <a:cubicBezTo>
                    <a:pt x="1027" y="10875"/>
                    <a:pt x="1075" y="10990"/>
                    <a:pt x="1007" y="11056"/>
                  </a:cubicBezTo>
                  <a:cubicBezTo>
                    <a:pt x="986" y="11078"/>
                    <a:pt x="959" y="11088"/>
                    <a:pt x="933" y="11088"/>
                  </a:cubicBezTo>
                  <a:cubicBezTo>
                    <a:pt x="878" y="11088"/>
                    <a:pt x="826" y="11045"/>
                    <a:pt x="826" y="10981"/>
                  </a:cubicBezTo>
                  <a:cubicBezTo>
                    <a:pt x="826" y="10922"/>
                    <a:pt x="873" y="10875"/>
                    <a:pt x="932" y="10875"/>
                  </a:cubicBezTo>
                  <a:close/>
                  <a:moveTo>
                    <a:pt x="1458" y="10875"/>
                  </a:moveTo>
                  <a:cubicBezTo>
                    <a:pt x="1553" y="10875"/>
                    <a:pt x="1601" y="10990"/>
                    <a:pt x="1534" y="11056"/>
                  </a:cubicBezTo>
                  <a:cubicBezTo>
                    <a:pt x="1512" y="11078"/>
                    <a:pt x="1485" y="11088"/>
                    <a:pt x="1459" y="11088"/>
                  </a:cubicBezTo>
                  <a:cubicBezTo>
                    <a:pt x="1405" y="11088"/>
                    <a:pt x="1353" y="11045"/>
                    <a:pt x="1353" y="10981"/>
                  </a:cubicBezTo>
                  <a:cubicBezTo>
                    <a:pt x="1353" y="10922"/>
                    <a:pt x="1400" y="10875"/>
                    <a:pt x="1458" y="10875"/>
                  </a:cubicBezTo>
                  <a:close/>
                  <a:moveTo>
                    <a:pt x="406" y="11400"/>
                  </a:moveTo>
                  <a:cubicBezTo>
                    <a:pt x="501" y="11400"/>
                    <a:pt x="548" y="11515"/>
                    <a:pt x="482" y="11583"/>
                  </a:cubicBezTo>
                  <a:cubicBezTo>
                    <a:pt x="460" y="11604"/>
                    <a:pt x="433" y="11614"/>
                    <a:pt x="407" y="11614"/>
                  </a:cubicBezTo>
                  <a:cubicBezTo>
                    <a:pt x="352" y="11614"/>
                    <a:pt x="299" y="11571"/>
                    <a:pt x="299" y="11507"/>
                  </a:cubicBezTo>
                  <a:cubicBezTo>
                    <a:pt x="299" y="11449"/>
                    <a:pt x="347" y="11400"/>
                    <a:pt x="406" y="11400"/>
                  </a:cubicBezTo>
                  <a:close/>
                  <a:moveTo>
                    <a:pt x="932" y="11400"/>
                  </a:moveTo>
                  <a:cubicBezTo>
                    <a:pt x="1027" y="11400"/>
                    <a:pt x="1075" y="11515"/>
                    <a:pt x="1007" y="11583"/>
                  </a:cubicBezTo>
                  <a:cubicBezTo>
                    <a:pt x="986" y="11604"/>
                    <a:pt x="959" y="11614"/>
                    <a:pt x="933" y="11614"/>
                  </a:cubicBezTo>
                  <a:cubicBezTo>
                    <a:pt x="879" y="11614"/>
                    <a:pt x="826" y="11571"/>
                    <a:pt x="826" y="11507"/>
                  </a:cubicBezTo>
                  <a:cubicBezTo>
                    <a:pt x="826" y="11449"/>
                    <a:pt x="873" y="11400"/>
                    <a:pt x="932" y="11400"/>
                  </a:cubicBezTo>
                  <a:close/>
                  <a:moveTo>
                    <a:pt x="1458" y="11400"/>
                  </a:moveTo>
                  <a:cubicBezTo>
                    <a:pt x="1553" y="11400"/>
                    <a:pt x="1601" y="11515"/>
                    <a:pt x="1534" y="11583"/>
                  </a:cubicBezTo>
                  <a:cubicBezTo>
                    <a:pt x="1512" y="11604"/>
                    <a:pt x="1485" y="11614"/>
                    <a:pt x="1459" y="11614"/>
                  </a:cubicBezTo>
                  <a:cubicBezTo>
                    <a:pt x="1405" y="11614"/>
                    <a:pt x="1353" y="11571"/>
                    <a:pt x="1353" y="11507"/>
                  </a:cubicBezTo>
                  <a:cubicBezTo>
                    <a:pt x="1353" y="11449"/>
                    <a:pt x="1400" y="11400"/>
                    <a:pt x="1458" y="11400"/>
                  </a:cubicBezTo>
                  <a:close/>
                  <a:moveTo>
                    <a:pt x="406" y="11927"/>
                  </a:moveTo>
                  <a:cubicBezTo>
                    <a:pt x="501" y="11927"/>
                    <a:pt x="548" y="12042"/>
                    <a:pt x="481" y="12109"/>
                  </a:cubicBezTo>
                  <a:cubicBezTo>
                    <a:pt x="459" y="12131"/>
                    <a:pt x="433" y="12140"/>
                    <a:pt x="407" y="12140"/>
                  </a:cubicBezTo>
                  <a:cubicBezTo>
                    <a:pt x="352" y="12140"/>
                    <a:pt x="299" y="12098"/>
                    <a:pt x="299" y="12034"/>
                  </a:cubicBezTo>
                  <a:cubicBezTo>
                    <a:pt x="299" y="11975"/>
                    <a:pt x="347" y="11927"/>
                    <a:pt x="406" y="11927"/>
                  </a:cubicBezTo>
                  <a:close/>
                  <a:moveTo>
                    <a:pt x="932" y="11927"/>
                  </a:moveTo>
                  <a:cubicBezTo>
                    <a:pt x="1027" y="11927"/>
                    <a:pt x="1075" y="12042"/>
                    <a:pt x="1007" y="12109"/>
                  </a:cubicBezTo>
                  <a:cubicBezTo>
                    <a:pt x="986" y="12131"/>
                    <a:pt x="959" y="12140"/>
                    <a:pt x="933" y="12140"/>
                  </a:cubicBezTo>
                  <a:cubicBezTo>
                    <a:pt x="879" y="12140"/>
                    <a:pt x="826" y="12098"/>
                    <a:pt x="826" y="12034"/>
                  </a:cubicBezTo>
                  <a:cubicBezTo>
                    <a:pt x="826" y="11975"/>
                    <a:pt x="873" y="11927"/>
                    <a:pt x="932" y="11927"/>
                  </a:cubicBezTo>
                  <a:close/>
                  <a:moveTo>
                    <a:pt x="1458" y="11927"/>
                  </a:moveTo>
                  <a:cubicBezTo>
                    <a:pt x="1553" y="11927"/>
                    <a:pt x="1601" y="12042"/>
                    <a:pt x="1534" y="12109"/>
                  </a:cubicBezTo>
                  <a:cubicBezTo>
                    <a:pt x="1512" y="12131"/>
                    <a:pt x="1485" y="12140"/>
                    <a:pt x="1459" y="12140"/>
                  </a:cubicBezTo>
                  <a:cubicBezTo>
                    <a:pt x="1405" y="12140"/>
                    <a:pt x="1353" y="12098"/>
                    <a:pt x="1353" y="12034"/>
                  </a:cubicBezTo>
                  <a:cubicBezTo>
                    <a:pt x="1353" y="11975"/>
                    <a:pt x="1400" y="11927"/>
                    <a:pt x="1458" y="11927"/>
                  </a:cubicBezTo>
                  <a:close/>
                  <a:moveTo>
                    <a:pt x="406" y="12453"/>
                  </a:moveTo>
                  <a:cubicBezTo>
                    <a:pt x="501" y="12453"/>
                    <a:pt x="548" y="12568"/>
                    <a:pt x="482" y="12635"/>
                  </a:cubicBezTo>
                  <a:cubicBezTo>
                    <a:pt x="460" y="12657"/>
                    <a:pt x="433" y="12666"/>
                    <a:pt x="406" y="12666"/>
                  </a:cubicBezTo>
                  <a:cubicBezTo>
                    <a:pt x="352" y="12666"/>
                    <a:pt x="299" y="12624"/>
                    <a:pt x="299" y="12560"/>
                  </a:cubicBezTo>
                  <a:cubicBezTo>
                    <a:pt x="299" y="12501"/>
                    <a:pt x="347" y="12453"/>
                    <a:pt x="406" y="12453"/>
                  </a:cubicBezTo>
                  <a:close/>
                  <a:moveTo>
                    <a:pt x="932" y="12453"/>
                  </a:moveTo>
                  <a:cubicBezTo>
                    <a:pt x="1027" y="12453"/>
                    <a:pt x="1075" y="12568"/>
                    <a:pt x="1007" y="12635"/>
                  </a:cubicBezTo>
                  <a:cubicBezTo>
                    <a:pt x="986" y="12657"/>
                    <a:pt x="959" y="12666"/>
                    <a:pt x="933" y="12666"/>
                  </a:cubicBezTo>
                  <a:cubicBezTo>
                    <a:pt x="878" y="12666"/>
                    <a:pt x="826" y="12624"/>
                    <a:pt x="826" y="12560"/>
                  </a:cubicBezTo>
                  <a:cubicBezTo>
                    <a:pt x="826" y="12501"/>
                    <a:pt x="873" y="12453"/>
                    <a:pt x="932" y="12453"/>
                  </a:cubicBezTo>
                  <a:close/>
                  <a:moveTo>
                    <a:pt x="1458" y="12453"/>
                  </a:moveTo>
                  <a:cubicBezTo>
                    <a:pt x="1553" y="12453"/>
                    <a:pt x="1601" y="12568"/>
                    <a:pt x="1534" y="12635"/>
                  </a:cubicBezTo>
                  <a:cubicBezTo>
                    <a:pt x="1512" y="12657"/>
                    <a:pt x="1485" y="12666"/>
                    <a:pt x="1459" y="12666"/>
                  </a:cubicBezTo>
                  <a:cubicBezTo>
                    <a:pt x="1404" y="12666"/>
                    <a:pt x="1353" y="12624"/>
                    <a:pt x="1353" y="12560"/>
                  </a:cubicBezTo>
                  <a:cubicBezTo>
                    <a:pt x="1353" y="12501"/>
                    <a:pt x="1400" y="12453"/>
                    <a:pt x="1458" y="12453"/>
                  </a:cubicBezTo>
                  <a:close/>
                  <a:moveTo>
                    <a:pt x="406" y="12980"/>
                  </a:moveTo>
                  <a:cubicBezTo>
                    <a:pt x="501" y="12980"/>
                    <a:pt x="548" y="13095"/>
                    <a:pt x="482" y="13161"/>
                  </a:cubicBezTo>
                  <a:cubicBezTo>
                    <a:pt x="460" y="13183"/>
                    <a:pt x="433" y="13193"/>
                    <a:pt x="407" y="13193"/>
                  </a:cubicBezTo>
                  <a:cubicBezTo>
                    <a:pt x="352" y="13193"/>
                    <a:pt x="299" y="13150"/>
                    <a:pt x="299" y="13086"/>
                  </a:cubicBezTo>
                  <a:cubicBezTo>
                    <a:pt x="299" y="13027"/>
                    <a:pt x="347" y="12980"/>
                    <a:pt x="406" y="12980"/>
                  </a:cubicBezTo>
                  <a:close/>
                  <a:moveTo>
                    <a:pt x="932" y="12980"/>
                  </a:moveTo>
                  <a:cubicBezTo>
                    <a:pt x="1027" y="12980"/>
                    <a:pt x="1075" y="13095"/>
                    <a:pt x="1007" y="13161"/>
                  </a:cubicBezTo>
                  <a:cubicBezTo>
                    <a:pt x="986" y="13183"/>
                    <a:pt x="959" y="13193"/>
                    <a:pt x="933" y="13193"/>
                  </a:cubicBezTo>
                  <a:cubicBezTo>
                    <a:pt x="878" y="13193"/>
                    <a:pt x="826" y="13150"/>
                    <a:pt x="826" y="13086"/>
                  </a:cubicBezTo>
                  <a:cubicBezTo>
                    <a:pt x="826" y="13027"/>
                    <a:pt x="873" y="12980"/>
                    <a:pt x="932" y="12980"/>
                  </a:cubicBezTo>
                  <a:close/>
                  <a:moveTo>
                    <a:pt x="1458" y="12980"/>
                  </a:moveTo>
                  <a:cubicBezTo>
                    <a:pt x="1553" y="12980"/>
                    <a:pt x="1601" y="13095"/>
                    <a:pt x="1534" y="13161"/>
                  </a:cubicBezTo>
                  <a:cubicBezTo>
                    <a:pt x="1512" y="13183"/>
                    <a:pt x="1485" y="13193"/>
                    <a:pt x="1459" y="13193"/>
                  </a:cubicBezTo>
                  <a:cubicBezTo>
                    <a:pt x="1405" y="13193"/>
                    <a:pt x="1353" y="13150"/>
                    <a:pt x="1353" y="13086"/>
                  </a:cubicBezTo>
                  <a:cubicBezTo>
                    <a:pt x="1353" y="13027"/>
                    <a:pt x="1400" y="12980"/>
                    <a:pt x="1458" y="12980"/>
                  </a:cubicBezTo>
                  <a:close/>
                  <a:moveTo>
                    <a:pt x="406" y="13506"/>
                  </a:moveTo>
                  <a:cubicBezTo>
                    <a:pt x="501" y="13506"/>
                    <a:pt x="548" y="13620"/>
                    <a:pt x="482" y="13688"/>
                  </a:cubicBezTo>
                  <a:cubicBezTo>
                    <a:pt x="460" y="13709"/>
                    <a:pt x="433" y="13719"/>
                    <a:pt x="407" y="13719"/>
                  </a:cubicBezTo>
                  <a:cubicBezTo>
                    <a:pt x="352" y="13719"/>
                    <a:pt x="299" y="13676"/>
                    <a:pt x="299" y="13612"/>
                  </a:cubicBezTo>
                  <a:cubicBezTo>
                    <a:pt x="299" y="13554"/>
                    <a:pt x="347" y="13506"/>
                    <a:pt x="406" y="13506"/>
                  </a:cubicBezTo>
                  <a:close/>
                  <a:moveTo>
                    <a:pt x="932" y="13506"/>
                  </a:moveTo>
                  <a:cubicBezTo>
                    <a:pt x="1027" y="13506"/>
                    <a:pt x="1075" y="13620"/>
                    <a:pt x="1007" y="13688"/>
                  </a:cubicBezTo>
                  <a:cubicBezTo>
                    <a:pt x="986" y="13709"/>
                    <a:pt x="959" y="13719"/>
                    <a:pt x="933" y="13719"/>
                  </a:cubicBezTo>
                  <a:cubicBezTo>
                    <a:pt x="879" y="13719"/>
                    <a:pt x="826" y="13676"/>
                    <a:pt x="826" y="13612"/>
                  </a:cubicBezTo>
                  <a:cubicBezTo>
                    <a:pt x="826" y="13554"/>
                    <a:pt x="873" y="13506"/>
                    <a:pt x="932" y="13506"/>
                  </a:cubicBezTo>
                  <a:close/>
                  <a:moveTo>
                    <a:pt x="1458" y="13506"/>
                  </a:moveTo>
                  <a:cubicBezTo>
                    <a:pt x="1553" y="13506"/>
                    <a:pt x="1601" y="13620"/>
                    <a:pt x="1534" y="13688"/>
                  </a:cubicBezTo>
                  <a:cubicBezTo>
                    <a:pt x="1512" y="13709"/>
                    <a:pt x="1485" y="13719"/>
                    <a:pt x="1459" y="13719"/>
                  </a:cubicBezTo>
                  <a:cubicBezTo>
                    <a:pt x="1405" y="13719"/>
                    <a:pt x="1353" y="13676"/>
                    <a:pt x="1353" y="13612"/>
                  </a:cubicBezTo>
                  <a:cubicBezTo>
                    <a:pt x="1353" y="13554"/>
                    <a:pt x="1400" y="13506"/>
                    <a:pt x="1458" y="13506"/>
                  </a:cubicBezTo>
                  <a:close/>
                  <a:moveTo>
                    <a:pt x="406" y="14032"/>
                  </a:moveTo>
                  <a:cubicBezTo>
                    <a:pt x="501" y="14032"/>
                    <a:pt x="548" y="14147"/>
                    <a:pt x="482" y="14214"/>
                  </a:cubicBezTo>
                  <a:cubicBezTo>
                    <a:pt x="460" y="14236"/>
                    <a:pt x="433" y="14245"/>
                    <a:pt x="407" y="14245"/>
                  </a:cubicBezTo>
                  <a:cubicBezTo>
                    <a:pt x="352" y="14245"/>
                    <a:pt x="299" y="14203"/>
                    <a:pt x="299" y="14139"/>
                  </a:cubicBezTo>
                  <a:cubicBezTo>
                    <a:pt x="299" y="14079"/>
                    <a:pt x="347" y="14032"/>
                    <a:pt x="406" y="14032"/>
                  </a:cubicBezTo>
                  <a:close/>
                  <a:moveTo>
                    <a:pt x="932" y="14032"/>
                  </a:moveTo>
                  <a:cubicBezTo>
                    <a:pt x="1027" y="14032"/>
                    <a:pt x="1075" y="14147"/>
                    <a:pt x="1007" y="14214"/>
                  </a:cubicBezTo>
                  <a:cubicBezTo>
                    <a:pt x="986" y="14236"/>
                    <a:pt x="959" y="14245"/>
                    <a:pt x="933" y="14245"/>
                  </a:cubicBezTo>
                  <a:cubicBezTo>
                    <a:pt x="879" y="14245"/>
                    <a:pt x="826" y="14203"/>
                    <a:pt x="826" y="14139"/>
                  </a:cubicBezTo>
                  <a:cubicBezTo>
                    <a:pt x="826" y="14079"/>
                    <a:pt x="873" y="14032"/>
                    <a:pt x="932" y="14032"/>
                  </a:cubicBezTo>
                  <a:close/>
                  <a:moveTo>
                    <a:pt x="1458" y="14032"/>
                  </a:moveTo>
                  <a:cubicBezTo>
                    <a:pt x="1553" y="14032"/>
                    <a:pt x="1601" y="14147"/>
                    <a:pt x="1534" y="14214"/>
                  </a:cubicBezTo>
                  <a:cubicBezTo>
                    <a:pt x="1512" y="14236"/>
                    <a:pt x="1485" y="14245"/>
                    <a:pt x="1459" y="14245"/>
                  </a:cubicBezTo>
                  <a:cubicBezTo>
                    <a:pt x="1405" y="14245"/>
                    <a:pt x="1353" y="14203"/>
                    <a:pt x="1353" y="14139"/>
                  </a:cubicBezTo>
                  <a:cubicBezTo>
                    <a:pt x="1353" y="14079"/>
                    <a:pt x="1400" y="14032"/>
                    <a:pt x="1458" y="14032"/>
                  </a:cubicBezTo>
                  <a:close/>
                  <a:moveTo>
                    <a:pt x="406" y="14559"/>
                  </a:moveTo>
                  <a:cubicBezTo>
                    <a:pt x="501" y="14559"/>
                    <a:pt x="548" y="14673"/>
                    <a:pt x="482" y="14740"/>
                  </a:cubicBezTo>
                  <a:cubicBezTo>
                    <a:pt x="460" y="14762"/>
                    <a:pt x="433" y="14772"/>
                    <a:pt x="407" y="14772"/>
                  </a:cubicBezTo>
                  <a:cubicBezTo>
                    <a:pt x="352" y="14772"/>
                    <a:pt x="299" y="14729"/>
                    <a:pt x="299" y="14664"/>
                  </a:cubicBezTo>
                  <a:cubicBezTo>
                    <a:pt x="299" y="14606"/>
                    <a:pt x="347" y="14559"/>
                    <a:pt x="406" y="14559"/>
                  </a:cubicBezTo>
                  <a:close/>
                  <a:moveTo>
                    <a:pt x="932" y="14559"/>
                  </a:moveTo>
                  <a:cubicBezTo>
                    <a:pt x="1027" y="14559"/>
                    <a:pt x="1075" y="14673"/>
                    <a:pt x="1007" y="14740"/>
                  </a:cubicBezTo>
                  <a:cubicBezTo>
                    <a:pt x="986" y="14762"/>
                    <a:pt x="959" y="14772"/>
                    <a:pt x="933" y="14772"/>
                  </a:cubicBezTo>
                  <a:cubicBezTo>
                    <a:pt x="878" y="14772"/>
                    <a:pt x="826" y="14729"/>
                    <a:pt x="826" y="14664"/>
                  </a:cubicBezTo>
                  <a:cubicBezTo>
                    <a:pt x="826" y="14606"/>
                    <a:pt x="873" y="14559"/>
                    <a:pt x="932" y="14559"/>
                  </a:cubicBezTo>
                  <a:close/>
                  <a:moveTo>
                    <a:pt x="1458" y="14559"/>
                  </a:moveTo>
                  <a:cubicBezTo>
                    <a:pt x="1553" y="14559"/>
                    <a:pt x="1601" y="14673"/>
                    <a:pt x="1534" y="14740"/>
                  </a:cubicBezTo>
                  <a:cubicBezTo>
                    <a:pt x="1512" y="14762"/>
                    <a:pt x="1485" y="14772"/>
                    <a:pt x="1459" y="14772"/>
                  </a:cubicBezTo>
                  <a:cubicBezTo>
                    <a:pt x="1405" y="14772"/>
                    <a:pt x="1353" y="14729"/>
                    <a:pt x="1353" y="14664"/>
                  </a:cubicBezTo>
                  <a:cubicBezTo>
                    <a:pt x="1353" y="14606"/>
                    <a:pt x="1400" y="14559"/>
                    <a:pt x="1458" y="14559"/>
                  </a:cubicBezTo>
                  <a:close/>
                  <a:moveTo>
                    <a:pt x="406" y="15085"/>
                  </a:moveTo>
                  <a:cubicBezTo>
                    <a:pt x="501" y="15085"/>
                    <a:pt x="548" y="15200"/>
                    <a:pt x="482" y="15266"/>
                  </a:cubicBezTo>
                  <a:cubicBezTo>
                    <a:pt x="460" y="15288"/>
                    <a:pt x="433" y="15298"/>
                    <a:pt x="407" y="15298"/>
                  </a:cubicBezTo>
                  <a:cubicBezTo>
                    <a:pt x="352" y="15298"/>
                    <a:pt x="299" y="15255"/>
                    <a:pt x="299" y="15191"/>
                  </a:cubicBezTo>
                  <a:cubicBezTo>
                    <a:pt x="299" y="15133"/>
                    <a:pt x="347" y="15085"/>
                    <a:pt x="406" y="15085"/>
                  </a:cubicBezTo>
                  <a:close/>
                  <a:moveTo>
                    <a:pt x="932" y="15085"/>
                  </a:moveTo>
                  <a:cubicBezTo>
                    <a:pt x="1027" y="15085"/>
                    <a:pt x="1075" y="15199"/>
                    <a:pt x="1007" y="15266"/>
                  </a:cubicBezTo>
                  <a:cubicBezTo>
                    <a:pt x="986" y="15288"/>
                    <a:pt x="959" y="15298"/>
                    <a:pt x="933" y="15298"/>
                  </a:cubicBezTo>
                  <a:cubicBezTo>
                    <a:pt x="879" y="15298"/>
                    <a:pt x="826" y="15255"/>
                    <a:pt x="826" y="15191"/>
                  </a:cubicBezTo>
                  <a:cubicBezTo>
                    <a:pt x="826" y="15133"/>
                    <a:pt x="873" y="15085"/>
                    <a:pt x="932" y="15085"/>
                  </a:cubicBezTo>
                  <a:close/>
                  <a:moveTo>
                    <a:pt x="1458" y="15085"/>
                  </a:moveTo>
                  <a:cubicBezTo>
                    <a:pt x="1553" y="15085"/>
                    <a:pt x="1601" y="15199"/>
                    <a:pt x="1534" y="15266"/>
                  </a:cubicBezTo>
                  <a:cubicBezTo>
                    <a:pt x="1512" y="15288"/>
                    <a:pt x="1485" y="15298"/>
                    <a:pt x="1459" y="15298"/>
                  </a:cubicBezTo>
                  <a:cubicBezTo>
                    <a:pt x="1405" y="15298"/>
                    <a:pt x="1353" y="15255"/>
                    <a:pt x="1353" y="15191"/>
                  </a:cubicBezTo>
                  <a:cubicBezTo>
                    <a:pt x="1353" y="15133"/>
                    <a:pt x="1400" y="15085"/>
                    <a:pt x="1458" y="15085"/>
                  </a:cubicBezTo>
                  <a:close/>
                  <a:moveTo>
                    <a:pt x="406" y="15611"/>
                  </a:moveTo>
                  <a:cubicBezTo>
                    <a:pt x="501" y="15611"/>
                    <a:pt x="548" y="15726"/>
                    <a:pt x="482" y="15793"/>
                  </a:cubicBezTo>
                  <a:cubicBezTo>
                    <a:pt x="460" y="15814"/>
                    <a:pt x="433" y="15824"/>
                    <a:pt x="407" y="15824"/>
                  </a:cubicBezTo>
                  <a:cubicBezTo>
                    <a:pt x="352" y="15824"/>
                    <a:pt x="299" y="15782"/>
                    <a:pt x="299" y="15718"/>
                  </a:cubicBezTo>
                  <a:cubicBezTo>
                    <a:pt x="299" y="15659"/>
                    <a:pt x="347" y="15611"/>
                    <a:pt x="406" y="15611"/>
                  </a:cubicBezTo>
                  <a:close/>
                  <a:moveTo>
                    <a:pt x="932" y="15611"/>
                  </a:moveTo>
                  <a:cubicBezTo>
                    <a:pt x="1027" y="15611"/>
                    <a:pt x="1075" y="15726"/>
                    <a:pt x="1007" y="15793"/>
                  </a:cubicBezTo>
                  <a:cubicBezTo>
                    <a:pt x="986" y="15814"/>
                    <a:pt x="959" y="15824"/>
                    <a:pt x="933" y="15824"/>
                  </a:cubicBezTo>
                  <a:cubicBezTo>
                    <a:pt x="879" y="15824"/>
                    <a:pt x="826" y="15782"/>
                    <a:pt x="826" y="15718"/>
                  </a:cubicBezTo>
                  <a:cubicBezTo>
                    <a:pt x="826" y="15659"/>
                    <a:pt x="873" y="15611"/>
                    <a:pt x="932" y="15611"/>
                  </a:cubicBezTo>
                  <a:close/>
                  <a:moveTo>
                    <a:pt x="1458" y="15611"/>
                  </a:moveTo>
                  <a:cubicBezTo>
                    <a:pt x="1553" y="15611"/>
                    <a:pt x="1601" y="15726"/>
                    <a:pt x="1534" y="15793"/>
                  </a:cubicBezTo>
                  <a:cubicBezTo>
                    <a:pt x="1512" y="15814"/>
                    <a:pt x="1485" y="15824"/>
                    <a:pt x="1459" y="15824"/>
                  </a:cubicBezTo>
                  <a:cubicBezTo>
                    <a:pt x="1405" y="15824"/>
                    <a:pt x="1353" y="15782"/>
                    <a:pt x="1353" y="15718"/>
                  </a:cubicBezTo>
                  <a:cubicBezTo>
                    <a:pt x="1353" y="15659"/>
                    <a:pt x="1400" y="15611"/>
                    <a:pt x="1458" y="15611"/>
                  </a:cubicBezTo>
                  <a:close/>
                  <a:moveTo>
                    <a:pt x="406" y="16137"/>
                  </a:moveTo>
                  <a:cubicBezTo>
                    <a:pt x="501" y="16137"/>
                    <a:pt x="548" y="16252"/>
                    <a:pt x="482" y="16320"/>
                  </a:cubicBezTo>
                  <a:cubicBezTo>
                    <a:pt x="460" y="16341"/>
                    <a:pt x="433" y="16351"/>
                    <a:pt x="407" y="16351"/>
                  </a:cubicBezTo>
                  <a:cubicBezTo>
                    <a:pt x="352" y="16351"/>
                    <a:pt x="299" y="16308"/>
                    <a:pt x="299" y="16244"/>
                  </a:cubicBezTo>
                  <a:cubicBezTo>
                    <a:pt x="299" y="16185"/>
                    <a:pt x="347" y="16137"/>
                    <a:pt x="406" y="16137"/>
                  </a:cubicBezTo>
                  <a:close/>
                  <a:moveTo>
                    <a:pt x="932" y="16137"/>
                  </a:moveTo>
                  <a:cubicBezTo>
                    <a:pt x="1027" y="16137"/>
                    <a:pt x="1075" y="16252"/>
                    <a:pt x="1007" y="16320"/>
                  </a:cubicBezTo>
                  <a:cubicBezTo>
                    <a:pt x="986" y="16341"/>
                    <a:pt x="959" y="16351"/>
                    <a:pt x="933" y="16351"/>
                  </a:cubicBezTo>
                  <a:cubicBezTo>
                    <a:pt x="879" y="16351"/>
                    <a:pt x="826" y="16308"/>
                    <a:pt x="826" y="16244"/>
                  </a:cubicBezTo>
                  <a:cubicBezTo>
                    <a:pt x="826" y="16185"/>
                    <a:pt x="873" y="16137"/>
                    <a:pt x="932" y="16137"/>
                  </a:cubicBezTo>
                  <a:close/>
                  <a:moveTo>
                    <a:pt x="1458" y="16137"/>
                  </a:moveTo>
                  <a:cubicBezTo>
                    <a:pt x="1553" y="16137"/>
                    <a:pt x="1601" y="16252"/>
                    <a:pt x="1534" y="16320"/>
                  </a:cubicBezTo>
                  <a:cubicBezTo>
                    <a:pt x="1512" y="16341"/>
                    <a:pt x="1485" y="16351"/>
                    <a:pt x="1459" y="16351"/>
                  </a:cubicBezTo>
                  <a:cubicBezTo>
                    <a:pt x="1405" y="16351"/>
                    <a:pt x="1353" y="16308"/>
                    <a:pt x="1353" y="16244"/>
                  </a:cubicBezTo>
                  <a:cubicBezTo>
                    <a:pt x="1353" y="16185"/>
                    <a:pt x="1400" y="16137"/>
                    <a:pt x="1458" y="16137"/>
                  </a:cubicBezTo>
                  <a:close/>
                  <a:moveTo>
                    <a:pt x="406" y="16664"/>
                  </a:moveTo>
                  <a:cubicBezTo>
                    <a:pt x="501" y="16664"/>
                    <a:pt x="548" y="16779"/>
                    <a:pt x="482" y="16845"/>
                  </a:cubicBezTo>
                  <a:cubicBezTo>
                    <a:pt x="460" y="16867"/>
                    <a:pt x="433" y="16877"/>
                    <a:pt x="407" y="16877"/>
                  </a:cubicBezTo>
                  <a:cubicBezTo>
                    <a:pt x="352" y="16877"/>
                    <a:pt x="299" y="16834"/>
                    <a:pt x="299" y="16770"/>
                  </a:cubicBezTo>
                  <a:cubicBezTo>
                    <a:pt x="299" y="16711"/>
                    <a:pt x="347" y="16664"/>
                    <a:pt x="406" y="16664"/>
                  </a:cubicBezTo>
                  <a:close/>
                  <a:moveTo>
                    <a:pt x="932" y="16664"/>
                  </a:moveTo>
                  <a:cubicBezTo>
                    <a:pt x="1027" y="16664"/>
                    <a:pt x="1075" y="16779"/>
                    <a:pt x="1007" y="16845"/>
                  </a:cubicBezTo>
                  <a:cubicBezTo>
                    <a:pt x="986" y="16867"/>
                    <a:pt x="959" y="16877"/>
                    <a:pt x="933" y="16877"/>
                  </a:cubicBezTo>
                  <a:cubicBezTo>
                    <a:pt x="878" y="16877"/>
                    <a:pt x="826" y="16834"/>
                    <a:pt x="826" y="16770"/>
                  </a:cubicBezTo>
                  <a:cubicBezTo>
                    <a:pt x="826" y="16711"/>
                    <a:pt x="873" y="16664"/>
                    <a:pt x="932" y="16664"/>
                  </a:cubicBezTo>
                  <a:close/>
                  <a:moveTo>
                    <a:pt x="1458" y="16664"/>
                  </a:moveTo>
                  <a:cubicBezTo>
                    <a:pt x="1553" y="16664"/>
                    <a:pt x="1601" y="16779"/>
                    <a:pt x="1534" y="16845"/>
                  </a:cubicBezTo>
                  <a:cubicBezTo>
                    <a:pt x="1512" y="16867"/>
                    <a:pt x="1485" y="16877"/>
                    <a:pt x="1459" y="16877"/>
                  </a:cubicBezTo>
                  <a:cubicBezTo>
                    <a:pt x="1405" y="16877"/>
                    <a:pt x="1353" y="16834"/>
                    <a:pt x="1353" y="16770"/>
                  </a:cubicBezTo>
                  <a:cubicBezTo>
                    <a:pt x="1353" y="16711"/>
                    <a:pt x="1400" y="16664"/>
                    <a:pt x="1458" y="16664"/>
                  </a:cubicBezTo>
                  <a:close/>
                  <a:moveTo>
                    <a:pt x="406" y="17191"/>
                  </a:moveTo>
                  <a:cubicBezTo>
                    <a:pt x="501" y="17191"/>
                    <a:pt x="548" y="17304"/>
                    <a:pt x="482" y="17372"/>
                  </a:cubicBezTo>
                  <a:cubicBezTo>
                    <a:pt x="460" y="17393"/>
                    <a:pt x="433" y="17403"/>
                    <a:pt x="407" y="17403"/>
                  </a:cubicBezTo>
                  <a:cubicBezTo>
                    <a:pt x="352" y="17403"/>
                    <a:pt x="299" y="17360"/>
                    <a:pt x="299" y="17296"/>
                  </a:cubicBezTo>
                  <a:cubicBezTo>
                    <a:pt x="299" y="17238"/>
                    <a:pt x="347" y="17191"/>
                    <a:pt x="406" y="17191"/>
                  </a:cubicBezTo>
                  <a:close/>
                  <a:moveTo>
                    <a:pt x="932" y="17191"/>
                  </a:moveTo>
                  <a:cubicBezTo>
                    <a:pt x="1027" y="17191"/>
                    <a:pt x="1075" y="17304"/>
                    <a:pt x="1007" y="17372"/>
                  </a:cubicBezTo>
                  <a:cubicBezTo>
                    <a:pt x="986" y="17393"/>
                    <a:pt x="959" y="17403"/>
                    <a:pt x="933" y="17403"/>
                  </a:cubicBezTo>
                  <a:cubicBezTo>
                    <a:pt x="879" y="17403"/>
                    <a:pt x="826" y="17360"/>
                    <a:pt x="826" y="17296"/>
                  </a:cubicBezTo>
                  <a:cubicBezTo>
                    <a:pt x="826" y="17238"/>
                    <a:pt x="873" y="17191"/>
                    <a:pt x="932" y="17191"/>
                  </a:cubicBezTo>
                  <a:close/>
                  <a:moveTo>
                    <a:pt x="1458" y="17191"/>
                  </a:moveTo>
                  <a:cubicBezTo>
                    <a:pt x="1553" y="17191"/>
                    <a:pt x="1601" y="17304"/>
                    <a:pt x="1534" y="17372"/>
                  </a:cubicBezTo>
                  <a:cubicBezTo>
                    <a:pt x="1512" y="17393"/>
                    <a:pt x="1485" y="17403"/>
                    <a:pt x="1459" y="17403"/>
                  </a:cubicBezTo>
                  <a:cubicBezTo>
                    <a:pt x="1405" y="17403"/>
                    <a:pt x="1353" y="17360"/>
                    <a:pt x="1353" y="17296"/>
                  </a:cubicBezTo>
                  <a:cubicBezTo>
                    <a:pt x="1353" y="17238"/>
                    <a:pt x="1400" y="17191"/>
                    <a:pt x="1458" y="17191"/>
                  </a:cubicBezTo>
                  <a:close/>
                  <a:moveTo>
                    <a:pt x="406" y="17716"/>
                  </a:moveTo>
                  <a:cubicBezTo>
                    <a:pt x="501" y="17716"/>
                    <a:pt x="548" y="17831"/>
                    <a:pt x="482" y="17898"/>
                  </a:cubicBezTo>
                  <a:cubicBezTo>
                    <a:pt x="460" y="17920"/>
                    <a:pt x="433" y="17929"/>
                    <a:pt x="407" y="17929"/>
                  </a:cubicBezTo>
                  <a:cubicBezTo>
                    <a:pt x="352" y="17929"/>
                    <a:pt x="299" y="17887"/>
                    <a:pt x="299" y="17823"/>
                  </a:cubicBezTo>
                  <a:cubicBezTo>
                    <a:pt x="299" y="17764"/>
                    <a:pt x="347" y="17716"/>
                    <a:pt x="406" y="17716"/>
                  </a:cubicBezTo>
                  <a:close/>
                  <a:moveTo>
                    <a:pt x="932" y="17716"/>
                  </a:moveTo>
                  <a:cubicBezTo>
                    <a:pt x="1027" y="17716"/>
                    <a:pt x="1075" y="17831"/>
                    <a:pt x="1007" y="17898"/>
                  </a:cubicBezTo>
                  <a:cubicBezTo>
                    <a:pt x="986" y="17920"/>
                    <a:pt x="959" y="17929"/>
                    <a:pt x="933" y="17929"/>
                  </a:cubicBezTo>
                  <a:cubicBezTo>
                    <a:pt x="879" y="17929"/>
                    <a:pt x="826" y="17887"/>
                    <a:pt x="826" y="17823"/>
                  </a:cubicBezTo>
                  <a:cubicBezTo>
                    <a:pt x="826" y="17764"/>
                    <a:pt x="873" y="17716"/>
                    <a:pt x="932" y="17716"/>
                  </a:cubicBezTo>
                  <a:close/>
                  <a:moveTo>
                    <a:pt x="1458" y="17716"/>
                  </a:moveTo>
                  <a:cubicBezTo>
                    <a:pt x="1553" y="17716"/>
                    <a:pt x="1601" y="17831"/>
                    <a:pt x="1534" y="17898"/>
                  </a:cubicBezTo>
                  <a:cubicBezTo>
                    <a:pt x="1512" y="17920"/>
                    <a:pt x="1485" y="17929"/>
                    <a:pt x="1459" y="17929"/>
                  </a:cubicBezTo>
                  <a:cubicBezTo>
                    <a:pt x="1405" y="17929"/>
                    <a:pt x="1353" y="17887"/>
                    <a:pt x="1353" y="17823"/>
                  </a:cubicBezTo>
                  <a:cubicBezTo>
                    <a:pt x="1353" y="17764"/>
                    <a:pt x="1400" y="17716"/>
                    <a:pt x="1458" y="17716"/>
                  </a:cubicBezTo>
                  <a:close/>
                  <a:moveTo>
                    <a:pt x="406" y="18243"/>
                  </a:moveTo>
                  <a:cubicBezTo>
                    <a:pt x="501" y="18243"/>
                    <a:pt x="548" y="18357"/>
                    <a:pt x="482" y="18424"/>
                  </a:cubicBezTo>
                  <a:cubicBezTo>
                    <a:pt x="460" y="18446"/>
                    <a:pt x="433" y="18456"/>
                    <a:pt x="406" y="18456"/>
                  </a:cubicBezTo>
                  <a:cubicBezTo>
                    <a:pt x="352" y="18456"/>
                    <a:pt x="299" y="18413"/>
                    <a:pt x="299" y="18350"/>
                  </a:cubicBezTo>
                  <a:cubicBezTo>
                    <a:pt x="299" y="18290"/>
                    <a:pt x="347" y="18243"/>
                    <a:pt x="406" y="18243"/>
                  </a:cubicBezTo>
                  <a:close/>
                  <a:moveTo>
                    <a:pt x="932" y="18243"/>
                  </a:moveTo>
                  <a:cubicBezTo>
                    <a:pt x="1027" y="18243"/>
                    <a:pt x="1075" y="18357"/>
                    <a:pt x="1007" y="18424"/>
                  </a:cubicBezTo>
                  <a:cubicBezTo>
                    <a:pt x="986" y="18446"/>
                    <a:pt x="959" y="18456"/>
                    <a:pt x="933" y="18456"/>
                  </a:cubicBezTo>
                  <a:cubicBezTo>
                    <a:pt x="878" y="18456"/>
                    <a:pt x="826" y="18413"/>
                    <a:pt x="826" y="18350"/>
                  </a:cubicBezTo>
                  <a:cubicBezTo>
                    <a:pt x="826" y="18290"/>
                    <a:pt x="873" y="18243"/>
                    <a:pt x="932" y="18243"/>
                  </a:cubicBezTo>
                  <a:close/>
                  <a:moveTo>
                    <a:pt x="1458" y="18243"/>
                  </a:moveTo>
                  <a:cubicBezTo>
                    <a:pt x="1553" y="18243"/>
                    <a:pt x="1601" y="18357"/>
                    <a:pt x="1534" y="18424"/>
                  </a:cubicBezTo>
                  <a:cubicBezTo>
                    <a:pt x="1512" y="18446"/>
                    <a:pt x="1485" y="18456"/>
                    <a:pt x="1459" y="18456"/>
                  </a:cubicBezTo>
                  <a:cubicBezTo>
                    <a:pt x="1404" y="18456"/>
                    <a:pt x="1353" y="18413"/>
                    <a:pt x="1353" y="18350"/>
                  </a:cubicBezTo>
                  <a:cubicBezTo>
                    <a:pt x="1353" y="18290"/>
                    <a:pt x="1400" y="18243"/>
                    <a:pt x="1458" y="18243"/>
                  </a:cubicBezTo>
                  <a:close/>
                  <a:moveTo>
                    <a:pt x="1458" y="18769"/>
                  </a:moveTo>
                  <a:cubicBezTo>
                    <a:pt x="1513" y="18769"/>
                    <a:pt x="1565" y="18811"/>
                    <a:pt x="1565" y="18875"/>
                  </a:cubicBezTo>
                  <a:cubicBezTo>
                    <a:pt x="1565" y="18935"/>
                    <a:pt x="1517" y="18982"/>
                    <a:pt x="1458" y="18982"/>
                  </a:cubicBezTo>
                  <a:cubicBezTo>
                    <a:pt x="1364" y="18982"/>
                    <a:pt x="1317" y="18867"/>
                    <a:pt x="1383" y="18800"/>
                  </a:cubicBezTo>
                  <a:cubicBezTo>
                    <a:pt x="1405" y="18778"/>
                    <a:pt x="1432" y="18769"/>
                    <a:pt x="1458" y="18769"/>
                  </a:cubicBezTo>
                  <a:close/>
                  <a:moveTo>
                    <a:pt x="406" y="18769"/>
                  </a:moveTo>
                  <a:cubicBezTo>
                    <a:pt x="501" y="18769"/>
                    <a:pt x="548" y="18884"/>
                    <a:pt x="482" y="18950"/>
                  </a:cubicBezTo>
                  <a:cubicBezTo>
                    <a:pt x="460" y="18972"/>
                    <a:pt x="433" y="18982"/>
                    <a:pt x="407" y="18982"/>
                  </a:cubicBezTo>
                  <a:cubicBezTo>
                    <a:pt x="352" y="18982"/>
                    <a:pt x="299" y="18940"/>
                    <a:pt x="299" y="18875"/>
                  </a:cubicBezTo>
                  <a:cubicBezTo>
                    <a:pt x="299" y="18816"/>
                    <a:pt x="347" y="18769"/>
                    <a:pt x="406" y="18769"/>
                  </a:cubicBezTo>
                  <a:close/>
                  <a:moveTo>
                    <a:pt x="932" y="18769"/>
                  </a:moveTo>
                  <a:cubicBezTo>
                    <a:pt x="1027" y="18769"/>
                    <a:pt x="1075" y="18884"/>
                    <a:pt x="1007" y="18950"/>
                  </a:cubicBezTo>
                  <a:cubicBezTo>
                    <a:pt x="986" y="18972"/>
                    <a:pt x="959" y="18982"/>
                    <a:pt x="933" y="18982"/>
                  </a:cubicBezTo>
                  <a:cubicBezTo>
                    <a:pt x="878" y="18982"/>
                    <a:pt x="826" y="18940"/>
                    <a:pt x="826" y="18875"/>
                  </a:cubicBezTo>
                  <a:cubicBezTo>
                    <a:pt x="826" y="18816"/>
                    <a:pt x="873" y="18769"/>
                    <a:pt x="932" y="18769"/>
                  </a:cubicBezTo>
                  <a:close/>
                  <a:moveTo>
                    <a:pt x="406" y="19295"/>
                  </a:moveTo>
                  <a:cubicBezTo>
                    <a:pt x="501" y="19295"/>
                    <a:pt x="548" y="19409"/>
                    <a:pt x="482" y="19477"/>
                  </a:cubicBezTo>
                  <a:cubicBezTo>
                    <a:pt x="460" y="19499"/>
                    <a:pt x="433" y="19508"/>
                    <a:pt x="407" y="19508"/>
                  </a:cubicBezTo>
                  <a:cubicBezTo>
                    <a:pt x="352" y="19508"/>
                    <a:pt x="299" y="19466"/>
                    <a:pt x="299" y="19402"/>
                  </a:cubicBezTo>
                  <a:cubicBezTo>
                    <a:pt x="299" y="19343"/>
                    <a:pt x="347" y="19295"/>
                    <a:pt x="406" y="19295"/>
                  </a:cubicBezTo>
                  <a:close/>
                  <a:moveTo>
                    <a:pt x="931" y="19295"/>
                  </a:moveTo>
                  <a:cubicBezTo>
                    <a:pt x="986" y="19295"/>
                    <a:pt x="1039" y="19338"/>
                    <a:pt x="1039" y="19402"/>
                  </a:cubicBezTo>
                  <a:cubicBezTo>
                    <a:pt x="1039" y="19460"/>
                    <a:pt x="991" y="19508"/>
                    <a:pt x="932" y="19508"/>
                  </a:cubicBezTo>
                  <a:cubicBezTo>
                    <a:pt x="837" y="19508"/>
                    <a:pt x="790" y="19394"/>
                    <a:pt x="856" y="19326"/>
                  </a:cubicBezTo>
                  <a:cubicBezTo>
                    <a:pt x="878" y="19305"/>
                    <a:pt x="905" y="19295"/>
                    <a:pt x="931" y="19295"/>
                  </a:cubicBezTo>
                  <a:close/>
                  <a:moveTo>
                    <a:pt x="405" y="19821"/>
                  </a:moveTo>
                  <a:cubicBezTo>
                    <a:pt x="459" y="19821"/>
                    <a:pt x="512" y="19864"/>
                    <a:pt x="512" y="19928"/>
                  </a:cubicBezTo>
                  <a:cubicBezTo>
                    <a:pt x="512" y="19987"/>
                    <a:pt x="465" y="20034"/>
                    <a:pt x="406" y="20034"/>
                  </a:cubicBezTo>
                  <a:cubicBezTo>
                    <a:pt x="311" y="20034"/>
                    <a:pt x="263" y="19919"/>
                    <a:pt x="331" y="19853"/>
                  </a:cubicBezTo>
                  <a:cubicBezTo>
                    <a:pt x="352" y="19831"/>
                    <a:pt x="379" y="19821"/>
                    <a:pt x="405" y="19821"/>
                  </a:cubicBezTo>
                  <a:close/>
                  <a:moveTo>
                    <a:pt x="1575" y="1"/>
                  </a:moveTo>
                  <a:lnTo>
                    <a:pt x="0" y="1576"/>
                  </a:lnTo>
                  <a:lnTo>
                    <a:pt x="0" y="20638"/>
                  </a:lnTo>
                  <a:lnTo>
                    <a:pt x="674" y="19963"/>
                  </a:lnTo>
                  <a:lnTo>
                    <a:pt x="1575" y="19063"/>
                  </a:lnTo>
                  <a:lnTo>
                    <a:pt x="15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33" name="Google Shape;3333;p17"/>
            <p:cNvSpPr/>
            <p:nvPr/>
          </p:nvSpPr>
          <p:spPr>
            <a:xfrm>
              <a:off x="1489007" y="4134376"/>
              <a:ext cx="291693" cy="279072"/>
            </a:xfrm>
            <a:custGeom>
              <a:avLst/>
              <a:gdLst/>
              <a:ahLst/>
              <a:cxnLst/>
              <a:rect l="l" t="t" r="r" b="b"/>
              <a:pathLst>
                <a:path w="1942" h="1858" extrusionOk="0">
                  <a:moveTo>
                    <a:pt x="1624" y="93"/>
                  </a:moveTo>
                  <a:cubicBezTo>
                    <a:pt x="1719" y="93"/>
                    <a:pt x="1767" y="208"/>
                    <a:pt x="1699" y="275"/>
                  </a:cubicBezTo>
                  <a:cubicBezTo>
                    <a:pt x="1678" y="296"/>
                    <a:pt x="1651" y="306"/>
                    <a:pt x="1625" y="306"/>
                  </a:cubicBezTo>
                  <a:cubicBezTo>
                    <a:pt x="1571" y="306"/>
                    <a:pt x="1518" y="264"/>
                    <a:pt x="1518" y="200"/>
                  </a:cubicBezTo>
                  <a:cubicBezTo>
                    <a:pt x="1518" y="141"/>
                    <a:pt x="1565" y="93"/>
                    <a:pt x="1624" y="93"/>
                  </a:cubicBezTo>
                  <a:close/>
                  <a:moveTo>
                    <a:pt x="1098" y="619"/>
                  </a:moveTo>
                  <a:cubicBezTo>
                    <a:pt x="1193" y="619"/>
                    <a:pt x="1240" y="734"/>
                    <a:pt x="1174" y="801"/>
                  </a:cubicBezTo>
                  <a:cubicBezTo>
                    <a:pt x="1152" y="822"/>
                    <a:pt x="1125" y="832"/>
                    <a:pt x="1099" y="832"/>
                  </a:cubicBezTo>
                  <a:cubicBezTo>
                    <a:pt x="1044" y="832"/>
                    <a:pt x="991" y="790"/>
                    <a:pt x="991" y="725"/>
                  </a:cubicBezTo>
                  <a:cubicBezTo>
                    <a:pt x="991" y="667"/>
                    <a:pt x="1039" y="619"/>
                    <a:pt x="1098" y="619"/>
                  </a:cubicBezTo>
                  <a:close/>
                  <a:moveTo>
                    <a:pt x="572" y="1146"/>
                  </a:moveTo>
                  <a:cubicBezTo>
                    <a:pt x="666" y="1146"/>
                    <a:pt x="714" y="1261"/>
                    <a:pt x="647" y="1327"/>
                  </a:cubicBezTo>
                  <a:cubicBezTo>
                    <a:pt x="625" y="1349"/>
                    <a:pt x="598" y="1359"/>
                    <a:pt x="572" y="1359"/>
                  </a:cubicBezTo>
                  <a:cubicBezTo>
                    <a:pt x="517" y="1359"/>
                    <a:pt x="465" y="1316"/>
                    <a:pt x="465" y="1252"/>
                  </a:cubicBezTo>
                  <a:cubicBezTo>
                    <a:pt x="465" y="1193"/>
                    <a:pt x="513" y="1146"/>
                    <a:pt x="572" y="1146"/>
                  </a:cubicBezTo>
                  <a:close/>
                  <a:moveTo>
                    <a:pt x="1635" y="1"/>
                  </a:moveTo>
                  <a:lnTo>
                    <a:pt x="0" y="1635"/>
                  </a:lnTo>
                  <a:lnTo>
                    <a:pt x="0" y="1682"/>
                  </a:lnTo>
                  <a:cubicBezTo>
                    <a:pt x="16" y="1674"/>
                    <a:pt x="32" y="1671"/>
                    <a:pt x="47" y="1671"/>
                  </a:cubicBezTo>
                  <a:cubicBezTo>
                    <a:pt x="135" y="1671"/>
                    <a:pt x="194" y="1787"/>
                    <a:pt x="117" y="1857"/>
                  </a:cubicBezTo>
                  <a:lnTo>
                    <a:pt x="366" y="1857"/>
                  </a:lnTo>
                  <a:lnTo>
                    <a:pt x="468" y="1755"/>
                  </a:lnTo>
                  <a:cubicBezTo>
                    <a:pt x="477" y="1715"/>
                    <a:pt x="508" y="1684"/>
                    <a:pt x="548" y="1675"/>
                  </a:cubicBezTo>
                  <a:lnTo>
                    <a:pt x="994" y="1228"/>
                  </a:lnTo>
                  <a:cubicBezTo>
                    <a:pt x="1004" y="1189"/>
                    <a:pt x="1034" y="1157"/>
                    <a:pt x="1075" y="1148"/>
                  </a:cubicBezTo>
                  <a:lnTo>
                    <a:pt x="1520" y="702"/>
                  </a:lnTo>
                  <a:cubicBezTo>
                    <a:pt x="1529" y="662"/>
                    <a:pt x="1561" y="631"/>
                    <a:pt x="1600" y="622"/>
                  </a:cubicBezTo>
                  <a:lnTo>
                    <a:pt x="1941" y="282"/>
                  </a:lnTo>
                  <a:lnTo>
                    <a:pt x="194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34" name="Google Shape;3334;p17"/>
            <p:cNvSpPr/>
            <p:nvPr/>
          </p:nvSpPr>
          <p:spPr>
            <a:xfrm>
              <a:off x="1738192" y="1207421"/>
              <a:ext cx="42507" cy="2914481"/>
            </a:xfrm>
            <a:custGeom>
              <a:avLst/>
              <a:gdLst/>
              <a:ahLst/>
              <a:cxnLst/>
              <a:rect l="l" t="t" r="r" b="b"/>
              <a:pathLst>
                <a:path w="283" h="19404" extrusionOk="0">
                  <a:moveTo>
                    <a:pt x="282" y="0"/>
                  </a:moveTo>
                  <a:lnTo>
                    <a:pt x="1" y="282"/>
                  </a:lnTo>
                  <a:lnTo>
                    <a:pt x="1" y="19403"/>
                  </a:lnTo>
                  <a:lnTo>
                    <a:pt x="282" y="1940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35" name="Google Shape;3335;p17"/>
            <p:cNvSpPr/>
            <p:nvPr/>
          </p:nvSpPr>
          <p:spPr>
            <a:xfrm>
              <a:off x="1489007" y="4425915"/>
              <a:ext cx="42357" cy="42356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0" y="0"/>
                  </a:moveTo>
                  <a:lnTo>
                    <a:pt x="0" y="282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F4D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36" name="Google Shape;3336;p17"/>
            <p:cNvSpPr/>
            <p:nvPr/>
          </p:nvSpPr>
          <p:spPr>
            <a:xfrm>
              <a:off x="1543831" y="4397828"/>
              <a:ext cx="20277" cy="15621"/>
            </a:xfrm>
            <a:custGeom>
              <a:avLst/>
              <a:gdLst/>
              <a:ahLst/>
              <a:cxnLst/>
              <a:rect l="l" t="t" r="r" b="b"/>
              <a:pathLst>
                <a:path w="135" h="104" extrusionOk="0">
                  <a:moveTo>
                    <a:pt x="103" y="1"/>
                  </a:moveTo>
                  <a:lnTo>
                    <a:pt x="1" y="103"/>
                  </a:lnTo>
                  <a:lnTo>
                    <a:pt x="135" y="103"/>
                  </a:lnTo>
                  <a:cubicBezTo>
                    <a:pt x="112" y="83"/>
                    <a:pt x="100" y="54"/>
                    <a:pt x="100" y="24"/>
                  </a:cubicBezTo>
                  <a:cubicBezTo>
                    <a:pt x="100" y="16"/>
                    <a:pt x="101" y="9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37" name="Google Shape;3337;p17"/>
            <p:cNvSpPr/>
            <p:nvPr/>
          </p:nvSpPr>
          <p:spPr>
            <a:xfrm>
              <a:off x="1489007" y="4176583"/>
              <a:ext cx="2507631" cy="291688"/>
            </a:xfrm>
            <a:custGeom>
              <a:avLst/>
              <a:gdLst/>
              <a:ahLst/>
              <a:cxnLst/>
              <a:rect l="l" t="t" r="r" b="b"/>
              <a:pathLst>
                <a:path w="16695" h="1942" extrusionOk="0">
                  <a:moveTo>
                    <a:pt x="16108" y="1"/>
                  </a:moveTo>
                  <a:lnTo>
                    <a:pt x="14461" y="1648"/>
                  </a:lnTo>
                  <a:cubicBezTo>
                    <a:pt x="14453" y="1656"/>
                    <a:pt x="14442" y="1660"/>
                    <a:pt x="14431" y="1660"/>
                  </a:cubicBezTo>
                  <a:lnTo>
                    <a:pt x="281" y="1660"/>
                  </a:lnTo>
                  <a:lnTo>
                    <a:pt x="0" y="1942"/>
                  </a:lnTo>
                  <a:lnTo>
                    <a:pt x="14755" y="1942"/>
                  </a:lnTo>
                  <a:lnTo>
                    <a:pt x="1669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38" name="Google Shape;3338;p17"/>
            <p:cNvSpPr/>
            <p:nvPr/>
          </p:nvSpPr>
          <p:spPr>
            <a:xfrm>
              <a:off x="1571318" y="4176583"/>
              <a:ext cx="2319427" cy="236865"/>
            </a:xfrm>
            <a:custGeom>
              <a:avLst/>
              <a:gdLst/>
              <a:ahLst/>
              <a:cxnLst/>
              <a:rect l="l" t="t" r="r" b="b"/>
              <a:pathLst>
                <a:path w="15442" h="1577" extrusionOk="0">
                  <a:moveTo>
                    <a:pt x="1602" y="338"/>
                  </a:moveTo>
                  <a:cubicBezTo>
                    <a:pt x="1657" y="338"/>
                    <a:pt x="1709" y="380"/>
                    <a:pt x="1709" y="444"/>
                  </a:cubicBezTo>
                  <a:cubicBezTo>
                    <a:pt x="1709" y="504"/>
                    <a:pt x="1661" y="551"/>
                    <a:pt x="1602" y="551"/>
                  </a:cubicBezTo>
                  <a:cubicBezTo>
                    <a:pt x="1508" y="551"/>
                    <a:pt x="1461" y="436"/>
                    <a:pt x="1527" y="370"/>
                  </a:cubicBezTo>
                  <a:cubicBezTo>
                    <a:pt x="1549" y="348"/>
                    <a:pt x="1576" y="338"/>
                    <a:pt x="1602" y="338"/>
                  </a:cubicBezTo>
                  <a:close/>
                  <a:moveTo>
                    <a:pt x="2128" y="338"/>
                  </a:moveTo>
                  <a:cubicBezTo>
                    <a:pt x="2183" y="338"/>
                    <a:pt x="2235" y="380"/>
                    <a:pt x="2235" y="444"/>
                  </a:cubicBezTo>
                  <a:cubicBezTo>
                    <a:pt x="2235" y="504"/>
                    <a:pt x="2188" y="551"/>
                    <a:pt x="2129" y="551"/>
                  </a:cubicBezTo>
                  <a:cubicBezTo>
                    <a:pt x="2035" y="551"/>
                    <a:pt x="1986" y="436"/>
                    <a:pt x="2054" y="370"/>
                  </a:cubicBezTo>
                  <a:cubicBezTo>
                    <a:pt x="2075" y="348"/>
                    <a:pt x="2102" y="338"/>
                    <a:pt x="2128" y="338"/>
                  </a:cubicBezTo>
                  <a:close/>
                  <a:moveTo>
                    <a:pt x="2655" y="338"/>
                  </a:moveTo>
                  <a:cubicBezTo>
                    <a:pt x="2709" y="338"/>
                    <a:pt x="2761" y="380"/>
                    <a:pt x="2761" y="444"/>
                  </a:cubicBezTo>
                  <a:cubicBezTo>
                    <a:pt x="2761" y="504"/>
                    <a:pt x="2714" y="551"/>
                    <a:pt x="2656" y="551"/>
                  </a:cubicBezTo>
                  <a:cubicBezTo>
                    <a:pt x="2560" y="551"/>
                    <a:pt x="2513" y="436"/>
                    <a:pt x="2580" y="370"/>
                  </a:cubicBezTo>
                  <a:cubicBezTo>
                    <a:pt x="2602" y="348"/>
                    <a:pt x="2629" y="338"/>
                    <a:pt x="2655" y="338"/>
                  </a:cubicBezTo>
                  <a:close/>
                  <a:moveTo>
                    <a:pt x="3181" y="338"/>
                  </a:moveTo>
                  <a:cubicBezTo>
                    <a:pt x="3236" y="338"/>
                    <a:pt x="3288" y="380"/>
                    <a:pt x="3288" y="444"/>
                  </a:cubicBezTo>
                  <a:cubicBezTo>
                    <a:pt x="3288" y="504"/>
                    <a:pt x="3241" y="551"/>
                    <a:pt x="3181" y="551"/>
                  </a:cubicBezTo>
                  <a:cubicBezTo>
                    <a:pt x="3087" y="551"/>
                    <a:pt x="3039" y="436"/>
                    <a:pt x="3106" y="370"/>
                  </a:cubicBezTo>
                  <a:cubicBezTo>
                    <a:pt x="3128" y="348"/>
                    <a:pt x="3155" y="338"/>
                    <a:pt x="3181" y="338"/>
                  </a:cubicBezTo>
                  <a:close/>
                  <a:moveTo>
                    <a:pt x="3708" y="338"/>
                  </a:moveTo>
                  <a:cubicBezTo>
                    <a:pt x="3762" y="338"/>
                    <a:pt x="3815" y="380"/>
                    <a:pt x="3815" y="444"/>
                  </a:cubicBezTo>
                  <a:cubicBezTo>
                    <a:pt x="3815" y="504"/>
                    <a:pt x="3766" y="551"/>
                    <a:pt x="3708" y="551"/>
                  </a:cubicBezTo>
                  <a:cubicBezTo>
                    <a:pt x="3613" y="551"/>
                    <a:pt x="3566" y="436"/>
                    <a:pt x="3632" y="370"/>
                  </a:cubicBezTo>
                  <a:cubicBezTo>
                    <a:pt x="3654" y="348"/>
                    <a:pt x="3681" y="338"/>
                    <a:pt x="3708" y="338"/>
                  </a:cubicBezTo>
                  <a:close/>
                  <a:moveTo>
                    <a:pt x="4233" y="338"/>
                  </a:moveTo>
                  <a:cubicBezTo>
                    <a:pt x="4288" y="338"/>
                    <a:pt x="4340" y="380"/>
                    <a:pt x="4340" y="444"/>
                  </a:cubicBezTo>
                  <a:cubicBezTo>
                    <a:pt x="4340" y="504"/>
                    <a:pt x="4293" y="551"/>
                    <a:pt x="4234" y="551"/>
                  </a:cubicBezTo>
                  <a:cubicBezTo>
                    <a:pt x="4139" y="551"/>
                    <a:pt x="4091" y="436"/>
                    <a:pt x="4159" y="370"/>
                  </a:cubicBezTo>
                  <a:cubicBezTo>
                    <a:pt x="4180" y="348"/>
                    <a:pt x="4207" y="338"/>
                    <a:pt x="4233" y="338"/>
                  </a:cubicBezTo>
                  <a:close/>
                  <a:moveTo>
                    <a:pt x="4760" y="338"/>
                  </a:moveTo>
                  <a:cubicBezTo>
                    <a:pt x="4814" y="338"/>
                    <a:pt x="4867" y="380"/>
                    <a:pt x="4867" y="444"/>
                  </a:cubicBezTo>
                  <a:cubicBezTo>
                    <a:pt x="4867" y="504"/>
                    <a:pt x="4819" y="551"/>
                    <a:pt x="4760" y="551"/>
                  </a:cubicBezTo>
                  <a:cubicBezTo>
                    <a:pt x="4665" y="551"/>
                    <a:pt x="4618" y="436"/>
                    <a:pt x="4685" y="370"/>
                  </a:cubicBezTo>
                  <a:cubicBezTo>
                    <a:pt x="4707" y="348"/>
                    <a:pt x="4734" y="338"/>
                    <a:pt x="4760" y="338"/>
                  </a:cubicBezTo>
                  <a:close/>
                  <a:moveTo>
                    <a:pt x="5286" y="338"/>
                  </a:moveTo>
                  <a:cubicBezTo>
                    <a:pt x="5341" y="338"/>
                    <a:pt x="5393" y="380"/>
                    <a:pt x="5393" y="444"/>
                  </a:cubicBezTo>
                  <a:cubicBezTo>
                    <a:pt x="5393" y="504"/>
                    <a:pt x="5345" y="551"/>
                    <a:pt x="5286" y="551"/>
                  </a:cubicBezTo>
                  <a:cubicBezTo>
                    <a:pt x="5192" y="551"/>
                    <a:pt x="5145" y="436"/>
                    <a:pt x="5211" y="370"/>
                  </a:cubicBezTo>
                  <a:cubicBezTo>
                    <a:pt x="5233" y="348"/>
                    <a:pt x="5260" y="338"/>
                    <a:pt x="5286" y="338"/>
                  </a:cubicBezTo>
                  <a:close/>
                  <a:moveTo>
                    <a:pt x="5813" y="338"/>
                  </a:moveTo>
                  <a:cubicBezTo>
                    <a:pt x="5868" y="338"/>
                    <a:pt x="5920" y="380"/>
                    <a:pt x="5920" y="444"/>
                  </a:cubicBezTo>
                  <a:cubicBezTo>
                    <a:pt x="5920" y="504"/>
                    <a:pt x="5871" y="551"/>
                    <a:pt x="5813" y="551"/>
                  </a:cubicBezTo>
                  <a:cubicBezTo>
                    <a:pt x="5718" y="551"/>
                    <a:pt x="5670" y="436"/>
                    <a:pt x="5738" y="370"/>
                  </a:cubicBezTo>
                  <a:cubicBezTo>
                    <a:pt x="5759" y="348"/>
                    <a:pt x="5786" y="338"/>
                    <a:pt x="5813" y="338"/>
                  </a:cubicBezTo>
                  <a:close/>
                  <a:moveTo>
                    <a:pt x="6339" y="338"/>
                  </a:moveTo>
                  <a:cubicBezTo>
                    <a:pt x="6393" y="338"/>
                    <a:pt x="6445" y="380"/>
                    <a:pt x="6445" y="444"/>
                  </a:cubicBezTo>
                  <a:cubicBezTo>
                    <a:pt x="6445" y="504"/>
                    <a:pt x="6398" y="551"/>
                    <a:pt x="6340" y="551"/>
                  </a:cubicBezTo>
                  <a:cubicBezTo>
                    <a:pt x="6244" y="551"/>
                    <a:pt x="6197" y="436"/>
                    <a:pt x="6264" y="370"/>
                  </a:cubicBezTo>
                  <a:cubicBezTo>
                    <a:pt x="6286" y="348"/>
                    <a:pt x="6312" y="338"/>
                    <a:pt x="6339" y="338"/>
                  </a:cubicBezTo>
                  <a:close/>
                  <a:moveTo>
                    <a:pt x="6865" y="338"/>
                  </a:moveTo>
                  <a:cubicBezTo>
                    <a:pt x="6920" y="338"/>
                    <a:pt x="6972" y="380"/>
                    <a:pt x="6972" y="444"/>
                  </a:cubicBezTo>
                  <a:cubicBezTo>
                    <a:pt x="6972" y="504"/>
                    <a:pt x="6925" y="551"/>
                    <a:pt x="6865" y="551"/>
                  </a:cubicBezTo>
                  <a:cubicBezTo>
                    <a:pt x="6770" y="551"/>
                    <a:pt x="6723" y="436"/>
                    <a:pt x="6791" y="370"/>
                  </a:cubicBezTo>
                  <a:cubicBezTo>
                    <a:pt x="6812" y="348"/>
                    <a:pt x="6839" y="338"/>
                    <a:pt x="6865" y="338"/>
                  </a:cubicBezTo>
                  <a:close/>
                  <a:moveTo>
                    <a:pt x="7391" y="338"/>
                  </a:moveTo>
                  <a:cubicBezTo>
                    <a:pt x="7446" y="338"/>
                    <a:pt x="7498" y="380"/>
                    <a:pt x="7498" y="444"/>
                  </a:cubicBezTo>
                  <a:cubicBezTo>
                    <a:pt x="7498" y="504"/>
                    <a:pt x="7450" y="551"/>
                    <a:pt x="7392" y="551"/>
                  </a:cubicBezTo>
                  <a:cubicBezTo>
                    <a:pt x="7297" y="551"/>
                    <a:pt x="7250" y="436"/>
                    <a:pt x="7316" y="370"/>
                  </a:cubicBezTo>
                  <a:cubicBezTo>
                    <a:pt x="7338" y="348"/>
                    <a:pt x="7365" y="338"/>
                    <a:pt x="7391" y="338"/>
                  </a:cubicBezTo>
                  <a:close/>
                  <a:moveTo>
                    <a:pt x="7918" y="338"/>
                  </a:moveTo>
                  <a:cubicBezTo>
                    <a:pt x="7972" y="338"/>
                    <a:pt x="8024" y="380"/>
                    <a:pt x="8024" y="444"/>
                  </a:cubicBezTo>
                  <a:cubicBezTo>
                    <a:pt x="8024" y="504"/>
                    <a:pt x="7977" y="551"/>
                    <a:pt x="7918" y="551"/>
                  </a:cubicBezTo>
                  <a:cubicBezTo>
                    <a:pt x="7824" y="551"/>
                    <a:pt x="7775" y="436"/>
                    <a:pt x="7843" y="370"/>
                  </a:cubicBezTo>
                  <a:cubicBezTo>
                    <a:pt x="7865" y="348"/>
                    <a:pt x="7892" y="338"/>
                    <a:pt x="7918" y="338"/>
                  </a:cubicBezTo>
                  <a:close/>
                  <a:moveTo>
                    <a:pt x="8444" y="338"/>
                  </a:moveTo>
                  <a:cubicBezTo>
                    <a:pt x="8498" y="338"/>
                    <a:pt x="8551" y="380"/>
                    <a:pt x="8551" y="444"/>
                  </a:cubicBezTo>
                  <a:cubicBezTo>
                    <a:pt x="8551" y="504"/>
                    <a:pt x="8503" y="551"/>
                    <a:pt x="8445" y="551"/>
                  </a:cubicBezTo>
                  <a:cubicBezTo>
                    <a:pt x="8349" y="551"/>
                    <a:pt x="8302" y="436"/>
                    <a:pt x="8369" y="370"/>
                  </a:cubicBezTo>
                  <a:cubicBezTo>
                    <a:pt x="8391" y="348"/>
                    <a:pt x="8418" y="338"/>
                    <a:pt x="8444" y="338"/>
                  </a:cubicBezTo>
                  <a:close/>
                  <a:moveTo>
                    <a:pt x="8970" y="338"/>
                  </a:moveTo>
                  <a:cubicBezTo>
                    <a:pt x="9025" y="338"/>
                    <a:pt x="9077" y="380"/>
                    <a:pt x="9077" y="444"/>
                  </a:cubicBezTo>
                  <a:cubicBezTo>
                    <a:pt x="9077" y="504"/>
                    <a:pt x="9030" y="551"/>
                    <a:pt x="8970" y="551"/>
                  </a:cubicBezTo>
                  <a:cubicBezTo>
                    <a:pt x="8876" y="551"/>
                    <a:pt x="8828" y="436"/>
                    <a:pt x="8895" y="370"/>
                  </a:cubicBezTo>
                  <a:cubicBezTo>
                    <a:pt x="8917" y="348"/>
                    <a:pt x="8944" y="338"/>
                    <a:pt x="8970" y="338"/>
                  </a:cubicBezTo>
                  <a:close/>
                  <a:moveTo>
                    <a:pt x="9497" y="338"/>
                  </a:moveTo>
                  <a:cubicBezTo>
                    <a:pt x="9551" y="338"/>
                    <a:pt x="9604" y="380"/>
                    <a:pt x="9604" y="444"/>
                  </a:cubicBezTo>
                  <a:cubicBezTo>
                    <a:pt x="9604" y="504"/>
                    <a:pt x="9555" y="551"/>
                    <a:pt x="9497" y="551"/>
                  </a:cubicBezTo>
                  <a:cubicBezTo>
                    <a:pt x="9402" y="551"/>
                    <a:pt x="9355" y="436"/>
                    <a:pt x="9421" y="370"/>
                  </a:cubicBezTo>
                  <a:cubicBezTo>
                    <a:pt x="9443" y="348"/>
                    <a:pt x="9470" y="338"/>
                    <a:pt x="9497" y="338"/>
                  </a:cubicBezTo>
                  <a:close/>
                  <a:moveTo>
                    <a:pt x="10023" y="338"/>
                  </a:moveTo>
                  <a:cubicBezTo>
                    <a:pt x="10077" y="338"/>
                    <a:pt x="10129" y="380"/>
                    <a:pt x="10129" y="444"/>
                  </a:cubicBezTo>
                  <a:cubicBezTo>
                    <a:pt x="10129" y="504"/>
                    <a:pt x="10082" y="551"/>
                    <a:pt x="10023" y="551"/>
                  </a:cubicBezTo>
                  <a:cubicBezTo>
                    <a:pt x="9929" y="551"/>
                    <a:pt x="9881" y="436"/>
                    <a:pt x="9948" y="370"/>
                  </a:cubicBezTo>
                  <a:cubicBezTo>
                    <a:pt x="9970" y="348"/>
                    <a:pt x="9996" y="338"/>
                    <a:pt x="10023" y="338"/>
                  </a:cubicBezTo>
                  <a:close/>
                  <a:moveTo>
                    <a:pt x="10549" y="338"/>
                  </a:moveTo>
                  <a:cubicBezTo>
                    <a:pt x="10604" y="338"/>
                    <a:pt x="10656" y="380"/>
                    <a:pt x="10656" y="444"/>
                  </a:cubicBezTo>
                  <a:cubicBezTo>
                    <a:pt x="10656" y="504"/>
                    <a:pt x="10609" y="551"/>
                    <a:pt x="10550" y="551"/>
                  </a:cubicBezTo>
                  <a:cubicBezTo>
                    <a:pt x="10454" y="551"/>
                    <a:pt x="10407" y="436"/>
                    <a:pt x="10475" y="370"/>
                  </a:cubicBezTo>
                  <a:cubicBezTo>
                    <a:pt x="10496" y="348"/>
                    <a:pt x="10523" y="338"/>
                    <a:pt x="10549" y="338"/>
                  </a:cubicBezTo>
                  <a:close/>
                  <a:moveTo>
                    <a:pt x="11075" y="338"/>
                  </a:moveTo>
                  <a:cubicBezTo>
                    <a:pt x="11130" y="338"/>
                    <a:pt x="11182" y="380"/>
                    <a:pt x="11182" y="444"/>
                  </a:cubicBezTo>
                  <a:cubicBezTo>
                    <a:pt x="11182" y="504"/>
                    <a:pt x="11135" y="551"/>
                    <a:pt x="11075" y="551"/>
                  </a:cubicBezTo>
                  <a:cubicBezTo>
                    <a:pt x="10981" y="551"/>
                    <a:pt x="10934" y="436"/>
                    <a:pt x="11000" y="370"/>
                  </a:cubicBezTo>
                  <a:cubicBezTo>
                    <a:pt x="11022" y="348"/>
                    <a:pt x="11049" y="338"/>
                    <a:pt x="11075" y="338"/>
                  </a:cubicBezTo>
                  <a:close/>
                  <a:moveTo>
                    <a:pt x="11602" y="338"/>
                  </a:moveTo>
                  <a:cubicBezTo>
                    <a:pt x="11657" y="338"/>
                    <a:pt x="11709" y="380"/>
                    <a:pt x="11709" y="444"/>
                  </a:cubicBezTo>
                  <a:cubicBezTo>
                    <a:pt x="11709" y="504"/>
                    <a:pt x="11661" y="551"/>
                    <a:pt x="11602" y="551"/>
                  </a:cubicBezTo>
                  <a:cubicBezTo>
                    <a:pt x="11508" y="551"/>
                    <a:pt x="11460" y="436"/>
                    <a:pt x="11527" y="370"/>
                  </a:cubicBezTo>
                  <a:cubicBezTo>
                    <a:pt x="11549" y="348"/>
                    <a:pt x="11576" y="338"/>
                    <a:pt x="11602" y="338"/>
                  </a:cubicBezTo>
                  <a:close/>
                  <a:moveTo>
                    <a:pt x="12128" y="338"/>
                  </a:moveTo>
                  <a:cubicBezTo>
                    <a:pt x="12182" y="338"/>
                    <a:pt x="12234" y="380"/>
                    <a:pt x="12234" y="444"/>
                  </a:cubicBezTo>
                  <a:cubicBezTo>
                    <a:pt x="12234" y="504"/>
                    <a:pt x="12187" y="551"/>
                    <a:pt x="12129" y="551"/>
                  </a:cubicBezTo>
                  <a:cubicBezTo>
                    <a:pt x="12033" y="551"/>
                    <a:pt x="11986" y="436"/>
                    <a:pt x="12053" y="370"/>
                  </a:cubicBezTo>
                  <a:cubicBezTo>
                    <a:pt x="12075" y="348"/>
                    <a:pt x="12102" y="338"/>
                    <a:pt x="12128" y="338"/>
                  </a:cubicBezTo>
                  <a:close/>
                  <a:moveTo>
                    <a:pt x="12654" y="338"/>
                  </a:moveTo>
                  <a:cubicBezTo>
                    <a:pt x="12709" y="338"/>
                    <a:pt x="12761" y="380"/>
                    <a:pt x="12761" y="444"/>
                  </a:cubicBezTo>
                  <a:cubicBezTo>
                    <a:pt x="12761" y="504"/>
                    <a:pt x="12714" y="551"/>
                    <a:pt x="12654" y="551"/>
                  </a:cubicBezTo>
                  <a:cubicBezTo>
                    <a:pt x="12560" y="551"/>
                    <a:pt x="12512" y="436"/>
                    <a:pt x="12580" y="370"/>
                  </a:cubicBezTo>
                  <a:cubicBezTo>
                    <a:pt x="12601" y="348"/>
                    <a:pt x="12628" y="338"/>
                    <a:pt x="12654" y="338"/>
                  </a:cubicBezTo>
                  <a:close/>
                  <a:moveTo>
                    <a:pt x="13181" y="338"/>
                  </a:moveTo>
                  <a:cubicBezTo>
                    <a:pt x="13235" y="338"/>
                    <a:pt x="13288" y="380"/>
                    <a:pt x="13288" y="444"/>
                  </a:cubicBezTo>
                  <a:cubicBezTo>
                    <a:pt x="13288" y="504"/>
                    <a:pt x="13239" y="551"/>
                    <a:pt x="13181" y="551"/>
                  </a:cubicBezTo>
                  <a:cubicBezTo>
                    <a:pt x="13086" y="551"/>
                    <a:pt x="13039" y="436"/>
                    <a:pt x="13105" y="370"/>
                  </a:cubicBezTo>
                  <a:cubicBezTo>
                    <a:pt x="13127" y="348"/>
                    <a:pt x="13154" y="338"/>
                    <a:pt x="13181" y="338"/>
                  </a:cubicBezTo>
                  <a:close/>
                  <a:moveTo>
                    <a:pt x="13707" y="338"/>
                  </a:moveTo>
                  <a:cubicBezTo>
                    <a:pt x="13762" y="338"/>
                    <a:pt x="13814" y="380"/>
                    <a:pt x="13814" y="444"/>
                  </a:cubicBezTo>
                  <a:cubicBezTo>
                    <a:pt x="13814" y="504"/>
                    <a:pt x="13766" y="551"/>
                    <a:pt x="13707" y="551"/>
                  </a:cubicBezTo>
                  <a:cubicBezTo>
                    <a:pt x="13613" y="551"/>
                    <a:pt x="13564" y="436"/>
                    <a:pt x="13632" y="370"/>
                  </a:cubicBezTo>
                  <a:cubicBezTo>
                    <a:pt x="13654" y="348"/>
                    <a:pt x="13681" y="338"/>
                    <a:pt x="13707" y="338"/>
                  </a:cubicBezTo>
                  <a:close/>
                  <a:moveTo>
                    <a:pt x="14233" y="338"/>
                  </a:moveTo>
                  <a:cubicBezTo>
                    <a:pt x="14287" y="338"/>
                    <a:pt x="14340" y="380"/>
                    <a:pt x="14340" y="444"/>
                  </a:cubicBezTo>
                  <a:cubicBezTo>
                    <a:pt x="14340" y="504"/>
                    <a:pt x="14292" y="551"/>
                    <a:pt x="14234" y="551"/>
                  </a:cubicBezTo>
                  <a:cubicBezTo>
                    <a:pt x="14138" y="551"/>
                    <a:pt x="14091" y="436"/>
                    <a:pt x="14158" y="370"/>
                  </a:cubicBezTo>
                  <a:cubicBezTo>
                    <a:pt x="14180" y="348"/>
                    <a:pt x="14207" y="338"/>
                    <a:pt x="14233" y="338"/>
                  </a:cubicBezTo>
                  <a:close/>
                  <a:moveTo>
                    <a:pt x="14760" y="338"/>
                  </a:moveTo>
                  <a:cubicBezTo>
                    <a:pt x="14814" y="338"/>
                    <a:pt x="14866" y="380"/>
                    <a:pt x="14866" y="444"/>
                  </a:cubicBezTo>
                  <a:cubicBezTo>
                    <a:pt x="14866" y="504"/>
                    <a:pt x="14819" y="551"/>
                    <a:pt x="14759" y="551"/>
                  </a:cubicBezTo>
                  <a:cubicBezTo>
                    <a:pt x="14665" y="551"/>
                    <a:pt x="14618" y="436"/>
                    <a:pt x="14685" y="370"/>
                  </a:cubicBezTo>
                  <a:cubicBezTo>
                    <a:pt x="14707" y="348"/>
                    <a:pt x="14733" y="338"/>
                    <a:pt x="14760" y="338"/>
                  </a:cubicBezTo>
                  <a:close/>
                  <a:moveTo>
                    <a:pt x="1075" y="864"/>
                  </a:moveTo>
                  <a:cubicBezTo>
                    <a:pt x="1130" y="864"/>
                    <a:pt x="1183" y="907"/>
                    <a:pt x="1183" y="971"/>
                  </a:cubicBezTo>
                  <a:cubicBezTo>
                    <a:pt x="1183" y="1029"/>
                    <a:pt x="1135" y="1078"/>
                    <a:pt x="1076" y="1078"/>
                  </a:cubicBezTo>
                  <a:cubicBezTo>
                    <a:pt x="981" y="1078"/>
                    <a:pt x="934" y="963"/>
                    <a:pt x="1000" y="895"/>
                  </a:cubicBezTo>
                  <a:cubicBezTo>
                    <a:pt x="1022" y="874"/>
                    <a:pt x="1049" y="864"/>
                    <a:pt x="1075" y="864"/>
                  </a:cubicBezTo>
                  <a:close/>
                  <a:moveTo>
                    <a:pt x="1602" y="864"/>
                  </a:moveTo>
                  <a:cubicBezTo>
                    <a:pt x="1657" y="864"/>
                    <a:pt x="1709" y="907"/>
                    <a:pt x="1709" y="971"/>
                  </a:cubicBezTo>
                  <a:cubicBezTo>
                    <a:pt x="1709" y="1029"/>
                    <a:pt x="1661" y="1078"/>
                    <a:pt x="1602" y="1078"/>
                  </a:cubicBezTo>
                  <a:cubicBezTo>
                    <a:pt x="1508" y="1078"/>
                    <a:pt x="1461" y="963"/>
                    <a:pt x="1527" y="895"/>
                  </a:cubicBezTo>
                  <a:cubicBezTo>
                    <a:pt x="1549" y="874"/>
                    <a:pt x="1576" y="864"/>
                    <a:pt x="1602" y="864"/>
                  </a:cubicBezTo>
                  <a:close/>
                  <a:moveTo>
                    <a:pt x="2128" y="864"/>
                  </a:moveTo>
                  <a:cubicBezTo>
                    <a:pt x="2183" y="864"/>
                    <a:pt x="2235" y="907"/>
                    <a:pt x="2235" y="971"/>
                  </a:cubicBezTo>
                  <a:cubicBezTo>
                    <a:pt x="2235" y="1029"/>
                    <a:pt x="2188" y="1078"/>
                    <a:pt x="2129" y="1078"/>
                  </a:cubicBezTo>
                  <a:cubicBezTo>
                    <a:pt x="2035" y="1078"/>
                    <a:pt x="1986" y="963"/>
                    <a:pt x="2054" y="895"/>
                  </a:cubicBezTo>
                  <a:cubicBezTo>
                    <a:pt x="2075" y="874"/>
                    <a:pt x="2102" y="864"/>
                    <a:pt x="2128" y="864"/>
                  </a:cubicBezTo>
                  <a:close/>
                  <a:moveTo>
                    <a:pt x="2654" y="864"/>
                  </a:moveTo>
                  <a:cubicBezTo>
                    <a:pt x="2709" y="864"/>
                    <a:pt x="2761" y="907"/>
                    <a:pt x="2761" y="971"/>
                  </a:cubicBezTo>
                  <a:cubicBezTo>
                    <a:pt x="2761" y="1029"/>
                    <a:pt x="2714" y="1078"/>
                    <a:pt x="2656" y="1078"/>
                  </a:cubicBezTo>
                  <a:cubicBezTo>
                    <a:pt x="2560" y="1078"/>
                    <a:pt x="2513" y="963"/>
                    <a:pt x="2580" y="895"/>
                  </a:cubicBezTo>
                  <a:cubicBezTo>
                    <a:pt x="2602" y="874"/>
                    <a:pt x="2628" y="864"/>
                    <a:pt x="2654" y="864"/>
                  </a:cubicBezTo>
                  <a:close/>
                  <a:moveTo>
                    <a:pt x="3180" y="864"/>
                  </a:moveTo>
                  <a:cubicBezTo>
                    <a:pt x="3235" y="864"/>
                    <a:pt x="3288" y="907"/>
                    <a:pt x="3288" y="971"/>
                  </a:cubicBezTo>
                  <a:cubicBezTo>
                    <a:pt x="3288" y="1029"/>
                    <a:pt x="3241" y="1078"/>
                    <a:pt x="3181" y="1078"/>
                  </a:cubicBezTo>
                  <a:cubicBezTo>
                    <a:pt x="3087" y="1078"/>
                    <a:pt x="3039" y="963"/>
                    <a:pt x="3106" y="895"/>
                  </a:cubicBezTo>
                  <a:cubicBezTo>
                    <a:pt x="3127" y="874"/>
                    <a:pt x="3154" y="864"/>
                    <a:pt x="3180" y="864"/>
                  </a:cubicBezTo>
                  <a:close/>
                  <a:moveTo>
                    <a:pt x="3707" y="864"/>
                  </a:moveTo>
                  <a:cubicBezTo>
                    <a:pt x="3762" y="864"/>
                    <a:pt x="3815" y="907"/>
                    <a:pt x="3815" y="971"/>
                  </a:cubicBezTo>
                  <a:cubicBezTo>
                    <a:pt x="3815" y="1029"/>
                    <a:pt x="3766" y="1078"/>
                    <a:pt x="3708" y="1078"/>
                  </a:cubicBezTo>
                  <a:cubicBezTo>
                    <a:pt x="3613" y="1078"/>
                    <a:pt x="3566" y="963"/>
                    <a:pt x="3632" y="895"/>
                  </a:cubicBezTo>
                  <a:cubicBezTo>
                    <a:pt x="3654" y="874"/>
                    <a:pt x="3681" y="864"/>
                    <a:pt x="3707" y="864"/>
                  </a:cubicBezTo>
                  <a:close/>
                  <a:moveTo>
                    <a:pt x="4233" y="864"/>
                  </a:moveTo>
                  <a:cubicBezTo>
                    <a:pt x="4287" y="864"/>
                    <a:pt x="4340" y="907"/>
                    <a:pt x="4340" y="971"/>
                  </a:cubicBezTo>
                  <a:cubicBezTo>
                    <a:pt x="4340" y="1029"/>
                    <a:pt x="4293" y="1078"/>
                    <a:pt x="4234" y="1078"/>
                  </a:cubicBezTo>
                  <a:cubicBezTo>
                    <a:pt x="4139" y="1078"/>
                    <a:pt x="4091" y="963"/>
                    <a:pt x="4159" y="895"/>
                  </a:cubicBezTo>
                  <a:cubicBezTo>
                    <a:pt x="4180" y="874"/>
                    <a:pt x="4207" y="864"/>
                    <a:pt x="4233" y="864"/>
                  </a:cubicBezTo>
                  <a:close/>
                  <a:moveTo>
                    <a:pt x="4759" y="864"/>
                  </a:moveTo>
                  <a:cubicBezTo>
                    <a:pt x="4814" y="864"/>
                    <a:pt x="4867" y="907"/>
                    <a:pt x="4867" y="971"/>
                  </a:cubicBezTo>
                  <a:cubicBezTo>
                    <a:pt x="4867" y="1029"/>
                    <a:pt x="4819" y="1078"/>
                    <a:pt x="4760" y="1078"/>
                  </a:cubicBezTo>
                  <a:cubicBezTo>
                    <a:pt x="4665" y="1078"/>
                    <a:pt x="4618" y="963"/>
                    <a:pt x="4685" y="895"/>
                  </a:cubicBezTo>
                  <a:cubicBezTo>
                    <a:pt x="4707" y="874"/>
                    <a:pt x="4733" y="864"/>
                    <a:pt x="4759" y="864"/>
                  </a:cubicBezTo>
                  <a:close/>
                  <a:moveTo>
                    <a:pt x="5286" y="864"/>
                  </a:moveTo>
                  <a:cubicBezTo>
                    <a:pt x="5341" y="864"/>
                    <a:pt x="5393" y="907"/>
                    <a:pt x="5393" y="971"/>
                  </a:cubicBezTo>
                  <a:cubicBezTo>
                    <a:pt x="5393" y="1029"/>
                    <a:pt x="5345" y="1078"/>
                    <a:pt x="5286" y="1078"/>
                  </a:cubicBezTo>
                  <a:cubicBezTo>
                    <a:pt x="5192" y="1078"/>
                    <a:pt x="5145" y="963"/>
                    <a:pt x="5211" y="895"/>
                  </a:cubicBezTo>
                  <a:cubicBezTo>
                    <a:pt x="5233" y="874"/>
                    <a:pt x="5259" y="864"/>
                    <a:pt x="5286" y="864"/>
                  </a:cubicBezTo>
                  <a:close/>
                  <a:moveTo>
                    <a:pt x="5812" y="864"/>
                  </a:moveTo>
                  <a:cubicBezTo>
                    <a:pt x="5867" y="864"/>
                    <a:pt x="5920" y="907"/>
                    <a:pt x="5920" y="971"/>
                  </a:cubicBezTo>
                  <a:cubicBezTo>
                    <a:pt x="5920" y="1029"/>
                    <a:pt x="5871" y="1078"/>
                    <a:pt x="5813" y="1078"/>
                  </a:cubicBezTo>
                  <a:cubicBezTo>
                    <a:pt x="5718" y="1078"/>
                    <a:pt x="5670" y="963"/>
                    <a:pt x="5738" y="895"/>
                  </a:cubicBezTo>
                  <a:cubicBezTo>
                    <a:pt x="5759" y="874"/>
                    <a:pt x="5786" y="864"/>
                    <a:pt x="5812" y="864"/>
                  </a:cubicBezTo>
                  <a:close/>
                  <a:moveTo>
                    <a:pt x="6338" y="864"/>
                  </a:moveTo>
                  <a:cubicBezTo>
                    <a:pt x="6393" y="864"/>
                    <a:pt x="6445" y="907"/>
                    <a:pt x="6445" y="971"/>
                  </a:cubicBezTo>
                  <a:cubicBezTo>
                    <a:pt x="6445" y="1029"/>
                    <a:pt x="6398" y="1078"/>
                    <a:pt x="6340" y="1078"/>
                  </a:cubicBezTo>
                  <a:cubicBezTo>
                    <a:pt x="6244" y="1078"/>
                    <a:pt x="6197" y="963"/>
                    <a:pt x="6264" y="895"/>
                  </a:cubicBezTo>
                  <a:cubicBezTo>
                    <a:pt x="6286" y="874"/>
                    <a:pt x="6312" y="864"/>
                    <a:pt x="6338" y="864"/>
                  </a:cubicBezTo>
                  <a:close/>
                  <a:moveTo>
                    <a:pt x="6865" y="864"/>
                  </a:moveTo>
                  <a:cubicBezTo>
                    <a:pt x="6919" y="864"/>
                    <a:pt x="6972" y="907"/>
                    <a:pt x="6972" y="971"/>
                  </a:cubicBezTo>
                  <a:cubicBezTo>
                    <a:pt x="6972" y="1029"/>
                    <a:pt x="6925" y="1078"/>
                    <a:pt x="6865" y="1078"/>
                  </a:cubicBezTo>
                  <a:cubicBezTo>
                    <a:pt x="6770" y="1078"/>
                    <a:pt x="6723" y="963"/>
                    <a:pt x="6791" y="895"/>
                  </a:cubicBezTo>
                  <a:cubicBezTo>
                    <a:pt x="6812" y="874"/>
                    <a:pt x="6839" y="864"/>
                    <a:pt x="6865" y="864"/>
                  </a:cubicBezTo>
                  <a:close/>
                  <a:moveTo>
                    <a:pt x="7391" y="864"/>
                  </a:moveTo>
                  <a:cubicBezTo>
                    <a:pt x="7446" y="864"/>
                    <a:pt x="7498" y="907"/>
                    <a:pt x="7498" y="971"/>
                  </a:cubicBezTo>
                  <a:cubicBezTo>
                    <a:pt x="7498" y="1029"/>
                    <a:pt x="7450" y="1078"/>
                    <a:pt x="7392" y="1078"/>
                  </a:cubicBezTo>
                  <a:cubicBezTo>
                    <a:pt x="7297" y="1078"/>
                    <a:pt x="7250" y="963"/>
                    <a:pt x="7316" y="895"/>
                  </a:cubicBezTo>
                  <a:cubicBezTo>
                    <a:pt x="7338" y="874"/>
                    <a:pt x="7365" y="864"/>
                    <a:pt x="7391" y="864"/>
                  </a:cubicBezTo>
                  <a:close/>
                  <a:moveTo>
                    <a:pt x="7917" y="864"/>
                  </a:moveTo>
                  <a:cubicBezTo>
                    <a:pt x="7972" y="864"/>
                    <a:pt x="8024" y="907"/>
                    <a:pt x="8024" y="971"/>
                  </a:cubicBezTo>
                  <a:cubicBezTo>
                    <a:pt x="8024" y="1029"/>
                    <a:pt x="7977" y="1078"/>
                    <a:pt x="7918" y="1078"/>
                  </a:cubicBezTo>
                  <a:cubicBezTo>
                    <a:pt x="7824" y="1078"/>
                    <a:pt x="7775" y="963"/>
                    <a:pt x="7843" y="895"/>
                  </a:cubicBezTo>
                  <a:cubicBezTo>
                    <a:pt x="7865" y="874"/>
                    <a:pt x="7891" y="864"/>
                    <a:pt x="7917" y="864"/>
                  </a:cubicBezTo>
                  <a:close/>
                  <a:moveTo>
                    <a:pt x="8443" y="864"/>
                  </a:moveTo>
                  <a:cubicBezTo>
                    <a:pt x="8498" y="864"/>
                    <a:pt x="8551" y="907"/>
                    <a:pt x="8551" y="971"/>
                  </a:cubicBezTo>
                  <a:cubicBezTo>
                    <a:pt x="8551" y="1029"/>
                    <a:pt x="8503" y="1078"/>
                    <a:pt x="8445" y="1078"/>
                  </a:cubicBezTo>
                  <a:cubicBezTo>
                    <a:pt x="8349" y="1078"/>
                    <a:pt x="8302" y="963"/>
                    <a:pt x="8369" y="895"/>
                  </a:cubicBezTo>
                  <a:cubicBezTo>
                    <a:pt x="8391" y="874"/>
                    <a:pt x="8417" y="864"/>
                    <a:pt x="8443" y="864"/>
                  </a:cubicBezTo>
                  <a:close/>
                  <a:moveTo>
                    <a:pt x="8969" y="864"/>
                  </a:moveTo>
                  <a:cubicBezTo>
                    <a:pt x="9024" y="864"/>
                    <a:pt x="9077" y="907"/>
                    <a:pt x="9077" y="971"/>
                  </a:cubicBezTo>
                  <a:cubicBezTo>
                    <a:pt x="9077" y="1029"/>
                    <a:pt x="9030" y="1078"/>
                    <a:pt x="8970" y="1078"/>
                  </a:cubicBezTo>
                  <a:cubicBezTo>
                    <a:pt x="8876" y="1078"/>
                    <a:pt x="8828" y="963"/>
                    <a:pt x="8895" y="895"/>
                  </a:cubicBezTo>
                  <a:cubicBezTo>
                    <a:pt x="8917" y="874"/>
                    <a:pt x="8943" y="864"/>
                    <a:pt x="8969" y="864"/>
                  </a:cubicBezTo>
                  <a:close/>
                  <a:moveTo>
                    <a:pt x="9496" y="864"/>
                  </a:moveTo>
                  <a:cubicBezTo>
                    <a:pt x="9551" y="864"/>
                    <a:pt x="9604" y="907"/>
                    <a:pt x="9604" y="971"/>
                  </a:cubicBezTo>
                  <a:cubicBezTo>
                    <a:pt x="9604" y="1029"/>
                    <a:pt x="9555" y="1078"/>
                    <a:pt x="9497" y="1078"/>
                  </a:cubicBezTo>
                  <a:cubicBezTo>
                    <a:pt x="9402" y="1078"/>
                    <a:pt x="9355" y="963"/>
                    <a:pt x="9421" y="895"/>
                  </a:cubicBezTo>
                  <a:cubicBezTo>
                    <a:pt x="9443" y="874"/>
                    <a:pt x="9470" y="864"/>
                    <a:pt x="9496" y="864"/>
                  </a:cubicBezTo>
                  <a:close/>
                  <a:moveTo>
                    <a:pt x="10022" y="864"/>
                  </a:moveTo>
                  <a:cubicBezTo>
                    <a:pt x="10077" y="864"/>
                    <a:pt x="10129" y="907"/>
                    <a:pt x="10129" y="971"/>
                  </a:cubicBezTo>
                  <a:cubicBezTo>
                    <a:pt x="10129" y="1029"/>
                    <a:pt x="10082" y="1078"/>
                    <a:pt x="10023" y="1078"/>
                  </a:cubicBezTo>
                  <a:cubicBezTo>
                    <a:pt x="9929" y="1078"/>
                    <a:pt x="9881" y="963"/>
                    <a:pt x="9948" y="895"/>
                  </a:cubicBezTo>
                  <a:cubicBezTo>
                    <a:pt x="9970" y="874"/>
                    <a:pt x="9996" y="864"/>
                    <a:pt x="10022" y="864"/>
                  </a:cubicBezTo>
                  <a:close/>
                  <a:moveTo>
                    <a:pt x="10548" y="864"/>
                  </a:moveTo>
                  <a:cubicBezTo>
                    <a:pt x="10603" y="864"/>
                    <a:pt x="10656" y="907"/>
                    <a:pt x="10656" y="971"/>
                  </a:cubicBezTo>
                  <a:cubicBezTo>
                    <a:pt x="10656" y="1029"/>
                    <a:pt x="10609" y="1078"/>
                    <a:pt x="10550" y="1078"/>
                  </a:cubicBezTo>
                  <a:cubicBezTo>
                    <a:pt x="10454" y="1078"/>
                    <a:pt x="10407" y="963"/>
                    <a:pt x="10475" y="895"/>
                  </a:cubicBezTo>
                  <a:cubicBezTo>
                    <a:pt x="10496" y="874"/>
                    <a:pt x="10522" y="864"/>
                    <a:pt x="10548" y="864"/>
                  </a:cubicBezTo>
                  <a:close/>
                  <a:moveTo>
                    <a:pt x="11075" y="864"/>
                  </a:moveTo>
                  <a:cubicBezTo>
                    <a:pt x="11130" y="864"/>
                    <a:pt x="11182" y="907"/>
                    <a:pt x="11182" y="971"/>
                  </a:cubicBezTo>
                  <a:cubicBezTo>
                    <a:pt x="11182" y="1029"/>
                    <a:pt x="11135" y="1078"/>
                    <a:pt x="11075" y="1078"/>
                  </a:cubicBezTo>
                  <a:cubicBezTo>
                    <a:pt x="10981" y="1078"/>
                    <a:pt x="10934" y="963"/>
                    <a:pt x="11000" y="895"/>
                  </a:cubicBezTo>
                  <a:cubicBezTo>
                    <a:pt x="11022" y="874"/>
                    <a:pt x="11049" y="864"/>
                    <a:pt x="11075" y="864"/>
                  </a:cubicBezTo>
                  <a:close/>
                  <a:moveTo>
                    <a:pt x="11601" y="864"/>
                  </a:moveTo>
                  <a:cubicBezTo>
                    <a:pt x="11656" y="864"/>
                    <a:pt x="11709" y="907"/>
                    <a:pt x="11709" y="971"/>
                  </a:cubicBezTo>
                  <a:cubicBezTo>
                    <a:pt x="11709" y="1029"/>
                    <a:pt x="11661" y="1078"/>
                    <a:pt x="11602" y="1078"/>
                  </a:cubicBezTo>
                  <a:cubicBezTo>
                    <a:pt x="11508" y="1078"/>
                    <a:pt x="11460" y="963"/>
                    <a:pt x="11527" y="895"/>
                  </a:cubicBezTo>
                  <a:cubicBezTo>
                    <a:pt x="11548" y="874"/>
                    <a:pt x="11575" y="864"/>
                    <a:pt x="11601" y="864"/>
                  </a:cubicBezTo>
                  <a:close/>
                  <a:moveTo>
                    <a:pt x="12127" y="864"/>
                  </a:moveTo>
                  <a:cubicBezTo>
                    <a:pt x="12182" y="864"/>
                    <a:pt x="12234" y="907"/>
                    <a:pt x="12234" y="971"/>
                  </a:cubicBezTo>
                  <a:cubicBezTo>
                    <a:pt x="12234" y="1029"/>
                    <a:pt x="12187" y="1078"/>
                    <a:pt x="12129" y="1078"/>
                  </a:cubicBezTo>
                  <a:cubicBezTo>
                    <a:pt x="12033" y="1078"/>
                    <a:pt x="11986" y="963"/>
                    <a:pt x="12053" y="895"/>
                  </a:cubicBezTo>
                  <a:cubicBezTo>
                    <a:pt x="12075" y="874"/>
                    <a:pt x="12101" y="864"/>
                    <a:pt x="12127" y="864"/>
                  </a:cubicBezTo>
                  <a:close/>
                  <a:moveTo>
                    <a:pt x="12654" y="864"/>
                  </a:moveTo>
                  <a:cubicBezTo>
                    <a:pt x="12708" y="864"/>
                    <a:pt x="12761" y="907"/>
                    <a:pt x="12761" y="971"/>
                  </a:cubicBezTo>
                  <a:cubicBezTo>
                    <a:pt x="12761" y="1029"/>
                    <a:pt x="12714" y="1078"/>
                    <a:pt x="12654" y="1078"/>
                  </a:cubicBezTo>
                  <a:cubicBezTo>
                    <a:pt x="12560" y="1078"/>
                    <a:pt x="12512" y="963"/>
                    <a:pt x="12580" y="895"/>
                  </a:cubicBezTo>
                  <a:cubicBezTo>
                    <a:pt x="12601" y="874"/>
                    <a:pt x="12628" y="864"/>
                    <a:pt x="12654" y="864"/>
                  </a:cubicBezTo>
                  <a:close/>
                  <a:moveTo>
                    <a:pt x="13180" y="864"/>
                  </a:moveTo>
                  <a:cubicBezTo>
                    <a:pt x="13235" y="864"/>
                    <a:pt x="13288" y="907"/>
                    <a:pt x="13288" y="971"/>
                  </a:cubicBezTo>
                  <a:cubicBezTo>
                    <a:pt x="13288" y="1029"/>
                    <a:pt x="13239" y="1078"/>
                    <a:pt x="13181" y="1078"/>
                  </a:cubicBezTo>
                  <a:cubicBezTo>
                    <a:pt x="13086" y="1078"/>
                    <a:pt x="13039" y="963"/>
                    <a:pt x="13105" y="895"/>
                  </a:cubicBezTo>
                  <a:cubicBezTo>
                    <a:pt x="13127" y="874"/>
                    <a:pt x="13154" y="864"/>
                    <a:pt x="13180" y="864"/>
                  </a:cubicBezTo>
                  <a:close/>
                  <a:moveTo>
                    <a:pt x="13707" y="864"/>
                  </a:moveTo>
                  <a:cubicBezTo>
                    <a:pt x="13761" y="864"/>
                    <a:pt x="13814" y="907"/>
                    <a:pt x="13814" y="971"/>
                  </a:cubicBezTo>
                  <a:cubicBezTo>
                    <a:pt x="13814" y="1029"/>
                    <a:pt x="13766" y="1078"/>
                    <a:pt x="13707" y="1078"/>
                  </a:cubicBezTo>
                  <a:cubicBezTo>
                    <a:pt x="13613" y="1078"/>
                    <a:pt x="13564" y="963"/>
                    <a:pt x="13632" y="895"/>
                  </a:cubicBezTo>
                  <a:cubicBezTo>
                    <a:pt x="13654" y="874"/>
                    <a:pt x="13680" y="864"/>
                    <a:pt x="13707" y="864"/>
                  </a:cubicBezTo>
                  <a:close/>
                  <a:moveTo>
                    <a:pt x="14232" y="864"/>
                  </a:moveTo>
                  <a:cubicBezTo>
                    <a:pt x="14287" y="864"/>
                    <a:pt x="14340" y="907"/>
                    <a:pt x="14340" y="971"/>
                  </a:cubicBezTo>
                  <a:cubicBezTo>
                    <a:pt x="14340" y="1029"/>
                    <a:pt x="14292" y="1078"/>
                    <a:pt x="14234" y="1078"/>
                  </a:cubicBezTo>
                  <a:cubicBezTo>
                    <a:pt x="14138" y="1078"/>
                    <a:pt x="14091" y="963"/>
                    <a:pt x="14158" y="895"/>
                  </a:cubicBezTo>
                  <a:cubicBezTo>
                    <a:pt x="14180" y="874"/>
                    <a:pt x="14206" y="864"/>
                    <a:pt x="14232" y="864"/>
                  </a:cubicBezTo>
                  <a:close/>
                  <a:moveTo>
                    <a:pt x="1393" y="1"/>
                  </a:moveTo>
                  <a:lnTo>
                    <a:pt x="1052" y="341"/>
                  </a:lnTo>
                  <a:cubicBezTo>
                    <a:pt x="1061" y="339"/>
                    <a:pt x="1069" y="338"/>
                    <a:pt x="1077" y="338"/>
                  </a:cubicBezTo>
                  <a:cubicBezTo>
                    <a:pt x="1168" y="338"/>
                    <a:pt x="1222" y="451"/>
                    <a:pt x="1152" y="521"/>
                  </a:cubicBezTo>
                  <a:cubicBezTo>
                    <a:pt x="1130" y="543"/>
                    <a:pt x="1104" y="552"/>
                    <a:pt x="1078" y="552"/>
                  </a:cubicBezTo>
                  <a:cubicBezTo>
                    <a:pt x="1015" y="552"/>
                    <a:pt x="956" y="495"/>
                    <a:pt x="972" y="422"/>
                  </a:cubicBezTo>
                  <a:lnTo>
                    <a:pt x="972" y="422"/>
                  </a:lnTo>
                  <a:lnTo>
                    <a:pt x="527" y="867"/>
                  </a:lnTo>
                  <a:cubicBezTo>
                    <a:pt x="535" y="865"/>
                    <a:pt x="544" y="864"/>
                    <a:pt x="552" y="864"/>
                  </a:cubicBezTo>
                  <a:cubicBezTo>
                    <a:pt x="641" y="864"/>
                    <a:pt x="695" y="977"/>
                    <a:pt x="626" y="1047"/>
                  </a:cubicBezTo>
                  <a:cubicBezTo>
                    <a:pt x="604" y="1069"/>
                    <a:pt x="578" y="1079"/>
                    <a:pt x="552" y="1079"/>
                  </a:cubicBezTo>
                  <a:cubicBezTo>
                    <a:pt x="489" y="1079"/>
                    <a:pt x="429" y="1021"/>
                    <a:pt x="446" y="947"/>
                  </a:cubicBezTo>
                  <a:lnTo>
                    <a:pt x="446" y="947"/>
                  </a:lnTo>
                  <a:lnTo>
                    <a:pt x="0" y="1394"/>
                  </a:lnTo>
                  <a:cubicBezTo>
                    <a:pt x="9" y="1392"/>
                    <a:pt x="18" y="1391"/>
                    <a:pt x="26" y="1391"/>
                  </a:cubicBezTo>
                  <a:cubicBezTo>
                    <a:pt x="117" y="1391"/>
                    <a:pt x="169" y="1508"/>
                    <a:pt x="96" y="1576"/>
                  </a:cubicBezTo>
                  <a:lnTo>
                    <a:pt x="478" y="1576"/>
                  </a:lnTo>
                  <a:cubicBezTo>
                    <a:pt x="406" y="1510"/>
                    <a:pt x="452" y="1390"/>
                    <a:pt x="549" y="1390"/>
                  </a:cubicBezTo>
                  <a:cubicBezTo>
                    <a:pt x="647" y="1390"/>
                    <a:pt x="693" y="1510"/>
                    <a:pt x="621" y="1576"/>
                  </a:cubicBezTo>
                  <a:lnTo>
                    <a:pt x="1004" y="1576"/>
                  </a:lnTo>
                  <a:cubicBezTo>
                    <a:pt x="933" y="1510"/>
                    <a:pt x="979" y="1390"/>
                    <a:pt x="1076" y="1390"/>
                  </a:cubicBezTo>
                  <a:cubicBezTo>
                    <a:pt x="1173" y="1390"/>
                    <a:pt x="1220" y="1510"/>
                    <a:pt x="1148" y="1576"/>
                  </a:cubicBezTo>
                  <a:lnTo>
                    <a:pt x="1530" y="1576"/>
                  </a:lnTo>
                  <a:cubicBezTo>
                    <a:pt x="1458" y="1510"/>
                    <a:pt x="1506" y="1390"/>
                    <a:pt x="1602" y="1390"/>
                  </a:cubicBezTo>
                  <a:cubicBezTo>
                    <a:pt x="1699" y="1390"/>
                    <a:pt x="1745" y="1510"/>
                    <a:pt x="1674" y="1576"/>
                  </a:cubicBezTo>
                  <a:lnTo>
                    <a:pt x="2057" y="1576"/>
                  </a:lnTo>
                  <a:cubicBezTo>
                    <a:pt x="1985" y="1510"/>
                    <a:pt x="2031" y="1390"/>
                    <a:pt x="2129" y="1390"/>
                  </a:cubicBezTo>
                  <a:cubicBezTo>
                    <a:pt x="2226" y="1390"/>
                    <a:pt x="2272" y="1510"/>
                    <a:pt x="2200" y="1576"/>
                  </a:cubicBezTo>
                  <a:lnTo>
                    <a:pt x="2582" y="1576"/>
                  </a:lnTo>
                  <a:cubicBezTo>
                    <a:pt x="2512" y="1510"/>
                    <a:pt x="2558" y="1390"/>
                    <a:pt x="2654" y="1390"/>
                  </a:cubicBezTo>
                  <a:cubicBezTo>
                    <a:pt x="2752" y="1390"/>
                    <a:pt x="2799" y="1510"/>
                    <a:pt x="2727" y="1576"/>
                  </a:cubicBezTo>
                  <a:lnTo>
                    <a:pt x="3109" y="1576"/>
                  </a:lnTo>
                  <a:cubicBezTo>
                    <a:pt x="3037" y="1510"/>
                    <a:pt x="3084" y="1390"/>
                    <a:pt x="3181" y="1390"/>
                  </a:cubicBezTo>
                  <a:cubicBezTo>
                    <a:pt x="3278" y="1390"/>
                    <a:pt x="3324" y="1510"/>
                    <a:pt x="3253" y="1576"/>
                  </a:cubicBezTo>
                  <a:lnTo>
                    <a:pt x="3636" y="1576"/>
                  </a:lnTo>
                  <a:cubicBezTo>
                    <a:pt x="3564" y="1510"/>
                    <a:pt x="3610" y="1390"/>
                    <a:pt x="3708" y="1390"/>
                  </a:cubicBezTo>
                  <a:cubicBezTo>
                    <a:pt x="3804" y="1390"/>
                    <a:pt x="3851" y="1510"/>
                    <a:pt x="3779" y="1576"/>
                  </a:cubicBezTo>
                  <a:lnTo>
                    <a:pt x="4161" y="1576"/>
                  </a:lnTo>
                  <a:cubicBezTo>
                    <a:pt x="4090" y="1510"/>
                    <a:pt x="4136" y="1390"/>
                    <a:pt x="4233" y="1390"/>
                  </a:cubicBezTo>
                  <a:cubicBezTo>
                    <a:pt x="4331" y="1390"/>
                    <a:pt x="4377" y="1510"/>
                    <a:pt x="4305" y="1576"/>
                  </a:cubicBezTo>
                  <a:lnTo>
                    <a:pt x="4688" y="1576"/>
                  </a:lnTo>
                  <a:cubicBezTo>
                    <a:pt x="4616" y="1510"/>
                    <a:pt x="4663" y="1390"/>
                    <a:pt x="4760" y="1390"/>
                  </a:cubicBezTo>
                  <a:cubicBezTo>
                    <a:pt x="4857" y="1390"/>
                    <a:pt x="4903" y="1510"/>
                    <a:pt x="4832" y="1576"/>
                  </a:cubicBezTo>
                  <a:lnTo>
                    <a:pt x="5214" y="1576"/>
                  </a:lnTo>
                  <a:cubicBezTo>
                    <a:pt x="5142" y="1510"/>
                    <a:pt x="5188" y="1390"/>
                    <a:pt x="5286" y="1390"/>
                  </a:cubicBezTo>
                  <a:cubicBezTo>
                    <a:pt x="5383" y="1390"/>
                    <a:pt x="5429" y="1510"/>
                    <a:pt x="5357" y="1576"/>
                  </a:cubicBezTo>
                  <a:lnTo>
                    <a:pt x="5740" y="1576"/>
                  </a:lnTo>
                  <a:cubicBezTo>
                    <a:pt x="5669" y="1510"/>
                    <a:pt x="5715" y="1390"/>
                    <a:pt x="5812" y="1390"/>
                  </a:cubicBezTo>
                  <a:cubicBezTo>
                    <a:pt x="5910" y="1390"/>
                    <a:pt x="5956" y="1510"/>
                    <a:pt x="5884" y="1576"/>
                  </a:cubicBezTo>
                  <a:lnTo>
                    <a:pt x="6266" y="1576"/>
                  </a:lnTo>
                  <a:cubicBezTo>
                    <a:pt x="6194" y="1510"/>
                    <a:pt x="6242" y="1390"/>
                    <a:pt x="6338" y="1390"/>
                  </a:cubicBezTo>
                  <a:cubicBezTo>
                    <a:pt x="6435" y="1390"/>
                    <a:pt x="6481" y="1510"/>
                    <a:pt x="6410" y="1576"/>
                  </a:cubicBezTo>
                  <a:lnTo>
                    <a:pt x="6794" y="1576"/>
                  </a:lnTo>
                  <a:cubicBezTo>
                    <a:pt x="6722" y="1510"/>
                    <a:pt x="6768" y="1390"/>
                    <a:pt x="6865" y="1390"/>
                  </a:cubicBezTo>
                  <a:cubicBezTo>
                    <a:pt x="6963" y="1390"/>
                    <a:pt x="7009" y="1510"/>
                    <a:pt x="6937" y="1576"/>
                  </a:cubicBezTo>
                  <a:lnTo>
                    <a:pt x="7320" y="1576"/>
                  </a:lnTo>
                  <a:cubicBezTo>
                    <a:pt x="7248" y="1510"/>
                    <a:pt x="7295" y="1390"/>
                    <a:pt x="7392" y="1390"/>
                  </a:cubicBezTo>
                  <a:cubicBezTo>
                    <a:pt x="7488" y="1390"/>
                    <a:pt x="7536" y="1510"/>
                    <a:pt x="7464" y="1576"/>
                  </a:cubicBezTo>
                  <a:lnTo>
                    <a:pt x="7846" y="1576"/>
                  </a:lnTo>
                  <a:cubicBezTo>
                    <a:pt x="7774" y="1510"/>
                    <a:pt x="7820" y="1390"/>
                    <a:pt x="7918" y="1390"/>
                  </a:cubicBezTo>
                  <a:cubicBezTo>
                    <a:pt x="8015" y="1390"/>
                    <a:pt x="8061" y="1510"/>
                    <a:pt x="7990" y="1576"/>
                  </a:cubicBezTo>
                  <a:lnTo>
                    <a:pt x="8373" y="1576"/>
                  </a:lnTo>
                  <a:cubicBezTo>
                    <a:pt x="8301" y="1510"/>
                    <a:pt x="8347" y="1390"/>
                    <a:pt x="8444" y="1390"/>
                  </a:cubicBezTo>
                  <a:cubicBezTo>
                    <a:pt x="8542" y="1390"/>
                    <a:pt x="8588" y="1510"/>
                    <a:pt x="8516" y="1576"/>
                  </a:cubicBezTo>
                  <a:lnTo>
                    <a:pt x="8898" y="1576"/>
                  </a:lnTo>
                  <a:cubicBezTo>
                    <a:pt x="8827" y="1510"/>
                    <a:pt x="8873" y="1390"/>
                    <a:pt x="8970" y="1390"/>
                  </a:cubicBezTo>
                  <a:cubicBezTo>
                    <a:pt x="9067" y="1390"/>
                    <a:pt x="9114" y="1510"/>
                    <a:pt x="9042" y="1576"/>
                  </a:cubicBezTo>
                  <a:lnTo>
                    <a:pt x="9425" y="1576"/>
                  </a:lnTo>
                  <a:cubicBezTo>
                    <a:pt x="9353" y="1510"/>
                    <a:pt x="9399" y="1390"/>
                    <a:pt x="9497" y="1390"/>
                  </a:cubicBezTo>
                  <a:cubicBezTo>
                    <a:pt x="9594" y="1390"/>
                    <a:pt x="9640" y="1510"/>
                    <a:pt x="9569" y="1576"/>
                  </a:cubicBezTo>
                  <a:lnTo>
                    <a:pt x="9951" y="1576"/>
                  </a:lnTo>
                  <a:cubicBezTo>
                    <a:pt x="9879" y="1510"/>
                    <a:pt x="9926" y="1390"/>
                    <a:pt x="10022" y="1390"/>
                  </a:cubicBezTo>
                  <a:cubicBezTo>
                    <a:pt x="10120" y="1390"/>
                    <a:pt x="10166" y="1510"/>
                    <a:pt x="10094" y="1576"/>
                  </a:cubicBezTo>
                  <a:lnTo>
                    <a:pt x="10477" y="1576"/>
                  </a:lnTo>
                  <a:cubicBezTo>
                    <a:pt x="10406" y="1510"/>
                    <a:pt x="10452" y="1390"/>
                    <a:pt x="10549" y="1390"/>
                  </a:cubicBezTo>
                  <a:cubicBezTo>
                    <a:pt x="10646" y="1390"/>
                    <a:pt x="10693" y="1510"/>
                    <a:pt x="10621" y="1576"/>
                  </a:cubicBezTo>
                  <a:lnTo>
                    <a:pt x="11003" y="1576"/>
                  </a:lnTo>
                  <a:cubicBezTo>
                    <a:pt x="10931" y="1510"/>
                    <a:pt x="10978" y="1390"/>
                    <a:pt x="11075" y="1390"/>
                  </a:cubicBezTo>
                  <a:cubicBezTo>
                    <a:pt x="11172" y="1390"/>
                    <a:pt x="11218" y="1510"/>
                    <a:pt x="11147" y="1576"/>
                  </a:cubicBezTo>
                  <a:lnTo>
                    <a:pt x="11530" y="1576"/>
                  </a:lnTo>
                  <a:cubicBezTo>
                    <a:pt x="11458" y="1510"/>
                    <a:pt x="11504" y="1390"/>
                    <a:pt x="11601" y="1390"/>
                  </a:cubicBezTo>
                  <a:cubicBezTo>
                    <a:pt x="11699" y="1390"/>
                    <a:pt x="11745" y="1510"/>
                    <a:pt x="11673" y="1576"/>
                  </a:cubicBezTo>
                  <a:lnTo>
                    <a:pt x="12056" y="1576"/>
                  </a:lnTo>
                  <a:cubicBezTo>
                    <a:pt x="11985" y="1510"/>
                    <a:pt x="12031" y="1390"/>
                    <a:pt x="12128" y="1390"/>
                  </a:cubicBezTo>
                  <a:cubicBezTo>
                    <a:pt x="12224" y="1390"/>
                    <a:pt x="12272" y="1510"/>
                    <a:pt x="12200" y="1576"/>
                  </a:cubicBezTo>
                  <a:lnTo>
                    <a:pt x="12582" y="1576"/>
                  </a:lnTo>
                  <a:cubicBezTo>
                    <a:pt x="12510" y="1510"/>
                    <a:pt x="12556" y="1390"/>
                    <a:pt x="12654" y="1390"/>
                  </a:cubicBezTo>
                  <a:cubicBezTo>
                    <a:pt x="12751" y="1390"/>
                    <a:pt x="12797" y="1510"/>
                    <a:pt x="12726" y="1576"/>
                  </a:cubicBezTo>
                  <a:lnTo>
                    <a:pt x="13109" y="1576"/>
                  </a:lnTo>
                  <a:cubicBezTo>
                    <a:pt x="13037" y="1510"/>
                    <a:pt x="13083" y="1390"/>
                    <a:pt x="13180" y="1390"/>
                  </a:cubicBezTo>
                  <a:cubicBezTo>
                    <a:pt x="13277" y="1390"/>
                    <a:pt x="13324" y="1510"/>
                    <a:pt x="13252" y="1576"/>
                  </a:cubicBezTo>
                  <a:lnTo>
                    <a:pt x="13634" y="1576"/>
                  </a:lnTo>
                  <a:cubicBezTo>
                    <a:pt x="13563" y="1510"/>
                    <a:pt x="13609" y="1390"/>
                    <a:pt x="13706" y="1390"/>
                  </a:cubicBezTo>
                  <a:cubicBezTo>
                    <a:pt x="13803" y="1390"/>
                    <a:pt x="13850" y="1510"/>
                    <a:pt x="13778" y="1576"/>
                  </a:cubicBezTo>
                  <a:lnTo>
                    <a:pt x="13865" y="1576"/>
                  </a:lnTo>
                  <a:lnTo>
                    <a:pt x="15441" y="1"/>
                  </a:lnTo>
                  <a:lnTo>
                    <a:pt x="15353" y="1"/>
                  </a:lnTo>
                  <a:cubicBezTo>
                    <a:pt x="15334" y="17"/>
                    <a:pt x="15310" y="25"/>
                    <a:pt x="15286" y="25"/>
                  </a:cubicBezTo>
                  <a:cubicBezTo>
                    <a:pt x="15262" y="25"/>
                    <a:pt x="15238" y="17"/>
                    <a:pt x="15218" y="1"/>
                  </a:cubicBezTo>
                  <a:lnTo>
                    <a:pt x="14827" y="1"/>
                  </a:lnTo>
                  <a:cubicBezTo>
                    <a:pt x="14808" y="17"/>
                    <a:pt x="14784" y="25"/>
                    <a:pt x="14760" y="25"/>
                  </a:cubicBezTo>
                  <a:cubicBezTo>
                    <a:pt x="14736" y="25"/>
                    <a:pt x="14712" y="17"/>
                    <a:pt x="14692" y="1"/>
                  </a:cubicBezTo>
                  <a:lnTo>
                    <a:pt x="14301" y="1"/>
                  </a:lnTo>
                  <a:cubicBezTo>
                    <a:pt x="14282" y="17"/>
                    <a:pt x="14258" y="25"/>
                    <a:pt x="14234" y="25"/>
                  </a:cubicBezTo>
                  <a:cubicBezTo>
                    <a:pt x="14210" y="25"/>
                    <a:pt x="14186" y="17"/>
                    <a:pt x="14166" y="1"/>
                  </a:cubicBezTo>
                  <a:lnTo>
                    <a:pt x="13775" y="1"/>
                  </a:lnTo>
                  <a:cubicBezTo>
                    <a:pt x="13755" y="17"/>
                    <a:pt x="13731" y="25"/>
                    <a:pt x="13707" y="25"/>
                  </a:cubicBezTo>
                  <a:cubicBezTo>
                    <a:pt x="13683" y="25"/>
                    <a:pt x="13659" y="17"/>
                    <a:pt x="13640" y="1"/>
                  </a:cubicBezTo>
                  <a:lnTo>
                    <a:pt x="13248" y="1"/>
                  </a:lnTo>
                  <a:cubicBezTo>
                    <a:pt x="13229" y="17"/>
                    <a:pt x="13205" y="25"/>
                    <a:pt x="13181" y="25"/>
                  </a:cubicBezTo>
                  <a:cubicBezTo>
                    <a:pt x="13157" y="25"/>
                    <a:pt x="13133" y="17"/>
                    <a:pt x="13113" y="1"/>
                  </a:cubicBezTo>
                  <a:lnTo>
                    <a:pt x="12722" y="1"/>
                  </a:lnTo>
                  <a:cubicBezTo>
                    <a:pt x="12702" y="17"/>
                    <a:pt x="12679" y="25"/>
                    <a:pt x="12655" y="25"/>
                  </a:cubicBezTo>
                  <a:cubicBezTo>
                    <a:pt x="12631" y="25"/>
                    <a:pt x="12607" y="17"/>
                    <a:pt x="12588" y="1"/>
                  </a:cubicBezTo>
                  <a:lnTo>
                    <a:pt x="12196" y="1"/>
                  </a:lnTo>
                  <a:cubicBezTo>
                    <a:pt x="12176" y="17"/>
                    <a:pt x="12153" y="25"/>
                    <a:pt x="12129" y="25"/>
                  </a:cubicBezTo>
                  <a:cubicBezTo>
                    <a:pt x="12105" y="25"/>
                    <a:pt x="12081" y="17"/>
                    <a:pt x="12061" y="1"/>
                  </a:cubicBezTo>
                  <a:lnTo>
                    <a:pt x="11670" y="1"/>
                  </a:lnTo>
                  <a:cubicBezTo>
                    <a:pt x="11650" y="17"/>
                    <a:pt x="11626" y="25"/>
                    <a:pt x="11602" y="25"/>
                  </a:cubicBezTo>
                  <a:cubicBezTo>
                    <a:pt x="11578" y="25"/>
                    <a:pt x="11554" y="17"/>
                    <a:pt x="11535" y="1"/>
                  </a:cubicBezTo>
                  <a:lnTo>
                    <a:pt x="11143" y="1"/>
                  </a:lnTo>
                  <a:cubicBezTo>
                    <a:pt x="11123" y="17"/>
                    <a:pt x="11099" y="25"/>
                    <a:pt x="11075" y="25"/>
                  </a:cubicBezTo>
                  <a:cubicBezTo>
                    <a:pt x="11052" y="25"/>
                    <a:pt x="11028" y="17"/>
                    <a:pt x="11008" y="1"/>
                  </a:cubicBezTo>
                  <a:lnTo>
                    <a:pt x="10618" y="1"/>
                  </a:lnTo>
                  <a:cubicBezTo>
                    <a:pt x="10598" y="17"/>
                    <a:pt x="10574" y="25"/>
                    <a:pt x="10550" y="25"/>
                  </a:cubicBezTo>
                  <a:cubicBezTo>
                    <a:pt x="10526" y="25"/>
                    <a:pt x="10502" y="17"/>
                    <a:pt x="10482" y="1"/>
                  </a:cubicBezTo>
                  <a:lnTo>
                    <a:pt x="10091" y="1"/>
                  </a:lnTo>
                  <a:cubicBezTo>
                    <a:pt x="10071" y="17"/>
                    <a:pt x="10047" y="25"/>
                    <a:pt x="10023" y="25"/>
                  </a:cubicBezTo>
                  <a:cubicBezTo>
                    <a:pt x="9999" y="25"/>
                    <a:pt x="9976" y="17"/>
                    <a:pt x="9956" y="1"/>
                  </a:cubicBezTo>
                  <a:lnTo>
                    <a:pt x="9564" y="1"/>
                  </a:lnTo>
                  <a:cubicBezTo>
                    <a:pt x="9545" y="17"/>
                    <a:pt x="9521" y="25"/>
                    <a:pt x="9497" y="25"/>
                  </a:cubicBezTo>
                  <a:cubicBezTo>
                    <a:pt x="9473" y="25"/>
                    <a:pt x="9449" y="17"/>
                    <a:pt x="9429" y="1"/>
                  </a:cubicBezTo>
                  <a:lnTo>
                    <a:pt x="9038" y="1"/>
                  </a:lnTo>
                  <a:cubicBezTo>
                    <a:pt x="9018" y="17"/>
                    <a:pt x="8994" y="25"/>
                    <a:pt x="8970" y="25"/>
                  </a:cubicBezTo>
                  <a:cubicBezTo>
                    <a:pt x="8946" y="25"/>
                    <a:pt x="8922" y="17"/>
                    <a:pt x="8903" y="1"/>
                  </a:cubicBezTo>
                  <a:lnTo>
                    <a:pt x="8512" y="1"/>
                  </a:lnTo>
                  <a:cubicBezTo>
                    <a:pt x="8493" y="17"/>
                    <a:pt x="8468" y="25"/>
                    <a:pt x="8444" y="25"/>
                  </a:cubicBezTo>
                  <a:cubicBezTo>
                    <a:pt x="8420" y="25"/>
                    <a:pt x="8396" y="17"/>
                    <a:pt x="8377" y="1"/>
                  </a:cubicBezTo>
                  <a:lnTo>
                    <a:pt x="7986" y="1"/>
                  </a:lnTo>
                  <a:cubicBezTo>
                    <a:pt x="7966" y="17"/>
                    <a:pt x="7942" y="25"/>
                    <a:pt x="7918" y="25"/>
                  </a:cubicBezTo>
                  <a:cubicBezTo>
                    <a:pt x="7894" y="25"/>
                    <a:pt x="7870" y="17"/>
                    <a:pt x="7851" y="1"/>
                  </a:cubicBezTo>
                  <a:lnTo>
                    <a:pt x="7459" y="1"/>
                  </a:lnTo>
                  <a:cubicBezTo>
                    <a:pt x="7439" y="17"/>
                    <a:pt x="7415" y="25"/>
                    <a:pt x="7392" y="25"/>
                  </a:cubicBezTo>
                  <a:cubicBezTo>
                    <a:pt x="7368" y="25"/>
                    <a:pt x="7344" y="17"/>
                    <a:pt x="7324" y="1"/>
                  </a:cubicBezTo>
                  <a:lnTo>
                    <a:pt x="6932" y="1"/>
                  </a:lnTo>
                  <a:cubicBezTo>
                    <a:pt x="6913" y="17"/>
                    <a:pt x="6889" y="25"/>
                    <a:pt x="6865" y="25"/>
                  </a:cubicBezTo>
                  <a:cubicBezTo>
                    <a:pt x="6841" y="25"/>
                    <a:pt x="6817" y="17"/>
                    <a:pt x="6797" y="1"/>
                  </a:cubicBezTo>
                  <a:lnTo>
                    <a:pt x="6407" y="1"/>
                  </a:lnTo>
                  <a:cubicBezTo>
                    <a:pt x="6387" y="17"/>
                    <a:pt x="6363" y="25"/>
                    <a:pt x="6340" y="25"/>
                  </a:cubicBezTo>
                  <a:cubicBezTo>
                    <a:pt x="6316" y="25"/>
                    <a:pt x="6292" y="17"/>
                    <a:pt x="6272" y="1"/>
                  </a:cubicBezTo>
                  <a:lnTo>
                    <a:pt x="5880" y="1"/>
                  </a:lnTo>
                  <a:cubicBezTo>
                    <a:pt x="5861" y="17"/>
                    <a:pt x="5837" y="25"/>
                    <a:pt x="5813" y="25"/>
                  </a:cubicBezTo>
                  <a:cubicBezTo>
                    <a:pt x="5789" y="25"/>
                    <a:pt x="5765" y="17"/>
                    <a:pt x="5745" y="1"/>
                  </a:cubicBezTo>
                  <a:lnTo>
                    <a:pt x="5354" y="1"/>
                  </a:lnTo>
                  <a:cubicBezTo>
                    <a:pt x="5334" y="17"/>
                    <a:pt x="5310" y="25"/>
                    <a:pt x="5286" y="25"/>
                  </a:cubicBezTo>
                  <a:cubicBezTo>
                    <a:pt x="5262" y="25"/>
                    <a:pt x="5239" y="17"/>
                    <a:pt x="5219" y="1"/>
                  </a:cubicBezTo>
                  <a:lnTo>
                    <a:pt x="4827" y="1"/>
                  </a:lnTo>
                  <a:cubicBezTo>
                    <a:pt x="4808" y="17"/>
                    <a:pt x="4784" y="25"/>
                    <a:pt x="4760" y="25"/>
                  </a:cubicBezTo>
                  <a:cubicBezTo>
                    <a:pt x="4736" y="25"/>
                    <a:pt x="4712" y="17"/>
                    <a:pt x="4693" y="1"/>
                  </a:cubicBezTo>
                  <a:lnTo>
                    <a:pt x="4302" y="1"/>
                  </a:lnTo>
                  <a:cubicBezTo>
                    <a:pt x="4282" y="17"/>
                    <a:pt x="4258" y="25"/>
                    <a:pt x="4234" y="25"/>
                  </a:cubicBezTo>
                  <a:cubicBezTo>
                    <a:pt x="4210" y="25"/>
                    <a:pt x="4186" y="17"/>
                    <a:pt x="4167" y="1"/>
                  </a:cubicBezTo>
                  <a:lnTo>
                    <a:pt x="3775" y="1"/>
                  </a:lnTo>
                  <a:cubicBezTo>
                    <a:pt x="3755" y="17"/>
                    <a:pt x="3732" y="25"/>
                    <a:pt x="3708" y="25"/>
                  </a:cubicBezTo>
                  <a:cubicBezTo>
                    <a:pt x="3684" y="25"/>
                    <a:pt x="3660" y="17"/>
                    <a:pt x="3640" y="1"/>
                  </a:cubicBezTo>
                  <a:lnTo>
                    <a:pt x="3249" y="1"/>
                  </a:lnTo>
                  <a:cubicBezTo>
                    <a:pt x="3229" y="17"/>
                    <a:pt x="3205" y="25"/>
                    <a:pt x="3181" y="25"/>
                  </a:cubicBezTo>
                  <a:cubicBezTo>
                    <a:pt x="3157" y="25"/>
                    <a:pt x="3133" y="17"/>
                    <a:pt x="3114" y="1"/>
                  </a:cubicBezTo>
                  <a:lnTo>
                    <a:pt x="2723" y="1"/>
                  </a:lnTo>
                  <a:cubicBezTo>
                    <a:pt x="2703" y="17"/>
                    <a:pt x="2679" y="25"/>
                    <a:pt x="2655" y="25"/>
                  </a:cubicBezTo>
                  <a:cubicBezTo>
                    <a:pt x="2631" y="25"/>
                    <a:pt x="2607" y="17"/>
                    <a:pt x="2588" y="1"/>
                  </a:cubicBezTo>
                  <a:lnTo>
                    <a:pt x="2197" y="1"/>
                  </a:lnTo>
                  <a:cubicBezTo>
                    <a:pt x="2177" y="17"/>
                    <a:pt x="2153" y="25"/>
                    <a:pt x="2129" y="25"/>
                  </a:cubicBezTo>
                  <a:cubicBezTo>
                    <a:pt x="2105" y="25"/>
                    <a:pt x="2081" y="17"/>
                    <a:pt x="2062" y="1"/>
                  </a:cubicBezTo>
                  <a:lnTo>
                    <a:pt x="1670" y="1"/>
                  </a:lnTo>
                  <a:cubicBezTo>
                    <a:pt x="1650" y="17"/>
                    <a:pt x="1626" y="25"/>
                    <a:pt x="1602" y="25"/>
                  </a:cubicBezTo>
                  <a:cubicBezTo>
                    <a:pt x="1579" y="25"/>
                    <a:pt x="1555" y="17"/>
                    <a:pt x="15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39" name="Google Shape;3339;p17"/>
            <p:cNvSpPr/>
            <p:nvPr/>
          </p:nvSpPr>
          <p:spPr>
            <a:xfrm>
              <a:off x="1729330" y="1152898"/>
              <a:ext cx="451" cy="451"/>
            </a:xfrm>
            <a:custGeom>
              <a:avLst/>
              <a:gdLst/>
              <a:ahLst/>
              <a:cxnLst/>
              <a:rect l="l" t="t" r="r" b="b"/>
              <a:pathLst>
                <a:path w="3" h="3" extrusionOk="0">
                  <a:moveTo>
                    <a:pt x="0" y="2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40" name="Google Shape;3340;p17"/>
            <p:cNvSpPr/>
            <p:nvPr/>
          </p:nvSpPr>
          <p:spPr>
            <a:xfrm>
              <a:off x="1731884" y="1152447"/>
              <a:ext cx="2222697" cy="2975762"/>
            </a:xfrm>
            <a:custGeom>
              <a:avLst/>
              <a:gdLst/>
              <a:ahLst/>
              <a:cxnLst/>
              <a:rect l="l" t="t" r="r" b="b"/>
              <a:pathLst>
                <a:path w="14798" h="19812" extrusionOk="0">
                  <a:moveTo>
                    <a:pt x="0" y="1"/>
                  </a:moveTo>
                  <a:cubicBezTo>
                    <a:pt x="24" y="1"/>
                    <a:pt x="43" y="20"/>
                    <a:pt x="43" y="43"/>
                  </a:cubicBezTo>
                  <a:lnTo>
                    <a:pt x="43" y="85"/>
                  </a:lnTo>
                  <a:lnTo>
                    <a:pt x="14713" y="85"/>
                  </a:lnTo>
                  <a:lnTo>
                    <a:pt x="14713" y="19769"/>
                  </a:lnTo>
                  <a:lnTo>
                    <a:pt x="14755" y="19769"/>
                  </a:lnTo>
                  <a:cubicBezTo>
                    <a:pt x="14778" y="19769"/>
                    <a:pt x="14798" y="19788"/>
                    <a:pt x="14796" y="19812"/>
                  </a:cubicBezTo>
                  <a:lnTo>
                    <a:pt x="14798" y="19812"/>
                  </a:lnTo>
                  <a:lnTo>
                    <a:pt x="14798" y="43"/>
                  </a:lnTo>
                  <a:cubicBezTo>
                    <a:pt x="14798" y="20"/>
                    <a:pt x="14778" y="1"/>
                    <a:pt x="147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41" name="Google Shape;3341;p17"/>
            <p:cNvSpPr/>
            <p:nvPr/>
          </p:nvSpPr>
          <p:spPr>
            <a:xfrm>
              <a:off x="1727377" y="1154250"/>
              <a:ext cx="150" cy="1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42" name="Google Shape;3342;p17"/>
            <p:cNvSpPr/>
            <p:nvPr/>
          </p:nvSpPr>
          <p:spPr>
            <a:xfrm>
              <a:off x="1730532" y="1152597"/>
              <a:ext cx="300" cy="15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43" name="Google Shape;3343;p17"/>
            <p:cNvSpPr/>
            <p:nvPr/>
          </p:nvSpPr>
          <p:spPr>
            <a:xfrm>
              <a:off x="1728279" y="1153499"/>
              <a:ext cx="300" cy="300"/>
            </a:xfrm>
            <a:custGeom>
              <a:avLst/>
              <a:gdLst/>
              <a:ahLst/>
              <a:cxnLst/>
              <a:rect l="l" t="t" r="r" b="b"/>
              <a:pathLst>
                <a:path w="2" h="2" extrusionOk="0">
                  <a:moveTo>
                    <a:pt x="0" y="1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44" name="Google Shape;3344;p17"/>
            <p:cNvSpPr/>
            <p:nvPr/>
          </p:nvSpPr>
          <p:spPr>
            <a:xfrm>
              <a:off x="3953216" y="4131372"/>
              <a:ext cx="300" cy="451"/>
            </a:xfrm>
            <a:custGeom>
              <a:avLst/>
              <a:gdLst/>
              <a:ahLst/>
              <a:cxnLst/>
              <a:rect l="l" t="t" r="r" b="b"/>
              <a:pathLst>
                <a:path w="2" h="3" extrusionOk="0">
                  <a:moveTo>
                    <a:pt x="2" y="0"/>
                  </a:moveTo>
                  <a:cubicBezTo>
                    <a:pt x="1" y="1"/>
                    <a:pt x="1" y="1"/>
                    <a:pt x="1" y="3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45" name="Google Shape;3345;p17"/>
            <p:cNvSpPr/>
            <p:nvPr/>
          </p:nvSpPr>
          <p:spPr>
            <a:xfrm>
              <a:off x="3953817" y="4130321"/>
              <a:ext cx="300" cy="451"/>
            </a:xfrm>
            <a:custGeom>
              <a:avLst/>
              <a:gdLst/>
              <a:ahLst/>
              <a:cxnLst/>
              <a:rect l="l" t="t" r="r" b="b"/>
              <a:pathLst>
                <a:path w="2" h="3" extrusionOk="0">
                  <a:moveTo>
                    <a:pt x="1" y="1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46" name="Google Shape;3346;p17"/>
            <p:cNvSpPr/>
            <p:nvPr/>
          </p:nvSpPr>
          <p:spPr>
            <a:xfrm>
              <a:off x="3954268" y="4129270"/>
              <a:ext cx="150" cy="300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47" name="Google Shape;3347;p17"/>
            <p:cNvSpPr/>
            <p:nvPr/>
          </p:nvSpPr>
          <p:spPr>
            <a:xfrm>
              <a:off x="3952615" y="4132574"/>
              <a:ext cx="150" cy="1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48" name="Google Shape;3348;p17"/>
            <p:cNvSpPr/>
            <p:nvPr/>
          </p:nvSpPr>
          <p:spPr>
            <a:xfrm>
              <a:off x="1454761" y="26583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49" name="Google Shape;3349;p17"/>
            <p:cNvSpPr/>
            <p:nvPr/>
          </p:nvSpPr>
          <p:spPr>
            <a:xfrm>
              <a:off x="1454761" y="2579351"/>
              <a:ext cx="32294" cy="32143"/>
            </a:xfrm>
            <a:custGeom>
              <a:avLst/>
              <a:gdLst/>
              <a:ahLst/>
              <a:cxnLst/>
              <a:rect l="l" t="t" r="r" b="b"/>
              <a:pathLst>
                <a:path w="215" h="214" extrusionOk="0">
                  <a:moveTo>
                    <a:pt x="108" y="1"/>
                  </a:moveTo>
                  <a:cubicBezTo>
                    <a:pt x="49" y="1"/>
                    <a:pt x="1" y="48"/>
                    <a:pt x="1" y="106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166" y="213"/>
                    <a:pt x="215" y="166"/>
                    <a:pt x="215" y="106"/>
                  </a:cubicBezTo>
                  <a:cubicBezTo>
                    <a:pt x="215" y="48"/>
                    <a:pt x="166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50" name="Google Shape;3350;p17"/>
            <p:cNvSpPr/>
            <p:nvPr/>
          </p:nvSpPr>
          <p:spPr>
            <a:xfrm>
              <a:off x="1454761" y="250019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51" name="Google Shape;3351;p17"/>
            <p:cNvSpPr/>
            <p:nvPr/>
          </p:nvSpPr>
          <p:spPr>
            <a:xfrm>
              <a:off x="1454761" y="2421190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52" name="Google Shape;3352;p17"/>
            <p:cNvSpPr/>
            <p:nvPr/>
          </p:nvSpPr>
          <p:spPr>
            <a:xfrm>
              <a:off x="1454761" y="23421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53" name="Google Shape;3353;p17"/>
            <p:cNvSpPr/>
            <p:nvPr/>
          </p:nvSpPr>
          <p:spPr>
            <a:xfrm>
              <a:off x="1454761" y="2263179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1" y="42"/>
                    <a:pt x="1" y="106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54" name="Google Shape;3354;p17"/>
            <p:cNvSpPr/>
            <p:nvPr/>
          </p:nvSpPr>
          <p:spPr>
            <a:xfrm>
              <a:off x="1454761" y="218402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55" name="Google Shape;3355;p17"/>
            <p:cNvSpPr/>
            <p:nvPr/>
          </p:nvSpPr>
          <p:spPr>
            <a:xfrm>
              <a:off x="1454761" y="210501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56" name="Google Shape;3356;p17"/>
            <p:cNvSpPr/>
            <p:nvPr/>
          </p:nvSpPr>
          <p:spPr>
            <a:xfrm>
              <a:off x="1454761" y="202601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2"/>
                    <a:pt x="1" y="106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57" name="Google Shape;3357;p17"/>
            <p:cNvSpPr/>
            <p:nvPr/>
          </p:nvSpPr>
          <p:spPr>
            <a:xfrm>
              <a:off x="1454761" y="19468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3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58" name="Google Shape;3358;p17"/>
            <p:cNvSpPr/>
            <p:nvPr/>
          </p:nvSpPr>
          <p:spPr>
            <a:xfrm>
              <a:off x="1454761" y="186785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59" name="Google Shape;3359;p17"/>
            <p:cNvSpPr/>
            <p:nvPr/>
          </p:nvSpPr>
          <p:spPr>
            <a:xfrm>
              <a:off x="1454761" y="178884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60" name="Google Shape;3360;p17"/>
            <p:cNvSpPr/>
            <p:nvPr/>
          </p:nvSpPr>
          <p:spPr>
            <a:xfrm>
              <a:off x="1454761" y="1709691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7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61" name="Google Shape;3361;p17"/>
            <p:cNvSpPr/>
            <p:nvPr/>
          </p:nvSpPr>
          <p:spPr>
            <a:xfrm>
              <a:off x="1454761" y="16306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62" name="Google Shape;3362;p17"/>
            <p:cNvSpPr/>
            <p:nvPr/>
          </p:nvSpPr>
          <p:spPr>
            <a:xfrm>
              <a:off x="1454761" y="1551680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2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63" name="Google Shape;3363;p17"/>
            <p:cNvSpPr/>
            <p:nvPr/>
          </p:nvSpPr>
          <p:spPr>
            <a:xfrm>
              <a:off x="1454761" y="147267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64" name="Google Shape;3364;p17"/>
            <p:cNvSpPr/>
            <p:nvPr/>
          </p:nvSpPr>
          <p:spPr>
            <a:xfrm>
              <a:off x="1474588" y="1413195"/>
              <a:ext cx="12016" cy="12016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79" y="1"/>
                  </a:moveTo>
                  <a:lnTo>
                    <a:pt x="1" y="79"/>
                  </a:lnTo>
                  <a:cubicBezTo>
                    <a:pt x="39" y="70"/>
                    <a:pt x="70" y="40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65" name="Google Shape;3365;p17"/>
            <p:cNvSpPr/>
            <p:nvPr/>
          </p:nvSpPr>
          <p:spPr>
            <a:xfrm>
              <a:off x="1533918" y="26583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5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66" name="Google Shape;3366;p17"/>
            <p:cNvSpPr/>
            <p:nvPr/>
          </p:nvSpPr>
          <p:spPr>
            <a:xfrm>
              <a:off x="1533918" y="2579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6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67" name="Google Shape;3367;p17"/>
            <p:cNvSpPr/>
            <p:nvPr/>
          </p:nvSpPr>
          <p:spPr>
            <a:xfrm>
              <a:off x="1533918" y="250019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68" name="Google Shape;3368;p17"/>
            <p:cNvSpPr/>
            <p:nvPr/>
          </p:nvSpPr>
          <p:spPr>
            <a:xfrm>
              <a:off x="1533918" y="2421190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69" name="Google Shape;3369;p17"/>
            <p:cNvSpPr/>
            <p:nvPr/>
          </p:nvSpPr>
          <p:spPr>
            <a:xfrm>
              <a:off x="1533918" y="23421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70" name="Google Shape;3370;p17"/>
            <p:cNvSpPr/>
            <p:nvPr/>
          </p:nvSpPr>
          <p:spPr>
            <a:xfrm>
              <a:off x="1533918" y="2263179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71" name="Google Shape;3371;p17"/>
            <p:cNvSpPr/>
            <p:nvPr/>
          </p:nvSpPr>
          <p:spPr>
            <a:xfrm>
              <a:off x="1533918" y="218402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72" name="Google Shape;3372;p17"/>
            <p:cNvSpPr/>
            <p:nvPr/>
          </p:nvSpPr>
          <p:spPr>
            <a:xfrm>
              <a:off x="1533918" y="210501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73" name="Google Shape;3373;p17"/>
            <p:cNvSpPr/>
            <p:nvPr/>
          </p:nvSpPr>
          <p:spPr>
            <a:xfrm>
              <a:off x="1533918" y="202601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74" name="Google Shape;3374;p17"/>
            <p:cNvSpPr/>
            <p:nvPr/>
          </p:nvSpPr>
          <p:spPr>
            <a:xfrm>
              <a:off x="1533918" y="19468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3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75" name="Google Shape;3375;p17"/>
            <p:cNvSpPr/>
            <p:nvPr/>
          </p:nvSpPr>
          <p:spPr>
            <a:xfrm>
              <a:off x="1533918" y="186785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76" name="Google Shape;3376;p17"/>
            <p:cNvSpPr/>
            <p:nvPr/>
          </p:nvSpPr>
          <p:spPr>
            <a:xfrm>
              <a:off x="1533918" y="178884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77" name="Google Shape;3377;p17"/>
            <p:cNvSpPr/>
            <p:nvPr/>
          </p:nvSpPr>
          <p:spPr>
            <a:xfrm>
              <a:off x="1533918" y="1709691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78" name="Google Shape;3378;p17"/>
            <p:cNvSpPr/>
            <p:nvPr/>
          </p:nvSpPr>
          <p:spPr>
            <a:xfrm>
              <a:off x="1533918" y="16306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79" name="Google Shape;3379;p17"/>
            <p:cNvSpPr/>
            <p:nvPr/>
          </p:nvSpPr>
          <p:spPr>
            <a:xfrm>
              <a:off x="1533918" y="1551680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80" name="Google Shape;3380;p17"/>
            <p:cNvSpPr/>
            <p:nvPr/>
          </p:nvSpPr>
          <p:spPr>
            <a:xfrm>
              <a:off x="1533918" y="147267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81" name="Google Shape;3381;p17"/>
            <p:cNvSpPr/>
            <p:nvPr/>
          </p:nvSpPr>
          <p:spPr>
            <a:xfrm>
              <a:off x="1533918" y="1393519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3"/>
                  </a:cubicBezTo>
                  <a:cubicBezTo>
                    <a:pt x="161" y="11"/>
                    <a:pt x="134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82" name="Google Shape;3382;p17"/>
            <p:cNvSpPr/>
            <p:nvPr/>
          </p:nvSpPr>
          <p:spPr>
            <a:xfrm>
              <a:off x="1553594" y="1334340"/>
              <a:ext cx="12016" cy="12016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80" y="0"/>
                  </a:moveTo>
                  <a:lnTo>
                    <a:pt x="0" y="79"/>
                  </a:lnTo>
                  <a:cubicBezTo>
                    <a:pt x="39" y="69"/>
                    <a:pt x="70" y="39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83" name="Google Shape;3383;p17"/>
            <p:cNvSpPr/>
            <p:nvPr/>
          </p:nvSpPr>
          <p:spPr>
            <a:xfrm>
              <a:off x="1613074" y="2658357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5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84" name="Google Shape;3384;p17"/>
            <p:cNvSpPr/>
            <p:nvPr/>
          </p:nvSpPr>
          <p:spPr>
            <a:xfrm>
              <a:off x="1613074" y="2579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6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85" name="Google Shape;3385;p17"/>
            <p:cNvSpPr/>
            <p:nvPr/>
          </p:nvSpPr>
          <p:spPr>
            <a:xfrm>
              <a:off x="1613074" y="250019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86" name="Google Shape;3386;p17"/>
            <p:cNvSpPr/>
            <p:nvPr/>
          </p:nvSpPr>
          <p:spPr>
            <a:xfrm>
              <a:off x="1613074" y="2421190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87" name="Google Shape;3387;p17"/>
            <p:cNvSpPr/>
            <p:nvPr/>
          </p:nvSpPr>
          <p:spPr>
            <a:xfrm>
              <a:off x="1613074" y="234218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88" name="Google Shape;3388;p17"/>
            <p:cNvSpPr/>
            <p:nvPr/>
          </p:nvSpPr>
          <p:spPr>
            <a:xfrm>
              <a:off x="1613074" y="2263179"/>
              <a:ext cx="37400" cy="31993"/>
            </a:xfrm>
            <a:custGeom>
              <a:avLst/>
              <a:gdLst/>
              <a:ahLst/>
              <a:cxnLst/>
              <a:rect l="l" t="t" r="r" b="b"/>
              <a:pathLst>
                <a:path w="249" h="213" extrusionOk="0">
                  <a:moveTo>
                    <a:pt x="107" y="0"/>
                  </a:moveTo>
                  <a:cubicBezTo>
                    <a:pt x="52" y="0"/>
                    <a:pt x="0" y="42"/>
                    <a:pt x="0" y="106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89" name="Google Shape;3389;p17"/>
            <p:cNvSpPr/>
            <p:nvPr/>
          </p:nvSpPr>
          <p:spPr>
            <a:xfrm>
              <a:off x="1613074" y="2184024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90" name="Google Shape;3390;p17"/>
            <p:cNvSpPr/>
            <p:nvPr/>
          </p:nvSpPr>
          <p:spPr>
            <a:xfrm>
              <a:off x="1613074" y="2105018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91" name="Google Shape;3391;p17"/>
            <p:cNvSpPr/>
            <p:nvPr/>
          </p:nvSpPr>
          <p:spPr>
            <a:xfrm>
              <a:off x="1613074" y="2026013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5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92" name="Google Shape;3392;p17"/>
            <p:cNvSpPr/>
            <p:nvPr/>
          </p:nvSpPr>
          <p:spPr>
            <a:xfrm>
              <a:off x="1613074" y="1946857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93" name="Google Shape;3393;p17"/>
            <p:cNvSpPr/>
            <p:nvPr/>
          </p:nvSpPr>
          <p:spPr>
            <a:xfrm>
              <a:off x="1613074" y="1867852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100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94" name="Google Shape;3394;p17"/>
            <p:cNvSpPr/>
            <p:nvPr/>
          </p:nvSpPr>
          <p:spPr>
            <a:xfrm>
              <a:off x="1613074" y="178884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95" name="Google Shape;3395;p17"/>
            <p:cNvSpPr/>
            <p:nvPr/>
          </p:nvSpPr>
          <p:spPr>
            <a:xfrm>
              <a:off x="1613074" y="1709691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96" name="Google Shape;3396;p17"/>
            <p:cNvSpPr/>
            <p:nvPr/>
          </p:nvSpPr>
          <p:spPr>
            <a:xfrm>
              <a:off x="1613074" y="163068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97" name="Google Shape;3397;p17"/>
            <p:cNvSpPr/>
            <p:nvPr/>
          </p:nvSpPr>
          <p:spPr>
            <a:xfrm>
              <a:off x="1613074" y="1551680"/>
              <a:ext cx="37400" cy="31993"/>
            </a:xfrm>
            <a:custGeom>
              <a:avLst/>
              <a:gdLst/>
              <a:ahLst/>
              <a:cxnLst/>
              <a:rect l="l" t="t" r="r" b="b"/>
              <a:pathLst>
                <a:path w="249" h="213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98" name="Google Shape;3398;p17"/>
            <p:cNvSpPr/>
            <p:nvPr/>
          </p:nvSpPr>
          <p:spPr>
            <a:xfrm>
              <a:off x="1613074" y="147267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99" name="Google Shape;3399;p17"/>
            <p:cNvSpPr/>
            <p:nvPr/>
          </p:nvSpPr>
          <p:spPr>
            <a:xfrm>
              <a:off x="1613074" y="1393519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7"/>
                  </a:cubicBezTo>
                  <a:cubicBezTo>
                    <a:pt x="0" y="167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00" name="Google Shape;3400;p17"/>
            <p:cNvSpPr/>
            <p:nvPr/>
          </p:nvSpPr>
          <p:spPr>
            <a:xfrm>
              <a:off x="1613074" y="1314514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01" name="Google Shape;3401;p17"/>
            <p:cNvSpPr/>
            <p:nvPr/>
          </p:nvSpPr>
          <p:spPr>
            <a:xfrm>
              <a:off x="1632600" y="1255184"/>
              <a:ext cx="12016" cy="12016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79" y="1"/>
                  </a:moveTo>
                  <a:lnTo>
                    <a:pt x="1" y="79"/>
                  </a:lnTo>
                  <a:cubicBezTo>
                    <a:pt x="40" y="70"/>
                    <a:pt x="70" y="39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02" name="Google Shape;3402;p17"/>
            <p:cNvSpPr/>
            <p:nvPr/>
          </p:nvSpPr>
          <p:spPr>
            <a:xfrm>
              <a:off x="1692080" y="26583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03" name="Google Shape;3403;p17"/>
            <p:cNvSpPr/>
            <p:nvPr/>
          </p:nvSpPr>
          <p:spPr>
            <a:xfrm>
              <a:off x="1692080" y="2579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2" y="0"/>
                    <a:pt x="1" y="43"/>
                    <a:pt x="1" y="106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04" name="Google Shape;3404;p17"/>
            <p:cNvSpPr/>
            <p:nvPr/>
          </p:nvSpPr>
          <p:spPr>
            <a:xfrm>
              <a:off x="1692080" y="250019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05" name="Google Shape;3405;p17"/>
            <p:cNvSpPr/>
            <p:nvPr/>
          </p:nvSpPr>
          <p:spPr>
            <a:xfrm>
              <a:off x="1692080" y="2421190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06" name="Google Shape;3406;p17"/>
            <p:cNvSpPr/>
            <p:nvPr/>
          </p:nvSpPr>
          <p:spPr>
            <a:xfrm>
              <a:off x="1692080" y="23421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07" name="Google Shape;3407;p17"/>
            <p:cNvSpPr/>
            <p:nvPr/>
          </p:nvSpPr>
          <p:spPr>
            <a:xfrm>
              <a:off x="1692080" y="2263179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2" y="0"/>
                    <a:pt x="1" y="42"/>
                    <a:pt x="1" y="106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08" name="Google Shape;3408;p17"/>
            <p:cNvSpPr/>
            <p:nvPr/>
          </p:nvSpPr>
          <p:spPr>
            <a:xfrm>
              <a:off x="1692080" y="218402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09" name="Google Shape;3409;p17"/>
            <p:cNvSpPr/>
            <p:nvPr/>
          </p:nvSpPr>
          <p:spPr>
            <a:xfrm>
              <a:off x="1692080" y="210501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10" name="Google Shape;3410;p17"/>
            <p:cNvSpPr/>
            <p:nvPr/>
          </p:nvSpPr>
          <p:spPr>
            <a:xfrm>
              <a:off x="1692080" y="202601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2"/>
                    <a:pt x="1" y="106"/>
                  </a:cubicBezTo>
                  <a:cubicBezTo>
                    <a:pt x="1" y="165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11" name="Google Shape;3411;p17"/>
            <p:cNvSpPr/>
            <p:nvPr/>
          </p:nvSpPr>
          <p:spPr>
            <a:xfrm>
              <a:off x="1692080" y="19468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12" name="Google Shape;3412;p17"/>
            <p:cNvSpPr/>
            <p:nvPr/>
          </p:nvSpPr>
          <p:spPr>
            <a:xfrm>
              <a:off x="1692080" y="186785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13" name="Google Shape;3413;p17"/>
            <p:cNvSpPr/>
            <p:nvPr/>
          </p:nvSpPr>
          <p:spPr>
            <a:xfrm>
              <a:off x="1692080" y="178884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14" name="Google Shape;3414;p17"/>
            <p:cNvSpPr/>
            <p:nvPr/>
          </p:nvSpPr>
          <p:spPr>
            <a:xfrm>
              <a:off x="1692080" y="1709691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7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15" name="Google Shape;3415;p17"/>
            <p:cNvSpPr/>
            <p:nvPr/>
          </p:nvSpPr>
          <p:spPr>
            <a:xfrm>
              <a:off x="1692080" y="16306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16" name="Google Shape;3416;p17"/>
            <p:cNvSpPr/>
            <p:nvPr/>
          </p:nvSpPr>
          <p:spPr>
            <a:xfrm>
              <a:off x="1692080" y="1551680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17" name="Google Shape;3417;p17"/>
            <p:cNvSpPr/>
            <p:nvPr/>
          </p:nvSpPr>
          <p:spPr>
            <a:xfrm>
              <a:off x="1692080" y="147267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18" name="Google Shape;3418;p17"/>
            <p:cNvSpPr/>
            <p:nvPr/>
          </p:nvSpPr>
          <p:spPr>
            <a:xfrm>
              <a:off x="1692080" y="1393519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2" y="1"/>
                    <a:pt x="1" y="43"/>
                    <a:pt x="1" y="107"/>
                  </a:cubicBezTo>
                  <a:cubicBezTo>
                    <a:pt x="1" y="167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19" name="Google Shape;3419;p17"/>
            <p:cNvSpPr/>
            <p:nvPr/>
          </p:nvSpPr>
          <p:spPr>
            <a:xfrm>
              <a:off x="1692080" y="131451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20" name="Google Shape;3420;p17"/>
            <p:cNvSpPr/>
            <p:nvPr/>
          </p:nvSpPr>
          <p:spPr>
            <a:xfrm>
              <a:off x="1692080" y="123550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21" name="Google Shape;3421;p17"/>
            <p:cNvSpPr/>
            <p:nvPr/>
          </p:nvSpPr>
          <p:spPr>
            <a:xfrm>
              <a:off x="1711756" y="1176179"/>
              <a:ext cx="11866" cy="11866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79" y="0"/>
                  </a:moveTo>
                  <a:lnTo>
                    <a:pt x="0" y="79"/>
                  </a:lnTo>
                  <a:cubicBezTo>
                    <a:pt x="40" y="70"/>
                    <a:pt x="70" y="39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22" name="Google Shape;3422;p17"/>
            <p:cNvSpPr/>
            <p:nvPr/>
          </p:nvSpPr>
          <p:spPr>
            <a:xfrm>
              <a:off x="1449354" y="4318372"/>
              <a:ext cx="37701" cy="32143"/>
            </a:xfrm>
            <a:custGeom>
              <a:avLst/>
              <a:gdLst/>
              <a:ahLst/>
              <a:cxnLst/>
              <a:rect l="l" t="t" r="r" b="b"/>
              <a:pathLst>
                <a:path w="251" h="214" extrusionOk="0">
                  <a:moveTo>
                    <a:pt x="144" y="1"/>
                  </a:moveTo>
                  <a:cubicBezTo>
                    <a:pt x="117" y="1"/>
                    <a:pt x="90" y="10"/>
                    <a:pt x="68" y="32"/>
                  </a:cubicBezTo>
                  <a:cubicBezTo>
                    <a:pt x="1" y="99"/>
                    <a:pt x="49" y="214"/>
                    <a:pt x="144" y="214"/>
                  </a:cubicBezTo>
                  <a:cubicBezTo>
                    <a:pt x="202" y="214"/>
                    <a:pt x="251" y="166"/>
                    <a:pt x="251" y="108"/>
                  </a:cubicBezTo>
                  <a:cubicBezTo>
                    <a:pt x="251" y="43"/>
                    <a:pt x="198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23" name="Google Shape;3423;p17"/>
            <p:cNvSpPr/>
            <p:nvPr/>
          </p:nvSpPr>
          <p:spPr>
            <a:xfrm>
              <a:off x="1454761" y="4239367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24" name="Google Shape;3424;p17"/>
            <p:cNvSpPr/>
            <p:nvPr/>
          </p:nvSpPr>
          <p:spPr>
            <a:xfrm>
              <a:off x="1454761" y="416036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25" name="Google Shape;3425;p17"/>
            <p:cNvSpPr/>
            <p:nvPr/>
          </p:nvSpPr>
          <p:spPr>
            <a:xfrm>
              <a:off x="1454761" y="40812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7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26" name="Google Shape;3426;p17"/>
            <p:cNvSpPr/>
            <p:nvPr/>
          </p:nvSpPr>
          <p:spPr>
            <a:xfrm>
              <a:off x="1454761" y="400220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1" y="43"/>
                    <a:pt x="1" y="108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27" name="Google Shape;3427;p17"/>
            <p:cNvSpPr/>
            <p:nvPr/>
          </p:nvSpPr>
          <p:spPr>
            <a:xfrm>
              <a:off x="1454761" y="3923195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2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28" name="Google Shape;3428;p17"/>
            <p:cNvSpPr/>
            <p:nvPr/>
          </p:nvSpPr>
          <p:spPr>
            <a:xfrm>
              <a:off x="1454761" y="384403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1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29" name="Google Shape;3429;p17"/>
            <p:cNvSpPr/>
            <p:nvPr/>
          </p:nvSpPr>
          <p:spPr>
            <a:xfrm>
              <a:off x="1454761" y="37650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30" name="Google Shape;3430;p17"/>
            <p:cNvSpPr/>
            <p:nvPr/>
          </p:nvSpPr>
          <p:spPr>
            <a:xfrm>
              <a:off x="1454761" y="368602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31" name="Google Shape;3431;p17"/>
            <p:cNvSpPr/>
            <p:nvPr/>
          </p:nvSpPr>
          <p:spPr>
            <a:xfrm>
              <a:off x="1454761" y="3606873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1"/>
                  </a:moveTo>
                  <a:cubicBezTo>
                    <a:pt x="54" y="1"/>
                    <a:pt x="1" y="44"/>
                    <a:pt x="1" y="108"/>
                  </a:cubicBezTo>
                  <a:cubicBezTo>
                    <a:pt x="1" y="166"/>
                    <a:pt x="49" y="215"/>
                    <a:pt x="108" y="215"/>
                  </a:cubicBezTo>
                  <a:cubicBezTo>
                    <a:pt x="202" y="213"/>
                    <a:pt x="250" y="100"/>
                    <a:pt x="183" y="32"/>
                  </a:cubicBezTo>
                  <a:cubicBezTo>
                    <a:pt x="161" y="11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32" name="Google Shape;3432;p17"/>
            <p:cNvSpPr/>
            <p:nvPr/>
          </p:nvSpPr>
          <p:spPr>
            <a:xfrm>
              <a:off x="1454761" y="352786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33" name="Google Shape;3433;p17"/>
            <p:cNvSpPr/>
            <p:nvPr/>
          </p:nvSpPr>
          <p:spPr>
            <a:xfrm>
              <a:off x="1454761" y="3448862"/>
              <a:ext cx="32294" cy="32143"/>
            </a:xfrm>
            <a:custGeom>
              <a:avLst/>
              <a:gdLst/>
              <a:ahLst/>
              <a:cxnLst/>
              <a:rect l="l" t="t" r="r" b="b"/>
              <a:pathLst>
                <a:path w="215" h="214" extrusionOk="0">
                  <a:moveTo>
                    <a:pt x="108" y="1"/>
                  </a:moveTo>
                  <a:cubicBezTo>
                    <a:pt x="49" y="1"/>
                    <a:pt x="1" y="48"/>
                    <a:pt x="1" y="106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166" y="213"/>
                    <a:pt x="215" y="166"/>
                    <a:pt x="215" y="106"/>
                  </a:cubicBezTo>
                  <a:cubicBezTo>
                    <a:pt x="215" y="48"/>
                    <a:pt x="166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34" name="Google Shape;3434;p17"/>
            <p:cNvSpPr/>
            <p:nvPr/>
          </p:nvSpPr>
          <p:spPr>
            <a:xfrm>
              <a:off x="1454761" y="33697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7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3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35" name="Google Shape;3435;p17"/>
            <p:cNvSpPr/>
            <p:nvPr/>
          </p:nvSpPr>
          <p:spPr>
            <a:xfrm>
              <a:off x="1454761" y="32908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2"/>
                    <a:pt x="1" y="106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36" name="Google Shape;3436;p17"/>
            <p:cNvSpPr/>
            <p:nvPr/>
          </p:nvSpPr>
          <p:spPr>
            <a:xfrm>
              <a:off x="1454761" y="321169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37" name="Google Shape;3437;p17"/>
            <p:cNvSpPr/>
            <p:nvPr/>
          </p:nvSpPr>
          <p:spPr>
            <a:xfrm>
              <a:off x="1454761" y="313269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38" name="Google Shape;3438;p17"/>
            <p:cNvSpPr/>
            <p:nvPr/>
          </p:nvSpPr>
          <p:spPr>
            <a:xfrm>
              <a:off x="1454761" y="3053534"/>
              <a:ext cx="32294" cy="32143"/>
            </a:xfrm>
            <a:custGeom>
              <a:avLst/>
              <a:gdLst/>
              <a:ahLst/>
              <a:cxnLst/>
              <a:rect l="l" t="t" r="r" b="b"/>
              <a:pathLst>
                <a:path w="215" h="214" extrusionOk="0">
                  <a:moveTo>
                    <a:pt x="108" y="1"/>
                  </a:moveTo>
                  <a:cubicBezTo>
                    <a:pt x="49" y="1"/>
                    <a:pt x="1" y="49"/>
                    <a:pt x="1" y="108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166" y="214"/>
                    <a:pt x="215" y="166"/>
                    <a:pt x="215" y="108"/>
                  </a:cubicBezTo>
                  <a:cubicBezTo>
                    <a:pt x="215" y="49"/>
                    <a:pt x="166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39" name="Google Shape;3439;p17"/>
            <p:cNvSpPr/>
            <p:nvPr/>
          </p:nvSpPr>
          <p:spPr>
            <a:xfrm>
              <a:off x="1454761" y="297452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40" name="Google Shape;3440;p17"/>
            <p:cNvSpPr/>
            <p:nvPr/>
          </p:nvSpPr>
          <p:spPr>
            <a:xfrm>
              <a:off x="1454761" y="289552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41" name="Google Shape;3441;p17"/>
            <p:cNvSpPr/>
            <p:nvPr/>
          </p:nvSpPr>
          <p:spPr>
            <a:xfrm>
              <a:off x="1454761" y="2816518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42" name="Google Shape;3442;p17"/>
            <p:cNvSpPr/>
            <p:nvPr/>
          </p:nvSpPr>
          <p:spPr>
            <a:xfrm>
              <a:off x="1454761" y="27373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4"/>
                    <a:pt x="1" y="108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100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43" name="Google Shape;3443;p17"/>
            <p:cNvSpPr/>
            <p:nvPr/>
          </p:nvSpPr>
          <p:spPr>
            <a:xfrm>
              <a:off x="1528510" y="4239367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42" y="0"/>
                  </a:moveTo>
                  <a:cubicBezTo>
                    <a:pt x="116" y="0"/>
                    <a:pt x="90" y="10"/>
                    <a:pt x="68" y="32"/>
                  </a:cubicBezTo>
                  <a:cubicBezTo>
                    <a:pt x="0" y="98"/>
                    <a:pt x="48" y="213"/>
                    <a:pt x="143" y="213"/>
                  </a:cubicBezTo>
                  <a:cubicBezTo>
                    <a:pt x="202" y="213"/>
                    <a:pt x="249" y="166"/>
                    <a:pt x="249" y="107"/>
                  </a:cubicBezTo>
                  <a:cubicBezTo>
                    <a:pt x="249" y="43"/>
                    <a:pt x="19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44" name="Google Shape;3444;p17"/>
            <p:cNvSpPr/>
            <p:nvPr/>
          </p:nvSpPr>
          <p:spPr>
            <a:xfrm>
              <a:off x="1533918" y="416036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45" name="Google Shape;3445;p17"/>
            <p:cNvSpPr/>
            <p:nvPr/>
          </p:nvSpPr>
          <p:spPr>
            <a:xfrm>
              <a:off x="1533918" y="40812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46" name="Google Shape;3446;p17"/>
            <p:cNvSpPr/>
            <p:nvPr/>
          </p:nvSpPr>
          <p:spPr>
            <a:xfrm>
              <a:off x="1533918" y="400220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8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47" name="Google Shape;3447;p17"/>
            <p:cNvSpPr/>
            <p:nvPr/>
          </p:nvSpPr>
          <p:spPr>
            <a:xfrm>
              <a:off x="1533918" y="3923195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48" name="Google Shape;3448;p17"/>
            <p:cNvSpPr/>
            <p:nvPr/>
          </p:nvSpPr>
          <p:spPr>
            <a:xfrm>
              <a:off x="1533918" y="384403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49" name="Google Shape;3449;p17"/>
            <p:cNvSpPr/>
            <p:nvPr/>
          </p:nvSpPr>
          <p:spPr>
            <a:xfrm>
              <a:off x="1533918" y="37650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1"/>
                    <a:pt x="134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50" name="Google Shape;3450;p17"/>
            <p:cNvSpPr/>
            <p:nvPr/>
          </p:nvSpPr>
          <p:spPr>
            <a:xfrm>
              <a:off x="1533918" y="368602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51" name="Google Shape;3451;p17"/>
            <p:cNvSpPr/>
            <p:nvPr/>
          </p:nvSpPr>
          <p:spPr>
            <a:xfrm>
              <a:off x="1533918" y="3606873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8" y="215"/>
                    <a:pt x="107" y="215"/>
                  </a:cubicBezTo>
                  <a:cubicBezTo>
                    <a:pt x="202" y="213"/>
                    <a:pt x="249" y="100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52" name="Google Shape;3452;p17"/>
            <p:cNvSpPr/>
            <p:nvPr/>
          </p:nvSpPr>
          <p:spPr>
            <a:xfrm>
              <a:off x="1533918" y="352786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53" name="Google Shape;3453;p17"/>
            <p:cNvSpPr/>
            <p:nvPr/>
          </p:nvSpPr>
          <p:spPr>
            <a:xfrm>
              <a:off x="1533918" y="34488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6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54" name="Google Shape;3454;p17"/>
            <p:cNvSpPr/>
            <p:nvPr/>
          </p:nvSpPr>
          <p:spPr>
            <a:xfrm>
              <a:off x="1533918" y="33697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7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3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55" name="Google Shape;3455;p17"/>
            <p:cNvSpPr/>
            <p:nvPr/>
          </p:nvSpPr>
          <p:spPr>
            <a:xfrm>
              <a:off x="1533918" y="32908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56" name="Google Shape;3456;p17"/>
            <p:cNvSpPr/>
            <p:nvPr/>
          </p:nvSpPr>
          <p:spPr>
            <a:xfrm>
              <a:off x="1533918" y="321169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57" name="Google Shape;3457;p17"/>
            <p:cNvSpPr/>
            <p:nvPr/>
          </p:nvSpPr>
          <p:spPr>
            <a:xfrm>
              <a:off x="1533918" y="313269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58" name="Google Shape;3458;p17"/>
            <p:cNvSpPr/>
            <p:nvPr/>
          </p:nvSpPr>
          <p:spPr>
            <a:xfrm>
              <a:off x="1533918" y="30535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2" y="32"/>
                  </a:cubicBezTo>
                  <a:cubicBezTo>
                    <a:pt x="160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59" name="Google Shape;3459;p17"/>
            <p:cNvSpPr/>
            <p:nvPr/>
          </p:nvSpPr>
          <p:spPr>
            <a:xfrm>
              <a:off x="1533918" y="297452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60" name="Google Shape;3460;p17"/>
            <p:cNvSpPr/>
            <p:nvPr/>
          </p:nvSpPr>
          <p:spPr>
            <a:xfrm>
              <a:off x="1533918" y="289552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61" name="Google Shape;3461;p17"/>
            <p:cNvSpPr/>
            <p:nvPr/>
          </p:nvSpPr>
          <p:spPr>
            <a:xfrm>
              <a:off x="1533918" y="2816518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62" name="Google Shape;3462;p17"/>
            <p:cNvSpPr/>
            <p:nvPr/>
          </p:nvSpPr>
          <p:spPr>
            <a:xfrm>
              <a:off x="1533918" y="27373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100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63" name="Google Shape;3463;p17"/>
            <p:cNvSpPr/>
            <p:nvPr/>
          </p:nvSpPr>
          <p:spPr>
            <a:xfrm>
              <a:off x="1607667" y="416036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1" y="0"/>
                  </a:moveTo>
                  <a:cubicBezTo>
                    <a:pt x="115" y="0"/>
                    <a:pt x="89" y="10"/>
                    <a:pt x="68" y="31"/>
                  </a:cubicBezTo>
                  <a:cubicBezTo>
                    <a:pt x="0" y="99"/>
                    <a:pt x="47" y="213"/>
                    <a:pt x="142" y="213"/>
                  </a:cubicBezTo>
                  <a:cubicBezTo>
                    <a:pt x="201" y="213"/>
                    <a:pt x="249" y="165"/>
                    <a:pt x="249" y="107"/>
                  </a:cubicBezTo>
                  <a:cubicBezTo>
                    <a:pt x="249" y="43"/>
                    <a:pt x="196" y="0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64" name="Google Shape;3464;p17"/>
            <p:cNvSpPr/>
            <p:nvPr/>
          </p:nvSpPr>
          <p:spPr>
            <a:xfrm>
              <a:off x="1613074" y="408120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65" name="Google Shape;3465;p17"/>
            <p:cNvSpPr/>
            <p:nvPr/>
          </p:nvSpPr>
          <p:spPr>
            <a:xfrm>
              <a:off x="1613074" y="4002200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8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66" name="Google Shape;3466;p17"/>
            <p:cNvSpPr/>
            <p:nvPr/>
          </p:nvSpPr>
          <p:spPr>
            <a:xfrm>
              <a:off x="1613074" y="3923195"/>
              <a:ext cx="37400" cy="31993"/>
            </a:xfrm>
            <a:custGeom>
              <a:avLst/>
              <a:gdLst/>
              <a:ahLst/>
              <a:cxnLst/>
              <a:rect l="l" t="t" r="r" b="b"/>
              <a:pathLst>
                <a:path w="249" h="213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67" name="Google Shape;3467;p17"/>
            <p:cNvSpPr/>
            <p:nvPr/>
          </p:nvSpPr>
          <p:spPr>
            <a:xfrm>
              <a:off x="1613074" y="3844039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68" name="Google Shape;3468;p17"/>
            <p:cNvSpPr/>
            <p:nvPr/>
          </p:nvSpPr>
          <p:spPr>
            <a:xfrm>
              <a:off x="1613074" y="3765034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69" name="Google Shape;3469;p17"/>
            <p:cNvSpPr/>
            <p:nvPr/>
          </p:nvSpPr>
          <p:spPr>
            <a:xfrm>
              <a:off x="1613074" y="3686028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0" name="Google Shape;3470;p17"/>
            <p:cNvSpPr/>
            <p:nvPr/>
          </p:nvSpPr>
          <p:spPr>
            <a:xfrm>
              <a:off x="1613074" y="3606873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7" y="215"/>
                    <a:pt x="106" y="215"/>
                  </a:cubicBezTo>
                  <a:cubicBezTo>
                    <a:pt x="201" y="215"/>
                    <a:pt x="249" y="100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1" name="Google Shape;3471;p17"/>
            <p:cNvSpPr/>
            <p:nvPr/>
          </p:nvSpPr>
          <p:spPr>
            <a:xfrm>
              <a:off x="1613074" y="3527867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2" name="Google Shape;3472;p17"/>
            <p:cNvSpPr/>
            <p:nvPr/>
          </p:nvSpPr>
          <p:spPr>
            <a:xfrm>
              <a:off x="1613074" y="3448862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6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3" name="Google Shape;3473;p17"/>
            <p:cNvSpPr/>
            <p:nvPr/>
          </p:nvSpPr>
          <p:spPr>
            <a:xfrm>
              <a:off x="1613074" y="336970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7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4" name="Google Shape;3474;p17"/>
            <p:cNvSpPr/>
            <p:nvPr/>
          </p:nvSpPr>
          <p:spPr>
            <a:xfrm>
              <a:off x="1613074" y="32908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5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5" name="Google Shape;3475;p17"/>
            <p:cNvSpPr/>
            <p:nvPr/>
          </p:nvSpPr>
          <p:spPr>
            <a:xfrm>
              <a:off x="1613074" y="321169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6" name="Google Shape;3476;p17"/>
            <p:cNvSpPr/>
            <p:nvPr/>
          </p:nvSpPr>
          <p:spPr>
            <a:xfrm>
              <a:off x="1613074" y="3132690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7" name="Google Shape;3477;p17"/>
            <p:cNvSpPr/>
            <p:nvPr/>
          </p:nvSpPr>
          <p:spPr>
            <a:xfrm>
              <a:off x="1613074" y="3053534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8" name="Google Shape;3478;p17"/>
            <p:cNvSpPr/>
            <p:nvPr/>
          </p:nvSpPr>
          <p:spPr>
            <a:xfrm>
              <a:off x="1613074" y="2974529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9" name="Google Shape;3479;p17"/>
            <p:cNvSpPr/>
            <p:nvPr/>
          </p:nvSpPr>
          <p:spPr>
            <a:xfrm>
              <a:off x="1613074" y="2895523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0" name="Google Shape;3480;p17"/>
            <p:cNvSpPr/>
            <p:nvPr/>
          </p:nvSpPr>
          <p:spPr>
            <a:xfrm>
              <a:off x="1613074" y="2816518"/>
              <a:ext cx="37400" cy="31993"/>
            </a:xfrm>
            <a:custGeom>
              <a:avLst/>
              <a:gdLst/>
              <a:ahLst/>
              <a:cxnLst/>
              <a:rect l="l" t="t" r="r" b="b"/>
              <a:pathLst>
                <a:path w="249" h="213" extrusionOk="0">
                  <a:moveTo>
                    <a:pt x="107" y="0"/>
                  </a:moveTo>
                  <a:cubicBezTo>
                    <a:pt x="52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1" name="Google Shape;3481;p17"/>
            <p:cNvSpPr/>
            <p:nvPr/>
          </p:nvSpPr>
          <p:spPr>
            <a:xfrm>
              <a:off x="1613074" y="2737362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100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2" name="Google Shape;3482;p17"/>
            <p:cNvSpPr/>
            <p:nvPr/>
          </p:nvSpPr>
          <p:spPr>
            <a:xfrm>
              <a:off x="1686673" y="40812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116" y="1"/>
                    <a:pt x="89" y="10"/>
                    <a:pt x="67" y="32"/>
                  </a:cubicBezTo>
                  <a:cubicBezTo>
                    <a:pt x="1" y="99"/>
                    <a:pt x="48" y="214"/>
                    <a:pt x="142" y="214"/>
                  </a:cubicBezTo>
                  <a:cubicBezTo>
                    <a:pt x="201" y="214"/>
                    <a:pt x="249" y="167"/>
                    <a:pt x="249" y="107"/>
                  </a:cubicBezTo>
                  <a:cubicBezTo>
                    <a:pt x="249" y="43"/>
                    <a:pt x="197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3" name="Google Shape;3483;p17"/>
            <p:cNvSpPr/>
            <p:nvPr/>
          </p:nvSpPr>
          <p:spPr>
            <a:xfrm>
              <a:off x="1692080" y="400220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8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4" name="Google Shape;3484;p17"/>
            <p:cNvSpPr/>
            <p:nvPr/>
          </p:nvSpPr>
          <p:spPr>
            <a:xfrm>
              <a:off x="1692080" y="3923195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5" name="Google Shape;3485;p17"/>
            <p:cNvSpPr/>
            <p:nvPr/>
          </p:nvSpPr>
          <p:spPr>
            <a:xfrm>
              <a:off x="1692080" y="384403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6" name="Google Shape;3486;p17"/>
            <p:cNvSpPr/>
            <p:nvPr/>
          </p:nvSpPr>
          <p:spPr>
            <a:xfrm>
              <a:off x="1692080" y="37650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2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7" name="Google Shape;3487;p17"/>
            <p:cNvSpPr/>
            <p:nvPr/>
          </p:nvSpPr>
          <p:spPr>
            <a:xfrm>
              <a:off x="1692080" y="368602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8" name="Google Shape;3488;p17"/>
            <p:cNvSpPr/>
            <p:nvPr/>
          </p:nvSpPr>
          <p:spPr>
            <a:xfrm>
              <a:off x="1692080" y="3606873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1"/>
                  </a:moveTo>
                  <a:cubicBezTo>
                    <a:pt x="53" y="1"/>
                    <a:pt x="1" y="44"/>
                    <a:pt x="1" y="108"/>
                  </a:cubicBezTo>
                  <a:cubicBezTo>
                    <a:pt x="1" y="166"/>
                    <a:pt x="48" y="215"/>
                    <a:pt x="106" y="215"/>
                  </a:cubicBezTo>
                  <a:cubicBezTo>
                    <a:pt x="201" y="213"/>
                    <a:pt x="249" y="100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9" name="Google Shape;3489;p17"/>
            <p:cNvSpPr/>
            <p:nvPr/>
          </p:nvSpPr>
          <p:spPr>
            <a:xfrm>
              <a:off x="1692080" y="352786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0" name="Google Shape;3490;p17"/>
            <p:cNvSpPr/>
            <p:nvPr/>
          </p:nvSpPr>
          <p:spPr>
            <a:xfrm>
              <a:off x="1692080" y="34488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2" y="0"/>
                    <a:pt x="1" y="43"/>
                    <a:pt x="1" y="106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1" name="Google Shape;3491;p17"/>
            <p:cNvSpPr/>
            <p:nvPr/>
          </p:nvSpPr>
          <p:spPr>
            <a:xfrm>
              <a:off x="1692080" y="33697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7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2" name="Google Shape;3492;p17"/>
            <p:cNvSpPr/>
            <p:nvPr/>
          </p:nvSpPr>
          <p:spPr>
            <a:xfrm>
              <a:off x="1692080" y="32908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2"/>
                    <a:pt x="1" y="106"/>
                  </a:cubicBezTo>
                  <a:cubicBezTo>
                    <a:pt x="1" y="165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3" name="Google Shape;3493;p17"/>
            <p:cNvSpPr/>
            <p:nvPr/>
          </p:nvSpPr>
          <p:spPr>
            <a:xfrm>
              <a:off x="1692080" y="321169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4" name="Google Shape;3494;p17"/>
            <p:cNvSpPr/>
            <p:nvPr/>
          </p:nvSpPr>
          <p:spPr>
            <a:xfrm>
              <a:off x="1692080" y="313269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5" name="Google Shape;3495;p17"/>
            <p:cNvSpPr/>
            <p:nvPr/>
          </p:nvSpPr>
          <p:spPr>
            <a:xfrm>
              <a:off x="1692080" y="30535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4"/>
                    <a:pt x="1" y="108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6" name="Google Shape;3496;p17"/>
            <p:cNvSpPr/>
            <p:nvPr/>
          </p:nvSpPr>
          <p:spPr>
            <a:xfrm>
              <a:off x="1692080" y="297452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7" name="Google Shape;3497;p17"/>
            <p:cNvSpPr/>
            <p:nvPr/>
          </p:nvSpPr>
          <p:spPr>
            <a:xfrm>
              <a:off x="1692080" y="289552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8" name="Google Shape;3498;p17"/>
            <p:cNvSpPr/>
            <p:nvPr/>
          </p:nvSpPr>
          <p:spPr>
            <a:xfrm>
              <a:off x="1692080" y="2816518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9" name="Google Shape;3499;p17"/>
            <p:cNvSpPr/>
            <p:nvPr/>
          </p:nvSpPr>
          <p:spPr>
            <a:xfrm>
              <a:off x="1692080" y="27373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4"/>
                    <a:pt x="1" y="108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100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0" name="Google Shape;3500;p17"/>
            <p:cNvSpPr/>
            <p:nvPr/>
          </p:nvSpPr>
          <p:spPr>
            <a:xfrm>
              <a:off x="1440492" y="4425915"/>
              <a:ext cx="150" cy="1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1" name="Google Shape;3501;p17"/>
            <p:cNvSpPr/>
            <p:nvPr/>
          </p:nvSpPr>
          <p:spPr>
            <a:xfrm>
              <a:off x="1434034" y="4420358"/>
              <a:ext cx="300" cy="451"/>
            </a:xfrm>
            <a:custGeom>
              <a:avLst/>
              <a:gdLst/>
              <a:ahLst/>
              <a:cxnLst/>
              <a:rect l="l" t="t" r="r" b="b"/>
              <a:pathLst>
                <a:path w="2" h="3" extrusionOk="0">
                  <a:moveTo>
                    <a:pt x="2" y="3"/>
                  </a:moveTo>
                  <a:cubicBezTo>
                    <a:pt x="2" y="3"/>
                    <a:pt x="2" y="1"/>
                    <a:pt x="1" y="0"/>
                  </a:cubicBezTo>
                  <a:cubicBezTo>
                    <a:pt x="2" y="1"/>
                    <a:pt x="2" y="3"/>
                    <a:pt x="2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2" name="Google Shape;3502;p17"/>
            <p:cNvSpPr/>
            <p:nvPr/>
          </p:nvSpPr>
          <p:spPr>
            <a:xfrm>
              <a:off x="1435085" y="4422911"/>
              <a:ext cx="451" cy="601"/>
            </a:xfrm>
            <a:custGeom>
              <a:avLst/>
              <a:gdLst/>
              <a:ahLst/>
              <a:cxnLst/>
              <a:rect l="l" t="t" r="r" b="b"/>
              <a:pathLst>
                <a:path w="3" h="4" extrusionOk="0">
                  <a:moveTo>
                    <a:pt x="3" y="4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1" y="1"/>
                    <a:pt x="1" y="2"/>
                    <a:pt x="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3" name="Google Shape;3503;p17"/>
            <p:cNvSpPr/>
            <p:nvPr/>
          </p:nvSpPr>
          <p:spPr>
            <a:xfrm>
              <a:off x="1434334" y="4421109"/>
              <a:ext cx="150" cy="751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1" y="2"/>
                    <a:pt x="1" y="3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4" name="Google Shape;3504;p17"/>
            <p:cNvSpPr/>
            <p:nvPr/>
          </p:nvSpPr>
          <p:spPr>
            <a:xfrm>
              <a:off x="1436287" y="4424263"/>
              <a:ext cx="451" cy="451"/>
            </a:xfrm>
            <a:custGeom>
              <a:avLst/>
              <a:gdLst/>
              <a:ahLst/>
              <a:cxnLst/>
              <a:rect l="l" t="t" r="r" b="b"/>
              <a:pathLst>
                <a:path w="3" h="3" extrusionOk="0">
                  <a:moveTo>
                    <a:pt x="2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5" name="Google Shape;3505;p17"/>
            <p:cNvSpPr/>
            <p:nvPr/>
          </p:nvSpPr>
          <p:spPr>
            <a:xfrm>
              <a:off x="1434034" y="1152447"/>
              <a:ext cx="304310" cy="3267451"/>
            </a:xfrm>
            <a:custGeom>
              <a:avLst/>
              <a:gdLst/>
              <a:ahLst/>
              <a:cxnLst/>
              <a:rect l="l" t="t" r="r" b="b"/>
              <a:pathLst>
                <a:path w="2026" h="21754" extrusionOk="0">
                  <a:moveTo>
                    <a:pt x="1040" y="20694"/>
                  </a:moveTo>
                  <a:lnTo>
                    <a:pt x="85" y="21650"/>
                  </a:lnTo>
                  <a:lnTo>
                    <a:pt x="85" y="21650"/>
                  </a:lnTo>
                  <a:lnTo>
                    <a:pt x="366" y="21369"/>
                  </a:lnTo>
                  <a:lnTo>
                    <a:pt x="1040" y="20694"/>
                  </a:lnTo>
                  <a:close/>
                  <a:moveTo>
                    <a:pt x="1983" y="1"/>
                  </a:moveTo>
                  <a:cubicBezTo>
                    <a:pt x="1980" y="1"/>
                    <a:pt x="1977" y="2"/>
                    <a:pt x="1975" y="2"/>
                  </a:cubicBezTo>
                  <a:lnTo>
                    <a:pt x="1974" y="2"/>
                  </a:lnTo>
                  <a:cubicBezTo>
                    <a:pt x="1972" y="3"/>
                    <a:pt x="1970" y="3"/>
                    <a:pt x="1968" y="4"/>
                  </a:cubicBezTo>
                  <a:cubicBezTo>
                    <a:pt x="1967" y="4"/>
                    <a:pt x="1966" y="4"/>
                    <a:pt x="1966" y="5"/>
                  </a:cubicBezTo>
                  <a:cubicBezTo>
                    <a:pt x="1964" y="5"/>
                    <a:pt x="1963" y="6"/>
                    <a:pt x="1961" y="7"/>
                  </a:cubicBezTo>
                  <a:cubicBezTo>
                    <a:pt x="1961" y="7"/>
                    <a:pt x="1959" y="8"/>
                    <a:pt x="1959" y="8"/>
                  </a:cubicBezTo>
                  <a:cubicBezTo>
                    <a:pt x="1957" y="10"/>
                    <a:pt x="1955" y="12"/>
                    <a:pt x="1954" y="13"/>
                  </a:cubicBezTo>
                  <a:lnTo>
                    <a:pt x="13" y="1954"/>
                  </a:lnTo>
                  <a:cubicBezTo>
                    <a:pt x="5" y="1962"/>
                    <a:pt x="1" y="1972"/>
                    <a:pt x="1" y="1983"/>
                  </a:cubicBezTo>
                  <a:lnTo>
                    <a:pt x="1" y="21752"/>
                  </a:lnTo>
                  <a:cubicBezTo>
                    <a:pt x="1" y="21753"/>
                    <a:pt x="1" y="21753"/>
                    <a:pt x="1" y="21754"/>
                  </a:cubicBezTo>
                  <a:cubicBezTo>
                    <a:pt x="1" y="21742"/>
                    <a:pt x="5" y="21730"/>
                    <a:pt x="13" y="21722"/>
                  </a:cubicBezTo>
                  <a:lnTo>
                    <a:pt x="85" y="21650"/>
                  </a:lnTo>
                  <a:lnTo>
                    <a:pt x="85" y="2001"/>
                  </a:lnTo>
                  <a:lnTo>
                    <a:pt x="271" y="1815"/>
                  </a:lnTo>
                  <a:lnTo>
                    <a:pt x="349" y="1737"/>
                  </a:lnTo>
                  <a:lnTo>
                    <a:pt x="796" y="1290"/>
                  </a:lnTo>
                  <a:lnTo>
                    <a:pt x="876" y="1211"/>
                  </a:lnTo>
                  <a:lnTo>
                    <a:pt x="1323" y="763"/>
                  </a:lnTo>
                  <a:lnTo>
                    <a:pt x="1401" y="685"/>
                  </a:lnTo>
                  <a:lnTo>
                    <a:pt x="1849" y="237"/>
                  </a:lnTo>
                  <a:lnTo>
                    <a:pt x="1928" y="158"/>
                  </a:lnTo>
                  <a:lnTo>
                    <a:pt x="1941" y="145"/>
                  </a:lnTo>
                  <a:lnTo>
                    <a:pt x="1941" y="19794"/>
                  </a:lnTo>
                  <a:lnTo>
                    <a:pt x="1954" y="19782"/>
                  </a:lnTo>
                  <a:cubicBezTo>
                    <a:pt x="1962" y="19774"/>
                    <a:pt x="1972" y="19769"/>
                    <a:pt x="1983" y="19769"/>
                  </a:cubicBezTo>
                  <a:lnTo>
                    <a:pt x="2026" y="19769"/>
                  </a:lnTo>
                  <a:lnTo>
                    <a:pt x="2026" y="43"/>
                  </a:lnTo>
                  <a:cubicBezTo>
                    <a:pt x="2026" y="20"/>
                    <a:pt x="2007" y="1"/>
                    <a:pt x="19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6" name="Google Shape;3506;p17"/>
            <p:cNvSpPr/>
            <p:nvPr/>
          </p:nvSpPr>
          <p:spPr>
            <a:xfrm>
              <a:off x="1437038" y="4424864"/>
              <a:ext cx="451" cy="300"/>
            </a:xfrm>
            <a:custGeom>
              <a:avLst/>
              <a:gdLst/>
              <a:ahLst/>
              <a:cxnLst/>
              <a:rect l="l" t="t" r="r" b="b"/>
              <a:pathLst>
                <a:path w="3" h="2" extrusionOk="0">
                  <a:moveTo>
                    <a:pt x="3" y="2"/>
                  </a:moveTo>
                  <a:cubicBezTo>
                    <a:pt x="2" y="2"/>
                    <a:pt x="1" y="1"/>
                    <a:pt x="1" y="1"/>
                  </a:cubicBezTo>
                  <a:cubicBezTo>
                    <a:pt x="1" y="1"/>
                    <a:pt x="2" y="2"/>
                    <a:pt x="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7" name="Google Shape;3507;p17"/>
            <p:cNvSpPr/>
            <p:nvPr/>
          </p:nvSpPr>
          <p:spPr>
            <a:xfrm>
              <a:off x="1438990" y="4425765"/>
              <a:ext cx="451" cy="150"/>
            </a:xfrm>
            <a:custGeom>
              <a:avLst/>
              <a:gdLst/>
              <a:ahLst/>
              <a:cxnLst/>
              <a:rect l="l" t="t" r="r" b="b"/>
              <a:pathLst>
                <a:path w="3" h="1" extrusionOk="0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8" name="Google Shape;3508;p17"/>
            <p:cNvSpPr/>
            <p:nvPr/>
          </p:nvSpPr>
          <p:spPr>
            <a:xfrm>
              <a:off x="1437789" y="4425164"/>
              <a:ext cx="451" cy="451"/>
            </a:xfrm>
            <a:custGeom>
              <a:avLst/>
              <a:gdLst/>
              <a:ahLst/>
              <a:cxnLst/>
              <a:rect l="l" t="t" r="r" b="b"/>
              <a:pathLst>
                <a:path w="3" h="3" extrusionOk="0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lnTo>
                    <a:pt x="3" y="2"/>
                  </a:lnTo>
                  <a:cubicBezTo>
                    <a:pt x="3" y="2"/>
                    <a:pt x="1" y="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9" name="Google Shape;3509;p17"/>
            <p:cNvSpPr/>
            <p:nvPr/>
          </p:nvSpPr>
          <p:spPr>
            <a:xfrm>
              <a:off x="1435536" y="4423662"/>
              <a:ext cx="451" cy="601"/>
            </a:xfrm>
            <a:custGeom>
              <a:avLst/>
              <a:gdLst/>
              <a:ahLst/>
              <a:cxnLst/>
              <a:rect l="l" t="t" r="r" b="b"/>
              <a:pathLst>
                <a:path w="3" h="4" extrusionOk="0">
                  <a:moveTo>
                    <a:pt x="3" y="3"/>
                  </a:moveTo>
                  <a:cubicBezTo>
                    <a:pt x="3" y="2"/>
                    <a:pt x="2" y="1"/>
                    <a:pt x="1" y="1"/>
                  </a:cubicBezTo>
                  <a:cubicBezTo>
                    <a:pt x="2" y="1"/>
                    <a:pt x="3" y="2"/>
                    <a:pt x="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0" name="Google Shape;3510;p17"/>
            <p:cNvSpPr/>
            <p:nvPr/>
          </p:nvSpPr>
          <p:spPr>
            <a:xfrm>
              <a:off x="1434484" y="4422010"/>
              <a:ext cx="601" cy="601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3" y="4"/>
                  </a:moveTo>
                  <a:cubicBezTo>
                    <a:pt x="2" y="3"/>
                    <a:pt x="2" y="2"/>
                    <a:pt x="1" y="1"/>
                  </a:cubicBezTo>
                  <a:cubicBezTo>
                    <a:pt x="2" y="2"/>
                    <a:pt x="2" y="3"/>
                    <a:pt x="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1" name="Google Shape;3511;p17"/>
            <p:cNvSpPr/>
            <p:nvPr/>
          </p:nvSpPr>
          <p:spPr>
            <a:xfrm>
              <a:off x="2978407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5" y="41"/>
                    <a:pt x="1" y="134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2" name="Google Shape;3512;p17"/>
            <p:cNvSpPr/>
            <p:nvPr/>
          </p:nvSpPr>
          <p:spPr>
            <a:xfrm>
              <a:off x="2899251" y="4385361"/>
              <a:ext cx="35598" cy="28087"/>
            </a:xfrm>
            <a:custGeom>
              <a:avLst/>
              <a:gdLst/>
              <a:ahLst/>
              <a:cxnLst/>
              <a:rect l="l" t="t" r="r" b="b"/>
              <a:pathLst>
                <a:path w="237" h="187" extrusionOk="0">
                  <a:moveTo>
                    <a:pt x="129" y="1"/>
                  </a:moveTo>
                  <a:cubicBezTo>
                    <a:pt x="115" y="1"/>
                    <a:pt x="101" y="3"/>
                    <a:pt x="86" y="9"/>
                  </a:cubicBezTo>
                  <a:cubicBezTo>
                    <a:pt x="17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6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3" name="Google Shape;3513;p17"/>
            <p:cNvSpPr/>
            <p:nvPr/>
          </p:nvSpPr>
          <p:spPr>
            <a:xfrm>
              <a:off x="2820245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1" y="3"/>
                    <a:pt x="87" y="9"/>
                  </a:cubicBezTo>
                  <a:cubicBezTo>
                    <a:pt x="16" y="41"/>
                    <a:pt x="0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4" name="Google Shape;3514;p17"/>
            <p:cNvSpPr/>
            <p:nvPr/>
          </p:nvSpPr>
          <p:spPr>
            <a:xfrm>
              <a:off x="2741239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6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5" name="Google Shape;3515;p17"/>
            <p:cNvSpPr/>
            <p:nvPr/>
          </p:nvSpPr>
          <p:spPr>
            <a:xfrm>
              <a:off x="2662233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7" y="186"/>
                  </a:cubicBezTo>
                  <a:lnTo>
                    <a:pt x="201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6" name="Google Shape;3516;p17"/>
            <p:cNvSpPr/>
            <p:nvPr/>
          </p:nvSpPr>
          <p:spPr>
            <a:xfrm>
              <a:off x="2583076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6" y="41"/>
                    <a:pt x="1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7" name="Google Shape;3517;p17"/>
            <p:cNvSpPr/>
            <p:nvPr/>
          </p:nvSpPr>
          <p:spPr>
            <a:xfrm>
              <a:off x="2504070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1" y="3"/>
                    <a:pt x="87" y="9"/>
                  </a:cubicBezTo>
                  <a:cubicBezTo>
                    <a:pt x="16" y="41"/>
                    <a:pt x="0" y="134"/>
                    <a:pt x="57" y="186"/>
                  </a:cubicBezTo>
                  <a:lnTo>
                    <a:pt x="202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8" name="Google Shape;3518;p17"/>
            <p:cNvSpPr/>
            <p:nvPr/>
          </p:nvSpPr>
          <p:spPr>
            <a:xfrm>
              <a:off x="2425064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9" name="Google Shape;3519;p17"/>
            <p:cNvSpPr/>
            <p:nvPr/>
          </p:nvSpPr>
          <p:spPr>
            <a:xfrm>
              <a:off x="2346058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6" y="186"/>
                  </a:cubicBezTo>
                  <a:lnTo>
                    <a:pt x="200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0" name="Google Shape;3520;p17"/>
            <p:cNvSpPr/>
            <p:nvPr/>
          </p:nvSpPr>
          <p:spPr>
            <a:xfrm>
              <a:off x="2266902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1" name="Google Shape;3521;p17"/>
            <p:cNvSpPr/>
            <p:nvPr/>
          </p:nvSpPr>
          <p:spPr>
            <a:xfrm>
              <a:off x="2187746" y="4385361"/>
              <a:ext cx="35598" cy="28087"/>
            </a:xfrm>
            <a:custGeom>
              <a:avLst/>
              <a:gdLst/>
              <a:ahLst/>
              <a:cxnLst/>
              <a:rect l="l" t="t" r="r" b="b"/>
              <a:pathLst>
                <a:path w="237" h="187" extrusionOk="0">
                  <a:moveTo>
                    <a:pt x="129" y="1"/>
                  </a:moveTo>
                  <a:cubicBezTo>
                    <a:pt x="116" y="1"/>
                    <a:pt x="101" y="3"/>
                    <a:pt x="88" y="9"/>
                  </a:cubicBezTo>
                  <a:cubicBezTo>
                    <a:pt x="17" y="41"/>
                    <a:pt x="1" y="133"/>
                    <a:pt x="58" y="186"/>
                  </a:cubicBezTo>
                  <a:lnTo>
                    <a:pt x="202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2" name="Google Shape;3522;p17"/>
            <p:cNvSpPr/>
            <p:nvPr/>
          </p:nvSpPr>
          <p:spPr>
            <a:xfrm>
              <a:off x="2108890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0" y="133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3" name="Google Shape;3523;p17"/>
            <p:cNvSpPr/>
            <p:nvPr/>
          </p:nvSpPr>
          <p:spPr>
            <a:xfrm>
              <a:off x="2029733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7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4" name="Google Shape;3524;p17"/>
            <p:cNvSpPr/>
            <p:nvPr/>
          </p:nvSpPr>
          <p:spPr>
            <a:xfrm>
              <a:off x="1950727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5" name="Google Shape;3525;p17"/>
            <p:cNvSpPr/>
            <p:nvPr/>
          </p:nvSpPr>
          <p:spPr>
            <a:xfrm>
              <a:off x="1871721" y="4385361"/>
              <a:ext cx="35298" cy="28087"/>
            </a:xfrm>
            <a:custGeom>
              <a:avLst/>
              <a:gdLst/>
              <a:ahLst/>
              <a:cxnLst/>
              <a:rect l="l" t="t" r="r" b="b"/>
              <a:pathLst>
                <a:path w="235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1" y="134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5" y="137"/>
                    <a:pt x="235" y="107"/>
                  </a:cubicBezTo>
                  <a:cubicBezTo>
                    <a:pt x="235" y="46"/>
                    <a:pt x="184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6" name="Google Shape;3526;p17"/>
            <p:cNvSpPr/>
            <p:nvPr/>
          </p:nvSpPr>
          <p:spPr>
            <a:xfrm>
              <a:off x="1792715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0" y="133"/>
                    <a:pt x="56" y="186"/>
                  </a:cubicBezTo>
                  <a:lnTo>
                    <a:pt x="200" y="186"/>
                  </a:lnTo>
                  <a:cubicBezTo>
                    <a:pt x="222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7" name="Google Shape;3527;p17"/>
            <p:cNvSpPr/>
            <p:nvPr/>
          </p:nvSpPr>
          <p:spPr>
            <a:xfrm>
              <a:off x="1713559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6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8" name="Google Shape;3528;p17"/>
            <p:cNvSpPr/>
            <p:nvPr/>
          </p:nvSpPr>
          <p:spPr>
            <a:xfrm>
              <a:off x="1634403" y="4385361"/>
              <a:ext cx="35598" cy="28087"/>
            </a:xfrm>
            <a:custGeom>
              <a:avLst/>
              <a:gdLst/>
              <a:ahLst/>
              <a:cxnLst/>
              <a:rect l="l" t="t" r="r" b="b"/>
              <a:pathLst>
                <a:path w="237" h="187" extrusionOk="0">
                  <a:moveTo>
                    <a:pt x="130" y="1"/>
                  </a:moveTo>
                  <a:cubicBezTo>
                    <a:pt x="116" y="1"/>
                    <a:pt x="101" y="3"/>
                    <a:pt x="88" y="9"/>
                  </a:cubicBezTo>
                  <a:cubicBezTo>
                    <a:pt x="17" y="41"/>
                    <a:pt x="1" y="133"/>
                    <a:pt x="58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6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9" name="Google Shape;3529;p17"/>
            <p:cNvSpPr/>
            <p:nvPr/>
          </p:nvSpPr>
          <p:spPr>
            <a:xfrm>
              <a:off x="1555547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5" y="137"/>
                    <a:pt x="235" y="107"/>
                  </a:cubicBezTo>
                  <a:cubicBezTo>
                    <a:pt x="235" y="46"/>
                    <a:pt x="184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0" name="Google Shape;3530;p17"/>
            <p:cNvSpPr/>
            <p:nvPr/>
          </p:nvSpPr>
          <p:spPr>
            <a:xfrm>
              <a:off x="1476390" y="4385361"/>
              <a:ext cx="35598" cy="28087"/>
            </a:xfrm>
            <a:custGeom>
              <a:avLst/>
              <a:gdLst/>
              <a:ahLst/>
              <a:cxnLst/>
              <a:rect l="l" t="t" r="r" b="b"/>
              <a:pathLst>
                <a:path w="237" h="187" extrusionOk="0">
                  <a:moveTo>
                    <a:pt x="129" y="1"/>
                  </a:moveTo>
                  <a:cubicBezTo>
                    <a:pt x="115" y="1"/>
                    <a:pt x="101" y="3"/>
                    <a:pt x="86" y="9"/>
                  </a:cubicBezTo>
                  <a:cubicBezTo>
                    <a:pt x="16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6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1" name="Google Shape;3531;p17"/>
            <p:cNvSpPr/>
            <p:nvPr/>
          </p:nvSpPr>
          <p:spPr>
            <a:xfrm>
              <a:off x="2976455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7" y="1"/>
                    <a:pt x="0" y="116"/>
                    <a:pt x="66" y="182"/>
                  </a:cubicBezTo>
                  <a:cubicBezTo>
                    <a:pt x="88" y="204"/>
                    <a:pt x="115" y="214"/>
                    <a:pt x="142" y="214"/>
                  </a:cubicBezTo>
                  <a:cubicBezTo>
                    <a:pt x="196" y="214"/>
                    <a:pt x="249" y="171"/>
                    <a:pt x="249" y="107"/>
                  </a:cubicBezTo>
                  <a:cubicBezTo>
                    <a:pt x="249" y="48"/>
                    <a:pt x="200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2" name="Google Shape;3532;p17"/>
            <p:cNvSpPr/>
            <p:nvPr/>
          </p:nvSpPr>
          <p:spPr>
            <a:xfrm>
              <a:off x="2897298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48" y="1"/>
                    <a:pt x="0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3" name="Google Shape;3533;p17"/>
            <p:cNvSpPr/>
            <p:nvPr/>
          </p:nvSpPr>
          <p:spPr>
            <a:xfrm>
              <a:off x="2818142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7" y="214"/>
                    <a:pt x="143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4" name="Google Shape;3534;p17"/>
            <p:cNvSpPr/>
            <p:nvPr/>
          </p:nvSpPr>
          <p:spPr>
            <a:xfrm>
              <a:off x="2739136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1"/>
                  </a:moveTo>
                  <a:cubicBezTo>
                    <a:pt x="49" y="1"/>
                    <a:pt x="0" y="116"/>
                    <a:pt x="68" y="182"/>
                  </a:cubicBezTo>
                  <a:cubicBezTo>
                    <a:pt x="90" y="204"/>
                    <a:pt x="116" y="214"/>
                    <a:pt x="143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5" name="Google Shape;3535;p17"/>
            <p:cNvSpPr/>
            <p:nvPr/>
          </p:nvSpPr>
          <p:spPr>
            <a:xfrm>
              <a:off x="2660130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6" name="Google Shape;3536;p17"/>
            <p:cNvSpPr/>
            <p:nvPr/>
          </p:nvSpPr>
          <p:spPr>
            <a:xfrm>
              <a:off x="2581124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7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7" name="Google Shape;3537;p17"/>
            <p:cNvSpPr/>
            <p:nvPr/>
          </p:nvSpPr>
          <p:spPr>
            <a:xfrm>
              <a:off x="2501968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8" name="Google Shape;3538;p17"/>
            <p:cNvSpPr/>
            <p:nvPr/>
          </p:nvSpPr>
          <p:spPr>
            <a:xfrm>
              <a:off x="2422961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3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9" name="Google Shape;3539;p17"/>
            <p:cNvSpPr/>
            <p:nvPr/>
          </p:nvSpPr>
          <p:spPr>
            <a:xfrm>
              <a:off x="2343955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0" name="Google Shape;3540;p17"/>
            <p:cNvSpPr/>
            <p:nvPr/>
          </p:nvSpPr>
          <p:spPr>
            <a:xfrm>
              <a:off x="2264799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7" y="214"/>
                    <a:pt x="143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1" name="Google Shape;3541;p17"/>
            <p:cNvSpPr/>
            <p:nvPr/>
          </p:nvSpPr>
          <p:spPr>
            <a:xfrm>
              <a:off x="2185793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2" name="Google Shape;3542;p17"/>
            <p:cNvSpPr/>
            <p:nvPr/>
          </p:nvSpPr>
          <p:spPr>
            <a:xfrm>
              <a:off x="2106787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3" name="Google Shape;3543;p17"/>
            <p:cNvSpPr/>
            <p:nvPr/>
          </p:nvSpPr>
          <p:spPr>
            <a:xfrm>
              <a:off x="2027781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8" y="1"/>
                    <a:pt x="0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4" name="Google Shape;3544;p17"/>
            <p:cNvSpPr/>
            <p:nvPr/>
          </p:nvSpPr>
          <p:spPr>
            <a:xfrm>
              <a:off x="1948625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6" y="214"/>
                    <a:pt x="143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5" name="Google Shape;3545;p17"/>
            <p:cNvSpPr/>
            <p:nvPr/>
          </p:nvSpPr>
          <p:spPr>
            <a:xfrm>
              <a:off x="1869618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1"/>
                  </a:moveTo>
                  <a:cubicBezTo>
                    <a:pt x="49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6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6" name="Google Shape;3546;p17"/>
            <p:cNvSpPr/>
            <p:nvPr/>
          </p:nvSpPr>
          <p:spPr>
            <a:xfrm>
              <a:off x="1790612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7" name="Google Shape;3547;p17"/>
            <p:cNvSpPr/>
            <p:nvPr/>
          </p:nvSpPr>
          <p:spPr>
            <a:xfrm>
              <a:off x="1711606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7" y="1"/>
                    <a:pt x="0" y="116"/>
                    <a:pt x="66" y="182"/>
                  </a:cubicBezTo>
                  <a:cubicBezTo>
                    <a:pt x="88" y="204"/>
                    <a:pt x="115" y="214"/>
                    <a:pt x="142" y="214"/>
                  </a:cubicBezTo>
                  <a:cubicBezTo>
                    <a:pt x="196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8" name="Google Shape;3548;p17"/>
            <p:cNvSpPr/>
            <p:nvPr/>
          </p:nvSpPr>
          <p:spPr>
            <a:xfrm>
              <a:off x="1635604" y="4306356"/>
              <a:ext cx="40104" cy="32293"/>
            </a:xfrm>
            <a:custGeom>
              <a:avLst/>
              <a:gdLst/>
              <a:ahLst/>
              <a:cxnLst/>
              <a:rect l="l" t="t" r="r" b="b"/>
              <a:pathLst>
                <a:path w="267" h="215" extrusionOk="0">
                  <a:moveTo>
                    <a:pt x="124" y="0"/>
                  </a:moveTo>
                  <a:cubicBezTo>
                    <a:pt x="116" y="0"/>
                    <a:pt x="107" y="1"/>
                    <a:pt x="99" y="3"/>
                  </a:cubicBezTo>
                  <a:cubicBezTo>
                    <a:pt x="58" y="12"/>
                    <a:pt x="28" y="44"/>
                    <a:pt x="18" y="83"/>
                  </a:cubicBezTo>
                  <a:cubicBezTo>
                    <a:pt x="1" y="157"/>
                    <a:pt x="61" y="215"/>
                    <a:pt x="124" y="215"/>
                  </a:cubicBezTo>
                  <a:cubicBezTo>
                    <a:pt x="150" y="215"/>
                    <a:pt x="176" y="205"/>
                    <a:pt x="198" y="183"/>
                  </a:cubicBezTo>
                  <a:cubicBezTo>
                    <a:pt x="267" y="113"/>
                    <a:pt x="213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9" name="Google Shape;3549;p17"/>
            <p:cNvSpPr/>
            <p:nvPr/>
          </p:nvSpPr>
          <p:spPr>
            <a:xfrm>
              <a:off x="1558701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0" name="Google Shape;3550;p17"/>
            <p:cNvSpPr/>
            <p:nvPr/>
          </p:nvSpPr>
          <p:spPr>
            <a:xfrm>
              <a:off x="2976455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7" y="0"/>
                    <a:pt x="0" y="115"/>
                    <a:pt x="66" y="182"/>
                  </a:cubicBezTo>
                  <a:cubicBezTo>
                    <a:pt x="88" y="203"/>
                    <a:pt x="115" y="213"/>
                    <a:pt x="142" y="213"/>
                  </a:cubicBezTo>
                  <a:cubicBezTo>
                    <a:pt x="196" y="213"/>
                    <a:pt x="249" y="171"/>
                    <a:pt x="249" y="106"/>
                  </a:cubicBezTo>
                  <a:cubicBezTo>
                    <a:pt x="249" y="48"/>
                    <a:pt x="200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1" name="Google Shape;3551;p17"/>
            <p:cNvSpPr/>
            <p:nvPr/>
          </p:nvSpPr>
          <p:spPr>
            <a:xfrm>
              <a:off x="2897298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0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2" name="Google Shape;3552;p17"/>
            <p:cNvSpPr/>
            <p:nvPr/>
          </p:nvSpPr>
          <p:spPr>
            <a:xfrm>
              <a:off x="2818142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7" y="213"/>
                    <a:pt x="143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3" name="Google Shape;3553;p17"/>
            <p:cNvSpPr/>
            <p:nvPr/>
          </p:nvSpPr>
          <p:spPr>
            <a:xfrm>
              <a:off x="2739136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0"/>
                  </a:moveTo>
                  <a:cubicBezTo>
                    <a:pt x="49" y="0"/>
                    <a:pt x="0" y="115"/>
                    <a:pt x="68" y="182"/>
                  </a:cubicBezTo>
                  <a:cubicBezTo>
                    <a:pt x="90" y="203"/>
                    <a:pt x="116" y="213"/>
                    <a:pt x="143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4" name="Google Shape;3554;p17"/>
            <p:cNvSpPr/>
            <p:nvPr/>
          </p:nvSpPr>
          <p:spPr>
            <a:xfrm>
              <a:off x="2660130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5" name="Google Shape;3555;p17"/>
            <p:cNvSpPr/>
            <p:nvPr/>
          </p:nvSpPr>
          <p:spPr>
            <a:xfrm>
              <a:off x="2581124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7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6" name="Google Shape;3556;p17"/>
            <p:cNvSpPr/>
            <p:nvPr/>
          </p:nvSpPr>
          <p:spPr>
            <a:xfrm>
              <a:off x="2501968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7" name="Google Shape;3557;p17"/>
            <p:cNvSpPr/>
            <p:nvPr/>
          </p:nvSpPr>
          <p:spPr>
            <a:xfrm>
              <a:off x="2422961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3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1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8" name="Google Shape;3558;p17"/>
            <p:cNvSpPr/>
            <p:nvPr/>
          </p:nvSpPr>
          <p:spPr>
            <a:xfrm>
              <a:off x="2343955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9" name="Google Shape;3559;p17"/>
            <p:cNvSpPr/>
            <p:nvPr/>
          </p:nvSpPr>
          <p:spPr>
            <a:xfrm>
              <a:off x="2264799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7" y="213"/>
                    <a:pt x="143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60" name="Google Shape;3560;p17"/>
            <p:cNvSpPr/>
            <p:nvPr/>
          </p:nvSpPr>
          <p:spPr>
            <a:xfrm>
              <a:off x="2185793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61" name="Google Shape;3561;p17"/>
            <p:cNvSpPr/>
            <p:nvPr/>
          </p:nvSpPr>
          <p:spPr>
            <a:xfrm>
              <a:off x="2106787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1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62" name="Google Shape;3562;p17"/>
            <p:cNvSpPr/>
            <p:nvPr/>
          </p:nvSpPr>
          <p:spPr>
            <a:xfrm>
              <a:off x="2027781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8" y="0"/>
                    <a:pt x="0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63" name="Google Shape;3563;p17"/>
            <p:cNvSpPr/>
            <p:nvPr/>
          </p:nvSpPr>
          <p:spPr>
            <a:xfrm>
              <a:off x="1948625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3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64" name="Google Shape;3564;p17"/>
            <p:cNvSpPr/>
            <p:nvPr/>
          </p:nvSpPr>
          <p:spPr>
            <a:xfrm>
              <a:off x="1869618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0"/>
                  </a:moveTo>
                  <a:cubicBezTo>
                    <a:pt x="49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6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65" name="Google Shape;3565;p17"/>
            <p:cNvSpPr/>
            <p:nvPr/>
          </p:nvSpPr>
          <p:spPr>
            <a:xfrm>
              <a:off x="1790612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66" name="Google Shape;3566;p17"/>
            <p:cNvSpPr/>
            <p:nvPr/>
          </p:nvSpPr>
          <p:spPr>
            <a:xfrm>
              <a:off x="1714761" y="4227200"/>
              <a:ext cx="40104" cy="32443"/>
            </a:xfrm>
            <a:custGeom>
              <a:avLst/>
              <a:gdLst/>
              <a:ahLst/>
              <a:cxnLst/>
              <a:rect l="l" t="t" r="r" b="b"/>
              <a:pathLst>
                <a:path w="267" h="216" extrusionOk="0">
                  <a:moveTo>
                    <a:pt x="122" y="1"/>
                  </a:moveTo>
                  <a:cubicBezTo>
                    <a:pt x="114" y="1"/>
                    <a:pt x="106" y="2"/>
                    <a:pt x="97" y="4"/>
                  </a:cubicBezTo>
                  <a:cubicBezTo>
                    <a:pt x="58" y="13"/>
                    <a:pt x="26" y="44"/>
                    <a:pt x="17" y="84"/>
                  </a:cubicBezTo>
                  <a:cubicBezTo>
                    <a:pt x="1" y="158"/>
                    <a:pt x="60" y="215"/>
                    <a:pt x="123" y="215"/>
                  </a:cubicBezTo>
                  <a:cubicBezTo>
                    <a:pt x="149" y="215"/>
                    <a:pt x="175" y="206"/>
                    <a:pt x="197" y="184"/>
                  </a:cubicBezTo>
                  <a:cubicBezTo>
                    <a:pt x="266" y="113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67" name="Google Shape;3567;p17"/>
            <p:cNvSpPr/>
            <p:nvPr/>
          </p:nvSpPr>
          <p:spPr>
            <a:xfrm>
              <a:off x="1637857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68" name="Google Shape;3568;p17"/>
            <p:cNvSpPr/>
            <p:nvPr/>
          </p:nvSpPr>
          <p:spPr>
            <a:xfrm>
              <a:off x="2977656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3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1" y="140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69" name="Google Shape;3569;p17"/>
            <p:cNvSpPr/>
            <p:nvPr/>
          </p:nvSpPr>
          <p:spPr>
            <a:xfrm>
              <a:off x="2898650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70" name="Google Shape;3570;p17"/>
            <p:cNvSpPr/>
            <p:nvPr/>
          </p:nvSpPr>
          <p:spPr>
            <a:xfrm>
              <a:off x="2819644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71" name="Google Shape;3571;p17"/>
            <p:cNvSpPr/>
            <p:nvPr/>
          </p:nvSpPr>
          <p:spPr>
            <a:xfrm>
              <a:off x="2740488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5" y="1"/>
                    <a:pt x="58" y="20"/>
                    <a:pt x="37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7" y="215"/>
                    <a:pt x="181" y="207"/>
                    <a:pt x="202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72" name="Google Shape;3572;p17"/>
            <p:cNvSpPr/>
            <p:nvPr/>
          </p:nvSpPr>
          <p:spPr>
            <a:xfrm>
              <a:off x="2661482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73" name="Google Shape;3573;p17"/>
            <p:cNvSpPr/>
            <p:nvPr/>
          </p:nvSpPr>
          <p:spPr>
            <a:xfrm>
              <a:off x="2582476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1" y="139"/>
                    <a:pt x="63" y="215"/>
                    <a:pt x="134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74" name="Google Shape;3574;p17"/>
            <p:cNvSpPr/>
            <p:nvPr/>
          </p:nvSpPr>
          <p:spPr>
            <a:xfrm>
              <a:off x="2503470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1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40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39" y="139"/>
                    <a:pt x="239" y="108"/>
                  </a:cubicBezTo>
                  <a:cubicBezTo>
                    <a:pt x="239" y="40"/>
                    <a:pt x="18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75" name="Google Shape;3575;p17"/>
            <p:cNvSpPr/>
            <p:nvPr/>
          </p:nvSpPr>
          <p:spPr>
            <a:xfrm>
              <a:off x="2424313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3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0" y="139"/>
                    <a:pt x="64" y="215"/>
                    <a:pt x="135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76" name="Google Shape;3576;p17"/>
            <p:cNvSpPr/>
            <p:nvPr/>
          </p:nvSpPr>
          <p:spPr>
            <a:xfrm>
              <a:off x="2345307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40"/>
                    <a:pt x="63" y="215"/>
                    <a:pt x="134" y="215"/>
                  </a:cubicBezTo>
                  <a:cubicBezTo>
                    <a:pt x="156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77" name="Google Shape;3577;p17"/>
            <p:cNvSpPr/>
            <p:nvPr/>
          </p:nvSpPr>
          <p:spPr>
            <a:xfrm>
              <a:off x="2266301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78" name="Google Shape;3578;p17"/>
            <p:cNvSpPr/>
            <p:nvPr/>
          </p:nvSpPr>
          <p:spPr>
            <a:xfrm>
              <a:off x="2187145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8" y="215"/>
                    <a:pt x="181" y="207"/>
                    <a:pt x="202" y="190"/>
                  </a:cubicBezTo>
                  <a:cubicBezTo>
                    <a:pt x="227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79" name="Google Shape;3579;p17"/>
            <p:cNvSpPr/>
            <p:nvPr/>
          </p:nvSpPr>
          <p:spPr>
            <a:xfrm>
              <a:off x="2108139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0" y="139"/>
                    <a:pt x="63" y="215"/>
                    <a:pt x="135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80" name="Google Shape;3580;p17"/>
            <p:cNvSpPr/>
            <p:nvPr/>
          </p:nvSpPr>
          <p:spPr>
            <a:xfrm>
              <a:off x="2029133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1" y="139"/>
                    <a:pt x="63" y="215"/>
                    <a:pt x="134" y="215"/>
                  </a:cubicBezTo>
                  <a:cubicBezTo>
                    <a:pt x="156" y="215"/>
                    <a:pt x="180" y="207"/>
                    <a:pt x="201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81" name="Google Shape;3581;p17"/>
            <p:cNvSpPr/>
            <p:nvPr/>
          </p:nvSpPr>
          <p:spPr>
            <a:xfrm>
              <a:off x="1950127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1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3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39" y="139"/>
                    <a:pt x="239" y="108"/>
                  </a:cubicBezTo>
                  <a:cubicBezTo>
                    <a:pt x="239" y="40"/>
                    <a:pt x="18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82" name="Google Shape;3582;p17"/>
            <p:cNvSpPr/>
            <p:nvPr/>
          </p:nvSpPr>
          <p:spPr>
            <a:xfrm>
              <a:off x="1870970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4" y="215"/>
                    <a:pt x="135" y="215"/>
                  </a:cubicBezTo>
                  <a:cubicBezTo>
                    <a:pt x="157" y="215"/>
                    <a:pt x="180" y="207"/>
                    <a:pt x="202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83" name="Google Shape;3583;p17"/>
            <p:cNvSpPr/>
            <p:nvPr/>
          </p:nvSpPr>
          <p:spPr>
            <a:xfrm>
              <a:off x="1791964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84" name="Google Shape;3584;p17"/>
            <p:cNvSpPr/>
            <p:nvPr/>
          </p:nvSpPr>
          <p:spPr>
            <a:xfrm>
              <a:off x="1717014" y="414819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85" name="Google Shape;3585;p17"/>
            <p:cNvSpPr/>
            <p:nvPr/>
          </p:nvSpPr>
          <p:spPr>
            <a:xfrm>
              <a:off x="3610907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99" y="3"/>
                    <a:pt x="86" y="9"/>
                  </a:cubicBezTo>
                  <a:cubicBezTo>
                    <a:pt x="15" y="41"/>
                    <a:pt x="0" y="133"/>
                    <a:pt x="56" y="186"/>
                  </a:cubicBezTo>
                  <a:lnTo>
                    <a:pt x="200" y="186"/>
                  </a:lnTo>
                  <a:cubicBezTo>
                    <a:pt x="222" y="166"/>
                    <a:pt x="235" y="137"/>
                    <a:pt x="235" y="107"/>
                  </a:cubicBezTo>
                  <a:cubicBezTo>
                    <a:pt x="235" y="46"/>
                    <a:pt x="184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86" name="Google Shape;3586;p17"/>
            <p:cNvSpPr/>
            <p:nvPr/>
          </p:nvSpPr>
          <p:spPr>
            <a:xfrm>
              <a:off x="3531750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7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87" name="Google Shape;3587;p17"/>
            <p:cNvSpPr/>
            <p:nvPr/>
          </p:nvSpPr>
          <p:spPr>
            <a:xfrm>
              <a:off x="3452594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7" y="41"/>
                    <a:pt x="1" y="133"/>
                    <a:pt x="58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88" name="Google Shape;3588;p17"/>
            <p:cNvSpPr/>
            <p:nvPr/>
          </p:nvSpPr>
          <p:spPr>
            <a:xfrm>
              <a:off x="3373588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1" y="3"/>
                    <a:pt x="87" y="9"/>
                  </a:cubicBezTo>
                  <a:cubicBezTo>
                    <a:pt x="16" y="41"/>
                    <a:pt x="0" y="133"/>
                    <a:pt x="58" y="186"/>
                  </a:cubicBezTo>
                  <a:lnTo>
                    <a:pt x="202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89" name="Google Shape;3589;p17"/>
            <p:cNvSpPr/>
            <p:nvPr/>
          </p:nvSpPr>
          <p:spPr>
            <a:xfrm>
              <a:off x="3294582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5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90" name="Google Shape;3590;p17"/>
            <p:cNvSpPr/>
            <p:nvPr/>
          </p:nvSpPr>
          <p:spPr>
            <a:xfrm>
              <a:off x="3215576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6" y="186"/>
                  </a:cubicBezTo>
                  <a:lnTo>
                    <a:pt x="200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91" name="Google Shape;3591;p17"/>
            <p:cNvSpPr/>
            <p:nvPr/>
          </p:nvSpPr>
          <p:spPr>
            <a:xfrm>
              <a:off x="3136419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6" y="41"/>
                    <a:pt x="1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92" name="Google Shape;3592;p17"/>
            <p:cNvSpPr/>
            <p:nvPr/>
          </p:nvSpPr>
          <p:spPr>
            <a:xfrm>
              <a:off x="3057564" y="4385361"/>
              <a:ext cx="35298" cy="28087"/>
            </a:xfrm>
            <a:custGeom>
              <a:avLst/>
              <a:gdLst/>
              <a:ahLst/>
              <a:cxnLst/>
              <a:rect l="l" t="t" r="r" b="b"/>
              <a:pathLst>
                <a:path w="235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0" y="134"/>
                    <a:pt x="56" y="186"/>
                  </a:cubicBezTo>
                  <a:lnTo>
                    <a:pt x="200" y="186"/>
                  </a:lnTo>
                  <a:cubicBezTo>
                    <a:pt x="222" y="166"/>
                    <a:pt x="234" y="137"/>
                    <a:pt x="234" y="107"/>
                  </a:cubicBezTo>
                  <a:cubicBezTo>
                    <a:pt x="234" y="46"/>
                    <a:pt x="184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93" name="Google Shape;3593;p17"/>
            <p:cNvSpPr/>
            <p:nvPr/>
          </p:nvSpPr>
          <p:spPr>
            <a:xfrm>
              <a:off x="3687660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7" y="214"/>
                    <a:pt x="143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94" name="Google Shape;3594;p17"/>
            <p:cNvSpPr/>
            <p:nvPr/>
          </p:nvSpPr>
          <p:spPr>
            <a:xfrm>
              <a:off x="3608654" y="4306356"/>
              <a:ext cx="37701" cy="32143"/>
            </a:xfrm>
            <a:custGeom>
              <a:avLst/>
              <a:gdLst/>
              <a:ahLst/>
              <a:cxnLst/>
              <a:rect l="l" t="t" r="r" b="b"/>
              <a:pathLst>
                <a:path w="251" h="214" extrusionOk="0">
                  <a:moveTo>
                    <a:pt x="143" y="1"/>
                  </a:moveTo>
                  <a:cubicBezTo>
                    <a:pt x="49" y="1"/>
                    <a:pt x="0" y="116"/>
                    <a:pt x="68" y="182"/>
                  </a:cubicBezTo>
                  <a:cubicBezTo>
                    <a:pt x="90" y="204"/>
                    <a:pt x="117" y="214"/>
                    <a:pt x="143" y="214"/>
                  </a:cubicBezTo>
                  <a:cubicBezTo>
                    <a:pt x="198" y="214"/>
                    <a:pt x="250" y="171"/>
                    <a:pt x="250" y="107"/>
                  </a:cubicBezTo>
                  <a:cubicBezTo>
                    <a:pt x="250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95" name="Google Shape;3595;p17"/>
            <p:cNvSpPr/>
            <p:nvPr/>
          </p:nvSpPr>
          <p:spPr>
            <a:xfrm>
              <a:off x="3529647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96" name="Google Shape;3596;p17"/>
            <p:cNvSpPr/>
            <p:nvPr/>
          </p:nvSpPr>
          <p:spPr>
            <a:xfrm>
              <a:off x="3450641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8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97" name="Google Shape;3597;p17"/>
            <p:cNvSpPr/>
            <p:nvPr/>
          </p:nvSpPr>
          <p:spPr>
            <a:xfrm>
              <a:off x="3371485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6" y="214"/>
                    <a:pt x="143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98" name="Google Shape;3598;p17"/>
            <p:cNvSpPr/>
            <p:nvPr/>
          </p:nvSpPr>
          <p:spPr>
            <a:xfrm>
              <a:off x="3292629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8" y="1"/>
                    <a:pt x="0" y="116"/>
                    <a:pt x="67" y="182"/>
                  </a:cubicBezTo>
                  <a:cubicBezTo>
                    <a:pt x="89" y="204"/>
                    <a:pt x="115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99" name="Google Shape;3599;p17"/>
            <p:cNvSpPr/>
            <p:nvPr/>
          </p:nvSpPr>
          <p:spPr>
            <a:xfrm>
              <a:off x="3213473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00" name="Google Shape;3600;p17"/>
            <p:cNvSpPr/>
            <p:nvPr/>
          </p:nvSpPr>
          <p:spPr>
            <a:xfrm>
              <a:off x="3134467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1"/>
                  </a:moveTo>
                  <a:cubicBezTo>
                    <a:pt x="47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6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01" name="Google Shape;3601;p17"/>
            <p:cNvSpPr/>
            <p:nvPr/>
          </p:nvSpPr>
          <p:spPr>
            <a:xfrm>
              <a:off x="3055311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9" y="1"/>
                    <a:pt x="1" y="116"/>
                    <a:pt x="68" y="182"/>
                  </a:cubicBezTo>
                  <a:cubicBezTo>
                    <a:pt x="90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02" name="Google Shape;3602;p17"/>
            <p:cNvSpPr/>
            <p:nvPr/>
          </p:nvSpPr>
          <p:spPr>
            <a:xfrm>
              <a:off x="3766816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03" name="Google Shape;3603;p17"/>
            <p:cNvSpPr/>
            <p:nvPr/>
          </p:nvSpPr>
          <p:spPr>
            <a:xfrm>
              <a:off x="3687660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7" y="213"/>
                    <a:pt x="143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04" name="Google Shape;3604;p17"/>
            <p:cNvSpPr/>
            <p:nvPr/>
          </p:nvSpPr>
          <p:spPr>
            <a:xfrm>
              <a:off x="3608654" y="4227351"/>
              <a:ext cx="37701" cy="32143"/>
            </a:xfrm>
            <a:custGeom>
              <a:avLst/>
              <a:gdLst/>
              <a:ahLst/>
              <a:cxnLst/>
              <a:rect l="l" t="t" r="r" b="b"/>
              <a:pathLst>
                <a:path w="251" h="214" extrusionOk="0">
                  <a:moveTo>
                    <a:pt x="143" y="0"/>
                  </a:moveTo>
                  <a:cubicBezTo>
                    <a:pt x="49" y="0"/>
                    <a:pt x="0" y="115"/>
                    <a:pt x="68" y="182"/>
                  </a:cubicBezTo>
                  <a:cubicBezTo>
                    <a:pt x="90" y="203"/>
                    <a:pt x="117" y="213"/>
                    <a:pt x="143" y="213"/>
                  </a:cubicBezTo>
                  <a:cubicBezTo>
                    <a:pt x="198" y="213"/>
                    <a:pt x="250" y="171"/>
                    <a:pt x="250" y="106"/>
                  </a:cubicBezTo>
                  <a:cubicBezTo>
                    <a:pt x="250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05" name="Google Shape;3605;p17"/>
            <p:cNvSpPr/>
            <p:nvPr/>
          </p:nvSpPr>
          <p:spPr>
            <a:xfrm>
              <a:off x="3529647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1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06" name="Google Shape;3606;p17"/>
            <p:cNvSpPr/>
            <p:nvPr/>
          </p:nvSpPr>
          <p:spPr>
            <a:xfrm>
              <a:off x="3450641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8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07" name="Google Shape;3607;p17"/>
            <p:cNvSpPr/>
            <p:nvPr/>
          </p:nvSpPr>
          <p:spPr>
            <a:xfrm>
              <a:off x="3371485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3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08" name="Google Shape;3608;p17"/>
            <p:cNvSpPr/>
            <p:nvPr/>
          </p:nvSpPr>
          <p:spPr>
            <a:xfrm>
              <a:off x="3292629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8" y="0"/>
                    <a:pt x="0" y="115"/>
                    <a:pt x="67" y="182"/>
                  </a:cubicBezTo>
                  <a:cubicBezTo>
                    <a:pt x="89" y="203"/>
                    <a:pt x="115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09" name="Google Shape;3609;p17"/>
            <p:cNvSpPr/>
            <p:nvPr/>
          </p:nvSpPr>
          <p:spPr>
            <a:xfrm>
              <a:off x="3213473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10" name="Google Shape;3610;p17"/>
            <p:cNvSpPr/>
            <p:nvPr/>
          </p:nvSpPr>
          <p:spPr>
            <a:xfrm>
              <a:off x="3134467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0"/>
                  </a:moveTo>
                  <a:cubicBezTo>
                    <a:pt x="47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6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11" name="Google Shape;3611;p17"/>
            <p:cNvSpPr/>
            <p:nvPr/>
          </p:nvSpPr>
          <p:spPr>
            <a:xfrm>
              <a:off x="3055311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9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12" name="Google Shape;3612;p17"/>
            <p:cNvSpPr/>
            <p:nvPr/>
          </p:nvSpPr>
          <p:spPr>
            <a:xfrm>
              <a:off x="3847174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3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13" name="Google Shape;3613;p17"/>
            <p:cNvSpPr/>
            <p:nvPr/>
          </p:nvSpPr>
          <p:spPr>
            <a:xfrm>
              <a:off x="3768168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39"/>
                    <a:pt x="64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14" name="Google Shape;3614;p17"/>
            <p:cNvSpPr/>
            <p:nvPr/>
          </p:nvSpPr>
          <p:spPr>
            <a:xfrm>
              <a:off x="3689162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40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15" name="Google Shape;3615;p17"/>
            <p:cNvSpPr/>
            <p:nvPr/>
          </p:nvSpPr>
          <p:spPr>
            <a:xfrm>
              <a:off x="3610005" y="4148195"/>
              <a:ext cx="36349" cy="32293"/>
            </a:xfrm>
            <a:custGeom>
              <a:avLst/>
              <a:gdLst/>
              <a:ahLst/>
              <a:cxnLst/>
              <a:rect l="l" t="t" r="r" b="b"/>
              <a:pathLst>
                <a:path w="242" h="215" extrusionOk="0">
                  <a:moveTo>
                    <a:pt x="133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8" y="215"/>
                    <a:pt x="181" y="207"/>
                    <a:pt x="202" y="190"/>
                  </a:cubicBezTo>
                  <a:cubicBezTo>
                    <a:pt x="227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16" name="Google Shape;3616;p17"/>
            <p:cNvSpPr/>
            <p:nvPr/>
          </p:nvSpPr>
          <p:spPr>
            <a:xfrm>
              <a:off x="3531149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40"/>
                    <a:pt x="63" y="215"/>
                    <a:pt x="133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17" name="Google Shape;3617;p17"/>
            <p:cNvSpPr/>
            <p:nvPr/>
          </p:nvSpPr>
          <p:spPr>
            <a:xfrm>
              <a:off x="3451993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1" y="139"/>
                    <a:pt x="63" y="215"/>
                    <a:pt x="134" y="215"/>
                  </a:cubicBezTo>
                  <a:cubicBezTo>
                    <a:pt x="156" y="215"/>
                    <a:pt x="180" y="207"/>
                    <a:pt x="201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18" name="Google Shape;3618;p17"/>
            <p:cNvSpPr/>
            <p:nvPr/>
          </p:nvSpPr>
          <p:spPr>
            <a:xfrm>
              <a:off x="3372987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1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39" y="139"/>
                    <a:pt x="239" y="108"/>
                  </a:cubicBezTo>
                  <a:cubicBezTo>
                    <a:pt x="239" y="40"/>
                    <a:pt x="18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19" name="Google Shape;3619;p17"/>
            <p:cNvSpPr/>
            <p:nvPr/>
          </p:nvSpPr>
          <p:spPr>
            <a:xfrm>
              <a:off x="3293831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3" y="1"/>
                  </a:moveTo>
                  <a:cubicBezTo>
                    <a:pt x="95" y="1"/>
                    <a:pt x="58" y="20"/>
                    <a:pt x="37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7" y="215"/>
                    <a:pt x="181" y="207"/>
                    <a:pt x="202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20" name="Google Shape;3620;p17"/>
            <p:cNvSpPr/>
            <p:nvPr/>
          </p:nvSpPr>
          <p:spPr>
            <a:xfrm>
              <a:off x="3214975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1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3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39" y="139"/>
                    <a:pt x="239" y="108"/>
                  </a:cubicBezTo>
                  <a:cubicBezTo>
                    <a:pt x="239" y="40"/>
                    <a:pt x="18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21" name="Google Shape;3621;p17"/>
            <p:cNvSpPr/>
            <p:nvPr/>
          </p:nvSpPr>
          <p:spPr>
            <a:xfrm>
              <a:off x="3135819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22" name="Google Shape;3622;p17"/>
            <p:cNvSpPr/>
            <p:nvPr/>
          </p:nvSpPr>
          <p:spPr>
            <a:xfrm>
              <a:off x="3056662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40"/>
                    <a:pt x="64" y="215"/>
                    <a:pt x="135" y="215"/>
                  </a:cubicBezTo>
                  <a:cubicBezTo>
                    <a:pt x="157" y="215"/>
                    <a:pt x="181" y="207"/>
                    <a:pt x="202" y="190"/>
                  </a:cubicBezTo>
                  <a:cubicBezTo>
                    <a:pt x="227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23" name="Google Shape;3623;p17"/>
            <p:cNvSpPr/>
            <p:nvPr/>
          </p:nvSpPr>
          <p:spPr>
            <a:xfrm>
              <a:off x="1434034" y="4121760"/>
              <a:ext cx="2520999" cy="304305"/>
            </a:xfrm>
            <a:custGeom>
              <a:avLst/>
              <a:gdLst/>
              <a:ahLst/>
              <a:cxnLst/>
              <a:rect l="l" t="t" r="r" b="b"/>
              <a:pathLst>
                <a:path w="16784" h="2026" extrusionOk="0">
                  <a:moveTo>
                    <a:pt x="16637" y="85"/>
                  </a:moveTo>
                  <a:lnTo>
                    <a:pt x="16355" y="366"/>
                  </a:lnTo>
                  <a:lnTo>
                    <a:pt x="14780" y="1941"/>
                  </a:lnTo>
                  <a:lnTo>
                    <a:pt x="145" y="1941"/>
                  </a:lnTo>
                  <a:lnTo>
                    <a:pt x="366" y="1719"/>
                  </a:lnTo>
                  <a:lnTo>
                    <a:pt x="2001" y="85"/>
                  </a:lnTo>
                  <a:close/>
                  <a:moveTo>
                    <a:pt x="1983" y="0"/>
                  </a:moveTo>
                  <a:cubicBezTo>
                    <a:pt x="1972" y="0"/>
                    <a:pt x="1962" y="5"/>
                    <a:pt x="1954" y="13"/>
                  </a:cubicBezTo>
                  <a:lnTo>
                    <a:pt x="1941" y="25"/>
                  </a:lnTo>
                  <a:lnTo>
                    <a:pt x="1040" y="926"/>
                  </a:lnTo>
                  <a:lnTo>
                    <a:pt x="13" y="1953"/>
                  </a:lnTo>
                  <a:cubicBezTo>
                    <a:pt x="5" y="1961"/>
                    <a:pt x="1" y="1973"/>
                    <a:pt x="1" y="1985"/>
                  </a:cubicBezTo>
                  <a:cubicBezTo>
                    <a:pt x="1" y="1986"/>
                    <a:pt x="1" y="1987"/>
                    <a:pt x="1" y="1988"/>
                  </a:cubicBezTo>
                  <a:cubicBezTo>
                    <a:pt x="2" y="1989"/>
                    <a:pt x="2" y="1991"/>
                    <a:pt x="2" y="1992"/>
                  </a:cubicBezTo>
                  <a:cubicBezTo>
                    <a:pt x="2" y="1992"/>
                    <a:pt x="2" y="1993"/>
                    <a:pt x="3" y="1994"/>
                  </a:cubicBezTo>
                  <a:cubicBezTo>
                    <a:pt x="3" y="1995"/>
                    <a:pt x="3" y="1996"/>
                    <a:pt x="3" y="1997"/>
                  </a:cubicBezTo>
                  <a:cubicBezTo>
                    <a:pt x="4" y="1997"/>
                    <a:pt x="4" y="1998"/>
                    <a:pt x="4" y="2000"/>
                  </a:cubicBezTo>
                  <a:cubicBezTo>
                    <a:pt x="5" y="2001"/>
                    <a:pt x="5" y="2002"/>
                    <a:pt x="6" y="2003"/>
                  </a:cubicBezTo>
                  <a:cubicBezTo>
                    <a:pt x="6" y="2004"/>
                    <a:pt x="7" y="2005"/>
                    <a:pt x="7" y="2005"/>
                  </a:cubicBezTo>
                  <a:cubicBezTo>
                    <a:pt x="7" y="2006"/>
                    <a:pt x="8" y="2007"/>
                    <a:pt x="10" y="2009"/>
                  </a:cubicBezTo>
                  <a:cubicBezTo>
                    <a:pt x="10" y="2009"/>
                    <a:pt x="11" y="2010"/>
                    <a:pt x="11" y="2011"/>
                  </a:cubicBezTo>
                  <a:cubicBezTo>
                    <a:pt x="12" y="2011"/>
                    <a:pt x="13" y="2012"/>
                    <a:pt x="13" y="2013"/>
                  </a:cubicBezTo>
                  <a:cubicBezTo>
                    <a:pt x="14" y="2013"/>
                    <a:pt x="14" y="2014"/>
                    <a:pt x="15" y="2015"/>
                  </a:cubicBezTo>
                  <a:cubicBezTo>
                    <a:pt x="16" y="2015"/>
                    <a:pt x="17" y="2016"/>
                    <a:pt x="17" y="2016"/>
                  </a:cubicBezTo>
                  <a:cubicBezTo>
                    <a:pt x="19" y="2018"/>
                    <a:pt x="20" y="2018"/>
                    <a:pt x="21" y="2019"/>
                  </a:cubicBezTo>
                  <a:cubicBezTo>
                    <a:pt x="21" y="2019"/>
                    <a:pt x="22" y="2020"/>
                    <a:pt x="23" y="2020"/>
                  </a:cubicBezTo>
                  <a:cubicBezTo>
                    <a:pt x="24" y="2020"/>
                    <a:pt x="25" y="2021"/>
                    <a:pt x="25" y="2021"/>
                  </a:cubicBezTo>
                  <a:cubicBezTo>
                    <a:pt x="26" y="2022"/>
                    <a:pt x="28" y="2022"/>
                    <a:pt x="28" y="2022"/>
                  </a:cubicBezTo>
                  <a:cubicBezTo>
                    <a:pt x="30" y="2023"/>
                    <a:pt x="32" y="2023"/>
                    <a:pt x="33" y="2024"/>
                  </a:cubicBezTo>
                  <a:lnTo>
                    <a:pt x="35" y="2024"/>
                  </a:lnTo>
                  <a:cubicBezTo>
                    <a:pt x="38" y="2024"/>
                    <a:pt x="40" y="2025"/>
                    <a:pt x="43" y="2025"/>
                  </a:cubicBezTo>
                  <a:lnTo>
                    <a:pt x="14797" y="2025"/>
                  </a:lnTo>
                  <a:cubicBezTo>
                    <a:pt x="14808" y="2025"/>
                    <a:pt x="14819" y="2021"/>
                    <a:pt x="14827" y="2013"/>
                  </a:cubicBezTo>
                  <a:lnTo>
                    <a:pt x="16474" y="366"/>
                  </a:lnTo>
                  <a:lnTo>
                    <a:pt x="16768" y="72"/>
                  </a:lnTo>
                  <a:cubicBezTo>
                    <a:pt x="16769" y="70"/>
                    <a:pt x="16770" y="69"/>
                    <a:pt x="16773" y="67"/>
                  </a:cubicBezTo>
                  <a:cubicBezTo>
                    <a:pt x="16773" y="65"/>
                    <a:pt x="16773" y="65"/>
                    <a:pt x="16774" y="64"/>
                  </a:cubicBezTo>
                  <a:cubicBezTo>
                    <a:pt x="16775" y="63"/>
                    <a:pt x="16775" y="62"/>
                    <a:pt x="16776" y="60"/>
                  </a:cubicBezTo>
                  <a:cubicBezTo>
                    <a:pt x="16776" y="60"/>
                    <a:pt x="16777" y="59"/>
                    <a:pt x="16777" y="58"/>
                  </a:cubicBezTo>
                  <a:cubicBezTo>
                    <a:pt x="16778" y="55"/>
                    <a:pt x="16778" y="54"/>
                    <a:pt x="16778" y="52"/>
                  </a:cubicBezTo>
                  <a:cubicBezTo>
                    <a:pt x="16779" y="52"/>
                    <a:pt x="16779" y="51"/>
                    <a:pt x="16779" y="51"/>
                  </a:cubicBezTo>
                  <a:cubicBezTo>
                    <a:pt x="16784" y="25"/>
                    <a:pt x="16765" y="0"/>
                    <a:pt x="16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624" name="Google Shape;3624;p17"/>
          <p:cNvGrpSpPr/>
          <p:nvPr/>
        </p:nvGrpSpPr>
        <p:grpSpPr>
          <a:xfrm>
            <a:off x="5040234" y="1152447"/>
            <a:ext cx="2562605" cy="3315825"/>
            <a:chOff x="5040234" y="1152447"/>
            <a:chExt cx="2562605" cy="3315825"/>
          </a:xfrm>
        </p:grpSpPr>
        <p:sp>
          <p:nvSpPr>
            <p:cNvPr id="3625" name="Google Shape;3625;p17"/>
            <p:cNvSpPr/>
            <p:nvPr/>
          </p:nvSpPr>
          <p:spPr>
            <a:xfrm>
              <a:off x="5386749" y="4134376"/>
              <a:ext cx="2152402" cy="42356"/>
            </a:xfrm>
            <a:custGeom>
              <a:avLst/>
              <a:gdLst/>
              <a:ahLst/>
              <a:cxnLst/>
              <a:rect l="l" t="t" r="r" b="b"/>
              <a:pathLst>
                <a:path w="14330" h="282" extrusionOk="0">
                  <a:moveTo>
                    <a:pt x="0" y="1"/>
                  </a:moveTo>
                  <a:lnTo>
                    <a:pt x="0" y="282"/>
                  </a:lnTo>
                  <a:lnTo>
                    <a:pt x="142" y="282"/>
                  </a:lnTo>
                  <a:cubicBezTo>
                    <a:pt x="64" y="219"/>
                    <a:pt x="109" y="93"/>
                    <a:pt x="209" y="93"/>
                  </a:cubicBezTo>
                  <a:cubicBezTo>
                    <a:pt x="310" y="93"/>
                    <a:pt x="355" y="219"/>
                    <a:pt x="277" y="282"/>
                  </a:cubicBezTo>
                  <a:lnTo>
                    <a:pt x="669" y="282"/>
                  </a:lnTo>
                  <a:cubicBezTo>
                    <a:pt x="591" y="219"/>
                    <a:pt x="636" y="93"/>
                    <a:pt x="736" y="93"/>
                  </a:cubicBezTo>
                  <a:cubicBezTo>
                    <a:pt x="836" y="93"/>
                    <a:pt x="880" y="219"/>
                    <a:pt x="804" y="282"/>
                  </a:cubicBezTo>
                  <a:lnTo>
                    <a:pt x="1195" y="282"/>
                  </a:lnTo>
                  <a:cubicBezTo>
                    <a:pt x="1117" y="219"/>
                    <a:pt x="1162" y="93"/>
                    <a:pt x="1263" y="93"/>
                  </a:cubicBezTo>
                  <a:cubicBezTo>
                    <a:pt x="1362" y="93"/>
                    <a:pt x="1407" y="219"/>
                    <a:pt x="1329" y="282"/>
                  </a:cubicBezTo>
                  <a:lnTo>
                    <a:pt x="1721" y="282"/>
                  </a:lnTo>
                  <a:cubicBezTo>
                    <a:pt x="1644" y="219"/>
                    <a:pt x="1688" y="93"/>
                    <a:pt x="1788" y="93"/>
                  </a:cubicBezTo>
                  <a:cubicBezTo>
                    <a:pt x="1888" y="93"/>
                    <a:pt x="1933" y="219"/>
                    <a:pt x="1856" y="282"/>
                  </a:cubicBezTo>
                  <a:lnTo>
                    <a:pt x="2247" y="282"/>
                  </a:lnTo>
                  <a:cubicBezTo>
                    <a:pt x="2170" y="219"/>
                    <a:pt x="2215" y="93"/>
                    <a:pt x="2315" y="93"/>
                  </a:cubicBezTo>
                  <a:cubicBezTo>
                    <a:pt x="2415" y="93"/>
                    <a:pt x="2460" y="219"/>
                    <a:pt x="2382" y="282"/>
                  </a:cubicBezTo>
                  <a:lnTo>
                    <a:pt x="2774" y="282"/>
                  </a:lnTo>
                  <a:cubicBezTo>
                    <a:pt x="2696" y="219"/>
                    <a:pt x="2741" y="93"/>
                    <a:pt x="2841" y="93"/>
                  </a:cubicBezTo>
                  <a:cubicBezTo>
                    <a:pt x="2941" y="93"/>
                    <a:pt x="2985" y="219"/>
                    <a:pt x="2909" y="282"/>
                  </a:cubicBezTo>
                  <a:lnTo>
                    <a:pt x="3299" y="282"/>
                  </a:lnTo>
                  <a:cubicBezTo>
                    <a:pt x="3223" y="219"/>
                    <a:pt x="3268" y="93"/>
                    <a:pt x="3367" y="93"/>
                  </a:cubicBezTo>
                  <a:cubicBezTo>
                    <a:pt x="3467" y="93"/>
                    <a:pt x="3512" y="219"/>
                    <a:pt x="3434" y="282"/>
                  </a:cubicBezTo>
                  <a:lnTo>
                    <a:pt x="3826" y="282"/>
                  </a:lnTo>
                  <a:cubicBezTo>
                    <a:pt x="3749" y="219"/>
                    <a:pt x="3793" y="93"/>
                    <a:pt x="3893" y="93"/>
                  </a:cubicBezTo>
                  <a:cubicBezTo>
                    <a:pt x="3993" y="93"/>
                    <a:pt x="4038" y="219"/>
                    <a:pt x="3961" y="282"/>
                  </a:cubicBezTo>
                  <a:lnTo>
                    <a:pt x="4352" y="282"/>
                  </a:lnTo>
                  <a:cubicBezTo>
                    <a:pt x="4275" y="219"/>
                    <a:pt x="4320" y="93"/>
                    <a:pt x="4420" y="93"/>
                  </a:cubicBezTo>
                  <a:cubicBezTo>
                    <a:pt x="4520" y="93"/>
                    <a:pt x="4565" y="219"/>
                    <a:pt x="4487" y="282"/>
                  </a:cubicBezTo>
                  <a:lnTo>
                    <a:pt x="4879" y="282"/>
                  </a:lnTo>
                  <a:cubicBezTo>
                    <a:pt x="4801" y="219"/>
                    <a:pt x="4846" y="93"/>
                    <a:pt x="4947" y="93"/>
                  </a:cubicBezTo>
                  <a:cubicBezTo>
                    <a:pt x="5047" y="93"/>
                    <a:pt x="5091" y="219"/>
                    <a:pt x="5014" y="282"/>
                  </a:cubicBezTo>
                  <a:lnTo>
                    <a:pt x="5404" y="282"/>
                  </a:lnTo>
                  <a:cubicBezTo>
                    <a:pt x="5328" y="219"/>
                    <a:pt x="5373" y="93"/>
                    <a:pt x="5472" y="93"/>
                  </a:cubicBezTo>
                  <a:cubicBezTo>
                    <a:pt x="5572" y="93"/>
                    <a:pt x="5617" y="219"/>
                    <a:pt x="5539" y="282"/>
                  </a:cubicBezTo>
                  <a:lnTo>
                    <a:pt x="5931" y="282"/>
                  </a:lnTo>
                  <a:cubicBezTo>
                    <a:pt x="5853" y="219"/>
                    <a:pt x="5898" y="93"/>
                    <a:pt x="5999" y="93"/>
                  </a:cubicBezTo>
                  <a:cubicBezTo>
                    <a:pt x="6099" y="93"/>
                    <a:pt x="6144" y="219"/>
                    <a:pt x="6066" y="282"/>
                  </a:cubicBezTo>
                  <a:lnTo>
                    <a:pt x="6458" y="282"/>
                  </a:lnTo>
                  <a:cubicBezTo>
                    <a:pt x="6380" y="219"/>
                    <a:pt x="6425" y="93"/>
                    <a:pt x="6525" y="93"/>
                  </a:cubicBezTo>
                  <a:cubicBezTo>
                    <a:pt x="6625" y="93"/>
                    <a:pt x="6670" y="219"/>
                    <a:pt x="6593" y="282"/>
                  </a:cubicBezTo>
                  <a:lnTo>
                    <a:pt x="6984" y="282"/>
                  </a:lnTo>
                  <a:cubicBezTo>
                    <a:pt x="6907" y="219"/>
                    <a:pt x="6952" y="93"/>
                    <a:pt x="7052" y="93"/>
                  </a:cubicBezTo>
                  <a:cubicBezTo>
                    <a:pt x="7151" y="93"/>
                    <a:pt x="7196" y="219"/>
                    <a:pt x="7119" y="282"/>
                  </a:cubicBezTo>
                  <a:lnTo>
                    <a:pt x="7510" y="282"/>
                  </a:lnTo>
                  <a:cubicBezTo>
                    <a:pt x="7433" y="219"/>
                    <a:pt x="7478" y="93"/>
                    <a:pt x="7577" y="93"/>
                  </a:cubicBezTo>
                  <a:cubicBezTo>
                    <a:pt x="7677" y="93"/>
                    <a:pt x="7722" y="219"/>
                    <a:pt x="7645" y="282"/>
                  </a:cubicBezTo>
                  <a:lnTo>
                    <a:pt x="8036" y="282"/>
                  </a:lnTo>
                  <a:cubicBezTo>
                    <a:pt x="7959" y="219"/>
                    <a:pt x="8004" y="93"/>
                    <a:pt x="8104" y="93"/>
                  </a:cubicBezTo>
                  <a:cubicBezTo>
                    <a:pt x="8204" y="93"/>
                    <a:pt x="8249" y="219"/>
                    <a:pt x="8171" y="282"/>
                  </a:cubicBezTo>
                  <a:lnTo>
                    <a:pt x="8563" y="282"/>
                  </a:lnTo>
                  <a:cubicBezTo>
                    <a:pt x="8485" y="219"/>
                    <a:pt x="8530" y="93"/>
                    <a:pt x="8630" y="93"/>
                  </a:cubicBezTo>
                  <a:cubicBezTo>
                    <a:pt x="8731" y="93"/>
                    <a:pt x="8776" y="219"/>
                    <a:pt x="8698" y="282"/>
                  </a:cubicBezTo>
                  <a:lnTo>
                    <a:pt x="9089" y="282"/>
                  </a:lnTo>
                  <a:cubicBezTo>
                    <a:pt x="9012" y="219"/>
                    <a:pt x="9057" y="93"/>
                    <a:pt x="9157" y="93"/>
                  </a:cubicBezTo>
                  <a:cubicBezTo>
                    <a:pt x="9256" y="93"/>
                    <a:pt x="9301" y="219"/>
                    <a:pt x="9225" y="282"/>
                  </a:cubicBezTo>
                  <a:lnTo>
                    <a:pt x="9615" y="282"/>
                  </a:lnTo>
                  <a:cubicBezTo>
                    <a:pt x="9538" y="219"/>
                    <a:pt x="9582" y="93"/>
                    <a:pt x="9682" y="93"/>
                  </a:cubicBezTo>
                  <a:cubicBezTo>
                    <a:pt x="9783" y="93"/>
                    <a:pt x="9828" y="219"/>
                    <a:pt x="9750" y="282"/>
                  </a:cubicBezTo>
                  <a:lnTo>
                    <a:pt x="10142" y="282"/>
                  </a:lnTo>
                  <a:cubicBezTo>
                    <a:pt x="10064" y="219"/>
                    <a:pt x="10109" y="93"/>
                    <a:pt x="10209" y="93"/>
                  </a:cubicBezTo>
                  <a:cubicBezTo>
                    <a:pt x="10309" y="93"/>
                    <a:pt x="10354" y="219"/>
                    <a:pt x="10277" y="282"/>
                  </a:cubicBezTo>
                  <a:lnTo>
                    <a:pt x="10668" y="282"/>
                  </a:lnTo>
                  <a:cubicBezTo>
                    <a:pt x="10590" y="219"/>
                    <a:pt x="10636" y="93"/>
                    <a:pt x="10736" y="93"/>
                  </a:cubicBezTo>
                  <a:cubicBezTo>
                    <a:pt x="10836" y="93"/>
                    <a:pt x="10880" y="219"/>
                    <a:pt x="10803" y="282"/>
                  </a:cubicBezTo>
                  <a:lnTo>
                    <a:pt x="11194" y="282"/>
                  </a:lnTo>
                  <a:cubicBezTo>
                    <a:pt x="11117" y="219"/>
                    <a:pt x="11162" y="93"/>
                    <a:pt x="11261" y="93"/>
                  </a:cubicBezTo>
                  <a:cubicBezTo>
                    <a:pt x="11361" y="93"/>
                    <a:pt x="11406" y="219"/>
                    <a:pt x="11329" y="282"/>
                  </a:cubicBezTo>
                  <a:lnTo>
                    <a:pt x="11720" y="282"/>
                  </a:lnTo>
                  <a:cubicBezTo>
                    <a:pt x="11644" y="219"/>
                    <a:pt x="11688" y="93"/>
                    <a:pt x="11788" y="93"/>
                  </a:cubicBezTo>
                  <a:cubicBezTo>
                    <a:pt x="11888" y="93"/>
                    <a:pt x="11933" y="219"/>
                    <a:pt x="11855" y="282"/>
                  </a:cubicBezTo>
                  <a:lnTo>
                    <a:pt x="12247" y="282"/>
                  </a:lnTo>
                  <a:cubicBezTo>
                    <a:pt x="12169" y="219"/>
                    <a:pt x="12214" y="93"/>
                    <a:pt x="12314" y="93"/>
                  </a:cubicBezTo>
                  <a:cubicBezTo>
                    <a:pt x="12414" y="93"/>
                    <a:pt x="12459" y="219"/>
                    <a:pt x="12382" y="282"/>
                  </a:cubicBezTo>
                  <a:lnTo>
                    <a:pt x="12773" y="282"/>
                  </a:lnTo>
                  <a:cubicBezTo>
                    <a:pt x="12696" y="219"/>
                    <a:pt x="12741" y="93"/>
                    <a:pt x="12841" y="93"/>
                  </a:cubicBezTo>
                  <a:cubicBezTo>
                    <a:pt x="12940" y="93"/>
                    <a:pt x="12985" y="219"/>
                    <a:pt x="12908" y="282"/>
                  </a:cubicBezTo>
                  <a:lnTo>
                    <a:pt x="13300" y="282"/>
                  </a:lnTo>
                  <a:cubicBezTo>
                    <a:pt x="13222" y="219"/>
                    <a:pt x="13267" y="93"/>
                    <a:pt x="13366" y="93"/>
                  </a:cubicBezTo>
                  <a:cubicBezTo>
                    <a:pt x="13466" y="93"/>
                    <a:pt x="13511" y="219"/>
                    <a:pt x="13434" y="282"/>
                  </a:cubicBezTo>
                  <a:lnTo>
                    <a:pt x="13825" y="282"/>
                  </a:lnTo>
                  <a:cubicBezTo>
                    <a:pt x="13749" y="219"/>
                    <a:pt x="13793" y="93"/>
                    <a:pt x="13893" y="93"/>
                  </a:cubicBezTo>
                  <a:cubicBezTo>
                    <a:pt x="13993" y="93"/>
                    <a:pt x="14038" y="219"/>
                    <a:pt x="13960" y="282"/>
                  </a:cubicBezTo>
                  <a:lnTo>
                    <a:pt x="14048" y="282"/>
                  </a:lnTo>
                  <a:lnTo>
                    <a:pt x="14330" y="1"/>
                  </a:lnTo>
                  <a:close/>
                </a:path>
              </a:pathLst>
            </a:custGeom>
            <a:solidFill>
              <a:srgbClr val="F4F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26" name="Google Shape;3626;p17"/>
            <p:cNvSpPr/>
            <p:nvPr/>
          </p:nvSpPr>
          <p:spPr>
            <a:xfrm>
              <a:off x="5386749" y="1207421"/>
              <a:ext cx="2161414" cy="2914481"/>
            </a:xfrm>
            <a:custGeom>
              <a:avLst/>
              <a:gdLst/>
              <a:ahLst/>
              <a:cxnLst/>
              <a:rect l="l" t="t" r="r" b="b"/>
              <a:pathLst>
                <a:path w="14390" h="19404" extrusionOk="0">
                  <a:moveTo>
                    <a:pt x="0" y="0"/>
                  </a:moveTo>
                  <a:lnTo>
                    <a:pt x="0" y="19403"/>
                  </a:lnTo>
                  <a:lnTo>
                    <a:pt x="14389" y="19403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F4F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27" name="Google Shape;3627;p17"/>
            <p:cNvSpPr/>
            <p:nvPr/>
          </p:nvSpPr>
          <p:spPr>
            <a:xfrm>
              <a:off x="5095207" y="1262244"/>
              <a:ext cx="240624" cy="3099978"/>
            </a:xfrm>
            <a:custGeom>
              <a:avLst/>
              <a:gdLst/>
              <a:ahLst/>
              <a:cxnLst/>
              <a:rect l="l" t="t" r="r" b="b"/>
              <a:pathLst>
                <a:path w="1602" h="20639" extrusionOk="0">
                  <a:moveTo>
                    <a:pt x="1458" y="349"/>
                  </a:moveTo>
                  <a:cubicBezTo>
                    <a:pt x="1553" y="349"/>
                    <a:pt x="1601" y="463"/>
                    <a:pt x="1534" y="531"/>
                  </a:cubicBezTo>
                  <a:cubicBezTo>
                    <a:pt x="1512" y="552"/>
                    <a:pt x="1485" y="562"/>
                    <a:pt x="1459" y="562"/>
                  </a:cubicBezTo>
                  <a:cubicBezTo>
                    <a:pt x="1405" y="562"/>
                    <a:pt x="1353" y="520"/>
                    <a:pt x="1353" y="455"/>
                  </a:cubicBezTo>
                  <a:cubicBezTo>
                    <a:pt x="1353" y="396"/>
                    <a:pt x="1400" y="349"/>
                    <a:pt x="1458" y="349"/>
                  </a:cubicBezTo>
                  <a:close/>
                  <a:moveTo>
                    <a:pt x="932" y="875"/>
                  </a:moveTo>
                  <a:cubicBezTo>
                    <a:pt x="1027" y="875"/>
                    <a:pt x="1075" y="990"/>
                    <a:pt x="1007" y="1056"/>
                  </a:cubicBezTo>
                  <a:cubicBezTo>
                    <a:pt x="986" y="1078"/>
                    <a:pt x="959" y="1088"/>
                    <a:pt x="933" y="1088"/>
                  </a:cubicBezTo>
                  <a:cubicBezTo>
                    <a:pt x="878" y="1088"/>
                    <a:pt x="826" y="1046"/>
                    <a:pt x="826" y="981"/>
                  </a:cubicBezTo>
                  <a:cubicBezTo>
                    <a:pt x="826" y="922"/>
                    <a:pt x="873" y="875"/>
                    <a:pt x="932" y="875"/>
                  </a:cubicBezTo>
                  <a:close/>
                  <a:moveTo>
                    <a:pt x="1458" y="875"/>
                  </a:moveTo>
                  <a:cubicBezTo>
                    <a:pt x="1553" y="875"/>
                    <a:pt x="1601" y="990"/>
                    <a:pt x="1534" y="1056"/>
                  </a:cubicBezTo>
                  <a:cubicBezTo>
                    <a:pt x="1512" y="1078"/>
                    <a:pt x="1485" y="1088"/>
                    <a:pt x="1459" y="1088"/>
                  </a:cubicBezTo>
                  <a:cubicBezTo>
                    <a:pt x="1405" y="1088"/>
                    <a:pt x="1353" y="1046"/>
                    <a:pt x="1353" y="981"/>
                  </a:cubicBezTo>
                  <a:cubicBezTo>
                    <a:pt x="1353" y="922"/>
                    <a:pt x="1400" y="875"/>
                    <a:pt x="1458" y="875"/>
                  </a:cubicBezTo>
                  <a:close/>
                  <a:moveTo>
                    <a:pt x="406" y="1402"/>
                  </a:moveTo>
                  <a:cubicBezTo>
                    <a:pt x="501" y="1402"/>
                    <a:pt x="548" y="1515"/>
                    <a:pt x="482" y="1583"/>
                  </a:cubicBezTo>
                  <a:cubicBezTo>
                    <a:pt x="460" y="1605"/>
                    <a:pt x="433" y="1614"/>
                    <a:pt x="407" y="1614"/>
                  </a:cubicBezTo>
                  <a:cubicBezTo>
                    <a:pt x="352" y="1614"/>
                    <a:pt x="299" y="1572"/>
                    <a:pt x="299" y="1508"/>
                  </a:cubicBezTo>
                  <a:cubicBezTo>
                    <a:pt x="299" y="1449"/>
                    <a:pt x="347" y="1402"/>
                    <a:pt x="406" y="1402"/>
                  </a:cubicBezTo>
                  <a:close/>
                  <a:moveTo>
                    <a:pt x="932" y="1402"/>
                  </a:moveTo>
                  <a:cubicBezTo>
                    <a:pt x="1027" y="1402"/>
                    <a:pt x="1075" y="1515"/>
                    <a:pt x="1007" y="1583"/>
                  </a:cubicBezTo>
                  <a:cubicBezTo>
                    <a:pt x="986" y="1605"/>
                    <a:pt x="959" y="1614"/>
                    <a:pt x="933" y="1614"/>
                  </a:cubicBezTo>
                  <a:cubicBezTo>
                    <a:pt x="879" y="1614"/>
                    <a:pt x="826" y="1572"/>
                    <a:pt x="826" y="1508"/>
                  </a:cubicBezTo>
                  <a:cubicBezTo>
                    <a:pt x="826" y="1449"/>
                    <a:pt x="873" y="1402"/>
                    <a:pt x="932" y="1402"/>
                  </a:cubicBezTo>
                  <a:close/>
                  <a:moveTo>
                    <a:pt x="1458" y="1402"/>
                  </a:moveTo>
                  <a:cubicBezTo>
                    <a:pt x="1553" y="1402"/>
                    <a:pt x="1601" y="1515"/>
                    <a:pt x="1534" y="1583"/>
                  </a:cubicBezTo>
                  <a:cubicBezTo>
                    <a:pt x="1512" y="1605"/>
                    <a:pt x="1485" y="1614"/>
                    <a:pt x="1459" y="1614"/>
                  </a:cubicBezTo>
                  <a:cubicBezTo>
                    <a:pt x="1405" y="1614"/>
                    <a:pt x="1353" y="1572"/>
                    <a:pt x="1353" y="1508"/>
                  </a:cubicBezTo>
                  <a:cubicBezTo>
                    <a:pt x="1353" y="1449"/>
                    <a:pt x="1400" y="1402"/>
                    <a:pt x="1458" y="1402"/>
                  </a:cubicBezTo>
                  <a:close/>
                  <a:moveTo>
                    <a:pt x="406" y="1927"/>
                  </a:moveTo>
                  <a:cubicBezTo>
                    <a:pt x="501" y="1927"/>
                    <a:pt x="548" y="2042"/>
                    <a:pt x="482" y="2110"/>
                  </a:cubicBezTo>
                  <a:cubicBezTo>
                    <a:pt x="460" y="2131"/>
                    <a:pt x="433" y="2141"/>
                    <a:pt x="407" y="2141"/>
                  </a:cubicBezTo>
                  <a:cubicBezTo>
                    <a:pt x="352" y="2141"/>
                    <a:pt x="299" y="2098"/>
                    <a:pt x="299" y="2034"/>
                  </a:cubicBezTo>
                  <a:cubicBezTo>
                    <a:pt x="299" y="1976"/>
                    <a:pt x="347" y="1927"/>
                    <a:pt x="406" y="1927"/>
                  </a:cubicBezTo>
                  <a:close/>
                  <a:moveTo>
                    <a:pt x="932" y="1927"/>
                  </a:moveTo>
                  <a:cubicBezTo>
                    <a:pt x="1027" y="1927"/>
                    <a:pt x="1075" y="2042"/>
                    <a:pt x="1007" y="2110"/>
                  </a:cubicBezTo>
                  <a:cubicBezTo>
                    <a:pt x="986" y="2131"/>
                    <a:pt x="959" y="2141"/>
                    <a:pt x="933" y="2141"/>
                  </a:cubicBezTo>
                  <a:cubicBezTo>
                    <a:pt x="879" y="2141"/>
                    <a:pt x="826" y="2098"/>
                    <a:pt x="826" y="2034"/>
                  </a:cubicBezTo>
                  <a:cubicBezTo>
                    <a:pt x="826" y="1976"/>
                    <a:pt x="873" y="1927"/>
                    <a:pt x="932" y="1927"/>
                  </a:cubicBezTo>
                  <a:close/>
                  <a:moveTo>
                    <a:pt x="1458" y="1927"/>
                  </a:moveTo>
                  <a:cubicBezTo>
                    <a:pt x="1553" y="1927"/>
                    <a:pt x="1601" y="2042"/>
                    <a:pt x="1534" y="2110"/>
                  </a:cubicBezTo>
                  <a:cubicBezTo>
                    <a:pt x="1512" y="2131"/>
                    <a:pt x="1485" y="2141"/>
                    <a:pt x="1459" y="2141"/>
                  </a:cubicBezTo>
                  <a:cubicBezTo>
                    <a:pt x="1405" y="2141"/>
                    <a:pt x="1353" y="2098"/>
                    <a:pt x="1353" y="2034"/>
                  </a:cubicBezTo>
                  <a:cubicBezTo>
                    <a:pt x="1353" y="1976"/>
                    <a:pt x="1400" y="1927"/>
                    <a:pt x="1458" y="1927"/>
                  </a:cubicBezTo>
                  <a:close/>
                  <a:moveTo>
                    <a:pt x="406" y="2454"/>
                  </a:moveTo>
                  <a:cubicBezTo>
                    <a:pt x="501" y="2454"/>
                    <a:pt x="548" y="2569"/>
                    <a:pt x="482" y="2635"/>
                  </a:cubicBezTo>
                  <a:cubicBezTo>
                    <a:pt x="460" y="2657"/>
                    <a:pt x="433" y="2667"/>
                    <a:pt x="406" y="2667"/>
                  </a:cubicBezTo>
                  <a:cubicBezTo>
                    <a:pt x="352" y="2667"/>
                    <a:pt x="299" y="2625"/>
                    <a:pt x="299" y="2561"/>
                  </a:cubicBezTo>
                  <a:cubicBezTo>
                    <a:pt x="299" y="2501"/>
                    <a:pt x="347" y="2454"/>
                    <a:pt x="406" y="2454"/>
                  </a:cubicBezTo>
                  <a:close/>
                  <a:moveTo>
                    <a:pt x="932" y="2454"/>
                  </a:moveTo>
                  <a:cubicBezTo>
                    <a:pt x="1027" y="2454"/>
                    <a:pt x="1075" y="2569"/>
                    <a:pt x="1007" y="2635"/>
                  </a:cubicBezTo>
                  <a:cubicBezTo>
                    <a:pt x="986" y="2657"/>
                    <a:pt x="959" y="2667"/>
                    <a:pt x="933" y="2667"/>
                  </a:cubicBezTo>
                  <a:cubicBezTo>
                    <a:pt x="878" y="2667"/>
                    <a:pt x="826" y="2625"/>
                    <a:pt x="826" y="2561"/>
                  </a:cubicBezTo>
                  <a:cubicBezTo>
                    <a:pt x="826" y="2501"/>
                    <a:pt x="873" y="2454"/>
                    <a:pt x="932" y="2454"/>
                  </a:cubicBezTo>
                  <a:close/>
                  <a:moveTo>
                    <a:pt x="1458" y="2454"/>
                  </a:moveTo>
                  <a:cubicBezTo>
                    <a:pt x="1553" y="2454"/>
                    <a:pt x="1601" y="2569"/>
                    <a:pt x="1534" y="2635"/>
                  </a:cubicBezTo>
                  <a:cubicBezTo>
                    <a:pt x="1512" y="2657"/>
                    <a:pt x="1485" y="2667"/>
                    <a:pt x="1459" y="2667"/>
                  </a:cubicBezTo>
                  <a:cubicBezTo>
                    <a:pt x="1404" y="2667"/>
                    <a:pt x="1353" y="2625"/>
                    <a:pt x="1353" y="2561"/>
                  </a:cubicBezTo>
                  <a:cubicBezTo>
                    <a:pt x="1353" y="2501"/>
                    <a:pt x="1400" y="2454"/>
                    <a:pt x="1458" y="2454"/>
                  </a:cubicBezTo>
                  <a:close/>
                  <a:moveTo>
                    <a:pt x="406" y="2980"/>
                  </a:moveTo>
                  <a:cubicBezTo>
                    <a:pt x="501" y="2980"/>
                    <a:pt x="548" y="3095"/>
                    <a:pt x="482" y="3162"/>
                  </a:cubicBezTo>
                  <a:cubicBezTo>
                    <a:pt x="460" y="3184"/>
                    <a:pt x="433" y="3193"/>
                    <a:pt x="407" y="3193"/>
                  </a:cubicBezTo>
                  <a:cubicBezTo>
                    <a:pt x="352" y="3193"/>
                    <a:pt x="299" y="3151"/>
                    <a:pt x="299" y="3086"/>
                  </a:cubicBezTo>
                  <a:cubicBezTo>
                    <a:pt x="299" y="3028"/>
                    <a:pt x="347" y="2980"/>
                    <a:pt x="406" y="2980"/>
                  </a:cubicBezTo>
                  <a:close/>
                  <a:moveTo>
                    <a:pt x="932" y="2980"/>
                  </a:moveTo>
                  <a:cubicBezTo>
                    <a:pt x="1027" y="2980"/>
                    <a:pt x="1075" y="3095"/>
                    <a:pt x="1007" y="3162"/>
                  </a:cubicBezTo>
                  <a:cubicBezTo>
                    <a:pt x="986" y="3184"/>
                    <a:pt x="959" y="3193"/>
                    <a:pt x="933" y="3193"/>
                  </a:cubicBezTo>
                  <a:cubicBezTo>
                    <a:pt x="878" y="3193"/>
                    <a:pt x="826" y="3151"/>
                    <a:pt x="826" y="3086"/>
                  </a:cubicBezTo>
                  <a:cubicBezTo>
                    <a:pt x="826" y="3028"/>
                    <a:pt x="873" y="2980"/>
                    <a:pt x="932" y="2980"/>
                  </a:cubicBezTo>
                  <a:close/>
                  <a:moveTo>
                    <a:pt x="1458" y="2980"/>
                  </a:moveTo>
                  <a:cubicBezTo>
                    <a:pt x="1553" y="2980"/>
                    <a:pt x="1601" y="3095"/>
                    <a:pt x="1534" y="3162"/>
                  </a:cubicBezTo>
                  <a:cubicBezTo>
                    <a:pt x="1512" y="3184"/>
                    <a:pt x="1485" y="3193"/>
                    <a:pt x="1459" y="3193"/>
                  </a:cubicBezTo>
                  <a:cubicBezTo>
                    <a:pt x="1405" y="3193"/>
                    <a:pt x="1353" y="3151"/>
                    <a:pt x="1353" y="3086"/>
                  </a:cubicBezTo>
                  <a:cubicBezTo>
                    <a:pt x="1353" y="3028"/>
                    <a:pt x="1400" y="2980"/>
                    <a:pt x="1458" y="2980"/>
                  </a:cubicBezTo>
                  <a:close/>
                  <a:moveTo>
                    <a:pt x="406" y="3506"/>
                  </a:moveTo>
                  <a:cubicBezTo>
                    <a:pt x="501" y="3506"/>
                    <a:pt x="548" y="3621"/>
                    <a:pt x="482" y="3688"/>
                  </a:cubicBezTo>
                  <a:cubicBezTo>
                    <a:pt x="460" y="3710"/>
                    <a:pt x="433" y="3720"/>
                    <a:pt x="407" y="3720"/>
                  </a:cubicBezTo>
                  <a:cubicBezTo>
                    <a:pt x="352" y="3720"/>
                    <a:pt x="299" y="3677"/>
                    <a:pt x="299" y="3613"/>
                  </a:cubicBezTo>
                  <a:cubicBezTo>
                    <a:pt x="299" y="3554"/>
                    <a:pt x="347" y="3506"/>
                    <a:pt x="406" y="3506"/>
                  </a:cubicBezTo>
                  <a:close/>
                  <a:moveTo>
                    <a:pt x="932" y="3506"/>
                  </a:moveTo>
                  <a:cubicBezTo>
                    <a:pt x="1027" y="3506"/>
                    <a:pt x="1075" y="3621"/>
                    <a:pt x="1007" y="3688"/>
                  </a:cubicBezTo>
                  <a:cubicBezTo>
                    <a:pt x="986" y="3710"/>
                    <a:pt x="959" y="3720"/>
                    <a:pt x="933" y="3720"/>
                  </a:cubicBezTo>
                  <a:cubicBezTo>
                    <a:pt x="879" y="3720"/>
                    <a:pt x="826" y="3677"/>
                    <a:pt x="826" y="3613"/>
                  </a:cubicBezTo>
                  <a:cubicBezTo>
                    <a:pt x="826" y="3554"/>
                    <a:pt x="873" y="3507"/>
                    <a:pt x="932" y="3506"/>
                  </a:cubicBezTo>
                  <a:close/>
                  <a:moveTo>
                    <a:pt x="1458" y="3506"/>
                  </a:moveTo>
                  <a:cubicBezTo>
                    <a:pt x="1553" y="3506"/>
                    <a:pt x="1601" y="3621"/>
                    <a:pt x="1534" y="3688"/>
                  </a:cubicBezTo>
                  <a:cubicBezTo>
                    <a:pt x="1512" y="3710"/>
                    <a:pt x="1485" y="3720"/>
                    <a:pt x="1459" y="3720"/>
                  </a:cubicBezTo>
                  <a:cubicBezTo>
                    <a:pt x="1405" y="3720"/>
                    <a:pt x="1353" y="3677"/>
                    <a:pt x="1353" y="3613"/>
                  </a:cubicBezTo>
                  <a:cubicBezTo>
                    <a:pt x="1353" y="3554"/>
                    <a:pt x="1400" y="3506"/>
                    <a:pt x="1458" y="3506"/>
                  </a:cubicBezTo>
                  <a:close/>
                  <a:moveTo>
                    <a:pt x="406" y="4032"/>
                  </a:moveTo>
                  <a:cubicBezTo>
                    <a:pt x="501" y="4032"/>
                    <a:pt x="548" y="4147"/>
                    <a:pt x="482" y="4215"/>
                  </a:cubicBezTo>
                  <a:cubicBezTo>
                    <a:pt x="460" y="4236"/>
                    <a:pt x="433" y="4246"/>
                    <a:pt x="407" y="4246"/>
                  </a:cubicBezTo>
                  <a:cubicBezTo>
                    <a:pt x="352" y="4246"/>
                    <a:pt x="299" y="4203"/>
                    <a:pt x="299" y="4139"/>
                  </a:cubicBezTo>
                  <a:cubicBezTo>
                    <a:pt x="299" y="4081"/>
                    <a:pt x="347" y="4032"/>
                    <a:pt x="406" y="4032"/>
                  </a:cubicBezTo>
                  <a:close/>
                  <a:moveTo>
                    <a:pt x="932" y="4032"/>
                  </a:moveTo>
                  <a:cubicBezTo>
                    <a:pt x="1027" y="4032"/>
                    <a:pt x="1075" y="4147"/>
                    <a:pt x="1007" y="4215"/>
                  </a:cubicBezTo>
                  <a:cubicBezTo>
                    <a:pt x="986" y="4236"/>
                    <a:pt x="959" y="4246"/>
                    <a:pt x="933" y="4246"/>
                  </a:cubicBezTo>
                  <a:cubicBezTo>
                    <a:pt x="879" y="4246"/>
                    <a:pt x="826" y="4203"/>
                    <a:pt x="826" y="4139"/>
                  </a:cubicBezTo>
                  <a:cubicBezTo>
                    <a:pt x="826" y="4081"/>
                    <a:pt x="873" y="4032"/>
                    <a:pt x="932" y="4032"/>
                  </a:cubicBezTo>
                  <a:close/>
                  <a:moveTo>
                    <a:pt x="1458" y="4032"/>
                  </a:moveTo>
                  <a:cubicBezTo>
                    <a:pt x="1553" y="4032"/>
                    <a:pt x="1601" y="4147"/>
                    <a:pt x="1534" y="4215"/>
                  </a:cubicBezTo>
                  <a:cubicBezTo>
                    <a:pt x="1512" y="4236"/>
                    <a:pt x="1485" y="4246"/>
                    <a:pt x="1459" y="4246"/>
                  </a:cubicBezTo>
                  <a:cubicBezTo>
                    <a:pt x="1405" y="4246"/>
                    <a:pt x="1353" y="4203"/>
                    <a:pt x="1353" y="4139"/>
                  </a:cubicBezTo>
                  <a:cubicBezTo>
                    <a:pt x="1353" y="4081"/>
                    <a:pt x="1400" y="4032"/>
                    <a:pt x="1458" y="4032"/>
                  </a:cubicBezTo>
                  <a:close/>
                  <a:moveTo>
                    <a:pt x="406" y="4559"/>
                  </a:moveTo>
                  <a:cubicBezTo>
                    <a:pt x="501" y="4559"/>
                    <a:pt x="548" y="4674"/>
                    <a:pt x="482" y="4740"/>
                  </a:cubicBezTo>
                  <a:cubicBezTo>
                    <a:pt x="460" y="4762"/>
                    <a:pt x="433" y="4772"/>
                    <a:pt x="406" y="4772"/>
                  </a:cubicBezTo>
                  <a:cubicBezTo>
                    <a:pt x="352" y="4772"/>
                    <a:pt x="299" y="4730"/>
                    <a:pt x="299" y="4666"/>
                  </a:cubicBezTo>
                  <a:cubicBezTo>
                    <a:pt x="299" y="4606"/>
                    <a:pt x="347" y="4559"/>
                    <a:pt x="406" y="4559"/>
                  </a:cubicBezTo>
                  <a:close/>
                  <a:moveTo>
                    <a:pt x="932" y="4559"/>
                  </a:moveTo>
                  <a:cubicBezTo>
                    <a:pt x="1027" y="4559"/>
                    <a:pt x="1075" y="4674"/>
                    <a:pt x="1007" y="4740"/>
                  </a:cubicBezTo>
                  <a:cubicBezTo>
                    <a:pt x="986" y="4762"/>
                    <a:pt x="959" y="4772"/>
                    <a:pt x="933" y="4772"/>
                  </a:cubicBezTo>
                  <a:cubicBezTo>
                    <a:pt x="878" y="4772"/>
                    <a:pt x="826" y="4730"/>
                    <a:pt x="826" y="4666"/>
                  </a:cubicBezTo>
                  <a:cubicBezTo>
                    <a:pt x="826" y="4606"/>
                    <a:pt x="873" y="4559"/>
                    <a:pt x="932" y="4559"/>
                  </a:cubicBezTo>
                  <a:close/>
                  <a:moveTo>
                    <a:pt x="1458" y="4559"/>
                  </a:moveTo>
                  <a:cubicBezTo>
                    <a:pt x="1553" y="4559"/>
                    <a:pt x="1601" y="4674"/>
                    <a:pt x="1534" y="4740"/>
                  </a:cubicBezTo>
                  <a:cubicBezTo>
                    <a:pt x="1512" y="4762"/>
                    <a:pt x="1485" y="4772"/>
                    <a:pt x="1459" y="4772"/>
                  </a:cubicBezTo>
                  <a:cubicBezTo>
                    <a:pt x="1404" y="4772"/>
                    <a:pt x="1353" y="4730"/>
                    <a:pt x="1353" y="4666"/>
                  </a:cubicBezTo>
                  <a:cubicBezTo>
                    <a:pt x="1353" y="4606"/>
                    <a:pt x="1400" y="4559"/>
                    <a:pt x="1458" y="4559"/>
                  </a:cubicBezTo>
                  <a:close/>
                  <a:moveTo>
                    <a:pt x="406" y="5086"/>
                  </a:moveTo>
                  <a:cubicBezTo>
                    <a:pt x="501" y="5086"/>
                    <a:pt x="548" y="5200"/>
                    <a:pt x="482" y="5267"/>
                  </a:cubicBezTo>
                  <a:cubicBezTo>
                    <a:pt x="460" y="5289"/>
                    <a:pt x="433" y="5299"/>
                    <a:pt x="407" y="5299"/>
                  </a:cubicBezTo>
                  <a:cubicBezTo>
                    <a:pt x="352" y="5299"/>
                    <a:pt x="299" y="5256"/>
                    <a:pt x="299" y="5191"/>
                  </a:cubicBezTo>
                  <a:cubicBezTo>
                    <a:pt x="299" y="5133"/>
                    <a:pt x="347" y="5086"/>
                    <a:pt x="406" y="5086"/>
                  </a:cubicBezTo>
                  <a:close/>
                  <a:moveTo>
                    <a:pt x="932" y="5086"/>
                  </a:moveTo>
                  <a:cubicBezTo>
                    <a:pt x="1027" y="5086"/>
                    <a:pt x="1075" y="5200"/>
                    <a:pt x="1007" y="5267"/>
                  </a:cubicBezTo>
                  <a:cubicBezTo>
                    <a:pt x="986" y="5289"/>
                    <a:pt x="959" y="5299"/>
                    <a:pt x="933" y="5299"/>
                  </a:cubicBezTo>
                  <a:cubicBezTo>
                    <a:pt x="878" y="5299"/>
                    <a:pt x="826" y="5256"/>
                    <a:pt x="826" y="5191"/>
                  </a:cubicBezTo>
                  <a:cubicBezTo>
                    <a:pt x="826" y="5133"/>
                    <a:pt x="873" y="5086"/>
                    <a:pt x="932" y="5086"/>
                  </a:cubicBezTo>
                  <a:close/>
                  <a:moveTo>
                    <a:pt x="1458" y="5086"/>
                  </a:moveTo>
                  <a:cubicBezTo>
                    <a:pt x="1553" y="5086"/>
                    <a:pt x="1601" y="5200"/>
                    <a:pt x="1534" y="5267"/>
                  </a:cubicBezTo>
                  <a:cubicBezTo>
                    <a:pt x="1512" y="5289"/>
                    <a:pt x="1485" y="5299"/>
                    <a:pt x="1459" y="5299"/>
                  </a:cubicBezTo>
                  <a:cubicBezTo>
                    <a:pt x="1405" y="5299"/>
                    <a:pt x="1353" y="5256"/>
                    <a:pt x="1353" y="5191"/>
                  </a:cubicBezTo>
                  <a:cubicBezTo>
                    <a:pt x="1353" y="5133"/>
                    <a:pt x="1400" y="5086"/>
                    <a:pt x="1458" y="5086"/>
                  </a:cubicBezTo>
                  <a:close/>
                  <a:moveTo>
                    <a:pt x="406" y="5611"/>
                  </a:moveTo>
                  <a:cubicBezTo>
                    <a:pt x="501" y="5611"/>
                    <a:pt x="548" y="5726"/>
                    <a:pt x="482" y="5793"/>
                  </a:cubicBezTo>
                  <a:cubicBezTo>
                    <a:pt x="460" y="5815"/>
                    <a:pt x="433" y="5824"/>
                    <a:pt x="407" y="5824"/>
                  </a:cubicBezTo>
                  <a:cubicBezTo>
                    <a:pt x="352" y="5824"/>
                    <a:pt x="299" y="5782"/>
                    <a:pt x="299" y="5718"/>
                  </a:cubicBezTo>
                  <a:cubicBezTo>
                    <a:pt x="299" y="5660"/>
                    <a:pt x="347" y="5611"/>
                    <a:pt x="406" y="5611"/>
                  </a:cubicBezTo>
                  <a:close/>
                  <a:moveTo>
                    <a:pt x="932" y="5611"/>
                  </a:moveTo>
                  <a:cubicBezTo>
                    <a:pt x="1027" y="5611"/>
                    <a:pt x="1075" y="5726"/>
                    <a:pt x="1007" y="5793"/>
                  </a:cubicBezTo>
                  <a:cubicBezTo>
                    <a:pt x="986" y="5815"/>
                    <a:pt x="959" y="5824"/>
                    <a:pt x="933" y="5824"/>
                  </a:cubicBezTo>
                  <a:cubicBezTo>
                    <a:pt x="879" y="5824"/>
                    <a:pt x="826" y="5782"/>
                    <a:pt x="826" y="5718"/>
                  </a:cubicBezTo>
                  <a:cubicBezTo>
                    <a:pt x="826" y="5660"/>
                    <a:pt x="873" y="5611"/>
                    <a:pt x="932" y="5611"/>
                  </a:cubicBezTo>
                  <a:close/>
                  <a:moveTo>
                    <a:pt x="1458" y="5611"/>
                  </a:moveTo>
                  <a:cubicBezTo>
                    <a:pt x="1553" y="5611"/>
                    <a:pt x="1601" y="5726"/>
                    <a:pt x="1534" y="5793"/>
                  </a:cubicBezTo>
                  <a:cubicBezTo>
                    <a:pt x="1512" y="5815"/>
                    <a:pt x="1485" y="5824"/>
                    <a:pt x="1459" y="5824"/>
                  </a:cubicBezTo>
                  <a:cubicBezTo>
                    <a:pt x="1405" y="5824"/>
                    <a:pt x="1353" y="5782"/>
                    <a:pt x="1353" y="5718"/>
                  </a:cubicBezTo>
                  <a:cubicBezTo>
                    <a:pt x="1353" y="5660"/>
                    <a:pt x="1400" y="5611"/>
                    <a:pt x="1458" y="5611"/>
                  </a:cubicBezTo>
                  <a:close/>
                  <a:moveTo>
                    <a:pt x="406" y="6138"/>
                  </a:moveTo>
                  <a:cubicBezTo>
                    <a:pt x="501" y="6138"/>
                    <a:pt x="548" y="6253"/>
                    <a:pt x="482" y="6320"/>
                  </a:cubicBezTo>
                  <a:cubicBezTo>
                    <a:pt x="460" y="6341"/>
                    <a:pt x="433" y="6351"/>
                    <a:pt x="407" y="6351"/>
                  </a:cubicBezTo>
                  <a:cubicBezTo>
                    <a:pt x="352" y="6351"/>
                    <a:pt x="299" y="6309"/>
                    <a:pt x="299" y="6245"/>
                  </a:cubicBezTo>
                  <a:cubicBezTo>
                    <a:pt x="299" y="6185"/>
                    <a:pt x="347" y="6138"/>
                    <a:pt x="406" y="6138"/>
                  </a:cubicBezTo>
                  <a:close/>
                  <a:moveTo>
                    <a:pt x="932" y="6138"/>
                  </a:moveTo>
                  <a:cubicBezTo>
                    <a:pt x="1027" y="6138"/>
                    <a:pt x="1075" y="6253"/>
                    <a:pt x="1007" y="6320"/>
                  </a:cubicBezTo>
                  <a:cubicBezTo>
                    <a:pt x="986" y="6341"/>
                    <a:pt x="959" y="6351"/>
                    <a:pt x="933" y="6351"/>
                  </a:cubicBezTo>
                  <a:cubicBezTo>
                    <a:pt x="879" y="6351"/>
                    <a:pt x="826" y="6309"/>
                    <a:pt x="826" y="6245"/>
                  </a:cubicBezTo>
                  <a:cubicBezTo>
                    <a:pt x="826" y="6185"/>
                    <a:pt x="873" y="6138"/>
                    <a:pt x="932" y="6138"/>
                  </a:cubicBezTo>
                  <a:close/>
                  <a:moveTo>
                    <a:pt x="1458" y="6138"/>
                  </a:moveTo>
                  <a:cubicBezTo>
                    <a:pt x="1553" y="6138"/>
                    <a:pt x="1601" y="6253"/>
                    <a:pt x="1534" y="6320"/>
                  </a:cubicBezTo>
                  <a:cubicBezTo>
                    <a:pt x="1512" y="6341"/>
                    <a:pt x="1485" y="6351"/>
                    <a:pt x="1459" y="6351"/>
                  </a:cubicBezTo>
                  <a:cubicBezTo>
                    <a:pt x="1405" y="6351"/>
                    <a:pt x="1353" y="6309"/>
                    <a:pt x="1353" y="6245"/>
                  </a:cubicBezTo>
                  <a:cubicBezTo>
                    <a:pt x="1353" y="6185"/>
                    <a:pt x="1400" y="6138"/>
                    <a:pt x="1458" y="6138"/>
                  </a:cubicBezTo>
                  <a:close/>
                  <a:moveTo>
                    <a:pt x="406" y="6664"/>
                  </a:moveTo>
                  <a:cubicBezTo>
                    <a:pt x="501" y="6664"/>
                    <a:pt x="548" y="6779"/>
                    <a:pt x="482" y="6845"/>
                  </a:cubicBezTo>
                  <a:cubicBezTo>
                    <a:pt x="460" y="6867"/>
                    <a:pt x="433" y="6877"/>
                    <a:pt x="407" y="6877"/>
                  </a:cubicBezTo>
                  <a:cubicBezTo>
                    <a:pt x="352" y="6877"/>
                    <a:pt x="299" y="6835"/>
                    <a:pt x="299" y="6770"/>
                  </a:cubicBezTo>
                  <a:cubicBezTo>
                    <a:pt x="299" y="6712"/>
                    <a:pt x="347" y="6664"/>
                    <a:pt x="406" y="6664"/>
                  </a:cubicBezTo>
                  <a:close/>
                  <a:moveTo>
                    <a:pt x="932" y="6664"/>
                  </a:moveTo>
                  <a:cubicBezTo>
                    <a:pt x="1027" y="6664"/>
                    <a:pt x="1075" y="6779"/>
                    <a:pt x="1007" y="6845"/>
                  </a:cubicBezTo>
                  <a:cubicBezTo>
                    <a:pt x="986" y="6867"/>
                    <a:pt x="959" y="6877"/>
                    <a:pt x="933" y="6877"/>
                  </a:cubicBezTo>
                  <a:cubicBezTo>
                    <a:pt x="878" y="6877"/>
                    <a:pt x="826" y="6835"/>
                    <a:pt x="826" y="6770"/>
                  </a:cubicBezTo>
                  <a:cubicBezTo>
                    <a:pt x="826" y="6712"/>
                    <a:pt x="873" y="6664"/>
                    <a:pt x="932" y="6664"/>
                  </a:cubicBezTo>
                  <a:close/>
                  <a:moveTo>
                    <a:pt x="1458" y="6664"/>
                  </a:moveTo>
                  <a:cubicBezTo>
                    <a:pt x="1553" y="6664"/>
                    <a:pt x="1601" y="6779"/>
                    <a:pt x="1534" y="6845"/>
                  </a:cubicBezTo>
                  <a:cubicBezTo>
                    <a:pt x="1512" y="6867"/>
                    <a:pt x="1485" y="6877"/>
                    <a:pt x="1459" y="6877"/>
                  </a:cubicBezTo>
                  <a:cubicBezTo>
                    <a:pt x="1405" y="6877"/>
                    <a:pt x="1353" y="6835"/>
                    <a:pt x="1353" y="6770"/>
                  </a:cubicBezTo>
                  <a:cubicBezTo>
                    <a:pt x="1353" y="6712"/>
                    <a:pt x="1400" y="6664"/>
                    <a:pt x="1458" y="6664"/>
                  </a:cubicBezTo>
                  <a:close/>
                  <a:moveTo>
                    <a:pt x="406" y="7191"/>
                  </a:moveTo>
                  <a:cubicBezTo>
                    <a:pt x="501" y="7191"/>
                    <a:pt x="548" y="7305"/>
                    <a:pt x="482" y="7372"/>
                  </a:cubicBezTo>
                  <a:cubicBezTo>
                    <a:pt x="460" y="7394"/>
                    <a:pt x="433" y="7404"/>
                    <a:pt x="407" y="7404"/>
                  </a:cubicBezTo>
                  <a:cubicBezTo>
                    <a:pt x="352" y="7404"/>
                    <a:pt x="299" y="7361"/>
                    <a:pt x="299" y="7297"/>
                  </a:cubicBezTo>
                  <a:cubicBezTo>
                    <a:pt x="299" y="7238"/>
                    <a:pt x="347" y="7191"/>
                    <a:pt x="406" y="7191"/>
                  </a:cubicBezTo>
                  <a:close/>
                  <a:moveTo>
                    <a:pt x="932" y="7191"/>
                  </a:moveTo>
                  <a:cubicBezTo>
                    <a:pt x="1027" y="7191"/>
                    <a:pt x="1075" y="7305"/>
                    <a:pt x="1007" y="7372"/>
                  </a:cubicBezTo>
                  <a:cubicBezTo>
                    <a:pt x="986" y="7394"/>
                    <a:pt x="959" y="7404"/>
                    <a:pt x="933" y="7404"/>
                  </a:cubicBezTo>
                  <a:cubicBezTo>
                    <a:pt x="879" y="7404"/>
                    <a:pt x="826" y="7361"/>
                    <a:pt x="826" y="7297"/>
                  </a:cubicBezTo>
                  <a:cubicBezTo>
                    <a:pt x="826" y="7238"/>
                    <a:pt x="873" y="7191"/>
                    <a:pt x="932" y="7191"/>
                  </a:cubicBezTo>
                  <a:close/>
                  <a:moveTo>
                    <a:pt x="1458" y="7191"/>
                  </a:moveTo>
                  <a:cubicBezTo>
                    <a:pt x="1553" y="7191"/>
                    <a:pt x="1601" y="7305"/>
                    <a:pt x="1534" y="7372"/>
                  </a:cubicBezTo>
                  <a:cubicBezTo>
                    <a:pt x="1512" y="7394"/>
                    <a:pt x="1485" y="7404"/>
                    <a:pt x="1459" y="7404"/>
                  </a:cubicBezTo>
                  <a:cubicBezTo>
                    <a:pt x="1405" y="7404"/>
                    <a:pt x="1353" y="7361"/>
                    <a:pt x="1353" y="7297"/>
                  </a:cubicBezTo>
                  <a:cubicBezTo>
                    <a:pt x="1353" y="7238"/>
                    <a:pt x="1400" y="7191"/>
                    <a:pt x="1458" y="7191"/>
                  </a:cubicBezTo>
                  <a:close/>
                  <a:moveTo>
                    <a:pt x="406" y="7716"/>
                  </a:moveTo>
                  <a:cubicBezTo>
                    <a:pt x="501" y="7716"/>
                    <a:pt x="548" y="7831"/>
                    <a:pt x="482" y="7899"/>
                  </a:cubicBezTo>
                  <a:cubicBezTo>
                    <a:pt x="460" y="7920"/>
                    <a:pt x="433" y="7930"/>
                    <a:pt x="407" y="7930"/>
                  </a:cubicBezTo>
                  <a:cubicBezTo>
                    <a:pt x="352" y="7930"/>
                    <a:pt x="299" y="7887"/>
                    <a:pt x="299" y="7823"/>
                  </a:cubicBezTo>
                  <a:cubicBezTo>
                    <a:pt x="299" y="7765"/>
                    <a:pt x="347" y="7716"/>
                    <a:pt x="406" y="7716"/>
                  </a:cubicBezTo>
                  <a:close/>
                  <a:moveTo>
                    <a:pt x="932" y="7716"/>
                  </a:moveTo>
                  <a:cubicBezTo>
                    <a:pt x="1027" y="7716"/>
                    <a:pt x="1075" y="7831"/>
                    <a:pt x="1007" y="7899"/>
                  </a:cubicBezTo>
                  <a:cubicBezTo>
                    <a:pt x="986" y="7920"/>
                    <a:pt x="959" y="7930"/>
                    <a:pt x="933" y="7930"/>
                  </a:cubicBezTo>
                  <a:cubicBezTo>
                    <a:pt x="879" y="7930"/>
                    <a:pt x="826" y="7887"/>
                    <a:pt x="826" y="7823"/>
                  </a:cubicBezTo>
                  <a:cubicBezTo>
                    <a:pt x="826" y="7765"/>
                    <a:pt x="873" y="7716"/>
                    <a:pt x="932" y="7716"/>
                  </a:cubicBezTo>
                  <a:close/>
                  <a:moveTo>
                    <a:pt x="1458" y="7716"/>
                  </a:moveTo>
                  <a:cubicBezTo>
                    <a:pt x="1553" y="7716"/>
                    <a:pt x="1601" y="7831"/>
                    <a:pt x="1534" y="7899"/>
                  </a:cubicBezTo>
                  <a:cubicBezTo>
                    <a:pt x="1512" y="7920"/>
                    <a:pt x="1485" y="7930"/>
                    <a:pt x="1459" y="7930"/>
                  </a:cubicBezTo>
                  <a:cubicBezTo>
                    <a:pt x="1405" y="7930"/>
                    <a:pt x="1353" y="7887"/>
                    <a:pt x="1353" y="7823"/>
                  </a:cubicBezTo>
                  <a:cubicBezTo>
                    <a:pt x="1353" y="7765"/>
                    <a:pt x="1400" y="7716"/>
                    <a:pt x="1458" y="7716"/>
                  </a:cubicBezTo>
                  <a:close/>
                  <a:moveTo>
                    <a:pt x="406" y="8243"/>
                  </a:moveTo>
                  <a:cubicBezTo>
                    <a:pt x="501" y="8243"/>
                    <a:pt x="548" y="8358"/>
                    <a:pt x="482" y="8425"/>
                  </a:cubicBezTo>
                  <a:cubicBezTo>
                    <a:pt x="460" y="8447"/>
                    <a:pt x="433" y="8456"/>
                    <a:pt x="407" y="8456"/>
                  </a:cubicBezTo>
                  <a:cubicBezTo>
                    <a:pt x="352" y="8456"/>
                    <a:pt x="299" y="8414"/>
                    <a:pt x="299" y="8350"/>
                  </a:cubicBezTo>
                  <a:cubicBezTo>
                    <a:pt x="299" y="8290"/>
                    <a:pt x="347" y="8243"/>
                    <a:pt x="406" y="8243"/>
                  </a:cubicBezTo>
                  <a:close/>
                  <a:moveTo>
                    <a:pt x="932" y="8243"/>
                  </a:moveTo>
                  <a:cubicBezTo>
                    <a:pt x="1027" y="8243"/>
                    <a:pt x="1075" y="8358"/>
                    <a:pt x="1007" y="8425"/>
                  </a:cubicBezTo>
                  <a:cubicBezTo>
                    <a:pt x="986" y="8447"/>
                    <a:pt x="959" y="8456"/>
                    <a:pt x="933" y="8456"/>
                  </a:cubicBezTo>
                  <a:cubicBezTo>
                    <a:pt x="879" y="8456"/>
                    <a:pt x="826" y="8414"/>
                    <a:pt x="826" y="8350"/>
                  </a:cubicBezTo>
                  <a:cubicBezTo>
                    <a:pt x="826" y="8290"/>
                    <a:pt x="873" y="8243"/>
                    <a:pt x="932" y="8243"/>
                  </a:cubicBezTo>
                  <a:close/>
                  <a:moveTo>
                    <a:pt x="1458" y="8243"/>
                  </a:moveTo>
                  <a:cubicBezTo>
                    <a:pt x="1553" y="8243"/>
                    <a:pt x="1601" y="8358"/>
                    <a:pt x="1534" y="8425"/>
                  </a:cubicBezTo>
                  <a:cubicBezTo>
                    <a:pt x="1512" y="8447"/>
                    <a:pt x="1485" y="8456"/>
                    <a:pt x="1459" y="8456"/>
                  </a:cubicBezTo>
                  <a:cubicBezTo>
                    <a:pt x="1405" y="8456"/>
                    <a:pt x="1353" y="8414"/>
                    <a:pt x="1353" y="8350"/>
                  </a:cubicBezTo>
                  <a:cubicBezTo>
                    <a:pt x="1353" y="8290"/>
                    <a:pt x="1400" y="8243"/>
                    <a:pt x="1458" y="8243"/>
                  </a:cubicBezTo>
                  <a:close/>
                  <a:moveTo>
                    <a:pt x="406" y="8770"/>
                  </a:moveTo>
                  <a:cubicBezTo>
                    <a:pt x="501" y="8770"/>
                    <a:pt x="548" y="8884"/>
                    <a:pt x="482" y="8951"/>
                  </a:cubicBezTo>
                  <a:cubicBezTo>
                    <a:pt x="460" y="8973"/>
                    <a:pt x="433" y="8982"/>
                    <a:pt x="407" y="8982"/>
                  </a:cubicBezTo>
                  <a:cubicBezTo>
                    <a:pt x="352" y="8982"/>
                    <a:pt x="299" y="8940"/>
                    <a:pt x="299" y="8875"/>
                  </a:cubicBezTo>
                  <a:cubicBezTo>
                    <a:pt x="299" y="8817"/>
                    <a:pt x="347" y="8770"/>
                    <a:pt x="406" y="8770"/>
                  </a:cubicBezTo>
                  <a:close/>
                  <a:moveTo>
                    <a:pt x="932" y="8770"/>
                  </a:moveTo>
                  <a:cubicBezTo>
                    <a:pt x="1027" y="8770"/>
                    <a:pt x="1075" y="8884"/>
                    <a:pt x="1007" y="8951"/>
                  </a:cubicBezTo>
                  <a:cubicBezTo>
                    <a:pt x="986" y="8973"/>
                    <a:pt x="959" y="8982"/>
                    <a:pt x="933" y="8982"/>
                  </a:cubicBezTo>
                  <a:cubicBezTo>
                    <a:pt x="878" y="8982"/>
                    <a:pt x="826" y="8940"/>
                    <a:pt x="826" y="8875"/>
                  </a:cubicBezTo>
                  <a:cubicBezTo>
                    <a:pt x="826" y="8817"/>
                    <a:pt x="873" y="8770"/>
                    <a:pt x="932" y="8770"/>
                  </a:cubicBezTo>
                  <a:close/>
                  <a:moveTo>
                    <a:pt x="1458" y="8770"/>
                  </a:moveTo>
                  <a:cubicBezTo>
                    <a:pt x="1553" y="8770"/>
                    <a:pt x="1601" y="8884"/>
                    <a:pt x="1534" y="8951"/>
                  </a:cubicBezTo>
                  <a:cubicBezTo>
                    <a:pt x="1512" y="8973"/>
                    <a:pt x="1485" y="8982"/>
                    <a:pt x="1459" y="8982"/>
                  </a:cubicBezTo>
                  <a:cubicBezTo>
                    <a:pt x="1405" y="8982"/>
                    <a:pt x="1353" y="8940"/>
                    <a:pt x="1353" y="8875"/>
                  </a:cubicBezTo>
                  <a:cubicBezTo>
                    <a:pt x="1353" y="8817"/>
                    <a:pt x="1400" y="8770"/>
                    <a:pt x="1458" y="8770"/>
                  </a:cubicBezTo>
                  <a:close/>
                  <a:moveTo>
                    <a:pt x="404" y="9296"/>
                  </a:moveTo>
                  <a:cubicBezTo>
                    <a:pt x="405" y="9296"/>
                    <a:pt x="406" y="9296"/>
                    <a:pt x="406" y="9296"/>
                  </a:cubicBezTo>
                  <a:cubicBezTo>
                    <a:pt x="501" y="9296"/>
                    <a:pt x="548" y="9410"/>
                    <a:pt x="482" y="9477"/>
                  </a:cubicBezTo>
                  <a:cubicBezTo>
                    <a:pt x="460" y="9499"/>
                    <a:pt x="433" y="9509"/>
                    <a:pt x="407" y="9509"/>
                  </a:cubicBezTo>
                  <a:cubicBezTo>
                    <a:pt x="352" y="9509"/>
                    <a:pt x="299" y="9466"/>
                    <a:pt x="299" y="9402"/>
                  </a:cubicBezTo>
                  <a:cubicBezTo>
                    <a:pt x="299" y="9344"/>
                    <a:pt x="346" y="9296"/>
                    <a:pt x="404" y="9296"/>
                  </a:cubicBezTo>
                  <a:close/>
                  <a:moveTo>
                    <a:pt x="932" y="9296"/>
                  </a:moveTo>
                  <a:cubicBezTo>
                    <a:pt x="1027" y="9296"/>
                    <a:pt x="1075" y="9410"/>
                    <a:pt x="1007" y="9477"/>
                  </a:cubicBezTo>
                  <a:cubicBezTo>
                    <a:pt x="986" y="9499"/>
                    <a:pt x="959" y="9509"/>
                    <a:pt x="933" y="9509"/>
                  </a:cubicBezTo>
                  <a:cubicBezTo>
                    <a:pt x="879" y="9509"/>
                    <a:pt x="826" y="9466"/>
                    <a:pt x="826" y="9402"/>
                  </a:cubicBezTo>
                  <a:cubicBezTo>
                    <a:pt x="826" y="9343"/>
                    <a:pt x="873" y="9296"/>
                    <a:pt x="932" y="9296"/>
                  </a:cubicBezTo>
                  <a:close/>
                  <a:moveTo>
                    <a:pt x="1456" y="9296"/>
                  </a:moveTo>
                  <a:cubicBezTo>
                    <a:pt x="1457" y="9296"/>
                    <a:pt x="1458" y="9296"/>
                    <a:pt x="1458" y="9296"/>
                  </a:cubicBezTo>
                  <a:cubicBezTo>
                    <a:pt x="1553" y="9296"/>
                    <a:pt x="1601" y="9410"/>
                    <a:pt x="1534" y="9477"/>
                  </a:cubicBezTo>
                  <a:cubicBezTo>
                    <a:pt x="1512" y="9499"/>
                    <a:pt x="1485" y="9509"/>
                    <a:pt x="1459" y="9509"/>
                  </a:cubicBezTo>
                  <a:cubicBezTo>
                    <a:pt x="1405" y="9509"/>
                    <a:pt x="1353" y="9466"/>
                    <a:pt x="1353" y="9402"/>
                  </a:cubicBezTo>
                  <a:cubicBezTo>
                    <a:pt x="1353" y="9344"/>
                    <a:pt x="1399" y="9296"/>
                    <a:pt x="1456" y="9296"/>
                  </a:cubicBezTo>
                  <a:close/>
                  <a:moveTo>
                    <a:pt x="406" y="9822"/>
                  </a:moveTo>
                  <a:cubicBezTo>
                    <a:pt x="501" y="9822"/>
                    <a:pt x="548" y="9936"/>
                    <a:pt x="482" y="10004"/>
                  </a:cubicBezTo>
                  <a:cubicBezTo>
                    <a:pt x="460" y="10025"/>
                    <a:pt x="433" y="10035"/>
                    <a:pt x="407" y="10035"/>
                  </a:cubicBezTo>
                  <a:cubicBezTo>
                    <a:pt x="352" y="10035"/>
                    <a:pt x="299" y="9993"/>
                    <a:pt x="299" y="9929"/>
                  </a:cubicBezTo>
                  <a:cubicBezTo>
                    <a:pt x="299" y="9870"/>
                    <a:pt x="347" y="9822"/>
                    <a:pt x="406" y="9822"/>
                  </a:cubicBezTo>
                  <a:close/>
                  <a:moveTo>
                    <a:pt x="932" y="9822"/>
                  </a:moveTo>
                  <a:cubicBezTo>
                    <a:pt x="1027" y="9822"/>
                    <a:pt x="1075" y="9936"/>
                    <a:pt x="1007" y="10004"/>
                  </a:cubicBezTo>
                  <a:cubicBezTo>
                    <a:pt x="986" y="10025"/>
                    <a:pt x="959" y="10035"/>
                    <a:pt x="933" y="10035"/>
                  </a:cubicBezTo>
                  <a:cubicBezTo>
                    <a:pt x="879" y="10035"/>
                    <a:pt x="826" y="9993"/>
                    <a:pt x="826" y="9929"/>
                  </a:cubicBezTo>
                  <a:cubicBezTo>
                    <a:pt x="826" y="9870"/>
                    <a:pt x="873" y="9822"/>
                    <a:pt x="932" y="9822"/>
                  </a:cubicBezTo>
                  <a:close/>
                  <a:moveTo>
                    <a:pt x="1458" y="9822"/>
                  </a:moveTo>
                  <a:cubicBezTo>
                    <a:pt x="1553" y="9822"/>
                    <a:pt x="1601" y="9936"/>
                    <a:pt x="1534" y="10004"/>
                  </a:cubicBezTo>
                  <a:cubicBezTo>
                    <a:pt x="1512" y="10025"/>
                    <a:pt x="1485" y="10035"/>
                    <a:pt x="1459" y="10035"/>
                  </a:cubicBezTo>
                  <a:cubicBezTo>
                    <a:pt x="1405" y="10035"/>
                    <a:pt x="1353" y="9993"/>
                    <a:pt x="1353" y="9929"/>
                  </a:cubicBezTo>
                  <a:cubicBezTo>
                    <a:pt x="1353" y="9870"/>
                    <a:pt x="1400" y="9822"/>
                    <a:pt x="1458" y="9822"/>
                  </a:cubicBezTo>
                  <a:close/>
                  <a:moveTo>
                    <a:pt x="406" y="10348"/>
                  </a:moveTo>
                  <a:cubicBezTo>
                    <a:pt x="501" y="10348"/>
                    <a:pt x="548" y="10463"/>
                    <a:pt x="482" y="10529"/>
                  </a:cubicBezTo>
                  <a:cubicBezTo>
                    <a:pt x="460" y="10551"/>
                    <a:pt x="433" y="10561"/>
                    <a:pt x="406" y="10561"/>
                  </a:cubicBezTo>
                  <a:cubicBezTo>
                    <a:pt x="352" y="10561"/>
                    <a:pt x="299" y="10519"/>
                    <a:pt x="299" y="10455"/>
                  </a:cubicBezTo>
                  <a:cubicBezTo>
                    <a:pt x="299" y="10395"/>
                    <a:pt x="347" y="10348"/>
                    <a:pt x="406" y="10348"/>
                  </a:cubicBezTo>
                  <a:close/>
                  <a:moveTo>
                    <a:pt x="932" y="10348"/>
                  </a:moveTo>
                  <a:cubicBezTo>
                    <a:pt x="1027" y="10348"/>
                    <a:pt x="1075" y="10463"/>
                    <a:pt x="1007" y="10529"/>
                  </a:cubicBezTo>
                  <a:cubicBezTo>
                    <a:pt x="986" y="10551"/>
                    <a:pt x="959" y="10561"/>
                    <a:pt x="933" y="10561"/>
                  </a:cubicBezTo>
                  <a:cubicBezTo>
                    <a:pt x="878" y="10561"/>
                    <a:pt x="826" y="10519"/>
                    <a:pt x="826" y="10455"/>
                  </a:cubicBezTo>
                  <a:cubicBezTo>
                    <a:pt x="826" y="10395"/>
                    <a:pt x="873" y="10348"/>
                    <a:pt x="932" y="10348"/>
                  </a:cubicBezTo>
                  <a:close/>
                  <a:moveTo>
                    <a:pt x="1458" y="10348"/>
                  </a:moveTo>
                  <a:cubicBezTo>
                    <a:pt x="1553" y="10348"/>
                    <a:pt x="1601" y="10463"/>
                    <a:pt x="1534" y="10529"/>
                  </a:cubicBezTo>
                  <a:cubicBezTo>
                    <a:pt x="1512" y="10551"/>
                    <a:pt x="1485" y="10561"/>
                    <a:pt x="1459" y="10561"/>
                  </a:cubicBezTo>
                  <a:cubicBezTo>
                    <a:pt x="1404" y="10561"/>
                    <a:pt x="1353" y="10519"/>
                    <a:pt x="1353" y="10455"/>
                  </a:cubicBezTo>
                  <a:cubicBezTo>
                    <a:pt x="1353" y="10395"/>
                    <a:pt x="1400" y="10348"/>
                    <a:pt x="1458" y="10348"/>
                  </a:cubicBezTo>
                  <a:close/>
                  <a:moveTo>
                    <a:pt x="406" y="10875"/>
                  </a:moveTo>
                  <a:cubicBezTo>
                    <a:pt x="501" y="10875"/>
                    <a:pt x="548" y="10990"/>
                    <a:pt x="482" y="11056"/>
                  </a:cubicBezTo>
                  <a:cubicBezTo>
                    <a:pt x="460" y="11078"/>
                    <a:pt x="433" y="11088"/>
                    <a:pt x="407" y="11088"/>
                  </a:cubicBezTo>
                  <a:cubicBezTo>
                    <a:pt x="352" y="11088"/>
                    <a:pt x="299" y="11045"/>
                    <a:pt x="299" y="10981"/>
                  </a:cubicBezTo>
                  <a:cubicBezTo>
                    <a:pt x="299" y="10922"/>
                    <a:pt x="347" y="10875"/>
                    <a:pt x="406" y="10875"/>
                  </a:cubicBezTo>
                  <a:close/>
                  <a:moveTo>
                    <a:pt x="932" y="10875"/>
                  </a:moveTo>
                  <a:cubicBezTo>
                    <a:pt x="1027" y="10875"/>
                    <a:pt x="1075" y="10990"/>
                    <a:pt x="1007" y="11056"/>
                  </a:cubicBezTo>
                  <a:cubicBezTo>
                    <a:pt x="986" y="11078"/>
                    <a:pt x="959" y="11088"/>
                    <a:pt x="933" y="11088"/>
                  </a:cubicBezTo>
                  <a:cubicBezTo>
                    <a:pt x="878" y="11088"/>
                    <a:pt x="826" y="11045"/>
                    <a:pt x="826" y="10981"/>
                  </a:cubicBezTo>
                  <a:cubicBezTo>
                    <a:pt x="826" y="10922"/>
                    <a:pt x="873" y="10875"/>
                    <a:pt x="932" y="10875"/>
                  </a:cubicBezTo>
                  <a:close/>
                  <a:moveTo>
                    <a:pt x="1458" y="10875"/>
                  </a:moveTo>
                  <a:cubicBezTo>
                    <a:pt x="1553" y="10875"/>
                    <a:pt x="1601" y="10990"/>
                    <a:pt x="1534" y="11056"/>
                  </a:cubicBezTo>
                  <a:cubicBezTo>
                    <a:pt x="1512" y="11078"/>
                    <a:pt x="1485" y="11088"/>
                    <a:pt x="1459" y="11088"/>
                  </a:cubicBezTo>
                  <a:cubicBezTo>
                    <a:pt x="1405" y="11088"/>
                    <a:pt x="1353" y="11045"/>
                    <a:pt x="1353" y="10981"/>
                  </a:cubicBezTo>
                  <a:cubicBezTo>
                    <a:pt x="1353" y="10922"/>
                    <a:pt x="1400" y="10875"/>
                    <a:pt x="1458" y="10875"/>
                  </a:cubicBezTo>
                  <a:close/>
                  <a:moveTo>
                    <a:pt x="406" y="11400"/>
                  </a:moveTo>
                  <a:cubicBezTo>
                    <a:pt x="501" y="11400"/>
                    <a:pt x="548" y="11515"/>
                    <a:pt x="482" y="11583"/>
                  </a:cubicBezTo>
                  <a:cubicBezTo>
                    <a:pt x="460" y="11604"/>
                    <a:pt x="433" y="11614"/>
                    <a:pt x="407" y="11614"/>
                  </a:cubicBezTo>
                  <a:cubicBezTo>
                    <a:pt x="352" y="11614"/>
                    <a:pt x="299" y="11571"/>
                    <a:pt x="299" y="11507"/>
                  </a:cubicBezTo>
                  <a:cubicBezTo>
                    <a:pt x="299" y="11449"/>
                    <a:pt x="347" y="11400"/>
                    <a:pt x="406" y="11400"/>
                  </a:cubicBezTo>
                  <a:close/>
                  <a:moveTo>
                    <a:pt x="932" y="11400"/>
                  </a:moveTo>
                  <a:cubicBezTo>
                    <a:pt x="1027" y="11400"/>
                    <a:pt x="1075" y="11515"/>
                    <a:pt x="1007" y="11583"/>
                  </a:cubicBezTo>
                  <a:cubicBezTo>
                    <a:pt x="986" y="11604"/>
                    <a:pt x="959" y="11614"/>
                    <a:pt x="933" y="11614"/>
                  </a:cubicBezTo>
                  <a:cubicBezTo>
                    <a:pt x="879" y="11614"/>
                    <a:pt x="826" y="11571"/>
                    <a:pt x="826" y="11507"/>
                  </a:cubicBezTo>
                  <a:cubicBezTo>
                    <a:pt x="826" y="11449"/>
                    <a:pt x="873" y="11400"/>
                    <a:pt x="932" y="11400"/>
                  </a:cubicBezTo>
                  <a:close/>
                  <a:moveTo>
                    <a:pt x="1458" y="11400"/>
                  </a:moveTo>
                  <a:cubicBezTo>
                    <a:pt x="1553" y="11400"/>
                    <a:pt x="1601" y="11515"/>
                    <a:pt x="1534" y="11583"/>
                  </a:cubicBezTo>
                  <a:cubicBezTo>
                    <a:pt x="1512" y="11604"/>
                    <a:pt x="1485" y="11614"/>
                    <a:pt x="1459" y="11614"/>
                  </a:cubicBezTo>
                  <a:cubicBezTo>
                    <a:pt x="1405" y="11614"/>
                    <a:pt x="1353" y="11571"/>
                    <a:pt x="1353" y="11507"/>
                  </a:cubicBezTo>
                  <a:cubicBezTo>
                    <a:pt x="1353" y="11449"/>
                    <a:pt x="1400" y="11400"/>
                    <a:pt x="1458" y="11400"/>
                  </a:cubicBezTo>
                  <a:close/>
                  <a:moveTo>
                    <a:pt x="406" y="11927"/>
                  </a:moveTo>
                  <a:cubicBezTo>
                    <a:pt x="501" y="11927"/>
                    <a:pt x="548" y="12042"/>
                    <a:pt x="481" y="12109"/>
                  </a:cubicBezTo>
                  <a:cubicBezTo>
                    <a:pt x="459" y="12131"/>
                    <a:pt x="433" y="12140"/>
                    <a:pt x="407" y="12140"/>
                  </a:cubicBezTo>
                  <a:cubicBezTo>
                    <a:pt x="352" y="12140"/>
                    <a:pt x="299" y="12098"/>
                    <a:pt x="299" y="12034"/>
                  </a:cubicBezTo>
                  <a:cubicBezTo>
                    <a:pt x="299" y="11975"/>
                    <a:pt x="347" y="11927"/>
                    <a:pt x="406" y="11927"/>
                  </a:cubicBezTo>
                  <a:close/>
                  <a:moveTo>
                    <a:pt x="932" y="11927"/>
                  </a:moveTo>
                  <a:cubicBezTo>
                    <a:pt x="1027" y="11927"/>
                    <a:pt x="1075" y="12042"/>
                    <a:pt x="1007" y="12109"/>
                  </a:cubicBezTo>
                  <a:cubicBezTo>
                    <a:pt x="986" y="12131"/>
                    <a:pt x="959" y="12140"/>
                    <a:pt x="933" y="12140"/>
                  </a:cubicBezTo>
                  <a:cubicBezTo>
                    <a:pt x="879" y="12140"/>
                    <a:pt x="826" y="12098"/>
                    <a:pt x="826" y="12034"/>
                  </a:cubicBezTo>
                  <a:cubicBezTo>
                    <a:pt x="826" y="11975"/>
                    <a:pt x="873" y="11927"/>
                    <a:pt x="932" y="11927"/>
                  </a:cubicBezTo>
                  <a:close/>
                  <a:moveTo>
                    <a:pt x="1458" y="11927"/>
                  </a:moveTo>
                  <a:cubicBezTo>
                    <a:pt x="1553" y="11927"/>
                    <a:pt x="1601" y="12042"/>
                    <a:pt x="1534" y="12109"/>
                  </a:cubicBezTo>
                  <a:cubicBezTo>
                    <a:pt x="1512" y="12131"/>
                    <a:pt x="1485" y="12140"/>
                    <a:pt x="1459" y="12140"/>
                  </a:cubicBezTo>
                  <a:cubicBezTo>
                    <a:pt x="1405" y="12140"/>
                    <a:pt x="1353" y="12098"/>
                    <a:pt x="1353" y="12034"/>
                  </a:cubicBezTo>
                  <a:cubicBezTo>
                    <a:pt x="1353" y="11975"/>
                    <a:pt x="1400" y="11927"/>
                    <a:pt x="1458" y="11927"/>
                  </a:cubicBezTo>
                  <a:close/>
                  <a:moveTo>
                    <a:pt x="406" y="12453"/>
                  </a:moveTo>
                  <a:cubicBezTo>
                    <a:pt x="501" y="12453"/>
                    <a:pt x="548" y="12568"/>
                    <a:pt x="482" y="12635"/>
                  </a:cubicBezTo>
                  <a:cubicBezTo>
                    <a:pt x="460" y="12657"/>
                    <a:pt x="433" y="12666"/>
                    <a:pt x="406" y="12666"/>
                  </a:cubicBezTo>
                  <a:cubicBezTo>
                    <a:pt x="352" y="12666"/>
                    <a:pt x="299" y="12624"/>
                    <a:pt x="299" y="12560"/>
                  </a:cubicBezTo>
                  <a:cubicBezTo>
                    <a:pt x="299" y="12501"/>
                    <a:pt x="347" y="12453"/>
                    <a:pt x="406" y="12453"/>
                  </a:cubicBezTo>
                  <a:close/>
                  <a:moveTo>
                    <a:pt x="932" y="12453"/>
                  </a:moveTo>
                  <a:cubicBezTo>
                    <a:pt x="1027" y="12453"/>
                    <a:pt x="1075" y="12568"/>
                    <a:pt x="1007" y="12635"/>
                  </a:cubicBezTo>
                  <a:cubicBezTo>
                    <a:pt x="986" y="12657"/>
                    <a:pt x="959" y="12666"/>
                    <a:pt x="933" y="12666"/>
                  </a:cubicBezTo>
                  <a:cubicBezTo>
                    <a:pt x="878" y="12666"/>
                    <a:pt x="826" y="12624"/>
                    <a:pt x="826" y="12560"/>
                  </a:cubicBezTo>
                  <a:cubicBezTo>
                    <a:pt x="826" y="12501"/>
                    <a:pt x="873" y="12453"/>
                    <a:pt x="932" y="12453"/>
                  </a:cubicBezTo>
                  <a:close/>
                  <a:moveTo>
                    <a:pt x="1458" y="12453"/>
                  </a:moveTo>
                  <a:cubicBezTo>
                    <a:pt x="1553" y="12453"/>
                    <a:pt x="1601" y="12568"/>
                    <a:pt x="1534" y="12635"/>
                  </a:cubicBezTo>
                  <a:cubicBezTo>
                    <a:pt x="1512" y="12657"/>
                    <a:pt x="1485" y="12666"/>
                    <a:pt x="1459" y="12666"/>
                  </a:cubicBezTo>
                  <a:cubicBezTo>
                    <a:pt x="1404" y="12666"/>
                    <a:pt x="1353" y="12624"/>
                    <a:pt x="1353" y="12560"/>
                  </a:cubicBezTo>
                  <a:cubicBezTo>
                    <a:pt x="1353" y="12501"/>
                    <a:pt x="1400" y="12453"/>
                    <a:pt x="1458" y="12453"/>
                  </a:cubicBezTo>
                  <a:close/>
                  <a:moveTo>
                    <a:pt x="406" y="12980"/>
                  </a:moveTo>
                  <a:cubicBezTo>
                    <a:pt x="501" y="12980"/>
                    <a:pt x="548" y="13095"/>
                    <a:pt x="482" y="13161"/>
                  </a:cubicBezTo>
                  <a:cubicBezTo>
                    <a:pt x="460" y="13183"/>
                    <a:pt x="433" y="13193"/>
                    <a:pt x="407" y="13193"/>
                  </a:cubicBezTo>
                  <a:cubicBezTo>
                    <a:pt x="352" y="13193"/>
                    <a:pt x="299" y="13150"/>
                    <a:pt x="299" y="13086"/>
                  </a:cubicBezTo>
                  <a:cubicBezTo>
                    <a:pt x="299" y="13027"/>
                    <a:pt x="347" y="12980"/>
                    <a:pt x="406" y="12980"/>
                  </a:cubicBezTo>
                  <a:close/>
                  <a:moveTo>
                    <a:pt x="932" y="12980"/>
                  </a:moveTo>
                  <a:cubicBezTo>
                    <a:pt x="1027" y="12980"/>
                    <a:pt x="1075" y="13095"/>
                    <a:pt x="1007" y="13161"/>
                  </a:cubicBezTo>
                  <a:cubicBezTo>
                    <a:pt x="986" y="13183"/>
                    <a:pt x="959" y="13193"/>
                    <a:pt x="933" y="13193"/>
                  </a:cubicBezTo>
                  <a:cubicBezTo>
                    <a:pt x="878" y="13193"/>
                    <a:pt x="826" y="13150"/>
                    <a:pt x="826" y="13086"/>
                  </a:cubicBezTo>
                  <a:cubicBezTo>
                    <a:pt x="826" y="13027"/>
                    <a:pt x="873" y="12980"/>
                    <a:pt x="932" y="12980"/>
                  </a:cubicBezTo>
                  <a:close/>
                  <a:moveTo>
                    <a:pt x="1458" y="12980"/>
                  </a:moveTo>
                  <a:cubicBezTo>
                    <a:pt x="1553" y="12980"/>
                    <a:pt x="1601" y="13095"/>
                    <a:pt x="1534" y="13161"/>
                  </a:cubicBezTo>
                  <a:cubicBezTo>
                    <a:pt x="1512" y="13183"/>
                    <a:pt x="1485" y="13193"/>
                    <a:pt x="1459" y="13193"/>
                  </a:cubicBezTo>
                  <a:cubicBezTo>
                    <a:pt x="1405" y="13193"/>
                    <a:pt x="1353" y="13150"/>
                    <a:pt x="1353" y="13086"/>
                  </a:cubicBezTo>
                  <a:cubicBezTo>
                    <a:pt x="1353" y="13027"/>
                    <a:pt x="1400" y="12980"/>
                    <a:pt x="1458" y="12980"/>
                  </a:cubicBezTo>
                  <a:close/>
                  <a:moveTo>
                    <a:pt x="406" y="13506"/>
                  </a:moveTo>
                  <a:cubicBezTo>
                    <a:pt x="501" y="13506"/>
                    <a:pt x="548" y="13620"/>
                    <a:pt x="482" y="13688"/>
                  </a:cubicBezTo>
                  <a:cubicBezTo>
                    <a:pt x="460" y="13709"/>
                    <a:pt x="433" y="13719"/>
                    <a:pt x="407" y="13719"/>
                  </a:cubicBezTo>
                  <a:cubicBezTo>
                    <a:pt x="352" y="13719"/>
                    <a:pt x="299" y="13676"/>
                    <a:pt x="299" y="13612"/>
                  </a:cubicBezTo>
                  <a:cubicBezTo>
                    <a:pt x="299" y="13554"/>
                    <a:pt x="347" y="13506"/>
                    <a:pt x="406" y="13506"/>
                  </a:cubicBezTo>
                  <a:close/>
                  <a:moveTo>
                    <a:pt x="932" y="13506"/>
                  </a:moveTo>
                  <a:cubicBezTo>
                    <a:pt x="1027" y="13506"/>
                    <a:pt x="1075" y="13620"/>
                    <a:pt x="1007" y="13688"/>
                  </a:cubicBezTo>
                  <a:cubicBezTo>
                    <a:pt x="986" y="13709"/>
                    <a:pt x="959" y="13719"/>
                    <a:pt x="933" y="13719"/>
                  </a:cubicBezTo>
                  <a:cubicBezTo>
                    <a:pt x="879" y="13719"/>
                    <a:pt x="826" y="13676"/>
                    <a:pt x="826" y="13612"/>
                  </a:cubicBezTo>
                  <a:cubicBezTo>
                    <a:pt x="826" y="13554"/>
                    <a:pt x="873" y="13506"/>
                    <a:pt x="932" y="13506"/>
                  </a:cubicBezTo>
                  <a:close/>
                  <a:moveTo>
                    <a:pt x="1458" y="13506"/>
                  </a:moveTo>
                  <a:cubicBezTo>
                    <a:pt x="1553" y="13506"/>
                    <a:pt x="1601" y="13620"/>
                    <a:pt x="1534" y="13688"/>
                  </a:cubicBezTo>
                  <a:cubicBezTo>
                    <a:pt x="1512" y="13709"/>
                    <a:pt x="1485" y="13719"/>
                    <a:pt x="1459" y="13719"/>
                  </a:cubicBezTo>
                  <a:cubicBezTo>
                    <a:pt x="1405" y="13719"/>
                    <a:pt x="1353" y="13676"/>
                    <a:pt x="1353" y="13612"/>
                  </a:cubicBezTo>
                  <a:cubicBezTo>
                    <a:pt x="1353" y="13554"/>
                    <a:pt x="1400" y="13506"/>
                    <a:pt x="1458" y="13506"/>
                  </a:cubicBezTo>
                  <a:close/>
                  <a:moveTo>
                    <a:pt x="406" y="14032"/>
                  </a:moveTo>
                  <a:cubicBezTo>
                    <a:pt x="501" y="14032"/>
                    <a:pt x="548" y="14147"/>
                    <a:pt x="482" y="14214"/>
                  </a:cubicBezTo>
                  <a:cubicBezTo>
                    <a:pt x="460" y="14236"/>
                    <a:pt x="433" y="14245"/>
                    <a:pt x="407" y="14245"/>
                  </a:cubicBezTo>
                  <a:cubicBezTo>
                    <a:pt x="352" y="14245"/>
                    <a:pt x="299" y="14203"/>
                    <a:pt x="299" y="14139"/>
                  </a:cubicBezTo>
                  <a:cubicBezTo>
                    <a:pt x="299" y="14079"/>
                    <a:pt x="347" y="14032"/>
                    <a:pt x="406" y="14032"/>
                  </a:cubicBezTo>
                  <a:close/>
                  <a:moveTo>
                    <a:pt x="932" y="14032"/>
                  </a:moveTo>
                  <a:cubicBezTo>
                    <a:pt x="1027" y="14032"/>
                    <a:pt x="1075" y="14147"/>
                    <a:pt x="1007" y="14214"/>
                  </a:cubicBezTo>
                  <a:cubicBezTo>
                    <a:pt x="986" y="14236"/>
                    <a:pt x="959" y="14245"/>
                    <a:pt x="933" y="14245"/>
                  </a:cubicBezTo>
                  <a:cubicBezTo>
                    <a:pt x="879" y="14245"/>
                    <a:pt x="826" y="14203"/>
                    <a:pt x="826" y="14139"/>
                  </a:cubicBezTo>
                  <a:cubicBezTo>
                    <a:pt x="826" y="14079"/>
                    <a:pt x="873" y="14032"/>
                    <a:pt x="932" y="14032"/>
                  </a:cubicBezTo>
                  <a:close/>
                  <a:moveTo>
                    <a:pt x="1458" y="14032"/>
                  </a:moveTo>
                  <a:cubicBezTo>
                    <a:pt x="1553" y="14032"/>
                    <a:pt x="1601" y="14147"/>
                    <a:pt x="1534" y="14214"/>
                  </a:cubicBezTo>
                  <a:cubicBezTo>
                    <a:pt x="1512" y="14236"/>
                    <a:pt x="1485" y="14245"/>
                    <a:pt x="1459" y="14245"/>
                  </a:cubicBezTo>
                  <a:cubicBezTo>
                    <a:pt x="1405" y="14245"/>
                    <a:pt x="1353" y="14203"/>
                    <a:pt x="1353" y="14139"/>
                  </a:cubicBezTo>
                  <a:cubicBezTo>
                    <a:pt x="1353" y="14079"/>
                    <a:pt x="1400" y="14032"/>
                    <a:pt x="1458" y="14032"/>
                  </a:cubicBezTo>
                  <a:close/>
                  <a:moveTo>
                    <a:pt x="406" y="14559"/>
                  </a:moveTo>
                  <a:cubicBezTo>
                    <a:pt x="501" y="14559"/>
                    <a:pt x="548" y="14673"/>
                    <a:pt x="482" y="14740"/>
                  </a:cubicBezTo>
                  <a:cubicBezTo>
                    <a:pt x="460" y="14762"/>
                    <a:pt x="433" y="14772"/>
                    <a:pt x="407" y="14772"/>
                  </a:cubicBezTo>
                  <a:cubicBezTo>
                    <a:pt x="352" y="14772"/>
                    <a:pt x="299" y="14729"/>
                    <a:pt x="299" y="14664"/>
                  </a:cubicBezTo>
                  <a:cubicBezTo>
                    <a:pt x="299" y="14606"/>
                    <a:pt x="347" y="14559"/>
                    <a:pt x="406" y="14559"/>
                  </a:cubicBezTo>
                  <a:close/>
                  <a:moveTo>
                    <a:pt x="932" y="14559"/>
                  </a:moveTo>
                  <a:cubicBezTo>
                    <a:pt x="1027" y="14559"/>
                    <a:pt x="1075" y="14673"/>
                    <a:pt x="1007" y="14740"/>
                  </a:cubicBezTo>
                  <a:cubicBezTo>
                    <a:pt x="986" y="14762"/>
                    <a:pt x="959" y="14772"/>
                    <a:pt x="933" y="14772"/>
                  </a:cubicBezTo>
                  <a:cubicBezTo>
                    <a:pt x="878" y="14772"/>
                    <a:pt x="826" y="14729"/>
                    <a:pt x="826" y="14664"/>
                  </a:cubicBezTo>
                  <a:cubicBezTo>
                    <a:pt x="826" y="14606"/>
                    <a:pt x="873" y="14559"/>
                    <a:pt x="932" y="14559"/>
                  </a:cubicBezTo>
                  <a:close/>
                  <a:moveTo>
                    <a:pt x="1458" y="14559"/>
                  </a:moveTo>
                  <a:cubicBezTo>
                    <a:pt x="1553" y="14559"/>
                    <a:pt x="1601" y="14673"/>
                    <a:pt x="1534" y="14740"/>
                  </a:cubicBezTo>
                  <a:cubicBezTo>
                    <a:pt x="1512" y="14762"/>
                    <a:pt x="1485" y="14772"/>
                    <a:pt x="1459" y="14772"/>
                  </a:cubicBezTo>
                  <a:cubicBezTo>
                    <a:pt x="1405" y="14772"/>
                    <a:pt x="1353" y="14729"/>
                    <a:pt x="1353" y="14664"/>
                  </a:cubicBezTo>
                  <a:cubicBezTo>
                    <a:pt x="1353" y="14606"/>
                    <a:pt x="1400" y="14559"/>
                    <a:pt x="1458" y="14559"/>
                  </a:cubicBezTo>
                  <a:close/>
                  <a:moveTo>
                    <a:pt x="406" y="15085"/>
                  </a:moveTo>
                  <a:cubicBezTo>
                    <a:pt x="501" y="15085"/>
                    <a:pt x="548" y="15200"/>
                    <a:pt x="482" y="15266"/>
                  </a:cubicBezTo>
                  <a:cubicBezTo>
                    <a:pt x="460" y="15288"/>
                    <a:pt x="433" y="15298"/>
                    <a:pt x="407" y="15298"/>
                  </a:cubicBezTo>
                  <a:cubicBezTo>
                    <a:pt x="352" y="15298"/>
                    <a:pt x="299" y="15255"/>
                    <a:pt x="299" y="15191"/>
                  </a:cubicBezTo>
                  <a:cubicBezTo>
                    <a:pt x="299" y="15133"/>
                    <a:pt x="347" y="15085"/>
                    <a:pt x="406" y="15085"/>
                  </a:cubicBezTo>
                  <a:close/>
                  <a:moveTo>
                    <a:pt x="932" y="15085"/>
                  </a:moveTo>
                  <a:cubicBezTo>
                    <a:pt x="1027" y="15085"/>
                    <a:pt x="1075" y="15199"/>
                    <a:pt x="1007" y="15266"/>
                  </a:cubicBezTo>
                  <a:cubicBezTo>
                    <a:pt x="986" y="15288"/>
                    <a:pt x="959" y="15298"/>
                    <a:pt x="933" y="15298"/>
                  </a:cubicBezTo>
                  <a:cubicBezTo>
                    <a:pt x="879" y="15298"/>
                    <a:pt x="826" y="15255"/>
                    <a:pt x="826" y="15191"/>
                  </a:cubicBezTo>
                  <a:cubicBezTo>
                    <a:pt x="826" y="15133"/>
                    <a:pt x="873" y="15085"/>
                    <a:pt x="932" y="15085"/>
                  </a:cubicBezTo>
                  <a:close/>
                  <a:moveTo>
                    <a:pt x="1458" y="15085"/>
                  </a:moveTo>
                  <a:cubicBezTo>
                    <a:pt x="1553" y="15085"/>
                    <a:pt x="1601" y="15199"/>
                    <a:pt x="1534" y="15266"/>
                  </a:cubicBezTo>
                  <a:cubicBezTo>
                    <a:pt x="1512" y="15288"/>
                    <a:pt x="1485" y="15298"/>
                    <a:pt x="1459" y="15298"/>
                  </a:cubicBezTo>
                  <a:cubicBezTo>
                    <a:pt x="1405" y="15298"/>
                    <a:pt x="1353" y="15255"/>
                    <a:pt x="1353" y="15191"/>
                  </a:cubicBezTo>
                  <a:cubicBezTo>
                    <a:pt x="1353" y="15133"/>
                    <a:pt x="1400" y="15085"/>
                    <a:pt x="1458" y="15085"/>
                  </a:cubicBezTo>
                  <a:close/>
                  <a:moveTo>
                    <a:pt x="406" y="15611"/>
                  </a:moveTo>
                  <a:cubicBezTo>
                    <a:pt x="501" y="15611"/>
                    <a:pt x="548" y="15726"/>
                    <a:pt x="482" y="15793"/>
                  </a:cubicBezTo>
                  <a:cubicBezTo>
                    <a:pt x="460" y="15814"/>
                    <a:pt x="433" y="15824"/>
                    <a:pt x="407" y="15824"/>
                  </a:cubicBezTo>
                  <a:cubicBezTo>
                    <a:pt x="352" y="15824"/>
                    <a:pt x="299" y="15782"/>
                    <a:pt x="299" y="15718"/>
                  </a:cubicBezTo>
                  <a:cubicBezTo>
                    <a:pt x="299" y="15659"/>
                    <a:pt x="347" y="15611"/>
                    <a:pt x="406" y="15611"/>
                  </a:cubicBezTo>
                  <a:close/>
                  <a:moveTo>
                    <a:pt x="932" y="15611"/>
                  </a:moveTo>
                  <a:cubicBezTo>
                    <a:pt x="1027" y="15611"/>
                    <a:pt x="1075" y="15726"/>
                    <a:pt x="1007" y="15793"/>
                  </a:cubicBezTo>
                  <a:cubicBezTo>
                    <a:pt x="986" y="15814"/>
                    <a:pt x="959" y="15824"/>
                    <a:pt x="933" y="15824"/>
                  </a:cubicBezTo>
                  <a:cubicBezTo>
                    <a:pt x="879" y="15824"/>
                    <a:pt x="826" y="15782"/>
                    <a:pt x="826" y="15718"/>
                  </a:cubicBezTo>
                  <a:cubicBezTo>
                    <a:pt x="826" y="15659"/>
                    <a:pt x="873" y="15611"/>
                    <a:pt x="932" y="15611"/>
                  </a:cubicBezTo>
                  <a:close/>
                  <a:moveTo>
                    <a:pt x="1458" y="15611"/>
                  </a:moveTo>
                  <a:cubicBezTo>
                    <a:pt x="1553" y="15611"/>
                    <a:pt x="1601" y="15726"/>
                    <a:pt x="1534" y="15793"/>
                  </a:cubicBezTo>
                  <a:cubicBezTo>
                    <a:pt x="1512" y="15814"/>
                    <a:pt x="1485" y="15824"/>
                    <a:pt x="1459" y="15824"/>
                  </a:cubicBezTo>
                  <a:cubicBezTo>
                    <a:pt x="1405" y="15824"/>
                    <a:pt x="1353" y="15782"/>
                    <a:pt x="1353" y="15718"/>
                  </a:cubicBezTo>
                  <a:cubicBezTo>
                    <a:pt x="1353" y="15659"/>
                    <a:pt x="1400" y="15611"/>
                    <a:pt x="1458" y="15611"/>
                  </a:cubicBezTo>
                  <a:close/>
                  <a:moveTo>
                    <a:pt x="406" y="16137"/>
                  </a:moveTo>
                  <a:cubicBezTo>
                    <a:pt x="501" y="16137"/>
                    <a:pt x="548" y="16252"/>
                    <a:pt x="482" y="16320"/>
                  </a:cubicBezTo>
                  <a:cubicBezTo>
                    <a:pt x="460" y="16341"/>
                    <a:pt x="433" y="16351"/>
                    <a:pt x="407" y="16351"/>
                  </a:cubicBezTo>
                  <a:cubicBezTo>
                    <a:pt x="352" y="16351"/>
                    <a:pt x="299" y="16308"/>
                    <a:pt x="299" y="16244"/>
                  </a:cubicBezTo>
                  <a:cubicBezTo>
                    <a:pt x="299" y="16185"/>
                    <a:pt x="347" y="16137"/>
                    <a:pt x="406" y="16137"/>
                  </a:cubicBezTo>
                  <a:close/>
                  <a:moveTo>
                    <a:pt x="932" y="16137"/>
                  </a:moveTo>
                  <a:cubicBezTo>
                    <a:pt x="1027" y="16137"/>
                    <a:pt x="1075" y="16252"/>
                    <a:pt x="1007" y="16320"/>
                  </a:cubicBezTo>
                  <a:cubicBezTo>
                    <a:pt x="986" y="16341"/>
                    <a:pt x="959" y="16351"/>
                    <a:pt x="933" y="16351"/>
                  </a:cubicBezTo>
                  <a:cubicBezTo>
                    <a:pt x="879" y="16351"/>
                    <a:pt x="826" y="16308"/>
                    <a:pt x="826" y="16244"/>
                  </a:cubicBezTo>
                  <a:cubicBezTo>
                    <a:pt x="826" y="16185"/>
                    <a:pt x="873" y="16137"/>
                    <a:pt x="932" y="16137"/>
                  </a:cubicBezTo>
                  <a:close/>
                  <a:moveTo>
                    <a:pt x="1458" y="16137"/>
                  </a:moveTo>
                  <a:cubicBezTo>
                    <a:pt x="1553" y="16137"/>
                    <a:pt x="1601" y="16252"/>
                    <a:pt x="1534" y="16320"/>
                  </a:cubicBezTo>
                  <a:cubicBezTo>
                    <a:pt x="1512" y="16341"/>
                    <a:pt x="1485" y="16351"/>
                    <a:pt x="1459" y="16351"/>
                  </a:cubicBezTo>
                  <a:cubicBezTo>
                    <a:pt x="1405" y="16351"/>
                    <a:pt x="1353" y="16308"/>
                    <a:pt x="1353" y="16244"/>
                  </a:cubicBezTo>
                  <a:cubicBezTo>
                    <a:pt x="1353" y="16185"/>
                    <a:pt x="1400" y="16137"/>
                    <a:pt x="1458" y="16137"/>
                  </a:cubicBezTo>
                  <a:close/>
                  <a:moveTo>
                    <a:pt x="406" y="16664"/>
                  </a:moveTo>
                  <a:cubicBezTo>
                    <a:pt x="501" y="16664"/>
                    <a:pt x="548" y="16779"/>
                    <a:pt x="482" y="16845"/>
                  </a:cubicBezTo>
                  <a:cubicBezTo>
                    <a:pt x="460" y="16867"/>
                    <a:pt x="433" y="16877"/>
                    <a:pt x="407" y="16877"/>
                  </a:cubicBezTo>
                  <a:cubicBezTo>
                    <a:pt x="352" y="16877"/>
                    <a:pt x="299" y="16834"/>
                    <a:pt x="299" y="16770"/>
                  </a:cubicBezTo>
                  <a:cubicBezTo>
                    <a:pt x="299" y="16711"/>
                    <a:pt x="347" y="16664"/>
                    <a:pt x="406" y="16664"/>
                  </a:cubicBezTo>
                  <a:close/>
                  <a:moveTo>
                    <a:pt x="932" y="16664"/>
                  </a:moveTo>
                  <a:cubicBezTo>
                    <a:pt x="1027" y="16664"/>
                    <a:pt x="1075" y="16779"/>
                    <a:pt x="1007" y="16845"/>
                  </a:cubicBezTo>
                  <a:cubicBezTo>
                    <a:pt x="986" y="16867"/>
                    <a:pt x="959" y="16877"/>
                    <a:pt x="933" y="16877"/>
                  </a:cubicBezTo>
                  <a:cubicBezTo>
                    <a:pt x="878" y="16877"/>
                    <a:pt x="826" y="16834"/>
                    <a:pt x="826" y="16770"/>
                  </a:cubicBezTo>
                  <a:cubicBezTo>
                    <a:pt x="826" y="16711"/>
                    <a:pt x="873" y="16664"/>
                    <a:pt x="932" y="16664"/>
                  </a:cubicBezTo>
                  <a:close/>
                  <a:moveTo>
                    <a:pt x="1458" y="16664"/>
                  </a:moveTo>
                  <a:cubicBezTo>
                    <a:pt x="1553" y="16664"/>
                    <a:pt x="1601" y="16779"/>
                    <a:pt x="1534" y="16845"/>
                  </a:cubicBezTo>
                  <a:cubicBezTo>
                    <a:pt x="1512" y="16867"/>
                    <a:pt x="1485" y="16877"/>
                    <a:pt x="1459" y="16877"/>
                  </a:cubicBezTo>
                  <a:cubicBezTo>
                    <a:pt x="1405" y="16877"/>
                    <a:pt x="1353" y="16834"/>
                    <a:pt x="1353" y="16770"/>
                  </a:cubicBezTo>
                  <a:cubicBezTo>
                    <a:pt x="1353" y="16711"/>
                    <a:pt x="1400" y="16664"/>
                    <a:pt x="1458" y="16664"/>
                  </a:cubicBezTo>
                  <a:close/>
                  <a:moveTo>
                    <a:pt x="406" y="17191"/>
                  </a:moveTo>
                  <a:cubicBezTo>
                    <a:pt x="501" y="17191"/>
                    <a:pt x="548" y="17304"/>
                    <a:pt x="482" y="17372"/>
                  </a:cubicBezTo>
                  <a:cubicBezTo>
                    <a:pt x="460" y="17393"/>
                    <a:pt x="433" y="17403"/>
                    <a:pt x="407" y="17403"/>
                  </a:cubicBezTo>
                  <a:cubicBezTo>
                    <a:pt x="352" y="17403"/>
                    <a:pt x="299" y="17360"/>
                    <a:pt x="299" y="17296"/>
                  </a:cubicBezTo>
                  <a:cubicBezTo>
                    <a:pt x="299" y="17238"/>
                    <a:pt x="347" y="17191"/>
                    <a:pt x="406" y="17191"/>
                  </a:cubicBezTo>
                  <a:close/>
                  <a:moveTo>
                    <a:pt x="932" y="17191"/>
                  </a:moveTo>
                  <a:cubicBezTo>
                    <a:pt x="1027" y="17191"/>
                    <a:pt x="1075" y="17304"/>
                    <a:pt x="1007" y="17372"/>
                  </a:cubicBezTo>
                  <a:cubicBezTo>
                    <a:pt x="986" y="17393"/>
                    <a:pt x="959" y="17403"/>
                    <a:pt x="933" y="17403"/>
                  </a:cubicBezTo>
                  <a:cubicBezTo>
                    <a:pt x="879" y="17403"/>
                    <a:pt x="826" y="17360"/>
                    <a:pt x="826" y="17296"/>
                  </a:cubicBezTo>
                  <a:cubicBezTo>
                    <a:pt x="826" y="17238"/>
                    <a:pt x="873" y="17191"/>
                    <a:pt x="932" y="17191"/>
                  </a:cubicBezTo>
                  <a:close/>
                  <a:moveTo>
                    <a:pt x="1458" y="17191"/>
                  </a:moveTo>
                  <a:cubicBezTo>
                    <a:pt x="1553" y="17191"/>
                    <a:pt x="1601" y="17304"/>
                    <a:pt x="1534" y="17372"/>
                  </a:cubicBezTo>
                  <a:cubicBezTo>
                    <a:pt x="1512" y="17393"/>
                    <a:pt x="1485" y="17403"/>
                    <a:pt x="1459" y="17403"/>
                  </a:cubicBezTo>
                  <a:cubicBezTo>
                    <a:pt x="1405" y="17403"/>
                    <a:pt x="1353" y="17360"/>
                    <a:pt x="1353" y="17296"/>
                  </a:cubicBezTo>
                  <a:cubicBezTo>
                    <a:pt x="1353" y="17238"/>
                    <a:pt x="1400" y="17191"/>
                    <a:pt x="1458" y="17191"/>
                  </a:cubicBezTo>
                  <a:close/>
                  <a:moveTo>
                    <a:pt x="406" y="17716"/>
                  </a:moveTo>
                  <a:cubicBezTo>
                    <a:pt x="501" y="17716"/>
                    <a:pt x="548" y="17831"/>
                    <a:pt x="482" y="17898"/>
                  </a:cubicBezTo>
                  <a:cubicBezTo>
                    <a:pt x="460" y="17920"/>
                    <a:pt x="433" y="17929"/>
                    <a:pt x="407" y="17929"/>
                  </a:cubicBezTo>
                  <a:cubicBezTo>
                    <a:pt x="352" y="17929"/>
                    <a:pt x="299" y="17887"/>
                    <a:pt x="299" y="17823"/>
                  </a:cubicBezTo>
                  <a:cubicBezTo>
                    <a:pt x="299" y="17764"/>
                    <a:pt x="347" y="17716"/>
                    <a:pt x="406" y="17716"/>
                  </a:cubicBezTo>
                  <a:close/>
                  <a:moveTo>
                    <a:pt x="932" y="17716"/>
                  </a:moveTo>
                  <a:cubicBezTo>
                    <a:pt x="1027" y="17716"/>
                    <a:pt x="1075" y="17831"/>
                    <a:pt x="1007" y="17898"/>
                  </a:cubicBezTo>
                  <a:cubicBezTo>
                    <a:pt x="986" y="17920"/>
                    <a:pt x="959" y="17929"/>
                    <a:pt x="933" y="17929"/>
                  </a:cubicBezTo>
                  <a:cubicBezTo>
                    <a:pt x="879" y="17929"/>
                    <a:pt x="826" y="17887"/>
                    <a:pt x="826" y="17823"/>
                  </a:cubicBezTo>
                  <a:cubicBezTo>
                    <a:pt x="826" y="17764"/>
                    <a:pt x="873" y="17716"/>
                    <a:pt x="932" y="17716"/>
                  </a:cubicBezTo>
                  <a:close/>
                  <a:moveTo>
                    <a:pt x="1458" y="17716"/>
                  </a:moveTo>
                  <a:cubicBezTo>
                    <a:pt x="1553" y="17716"/>
                    <a:pt x="1601" y="17831"/>
                    <a:pt x="1534" y="17898"/>
                  </a:cubicBezTo>
                  <a:cubicBezTo>
                    <a:pt x="1512" y="17920"/>
                    <a:pt x="1485" y="17929"/>
                    <a:pt x="1459" y="17929"/>
                  </a:cubicBezTo>
                  <a:cubicBezTo>
                    <a:pt x="1405" y="17929"/>
                    <a:pt x="1353" y="17887"/>
                    <a:pt x="1353" y="17823"/>
                  </a:cubicBezTo>
                  <a:cubicBezTo>
                    <a:pt x="1353" y="17764"/>
                    <a:pt x="1400" y="17716"/>
                    <a:pt x="1458" y="17716"/>
                  </a:cubicBezTo>
                  <a:close/>
                  <a:moveTo>
                    <a:pt x="406" y="18243"/>
                  </a:moveTo>
                  <a:cubicBezTo>
                    <a:pt x="501" y="18243"/>
                    <a:pt x="548" y="18357"/>
                    <a:pt x="482" y="18424"/>
                  </a:cubicBezTo>
                  <a:cubicBezTo>
                    <a:pt x="460" y="18446"/>
                    <a:pt x="433" y="18456"/>
                    <a:pt x="406" y="18456"/>
                  </a:cubicBezTo>
                  <a:cubicBezTo>
                    <a:pt x="352" y="18456"/>
                    <a:pt x="299" y="18413"/>
                    <a:pt x="299" y="18350"/>
                  </a:cubicBezTo>
                  <a:cubicBezTo>
                    <a:pt x="299" y="18290"/>
                    <a:pt x="347" y="18243"/>
                    <a:pt x="406" y="18243"/>
                  </a:cubicBezTo>
                  <a:close/>
                  <a:moveTo>
                    <a:pt x="932" y="18243"/>
                  </a:moveTo>
                  <a:cubicBezTo>
                    <a:pt x="1027" y="18243"/>
                    <a:pt x="1075" y="18357"/>
                    <a:pt x="1007" y="18424"/>
                  </a:cubicBezTo>
                  <a:cubicBezTo>
                    <a:pt x="986" y="18446"/>
                    <a:pt x="959" y="18456"/>
                    <a:pt x="933" y="18456"/>
                  </a:cubicBezTo>
                  <a:cubicBezTo>
                    <a:pt x="878" y="18456"/>
                    <a:pt x="826" y="18413"/>
                    <a:pt x="826" y="18350"/>
                  </a:cubicBezTo>
                  <a:cubicBezTo>
                    <a:pt x="826" y="18290"/>
                    <a:pt x="873" y="18243"/>
                    <a:pt x="932" y="18243"/>
                  </a:cubicBezTo>
                  <a:close/>
                  <a:moveTo>
                    <a:pt x="1458" y="18243"/>
                  </a:moveTo>
                  <a:cubicBezTo>
                    <a:pt x="1553" y="18243"/>
                    <a:pt x="1601" y="18357"/>
                    <a:pt x="1534" y="18424"/>
                  </a:cubicBezTo>
                  <a:cubicBezTo>
                    <a:pt x="1512" y="18446"/>
                    <a:pt x="1485" y="18456"/>
                    <a:pt x="1459" y="18456"/>
                  </a:cubicBezTo>
                  <a:cubicBezTo>
                    <a:pt x="1404" y="18456"/>
                    <a:pt x="1353" y="18413"/>
                    <a:pt x="1353" y="18350"/>
                  </a:cubicBezTo>
                  <a:cubicBezTo>
                    <a:pt x="1353" y="18290"/>
                    <a:pt x="1400" y="18243"/>
                    <a:pt x="1458" y="18243"/>
                  </a:cubicBezTo>
                  <a:close/>
                  <a:moveTo>
                    <a:pt x="1458" y="18769"/>
                  </a:moveTo>
                  <a:cubicBezTo>
                    <a:pt x="1513" y="18769"/>
                    <a:pt x="1565" y="18811"/>
                    <a:pt x="1565" y="18875"/>
                  </a:cubicBezTo>
                  <a:cubicBezTo>
                    <a:pt x="1565" y="18935"/>
                    <a:pt x="1517" y="18982"/>
                    <a:pt x="1458" y="18982"/>
                  </a:cubicBezTo>
                  <a:cubicBezTo>
                    <a:pt x="1364" y="18982"/>
                    <a:pt x="1317" y="18867"/>
                    <a:pt x="1383" y="18800"/>
                  </a:cubicBezTo>
                  <a:cubicBezTo>
                    <a:pt x="1405" y="18778"/>
                    <a:pt x="1432" y="18769"/>
                    <a:pt x="1458" y="18769"/>
                  </a:cubicBezTo>
                  <a:close/>
                  <a:moveTo>
                    <a:pt x="406" y="18769"/>
                  </a:moveTo>
                  <a:cubicBezTo>
                    <a:pt x="501" y="18769"/>
                    <a:pt x="548" y="18884"/>
                    <a:pt x="482" y="18950"/>
                  </a:cubicBezTo>
                  <a:cubicBezTo>
                    <a:pt x="460" y="18972"/>
                    <a:pt x="433" y="18982"/>
                    <a:pt x="407" y="18982"/>
                  </a:cubicBezTo>
                  <a:cubicBezTo>
                    <a:pt x="352" y="18982"/>
                    <a:pt x="299" y="18940"/>
                    <a:pt x="299" y="18875"/>
                  </a:cubicBezTo>
                  <a:cubicBezTo>
                    <a:pt x="299" y="18816"/>
                    <a:pt x="347" y="18769"/>
                    <a:pt x="406" y="18769"/>
                  </a:cubicBezTo>
                  <a:close/>
                  <a:moveTo>
                    <a:pt x="932" y="18769"/>
                  </a:moveTo>
                  <a:cubicBezTo>
                    <a:pt x="1027" y="18769"/>
                    <a:pt x="1075" y="18884"/>
                    <a:pt x="1007" y="18950"/>
                  </a:cubicBezTo>
                  <a:cubicBezTo>
                    <a:pt x="986" y="18972"/>
                    <a:pt x="959" y="18982"/>
                    <a:pt x="933" y="18982"/>
                  </a:cubicBezTo>
                  <a:cubicBezTo>
                    <a:pt x="878" y="18982"/>
                    <a:pt x="826" y="18940"/>
                    <a:pt x="826" y="18875"/>
                  </a:cubicBezTo>
                  <a:cubicBezTo>
                    <a:pt x="826" y="18816"/>
                    <a:pt x="873" y="18769"/>
                    <a:pt x="932" y="18769"/>
                  </a:cubicBezTo>
                  <a:close/>
                  <a:moveTo>
                    <a:pt x="406" y="19295"/>
                  </a:moveTo>
                  <a:cubicBezTo>
                    <a:pt x="501" y="19295"/>
                    <a:pt x="548" y="19409"/>
                    <a:pt x="482" y="19477"/>
                  </a:cubicBezTo>
                  <a:cubicBezTo>
                    <a:pt x="460" y="19499"/>
                    <a:pt x="433" y="19508"/>
                    <a:pt x="407" y="19508"/>
                  </a:cubicBezTo>
                  <a:cubicBezTo>
                    <a:pt x="352" y="19508"/>
                    <a:pt x="299" y="19466"/>
                    <a:pt x="299" y="19402"/>
                  </a:cubicBezTo>
                  <a:cubicBezTo>
                    <a:pt x="299" y="19343"/>
                    <a:pt x="347" y="19295"/>
                    <a:pt x="406" y="19295"/>
                  </a:cubicBezTo>
                  <a:close/>
                  <a:moveTo>
                    <a:pt x="931" y="19295"/>
                  </a:moveTo>
                  <a:cubicBezTo>
                    <a:pt x="986" y="19295"/>
                    <a:pt x="1039" y="19338"/>
                    <a:pt x="1039" y="19402"/>
                  </a:cubicBezTo>
                  <a:cubicBezTo>
                    <a:pt x="1039" y="19460"/>
                    <a:pt x="991" y="19508"/>
                    <a:pt x="932" y="19508"/>
                  </a:cubicBezTo>
                  <a:cubicBezTo>
                    <a:pt x="837" y="19508"/>
                    <a:pt x="790" y="19394"/>
                    <a:pt x="856" y="19326"/>
                  </a:cubicBezTo>
                  <a:cubicBezTo>
                    <a:pt x="878" y="19305"/>
                    <a:pt x="905" y="19295"/>
                    <a:pt x="931" y="19295"/>
                  </a:cubicBezTo>
                  <a:close/>
                  <a:moveTo>
                    <a:pt x="405" y="19821"/>
                  </a:moveTo>
                  <a:cubicBezTo>
                    <a:pt x="459" y="19821"/>
                    <a:pt x="512" y="19864"/>
                    <a:pt x="512" y="19928"/>
                  </a:cubicBezTo>
                  <a:cubicBezTo>
                    <a:pt x="512" y="19987"/>
                    <a:pt x="465" y="20034"/>
                    <a:pt x="406" y="20034"/>
                  </a:cubicBezTo>
                  <a:cubicBezTo>
                    <a:pt x="311" y="20034"/>
                    <a:pt x="263" y="19919"/>
                    <a:pt x="331" y="19853"/>
                  </a:cubicBezTo>
                  <a:cubicBezTo>
                    <a:pt x="352" y="19831"/>
                    <a:pt x="379" y="19821"/>
                    <a:pt x="405" y="19821"/>
                  </a:cubicBezTo>
                  <a:close/>
                  <a:moveTo>
                    <a:pt x="1575" y="1"/>
                  </a:moveTo>
                  <a:lnTo>
                    <a:pt x="0" y="1576"/>
                  </a:lnTo>
                  <a:lnTo>
                    <a:pt x="0" y="20638"/>
                  </a:lnTo>
                  <a:lnTo>
                    <a:pt x="674" y="19963"/>
                  </a:lnTo>
                  <a:lnTo>
                    <a:pt x="1575" y="19063"/>
                  </a:lnTo>
                  <a:lnTo>
                    <a:pt x="15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28" name="Google Shape;3628;p17"/>
            <p:cNvSpPr/>
            <p:nvPr/>
          </p:nvSpPr>
          <p:spPr>
            <a:xfrm>
              <a:off x="5095207" y="4134376"/>
              <a:ext cx="291693" cy="279072"/>
            </a:xfrm>
            <a:custGeom>
              <a:avLst/>
              <a:gdLst/>
              <a:ahLst/>
              <a:cxnLst/>
              <a:rect l="l" t="t" r="r" b="b"/>
              <a:pathLst>
                <a:path w="1942" h="1858" extrusionOk="0">
                  <a:moveTo>
                    <a:pt x="1624" y="93"/>
                  </a:moveTo>
                  <a:cubicBezTo>
                    <a:pt x="1719" y="93"/>
                    <a:pt x="1767" y="208"/>
                    <a:pt x="1699" y="275"/>
                  </a:cubicBezTo>
                  <a:cubicBezTo>
                    <a:pt x="1678" y="296"/>
                    <a:pt x="1651" y="306"/>
                    <a:pt x="1625" y="306"/>
                  </a:cubicBezTo>
                  <a:cubicBezTo>
                    <a:pt x="1571" y="306"/>
                    <a:pt x="1518" y="264"/>
                    <a:pt x="1518" y="200"/>
                  </a:cubicBezTo>
                  <a:cubicBezTo>
                    <a:pt x="1518" y="141"/>
                    <a:pt x="1565" y="93"/>
                    <a:pt x="1624" y="93"/>
                  </a:cubicBezTo>
                  <a:close/>
                  <a:moveTo>
                    <a:pt x="1098" y="619"/>
                  </a:moveTo>
                  <a:cubicBezTo>
                    <a:pt x="1193" y="619"/>
                    <a:pt x="1240" y="734"/>
                    <a:pt x="1174" y="801"/>
                  </a:cubicBezTo>
                  <a:cubicBezTo>
                    <a:pt x="1152" y="822"/>
                    <a:pt x="1125" y="832"/>
                    <a:pt x="1099" y="832"/>
                  </a:cubicBezTo>
                  <a:cubicBezTo>
                    <a:pt x="1044" y="832"/>
                    <a:pt x="991" y="790"/>
                    <a:pt x="991" y="725"/>
                  </a:cubicBezTo>
                  <a:cubicBezTo>
                    <a:pt x="991" y="667"/>
                    <a:pt x="1039" y="619"/>
                    <a:pt x="1098" y="619"/>
                  </a:cubicBezTo>
                  <a:close/>
                  <a:moveTo>
                    <a:pt x="572" y="1146"/>
                  </a:moveTo>
                  <a:cubicBezTo>
                    <a:pt x="666" y="1146"/>
                    <a:pt x="714" y="1261"/>
                    <a:pt x="647" y="1327"/>
                  </a:cubicBezTo>
                  <a:cubicBezTo>
                    <a:pt x="625" y="1349"/>
                    <a:pt x="598" y="1359"/>
                    <a:pt x="572" y="1359"/>
                  </a:cubicBezTo>
                  <a:cubicBezTo>
                    <a:pt x="517" y="1359"/>
                    <a:pt x="465" y="1316"/>
                    <a:pt x="465" y="1252"/>
                  </a:cubicBezTo>
                  <a:cubicBezTo>
                    <a:pt x="465" y="1193"/>
                    <a:pt x="513" y="1146"/>
                    <a:pt x="572" y="1146"/>
                  </a:cubicBezTo>
                  <a:close/>
                  <a:moveTo>
                    <a:pt x="1635" y="1"/>
                  </a:moveTo>
                  <a:lnTo>
                    <a:pt x="0" y="1635"/>
                  </a:lnTo>
                  <a:lnTo>
                    <a:pt x="0" y="1682"/>
                  </a:lnTo>
                  <a:cubicBezTo>
                    <a:pt x="16" y="1674"/>
                    <a:pt x="32" y="1671"/>
                    <a:pt x="47" y="1671"/>
                  </a:cubicBezTo>
                  <a:cubicBezTo>
                    <a:pt x="135" y="1671"/>
                    <a:pt x="194" y="1787"/>
                    <a:pt x="117" y="1857"/>
                  </a:cubicBezTo>
                  <a:lnTo>
                    <a:pt x="366" y="1857"/>
                  </a:lnTo>
                  <a:lnTo>
                    <a:pt x="468" y="1755"/>
                  </a:lnTo>
                  <a:cubicBezTo>
                    <a:pt x="477" y="1715"/>
                    <a:pt x="508" y="1684"/>
                    <a:pt x="548" y="1675"/>
                  </a:cubicBezTo>
                  <a:lnTo>
                    <a:pt x="994" y="1228"/>
                  </a:lnTo>
                  <a:cubicBezTo>
                    <a:pt x="1004" y="1189"/>
                    <a:pt x="1034" y="1157"/>
                    <a:pt x="1075" y="1148"/>
                  </a:cubicBezTo>
                  <a:lnTo>
                    <a:pt x="1520" y="702"/>
                  </a:lnTo>
                  <a:cubicBezTo>
                    <a:pt x="1529" y="662"/>
                    <a:pt x="1561" y="631"/>
                    <a:pt x="1600" y="622"/>
                  </a:cubicBezTo>
                  <a:lnTo>
                    <a:pt x="1941" y="282"/>
                  </a:lnTo>
                  <a:lnTo>
                    <a:pt x="194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29" name="Google Shape;3629;p17"/>
            <p:cNvSpPr/>
            <p:nvPr/>
          </p:nvSpPr>
          <p:spPr>
            <a:xfrm>
              <a:off x="5344392" y="1207421"/>
              <a:ext cx="42507" cy="2914481"/>
            </a:xfrm>
            <a:custGeom>
              <a:avLst/>
              <a:gdLst/>
              <a:ahLst/>
              <a:cxnLst/>
              <a:rect l="l" t="t" r="r" b="b"/>
              <a:pathLst>
                <a:path w="283" h="19404" extrusionOk="0">
                  <a:moveTo>
                    <a:pt x="282" y="0"/>
                  </a:moveTo>
                  <a:lnTo>
                    <a:pt x="1" y="282"/>
                  </a:lnTo>
                  <a:lnTo>
                    <a:pt x="1" y="19403"/>
                  </a:lnTo>
                  <a:lnTo>
                    <a:pt x="282" y="1940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30" name="Google Shape;3630;p17"/>
            <p:cNvSpPr/>
            <p:nvPr/>
          </p:nvSpPr>
          <p:spPr>
            <a:xfrm>
              <a:off x="5095207" y="4425915"/>
              <a:ext cx="42357" cy="42356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0" y="0"/>
                  </a:moveTo>
                  <a:lnTo>
                    <a:pt x="0" y="282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31" name="Google Shape;3631;p17"/>
            <p:cNvSpPr/>
            <p:nvPr/>
          </p:nvSpPr>
          <p:spPr>
            <a:xfrm>
              <a:off x="5150031" y="4397828"/>
              <a:ext cx="20277" cy="15621"/>
            </a:xfrm>
            <a:custGeom>
              <a:avLst/>
              <a:gdLst/>
              <a:ahLst/>
              <a:cxnLst/>
              <a:rect l="l" t="t" r="r" b="b"/>
              <a:pathLst>
                <a:path w="135" h="104" extrusionOk="0">
                  <a:moveTo>
                    <a:pt x="103" y="1"/>
                  </a:moveTo>
                  <a:lnTo>
                    <a:pt x="1" y="103"/>
                  </a:lnTo>
                  <a:lnTo>
                    <a:pt x="135" y="103"/>
                  </a:lnTo>
                  <a:cubicBezTo>
                    <a:pt x="112" y="83"/>
                    <a:pt x="100" y="54"/>
                    <a:pt x="100" y="24"/>
                  </a:cubicBezTo>
                  <a:cubicBezTo>
                    <a:pt x="100" y="16"/>
                    <a:pt x="101" y="9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32" name="Google Shape;3632;p17"/>
            <p:cNvSpPr/>
            <p:nvPr/>
          </p:nvSpPr>
          <p:spPr>
            <a:xfrm>
              <a:off x="5095207" y="4176583"/>
              <a:ext cx="2507631" cy="291688"/>
            </a:xfrm>
            <a:custGeom>
              <a:avLst/>
              <a:gdLst/>
              <a:ahLst/>
              <a:cxnLst/>
              <a:rect l="l" t="t" r="r" b="b"/>
              <a:pathLst>
                <a:path w="16695" h="1942" extrusionOk="0">
                  <a:moveTo>
                    <a:pt x="16108" y="1"/>
                  </a:moveTo>
                  <a:lnTo>
                    <a:pt x="14461" y="1648"/>
                  </a:lnTo>
                  <a:cubicBezTo>
                    <a:pt x="14453" y="1656"/>
                    <a:pt x="14442" y="1660"/>
                    <a:pt x="14431" y="1660"/>
                  </a:cubicBezTo>
                  <a:lnTo>
                    <a:pt x="281" y="1660"/>
                  </a:lnTo>
                  <a:lnTo>
                    <a:pt x="0" y="1942"/>
                  </a:lnTo>
                  <a:lnTo>
                    <a:pt x="14755" y="1942"/>
                  </a:lnTo>
                  <a:lnTo>
                    <a:pt x="1669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33" name="Google Shape;3633;p17"/>
            <p:cNvSpPr/>
            <p:nvPr/>
          </p:nvSpPr>
          <p:spPr>
            <a:xfrm>
              <a:off x="5177518" y="4176583"/>
              <a:ext cx="2319427" cy="236865"/>
            </a:xfrm>
            <a:custGeom>
              <a:avLst/>
              <a:gdLst/>
              <a:ahLst/>
              <a:cxnLst/>
              <a:rect l="l" t="t" r="r" b="b"/>
              <a:pathLst>
                <a:path w="15442" h="1577" extrusionOk="0">
                  <a:moveTo>
                    <a:pt x="1602" y="338"/>
                  </a:moveTo>
                  <a:cubicBezTo>
                    <a:pt x="1657" y="338"/>
                    <a:pt x="1709" y="380"/>
                    <a:pt x="1709" y="444"/>
                  </a:cubicBezTo>
                  <a:cubicBezTo>
                    <a:pt x="1709" y="504"/>
                    <a:pt x="1661" y="551"/>
                    <a:pt x="1602" y="551"/>
                  </a:cubicBezTo>
                  <a:cubicBezTo>
                    <a:pt x="1508" y="551"/>
                    <a:pt x="1461" y="436"/>
                    <a:pt x="1527" y="370"/>
                  </a:cubicBezTo>
                  <a:cubicBezTo>
                    <a:pt x="1549" y="348"/>
                    <a:pt x="1576" y="338"/>
                    <a:pt x="1602" y="338"/>
                  </a:cubicBezTo>
                  <a:close/>
                  <a:moveTo>
                    <a:pt x="2128" y="338"/>
                  </a:moveTo>
                  <a:cubicBezTo>
                    <a:pt x="2183" y="338"/>
                    <a:pt x="2235" y="380"/>
                    <a:pt x="2235" y="444"/>
                  </a:cubicBezTo>
                  <a:cubicBezTo>
                    <a:pt x="2235" y="504"/>
                    <a:pt x="2188" y="551"/>
                    <a:pt x="2129" y="551"/>
                  </a:cubicBezTo>
                  <a:cubicBezTo>
                    <a:pt x="2035" y="551"/>
                    <a:pt x="1986" y="436"/>
                    <a:pt x="2054" y="370"/>
                  </a:cubicBezTo>
                  <a:cubicBezTo>
                    <a:pt x="2075" y="348"/>
                    <a:pt x="2102" y="338"/>
                    <a:pt x="2128" y="338"/>
                  </a:cubicBezTo>
                  <a:close/>
                  <a:moveTo>
                    <a:pt x="2655" y="338"/>
                  </a:moveTo>
                  <a:cubicBezTo>
                    <a:pt x="2709" y="338"/>
                    <a:pt x="2761" y="380"/>
                    <a:pt x="2761" y="444"/>
                  </a:cubicBezTo>
                  <a:cubicBezTo>
                    <a:pt x="2761" y="504"/>
                    <a:pt x="2714" y="551"/>
                    <a:pt x="2656" y="551"/>
                  </a:cubicBezTo>
                  <a:cubicBezTo>
                    <a:pt x="2560" y="551"/>
                    <a:pt x="2513" y="436"/>
                    <a:pt x="2580" y="370"/>
                  </a:cubicBezTo>
                  <a:cubicBezTo>
                    <a:pt x="2602" y="348"/>
                    <a:pt x="2629" y="338"/>
                    <a:pt x="2655" y="338"/>
                  </a:cubicBezTo>
                  <a:close/>
                  <a:moveTo>
                    <a:pt x="3181" y="338"/>
                  </a:moveTo>
                  <a:cubicBezTo>
                    <a:pt x="3236" y="338"/>
                    <a:pt x="3288" y="380"/>
                    <a:pt x="3288" y="444"/>
                  </a:cubicBezTo>
                  <a:cubicBezTo>
                    <a:pt x="3288" y="504"/>
                    <a:pt x="3241" y="551"/>
                    <a:pt x="3181" y="551"/>
                  </a:cubicBezTo>
                  <a:cubicBezTo>
                    <a:pt x="3087" y="551"/>
                    <a:pt x="3039" y="436"/>
                    <a:pt x="3106" y="370"/>
                  </a:cubicBezTo>
                  <a:cubicBezTo>
                    <a:pt x="3128" y="348"/>
                    <a:pt x="3155" y="338"/>
                    <a:pt x="3181" y="338"/>
                  </a:cubicBezTo>
                  <a:close/>
                  <a:moveTo>
                    <a:pt x="3708" y="338"/>
                  </a:moveTo>
                  <a:cubicBezTo>
                    <a:pt x="3762" y="338"/>
                    <a:pt x="3815" y="380"/>
                    <a:pt x="3815" y="444"/>
                  </a:cubicBezTo>
                  <a:cubicBezTo>
                    <a:pt x="3815" y="504"/>
                    <a:pt x="3766" y="551"/>
                    <a:pt x="3708" y="551"/>
                  </a:cubicBezTo>
                  <a:cubicBezTo>
                    <a:pt x="3613" y="551"/>
                    <a:pt x="3566" y="436"/>
                    <a:pt x="3632" y="370"/>
                  </a:cubicBezTo>
                  <a:cubicBezTo>
                    <a:pt x="3654" y="348"/>
                    <a:pt x="3681" y="338"/>
                    <a:pt x="3708" y="338"/>
                  </a:cubicBezTo>
                  <a:close/>
                  <a:moveTo>
                    <a:pt x="4233" y="338"/>
                  </a:moveTo>
                  <a:cubicBezTo>
                    <a:pt x="4288" y="338"/>
                    <a:pt x="4340" y="380"/>
                    <a:pt x="4340" y="444"/>
                  </a:cubicBezTo>
                  <a:cubicBezTo>
                    <a:pt x="4340" y="504"/>
                    <a:pt x="4293" y="551"/>
                    <a:pt x="4234" y="551"/>
                  </a:cubicBezTo>
                  <a:cubicBezTo>
                    <a:pt x="4139" y="551"/>
                    <a:pt x="4091" y="436"/>
                    <a:pt x="4159" y="370"/>
                  </a:cubicBezTo>
                  <a:cubicBezTo>
                    <a:pt x="4180" y="348"/>
                    <a:pt x="4207" y="338"/>
                    <a:pt x="4233" y="338"/>
                  </a:cubicBezTo>
                  <a:close/>
                  <a:moveTo>
                    <a:pt x="4760" y="338"/>
                  </a:moveTo>
                  <a:cubicBezTo>
                    <a:pt x="4814" y="338"/>
                    <a:pt x="4867" y="380"/>
                    <a:pt x="4867" y="444"/>
                  </a:cubicBezTo>
                  <a:cubicBezTo>
                    <a:pt x="4867" y="504"/>
                    <a:pt x="4819" y="551"/>
                    <a:pt x="4760" y="551"/>
                  </a:cubicBezTo>
                  <a:cubicBezTo>
                    <a:pt x="4665" y="551"/>
                    <a:pt x="4618" y="436"/>
                    <a:pt x="4685" y="370"/>
                  </a:cubicBezTo>
                  <a:cubicBezTo>
                    <a:pt x="4707" y="348"/>
                    <a:pt x="4734" y="338"/>
                    <a:pt x="4760" y="338"/>
                  </a:cubicBezTo>
                  <a:close/>
                  <a:moveTo>
                    <a:pt x="5286" y="338"/>
                  </a:moveTo>
                  <a:cubicBezTo>
                    <a:pt x="5341" y="338"/>
                    <a:pt x="5393" y="380"/>
                    <a:pt x="5393" y="444"/>
                  </a:cubicBezTo>
                  <a:cubicBezTo>
                    <a:pt x="5393" y="504"/>
                    <a:pt x="5345" y="551"/>
                    <a:pt x="5286" y="551"/>
                  </a:cubicBezTo>
                  <a:cubicBezTo>
                    <a:pt x="5192" y="551"/>
                    <a:pt x="5145" y="436"/>
                    <a:pt x="5211" y="370"/>
                  </a:cubicBezTo>
                  <a:cubicBezTo>
                    <a:pt x="5233" y="348"/>
                    <a:pt x="5260" y="338"/>
                    <a:pt x="5286" y="338"/>
                  </a:cubicBezTo>
                  <a:close/>
                  <a:moveTo>
                    <a:pt x="5813" y="338"/>
                  </a:moveTo>
                  <a:cubicBezTo>
                    <a:pt x="5868" y="338"/>
                    <a:pt x="5920" y="380"/>
                    <a:pt x="5920" y="444"/>
                  </a:cubicBezTo>
                  <a:cubicBezTo>
                    <a:pt x="5920" y="504"/>
                    <a:pt x="5871" y="551"/>
                    <a:pt x="5813" y="551"/>
                  </a:cubicBezTo>
                  <a:cubicBezTo>
                    <a:pt x="5718" y="551"/>
                    <a:pt x="5670" y="436"/>
                    <a:pt x="5738" y="370"/>
                  </a:cubicBezTo>
                  <a:cubicBezTo>
                    <a:pt x="5759" y="348"/>
                    <a:pt x="5786" y="338"/>
                    <a:pt x="5813" y="338"/>
                  </a:cubicBezTo>
                  <a:close/>
                  <a:moveTo>
                    <a:pt x="6339" y="338"/>
                  </a:moveTo>
                  <a:cubicBezTo>
                    <a:pt x="6393" y="338"/>
                    <a:pt x="6445" y="380"/>
                    <a:pt x="6445" y="444"/>
                  </a:cubicBezTo>
                  <a:cubicBezTo>
                    <a:pt x="6445" y="504"/>
                    <a:pt x="6398" y="551"/>
                    <a:pt x="6340" y="551"/>
                  </a:cubicBezTo>
                  <a:cubicBezTo>
                    <a:pt x="6244" y="551"/>
                    <a:pt x="6197" y="436"/>
                    <a:pt x="6264" y="370"/>
                  </a:cubicBezTo>
                  <a:cubicBezTo>
                    <a:pt x="6286" y="348"/>
                    <a:pt x="6312" y="338"/>
                    <a:pt x="6339" y="338"/>
                  </a:cubicBezTo>
                  <a:close/>
                  <a:moveTo>
                    <a:pt x="6865" y="338"/>
                  </a:moveTo>
                  <a:cubicBezTo>
                    <a:pt x="6920" y="338"/>
                    <a:pt x="6972" y="380"/>
                    <a:pt x="6972" y="444"/>
                  </a:cubicBezTo>
                  <a:cubicBezTo>
                    <a:pt x="6972" y="504"/>
                    <a:pt x="6925" y="551"/>
                    <a:pt x="6865" y="551"/>
                  </a:cubicBezTo>
                  <a:cubicBezTo>
                    <a:pt x="6770" y="551"/>
                    <a:pt x="6723" y="436"/>
                    <a:pt x="6791" y="370"/>
                  </a:cubicBezTo>
                  <a:cubicBezTo>
                    <a:pt x="6812" y="348"/>
                    <a:pt x="6839" y="338"/>
                    <a:pt x="6865" y="338"/>
                  </a:cubicBezTo>
                  <a:close/>
                  <a:moveTo>
                    <a:pt x="7391" y="338"/>
                  </a:moveTo>
                  <a:cubicBezTo>
                    <a:pt x="7446" y="338"/>
                    <a:pt x="7498" y="380"/>
                    <a:pt x="7498" y="444"/>
                  </a:cubicBezTo>
                  <a:cubicBezTo>
                    <a:pt x="7498" y="504"/>
                    <a:pt x="7450" y="551"/>
                    <a:pt x="7392" y="551"/>
                  </a:cubicBezTo>
                  <a:cubicBezTo>
                    <a:pt x="7297" y="551"/>
                    <a:pt x="7250" y="436"/>
                    <a:pt x="7316" y="370"/>
                  </a:cubicBezTo>
                  <a:cubicBezTo>
                    <a:pt x="7338" y="348"/>
                    <a:pt x="7365" y="338"/>
                    <a:pt x="7391" y="338"/>
                  </a:cubicBezTo>
                  <a:close/>
                  <a:moveTo>
                    <a:pt x="7918" y="338"/>
                  </a:moveTo>
                  <a:cubicBezTo>
                    <a:pt x="7972" y="338"/>
                    <a:pt x="8024" y="380"/>
                    <a:pt x="8024" y="444"/>
                  </a:cubicBezTo>
                  <a:cubicBezTo>
                    <a:pt x="8024" y="504"/>
                    <a:pt x="7977" y="551"/>
                    <a:pt x="7918" y="551"/>
                  </a:cubicBezTo>
                  <a:cubicBezTo>
                    <a:pt x="7824" y="551"/>
                    <a:pt x="7775" y="436"/>
                    <a:pt x="7843" y="370"/>
                  </a:cubicBezTo>
                  <a:cubicBezTo>
                    <a:pt x="7865" y="348"/>
                    <a:pt x="7892" y="338"/>
                    <a:pt x="7918" y="338"/>
                  </a:cubicBezTo>
                  <a:close/>
                  <a:moveTo>
                    <a:pt x="8444" y="338"/>
                  </a:moveTo>
                  <a:cubicBezTo>
                    <a:pt x="8498" y="338"/>
                    <a:pt x="8551" y="380"/>
                    <a:pt x="8551" y="444"/>
                  </a:cubicBezTo>
                  <a:cubicBezTo>
                    <a:pt x="8551" y="504"/>
                    <a:pt x="8503" y="551"/>
                    <a:pt x="8445" y="551"/>
                  </a:cubicBezTo>
                  <a:cubicBezTo>
                    <a:pt x="8349" y="551"/>
                    <a:pt x="8302" y="436"/>
                    <a:pt x="8369" y="370"/>
                  </a:cubicBezTo>
                  <a:cubicBezTo>
                    <a:pt x="8391" y="348"/>
                    <a:pt x="8418" y="338"/>
                    <a:pt x="8444" y="338"/>
                  </a:cubicBezTo>
                  <a:close/>
                  <a:moveTo>
                    <a:pt x="8970" y="338"/>
                  </a:moveTo>
                  <a:cubicBezTo>
                    <a:pt x="9025" y="338"/>
                    <a:pt x="9077" y="380"/>
                    <a:pt x="9077" y="444"/>
                  </a:cubicBezTo>
                  <a:cubicBezTo>
                    <a:pt x="9077" y="504"/>
                    <a:pt x="9030" y="551"/>
                    <a:pt x="8970" y="551"/>
                  </a:cubicBezTo>
                  <a:cubicBezTo>
                    <a:pt x="8876" y="551"/>
                    <a:pt x="8828" y="436"/>
                    <a:pt x="8895" y="370"/>
                  </a:cubicBezTo>
                  <a:cubicBezTo>
                    <a:pt x="8917" y="348"/>
                    <a:pt x="8944" y="338"/>
                    <a:pt x="8970" y="338"/>
                  </a:cubicBezTo>
                  <a:close/>
                  <a:moveTo>
                    <a:pt x="9497" y="338"/>
                  </a:moveTo>
                  <a:cubicBezTo>
                    <a:pt x="9551" y="338"/>
                    <a:pt x="9604" y="380"/>
                    <a:pt x="9604" y="444"/>
                  </a:cubicBezTo>
                  <a:cubicBezTo>
                    <a:pt x="9604" y="504"/>
                    <a:pt x="9555" y="551"/>
                    <a:pt x="9497" y="551"/>
                  </a:cubicBezTo>
                  <a:cubicBezTo>
                    <a:pt x="9402" y="551"/>
                    <a:pt x="9355" y="436"/>
                    <a:pt x="9421" y="370"/>
                  </a:cubicBezTo>
                  <a:cubicBezTo>
                    <a:pt x="9443" y="348"/>
                    <a:pt x="9470" y="338"/>
                    <a:pt x="9497" y="338"/>
                  </a:cubicBezTo>
                  <a:close/>
                  <a:moveTo>
                    <a:pt x="10023" y="338"/>
                  </a:moveTo>
                  <a:cubicBezTo>
                    <a:pt x="10077" y="338"/>
                    <a:pt x="10129" y="380"/>
                    <a:pt x="10129" y="444"/>
                  </a:cubicBezTo>
                  <a:cubicBezTo>
                    <a:pt x="10129" y="504"/>
                    <a:pt x="10082" y="551"/>
                    <a:pt x="10023" y="551"/>
                  </a:cubicBezTo>
                  <a:cubicBezTo>
                    <a:pt x="9929" y="551"/>
                    <a:pt x="9881" y="436"/>
                    <a:pt x="9948" y="370"/>
                  </a:cubicBezTo>
                  <a:cubicBezTo>
                    <a:pt x="9970" y="348"/>
                    <a:pt x="9996" y="338"/>
                    <a:pt x="10023" y="338"/>
                  </a:cubicBezTo>
                  <a:close/>
                  <a:moveTo>
                    <a:pt x="10549" y="338"/>
                  </a:moveTo>
                  <a:cubicBezTo>
                    <a:pt x="10604" y="338"/>
                    <a:pt x="10656" y="380"/>
                    <a:pt x="10656" y="444"/>
                  </a:cubicBezTo>
                  <a:cubicBezTo>
                    <a:pt x="10656" y="504"/>
                    <a:pt x="10609" y="551"/>
                    <a:pt x="10550" y="551"/>
                  </a:cubicBezTo>
                  <a:cubicBezTo>
                    <a:pt x="10454" y="551"/>
                    <a:pt x="10407" y="436"/>
                    <a:pt x="10475" y="370"/>
                  </a:cubicBezTo>
                  <a:cubicBezTo>
                    <a:pt x="10496" y="348"/>
                    <a:pt x="10523" y="338"/>
                    <a:pt x="10549" y="338"/>
                  </a:cubicBezTo>
                  <a:close/>
                  <a:moveTo>
                    <a:pt x="11075" y="338"/>
                  </a:moveTo>
                  <a:cubicBezTo>
                    <a:pt x="11130" y="338"/>
                    <a:pt x="11182" y="380"/>
                    <a:pt x="11182" y="444"/>
                  </a:cubicBezTo>
                  <a:cubicBezTo>
                    <a:pt x="11182" y="504"/>
                    <a:pt x="11135" y="551"/>
                    <a:pt x="11075" y="551"/>
                  </a:cubicBezTo>
                  <a:cubicBezTo>
                    <a:pt x="10981" y="551"/>
                    <a:pt x="10934" y="436"/>
                    <a:pt x="11000" y="370"/>
                  </a:cubicBezTo>
                  <a:cubicBezTo>
                    <a:pt x="11022" y="348"/>
                    <a:pt x="11049" y="338"/>
                    <a:pt x="11075" y="338"/>
                  </a:cubicBezTo>
                  <a:close/>
                  <a:moveTo>
                    <a:pt x="11602" y="338"/>
                  </a:moveTo>
                  <a:cubicBezTo>
                    <a:pt x="11657" y="338"/>
                    <a:pt x="11709" y="380"/>
                    <a:pt x="11709" y="444"/>
                  </a:cubicBezTo>
                  <a:cubicBezTo>
                    <a:pt x="11709" y="504"/>
                    <a:pt x="11661" y="551"/>
                    <a:pt x="11602" y="551"/>
                  </a:cubicBezTo>
                  <a:cubicBezTo>
                    <a:pt x="11508" y="551"/>
                    <a:pt x="11460" y="436"/>
                    <a:pt x="11527" y="370"/>
                  </a:cubicBezTo>
                  <a:cubicBezTo>
                    <a:pt x="11549" y="348"/>
                    <a:pt x="11576" y="338"/>
                    <a:pt x="11602" y="338"/>
                  </a:cubicBezTo>
                  <a:close/>
                  <a:moveTo>
                    <a:pt x="12128" y="338"/>
                  </a:moveTo>
                  <a:cubicBezTo>
                    <a:pt x="12182" y="338"/>
                    <a:pt x="12234" y="380"/>
                    <a:pt x="12234" y="444"/>
                  </a:cubicBezTo>
                  <a:cubicBezTo>
                    <a:pt x="12234" y="504"/>
                    <a:pt x="12187" y="551"/>
                    <a:pt x="12129" y="551"/>
                  </a:cubicBezTo>
                  <a:cubicBezTo>
                    <a:pt x="12033" y="551"/>
                    <a:pt x="11986" y="436"/>
                    <a:pt x="12053" y="370"/>
                  </a:cubicBezTo>
                  <a:cubicBezTo>
                    <a:pt x="12075" y="348"/>
                    <a:pt x="12102" y="338"/>
                    <a:pt x="12128" y="338"/>
                  </a:cubicBezTo>
                  <a:close/>
                  <a:moveTo>
                    <a:pt x="12654" y="338"/>
                  </a:moveTo>
                  <a:cubicBezTo>
                    <a:pt x="12709" y="338"/>
                    <a:pt x="12761" y="380"/>
                    <a:pt x="12761" y="444"/>
                  </a:cubicBezTo>
                  <a:cubicBezTo>
                    <a:pt x="12761" y="504"/>
                    <a:pt x="12714" y="551"/>
                    <a:pt x="12654" y="551"/>
                  </a:cubicBezTo>
                  <a:cubicBezTo>
                    <a:pt x="12560" y="551"/>
                    <a:pt x="12512" y="436"/>
                    <a:pt x="12580" y="370"/>
                  </a:cubicBezTo>
                  <a:cubicBezTo>
                    <a:pt x="12601" y="348"/>
                    <a:pt x="12628" y="338"/>
                    <a:pt x="12654" y="338"/>
                  </a:cubicBezTo>
                  <a:close/>
                  <a:moveTo>
                    <a:pt x="13181" y="338"/>
                  </a:moveTo>
                  <a:cubicBezTo>
                    <a:pt x="13235" y="338"/>
                    <a:pt x="13288" y="380"/>
                    <a:pt x="13288" y="444"/>
                  </a:cubicBezTo>
                  <a:cubicBezTo>
                    <a:pt x="13288" y="504"/>
                    <a:pt x="13239" y="551"/>
                    <a:pt x="13181" y="551"/>
                  </a:cubicBezTo>
                  <a:cubicBezTo>
                    <a:pt x="13086" y="551"/>
                    <a:pt x="13039" y="436"/>
                    <a:pt x="13105" y="370"/>
                  </a:cubicBezTo>
                  <a:cubicBezTo>
                    <a:pt x="13127" y="348"/>
                    <a:pt x="13154" y="338"/>
                    <a:pt x="13181" y="338"/>
                  </a:cubicBezTo>
                  <a:close/>
                  <a:moveTo>
                    <a:pt x="13707" y="338"/>
                  </a:moveTo>
                  <a:cubicBezTo>
                    <a:pt x="13762" y="338"/>
                    <a:pt x="13814" y="380"/>
                    <a:pt x="13814" y="444"/>
                  </a:cubicBezTo>
                  <a:cubicBezTo>
                    <a:pt x="13814" y="504"/>
                    <a:pt x="13766" y="551"/>
                    <a:pt x="13707" y="551"/>
                  </a:cubicBezTo>
                  <a:cubicBezTo>
                    <a:pt x="13613" y="551"/>
                    <a:pt x="13564" y="436"/>
                    <a:pt x="13632" y="370"/>
                  </a:cubicBezTo>
                  <a:cubicBezTo>
                    <a:pt x="13654" y="348"/>
                    <a:pt x="13681" y="338"/>
                    <a:pt x="13707" y="338"/>
                  </a:cubicBezTo>
                  <a:close/>
                  <a:moveTo>
                    <a:pt x="14233" y="338"/>
                  </a:moveTo>
                  <a:cubicBezTo>
                    <a:pt x="14287" y="338"/>
                    <a:pt x="14340" y="380"/>
                    <a:pt x="14340" y="444"/>
                  </a:cubicBezTo>
                  <a:cubicBezTo>
                    <a:pt x="14340" y="504"/>
                    <a:pt x="14292" y="551"/>
                    <a:pt x="14234" y="551"/>
                  </a:cubicBezTo>
                  <a:cubicBezTo>
                    <a:pt x="14138" y="551"/>
                    <a:pt x="14091" y="436"/>
                    <a:pt x="14158" y="370"/>
                  </a:cubicBezTo>
                  <a:cubicBezTo>
                    <a:pt x="14180" y="348"/>
                    <a:pt x="14207" y="338"/>
                    <a:pt x="14233" y="338"/>
                  </a:cubicBezTo>
                  <a:close/>
                  <a:moveTo>
                    <a:pt x="14760" y="338"/>
                  </a:moveTo>
                  <a:cubicBezTo>
                    <a:pt x="14814" y="338"/>
                    <a:pt x="14866" y="380"/>
                    <a:pt x="14866" y="444"/>
                  </a:cubicBezTo>
                  <a:cubicBezTo>
                    <a:pt x="14866" y="504"/>
                    <a:pt x="14819" y="551"/>
                    <a:pt x="14759" y="551"/>
                  </a:cubicBezTo>
                  <a:cubicBezTo>
                    <a:pt x="14665" y="551"/>
                    <a:pt x="14618" y="436"/>
                    <a:pt x="14685" y="370"/>
                  </a:cubicBezTo>
                  <a:cubicBezTo>
                    <a:pt x="14707" y="348"/>
                    <a:pt x="14733" y="338"/>
                    <a:pt x="14760" y="338"/>
                  </a:cubicBezTo>
                  <a:close/>
                  <a:moveTo>
                    <a:pt x="1075" y="864"/>
                  </a:moveTo>
                  <a:cubicBezTo>
                    <a:pt x="1130" y="864"/>
                    <a:pt x="1183" y="907"/>
                    <a:pt x="1183" y="971"/>
                  </a:cubicBezTo>
                  <a:cubicBezTo>
                    <a:pt x="1183" y="1029"/>
                    <a:pt x="1135" y="1078"/>
                    <a:pt x="1076" y="1078"/>
                  </a:cubicBezTo>
                  <a:cubicBezTo>
                    <a:pt x="981" y="1078"/>
                    <a:pt x="934" y="963"/>
                    <a:pt x="1000" y="895"/>
                  </a:cubicBezTo>
                  <a:cubicBezTo>
                    <a:pt x="1022" y="874"/>
                    <a:pt x="1049" y="864"/>
                    <a:pt x="1075" y="864"/>
                  </a:cubicBezTo>
                  <a:close/>
                  <a:moveTo>
                    <a:pt x="1602" y="864"/>
                  </a:moveTo>
                  <a:cubicBezTo>
                    <a:pt x="1657" y="864"/>
                    <a:pt x="1709" y="907"/>
                    <a:pt x="1709" y="971"/>
                  </a:cubicBezTo>
                  <a:cubicBezTo>
                    <a:pt x="1709" y="1029"/>
                    <a:pt x="1661" y="1078"/>
                    <a:pt x="1602" y="1078"/>
                  </a:cubicBezTo>
                  <a:cubicBezTo>
                    <a:pt x="1508" y="1078"/>
                    <a:pt x="1461" y="963"/>
                    <a:pt x="1527" y="895"/>
                  </a:cubicBezTo>
                  <a:cubicBezTo>
                    <a:pt x="1549" y="874"/>
                    <a:pt x="1576" y="864"/>
                    <a:pt x="1602" y="864"/>
                  </a:cubicBezTo>
                  <a:close/>
                  <a:moveTo>
                    <a:pt x="2128" y="864"/>
                  </a:moveTo>
                  <a:cubicBezTo>
                    <a:pt x="2183" y="864"/>
                    <a:pt x="2235" y="907"/>
                    <a:pt x="2235" y="971"/>
                  </a:cubicBezTo>
                  <a:cubicBezTo>
                    <a:pt x="2235" y="1029"/>
                    <a:pt x="2188" y="1078"/>
                    <a:pt x="2129" y="1078"/>
                  </a:cubicBezTo>
                  <a:cubicBezTo>
                    <a:pt x="2035" y="1078"/>
                    <a:pt x="1986" y="963"/>
                    <a:pt x="2054" y="895"/>
                  </a:cubicBezTo>
                  <a:cubicBezTo>
                    <a:pt x="2075" y="874"/>
                    <a:pt x="2102" y="864"/>
                    <a:pt x="2128" y="864"/>
                  </a:cubicBezTo>
                  <a:close/>
                  <a:moveTo>
                    <a:pt x="2654" y="864"/>
                  </a:moveTo>
                  <a:cubicBezTo>
                    <a:pt x="2709" y="864"/>
                    <a:pt x="2761" y="907"/>
                    <a:pt x="2761" y="971"/>
                  </a:cubicBezTo>
                  <a:cubicBezTo>
                    <a:pt x="2761" y="1029"/>
                    <a:pt x="2714" y="1078"/>
                    <a:pt x="2656" y="1078"/>
                  </a:cubicBezTo>
                  <a:cubicBezTo>
                    <a:pt x="2560" y="1078"/>
                    <a:pt x="2513" y="963"/>
                    <a:pt x="2580" y="895"/>
                  </a:cubicBezTo>
                  <a:cubicBezTo>
                    <a:pt x="2602" y="874"/>
                    <a:pt x="2628" y="864"/>
                    <a:pt x="2654" y="864"/>
                  </a:cubicBezTo>
                  <a:close/>
                  <a:moveTo>
                    <a:pt x="3180" y="864"/>
                  </a:moveTo>
                  <a:cubicBezTo>
                    <a:pt x="3235" y="864"/>
                    <a:pt x="3288" y="907"/>
                    <a:pt x="3288" y="971"/>
                  </a:cubicBezTo>
                  <a:cubicBezTo>
                    <a:pt x="3288" y="1029"/>
                    <a:pt x="3241" y="1078"/>
                    <a:pt x="3181" y="1078"/>
                  </a:cubicBezTo>
                  <a:cubicBezTo>
                    <a:pt x="3087" y="1078"/>
                    <a:pt x="3039" y="963"/>
                    <a:pt x="3106" y="895"/>
                  </a:cubicBezTo>
                  <a:cubicBezTo>
                    <a:pt x="3127" y="874"/>
                    <a:pt x="3154" y="864"/>
                    <a:pt x="3180" y="864"/>
                  </a:cubicBezTo>
                  <a:close/>
                  <a:moveTo>
                    <a:pt x="3707" y="864"/>
                  </a:moveTo>
                  <a:cubicBezTo>
                    <a:pt x="3762" y="864"/>
                    <a:pt x="3815" y="907"/>
                    <a:pt x="3815" y="971"/>
                  </a:cubicBezTo>
                  <a:cubicBezTo>
                    <a:pt x="3815" y="1029"/>
                    <a:pt x="3766" y="1078"/>
                    <a:pt x="3708" y="1078"/>
                  </a:cubicBezTo>
                  <a:cubicBezTo>
                    <a:pt x="3613" y="1078"/>
                    <a:pt x="3566" y="963"/>
                    <a:pt x="3632" y="895"/>
                  </a:cubicBezTo>
                  <a:cubicBezTo>
                    <a:pt x="3654" y="874"/>
                    <a:pt x="3681" y="864"/>
                    <a:pt x="3707" y="864"/>
                  </a:cubicBezTo>
                  <a:close/>
                  <a:moveTo>
                    <a:pt x="4233" y="864"/>
                  </a:moveTo>
                  <a:cubicBezTo>
                    <a:pt x="4287" y="864"/>
                    <a:pt x="4340" y="907"/>
                    <a:pt x="4340" y="971"/>
                  </a:cubicBezTo>
                  <a:cubicBezTo>
                    <a:pt x="4340" y="1029"/>
                    <a:pt x="4293" y="1078"/>
                    <a:pt x="4234" y="1078"/>
                  </a:cubicBezTo>
                  <a:cubicBezTo>
                    <a:pt x="4139" y="1078"/>
                    <a:pt x="4091" y="963"/>
                    <a:pt x="4159" y="895"/>
                  </a:cubicBezTo>
                  <a:cubicBezTo>
                    <a:pt x="4180" y="874"/>
                    <a:pt x="4207" y="864"/>
                    <a:pt x="4233" y="864"/>
                  </a:cubicBezTo>
                  <a:close/>
                  <a:moveTo>
                    <a:pt x="4759" y="864"/>
                  </a:moveTo>
                  <a:cubicBezTo>
                    <a:pt x="4814" y="864"/>
                    <a:pt x="4867" y="907"/>
                    <a:pt x="4867" y="971"/>
                  </a:cubicBezTo>
                  <a:cubicBezTo>
                    <a:pt x="4867" y="1029"/>
                    <a:pt x="4819" y="1078"/>
                    <a:pt x="4760" y="1078"/>
                  </a:cubicBezTo>
                  <a:cubicBezTo>
                    <a:pt x="4665" y="1078"/>
                    <a:pt x="4618" y="963"/>
                    <a:pt x="4685" y="895"/>
                  </a:cubicBezTo>
                  <a:cubicBezTo>
                    <a:pt x="4707" y="874"/>
                    <a:pt x="4733" y="864"/>
                    <a:pt x="4759" y="864"/>
                  </a:cubicBezTo>
                  <a:close/>
                  <a:moveTo>
                    <a:pt x="5286" y="864"/>
                  </a:moveTo>
                  <a:cubicBezTo>
                    <a:pt x="5341" y="864"/>
                    <a:pt x="5393" y="907"/>
                    <a:pt x="5393" y="971"/>
                  </a:cubicBezTo>
                  <a:cubicBezTo>
                    <a:pt x="5393" y="1029"/>
                    <a:pt x="5345" y="1078"/>
                    <a:pt x="5286" y="1078"/>
                  </a:cubicBezTo>
                  <a:cubicBezTo>
                    <a:pt x="5192" y="1078"/>
                    <a:pt x="5145" y="963"/>
                    <a:pt x="5211" y="895"/>
                  </a:cubicBezTo>
                  <a:cubicBezTo>
                    <a:pt x="5233" y="874"/>
                    <a:pt x="5259" y="864"/>
                    <a:pt x="5286" y="864"/>
                  </a:cubicBezTo>
                  <a:close/>
                  <a:moveTo>
                    <a:pt x="5812" y="864"/>
                  </a:moveTo>
                  <a:cubicBezTo>
                    <a:pt x="5867" y="864"/>
                    <a:pt x="5920" y="907"/>
                    <a:pt x="5920" y="971"/>
                  </a:cubicBezTo>
                  <a:cubicBezTo>
                    <a:pt x="5920" y="1029"/>
                    <a:pt x="5871" y="1078"/>
                    <a:pt x="5813" y="1078"/>
                  </a:cubicBezTo>
                  <a:cubicBezTo>
                    <a:pt x="5718" y="1078"/>
                    <a:pt x="5670" y="963"/>
                    <a:pt x="5738" y="895"/>
                  </a:cubicBezTo>
                  <a:cubicBezTo>
                    <a:pt x="5759" y="874"/>
                    <a:pt x="5786" y="864"/>
                    <a:pt x="5812" y="864"/>
                  </a:cubicBezTo>
                  <a:close/>
                  <a:moveTo>
                    <a:pt x="6338" y="864"/>
                  </a:moveTo>
                  <a:cubicBezTo>
                    <a:pt x="6393" y="864"/>
                    <a:pt x="6445" y="907"/>
                    <a:pt x="6445" y="971"/>
                  </a:cubicBezTo>
                  <a:cubicBezTo>
                    <a:pt x="6445" y="1029"/>
                    <a:pt x="6398" y="1078"/>
                    <a:pt x="6340" y="1078"/>
                  </a:cubicBezTo>
                  <a:cubicBezTo>
                    <a:pt x="6244" y="1078"/>
                    <a:pt x="6197" y="963"/>
                    <a:pt x="6264" y="895"/>
                  </a:cubicBezTo>
                  <a:cubicBezTo>
                    <a:pt x="6286" y="874"/>
                    <a:pt x="6312" y="864"/>
                    <a:pt x="6338" y="864"/>
                  </a:cubicBezTo>
                  <a:close/>
                  <a:moveTo>
                    <a:pt x="6865" y="864"/>
                  </a:moveTo>
                  <a:cubicBezTo>
                    <a:pt x="6919" y="864"/>
                    <a:pt x="6972" y="907"/>
                    <a:pt x="6972" y="971"/>
                  </a:cubicBezTo>
                  <a:cubicBezTo>
                    <a:pt x="6972" y="1029"/>
                    <a:pt x="6925" y="1078"/>
                    <a:pt x="6865" y="1078"/>
                  </a:cubicBezTo>
                  <a:cubicBezTo>
                    <a:pt x="6770" y="1078"/>
                    <a:pt x="6723" y="963"/>
                    <a:pt x="6791" y="895"/>
                  </a:cubicBezTo>
                  <a:cubicBezTo>
                    <a:pt x="6812" y="874"/>
                    <a:pt x="6839" y="864"/>
                    <a:pt x="6865" y="864"/>
                  </a:cubicBezTo>
                  <a:close/>
                  <a:moveTo>
                    <a:pt x="7391" y="864"/>
                  </a:moveTo>
                  <a:cubicBezTo>
                    <a:pt x="7446" y="864"/>
                    <a:pt x="7498" y="907"/>
                    <a:pt x="7498" y="971"/>
                  </a:cubicBezTo>
                  <a:cubicBezTo>
                    <a:pt x="7498" y="1029"/>
                    <a:pt x="7450" y="1078"/>
                    <a:pt x="7392" y="1078"/>
                  </a:cubicBezTo>
                  <a:cubicBezTo>
                    <a:pt x="7297" y="1078"/>
                    <a:pt x="7250" y="963"/>
                    <a:pt x="7316" y="895"/>
                  </a:cubicBezTo>
                  <a:cubicBezTo>
                    <a:pt x="7338" y="874"/>
                    <a:pt x="7365" y="864"/>
                    <a:pt x="7391" y="864"/>
                  </a:cubicBezTo>
                  <a:close/>
                  <a:moveTo>
                    <a:pt x="7917" y="864"/>
                  </a:moveTo>
                  <a:cubicBezTo>
                    <a:pt x="7972" y="864"/>
                    <a:pt x="8024" y="907"/>
                    <a:pt x="8024" y="971"/>
                  </a:cubicBezTo>
                  <a:cubicBezTo>
                    <a:pt x="8024" y="1029"/>
                    <a:pt x="7977" y="1078"/>
                    <a:pt x="7918" y="1078"/>
                  </a:cubicBezTo>
                  <a:cubicBezTo>
                    <a:pt x="7824" y="1078"/>
                    <a:pt x="7775" y="963"/>
                    <a:pt x="7843" y="895"/>
                  </a:cubicBezTo>
                  <a:cubicBezTo>
                    <a:pt x="7865" y="874"/>
                    <a:pt x="7891" y="864"/>
                    <a:pt x="7917" y="864"/>
                  </a:cubicBezTo>
                  <a:close/>
                  <a:moveTo>
                    <a:pt x="8443" y="864"/>
                  </a:moveTo>
                  <a:cubicBezTo>
                    <a:pt x="8498" y="864"/>
                    <a:pt x="8551" y="907"/>
                    <a:pt x="8551" y="971"/>
                  </a:cubicBezTo>
                  <a:cubicBezTo>
                    <a:pt x="8551" y="1029"/>
                    <a:pt x="8503" y="1078"/>
                    <a:pt x="8445" y="1078"/>
                  </a:cubicBezTo>
                  <a:cubicBezTo>
                    <a:pt x="8349" y="1078"/>
                    <a:pt x="8302" y="963"/>
                    <a:pt x="8369" y="895"/>
                  </a:cubicBezTo>
                  <a:cubicBezTo>
                    <a:pt x="8391" y="874"/>
                    <a:pt x="8417" y="864"/>
                    <a:pt x="8443" y="864"/>
                  </a:cubicBezTo>
                  <a:close/>
                  <a:moveTo>
                    <a:pt x="8969" y="864"/>
                  </a:moveTo>
                  <a:cubicBezTo>
                    <a:pt x="9024" y="864"/>
                    <a:pt x="9077" y="907"/>
                    <a:pt x="9077" y="971"/>
                  </a:cubicBezTo>
                  <a:cubicBezTo>
                    <a:pt x="9077" y="1029"/>
                    <a:pt x="9030" y="1078"/>
                    <a:pt x="8970" y="1078"/>
                  </a:cubicBezTo>
                  <a:cubicBezTo>
                    <a:pt x="8876" y="1078"/>
                    <a:pt x="8828" y="963"/>
                    <a:pt x="8895" y="895"/>
                  </a:cubicBezTo>
                  <a:cubicBezTo>
                    <a:pt x="8917" y="874"/>
                    <a:pt x="8943" y="864"/>
                    <a:pt x="8969" y="864"/>
                  </a:cubicBezTo>
                  <a:close/>
                  <a:moveTo>
                    <a:pt x="9496" y="864"/>
                  </a:moveTo>
                  <a:cubicBezTo>
                    <a:pt x="9551" y="864"/>
                    <a:pt x="9604" y="907"/>
                    <a:pt x="9604" y="971"/>
                  </a:cubicBezTo>
                  <a:cubicBezTo>
                    <a:pt x="9604" y="1029"/>
                    <a:pt x="9555" y="1078"/>
                    <a:pt x="9497" y="1078"/>
                  </a:cubicBezTo>
                  <a:cubicBezTo>
                    <a:pt x="9402" y="1078"/>
                    <a:pt x="9355" y="963"/>
                    <a:pt x="9421" y="895"/>
                  </a:cubicBezTo>
                  <a:cubicBezTo>
                    <a:pt x="9443" y="874"/>
                    <a:pt x="9470" y="864"/>
                    <a:pt x="9496" y="864"/>
                  </a:cubicBezTo>
                  <a:close/>
                  <a:moveTo>
                    <a:pt x="10022" y="864"/>
                  </a:moveTo>
                  <a:cubicBezTo>
                    <a:pt x="10077" y="864"/>
                    <a:pt x="10129" y="907"/>
                    <a:pt x="10129" y="971"/>
                  </a:cubicBezTo>
                  <a:cubicBezTo>
                    <a:pt x="10129" y="1029"/>
                    <a:pt x="10082" y="1078"/>
                    <a:pt x="10023" y="1078"/>
                  </a:cubicBezTo>
                  <a:cubicBezTo>
                    <a:pt x="9929" y="1078"/>
                    <a:pt x="9881" y="963"/>
                    <a:pt x="9948" y="895"/>
                  </a:cubicBezTo>
                  <a:cubicBezTo>
                    <a:pt x="9970" y="874"/>
                    <a:pt x="9996" y="864"/>
                    <a:pt x="10022" y="864"/>
                  </a:cubicBezTo>
                  <a:close/>
                  <a:moveTo>
                    <a:pt x="10548" y="864"/>
                  </a:moveTo>
                  <a:cubicBezTo>
                    <a:pt x="10603" y="864"/>
                    <a:pt x="10656" y="907"/>
                    <a:pt x="10656" y="971"/>
                  </a:cubicBezTo>
                  <a:cubicBezTo>
                    <a:pt x="10656" y="1029"/>
                    <a:pt x="10609" y="1078"/>
                    <a:pt x="10550" y="1078"/>
                  </a:cubicBezTo>
                  <a:cubicBezTo>
                    <a:pt x="10454" y="1078"/>
                    <a:pt x="10407" y="963"/>
                    <a:pt x="10475" y="895"/>
                  </a:cubicBezTo>
                  <a:cubicBezTo>
                    <a:pt x="10496" y="874"/>
                    <a:pt x="10522" y="864"/>
                    <a:pt x="10548" y="864"/>
                  </a:cubicBezTo>
                  <a:close/>
                  <a:moveTo>
                    <a:pt x="11075" y="864"/>
                  </a:moveTo>
                  <a:cubicBezTo>
                    <a:pt x="11130" y="864"/>
                    <a:pt x="11182" y="907"/>
                    <a:pt x="11182" y="971"/>
                  </a:cubicBezTo>
                  <a:cubicBezTo>
                    <a:pt x="11182" y="1029"/>
                    <a:pt x="11135" y="1078"/>
                    <a:pt x="11075" y="1078"/>
                  </a:cubicBezTo>
                  <a:cubicBezTo>
                    <a:pt x="10981" y="1078"/>
                    <a:pt x="10934" y="963"/>
                    <a:pt x="11000" y="895"/>
                  </a:cubicBezTo>
                  <a:cubicBezTo>
                    <a:pt x="11022" y="874"/>
                    <a:pt x="11049" y="864"/>
                    <a:pt x="11075" y="864"/>
                  </a:cubicBezTo>
                  <a:close/>
                  <a:moveTo>
                    <a:pt x="11601" y="864"/>
                  </a:moveTo>
                  <a:cubicBezTo>
                    <a:pt x="11656" y="864"/>
                    <a:pt x="11709" y="907"/>
                    <a:pt x="11709" y="971"/>
                  </a:cubicBezTo>
                  <a:cubicBezTo>
                    <a:pt x="11709" y="1029"/>
                    <a:pt x="11661" y="1078"/>
                    <a:pt x="11602" y="1078"/>
                  </a:cubicBezTo>
                  <a:cubicBezTo>
                    <a:pt x="11508" y="1078"/>
                    <a:pt x="11460" y="963"/>
                    <a:pt x="11527" y="895"/>
                  </a:cubicBezTo>
                  <a:cubicBezTo>
                    <a:pt x="11548" y="874"/>
                    <a:pt x="11575" y="864"/>
                    <a:pt x="11601" y="864"/>
                  </a:cubicBezTo>
                  <a:close/>
                  <a:moveTo>
                    <a:pt x="12127" y="864"/>
                  </a:moveTo>
                  <a:cubicBezTo>
                    <a:pt x="12182" y="864"/>
                    <a:pt x="12234" y="907"/>
                    <a:pt x="12234" y="971"/>
                  </a:cubicBezTo>
                  <a:cubicBezTo>
                    <a:pt x="12234" y="1029"/>
                    <a:pt x="12187" y="1078"/>
                    <a:pt x="12129" y="1078"/>
                  </a:cubicBezTo>
                  <a:cubicBezTo>
                    <a:pt x="12033" y="1078"/>
                    <a:pt x="11986" y="963"/>
                    <a:pt x="12053" y="895"/>
                  </a:cubicBezTo>
                  <a:cubicBezTo>
                    <a:pt x="12075" y="874"/>
                    <a:pt x="12101" y="864"/>
                    <a:pt x="12127" y="864"/>
                  </a:cubicBezTo>
                  <a:close/>
                  <a:moveTo>
                    <a:pt x="12654" y="864"/>
                  </a:moveTo>
                  <a:cubicBezTo>
                    <a:pt x="12708" y="864"/>
                    <a:pt x="12761" y="907"/>
                    <a:pt x="12761" y="971"/>
                  </a:cubicBezTo>
                  <a:cubicBezTo>
                    <a:pt x="12761" y="1029"/>
                    <a:pt x="12714" y="1078"/>
                    <a:pt x="12654" y="1078"/>
                  </a:cubicBezTo>
                  <a:cubicBezTo>
                    <a:pt x="12560" y="1078"/>
                    <a:pt x="12512" y="963"/>
                    <a:pt x="12580" y="895"/>
                  </a:cubicBezTo>
                  <a:cubicBezTo>
                    <a:pt x="12601" y="874"/>
                    <a:pt x="12628" y="864"/>
                    <a:pt x="12654" y="864"/>
                  </a:cubicBezTo>
                  <a:close/>
                  <a:moveTo>
                    <a:pt x="13180" y="864"/>
                  </a:moveTo>
                  <a:cubicBezTo>
                    <a:pt x="13235" y="864"/>
                    <a:pt x="13288" y="907"/>
                    <a:pt x="13288" y="971"/>
                  </a:cubicBezTo>
                  <a:cubicBezTo>
                    <a:pt x="13288" y="1029"/>
                    <a:pt x="13239" y="1078"/>
                    <a:pt x="13181" y="1078"/>
                  </a:cubicBezTo>
                  <a:cubicBezTo>
                    <a:pt x="13086" y="1078"/>
                    <a:pt x="13039" y="963"/>
                    <a:pt x="13105" y="895"/>
                  </a:cubicBezTo>
                  <a:cubicBezTo>
                    <a:pt x="13127" y="874"/>
                    <a:pt x="13154" y="864"/>
                    <a:pt x="13180" y="864"/>
                  </a:cubicBezTo>
                  <a:close/>
                  <a:moveTo>
                    <a:pt x="13707" y="864"/>
                  </a:moveTo>
                  <a:cubicBezTo>
                    <a:pt x="13761" y="864"/>
                    <a:pt x="13814" y="907"/>
                    <a:pt x="13814" y="971"/>
                  </a:cubicBezTo>
                  <a:cubicBezTo>
                    <a:pt x="13814" y="1029"/>
                    <a:pt x="13766" y="1078"/>
                    <a:pt x="13707" y="1078"/>
                  </a:cubicBezTo>
                  <a:cubicBezTo>
                    <a:pt x="13613" y="1078"/>
                    <a:pt x="13564" y="963"/>
                    <a:pt x="13632" y="895"/>
                  </a:cubicBezTo>
                  <a:cubicBezTo>
                    <a:pt x="13654" y="874"/>
                    <a:pt x="13680" y="864"/>
                    <a:pt x="13707" y="864"/>
                  </a:cubicBezTo>
                  <a:close/>
                  <a:moveTo>
                    <a:pt x="14232" y="864"/>
                  </a:moveTo>
                  <a:cubicBezTo>
                    <a:pt x="14287" y="864"/>
                    <a:pt x="14340" y="907"/>
                    <a:pt x="14340" y="971"/>
                  </a:cubicBezTo>
                  <a:cubicBezTo>
                    <a:pt x="14340" y="1029"/>
                    <a:pt x="14292" y="1078"/>
                    <a:pt x="14234" y="1078"/>
                  </a:cubicBezTo>
                  <a:cubicBezTo>
                    <a:pt x="14138" y="1078"/>
                    <a:pt x="14091" y="963"/>
                    <a:pt x="14158" y="895"/>
                  </a:cubicBezTo>
                  <a:cubicBezTo>
                    <a:pt x="14180" y="874"/>
                    <a:pt x="14206" y="864"/>
                    <a:pt x="14232" y="864"/>
                  </a:cubicBezTo>
                  <a:close/>
                  <a:moveTo>
                    <a:pt x="1393" y="1"/>
                  </a:moveTo>
                  <a:lnTo>
                    <a:pt x="1052" y="341"/>
                  </a:lnTo>
                  <a:cubicBezTo>
                    <a:pt x="1061" y="339"/>
                    <a:pt x="1069" y="338"/>
                    <a:pt x="1077" y="338"/>
                  </a:cubicBezTo>
                  <a:cubicBezTo>
                    <a:pt x="1168" y="338"/>
                    <a:pt x="1222" y="451"/>
                    <a:pt x="1152" y="521"/>
                  </a:cubicBezTo>
                  <a:cubicBezTo>
                    <a:pt x="1130" y="543"/>
                    <a:pt x="1104" y="552"/>
                    <a:pt x="1078" y="552"/>
                  </a:cubicBezTo>
                  <a:cubicBezTo>
                    <a:pt x="1015" y="552"/>
                    <a:pt x="956" y="495"/>
                    <a:pt x="972" y="422"/>
                  </a:cubicBezTo>
                  <a:lnTo>
                    <a:pt x="972" y="422"/>
                  </a:lnTo>
                  <a:lnTo>
                    <a:pt x="527" y="867"/>
                  </a:lnTo>
                  <a:cubicBezTo>
                    <a:pt x="535" y="865"/>
                    <a:pt x="544" y="864"/>
                    <a:pt x="552" y="864"/>
                  </a:cubicBezTo>
                  <a:cubicBezTo>
                    <a:pt x="641" y="864"/>
                    <a:pt x="695" y="977"/>
                    <a:pt x="626" y="1047"/>
                  </a:cubicBezTo>
                  <a:cubicBezTo>
                    <a:pt x="604" y="1069"/>
                    <a:pt x="578" y="1079"/>
                    <a:pt x="552" y="1079"/>
                  </a:cubicBezTo>
                  <a:cubicBezTo>
                    <a:pt x="489" y="1079"/>
                    <a:pt x="429" y="1021"/>
                    <a:pt x="446" y="947"/>
                  </a:cubicBezTo>
                  <a:lnTo>
                    <a:pt x="446" y="947"/>
                  </a:lnTo>
                  <a:lnTo>
                    <a:pt x="0" y="1394"/>
                  </a:lnTo>
                  <a:cubicBezTo>
                    <a:pt x="9" y="1392"/>
                    <a:pt x="18" y="1391"/>
                    <a:pt x="26" y="1391"/>
                  </a:cubicBezTo>
                  <a:cubicBezTo>
                    <a:pt x="117" y="1391"/>
                    <a:pt x="169" y="1508"/>
                    <a:pt x="96" y="1576"/>
                  </a:cubicBezTo>
                  <a:lnTo>
                    <a:pt x="478" y="1576"/>
                  </a:lnTo>
                  <a:cubicBezTo>
                    <a:pt x="406" y="1510"/>
                    <a:pt x="452" y="1390"/>
                    <a:pt x="549" y="1390"/>
                  </a:cubicBezTo>
                  <a:cubicBezTo>
                    <a:pt x="647" y="1390"/>
                    <a:pt x="693" y="1510"/>
                    <a:pt x="621" y="1576"/>
                  </a:cubicBezTo>
                  <a:lnTo>
                    <a:pt x="1004" y="1576"/>
                  </a:lnTo>
                  <a:cubicBezTo>
                    <a:pt x="933" y="1510"/>
                    <a:pt x="979" y="1390"/>
                    <a:pt x="1076" y="1390"/>
                  </a:cubicBezTo>
                  <a:cubicBezTo>
                    <a:pt x="1173" y="1390"/>
                    <a:pt x="1220" y="1510"/>
                    <a:pt x="1148" y="1576"/>
                  </a:cubicBezTo>
                  <a:lnTo>
                    <a:pt x="1530" y="1576"/>
                  </a:lnTo>
                  <a:cubicBezTo>
                    <a:pt x="1458" y="1510"/>
                    <a:pt x="1506" y="1390"/>
                    <a:pt x="1602" y="1390"/>
                  </a:cubicBezTo>
                  <a:cubicBezTo>
                    <a:pt x="1699" y="1390"/>
                    <a:pt x="1745" y="1510"/>
                    <a:pt x="1674" y="1576"/>
                  </a:cubicBezTo>
                  <a:lnTo>
                    <a:pt x="2057" y="1576"/>
                  </a:lnTo>
                  <a:cubicBezTo>
                    <a:pt x="1985" y="1510"/>
                    <a:pt x="2031" y="1390"/>
                    <a:pt x="2129" y="1390"/>
                  </a:cubicBezTo>
                  <a:cubicBezTo>
                    <a:pt x="2226" y="1390"/>
                    <a:pt x="2272" y="1510"/>
                    <a:pt x="2200" y="1576"/>
                  </a:cubicBezTo>
                  <a:lnTo>
                    <a:pt x="2582" y="1576"/>
                  </a:lnTo>
                  <a:cubicBezTo>
                    <a:pt x="2512" y="1510"/>
                    <a:pt x="2558" y="1390"/>
                    <a:pt x="2654" y="1390"/>
                  </a:cubicBezTo>
                  <a:cubicBezTo>
                    <a:pt x="2752" y="1390"/>
                    <a:pt x="2799" y="1510"/>
                    <a:pt x="2727" y="1576"/>
                  </a:cubicBezTo>
                  <a:lnTo>
                    <a:pt x="3109" y="1576"/>
                  </a:lnTo>
                  <a:cubicBezTo>
                    <a:pt x="3037" y="1510"/>
                    <a:pt x="3084" y="1390"/>
                    <a:pt x="3181" y="1390"/>
                  </a:cubicBezTo>
                  <a:cubicBezTo>
                    <a:pt x="3278" y="1390"/>
                    <a:pt x="3324" y="1510"/>
                    <a:pt x="3253" y="1576"/>
                  </a:cubicBezTo>
                  <a:lnTo>
                    <a:pt x="3636" y="1576"/>
                  </a:lnTo>
                  <a:cubicBezTo>
                    <a:pt x="3564" y="1510"/>
                    <a:pt x="3610" y="1390"/>
                    <a:pt x="3708" y="1390"/>
                  </a:cubicBezTo>
                  <a:cubicBezTo>
                    <a:pt x="3804" y="1390"/>
                    <a:pt x="3851" y="1510"/>
                    <a:pt x="3779" y="1576"/>
                  </a:cubicBezTo>
                  <a:lnTo>
                    <a:pt x="4161" y="1576"/>
                  </a:lnTo>
                  <a:cubicBezTo>
                    <a:pt x="4090" y="1510"/>
                    <a:pt x="4136" y="1390"/>
                    <a:pt x="4233" y="1390"/>
                  </a:cubicBezTo>
                  <a:cubicBezTo>
                    <a:pt x="4331" y="1390"/>
                    <a:pt x="4377" y="1510"/>
                    <a:pt x="4305" y="1576"/>
                  </a:cubicBezTo>
                  <a:lnTo>
                    <a:pt x="4688" y="1576"/>
                  </a:lnTo>
                  <a:cubicBezTo>
                    <a:pt x="4616" y="1510"/>
                    <a:pt x="4663" y="1390"/>
                    <a:pt x="4760" y="1390"/>
                  </a:cubicBezTo>
                  <a:cubicBezTo>
                    <a:pt x="4857" y="1390"/>
                    <a:pt x="4903" y="1510"/>
                    <a:pt x="4832" y="1576"/>
                  </a:cubicBezTo>
                  <a:lnTo>
                    <a:pt x="5214" y="1576"/>
                  </a:lnTo>
                  <a:cubicBezTo>
                    <a:pt x="5142" y="1510"/>
                    <a:pt x="5188" y="1390"/>
                    <a:pt x="5286" y="1390"/>
                  </a:cubicBezTo>
                  <a:cubicBezTo>
                    <a:pt x="5383" y="1390"/>
                    <a:pt x="5429" y="1510"/>
                    <a:pt x="5357" y="1576"/>
                  </a:cubicBezTo>
                  <a:lnTo>
                    <a:pt x="5740" y="1576"/>
                  </a:lnTo>
                  <a:cubicBezTo>
                    <a:pt x="5669" y="1510"/>
                    <a:pt x="5715" y="1390"/>
                    <a:pt x="5812" y="1390"/>
                  </a:cubicBezTo>
                  <a:cubicBezTo>
                    <a:pt x="5910" y="1390"/>
                    <a:pt x="5956" y="1510"/>
                    <a:pt x="5884" y="1576"/>
                  </a:cubicBezTo>
                  <a:lnTo>
                    <a:pt x="6266" y="1576"/>
                  </a:lnTo>
                  <a:cubicBezTo>
                    <a:pt x="6194" y="1510"/>
                    <a:pt x="6242" y="1390"/>
                    <a:pt x="6338" y="1390"/>
                  </a:cubicBezTo>
                  <a:cubicBezTo>
                    <a:pt x="6435" y="1390"/>
                    <a:pt x="6481" y="1510"/>
                    <a:pt x="6410" y="1576"/>
                  </a:cubicBezTo>
                  <a:lnTo>
                    <a:pt x="6794" y="1576"/>
                  </a:lnTo>
                  <a:cubicBezTo>
                    <a:pt x="6722" y="1510"/>
                    <a:pt x="6768" y="1390"/>
                    <a:pt x="6865" y="1390"/>
                  </a:cubicBezTo>
                  <a:cubicBezTo>
                    <a:pt x="6963" y="1390"/>
                    <a:pt x="7009" y="1510"/>
                    <a:pt x="6937" y="1576"/>
                  </a:cubicBezTo>
                  <a:lnTo>
                    <a:pt x="7320" y="1576"/>
                  </a:lnTo>
                  <a:cubicBezTo>
                    <a:pt x="7248" y="1510"/>
                    <a:pt x="7295" y="1390"/>
                    <a:pt x="7392" y="1390"/>
                  </a:cubicBezTo>
                  <a:cubicBezTo>
                    <a:pt x="7488" y="1390"/>
                    <a:pt x="7536" y="1510"/>
                    <a:pt x="7464" y="1576"/>
                  </a:cubicBezTo>
                  <a:lnTo>
                    <a:pt x="7846" y="1576"/>
                  </a:lnTo>
                  <a:cubicBezTo>
                    <a:pt x="7774" y="1510"/>
                    <a:pt x="7820" y="1390"/>
                    <a:pt x="7918" y="1390"/>
                  </a:cubicBezTo>
                  <a:cubicBezTo>
                    <a:pt x="8015" y="1390"/>
                    <a:pt x="8061" y="1510"/>
                    <a:pt x="7990" y="1576"/>
                  </a:cubicBezTo>
                  <a:lnTo>
                    <a:pt x="8373" y="1576"/>
                  </a:lnTo>
                  <a:cubicBezTo>
                    <a:pt x="8301" y="1510"/>
                    <a:pt x="8347" y="1390"/>
                    <a:pt x="8444" y="1390"/>
                  </a:cubicBezTo>
                  <a:cubicBezTo>
                    <a:pt x="8542" y="1390"/>
                    <a:pt x="8588" y="1510"/>
                    <a:pt x="8516" y="1576"/>
                  </a:cubicBezTo>
                  <a:lnTo>
                    <a:pt x="8898" y="1576"/>
                  </a:lnTo>
                  <a:cubicBezTo>
                    <a:pt x="8827" y="1510"/>
                    <a:pt x="8873" y="1390"/>
                    <a:pt x="8970" y="1390"/>
                  </a:cubicBezTo>
                  <a:cubicBezTo>
                    <a:pt x="9067" y="1390"/>
                    <a:pt x="9114" y="1510"/>
                    <a:pt x="9042" y="1576"/>
                  </a:cubicBezTo>
                  <a:lnTo>
                    <a:pt x="9425" y="1576"/>
                  </a:lnTo>
                  <a:cubicBezTo>
                    <a:pt x="9353" y="1510"/>
                    <a:pt x="9399" y="1390"/>
                    <a:pt x="9497" y="1390"/>
                  </a:cubicBezTo>
                  <a:cubicBezTo>
                    <a:pt x="9594" y="1390"/>
                    <a:pt x="9640" y="1510"/>
                    <a:pt x="9569" y="1576"/>
                  </a:cubicBezTo>
                  <a:lnTo>
                    <a:pt x="9951" y="1576"/>
                  </a:lnTo>
                  <a:cubicBezTo>
                    <a:pt x="9879" y="1510"/>
                    <a:pt x="9926" y="1390"/>
                    <a:pt x="10022" y="1390"/>
                  </a:cubicBezTo>
                  <a:cubicBezTo>
                    <a:pt x="10120" y="1390"/>
                    <a:pt x="10166" y="1510"/>
                    <a:pt x="10094" y="1576"/>
                  </a:cubicBezTo>
                  <a:lnTo>
                    <a:pt x="10477" y="1576"/>
                  </a:lnTo>
                  <a:cubicBezTo>
                    <a:pt x="10406" y="1510"/>
                    <a:pt x="10452" y="1390"/>
                    <a:pt x="10549" y="1390"/>
                  </a:cubicBezTo>
                  <a:cubicBezTo>
                    <a:pt x="10646" y="1390"/>
                    <a:pt x="10693" y="1510"/>
                    <a:pt x="10621" y="1576"/>
                  </a:cubicBezTo>
                  <a:lnTo>
                    <a:pt x="11003" y="1576"/>
                  </a:lnTo>
                  <a:cubicBezTo>
                    <a:pt x="10931" y="1510"/>
                    <a:pt x="10978" y="1390"/>
                    <a:pt x="11075" y="1390"/>
                  </a:cubicBezTo>
                  <a:cubicBezTo>
                    <a:pt x="11172" y="1390"/>
                    <a:pt x="11218" y="1510"/>
                    <a:pt x="11147" y="1576"/>
                  </a:cubicBezTo>
                  <a:lnTo>
                    <a:pt x="11530" y="1576"/>
                  </a:lnTo>
                  <a:cubicBezTo>
                    <a:pt x="11458" y="1510"/>
                    <a:pt x="11504" y="1390"/>
                    <a:pt x="11601" y="1390"/>
                  </a:cubicBezTo>
                  <a:cubicBezTo>
                    <a:pt x="11699" y="1390"/>
                    <a:pt x="11745" y="1510"/>
                    <a:pt x="11673" y="1576"/>
                  </a:cubicBezTo>
                  <a:lnTo>
                    <a:pt x="12056" y="1576"/>
                  </a:lnTo>
                  <a:cubicBezTo>
                    <a:pt x="11985" y="1510"/>
                    <a:pt x="12031" y="1390"/>
                    <a:pt x="12128" y="1390"/>
                  </a:cubicBezTo>
                  <a:cubicBezTo>
                    <a:pt x="12224" y="1390"/>
                    <a:pt x="12272" y="1510"/>
                    <a:pt x="12200" y="1576"/>
                  </a:cubicBezTo>
                  <a:lnTo>
                    <a:pt x="12582" y="1576"/>
                  </a:lnTo>
                  <a:cubicBezTo>
                    <a:pt x="12510" y="1510"/>
                    <a:pt x="12556" y="1390"/>
                    <a:pt x="12654" y="1390"/>
                  </a:cubicBezTo>
                  <a:cubicBezTo>
                    <a:pt x="12751" y="1390"/>
                    <a:pt x="12797" y="1510"/>
                    <a:pt x="12726" y="1576"/>
                  </a:cubicBezTo>
                  <a:lnTo>
                    <a:pt x="13109" y="1576"/>
                  </a:lnTo>
                  <a:cubicBezTo>
                    <a:pt x="13037" y="1510"/>
                    <a:pt x="13083" y="1390"/>
                    <a:pt x="13180" y="1390"/>
                  </a:cubicBezTo>
                  <a:cubicBezTo>
                    <a:pt x="13277" y="1390"/>
                    <a:pt x="13324" y="1510"/>
                    <a:pt x="13252" y="1576"/>
                  </a:cubicBezTo>
                  <a:lnTo>
                    <a:pt x="13634" y="1576"/>
                  </a:lnTo>
                  <a:cubicBezTo>
                    <a:pt x="13563" y="1510"/>
                    <a:pt x="13609" y="1390"/>
                    <a:pt x="13706" y="1390"/>
                  </a:cubicBezTo>
                  <a:cubicBezTo>
                    <a:pt x="13803" y="1390"/>
                    <a:pt x="13850" y="1510"/>
                    <a:pt x="13778" y="1576"/>
                  </a:cubicBezTo>
                  <a:lnTo>
                    <a:pt x="13865" y="1576"/>
                  </a:lnTo>
                  <a:lnTo>
                    <a:pt x="15441" y="1"/>
                  </a:lnTo>
                  <a:lnTo>
                    <a:pt x="15353" y="1"/>
                  </a:lnTo>
                  <a:cubicBezTo>
                    <a:pt x="15334" y="17"/>
                    <a:pt x="15310" y="25"/>
                    <a:pt x="15286" y="25"/>
                  </a:cubicBezTo>
                  <a:cubicBezTo>
                    <a:pt x="15262" y="25"/>
                    <a:pt x="15238" y="17"/>
                    <a:pt x="15218" y="1"/>
                  </a:cubicBezTo>
                  <a:lnTo>
                    <a:pt x="14827" y="1"/>
                  </a:lnTo>
                  <a:cubicBezTo>
                    <a:pt x="14808" y="17"/>
                    <a:pt x="14784" y="25"/>
                    <a:pt x="14760" y="25"/>
                  </a:cubicBezTo>
                  <a:cubicBezTo>
                    <a:pt x="14736" y="25"/>
                    <a:pt x="14712" y="17"/>
                    <a:pt x="14692" y="1"/>
                  </a:cubicBezTo>
                  <a:lnTo>
                    <a:pt x="14301" y="1"/>
                  </a:lnTo>
                  <a:cubicBezTo>
                    <a:pt x="14282" y="17"/>
                    <a:pt x="14258" y="25"/>
                    <a:pt x="14234" y="25"/>
                  </a:cubicBezTo>
                  <a:cubicBezTo>
                    <a:pt x="14210" y="25"/>
                    <a:pt x="14186" y="17"/>
                    <a:pt x="14166" y="1"/>
                  </a:cubicBezTo>
                  <a:lnTo>
                    <a:pt x="13775" y="1"/>
                  </a:lnTo>
                  <a:cubicBezTo>
                    <a:pt x="13755" y="17"/>
                    <a:pt x="13731" y="25"/>
                    <a:pt x="13707" y="25"/>
                  </a:cubicBezTo>
                  <a:cubicBezTo>
                    <a:pt x="13683" y="25"/>
                    <a:pt x="13659" y="17"/>
                    <a:pt x="13640" y="1"/>
                  </a:cubicBezTo>
                  <a:lnTo>
                    <a:pt x="13248" y="1"/>
                  </a:lnTo>
                  <a:cubicBezTo>
                    <a:pt x="13229" y="17"/>
                    <a:pt x="13205" y="25"/>
                    <a:pt x="13181" y="25"/>
                  </a:cubicBezTo>
                  <a:cubicBezTo>
                    <a:pt x="13157" y="25"/>
                    <a:pt x="13133" y="17"/>
                    <a:pt x="13113" y="1"/>
                  </a:cubicBezTo>
                  <a:lnTo>
                    <a:pt x="12722" y="1"/>
                  </a:lnTo>
                  <a:cubicBezTo>
                    <a:pt x="12702" y="17"/>
                    <a:pt x="12679" y="25"/>
                    <a:pt x="12655" y="25"/>
                  </a:cubicBezTo>
                  <a:cubicBezTo>
                    <a:pt x="12631" y="25"/>
                    <a:pt x="12607" y="17"/>
                    <a:pt x="12588" y="1"/>
                  </a:cubicBezTo>
                  <a:lnTo>
                    <a:pt x="12196" y="1"/>
                  </a:lnTo>
                  <a:cubicBezTo>
                    <a:pt x="12176" y="17"/>
                    <a:pt x="12153" y="25"/>
                    <a:pt x="12129" y="25"/>
                  </a:cubicBezTo>
                  <a:cubicBezTo>
                    <a:pt x="12105" y="25"/>
                    <a:pt x="12081" y="17"/>
                    <a:pt x="12061" y="1"/>
                  </a:cubicBezTo>
                  <a:lnTo>
                    <a:pt x="11670" y="1"/>
                  </a:lnTo>
                  <a:cubicBezTo>
                    <a:pt x="11650" y="17"/>
                    <a:pt x="11626" y="25"/>
                    <a:pt x="11602" y="25"/>
                  </a:cubicBezTo>
                  <a:cubicBezTo>
                    <a:pt x="11578" y="25"/>
                    <a:pt x="11554" y="17"/>
                    <a:pt x="11535" y="1"/>
                  </a:cubicBezTo>
                  <a:lnTo>
                    <a:pt x="11143" y="1"/>
                  </a:lnTo>
                  <a:cubicBezTo>
                    <a:pt x="11123" y="17"/>
                    <a:pt x="11099" y="25"/>
                    <a:pt x="11075" y="25"/>
                  </a:cubicBezTo>
                  <a:cubicBezTo>
                    <a:pt x="11052" y="25"/>
                    <a:pt x="11028" y="17"/>
                    <a:pt x="11008" y="1"/>
                  </a:cubicBezTo>
                  <a:lnTo>
                    <a:pt x="10618" y="1"/>
                  </a:lnTo>
                  <a:cubicBezTo>
                    <a:pt x="10598" y="17"/>
                    <a:pt x="10574" y="25"/>
                    <a:pt x="10550" y="25"/>
                  </a:cubicBezTo>
                  <a:cubicBezTo>
                    <a:pt x="10526" y="25"/>
                    <a:pt x="10502" y="17"/>
                    <a:pt x="10482" y="1"/>
                  </a:cubicBezTo>
                  <a:lnTo>
                    <a:pt x="10091" y="1"/>
                  </a:lnTo>
                  <a:cubicBezTo>
                    <a:pt x="10071" y="17"/>
                    <a:pt x="10047" y="25"/>
                    <a:pt x="10023" y="25"/>
                  </a:cubicBezTo>
                  <a:cubicBezTo>
                    <a:pt x="9999" y="25"/>
                    <a:pt x="9976" y="17"/>
                    <a:pt x="9956" y="1"/>
                  </a:cubicBezTo>
                  <a:lnTo>
                    <a:pt x="9564" y="1"/>
                  </a:lnTo>
                  <a:cubicBezTo>
                    <a:pt x="9545" y="17"/>
                    <a:pt x="9521" y="25"/>
                    <a:pt x="9497" y="25"/>
                  </a:cubicBezTo>
                  <a:cubicBezTo>
                    <a:pt x="9473" y="25"/>
                    <a:pt x="9449" y="17"/>
                    <a:pt x="9429" y="1"/>
                  </a:cubicBezTo>
                  <a:lnTo>
                    <a:pt x="9038" y="1"/>
                  </a:lnTo>
                  <a:cubicBezTo>
                    <a:pt x="9018" y="17"/>
                    <a:pt x="8994" y="25"/>
                    <a:pt x="8970" y="25"/>
                  </a:cubicBezTo>
                  <a:cubicBezTo>
                    <a:pt x="8946" y="25"/>
                    <a:pt x="8922" y="17"/>
                    <a:pt x="8903" y="1"/>
                  </a:cubicBezTo>
                  <a:lnTo>
                    <a:pt x="8512" y="1"/>
                  </a:lnTo>
                  <a:cubicBezTo>
                    <a:pt x="8493" y="17"/>
                    <a:pt x="8468" y="25"/>
                    <a:pt x="8444" y="25"/>
                  </a:cubicBezTo>
                  <a:cubicBezTo>
                    <a:pt x="8420" y="25"/>
                    <a:pt x="8396" y="17"/>
                    <a:pt x="8377" y="1"/>
                  </a:cubicBezTo>
                  <a:lnTo>
                    <a:pt x="7986" y="1"/>
                  </a:lnTo>
                  <a:cubicBezTo>
                    <a:pt x="7966" y="17"/>
                    <a:pt x="7942" y="25"/>
                    <a:pt x="7918" y="25"/>
                  </a:cubicBezTo>
                  <a:cubicBezTo>
                    <a:pt x="7894" y="25"/>
                    <a:pt x="7870" y="17"/>
                    <a:pt x="7851" y="1"/>
                  </a:cubicBezTo>
                  <a:lnTo>
                    <a:pt x="7459" y="1"/>
                  </a:lnTo>
                  <a:cubicBezTo>
                    <a:pt x="7439" y="17"/>
                    <a:pt x="7415" y="25"/>
                    <a:pt x="7392" y="25"/>
                  </a:cubicBezTo>
                  <a:cubicBezTo>
                    <a:pt x="7368" y="25"/>
                    <a:pt x="7344" y="17"/>
                    <a:pt x="7324" y="1"/>
                  </a:cubicBezTo>
                  <a:lnTo>
                    <a:pt x="6932" y="1"/>
                  </a:lnTo>
                  <a:cubicBezTo>
                    <a:pt x="6913" y="17"/>
                    <a:pt x="6889" y="25"/>
                    <a:pt x="6865" y="25"/>
                  </a:cubicBezTo>
                  <a:cubicBezTo>
                    <a:pt x="6841" y="25"/>
                    <a:pt x="6817" y="17"/>
                    <a:pt x="6797" y="1"/>
                  </a:cubicBezTo>
                  <a:lnTo>
                    <a:pt x="6407" y="1"/>
                  </a:lnTo>
                  <a:cubicBezTo>
                    <a:pt x="6387" y="17"/>
                    <a:pt x="6363" y="25"/>
                    <a:pt x="6340" y="25"/>
                  </a:cubicBezTo>
                  <a:cubicBezTo>
                    <a:pt x="6316" y="25"/>
                    <a:pt x="6292" y="17"/>
                    <a:pt x="6272" y="1"/>
                  </a:cubicBezTo>
                  <a:lnTo>
                    <a:pt x="5880" y="1"/>
                  </a:lnTo>
                  <a:cubicBezTo>
                    <a:pt x="5861" y="17"/>
                    <a:pt x="5837" y="25"/>
                    <a:pt x="5813" y="25"/>
                  </a:cubicBezTo>
                  <a:cubicBezTo>
                    <a:pt x="5789" y="25"/>
                    <a:pt x="5765" y="17"/>
                    <a:pt x="5745" y="1"/>
                  </a:cubicBezTo>
                  <a:lnTo>
                    <a:pt x="5354" y="1"/>
                  </a:lnTo>
                  <a:cubicBezTo>
                    <a:pt x="5334" y="17"/>
                    <a:pt x="5310" y="25"/>
                    <a:pt x="5286" y="25"/>
                  </a:cubicBezTo>
                  <a:cubicBezTo>
                    <a:pt x="5262" y="25"/>
                    <a:pt x="5239" y="17"/>
                    <a:pt x="5219" y="1"/>
                  </a:cubicBezTo>
                  <a:lnTo>
                    <a:pt x="4827" y="1"/>
                  </a:lnTo>
                  <a:cubicBezTo>
                    <a:pt x="4808" y="17"/>
                    <a:pt x="4784" y="25"/>
                    <a:pt x="4760" y="25"/>
                  </a:cubicBezTo>
                  <a:cubicBezTo>
                    <a:pt x="4736" y="25"/>
                    <a:pt x="4712" y="17"/>
                    <a:pt x="4693" y="1"/>
                  </a:cubicBezTo>
                  <a:lnTo>
                    <a:pt x="4302" y="1"/>
                  </a:lnTo>
                  <a:cubicBezTo>
                    <a:pt x="4282" y="17"/>
                    <a:pt x="4258" y="25"/>
                    <a:pt x="4234" y="25"/>
                  </a:cubicBezTo>
                  <a:cubicBezTo>
                    <a:pt x="4210" y="25"/>
                    <a:pt x="4186" y="17"/>
                    <a:pt x="4167" y="1"/>
                  </a:cubicBezTo>
                  <a:lnTo>
                    <a:pt x="3775" y="1"/>
                  </a:lnTo>
                  <a:cubicBezTo>
                    <a:pt x="3755" y="17"/>
                    <a:pt x="3732" y="25"/>
                    <a:pt x="3708" y="25"/>
                  </a:cubicBezTo>
                  <a:cubicBezTo>
                    <a:pt x="3684" y="25"/>
                    <a:pt x="3660" y="17"/>
                    <a:pt x="3640" y="1"/>
                  </a:cubicBezTo>
                  <a:lnTo>
                    <a:pt x="3249" y="1"/>
                  </a:lnTo>
                  <a:cubicBezTo>
                    <a:pt x="3229" y="17"/>
                    <a:pt x="3205" y="25"/>
                    <a:pt x="3181" y="25"/>
                  </a:cubicBezTo>
                  <a:cubicBezTo>
                    <a:pt x="3157" y="25"/>
                    <a:pt x="3133" y="17"/>
                    <a:pt x="3114" y="1"/>
                  </a:cubicBezTo>
                  <a:lnTo>
                    <a:pt x="2723" y="1"/>
                  </a:lnTo>
                  <a:cubicBezTo>
                    <a:pt x="2703" y="17"/>
                    <a:pt x="2679" y="25"/>
                    <a:pt x="2655" y="25"/>
                  </a:cubicBezTo>
                  <a:cubicBezTo>
                    <a:pt x="2631" y="25"/>
                    <a:pt x="2607" y="17"/>
                    <a:pt x="2588" y="1"/>
                  </a:cubicBezTo>
                  <a:lnTo>
                    <a:pt x="2197" y="1"/>
                  </a:lnTo>
                  <a:cubicBezTo>
                    <a:pt x="2177" y="17"/>
                    <a:pt x="2153" y="25"/>
                    <a:pt x="2129" y="25"/>
                  </a:cubicBezTo>
                  <a:cubicBezTo>
                    <a:pt x="2105" y="25"/>
                    <a:pt x="2081" y="17"/>
                    <a:pt x="2062" y="1"/>
                  </a:cubicBezTo>
                  <a:lnTo>
                    <a:pt x="1670" y="1"/>
                  </a:lnTo>
                  <a:cubicBezTo>
                    <a:pt x="1650" y="17"/>
                    <a:pt x="1626" y="25"/>
                    <a:pt x="1602" y="25"/>
                  </a:cubicBezTo>
                  <a:cubicBezTo>
                    <a:pt x="1579" y="25"/>
                    <a:pt x="1555" y="17"/>
                    <a:pt x="15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34" name="Google Shape;3634;p17"/>
            <p:cNvSpPr/>
            <p:nvPr/>
          </p:nvSpPr>
          <p:spPr>
            <a:xfrm>
              <a:off x="5335530" y="1152898"/>
              <a:ext cx="451" cy="451"/>
            </a:xfrm>
            <a:custGeom>
              <a:avLst/>
              <a:gdLst/>
              <a:ahLst/>
              <a:cxnLst/>
              <a:rect l="l" t="t" r="r" b="b"/>
              <a:pathLst>
                <a:path w="3" h="3" extrusionOk="0">
                  <a:moveTo>
                    <a:pt x="0" y="2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35" name="Google Shape;3635;p17"/>
            <p:cNvSpPr/>
            <p:nvPr/>
          </p:nvSpPr>
          <p:spPr>
            <a:xfrm>
              <a:off x="5338084" y="1152447"/>
              <a:ext cx="2222697" cy="2975762"/>
            </a:xfrm>
            <a:custGeom>
              <a:avLst/>
              <a:gdLst/>
              <a:ahLst/>
              <a:cxnLst/>
              <a:rect l="l" t="t" r="r" b="b"/>
              <a:pathLst>
                <a:path w="14798" h="19812" extrusionOk="0">
                  <a:moveTo>
                    <a:pt x="0" y="1"/>
                  </a:moveTo>
                  <a:cubicBezTo>
                    <a:pt x="24" y="1"/>
                    <a:pt x="43" y="20"/>
                    <a:pt x="43" y="43"/>
                  </a:cubicBezTo>
                  <a:lnTo>
                    <a:pt x="43" y="85"/>
                  </a:lnTo>
                  <a:lnTo>
                    <a:pt x="14713" y="85"/>
                  </a:lnTo>
                  <a:lnTo>
                    <a:pt x="14713" y="19769"/>
                  </a:lnTo>
                  <a:lnTo>
                    <a:pt x="14755" y="19769"/>
                  </a:lnTo>
                  <a:cubicBezTo>
                    <a:pt x="14778" y="19769"/>
                    <a:pt x="14798" y="19788"/>
                    <a:pt x="14796" y="19812"/>
                  </a:cubicBezTo>
                  <a:lnTo>
                    <a:pt x="14798" y="19812"/>
                  </a:lnTo>
                  <a:lnTo>
                    <a:pt x="14798" y="43"/>
                  </a:lnTo>
                  <a:cubicBezTo>
                    <a:pt x="14798" y="20"/>
                    <a:pt x="14778" y="1"/>
                    <a:pt x="147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36" name="Google Shape;3636;p17"/>
            <p:cNvSpPr/>
            <p:nvPr/>
          </p:nvSpPr>
          <p:spPr>
            <a:xfrm>
              <a:off x="5333577" y="1154250"/>
              <a:ext cx="150" cy="1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37" name="Google Shape;3637;p17"/>
            <p:cNvSpPr/>
            <p:nvPr/>
          </p:nvSpPr>
          <p:spPr>
            <a:xfrm>
              <a:off x="5336732" y="1152597"/>
              <a:ext cx="300" cy="15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38" name="Google Shape;3638;p17"/>
            <p:cNvSpPr/>
            <p:nvPr/>
          </p:nvSpPr>
          <p:spPr>
            <a:xfrm>
              <a:off x="5334479" y="1153499"/>
              <a:ext cx="300" cy="300"/>
            </a:xfrm>
            <a:custGeom>
              <a:avLst/>
              <a:gdLst/>
              <a:ahLst/>
              <a:cxnLst/>
              <a:rect l="l" t="t" r="r" b="b"/>
              <a:pathLst>
                <a:path w="2" h="2" extrusionOk="0">
                  <a:moveTo>
                    <a:pt x="0" y="1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39" name="Google Shape;3639;p17"/>
            <p:cNvSpPr/>
            <p:nvPr/>
          </p:nvSpPr>
          <p:spPr>
            <a:xfrm>
              <a:off x="7559416" y="4131372"/>
              <a:ext cx="300" cy="451"/>
            </a:xfrm>
            <a:custGeom>
              <a:avLst/>
              <a:gdLst/>
              <a:ahLst/>
              <a:cxnLst/>
              <a:rect l="l" t="t" r="r" b="b"/>
              <a:pathLst>
                <a:path w="2" h="3" extrusionOk="0">
                  <a:moveTo>
                    <a:pt x="2" y="0"/>
                  </a:moveTo>
                  <a:cubicBezTo>
                    <a:pt x="1" y="1"/>
                    <a:pt x="1" y="1"/>
                    <a:pt x="1" y="3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40" name="Google Shape;3640;p17"/>
            <p:cNvSpPr/>
            <p:nvPr/>
          </p:nvSpPr>
          <p:spPr>
            <a:xfrm>
              <a:off x="7560017" y="4130321"/>
              <a:ext cx="300" cy="451"/>
            </a:xfrm>
            <a:custGeom>
              <a:avLst/>
              <a:gdLst/>
              <a:ahLst/>
              <a:cxnLst/>
              <a:rect l="l" t="t" r="r" b="b"/>
              <a:pathLst>
                <a:path w="2" h="3" extrusionOk="0">
                  <a:moveTo>
                    <a:pt x="1" y="1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41" name="Google Shape;3641;p17"/>
            <p:cNvSpPr/>
            <p:nvPr/>
          </p:nvSpPr>
          <p:spPr>
            <a:xfrm>
              <a:off x="7560468" y="4129270"/>
              <a:ext cx="150" cy="300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42" name="Google Shape;3642;p17"/>
            <p:cNvSpPr/>
            <p:nvPr/>
          </p:nvSpPr>
          <p:spPr>
            <a:xfrm>
              <a:off x="7558815" y="4132574"/>
              <a:ext cx="150" cy="1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43" name="Google Shape;3643;p17"/>
            <p:cNvSpPr/>
            <p:nvPr/>
          </p:nvSpPr>
          <p:spPr>
            <a:xfrm>
              <a:off x="5060961" y="26583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44" name="Google Shape;3644;p17"/>
            <p:cNvSpPr/>
            <p:nvPr/>
          </p:nvSpPr>
          <p:spPr>
            <a:xfrm>
              <a:off x="5060961" y="2579351"/>
              <a:ext cx="32294" cy="32143"/>
            </a:xfrm>
            <a:custGeom>
              <a:avLst/>
              <a:gdLst/>
              <a:ahLst/>
              <a:cxnLst/>
              <a:rect l="l" t="t" r="r" b="b"/>
              <a:pathLst>
                <a:path w="215" h="214" extrusionOk="0">
                  <a:moveTo>
                    <a:pt x="108" y="1"/>
                  </a:moveTo>
                  <a:cubicBezTo>
                    <a:pt x="49" y="1"/>
                    <a:pt x="1" y="48"/>
                    <a:pt x="1" y="106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166" y="213"/>
                    <a:pt x="215" y="166"/>
                    <a:pt x="215" y="106"/>
                  </a:cubicBezTo>
                  <a:cubicBezTo>
                    <a:pt x="215" y="48"/>
                    <a:pt x="166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45" name="Google Shape;3645;p17"/>
            <p:cNvSpPr/>
            <p:nvPr/>
          </p:nvSpPr>
          <p:spPr>
            <a:xfrm>
              <a:off x="5060961" y="250019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46" name="Google Shape;3646;p17"/>
            <p:cNvSpPr/>
            <p:nvPr/>
          </p:nvSpPr>
          <p:spPr>
            <a:xfrm>
              <a:off x="5060961" y="2421190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47" name="Google Shape;3647;p17"/>
            <p:cNvSpPr/>
            <p:nvPr/>
          </p:nvSpPr>
          <p:spPr>
            <a:xfrm>
              <a:off x="5060961" y="23421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48" name="Google Shape;3648;p17"/>
            <p:cNvSpPr/>
            <p:nvPr/>
          </p:nvSpPr>
          <p:spPr>
            <a:xfrm>
              <a:off x="5060961" y="2263179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1" y="42"/>
                    <a:pt x="1" y="106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49" name="Google Shape;3649;p17"/>
            <p:cNvSpPr/>
            <p:nvPr/>
          </p:nvSpPr>
          <p:spPr>
            <a:xfrm>
              <a:off x="5060961" y="218402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50" name="Google Shape;3650;p17"/>
            <p:cNvSpPr/>
            <p:nvPr/>
          </p:nvSpPr>
          <p:spPr>
            <a:xfrm>
              <a:off x="5060961" y="210501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51" name="Google Shape;3651;p17"/>
            <p:cNvSpPr/>
            <p:nvPr/>
          </p:nvSpPr>
          <p:spPr>
            <a:xfrm>
              <a:off x="5060961" y="202601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2"/>
                    <a:pt x="1" y="106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52" name="Google Shape;3652;p17"/>
            <p:cNvSpPr/>
            <p:nvPr/>
          </p:nvSpPr>
          <p:spPr>
            <a:xfrm>
              <a:off x="5060961" y="19468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3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53" name="Google Shape;3653;p17"/>
            <p:cNvSpPr/>
            <p:nvPr/>
          </p:nvSpPr>
          <p:spPr>
            <a:xfrm>
              <a:off x="5060961" y="186785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54" name="Google Shape;3654;p17"/>
            <p:cNvSpPr/>
            <p:nvPr/>
          </p:nvSpPr>
          <p:spPr>
            <a:xfrm>
              <a:off x="5060961" y="178884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55" name="Google Shape;3655;p17"/>
            <p:cNvSpPr/>
            <p:nvPr/>
          </p:nvSpPr>
          <p:spPr>
            <a:xfrm>
              <a:off x="5060961" y="1709691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7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56" name="Google Shape;3656;p17"/>
            <p:cNvSpPr/>
            <p:nvPr/>
          </p:nvSpPr>
          <p:spPr>
            <a:xfrm>
              <a:off x="5060961" y="16306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57" name="Google Shape;3657;p17"/>
            <p:cNvSpPr/>
            <p:nvPr/>
          </p:nvSpPr>
          <p:spPr>
            <a:xfrm>
              <a:off x="5060961" y="1551680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2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58" name="Google Shape;3658;p17"/>
            <p:cNvSpPr/>
            <p:nvPr/>
          </p:nvSpPr>
          <p:spPr>
            <a:xfrm>
              <a:off x="5060961" y="147267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59" name="Google Shape;3659;p17"/>
            <p:cNvSpPr/>
            <p:nvPr/>
          </p:nvSpPr>
          <p:spPr>
            <a:xfrm>
              <a:off x="5080788" y="1413195"/>
              <a:ext cx="12016" cy="12016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79" y="1"/>
                  </a:moveTo>
                  <a:lnTo>
                    <a:pt x="1" y="79"/>
                  </a:lnTo>
                  <a:cubicBezTo>
                    <a:pt x="39" y="70"/>
                    <a:pt x="70" y="40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0" name="Google Shape;3660;p17"/>
            <p:cNvSpPr/>
            <p:nvPr/>
          </p:nvSpPr>
          <p:spPr>
            <a:xfrm>
              <a:off x="5140118" y="26583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5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1" name="Google Shape;3661;p17"/>
            <p:cNvSpPr/>
            <p:nvPr/>
          </p:nvSpPr>
          <p:spPr>
            <a:xfrm>
              <a:off x="5140118" y="2579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6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2" name="Google Shape;3662;p17"/>
            <p:cNvSpPr/>
            <p:nvPr/>
          </p:nvSpPr>
          <p:spPr>
            <a:xfrm>
              <a:off x="5140118" y="250019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3" name="Google Shape;3663;p17"/>
            <p:cNvSpPr/>
            <p:nvPr/>
          </p:nvSpPr>
          <p:spPr>
            <a:xfrm>
              <a:off x="5140118" y="2421190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4" name="Google Shape;3664;p17"/>
            <p:cNvSpPr/>
            <p:nvPr/>
          </p:nvSpPr>
          <p:spPr>
            <a:xfrm>
              <a:off x="5140118" y="23421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5" name="Google Shape;3665;p17"/>
            <p:cNvSpPr/>
            <p:nvPr/>
          </p:nvSpPr>
          <p:spPr>
            <a:xfrm>
              <a:off x="5140118" y="2263179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6" name="Google Shape;3666;p17"/>
            <p:cNvSpPr/>
            <p:nvPr/>
          </p:nvSpPr>
          <p:spPr>
            <a:xfrm>
              <a:off x="5140118" y="218402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7" name="Google Shape;3667;p17"/>
            <p:cNvSpPr/>
            <p:nvPr/>
          </p:nvSpPr>
          <p:spPr>
            <a:xfrm>
              <a:off x="5140118" y="210501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8" name="Google Shape;3668;p17"/>
            <p:cNvSpPr/>
            <p:nvPr/>
          </p:nvSpPr>
          <p:spPr>
            <a:xfrm>
              <a:off x="5140118" y="202601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9" name="Google Shape;3669;p17"/>
            <p:cNvSpPr/>
            <p:nvPr/>
          </p:nvSpPr>
          <p:spPr>
            <a:xfrm>
              <a:off x="5140118" y="19468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3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70" name="Google Shape;3670;p17"/>
            <p:cNvSpPr/>
            <p:nvPr/>
          </p:nvSpPr>
          <p:spPr>
            <a:xfrm>
              <a:off x="5140118" y="186785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71" name="Google Shape;3671;p17"/>
            <p:cNvSpPr/>
            <p:nvPr/>
          </p:nvSpPr>
          <p:spPr>
            <a:xfrm>
              <a:off x="5140118" y="178884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72" name="Google Shape;3672;p17"/>
            <p:cNvSpPr/>
            <p:nvPr/>
          </p:nvSpPr>
          <p:spPr>
            <a:xfrm>
              <a:off x="5140118" y="1709691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73" name="Google Shape;3673;p17"/>
            <p:cNvSpPr/>
            <p:nvPr/>
          </p:nvSpPr>
          <p:spPr>
            <a:xfrm>
              <a:off x="5140118" y="16306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74" name="Google Shape;3674;p17"/>
            <p:cNvSpPr/>
            <p:nvPr/>
          </p:nvSpPr>
          <p:spPr>
            <a:xfrm>
              <a:off x="5140118" y="1551680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75" name="Google Shape;3675;p17"/>
            <p:cNvSpPr/>
            <p:nvPr/>
          </p:nvSpPr>
          <p:spPr>
            <a:xfrm>
              <a:off x="5140118" y="147267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76" name="Google Shape;3676;p17"/>
            <p:cNvSpPr/>
            <p:nvPr/>
          </p:nvSpPr>
          <p:spPr>
            <a:xfrm>
              <a:off x="5140118" y="1393519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3"/>
                  </a:cubicBezTo>
                  <a:cubicBezTo>
                    <a:pt x="161" y="11"/>
                    <a:pt x="134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77" name="Google Shape;3677;p17"/>
            <p:cNvSpPr/>
            <p:nvPr/>
          </p:nvSpPr>
          <p:spPr>
            <a:xfrm>
              <a:off x="5159794" y="1334340"/>
              <a:ext cx="12016" cy="12016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80" y="0"/>
                  </a:moveTo>
                  <a:lnTo>
                    <a:pt x="0" y="79"/>
                  </a:lnTo>
                  <a:cubicBezTo>
                    <a:pt x="39" y="69"/>
                    <a:pt x="70" y="39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78" name="Google Shape;3678;p17"/>
            <p:cNvSpPr/>
            <p:nvPr/>
          </p:nvSpPr>
          <p:spPr>
            <a:xfrm>
              <a:off x="5219274" y="2658357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5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79" name="Google Shape;3679;p17"/>
            <p:cNvSpPr/>
            <p:nvPr/>
          </p:nvSpPr>
          <p:spPr>
            <a:xfrm>
              <a:off x="5219274" y="2579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6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0" name="Google Shape;3680;p17"/>
            <p:cNvSpPr/>
            <p:nvPr/>
          </p:nvSpPr>
          <p:spPr>
            <a:xfrm>
              <a:off x="5219274" y="250019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1" name="Google Shape;3681;p17"/>
            <p:cNvSpPr/>
            <p:nvPr/>
          </p:nvSpPr>
          <p:spPr>
            <a:xfrm>
              <a:off x="5219274" y="2421190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2" name="Google Shape;3682;p17"/>
            <p:cNvSpPr/>
            <p:nvPr/>
          </p:nvSpPr>
          <p:spPr>
            <a:xfrm>
              <a:off x="5219274" y="234218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3" name="Google Shape;3683;p17"/>
            <p:cNvSpPr/>
            <p:nvPr/>
          </p:nvSpPr>
          <p:spPr>
            <a:xfrm>
              <a:off x="5219274" y="2263179"/>
              <a:ext cx="37400" cy="31993"/>
            </a:xfrm>
            <a:custGeom>
              <a:avLst/>
              <a:gdLst/>
              <a:ahLst/>
              <a:cxnLst/>
              <a:rect l="l" t="t" r="r" b="b"/>
              <a:pathLst>
                <a:path w="249" h="213" extrusionOk="0">
                  <a:moveTo>
                    <a:pt x="107" y="0"/>
                  </a:moveTo>
                  <a:cubicBezTo>
                    <a:pt x="52" y="0"/>
                    <a:pt x="0" y="42"/>
                    <a:pt x="0" y="106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4" name="Google Shape;3684;p17"/>
            <p:cNvSpPr/>
            <p:nvPr/>
          </p:nvSpPr>
          <p:spPr>
            <a:xfrm>
              <a:off x="5219274" y="2184024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5" name="Google Shape;3685;p17"/>
            <p:cNvSpPr/>
            <p:nvPr/>
          </p:nvSpPr>
          <p:spPr>
            <a:xfrm>
              <a:off x="5219274" y="2105018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6" name="Google Shape;3686;p17"/>
            <p:cNvSpPr/>
            <p:nvPr/>
          </p:nvSpPr>
          <p:spPr>
            <a:xfrm>
              <a:off x="5219274" y="2026013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5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7" name="Google Shape;3687;p17"/>
            <p:cNvSpPr/>
            <p:nvPr/>
          </p:nvSpPr>
          <p:spPr>
            <a:xfrm>
              <a:off x="5219274" y="1946857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8" name="Google Shape;3688;p17"/>
            <p:cNvSpPr/>
            <p:nvPr/>
          </p:nvSpPr>
          <p:spPr>
            <a:xfrm>
              <a:off x="5219274" y="1867852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100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9" name="Google Shape;3689;p17"/>
            <p:cNvSpPr/>
            <p:nvPr/>
          </p:nvSpPr>
          <p:spPr>
            <a:xfrm>
              <a:off x="5219274" y="178884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90" name="Google Shape;3690;p17"/>
            <p:cNvSpPr/>
            <p:nvPr/>
          </p:nvSpPr>
          <p:spPr>
            <a:xfrm>
              <a:off x="5219274" y="1709691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91" name="Google Shape;3691;p17"/>
            <p:cNvSpPr/>
            <p:nvPr/>
          </p:nvSpPr>
          <p:spPr>
            <a:xfrm>
              <a:off x="5219274" y="163068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92" name="Google Shape;3692;p17"/>
            <p:cNvSpPr/>
            <p:nvPr/>
          </p:nvSpPr>
          <p:spPr>
            <a:xfrm>
              <a:off x="5219274" y="1551680"/>
              <a:ext cx="37400" cy="31993"/>
            </a:xfrm>
            <a:custGeom>
              <a:avLst/>
              <a:gdLst/>
              <a:ahLst/>
              <a:cxnLst/>
              <a:rect l="l" t="t" r="r" b="b"/>
              <a:pathLst>
                <a:path w="249" h="213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93" name="Google Shape;3693;p17"/>
            <p:cNvSpPr/>
            <p:nvPr/>
          </p:nvSpPr>
          <p:spPr>
            <a:xfrm>
              <a:off x="5219274" y="147267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94" name="Google Shape;3694;p17"/>
            <p:cNvSpPr/>
            <p:nvPr/>
          </p:nvSpPr>
          <p:spPr>
            <a:xfrm>
              <a:off x="5219274" y="1393519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7"/>
                  </a:cubicBezTo>
                  <a:cubicBezTo>
                    <a:pt x="0" y="167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95" name="Google Shape;3695;p17"/>
            <p:cNvSpPr/>
            <p:nvPr/>
          </p:nvSpPr>
          <p:spPr>
            <a:xfrm>
              <a:off x="5219274" y="1314514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96" name="Google Shape;3696;p17"/>
            <p:cNvSpPr/>
            <p:nvPr/>
          </p:nvSpPr>
          <p:spPr>
            <a:xfrm>
              <a:off x="5238800" y="1255184"/>
              <a:ext cx="12016" cy="12016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79" y="1"/>
                  </a:moveTo>
                  <a:lnTo>
                    <a:pt x="1" y="79"/>
                  </a:lnTo>
                  <a:cubicBezTo>
                    <a:pt x="40" y="70"/>
                    <a:pt x="70" y="39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97" name="Google Shape;3697;p17"/>
            <p:cNvSpPr/>
            <p:nvPr/>
          </p:nvSpPr>
          <p:spPr>
            <a:xfrm>
              <a:off x="5298280" y="26583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98" name="Google Shape;3698;p17"/>
            <p:cNvSpPr/>
            <p:nvPr/>
          </p:nvSpPr>
          <p:spPr>
            <a:xfrm>
              <a:off x="5298280" y="2579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2" y="0"/>
                    <a:pt x="1" y="43"/>
                    <a:pt x="1" y="106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99" name="Google Shape;3699;p17"/>
            <p:cNvSpPr/>
            <p:nvPr/>
          </p:nvSpPr>
          <p:spPr>
            <a:xfrm>
              <a:off x="5298280" y="250019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00" name="Google Shape;3700;p17"/>
            <p:cNvSpPr/>
            <p:nvPr/>
          </p:nvSpPr>
          <p:spPr>
            <a:xfrm>
              <a:off x="5298280" y="2421190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01" name="Google Shape;3701;p17"/>
            <p:cNvSpPr/>
            <p:nvPr/>
          </p:nvSpPr>
          <p:spPr>
            <a:xfrm>
              <a:off x="5298280" y="23421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02" name="Google Shape;3702;p17"/>
            <p:cNvSpPr/>
            <p:nvPr/>
          </p:nvSpPr>
          <p:spPr>
            <a:xfrm>
              <a:off x="5298280" y="2263179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2" y="0"/>
                    <a:pt x="1" y="42"/>
                    <a:pt x="1" y="106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03" name="Google Shape;3703;p17"/>
            <p:cNvSpPr/>
            <p:nvPr/>
          </p:nvSpPr>
          <p:spPr>
            <a:xfrm>
              <a:off x="5298280" y="218402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04" name="Google Shape;3704;p17"/>
            <p:cNvSpPr/>
            <p:nvPr/>
          </p:nvSpPr>
          <p:spPr>
            <a:xfrm>
              <a:off x="5298280" y="210501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05" name="Google Shape;3705;p17"/>
            <p:cNvSpPr/>
            <p:nvPr/>
          </p:nvSpPr>
          <p:spPr>
            <a:xfrm>
              <a:off x="5298280" y="202601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2"/>
                    <a:pt x="1" y="106"/>
                  </a:cubicBezTo>
                  <a:cubicBezTo>
                    <a:pt x="1" y="165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06" name="Google Shape;3706;p17"/>
            <p:cNvSpPr/>
            <p:nvPr/>
          </p:nvSpPr>
          <p:spPr>
            <a:xfrm>
              <a:off x="5298280" y="19468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07" name="Google Shape;3707;p17"/>
            <p:cNvSpPr/>
            <p:nvPr/>
          </p:nvSpPr>
          <p:spPr>
            <a:xfrm>
              <a:off x="5298280" y="186785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08" name="Google Shape;3708;p17"/>
            <p:cNvSpPr/>
            <p:nvPr/>
          </p:nvSpPr>
          <p:spPr>
            <a:xfrm>
              <a:off x="5298280" y="178884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09" name="Google Shape;3709;p17"/>
            <p:cNvSpPr/>
            <p:nvPr/>
          </p:nvSpPr>
          <p:spPr>
            <a:xfrm>
              <a:off x="5298280" y="1709691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7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10" name="Google Shape;3710;p17"/>
            <p:cNvSpPr/>
            <p:nvPr/>
          </p:nvSpPr>
          <p:spPr>
            <a:xfrm>
              <a:off x="5298280" y="16306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11" name="Google Shape;3711;p17"/>
            <p:cNvSpPr/>
            <p:nvPr/>
          </p:nvSpPr>
          <p:spPr>
            <a:xfrm>
              <a:off x="5298280" y="1551680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12" name="Google Shape;3712;p17"/>
            <p:cNvSpPr/>
            <p:nvPr/>
          </p:nvSpPr>
          <p:spPr>
            <a:xfrm>
              <a:off x="5298280" y="147267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13" name="Google Shape;3713;p17"/>
            <p:cNvSpPr/>
            <p:nvPr/>
          </p:nvSpPr>
          <p:spPr>
            <a:xfrm>
              <a:off x="5298280" y="1393519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2" y="1"/>
                    <a:pt x="1" y="43"/>
                    <a:pt x="1" y="107"/>
                  </a:cubicBezTo>
                  <a:cubicBezTo>
                    <a:pt x="1" y="167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14" name="Google Shape;3714;p17"/>
            <p:cNvSpPr/>
            <p:nvPr/>
          </p:nvSpPr>
          <p:spPr>
            <a:xfrm>
              <a:off x="5298280" y="131451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15" name="Google Shape;3715;p17"/>
            <p:cNvSpPr/>
            <p:nvPr/>
          </p:nvSpPr>
          <p:spPr>
            <a:xfrm>
              <a:off x="5298280" y="123550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16" name="Google Shape;3716;p17"/>
            <p:cNvSpPr/>
            <p:nvPr/>
          </p:nvSpPr>
          <p:spPr>
            <a:xfrm>
              <a:off x="5317956" y="1176179"/>
              <a:ext cx="11866" cy="11866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79" y="0"/>
                  </a:moveTo>
                  <a:lnTo>
                    <a:pt x="0" y="79"/>
                  </a:lnTo>
                  <a:cubicBezTo>
                    <a:pt x="40" y="70"/>
                    <a:pt x="70" y="39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17" name="Google Shape;3717;p17"/>
            <p:cNvSpPr/>
            <p:nvPr/>
          </p:nvSpPr>
          <p:spPr>
            <a:xfrm>
              <a:off x="5055554" y="4318372"/>
              <a:ext cx="37701" cy="32143"/>
            </a:xfrm>
            <a:custGeom>
              <a:avLst/>
              <a:gdLst/>
              <a:ahLst/>
              <a:cxnLst/>
              <a:rect l="l" t="t" r="r" b="b"/>
              <a:pathLst>
                <a:path w="251" h="214" extrusionOk="0">
                  <a:moveTo>
                    <a:pt x="144" y="1"/>
                  </a:moveTo>
                  <a:cubicBezTo>
                    <a:pt x="117" y="1"/>
                    <a:pt x="90" y="10"/>
                    <a:pt x="68" y="32"/>
                  </a:cubicBezTo>
                  <a:cubicBezTo>
                    <a:pt x="1" y="99"/>
                    <a:pt x="49" y="214"/>
                    <a:pt x="144" y="214"/>
                  </a:cubicBezTo>
                  <a:cubicBezTo>
                    <a:pt x="202" y="214"/>
                    <a:pt x="251" y="166"/>
                    <a:pt x="251" y="108"/>
                  </a:cubicBezTo>
                  <a:cubicBezTo>
                    <a:pt x="251" y="43"/>
                    <a:pt x="198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18" name="Google Shape;3718;p17"/>
            <p:cNvSpPr/>
            <p:nvPr/>
          </p:nvSpPr>
          <p:spPr>
            <a:xfrm>
              <a:off x="5060961" y="4239367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19" name="Google Shape;3719;p17"/>
            <p:cNvSpPr/>
            <p:nvPr/>
          </p:nvSpPr>
          <p:spPr>
            <a:xfrm>
              <a:off x="5060961" y="416036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20" name="Google Shape;3720;p17"/>
            <p:cNvSpPr/>
            <p:nvPr/>
          </p:nvSpPr>
          <p:spPr>
            <a:xfrm>
              <a:off x="5060961" y="40812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7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21" name="Google Shape;3721;p17"/>
            <p:cNvSpPr/>
            <p:nvPr/>
          </p:nvSpPr>
          <p:spPr>
            <a:xfrm>
              <a:off x="5060961" y="400220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1" y="43"/>
                    <a:pt x="1" y="108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22" name="Google Shape;3722;p17"/>
            <p:cNvSpPr/>
            <p:nvPr/>
          </p:nvSpPr>
          <p:spPr>
            <a:xfrm>
              <a:off x="5060961" y="3923195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2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23" name="Google Shape;3723;p17"/>
            <p:cNvSpPr/>
            <p:nvPr/>
          </p:nvSpPr>
          <p:spPr>
            <a:xfrm>
              <a:off x="5060961" y="384403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1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24" name="Google Shape;3724;p17"/>
            <p:cNvSpPr/>
            <p:nvPr/>
          </p:nvSpPr>
          <p:spPr>
            <a:xfrm>
              <a:off x="5060961" y="37650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25" name="Google Shape;3725;p17"/>
            <p:cNvSpPr/>
            <p:nvPr/>
          </p:nvSpPr>
          <p:spPr>
            <a:xfrm>
              <a:off x="5060961" y="368602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26" name="Google Shape;3726;p17"/>
            <p:cNvSpPr/>
            <p:nvPr/>
          </p:nvSpPr>
          <p:spPr>
            <a:xfrm>
              <a:off x="5060961" y="3606873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1"/>
                  </a:moveTo>
                  <a:cubicBezTo>
                    <a:pt x="54" y="1"/>
                    <a:pt x="1" y="44"/>
                    <a:pt x="1" y="108"/>
                  </a:cubicBezTo>
                  <a:cubicBezTo>
                    <a:pt x="1" y="166"/>
                    <a:pt x="49" y="215"/>
                    <a:pt x="108" y="215"/>
                  </a:cubicBezTo>
                  <a:cubicBezTo>
                    <a:pt x="202" y="213"/>
                    <a:pt x="250" y="100"/>
                    <a:pt x="183" y="32"/>
                  </a:cubicBezTo>
                  <a:cubicBezTo>
                    <a:pt x="161" y="11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27" name="Google Shape;3727;p17"/>
            <p:cNvSpPr/>
            <p:nvPr/>
          </p:nvSpPr>
          <p:spPr>
            <a:xfrm>
              <a:off x="5060961" y="352786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28" name="Google Shape;3728;p17"/>
            <p:cNvSpPr/>
            <p:nvPr/>
          </p:nvSpPr>
          <p:spPr>
            <a:xfrm>
              <a:off x="5060961" y="3448862"/>
              <a:ext cx="32294" cy="32143"/>
            </a:xfrm>
            <a:custGeom>
              <a:avLst/>
              <a:gdLst/>
              <a:ahLst/>
              <a:cxnLst/>
              <a:rect l="l" t="t" r="r" b="b"/>
              <a:pathLst>
                <a:path w="215" h="214" extrusionOk="0">
                  <a:moveTo>
                    <a:pt x="108" y="1"/>
                  </a:moveTo>
                  <a:cubicBezTo>
                    <a:pt x="49" y="1"/>
                    <a:pt x="1" y="48"/>
                    <a:pt x="1" y="106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166" y="213"/>
                    <a:pt x="215" y="166"/>
                    <a:pt x="215" y="106"/>
                  </a:cubicBezTo>
                  <a:cubicBezTo>
                    <a:pt x="215" y="48"/>
                    <a:pt x="166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29" name="Google Shape;3729;p17"/>
            <p:cNvSpPr/>
            <p:nvPr/>
          </p:nvSpPr>
          <p:spPr>
            <a:xfrm>
              <a:off x="5060961" y="33697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7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3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30" name="Google Shape;3730;p17"/>
            <p:cNvSpPr/>
            <p:nvPr/>
          </p:nvSpPr>
          <p:spPr>
            <a:xfrm>
              <a:off x="5060961" y="32908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2"/>
                    <a:pt x="1" y="106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31" name="Google Shape;3731;p17"/>
            <p:cNvSpPr/>
            <p:nvPr/>
          </p:nvSpPr>
          <p:spPr>
            <a:xfrm>
              <a:off x="5060961" y="321169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32" name="Google Shape;3732;p17"/>
            <p:cNvSpPr/>
            <p:nvPr/>
          </p:nvSpPr>
          <p:spPr>
            <a:xfrm>
              <a:off x="5060961" y="313269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33" name="Google Shape;3733;p17"/>
            <p:cNvSpPr/>
            <p:nvPr/>
          </p:nvSpPr>
          <p:spPr>
            <a:xfrm>
              <a:off x="5060961" y="3053534"/>
              <a:ext cx="32294" cy="32143"/>
            </a:xfrm>
            <a:custGeom>
              <a:avLst/>
              <a:gdLst/>
              <a:ahLst/>
              <a:cxnLst/>
              <a:rect l="l" t="t" r="r" b="b"/>
              <a:pathLst>
                <a:path w="215" h="214" extrusionOk="0">
                  <a:moveTo>
                    <a:pt x="108" y="1"/>
                  </a:moveTo>
                  <a:cubicBezTo>
                    <a:pt x="49" y="1"/>
                    <a:pt x="1" y="49"/>
                    <a:pt x="1" y="108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166" y="214"/>
                    <a:pt x="215" y="166"/>
                    <a:pt x="215" y="108"/>
                  </a:cubicBezTo>
                  <a:cubicBezTo>
                    <a:pt x="215" y="49"/>
                    <a:pt x="166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34" name="Google Shape;3734;p17"/>
            <p:cNvSpPr/>
            <p:nvPr/>
          </p:nvSpPr>
          <p:spPr>
            <a:xfrm>
              <a:off x="5060961" y="297452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35" name="Google Shape;3735;p17"/>
            <p:cNvSpPr/>
            <p:nvPr/>
          </p:nvSpPr>
          <p:spPr>
            <a:xfrm>
              <a:off x="5060961" y="289552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36" name="Google Shape;3736;p17"/>
            <p:cNvSpPr/>
            <p:nvPr/>
          </p:nvSpPr>
          <p:spPr>
            <a:xfrm>
              <a:off x="5060961" y="2816518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37" name="Google Shape;3737;p17"/>
            <p:cNvSpPr/>
            <p:nvPr/>
          </p:nvSpPr>
          <p:spPr>
            <a:xfrm>
              <a:off x="5060961" y="27373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4"/>
                    <a:pt x="1" y="108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100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38" name="Google Shape;3738;p17"/>
            <p:cNvSpPr/>
            <p:nvPr/>
          </p:nvSpPr>
          <p:spPr>
            <a:xfrm>
              <a:off x="5134710" y="4239367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42" y="0"/>
                  </a:moveTo>
                  <a:cubicBezTo>
                    <a:pt x="116" y="0"/>
                    <a:pt x="90" y="10"/>
                    <a:pt x="68" y="32"/>
                  </a:cubicBezTo>
                  <a:cubicBezTo>
                    <a:pt x="0" y="98"/>
                    <a:pt x="48" y="213"/>
                    <a:pt x="143" y="213"/>
                  </a:cubicBezTo>
                  <a:cubicBezTo>
                    <a:pt x="202" y="213"/>
                    <a:pt x="249" y="166"/>
                    <a:pt x="249" y="107"/>
                  </a:cubicBezTo>
                  <a:cubicBezTo>
                    <a:pt x="249" y="43"/>
                    <a:pt x="19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39" name="Google Shape;3739;p17"/>
            <p:cNvSpPr/>
            <p:nvPr/>
          </p:nvSpPr>
          <p:spPr>
            <a:xfrm>
              <a:off x="5140118" y="416036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40" name="Google Shape;3740;p17"/>
            <p:cNvSpPr/>
            <p:nvPr/>
          </p:nvSpPr>
          <p:spPr>
            <a:xfrm>
              <a:off x="5140118" y="40812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41" name="Google Shape;3741;p17"/>
            <p:cNvSpPr/>
            <p:nvPr/>
          </p:nvSpPr>
          <p:spPr>
            <a:xfrm>
              <a:off x="5140118" y="400220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8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42" name="Google Shape;3742;p17"/>
            <p:cNvSpPr/>
            <p:nvPr/>
          </p:nvSpPr>
          <p:spPr>
            <a:xfrm>
              <a:off x="5140118" y="3923195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43" name="Google Shape;3743;p17"/>
            <p:cNvSpPr/>
            <p:nvPr/>
          </p:nvSpPr>
          <p:spPr>
            <a:xfrm>
              <a:off x="5140118" y="384403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44" name="Google Shape;3744;p17"/>
            <p:cNvSpPr/>
            <p:nvPr/>
          </p:nvSpPr>
          <p:spPr>
            <a:xfrm>
              <a:off x="5140118" y="37650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1"/>
                    <a:pt x="134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45" name="Google Shape;3745;p17"/>
            <p:cNvSpPr/>
            <p:nvPr/>
          </p:nvSpPr>
          <p:spPr>
            <a:xfrm>
              <a:off x="5140118" y="368602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46" name="Google Shape;3746;p17"/>
            <p:cNvSpPr/>
            <p:nvPr/>
          </p:nvSpPr>
          <p:spPr>
            <a:xfrm>
              <a:off x="5140118" y="3606873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8" y="215"/>
                    <a:pt x="107" y="215"/>
                  </a:cubicBezTo>
                  <a:cubicBezTo>
                    <a:pt x="202" y="213"/>
                    <a:pt x="249" y="100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47" name="Google Shape;3747;p17"/>
            <p:cNvSpPr/>
            <p:nvPr/>
          </p:nvSpPr>
          <p:spPr>
            <a:xfrm>
              <a:off x="5140118" y="352786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48" name="Google Shape;3748;p17"/>
            <p:cNvSpPr/>
            <p:nvPr/>
          </p:nvSpPr>
          <p:spPr>
            <a:xfrm>
              <a:off x="5140118" y="34488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6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49" name="Google Shape;3749;p17"/>
            <p:cNvSpPr/>
            <p:nvPr/>
          </p:nvSpPr>
          <p:spPr>
            <a:xfrm>
              <a:off x="5140118" y="33697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7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3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50" name="Google Shape;3750;p17"/>
            <p:cNvSpPr/>
            <p:nvPr/>
          </p:nvSpPr>
          <p:spPr>
            <a:xfrm>
              <a:off x="5140118" y="32908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51" name="Google Shape;3751;p17"/>
            <p:cNvSpPr/>
            <p:nvPr/>
          </p:nvSpPr>
          <p:spPr>
            <a:xfrm>
              <a:off x="5140118" y="321169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52" name="Google Shape;3752;p17"/>
            <p:cNvSpPr/>
            <p:nvPr/>
          </p:nvSpPr>
          <p:spPr>
            <a:xfrm>
              <a:off x="5140118" y="313269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53" name="Google Shape;3753;p17"/>
            <p:cNvSpPr/>
            <p:nvPr/>
          </p:nvSpPr>
          <p:spPr>
            <a:xfrm>
              <a:off x="5140118" y="30535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2" y="32"/>
                  </a:cubicBezTo>
                  <a:cubicBezTo>
                    <a:pt x="160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54" name="Google Shape;3754;p17"/>
            <p:cNvSpPr/>
            <p:nvPr/>
          </p:nvSpPr>
          <p:spPr>
            <a:xfrm>
              <a:off x="5140118" y="297452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55" name="Google Shape;3755;p17"/>
            <p:cNvSpPr/>
            <p:nvPr/>
          </p:nvSpPr>
          <p:spPr>
            <a:xfrm>
              <a:off x="5140118" y="289552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56" name="Google Shape;3756;p17"/>
            <p:cNvSpPr/>
            <p:nvPr/>
          </p:nvSpPr>
          <p:spPr>
            <a:xfrm>
              <a:off x="5140118" y="2816518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57" name="Google Shape;3757;p17"/>
            <p:cNvSpPr/>
            <p:nvPr/>
          </p:nvSpPr>
          <p:spPr>
            <a:xfrm>
              <a:off x="5140118" y="27373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100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58" name="Google Shape;3758;p17"/>
            <p:cNvSpPr/>
            <p:nvPr/>
          </p:nvSpPr>
          <p:spPr>
            <a:xfrm>
              <a:off x="5213867" y="416036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1" y="0"/>
                  </a:moveTo>
                  <a:cubicBezTo>
                    <a:pt x="115" y="0"/>
                    <a:pt x="89" y="10"/>
                    <a:pt x="68" y="31"/>
                  </a:cubicBezTo>
                  <a:cubicBezTo>
                    <a:pt x="0" y="99"/>
                    <a:pt x="47" y="213"/>
                    <a:pt x="142" y="213"/>
                  </a:cubicBezTo>
                  <a:cubicBezTo>
                    <a:pt x="201" y="213"/>
                    <a:pt x="249" y="165"/>
                    <a:pt x="249" y="107"/>
                  </a:cubicBezTo>
                  <a:cubicBezTo>
                    <a:pt x="249" y="43"/>
                    <a:pt x="196" y="0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59" name="Google Shape;3759;p17"/>
            <p:cNvSpPr/>
            <p:nvPr/>
          </p:nvSpPr>
          <p:spPr>
            <a:xfrm>
              <a:off x="5219274" y="408120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60" name="Google Shape;3760;p17"/>
            <p:cNvSpPr/>
            <p:nvPr/>
          </p:nvSpPr>
          <p:spPr>
            <a:xfrm>
              <a:off x="5219274" y="4002200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8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61" name="Google Shape;3761;p17"/>
            <p:cNvSpPr/>
            <p:nvPr/>
          </p:nvSpPr>
          <p:spPr>
            <a:xfrm>
              <a:off x="5219274" y="3923195"/>
              <a:ext cx="37400" cy="31993"/>
            </a:xfrm>
            <a:custGeom>
              <a:avLst/>
              <a:gdLst/>
              <a:ahLst/>
              <a:cxnLst/>
              <a:rect l="l" t="t" r="r" b="b"/>
              <a:pathLst>
                <a:path w="249" h="213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62" name="Google Shape;3762;p17"/>
            <p:cNvSpPr/>
            <p:nvPr/>
          </p:nvSpPr>
          <p:spPr>
            <a:xfrm>
              <a:off x="5219274" y="3844039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63" name="Google Shape;3763;p17"/>
            <p:cNvSpPr/>
            <p:nvPr/>
          </p:nvSpPr>
          <p:spPr>
            <a:xfrm>
              <a:off x="5219274" y="3765034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64" name="Google Shape;3764;p17"/>
            <p:cNvSpPr/>
            <p:nvPr/>
          </p:nvSpPr>
          <p:spPr>
            <a:xfrm>
              <a:off x="5219274" y="3686028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65" name="Google Shape;3765;p17"/>
            <p:cNvSpPr/>
            <p:nvPr/>
          </p:nvSpPr>
          <p:spPr>
            <a:xfrm>
              <a:off x="5219274" y="3606873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7" y="215"/>
                    <a:pt x="106" y="215"/>
                  </a:cubicBezTo>
                  <a:cubicBezTo>
                    <a:pt x="201" y="215"/>
                    <a:pt x="249" y="100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66" name="Google Shape;3766;p17"/>
            <p:cNvSpPr/>
            <p:nvPr/>
          </p:nvSpPr>
          <p:spPr>
            <a:xfrm>
              <a:off x="5219274" y="3527867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67" name="Google Shape;3767;p17"/>
            <p:cNvSpPr/>
            <p:nvPr/>
          </p:nvSpPr>
          <p:spPr>
            <a:xfrm>
              <a:off x="5219274" y="3448862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6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68" name="Google Shape;3768;p17"/>
            <p:cNvSpPr/>
            <p:nvPr/>
          </p:nvSpPr>
          <p:spPr>
            <a:xfrm>
              <a:off x="5219274" y="336970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7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69" name="Google Shape;3769;p17"/>
            <p:cNvSpPr/>
            <p:nvPr/>
          </p:nvSpPr>
          <p:spPr>
            <a:xfrm>
              <a:off x="5219274" y="32908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5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70" name="Google Shape;3770;p17"/>
            <p:cNvSpPr/>
            <p:nvPr/>
          </p:nvSpPr>
          <p:spPr>
            <a:xfrm>
              <a:off x="5219274" y="321169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71" name="Google Shape;3771;p17"/>
            <p:cNvSpPr/>
            <p:nvPr/>
          </p:nvSpPr>
          <p:spPr>
            <a:xfrm>
              <a:off x="5219274" y="3132690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72" name="Google Shape;3772;p17"/>
            <p:cNvSpPr/>
            <p:nvPr/>
          </p:nvSpPr>
          <p:spPr>
            <a:xfrm>
              <a:off x="5219274" y="3053534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73" name="Google Shape;3773;p17"/>
            <p:cNvSpPr/>
            <p:nvPr/>
          </p:nvSpPr>
          <p:spPr>
            <a:xfrm>
              <a:off x="5219274" y="2974529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74" name="Google Shape;3774;p17"/>
            <p:cNvSpPr/>
            <p:nvPr/>
          </p:nvSpPr>
          <p:spPr>
            <a:xfrm>
              <a:off x="5219274" y="2895523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75" name="Google Shape;3775;p17"/>
            <p:cNvSpPr/>
            <p:nvPr/>
          </p:nvSpPr>
          <p:spPr>
            <a:xfrm>
              <a:off x="5219274" y="2816518"/>
              <a:ext cx="37400" cy="31993"/>
            </a:xfrm>
            <a:custGeom>
              <a:avLst/>
              <a:gdLst/>
              <a:ahLst/>
              <a:cxnLst/>
              <a:rect l="l" t="t" r="r" b="b"/>
              <a:pathLst>
                <a:path w="249" h="213" extrusionOk="0">
                  <a:moveTo>
                    <a:pt x="107" y="0"/>
                  </a:moveTo>
                  <a:cubicBezTo>
                    <a:pt x="52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76" name="Google Shape;3776;p17"/>
            <p:cNvSpPr/>
            <p:nvPr/>
          </p:nvSpPr>
          <p:spPr>
            <a:xfrm>
              <a:off x="5219274" y="2737362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100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77" name="Google Shape;3777;p17"/>
            <p:cNvSpPr/>
            <p:nvPr/>
          </p:nvSpPr>
          <p:spPr>
            <a:xfrm>
              <a:off x="5292873" y="40812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116" y="1"/>
                    <a:pt x="89" y="10"/>
                    <a:pt x="67" y="32"/>
                  </a:cubicBezTo>
                  <a:cubicBezTo>
                    <a:pt x="1" y="99"/>
                    <a:pt x="48" y="214"/>
                    <a:pt x="142" y="214"/>
                  </a:cubicBezTo>
                  <a:cubicBezTo>
                    <a:pt x="201" y="214"/>
                    <a:pt x="249" y="167"/>
                    <a:pt x="249" y="107"/>
                  </a:cubicBezTo>
                  <a:cubicBezTo>
                    <a:pt x="249" y="43"/>
                    <a:pt x="197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78" name="Google Shape;3778;p17"/>
            <p:cNvSpPr/>
            <p:nvPr/>
          </p:nvSpPr>
          <p:spPr>
            <a:xfrm>
              <a:off x="5298280" y="400220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8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79" name="Google Shape;3779;p17"/>
            <p:cNvSpPr/>
            <p:nvPr/>
          </p:nvSpPr>
          <p:spPr>
            <a:xfrm>
              <a:off x="5298280" y="3923195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80" name="Google Shape;3780;p17"/>
            <p:cNvSpPr/>
            <p:nvPr/>
          </p:nvSpPr>
          <p:spPr>
            <a:xfrm>
              <a:off x="5298280" y="384403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81" name="Google Shape;3781;p17"/>
            <p:cNvSpPr/>
            <p:nvPr/>
          </p:nvSpPr>
          <p:spPr>
            <a:xfrm>
              <a:off x="5298280" y="37650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2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82" name="Google Shape;3782;p17"/>
            <p:cNvSpPr/>
            <p:nvPr/>
          </p:nvSpPr>
          <p:spPr>
            <a:xfrm>
              <a:off x="5298280" y="368602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83" name="Google Shape;3783;p17"/>
            <p:cNvSpPr/>
            <p:nvPr/>
          </p:nvSpPr>
          <p:spPr>
            <a:xfrm>
              <a:off x="5298280" y="3606873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1"/>
                  </a:moveTo>
                  <a:cubicBezTo>
                    <a:pt x="53" y="1"/>
                    <a:pt x="1" y="44"/>
                    <a:pt x="1" y="108"/>
                  </a:cubicBezTo>
                  <a:cubicBezTo>
                    <a:pt x="1" y="166"/>
                    <a:pt x="48" y="215"/>
                    <a:pt x="106" y="215"/>
                  </a:cubicBezTo>
                  <a:cubicBezTo>
                    <a:pt x="201" y="213"/>
                    <a:pt x="249" y="100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84" name="Google Shape;3784;p17"/>
            <p:cNvSpPr/>
            <p:nvPr/>
          </p:nvSpPr>
          <p:spPr>
            <a:xfrm>
              <a:off x="5298280" y="352786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85" name="Google Shape;3785;p17"/>
            <p:cNvSpPr/>
            <p:nvPr/>
          </p:nvSpPr>
          <p:spPr>
            <a:xfrm>
              <a:off x="5298280" y="34488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2" y="0"/>
                    <a:pt x="1" y="43"/>
                    <a:pt x="1" y="106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86" name="Google Shape;3786;p17"/>
            <p:cNvSpPr/>
            <p:nvPr/>
          </p:nvSpPr>
          <p:spPr>
            <a:xfrm>
              <a:off x="5298280" y="33697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7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87" name="Google Shape;3787;p17"/>
            <p:cNvSpPr/>
            <p:nvPr/>
          </p:nvSpPr>
          <p:spPr>
            <a:xfrm>
              <a:off x="5298280" y="32908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2"/>
                    <a:pt x="1" y="106"/>
                  </a:cubicBezTo>
                  <a:cubicBezTo>
                    <a:pt x="1" y="165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88" name="Google Shape;3788;p17"/>
            <p:cNvSpPr/>
            <p:nvPr/>
          </p:nvSpPr>
          <p:spPr>
            <a:xfrm>
              <a:off x="5298280" y="321169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89" name="Google Shape;3789;p17"/>
            <p:cNvSpPr/>
            <p:nvPr/>
          </p:nvSpPr>
          <p:spPr>
            <a:xfrm>
              <a:off x="5298280" y="313269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90" name="Google Shape;3790;p17"/>
            <p:cNvSpPr/>
            <p:nvPr/>
          </p:nvSpPr>
          <p:spPr>
            <a:xfrm>
              <a:off x="5298280" y="30535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4"/>
                    <a:pt x="1" y="108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91" name="Google Shape;3791;p17"/>
            <p:cNvSpPr/>
            <p:nvPr/>
          </p:nvSpPr>
          <p:spPr>
            <a:xfrm>
              <a:off x="5298280" y="297452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92" name="Google Shape;3792;p17"/>
            <p:cNvSpPr/>
            <p:nvPr/>
          </p:nvSpPr>
          <p:spPr>
            <a:xfrm>
              <a:off x="5298280" y="289552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93" name="Google Shape;3793;p17"/>
            <p:cNvSpPr/>
            <p:nvPr/>
          </p:nvSpPr>
          <p:spPr>
            <a:xfrm>
              <a:off x="5298280" y="2816518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94" name="Google Shape;3794;p17"/>
            <p:cNvSpPr/>
            <p:nvPr/>
          </p:nvSpPr>
          <p:spPr>
            <a:xfrm>
              <a:off x="5298280" y="27373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4"/>
                    <a:pt x="1" y="108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100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95" name="Google Shape;3795;p17"/>
            <p:cNvSpPr/>
            <p:nvPr/>
          </p:nvSpPr>
          <p:spPr>
            <a:xfrm>
              <a:off x="5046692" y="4425915"/>
              <a:ext cx="150" cy="1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96" name="Google Shape;3796;p17"/>
            <p:cNvSpPr/>
            <p:nvPr/>
          </p:nvSpPr>
          <p:spPr>
            <a:xfrm>
              <a:off x="5040234" y="4420358"/>
              <a:ext cx="300" cy="451"/>
            </a:xfrm>
            <a:custGeom>
              <a:avLst/>
              <a:gdLst/>
              <a:ahLst/>
              <a:cxnLst/>
              <a:rect l="l" t="t" r="r" b="b"/>
              <a:pathLst>
                <a:path w="2" h="3" extrusionOk="0">
                  <a:moveTo>
                    <a:pt x="2" y="3"/>
                  </a:moveTo>
                  <a:cubicBezTo>
                    <a:pt x="2" y="3"/>
                    <a:pt x="2" y="1"/>
                    <a:pt x="1" y="0"/>
                  </a:cubicBezTo>
                  <a:cubicBezTo>
                    <a:pt x="2" y="1"/>
                    <a:pt x="2" y="3"/>
                    <a:pt x="2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97" name="Google Shape;3797;p17"/>
            <p:cNvSpPr/>
            <p:nvPr/>
          </p:nvSpPr>
          <p:spPr>
            <a:xfrm>
              <a:off x="5041285" y="4422911"/>
              <a:ext cx="451" cy="601"/>
            </a:xfrm>
            <a:custGeom>
              <a:avLst/>
              <a:gdLst/>
              <a:ahLst/>
              <a:cxnLst/>
              <a:rect l="l" t="t" r="r" b="b"/>
              <a:pathLst>
                <a:path w="3" h="4" extrusionOk="0">
                  <a:moveTo>
                    <a:pt x="3" y="4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1" y="1"/>
                    <a:pt x="1" y="2"/>
                    <a:pt x="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98" name="Google Shape;3798;p17"/>
            <p:cNvSpPr/>
            <p:nvPr/>
          </p:nvSpPr>
          <p:spPr>
            <a:xfrm>
              <a:off x="5040534" y="4421109"/>
              <a:ext cx="150" cy="751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1" y="2"/>
                    <a:pt x="1" y="3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99" name="Google Shape;3799;p17"/>
            <p:cNvSpPr/>
            <p:nvPr/>
          </p:nvSpPr>
          <p:spPr>
            <a:xfrm>
              <a:off x="5042487" y="4424263"/>
              <a:ext cx="451" cy="451"/>
            </a:xfrm>
            <a:custGeom>
              <a:avLst/>
              <a:gdLst/>
              <a:ahLst/>
              <a:cxnLst/>
              <a:rect l="l" t="t" r="r" b="b"/>
              <a:pathLst>
                <a:path w="3" h="3" extrusionOk="0">
                  <a:moveTo>
                    <a:pt x="2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00" name="Google Shape;3800;p17"/>
            <p:cNvSpPr/>
            <p:nvPr/>
          </p:nvSpPr>
          <p:spPr>
            <a:xfrm>
              <a:off x="5040234" y="1152447"/>
              <a:ext cx="304310" cy="3267451"/>
            </a:xfrm>
            <a:custGeom>
              <a:avLst/>
              <a:gdLst/>
              <a:ahLst/>
              <a:cxnLst/>
              <a:rect l="l" t="t" r="r" b="b"/>
              <a:pathLst>
                <a:path w="2026" h="21754" extrusionOk="0">
                  <a:moveTo>
                    <a:pt x="1040" y="20694"/>
                  </a:moveTo>
                  <a:lnTo>
                    <a:pt x="85" y="21650"/>
                  </a:lnTo>
                  <a:lnTo>
                    <a:pt x="85" y="21650"/>
                  </a:lnTo>
                  <a:lnTo>
                    <a:pt x="366" y="21369"/>
                  </a:lnTo>
                  <a:lnTo>
                    <a:pt x="1040" y="20694"/>
                  </a:lnTo>
                  <a:close/>
                  <a:moveTo>
                    <a:pt x="1983" y="1"/>
                  </a:moveTo>
                  <a:cubicBezTo>
                    <a:pt x="1980" y="1"/>
                    <a:pt x="1977" y="2"/>
                    <a:pt x="1975" y="2"/>
                  </a:cubicBezTo>
                  <a:lnTo>
                    <a:pt x="1974" y="2"/>
                  </a:lnTo>
                  <a:cubicBezTo>
                    <a:pt x="1972" y="3"/>
                    <a:pt x="1970" y="3"/>
                    <a:pt x="1968" y="4"/>
                  </a:cubicBezTo>
                  <a:cubicBezTo>
                    <a:pt x="1967" y="4"/>
                    <a:pt x="1966" y="4"/>
                    <a:pt x="1966" y="5"/>
                  </a:cubicBezTo>
                  <a:cubicBezTo>
                    <a:pt x="1964" y="5"/>
                    <a:pt x="1963" y="6"/>
                    <a:pt x="1961" y="7"/>
                  </a:cubicBezTo>
                  <a:cubicBezTo>
                    <a:pt x="1961" y="7"/>
                    <a:pt x="1959" y="8"/>
                    <a:pt x="1959" y="8"/>
                  </a:cubicBezTo>
                  <a:cubicBezTo>
                    <a:pt x="1957" y="10"/>
                    <a:pt x="1955" y="12"/>
                    <a:pt x="1954" y="13"/>
                  </a:cubicBezTo>
                  <a:lnTo>
                    <a:pt x="13" y="1954"/>
                  </a:lnTo>
                  <a:cubicBezTo>
                    <a:pt x="5" y="1962"/>
                    <a:pt x="1" y="1972"/>
                    <a:pt x="1" y="1983"/>
                  </a:cubicBezTo>
                  <a:lnTo>
                    <a:pt x="1" y="21752"/>
                  </a:lnTo>
                  <a:cubicBezTo>
                    <a:pt x="1" y="21753"/>
                    <a:pt x="1" y="21753"/>
                    <a:pt x="1" y="21754"/>
                  </a:cubicBezTo>
                  <a:cubicBezTo>
                    <a:pt x="1" y="21742"/>
                    <a:pt x="5" y="21730"/>
                    <a:pt x="13" y="21722"/>
                  </a:cubicBezTo>
                  <a:lnTo>
                    <a:pt x="85" y="21650"/>
                  </a:lnTo>
                  <a:lnTo>
                    <a:pt x="85" y="2001"/>
                  </a:lnTo>
                  <a:lnTo>
                    <a:pt x="271" y="1815"/>
                  </a:lnTo>
                  <a:lnTo>
                    <a:pt x="349" y="1737"/>
                  </a:lnTo>
                  <a:lnTo>
                    <a:pt x="796" y="1290"/>
                  </a:lnTo>
                  <a:lnTo>
                    <a:pt x="876" y="1211"/>
                  </a:lnTo>
                  <a:lnTo>
                    <a:pt x="1323" y="763"/>
                  </a:lnTo>
                  <a:lnTo>
                    <a:pt x="1401" y="685"/>
                  </a:lnTo>
                  <a:lnTo>
                    <a:pt x="1849" y="237"/>
                  </a:lnTo>
                  <a:lnTo>
                    <a:pt x="1928" y="158"/>
                  </a:lnTo>
                  <a:lnTo>
                    <a:pt x="1941" y="145"/>
                  </a:lnTo>
                  <a:lnTo>
                    <a:pt x="1941" y="19794"/>
                  </a:lnTo>
                  <a:lnTo>
                    <a:pt x="1954" y="19782"/>
                  </a:lnTo>
                  <a:cubicBezTo>
                    <a:pt x="1962" y="19774"/>
                    <a:pt x="1972" y="19769"/>
                    <a:pt x="1983" y="19769"/>
                  </a:cubicBezTo>
                  <a:lnTo>
                    <a:pt x="2026" y="19769"/>
                  </a:lnTo>
                  <a:lnTo>
                    <a:pt x="2026" y="43"/>
                  </a:lnTo>
                  <a:cubicBezTo>
                    <a:pt x="2026" y="20"/>
                    <a:pt x="2007" y="1"/>
                    <a:pt x="19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01" name="Google Shape;3801;p17"/>
            <p:cNvSpPr/>
            <p:nvPr/>
          </p:nvSpPr>
          <p:spPr>
            <a:xfrm>
              <a:off x="5043238" y="4424864"/>
              <a:ext cx="451" cy="300"/>
            </a:xfrm>
            <a:custGeom>
              <a:avLst/>
              <a:gdLst/>
              <a:ahLst/>
              <a:cxnLst/>
              <a:rect l="l" t="t" r="r" b="b"/>
              <a:pathLst>
                <a:path w="3" h="2" extrusionOk="0">
                  <a:moveTo>
                    <a:pt x="3" y="2"/>
                  </a:moveTo>
                  <a:cubicBezTo>
                    <a:pt x="2" y="2"/>
                    <a:pt x="1" y="1"/>
                    <a:pt x="1" y="1"/>
                  </a:cubicBezTo>
                  <a:cubicBezTo>
                    <a:pt x="1" y="1"/>
                    <a:pt x="2" y="2"/>
                    <a:pt x="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02" name="Google Shape;3802;p17"/>
            <p:cNvSpPr/>
            <p:nvPr/>
          </p:nvSpPr>
          <p:spPr>
            <a:xfrm>
              <a:off x="5045190" y="4425765"/>
              <a:ext cx="451" cy="150"/>
            </a:xfrm>
            <a:custGeom>
              <a:avLst/>
              <a:gdLst/>
              <a:ahLst/>
              <a:cxnLst/>
              <a:rect l="l" t="t" r="r" b="b"/>
              <a:pathLst>
                <a:path w="3" h="1" extrusionOk="0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03" name="Google Shape;3803;p17"/>
            <p:cNvSpPr/>
            <p:nvPr/>
          </p:nvSpPr>
          <p:spPr>
            <a:xfrm>
              <a:off x="5043989" y="4425164"/>
              <a:ext cx="451" cy="451"/>
            </a:xfrm>
            <a:custGeom>
              <a:avLst/>
              <a:gdLst/>
              <a:ahLst/>
              <a:cxnLst/>
              <a:rect l="l" t="t" r="r" b="b"/>
              <a:pathLst>
                <a:path w="3" h="3" extrusionOk="0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lnTo>
                    <a:pt x="3" y="2"/>
                  </a:lnTo>
                  <a:cubicBezTo>
                    <a:pt x="3" y="2"/>
                    <a:pt x="1" y="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04" name="Google Shape;3804;p17"/>
            <p:cNvSpPr/>
            <p:nvPr/>
          </p:nvSpPr>
          <p:spPr>
            <a:xfrm>
              <a:off x="5041736" y="4423662"/>
              <a:ext cx="451" cy="601"/>
            </a:xfrm>
            <a:custGeom>
              <a:avLst/>
              <a:gdLst/>
              <a:ahLst/>
              <a:cxnLst/>
              <a:rect l="l" t="t" r="r" b="b"/>
              <a:pathLst>
                <a:path w="3" h="4" extrusionOk="0">
                  <a:moveTo>
                    <a:pt x="3" y="3"/>
                  </a:moveTo>
                  <a:cubicBezTo>
                    <a:pt x="3" y="2"/>
                    <a:pt x="2" y="1"/>
                    <a:pt x="1" y="1"/>
                  </a:cubicBezTo>
                  <a:cubicBezTo>
                    <a:pt x="2" y="1"/>
                    <a:pt x="3" y="2"/>
                    <a:pt x="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05" name="Google Shape;3805;p17"/>
            <p:cNvSpPr/>
            <p:nvPr/>
          </p:nvSpPr>
          <p:spPr>
            <a:xfrm>
              <a:off x="5040684" y="4422010"/>
              <a:ext cx="601" cy="601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3" y="4"/>
                  </a:moveTo>
                  <a:cubicBezTo>
                    <a:pt x="2" y="3"/>
                    <a:pt x="2" y="2"/>
                    <a:pt x="1" y="1"/>
                  </a:cubicBezTo>
                  <a:cubicBezTo>
                    <a:pt x="2" y="2"/>
                    <a:pt x="2" y="3"/>
                    <a:pt x="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06" name="Google Shape;3806;p17"/>
            <p:cNvSpPr/>
            <p:nvPr/>
          </p:nvSpPr>
          <p:spPr>
            <a:xfrm>
              <a:off x="6584607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5" y="41"/>
                    <a:pt x="1" y="134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07" name="Google Shape;3807;p17"/>
            <p:cNvSpPr/>
            <p:nvPr/>
          </p:nvSpPr>
          <p:spPr>
            <a:xfrm>
              <a:off x="6505451" y="4385361"/>
              <a:ext cx="35598" cy="28087"/>
            </a:xfrm>
            <a:custGeom>
              <a:avLst/>
              <a:gdLst/>
              <a:ahLst/>
              <a:cxnLst/>
              <a:rect l="l" t="t" r="r" b="b"/>
              <a:pathLst>
                <a:path w="237" h="187" extrusionOk="0">
                  <a:moveTo>
                    <a:pt x="129" y="1"/>
                  </a:moveTo>
                  <a:cubicBezTo>
                    <a:pt x="115" y="1"/>
                    <a:pt x="101" y="3"/>
                    <a:pt x="86" y="9"/>
                  </a:cubicBezTo>
                  <a:cubicBezTo>
                    <a:pt x="17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6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08" name="Google Shape;3808;p17"/>
            <p:cNvSpPr/>
            <p:nvPr/>
          </p:nvSpPr>
          <p:spPr>
            <a:xfrm>
              <a:off x="6426445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1" y="3"/>
                    <a:pt x="87" y="9"/>
                  </a:cubicBezTo>
                  <a:cubicBezTo>
                    <a:pt x="16" y="41"/>
                    <a:pt x="0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09" name="Google Shape;3809;p17"/>
            <p:cNvSpPr/>
            <p:nvPr/>
          </p:nvSpPr>
          <p:spPr>
            <a:xfrm>
              <a:off x="6347439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6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10" name="Google Shape;3810;p17"/>
            <p:cNvSpPr/>
            <p:nvPr/>
          </p:nvSpPr>
          <p:spPr>
            <a:xfrm>
              <a:off x="6268433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7" y="186"/>
                  </a:cubicBezTo>
                  <a:lnTo>
                    <a:pt x="201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11" name="Google Shape;3811;p17"/>
            <p:cNvSpPr/>
            <p:nvPr/>
          </p:nvSpPr>
          <p:spPr>
            <a:xfrm>
              <a:off x="6189276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6" y="41"/>
                    <a:pt x="1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12" name="Google Shape;3812;p17"/>
            <p:cNvSpPr/>
            <p:nvPr/>
          </p:nvSpPr>
          <p:spPr>
            <a:xfrm>
              <a:off x="6110270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1" y="3"/>
                    <a:pt x="87" y="9"/>
                  </a:cubicBezTo>
                  <a:cubicBezTo>
                    <a:pt x="16" y="41"/>
                    <a:pt x="0" y="134"/>
                    <a:pt x="57" y="186"/>
                  </a:cubicBezTo>
                  <a:lnTo>
                    <a:pt x="202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13" name="Google Shape;3813;p17"/>
            <p:cNvSpPr/>
            <p:nvPr/>
          </p:nvSpPr>
          <p:spPr>
            <a:xfrm>
              <a:off x="6031264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14" name="Google Shape;3814;p17"/>
            <p:cNvSpPr/>
            <p:nvPr/>
          </p:nvSpPr>
          <p:spPr>
            <a:xfrm>
              <a:off x="5952258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6" y="186"/>
                  </a:cubicBezTo>
                  <a:lnTo>
                    <a:pt x="200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15" name="Google Shape;3815;p17"/>
            <p:cNvSpPr/>
            <p:nvPr/>
          </p:nvSpPr>
          <p:spPr>
            <a:xfrm>
              <a:off x="5873102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16" name="Google Shape;3816;p17"/>
            <p:cNvSpPr/>
            <p:nvPr/>
          </p:nvSpPr>
          <p:spPr>
            <a:xfrm>
              <a:off x="5793946" y="4385361"/>
              <a:ext cx="35598" cy="28087"/>
            </a:xfrm>
            <a:custGeom>
              <a:avLst/>
              <a:gdLst/>
              <a:ahLst/>
              <a:cxnLst/>
              <a:rect l="l" t="t" r="r" b="b"/>
              <a:pathLst>
                <a:path w="237" h="187" extrusionOk="0">
                  <a:moveTo>
                    <a:pt x="129" y="1"/>
                  </a:moveTo>
                  <a:cubicBezTo>
                    <a:pt x="116" y="1"/>
                    <a:pt x="101" y="3"/>
                    <a:pt x="88" y="9"/>
                  </a:cubicBezTo>
                  <a:cubicBezTo>
                    <a:pt x="17" y="41"/>
                    <a:pt x="1" y="133"/>
                    <a:pt x="58" y="186"/>
                  </a:cubicBezTo>
                  <a:lnTo>
                    <a:pt x="202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17" name="Google Shape;3817;p17"/>
            <p:cNvSpPr/>
            <p:nvPr/>
          </p:nvSpPr>
          <p:spPr>
            <a:xfrm>
              <a:off x="5715090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0" y="133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18" name="Google Shape;3818;p17"/>
            <p:cNvSpPr/>
            <p:nvPr/>
          </p:nvSpPr>
          <p:spPr>
            <a:xfrm>
              <a:off x="5635933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7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19" name="Google Shape;3819;p17"/>
            <p:cNvSpPr/>
            <p:nvPr/>
          </p:nvSpPr>
          <p:spPr>
            <a:xfrm>
              <a:off x="5556927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20" name="Google Shape;3820;p17"/>
            <p:cNvSpPr/>
            <p:nvPr/>
          </p:nvSpPr>
          <p:spPr>
            <a:xfrm>
              <a:off x="5477921" y="4385361"/>
              <a:ext cx="35298" cy="28087"/>
            </a:xfrm>
            <a:custGeom>
              <a:avLst/>
              <a:gdLst/>
              <a:ahLst/>
              <a:cxnLst/>
              <a:rect l="l" t="t" r="r" b="b"/>
              <a:pathLst>
                <a:path w="235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1" y="134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5" y="137"/>
                    <a:pt x="235" y="107"/>
                  </a:cubicBezTo>
                  <a:cubicBezTo>
                    <a:pt x="235" y="46"/>
                    <a:pt x="184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21" name="Google Shape;3821;p17"/>
            <p:cNvSpPr/>
            <p:nvPr/>
          </p:nvSpPr>
          <p:spPr>
            <a:xfrm>
              <a:off x="5398915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0" y="133"/>
                    <a:pt x="56" y="186"/>
                  </a:cubicBezTo>
                  <a:lnTo>
                    <a:pt x="200" y="186"/>
                  </a:lnTo>
                  <a:cubicBezTo>
                    <a:pt x="222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22" name="Google Shape;3822;p17"/>
            <p:cNvSpPr/>
            <p:nvPr/>
          </p:nvSpPr>
          <p:spPr>
            <a:xfrm>
              <a:off x="5319759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6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23" name="Google Shape;3823;p17"/>
            <p:cNvSpPr/>
            <p:nvPr/>
          </p:nvSpPr>
          <p:spPr>
            <a:xfrm>
              <a:off x="5240603" y="4385361"/>
              <a:ext cx="35598" cy="28087"/>
            </a:xfrm>
            <a:custGeom>
              <a:avLst/>
              <a:gdLst/>
              <a:ahLst/>
              <a:cxnLst/>
              <a:rect l="l" t="t" r="r" b="b"/>
              <a:pathLst>
                <a:path w="237" h="187" extrusionOk="0">
                  <a:moveTo>
                    <a:pt x="130" y="1"/>
                  </a:moveTo>
                  <a:cubicBezTo>
                    <a:pt x="116" y="1"/>
                    <a:pt x="101" y="3"/>
                    <a:pt x="88" y="9"/>
                  </a:cubicBezTo>
                  <a:cubicBezTo>
                    <a:pt x="17" y="41"/>
                    <a:pt x="1" y="133"/>
                    <a:pt x="58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6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24" name="Google Shape;3824;p17"/>
            <p:cNvSpPr/>
            <p:nvPr/>
          </p:nvSpPr>
          <p:spPr>
            <a:xfrm>
              <a:off x="5161747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5" y="137"/>
                    <a:pt x="235" y="107"/>
                  </a:cubicBezTo>
                  <a:cubicBezTo>
                    <a:pt x="235" y="46"/>
                    <a:pt x="184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25" name="Google Shape;3825;p17"/>
            <p:cNvSpPr/>
            <p:nvPr/>
          </p:nvSpPr>
          <p:spPr>
            <a:xfrm>
              <a:off x="5082590" y="4385361"/>
              <a:ext cx="35598" cy="28087"/>
            </a:xfrm>
            <a:custGeom>
              <a:avLst/>
              <a:gdLst/>
              <a:ahLst/>
              <a:cxnLst/>
              <a:rect l="l" t="t" r="r" b="b"/>
              <a:pathLst>
                <a:path w="237" h="187" extrusionOk="0">
                  <a:moveTo>
                    <a:pt x="129" y="1"/>
                  </a:moveTo>
                  <a:cubicBezTo>
                    <a:pt x="115" y="1"/>
                    <a:pt x="101" y="3"/>
                    <a:pt x="86" y="9"/>
                  </a:cubicBezTo>
                  <a:cubicBezTo>
                    <a:pt x="16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6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26" name="Google Shape;3826;p17"/>
            <p:cNvSpPr/>
            <p:nvPr/>
          </p:nvSpPr>
          <p:spPr>
            <a:xfrm>
              <a:off x="6582655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7" y="1"/>
                    <a:pt x="0" y="116"/>
                    <a:pt x="66" y="182"/>
                  </a:cubicBezTo>
                  <a:cubicBezTo>
                    <a:pt x="88" y="204"/>
                    <a:pt x="115" y="214"/>
                    <a:pt x="142" y="214"/>
                  </a:cubicBezTo>
                  <a:cubicBezTo>
                    <a:pt x="196" y="214"/>
                    <a:pt x="249" y="171"/>
                    <a:pt x="249" y="107"/>
                  </a:cubicBezTo>
                  <a:cubicBezTo>
                    <a:pt x="249" y="48"/>
                    <a:pt x="200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27" name="Google Shape;3827;p17"/>
            <p:cNvSpPr/>
            <p:nvPr/>
          </p:nvSpPr>
          <p:spPr>
            <a:xfrm>
              <a:off x="6503498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48" y="1"/>
                    <a:pt x="0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28" name="Google Shape;3828;p17"/>
            <p:cNvSpPr/>
            <p:nvPr/>
          </p:nvSpPr>
          <p:spPr>
            <a:xfrm>
              <a:off x="6424342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7" y="214"/>
                    <a:pt x="143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29" name="Google Shape;3829;p17"/>
            <p:cNvSpPr/>
            <p:nvPr/>
          </p:nvSpPr>
          <p:spPr>
            <a:xfrm>
              <a:off x="6345336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1"/>
                  </a:moveTo>
                  <a:cubicBezTo>
                    <a:pt x="49" y="1"/>
                    <a:pt x="0" y="116"/>
                    <a:pt x="68" y="182"/>
                  </a:cubicBezTo>
                  <a:cubicBezTo>
                    <a:pt x="90" y="204"/>
                    <a:pt x="116" y="214"/>
                    <a:pt x="143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30" name="Google Shape;3830;p17"/>
            <p:cNvSpPr/>
            <p:nvPr/>
          </p:nvSpPr>
          <p:spPr>
            <a:xfrm>
              <a:off x="6266330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31" name="Google Shape;3831;p17"/>
            <p:cNvSpPr/>
            <p:nvPr/>
          </p:nvSpPr>
          <p:spPr>
            <a:xfrm>
              <a:off x="6187324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7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32" name="Google Shape;3832;p17"/>
            <p:cNvSpPr/>
            <p:nvPr/>
          </p:nvSpPr>
          <p:spPr>
            <a:xfrm>
              <a:off x="6108168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33" name="Google Shape;3833;p17"/>
            <p:cNvSpPr/>
            <p:nvPr/>
          </p:nvSpPr>
          <p:spPr>
            <a:xfrm>
              <a:off x="6029161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3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34" name="Google Shape;3834;p17"/>
            <p:cNvSpPr/>
            <p:nvPr/>
          </p:nvSpPr>
          <p:spPr>
            <a:xfrm>
              <a:off x="5950155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35" name="Google Shape;3835;p17"/>
            <p:cNvSpPr/>
            <p:nvPr/>
          </p:nvSpPr>
          <p:spPr>
            <a:xfrm>
              <a:off x="5870999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7" y="214"/>
                    <a:pt x="143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36" name="Google Shape;3836;p17"/>
            <p:cNvSpPr/>
            <p:nvPr/>
          </p:nvSpPr>
          <p:spPr>
            <a:xfrm>
              <a:off x="5791993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37" name="Google Shape;3837;p17"/>
            <p:cNvSpPr/>
            <p:nvPr/>
          </p:nvSpPr>
          <p:spPr>
            <a:xfrm>
              <a:off x="5712987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38" name="Google Shape;3838;p17"/>
            <p:cNvSpPr/>
            <p:nvPr/>
          </p:nvSpPr>
          <p:spPr>
            <a:xfrm>
              <a:off x="5633981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8" y="1"/>
                    <a:pt x="0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39" name="Google Shape;3839;p17"/>
            <p:cNvSpPr/>
            <p:nvPr/>
          </p:nvSpPr>
          <p:spPr>
            <a:xfrm>
              <a:off x="5554825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6" y="214"/>
                    <a:pt x="143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40" name="Google Shape;3840;p17"/>
            <p:cNvSpPr/>
            <p:nvPr/>
          </p:nvSpPr>
          <p:spPr>
            <a:xfrm>
              <a:off x="5475818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1"/>
                  </a:moveTo>
                  <a:cubicBezTo>
                    <a:pt x="49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6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41" name="Google Shape;3841;p17"/>
            <p:cNvSpPr/>
            <p:nvPr/>
          </p:nvSpPr>
          <p:spPr>
            <a:xfrm>
              <a:off x="5396812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42" name="Google Shape;3842;p17"/>
            <p:cNvSpPr/>
            <p:nvPr/>
          </p:nvSpPr>
          <p:spPr>
            <a:xfrm>
              <a:off x="5317806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7" y="1"/>
                    <a:pt x="0" y="116"/>
                    <a:pt x="66" y="182"/>
                  </a:cubicBezTo>
                  <a:cubicBezTo>
                    <a:pt x="88" y="204"/>
                    <a:pt x="115" y="214"/>
                    <a:pt x="142" y="214"/>
                  </a:cubicBezTo>
                  <a:cubicBezTo>
                    <a:pt x="196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43" name="Google Shape;3843;p17"/>
            <p:cNvSpPr/>
            <p:nvPr/>
          </p:nvSpPr>
          <p:spPr>
            <a:xfrm>
              <a:off x="5241804" y="4306356"/>
              <a:ext cx="40104" cy="32293"/>
            </a:xfrm>
            <a:custGeom>
              <a:avLst/>
              <a:gdLst/>
              <a:ahLst/>
              <a:cxnLst/>
              <a:rect l="l" t="t" r="r" b="b"/>
              <a:pathLst>
                <a:path w="267" h="215" extrusionOk="0">
                  <a:moveTo>
                    <a:pt x="124" y="0"/>
                  </a:moveTo>
                  <a:cubicBezTo>
                    <a:pt x="116" y="0"/>
                    <a:pt x="107" y="1"/>
                    <a:pt x="99" y="3"/>
                  </a:cubicBezTo>
                  <a:cubicBezTo>
                    <a:pt x="58" y="12"/>
                    <a:pt x="28" y="44"/>
                    <a:pt x="18" y="83"/>
                  </a:cubicBezTo>
                  <a:cubicBezTo>
                    <a:pt x="1" y="157"/>
                    <a:pt x="61" y="215"/>
                    <a:pt x="124" y="215"/>
                  </a:cubicBezTo>
                  <a:cubicBezTo>
                    <a:pt x="150" y="215"/>
                    <a:pt x="176" y="205"/>
                    <a:pt x="198" y="183"/>
                  </a:cubicBezTo>
                  <a:cubicBezTo>
                    <a:pt x="267" y="113"/>
                    <a:pt x="213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44" name="Google Shape;3844;p17"/>
            <p:cNvSpPr/>
            <p:nvPr/>
          </p:nvSpPr>
          <p:spPr>
            <a:xfrm>
              <a:off x="5164901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45" name="Google Shape;3845;p17"/>
            <p:cNvSpPr/>
            <p:nvPr/>
          </p:nvSpPr>
          <p:spPr>
            <a:xfrm>
              <a:off x="6582655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7" y="0"/>
                    <a:pt x="0" y="115"/>
                    <a:pt x="66" y="182"/>
                  </a:cubicBezTo>
                  <a:cubicBezTo>
                    <a:pt x="88" y="203"/>
                    <a:pt x="115" y="213"/>
                    <a:pt x="142" y="213"/>
                  </a:cubicBezTo>
                  <a:cubicBezTo>
                    <a:pt x="196" y="213"/>
                    <a:pt x="249" y="171"/>
                    <a:pt x="249" y="106"/>
                  </a:cubicBezTo>
                  <a:cubicBezTo>
                    <a:pt x="249" y="48"/>
                    <a:pt x="200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46" name="Google Shape;3846;p17"/>
            <p:cNvSpPr/>
            <p:nvPr/>
          </p:nvSpPr>
          <p:spPr>
            <a:xfrm>
              <a:off x="6503498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0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47" name="Google Shape;3847;p17"/>
            <p:cNvSpPr/>
            <p:nvPr/>
          </p:nvSpPr>
          <p:spPr>
            <a:xfrm>
              <a:off x="6424342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7" y="213"/>
                    <a:pt x="143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48" name="Google Shape;3848;p17"/>
            <p:cNvSpPr/>
            <p:nvPr/>
          </p:nvSpPr>
          <p:spPr>
            <a:xfrm>
              <a:off x="6345336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0"/>
                  </a:moveTo>
                  <a:cubicBezTo>
                    <a:pt x="49" y="0"/>
                    <a:pt x="0" y="115"/>
                    <a:pt x="68" y="182"/>
                  </a:cubicBezTo>
                  <a:cubicBezTo>
                    <a:pt x="90" y="203"/>
                    <a:pt x="116" y="213"/>
                    <a:pt x="143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49" name="Google Shape;3849;p17"/>
            <p:cNvSpPr/>
            <p:nvPr/>
          </p:nvSpPr>
          <p:spPr>
            <a:xfrm>
              <a:off x="6266330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50" name="Google Shape;3850;p17"/>
            <p:cNvSpPr/>
            <p:nvPr/>
          </p:nvSpPr>
          <p:spPr>
            <a:xfrm>
              <a:off x="6187324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7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51" name="Google Shape;3851;p17"/>
            <p:cNvSpPr/>
            <p:nvPr/>
          </p:nvSpPr>
          <p:spPr>
            <a:xfrm>
              <a:off x="6108168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52" name="Google Shape;3852;p17"/>
            <p:cNvSpPr/>
            <p:nvPr/>
          </p:nvSpPr>
          <p:spPr>
            <a:xfrm>
              <a:off x="6029161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3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1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53" name="Google Shape;3853;p17"/>
            <p:cNvSpPr/>
            <p:nvPr/>
          </p:nvSpPr>
          <p:spPr>
            <a:xfrm>
              <a:off x="5950155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54" name="Google Shape;3854;p17"/>
            <p:cNvSpPr/>
            <p:nvPr/>
          </p:nvSpPr>
          <p:spPr>
            <a:xfrm>
              <a:off x="5870999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7" y="213"/>
                    <a:pt x="143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55" name="Google Shape;3855;p17"/>
            <p:cNvSpPr/>
            <p:nvPr/>
          </p:nvSpPr>
          <p:spPr>
            <a:xfrm>
              <a:off x="5791993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56" name="Google Shape;3856;p17"/>
            <p:cNvSpPr/>
            <p:nvPr/>
          </p:nvSpPr>
          <p:spPr>
            <a:xfrm>
              <a:off x="5712987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1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57" name="Google Shape;3857;p17"/>
            <p:cNvSpPr/>
            <p:nvPr/>
          </p:nvSpPr>
          <p:spPr>
            <a:xfrm>
              <a:off x="5633981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8" y="0"/>
                    <a:pt x="0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58" name="Google Shape;3858;p17"/>
            <p:cNvSpPr/>
            <p:nvPr/>
          </p:nvSpPr>
          <p:spPr>
            <a:xfrm>
              <a:off x="5554825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3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59" name="Google Shape;3859;p17"/>
            <p:cNvSpPr/>
            <p:nvPr/>
          </p:nvSpPr>
          <p:spPr>
            <a:xfrm>
              <a:off x="5475818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0"/>
                  </a:moveTo>
                  <a:cubicBezTo>
                    <a:pt x="49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6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60" name="Google Shape;3860;p17"/>
            <p:cNvSpPr/>
            <p:nvPr/>
          </p:nvSpPr>
          <p:spPr>
            <a:xfrm>
              <a:off x="5396812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61" name="Google Shape;3861;p17"/>
            <p:cNvSpPr/>
            <p:nvPr/>
          </p:nvSpPr>
          <p:spPr>
            <a:xfrm>
              <a:off x="5320961" y="4227200"/>
              <a:ext cx="40104" cy="32443"/>
            </a:xfrm>
            <a:custGeom>
              <a:avLst/>
              <a:gdLst/>
              <a:ahLst/>
              <a:cxnLst/>
              <a:rect l="l" t="t" r="r" b="b"/>
              <a:pathLst>
                <a:path w="267" h="216" extrusionOk="0">
                  <a:moveTo>
                    <a:pt x="122" y="1"/>
                  </a:moveTo>
                  <a:cubicBezTo>
                    <a:pt x="114" y="1"/>
                    <a:pt x="106" y="2"/>
                    <a:pt x="97" y="4"/>
                  </a:cubicBezTo>
                  <a:cubicBezTo>
                    <a:pt x="58" y="13"/>
                    <a:pt x="26" y="44"/>
                    <a:pt x="17" y="84"/>
                  </a:cubicBezTo>
                  <a:cubicBezTo>
                    <a:pt x="1" y="158"/>
                    <a:pt x="60" y="215"/>
                    <a:pt x="123" y="215"/>
                  </a:cubicBezTo>
                  <a:cubicBezTo>
                    <a:pt x="149" y="215"/>
                    <a:pt x="175" y="206"/>
                    <a:pt x="197" y="184"/>
                  </a:cubicBezTo>
                  <a:cubicBezTo>
                    <a:pt x="266" y="113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62" name="Google Shape;3862;p17"/>
            <p:cNvSpPr/>
            <p:nvPr/>
          </p:nvSpPr>
          <p:spPr>
            <a:xfrm>
              <a:off x="5244057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63" name="Google Shape;3863;p17"/>
            <p:cNvSpPr/>
            <p:nvPr/>
          </p:nvSpPr>
          <p:spPr>
            <a:xfrm>
              <a:off x="6583856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3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1" y="140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64" name="Google Shape;3864;p17"/>
            <p:cNvSpPr/>
            <p:nvPr/>
          </p:nvSpPr>
          <p:spPr>
            <a:xfrm>
              <a:off x="6504850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65" name="Google Shape;3865;p17"/>
            <p:cNvSpPr/>
            <p:nvPr/>
          </p:nvSpPr>
          <p:spPr>
            <a:xfrm>
              <a:off x="6425844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66" name="Google Shape;3866;p17"/>
            <p:cNvSpPr/>
            <p:nvPr/>
          </p:nvSpPr>
          <p:spPr>
            <a:xfrm>
              <a:off x="6346688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5" y="1"/>
                    <a:pt x="58" y="20"/>
                    <a:pt x="37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7" y="215"/>
                    <a:pt x="181" y="207"/>
                    <a:pt x="202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67" name="Google Shape;3867;p17"/>
            <p:cNvSpPr/>
            <p:nvPr/>
          </p:nvSpPr>
          <p:spPr>
            <a:xfrm>
              <a:off x="6267682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68" name="Google Shape;3868;p17"/>
            <p:cNvSpPr/>
            <p:nvPr/>
          </p:nvSpPr>
          <p:spPr>
            <a:xfrm>
              <a:off x="6188676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1" y="139"/>
                    <a:pt x="63" y="215"/>
                    <a:pt x="134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69" name="Google Shape;3869;p17"/>
            <p:cNvSpPr/>
            <p:nvPr/>
          </p:nvSpPr>
          <p:spPr>
            <a:xfrm>
              <a:off x="6109670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1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40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39" y="139"/>
                    <a:pt x="239" y="108"/>
                  </a:cubicBezTo>
                  <a:cubicBezTo>
                    <a:pt x="239" y="40"/>
                    <a:pt x="18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70" name="Google Shape;3870;p17"/>
            <p:cNvSpPr/>
            <p:nvPr/>
          </p:nvSpPr>
          <p:spPr>
            <a:xfrm>
              <a:off x="6030513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3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0" y="139"/>
                    <a:pt x="64" y="215"/>
                    <a:pt x="135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71" name="Google Shape;3871;p17"/>
            <p:cNvSpPr/>
            <p:nvPr/>
          </p:nvSpPr>
          <p:spPr>
            <a:xfrm>
              <a:off x="5951507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40"/>
                    <a:pt x="63" y="215"/>
                    <a:pt x="134" y="215"/>
                  </a:cubicBezTo>
                  <a:cubicBezTo>
                    <a:pt x="156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72" name="Google Shape;3872;p17"/>
            <p:cNvSpPr/>
            <p:nvPr/>
          </p:nvSpPr>
          <p:spPr>
            <a:xfrm>
              <a:off x="5872501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73" name="Google Shape;3873;p17"/>
            <p:cNvSpPr/>
            <p:nvPr/>
          </p:nvSpPr>
          <p:spPr>
            <a:xfrm>
              <a:off x="5793345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8" y="215"/>
                    <a:pt x="181" y="207"/>
                    <a:pt x="202" y="190"/>
                  </a:cubicBezTo>
                  <a:cubicBezTo>
                    <a:pt x="227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74" name="Google Shape;3874;p17"/>
            <p:cNvSpPr/>
            <p:nvPr/>
          </p:nvSpPr>
          <p:spPr>
            <a:xfrm>
              <a:off x="5714339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0" y="139"/>
                    <a:pt x="63" y="215"/>
                    <a:pt x="135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75" name="Google Shape;3875;p17"/>
            <p:cNvSpPr/>
            <p:nvPr/>
          </p:nvSpPr>
          <p:spPr>
            <a:xfrm>
              <a:off x="5635333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1" y="139"/>
                    <a:pt x="63" y="215"/>
                    <a:pt x="134" y="215"/>
                  </a:cubicBezTo>
                  <a:cubicBezTo>
                    <a:pt x="156" y="215"/>
                    <a:pt x="180" y="207"/>
                    <a:pt x="201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76" name="Google Shape;3876;p17"/>
            <p:cNvSpPr/>
            <p:nvPr/>
          </p:nvSpPr>
          <p:spPr>
            <a:xfrm>
              <a:off x="5556327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1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3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39" y="139"/>
                    <a:pt x="239" y="108"/>
                  </a:cubicBezTo>
                  <a:cubicBezTo>
                    <a:pt x="239" y="40"/>
                    <a:pt x="18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77" name="Google Shape;3877;p17"/>
            <p:cNvSpPr/>
            <p:nvPr/>
          </p:nvSpPr>
          <p:spPr>
            <a:xfrm>
              <a:off x="5477170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4" y="215"/>
                    <a:pt x="135" y="215"/>
                  </a:cubicBezTo>
                  <a:cubicBezTo>
                    <a:pt x="157" y="215"/>
                    <a:pt x="180" y="207"/>
                    <a:pt x="202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78" name="Google Shape;3878;p17"/>
            <p:cNvSpPr/>
            <p:nvPr/>
          </p:nvSpPr>
          <p:spPr>
            <a:xfrm>
              <a:off x="5398164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79" name="Google Shape;3879;p17"/>
            <p:cNvSpPr/>
            <p:nvPr/>
          </p:nvSpPr>
          <p:spPr>
            <a:xfrm>
              <a:off x="5323214" y="414819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80" name="Google Shape;3880;p17"/>
            <p:cNvSpPr/>
            <p:nvPr/>
          </p:nvSpPr>
          <p:spPr>
            <a:xfrm>
              <a:off x="7217107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99" y="3"/>
                    <a:pt x="86" y="9"/>
                  </a:cubicBezTo>
                  <a:cubicBezTo>
                    <a:pt x="15" y="41"/>
                    <a:pt x="0" y="133"/>
                    <a:pt x="56" y="186"/>
                  </a:cubicBezTo>
                  <a:lnTo>
                    <a:pt x="200" y="186"/>
                  </a:lnTo>
                  <a:cubicBezTo>
                    <a:pt x="222" y="166"/>
                    <a:pt x="235" y="137"/>
                    <a:pt x="235" y="107"/>
                  </a:cubicBezTo>
                  <a:cubicBezTo>
                    <a:pt x="235" y="46"/>
                    <a:pt x="184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81" name="Google Shape;3881;p17"/>
            <p:cNvSpPr/>
            <p:nvPr/>
          </p:nvSpPr>
          <p:spPr>
            <a:xfrm>
              <a:off x="7137950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7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82" name="Google Shape;3882;p17"/>
            <p:cNvSpPr/>
            <p:nvPr/>
          </p:nvSpPr>
          <p:spPr>
            <a:xfrm>
              <a:off x="7058794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7" y="41"/>
                    <a:pt x="1" y="133"/>
                    <a:pt x="58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83" name="Google Shape;3883;p17"/>
            <p:cNvSpPr/>
            <p:nvPr/>
          </p:nvSpPr>
          <p:spPr>
            <a:xfrm>
              <a:off x="6979788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1" y="3"/>
                    <a:pt x="87" y="9"/>
                  </a:cubicBezTo>
                  <a:cubicBezTo>
                    <a:pt x="16" y="41"/>
                    <a:pt x="0" y="133"/>
                    <a:pt x="58" y="186"/>
                  </a:cubicBezTo>
                  <a:lnTo>
                    <a:pt x="202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84" name="Google Shape;3884;p17"/>
            <p:cNvSpPr/>
            <p:nvPr/>
          </p:nvSpPr>
          <p:spPr>
            <a:xfrm>
              <a:off x="6900782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5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85" name="Google Shape;3885;p17"/>
            <p:cNvSpPr/>
            <p:nvPr/>
          </p:nvSpPr>
          <p:spPr>
            <a:xfrm>
              <a:off x="6821776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6" y="186"/>
                  </a:cubicBezTo>
                  <a:lnTo>
                    <a:pt x="200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86" name="Google Shape;3886;p17"/>
            <p:cNvSpPr/>
            <p:nvPr/>
          </p:nvSpPr>
          <p:spPr>
            <a:xfrm>
              <a:off x="6742619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6" y="41"/>
                    <a:pt x="1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87" name="Google Shape;3887;p17"/>
            <p:cNvSpPr/>
            <p:nvPr/>
          </p:nvSpPr>
          <p:spPr>
            <a:xfrm>
              <a:off x="6663764" y="4385361"/>
              <a:ext cx="35298" cy="28087"/>
            </a:xfrm>
            <a:custGeom>
              <a:avLst/>
              <a:gdLst/>
              <a:ahLst/>
              <a:cxnLst/>
              <a:rect l="l" t="t" r="r" b="b"/>
              <a:pathLst>
                <a:path w="235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0" y="134"/>
                    <a:pt x="56" y="186"/>
                  </a:cubicBezTo>
                  <a:lnTo>
                    <a:pt x="200" y="186"/>
                  </a:lnTo>
                  <a:cubicBezTo>
                    <a:pt x="222" y="166"/>
                    <a:pt x="234" y="137"/>
                    <a:pt x="234" y="107"/>
                  </a:cubicBezTo>
                  <a:cubicBezTo>
                    <a:pt x="234" y="46"/>
                    <a:pt x="184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88" name="Google Shape;3888;p17"/>
            <p:cNvSpPr/>
            <p:nvPr/>
          </p:nvSpPr>
          <p:spPr>
            <a:xfrm>
              <a:off x="7293860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7" y="214"/>
                    <a:pt x="143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89" name="Google Shape;3889;p17"/>
            <p:cNvSpPr/>
            <p:nvPr/>
          </p:nvSpPr>
          <p:spPr>
            <a:xfrm>
              <a:off x="7214854" y="4306356"/>
              <a:ext cx="37701" cy="32143"/>
            </a:xfrm>
            <a:custGeom>
              <a:avLst/>
              <a:gdLst/>
              <a:ahLst/>
              <a:cxnLst/>
              <a:rect l="l" t="t" r="r" b="b"/>
              <a:pathLst>
                <a:path w="251" h="214" extrusionOk="0">
                  <a:moveTo>
                    <a:pt x="143" y="1"/>
                  </a:moveTo>
                  <a:cubicBezTo>
                    <a:pt x="49" y="1"/>
                    <a:pt x="0" y="116"/>
                    <a:pt x="68" y="182"/>
                  </a:cubicBezTo>
                  <a:cubicBezTo>
                    <a:pt x="90" y="204"/>
                    <a:pt x="117" y="214"/>
                    <a:pt x="143" y="214"/>
                  </a:cubicBezTo>
                  <a:cubicBezTo>
                    <a:pt x="198" y="214"/>
                    <a:pt x="250" y="171"/>
                    <a:pt x="250" y="107"/>
                  </a:cubicBezTo>
                  <a:cubicBezTo>
                    <a:pt x="250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90" name="Google Shape;3890;p17"/>
            <p:cNvSpPr/>
            <p:nvPr/>
          </p:nvSpPr>
          <p:spPr>
            <a:xfrm>
              <a:off x="7135847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91" name="Google Shape;3891;p17"/>
            <p:cNvSpPr/>
            <p:nvPr/>
          </p:nvSpPr>
          <p:spPr>
            <a:xfrm>
              <a:off x="7056841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8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92" name="Google Shape;3892;p17"/>
            <p:cNvSpPr/>
            <p:nvPr/>
          </p:nvSpPr>
          <p:spPr>
            <a:xfrm>
              <a:off x="6977685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6" y="214"/>
                    <a:pt x="143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93" name="Google Shape;3893;p17"/>
            <p:cNvSpPr/>
            <p:nvPr/>
          </p:nvSpPr>
          <p:spPr>
            <a:xfrm>
              <a:off x="6898829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8" y="1"/>
                    <a:pt x="0" y="116"/>
                    <a:pt x="67" y="182"/>
                  </a:cubicBezTo>
                  <a:cubicBezTo>
                    <a:pt x="89" y="204"/>
                    <a:pt x="115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94" name="Google Shape;3894;p17"/>
            <p:cNvSpPr/>
            <p:nvPr/>
          </p:nvSpPr>
          <p:spPr>
            <a:xfrm>
              <a:off x="6819673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95" name="Google Shape;3895;p17"/>
            <p:cNvSpPr/>
            <p:nvPr/>
          </p:nvSpPr>
          <p:spPr>
            <a:xfrm>
              <a:off x="6740667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1"/>
                  </a:moveTo>
                  <a:cubicBezTo>
                    <a:pt x="47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6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96" name="Google Shape;3896;p17"/>
            <p:cNvSpPr/>
            <p:nvPr/>
          </p:nvSpPr>
          <p:spPr>
            <a:xfrm>
              <a:off x="6661511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9" y="1"/>
                    <a:pt x="1" y="116"/>
                    <a:pt x="68" y="182"/>
                  </a:cubicBezTo>
                  <a:cubicBezTo>
                    <a:pt x="90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97" name="Google Shape;3897;p17"/>
            <p:cNvSpPr/>
            <p:nvPr/>
          </p:nvSpPr>
          <p:spPr>
            <a:xfrm>
              <a:off x="7373016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98" name="Google Shape;3898;p17"/>
            <p:cNvSpPr/>
            <p:nvPr/>
          </p:nvSpPr>
          <p:spPr>
            <a:xfrm>
              <a:off x="7293860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7" y="213"/>
                    <a:pt x="143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99" name="Google Shape;3899;p17"/>
            <p:cNvSpPr/>
            <p:nvPr/>
          </p:nvSpPr>
          <p:spPr>
            <a:xfrm>
              <a:off x="7214854" y="4227351"/>
              <a:ext cx="37701" cy="32143"/>
            </a:xfrm>
            <a:custGeom>
              <a:avLst/>
              <a:gdLst/>
              <a:ahLst/>
              <a:cxnLst/>
              <a:rect l="l" t="t" r="r" b="b"/>
              <a:pathLst>
                <a:path w="251" h="214" extrusionOk="0">
                  <a:moveTo>
                    <a:pt x="143" y="0"/>
                  </a:moveTo>
                  <a:cubicBezTo>
                    <a:pt x="49" y="0"/>
                    <a:pt x="0" y="115"/>
                    <a:pt x="68" y="182"/>
                  </a:cubicBezTo>
                  <a:cubicBezTo>
                    <a:pt x="90" y="203"/>
                    <a:pt x="117" y="213"/>
                    <a:pt x="143" y="213"/>
                  </a:cubicBezTo>
                  <a:cubicBezTo>
                    <a:pt x="198" y="213"/>
                    <a:pt x="250" y="171"/>
                    <a:pt x="250" y="106"/>
                  </a:cubicBezTo>
                  <a:cubicBezTo>
                    <a:pt x="250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00" name="Google Shape;3900;p17"/>
            <p:cNvSpPr/>
            <p:nvPr/>
          </p:nvSpPr>
          <p:spPr>
            <a:xfrm>
              <a:off x="7135847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1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01" name="Google Shape;3901;p17"/>
            <p:cNvSpPr/>
            <p:nvPr/>
          </p:nvSpPr>
          <p:spPr>
            <a:xfrm>
              <a:off x="7056841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8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02" name="Google Shape;3902;p17"/>
            <p:cNvSpPr/>
            <p:nvPr/>
          </p:nvSpPr>
          <p:spPr>
            <a:xfrm>
              <a:off x="6977685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3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03" name="Google Shape;3903;p17"/>
            <p:cNvSpPr/>
            <p:nvPr/>
          </p:nvSpPr>
          <p:spPr>
            <a:xfrm>
              <a:off x="6898829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8" y="0"/>
                    <a:pt x="0" y="115"/>
                    <a:pt x="67" y="182"/>
                  </a:cubicBezTo>
                  <a:cubicBezTo>
                    <a:pt x="89" y="203"/>
                    <a:pt x="115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04" name="Google Shape;3904;p17"/>
            <p:cNvSpPr/>
            <p:nvPr/>
          </p:nvSpPr>
          <p:spPr>
            <a:xfrm>
              <a:off x="6819673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05" name="Google Shape;3905;p17"/>
            <p:cNvSpPr/>
            <p:nvPr/>
          </p:nvSpPr>
          <p:spPr>
            <a:xfrm>
              <a:off x="6740667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0"/>
                  </a:moveTo>
                  <a:cubicBezTo>
                    <a:pt x="47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6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06" name="Google Shape;3906;p17"/>
            <p:cNvSpPr/>
            <p:nvPr/>
          </p:nvSpPr>
          <p:spPr>
            <a:xfrm>
              <a:off x="6661511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9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07" name="Google Shape;3907;p17"/>
            <p:cNvSpPr/>
            <p:nvPr/>
          </p:nvSpPr>
          <p:spPr>
            <a:xfrm>
              <a:off x="7453374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3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08" name="Google Shape;3908;p17"/>
            <p:cNvSpPr/>
            <p:nvPr/>
          </p:nvSpPr>
          <p:spPr>
            <a:xfrm>
              <a:off x="7374368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39"/>
                    <a:pt x="64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09" name="Google Shape;3909;p17"/>
            <p:cNvSpPr/>
            <p:nvPr/>
          </p:nvSpPr>
          <p:spPr>
            <a:xfrm>
              <a:off x="7295362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40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10" name="Google Shape;3910;p17"/>
            <p:cNvSpPr/>
            <p:nvPr/>
          </p:nvSpPr>
          <p:spPr>
            <a:xfrm>
              <a:off x="7216205" y="4148195"/>
              <a:ext cx="36349" cy="32293"/>
            </a:xfrm>
            <a:custGeom>
              <a:avLst/>
              <a:gdLst/>
              <a:ahLst/>
              <a:cxnLst/>
              <a:rect l="l" t="t" r="r" b="b"/>
              <a:pathLst>
                <a:path w="242" h="215" extrusionOk="0">
                  <a:moveTo>
                    <a:pt x="133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8" y="215"/>
                    <a:pt x="181" y="207"/>
                    <a:pt x="202" y="190"/>
                  </a:cubicBezTo>
                  <a:cubicBezTo>
                    <a:pt x="227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11" name="Google Shape;3911;p17"/>
            <p:cNvSpPr/>
            <p:nvPr/>
          </p:nvSpPr>
          <p:spPr>
            <a:xfrm>
              <a:off x="7137349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40"/>
                    <a:pt x="63" y="215"/>
                    <a:pt x="133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12" name="Google Shape;3912;p17"/>
            <p:cNvSpPr/>
            <p:nvPr/>
          </p:nvSpPr>
          <p:spPr>
            <a:xfrm>
              <a:off x="7058193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1" y="139"/>
                    <a:pt x="63" y="215"/>
                    <a:pt x="134" y="215"/>
                  </a:cubicBezTo>
                  <a:cubicBezTo>
                    <a:pt x="156" y="215"/>
                    <a:pt x="180" y="207"/>
                    <a:pt x="201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13" name="Google Shape;3913;p17"/>
            <p:cNvSpPr/>
            <p:nvPr/>
          </p:nvSpPr>
          <p:spPr>
            <a:xfrm>
              <a:off x="6979187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1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39" y="139"/>
                    <a:pt x="239" y="108"/>
                  </a:cubicBezTo>
                  <a:cubicBezTo>
                    <a:pt x="239" y="40"/>
                    <a:pt x="18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14" name="Google Shape;3914;p17"/>
            <p:cNvSpPr/>
            <p:nvPr/>
          </p:nvSpPr>
          <p:spPr>
            <a:xfrm>
              <a:off x="6900031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3" y="1"/>
                  </a:moveTo>
                  <a:cubicBezTo>
                    <a:pt x="95" y="1"/>
                    <a:pt x="58" y="20"/>
                    <a:pt x="37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7" y="215"/>
                    <a:pt x="181" y="207"/>
                    <a:pt x="202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15" name="Google Shape;3915;p17"/>
            <p:cNvSpPr/>
            <p:nvPr/>
          </p:nvSpPr>
          <p:spPr>
            <a:xfrm>
              <a:off x="6821175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1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3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39" y="139"/>
                    <a:pt x="239" y="108"/>
                  </a:cubicBezTo>
                  <a:cubicBezTo>
                    <a:pt x="239" y="40"/>
                    <a:pt x="18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16" name="Google Shape;3916;p17"/>
            <p:cNvSpPr/>
            <p:nvPr/>
          </p:nvSpPr>
          <p:spPr>
            <a:xfrm>
              <a:off x="6742019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17" name="Google Shape;3917;p17"/>
            <p:cNvSpPr/>
            <p:nvPr/>
          </p:nvSpPr>
          <p:spPr>
            <a:xfrm>
              <a:off x="6662862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40"/>
                    <a:pt x="64" y="215"/>
                    <a:pt x="135" y="215"/>
                  </a:cubicBezTo>
                  <a:cubicBezTo>
                    <a:pt x="157" y="215"/>
                    <a:pt x="181" y="207"/>
                    <a:pt x="202" y="190"/>
                  </a:cubicBezTo>
                  <a:cubicBezTo>
                    <a:pt x="227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18" name="Google Shape;3918;p17"/>
            <p:cNvSpPr/>
            <p:nvPr/>
          </p:nvSpPr>
          <p:spPr>
            <a:xfrm>
              <a:off x="5040234" y="4121760"/>
              <a:ext cx="2520999" cy="304305"/>
            </a:xfrm>
            <a:custGeom>
              <a:avLst/>
              <a:gdLst/>
              <a:ahLst/>
              <a:cxnLst/>
              <a:rect l="l" t="t" r="r" b="b"/>
              <a:pathLst>
                <a:path w="16784" h="2026" extrusionOk="0">
                  <a:moveTo>
                    <a:pt x="16637" y="85"/>
                  </a:moveTo>
                  <a:lnTo>
                    <a:pt x="16355" y="366"/>
                  </a:lnTo>
                  <a:lnTo>
                    <a:pt x="14780" y="1941"/>
                  </a:lnTo>
                  <a:lnTo>
                    <a:pt x="145" y="1941"/>
                  </a:lnTo>
                  <a:lnTo>
                    <a:pt x="366" y="1719"/>
                  </a:lnTo>
                  <a:lnTo>
                    <a:pt x="2001" y="85"/>
                  </a:lnTo>
                  <a:close/>
                  <a:moveTo>
                    <a:pt x="1983" y="0"/>
                  </a:moveTo>
                  <a:cubicBezTo>
                    <a:pt x="1972" y="0"/>
                    <a:pt x="1962" y="5"/>
                    <a:pt x="1954" y="13"/>
                  </a:cubicBezTo>
                  <a:lnTo>
                    <a:pt x="1941" y="25"/>
                  </a:lnTo>
                  <a:lnTo>
                    <a:pt x="1040" y="926"/>
                  </a:lnTo>
                  <a:lnTo>
                    <a:pt x="13" y="1953"/>
                  </a:lnTo>
                  <a:cubicBezTo>
                    <a:pt x="5" y="1961"/>
                    <a:pt x="1" y="1973"/>
                    <a:pt x="1" y="1985"/>
                  </a:cubicBezTo>
                  <a:cubicBezTo>
                    <a:pt x="1" y="1986"/>
                    <a:pt x="1" y="1987"/>
                    <a:pt x="1" y="1988"/>
                  </a:cubicBezTo>
                  <a:cubicBezTo>
                    <a:pt x="2" y="1989"/>
                    <a:pt x="2" y="1991"/>
                    <a:pt x="2" y="1992"/>
                  </a:cubicBezTo>
                  <a:cubicBezTo>
                    <a:pt x="2" y="1992"/>
                    <a:pt x="2" y="1993"/>
                    <a:pt x="3" y="1994"/>
                  </a:cubicBezTo>
                  <a:cubicBezTo>
                    <a:pt x="3" y="1995"/>
                    <a:pt x="3" y="1996"/>
                    <a:pt x="3" y="1997"/>
                  </a:cubicBezTo>
                  <a:cubicBezTo>
                    <a:pt x="4" y="1997"/>
                    <a:pt x="4" y="1998"/>
                    <a:pt x="4" y="2000"/>
                  </a:cubicBezTo>
                  <a:cubicBezTo>
                    <a:pt x="5" y="2001"/>
                    <a:pt x="5" y="2002"/>
                    <a:pt x="6" y="2003"/>
                  </a:cubicBezTo>
                  <a:cubicBezTo>
                    <a:pt x="6" y="2004"/>
                    <a:pt x="7" y="2005"/>
                    <a:pt x="7" y="2005"/>
                  </a:cubicBezTo>
                  <a:cubicBezTo>
                    <a:pt x="7" y="2006"/>
                    <a:pt x="8" y="2007"/>
                    <a:pt x="10" y="2009"/>
                  </a:cubicBezTo>
                  <a:cubicBezTo>
                    <a:pt x="10" y="2009"/>
                    <a:pt x="11" y="2010"/>
                    <a:pt x="11" y="2011"/>
                  </a:cubicBezTo>
                  <a:cubicBezTo>
                    <a:pt x="12" y="2011"/>
                    <a:pt x="13" y="2012"/>
                    <a:pt x="13" y="2013"/>
                  </a:cubicBezTo>
                  <a:cubicBezTo>
                    <a:pt x="14" y="2013"/>
                    <a:pt x="14" y="2014"/>
                    <a:pt x="15" y="2015"/>
                  </a:cubicBezTo>
                  <a:cubicBezTo>
                    <a:pt x="16" y="2015"/>
                    <a:pt x="17" y="2016"/>
                    <a:pt x="17" y="2016"/>
                  </a:cubicBezTo>
                  <a:cubicBezTo>
                    <a:pt x="19" y="2018"/>
                    <a:pt x="20" y="2018"/>
                    <a:pt x="21" y="2019"/>
                  </a:cubicBezTo>
                  <a:cubicBezTo>
                    <a:pt x="21" y="2019"/>
                    <a:pt x="22" y="2020"/>
                    <a:pt x="23" y="2020"/>
                  </a:cubicBezTo>
                  <a:cubicBezTo>
                    <a:pt x="24" y="2020"/>
                    <a:pt x="25" y="2021"/>
                    <a:pt x="25" y="2021"/>
                  </a:cubicBezTo>
                  <a:cubicBezTo>
                    <a:pt x="26" y="2022"/>
                    <a:pt x="28" y="2022"/>
                    <a:pt x="28" y="2022"/>
                  </a:cubicBezTo>
                  <a:cubicBezTo>
                    <a:pt x="30" y="2023"/>
                    <a:pt x="32" y="2023"/>
                    <a:pt x="33" y="2024"/>
                  </a:cubicBezTo>
                  <a:lnTo>
                    <a:pt x="35" y="2024"/>
                  </a:lnTo>
                  <a:cubicBezTo>
                    <a:pt x="38" y="2024"/>
                    <a:pt x="40" y="2025"/>
                    <a:pt x="43" y="2025"/>
                  </a:cubicBezTo>
                  <a:lnTo>
                    <a:pt x="14797" y="2025"/>
                  </a:lnTo>
                  <a:cubicBezTo>
                    <a:pt x="14808" y="2025"/>
                    <a:pt x="14819" y="2021"/>
                    <a:pt x="14827" y="2013"/>
                  </a:cubicBezTo>
                  <a:lnTo>
                    <a:pt x="16474" y="366"/>
                  </a:lnTo>
                  <a:lnTo>
                    <a:pt x="16768" y="72"/>
                  </a:lnTo>
                  <a:cubicBezTo>
                    <a:pt x="16769" y="70"/>
                    <a:pt x="16770" y="69"/>
                    <a:pt x="16773" y="67"/>
                  </a:cubicBezTo>
                  <a:cubicBezTo>
                    <a:pt x="16773" y="65"/>
                    <a:pt x="16773" y="65"/>
                    <a:pt x="16774" y="64"/>
                  </a:cubicBezTo>
                  <a:cubicBezTo>
                    <a:pt x="16775" y="63"/>
                    <a:pt x="16775" y="62"/>
                    <a:pt x="16776" y="60"/>
                  </a:cubicBezTo>
                  <a:cubicBezTo>
                    <a:pt x="16776" y="60"/>
                    <a:pt x="16777" y="59"/>
                    <a:pt x="16777" y="58"/>
                  </a:cubicBezTo>
                  <a:cubicBezTo>
                    <a:pt x="16778" y="55"/>
                    <a:pt x="16778" y="54"/>
                    <a:pt x="16778" y="52"/>
                  </a:cubicBezTo>
                  <a:cubicBezTo>
                    <a:pt x="16779" y="52"/>
                    <a:pt x="16779" y="51"/>
                    <a:pt x="16779" y="51"/>
                  </a:cubicBezTo>
                  <a:cubicBezTo>
                    <a:pt x="16784" y="25"/>
                    <a:pt x="16765" y="0"/>
                    <a:pt x="16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3919" name="Google Shape;3919;p17"/>
          <p:cNvSpPr/>
          <p:nvPr/>
        </p:nvSpPr>
        <p:spPr>
          <a:xfrm rot="5792959">
            <a:off x="6684246" y="1241198"/>
            <a:ext cx="796257" cy="725434"/>
          </a:xfrm>
          <a:custGeom>
            <a:avLst/>
            <a:gdLst/>
            <a:ahLst/>
            <a:cxnLst/>
            <a:rect l="l" t="t" r="r" b="b"/>
            <a:pathLst>
              <a:path w="6296" h="5736" extrusionOk="0">
                <a:moveTo>
                  <a:pt x="3148" y="1"/>
                </a:moveTo>
                <a:cubicBezTo>
                  <a:pt x="2414" y="1"/>
                  <a:pt x="1681" y="281"/>
                  <a:pt x="1121" y="841"/>
                </a:cubicBezTo>
                <a:cubicBezTo>
                  <a:pt x="0" y="1961"/>
                  <a:pt x="0" y="3776"/>
                  <a:pt x="1121" y="4895"/>
                </a:cubicBezTo>
                <a:cubicBezTo>
                  <a:pt x="1681" y="5456"/>
                  <a:pt x="2414" y="5736"/>
                  <a:pt x="3148" y="5736"/>
                </a:cubicBezTo>
                <a:cubicBezTo>
                  <a:pt x="3882" y="5736"/>
                  <a:pt x="4615" y="5456"/>
                  <a:pt x="5175" y="4895"/>
                </a:cubicBezTo>
                <a:cubicBezTo>
                  <a:pt x="6296" y="3776"/>
                  <a:pt x="6296" y="1961"/>
                  <a:pt x="5175" y="841"/>
                </a:cubicBezTo>
                <a:cubicBezTo>
                  <a:pt x="4615" y="281"/>
                  <a:pt x="3882" y="1"/>
                  <a:pt x="3148" y="1"/>
                </a:cubicBezTo>
                <a:close/>
              </a:path>
            </a:pathLst>
          </a:custGeom>
          <a:solidFill>
            <a:srgbClr val="69B0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920" name="Google Shape;3920;p17"/>
          <p:cNvSpPr/>
          <p:nvPr/>
        </p:nvSpPr>
        <p:spPr>
          <a:xfrm rot="-395676">
            <a:off x="2978788" y="1342817"/>
            <a:ext cx="725450" cy="777194"/>
          </a:xfrm>
          <a:custGeom>
            <a:avLst/>
            <a:gdLst/>
            <a:ahLst/>
            <a:cxnLst/>
            <a:rect l="l" t="t" r="r" b="b"/>
            <a:pathLst>
              <a:path w="5432" h="5819" extrusionOk="0">
                <a:moveTo>
                  <a:pt x="5432" y="0"/>
                </a:moveTo>
                <a:lnTo>
                  <a:pt x="2717" y="1114"/>
                </a:lnTo>
                <a:lnTo>
                  <a:pt x="1" y="2229"/>
                </a:lnTo>
                <a:lnTo>
                  <a:pt x="1397" y="3308"/>
                </a:lnTo>
                <a:lnTo>
                  <a:pt x="1431" y="3334"/>
                </a:lnTo>
                <a:lnTo>
                  <a:pt x="1921" y="3714"/>
                </a:lnTo>
                <a:lnTo>
                  <a:pt x="1952" y="3736"/>
                </a:lnTo>
                <a:lnTo>
                  <a:pt x="2324" y="4024"/>
                </a:lnTo>
                <a:lnTo>
                  <a:pt x="2446" y="4119"/>
                </a:lnTo>
                <a:lnTo>
                  <a:pt x="2473" y="4139"/>
                </a:lnTo>
                <a:lnTo>
                  <a:pt x="2972" y="4525"/>
                </a:lnTo>
                <a:lnTo>
                  <a:pt x="2994" y="4542"/>
                </a:lnTo>
                <a:lnTo>
                  <a:pt x="3493" y="4926"/>
                </a:lnTo>
                <a:lnTo>
                  <a:pt x="3542" y="4965"/>
                </a:lnTo>
                <a:lnTo>
                  <a:pt x="3978" y="5301"/>
                </a:lnTo>
                <a:lnTo>
                  <a:pt x="4066" y="5369"/>
                </a:lnTo>
                <a:lnTo>
                  <a:pt x="4501" y="5705"/>
                </a:lnTo>
                <a:lnTo>
                  <a:pt x="4588" y="5773"/>
                </a:lnTo>
                <a:lnTo>
                  <a:pt x="4648" y="5819"/>
                </a:lnTo>
                <a:lnTo>
                  <a:pt x="4706" y="5380"/>
                </a:lnTo>
                <a:lnTo>
                  <a:pt x="4717" y="5296"/>
                </a:lnTo>
                <a:lnTo>
                  <a:pt x="4795" y="4725"/>
                </a:lnTo>
                <a:lnTo>
                  <a:pt x="4806" y="4642"/>
                </a:lnTo>
                <a:lnTo>
                  <a:pt x="4883" y="4069"/>
                </a:lnTo>
                <a:lnTo>
                  <a:pt x="4894" y="3988"/>
                </a:lnTo>
                <a:lnTo>
                  <a:pt x="4973" y="3405"/>
                </a:lnTo>
                <a:lnTo>
                  <a:pt x="4985" y="3312"/>
                </a:lnTo>
                <a:lnTo>
                  <a:pt x="5039" y="2909"/>
                </a:lnTo>
                <a:lnTo>
                  <a:pt x="5061" y="2750"/>
                </a:lnTo>
                <a:lnTo>
                  <a:pt x="5074" y="2658"/>
                </a:lnTo>
                <a:lnTo>
                  <a:pt x="5149" y="2095"/>
                </a:lnTo>
                <a:lnTo>
                  <a:pt x="5162" y="2004"/>
                </a:lnTo>
                <a:lnTo>
                  <a:pt x="5238" y="1439"/>
                </a:lnTo>
                <a:lnTo>
                  <a:pt x="5250" y="1349"/>
                </a:lnTo>
                <a:lnTo>
                  <a:pt x="543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3921" name="Google Shape;3921;p17"/>
          <p:cNvGrpSpPr/>
          <p:nvPr/>
        </p:nvGrpSpPr>
        <p:grpSpPr>
          <a:xfrm rot="647315">
            <a:off x="3012268" y="1310459"/>
            <a:ext cx="739507" cy="784022"/>
            <a:chOff x="6283700" y="3178200"/>
            <a:chExt cx="369725" cy="392000"/>
          </a:xfrm>
        </p:grpSpPr>
        <p:sp>
          <p:nvSpPr>
            <p:cNvPr id="3922" name="Google Shape;3922;p17"/>
            <p:cNvSpPr/>
            <p:nvPr/>
          </p:nvSpPr>
          <p:spPr>
            <a:xfrm>
              <a:off x="6287300" y="3443150"/>
              <a:ext cx="11075" cy="6675"/>
            </a:xfrm>
            <a:custGeom>
              <a:avLst/>
              <a:gdLst/>
              <a:ahLst/>
              <a:cxnLst/>
              <a:rect l="l" t="t" r="r" b="b"/>
              <a:pathLst>
                <a:path w="443" h="267" extrusionOk="0">
                  <a:moveTo>
                    <a:pt x="200" y="1"/>
                  </a:moveTo>
                  <a:cubicBezTo>
                    <a:pt x="125" y="1"/>
                    <a:pt x="49" y="35"/>
                    <a:pt x="1" y="110"/>
                  </a:cubicBezTo>
                  <a:lnTo>
                    <a:pt x="392" y="248"/>
                  </a:lnTo>
                  <a:lnTo>
                    <a:pt x="442" y="267"/>
                  </a:lnTo>
                  <a:cubicBezTo>
                    <a:pt x="442" y="245"/>
                    <a:pt x="442" y="220"/>
                    <a:pt x="439" y="198"/>
                  </a:cubicBezTo>
                  <a:cubicBezTo>
                    <a:pt x="415" y="72"/>
                    <a:pt x="308" y="1"/>
                    <a:pt x="20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23" name="Google Shape;3923;p17"/>
            <p:cNvSpPr/>
            <p:nvPr/>
          </p:nvSpPr>
          <p:spPr>
            <a:xfrm>
              <a:off x="6313700" y="3437625"/>
              <a:ext cx="14525" cy="12125"/>
            </a:xfrm>
            <a:custGeom>
              <a:avLst/>
              <a:gdLst/>
              <a:ahLst/>
              <a:cxnLst/>
              <a:rect l="l" t="t" r="r" b="b"/>
              <a:pathLst>
                <a:path w="581" h="485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60" y="46"/>
                    <a:pt x="1" y="318"/>
                    <a:pt x="179" y="441"/>
                  </a:cubicBezTo>
                  <a:cubicBezTo>
                    <a:pt x="222" y="471"/>
                    <a:pt x="269" y="484"/>
                    <a:pt x="314" y="484"/>
                  </a:cubicBezTo>
                  <a:cubicBezTo>
                    <a:pt x="454" y="484"/>
                    <a:pt x="581" y="358"/>
                    <a:pt x="552" y="199"/>
                  </a:cubicBezTo>
                  <a:cubicBezTo>
                    <a:pt x="530" y="83"/>
                    <a:pt x="429" y="1"/>
                    <a:pt x="3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24" name="Google Shape;3924;p17"/>
            <p:cNvSpPr/>
            <p:nvPr/>
          </p:nvSpPr>
          <p:spPr>
            <a:xfrm>
              <a:off x="6283700" y="3417675"/>
              <a:ext cx="9650" cy="8300"/>
            </a:xfrm>
            <a:custGeom>
              <a:avLst/>
              <a:gdLst/>
              <a:ahLst/>
              <a:cxnLst/>
              <a:rect l="l" t="t" r="r" b="b"/>
              <a:pathLst>
                <a:path w="386" h="332" extrusionOk="0">
                  <a:moveTo>
                    <a:pt x="348" y="1"/>
                  </a:moveTo>
                  <a:lnTo>
                    <a:pt x="0" y="295"/>
                  </a:lnTo>
                  <a:cubicBezTo>
                    <a:pt x="38" y="319"/>
                    <a:pt x="82" y="331"/>
                    <a:pt x="125" y="331"/>
                  </a:cubicBezTo>
                  <a:cubicBezTo>
                    <a:pt x="140" y="331"/>
                    <a:pt x="155" y="330"/>
                    <a:pt x="170" y="327"/>
                  </a:cubicBezTo>
                  <a:cubicBezTo>
                    <a:pt x="301" y="302"/>
                    <a:pt x="386" y="176"/>
                    <a:pt x="364" y="48"/>
                  </a:cubicBezTo>
                  <a:cubicBezTo>
                    <a:pt x="361" y="32"/>
                    <a:pt x="355" y="16"/>
                    <a:pt x="34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25" name="Google Shape;3925;p17"/>
            <p:cNvSpPr/>
            <p:nvPr/>
          </p:nvSpPr>
          <p:spPr>
            <a:xfrm>
              <a:off x="6309400" y="3408425"/>
              <a:ext cx="14525" cy="12050"/>
            </a:xfrm>
            <a:custGeom>
              <a:avLst/>
              <a:gdLst/>
              <a:ahLst/>
              <a:cxnLst/>
              <a:rect l="l" t="t" r="r" b="b"/>
              <a:pathLst>
                <a:path w="581" h="482" extrusionOk="0">
                  <a:moveTo>
                    <a:pt x="269" y="0"/>
                  </a:moveTo>
                  <a:cubicBezTo>
                    <a:pt x="129" y="0"/>
                    <a:pt x="1" y="127"/>
                    <a:pt x="32" y="286"/>
                  </a:cubicBezTo>
                  <a:cubicBezTo>
                    <a:pt x="54" y="400"/>
                    <a:pt x="154" y="482"/>
                    <a:pt x="266" y="482"/>
                  </a:cubicBezTo>
                  <a:cubicBezTo>
                    <a:pt x="281" y="482"/>
                    <a:pt x="296" y="480"/>
                    <a:pt x="311" y="477"/>
                  </a:cubicBezTo>
                  <a:cubicBezTo>
                    <a:pt x="524" y="437"/>
                    <a:pt x="580" y="164"/>
                    <a:pt x="401" y="42"/>
                  </a:cubicBezTo>
                  <a:cubicBezTo>
                    <a:pt x="359" y="13"/>
                    <a:pt x="313" y="0"/>
                    <a:pt x="2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26" name="Google Shape;3926;p17"/>
            <p:cNvSpPr/>
            <p:nvPr/>
          </p:nvSpPr>
          <p:spPr>
            <a:xfrm>
              <a:off x="6349750" y="3461375"/>
              <a:ext cx="12875" cy="10625"/>
            </a:xfrm>
            <a:custGeom>
              <a:avLst/>
              <a:gdLst/>
              <a:ahLst/>
              <a:cxnLst/>
              <a:rect l="l" t="t" r="r" b="b"/>
              <a:pathLst>
                <a:path w="515" h="425" extrusionOk="0">
                  <a:moveTo>
                    <a:pt x="264" y="0"/>
                  </a:moveTo>
                  <a:cubicBezTo>
                    <a:pt x="249" y="0"/>
                    <a:pt x="234" y="2"/>
                    <a:pt x="220" y="5"/>
                  </a:cubicBezTo>
                  <a:cubicBezTo>
                    <a:pt x="88" y="27"/>
                    <a:pt x="0" y="152"/>
                    <a:pt x="25" y="283"/>
                  </a:cubicBezTo>
                  <a:lnTo>
                    <a:pt x="420" y="425"/>
                  </a:lnTo>
                  <a:cubicBezTo>
                    <a:pt x="483" y="368"/>
                    <a:pt x="514" y="280"/>
                    <a:pt x="498" y="199"/>
                  </a:cubicBezTo>
                  <a:cubicBezTo>
                    <a:pt x="476" y="82"/>
                    <a:pt x="376" y="0"/>
                    <a:pt x="2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27" name="Google Shape;3927;p17"/>
            <p:cNvSpPr/>
            <p:nvPr/>
          </p:nvSpPr>
          <p:spPr>
            <a:xfrm>
              <a:off x="6342925" y="3432150"/>
              <a:ext cx="14525" cy="12100"/>
            </a:xfrm>
            <a:custGeom>
              <a:avLst/>
              <a:gdLst/>
              <a:ahLst/>
              <a:cxnLst/>
              <a:rect l="l" t="t" r="r" b="b"/>
              <a:pathLst>
                <a:path w="581" h="484" extrusionOk="0">
                  <a:moveTo>
                    <a:pt x="315" y="0"/>
                  </a:moveTo>
                  <a:cubicBezTo>
                    <a:pt x="300" y="0"/>
                    <a:pt x="285" y="2"/>
                    <a:pt x="270" y="5"/>
                  </a:cubicBezTo>
                  <a:cubicBezTo>
                    <a:pt x="60" y="45"/>
                    <a:pt x="1" y="318"/>
                    <a:pt x="179" y="440"/>
                  </a:cubicBezTo>
                  <a:cubicBezTo>
                    <a:pt x="222" y="470"/>
                    <a:pt x="269" y="484"/>
                    <a:pt x="314" y="484"/>
                  </a:cubicBezTo>
                  <a:cubicBezTo>
                    <a:pt x="454" y="484"/>
                    <a:pt x="581" y="357"/>
                    <a:pt x="552" y="199"/>
                  </a:cubicBezTo>
                  <a:cubicBezTo>
                    <a:pt x="530" y="82"/>
                    <a:pt x="429" y="0"/>
                    <a:pt x="3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28" name="Google Shape;3928;p17"/>
            <p:cNvSpPr/>
            <p:nvPr/>
          </p:nvSpPr>
          <p:spPr>
            <a:xfrm>
              <a:off x="6338625" y="340292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70" y="1"/>
                  </a:moveTo>
                  <a:cubicBezTo>
                    <a:pt x="128" y="1"/>
                    <a:pt x="1" y="128"/>
                    <a:pt x="32" y="287"/>
                  </a:cubicBezTo>
                  <a:cubicBezTo>
                    <a:pt x="54" y="400"/>
                    <a:pt x="154" y="482"/>
                    <a:pt x="266" y="482"/>
                  </a:cubicBezTo>
                  <a:cubicBezTo>
                    <a:pt x="281" y="482"/>
                    <a:pt x="296" y="481"/>
                    <a:pt x="310" y="478"/>
                  </a:cubicBezTo>
                  <a:cubicBezTo>
                    <a:pt x="524" y="437"/>
                    <a:pt x="580" y="165"/>
                    <a:pt x="404" y="42"/>
                  </a:cubicBezTo>
                  <a:cubicBezTo>
                    <a:pt x="361" y="14"/>
                    <a:pt x="315" y="1"/>
                    <a:pt x="27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29" name="Google Shape;3929;p17"/>
            <p:cNvSpPr/>
            <p:nvPr/>
          </p:nvSpPr>
          <p:spPr>
            <a:xfrm>
              <a:off x="6334300" y="3374675"/>
              <a:ext cx="13350" cy="11100"/>
            </a:xfrm>
            <a:custGeom>
              <a:avLst/>
              <a:gdLst/>
              <a:ahLst/>
              <a:cxnLst/>
              <a:rect l="l" t="t" r="r" b="b"/>
              <a:pathLst>
                <a:path w="534" h="444" extrusionOk="0">
                  <a:moveTo>
                    <a:pt x="352" y="0"/>
                  </a:moveTo>
                  <a:lnTo>
                    <a:pt x="1" y="298"/>
                  </a:lnTo>
                  <a:cubicBezTo>
                    <a:pt x="39" y="387"/>
                    <a:pt x="125" y="444"/>
                    <a:pt x="219" y="444"/>
                  </a:cubicBezTo>
                  <a:cubicBezTo>
                    <a:pt x="234" y="444"/>
                    <a:pt x="249" y="442"/>
                    <a:pt x="264" y="439"/>
                  </a:cubicBezTo>
                  <a:cubicBezTo>
                    <a:pt x="477" y="398"/>
                    <a:pt x="534" y="119"/>
                    <a:pt x="3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30" name="Google Shape;3930;p17"/>
            <p:cNvSpPr/>
            <p:nvPr/>
          </p:nvSpPr>
          <p:spPr>
            <a:xfrm>
              <a:off x="6377700" y="3455875"/>
              <a:ext cx="14525" cy="12125"/>
            </a:xfrm>
            <a:custGeom>
              <a:avLst/>
              <a:gdLst/>
              <a:ahLst/>
              <a:cxnLst/>
              <a:rect l="l" t="t" r="r" b="b"/>
              <a:pathLst>
                <a:path w="581" h="485" extrusionOk="0">
                  <a:moveTo>
                    <a:pt x="313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6"/>
                    <a:pt x="1" y="319"/>
                    <a:pt x="176" y="441"/>
                  </a:cubicBezTo>
                  <a:cubicBezTo>
                    <a:pt x="220" y="471"/>
                    <a:pt x="267" y="484"/>
                    <a:pt x="313" y="484"/>
                  </a:cubicBezTo>
                  <a:cubicBezTo>
                    <a:pt x="454" y="484"/>
                    <a:pt x="580" y="357"/>
                    <a:pt x="549" y="196"/>
                  </a:cubicBezTo>
                  <a:cubicBezTo>
                    <a:pt x="527" y="83"/>
                    <a:pt x="427" y="1"/>
                    <a:pt x="3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31" name="Google Shape;3931;p17"/>
            <p:cNvSpPr/>
            <p:nvPr/>
          </p:nvSpPr>
          <p:spPr>
            <a:xfrm>
              <a:off x="6372225" y="3426675"/>
              <a:ext cx="14450" cy="12100"/>
            </a:xfrm>
            <a:custGeom>
              <a:avLst/>
              <a:gdLst/>
              <a:ahLst/>
              <a:cxnLst/>
              <a:rect l="l" t="t" r="r" b="b"/>
              <a:pathLst>
                <a:path w="578" h="484" extrusionOk="0">
                  <a:moveTo>
                    <a:pt x="312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57" y="45"/>
                    <a:pt x="1" y="318"/>
                    <a:pt x="176" y="440"/>
                  </a:cubicBezTo>
                  <a:cubicBezTo>
                    <a:pt x="219" y="470"/>
                    <a:pt x="266" y="483"/>
                    <a:pt x="311" y="483"/>
                  </a:cubicBezTo>
                  <a:cubicBezTo>
                    <a:pt x="450" y="483"/>
                    <a:pt x="577" y="356"/>
                    <a:pt x="549" y="195"/>
                  </a:cubicBezTo>
                  <a:cubicBezTo>
                    <a:pt x="527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32" name="Google Shape;3932;p17"/>
            <p:cNvSpPr/>
            <p:nvPr/>
          </p:nvSpPr>
          <p:spPr>
            <a:xfrm>
              <a:off x="6366750" y="33974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2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57" y="45"/>
                    <a:pt x="0" y="318"/>
                    <a:pt x="176" y="440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0" y="482"/>
                    <a:pt x="577" y="357"/>
                    <a:pt x="549" y="196"/>
                  </a:cubicBezTo>
                  <a:cubicBezTo>
                    <a:pt x="526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33" name="Google Shape;3933;p17"/>
            <p:cNvSpPr/>
            <p:nvPr/>
          </p:nvSpPr>
          <p:spPr>
            <a:xfrm>
              <a:off x="6362375" y="3368225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268" y="0"/>
                  </a:moveTo>
                  <a:cubicBezTo>
                    <a:pt x="127" y="0"/>
                    <a:pt x="0" y="125"/>
                    <a:pt x="31" y="287"/>
                  </a:cubicBezTo>
                  <a:cubicBezTo>
                    <a:pt x="53" y="400"/>
                    <a:pt x="154" y="482"/>
                    <a:pt x="266" y="482"/>
                  </a:cubicBezTo>
                  <a:cubicBezTo>
                    <a:pt x="280" y="482"/>
                    <a:pt x="295" y="481"/>
                    <a:pt x="310" y="478"/>
                  </a:cubicBezTo>
                  <a:cubicBezTo>
                    <a:pt x="523" y="437"/>
                    <a:pt x="580" y="164"/>
                    <a:pt x="404" y="42"/>
                  </a:cubicBezTo>
                  <a:cubicBezTo>
                    <a:pt x="360" y="13"/>
                    <a:pt x="314" y="0"/>
                    <a:pt x="2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34" name="Google Shape;3934;p17"/>
            <p:cNvSpPr/>
            <p:nvPr/>
          </p:nvSpPr>
          <p:spPr>
            <a:xfrm>
              <a:off x="6412425" y="3479625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312" y="0"/>
                  </a:moveTo>
                  <a:cubicBezTo>
                    <a:pt x="297" y="0"/>
                    <a:pt x="282" y="2"/>
                    <a:pt x="267" y="5"/>
                  </a:cubicBezTo>
                  <a:cubicBezTo>
                    <a:pt x="57" y="45"/>
                    <a:pt x="0" y="318"/>
                    <a:pt x="176" y="440"/>
                  </a:cubicBezTo>
                  <a:cubicBezTo>
                    <a:pt x="220" y="470"/>
                    <a:pt x="267" y="484"/>
                    <a:pt x="312" y="484"/>
                  </a:cubicBezTo>
                  <a:cubicBezTo>
                    <a:pt x="453" y="484"/>
                    <a:pt x="579" y="357"/>
                    <a:pt x="549" y="196"/>
                  </a:cubicBezTo>
                  <a:cubicBezTo>
                    <a:pt x="527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35" name="Google Shape;3935;p17"/>
            <p:cNvSpPr/>
            <p:nvPr/>
          </p:nvSpPr>
          <p:spPr>
            <a:xfrm>
              <a:off x="6408050" y="34504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69" y="1"/>
                  </a:moveTo>
                  <a:cubicBezTo>
                    <a:pt x="128" y="1"/>
                    <a:pt x="0" y="128"/>
                    <a:pt x="31" y="287"/>
                  </a:cubicBezTo>
                  <a:cubicBezTo>
                    <a:pt x="53" y="401"/>
                    <a:pt x="154" y="482"/>
                    <a:pt x="268" y="482"/>
                  </a:cubicBezTo>
                  <a:cubicBezTo>
                    <a:pt x="283" y="482"/>
                    <a:pt x="298" y="481"/>
                    <a:pt x="313" y="478"/>
                  </a:cubicBezTo>
                  <a:cubicBezTo>
                    <a:pt x="523" y="437"/>
                    <a:pt x="580" y="165"/>
                    <a:pt x="404" y="42"/>
                  </a:cubicBezTo>
                  <a:cubicBezTo>
                    <a:pt x="361" y="14"/>
                    <a:pt x="314" y="1"/>
                    <a:pt x="2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36" name="Google Shape;3936;p17"/>
            <p:cNvSpPr/>
            <p:nvPr/>
          </p:nvSpPr>
          <p:spPr>
            <a:xfrm>
              <a:off x="6401450" y="3421175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2" y="1"/>
                  </a:moveTo>
                  <a:cubicBezTo>
                    <a:pt x="297" y="1"/>
                    <a:pt x="282" y="2"/>
                    <a:pt x="267" y="5"/>
                  </a:cubicBezTo>
                  <a:cubicBezTo>
                    <a:pt x="57" y="46"/>
                    <a:pt x="1" y="318"/>
                    <a:pt x="176" y="441"/>
                  </a:cubicBezTo>
                  <a:cubicBezTo>
                    <a:pt x="219" y="470"/>
                    <a:pt x="265" y="483"/>
                    <a:pt x="310" y="483"/>
                  </a:cubicBezTo>
                  <a:cubicBezTo>
                    <a:pt x="450" y="483"/>
                    <a:pt x="577" y="357"/>
                    <a:pt x="549" y="196"/>
                  </a:cubicBezTo>
                  <a:cubicBezTo>
                    <a:pt x="527" y="82"/>
                    <a:pt x="426" y="1"/>
                    <a:pt x="3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37" name="Google Shape;3937;p17"/>
            <p:cNvSpPr/>
            <p:nvPr/>
          </p:nvSpPr>
          <p:spPr>
            <a:xfrm>
              <a:off x="6395975" y="33919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2" y="1"/>
                  </a:moveTo>
                  <a:cubicBezTo>
                    <a:pt x="297" y="1"/>
                    <a:pt x="282" y="2"/>
                    <a:pt x="267" y="5"/>
                  </a:cubicBezTo>
                  <a:cubicBezTo>
                    <a:pt x="57" y="46"/>
                    <a:pt x="0" y="318"/>
                    <a:pt x="176" y="441"/>
                  </a:cubicBezTo>
                  <a:cubicBezTo>
                    <a:pt x="218" y="470"/>
                    <a:pt x="265" y="483"/>
                    <a:pt x="310" y="483"/>
                  </a:cubicBezTo>
                  <a:cubicBezTo>
                    <a:pt x="450" y="483"/>
                    <a:pt x="577" y="357"/>
                    <a:pt x="549" y="196"/>
                  </a:cubicBezTo>
                  <a:cubicBezTo>
                    <a:pt x="526" y="83"/>
                    <a:pt x="426" y="1"/>
                    <a:pt x="3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38" name="Google Shape;3938;p17"/>
            <p:cNvSpPr/>
            <p:nvPr/>
          </p:nvSpPr>
          <p:spPr>
            <a:xfrm>
              <a:off x="6391600" y="33627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0"/>
                  </a:moveTo>
                  <a:cubicBezTo>
                    <a:pt x="127" y="0"/>
                    <a:pt x="0" y="127"/>
                    <a:pt x="31" y="288"/>
                  </a:cubicBezTo>
                  <a:cubicBezTo>
                    <a:pt x="53" y="402"/>
                    <a:pt x="154" y="484"/>
                    <a:pt x="266" y="484"/>
                  </a:cubicBezTo>
                  <a:cubicBezTo>
                    <a:pt x="280" y="484"/>
                    <a:pt x="295" y="482"/>
                    <a:pt x="310" y="479"/>
                  </a:cubicBezTo>
                  <a:cubicBezTo>
                    <a:pt x="523" y="439"/>
                    <a:pt x="579" y="166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39" name="Google Shape;3939;p17"/>
            <p:cNvSpPr/>
            <p:nvPr/>
          </p:nvSpPr>
          <p:spPr>
            <a:xfrm>
              <a:off x="6386650" y="3333500"/>
              <a:ext cx="13900" cy="12075"/>
            </a:xfrm>
            <a:custGeom>
              <a:avLst/>
              <a:gdLst/>
              <a:ahLst/>
              <a:cxnLst/>
              <a:rect l="l" t="t" r="r" b="b"/>
              <a:pathLst>
                <a:path w="556" h="483" extrusionOk="0">
                  <a:moveTo>
                    <a:pt x="248" y="1"/>
                  </a:moveTo>
                  <a:cubicBezTo>
                    <a:pt x="233" y="1"/>
                    <a:pt x="217" y="2"/>
                    <a:pt x="201" y="5"/>
                  </a:cubicBezTo>
                  <a:cubicBezTo>
                    <a:pt x="198" y="5"/>
                    <a:pt x="195" y="5"/>
                    <a:pt x="191" y="8"/>
                  </a:cubicBezTo>
                  <a:lnTo>
                    <a:pt x="22" y="149"/>
                  </a:lnTo>
                  <a:cubicBezTo>
                    <a:pt x="7" y="193"/>
                    <a:pt x="0" y="240"/>
                    <a:pt x="10" y="287"/>
                  </a:cubicBezTo>
                  <a:cubicBezTo>
                    <a:pt x="32" y="412"/>
                    <a:pt x="138" y="482"/>
                    <a:pt x="247" y="482"/>
                  </a:cubicBezTo>
                  <a:cubicBezTo>
                    <a:pt x="321" y="482"/>
                    <a:pt x="396" y="449"/>
                    <a:pt x="445" y="378"/>
                  </a:cubicBezTo>
                  <a:cubicBezTo>
                    <a:pt x="555" y="213"/>
                    <a:pt x="433" y="1"/>
                    <a:pt x="24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40" name="Google Shape;3940;p17"/>
            <p:cNvSpPr/>
            <p:nvPr/>
          </p:nvSpPr>
          <p:spPr>
            <a:xfrm>
              <a:off x="6451350" y="3503375"/>
              <a:ext cx="9425" cy="4575"/>
            </a:xfrm>
            <a:custGeom>
              <a:avLst/>
              <a:gdLst/>
              <a:ahLst/>
              <a:cxnLst/>
              <a:rect l="l" t="t" r="r" b="b"/>
              <a:pathLst>
                <a:path w="377" h="183" extrusionOk="0">
                  <a:moveTo>
                    <a:pt x="141" y="1"/>
                  </a:moveTo>
                  <a:cubicBezTo>
                    <a:pt x="127" y="1"/>
                    <a:pt x="112" y="2"/>
                    <a:pt x="98" y="4"/>
                  </a:cubicBezTo>
                  <a:cubicBezTo>
                    <a:pt x="63" y="11"/>
                    <a:pt x="29" y="26"/>
                    <a:pt x="1" y="48"/>
                  </a:cubicBezTo>
                  <a:lnTo>
                    <a:pt x="377" y="183"/>
                  </a:lnTo>
                  <a:cubicBezTo>
                    <a:pt x="349" y="72"/>
                    <a:pt x="250" y="1"/>
                    <a:pt x="1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41" name="Google Shape;3941;p17"/>
            <p:cNvSpPr/>
            <p:nvPr/>
          </p:nvSpPr>
          <p:spPr>
            <a:xfrm>
              <a:off x="6441650" y="347415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2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57" y="45"/>
                    <a:pt x="0" y="318"/>
                    <a:pt x="176" y="440"/>
                  </a:cubicBezTo>
                  <a:cubicBezTo>
                    <a:pt x="219" y="469"/>
                    <a:pt x="266" y="482"/>
                    <a:pt x="312" y="482"/>
                  </a:cubicBezTo>
                  <a:cubicBezTo>
                    <a:pt x="452" y="482"/>
                    <a:pt x="579" y="357"/>
                    <a:pt x="549" y="196"/>
                  </a:cubicBezTo>
                  <a:cubicBezTo>
                    <a:pt x="526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42" name="Google Shape;3942;p17"/>
            <p:cNvSpPr/>
            <p:nvPr/>
          </p:nvSpPr>
          <p:spPr>
            <a:xfrm>
              <a:off x="6437275" y="3444925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269" y="0"/>
                  </a:moveTo>
                  <a:cubicBezTo>
                    <a:pt x="128" y="0"/>
                    <a:pt x="0" y="127"/>
                    <a:pt x="31" y="287"/>
                  </a:cubicBezTo>
                  <a:cubicBezTo>
                    <a:pt x="53" y="400"/>
                    <a:pt x="154" y="482"/>
                    <a:pt x="268" y="482"/>
                  </a:cubicBezTo>
                  <a:cubicBezTo>
                    <a:pt x="283" y="482"/>
                    <a:pt x="298" y="481"/>
                    <a:pt x="313" y="478"/>
                  </a:cubicBezTo>
                  <a:cubicBezTo>
                    <a:pt x="523" y="437"/>
                    <a:pt x="579" y="164"/>
                    <a:pt x="404" y="42"/>
                  </a:cubicBezTo>
                  <a:cubicBezTo>
                    <a:pt x="361" y="13"/>
                    <a:pt x="314" y="0"/>
                    <a:pt x="2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43" name="Google Shape;3943;p17"/>
            <p:cNvSpPr/>
            <p:nvPr/>
          </p:nvSpPr>
          <p:spPr>
            <a:xfrm>
              <a:off x="6431775" y="3415650"/>
              <a:ext cx="14525" cy="12125"/>
            </a:xfrm>
            <a:custGeom>
              <a:avLst/>
              <a:gdLst/>
              <a:ahLst/>
              <a:cxnLst/>
              <a:rect l="l" t="t" r="r" b="b"/>
              <a:pathLst>
                <a:path w="581" h="485" extrusionOk="0">
                  <a:moveTo>
                    <a:pt x="268" y="1"/>
                  </a:moveTo>
                  <a:cubicBezTo>
                    <a:pt x="127" y="1"/>
                    <a:pt x="1" y="128"/>
                    <a:pt x="32" y="289"/>
                  </a:cubicBezTo>
                  <a:cubicBezTo>
                    <a:pt x="54" y="402"/>
                    <a:pt x="154" y="484"/>
                    <a:pt x="269" y="484"/>
                  </a:cubicBezTo>
                  <a:cubicBezTo>
                    <a:pt x="283" y="484"/>
                    <a:pt x="299" y="483"/>
                    <a:pt x="314" y="480"/>
                  </a:cubicBezTo>
                  <a:cubicBezTo>
                    <a:pt x="524" y="439"/>
                    <a:pt x="580" y="166"/>
                    <a:pt x="405" y="44"/>
                  </a:cubicBezTo>
                  <a:cubicBezTo>
                    <a:pt x="361" y="14"/>
                    <a:pt x="314" y="1"/>
                    <a:pt x="2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44" name="Google Shape;3944;p17"/>
            <p:cNvSpPr/>
            <p:nvPr/>
          </p:nvSpPr>
          <p:spPr>
            <a:xfrm>
              <a:off x="6425200" y="3386475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2" y="0"/>
                  </a:moveTo>
                  <a:cubicBezTo>
                    <a:pt x="297" y="0"/>
                    <a:pt x="282" y="2"/>
                    <a:pt x="266" y="5"/>
                  </a:cubicBezTo>
                  <a:cubicBezTo>
                    <a:pt x="56" y="45"/>
                    <a:pt x="0" y="318"/>
                    <a:pt x="176" y="440"/>
                  </a:cubicBezTo>
                  <a:cubicBezTo>
                    <a:pt x="218" y="469"/>
                    <a:pt x="264" y="482"/>
                    <a:pt x="308" y="482"/>
                  </a:cubicBezTo>
                  <a:cubicBezTo>
                    <a:pt x="449" y="482"/>
                    <a:pt x="577" y="355"/>
                    <a:pt x="548" y="196"/>
                  </a:cubicBezTo>
                  <a:cubicBezTo>
                    <a:pt x="526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45" name="Google Shape;3945;p17"/>
            <p:cNvSpPr/>
            <p:nvPr/>
          </p:nvSpPr>
          <p:spPr>
            <a:xfrm>
              <a:off x="6419700" y="3357250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2" y="0"/>
                  </a:moveTo>
                  <a:cubicBezTo>
                    <a:pt x="297" y="0"/>
                    <a:pt x="282" y="2"/>
                    <a:pt x="267" y="5"/>
                  </a:cubicBezTo>
                  <a:cubicBezTo>
                    <a:pt x="57" y="45"/>
                    <a:pt x="1" y="318"/>
                    <a:pt x="176" y="440"/>
                  </a:cubicBezTo>
                  <a:cubicBezTo>
                    <a:pt x="219" y="469"/>
                    <a:pt x="264" y="482"/>
                    <a:pt x="309" y="482"/>
                  </a:cubicBezTo>
                  <a:cubicBezTo>
                    <a:pt x="449" y="482"/>
                    <a:pt x="578" y="355"/>
                    <a:pt x="549" y="196"/>
                  </a:cubicBezTo>
                  <a:cubicBezTo>
                    <a:pt x="527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46" name="Google Shape;3946;p17"/>
            <p:cNvSpPr/>
            <p:nvPr/>
          </p:nvSpPr>
          <p:spPr>
            <a:xfrm>
              <a:off x="6415325" y="33280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8" y="0"/>
                  </a:moveTo>
                  <a:cubicBezTo>
                    <a:pt x="127" y="0"/>
                    <a:pt x="1" y="127"/>
                    <a:pt x="32" y="288"/>
                  </a:cubicBezTo>
                  <a:cubicBezTo>
                    <a:pt x="54" y="402"/>
                    <a:pt x="154" y="483"/>
                    <a:pt x="266" y="483"/>
                  </a:cubicBezTo>
                  <a:cubicBezTo>
                    <a:pt x="281" y="483"/>
                    <a:pt x="296" y="482"/>
                    <a:pt x="310" y="479"/>
                  </a:cubicBezTo>
                  <a:cubicBezTo>
                    <a:pt x="524" y="438"/>
                    <a:pt x="580" y="166"/>
                    <a:pt x="404" y="43"/>
                  </a:cubicBezTo>
                  <a:cubicBezTo>
                    <a:pt x="361" y="13"/>
                    <a:pt x="314" y="0"/>
                    <a:pt x="2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47" name="Google Shape;3947;p17"/>
            <p:cNvSpPr/>
            <p:nvPr/>
          </p:nvSpPr>
          <p:spPr>
            <a:xfrm>
              <a:off x="6419000" y="3308150"/>
              <a:ext cx="2525" cy="2150"/>
            </a:xfrm>
            <a:custGeom>
              <a:avLst/>
              <a:gdLst/>
              <a:ahLst/>
              <a:cxnLst/>
              <a:rect l="l" t="t" r="r" b="b"/>
              <a:pathLst>
                <a:path w="101" h="86" extrusionOk="0">
                  <a:moveTo>
                    <a:pt x="101" y="1"/>
                  </a:moveTo>
                  <a:lnTo>
                    <a:pt x="1" y="85"/>
                  </a:lnTo>
                  <a:cubicBezTo>
                    <a:pt x="41" y="67"/>
                    <a:pt x="76" y="38"/>
                    <a:pt x="10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48" name="Google Shape;3948;p17"/>
            <p:cNvSpPr/>
            <p:nvPr/>
          </p:nvSpPr>
          <p:spPr>
            <a:xfrm>
              <a:off x="6476350" y="349787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2" y="1"/>
                  </a:moveTo>
                  <a:cubicBezTo>
                    <a:pt x="297" y="1"/>
                    <a:pt x="282" y="2"/>
                    <a:pt x="267" y="5"/>
                  </a:cubicBezTo>
                  <a:cubicBezTo>
                    <a:pt x="57" y="46"/>
                    <a:pt x="0" y="318"/>
                    <a:pt x="176" y="441"/>
                  </a:cubicBezTo>
                  <a:cubicBezTo>
                    <a:pt x="219" y="470"/>
                    <a:pt x="266" y="483"/>
                    <a:pt x="312" y="483"/>
                  </a:cubicBezTo>
                  <a:cubicBezTo>
                    <a:pt x="453" y="483"/>
                    <a:pt x="580" y="357"/>
                    <a:pt x="549" y="196"/>
                  </a:cubicBezTo>
                  <a:cubicBezTo>
                    <a:pt x="527" y="82"/>
                    <a:pt x="426" y="1"/>
                    <a:pt x="3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49" name="Google Shape;3949;p17"/>
            <p:cNvSpPr/>
            <p:nvPr/>
          </p:nvSpPr>
          <p:spPr>
            <a:xfrm>
              <a:off x="6471975" y="346865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68" y="1"/>
                  </a:moveTo>
                  <a:cubicBezTo>
                    <a:pt x="127" y="1"/>
                    <a:pt x="0" y="126"/>
                    <a:pt x="31" y="287"/>
                  </a:cubicBezTo>
                  <a:cubicBezTo>
                    <a:pt x="53" y="401"/>
                    <a:pt x="154" y="483"/>
                    <a:pt x="268" y="483"/>
                  </a:cubicBezTo>
                  <a:cubicBezTo>
                    <a:pt x="283" y="483"/>
                    <a:pt x="298" y="481"/>
                    <a:pt x="313" y="478"/>
                  </a:cubicBezTo>
                  <a:cubicBezTo>
                    <a:pt x="523" y="437"/>
                    <a:pt x="580" y="165"/>
                    <a:pt x="404" y="43"/>
                  </a:cubicBezTo>
                  <a:cubicBezTo>
                    <a:pt x="361" y="14"/>
                    <a:pt x="314" y="1"/>
                    <a:pt x="2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50" name="Google Shape;3950;p17"/>
            <p:cNvSpPr/>
            <p:nvPr/>
          </p:nvSpPr>
          <p:spPr>
            <a:xfrm>
              <a:off x="6466500" y="34394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0"/>
                  </a:moveTo>
                  <a:cubicBezTo>
                    <a:pt x="127" y="0"/>
                    <a:pt x="0" y="127"/>
                    <a:pt x="31" y="288"/>
                  </a:cubicBezTo>
                  <a:cubicBezTo>
                    <a:pt x="53" y="402"/>
                    <a:pt x="154" y="484"/>
                    <a:pt x="268" y="484"/>
                  </a:cubicBezTo>
                  <a:cubicBezTo>
                    <a:pt x="283" y="484"/>
                    <a:pt x="298" y="482"/>
                    <a:pt x="313" y="479"/>
                  </a:cubicBezTo>
                  <a:cubicBezTo>
                    <a:pt x="523" y="439"/>
                    <a:pt x="579" y="166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51" name="Google Shape;3951;p17"/>
            <p:cNvSpPr/>
            <p:nvPr/>
          </p:nvSpPr>
          <p:spPr>
            <a:xfrm>
              <a:off x="6461000" y="3410175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8" y="0"/>
                  </a:moveTo>
                  <a:cubicBezTo>
                    <a:pt x="127" y="0"/>
                    <a:pt x="1" y="127"/>
                    <a:pt x="32" y="288"/>
                  </a:cubicBezTo>
                  <a:cubicBezTo>
                    <a:pt x="54" y="402"/>
                    <a:pt x="154" y="484"/>
                    <a:pt x="268" y="484"/>
                  </a:cubicBezTo>
                  <a:cubicBezTo>
                    <a:pt x="283" y="484"/>
                    <a:pt x="298" y="482"/>
                    <a:pt x="314" y="479"/>
                  </a:cubicBezTo>
                  <a:cubicBezTo>
                    <a:pt x="524" y="439"/>
                    <a:pt x="580" y="166"/>
                    <a:pt x="404" y="44"/>
                  </a:cubicBezTo>
                  <a:cubicBezTo>
                    <a:pt x="361" y="14"/>
                    <a:pt x="314" y="0"/>
                    <a:pt x="2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52" name="Google Shape;3952;p17"/>
            <p:cNvSpPr/>
            <p:nvPr/>
          </p:nvSpPr>
          <p:spPr>
            <a:xfrm>
              <a:off x="6454400" y="3381000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3" y="0"/>
                  </a:moveTo>
                  <a:cubicBezTo>
                    <a:pt x="298" y="0"/>
                    <a:pt x="283" y="1"/>
                    <a:pt x="267" y="4"/>
                  </a:cubicBezTo>
                  <a:cubicBezTo>
                    <a:pt x="57" y="45"/>
                    <a:pt x="1" y="318"/>
                    <a:pt x="176" y="440"/>
                  </a:cubicBezTo>
                  <a:cubicBezTo>
                    <a:pt x="220" y="469"/>
                    <a:pt x="266" y="482"/>
                    <a:pt x="311" y="482"/>
                  </a:cubicBezTo>
                  <a:cubicBezTo>
                    <a:pt x="451" y="482"/>
                    <a:pt x="578" y="355"/>
                    <a:pt x="549" y="195"/>
                  </a:cubicBezTo>
                  <a:cubicBezTo>
                    <a:pt x="527" y="82"/>
                    <a:pt x="427" y="0"/>
                    <a:pt x="3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53" name="Google Shape;3953;p17"/>
            <p:cNvSpPr/>
            <p:nvPr/>
          </p:nvSpPr>
          <p:spPr>
            <a:xfrm>
              <a:off x="6448925" y="33517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3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6"/>
                    <a:pt x="1" y="319"/>
                    <a:pt x="176" y="441"/>
                  </a:cubicBezTo>
                  <a:cubicBezTo>
                    <a:pt x="219" y="470"/>
                    <a:pt x="264" y="483"/>
                    <a:pt x="309" y="483"/>
                  </a:cubicBezTo>
                  <a:cubicBezTo>
                    <a:pt x="449" y="483"/>
                    <a:pt x="578" y="356"/>
                    <a:pt x="549" y="197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54" name="Google Shape;3954;p17"/>
            <p:cNvSpPr/>
            <p:nvPr/>
          </p:nvSpPr>
          <p:spPr>
            <a:xfrm>
              <a:off x="6443450" y="3322550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3" y="0"/>
                  </a:moveTo>
                  <a:cubicBezTo>
                    <a:pt x="298" y="0"/>
                    <a:pt x="282" y="2"/>
                    <a:pt x="267" y="4"/>
                  </a:cubicBezTo>
                  <a:cubicBezTo>
                    <a:pt x="57" y="42"/>
                    <a:pt x="0" y="318"/>
                    <a:pt x="176" y="440"/>
                  </a:cubicBezTo>
                  <a:cubicBezTo>
                    <a:pt x="218" y="469"/>
                    <a:pt x="264" y="482"/>
                    <a:pt x="309" y="482"/>
                  </a:cubicBezTo>
                  <a:cubicBezTo>
                    <a:pt x="449" y="482"/>
                    <a:pt x="577" y="355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55" name="Google Shape;3955;p17"/>
            <p:cNvSpPr/>
            <p:nvPr/>
          </p:nvSpPr>
          <p:spPr>
            <a:xfrm>
              <a:off x="6439075" y="3293275"/>
              <a:ext cx="14500" cy="12125"/>
            </a:xfrm>
            <a:custGeom>
              <a:avLst/>
              <a:gdLst/>
              <a:ahLst/>
              <a:cxnLst/>
              <a:rect l="l" t="t" r="r" b="b"/>
              <a:pathLst>
                <a:path w="580" h="485" extrusionOk="0">
                  <a:moveTo>
                    <a:pt x="267" y="1"/>
                  </a:moveTo>
                  <a:cubicBezTo>
                    <a:pt x="127" y="1"/>
                    <a:pt x="0" y="127"/>
                    <a:pt x="31" y="285"/>
                  </a:cubicBezTo>
                  <a:cubicBezTo>
                    <a:pt x="53" y="402"/>
                    <a:pt x="154" y="484"/>
                    <a:pt x="266" y="484"/>
                  </a:cubicBezTo>
                  <a:cubicBezTo>
                    <a:pt x="280" y="484"/>
                    <a:pt x="295" y="483"/>
                    <a:pt x="310" y="480"/>
                  </a:cubicBezTo>
                  <a:cubicBezTo>
                    <a:pt x="523" y="439"/>
                    <a:pt x="580" y="163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56" name="Google Shape;3956;p17"/>
            <p:cNvSpPr/>
            <p:nvPr/>
          </p:nvSpPr>
          <p:spPr>
            <a:xfrm>
              <a:off x="6512925" y="3521625"/>
              <a:ext cx="12100" cy="8975"/>
            </a:xfrm>
            <a:custGeom>
              <a:avLst/>
              <a:gdLst/>
              <a:ahLst/>
              <a:cxnLst/>
              <a:rect l="l" t="t" r="r" b="b"/>
              <a:pathLst>
                <a:path w="484" h="359" extrusionOk="0">
                  <a:moveTo>
                    <a:pt x="237" y="1"/>
                  </a:moveTo>
                  <a:cubicBezTo>
                    <a:pt x="131" y="1"/>
                    <a:pt x="25" y="67"/>
                    <a:pt x="1" y="199"/>
                  </a:cubicBezTo>
                  <a:lnTo>
                    <a:pt x="230" y="280"/>
                  </a:lnTo>
                  <a:lnTo>
                    <a:pt x="449" y="359"/>
                  </a:lnTo>
                  <a:cubicBezTo>
                    <a:pt x="474" y="308"/>
                    <a:pt x="484" y="252"/>
                    <a:pt x="474" y="196"/>
                  </a:cubicBezTo>
                  <a:cubicBezTo>
                    <a:pt x="449" y="66"/>
                    <a:pt x="343" y="1"/>
                    <a:pt x="2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57" name="Google Shape;3957;p17"/>
            <p:cNvSpPr/>
            <p:nvPr/>
          </p:nvSpPr>
          <p:spPr>
            <a:xfrm>
              <a:off x="6505575" y="3492400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312" y="0"/>
                  </a:moveTo>
                  <a:cubicBezTo>
                    <a:pt x="297" y="0"/>
                    <a:pt x="282" y="2"/>
                    <a:pt x="267" y="5"/>
                  </a:cubicBezTo>
                  <a:cubicBezTo>
                    <a:pt x="57" y="45"/>
                    <a:pt x="0" y="318"/>
                    <a:pt x="176" y="440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27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58" name="Google Shape;3958;p17"/>
            <p:cNvSpPr/>
            <p:nvPr/>
          </p:nvSpPr>
          <p:spPr>
            <a:xfrm>
              <a:off x="6501250" y="3463125"/>
              <a:ext cx="14450" cy="12125"/>
            </a:xfrm>
            <a:custGeom>
              <a:avLst/>
              <a:gdLst/>
              <a:ahLst/>
              <a:cxnLst/>
              <a:rect l="l" t="t" r="r" b="b"/>
              <a:pathLst>
                <a:path w="578" h="485" extrusionOk="0">
                  <a:moveTo>
                    <a:pt x="266" y="1"/>
                  </a:moveTo>
                  <a:cubicBezTo>
                    <a:pt x="126" y="1"/>
                    <a:pt x="1" y="128"/>
                    <a:pt x="29" y="289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1" y="484"/>
                    <a:pt x="296" y="483"/>
                    <a:pt x="311" y="480"/>
                  </a:cubicBezTo>
                  <a:cubicBezTo>
                    <a:pt x="521" y="439"/>
                    <a:pt x="578" y="166"/>
                    <a:pt x="402" y="44"/>
                  </a:cubicBezTo>
                  <a:cubicBezTo>
                    <a:pt x="358" y="14"/>
                    <a:pt x="311" y="1"/>
                    <a:pt x="2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59" name="Google Shape;3959;p17"/>
            <p:cNvSpPr/>
            <p:nvPr/>
          </p:nvSpPr>
          <p:spPr>
            <a:xfrm>
              <a:off x="6495725" y="3433900"/>
              <a:ext cx="14500" cy="12125"/>
            </a:xfrm>
            <a:custGeom>
              <a:avLst/>
              <a:gdLst/>
              <a:ahLst/>
              <a:cxnLst/>
              <a:rect l="l" t="t" r="r" b="b"/>
              <a:pathLst>
                <a:path w="580" h="485" extrusionOk="0">
                  <a:moveTo>
                    <a:pt x="267" y="1"/>
                  </a:moveTo>
                  <a:cubicBezTo>
                    <a:pt x="126" y="1"/>
                    <a:pt x="0" y="128"/>
                    <a:pt x="31" y="289"/>
                  </a:cubicBezTo>
                  <a:cubicBezTo>
                    <a:pt x="53" y="402"/>
                    <a:pt x="154" y="484"/>
                    <a:pt x="268" y="484"/>
                  </a:cubicBezTo>
                  <a:cubicBezTo>
                    <a:pt x="283" y="484"/>
                    <a:pt x="298" y="483"/>
                    <a:pt x="313" y="480"/>
                  </a:cubicBezTo>
                  <a:cubicBezTo>
                    <a:pt x="523" y="439"/>
                    <a:pt x="579" y="167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60" name="Google Shape;3960;p17"/>
            <p:cNvSpPr/>
            <p:nvPr/>
          </p:nvSpPr>
          <p:spPr>
            <a:xfrm>
              <a:off x="6490225" y="34047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8" y="0"/>
                  </a:moveTo>
                  <a:cubicBezTo>
                    <a:pt x="127" y="0"/>
                    <a:pt x="1" y="127"/>
                    <a:pt x="31" y="288"/>
                  </a:cubicBezTo>
                  <a:cubicBezTo>
                    <a:pt x="54" y="402"/>
                    <a:pt x="154" y="483"/>
                    <a:pt x="268" y="483"/>
                  </a:cubicBezTo>
                  <a:cubicBezTo>
                    <a:pt x="283" y="483"/>
                    <a:pt x="298" y="482"/>
                    <a:pt x="314" y="479"/>
                  </a:cubicBezTo>
                  <a:cubicBezTo>
                    <a:pt x="523" y="438"/>
                    <a:pt x="580" y="166"/>
                    <a:pt x="404" y="43"/>
                  </a:cubicBezTo>
                  <a:cubicBezTo>
                    <a:pt x="361" y="13"/>
                    <a:pt x="313" y="0"/>
                    <a:pt x="2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61" name="Google Shape;3961;p17"/>
            <p:cNvSpPr/>
            <p:nvPr/>
          </p:nvSpPr>
          <p:spPr>
            <a:xfrm>
              <a:off x="6484750" y="3375475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0"/>
                  </a:moveTo>
                  <a:cubicBezTo>
                    <a:pt x="127" y="0"/>
                    <a:pt x="0" y="126"/>
                    <a:pt x="31" y="285"/>
                  </a:cubicBezTo>
                  <a:cubicBezTo>
                    <a:pt x="53" y="401"/>
                    <a:pt x="154" y="483"/>
                    <a:pt x="268" y="483"/>
                  </a:cubicBezTo>
                  <a:cubicBezTo>
                    <a:pt x="283" y="483"/>
                    <a:pt x="298" y="482"/>
                    <a:pt x="313" y="479"/>
                  </a:cubicBezTo>
                  <a:cubicBezTo>
                    <a:pt x="523" y="438"/>
                    <a:pt x="580" y="166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62" name="Google Shape;3962;p17"/>
            <p:cNvSpPr/>
            <p:nvPr/>
          </p:nvSpPr>
          <p:spPr>
            <a:xfrm>
              <a:off x="6478150" y="3346275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1" y="318"/>
                    <a:pt x="176" y="441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1" y="482"/>
                    <a:pt x="577" y="355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63" name="Google Shape;3963;p17"/>
            <p:cNvSpPr/>
            <p:nvPr/>
          </p:nvSpPr>
          <p:spPr>
            <a:xfrm>
              <a:off x="6472675" y="33170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0" y="318"/>
                    <a:pt x="176" y="441"/>
                  </a:cubicBezTo>
                  <a:cubicBezTo>
                    <a:pt x="218" y="469"/>
                    <a:pt x="264" y="482"/>
                    <a:pt x="309" y="482"/>
                  </a:cubicBezTo>
                  <a:cubicBezTo>
                    <a:pt x="449" y="482"/>
                    <a:pt x="577" y="356"/>
                    <a:pt x="549" y="196"/>
                  </a:cubicBezTo>
                  <a:cubicBezTo>
                    <a:pt x="526" y="80"/>
                    <a:pt x="426" y="1"/>
                    <a:pt x="3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64" name="Google Shape;3964;p17"/>
            <p:cNvSpPr/>
            <p:nvPr/>
          </p:nvSpPr>
          <p:spPr>
            <a:xfrm>
              <a:off x="6468300" y="32878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67" y="0"/>
                  </a:moveTo>
                  <a:cubicBezTo>
                    <a:pt x="127" y="0"/>
                    <a:pt x="0" y="127"/>
                    <a:pt x="31" y="285"/>
                  </a:cubicBezTo>
                  <a:cubicBezTo>
                    <a:pt x="53" y="403"/>
                    <a:pt x="156" y="483"/>
                    <a:pt x="269" y="483"/>
                  </a:cubicBezTo>
                  <a:cubicBezTo>
                    <a:pt x="283" y="483"/>
                    <a:pt x="296" y="482"/>
                    <a:pt x="310" y="479"/>
                  </a:cubicBezTo>
                  <a:cubicBezTo>
                    <a:pt x="523" y="439"/>
                    <a:pt x="579" y="163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65" name="Google Shape;3965;p17"/>
            <p:cNvSpPr/>
            <p:nvPr/>
          </p:nvSpPr>
          <p:spPr>
            <a:xfrm>
              <a:off x="6466550" y="3262625"/>
              <a:ext cx="9425" cy="8050"/>
            </a:xfrm>
            <a:custGeom>
              <a:avLst/>
              <a:gdLst/>
              <a:ahLst/>
              <a:cxnLst/>
              <a:rect l="l" t="t" r="r" b="b"/>
              <a:pathLst>
                <a:path w="377" h="322" extrusionOk="0">
                  <a:moveTo>
                    <a:pt x="345" y="1"/>
                  </a:moveTo>
                  <a:lnTo>
                    <a:pt x="1" y="289"/>
                  </a:lnTo>
                  <a:cubicBezTo>
                    <a:pt x="38" y="310"/>
                    <a:pt x="79" y="321"/>
                    <a:pt x="120" y="321"/>
                  </a:cubicBezTo>
                  <a:cubicBezTo>
                    <a:pt x="134" y="321"/>
                    <a:pt x="147" y="320"/>
                    <a:pt x="161" y="317"/>
                  </a:cubicBezTo>
                  <a:cubicBezTo>
                    <a:pt x="292" y="292"/>
                    <a:pt x="377" y="167"/>
                    <a:pt x="355" y="35"/>
                  </a:cubicBezTo>
                  <a:cubicBezTo>
                    <a:pt x="352" y="23"/>
                    <a:pt x="349" y="10"/>
                    <a:pt x="3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66" name="Google Shape;3966;p17"/>
            <p:cNvSpPr/>
            <p:nvPr/>
          </p:nvSpPr>
          <p:spPr>
            <a:xfrm>
              <a:off x="6540275" y="351612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4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7" y="46"/>
                    <a:pt x="1" y="318"/>
                    <a:pt x="176" y="441"/>
                  </a:cubicBezTo>
                  <a:cubicBezTo>
                    <a:pt x="219" y="469"/>
                    <a:pt x="266" y="482"/>
                    <a:pt x="311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3"/>
                    <a:pt x="426" y="1"/>
                    <a:pt x="3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67" name="Google Shape;3967;p17"/>
            <p:cNvSpPr/>
            <p:nvPr/>
          </p:nvSpPr>
          <p:spPr>
            <a:xfrm>
              <a:off x="6535975" y="3486875"/>
              <a:ext cx="14425" cy="12100"/>
            </a:xfrm>
            <a:custGeom>
              <a:avLst/>
              <a:gdLst/>
              <a:ahLst/>
              <a:cxnLst/>
              <a:rect l="l" t="t" r="r" b="b"/>
              <a:pathLst>
                <a:path w="577" h="484" extrusionOk="0">
                  <a:moveTo>
                    <a:pt x="267" y="0"/>
                  </a:moveTo>
                  <a:cubicBezTo>
                    <a:pt x="127" y="0"/>
                    <a:pt x="0" y="127"/>
                    <a:pt x="28" y="288"/>
                  </a:cubicBezTo>
                  <a:cubicBezTo>
                    <a:pt x="51" y="402"/>
                    <a:pt x="151" y="484"/>
                    <a:pt x="265" y="484"/>
                  </a:cubicBezTo>
                  <a:cubicBezTo>
                    <a:pt x="280" y="484"/>
                    <a:pt x="295" y="482"/>
                    <a:pt x="311" y="479"/>
                  </a:cubicBezTo>
                  <a:cubicBezTo>
                    <a:pt x="520" y="439"/>
                    <a:pt x="577" y="166"/>
                    <a:pt x="401" y="44"/>
                  </a:cubicBezTo>
                  <a:cubicBezTo>
                    <a:pt x="358" y="14"/>
                    <a:pt x="312" y="0"/>
                    <a:pt x="2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68" name="Google Shape;3968;p17"/>
            <p:cNvSpPr/>
            <p:nvPr/>
          </p:nvSpPr>
          <p:spPr>
            <a:xfrm>
              <a:off x="6530475" y="3457650"/>
              <a:ext cx="14450" cy="12100"/>
            </a:xfrm>
            <a:custGeom>
              <a:avLst/>
              <a:gdLst/>
              <a:ahLst/>
              <a:cxnLst/>
              <a:rect l="l" t="t" r="r" b="b"/>
              <a:pathLst>
                <a:path w="578" h="484" extrusionOk="0">
                  <a:moveTo>
                    <a:pt x="266" y="1"/>
                  </a:moveTo>
                  <a:cubicBezTo>
                    <a:pt x="126" y="1"/>
                    <a:pt x="1" y="127"/>
                    <a:pt x="29" y="288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1" y="484"/>
                    <a:pt x="296" y="482"/>
                    <a:pt x="311" y="479"/>
                  </a:cubicBezTo>
                  <a:cubicBezTo>
                    <a:pt x="521" y="439"/>
                    <a:pt x="578" y="166"/>
                    <a:pt x="402" y="44"/>
                  </a:cubicBezTo>
                  <a:cubicBezTo>
                    <a:pt x="358" y="14"/>
                    <a:pt x="311" y="1"/>
                    <a:pt x="2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69" name="Google Shape;3969;p17"/>
            <p:cNvSpPr/>
            <p:nvPr/>
          </p:nvSpPr>
          <p:spPr>
            <a:xfrm>
              <a:off x="6524950" y="3428425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1"/>
                  </a:moveTo>
                  <a:cubicBezTo>
                    <a:pt x="126" y="1"/>
                    <a:pt x="0" y="128"/>
                    <a:pt x="31" y="288"/>
                  </a:cubicBezTo>
                  <a:cubicBezTo>
                    <a:pt x="53" y="402"/>
                    <a:pt x="154" y="484"/>
                    <a:pt x="268" y="484"/>
                  </a:cubicBezTo>
                  <a:cubicBezTo>
                    <a:pt x="283" y="484"/>
                    <a:pt x="298" y="482"/>
                    <a:pt x="313" y="480"/>
                  </a:cubicBezTo>
                  <a:cubicBezTo>
                    <a:pt x="523" y="439"/>
                    <a:pt x="579" y="166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70" name="Google Shape;3970;p17"/>
            <p:cNvSpPr/>
            <p:nvPr/>
          </p:nvSpPr>
          <p:spPr>
            <a:xfrm>
              <a:off x="6519450" y="33992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1"/>
                  </a:moveTo>
                  <a:cubicBezTo>
                    <a:pt x="127" y="1"/>
                    <a:pt x="1" y="127"/>
                    <a:pt x="31" y="285"/>
                  </a:cubicBezTo>
                  <a:cubicBezTo>
                    <a:pt x="54" y="402"/>
                    <a:pt x="154" y="484"/>
                    <a:pt x="268" y="484"/>
                  </a:cubicBezTo>
                  <a:cubicBezTo>
                    <a:pt x="283" y="484"/>
                    <a:pt x="298" y="483"/>
                    <a:pt x="313" y="480"/>
                  </a:cubicBezTo>
                  <a:cubicBezTo>
                    <a:pt x="523" y="439"/>
                    <a:pt x="580" y="166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71" name="Google Shape;3971;p17"/>
            <p:cNvSpPr/>
            <p:nvPr/>
          </p:nvSpPr>
          <p:spPr>
            <a:xfrm>
              <a:off x="6513975" y="3369975"/>
              <a:ext cx="14500" cy="12125"/>
            </a:xfrm>
            <a:custGeom>
              <a:avLst/>
              <a:gdLst/>
              <a:ahLst/>
              <a:cxnLst/>
              <a:rect l="l" t="t" r="r" b="b"/>
              <a:pathLst>
                <a:path w="580" h="485" extrusionOk="0">
                  <a:moveTo>
                    <a:pt x="267" y="1"/>
                  </a:moveTo>
                  <a:cubicBezTo>
                    <a:pt x="127" y="1"/>
                    <a:pt x="0" y="127"/>
                    <a:pt x="31" y="285"/>
                  </a:cubicBezTo>
                  <a:cubicBezTo>
                    <a:pt x="53" y="402"/>
                    <a:pt x="154" y="484"/>
                    <a:pt x="268" y="484"/>
                  </a:cubicBezTo>
                  <a:cubicBezTo>
                    <a:pt x="283" y="484"/>
                    <a:pt x="298" y="483"/>
                    <a:pt x="313" y="480"/>
                  </a:cubicBezTo>
                  <a:cubicBezTo>
                    <a:pt x="523" y="439"/>
                    <a:pt x="579" y="166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72" name="Google Shape;3972;p17"/>
            <p:cNvSpPr/>
            <p:nvPr/>
          </p:nvSpPr>
          <p:spPr>
            <a:xfrm>
              <a:off x="6507375" y="3340800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3" y="0"/>
                  </a:moveTo>
                  <a:cubicBezTo>
                    <a:pt x="298" y="0"/>
                    <a:pt x="282" y="2"/>
                    <a:pt x="267" y="5"/>
                  </a:cubicBezTo>
                  <a:cubicBezTo>
                    <a:pt x="57" y="42"/>
                    <a:pt x="0" y="318"/>
                    <a:pt x="176" y="440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1" y="482"/>
                    <a:pt x="577" y="355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73" name="Google Shape;3973;p17"/>
            <p:cNvSpPr/>
            <p:nvPr/>
          </p:nvSpPr>
          <p:spPr>
            <a:xfrm>
              <a:off x="6501900" y="3311575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3" y="0"/>
                  </a:moveTo>
                  <a:cubicBezTo>
                    <a:pt x="298" y="0"/>
                    <a:pt x="282" y="2"/>
                    <a:pt x="266" y="5"/>
                  </a:cubicBezTo>
                  <a:cubicBezTo>
                    <a:pt x="56" y="42"/>
                    <a:pt x="0" y="318"/>
                    <a:pt x="176" y="440"/>
                  </a:cubicBezTo>
                  <a:cubicBezTo>
                    <a:pt x="218" y="469"/>
                    <a:pt x="264" y="482"/>
                    <a:pt x="308" y="482"/>
                  </a:cubicBezTo>
                  <a:cubicBezTo>
                    <a:pt x="449" y="482"/>
                    <a:pt x="577" y="355"/>
                    <a:pt x="548" y="196"/>
                  </a:cubicBezTo>
                  <a:cubicBezTo>
                    <a:pt x="526" y="80"/>
                    <a:pt x="426" y="0"/>
                    <a:pt x="3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74" name="Google Shape;3974;p17"/>
            <p:cNvSpPr/>
            <p:nvPr/>
          </p:nvSpPr>
          <p:spPr>
            <a:xfrm>
              <a:off x="6496400" y="32823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3" y="0"/>
                  </a:moveTo>
                  <a:cubicBezTo>
                    <a:pt x="298" y="0"/>
                    <a:pt x="283" y="2"/>
                    <a:pt x="267" y="5"/>
                  </a:cubicBezTo>
                  <a:cubicBezTo>
                    <a:pt x="57" y="42"/>
                    <a:pt x="1" y="318"/>
                    <a:pt x="176" y="440"/>
                  </a:cubicBezTo>
                  <a:cubicBezTo>
                    <a:pt x="219" y="469"/>
                    <a:pt x="264" y="482"/>
                    <a:pt x="309" y="482"/>
                  </a:cubicBezTo>
                  <a:cubicBezTo>
                    <a:pt x="449" y="482"/>
                    <a:pt x="578" y="355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75" name="Google Shape;3975;p17"/>
            <p:cNvSpPr/>
            <p:nvPr/>
          </p:nvSpPr>
          <p:spPr>
            <a:xfrm>
              <a:off x="6492025" y="32531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68" y="0"/>
                  </a:moveTo>
                  <a:cubicBezTo>
                    <a:pt x="127" y="0"/>
                    <a:pt x="1" y="126"/>
                    <a:pt x="32" y="285"/>
                  </a:cubicBezTo>
                  <a:cubicBezTo>
                    <a:pt x="54" y="402"/>
                    <a:pt x="157" y="483"/>
                    <a:pt x="270" y="483"/>
                  </a:cubicBezTo>
                  <a:cubicBezTo>
                    <a:pt x="283" y="483"/>
                    <a:pt x="297" y="481"/>
                    <a:pt x="310" y="479"/>
                  </a:cubicBezTo>
                  <a:cubicBezTo>
                    <a:pt x="524" y="438"/>
                    <a:pt x="580" y="163"/>
                    <a:pt x="404" y="44"/>
                  </a:cubicBezTo>
                  <a:cubicBezTo>
                    <a:pt x="361" y="14"/>
                    <a:pt x="313" y="0"/>
                    <a:pt x="2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76" name="Google Shape;3976;p17"/>
            <p:cNvSpPr/>
            <p:nvPr/>
          </p:nvSpPr>
          <p:spPr>
            <a:xfrm>
              <a:off x="6575700" y="3539875"/>
              <a:ext cx="13650" cy="11950"/>
            </a:xfrm>
            <a:custGeom>
              <a:avLst/>
              <a:gdLst/>
              <a:ahLst/>
              <a:cxnLst/>
              <a:rect l="l" t="t" r="r" b="b"/>
              <a:pathLst>
                <a:path w="546" h="478" extrusionOk="0">
                  <a:moveTo>
                    <a:pt x="285" y="1"/>
                  </a:moveTo>
                  <a:cubicBezTo>
                    <a:pt x="248" y="1"/>
                    <a:pt x="211" y="9"/>
                    <a:pt x="176" y="27"/>
                  </a:cubicBezTo>
                  <a:cubicBezTo>
                    <a:pt x="31" y="99"/>
                    <a:pt x="0" y="290"/>
                    <a:pt x="110" y="406"/>
                  </a:cubicBezTo>
                  <a:lnTo>
                    <a:pt x="317" y="478"/>
                  </a:lnTo>
                  <a:lnTo>
                    <a:pt x="329" y="478"/>
                  </a:lnTo>
                  <a:cubicBezTo>
                    <a:pt x="461" y="453"/>
                    <a:pt x="545" y="327"/>
                    <a:pt x="520" y="196"/>
                  </a:cubicBezTo>
                  <a:cubicBezTo>
                    <a:pt x="499" y="78"/>
                    <a:pt x="396" y="1"/>
                    <a:pt x="28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77" name="Google Shape;3977;p17"/>
            <p:cNvSpPr/>
            <p:nvPr/>
          </p:nvSpPr>
          <p:spPr>
            <a:xfrm>
              <a:off x="6569500" y="3510650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314" y="0"/>
                  </a:moveTo>
                  <a:cubicBezTo>
                    <a:pt x="300" y="0"/>
                    <a:pt x="285" y="2"/>
                    <a:pt x="270" y="5"/>
                  </a:cubicBezTo>
                  <a:cubicBezTo>
                    <a:pt x="57" y="45"/>
                    <a:pt x="1" y="318"/>
                    <a:pt x="176" y="440"/>
                  </a:cubicBezTo>
                  <a:cubicBezTo>
                    <a:pt x="219" y="469"/>
                    <a:pt x="266" y="482"/>
                    <a:pt x="311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27" y="82"/>
                    <a:pt x="426" y="0"/>
                    <a:pt x="3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78" name="Google Shape;3978;p17"/>
            <p:cNvSpPr/>
            <p:nvPr/>
          </p:nvSpPr>
          <p:spPr>
            <a:xfrm>
              <a:off x="6565200" y="3481400"/>
              <a:ext cx="14425" cy="12100"/>
            </a:xfrm>
            <a:custGeom>
              <a:avLst/>
              <a:gdLst/>
              <a:ahLst/>
              <a:cxnLst/>
              <a:rect l="l" t="t" r="r" b="b"/>
              <a:pathLst>
                <a:path w="577" h="484" extrusionOk="0">
                  <a:moveTo>
                    <a:pt x="266" y="0"/>
                  </a:moveTo>
                  <a:cubicBezTo>
                    <a:pt x="127" y="0"/>
                    <a:pt x="0" y="127"/>
                    <a:pt x="28" y="288"/>
                  </a:cubicBezTo>
                  <a:cubicBezTo>
                    <a:pt x="51" y="402"/>
                    <a:pt x="151" y="483"/>
                    <a:pt x="265" y="483"/>
                  </a:cubicBezTo>
                  <a:cubicBezTo>
                    <a:pt x="280" y="483"/>
                    <a:pt x="295" y="482"/>
                    <a:pt x="310" y="479"/>
                  </a:cubicBezTo>
                  <a:cubicBezTo>
                    <a:pt x="520" y="438"/>
                    <a:pt x="577" y="166"/>
                    <a:pt x="401" y="43"/>
                  </a:cubicBezTo>
                  <a:cubicBezTo>
                    <a:pt x="358" y="13"/>
                    <a:pt x="312" y="0"/>
                    <a:pt x="2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79" name="Google Shape;3979;p17"/>
            <p:cNvSpPr/>
            <p:nvPr/>
          </p:nvSpPr>
          <p:spPr>
            <a:xfrm>
              <a:off x="6559700" y="3452175"/>
              <a:ext cx="14450" cy="12100"/>
            </a:xfrm>
            <a:custGeom>
              <a:avLst/>
              <a:gdLst/>
              <a:ahLst/>
              <a:cxnLst/>
              <a:rect l="l" t="t" r="r" b="b"/>
              <a:pathLst>
                <a:path w="578" h="484" extrusionOk="0">
                  <a:moveTo>
                    <a:pt x="267" y="0"/>
                  </a:moveTo>
                  <a:cubicBezTo>
                    <a:pt x="128" y="0"/>
                    <a:pt x="1" y="127"/>
                    <a:pt x="29" y="288"/>
                  </a:cubicBezTo>
                  <a:cubicBezTo>
                    <a:pt x="51" y="402"/>
                    <a:pt x="152" y="483"/>
                    <a:pt x="266" y="483"/>
                  </a:cubicBezTo>
                  <a:cubicBezTo>
                    <a:pt x="281" y="483"/>
                    <a:pt x="296" y="482"/>
                    <a:pt x="311" y="479"/>
                  </a:cubicBezTo>
                  <a:cubicBezTo>
                    <a:pt x="521" y="438"/>
                    <a:pt x="577" y="166"/>
                    <a:pt x="402" y="44"/>
                  </a:cubicBezTo>
                  <a:cubicBezTo>
                    <a:pt x="359" y="14"/>
                    <a:pt x="312" y="0"/>
                    <a:pt x="2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80" name="Google Shape;3980;p17"/>
            <p:cNvSpPr/>
            <p:nvPr/>
          </p:nvSpPr>
          <p:spPr>
            <a:xfrm>
              <a:off x="6554225" y="3422950"/>
              <a:ext cx="14450" cy="12100"/>
            </a:xfrm>
            <a:custGeom>
              <a:avLst/>
              <a:gdLst/>
              <a:ahLst/>
              <a:cxnLst/>
              <a:rect l="l" t="t" r="r" b="b"/>
              <a:pathLst>
                <a:path w="578" h="484" extrusionOk="0">
                  <a:moveTo>
                    <a:pt x="265" y="0"/>
                  </a:moveTo>
                  <a:cubicBezTo>
                    <a:pt x="125" y="0"/>
                    <a:pt x="0" y="127"/>
                    <a:pt x="29" y="285"/>
                  </a:cubicBezTo>
                  <a:cubicBezTo>
                    <a:pt x="51" y="401"/>
                    <a:pt x="152" y="483"/>
                    <a:pt x="266" y="483"/>
                  </a:cubicBezTo>
                  <a:cubicBezTo>
                    <a:pt x="280" y="483"/>
                    <a:pt x="296" y="482"/>
                    <a:pt x="311" y="479"/>
                  </a:cubicBezTo>
                  <a:cubicBezTo>
                    <a:pt x="521" y="438"/>
                    <a:pt x="577" y="166"/>
                    <a:pt x="402" y="44"/>
                  </a:cubicBezTo>
                  <a:cubicBezTo>
                    <a:pt x="358" y="14"/>
                    <a:pt x="311" y="0"/>
                    <a:pt x="2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81" name="Google Shape;3981;p17"/>
            <p:cNvSpPr/>
            <p:nvPr/>
          </p:nvSpPr>
          <p:spPr>
            <a:xfrm>
              <a:off x="6548825" y="3393750"/>
              <a:ext cx="14350" cy="12075"/>
            </a:xfrm>
            <a:custGeom>
              <a:avLst/>
              <a:gdLst/>
              <a:ahLst/>
              <a:cxnLst/>
              <a:rect l="l" t="t" r="r" b="b"/>
              <a:pathLst>
                <a:path w="574" h="483" extrusionOk="0">
                  <a:moveTo>
                    <a:pt x="265" y="0"/>
                  </a:moveTo>
                  <a:cubicBezTo>
                    <a:pt x="249" y="0"/>
                    <a:pt x="233" y="2"/>
                    <a:pt x="216" y="5"/>
                  </a:cubicBezTo>
                  <a:cubicBezTo>
                    <a:pt x="88" y="30"/>
                    <a:pt x="0" y="156"/>
                    <a:pt x="25" y="284"/>
                  </a:cubicBezTo>
                  <a:cubicBezTo>
                    <a:pt x="50" y="411"/>
                    <a:pt x="156" y="482"/>
                    <a:pt x="264" y="482"/>
                  </a:cubicBezTo>
                  <a:cubicBezTo>
                    <a:pt x="337" y="482"/>
                    <a:pt x="411" y="449"/>
                    <a:pt x="461" y="378"/>
                  </a:cubicBezTo>
                  <a:cubicBezTo>
                    <a:pt x="574" y="213"/>
                    <a:pt x="452" y="0"/>
                    <a:pt x="2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82" name="Google Shape;3982;p17"/>
            <p:cNvSpPr/>
            <p:nvPr/>
          </p:nvSpPr>
          <p:spPr>
            <a:xfrm>
              <a:off x="6542075" y="3364525"/>
              <a:ext cx="14525" cy="12075"/>
            </a:xfrm>
            <a:custGeom>
              <a:avLst/>
              <a:gdLst/>
              <a:ahLst/>
              <a:cxnLst/>
              <a:rect l="l" t="t" r="r" b="b"/>
              <a:pathLst>
                <a:path w="581" h="483" extrusionOk="0">
                  <a:moveTo>
                    <a:pt x="313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3"/>
                    <a:pt x="1" y="319"/>
                    <a:pt x="176" y="441"/>
                  </a:cubicBezTo>
                  <a:cubicBezTo>
                    <a:pt x="219" y="470"/>
                    <a:pt x="266" y="482"/>
                    <a:pt x="311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83" name="Google Shape;3983;p17"/>
            <p:cNvSpPr/>
            <p:nvPr/>
          </p:nvSpPr>
          <p:spPr>
            <a:xfrm>
              <a:off x="6536600" y="33353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0" y="319"/>
                    <a:pt x="176" y="441"/>
                  </a:cubicBezTo>
                  <a:cubicBezTo>
                    <a:pt x="219" y="470"/>
                    <a:pt x="265" y="482"/>
                    <a:pt x="310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84" name="Google Shape;3984;p17"/>
            <p:cNvSpPr/>
            <p:nvPr/>
          </p:nvSpPr>
          <p:spPr>
            <a:xfrm>
              <a:off x="6531100" y="3306075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4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3"/>
                    <a:pt x="1" y="319"/>
                    <a:pt x="176" y="438"/>
                  </a:cubicBezTo>
                  <a:cubicBezTo>
                    <a:pt x="220" y="468"/>
                    <a:pt x="267" y="481"/>
                    <a:pt x="313" y="481"/>
                  </a:cubicBezTo>
                  <a:cubicBezTo>
                    <a:pt x="453" y="481"/>
                    <a:pt x="578" y="355"/>
                    <a:pt x="549" y="197"/>
                  </a:cubicBezTo>
                  <a:cubicBezTo>
                    <a:pt x="527" y="80"/>
                    <a:pt x="427" y="1"/>
                    <a:pt x="3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85" name="Google Shape;3985;p17"/>
            <p:cNvSpPr/>
            <p:nvPr/>
          </p:nvSpPr>
          <p:spPr>
            <a:xfrm>
              <a:off x="6525625" y="3276875"/>
              <a:ext cx="14450" cy="12025"/>
            </a:xfrm>
            <a:custGeom>
              <a:avLst/>
              <a:gdLst/>
              <a:ahLst/>
              <a:cxnLst/>
              <a:rect l="l" t="t" r="r" b="b"/>
              <a:pathLst>
                <a:path w="578" h="481" extrusionOk="0">
                  <a:moveTo>
                    <a:pt x="313" y="0"/>
                  </a:moveTo>
                  <a:cubicBezTo>
                    <a:pt x="298" y="0"/>
                    <a:pt x="283" y="1"/>
                    <a:pt x="267" y="4"/>
                  </a:cubicBezTo>
                  <a:cubicBezTo>
                    <a:pt x="57" y="42"/>
                    <a:pt x="1" y="318"/>
                    <a:pt x="176" y="437"/>
                  </a:cubicBezTo>
                  <a:cubicBezTo>
                    <a:pt x="219" y="467"/>
                    <a:pt x="266" y="480"/>
                    <a:pt x="311" y="480"/>
                  </a:cubicBezTo>
                  <a:cubicBezTo>
                    <a:pt x="451" y="480"/>
                    <a:pt x="577" y="354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86" name="Google Shape;3986;p17"/>
            <p:cNvSpPr/>
            <p:nvPr/>
          </p:nvSpPr>
          <p:spPr>
            <a:xfrm>
              <a:off x="6521250" y="3247600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268" y="1"/>
                  </a:moveTo>
                  <a:cubicBezTo>
                    <a:pt x="127" y="1"/>
                    <a:pt x="1" y="127"/>
                    <a:pt x="31" y="285"/>
                  </a:cubicBezTo>
                  <a:cubicBezTo>
                    <a:pt x="54" y="402"/>
                    <a:pt x="154" y="481"/>
                    <a:pt x="267" y="481"/>
                  </a:cubicBezTo>
                  <a:cubicBezTo>
                    <a:pt x="282" y="481"/>
                    <a:pt x="298" y="480"/>
                    <a:pt x="314" y="477"/>
                  </a:cubicBezTo>
                  <a:cubicBezTo>
                    <a:pt x="523" y="439"/>
                    <a:pt x="580" y="163"/>
                    <a:pt x="404" y="44"/>
                  </a:cubicBezTo>
                  <a:cubicBezTo>
                    <a:pt x="361" y="14"/>
                    <a:pt x="313" y="1"/>
                    <a:pt x="2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87" name="Google Shape;3987;p17"/>
            <p:cNvSpPr/>
            <p:nvPr/>
          </p:nvSpPr>
          <p:spPr>
            <a:xfrm>
              <a:off x="6517000" y="3219550"/>
              <a:ext cx="13275" cy="10875"/>
            </a:xfrm>
            <a:custGeom>
              <a:avLst/>
              <a:gdLst/>
              <a:ahLst/>
              <a:cxnLst/>
              <a:rect l="l" t="t" r="r" b="b"/>
              <a:pathLst>
                <a:path w="531" h="435" extrusionOk="0">
                  <a:moveTo>
                    <a:pt x="358" y="0"/>
                  </a:moveTo>
                  <a:lnTo>
                    <a:pt x="1" y="301"/>
                  </a:lnTo>
                  <a:cubicBezTo>
                    <a:pt x="43" y="384"/>
                    <a:pt x="127" y="435"/>
                    <a:pt x="214" y="435"/>
                  </a:cubicBezTo>
                  <a:cubicBezTo>
                    <a:pt x="230" y="435"/>
                    <a:pt x="245" y="433"/>
                    <a:pt x="261" y="430"/>
                  </a:cubicBezTo>
                  <a:cubicBezTo>
                    <a:pt x="471" y="392"/>
                    <a:pt x="531" y="123"/>
                    <a:pt x="3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88" name="Google Shape;3988;p17"/>
            <p:cNvSpPr/>
            <p:nvPr/>
          </p:nvSpPr>
          <p:spPr>
            <a:xfrm>
              <a:off x="6616675" y="3563650"/>
              <a:ext cx="5350" cy="1975"/>
            </a:xfrm>
            <a:custGeom>
              <a:avLst/>
              <a:gdLst/>
              <a:ahLst/>
              <a:cxnLst/>
              <a:rect l="l" t="t" r="r" b="b"/>
              <a:pathLst>
                <a:path w="214" h="79" extrusionOk="0">
                  <a:moveTo>
                    <a:pt x="37" y="0"/>
                  </a:moveTo>
                  <a:cubicBezTo>
                    <a:pt x="25" y="0"/>
                    <a:pt x="12" y="1"/>
                    <a:pt x="0" y="3"/>
                  </a:cubicBezTo>
                  <a:lnTo>
                    <a:pt x="213" y="78"/>
                  </a:lnTo>
                  <a:cubicBezTo>
                    <a:pt x="166" y="28"/>
                    <a:pt x="102" y="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89" name="Google Shape;3989;p17"/>
            <p:cNvSpPr/>
            <p:nvPr/>
          </p:nvSpPr>
          <p:spPr>
            <a:xfrm>
              <a:off x="6604200" y="3534375"/>
              <a:ext cx="14525" cy="12075"/>
            </a:xfrm>
            <a:custGeom>
              <a:avLst/>
              <a:gdLst/>
              <a:ahLst/>
              <a:cxnLst/>
              <a:rect l="l" t="t" r="r" b="b"/>
              <a:pathLst>
                <a:path w="581" h="483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7" y="46"/>
                    <a:pt x="1" y="319"/>
                    <a:pt x="179" y="441"/>
                  </a:cubicBezTo>
                  <a:cubicBezTo>
                    <a:pt x="222" y="470"/>
                    <a:pt x="268" y="482"/>
                    <a:pt x="312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3"/>
                    <a:pt x="426" y="1"/>
                    <a:pt x="3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90" name="Google Shape;3990;p17"/>
            <p:cNvSpPr/>
            <p:nvPr/>
          </p:nvSpPr>
          <p:spPr>
            <a:xfrm>
              <a:off x="6599900" y="3505125"/>
              <a:ext cx="14525" cy="12100"/>
            </a:xfrm>
            <a:custGeom>
              <a:avLst/>
              <a:gdLst/>
              <a:ahLst/>
              <a:cxnLst/>
              <a:rect l="l" t="t" r="r" b="b"/>
              <a:pathLst>
                <a:path w="581" h="484" extrusionOk="0">
                  <a:moveTo>
                    <a:pt x="266" y="1"/>
                  </a:moveTo>
                  <a:cubicBezTo>
                    <a:pt x="127" y="1"/>
                    <a:pt x="0" y="127"/>
                    <a:pt x="29" y="285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0" y="484"/>
                    <a:pt x="296" y="482"/>
                    <a:pt x="311" y="480"/>
                  </a:cubicBezTo>
                  <a:cubicBezTo>
                    <a:pt x="521" y="439"/>
                    <a:pt x="580" y="166"/>
                    <a:pt x="402" y="44"/>
                  </a:cubicBezTo>
                  <a:cubicBezTo>
                    <a:pt x="359" y="14"/>
                    <a:pt x="312" y="1"/>
                    <a:pt x="2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91" name="Google Shape;3991;p17"/>
            <p:cNvSpPr/>
            <p:nvPr/>
          </p:nvSpPr>
          <p:spPr>
            <a:xfrm>
              <a:off x="6594400" y="3475900"/>
              <a:ext cx="14525" cy="12100"/>
            </a:xfrm>
            <a:custGeom>
              <a:avLst/>
              <a:gdLst/>
              <a:ahLst/>
              <a:cxnLst/>
              <a:rect l="l" t="t" r="r" b="b"/>
              <a:pathLst>
                <a:path w="581" h="484" extrusionOk="0">
                  <a:moveTo>
                    <a:pt x="267" y="1"/>
                  </a:moveTo>
                  <a:cubicBezTo>
                    <a:pt x="128" y="1"/>
                    <a:pt x="1" y="128"/>
                    <a:pt x="29" y="289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1" y="484"/>
                    <a:pt x="296" y="483"/>
                    <a:pt x="311" y="480"/>
                  </a:cubicBezTo>
                  <a:cubicBezTo>
                    <a:pt x="521" y="439"/>
                    <a:pt x="581" y="166"/>
                    <a:pt x="402" y="44"/>
                  </a:cubicBezTo>
                  <a:cubicBezTo>
                    <a:pt x="359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92" name="Google Shape;3992;p17"/>
            <p:cNvSpPr/>
            <p:nvPr/>
          </p:nvSpPr>
          <p:spPr>
            <a:xfrm>
              <a:off x="6588925" y="3446675"/>
              <a:ext cx="14450" cy="12125"/>
            </a:xfrm>
            <a:custGeom>
              <a:avLst/>
              <a:gdLst/>
              <a:ahLst/>
              <a:cxnLst/>
              <a:rect l="l" t="t" r="r" b="b"/>
              <a:pathLst>
                <a:path w="578" h="485" extrusionOk="0">
                  <a:moveTo>
                    <a:pt x="267" y="1"/>
                  </a:moveTo>
                  <a:cubicBezTo>
                    <a:pt x="127" y="1"/>
                    <a:pt x="1" y="127"/>
                    <a:pt x="29" y="285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1" y="484"/>
                    <a:pt x="296" y="483"/>
                    <a:pt x="311" y="480"/>
                  </a:cubicBezTo>
                  <a:cubicBezTo>
                    <a:pt x="521" y="439"/>
                    <a:pt x="577" y="163"/>
                    <a:pt x="402" y="44"/>
                  </a:cubicBezTo>
                  <a:cubicBezTo>
                    <a:pt x="359" y="14"/>
                    <a:pt x="312" y="1"/>
                    <a:pt x="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93" name="Google Shape;3993;p17"/>
            <p:cNvSpPr/>
            <p:nvPr/>
          </p:nvSpPr>
          <p:spPr>
            <a:xfrm>
              <a:off x="6583450" y="3417450"/>
              <a:ext cx="14425" cy="12125"/>
            </a:xfrm>
            <a:custGeom>
              <a:avLst/>
              <a:gdLst/>
              <a:ahLst/>
              <a:cxnLst/>
              <a:rect l="l" t="t" r="r" b="b"/>
              <a:pathLst>
                <a:path w="577" h="485" extrusionOk="0">
                  <a:moveTo>
                    <a:pt x="266" y="1"/>
                  </a:moveTo>
                  <a:cubicBezTo>
                    <a:pt x="127" y="1"/>
                    <a:pt x="0" y="127"/>
                    <a:pt x="29" y="286"/>
                  </a:cubicBezTo>
                  <a:cubicBezTo>
                    <a:pt x="51" y="402"/>
                    <a:pt x="151" y="484"/>
                    <a:pt x="266" y="484"/>
                  </a:cubicBezTo>
                  <a:cubicBezTo>
                    <a:pt x="280" y="484"/>
                    <a:pt x="295" y="483"/>
                    <a:pt x="311" y="480"/>
                  </a:cubicBezTo>
                  <a:cubicBezTo>
                    <a:pt x="521" y="439"/>
                    <a:pt x="577" y="163"/>
                    <a:pt x="402" y="44"/>
                  </a:cubicBezTo>
                  <a:cubicBezTo>
                    <a:pt x="358" y="14"/>
                    <a:pt x="312" y="1"/>
                    <a:pt x="2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94" name="Google Shape;3994;p17"/>
            <p:cNvSpPr/>
            <p:nvPr/>
          </p:nvSpPr>
          <p:spPr>
            <a:xfrm>
              <a:off x="6578050" y="3388275"/>
              <a:ext cx="14350" cy="12050"/>
            </a:xfrm>
            <a:custGeom>
              <a:avLst/>
              <a:gdLst/>
              <a:ahLst/>
              <a:cxnLst/>
              <a:rect l="l" t="t" r="r" b="b"/>
              <a:pathLst>
                <a:path w="574" h="482" extrusionOk="0">
                  <a:moveTo>
                    <a:pt x="265" y="0"/>
                  </a:moveTo>
                  <a:cubicBezTo>
                    <a:pt x="249" y="0"/>
                    <a:pt x="233" y="2"/>
                    <a:pt x="216" y="5"/>
                  </a:cubicBezTo>
                  <a:cubicBezTo>
                    <a:pt x="88" y="30"/>
                    <a:pt x="0" y="155"/>
                    <a:pt x="25" y="284"/>
                  </a:cubicBezTo>
                  <a:cubicBezTo>
                    <a:pt x="49" y="410"/>
                    <a:pt x="155" y="481"/>
                    <a:pt x="262" y="481"/>
                  </a:cubicBezTo>
                  <a:cubicBezTo>
                    <a:pt x="336" y="481"/>
                    <a:pt x="411" y="447"/>
                    <a:pt x="461" y="375"/>
                  </a:cubicBezTo>
                  <a:cubicBezTo>
                    <a:pt x="574" y="213"/>
                    <a:pt x="452" y="0"/>
                    <a:pt x="2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95" name="Google Shape;3995;p17"/>
            <p:cNvSpPr/>
            <p:nvPr/>
          </p:nvSpPr>
          <p:spPr>
            <a:xfrm>
              <a:off x="6571300" y="335905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3" y="0"/>
                  </a:moveTo>
                  <a:cubicBezTo>
                    <a:pt x="298" y="0"/>
                    <a:pt x="283" y="2"/>
                    <a:pt x="267" y="5"/>
                  </a:cubicBezTo>
                  <a:cubicBezTo>
                    <a:pt x="57" y="42"/>
                    <a:pt x="1" y="318"/>
                    <a:pt x="176" y="440"/>
                  </a:cubicBezTo>
                  <a:cubicBezTo>
                    <a:pt x="219" y="469"/>
                    <a:pt x="266" y="482"/>
                    <a:pt x="311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96" name="Google Shape;3996;p17"/>
            <p:cNvSpPr/>
            <p:nvPr/>
          </p:nvSpPr>
          <p:spPr>
            <a:xfrm>
              <a:off x="6565825" y="3329825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0" y="318"/>
                    <a:pt x="176" y="437"/>
                  </a:cubicBezTo>
                  <a:cubicBezTo>
                    <a:pt x="220" y="467"/>
                    <a:pt x="267" y="481"/>
                    <a:pt x="313" y="481"/>
                  </a:cubicBezTo>
                  <a:cubicBezTo>
                    <a:pt x="453" y="481"/>
                    <a:pt x="579" y="354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97" name="Google Shape;3997;p17"/>
            <p:cNvSpPr/>
            <p:nvPr/>
          </p:nvSpPr>
          <p:spPr>
            <a:xfrm>
              <a:off x="6560325" y="3300600"/>
              <a:ext cx="14450" cy="12025"/>
            </a:xfrm>
            <a:custGeom>
              <a:avLst/>
              <a:gdLst/>
              <a:ahLst/>
              <a:cxnLst/>
              <a:rect l="l" t="t" r="r" b="b"/>
              <a:pathLst>
                <a:path w="578" h="481" extrusionOk="0">
                  <a:moveTo>
                    <a:pt x="314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3"/>
                    <a:pt x="1" y="318"/>
                    <a:pt x="176" y="437"/>
                  </a:cubicBezTo>
                  <a:cubicBezTo>
                    <a:pt x="220" y="467"/>
                    <a:pt x="267" y="481"/>
                    <a:pt x="313" y="481"/>
                  </a:cubicBezTo>
                  <a:cubicBezTo>
                    <a:pt x="453" y="481"/>
                    <a:pt x="578" y="355"/>
                    <a:pt x="549" y="196"/>
                  </a:cubicBezTo>
                  <a:cubicBezTo>
                    <a:pt x="527" y="80"/>
                    <a:pt x="427" y="1"/>
                    <a:pt x="3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98" name="Google Shape;3998;p17"/>
            <p:cNvSpPr/>
            <p:nvPr/>
          </p:nvSpPr>
          <p:spPr>
            <a:xfrm>
              <a:off x="6554850" y="3271375"/>
              <a:ext cx="14450" cy="12025"/>
            </a:xfrm>
            <a:custGeom>
              <a:avLst/>
              <a:gdLst/>
              <a:ahLst/>
              <a:cxnLst/>
              <a:rect l="l" t="t" r="r" b="b"/>
              <a:pathLst>
                <a:path w="578" h="481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1" y="318"/>
                    <a:pt x="176" y="438"/>
                  </a:cubicBezTo>
                  <a:cubicBezTo>
                    <a:pt x="220" y="468"/>
                    <a:pt x="267" y="481"/>
                    <a:pt x="312" y="481"/>
                  </a:cubicBezTo>
                  <a:cubicBezTo>
                    <a:pt x="452" y="481"/>
                    <a:pt x="577" y="355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99" name="Google Shape;3999;p17"/>
            <p:cNvSpPr/>
            <p:nvPr/>
          </p:nvSpPr>
          <p:spPr>
            <a:xfrm>
              <a:off x="6549375" y="3242150"/>
              <a:ext cx="14425" cy="12050"/>
            </a:xfrm>
            <a:custGeom>
              <a:avLst/>
              <a:gdLst/>
              <a:ahLst/>
              <a:cxnLst/>
              <a:rect l="l" t="t" r="r" b="b"/>
              <a:pathLst>
                <a:path w="577" h="482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0" y="319"/>
                    <a:pt x="176" y="438"/>
                  </a:cubicBezTo>
                  <a:cubicBezTo>
                    <a:pt x="219" y="468"/>
                    <a:pt x="265" y="481"/>
                    <a:pt x="311" y="481"/>
                  </a:cubicBezTo>
                  <a:cubicBezTo>
                    <a:pt x="450" y="481"/>
                    <a:pt x="577" y="355"/>
                    <a:pt x="549" y="196"/>
                  </a:cubicBezTo>
                  <a:cubicBezTo>
                    <a:pt x="526" y="80"/>
                    <a:pt x="426" y="1"/>
                    <a:pt x="3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00" name="Google Shape;4000;p17"/>
            <p:cNvSpPr/>
            <p:nvPr/>
          </p:nvSpPr>
          <p:spPr>
            <a:xfrm>
              <a:off x="6545000" y="3212900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267" y="0"/>
                  </a:moveTo>
                  <a:cubicBezTo>
                    <a:pt x="126" y="0"/>
                    <a:pt x="0" y="127"/>
                    <a:pt x="31" y="285"/>
                  </a:cubicBezTo>
                  <a:cubicBezTo>
                    <a:pt x="53" y="401"/>
                    <a:pt x="153" y="481"/>
                    <a:pt x="265" y="481"/>
                  </a:cubicBezTo>
                  <a:cubicBezTo>
                    <a:pt x="280" y="481"/>
                    <a:pt x="295" y="479"/>
                    <a:pt x="310" y="476"/>
                  </a:cubicBezTo>
                  <a:cubicBezTo>
                    <a:pt x="523" y="439"/>
                    <a:pt x="579" y="163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01" name="Google Shape;4001;p17"/>
            <p:cNvSpPr/>
            <p:nvPr/>
          </p:nvSpPr>
          <p:spPr>
            <a:xfrm>
              <a:off x="6638925" y="355812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4" y="1"/>
                  </a:moveTo>
                  <a:cubicBezTo>
                    <a:pt x="299" y="1"/>
                    <a:pt x="284" y="2"/>
                    <a:pt x="270" y="5"/>
                  </a:cubicBezTo>
                  <a:cubicBezTo>
                    <a:pt x="60" y="46"/>
                    <a:pt x="0" y="318"/>
                    <a:pt x="179" y="440"/>
                  </a:cubicBezTo>
                  <a:cubicBezTo>
                    <a:pt x="221" y="469"/>
                    <a:pt x="267" y="482"/>
                    <a:pt x="312" y="482"/>
                  </a:cubicBezTo>
                  <a:cubicBezTo>
                    <a:pt x="452" y="482"/>
                    <a:pt x="579" y="355"/>
                    <a:pt x="549" y="196"/>
                  </a:cubicBezTo>
                  <a:cubicBezTo>
                    <a:pt x="529" y="82"/>
                    <a:pt x="426" y="1"/>
                    <a:pt x="3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02" name="Google Shape;4002;p17"/>
            <p:cNvSpPr/>
            <p:nvPr/>
          </p:nvSpPr>
          <p:spPr>
            <a:xfrm>
              <a:off x="6633425" y="3528900"/>
              <a:ext cx="14525" cy="12075"/>
            </a:xfrm>
            <a:custGeom>
              <a:avLst/>
              <a:gdLst/>
              <a:ahLst/>
              <a:cxnLst/>
              <a:rect l="l" t="t" r="r" b="b"/>
              <a:pathLst>
                <a:path w="581" h="483" extrusionOk="0">
                  <a:moveTo>
                    <a:pt x="316" y="1"/>
                  </a:moveTo>
                  <a:cubicBezTo>
                    <a:pt x="301" y="1"/>
                    <a:pt x="285" y="2"/>
                    <a:pt x="270" y="5"/>
                  </a:cubicBezTo>
                  <a:cubicBezTo>
                    <a:pt x="60" y="46"/>
                    <a:pt x="1" y="318"/>
                    <a:pt x="179" y="441"/>
                  </a:cubicBezTo>
                  <a:cubicBezTo>
                    <a:pt x="222" y="469"/>
                    <a:pt x="268" y="482"/>
                    <a:pt x="312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30" y="80"/>
                    <a:pt x="428" y="1"/>
                    <a:pt x="3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03" name="Google Shape;4003;p17"/>
            <p:cNvSpPr/>
            <p:nvPr/>
          </p:nvSpPr>
          <p:spPr>
            <a:xfrm>
              <a:off x="6627950" y="349967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7" y="43"/>
                    <a:pt x="0" y="318"/>
                    <a:pt x="179" y="441"/>
                  </a:cubicBezTo>
                  <a:cubicBezTo>
                    <a:pt x="221" y="469"/>
                    <a:pt x="267" y="482"/>
                    <a:pt x="312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27" y="80"/>
                    <a:pt x="427" y="1"/>
                    <a:pt x="3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04" name="Google Shape;4004;p17"/>
            <p:cNvSpPr/>
            <p:nvPr/>
          </p:nvSpPr>
          <p:spPr>
            <a:xfrm>
              <a:off x="6622475" y="347045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6" y="43"/>
                    <a:pt x="0" y="318"/>
                    <a:pt x="176" y="441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2" y="482"/>
                    <a:pt x="579" y="356"/>
                    <a:pt x="548" y="196"/>
                  </a:cubicBezTo>
                  <a:cubicBezTo>
                    <a:pt x="526" y="80"/>
                    <a:pt x="426" y="1"/>
                    <a:pt x="3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05" name="Google Shape;4005;p17"/>
            <p:cNvSpPr/>
            <p:nvPr/>
          </p:nvSpPr>
          <p:spPr>
            <a:xfrm>
              <a:off x="6616975" y="344122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5" y="1"/>
                  </a:moveTo>
                  <a:cubicBezTo>
                    <a:pt x="301" y="1"/>
                    <a:pt x="285" y="2"/>
                    <a:pt x="270" y="5"/>
                  </a:cubicBezTo>
                  <a:cubicBezTo>
                    <a:pt x="57" y="43"/>
                    <a:pt x="1" y="319"/>
                    <a:pt x="176" y="441"/>
                  </a:cubicBezTo>
                  <a:cubicBezTo>
                    <a:pt x="219" y="470"/>
                    <a:pt x="266" y="482"/>
                    <a:pt x="311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0"/>
                    <a:pt x="427" y="1"/>
                    <a:pt x="3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06" name="Google Shape;4006;p17"/>
            <p:cNvSpPr/>
            <p:nvPr/>
          </p:nvSpPr>
          <p:spPr>
            <a:xfrm>
              <a:off x="6611500" y="34120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7" y="43"/>
                    <a:pt x="0" y="319"/>
                    <a:pt x="176" y="441"/>
                  </a:cubicBezTo>
                  <a:cubicBezTo>
                    <a:pt x="219" y="470"/>
                    <a:pt x="265" y="482"/>
                    <a:pt x="310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0"/>
                    <a:pt x="427" y="1"/>
                    <a:pt x="3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07" name="Google Shape;4007;p17"/>
            <p:cNvSpPr/>
            <p:nvPr/>
          </p:nvSpPr>
          <p:spPr>
            <a:xfrm>
              <a:off x="6606000" y="3382775"/>
              <a:ext cx="14525" cy="12075"/>
            </a:xfrm>
            <a:custGeom>
              <a:avLst/>
              <a:gdLst/>
              <a:ahLst/>
              <a:cxnLst/>
              <a:rect l="l" t="t" r="r" b="b"/>
              <a:pathLst>
                <a:path w="581" h="483" extrusionOk="0">
                  <a:moveTo>
                    <a:pt x="314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3"/>
                    <a:pt x="1" y="319"/>
                    <a:pt x="176" y="441"/>
                  </a:cubicBezTo>
                  <a:cubicBezTo>
                    <a:pt x="220" y="470"/>
                    <a:pt x="266" y="483"/>
                    <a:pt x="311" y="483"/>
                  </a:cubicBezTo>
                  <a:cubicBezTo>
                    <a:pt x="452" y="483"/>
                    <a:pt x="580" y="356"/>
                    <a:pt x="549" y="197"/>
                  </a:cubicBezTo>
                  <a:cubicBezTo>
                    <a:pt x="527" y="80"/>
                    <a:pt x="427" y="1"/>
                    <a:pt x="3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08" name="Google Shape;4008;p17"/>
            <p:cNvSpPr/>
            <p:nvPr/>
          </p:nvSpPr>
          <p:spPr>
            <a:xfrm>
              <a:off x="6600525" y="3353575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313" y="0"/>
                  </a:moveTo>
                  <a:cubicBezTo>
                    <a:pt x="298" y="0"/>
                    <a:pt x="282" y="1"/>
                    <a:pt x="267" y="4"/>
                  </a:cubicBezTo>
                  <a:cubicBezTo>
                    <a:pt x="57" y="42"/>
                    <a:pt x="1" y="318"/>
                    <a:pt x="176" y="437"/>
                  </a:cubicBezTo>
                  <a:cubicBezTo>
                    <a:pt x="220" y="467"/>
                    <a:pt x="267" y="480"/>
                    <a:pt x="313" y="480"/>
                  </a:cubicBezTo>
                  <a:cubicBezTo>
                    <a:pt x="453" y="480"/>
                    <a:pt x="580" y="354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09" name="Google Shape;4009;p17"/>
            <p:cNvSpPr/>
            <p:nvPr/>
          </p:nvSpPr>
          <p:spPr>
            <a:xfrm>
              <a:off x="6595050" y="3324350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313" y="0"/>
                  </a:moveTo>
                  <a:cubicBezTo>
                    <a:pt x="298" y="0"/>
                    <a:pt x="282" y="2"/>
                    <a:pt x="267" y="5"/>
                  </a:cubicBezTo>
                  <a:cubicBezTo>
                    <a:pt x="57" y="42"/>
                    <a:pt x="0" y="318"/>
                    <a:pt x="176" y="437"/>
                  </a:cubicBezTo>
                  <a:cubicBezTo>
                    <a:pt x="220" y="467"/>
                    <a:pt x="267" y="480"/>
                    <a:pt x="313" y="480"/>
                  </a:cubicBezTo>
                  <a:cubicBezTo>
                    <a:pt x="453" y="480"/>
                    <a:pt x="579" y="354"/>
                    <a:pt x="549" y="196"/>
                  </a:cubicBezTo>
                  <a:cubicBezTo>
                    <a:pt x="526" y="80"/>
                    <a:pt x="426" y="0"/>
                    <a:pt x="3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10" name="Google Shape;4010;p17"/>
            <p:cNvSpPr/>
            <p:nvPr/>
          </p:nvSpPr>
          <p:spPr>
            <a:xfrm>
              <a:off x="6589550" y="3295125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313" y="0"/>
                  </a:moveTo>
                  <a:cubicBezTo>
                    <a:pt x="298" y="0"/>
                    <a:pt x="283" y="2"/>
                    <a:pt x="267" y="5"/>
                  </a:cubicBezTo>
                  <a:cubicBezTo>
                    <a:pt x="57" y="42"/>
                    <a:pt x="1" y="318"/>
                    <a:pt x="176" y="437"/>
                  </a:cubicBezTo>
                  <a:cubicBezTo>
                    <a:pt x="220" y="467"/>
                    <a:pt x="267" y="481"/>
                    <a:pt x="313" y="481"/>
                  </a:cubicBezTo>
                  <a:cubicBezTo>
                    <a:pt x="454" y="481"/>
                    <a:pt x="580" y="354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11" name="Google Shape;4011;p17"/>
            <p:cNvSpPr/>
            <p:nvPr/>
          </p:nvSpPr>
          <p:spPr>
            <a:xfrm>
              <a:off x="6584075" y="3265900"/>
              <a:ext cx="14450" cy="12025"/>
            </a:xfrm>
            <a:custGeom>
              <a:avLst/>
              <a:gdLst/>
              <a:ahLst/>
              <a:cxnLst/>
              <a:rect l="l" t="t" r="r" b="b"/>
              <a:pathLst>
                <a:path w="578" h="481" extrusionOk="0">
                  <a:moveTo>
                    <a:pt x="313" y="0"/>
                  </a:moveTo>
                  <a:cubicBezTo>
                    <a:pt x="298" y="0"/>
                    <a:pt x="282" y="2"/>
                    <a:pt x="267" y="5"/>
                  </a:cubicBezTo>
                  <a:cubicBezTo>
                    <a:pt x="57" y="42"/>
                    <a:pt x="0" y="318"/>
                    <a:pt x="176" y="437"/>
                  </a:cubicBezTo>
                  <a:cubicBezTo>
                    <a:pt x="220" y="467"/>
                    <a:pt x="267" y="481"/>
                    <a:pt x="312" y="481"/>
                  </a:cubicBezTo>
                  <a:cubicBezTo>
                    <a:pt x="452" y="481"/>
                    <a:pt x="577" y="354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12" name="Google Shape;4012;p17"/>
            <p:cNvSpPr/>
            <p:nvPr/>
          </p:nvSpPr>
          <p:spPr>
            <a:xfrm>
              <a:off x="6578600" y="3236675"/>
              <a:ext cx="14425" cy="12025"/>
            </a:xfrm>
            <a:custGeom>
              <a:avLst/>
              <a:gdLst/>
              <a:ahLst/>
              <a:cxnLst/>
              <a:rect l="l" t="t" r="r" b="b"/>
              <a:pathLst>
                <a:path w="577" h="481" extrusionOk="0">
                  <a:moveTo>
                    <a:pt x="313" y="0"/>
                  </a:moveTo>
                  <a:cubicBezTo>
                    <a:pt x="298" y="0"/>
                    <a:pt x="282" y="2"/>
                    <a:pt x="266" y="5"/>
                  </a:cubicBezTo>
                  <a:cubicBezTo>
                    <a:pt x="56" y="42"/>
                    <a:pt x="0" y="318"/>
                    <a:pt x="176" y="437"/>
                  </a:cubicBezTo>
                  <a:cubicBezTo>
                    <a:pt x="219" y="467"/>
                    <a:pt x="265" y="481"/>
                    <a:pt x="311" y="481"/>
                  </a:cubicBezTo>
                  <a:cubicBezTo>
                    <a:pt x="450" y="481"/>
                    <a:pt x="577" y="354"/>
                    <a:pt x="549" y="196"/>
                  </a:cubicBezTo>
                  <a:cubicBezTo>
                    <a:pt x="526" y="80"/>
                    <a:pt x="426" y="0"/>
                    <a:pt x="3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13" name="Google Shape;4013;p17"/>
            <p:cNvSpPr/>
            <p:nvPr/>
          </p:nvSpPr>
          <p:spPr>
            <a:xfrm>
              <a:off x="6574225" y="3207425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267" y="0"/>
                  </a:moveTo>
                  <a:cubicBezTo>
                    <a:pt x="126" y="0"/>
                    <a:pt x="0" y="126"/>
                    <a:pt x="31" y="285"/>
                  </a:cubicBezTo>
                  <a:cubicBezTo>
                    <a:pt x="53" y="401"/>
                    <a:pt x="153" y="480"/>
                    <a:pt x="265" y="480"/>
                  </a:cubicBezTo>
                  <a:cubicBezTo>
                    <a:pt x="279" y="480"/>
                    <a:pt x="295" y="479"/>
                    <a:pt x="310" y="476"/>
                  </a:cubicBezTo>
                  <a:cubicBezTo>
                    <a:pt x="523" y="438"/>
                    <a:pt x="579" y="163"/>
                    <a:pt x="404" y="44"/>
                  </a:cubicBezTo>
                  <a:cubicBezTo>
                    <a:pt x="360" y="13"/>
                    <a:pt x="313" y="0"/>
                    <a:pt x="2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14" name="Google Shape;4014;p17"/>
            <p:cNvSpPr/>
            <p:nvPr/>
          </p:nvSpPr>
          <p:spPr>
            <a:xfrm>
              <a:off x="6569275" y="3178200"/>
              <a:ext cx="13950" cy="12050"/>
            </a:xfrm>
            <a:custGeom>
              <a:avLst/>
              <a:gdLst/>
              <a:ahLst/>
              <a:cxnLst/>
              <a:rect l="l" t="t" r="r" b="b"/>
              <a:pathLst>
                <a:path w="558" h="482" extrusionOk="0">
                  <a:moveTo>
                    <a:pt x="247" y="1"/>
                  </a:moveTo>
                  <a:cubicBezTo>
                    <a:pt x="236" y="1"/>
                    <a:pt x="225" y="1"/>
                    <a:pt x="213" y="3"/>
                  </a:cubicBezTo>
                  <a:lnTo>
                    <a:pt x="16" y="169"/>
                  </a:lnTo>
                  <a:cubicBezTo>
                    <a:pt x="3" y="207"/>
                    <a:pt x="0" y="247"/>
                    <a:pt x="10" y="285"/>
                  </a:cubicBezTo>
                  <a:cubicBezTo>
                    <a:pt x="32" y="410"/>
                    <a:pt x="139" y="482"/>
                    <a:pt x="248" y="482"/>
                  </a:cubicBezTo>
                  <a:cubicBezTo>
                    <a:pt x="320" y="482"/>
                    <a:pt x="392" y="451"/>
                    <a:pt x="442" y="382"/>
                  </a:cubicBezTo>
                  <a:cubicBezTo>
                    <a:pt x="557" y="219"/>
                    <a:pt x="435" y="1"/>
                    <a:pt x="24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015" name="Google Shape;4015;p17"/>
          <p:cNvGrpSpPr/>
          <p:nvPr/>
        </p:nvGrpSpPr>
        <p:grpSpPr>
          <a:xfrm rot="392988">
            <a:off x="6735456" y="1321739"/>
            <a:ext cx="746666" cy="737642"/>
            <a:chOff x="5853000" y="3649975"/>
            <a:chExt cx="390150" cy="399275"/>
          </a:xfrm>
        </p:grpSpPr>
        <p:sp>
          <p:nvSpPr>
            <p:cNvPr id="4016" name="Google Shape;4016;p17"/>
            <p:cNvSpPr/>
            <p:nvPr/>
          </p:nvSpPr>
          <p:spPr>
            <a:xfrm>
              <a:off x="6134850" y="4024300"/>
              <a:ext cx="7775" cy="4350"/>
            </a:xfrm>
            <a:custGeom>
              <a:avLst/>
              <a:gdLst/>
              <a:ahLst/>
              <a:cxnLst/>
              <a:rect l="l" t="t" r="r" b="b"/>
              <a:pathLst>
                <a:path w="311" h="174" extrusionOk="0">
                  <a:moveTo>
                    <a:pt x="238" y="1"/>
                  </a:moveTo>
                  <a:cubicBezTo>
                    <a:pt x="224" y="1"/>
                    <a:pt x="211" y="2"/>
                    <a:pt x="198" y="4"/>
                  </a:cubicBezTo>
                  <a:cubicBezTo>
                    <a:pt x="104" y="16"/>
                    <a:pt x="28" y="82"/>
                    <a:pt x="0" y="173"/>
                  </a:cubicBezTo>
                  <a:cubicBezTo>
                    <a:pt x="107" y="123"/>
                    <a:pt x="210" y="67"/>
                    <a:pt x="310" y="10"/>
                  </a:cubicBezTo>
                  <a:cubicBezTo>
                    <a:pt x="286" y="4"/>
                    <a:pt x="262" y="1"/>
                    <a:pt x="23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17" name="Google Shape;4017;p17"/>
            <p:cNvSpPr/>
            <p:nvPr/>
          </p:nvSpPr>
          <p:spPr>
            <a:xfrm>
              <a:off x="6103750" y="4028975"/>
              <a:ext cx="13325" cy="10950"/>
            </a:xfrm>
            <a:custGeom>
              <a:avLst/>
              <a:gdLst/>
              <a:ahLst/>
              <a:cxnLst/>
              <a:rect l="l" t="t" r="r" b="b"/>
              <a:pathLst>
                <a:path w="533" h="438" extrusionOk="0">
                  <a:moveTo>
                    <a:pt x="285" y="1"/>
                  </a:moveTo>
                  <a:cubicBezTo>
                    <a:pt x="244" y="1"/>
                    <a:pt x="202" y="11"/>
                    <a:pt x="163" y="33"/>
                  </a:cubicBezTo>
                  <a:cubicBezTo>
                    <a:pt x="16" y="121"/>
                    <a:pt x="0" y="328"/>
                    <a:pt x="135" y="437"/>
                  </a:cubicBezTo>
                  <a:cubicBezTo>
                    <a:pt x="266" y="394"/>
                    <a:pt x="395" y="350"/>
                    <a:pt x="523" y="300"/>
                  </a:cubicBezTo>
                  <a:cubicBezTo>
                    <a:pt x="530" y="268"/>
                    <a:pt x="533" y="237"/>
                    <a:pt x="527" y="209"/>
                  </a:cubicBezTo>
                  <a:cubicBezTo>
                    <a:pt x="508" y="82"/>
                    <a:pt x="399" y="1"/>
                    <a:pt x="28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18" name="Google Shape;4018;p17"/>
            <p:cNvSpPr/>
            <p:nvPr/>
          </p:nvSpPr>
          <p:spPr>
            <a:xfrm>
              <a:off x="6073025" y="4033700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323" y="1"/>
                  </a:moveTo>
                  <a:cubicBezTo>
                    <a:pt x="310" y="1"/>
                    <a:pt x="296" y="2"/>
                    <a:pt x="283" y="4"/>
                  </a:cubicBezTo>
                  <a:cubicBezTo>
                    <a:pt x="70" y="38"/>
                    <a:pt x="1" y="314"/>
                    <a:pt x="179" y="443"/>
                  </a:cubicBezTo>
                  <a:cubicBezTo>
                    <a:pt x="224" y="476"/>
                    <a:pt x="273" y="490"/>
                    <a:pt x="321" y="490"/>
                  </a:cubicBezTo>
                  <a:cubicBezTo>
                    <a:pt x="460" y="490"/>
                    <a:pt x="587" y="366"/>
                    <a:pt x="562" y="208"/>
                  </a:cubicBezTo>
                  <a:cubicBezTo>
                    <a:pt x="545" y="86"/>
                    <a:pt x="441" y="1"/>
                    <a:pt x="3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19" name="Google Shape;4019;p17"/>
            <p:cNvSpPr/>
            <p:nvPr/>
          </p:nvSpPr>
          <p:spPr>
            <a:xfrm>
              <a:off x="6044050" y="4038400"/>
              <a:ext cx="13575" cy="10850"/>
            </a:xfrm>
            <a:custGeom>
              <a:avLst/>
              <a:gdLst/>
              <a:ahLst/>
              <a:cxnLst/>
              <a:rect l="l" t="t" r="r" b="b"/>
              <a:pathLst>
                <a:path w="543" h="434" extrusionOk="0">
                  <a:moveTo>
                    <a:pt x="286" y="0"/>
                  </a:moveTo>
                  <a:cubicBezTo>
                    <a:pt x="245" y="0"/>
                    <a:pt x="204" y="10"/>
                    <a:pt x="166" y="32"/>
                  </a:cubicBezTo>
                  <a:cubicBezTo>
                    <a:pt x="16" y="120"/>
                    <a:pt x="0" y="327"/>
                    <a:pt x="132" y="433"/>
                  </a:cubicBezTo>
                  <a:cubicBezTo>
                    <a:pt x="238" y="433"/>
                    <a:pt x="345" y="430"/>
                    <a:pt x="451" y="427"/>
                  </a:cubicBezTo>
                  <a:cubicBezTo>
                    <a:pt x="514" y="371"/>
                    <a:pt x="542" y="289"/>
                    <a:pt x="530" y="208"/>
                  </a:cubicBezTo>
                  <a:cubicBezTo>
                    <a:pt x="509" y="82"/>
                    <a:pt x="400" y="0"/>
                    <a:pt x="2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20" name="Google Shape;4020;p17"/>
            <p:cNvSpPr/>
            <p:nvPr/>
          </p:nvSpPr>
          <p:spPr>
            <a:xfrm>
              <a:off x="6015750" y="4043125"/>
              <a:ext cx="11700" cy="5250"/>
            </a:xfrm>
            <a:custGeom>
              <a:avLst/>
              <a:gdLst/>
              <a:ahLst/>
              <a:cxnLst/>
              <a:rect l="l" t="t" r="r" b="b"/>
              <a:pathLst>
                <a:path w="468" h="210" extrusionOk="0">
                  <a:moveTo>
                    <a:pt x="223" y="1"/>
                  </a:moveTo>
                  <a:cubicBezTo>
                    <a:pt x="212" y="1"/>
                    <a:pt x="200" y="1"/>
                    <a:pt x="189" y="3"/>
                  </a:cubicBezTo>
                  <a:cubicBezTo>
                    <a:pt x="104" y="19"/>
                    <a:pt x="32" y="72"/>
                    <a:pt x="1" y="153"/>
                  </a:cubicBezTo>
                  <a:cubicBezTo>
                    <a:pt x="154" y="175"/>
                    <a:pt x="311" y="194"/>
                    <a:pt x="468" y="210"/>
                  </a:cubicBezTo>
                  <a:cubicBezTo>
                    <a:pt x="468" y="210"/>
                    <a:pt x="468" y="207"/>
                    <a:pt x="468" y="207"/>
                  </a:cubicBezTo>
                  <a:cubicBezTo>
                    <a:pt x="448" y="87"/>
                    <a:pt x="342" y="1"/>
                    <a:pt x="2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21" name="Google Shape;4021;p17"/>
            <p:cNvSpPr/>
            <p:nvPr/>
          </p:nvSpPr>
          <p:spPr>
            <a:xfrm>
              <a:off x="6190625" y="3986300"/>
              <a:ext cx="1275" cy="1375"/>
            </a:xfrm>
            <a:custGeom>
              <a:avLst/>
              <a:gdLst/>
              <a:ahLst/>
              <a:cxnLst/>
              <a:rect l="l" t="t" r="r" b="b"/>
              <a:pathLst>
                <a:path w="51" h="55" extrusionOk="0">
                  <a:moveTo>
                    <a:pt x="51" y="1"/>
                  </a:moveTo>
                  <a:lnTo>
                    <a:pt x="51" y="1"/>
                  </a:lnTo>
                  <a:cubicBezTo>
                    <a:pt x="32" y="17"/>
                    <a:pt x="16" y="35"/>
                    <a:pt x="0" y="54"/>
                  </a:cubicBezTo>
                  <a:cubicBezTo>
                    <a:pt x="19" y="35"/>
                    <a:pt x="35" y="20"/>
                    <a:pt x="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22" name="Google Shape;4022;p17"/>
            <p:cNvSpPr/>
            <p:nvPr/>
          </p:nvSpPr>
          <p:spPr>
            <a:xfrm>
              <a:off x="6157800" y="3989750"/>
              <a:ext cx="14700" cy="12225"/>
            </a:xfrm>
            <a:custGeom>
              <a:avLst/>
              <a:gdLst/>
              <a:ahLst/>
              <a:cxnLst/>
              <a:rect l="l" t="t" r="r" b="b"/>
              <a:pathLst>
                <a:path w="588" h="489" extrusionOk="0">
                  <a:moveTo>
                    <a:pt x="323" y="1"/>
                  </a:moveTo>
                  <a:cubicBezTo>
                    <a:pt x="309" y="1"/>
                    <a:pt x="296" y="2"/>
                    <a:pt x="282" y="4"/>
                  </a:cubicBezTo>
                  <a:cubicBezTo>
                    <a:pt x="69" y="35"/>
                    <a:pt x="0" y="314"/>
                    <a:pt x="179" y="443"/>
                  </a:cubicBezTo>
                  <a:cubicBezTo>
                    <a:pt x="224" y="475"/>
                    <a:pt x="272" y="489"/>
                    <a:pt x="320" y="489"/>
                  </a:cubicBezTo>
                  <a:cubicBezTo>
                    <a:pt x="459" y="489"/>
                    <a:pt x="587" y="366"/>
                    <a:pt x="561" y="205"/>
                  </a:cubicBezTo>
                  <a:cubicBezTo>
                    <a:pt x="544" y="86"/>
                    <a:pt x="441" y="1"/>
                    <a:pt x="3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23" name="Google Shape;4023;p17"/>
            <p:cNvSpPr/>
            <p:nvPr/>
          </p:nvSpPr>
          <p:spPr>
            <a:xfrm>
              <a:off x="6128025" y="3994450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322" y="1"/>
                  </a:moveTo>
                  <a:cubicBezTo>
                    <a:pt x="309" y="1"/>
                    <a:pt x="296" y="2"/>
                    <a:pt x="283" y="4"/>
                  </a:cubicBezTo>
                  <a:cubicBezTo>
                    <a:pt x="66" y="38"/>
                    <a:pt x="1" y="314"/>
                    <a:pt x="176" y="443"/>
                  </a:cubicBezTo>
                  <a:cubicBezTo>
                    <a:pt x="221" y="476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8"/>
                  </a:cubicBezTo>
                  <a:cubicBezTo>
                    <a:pt x="542" y="86"/>
                    <a:pt x="438" y="1"/>
                    <a:pt x="3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24" name="Google Shape;4024;p17"/>
            <p:cNvSpPr/>
            <p:nvPr/>
          </p:nvSpPr>
          <p:spPr>
            <a:xfrm>
              <a:off x="6098175" y="3999150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322" y="1"/>
                  </a:moveTo>
                  <a:cubicBezTo>
                    <a:pt x="309" y="1"/>
                    <a:pt x="296" y="2"/>
                    <a:pt x="283" y="4"/>
                  </a:cubicBezTo>
                  <a:cubicBezTo>
                    <a:pt x="66" y="38"/>
                    <a:pt x="1" y="314"/>
                    <a:pt x="176" y="443"/>
                  </a:cubicBezTo>
                  <a:cubicBezTo>
                    <a:pt x="221" y="476"/>
                    <a:pt x="270" y="490"/>
                    <a:pt x="318" y="490"/>
                  </a:cubicBezTo>
                  <a:cubicBezTo>
                    <a:pt x="458" y="490"/>
                    <a:pt x="587" y="366"/>
                    <a:pt x="562" y="208"/>
                  </a:cubicBezTo>
                  <a:cubicBezTo>
                    <a:pt x="542" y="86"/>
                    <a:pt x="438" y="1"/>
                    <a:pt x="3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25" name="Google Shape;4025;p17"/>
            <p:cNvSpPr/>
            <p:nvPr/>
          </p:nvSpPr>
          <p:spPr>
            <a:xfrm>
              <a:off x="6069650" y="40038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9" y="0"/>
                  </a:moveTo>
                  <a:cubicBezTo>
                    <a:pt x="129" y="0"/>
                    <a:pt x="0" y="124"/>
                    <a:pt x="26" y="283"/>
                  </a:cubicBezTo>
                  <a:cubicBezTo>
                    <a:pt x="46" y="404"/>
                    <a:pt x="149" y="490"/>
                    <a:pt x="266" y="490"/>
                  </a:cubicBezTo>
                  <a:cubicBezTo>
                    <a:pt x="279" y="490"/>
                    <a:pt x="292" y="489"/>
                    <a:pt x="305" y="487"/>
                  </a:cubicBezTo>
                  <a:cubicBezTo>
                    <a:pt x="521" y="452"/>
                    <a:pt x="587" y="176"/>
                    <a:pt x="411" y="48"/>
                  </a:cubicBezTo>
                  <a:cubicBezTo>
                    <a:pt x="367" y="15"/>
                    <a:pt x="317" y="0"/>
                    <a:pt x="2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26" name="Google Shape;4026;p17"/>
            <p:cNvSpPr/>
            <p:nvPr/>
          </p:nvSpPr>
          <p:spPr>
            <a:xfrm>
              <a:off x="6038550" y="4008575"/>
              <a:ext cx="14625" cy="12250"/>
            </a:xfrm>
            <a:custGeom>
              <a:avLst/>
              <a:gdLst/>
              <a:ahLst/>
              <a:cxnLst/>
              <a:rect l="l" t="t" r="r" b="b"/>
              <a:pathLst>
                <a:path w="585" h="490" extrusionOk="0">
                  <a:moveTo>
                    <a:pt x="315" y="1"/>
                  </a:moveTo>
                  <a:cubicBezTo>
                    <a:pt x="303" y="1"/>
                    <a:pt x="292" y="1"/>
                    <a:pt x="280" y="3"/>
                  </a:cubicBezTo>
                  <a:cubicBezTo>
                    <a:pt x="67" y="38"/>
                    <a:pt x="1" y="316"/>
                    <a:pt x="176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58" y="490"/>
                    <a:pt x="585" y="367"/>
                    <a:pt x="562" y="207"/>
                  </a:cubicBezTo>
                  <a:cubicBezTo>
                    <a:pt x="542" y="87"/>
                    <a:pt x="436" y="1"/>
                    <a:pt x="3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27" name="Google Shape;4027;p17"/>
            <p:cNvSpPr/>
            <p:nvPr/>
          </p:nvSpPr>
          <p:spPr>
            <a:xfrm>
              <a:off x="6008700" y="4013325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322" y="1"/>
                  </a:moveTo>
                  <a:cubicBezTo>
                    <a:pt x="309" y="1"/>
                    <a:pt x="296" y="2"/>
                    <a:pt x="283" y="4"/>
                  </a:cubicBezTo>
                  <a:cubicBezTo>
                    <a:pt x="67" y="36"/>
                    <a:pt x="1" y="314"/>
                    <a:pt x="176" y="443"/>
                  </a:cubicBezTo>
                  <a:cubicBezTo>
                    <a:pt x="221" y="475"/>
                    <a:pt x="270" y="489"/>
                    <a:pt x="318" y="489"/>
                  </a:cubicBezTo>
                  <a:cubicBezTo>
                    <a:pt x="458" y="489"/>
                    <a:pt x="587" y="366"/>
                    <a:pt x="562" y="205"/>
                  </a:cubicBezTo>
                  <a:cubicBezTo>
                    <a:pt x="542" y="86"/>
                    <a:pt x="439" y="1"/>
                    <a:pt x="3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28" name="Google Shape;4028;p17"/>
            <p:cNvSpPr/>
            <p:nvPr/>
          </p:nvSpPr>
          <p:spPr>
            <a:xfrm>
              <a:off x="5978850" y="401802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322" y="1"/>
                  </a:moveTo>
                  <a:cubicBezTo>
                    <a:pt x="309" y="1"/>
                    <a:pt x="296" y="2"/>
                    <a:pt x="283" y="4"/>
                  </a:cubicBezTo>
                  <a:cubicBezTo>
                    <a:pt x="67" y="39"/>
                    <a:pt x="1" y="314"/>
                    <a:pt x="176" y="443"/>
                  </a:cubicBezTo>
                  <a:cubicBezTo>
                    <a:pt x="221" y="476"/>
                    <a:pt x="271" y="490"/>
                    <a:pt x="319" y="490"/>
                  </a:cubicBezTo>
                  <a:cubicBezTo>
                    <a:pt x="459" y="490"/>
                    <a:pt x="587" y="367"/>
                    <a:pt x="562" y="208"/>
                  </a:cubicBezTo>
                  <a:cubicBezTo>
                    <a:pt x="542" y="87"/>
                    <a:pt x="439" y="1"/>
                    <a:pt x="3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29" name="Google Shape;4029;p17"/>
            <p:cNvSpPr/>
            <p:nvPr/>
          </p:nvSpPr>
          <p:spPr>
            <a:xfrm>
              <a:off x="5951900" y="4022750"/>
              <a:ext cx="11300" cy="8250"/>
            </a:xfrm>
            <a:custGeom>
              <a:avLst/>
              <a:gdLst/>
              <a:ahLst/>
              <a:cxnLst/>
              <a:rect l="l" t="t" r="r" b="b"/>
              <a:pathLst>
                <a:path w="452" h="330" extrusionOk="0">
                  <a:moveTo>
                    <a:pt x="205" y="1"/>
                  </a:moveTo>
                  <a:cubicBezTo>
                    <a:pt x="128" y="1"/>
                    <a:pt x="51" y="36"/>
                    <a:pt x="1" y="113"/>
                  </a:cubicBezTo>
                  <a:cubicBezTo>
                    <a:pt x="142" y="188"/>
                    <a:pt x="289" y="260"/>
                    <a:pt x="436" y="329"/>
                  </a:cubicBezTo>
                  <a:cubicBezTo>
                    <a:pt x="449" y="288"/>
                    <a:pt x="452" y="248"/>
                    <a:pt x="446" y="207"/>
                  </a:cubicBezTo>
                  <a:cubicBezTo>
                    <a:pt x="425" y="75"/>
                    <a:pt x="316" y="1"/>
                    <a:pt x="2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30" name="Google Shape;4030;p17"/>
            <p:cNvSpPr/>
            <p:nvPr/>
          </p:nvSpPr>
          <p:spPr>
            <a:xfrm>
              <a:off x="6214450" y="3950975"/>
              <a:ext cx="4000" cy="6150"/>
            </a:xfrm>
            <a:custGeom>
              <a:avLst/>
              <a:gdLst/>
              <a:ahLst/>
              <a:cxnLst/>
              <a:rect l="l" t="t" r="r" b="b"/>
              <a:pathLst>
                <a:path w="160" h="246" extrusionOk="0">
                  <a:moveTo>
                    <a:pt x="160" y="1"/>
                  </a:moveTo>
                  <a:lnTo>
                    <a:pt x="160" y="1"/>
                  </a:lnTo>
                  <a:cubicBezTo>
                    <a:pt x="63" y="38"/>
                    <a:pt x="0" y="138"/>
                    <a:pt x="10" y="245"/>
                  </a:cubicBezTo>
                  <a:cubicBezTo>
                    <a:pt x="63" y="164"/>
                    <a:pt x="113" y="82"/>
                    <a:pt x="16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31" name="Google Shape;4031;p17"/>
            <p:cNvSpPr/>
            <p:nvPr/>
          </p:nvSpPr>
          <p:spPr>
            <a:xfrm>
              <a:off x="6182950" y="3955200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2" y="1"/>
                  </a:moveTo>
                  <a:cubicBezTo>
                    <a:pt x="309" y="1"/>
                    <a:pt x="296" y="2"/>
                    <a:pt x="282" y="4"/>
                  </a:cubicBezTo>
                  <a:cubicBezTo>
                    <a:pt x="66" y="38"/>
                    <a:pt x="0" y="314"/>
                    <a:pt x="176" y="443"/>
                  </a:cubicBezTo>
                  <a:cubicBezTo>
                    <a:pt x="221" y="476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8"/>
                  </a:cubicBezTo>
                  <a:cubicBezTo>
                    <a:pt x="542" y="86"/>
                    <a:pt x="438" y="1"/>
                    <a:pt x="3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32" name="Google Shape;4032;p17"/>
            <p:cNvSpPr/>
            <p:nvPr/>
          </p:nvSpPr>
          <p:spPr>
            <a:xfrm>
              <a:off x="6154425" y="39598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268" y="1"/>
                  </a:moveTo>
                  <a:cubicBezTo>
                    <a:pt x="128" y="1"/>
                    <a:pt x="0" y="123"/>
                    <a:pt x="26" y="284"/>
                  </a:cubicBezTo>
                  <a:cubicBezTo>
                    <a:pt x="45" y="405"/>
                    <a:pt x="149" y="491"/>
                    <a:pt x="265" y="491"/>
                  </a:cubicBezTo>
                  <a:cubicBezTo>
                    <a:pt x="278" y="491"/>
                    <a:pt x="291" y="490"/>
                    <a:pt x="305" y="488"/>
                  </a:cubicBezTo>
                  <a:cubicBezTo>
                    <a:pt x="521" y="453"/>
                    <a:pt x="587" y="177"/>
                    <a:pt x="411" y="49"/>
                  </a:cubicBezTo>
                  <a:cubicBezTo>
                    <a:pt x="366" y="16"/>
                    <a:pt x="316" y="1"/>
                    <a:pt x="2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33" name="Google Shape;4033;p17"/>
            <p:cNvSpPr/>
            <p:nvPr/>
          </p:nvSpPr>
          <p:spPr>
            <a:xfrm>
              <a:off x="6124625" y="3964600"/>
              <a:ext cx="14625" cy="12250"/>
            </a:xfrm>
            <a:custGeom>
              <a:avLst/>
              <a:gdLst/>
              <a:ahLst/>
              <a:cxnLst/>
              <a:rect l="l" t="t" r="r" b="b"/>
              <a:pathLst>
                <a:path w="585" h="490" extrusionOk="0">
                  <a:moveTo>
                    <a:pt x="267" y="0"/>
                  </a:moveTo>
                  <a:cubicBezTo>
                    <a:pt x="128" y="0"/>
                    <a:pt x="0" y="124"/>
                    <a:pt x="24" y="283"/>
                  </a:cubicBezTo>
                  <a:cubicBezTo>
                    <a:pt x="43" y="404"/>
                    <a:pt x="147" y="490"/>
                    <a:pt x="266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19" y="452"/>
                    <a:pt x="585" y="176"/>
                    <a:pt x="409" y="48"/>
                  </a:cubicBezTo>
                  <a:cubicBezTo>
                    <a:pt x="364" y="15"/>
                    <a:pt x="315" y="0"/>
                    <a:pt x="2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34" name="Google Shape;4034;p17"/>
            <p:cNvSpPr/>
            <p:nvPr/>
          </p:nvSpPr>
          <p:spPr>
            <a:xfrm>
              <a:off x="6094800" y="39693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8" y="0"/>
                  </a:moveTo>
                  <a:cubicBezTo>
                    <a:pt x="127" y="0"/>
                    <a:pt x="0" y="124"/>
                    <a:pt x="26" y="283"/>
                  </a:cubicBezTo>
                  <a:cubicBezTo>
                    <a:pt x="43" y="404"/>
                    <a:pt x="146" y="490"/>
                    <a:pt x="265" y="490"/>
                  </a:cubicBezTo>
                  <a:cubicBezTo>
                    <a:pt x="278" y="490"/>
                    <a:pt x="291" y="489"/>
                    <a:pt x="305" y="487"/>
                  </a:cubicBezTo>
                  <a:cubicBezTo>
                    <a:pt x="521" y="452"/>
                    <a:pt x="587" y="176"/>
                    <a:pt x="411" y="48"/>
                  </a:cubicBezTo>
                  <a:cubicBezTo>
                    <a:pt x="366" y="15"/>
                    <a:pt x="316" y="0"/>
                    <a:pt x="2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35" name="Google Shape;4035;p17"/>
            <p:cNvSpPr/>
            <p:nvPr/>
          </p:nvSpPr>
          <p:spPr>
            <a:xfrm>
              <a:off x="6064950" y="3974025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270" y="1"/>
                  </a:moveTo>
                  <a:cubicBezTo>
                    <a:pt x="130" y="1"/>
                    <a:pt x="0" y="124"/>
                    <a:pt x="26" y="285"/>
                  </a:cubicBezTo>
                  <a:cubicBezTo>
                    <a:pt x="46" y="403"/>
                    <a:pt x="149" y="489"/>
                    <a:pt x="265" y="489"/>
                  </a:cubicBezTo>
                  <a:cubicBezTo>
                    <a:pt x="278" y="489"/>
                    <a:pt x="292" y="488"/>
                    <a:pt x="305" y="486"/>
                  </a:cubicBezTo>
                  <a:cubicBezTo>
                    <a:pt x="521" y="454"/>
                    <a:pt x="587" y="175"/>
                    <a:pt x="411" y="47"/>
                  </a:cubicBezTo>
                  <a:cubicBezTo>
                    <a:pt x="367" y="15"/>
                    <a:pt x="318" y="1"/>
                    <a:pt x="27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36" name="Google Shape;4036;p17"/>
            <p:cNvSpPr/>
            <p:nvPr/>
          </p:nvSpPr>
          <p:spPr>
            <a:xfrm>
              <a:off x="6035100" y="397877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8" y="0"/>
                  </a:moveTo>
                  <a:cubicBezTo>
                    <a:pt x="128" y="0"/>
                    <a:pt x="0" y="123"/>
                    <a:pt x="26" y="283"/>
                  </a:cubicBezTo>
                  <a:cubicBezTo>
                    <a:pt x="46" y="403"/>
                    <a:pt x="152" y="489"/>
                    <a:pt x="270" y="489"/>
                  </a:cubicBezTo>
                  <a:cubicBezTo>
                    <a:pt x="282" y="489"/>
                    <a:pt x="293" y="488"/>
                    <a:pt x="305" y="487"/>
                  </a:cubicBezTo>
                  <a:cubicBezTo>
                    <a:pt x="521" y="452"/>
                    <a:pt x="587" y="173"/>
                    <a:pt x="411" y="48"/>
                  </a:cubicBezTo>
                  <a:cubicBezTo>
                    <a:pt x="366" y="15"/>
                    <a:pt x="316" y="0"/>
                    <a:pt x="2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37" name="Google Shape;4037;p17"/>
            <p:cNvSpPr/>
            <p:nvPr/>
          </p:nvSpPr>
          <p:spPr>
            <a:xfrm>
              <a:off x="6005325" y="398347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65" y="0"/>
                  </a:moveTo>
                  <a:cubicBezTo>
                    <a:pt x="127" y="0"/>
                    <a:pt x="0" y="123"/>
                    <a:pt x="26" y="283"/>
                  </a:cubicBezTo>
                  <a:cubicBezTo>
                    <a:pt x="43" y="404"/>
                    <a:pt x="146" y="490"/>
                    <a:pt x="265" y="490"/>
                  </a:cubicBezTo>
                  <a:cubicBezTo>
                    <a:pt x="278" y="490"/>
                    <a:pt x="291" y="489"/>
                    <a:pt x="305" y="487"/>
                  </a:cubicBezTo>
                  <a:cubicBezTo>
                    <a:pt x="518" y="452"/>
                    <a:pt x="587" y="177"/>
                    <a:pt x="408" y="48"/>
                  </a:cubicBezTo>
                  <a:cubicBezTo>
                    <a:pt x="363" y="15"/>
                    <a:pt x="314" y="0"/>
                    <a:pt x="2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38" name="Google Shape;4038;p17"/>
            <p:cNvSpPr/>
            <p:nvPr/>
          </p:nvSpPr>
          <p:spPr>
            <a:xfrm>
              <a:off x="5975475" y="398817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69" y="1"/>
                  </a:moveTo>
                  <a:cubicBezTo>
                    <a:pt x="129" y="1"/>
                    <a:pt x="0" y="125"/>
                    <a:pt x="26" y="283"/>
                  </a:cubicBezTo>
                  <a:cubicBezTo>
                    <a:pt x="46" y="404"/>
                    <a:pt x="149" y="490"/>
                    <a:pt x="266" y="490"/>
                  </a:cubicBezTo>
                  <a:cubicBezTo>
                    <a:pt x="279" y="490"/>
                    <a:pt x="292" y="489"/>
                    <a:pt x="305" y="487"/>
                  </a:cubicBezTo>
                  <a:cubicBezTo>
                    <a:pt x="521" y="452"/>
                    <a:pt x="587" y="177"/>
                    <a:pt x="412" y="48"/>
                  </a:cubicBezTo>
                  <a:cubicBezTo>
                    <a:pt x="367" y="15"/>
                    <a:pt x="317" y="1"/>
                    <a:pt x="2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39" name="Google Shape;4039;p17"/>
            <p:cNvSpPr/>
            <p:nvPr/>
          </p:nvSpPr>
          <p:spPr>
            <a:xfrm>
              <a:off x="5944300" y="399290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322" y="0"/>
                  </a:moveTo>
                  <a:cubicBezTo>
                    <a:pt x="309" y="0"/>
                    <a:pt x="296" y="1"/>
                    <a:pt x="283" y="3"/>
                  </a:cubicBezTo>
                  <a:cubicBezTo>
                    <a:pt x="67" y="38"/>
                    <a:pt x="1" y="314"/>
                    <a:pt x="176" y="442"/>
                  </a:cubicBezTo>
                  <a:cubicBezTo>
                    <a:pt x="222" y="475"/>
                    <a:pt x="271" y="490"/>
                    <a:pt x="320" y="490"/>
                  </a:cubicBezTo>
                  <a:cubicBezTo>
                    <a:pt x="459" y="490"/>
                    <a:pt x="587" y="367"/>
                    <a:pt x="562" y="207"/>
                  </a:cubicBezTo>
                  <a:cubicBezTo>
                    <a:pt x="542" y="88"/>
                    <a:pt x="441" y="0"/>
                    <a:pt x="3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40" name="Google Shape;4040;p17"/>
            <p:cNvSpPr/>
            <p:nvPr/>
          </p:nvSpPr>
          <p:spPr>
            <a:xfrm>
              <a:off x="5916800" y="3997625"/>
              <a:ext cx="12100" cy="11200"/>
            </a:xfrm>
            <a:custGeom>
              <a:avLst/>
              <a:gdLst/>
              <a:ahLst/>
              <a:cxnLst/>
              <a:rect l="l" t="t" r="r" b="b"/>
              <a:pathLst>
                <a:path w="484" h="448" extrusionOk="0">
                  <a:moveTo>
                    <a:pt x="226" y="1"/>
                  </a:moveTo>
                  <a:cubicBezTo>
                    <a:pt x="134" y="1"/>
                    <a:pt x="42" y="51"/>
                    <a:pt x="1" y="156"/>
                  </a:cubicBezTo>
                  <a:cubicBezTo>
                    <a:pt x="120" y="256"/>
                    <a:pt x="239" y="353"/>
                    <a:pt x="364" y="447"/>
                  </a:cubicBezTo>
                  <a:cubicBezTo>
                    <a:pt x="443" y="394"/>
                    <a:pt x="483" y="300"/>
                    <a:pt x="468" y="206"/>
                  </a:cubicBezTo>
                  <a:cubicBezTo>
                    <a:pt x="447" y="73"/>
                    <a:pt x="337" y="1"/>
                    <a:pt x="2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41" name="Google Shape;4041;p17"/>
            <p:cNvSpPr/>
            <p:nvPr/>
          </p:nvSpPr>
          <p:spPr>
            <a:xfrm>
              <a:off x="6208025" y="3920650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2" y="1"/>
                  </a:moveTo>
                  <a:cubicBezTo>
                    <a:pt x="309" y="1"/>
                    <a:pt x="296" y="2"/>
                    <a:pt x="282" y="4"/>
                  </a:cubicBezTo>
                  <a:cubicBezTo>
                    <a:pt x="69" y="38"/>
                    <a:pt x="0" y="314"/>
                    <a:pt x="179" y="443"/>
                  </a:cubicBezTo>
                  <a:cubicBezTo>
                    <a:pt x="224" y="476"/>
                    <a:pt x="273" y="490"/>
                    <a:pt x="321" y="490"/>
                  </a:cubicBezTo>
                  <a:cubicBezTo>
                    <a:pt x="460" y="490"/>
                    <a:pt x="587" y="366"/>
                    <a:pt x="561" y="208"/>
                  </a:cubicBezTo>
                  <a:cubicBezTo>
                    <a:pt x="544" y="86"/>
                    <a:pt x="441" y="1"/>
                    <a:pt x="3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42" name="Google Shape;4042;p17"/>
            <p:cNvSpPr/>
            <p:nvPr/>
          </p:nvSpPr>
          <p:spPr>
            <a:xfrm>
              <a:off x="6179575" y="39253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7" y="0"/>
                  </a:moveTo>
                  <a:cubicBezTo>
                    <a:pt x="127" y="0"/>
                    <a:pt x="0" y="124"/>
                    <a:pt x="26" y="283"/>
                  </a:cubicBezTo>
                  <a:cubicBezTo>
                    <a:pt x="43" y="404"/>
                    <a:pt x="146" y="490"/>
                    <a:pt x="264" y="490"/>
                  </a:cubicBezTo>
                  <a:cubicBezTo>
                    <a:pt x="278" y="490"/>
                    <a:pt x="291" y="489"/>
                    <a:pt x="305" y="487"/>
                  </a:cubicBezTo>
                  <a:cubicBezTo>
                    <a:pt x="521" y="452"/>
                    <a:pt x="587" y="176"/>
                    <a:pt x="411" y="48"/>
                  </a:cubicBezTo>
                  <a:cubicBezTo>
                    <a:pt x="365" y="15"/>
                    <a:pt x="316" y="0"/>
                    <a:pt x="2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43" name="Google Shape;4043;p17"/>
            <p:cNvSpPr/>
            <p:nvPr/>
          </p:nvSpPr>
          <p:spPr>
            <a:xfrm>
              <a:off x="6149725" y="39300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9" y="0"/>
                  </a:moveTo>
                  <a:cubicBezTo>
                    <a:pt x="129" y="0"/>
                    <a:pt x="0" y="124"/>
                    <a:pt x="26" y="283"/>
                  </a:cubicBezTo>
                  <a:cubicBezTo>
                    <a:pt x="45" y="404"/>
                    <a:pt x="149" y="490"/>
                    <a:pt x="265" y="490"/>
                  </a:cubicBezTo>
                  <a:cubicBezTo>
                    <a:pt x="278" y="490"/>
                    <a:pt x="291" y="489"/>
                    <a:pt x="305" y="487"/>
                  </a:cubicBezTo>
                  <a:cubicBezTo>
                    <a:pt x="521" y="452"/>
                    <a:pt x="587" y="176"/>
                    <a:pt x="411" y="48"/>
                  </a:cubicBezTo>
                  <a:cubicBezTo>
                    <a:pt x="366" y="15"/>
                    <a:pt x="317" y="0"/>
                    <a:pt x="2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44" name="Google Shape;4044;p17"/>
            <p:cNvSpPr/>
            <p:nvPr/>
          </p:nvSpPr>
          <p:spPr>
            <a:xfrm>
              <a:off x="6119875" y="39347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9" y="0"/>
                  </a:moveTo>
                  <a:cubicBezTo>
                    <a:pt x="129" y="0"/>
                    <a:pt x="0" y="125"/>
                    <a:pt x="26" y="286"/>
                  </a:cubicBezTo>
                  <a:cubicBezTo>
                    <a:pt x="45" y="404"/>
                    <a:pt x="149" y="490"/>
                    <a:pt x="268" y="490"/>
                  </a:cubicBezTo>
                  <a:cubicBezTo>
                    <a:pt x="281" y="490"/>
                    <a:pt x="294" y="489"/>
                    <a:pt x="308" y="487"/>
                  </a:cubicBezTo>
                  <a:cubicBezTo>
                    <a:pt x="521" y="455"/>
                    <a:pt x="587" y="176"/>
                    <a:pt x="411" y="48"/>
                  </a:cubicBezTo>
                  <a:cubicBezTo>
                    <a:pt x="366" y="15"/>
                    <a:pt x="317" y="0"/>
                    <a:pt x="2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45" name="Google Shape;4045;p17"/>
            <p:cNvSpPr/>
            <p:nvPr/>
          </p:nvSpPr>
          <p:spPr>
            <a:xfrm>
              <a:off x="6090100" y="39395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5" y="0"/>
                  </a:moveTo>
                  <a:cubicBezTo>
                    <a:pt x="127" y="0"/>
                    <a:pt x="0" y="123"/>
                    <a:pt x="26" y="283"/>
                  </a:cubicBezTo>
                  <a:cubicBezTo>
                    <a:pt x="43" y="403"/>
                    <a:pt x="149" y="489"/>
                    <a:pt x="269" y="489"/>
                  </a:cubicBezTo>
                  <a:cubicBezTo>
                    <a:pt x="281" y="489"/>
                    <a:pt x="293" y="488"/>
                    <a:pt x="305" y="487"/>
                  </a:cubicBezTo>
                  <a:cubicBezTo>
                    <a:pt x="518" y="452"/>
                    <a:pt x="587" y="173"/>
                    <a:pt x="408" y="48"/>
                  </a:cubicBezTo>
                  <a:cubicBezTo>
                    <a:pt x="363" y="15"/>
                    <a:pt x="313" y="0"/>
                    <a:pt x="2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46" name="Google Shape;4046;p17"/>
            <p:cNvSpPr/>
            <p:nvPr/>
          </p:nvSpPr>
          <p:spPr>
            <a:xfrm>
              <a:off x="6060250" y="39442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8" y="0"/>
                  </a:moveTo>
                  <a:cubicBezTo>
                    <a:pt x="128" y="0"/>
                    <a:pt x="0" y="123"/>
                    <a:pt x="26" y="283"/>
                  </a:cubicBezTo>
                  <a:cubicBezTo>
                    <a:pt x="46" y="403"/>
                    <a:pt x="152" y="489"/>
                    <a:pt x="270" y="489"/>
                  </a:cubicBezTo>
                  <a:cubicBezTo>
                    <a:pt x="282" y="489"/>
                    <a:pt x="293" y="488"/>
                    <a:pt x="305" y="487"/>
                  </a:cubicBezTo>
                  <a:cubicBezTo>
                    <a:pt x="521" y="452"/>
                    <a:pt x="587" y="177"/>
                    <a:pt x="411" y="48"/>
                  </a:cubicBezTo>
                  <a:cubicBezTo>
                    <a:pt x="366" y="15"/>
                    <a:pt x="316" y="0"/>
                    <a:pt x="2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47" name="Google Shape;4047;p17"/>
            <p:cNvSpPr/>
            <p:nvPr/>
          </p:nvSpPr>
          <p:spPr>
            <a:xfrm>
              <a:off x="6030400" y="394892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268" y="0"/>
                  </a:moveTo>
                  <a:cubicBezTo>
                    <a:pt x="128" y="0"/>
                    <a:pt x="0" y="123"/>
                    <a:pt x="26" y="283"/>
                  </a:cubicBezTo>
                  <a:cubicBezTo>
                    <a:pt x="46" y="404"/>
                    <a:pt x="149" y="490"/>
                    <a:pt x="265" y="490"/>
                  </a:cubicBezTo>
                  <a:cubicBezTo>
                    <a:pt x="278" y="490"/>
                    <a:pt x="292" y="489"/>
                    <a:pt x="305" y="487"/>
                  </a:cubicBezTo>
                  <a:cubicBezTo>
                    <a:pt x="521" y="452"/>
                    <a:pt x="587" y="177"/>
                    <a:pt x="411" y="48"/>
                  </a:cubicBezTo>
                  <a:cubicBezTo>
                    <a:pt x="366" y="15"/>
                    <a:pt x="316" y="0"/>
                    <a:pt x="2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48" name="Google Shape;4048;p17"/>
            <p:cNvSpPr/>
            <p:nvPr/>
          </p:nvSpPr>
          <p:spPr>
            <a:xfrm>
              <a:off x="6000600" y="3953625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268" y="1"/>
                  </a:moveTo>
                  <a:cubicBezTo>
                    <a:pt x="128" y="1"/>
                    <a:pt x="1" y="125"/>
                    <a:pt x="24" y="283"/>
                  </a:cubicBezTo>
                  <a:cubicBezTo>
                    <a:pt x="44" y="404"/>
                    <a:pt x="147" y="490"/>
                    <a:pt x="266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19" y="452"/>
                    <a:pt x="585" y="177"/>
                    <a:pt x="409" y="48"/>
                  </a:cubicBezTo>
                  <a:cubicBezTo>
                    <a:pt x="365" y="15"/>
                    <a:pt x="315" y="1"/>
                    <a:pt x="2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49" name="Google Shape;4049;p17"/>
            <p:cNvSpPr/>
            <p:nvPr/>
          </p:nvSpPr>
          <p:spPr>
            <a:xfrm>
              <a:off x="5970775" y="395832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68" y="1"/>
                  </a:moveTo>
                  <a:cubicBezTo>
                    <a:pt x="128" y="1"/>
                    <a:pt x="0" y="125"/>
                    <a:pt x="26" y="283"/>
                  </a:cubicBezTo>
                  <a:cubicBezTo>
                    <a:pt x="43" y="404"/>
                    <a:pt x="146" y="490"/>
                    <a:pt x="265" y="490"/>
                  </a:cubicBezTo>
                  <a:cubicBezTo>
                    <a:pt x="278" y="490"/>
                    <a:pt x="291" y="489"/>
                    <a:pt x="305" y="487"/>
                  </a:cubicBezTo>
                  <a:cubicBezTo>
                    <a:pt x="518" y="452"/>
                    <a:pt x="587" y="177"/>
                    <a:pt x="412" y="48"/>
                  </a:cubicBezTo>
                  <a:cubicBezTo>
                    <a:pt x="366" y="15"/>
                    <a:pt x="316" y="1"/>
                    <a:pt x="2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50" name="Google Shape;4050;p17"/>
            <p:cNvSpPr/>
            <p:nvPr/>
          </p:nvSpPr>
          <p:spPr>
            <a:xfrm>
              <a:off x="5940925" y="3963075"/>
              <a:ext cx="14700" cy="12225"/>
            </a:xfrm>
            <a:custGeom>
              <a:avLst/>
              <a:gdLst/>
              <a:ahLst/>
              <a:cxnLst/>
              <a:rect l="l" t="t" r="r" b="b"/>
              <a:pathLst>
                <a:path w="588" h="489" extrusionOk="0">
                  <a:moveTo>
                    <a:pt x="270" y="0"/>
                  </a:moveTo>
                  <a:cubicBezTo>
                    <a:pt x="130" y="0"/>
                    <a:pt x="0" y="123"/>
                    <a:pt x="26" y="284"/>
                  </a:cubicBezTo>
                  <a:cubicBezTo>
                    <a:pt x="46" y="403"/>
                    <a:pt x="149" y="488"/>
                    <a:pt x="266" y="488"/>
                  </a:cubicBezTo>
                  <a:cubicBezTo>
                    <a:pt x="279" y="488"/>
                    <a:pt x="292" y="487"/>
                    <a:pt x="305" y="485"/>
                  </a:cubicBezTo>
                  <a:cubicBezTo>
                    <a:pt x="521" y="454"/>
                    <a:pt x="587" y="175"/>
                    <a:pt x="412" y="46"/>
                  </a:cubicBezTo>
                  <a:cubicBezTo>
                    <a:pt x="367" y="14"/>
                    <a:pt x="318" y="0"/>
                    <a:pt x="2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51" name="Google Shape;4051;p17"/>
            <p:cNvSpPr/>
            <p:nvPr/>
          </p:nvSpPr>
          <p:spPr>
            <a:xfrm>
              <a:off x="5909750" y="3967825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323" y="0"/>
                  </a:moveTo>
                  <a:cubicBezTo>
                    <a:pt x="310" y="0"/>
                    <a:pt x="296" y="1"/>
                    <a:pt x="283" y="3"/>
                  </a:cubicBezTo>
                  <a:cubicBezTo>
                    <a:pt x="67" y="38"/>
                    <a:pt x="1" y="314"/>
                    <a:pt x="176" y="442"/>
                  </a:cubicBezTo>
                  <a:cubicBezTo>
                    <a:pt x="222" y="475"/>
                    <a:pt x="272" y="490"/>
                    <a:pt x="320" y="490"/>
                  </a:cubicBezTo>
                  <a:cubicBezTo>
                    <a:pt x="460" y="490"/>
                    <a:pt x="587" y="365"/>
                    <a:pt x="562" y="204"/>
                  </a:cubicBezTo>
                  <a:cubicBezTo>
                    <a:pt x="545" y="86"/>
                    <a:pt x="442" y="0"/>
                    <a:pt x="3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52" name="Google Shape;4052;p17"/>
            <p:cNvSpPr/>
            <p:nvPr/>
          </p:nvSpPr>
          <p:spPr>
            <a:xfrm>
              <a:off x="5889150" y="3972675"/>
              <a:ext cx="4950" cy="5975"/>
            </a:xfrm>
            <a:custGeom>
              <a:avLst/>
              <a:gdLst/>
              <a:ahLst/>
              <a:cxnLst/>
              <a:rect l="l" t="t" r="r" b="b"/>
              <a:pathLst>
                <a:path w="198" h="239" extrusionOk="0">
                  <a:moveTo>
                    <a:pt x="1" y="1"/>
                  </a:moveTo>
                  <a:lnTo>
                    <a:pt x="1" y="1"/>
                  </a:lnTo>
                  <a:cubicBezTo>
                    <a:pt x="63" y="79"/>
                    <a:pt x="129" y="160"/>
                    <a:pt x="195" y="239"/>
                  </a:cubicBezTo>
                  <a:cubicBezTo>
                    <a:pt x="198" y="123"/>
                    <a:pt x="113" y="23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53" name="Google Shape;4053;p17"/>
            <p:cNvSpPr/>
            <p:nvPr/>
          </p:nvSpPr>
          <p:spPr>
            <a:xfrm>
              <a:off x="6233325" y="3886100"/>
              <a:ext cx="9350" cy="12175"/>
            </a:xfrm>
            <a:custGeom>
              <a:avLst/>
              <a:gdLst/>
              <a:ahLst/>
              <a:cxnLst/>
              <a:rect l="l" t="t" r="r" b="b"/>
              <a:pathLst>
                <a:path w="374" h="487" extrusionOk="0">
                  <a:moveTo>
                    <a:pt x="313" y="1"/>
                  </a:moveTo>
                  <a:cubicBezTo>
                    <a:pt x="301" y="1"/>
                    <a:pt x="288" y="2"/>
                    <a:pt x="276" y="4"/>
                  </a:cubicBezTo>
                  <a:cubicBezTo>
                    <a:pt x="4" y="48"/>
                    <a:pt x="0" y="436"/>
                    <a:pt x="270" y="487"/>
                  </a:cubicBezTo>
                  <a:cubicBezTo>
                    <a:pt x="311" y="327"/>
                    <a:pt x="345" y="170"/>
                    <a:pt x="373" y="7"/>
                  </a:cubicBezTo>
                  <a:cubicBezTo>
                    <a:pt x="354" y="3"/>
                    <a:pt x="333" y="1"/>
                    <a:pt x="3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54" name="Google Shape;4054;p17"/>
            <p:cNvSpPr/>
            <p:nvPr/>
          </p:nvSpPr>
          <p:spPr>
            <a:xfrm>
              <a:off x="6203325" y="3890800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2" y="1"/>
                  </a:moveTo>
                  <a:cubicBezTo>
                    <a:pt x="309" y="1"/>
                    <a:pt x="296" y="2"/>
                    <a:pt x="282" y="4"/>
                  </a:cubicBezTo>
                  <a:cubicBezTo>
                    <a:pt x="69" y="38"/>
                    <a:pt x="0" y="314"/>
                    <a:pt x="176" y="443"/>
                  </a:cubicBezTo>
                  <a:cubicBezTo>
                    <a:pt x="222" y="476"/>
                    <a:pt x="272" y="491"/>
                    <a:pt x="321" y="491"/>
                  </a:cubicBezTo>
                  <a:cubicBezTo>
                    <a:pt x="460" y="491"/>
                    <a:pt x="587" y="368"/>
                    <a:pt x="561" y="208"/>
                  </a:cubicBezTo>
                  <a:cubicBezTo>
                    <a:pt x="544" y="86"/>
                    <a:pt x="441" y="1"/>
                    <a:pt x="3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55" name="Google Shape;4055;p17"/>
            <p:cNvSpPr/>
            <p:nvPr/>
          </p:nvSpPr>
          <p:spPr>
            <a:xfrm>
              <a:off x="6174850" y="389550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267" y="0"/>
                  </a:moveTo>
                  <a:cubicBezTo>
                    <a:pt x="128" y="0"/>
                    <a:pt x="1" y="124"/>
                    <a:pt x="27" y="283"/>
                  </a:cubicBezTo>
                  <a:cubicBezTo>
                    <a:pt x="44" y="404"/>
                    <a:pt x="147" y="490"/>
                    <a:pt x="265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19" y="452"/>
                    <a:pt x="588" y="176"/>
                    <a:pt x="409" y="48"/>
                  </a:cubicBezTo>
                  <a:cubicBezTo>
                    <a:pt x="364" y="15"/>
                    <a:pt x="315" y="0"/>
                    <a:pt x="2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56" name="Google Shape;4056;p17"/>
            <p:cNvSpPr/>
            <p:nvPr/>
          </p:nvSpPr>
          <p:spPr>
            <a:xfrm>
              <a:off x="6145000" y="3900225"/>
              <a:ext cx="14700" cy="12225"/>
            </a:xfrm>
            <a:custGeom>
              <a:avLst/>
              <a:gdLst/>
              <a:ahLst/>
              <a:cxnLst/>
              <a:rect l="l" t="t" r="r" b="b"/>
              <a:pathLst>
                <a:path w="588" h="489" extrusionOk="0">
                  <a:moveTo>
                    <a:pt x="271" y="1"/>
                  </a:moveTo>
                  <a:cubicBezTo>
                    <a:pt x="130" y="1"/>
                    <a:pt x="1" y="124"/>
                    <a:pt x="27" y="285"/>
                  </a:cubicBezTo>
                  <a:cubicBezTo>
                    <a:pt x="46" y="403"/>
                    <a:pt x="147" y="489"/>
                    <a:pt x="265" y="489"/>
                  </a:cubicBezTo>
                  <a:cubicBezTo>
                    <a:pt x="279" y="489"/>
                    <a:pt x="292" y="488"/>
                    <a:pt x="306" y="486"/>
                  </a:cubicBezTo>
                  <a:cubicBezTo>
                    <a:pt x="522" y="454"/>
                    <a:pt x="588" y="175"/>
                    <a:pt x="412" y="47"/>
                  </a:cubicBezTo>
                  <a:cubicBezTo>
                    <a:pt x="368" y="15"/>
                    <a:pt x="319" y="1"/>
                    <a:pt x="27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57" name="Google Shape;4057;p17"/>
            <p:cNvSpPr/>
            <p:nvPr/>
          </p:nvSpPr>
          <p:spPr>
            <a:xfrm>
              <a:off x="6115175" y="390497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8" y="0"/>
                  </a:moveTo>
                  <a:cubicBezTo>
                    <a:pt x="128" y="0"/>
                    <a:pt x="0" y="123"/>
                    <a:pt x="26" y="283"/>
                  </a:cubicBezTo>
                  <a:cubicBezTo>
                    <a:pt x="46" y="403"/>
                    <a:pt x="152" y="489"/>
                    <a:pt x="270" y="489"/>
                  </a:cubicBezTo>
                  <a:cubicBezTo>
                    <a:pt x="281" y="489"/>
                    <a:pt x="293" y="488"/>
                    <a:pt x="305" y="487"/>
                  </a:cubicBezTo>
                  <a:cubicBezTo>
                    <a:pt x="521" y="452"/>
                    <a:pt x="587" y="173"/>
                    <a:pt x="411" y="48"/>
                  </a:cubicBezTo>
                  <a:cubicBezTo>
                    <a:pt x="366" y="15"/>
                    <a:pt x="316" y="0"/>
                    <a:pt x="2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58" name="Google Shape;4058;p17"/>
            <p:cNvSpPr/>
            <p:nvPr/>
          </p:nvSpPr>
          <p:spPr>
            <a:xfrm>
              <a:off x="6085375" y="3909675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266" y="0"/>
                  </a:moveTo>
                  <a:cubicBezTo>
                    <a:pt x="127" y="0"/>
                    <a:pt x="0" y="123"/>
                    <a:pt x="24" y="283"/>
                  </a:cubicBezTo>
                  <a:cubicBezTo>
                    <a:pt x="43" y="404"/>
                    <a:pt x="147" y="490"/>
                    <a:pt x="266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19" y="452"/>
                    <a:pt x="585" y="177"/>
                    <a:pt x="409" y="48"/>
                  </a:cubicBezTo>
                  <a:cubicBezTo>
                    <a:pt x="364" y="15"/>
                    <a:pt x="314" y="0"/>
                    <a:pt x="2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59" name="Google Shape;4059;p17"/>
            <p:cNvSpPr/>
            <p:nvPr/>
          </p:nvSpPr>
          <p:spPr>
            <a:xfrm>
              <a:off x="6055550" y="39143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268" y="1"/>
                  </a:moveTo>
                  <a:cubicBezTo>
                    <a:pt x="127" y="1"/>
                    <a:pt x="0" y="125"/>
                    <a:pt x="26" y="283"/>
                  </a:cubicBezTo>
                  <a:cubicBezTo>
                    <a:pt x="43" y="404"/>
                    <a:pt x="146" y="490"/>
                    <a:pt x="265" y="490"/>
                  </a:cubicBezTo>
                  <a:cubicBezTo>
                    <a:pt x="278" y="490"/>
                    <a:pt x="291" y="489"/>
                    <a:pt x="305" y="487"/>
                  </a:cubicBezTo>
                  <a:cubicBezTo>
                    <a:pt x="518" y="452"/>
                    <a:pt x="587" y="177"/>
                    <a:pt x="411" y="48"/>
                  </a:cubicBezTo>
                  <a:cubicBezTo>
                    <a:pt x="366" y="15"/>
                    <a:pt x="316" y="1"/>
                    <a:pt x="2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60" name="Google Shape;4060;p17"/>
            <p:cNvSpPr/>
            <p:nvPr/>
          </p:nvSpPr>
          <p:spPr>
            <a:xfrm>
              <a:off x="6025700" y="39190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269" y="1"/>
                  </a:moveTo>
                  <a:cubicBezTo>
                    <a:pt x="129" y="1"/>
                    <a:pt x="0" y="125"/>
                    <a:pt x="26" y="283"/>
                  </a:cubicBezTo>
                  <a:cubicBezTo>
                    <a:pt x="46" y="404"/>
                    <a:pt x="149" y="490"/>
                    <a:pt x="265" y="490"/>
                  </a:cubicBezTo>
                  <a:cubicBezTo>
                    <a:pt x="278" y="490"/>
                    <a:pt x="292" y="489"/>
                    <a:pt x="305" y="487"/>
                  </a:cubicBezTo>
                  <a:cubicBezTo>
                    <a:pt x="521" y="452"/>
                    <a:pt x="587" y="177"/>
                    <a:pt x="411" y="48"/>
                  </a:cubicBezTo>
                  <a:cubicBezTo>
                    <a:pt x="366" y="15"/>
                    <a:pt x="317" y="1"/>
                    <a:pt x="2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61" name="Google Shape;4061;p17"/>
            <p:cNvSpPr/>
            <p:nvPr/>
          </p:nvSpPr>
          <p:spPr>
            <a:xfrm>
              <a:off x="5995850" y="39237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269" y="1"/>
                  </a:moveTo>
                  <a:cubicBezTo>
                    <a:pt x="129" y="1"/>
                    <a:pt x="0" y="125"/>
                    <a:pt x="26" y="286"/>
                  </a:cubicBezTo>
                  <a:cubicBezTo>
                    <a:pt x="46" y="405"/>
                    <a:pt x="149" y="490"/>
                    <a:pt x="265" y="490"/>
                  </a:cubicBezTo>
                  <a:cubicBezTo>
                    <a:pt x="278" y="490"/>
                    <a:pt x="292" y="489"/>
                    <a:pt x="305" y="487"/>
                  </a:cubicBezTo>
                  <a:cubicBezTo>
                    <a:pt x="521" y="456"/>
                    <a:pt x="587" y="177"/>
                    <a:pt x="411" y="48"/>
                  </a:cubicBezTo>
                  <a:cubicBezTo>
                    <a:pt x="367" y="15"/>
                    <a:pt x="317" y="1"/>
                    <a:pt x="2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62" name="Google Shape;4062;p17"/>
            <p:cNvSpPr/>
            <p:nvPr/>
          </p:nvSpPr>
          <p:spPr>
            <a:xfrm>
              <a:off x="5966075" y="39285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5" y="0"/>
                  </a:moveTo>
                  <a:cubicBezTo>
                    <a:pt x="127" y="0"/>
                    <a:pt x="0" y="123"/>
                    <a:pt x="26" y="283"/>
                  </a:cubicBezTo>
                  <a:cubicBezTo>
                    <a:pt x="43" y="403"/>
                    <a:pt x="149" y="490"/>
                    <a:pt x="270" y="490"/>
                  </a:cubicBezTo>
                  <a:cubicBezTo>
                    <a:pt x="281" y="490"/>
                    <a:pt x="293" y="489"/>
                    <a:pt x="305" y="487"/>
                  </a:cubicBezTo>
                  <a:cubicBezTo>
                    <a:pt x="518" y="453"/>
                    <a:pt x="587" y="174"/>
                    <a:pt x="408" y="48"/>
                  </a:cubicBezTo>
                  <a:cubicBezTo>
                    <a:pt x="363" y="15"/>
                    <a:pt x="313" y="0"/>
                    <a:pt x="2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63" name="Google Shape;4063;p17"/>
            <p:cNvSpPr/>
            <p:nvPr/>
          </p:nvSpPr>
          <p:spPr>
            <a:xfrm>
              <a:off x="5936225" y="39332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7" y="0"/>
                  </a:moveTo>
                  <a:cubicBezTo>
                    <a:pt x="127" y="0"/>
                    <a:pt x="0" y="123"/>
                    <a:pt x="26" y="283"/>
                  </a:cubicBezTo>
                  <a:cubicBezTo>
                    <a:pt x="46" y="403"/>
                    <a:pt x="149" y="490"/>
                    <a:pt x="270" y="490"/>
                  </a:cubicBezTo>
                  <a:cubicBezTo>
                    <a:pt x="281" y="490"/>
                    <a:pt x="293" y="489"/>
                    <a:pt x="305" y="487"/>
                  </a:cubicBezTo>
                  <a:cubicBezTo>
                    <a:pt x="521" y="453"/>
                    <a:pt x="587" y="177"/>
                    <a:pt x="412" y="48"/>
                  </a:cubicBezTo>
                  <a:cubicBezTo>
                    <a:pt x="365" y="15"/>
                    <a:pt x="315" y="0"/>
                    <a:pt x="2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64" name="Google Shape;4064;p17"/>
            <p:cNvSpPr/>
            <p:nvPr/>
          </p:nvSpPr>
          <p:spPr>
            <a:xfrm>
              <a:off x="5906375" y="3937950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69" y="1"/>
                  </a:moveTo>
                  <a:cubicBezTo>
                    <a:pt x="129" y="1"/>
                    <a:pt x="0" y="125"/>
                    <a:pt x="26" y="283"/>
                  </a:cubicBezTo>
                  <a:cubicBezTo>
                    <a:pt x="46" y="405"/>
                    <a:pt x="149" y="490"/>
                    <a:pt x="266" y="490"/>
                  </a:cubicBezTo>
                  <a:cubicBezTo>
                    <a:pt x="279" y="490"/>
                    <a:pt x="292" y="489"/>
                    <a:pt x="305" y="487"/>
                  </a:cubicBezTo>
                  <a:cubicBezTo>
                    <a:pt x="521" y="453"/>
                    <a:pt x="587" y="177"/>
                    <a:pt x="412" y="48"/>
                  </a:cubicBezTo>
                  <a:cubicBezTo>
                    <a:pt x="367" y="16"/>
                    <a:pt x="317" y="1"/>
                    <a:pt x="2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65" name="Google Shape;4065;p17"/>
            <p:cNvSpPr/>
            <p:nvPr/>
          </p:nvSpPr>
          <p:spPr>
            <a:xfrm>
              <a:off x="5875200" y="394267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323" y="0"/>
                  </a:moveTo>
                  <a:cubicBezTo>
                    <a:pt x="310" y="0"/>
                    <a:pt x="296" y="1"/>
                    <a:pt x="283" y="4"/>
                  </a:cubicBezTo>
                  <a:cubicBezTo>
                    <a:pt x="70" y="38"/>
                    <a:pt x="1" y="314"/>
                    <a:pt x="179" y="442"/>
                  </a:cubicBezTo>
                  <a:cubicBezTo>
                    <a:pt x="225" y="475"/>
                    <a:pt x="274" y="490"/>
                    <a:pt x="322" y="490"/>
                  </a:cubicBezTo>
                  <a:cubicBezTo>
                    <a:pt x="461" y="490"/>
                    <a:pt x="587" y="368"/>
                    <a:pt x="562" y="207"/>
                  </a:cubicBezTo>
                  <a:cubicBezTo>
                    <a:pt x="545" y="86"/>
                    <a:pt x="442" y="0"/>
                    <a:pt x="3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66" name="Google Shape;4066;p17"/>
            <p:cNvSpPr/>
            <p:nvPr/>
          </p:nvSpPr>
          <p:spPr>
            <a:xfrm>
              <a:off x="6228475" y="3856250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1" y="1"/>
                  </a:moveTo>
                  <a:cubicBezTo>
                    <a:pt x="308" y="1"/>
                    <a:pt x="295" y="2"/>
                    <a:pt x="282" y="4"/>
                  </a:cubicBezTo>
                  <a:cubicBezTo>
                    <a:pt x="66" y="38"/>
                    <a:pt x="0" y="314"/>
                    <a:pt x="176" y="443"/>
                  </a:cubicBezTo>
                  <a:cubicBezTo>
                    <a:pt x="221" y="476"/>
                    <a:pt x="271" y="491"/>
                    <a:pt x="319" y="491"/>
                  </a:cubicBezTo>
                  <a:cubicBezTo>
                    <a:pt x="459" y="491"/>
                    <a:pt x="587" y="368"/>
                    <a:pt x="561" y="208"/>
                  </a:cubicBezTo>
                  <a:cubicBezTo>
                    <a:pt x="541" y="86"/>
                    <a:pt x="438" y="1"/>
                    <a:pt x="3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67" name="Google Shape;4067;p17"/>
            <p:cNvSpPr/>
            <p:nvPr/>
          </p:nvSpPr>
          <p:spPr>
            <a:xfrm>
              <a:off x="6198625" y="386097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7" y="1"/>
                  </a:moveTo>
                  <a:cubicBezTo>
                    <a:pt x="306" y="1"/>
                    <a:pt x="294" y="1"/>
                    <a:pt x="282" y="3"/>
                  </a:cubicBezTo>
                  <a:cubicBezTo>
                    <a:pt x="66" y="37"/>
                    <a:pt x="0" y="316"/>
                    <a:pt x="176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59" y="490"/>
                    <a:pt x="587" y="367"/>
                    <a:pt x="561" y="207"/>
                  </a:cubicBezTo>
                  <a:cubicBezTo>
                    <a:pt x="541" y="87"/>
                    <a:pt x="438" y="1"/>
                    <a:pt x="3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68" name="Google Shape;4068;p17"/>
            <p:cNvSpPr/>
            <p:nvPr/>
          </p:nvSpPr>
          <p:spPr>
            <a:xfrm>
              <a:off x="6170150" y="3865725"/>
              <a:ext cx="14625" cy="12250"/>
            </a:xfrm>
            <a:custGeom>
              <a:avLst/>
              <a:gdLst/>
              <a:ahLst/>
              <a:cxnLst/>
              <a:rect l="l" t="t" r="r" b="b"/>
              <a:pathLst>
                <a:path w="585" h="490" extrusionOk="0">
                  <a:moveTo>
                    <a:pt x="266" y="0"/>
                  </a:moveTo>
                  <a:cubicBezTo>
                    <a:pt x="127" y="0"/>
                    <a:pt x="0" y="123"/>
                    <a:pt x="23" y="283"/>
                  </a:cubicBezTo>
                  <a:cubicBezTo>
                    <a:pt x="43" y="403"/>
                    <a:pt x="149" y="489"/>
                    <a:pt x="270" y="489"/>
                  </a:cubicBezTo>
                  <a:cubicBezTo>
                    <a:pt x="282" y="489"/>
                    <a:pt x="294" y="488"/>
                    <a:pt x="306" y="487"/>
                  </a:cubicBezTo>
                  <a:cubicBezTo>
                    <a:pt x="519" y="452"/>
                    <a:pt x="584" y="173"/>
                    <a:pt x="409" y="48"/>
                  </a:cubicBezTo>
                  <a:cubicBezTo>
                    <a:pt x="364" y="15"/>
                    <a:pt x="314" y="0"/>
                    <a:pt x="2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69" name="Google Shape;4069;p17"/>
            <p:cNvSpPr/>
            <p:nvPr/>
          </p:nvSpPr>
          <p:spPr>
            <a:xfrm>
              <a:off x="6140325" y="38704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5" y="0"/>
                  </a:moveTo>
                  <a:cubicBezTo>
                    <a:pt x="126" y="0"/>
                    <a:pt x="0" y="123"/>
                    <a:pt x="26" y="283"/>
                  </a:cubicBezTo>
                  <a:cubicBezTo>
                    <a:pt x="43" y="403"/>
                    <a:pt x="149" y="489"/>
                    <a:pt x="269" y="489"/>
                  </a:cubicBezTo>
                  <a:cubicBezTo>
                    <a:pt x="281" y="489"/>
                    <a:pt x="293" y="488"/>
                    <a:pt x="305" y="487"/>
                  </a:cubicBezTo>
                  <a:cubicBezTo>
                    <a:pt x="518" y="452"/>
                    <a:pt x="587" y="177"/>
                    <a:pt x="408" y="48"/>
                  </a:cubicBezTo>
                  <a:cubicBezTo>
                    <a:pt x="363" y="15"/>
                    <a:pt x="313" y="0"/>
                    <a:pt x="2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70" name="Google Shape;4070;p17"/>
            <p:cNvSpPr/>
            <p:nvPr/>
          </p:nvSpPr>
          <p:spPr>
            <a:xfrm>
              <a:off x="6110450" y="387512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70" y="1"/>
                  </a:moveTo>
                  <a:cubicBezTo>
                    <a:pt x="130" y="1"/>
                    <a:pt x="1" y="124"/>
                    <a:pt x="27" y="283"/>
                  </a:cubicBezTo>
                  <a:cubicBezTo>
                    <a:pt x="46" y="404"/>
                    <a:pt x="150" y="490"/>
                    <a:pt x="266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22" y="452"/>
                    <a:pt x="588" y="177"/>
                    <a:pt x="412" y="48"/>
                  </a:cubicBezTo>
                  <a:cubicBezTo>
                    <a:pt x="367" y="15"/>
                    <a:pt x="318" y="1"/>
                    <a:pt x="27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71" name="Google Shape;4071;p17"/>
            <p:cNvSpPr/>
            <p:nvPr/>
          </p:nvSpPr>
          <p:spPr>
            <a:xfrm>
              <a:off x="6080700" y="3879825"/>
              <a:ext cx="14550" cy="12275"/>
            </a:xfrm>
            <a:custGeom>
              <a:avLst/>
              <a:gdLst/>
              <a:ahLst/>
              <a:cxnLst/>
              <a:rect l="l" t="t" r="r" b="b"/>
              <a:pathLst>
                <a:path w="582" h="491" extrusionOk="0">
                  <a:moveTo>
                    <a:pt x="267" y="1"/>
                  </a:moveTo>
                  <a:cubicBezTo>
                    <a:pt x="254" y="1"/>
                    <a:pt x="240" y="2"/>
                    <a:pt x="226" y="4"/>
                  </a:cubicBezTo>
                  <a:cubicBezTo>
                    <a:pt x="95" y="26"/>
                    <a:pt x="1" y="152"/>
                    <a:pt x="23" y="283"/>
                  </a:cubicBezTo>
                  <a:cubicBezTo>
                    <a:pt x="44" y="414"/>
                    <a:pt x="154" y="490"/>
                    <a:pt x="265" y="490"/>
                  </a:cubicBezTo>
                  <a:cubicBezTo>
                    <a:pt x="338" y="490"/>
                    <a:pt x="411" y="459"/>
                    <a:pt x="461" y="390"/>
                  </a:cubicBezTo>
                  <a:cubicBezTo>
                    <a:pt x="582" y="225"/>
                    <a:pt x="460" y="1"/>
                    <a:pt x="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72" name="Google Shape;4072;p17"/>
            <p:cNvSpPr/>
            <p:nvPr/>
          </p:nvSpPr>
          <p:spPr>
            <a:xfrm>
              <a:off x="6050850" y="3884525"/>
              <a:ext cx="14600" cy="12275"/>
            </a:xfrm>
            <a:custGeom>
              <a:avLst/>
              <a:gdLst/>
              <a:ahLst/>
              <a:cxnLst/>
              <a:rect l="l" t="t" r="r" b="b"/>
              <a:pathLst>
                <a:path w="584" h="491" extrusionOk="0">
                  <a:moveTo>
                    <a:pt x="266" y="1"/>
                  </a:moveTo>
                  <a:cubicBezTo>
                    <a:pt x="127" y="1"/>
                    <a:pt x="0" y="125"/>
                    <a:pt x="26" y="283"/>
                  </a:cubicBezTo>
                  <a:cubicBezTo>
                    <a:pt x="43" y="404"/>
                    <a:pt x="146" y="490"/>
                    <a:pt x="265" y="490"/>
                  </a:cubicBezTo>
                  <a:cubicBezTo>
                    <a:pt x="278" y="490"/>
                    <a:pt x="291" y="489"/>
                    <a:pt x="305" y="487"/>
                  </a:cubicBezTo>
                  <a:cubicBezTo>
                    <a:pt x="518" y="452"/>
                    <a:pt x="584" y="177"/>
                    <a:pt x="408" y="48"/>
                  </a:cubicBezTo>
                  <a:cubicBezTo>
                    <a:pt x="363" y="15"/>
                    <a:pt x="314" y="1"/>
                    <a:pt x="2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73" name="Google Shape;4073;p17"/>
            <p:cNvSpPr/>
            <p:nvPr/>
          </p:nvSpPr>
          <p:spPr>
            <a:xfrm>
              <a:off x="6021000" y="3889275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269" y="0"/>
                  </a:moveTo>
                  <a:cubicBezTo>
                    <a:pt x="128" y="0"/>
                    <a:pt x="0" y="123"/>
                    <a:pt x="26" y="284"/>
                  </a:cubicBezTo>
                  <a:cubicBezTo>
                    <a:pt x="46" y="403"/>
                    <a:pt x="146" y="488"/>
                    <a:pt x="265" y="488"/>
                  </a:cubicBezTo>
                  <a:cubicBezTo>
                    <a:pt x="278" y="488"/>
                    <a:pt x="291" y="487"/>
                    <a:pt x="305" y="485"/>
                  </a:cubicBezTo>
                  <a:cubicBezTo>
                    <a:pt x="521" y="454"/>
                    <a:pt x="587" y="175"/>
                    <a:pt x="411" y="46"/>
                  </a:cubicBezTo>
                  <a:cubicBezTo>
                    <a:pt x="366" y="14"/>
                    <a:pt x="317" y="0"/>
                    <a:pt x="2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74" name="Google Shape;4074;p17"/>
            <p:cNvSpPr/>
            <p:nvPr/>
          </p:nvSpPr>
          <p:spPr>
            <a:xfrm>
              <a:off x="5991150" y="38940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8" y="0"/>
                  </a:moveTo>
                  <a:cubicBezTo>
                    <a:pt x="128" y="0"/>
                    <a:pt x="0" y="123"/>
                    <a:pt x="26" y="283"/>
                  </a:cubicBezTo>
                  <a:cubicBezTo>
                    <a:pt x="46" y="403"/>
                    <a:pt x="152" y="490"/>
                    <a:pt x="270" y="490"/>
                  </a:cubicBezTo>
                  <a:cubicBezTo>
                    <a:pt x="282" y="490"/>
                    <a:pt x="293" y="489"/>
                    <a:pt x="305" y="487"/>
                  </a:cubicBezTo>
                  <a:cubicBezTo>
                    <a:pt x="521" y="453"/>
                    <a:pt x="587" y="174"/>
                    <a:pt x="411" y="48"/>
                  </a:cubicBezTo>
                  <a:cubicBezTo>
                    <a:pt x="366" y="15"/>
                    <a:pt x="316" y="0"/>
                    <a:pt x="2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75" name="Google Shape;4075;p17"/>
            <p:cNvSpPr/>
            <p:nvPr/>
          </p:nvSpPr>
          <p:spPr>
            <a:xfrm>
              <a:off x="5961350" y="3898700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266" y="0"/>
                  </a:moveTo>
                  <a:cubicBezTo>
                    <a:pt x="128" y="0"/>
                    <a:pt x="1" y="123"/>
                    <a:pt x="24" y="283"/>
                  </a:cubicBezTo>
                  <a:cubicBezTo>
                    <a:pt x="44" y="405"/>
                    <a:pt x="147" y="490"/>
                    <a:pt x="266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19" y="453"/>
                    <a:pt x="585" y="177"/>
                    <a:pt x="409" y="48"/>
                  </a:cubicBezTo>
                  <a:cubicBezTo>
                    <a:pt x="364" y="15"/>
                    <a:pt x="314" y="0"/>
                    <a:pt x="2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76" name="Google Shape;4076;p17"/>
            <p:cNvSpPr/>
            <p:nvPr/>
          </p:nvSpPr>
          <p:spPr>
            <a:xfrm>
              <a:off x="5931525" y="3903400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267" y="1"/>
                  </a:moveTo>
                  <a:cubicBezTo>
                    <a:pt x="127" y="1"/>
                    <a:pt x="0" y="125"/>
                    <a:pt x="26" y="283"/>
                  </a:cubicBezTo>
                  <a:cubicBezTo>
                    <a:pt x="43" y="405"/>
                    <a:pt x="146" y="490"/>
                    <a:pt x="265" y="490"/>
                  </a:cubicBezTo>
                  <a:cubicBezTo>
                    <a:pt x="278" y="490"/>
                    <a:pt x="291" y="489"/>
                    <a:pt x="305" y="487"/>
                  </a:cubicBezTo>
                  <a:cubicBezTo>
                    <a:pt x="518" y="453"/>
                    <a:pt x="587" y="177"/>
                    <a:pt x="408" y="48"/>
                  </a:cubicBezTo>
                  <a:cubicBezTo>
                    <a:pt x="363" y="16"/>
                    <a:pt x="314" y="1"/>
                    <a:pt x="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77" name="Google Shape;4077;p17"/>
            <p:cNvSpPr/>
            <p:nvPr/>
          </p:nvSpPr>
          <p:spPr>
            <a:xfrm>
              <a:off x="5901675" y="3908100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269" y="1"/>
                  </a:moveTo>
                  <a:cubicBezTo>
                    <a:pt x="129" y="1"/>
                    <a:pt x="0" y="125"/>
                    <a:pt x="26" y="283"/>
                  </a:cubicBezTo>
                  <a:cubicBezTo>
                    <a:pt x="46" y="405"/>
                    <a:pt x="149" y="490"/>
                    <a:pt x="266" y="490"/>
                  </a:cubicBezTo>
                  <a:cubicBezTo>
                    <a:pt x="279" y="490"/>
                    <a:pt x="292" y="489"/>
                    <a:pt x="305" y="487"/>
                  </a:cubicBezTo>
                  <a:cubicBezTo>
                    <a:pt x="521" y="453"/>
                    <a:pt x="587" y="177"/>
                    <a:pt x="412" y="48"/>
                  </a:cubicBezTo>
                  <a:cubicBezTo>
                    <a:pt x="367" y="16"/>
                    <a:pt x="317" y="1"/>
                    <a:pt x="2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78" name="Google Shape;4078;p17"/>
            <p:cNvSpPr/>
            <p:nvPr/>
          </p:nvSpPr>
          <p:spPr>
            <a:xfrm>
              <a:off x="5871825" y="3912850"/>
              <a:ext cx="14700" cy="12225"/>
            </a:xfrm>
            <a:custGeom>
              <a:avLst/>
              <a:gdLst/>
              <a:ahLst/>
              <a:cxnLst/>
              <a:rect l="l" t="t" r="r" b="b"/>
              <a:pathLst>
                <a:path w="588" h="489" extrusionOk="0">
                  <a:moveTo>
                    <a:pt x="270" y="0"/>
                  </a:moveTo>
                  <a:cubicBezTo>
                    <a:pt x="130" y="0"/>
                    <a:pt x="0" y="123"/>
                    <a:pt x="26" y="285"/>
                  </a:cubicBezTo>
                  <a:cubicBezTo>
                    <a:pt x="46" y="403"/>
                    <a:pt x="149" y="488"/>
                    <a:pt x="266" y="488"/>
                  </a:cubicBezTo>
                  <a:cubicBezTo>
                    <a:pt x="279" y="488"/>
                    <a:pt x="292" y="487"/>
                    <a:pt x="305" y="485"/>
                  </a:cubicBezTo>
                  <a:cubicBezTo>
                    <a:pt x="521" y="454"/>
                    <a:pt x="587" y="175"/>
                    <a:pt x="412" y="46"/>
                  </a:cubicBezTo>
                  <a:cubicBezTo>
                    <a:pt x="367" y="15"/>
                    <a:pt x="318" y="0"/>
                    <a:pt x="2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79" name="Google Shape;4079;p17"/>
            <p:cNvSpPr/>
            <p:nvPr/>
          </p:nvSpPr>
          <p:spPr>
            <a:xfrm>
              <a:off x="6223775" y="3826425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314" y="1"/>
                  </a:moveTo>
                  <a:cubicBezTo>
                    <a:pt x="303" y="1"/>
                    <a:pt x="291" y="1"/>
                    <a:pt x="279" y="3"/>
                  </a:cubicBezTo>
                  <a:cubicBezTo>
                    <a:pt x="66" y="37"/>
                    <a:pt x="0" y="316"/>
                    <a:pt x="176" y="445"/>
                  </a:cubicBezTo>
                  <a:cubicBezTo>
                    <a:pt x="220" y="477"/>
                    <a:pt x="269" y="491"/>
                    <a:pt x="316" y="491"/>
                  </a:cubicBezTo>
                  <a:cubicBezTo>
                    <a:pt x="456" y="491"/>
                    <a:pt x="584" y="368"/>
                    <a:pt x="561" y="207"/>
                  </a:cubicBezTo>
                  <a:cubicBezTo>
                    <a:pt x="541" y="87"/>
                    <a:pt x="435" y="1"/>
                    <a:pt x="3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80" name="Google Shape;4080;p17"/>
            <p:cNvSpPr/>
            <p:nvPr/>
          </p:nvSpPr>
          <p:spPr>
            <a:xfrm>
              <a:off x="6193925" y="38311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1" y="1"/>
                  </a:moveTo>
                  <a:cubicBezTo>
                    <a:pt x="309" y="1"/>
                    <a:pt x="295" y="2"/>
                    <a:pt x="282" y="4"/>
                  </a:cubicBezTo>
                  <a:cubicBezTo>
                    <a:pt x="66" y="35"/>
                    <a:pt x="0" y="314"/>
                    <a:pt x="176" y="443"/>
                  </a:cubicBezTo>
                  <a:cubicBezTo>
                    <a:pt x="220" y="476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5"/>
                  </a:cubicBezTo>
                  <a:cubicBezTo>
                    <a:pt x="541" y="86"/>
                    <a:pt x="438" y="1"/>
                    <a:pt x="3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81" name="Google Shape;4081;p17"/>
            <p:cNvSpPr/>
            <p:nvPr/>
          </p:nvSpPr>
          <p:spPr>
            <a:xfrm>
              <a:off x="6164075" y="38358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2" y="1"/>
                  </a:moveTo>
                  <a:cubicBezTo>
                    <a:pt x="309" y="1"/>
                    <a:pt x="296" y="2"/>
                    <a:pt x="282" y="4"/>
                  </a:cubicBezTo>
                  <a:cubicBezTo>
                    <a:pt x="66" y="39"/>
                    <a:pt x="0" y="314"/>
                    <a:pt x="176" y="443"/>
                  </a:cubicBezTo>
                  <a:cubicBezTo>
                    <a:pt x="221" y="476"/>
                    <a:pt x="271" y="490"/>
                    <a:pt x="319" y="490"/>
                  </a:cubicBezTo>
                  <a:cubicBezTo>
                    <a:pt x="460" y="490"/>
                    <a:pt x="587" y="366"/>
                    <a:pt x="561" y="208"/>
                  </a:cubicBezTo>
                  <a:cubicBezTo>
                    <a:pt x="541" y="87"/>
                    <a:pt x="440" y="1"/>
                    <a:pt x="3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82" name="Google Shape;4082;p17"/>
            <p:cNvSpPr/>
            <p:nvPr/>
          </p:nvSpPr>
          <p:spPr>
            <a:xfrm>
              <a:off x="6135600" y="3840575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267" y="1"/>
                  </a:moveTo>
                  <a:cubicBezTo>
                    <a:pt x="128" y="1"/>
                    <a:pt x="0" y="124"/>
                    <a:pt x="23" y="283"/>
                  </a:cubicBezTo>
                  <a:cubicBezTo>
                    <a:pt x="43" y="404"/>
                    <a:pt x="147" y="490"/>
                    <a:pt x="265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19" y="452"/>
                    <a:pt x="584" y="177"/>
                    <a:pt x="409" y="48"/>
                  </a:cubicBezTo>
                  <a:cubicBezTo>
                    <a:pt x="364" y="15"/>
                    <a:pt x="315" y="1"/>
                    <a:pt x="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83" name="Google Shape;4083;p17"/>
            <p:cNvSpPr/>
            <p:nvPr/>
          </p:nvSpPr>
          <p:spPr>
            <a:xfrm>
              <a:off x="6105750" y="384527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68" y="1"/>
                  </a:moveTo>
                  <a:cubicBezTo>
                    <a:pt x="128" y="1"/>
                    <a:pt x="1" y="125"/>
                    <a:pt x="27" y="283"/>
                  </a:cubicBezTo>
                  <a:cubicBezTo>
                    <a:pt x="44" y="404"/>
                    <a:pt x="147" y="490"/>
                    <a:pt x="265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22" y="452"/>
                    <a:pt x="588" y="177"/>
                    <a:pt x="412" y="48"/>
                  </a:cubicBezTo>
                  <a:cubicBezTo>
                    <a:pt x="366" y="15"/>
                    <a:pt x="317" y="1"/>
                    <a:pt x="2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84" name="Google Shape;4084;p17"/>
            <p:cNvSpPr/>
            <p:nvPr/>
          </p:nvSpPr>
          <p:spPr>
            <a:xfrm>
              <a:off x="6074600" y="38500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7" y="1"/>
                  </a:moveTo>
                  <a:cubicBezTo>
                    <a:pt x="305" y="1"/>
                    <a:pt x="294" y="2"/>
                    <a:pt x="282" y="3"/>
                  </a:cubicBezTo>
                  <a:cubicBezTo>
                    <a:pt x="66" y="38"/>
                    <a:pt x="0" y="317"/>
                    <a:pt x="176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59" y="490"/>
                    <a:pt x="587" y="367"/>
                    <a:pt x="561" y="207"/>
                  </a:cubicBezTo>
                  <a:cubicBezTo>
                    <a:pt x="541" y="87"/>
                    <a:pt x="435" y="1"/>
                    <a:pt x="3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85" name="Google Shape;4085;p17"/>
            <p:cNvSpPr/>
            <p:nvPr/>
          </p:nvSpPr>
          <p:spPr>
            <a:xfrm>
              <a:off x="6046225" y="3854775"/>
              <a:ext cx="14475" cy="12200"/>
            </a:xfrm>
            <a:custGeom>
              <a:avLst/>
              <a:gdLst/>
              <a:ahLst/>
              <a:cxnLst/>
              <a:rect l="l" t="t" r="r" b="b"/>
              <a:pathLst>
                <a:path w="579" h="488" extrusionOk="0">
                  <a:moveTo>
                    <a:pt x="265" y="0"/>
                  </a:moveTo>
                  <a:cubicBezTo>
                    <a:pt x="251" y="0"/>
                    <a:pt x="237" y="1"/>
                    <a:pt x="223" y="3"/>
                  </a:cubicBezTo>
                  <a:cubicBezTo>
                    <a:pt x="92" y="22"/>
                    <a:pt x="1" y="148"/>
                    <a:pt x="20" y="282"/>
                  </a:cubicBezTo>
                  <a:cubicBezTo>
                    <a:pt x="41" y="412"/>
                    <a:pt x="152" y="488"/>
                    <a:pt x="264" y="488"/>
                  </a:cubicBezTo>
                  <a:cubicBezTo>
                    <a:pt x="336" y="488"/>
                    <a:pt x="409" y="456"/>
                    <a:pt x="458" y="386"/>
                  </a:cubicBezTo>
                  <a:cubicBezTo>
                    <a:pt x="579" y="222"/>
                    <a:pt x="458" y="0"/>
                    <a:pt x="2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86" name="Google Shape;4086;p17"/>
            <p:cNvSpPr/>
            <p:nvPr/>
          </p:nvSpPr>
          <p:spPr>
            <a:xfrm>
              <a:off x="6016375" y="3859475"/>
              <a:ext cx="14475" cy="12250"/>
            </a:xfrm>
            <a:custGeom>
              <a:avLst/>
              <a:gdLst/>
              <a:ahLst/>
              <a:cxnLst/>
              <a:rect l="l" t="t" r="r" b="b"/>
              <a:pathLst>
                <a:path w="579" h="490" extrusionOk="0">
                  <a:moveTo>
                    <a:pt x="265" y="0"/>
                  </a:moveTo>
                  <a:cubicBezTo>
                    <a:pt x="251" y="0"/>
                    <a:pt x="237" y="1"/>
                    <a:pt x="223" y="3"/>
                  </a:cubicBezTo>
                  <a:cubicBezTo>
                    <a:pt x="92" y="22"/>
                    <a:pt x="1" y="148"/>
                    <a:pt x="23" y="282"/>
                  </a:cubicBezTo>
                  <a:cubicBezTo>
                    <a:pt x="42" y="414"/>
                    <a:pt x="152" y="490"/>
                    <a:pt x="265" y="490"/>
                  </a:cubicBezTo>
                  <a:cubicBezTo>
                    <a:pt x="337" y="490"/>
                    <a:pt x="411" y="458"/>
                    <a:pt x="462" y="389"/>
                  </a:cubicBezTo>
                  <a:cubicBezTo>
                    <a:pt x="579" y="222"/>
                    <a:pt x="458" y="0"/>
                    <a:pt x="2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87" name="Google Shape;4087;p17"/>
            <p:cNvSpPr/>
            <p:nvPr/>
          </p:nvSpPr>
          <p:spPr>
            <a:xfrm>
              <a:off x="5986525" y="3864175"/>
              <a:ext cx="14550" cy="12250"/>
            </a:xfrm>
            <a:custGeom>
              <a:avLst/>
              <a:gdLst/>
              <a:ahLst/>
              <a:cxnLst/>
              <a:rect l="l" t="t" r="r" b="b"/>
              <a:pathLst>
                <a:path w="582" h="490" extrusionOk="0">
                  <a:moveTo>
                    <a:pt x="267" y="0"/>
                  </a:moveTo>
                  <a:cubicBezTo>
                    <a:pt x="254" y="0"/>
                    <a:pt x="240" y="1"/>
                    <a:pt x="227" y="3"/>
                  </a:cubicBezTo>
                  <a:cubicBezTo>
                    <a:pt x="92" y="25"/>
                    <a:pt x="1" y="151"/>
                    <a:pt x="23" y="282"/>
                  </a:cubicBezTo>
                  <a:cubicBezTo>
                    <a:pt x="44" y="414"/>
                    <a:pt x="154" y="490"/>
                    <a:pt x="266" y="490"/>
                  </a:cubicBezTo>
                  <a:cubicBezTo>
                    <a:pt x="338" y="490"/>
                    <a:pt x="411" y="458"/>
                    <a:pt x="462" y="389"/>
                  </a:cubicBezTo>
                  <a:cubicBezTo>
                    <a:pt x="582" y="225"/>
                    <a:pt x="458" y="0"/>
                    <a:pt x="2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88" name="Google Shape;4088;p17"/>
            <p:cNvSpPr/>
            <p:nvPr/>
          </p:nvSpPr>
          <p:spPr>
            <a:xfrm>
              <a:off x="5956600" y="3868850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269" y="1"/>
                  </a:moveTo>
                  <a:cubicBezTo>
                    <a:pt x="129" y="1"/>
                    <a:pt x="0" y="125"/>
                    <a:pt x="26" y="283"/>
                  </a:cubicBezTo>
                  <a:cubicBezTo>
                    <a:pt x="46" y="405"/>
                    <a:pt x="149" y="490"/>
                    <a:pt x="265" y="490"/>
                  </a:cubicBezTo>
                  <a:cubicBezTo>
                    <a:pt x="278" y="490"/>
                    <a:pt x="292" y="489"/>
                    <a:pt x="305" y="487"/>
                  </a:cubicBezTo>
                  <a:cubicBezTo>
                    <a:pt x="521" y="453"/>
                    <a:pt x="587" y="177"/>
                    <a:pt x="411" y="48"/>
                  </a:cubicBezTo>
                  <a:cubicBezTo>
                    <a:pt x="366" y="16"/>
                    <a:pt x="317" y="1"/>
                    <a:pt x="2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89" name="Google Shape;4089;p17"/>
            <p:cNvSpPr/>
            <p:nvPr/>
          </p:nvSpPr>
          <p:spPr>
            <a:xfrm>
              <a:off x="5926800" y="3873550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267" y="1"/>
                  </a:moveTo>
                  <a:cubicBezTo>
                    <a:pt x="128" y="1"/>
                    <a:pt x="1" y="125"/>
                    <a:pt x="24" y="283"/>
                  </a:cubicBezTo>
                  <a:cubicBezTo>
                    <a:pt x="44" y="405"/>
                    <a:pt x="147" y="490"/>
                    <a:pt x="266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19" y="453"/>
                    <a:pt x="585" y="177"/>
                    <a:pt x="409" y="48"/>
                  </a:cubicBezTo>
                  <a:cubicBezTo>
                    <a:pt x="364" y="16"/>
                    <a:pt x="315" y="1"/>
                    <a:pt x="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90" name="Google Shape;4090;p17"/>
            <p:cNvSpPr/>
            <p:nvPr/>
          </p:nvSpPr>
          <p:spPr>
            <a:xfrm>
              <a:off x="5896975" y="3878300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269" y="0"/>
                  </a:moveTo>
                  <a:cubicBezTo>
                    <a:pt x="128" y="0"/>
                    <a:pt x="0" y="123"/>
                    <a:pt x="26" y="285"/>
                  </a:cubicBezTo>
                  <a:cubicBezTo>
                    <a:pt x="43" y="403"/>
                    <a:pt x="146" y="488"/>
                    <a:pt x="265" y="488"/>
                  </a:cubicBezTo>
                  <a:cubicBezTo>
                    <a:pt x="278" y="488"/>
                    <a:pt x="291" y="487"/>
                    <a:pt x="305" y="485"/>
                  </a:cubicBezTo>
                  <a:cubicBezTo>
                    <a:pt x="518" y="454"/>
                    <a:pt x="587" y="175"/>
                    <a:pt x="411" y="46"/>
                  </a:cubicBezTo>
                  <a:cubicBezTo>
                    <a:pt x="366" y="15"/>
                    <a:pt x="317" y="0"/>
                    <a:pt x="2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91" name="Google Shape;4091;p17"/>
            <p:cNvSpPr/>
            <p:nvPr/>
          </p:nvSpPr>
          <p:spPr>
            <a:xfrm>
              <a:off x="5867125" y="38830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8" y="1"/>
                  </a:moveTo>
                  <a:cubicBezTo>
                    <a:pt x="128" y="1"/>
                    <a:pt x="0" y="123"/>
                    <a:pt x="26" y="284"/>
                  </a:cubicBezTo>
                  <a:cubicBezTo>
                    <a:pt x="46" y="404"/>
                    <a:pt x="152" y="490"/>
                    <a:pt x="270" y="490"/>
                  </a:cubicBezTo>
                  <a:cubicBezTo>
                    <a:pt x="282" y="490"/>
                    <a:pt x="293" y="489"/>
                    <a:pt x="305" y="487"/>
                  </a:cubicBezTo>
                  <a:cubicBezTo>
                    <a:pt x="521" y="453"/>
                    <a:pt x="587" y="174"/>
                    <a:pt x="411" y="49"/>
                  </a:cubicBezTo>
                  <a:cubicBezTo>
                    <a:pt x="366" y="15"/>
                    <a:pt x="316" y="1"/>
                    <a:pt x="2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92" name="Google Shape;4092;p17"/>
            <p:cNvSpPr/>
            <p:nvPr/>
          </p:nvSpPr>
          <p:spPr>
            <a:xfrm>
              <a:off x="6218975" y="379662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323" y="1"/>
                  </a:moveTo>
                  <a:cubicBezTo>
                    <a:pt x="310" y="1"/>
                    <a:pt x="296" y="2"/>
                    <a:pt x="283" y="4"/>
                  </a:cubicBezTo>
                  <a:cubicBezTo>
                    <a:pt x="70" y="39"/>
                    <a:pt x="1" y="314"/>
                    <a:pt x="180" y="443"/>
                  </a:cubicBezTo>
                  <a:cubicBezTo>
                    <a:pt x="224" y="476"/>
                    <a:pt x="274" y="490"/>
                    <a:pt x="321" y="490"/>
                  </a:cubicBezTo>
                  <a:cubicBezTo>
                    <a:pt x="460" y="490"/>
                    <a:pt x="588" y="366"/>
                    <a:pt x="562" y="208"/>
                  </a:cubicBezTo>
                  <a:cubicBezTo>
                    <a:pt x="545" y="87"/>
                    <a:pt x="442" y="1"/>
                    <a:pt x="3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93" name="Google Shape;4093;p17"/>
            <p:cNvSpPr/>
            <p:nvPr/>
          </p:nvSpPr>
          <p:spPr>
            <a:xfrm>
              <a:off x="6189225" y="380132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1" y="1"/>
                  </a:moveTo>
                  <a:cubicBezTo>
                    <a:pt x="308" y="1"/>
                    <a:pt x="295" y="2"/>
                    <a:pt x="282" y="4"/>
                  </a:cubicBezTo>
                  <a:cubicBezTo>
                    <a:pt x="66" y="39"/>
                    <a:pt x="0" y="314"/>
                    <a:pt x="176" y="443"/>
                  </a:cubicBezTo>
                  <a:cubicBezTo>
                    <a:pt x="220" y="476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8"/>
                  </a:cubicBezTo>
                  <a:cubicBezTo>
                    <a:pt x="541" y="87"/>
                    <a:pt x="438" y="1"/>
                    <a:pt x="3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94" name="Google Shape;4094;p17"/>
            <p:cNvSpPr/>
            <p:nvPr/>
          </p:nvSpPr>
          <p:spPr>
            <a:xfrm>
              <a:off x="6159375" y="380602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1" y="1"/>
                  </a:moveTo>
                  <a:cubicBezTo>
                    <a:pt x="308" y="1"/>
                    <a:pt x="295" y="2"/>
                    <a:pt x="282" y="4"/>
                  </a:cubicBezTo>
                  <a:cubicBezTo>
                    <a:pt x="66" y="39"/>
                    <a:pt x="0" y="314"/>
                    <a:pt x="176" y="443"/>
                  </a:cubicBezTo>
                  <a:cubicBezTo>
                    <a:pt x="221" y="476"/>
                    <a:pt x="271" y="491"/>
                    <a:pt x="319" y="491"/>
                  </a:cubicBezTo>
                  <a:cubicBezTo>
                    <a:pt x="459" y="491"/>
                    <a:pt x="587" y="368"/>
                    <a:pt x="561" y="208"/>
                  </a:cubicBezTo>
                  <a:cubicBezTo>
                    <a:pt x="541" y="87"/>
                    <a:pt x="438" y="1"/>
                    <a:pt x="3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95" name="Google Shape;4095;p17"/>
            <p:cNvSpPr/>
            <p:nvPr/>
          </p:nvSpPr>
          <p:spPr>
            <a:xfrm>
              <a:off x="6129525" y="38107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7" y="1"/>
                  </a:moveTo>
                  <a:cubicBezTo>
                    <a:pt x="306" y="1"/>
                    <a:pt x="294" y="2"/>
                    <a:pt x="282" y="3"/>
                  </a:cubicBezTo>
                  <a:cubicBezTo>
                    <a:pt x="69" y="38"/>
                    <a:pt x="0" y="317"/>
                    <a:pt x="176" y="442"/>
                  </a:cubicBezTo>
                  <a:cubicBezTo>
                    <a:pt x="222" y="475"/>
                    <a:pt x="272" y="490"/>
                    <a:pt x="320" y="490"/>
                  </a:cubicBezTo>
                  <a:cubicBezTo>
                    <a:pt x="460" y="490"/>
                    <a:pt x="587" y="367"/>
                    <a:pt x="561" y="207"/>
                  </a:cubicBezTo>
                  <a:cubicBezTo>
                    <a:pt x="544" y="87"/>
                    <a:pt x="438" y="1"/>
                    <a:pt x="3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96" name="Google Shape;4096;p17"/>
            <p:cNvSpPr/>
            <p:nvPr/>
          </p:nvSpPr>
          <p:spPr>
            <a:xfrm>
              <a:off x="6099750" y="3815450"/>
              <a:ext cx="14625" cy="12300"/>
            </a:xfrm>
            <a:custGeom>
              <a:avLst/>
              <a:gdLst/>
              <a:ahLst/>
              <a:cxnLst/>
              <a:rect l="l" t="t" r="r" b="b"/>
              <a:pathLst>
                <a:path w="585" h="492" extrusionOk="0">
                  <a:moveTo>
                    <a:pt x="315" y="1"/>
                  </a:moveTo>
                  <a:cubicBezTo>
                    <a:pt x="303" y="1"/>
                    <a:pt x="291" y="2"/>
                    <a:pt x="279" y="3"/>
                  </a:cubicBezTo>
                  <a:cubicBezTo>
                    <a:pt x="66" y="38"/>
                    <a:pt x="0" y="317"/>
                    <a:pt x="176" y="445"/>
                  </a:cubicBezTo>
                  <a:cubicBezTo>
                    <a:pt x="220" y="477"/>
                    <a:pt x="269" y="491"/>
                    <a:pt x="317" y="491"/>
                  </a:cubicBezTo>
                  <a:cubicBezTo>
                    <a:pt x="456" y="491"/>
                    <a:pt x="585" y="368"/>
                    <a:pt x="561" y="207"/>
                  </a:cubicBezTo>
                  <a:cubicBezTo>
                    <a:pt x="541" y="87"/>
                    <a:pt x="435" y="1"/>
                    <a:pt x="3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97" name="Google Shape;4097;p17"/>
            <p:cNvSpPr/>
            <p:nvPr/>
          </p:nvSpPr>
          <p:spPr>
            <a:xfrm>
              <a:off x="6069900" y="38202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2" y="0"/>
                  </a:moveTo>
                  <a:cubicBezTo>
                    <a:pt x="309" y="0"/>
                    <a:pt x="296" y="1"/>
                    <a:pt x="282" y="3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8" y="490"/>
                    <a:pt x="587" y="365"/>
                    <a:pt x="561" y="204"/>
                  </a:cubicBezTo>
                  <a:cubicBezTo>
                    <a:pt x="541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98" name="Google Shape;4098;p17"/>
            <p:cNvSpPr/>
            <p:nvPr/>
          </p:nvSpPr>
          <p:spPr>
            <a:xfrm>
              <a:off x="6040050" y="38249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2" y="0"/>
                  </a:moveTo>
                  <a:cubicBezTo>
                    <a:pt x="309" y="0"/>
                    <a:pt x="296" y="1"/>
                    <a:pt x="282" y="3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7"/>
                  </a:cubicBezTo>
                  <a:cubicBezTo>
                    <a:pt x="541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99" name="Google Shape;4099;p17"/>
            <p:cNvSpPr/>
            <p:nvPr/>
          </p:nvSpPr>
          <p:spPr>
            <a:xfrm>
              <a:off x="6010200" y="38296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3" y="0"/>
                  </a:moveTo>
                  <a:cubicBezTo>
                    <a:pt x="309" y="0"/>
                    <a:pt x="296" y="1"/>
                    <a:pt x="282" y="3"/>
                  </a:cubicBezTo>
                  <a:cubicBezTo>
                    <a:pt x="69" y="38"/>
                    <a:pt x="0" y="314"/>
                    <a:pt x="179" y="442"/>
                  </a:cubicBezTo>
                  <a:cubicBezTo>
                    <a:pt x="224" y="475"/>
                    <a:pt x="273" y="490"/>
                    <a:pt x="321" y="490"/>
                  </a:cubicBezTo>
                  <a:cubicBezTo>
                    <a:pt x="460" y="490"/>
                    <a:pt x="587" y="366"/>
                    <a:pt x="561" y="207"/>
                  </a:cubicBezTo>
                  <a:cubicBezTo>
                    <a:pt x="544" y="86"/>
                    <a:pt x="441" y="0"/>
                    <a:pt x="3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00" name="Google Shape;4100;p17"/>
            <p:cNvSpPr/>
            <p:nvPr/>
          </p:nvSpPr>
          <p:spPr>
            <a:xfrm>
              <a:off x="5980425" y="38343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7" y="0"/>
                  </a:moveTo>
                  <a:cubicBezTo>
                    <a:pt x="306" y="0"/>
                    <a:pt x="294" y="1"/>
                    <a:pt x="282" y="2"/>
                  </a:cubicBezTo>
                  <a:cubicBezTo>
                    <a:pt x="66" y="37"/>
                    <a:pt x="0" y="313"/>
                    <a:pt x="176" y="441"/>
                  </a:cubicBezTo>
                  <a:cubicBezTo>
                    <a:pt x="221" y="474"/>
                    <a:pt x="271" y="489"/>
                    <a:pt x="320" y="489"/>
                  </a:cubicBezTo>
                  <a:cubicBezTo>
                    <a:pt x="459" y="489"/>
                    <a:pt x="587" y="367"/>
                    <a:pt x="561" y="206"/>
                  </a:cubicBezTo>
                  <a:cubicBezTo>
                    <a:pt x="541" y="86"/>
                    <a:pt x="435" y="0"/>
                    <a:pt x="3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01" name="Google Shape;4101;p17"/>
            <p:cNvSpPr/>
            <p:nvPr/>
          </p:nvSpPr>
          <p:spPr>
            <a:xfrm>
              <a:off x="5951900" y="3839050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270" y="0"/>
                  </a:moveTo>
                  <a:cubicBezTo>
                    <a:pt x="130" y="0"/>
                    <a:pt x="0" y="123"/>
                    <a:pt x="26" y="285"/>
                  </a:cubicBezTo>
                  <a:cubicBezTo>
                    <a:pt x="46" y="403"/>
                    <a:pt x="149" y="488"/>
                    <a:pt x="265" y="488"/>
                  </a:cubicBezTo>
                  <a:cubicBezTo>
                    <a:pt x="278" y="488"/>
                    <a:pt x="292" y="487"/>
                    <a:pt x="305" y="485"/>
                  </a:cubicBezTo>
                  <a:cubicBezTo>
                    <a:pt x="521" y="454"/>
                    <a:pt x="587" y="175"/>
                    <a:pt x="411" y="46"/>
                  </a:cubicBezTo>
                  <a:cubicBezTo>
                    <a:pt x="367" y="15"/>
                    <a:pt x="318" y="0"/>
                    <a:pt x="2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02" name="Google Shape;4102;p17"/>
            <p:cNvSpPr/>
            <p:nvPr/>
          </p:nvSpPr>
          <p:spPr>
            <a:xfrm>
              <a:off x="5922050" y="384377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8" y="1"/>
                  </a:moveTo>
                  <a:cubicBezTo>
                    <a:pt x="128" y="1"/>
                    <a:pt x="0" y="123"/>
                    <a:pt x="26" y="284"/>
                  </a:cubicBezTo>
                  <a:cubicBezTo>
                    <a:pt x="46" y="404"/>
                    <a:pt x="152" y="490"/>
                    <a:pt x="270" y="490"/>
                  </a:cubicBezTo>
                  <a:cubicBezTo>
                    <a:pt x="282" y="490"/>
                    <a:pt x="293" y="489"/>
                    <a:pt x="305" y="487"/>
                  </a:cubicBezTo>
                  <a:cubicBezTo>
                    <a:pt x="521" y="453"/>
                    <a:pt x="587" y="174"/>
                    <a:pt x="411" y="49"/>
                  </a:cubicBezTo>
                  <a:cubicBezTo>
                    <a:pt x="366" y="15"/>
                    <a:pt x="316" y="1"/>
                    <a:pt x="2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03" name="Google Shape;4103;p17"/>
            <p:cNvSpPr/>
            <p:nvPr/>
          </p:nvSpPr>
          <p:spPr>
            <a:xfrm>
              <a:off x="5890950" y="3848500"/>
              <a:ext cx="14625" cy="12250"/>
            </a:xfrm>
            <a:custGeom>
              <a:avLst/>
              <a:gdLst/>
              <a:ahLst/>
              <a:cxnLst/>
              <a:rect l="l" t="t" r="r" b="b"/>
              <a:pathLst>
                <a:path w="585" h="490" extrusionOk="0">
                  <a:moveTo>
                    <a:pt x="320" y="0"/>
                  </a:moveTo>
                  <a:cubicBezTo>
                    <a:pt x="306" y="0"/>
                    <a:pt x="293" y="1"/>
                    <a:pt x="280" y="4"/>
                  </a:cubicBezTo>
                  <a:cubicBezTo>
                    <a:pt x="66" y="38"/>
                    <a:pt x="1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7" y="490"/>
                    <a:pt x="585" y="366"/>
                    <a:pt x="562" y="207"/>
                  </a:cubicBezTo>
                  <a:cubicBezTo>
                    <a:pt x="542" y="86"/>
                    <a:pt x="438" y="0"/>
                    <a:pt x="3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04" name="Google Shape;4104;p17"/>
            <p:cNvSpPr/>
            <p:nvPr/>
          </p:nvSpPr>
          <p:spPr>
            <a:xfrm>
              <a:off x="5862425" y="38532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8" y="0"/>
                  </a:moveTo>
                  <a:cubicBezTo>
                    <a:pt x="127" y="0"/>
                    <a:pt x="0" y="124"/>
                    <a:pt x="26" y="283"/>
                  </a:cubicBezTo>
                  <a:cubicBezTo>
                    <a:pt x="46" y="404"/>
                    <a:pt x="147" y="490"/>
                    <a:pt x="265" y="490"/>
                  </a:cubicBezTo>
                  <a:cubicBezTo>
                    <a:pt x="278" y="490"/>
                    <a:pt x="291" y="489"/>
                    <a:pt x="305" y="486"/>
                  </a:cubicBezTo>
                  <a:cubicBezTo>
                    <a:pt x="521" y="452"/>
                    <a:pt x="587" y="176"/>
                    <a:pt x="411" y="48"/>
                  </a:cubicBezTo>
                  <a:cubicBezTo>
                    <a:pt x="366" y="15"/>
                    <a:pt x="316" y="0"/>
                    <a:pt x="2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05" name="Google Shape;4105;p17"/>
            <p:cNvSpPr/>
            <p:nvPr/>
          </p:nvSpPr>
          <p:spPr>
            <a:xfrm>
              <a:off x="6215600" y="3766775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269" y="1"/>
                  </a:moveTo>
                  <a:cubicBezTo>
                    <a:pt x="129" y="1"/>
                    <a:pt x="1" y="124"/>
                    <a:pt x="26" y="283"/>
                  </a:cubicBezTo>
                  <a:cubicBezTo>
                    <a:pt x="46" y="404"/>
                    <a:pt x="149" y="490"/>
                    <a:pt x="266" y="490"/>
                  </a:cubicBezTo>
                  <a:cubicBezTo>
                    <a:pt x="279" y="490"/>
                    <a:pt x="292" y="489"/>
                    <a:pt x="305" y="487"/>
                  </a:cubicBezTo>
                  <a:cubicBezTo>
                    <a:pt x="521" y="452"/>
                    <a:pt x="587" y="176"/>
                    <a:pt x="412" y="48"/>
                  </a:cubicBezTo>
                  <a:cubicBezTo>
                    <a:pt x="367" y="15"/>
                    <a:pt x="317" y="1"/>
                    <a:pt x="2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06" name="Google Shape;4106;p17"/>
            <p:cNvSpPr/>
            <p:nvPr/>
          </p:nvSpPr>
          <p:spPr>
            <a:xfrm>
              <a:off x="6184525" y="3771475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318" y="1"/>
                  </a:moveTo>
                  <a:cubicBezTo>
                    <a:pt x="305" y="1"/>
                    <a:pt x="292" y="2"/>
                    <a:pt x="279" y="4"/>
                  </a:cubicBezTo>
                  <a:cubicBezTo>
                    <a:pt x="66" y="39"/>
                    <a:pt x="0" y="314"/>
                    <a:pt x="176" y="443"/>
                  </a:cubicBezTo>
                  <a:cubicBezTo>
                    <a:pt x="221" y="476"/>
                    <a:pt x="270" y="491"/>
                    <a:pt x="319" y="491"/>
                  </a:cubicBezTo>
                  <a:cubicBezTo>
                    <a:pt x="457" y="491"/>
                    <a:pt x="584" y="368"/>
                    <a:pt x="561" y="208"/>
                  </a:cubicBezTo>
                  <a:cubicBezTo>
                    <a:pt x="541" y="89"/>
                    <a:pt x="437" y="1"/>
                    <a:pt x="3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07" name="Google Shape;4107;p17"/>
            <p:cNvSpPr/>
            <p:nvPr/>
          </p:nvSpPr>
          <p:spPr>
            <a:xfrm>
              <a:off x="6154675" y="37762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7" y="1"/>
                  </a:moveTo>
                  <a:cubicBezTo>
                    <a:pt x="305" y="1"/>
                    <a:pt x="294" y="2"/>
                    <a:pt x="282" y="3"/>
                  </a:cubicBezTo>
                  <a:cubicBezTo>
                    <a:pt x="66" y="38"/>
                    <a:pt x="0" y="317"/>
                    <a:pt x="176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59" y="490"/>
                    <a:pt x="587" y="367"/>
                    <a:pt x="561" y="207"/>
                  </a:cubicBezTo>
                  <a:cubicBezTo>
                    <a:pt x="541" y="87"/>
                    <a:pt x="435" y="1"/>
                    <a:pt x="3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08" name="Google Shape;4108;p17"/>
            <p:cNvSpPr/>
            <p:nvPr/>
          </p:nvSpPr>
          <p:spPr>
            <a:xfrm>
              <a:off x="6124825" y="3780975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321" y="0"/>
                  </a:moveTo>
                  <a:cubicBezTo>
                    <a:pt x="308" y="0"/>
                    <a:pt x="295" y="1"/>
                    <a:pt x="282" y="3"/>
                  </a:cubicBezTo>
                  <a:cubicBezTo>
                    <a:pt x="66" y="35"/>
                    <a:pt x="0" y="314"/>
                    <a:pt x="176" y="442"/>
                  </a:cubicBezTo>
                  <a:cubicBezTo>
                    <a:pt x="220" y="474"/>
                    <a:pt x="269" y="488"/>
                    <a:pt x="317" y="488"/>
                  </a:cubicBezTo>
                  <a:cubicBezTo>
                    <a:pt x="457" y="488"/>
                    <a:pt x="587" y="365"/>
                    <a:pt x="561" y="204"/>
                  </a:cubicBezTo>
                  <a:cubicBezTo>
                    <a:pt x="541" y="86"/>
                    <a:pt x="438" y="0"/>
                    <a:pt x="3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09" name="Google Shape;4109;p17"/>
            <p:cNvSpPr/>
            <p:nvPr/>
          </p:nvSpPr>
          <p:spPr>
            <a:xfrm>
              <a:off x="6094975" y="378567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2" y="0"/>
                  </a:moveTo>
                  <a:cubicBezTo>
                    <a:pt x="309" y="0"/>
                    <a:pt x="296" y="1"/>
                    <a:pt x="282" y="3"/>
                  </a:cubicBezTo>
                  <a:cubicBezTo>
                    <a:pt x="69" y="38"/>
                    <a:pt x="0" y="314"/>
                    <a:pt x="179" y="442"/>
                  </a:cubicBezTo>
                  <a:cubicBezTo>
                    <a:pt x="224" y="475"/>
                    <a:pt x="273" y="490"/>
                    <a:pt x="321" y="490"/>
                  </a:cubicBezTo>
                  <a:cubicBezTo>
                    <a:pt x="460" y="490"/>
                    <a:pt x="587" y="366"/>
                    <a:pt x="561" y="207"/>
                  </a:cubicBezTo>
                  <a:cubicBezTo>
                    <a:pt x="544" y="86"/>
                    <a:pt x="441" y="0"/>
                    <a:pt x="3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10" name="Google Shape;4110;p17"/>
            <p:cNvSpPr/>
            <p:nvPr/>
          </p:nvSpPr>
          <p:spPr>
            <a:xfrm>
              <a:off x="6065200" y="3790375"/>
              <a:ext cx="14625" cy="12250"/>
            </a:xfrm>
            <a:custGeom>
              <a:avLst/>
              <a:gdLst/>
              <a:ahLst/>
              <a:cxnLst/>
              <a:rect l="l" t="t" r="r" b="b"/>
              <a:pathLst>
                <a:path w="585" h="490" extrusionOk="0">
                  <a:moveTo>
                    <a:pt x="319" y="0"/>
                  </a:moveTo>
                  <a:cubicBezTo>
                    <a:pt x="306" y="0"/>
                    <a:pt x="293" y="1"/>
                    <a:pt x="279" y="3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7" y="490"/>
                    <a:pt x="585" y="366"/>
                    <a:pt x="561" y="207"/>
                  </a:cubicBezTo>
                  <a:cubicBezTo>
                    <a:pt x="541" y="86"/>
                    <a:pt x="438" y="0"/>
                    <a:pt x="3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11" name="Google Shape;4111;p17"/>
            <p:cNvSpPr/>
            <p:nvPr/>
          </p:nvSpPr>
          <p:spPr>
            <a:xfrm>
              <a:off x="6035350" y="37950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2" y="0"/>
                  </a:moveTo>
                  <a:cubicBezTo>
                    <a:pt x="309" y="0"/>
                    <a:pt x="295" y="1"/>
                    <a:pt x="282" y="3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59" y="490"/>
                    <a:pt x="587" y="368"/>
                    <a:pt x="561" y="207"/>
                  </a:cubicBezTo>
                  <a:cubicBezTo>
                    <a:pt x="541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12" name="Google Shape;4112;p17"/>
            <p:cNvSpPr/>
            <p:nvPr/>
          </p:nvSpPr>
          <p:spPr>
            <a:xfrm>
              <a:off x="6005500" y="37998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8" y="0"/>
                  </a:moveTo>
                  <a:cubicBezTo>
                    <a:pt x="306" y="0"/>
                    <a:pt x="294" y="1"/>
                    <a:pt x="282" y="2"/>
                  </a:cubicBezTo>
                  <a:cubicBezTo>
                    <a:pt x="66" y="37"/>
                    <a:pt x="0" y="316"/>
                    <a:pt x="176" y="441"/>
                  </a:cubicBezTo>
                  <a:cubicBezTo>
                    <a:pt x="222" y="474"/>
                    <a:pt x="272" y="489"/>
                    <a:pt x="321" y="489"/>
                  </a:cubicBezTo>
                  <a:cubicBezTo>
                    <a:pt x="461" y="489"/>
                    <a:pt x="587" y="367"/>
                    <a:pt x="561" y="206"/>
                  </a:cubicBezTo>
                  <a:cubicBezTo>
                    <a:pt x="541" y="86"/>
                    <a:pt x="438" y="0"/>
                    <a:pt x="3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13" name="Google Shape;4113;p17"/>
            <p:cNvSpPr/>
            <p:nvPr/>
          </p:nvSpPr>
          <p:spPr>
            <a:xfrm>
              <a:off x="5975650" y="3804550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323" y="0"/>
                  </a:moveTo>
                  <a:cubicBezTo>
                    <a:pt x="309" y="0"/>
                    <a:pt x="296" y="1"/>
                    <a:pt x="282" y="4"/>
                  </a:cubicBezTo>
                  <a:cubicBezTo>
                    <a:pt x="69" y="35"/>
                    <a:pt x="0" y="314"/>
                    <a:pt x="179" y="442"/>
                  </a:cubicBezTo>
                  <a:cubicBezTo>
                    <a:pt x="223" y="474"/>
                    <a:pt x="272" y="488"/>
                    <a:pt x="320" y="488"/>
                  </a:cubicBezTo>
                  <a:cubicBezTo>
                    <a:pt x="459" y="488"/>
                    <a:pt x="587" y="366"/>
                    <a:pt x="561" y="204"/>
                  </a:cubicBezTo>
                  <a:cubicBezTo>
                    <a:pt x="544" y="86"/>
                    <a:pt x="441" y="0"/>
                    <a:pt x="3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14" name="Google Shape;4114;p17"/>
            <p:cNvSpPr/>
            <p:nvPr/>
          </p:nvSpPr>
          <p:spPr>
            <a:xfrm>
              <a:off x="5945875" y="380925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322" y="0"/>
                  </a:moveTo>
                  <a:cubicBezTo>
                    <a:pt x="309" y="0"/>
                    <a:pt x="296" y="1"/>
                    <a:pt x="282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7"/>
                  </a:cubicBezTo>
                  <a:cubicBezTo>
                    <a:pt x="542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15" name="Google Shape;4115;p17"/>
            <p:cNvSpPr/>
            <p:nvPr/>
          </p:nvSpPr>
          <p:spPr>
            <a:xfrm>
              <a:off x="5916025" y="381395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322" y="0"/>
                  </a:moveTo>
                  <a:cubicBezTo>
                    <a:pt x="309" y="0"/>
                    <a:pt x="296" y="1"/>
                    <a:pt x="283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7"/>
                  </a:cubicBezTo>
                  <a:cubicBezTo>
                    <a:pt x="542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16" name="Google Shape;4116;p17"/>
            <p:cNvSpPr/>
            <p:nvPr/>
          </p:nvSpPr>
          <p:spPr>
            <a:xfrm>
              <a:off x="5886175" y="381865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323" y="0"/>
                  </a:moveTo>
                  <a:cubicBezTo>
                    <a:pt x="309" y="0"/>
                    <a:pt x="296" y="2"/>
                    <a:pt x="283" y="4"/>
                  </a:cubicBezTo>
                  <a:cubicBezTo>
                    <a:pt x="69" y="38"/>
                    <a:pt x="0" y="314"/>
                    <a:pt x="176" y="442"/>
                  </a:cubicBezTo>
                  <a:cubicBezTo>
                    <a:pt x="222" y="475"/>
                    <a:pt x="271" y="490"/>
                    <a:pt x="320" y="490"/>
                  </a:cubicBezTo>
                  <a:cubicBezTo>
                    <a:pt x="460" y="490"/>
                    <a:pt x="587" y="366"/>
                    <a:pt x="561" y="207"/>
                  </a:cubicBezTo>
                  <a:cubicBezTo>
                    <a:pt x="545" y="86"/>
                    <a:pt x="441" y="0"/>
                    <a:pt x="3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17" name="Google Shape;4117;p17"/>
            <p:cNvSpPr/>
            <p:nvPr/>
          </p:nvSpPr>
          <p:spPr>
            <a:xfrm>
              <a:off x="5857725" y="38233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6" y="0"/>
                  </a:moveTo>
                  <a:cubicBezTo>
                    <a:pt x="127" y="0"/>
                    <a:pt x="0" y="124"/>
                    <a:pt x="26" y="283"/>
                  </a:cubicBezTo>
                  <a:cubicBezTo>
                    <a:pt x="43" y="404"/>
                    <a:pt x="146" y="490"/>
                    <a:pt x="265" y="490"/>
                  </a:cubicBezTo>
                  <a:cubicBezTo>
                    <a:pt x="278" y="490"/>
                    <a:pt x="291" y="489"/>
                    <a:pt x="305" y="486"/>
                  </a:cubicBezTo>
                  <a:cubicBezTo>
                    <a:pt x="518" y="452"/>
                    <a:pt x="587" y="176"/>
                    <a:pt x="408" y="48"/>
                  </a:cubicBezTo>
                  <a:cubicBezTo>
                    <a:pt x="363" y="15"/>
                    <a:pt x="314" y="0"/>
                    <a:pt x="2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18" name="Google Shape;4118;p17"/>
            <p:cNvSpPr/>
            <p:nvPr/>
          </p:nvSpPr>
          <p:spPr>
            <a:xfrm>
              <a:off x="6211300" y="373930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60" y="0"/>
                  </a:moveTo>
                  <a:cubicBezTo>
                    <a:pt x="16" y="53"/>
                    <a:pt x="1" y="122"/>
                    <a:pt x="10" y="188"/>
                  </a:cubicBezTo>
                  <a:cubicBezTo>
                    <a:pt x="30" y="309"/>
                    <a:pt x="133" y="395"/>
                    <a:pt x="250" y="395"/>
                  </a:cubicBezTo>
                  <a:cubicBezTo>
                    <a:pt x="263" y="395"/>
                    <a:pt x="276" y="394"/>
                    <a:pt x="289" y="392"/>
                  </a:cubicBezTo>
                  <a:cubicBezTo>
                    <a:pt x="295" y="392"/>
                    <a:pt x="298" y="392"/>
                    <a:pt x="305" y="389"/>
                  </a:cubicBezTo>
                  <a:cubicBezTo>
                    <a:pt x="226" y="257"/>
                    <a:pt x="145" y="129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19" name="Google Shape;4119;p17"/>
            <p:cNvSpPr/>
            <p:nvPr/>
          </p:nvSpPr>
          <p:spPr>
            <a:xfrm>
              <a:off x="6179725" y="3741650"/>
              <a:ext cx="14700" cy="12300"/>
            </a:xfrm>
            <a:custGeom>
              <a:avLst/>
              <a:gdLst/>
              <a:ahLst/>
              <a:cxnLst/>
              <a:rect l="l" t="t" r="r" b="b"/>
              <a:pathLst>
                <a:path w="588" h="492" extrusionOk="0">
                  <a:moveTo>
                    <a:pt x="318" y="1"/>
                  </a:moveTo>
                  <a:cubicBezTo>
                    <a:pt x="307" y="1"/>
                    <a:pt x="295" y="2"/>
                    <a:pt x="283" y="3"/>
                  </a:cubicBezTo>
                  <a:cubicBezTo>
                    <a:pt x="70" y="38"/>
                    <a:pt x="1" y="317"/>
                    <a:pt x="179" y="445"/>
                  </a:cubicBezTo>
                  <a:cubicBezTo>
                    <a:pt x="224" y="477"/>
                    <a:pt x="273" y="491"/>
                    <a:pt x="320" y="491"/>
                  </a:cubicBezTo>
                  <a:cubicBezTo>
                    <a:pt x="460" y="491"/>
                    <a:pt x="588" y="368"/>
                    <a:pt x="562" y="207"/>
                  </a:cubicBezTo>
                  <a:cubicBezTo>
                    <a:pt x="545" y="87"/>
                    <a:pt x="439" y="1"/>
                    <a:pt x="3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20" name="Google Shape;4120;p17"/>
            <p:cNvSpPr/>
            <p:nvPr/>
          </p:nvSpPr>
          <p:spPr>
            <a:xfrm>
              <a:off x="6149975" y="3746425"/>
              <a:ext cx="14625" cy="12250"/>
            </a:xfrm>
            <a:custGeom>
              <a:avLst/>
              <a:gdLst/>
              <a:ahLst/>
              <a:cxnLst/>
              <a:rect l="l" t="t" r="r" b="b"/>
              <a:pathLst>
                <a:path w="585" h="490" extrusionOk="0">
                  <a:moveTo>
                    <a:pt x="319" y="0"/>
                  </a:moveTo>
                  <a:cubicBezTo>
                    <a:pt x="306" y="0"/>
                    <a:pt x="292" y="1"/>
                    <a:pt x="279" y="3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0" y="475"/>
                    <a:pt x="269" y="490"/>
                    <a:pt x="317" y="490"/>
                  </a:cubicBezTo>
                  <a:cubicBezTo>
                    <a:pt x="456" y="490"/>
                    <a:pt x="584" y="365"/>
                    <a:pt x="561" y="204"/>
                  </a:cubicBezTo>
                  <a:cubicBezTo>
                    <a:pt x="541" y="86"/>
                    <a:pt x="438" y="0"/>
                    <a:pt x="3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21" name="Google Shape;4121;p17"/>
            <p:cNvSpPr/>
            <p:nvPr/>
          </p:nvSpPr>
          <p:spPr>
            <a:xfrm>
              <a:off x="6120125" y="37511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1" y="0"/>
                  </a:moveTo>
                  <a:cubicBezTo>
                    <a:pt x="308" y="0"/>
                    <a:pt x="295" y="1"/>
                    <a:pt x="282" y="3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0" y="475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7"/>
                  </a:cubicBezTo>
                  <a:cubicBezTo>
                    <a:pt x="541" y="86"/>
                    <a:pt x="438" y="0"/>
                    <a:pt x="3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22" name="Google Shape;4122;p17"/>
            <p:cNvSpPr/>
            <p:nvPr/>
          </p:nvSpPr>
          <p:spPr>
            <a:xfrm>
              <a:off x="6090275" y="37558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2" y="0"/>
                  </a:moveTo>
                  <a:cubicBezTo>
                    <a:pt x="309" y="0"/>
                    <a:pt x="296" y="1"/>
                    <a:pt x="282" y="3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60" y="490"/>
                    <a:pt x="587" y="366"/>
                    <a:pt x="561" y="207"/>
                  </a:cubicBezTo>
                  <a:cubicBezTo>
                    <a:pt x="541" y="86"/>
                    <a:pt x="440" y="0"/>
                    <a:pt x="3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23" name="Google Shape;4123;p17"/>
            <p:cNvSpPr/>
            <p:nvPr/>
          </p:nvSpPr>
          <p:spPr>
            <a:xfrm>
              <a:off x="6060425" y="376052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17" y="1"/>
                  </a:moveTo>
                  <a:cubicBezTo>
                    <a:pt x="306" y="1"/>
                    <a:pt x="294" y="2"/>
                    <a:pt x="282" y="3"/>
                  </a:cubicBezTo>
                  <a:cubicBezTo>
                    <a:pt x="69" y="38"/>
                    <a:pt x="0" y="314"/>
                    <a:pt x="179" y="442"/>
                  </a:cubicBezTo>
                  <a:cubicBezTo>
                    <a:pt x="224" y="475"/>
                    <a:pt x="274" y="490"/>
                    <a:pt x="322" y="490"/>
                  </a:cubicBezTo>
                  <a:cubicBezTo>
                    <a:pt x="460" y="490"/>
                    <a:pt x="587" y="368"/>
                    <a:pt x="561" y="207"/>
                  </a:cubicBezTo>
                  <a:cubicBezTo>
                    <a:pt x="544" y="87"/>
                    <a:pt x="438" y="1"/>
                    <a:pt x="3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24" name="Google Shape;4124;p17"/>
            <p:cNvSpPr/>
            <p:nvPr/>
          </p:nvSpPr>
          <p:spPr>
            <a:xfrm>
              <a:off x="6030650" y="37652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7" y="0"/>
                  </a:moveTo>
                  <a:cubicBezTo>
                    <a:pt x="305" y="0"/>
                    <a:pt x="294" y="1"/>
                    <a:pt x="282" y="2"/>
                  </a:cubicBezTo>
                  <a:cubicBezTo>
                    <a:pt x="66" y="37"/>
                    <a:pt x="0" y="316"/>
                    <a:pt x="176" y="441"/>
                  </a:cubicBezTo>
                  <a:cubicBezTo>
                    <a:pt x="221" y="474"/>
                    <a:pt x="271" y="489"/>
                    <a:pt x="319" y="489"/>
                  </a:cubicBezTo>
                  <a:cubicBezTo>
                    <a:pt x="459" y="489"/>
                    <a:pt x="587" y="367"/>
                    <a:pt x="561" y="206"/>
                  </a:cubicBezTo>
                  <a:cubicBezTo>
                    <a:pt x="541" y="86"/>
                    <a:pt x="435" y="0"/>
                    <a:pt x="3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25" name="Google Shape;4125;p17"/>
            <p:cNvSpPr/>
            <p:nvPr/>
          </p:nvSpPr>
          <p:spPr>
            <a:xfrm>
              <a:off x="6000800" y="3770000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322" y="0"/>
                  </a:moveTo>
                  <a:cubicBezTo>
                    <a:pt x="309" y="0"/>
                    <a:pt x="296" y="1"/>
                    <a:pt x="282" y="4"/>
                  </a:cubicBezTo>
                  <a:cubicBezTo>
                    <a:pt x="66" y="35"/>
                    <a:pt x="0" y="314"/>
                    <a:pt x="176" y="442"/>
                  </a:cubicBezTo>
                  <a:cubicBezTo>
                    <a:pt x="220" y="474"/>
                    <a:pt x="269" y="488"/>
                    <a:pt x="317" y="488"/>
                  </a:cubicBezTo>
                  <a:cubicBezTo>
                    <a:pt x="457" y="488"/>
                    <a:pt x="587" y="366"/>
                    <a:pt x="561" y="204"/>
                  </a:cubicBezTo>
                  <a:cubicBezTo>
                    <a:pt x="541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26" name="Google Shape;4126;p17"/>
            <p:cNvSpPr/>
            <p:nvPr/>
          </p:nvSpPr>
          <p:spPr>
            <a:xfrm>
              <a:off x="5970950" y="37747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2" y="0"/>
                  </a:moveTo>
                  <a:cubicBezTo>
                    <a:pt x="309" y="0"/>
                    <a:pt x="296" y="1"/>
                    <a:pt x="282" y="4"/>
                  </a:cubicBezTo>
                  <a:cubicBezTo>
                    <a:pt x="69" y="38"/>
                    <a:pt x="0" y="314"/>
                    <a:pt x="176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60" y="490"/>
                    <a:pt x="587" y="366"/>
                    <a:pt x="561" y="207"/>
                  </a:cubicBezTo>
                  <a:cubicBezTo>
                    <a:pt x="544" y="86"/>
                    <a:pt x="441" y="0"/>
                    <a:pt x="3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27" name="Google Shape;4127;p17"/>
            <p:cNvSpPr/>
            <p:nvPr/>
          </p:nvSpPr>
          <p:spPr>
            <a:xfrm>
              <a:off x="5941175" y="3779400"/>
              <a:ext cx="14625" cy="12250"/>
            </a:xfrm>
            <a:custGeom>
              <a:avLst/>
              <a:gdLst/>
              <a:ahLst/>
              <a:cxnLst/>
              <a:rect l="l" t="t" r="r" b="b"/>
              <a:pathLst>
                <a:path w="585" h="490" extrusionOk="0">
                  <a:moveTo>
                    <a:pt x="319" y="0"/>
                  </a:moveTo>
                  <a:cubicBezTo>
                    <a:pt x="306" y="0"/>
                    <a:pt x="293" y="1"/>
                    <a:pt x="279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7" y="490"/>
                    <a:pt x="585" y="366"/>
                    <a:pt x="561" y="207"/>
                  </a:cubicBezTo>
                  <a:cubicBezTo>
                    <a:pt x="542" y="86"/>
                    <a:pt x="438" y="0"/>
                    <a:pt x="3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28" name="Google Shape;4128;p17"/>
            <p:cNvSpPr/>
            <p:nvPr/>
          </p:nvSpPr>
          <p:spPr>
            <a:xfrm>
              <a:off x="5911325" y="3784100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2" y="0"/>
                  </a:moveTo>
                  <a:cubicBezTo>
                    <a:pt x="309" y="0"/>
                    <a:pt x="296" y="2"/>
                    <a:pt x="282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6"/>
                    <a:pt x="271" y="490"/>
                    <a:pt x="319" y="490"/>
                  </a:cubicBezTo>
                  <a:cubicBezTo>
                    <a:pt x="459" y="490"/>
                    <a:pt x="587" y="368"/>
                    <a:pt x="561" y="207"/>
                  </a:cubicBezTo>
                  <a:cubicBezTo>
                    <a:pt x="542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29" name="Google Shape;4129;p17"/>
            <p:cNvSpPr/>
            <p:nvPr/>
          </p:nvSpPr>
          <p:spPr>
            <a:xfrm>
              <a:off x="5881475" y="37888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7" y="0"/>
                  </a:moveTo>
                  <a:cubicBezTo>
                    <a:pt x="306" y="0"/>
                    <a:pt x="294" y="1"/>
                    <a:pt x="282" y="3"/>
                  </a:cubicBezTo>
                  <a:cubicBezTo>
                    <a:pt x="66" y="37"/>
                    <a:pt x="0" y="316"/>
                    <a:pt x="176" y="441"/>
                  </a:cubicBezTo>
                  <a:cubicBezTo>
                    <a:pt x="221" y="475"/>
                    <a:pt x="271" y="489"/>
                    <a:pt x="320" y="489"/>
                  </a:cubicBezTo>
                  <a:cubicBezTo>
                    <a:pt x="459" y="489"/>
                    <a:pt x="587" y="367"/>
                    <a:pt x="561" y="206"/>
                  </a:cubicBezTo>
                  <a:cubicBezTo>
                    <a:pt x="541" y="86"/>
                    <a:pt x="435" y="0"/>
                    <a:pt x="3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30" name="Google Shape;4130;p17"/>
            <p:cNvSpPr/>
            <p:nvPr/>
          </p:nvSpPr>
          <p:spPr>
            <a:xfrm>
              <a:off x="5853000" y="3793525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268" y="1"/>
                  </a:moveTo>
                  <a:cubicBezTo>
                    <a:pt x="129" y="1"/>
                    <a:pt x="0" y="123"/>
                    <a:pt x="24" y="285"/>
                  </a:cubicBezTo>
                  <a:cubicBezTo>
                    <a:pt x="44" y="405"/>
                    <a:pt x="150" y="491"/>
                    <a:pt x="271" y="491"/>
                  </a:cubicBezTo>
                  <a:cubicBezTo>
                    <a:pt x="282" y="491"/>
                    <a:pt x="294" y="490"/>
                    <a:pt x="306" y="489"/>
                  </a:cubicBezTo>
                  <a:cubicBezTo>
                    <a:pt x="519" y="454"/>
                    <a:pt x="585" y="175"/>
                    <a:pt x="409" y="47"/>
                  </a:cubicBezTo>
                  <a:cubicBezTo>
                    <a:pt x="365" y="15"/>
                    <a:pt x="316" y="1"/>
                    <a:pt x="2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31" name="Google Shape;4131;p17"/>
            <p:cNvSpPr/>
            <p:nvPr/>
          </p:nvSpPr>
          <p:spPr>
            <a:xfrm>
              <a:off x="6176350" y="371185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268" y="0"/>
                  </a:moveTo>
                  <a:cubicBezTo>
                    <a:pt x="129" y="0"/>
                    <a:pt x="1" y="123"/>
                    <a:pt x="26" y="283"/>
                  </a:cubicBezTo>
                  <a:cubicBezTo>
                    <a:pt x="46" y="403"/>
                    <a:pt x="152" y="489"/>
                    <a:pt x="270" y="489"/>
                  </a:cubicBezTo>
                  <a:cubicBezTo>
                    <a:pt x="282" y="489"/>
                    <a:pt x="293" y="489"/>
                    <a:pt x="305" y="487"/>
                  </a:cubicBezTo>
                  <a:cubicBezTo>
                    <a:pt x="521" y="452"/>
                    <a:pt x="587" y="177"/>
                    <a:pt x="412" y="48"/>
                  </a:cubicBezTo>
                  <a:cubicBezTo>
                    <a:pt x="366" y="15"/>
                    <a:pt x="317" y="0"/>
                    <a:pt x="2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32" name="Google Shape;4132;p17"/>
            <p:cNvSpPr/>
            <p:nvPr/>
          </p:nvSpPr>
          <p:spPr>
            <a:xfrm>
              <a:off x="6145175" y="3716575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323" y="0"/>
                  </a:moveTo>
                  <a:cubicBezTo>
                    <a:pt x="310" y="0"/>
                    <a:pt x="296" y="1"/>
                    <a:pt x="283" y="3"/>
                  </a:cubicBezTo>
                  <a:cubicBezTo>
                    <a:pt x="70" y="38"/>
                    <a:pt x="1" y="314"/>
                    <a:pt x="179" y="442"/>
                  </a:cubicBezTo>
                  <a:cubicBezTo>
                    <a:pt x="224" y="475"/>
                    <a:pt x="274" y="490"/>
                    <a:pt x="321" y="490"/>
                  </a:cubicBezTo>
                  <a:cubicBezTo>
                    <a:pt x="460" y="490"/>
                    <a:pt x="587" y="366"/>
                    <a:pt x="562" y="207"/>
                  </a:cubicBezTo>
                  <a:cubicBezTo>
                    <a:pt x="545" y="86"/>
                    <a:pt x="442" y="0"/>
                    <a:pt x="3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33" name="Google Shape;4133;p17"/>
            <p:cNvSpPr/>
            <p:nvPr/>
          </p:nvSpPr>
          <p:spPr>
            <a:xfrm>
              <a:off x="6115425" y="37212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1" y="0"/>
                  </a:moveTo>
                  <a:cubicBezTo>
                    <a:pt x="308" y="0"/>
                    <a:pt x="295" y="1"/>
                    <a:pt x="282" y="3"/>
                  </a:cubicBezTo>
                  <a:cubicBezTo>
                    <a:pt x="66" y="38"/>
                    <a:pt x="0" y="314"/>
                    <a:pt x="175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59" y="490"/>
                    <a:pt x="587" y="368"/>
                    <a:pt x="561" y="207"/>
                  </a:cubicBezTo>
                  <a:cubicBezTo>
                    <a:pt x="541" y="86"/>
                    <a:pt x="438" y="0"/>
                    <a:pt x="3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34" name="Google Shape;4134;p17"/>
            <p:cNvSpPr/>
            <p:nvPr/>
          </p:nvSpPr>
          <p:spPr>
            <a:xfrm>
              <a:off x="6085575" y="37259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17" y="1"/>
                  </a:moveTo>
                  <a:cubicBezTo>
                    <a:pt x="305" y="1"/>
                    <a:pt x="294" y="2"/>
                    <a:pt x="282" y="3"/>
                  </a:cubicBezTo>
                  <a:cubicBezTo>
                    <a:pt x="66" y="38"/>
                    <a:pt x="0" y="317"/>
                    <a:pt x="176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59" y="490"/>
                    <a:pt x="587" y="368"/>
                    <a:pt x="561" y="207"/>
                  </a:cubicBezTo>
                  <a:cubicBezTo>
                    <a:pt x="541" y="87"/>
                    <a:pt x="435" y="1"/>
                    <a:pt x="3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35" name="Google Shape;4135;p17"/>
            <p:cNvSpPr/>
            <p:nvPr/>
          </p:nvSpPr>
          <p:spPr>
            <a:xfrm>
              <a:off x="6055725" y="3730750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322" y="0"/>
                  </a:moveTo>
                  <a:cubicBezTo>
                    <a:pt x="309" y="0"/>
                    <a:pt x="296" y="1"/>
                    <a:pt x="282" y="4"/>
                  </a:cubicBezTo>
                  <a:cubicBezTo>
                    <a:pt x="69" y="35"/>
                    <a:pt x="0" y="314"/>
                    <a:pt x="176" y="442"/>
                  </a:cubicBezTo>
                  <a:cubicBezTo>
                    <a:pt x="221" y="474"/>
                    <a:pt x="270" y="488"/>
                    <a:pt x="318" y="488"/>
                  </a:cubicBezTo>
                  <a:cubicBezTo>
                    <a:pt x="459" y="488"/>
                    <a:pt x="587" y="365"/>
                    <a:pt x="561" y="204"/>
                  </a:cubicBezTo>
                  <a:cubicBezTo>
                    <a:pt x="544" y="86"/>
                    <a:pt x="441" y="0"/>
                    <a:pt x="3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36" name="Google Shape;4136;p17"/>
            <p:cNvSpPr/>
            <p:nvPr/>
          </p:nvSpPr>
          <p:spPr>
            <a:xfrm>
              <a:off x="6025950" y="3735450"/>
              <a:ext cx="14625" cy="12250"/>
            </a:xfrm>
            <a:custGeom>
              <a:avLst/>
              <a:gdLst/>
              <a:ahLst/>
              <a:cxnLst/>
              <a:rect l="l" t="t" r="r" b="b"/>
              <a:pathLst>
                <a:path w="585" h="490" extrusionOk="0">
                  <a:moveTo>
                    <a:pt x="319" y="0"/>
                  </a:moveTo>
                  <a:cubicBezTo>
                    <a:pt x="306" y="0"/>
                    <a:pt x="293" y="1"/>
                    <a:pt x="279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7" y="490"/>
                    <a:pt x="584" y="366"/>
                    <a:pt x="561" y="207"/>
                  </a:cubicBezTo>
                  <a:cubicBezTo>
                    <a:pt x="541" y="86"/>
                    <a:pt x="438" y="0"/>
                    <a:pt x="3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37" name="Google Shape;4137;p17"/>
            <p:cNvSpPr/>
            <p:nvPr/>
          </p:nvSpPr>
          <p:spPr>
            <a:xfrm>
              <a:off x="5996100" y="37401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2" y="0"/>
                  </a:moveTo>
                  <a:cubicBezTo>
                    <a:pt x="309" y="0"/>
                    <a:pt x="295" y="1"/>
                    <a:pt x="282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7"/>
                  </a:cubicBezTo>
                  <a:cubicBezTo>
                    <a:pt x="541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38" name="Google Shape;4138;p17"/>
            <p:cNvSpPr/>
            <p:nvPr/>
          </p:nvSpPr>
          <p:spPr>
            <a:xfrm>
              <a:off x="5966250" y="37448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2" y="0"/>
                  </a:moveTo>
                  <a:cubicBezTo>
                    <a:pt x="309" y="0"/>
                    <a:pt x="295" y="1"/>
                    <a:pt x="282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7"/>
                  </a:cubicBezTo>
                  <a:cubicBezTo>
                    <a:pt x="541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39" name="Google Shape;4139;p17"/>
            <p:cNvSpPr/>
            <p:nvPr/>
          </p:nvSpPr>
          <p:spPr>
            <a:xfrm>
              <a:off x="5936400" y="374957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8" y="0"/>
                  </a:moveTo>
                  <a:cubicBezTo>
                    <a:pt x="306" y="0"/>
                    <a:pt x="294" y="1"/>
                    <a:pt x="282" y="3"/>
                  </a:cubicBezTo>
                  <a:cubicBezTo>
                    <a:pt x="69" y="37"/>
                    <a:pt x="0" y="313"/>
                    <a:pt x="179" y="441"/>
                  </a:cubicBezTo>
                  <a:cubicBezTo>
                    <a:pt x="224" y="475"/>
                    <a:pt x="274" y="489"/>
                    <a:pt x="322" y="489"/>
                  </a:cubicBezTo>
                  <a:cubicBezTo>
                    <a:pt x="460" y="489"/>
                    <a:pt x="587" y="367"/>
                    <a:pt x="561" y="206"/>
                  </a:cubicBezTo>
                  <a:cubicBezTo>
                    <a:pt x="544" y="86"/>
                    <a:pt x="438" y="0"/>
                    <a:pt x="3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40" name="Google Shape;4140;p17"/>
            <p:cNvSpPr/>
            <p:nvPr/>
          </p:nvSpPr>
          <p:spPr>
            <a:xfrm>
              <a:off x="5906625" y="3754325"/>
              <a:ext cx="14700" cy="12225"/>
            </a:xfrm>
            <a:custGeom>
              <a:avLst/>
              <a:gdLst/>
              <a:ahLst/>
              <a:cxnLst/>
              <a:rect l="l" t="t" r="r" b="b"/>
              <a:pathLst>
                <a:path w="588" h="489" extrusionOk="0">
                  <a:moveTo>
                    <a:pt x="322" y="1"/>
                  </a:moveTo>
                  <a:cubicBezTo>
                    <a:pt x="309" y="1"/>
                    <a:pt x="296" y="2"/>
                    <a:pt x="282" y="4"/>
                  </a:cubicBezTo>
                  <a:cubicBezTo>
                    <a:pt x="66" y="35"/>
                    <a:pt x="0" y="314"/>
                    <a:pt x="176" y="443"/>
                  </a:cubicBezTo>
                  <a:cubicBezTo>
                    <a:pt x="220" y="474"/>
                    <a:pt x="269" y="489"/>
                    <a:pt x="317" y="489"/>
                  </a:cubicBezTo>
                  <a:cubicBezTo>
                    <a:pt x="458" y="489"/>
                    <a:pt x="587" y="366"/>
                    <a:pt x="561" y="204"/>
                  </a:cubicBezTo>
                  <a:cubicBezTo>
                    <a:pt x="542" y="86"/>
                    <a:pt x="438" y="1"/>
                    <a:pt x="3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41" name="Google Shape;4141;p17"/>
            <p:cNvSpPr/>
            <p:nvPr/>
          </p:nvSpPr>
          <p:spPr>
            <a:xfrm>
              <a:off x="5876775" y="3759025"/>
              <a:ext cx="14700" cy="12225"/>
            </a:xfrm>
            <a:custGeom>
              <a:avLst/>
              <a:gdLst/>
              <a:ahLst/>
              <a:cxnLst/>
              <a:rect l="l" t="t" r="r" b="b"/>
              <a:pathLst>
                <a:path w="588" h="489" extrusionOk="0">
                  <a:moveTo>
                    <a:pt x="322" y="1"/>
                  </a:moveTo>
                  <a:cubicBezTo>
                    <a:pt x="309" y="1"/>
                    <a:pt x="296" y="2"/>
                    <a:pt x="282" y="4"/>
                  </a:cubicBezTo>
                  <a:cubicBezTo>
                    <a:pt x="66" y="35"/>
                    <a:pt x="0" y="314"/>
                    <a:pt x="176" y="443"/>
                  </a:cubicBezTo>
                  <a:cubicBezTo>
                    <a:pt x="220" y="474"/>
                    <a:pt x="270" y="489"/>
                    <a:pt x="317" y="489"/>
                  </a:cubicBezTo>
                  <a:cubicBezTo>
                    <a:pt x="458" y="489"/>
                    <a:pt x="587" y="366"/>
                    <a:pt x="561" y="204"/>
                  </a:cubicBezTo>
                  <a:cubicBezTo>
                    <a:pt x="542" y="86"/>
                    <a:pt x="438" y="1"/>
                    <a:pt x="3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42" name="Google Shape;4142;p17"/>
            <p:cNvSpPr/>
            <p:nvPr/>
          </p:nvSpPr>
          <p:spPr>
            <a:xfrm>
              <a:off x="6141800" y="3686700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69" y="1"/>
                  </a:moveTo>
                  <a:cubicBezTo>
                    <a:pt x="129" y="1"/>
                    <a:pt x="1" y="125"/>
                    <a:pt x="26" y="283"/>
                  </a:cubicBezTo>
                  <a:cubicBezTo>
                    <a:pt x="46" y="405"/>
                    <a:pt x="149" y="490"/>
                    <a:pt x="268" y="490"/>
                  </a:cubicBezTo>
                  <a:cubicBezTo>
                    <a:pt x="281" y="490"/>
                    <a:pt x="295" y="489"/>
                    <a:pt x="308" y="487"/>
                  </a:cubicBezTo>
                  <a:cubicBezTo>
                    <a:pt x="521" y="453"/>
                    <a:pt x="587" y="177"/>
                    <a:pt x="412" y="48"/>
                  </a:cubicBezTo>
                  <a:cubicBezTo>
                    <a:pt x="367" y="15"/>
                    <a:pt x="317" y="1"/>
                    <a:pt x="2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43" name="Google Shape;4143;p17"/>
            <p:cNvSpPr/>
            <p:nvPr/>
          </p:nvSpPr>
          <p:spPr>
            <a:xfrm>
              <a:off x="6112025" y="3691450"/>
              <a:ext cx="14700" cy="12225"/>
            </a:xfrm>
            <a:custGeom>
              <a:avLst/>
              <a:gdLst/>
              <a:ahLst/>
              <a:cxnLst/>
              <a:rect l="l" t="t" r="r" b="b"/>
              <a:pathLst>
                <a:path w="588" h="489" extrusionOk="0">
                  <a:moveTo>
                    <a:pt x="268" y="0"/>
                  </a:moveTo>
                  <a:cubicBezTo>
                    <a:pt x="128" y="0"/>
                    <a:pt x="1" y="123"/>
                    <a:pt x="26" y="284"/>
                  </a:cubicBezTo>
                  <a:cubicBezTo>
                    <a:pt x="43" y="403"/>
                    <a:pt x="146" y="488"/>
                    <a:pt x="265" y="488"/>
                  </a:cubicBezTo>
                  <a:cubicBezTo>
                    <a:pt x="278" y="488"/>
                    <a:pt x="292" y="487"/>
                    <a:pt x="305" y="485"/>
                  </a:cubicBezTo>
                  <a:cubicBezTo>
                    <a:pt x="518" y="454"/>
                    <a:pt x="587" y="175"/>
                    <a:pt x="409" y="46"/>
                  </a:cubicBezTo>
                  <a:cubicBezTo>
                    <a:pt x="364" y="14"/>
                    <a:pt x="315" y="0"/>
                    <a:pt x="2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44" name="Google Shape;4144;p17"/>
            <p:cNvSpPr/>
            <p:nvPr/>
          </p:nvSpPr>
          <p:spPr>
            <a:xfrm>
              <a:off x="6080850" y="3696200"/>
              <a:ext cx="14700" cy="12225"/>
            </a:xfrm>
            <a:custGeom>
              <a:avLst/>
              <a:gdLst/>
              <a:ahLst/>
              <a:cxnLst/>
              <a:rect l="l" t="t" r="r" b="b"/>
              <a:pathLst>
                <a:path w="588" h="489" extrusionOk="0">
                  <a:moveTo>
                    <a:pt x="322" y="0"/>
                  </a:moveTo>
                  <a:cubicBezTo>
                    <a:pt x="309" y="0"/>
                    <a:pt x="296" y="1"/>
                    <a:pt x="283" y="4"/>
                  </a:cubicBezTo>
                  <a:cubicBezTo>
                    <a:pt x="67" y="35"/>
                    <a:pt x="1" y="314"/>
                    <a:pt x="176" y="442"/>
                  </a:cubicBezTo>
                  <a:cubicBezTo>
                    <a:pt x="221" y="474"/>
                    <a:pt x="270" y="488"/>
                    <a:pt x="318" y="488"/>
                  </a:cubicBezTo>
                  <a:cubicBezTo>
                    <a:pt x="458" y="488"/>
                    <a:pt x="588" y="365"/>
                    <a:pt x="562" y="204"/>
                  </a:cubicBezTo>
                  <a:cubicBezTo>
                    <a:pt x="542" y="86"/>
                    <a:pt x="439" y="0"/>
                    <a:pt x="3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45" name="Google Shape;4145;p17"/>
            <p:cNvSpPr/>
            <p:nvPr/>
          </p:nvSpPr>
          <p:spPr>
            <a:xfrm>
              <a:off x="6051025" y="37009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1" y="0"/>
                  </a:moveTo>
                  <a:cubicBezTo>
                    <a:pt x="308" y="0"/>
                    <a:pt x="295" y="1"/>
                    <a:pt x="282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0" y="475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7"/>
                  </a:cubicBezTo>
                  <a:cubicBezTo>
                    <a:pt x="541" y="86"/>
                    <a:pt x="438" y="0"/>
                    <a:pt x="3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46" name="Google Shape;4146;p17"/>
            <p:cNvSpPr/>
            <p:nvPr/>
          </p:nvSpPr>
          <p:spPr>
            <a:xfrm>
              <a:off x="6021175" y="37056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2" y="0"/>
                  </a:moveTo>
                  <a:cubicBezTo>
                    <a:pt x="309" y="0"/>
                    <a:pt x="296" y="1"/>
                    <a:pt x="282" y="4"/>
                  </a:cubicBezTo>
                  <a:cubicBezTo>
                    <a:pt x="69" y="38"/>
                    <a:pt x="0" y="314"/>
                    <a:pt x="179" y="442"/>
                  </a:cubicBezTo>
                  <a:cubicBezTo>
                    <a:pt x="224" y="475"/>
                    <a:pt x="273" y="490"/>
                    <a:pt x="320" y="490"/>
                  </a:cubicBezTo>
                  <a:cubicBezTo>
                    <a:pt x="460" y="490"/>
                    <a:pt x="587" y="366"/>
                    <a:pt x="561" y="207"/>
                  </a:cubicBezTo>
                  <a:cubicBezTo>
                    <a:pt x="544" y="86"/>
                    <a:pt x="441" y="0"/>
                    <a:pt x="3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47" name="Google Shape;4147;p17"/>
            <p:cNvSpPr/>
            <p:nvPr/>
          </p:nvSpPr>
          <p:spPr>
            <a:xfrm>
              <a:off x="5991400" y="3710300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319" y="0"/>
                  </a:moveTo>
                  <a:cubicBezTo>
                    <a:pt x="306" y="0"/>
                    <a:pt x="293" y="1"/>
                    <a:pt x="279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6"/>
                    <a:pt x="271" y="490"/>
                    <a:pt x="319" y="490"/>
                  </a:cubicBezTo>
                  <a:cubicBezTo>
                    <a:pt x="458" y="490"/>
                    <a:pt x="584" y="368"/>
                    <a:pt x="561" y="207"/>
                  </a:cubicBezTo>
                  <a:cubicBezTo>
                    <a:pt x="541" y="86"/>
                    <a:pt x="438" y="0"/>
                    <a:pt x="3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48" name="Google Shape;4148;p17"/>
            <p:cNvSpPr/>
            <p:nvPr/>
          </p:nvSpPr>
          <p:spPr>
            <a:xfrm>
              <a:off x="5961550" y="37150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7" y="0"/>
                  </a:moveTo>
                  <a:cubicBezTo>
                    <a:pt x="305" y="0"/>
                    <a:pt x="294" y="1"/>
                    <a:pt x="282" y="3"/>
                  </a:cubicBezTo>
                  <a:cubicBezTo>
                    <a:pt x="66" y="37"/>
                    <a:pt x="0" y="316"/>
                    <a:pt x="176" y="441"/>
                  </a:cubicBezTo>
                  <a:cubicBezTo>
                    <a:pt x="221" y="475"/>
                    <a:pt x="271" y="489"/>
                    <a:pt x="319" y="489"/>
                  </a:cubicBezTo>
                  <a:cubicBezTo>
                    <a:pt x="459" y="489"/>
                    <a:pt x="587" y="367"/>
                    <a:pt x="561" y="206"/>
                  </a:cubicBezTo>
                  <a:cubicBezTo>
                    <a:pt x="541" y="86"/>
                    <a:pt x="435" y="0"/>
                    <a:pt x="3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49" name="Google Shape;4149;p17"/>
            <p:cNvSpPr/>
            <p:nvPr/>
          </p:nvSpPr>
          <p:spPr>
            <a:xfrm>
              <a:off x="5931700" y="3719775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322" y="1"/>
                  </a:moveTo>
                  <a:cubicBezTo>
                    <a:pt x="309" y="1"/>
                    <a:pt x="296" y="2"/>
                    <a:pt x="282" y="4"/>
                  </a:cubicBezTo>
                  <a:cubicBezTo>
                    <a:pt x="66" y="35"/>
                    <a:pt x="0" y="314"/>
                    <a:pt x="176" y="443"/>
                  </a:cubicBezTo>
                  <a:cubicBezTo>
                    <a:pt x="221" y="474"/>
                    <a:pt x="270" y="489"/>
                    <a:pt x="318" y="489"/>
                  </a:cubicBezTo>
                  <a:cubicBezTo>
                    <a:pt x="459" y="489"/>
                    <a:pt x="587" y="366"/>
                    <a:pt x="561" y="204"/>
                  </a:cubicBezTo>
                  <a:cubicBezTo>
                    <a:pt x="541" y="86"/>
                    <a:pt x="441" y="1"/>
                    <a:pt x="3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50" name="Google Shape;4150;p17"/>
            <p:cNvSpPr/>
            <p:nvPr/>
          </p:nvSpPr>
          <p:spPr>
            <a:xfrm>
              <a:off x="5903250" y="3724450"/>
              <a:ext cx="14600" cy="12250"/>
            </a:xfrm>
            <a:custGeom>
              <a:avLst/>
              <a:gdLst/>
              <a:ahLst/>
              <a:cxnLst/>
              <a:rect l="l" t="t" r="r" b="b"/>
              <a:pathLst>
                <a:path w="584" h="490" extrusionOk="0">
                  <a:moveTo>
                    <a:pt x="265" y="1"/>
                  </a:moveTo>
                  <a:cubicBezTo>
                    <a:pt x="126" y="1"/>
                    <a:pt x="0" y="123"/>
                    <a:pt x="26" y="284"/>
                  </a:cubicBezTo>
                  <a:cubicBezTo>
                    <a:pt x="43" y="404"/>
                    <a:pt x="149" y="490"/>
                    <a:pt x="269" y="490"/>
                  </a:cubicBezTo>
                  <a:cubicBezTo>
                    <a:pt x="281" y="490"/>
                    <a:pt x="293" y="489"/>
                    <a:pt x="305" y="487"/>
                  </a:cubicBezTo>
                  <a:cubicBezTo>
                    <a:pt x="518" y="453"/>
                    <a:pt x="584" y="174"/>
                    <a:pt x="408" y="49"/>
                  </a:cubicBezTo>
                  <a:cubicBezTo>
                    <a:pt x="363" y="16"/>
                    <a:pt x="313" y="1"/>
                    <a:pt x="2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51" name="Google Shape;4151;p17"/>
            <p:cNvSpPr/>
            <p:nvPr/>
          </p:nvSpPr>
          <p:spPr>
            <a:xfrm>
              <a:off x="5878725" y="3731925"/>
              <a:ext cx="8875" cy="9475"/>
            </a:xfrm>
            <a:custGeom>
              <a:avLst/>
              <a:gdLst/>
              <a:ahLst/>
              <a:cxnLst/>
              <a:rect l="l" t="t" r="r" b="b"/>
              <a:pathLst>
                <a:path w="355" h="379" extrusionOk="0">
                  <a:moveTo>
                    <a:pt x="258" y="0"/>
                  </a:moveTo>
                  <a:lnTo>
                    <a:pt x="258" y="0"/>
                  </a:lnTo>
                  <a:cubicBezTo>
                    <a:pt x="167" y="123"/>
                    <a:pt x="82" y="245"/>
                    <a:pt x="1" y="373"/>
                  </a:cubicBezTo>
                  <a:cubicBezTo>
                    <a:pt x="17" y="377"/>
                    <a:pt x="35" y="379"/>
                    <a:pt x="53" y="379"/>
                  </a:cubicBezTo>
                  <a:cubicBezTo>
                    <a:pt x="66" y="379"/>
                    <a:pt x="79" y="378"/>
                    <a:pt x="92" y="377"/>
                  </a:cubicBezTo>
                  <a:cubicBezTo>
                    <a:pt x="267" y="348"/>
                    <a:pt x="355" y="148"/>
                    <a:pt x="2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52" name="Google Shape;4152;p17"/>
            <p:cNvSpPr/>
            <p:nvPr/>
          </p:nvSpPr>
          <p:spPr>
            <a:xfrm>
              <a:off x="6107425" y="3661650"/>
              <a:ext cx="13800" cy="12225"/>
            </a:xfrm>
            <a:custGeom>
              <a:avLst/>
              <a:gdLst/>
              <a:ahLst/>
              <a:cxnLst/>
              <a:rect l="l" t="t" r="r" b="b"/>
              <a:pathLst>
                <a:path w="552" h="489" extrusionOk="0">
                  <a:moveTo>
                    <a:pt x="254" y="0"/>
                  </a:moveTo>
                  <a:cubicBezTo>
                    <a:pt x="245" y="0"/>
                    <a:pt x="235" y="0"/>
                    <a:pt x="223" y="4"/>
                  </a:cubicBezTo>
                  <a:cubicBezTo>
                    <a:pt x="91" y="22"/>
                    <a:pt x="0" y="148"/>
                    <a:pt x="19" y="282"/>
                  </a:cubicBezTo>
                  <a:cubicBezTo>
                    <a:pt x="40" y="406"/>
                    <a:pt x="147" y="488"/>
                    <a:pt x="260" y="488"/>
                  </a:cubicBezTo>
                  <a:cubicBezTo>
                    <a:pt x="299" y="488"/>
                    <a:pt x="339" y="479"/>
                    <a:pt x="376" y="458"/>
                  </a:cubicBezTo>
                  <a:cubicBezTo>
                    <a:pt x="527" y="380"/>
                    <a:pt x="552" y="176"/>
                    <a:pt x="427" y="63"/>
                  </a:cubicBezTo>
                  <a:cubicBezTo>
                    <a:pt x="370" y="41"/>
                    <a:pt x="314" y="19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53" name="Google Shape;4153;p17"/>
            <p:cNvSpPr/>
            <p:nvPr/>
          </p:nvSpPr>
          <p:spPr>
            <a:xfrm>
              <a:off x="6077475" y="366632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66" y="1"/>
                  </a:moveTo>
                  <a:cubicBezTo>
                    <a:pt x="127" y="1"/>
                    <a:pt x="1" y="123"/>
                    <a:pt x="26" y="284"/>
                  </a:cubicBezTo>
                  <a:cubicBezTo>
                    <a:pt x="43" y="405"/>
                    <a:pt x="146" y="490"/>
                    <a:pt x="265" y="490"/>
                  </a:cubicBezTo>
                  <a:cubicBezTo>
                    <a:pt x="278" y="490"/>
                    <a:pt x="292" y="489"/>
                    <a:pt x="305" y="487"/>
                  </a:cubicBezTo>
                  <a:cubicBezTo>
                    <a:pt x="518" y="453"/>
                    <a:pt x="587" y="177"/>
                    <a:pt x="409" y="48"/>
                  </a:cubicBezTo>
                  <a:cubicBezTo>
                    <a:pt x="363" y="15"/>
                    <a:pt x="314" y="1"/>
                    <a:pt x="2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54" name="Google Shape;4154;p17"/>
            <p:cNvSpPr/>
            <p:nvPr/>
          </p:nvSpPr>
          <p:spPr>
            <a:xfrm>
              <a:off x="6047625" y="367105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269" y="0"/>
                  </a:moveTo>
                  <a:cubicBezTo>
                    <a:pt x="130" y="0"/>
                    <a:pt x="1" y="124"/>
                    <a:pt x="26" y="283"/>
                  </a:cubicBezTo>
                  <a:cubicBezTo>
                    <a:pt x="46" y="404"/>
                    <a:pt x="150" y="490"/>
                    <a:pt x="266" y="490"/>
                  </a:cubicBezTo>
                  <a:cubicBezTo>
                    <a:pt x="279" y="490"/>
                    <a:pt x="292" y="488"/>
                    <a:pt x="305" y="486"/>
                  </a:cubicBezTo>
                  <a:cubicBezTo>
                    <a:pt x="521" y="452"/>
                    <a:pt x="587" y="176"/>
                    <a:pt x="412" y="48"/>
                  </a:cubicBezTo>
                  <a:cubicBezTo>
                    <a:pt x="367" y="15"/>
                    <a:pt x="318" y="0"/>
                    <a:pt x="2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55" name="Google Shape;4155;p17"/>
            <p:cNvSpPr/>
            <p:nvPr/>
          </p:nvSpPr>
          <p:spPr>
            <a:xfrm>
              <a:off x="6017775" y="367575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269" y="0"/>
                  </a:moveTo>
                  <a:cubicBezTo>
                    <a:pt x="130" y="0"/>
                    <a:pt x="1" y="124"/>
                    <a:pt x="26" y="283"/>
                  </a:cubicBezTo>
                  <a:cubicBezTo>
                    <a:pt x="46" y="404"/>
                    <a:pt x="150" y="490"/>
                    <a:pt x="266" y="490"/>
                  </a:cubicBezTo>
                  <a:cubicBezTo>
                    <a:pt x="279" y="490"/>
                    <a:pt x="292" y="488"/>
                    <a:pt x="305" y="486"/>
                  </a:cubicBezTo>
                  <a:cubicBezTo>
                    <a:pt x="521" y="452"/>
                    <a:pt x="587" y="176"/>
                    <a:pt x="412" y="48"/>
                  </a:cubicBezTo>
                  <a:cubicBezTo>
                    <a:pt x="367" y="15"/>
                    <a:pt x="318" y="0"/>
                    <a:pt x="2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56" name="Google Shape;4156;p17"/>
            <p:cNvSpPr/>
            <p:nvPr/>
          </p:nvSpPr>
          <p:spPr>
            <a:xfrm>
              <a:off x="5987975" y="3680475"/>
              <a:ext cx="14650" cy="12225"/>
            </a:xfrm>
            <a:custGeom>
              <a:avLst/>
              <a:gdLst/>
              <a:ahLst/>
              <a:cxnLst/>
              <a:rect l="l" t="t" r="r" b="b"/>
              <a:pathLst>
                <a:path w="586" h="489" extrusionOk="0">
                  <a:moveTo>
                    <a:pt x="269" y="0"/>
                  </a:moveTo>
                  <a:cubicBezTo>
                    <a:pt x="129" y="0"/>
                    <a:pt x="1" y="123"/>
                    <a:pt x="24" y="285"/>
                  </a:cubicBezTo>
                  <a:cubicBezTo>
                    <a:pt x="44" y="403"/>
                    <a:pt x="148" y="489"/>
                    <a:pt x="266" y="489"/>
                  </a:cubicBezTo>
                  <a:cubicBezTo>
                    <a:pt x="279" y="489"/>
                    <a:pt x="293" y="487"/>
                    <a:pt x="306" y="485"/>
                  </a:cubicBezTo>
                  <a:cubicBezTo>
                    <a:pt x="520" y="454"/>
                    <a:pt x="585" y="175"/>
                    <a:pt x="410" y="47"/>
                  </a:cubicBezTo>
                  <a:cubicBezTo>
                    <a:pt x="365" y="15"/>
                    <a:pt x="316" y="0"/>
                    <a:pt x="2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57" name="Google Shape;4157;p17"/>
            <p:cNvSpPr/>
            <p:nvPr/>
          </p:nvSpPr>
          <p:spPr>
            <a:xfrm>
              <a:off x="5958150" y="368520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267" y="1"/>
                  </a:moveTo>
                  <a:cubicBezTo>
                    <a:pt x="127" y="1"/>
                    <a:pt x="1" y="123"/>
                    <a:pt x="27" y="284"/>
                  </a:cubicBezTo>
                  <a:cubicBezTo>
                    <a:pt x="44" y="404"/>
                    <a:pt x="149" y="490"/>
                    <a:pt x="270" y="490"/>
                  </a:cubicBezTo>
                  <a:cubicBezTo>
                    <a:pt x="282" y="490"/>
                    <a:pt x="294" y="489"/>
                    <a:pt x="305" y="487"/>
                  </a:cubicBezTo>
                  <a:cubicBezTo>
                    <a:pt x="522" y="453"/>
                    <a:pt x="587" y="174"/>
                    <a:pt x="412" y="49"/>
                  </a:cubicBezTo>
                  <a:cubicBezTo>
                    <a:pt x="366" y="16"/>
                    <a:pt x="316" y="1"/>
                    <a:pt x="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58" name="Google Shape;4158;p17"/>
            <p:cNvSpPr/>
            <p:nvPr/>
          </p:nvSpPr>
          <p:spPr>
            <a:xfrm>
              <a:off x="5928300" y="3689900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68" y="1"/>
                  </a:moveTo>
                  <a:cubicBezTo>
                    <a:pt x="129" y="1"/>
                    <a:pt x="1" y="123"/>
                    <a:pt x="27" y="284"/>
                  </a:cubicBezTo>
                  <a:cubicBezTo>
                    <a:pt x="46" y="403"/>
                    <a:pt x="150" y="491"/>
                    <a:pt x="267" y="491"/>
                  </a:cubicBezTo>
                  <a:cubicBezTo>
                    <a:pt x="280" y="491"/>
                    <a:pt x="293" y="490"/>
                    <a:pt x="305" y="487"/>
                  </a:cubicBezTo>
                  <a:cubicBezTo>
                    <a:pt x="522" y="453"/>
                    <a:pt x="587" y="177"/>
                    <a:pt x="412" y="49"/>
                  </a:cubicBezTo>
                  <a:cubicBezTo>
                    <a:pt x="367" y="16"/>
                    <a:pt x="317" y="1"/>
                    <a:pt x="2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59" name="Google Shape;4159;p17"/>
            <p:cNvSpPr/>
            <p:nvPr/>
          </p:nvSpPr>
          <p:spPr>
            <a:xfrm>
              <a:off x="5907250" y="3703100"/>
              <a:ext cx="3550" cy="3375"/>
            </a:xfrm>
            <a:custGeom>
              <a:avLst/>
              <a:gdLst/>
              <a:ahLst/>
              <a:cxnLst/>
              <a:rect l="l" t="t" r="r" b="b"/>
              <a:pathLst>
                <a:path w="142" h="135" extrusionOk="0">
                  <a:moveTo>
                    <a:pt x="141" y="0"/>
                  </a:moveTo>
                  <a:cubicBezTo>
                    <a:pt x="94" y="44"/>
                    <a:pt x="47" y="91"/>
                    <a:pt x="0" y="135"/>
                  </a:cubicBezTo>
                  <a:cubicBezTo>
                    <a:pt x="63" y="113"/>
                    <a:pt x="116" y="63"/>
                    <a:pt x="1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60" name="Google Shape;4160;p17"/>
            <p:cNvSpPr/>
            <p:nvPr/>
          </p:nvSpPr>
          <p:spPr>
            <a:xfrm>
              <a:off x="6044125" y="3649975"/>
              <a:ext cx="10900" cy="3475"/>
            </a:xfrm>
            <a:custGeom>
              <a:avLst/>
              <a:gdLst/>
              <a:ahLst/>
              <a:cxnLst/>
              <a:rect l="l" t="t" r="r" b="b"/>
              <a:pathLst>
                <a:path w="436" h="139" extrusionOk="0">
                  <a:moveTo>
                    <a:pt x="0" y="1"/>
                  </a:moveTo>
                  <a:cubicBezTo>
                    <a:pt x="38" y="85"/>
                    <a:pt x="124" y="139"/>
                    <a:pt x="216" y="139"/>
                  </a:cubicBezTo>
                  <a:cubicBezTo>
                    <a:pt x="230" y="139"/>
                    <a:pt x="243" y="138"/>
                    <a:pt x="257" y="135"/>
                  </a:cubicBezTo>
                  <a:cubicBezTo>
                    <a:pt x="332" y="123"/>
                    <a:pt x="398" y="76"/>
                    <a:pt x="436" y="7"/>
                  </a:cubicBezTo>
                  <a:cubicBezTo>
                    <a:pt x="320" y="4"/>
                    <a:pt x="207" y="1"/>
                    <a:pt x="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61" name="Google Shape;4161;p17"/>
            <p:cNvSpPr/>
            <p:nvPr/>
          </p:nvSpPr>
          <p:spPr>
            <a:xfrm>
              <a:off x="6013725" y="3651000"/>
              <a:ext cx="12625" cy="7200"/>
            </a:xfrm>
            <a:custGeom>
              <a:avLst/>
              <a:gdLst/>
              <a:ahLst/>
              <a:cxnLst/>
              <a:rect l="l" t="t" r="r" b="b"/>
              <a:pathLst>
                <a:path w="505" h="288" extrusionOk="0">
                  <a:moveTo>
                    <a:pt x="483" y="0"/>
                  </a:moveTo>
                  <a:cubicBezTo>
                    <a:pt x="320" y="19"/>
                    <a:pt x="157" y="41"/>
                    <a:pt x="0" y="66"/>
                  </a:cubicBezTo>
                  <a:cubicBezTo>
                    <a:pt x="0" y="72"/>
                    <a:pt x="0" y="75"/>
                    <a:pt x="0" y="82"/>
                  </a:cubicBezTo>
                  <a:cubicBezTo>
                    <a:pt x="20" y="202"/>
                    <a:pt x="126" y="288"/>
                    <a:pt x="245" y="288"/>
                  </a:cubicBezTo>
                  <a:cubicBezTo>
                    <a:pt x="256" y="288"/>
                    <a:pt x="268" y="287"/>
                    <a:pt x="279" y="285"/>
                  </a:cubicBezTo>
                  <a:cubicBezTo>
                    <a:pt x="414" y="263"/>
                    <a:pt x="505" y="138"/>
                    <a:pt x="483" y="3"/>
                  </a:cubicBezTo>
                  <a:cubicBezTo>
                    <a:pt x="483" y="3"/>
                    <a:pt x="483" y="3"/>
                    <a:pt x="48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62" name="Google Shape;4162;p17"/>
            <p:cNvSpPr/>
            <p:nvPr/>
          </p:nvSpPr>
          <p:spPr>
            <a:xfrm>
              <a:off x="5984575" y="3656400"/>
              <a:ext cx="11700" cy="6525"/>
            </a:xfrm>
            <a:custGeom>
              <a:avLst/>
              <a:gdLst/>
              <a:ahLst/>
              <a:cxnLst/>
              <a:rect l="l" t="t" r="r" b="b"/>
              <a:pathLst>
                <a:path w="468" h="261" extrusionOk="0">
                  <a:moveTo>
                    <a:pt x="458" y="0"/>
                  </a:moveTo>
                  <a:lnTo>
                    <a:pt x="458" y="0"/>
                  </a:lnTo>
                  <a:cubicBezTo>
                    <a:pt x="305" y="41"/>
                    <a:pt x="151" y="85"/>
                    <a:pt x="1" y="135"/>
                  </a:cubicBezTo>
                  <a:cubicBezTo>
                    <a:pt x="45" y="212"/>
                    <a:pt x="127" y="260"/>
                    <a:pt x="215" y="260"/>
                  </a:cubicBezTo>
                  <a:cubicBezTo>
                    <a:pt x="227" y="260"/>
                    <a:pt x="239" y="259"/>
                    <a:pt x="251" y="257"/>
                  </a:cubicBezTo>
                  <a:cubicBezTo>
                    <a:pt x="377" y="236"/>
                    <a:pt x="467" y="126"/>
                    <a:pt x="4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4163" name="Google Shape;4163;p17"/>
          <p:cNvSpPr txBox="1">
            <a:spLocks noGrp="1"/>
          </p:cNvSpPr>
          <p:nvPr>
            <p:ph type="subTitle" idx="1"/>
          </p:nvPr>
        </p:nvSpPr>
        <p:spPr>
          <a:xfrm>
            <a:off x="1889350" y="2838225"/>
            <a:ext cx="2021700" cy="117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164" name="Google Shape;4164;p17"/>
          <p:cNvSpPr txBox="1">
            <a:spLocks noGrp="1"/>
          </p:cNvSpPr>
          <p:nvPr>
            <p:ph type="subTitle" idx="2"/>
          </p:nvPr>
        </p:nvSpPr>
        <p:spPr>
          <a:xfrm>
            <a:off x="1889340" y="2176725"/>
            <a:ext cx="2021700" cy="640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Rajdhani"/>
              <a:buNone/>
              <a:defRPr sz="30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endParaRPr/>
          </a:p>
        </p:txBody>
      </p:sp>
      <p:sp>
        <p:nvSpPr>
          <p:cNvPr id="4165" name="Google Shape;4165;p17"/>
          <p:cNvSpPr txBox="1">
            <a:spLocks noGrp="1"/>
          </p:cNvSpPr>
          <p:nvPr>
            <p:ph type="subTitle" idx="3"/>
          </p:nvPr>
        </p:nvSpPr>
        <p:spPr>
          <a:xfrm>
            <a:off x="5525000" y="2838175"/>
            <a:ext cx="2021700" cy="117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166" name="Google Shape;4166;p17"/>
          <p:cNvSpPr txBox="1">
            <a:spLocks noGrp="1"/>
          </p:cNvSpPr>
          <p:nvPr>
            <p:ph type="subTitle" idx="4"/>
          </p:nvPr>
        </p:nvSpPr>
        <p:spPr>
          <a:xfrm>
            <a:off x="5525002" y="2176725"/>
            <a:ext cx="2021700" cy="640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Rajdhani"/>
              <a:buNone/>
              <a:defRPr sz="30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SzPts val="2400"/>
              <a:buFont typeface="Rajdhani"/>
              <a:buNone/>
              <a:defRPr sz="2400" b="1"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endParaRPr/>
          </a:p>
        </p:txBody>
      </p:sp>
      <p:sp>
        <p:nvSpPr>
          <p:cNvPr id="4167" name="Google Shape;4167;p17"/>
          <p:cNvSpPr/>
          <p:nvPr/>
        </p:nvSpPr>
        <p:spPr>
          <a:xfrm rot="5400000">
            <a:off x="46456" y="-46450"/>
            <a:ext cx="1012819" cy="1105720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1" y="1"/>
                </a:moveTo>
                <a:lnTo>
                  <a:pt x="1" y="9855"/>
                </a:lnTo>
                <a:lnTo>
                  <a:pt x="8822" y="9855"/>
                </a:lnTo>
                <a:cubicBezTo>
                  <a:pt x="9143" y="8374"/>
                  <a:pt x="9244" y="7206"/>
                  <a:pt x="7861" y="6785"/>
                </a:cubicBezTo>
                <a:cubicBezTo>
                  <a:pt x="6478" y="6364"/>
                  <a:pt x="8702" y="3726"/>
                  <a:pt x="7520" y="2765"/>
                </a:cubicBezTo>
                <a:cubicBezTo>
                  <a:pt x="7314" y="2597"/>
                  <a:pt x="7092" y="2531"/>
                  <a:pt x="6859" y="2531"/>
                </a:cubicBezTo>
                <a:cubicBezTo>
                  <a:pt x="5965" y="2531"/>
                  <a:pt x="4903" y="3505"/>
                  <a:pt x="3953" y="3505"/>
                </a:cubicBezTo>
                <a:cubicBezTo>
                  <a:pt x="3726" y="3505"/>
                  <a:pt x="3505" y="3449"/>
                  <a:pt x="3294" y="3311"/>
                </a:cubicBezTo>
                <a:cubicBezTo>
                  <a:pt x="1972" y="2445"/>
                  <a:pt x="2096" y="1"/>
                  <a:pt x="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4168" name="Google Shape;4168;p17"/>
          <p:cNvGrpSpPr/>
          <p:nvPr/>
        </p:nvGrpSpPr>
        <p:grpSpPr>
          <a:xfrm rot="5400000">
            <a:off x="-50267" y="62987"/>
            <a:ext cx="1087614" cy="961639"/>
            <a:chOff x="3787544" y="3751967"/>
            <a:chExt cx="1021906" cy="882399"/>
          </a:xfrm>
        </p:grpSpPr>
        <p:sp>
          <p:nvSpPr>
            <p:cNvPr id="4169" name="Google Shape;4169;p17"/>
            <p:cNvSpPr/>
            <p:nvPr/>
          </p:nvSpPr>
          <p:spPr>
            <a:xfrm>
              <a:off x="3881688" y="3762013"/>
              <a:ext cx="13257" cy="8493"/>
            </a:xfrm>
            <a:custGeom>
              <a:avLst/>
              <a:gdLst/>
              <a:ahLst/>
              <a:cxnLst/>
              <a:rect l="l" t="t" r="r" b="b"/>
              <a:pathLst>
                <a:path w="128" h="82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46"/>
                    <a:pt x="42" y="81"/>
                    <a:pt x="88" y="81"/>
                  </a:cubicBezTo>
                  <a:cubicBezTo>
                    <a:pt x="102" y="81"/>
                    <a:pt x="115" y="78"/>
                    <a:pt x="127" y="72"/>
                  </a:cubicBezTo>
                  <a:cubicBezTo>
                    <a:pt x="86" y="45"/>
                    <a:pt x="43" y="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70" name="Google Shape;4170;p17"/>
            <p:cNvSpPr/>
            <p:nvPr/>
          </p:nvSpPr>
          <p:spPr>
            <a:xfrm>
              <a:off x="3833114" y="3751967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71" name="Google Shape;4171;p17"/>
            <p:cNvSpPr/>
            <p:nvPr/>
          </p:nvSpPr>
          <p:spPr>
            <a:xfrm>
              <a:off x="3787544" y="3751967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72" name="Google Shape;4172;p17"/>
            <p:cNvSpPr/>
            <p:nvPr/>
          </p:nvSpPr>
          <p:spPr>
            <a:xfrm>
              <a:off x="3927050" y="3799711"/>
              <a:ext cx="14707" cy="16260"/>
            </a:xfrm>
            <a:custGeom>
              <a:avLst/>
              <a:gdLst/>
              <a:ahLst/>
              <a:cxnLst/>
              <a:rect l="l" t="t" r="r" b="b"/>
              <a:pathLst>
                <a:path w="142" h="157" extrusionOk="0">
                  <a:moveTo>
                    <a:pt x="30" y="1"/>
                  </a:moveTo>
                  <a:cubicBezTo>
                    <a:pt x="11" y="17"/>
                    <a:pt x="1" y="41"/>
                    <a:pt x="1" y="67"/>
                  </a:cubicBezTo>
                  <a:cubicBezTo>
                    <a:pt x="0" y="120"/>
                    <a:pt x="44" y="156"/>
                    <a:pt x="90" y="156"/>
                  </a:cubicBezTo>
                  <a:cubicBezTo>
                    <a:pt x="107" y="156"/>
                    <a:pt x="125" y="151"/>
                    <a:pt x="142" y="139"/>
                  </a:cubicBezTo>
                  <a:cubicBezTo>
                    <a:pt x="107" y="89"/>
                    <a:pt x="70" y="43"/>
                    <a:pt x="3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73" name="Google Shape;4173;p17"/>
            <p:cNvSpPr/>
            <p:nvPr/>
          </p:nvSpPr>
          <p:spPr>
            <a:xfrm>
              <a:off x="3878477" y="379743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74" name="Google Shape;4174;p17"/>
            <p:cNvSpPr/>
            <p:nvPr/>
          </p:nvSpPr>
          <p:spPr>
            <a:xfrm>
              <a:off x="3833114" y="379743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75" name="Google Shape;4175;p17"/>
            <p:cNvSpPr/>
            <p:nvPr/>
          </p:nvSpPr>
          <p:spPr>
            <a:xfrm>
              <a:off x="3787544" y="379743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76" name="Google Shape;4176;p17"/>
            <p:cNvSpPr/>
            <p:nvPr/>
          </p:nvSpPr>
          <p:spPr>
            <a:xfrm>
              <a:off x="3923943" y="3842796"/>
              <a:ext cx="21542" cy="18642"/>
            </a:xfrm>
            <a:custGeom>
              <a:avLst/>
              <a:gdLst/>
              <a:ahLst/>
              <a:cxnLst/>
              <a:rect l="l" t="t" r="r" b="b"/>
              <a:pathLst>
                <a:path w="208" h="180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4"/>
                    <a:pt x="208" y="90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77" name="Google Shape;4177;p17"/>
            <p:cNvSpPr/>
            <p:nvPr/>
          </p:nvSpPr>
          <p:spPr>
            <a:xfrm>
              <a:off x="3878477" y="3842796"/>
              <a:ext cx="21542" cy="18642"/>
            </a:xfrm>
            <a:custGeom>
              <a:avLst/>
              <a:gdLst/>
              <a:ahLst/>
              <a:cxnLst/>
              <a:rect l="l" t="t" r="r" b="b"/>
              <a:pathLst>
                <a:path w="208" h="180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4"/>
                    <a:pt x="208" y="90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78" name="Google Shape;4178;p17"/>
            <p:cNvSpPr/>
            <p:nvPr/>
          </p:nvSpPr>
          <p:spPr>
            <a:xfrm>
              <a:off x="3833114" y="3842796"/>
              <a:ext cx="21542" cy="18642"/>
            </a:xfrm>
            <a:custGeom>
              <a:avLst/>
              <a:gdLst/>
              <a:ahLst/>
              <a:cxnLst/>
              <a:rect l="l" t="t" r="r" b="b"/>
              <a:pathLst>
                <a:path w="208" h="180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4"/>
                    <a:pt x="207" y="90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79" name="Google Shape;4179;p17"/>
            <p:cNvSpPr/>
            <p:nvPr/>
          </p:nvSpPr>
          <p:spPr>
            <a:xfrm>
              <a:off x="3787544" y="3842796"/>
              <a:ext cx="21646" cy="18642"/>
            </a:xfrm>
            <a:custGeom>
              <a:avLst/>
              <a:gdLst/>
              <a:ahLst/>
              <a:cxnLst/>
              <a:rect l="l" t="t" r="r" b="b"/>
              <a:pathLst>
                <a:path w="209" h="180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4"/>
                    <a:pt x="208" y="90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80" name="Google Shape;4180;p17"/>
            <p:cNvSpPr/>
            <p:nvPr/>
          </p:nvSpPr>
          <p:spPr>
            <a:xfrm>
              <a:off x="3968996" y="3889298"/>
              <a:ext cx="13153" cy="17503"/>
            </a:xfrm>
            <a:custGeom>
              <a:avLst/>
              <a:gdLst/>
              <a:ahLst/>
              <a:cxnLst/>
              <a:rect l="l" t="t" r="r" b="b"/>
              <a:pathLst>
                <a:path w="127" h="169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41"/>
                    <a:pt x="29" y="169"/>
                    <a:pt x="124" y="169"/>
                  </a:cubicBezTo>
                  <a:lnTo>
                    <a:pt x="126" y="169"/>
                  </a:lnTo>
                  <a:cubicBezTo>
                    <a:pt x="115" y="112"/>
                    <a:pt x="100" y="56"/>
                    <a:pt x="8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81" name="Google Shape;4181;p17"/>
            <p:cNvSpPr/>
            <p:nvPr/>
          </p:nvSpPr>
          <p:spPr>
            <a:xfrm>
              <a:off x="3923943" y="388836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82" name="Google Shape;4182;p17"/>
            <p:cNvSpPr/>
            <p:nvPr/>
          </p:nvSpPr>
          <p:spPr>
            <a:xfrm>
              <a:off x="3878477" y="388836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2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83" name="Google Shape;4183;p17"/>
            <p:cNvSpPr/>
            <p:nvPr/>
          </p:nvSpPr>
          <p:spPr>
            <a:xfrm>
              <a:off x="3833114" y="388836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2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84" name="Google Shape;4184;p17"/>
            <p:cNvSpPr/>
            <p:nvPr/>
          </p:nvSpPr>
          <p:spPr>
            <a:xfrm>
              <a:off x="3787544" y="388836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85" name="Google Shape;4185;p17"/>
            <p:cNvSpPr/>
            <p:nvPr/>
          </p:nvSpPr>
          <p:spPr>
            <a:xfrm>
              <a:off x="3970653" y="3933832"/>
              <a:ext cx="17710" cy="18539"/>
            </a:xfrm>
            <a:custGeom>
              <a:avLst/>
              <a:gdLst/>
              <a:ahLst/>
              <a:cxnLst/>
              <a:rect l="l" t="t" r="r" b="b"/>
              <a:pathLst>
                <a:path w="171" h="179" extrusionOk="0">
                  <a:moveTo>
                    <a:pt x="108" y="1"/>
                  </a:moveTo>
                  <a:cubicBezTo>
                    <a:pt x="44" y="1"/>
                    <a:pt x="1" y="65"/>
                    <a:pt x="26" y="123"/>
                  </a:cubicBezTo>
                  <a:cubicBezTo>
                    <a:pt x="40" y="159"/>
                    <a:pt x="74" y="178"/>
                    <a:pt x="108" y="178"/>
                  </a:cubicBezTo>
                  <a:cubicBezTo>
                    <a:pt x="130" y="178"/>
                    <a:pt x="153" y="170"/>
                    <a:pt x="171" y="151"/>
                  </a:cubicBezTo>
                  <a:cubicBezTo>
                    <a:pt x="166" y="105"/>
                    <a:pt x="162" y="60"/>
                    <a:pt x="156" y="15"/>
                  </a:cubicBezTo>
                  <a:cubicBezTo>
                    <a:pt x="142" y="5"/>
                    <a:pt x="125" y="1"/>
                    <a:pt x="10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86" name="Google Shape;4186;p17"/>
            <p:cNvSpPr/>
            <p:nvPr/>
          </p:nvSpPr>
          <p:spPr>
            <a:xfrm>
              <a:off x="3923943" y="3933832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87" name="Google Shape;4187;p17"/>
            <p:cNvSpPr/>
            <p:nvPr/>
          </p:nvSpPr>
          <p:spPr>
            <a:xfrm>
              <a:off x="3878477" y="3933832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88" name="Google Shape;4188;p17"/>
            <p:cNvSpPr/>
            <p:nvPr/>
          </p:nvSpPr>
          <p:spPr>
            <a:xfrm>
              <a:off x="3833114" y="3933832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89" name="Google Shape;4189;p17"/>
            <p:cNvSpPr/>
            <p:nvPr/>
          </p:nvSpPr>
          <p:spPr>
            <a:xfrm>
              <a:off x="3787544" y="3933832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90" name="Google Shape;4190;p17"/>
            <p:cNvSpPr/>
            <p:nvPr/>
          </p:nvSpPr>
          <p:spPr>
            <a:xfrm>
              <a:off x="3969410" y="397929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89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91" name="Google Shape;4191;p17"/>
            <p:cNvSpPr/>
            <p:nvPr/>
          </p:nvSpPr>
          <p:spPr>
            <a:xfrm>
              <a:off x="3923943" y="397929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92" name="Google Shape;4192;p17"/>
            <p:cNvSpPr/>
            <p:nvPr/>
          </p:nvSpPr>
          <p:spPr>
            <a:xfrm>
              <a:off x="3878477" y="397929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93" name="Google Shape;4193;p17"/>
            <p:cNvSpPr/>
            <p:nvPr/>
          </p:nvSpPr>
          <p:spPr>
            <a:xfrm>
              <a:off x="3833114" y="397929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89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94" name="Google Shape;4194;p17"/>
            <p:cNvSpPr/>
            <p:nvPr/>
          </p:nvSpPr>
          <p:spPr>
            <a:xfrm>
              <a:off x="3787544" y="397929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95" name="Google Shape;4195;p17"/>
            <p:cNvSpPr/>
            <p:nvPr/>
          </p:nvSpPr>
          <p:spPr>
            <a:xfrm>
              <a:off x="3969410" y="402476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96" name="Google Shape;4196;p17"/>
            <p:cNvSpPr/>
            <p:nvPr/>
          </p:nvSpPr>
          <p:spPr>
            <a:xfrm>
              <a:off x="3923943" y="402476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97" name="Google Shape;4197;p17"/>
            <p:cNvSpPr/>
            <p:nvPr/>
          </p:nvSpPr>
          <p:spPr>
            <a:xfrm>
              <a:off x="3878477" y="402476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98" name="Google Shape;4198;p17"/>
            <p:cNvSpPr/>
            <p:nvPr/>
          </p:nvSpPr>
          <p:spPr>
            <a:xfrm>
              <a:off x="3833114" y="402476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99" name="Google Shape;4199;p17"/>
            <p:cNvSpPr/>
            <p:nvPr/>
          </p:nvSpPr>
          <p:spPr>
            <a:xfrm>
              <a:off x="3787544" y="402476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00" name="Google Shape;4200;p17"/>
            <p:cNvSpPr/>
            <p:nvPr/>
          </p:nvSpPr>
          <p:spPr>
            <a:xfrm>
              <a:off x="3969410" y="407023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01" name="Google Shape;4201;p17"/>
            <p:cNvSpPr/>
            <p:nvPr/>
          </p:nvSpPr>
          <p:spPr>
            <a:xfrm>
              <a:off x="3923943" y="407023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02" name="Google Shape;4202;p17"/>
            <p:cNvSpPr/>
            <p:nvPr/>
          </p:nvSpPr>
          <p:spPr>
            <a:xfrm>
              <a:off x="3878477" y="407023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03" name="Google Shape;4203;p17"/>
            <p:cNvSpPr/>
            <p:nvPr/>
          </p:nvSpPr>
          <p:spPr>
            <a:xfrm>
              <a:off x="3833114" y="407023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04" name="Google Shape;4204;p17"/>
            <p:cNvSpPr/>
            <p:nvPr/>
          </p:nvSpPr>
          <p:spPr>
            <a:xfrm>
              <a:off x="3787544" y="407023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05" name="Google Shape;4205;p17"/>
            <p:cNvSpPr/>
            <p:nvPr/>
          </p:nvSpPr>
          <p:spPr>
            <a:xfrm>
              <a:off x="4015083" y="4118908"/>
              <a:ext cx="15846" cy="15224"/>
            </a:xfrm>
            <a:custGeom>
              <a:avLst/>
              <a:gdLst/>
              <a:ahLst/>
              <a:cxnLst/>
              <a:rect l="l" t="t" r="r" b="b"/>
              <a:pathLst>
                <a:path w="153" h="147" extrusionOk="0">
                  <a:moveTo>
                    <a:pt x="50" y="1"/>
                  </a:moveTo>
                  <a:lnTo>
                    <a:pt x="50" y="1"/>
                  </a:lnTo>
                  <a:cubicBezTo>
                    <a:pt x="1" y="58"/>
                    <a:pt x="41" y="147"/>
                    <a:pt x="118" y="147"/>
                  </a:cubicBezTo>
                  <a:cubicBezTo>
                    <a:pt x="129" y="147"/>
                    <a:pt x="141" y="145"/>
                    <a:pt x="152" y="140"/>
                  </a:cubicBezTo>
                  <a:cubicBezTo>
                    <a:pt x="114" y="96"/>
                    <a:pt x="80" y="49"/>
                    <a:pt x="5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06" name="Google Shape;4206;p17"/>
            <p:cNvSpPr/>
            <p:nvPr/>
          </p:nvSpPr>
          <p:spPr>
            <a:xfrm>
              <a:off x="3969410" y="411580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07" name="Google Shape;4207;p17"/>
            <p:cNvSpPr/>
            <p:nvPr/>
          </p:nvSpPr>
          <p:spPr>
            <a:xfrm>
              <a:off x="3923943" y="411580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8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08" name="Google Shape;4208;p17"/>
            <p:cNvSpPr/>
            <p:nvPr/>
          </p:nvSpPr>
          <p:spPr>
            <a:xfrm>
              <a:off x="3878477" y="411580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8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09" name="Google Shape;4209;p17"/>
            <p:cNvSpPr/>
            <p:nvPr/>
          </p:nvSpPr>
          <p:spPr>
            <a:xfrm>
              <a:off x="3833114" y="411580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1"/>
                  </a:cubicBezTo>
                  <a:cubicBezTo>
                    <a:pt x="73" y="169"/>
                    <a:pt x="96" y="177"/>
                    <a:pt x="118" y="177"/>
                  </a:cubicBezTo>
                  <a:cubicBezTo>
                    <a:pt x="163" y="177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10" name="Google Shape;4210;p17"/>
            <p:cNvSpPr/>
            <p:nvPr/>
          </p:nvSpPr>
          <p:spPr>
            <a:xfrm>
              <a:off x="3787544" y="411580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8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11" name="Google Shape;4211;p17"/>
            <p:cNvSpPr/>
            <p:nvPr/>
          </p:nvSpPr>
          <p:spPr>
            <a:xfrm>
              <a:off x="4063450" y="4162924"/>
              <a:ext cx="18539" cy="16778"/>
            </a:xfrm>
            <a:custGeom>
              <a:avLst/>
              <a:gdLst/>
              <a:ahLst/>
              <a:cxnLst/>
              <a:rect l="l" t="t" r="r" b="b"/>
              <a:pathLst>
                <a:path w="179" h="162" extrusionOk="0">
                  <a:moveTo>
                    <a:pt x="37" y="1"/>
                  </a:moveTo>
                  <a:cubicBezTo>
                    <a:pt x="14" y="18"/>
                    <a:pt x="1" y="45"/>
                    <a:pt x="1" y="73"/>
                  </a:cubicBezTo>
                  <a:cubicBezTo>
                    <a:pt x="1" y="121"/>
                    <a:pt x="40" y="162"/>
                    <a:pt x="89" y="162"/>
                  </a:cubicBezTo>
                  <a:cubicBezTo>
                    <a:pt x="139" y="162"/>
                    <a:pt x="178" y="121"/>
                    <a:pt x="178" y="73"/>
                  </a:cubicBezTo>
                  <a:cubicBezTo>
                    <a:pt x="128" y="50"/>
                    <a:pt x="82" y="27"/>
                    <a:pt x="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12" name="Google Shape;4212;p17"/>
            <p:cNvSpPr/>
            <p:nvPr/>
          </p:nvSpPr>
          <p:spPr>
            <a:xfrm>
              <a:off x="4014876" y="4161164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13" name="Google Shape;4213;p17"/>
            <p:cNvSpPr/>
            <p:nvPr/>
          </p:nvSpPr>
          <p:spPr>
            <a:xfrm>
              <a:off x="3969410" y="4161164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2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14" name="Google Shape;4214;p17"/>
            <p:cNvSpPr/>
            <p:nvPr/>
          </p:nvSpPr>
          <p:spPr>
            <a:xfrm>
              <a:off x="3923943" y="4161164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15" name="Google Shape;4215;p17"/>
            <p:cNvSpPr/>
            <p:nvPr/>
          </p:nvSpPr>
          <p:spPr>
            <a:xfrm>
              <a:off x="3878477" y="4161164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2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16" name="Google Shape;4216;p17"/>
            <p:cNvSpPr/>
            <p:nvPr/>
          </p:nvSpPr>
          <p:spPr>
            <a:xfrm>
              <a:off x="3833114" y="4161164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2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17" name="Google Shape;4217;p17"/>
            <p:cNvSpPr/>
            <p:nvPr/>
          </p:nvSpPr>
          <p:spPr>
            <a:xfrm>
              <a:off x="3787544" y="4161164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18" name="Google Shape;4218;p17"/>
            <p:cNvSpPr/>
            <p:nvPr/>
          </p:nvSpPr>
          <p:spPr>
            <a:xfrm>
              <a:off x="4477307" y="4223822"/>
              <a:ext cx="4764" cy="1346"/>
            </a:xfrm>
            <a:custGeom>
              <a:avLst/>
              <a:gdLst/>
              <a:ahLst/>
              <a:cxnLst/>
              <a:rect l="l" t="t" r="r" b="b"/>
              <a:pathLst>
                <a:path w="46" h="13" extrusionOk="0">
                  <a:moveTo>
                    <a:pt x="0" y="0"/>
                  </a:moveTo>
                  <a:cubicBezTo>
                    <a:pt x="14" y="8"/>
                    <a:pt x="29" y="13"/>
                    <a:pt x="45" y="13"/>
                  </a:cubicBezTo>
                  <a:cubicBezTo>
                    <a:pt x="31" y="8"/>
                    <a:pt x="15" y="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19" name="Google Shape;4219;p17"/>
            <p:cNvSpPr/>
            <p:nvPr/>
          </p:nvSpPr>
          <p:spPr>
            <a:xfrm>
              <a:off x="4426041" y="4213466"/>
              <a:ext cx="19678" cy="11703"/>
            </a:xfrm>
            <a:custGeom>
              <a:avLst/>
              <a:gdLst/>
              <a:ahLst/>
              <a:cxnLst/>
              <a:rect l="l" t="t" r="r" b="b"/>
              <a:pathLst>
                <a:path w="190" h="113" extrusionOk="0">
                  <a:moveTo>
                    <a:pt x="15" y="0"/>
                  </a:moveTo>
                  <a:cubicBezTo>
                    <a:pt x="0" y="56"/>
                    <a:pt x="42" y="113"/>
                    <a:pt x="100" y="113"/>
                  </a:cubicBezTo>
                  <a:cubicBezTo>
                    <a:pt x="147" y="113"/>
                    <a:pt x="186" y="77"/>
                    <a:pt x="189" y="30"/>
                  </a:cubicBezTo>
                  <a:cubicBezTo>
                    <a:pt x="131" y="19"/>
                    <a:pt x="73" y="9"/>
                    <a:pt x="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20" name="Google Shape;4220;p17"/>
            <p:cNvSpPr/>
            <p:nvPr/>
          </p:nvSpPr>
          <p:spPr>
            <a:xfrm>
              <a:off x="4381714" y="4208391"/>
              <a:ext cx="20506" cy="16778"/>
            </a:xfrm>
            <a:custGeom>
              <a:avLst/>
              <a:gdLst/>
              <a:ahLst/>
              <a:cxnLst/>
              <a:rect l="l" t="t" r="r" b="b"/>
              <a:pathLst>
                <a:path w="198" h="162" extrusionOk="0">
                  <a:moveTo>
                    <a:pt x="39" y="1"/>
                  </a:moveTo>
                  <a:cubicBezTo>
                    <a:pt x="15" y="16"/>
                    <a:pt x="0" y="43"/>
                    <a:pt x="0" y="73"/>
                  </a:cubicBezTo>
                  <a:cubicBezTo>
                    <a:pt x="0" y="124"/>
                    <a:pt x="42" y="161"/>
                    <a:pt x="89" y="161"/>
                  </a:cubicBezTo>
                  <a:cubicBezTo>
                    <a:pt x="100" y="161"/>
                    <a:pt x="111" y="159"/>
                    <a:pt x="122" y="155"/>
                  </a:cubicBezTo>
                  <a:cubicBezTo>
                    <a:pt x="180" y="132"/>
                    <a:pt x="197" y="57"/>
                    <a:pt x="155" y="12"/>
                  </a:cubicBezTo>
                  <a:cubicBezTo>
                    <a:pt x="115" y="7"/>
                    <a:pt x="77" y="4"/>
                    <a:pt x="3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21" name="Google Shape;4221;p17"/>
            <p:cNvSpPr/>
            <p:nvPr/>
          </p:nvSpPr>
          <p:spPr>
            <a:xfrm>
              <a:off x="4333244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22" name="Google Shape;4222;p17"/>
            <p:cNvSpPr/>
            <p:nvPr/>
          </p:nvSpPr>
          <p:spPr>
            <a:xfrm>
              <a:off x="4287674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23" name="Google Shape;4223;p17"/>
            <p:cNvSpPr/>
            <p:nvPr/>
          </p:nvSpPr>
          <p:spPr>
            <a:xfrm>
              <a:off x="4242208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24" name="Google Shape;4224;p17"/>
            <p:cNvSpPr/>
            <p:nvPr/>
          </p:nvSpPr>
          <p:spPr>
            <a:xfrm>
              <a:off x="4196742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25" name="Google Shape;4225;p17"/>
            <p:cNvSpPr/>
            <p:nvPr/>
          </p:nvSpPr>
          <p:spPr>
            <a:xfrm>
              <a:off x="4151275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26" name="Google Shape;4226;p17"/>
            <p:cNvSpPr/>
            <p:nvPr/>
          </p:nvSpPr>
          <p:spPr>
            <a:xfrm>
              <a:off x="4105912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27" name="Google Shape;4227;p17"/>
            <p:cNvSpPr/>
            <p:nvPr/>
          </p:nvSpPr>
          <p:spPr>
            <a:xfrm>
              <a:off x="4060343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28" name="Google Shape;4228;p17"/>
            <p:cNvSpPr/>
            <p:nvPr/>
          </p:nvSpPr>
          <p:spPr>
            <a:xfrm>
              <a:off x="4014876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29" name="Google Shape;4229;p17"/>
            <p:cNvSpPr/>
            <p:nvPr/>
          </p:nvSpPr>
          <p:spPr>
            <a:xfrm>
              <a:off x="3969410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30" name="Google Shape;4230;p17"/>
            <p:cNvSpPr/>
            <p:nvPr/>
          </p:nvSpPr>
          <p:spPr>
            <a:xfrm>
              <a:off x="3923943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31" name="Google Shape;4231;p17"/>
            <p:cNvSpPr/>
            <p:nvPr/>
          </p:nvSpPr>
          <p:spPr>
            <a:xfrm>
              <a:off x="3878477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32" name="Google Shape;4232;p17"/>
            <p:cNvSpPr/>
            <p:nvPr/>
          </p:nvSpPr>
          <p:spPr>
            <a:xfrm>
              <a:off x="3833114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33" name="Google Shape;4233;p17"/>
            <p:cNvSpPr/>
            <p:nvPr/>
          </p:nvSpPr>
          <p:spPr>
            <a:xfrm>
              <a:off x="3787544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34" name="Google Shape;4234;p17"/>
            <p:cNvSpPr/>
            <p:nvPr/>
          </p:nvSpPr>
          <p:spPr>
            <a:xfrm>
              <a:off x="4560783" y="4255721"/>
              <a:ext cx="21128" cy="14914"/>
            </a:xfrm>
            <a:custGeom>
              <a:avLst/>
              <a:gdLst/>
              <a:ahLst/>
              <a:cxnLst/>
              <a:rect l="l" t="t" r="r" b="b"/>
              <a:pathLst>
                <a:path w="204" h="144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59"/>
                    <a:pt x="43" y="143"/>
                    <a:pt x="117" y="143"/>
                  </a:cubicBezTo>
                  <a:cubicBezTo>
                    <a:pt x="158" y="143"/>
                    <a:pt x="194" y="115"/>
                    <a:pt x="203" y="75"/>
                  </a:cubicBezTo>
                  <a:cubicBezTo>
                    <a:pt x="152" y="49"/>
                    <a:pt x="99" y="24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35" name="Google Shape;4235;p17"/>
            <p:cNvSpPr/>
            <p:nvPr/>
          </p:nvSpPr>
          <p:spPr>
            <a:xfrm>
              <a:off x="4515006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36" name="Google Shape;4236;p17"/>
            <p:cNvSpPr/>
            <p:nvPr/>
          </p:nvSpPr>
          <p:spPr>
            <a:xfrm>
              <a:off x="4469540" y="4252096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37" name="Google Shape;4237;p17"/>
            <p:cNvSpPr/>
            <p:nvPr/>
          </p:nvSpPr>
          <p:spPr>
            <a:xfrm>
              <a:off x="4424177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38" name="Google Shape;4238;p17"/>
            <p:cNvSpPr/>
            <p:nvPr/>
          </p:nvSpPr>
          <p:spPr>
            <a:xfrm>
              <a:off x="4378711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39" name="Google Shape;4239;p17"/>
            <p:cNvSpPr/>
            <p:nvPr/>
          </p:nvSpPr>
          <p:spPr>
            <a:xfrm>
              <a:off x="4333244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40" name="Google Shape;4240;p17"/>
            <p:cNvSpPr/>
            <p:nvPr/>
          </p:nvSpPr>
          <p:spPr>
            <a:xfrm>
              <a:off x="4287674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41" name="Google Shape;4241;p17"/>
            <p:cNvSpPr/>
            <p:nvPr/>
          </p:nvSpPr>
          <p:spPr>
            <a:xfrm>
              <a:off x="4242208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42" name="Google Shape;4242;p17"/>
            <p:cNvSpPr/>
            <p:nvPr/>
          </p:nvSpPr>
          <p:spPr>
            <a:xfrm>
              <a:off x="4196742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43" name="Google Shape;4243;p17"/>
            <p:cNvSpPr/>
            <p:nvPr/>
          </p:nvSpPr>
          <p:spPr>
            <a:xfrm>
              <a:off x="4151275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44" name="Google Shape;4244;p17"/>
            <p:cNvSpPr/>
            <p:nvPr/>
          </p:nvSpPr>
          <p:spPr>
            <a:xfrm>
              <a:off x="4105912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45" name="Google Shape;4245;p17"/>
            <p:cNvSpPr/>
            <p:nvPr/>
          </p:nvSpPr>
          <p:spPr>
            <a:xfrm>
              <a:off x="4060343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46" name="Google Shape;4246;p17"/>
            <p:cNvSpPr/>
            <p:nvPr/>
          </p:nvSpPr>
          <p:spPr>
            <a:xfrm>
              <a:off x="4014876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47" name="Google Shape;4247;p17"/>
            <p:cNvSpPr/>
            <p:nvPr/>
          </p:nvSpPr>
          <p:spPr>
            <a:xfrm>
              <a:off x="3969410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48" name="Google Shape;4248;p17"/>
            <p:cNvSpPr/>
            <p:nvPr/>
          </p:nvSpPr>
          <p:spPr>
            <a:xfrm>
              <a:off x="3923943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49" name="Google Shape;4249;p17"/>
            <p:cNvSpPr/>
            <p:nvPr/>
          </p:nvSpPr>
          <p:spPr>
            <a:xfrm>
              <a:off x="3878477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50" name="Google Shape;4250;p17"/>
            <p:cNvSpPr/>
            <p:nvPr/>
          </p:nvSpPr>
          <p:spPr>
            <a:xfrm>
              <a:off x="3833114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51" name="Google Shape;4251;p17"/>
            <p:cNvSpPr/>
            <p:nvPr/>
          </p:nvSpPr>
          <p:spPr>
            <a:xfrm>
              <a:off x="3787544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52" name="Google Shape;4252;p17"/>
            <p:cNvSpPr/>
            <p:nvPr/>
          </p:nvSpPr>
          <p:spPr>
            <a:xfrm>
              <a:off x="4654512" y="4305434"/>
              <a:ext cx="13774" cy="10667"/>
            </a:xfrm>
            <a:custGeom>
              <a:avLst/>
              <a:gdLst/>
              <a:ahLst/>
              <a:cxnLst/>
              <a:rect l="l" t="t" r="r" b="b"/>
              <a:pathLst>
                <a:path w="133" h="103" extrusionOk="0">
                  <a:moveTo>
                    <a:pt x="2" y="1"/>
                  </a:moveTo>
                  <a:cubicBezTo>
                    <a:pt x="2" y="5"/>
                    <a:pt x="1" y="9"/>
                    <a:pt x="1" y="13"/>
                  </a:cubicBezTo>
                  <a:cubicBezTo>
                    <a:pt x="1" y="63"/>
                    <a:pt x="41" y="102"/>
                    <a:pt x="89" y="102"/>
                  </a:cubicBezTo>
                  <a:cubicBezTo>
                    <a:pt x="105" y="102"/>
                    <a:pt x="120" y="99"/>
                    <a:pt x="132" y="91"/>
                  </a:cubicBezTo>
                  <a:cubicBezTo>
                    <a:pt x="89" y="61"/>
                    <a:pt x="46" y="30"/>
                    <a:pt x="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53" name="Google Shape;4253;p17"/>
            <p:cNvSpPr/>
            <p:nvPr/>
          </p:nvSpPr>
          <p:spPr>
            <a:xfrm>
              <a:off x="4606042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54" name="Google Shape;4254;p17"/>
            <p:cNvSpPr/>
            <p:nvPr/>
          </p:nvSpPr>
          <p:spPr>
            <a:xfrm>
              <a:off x="4560472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55" name="Google Shape;4255;p17"/>
            <p:cNvSpPr/>
            <p:nvPr/>
          </p:nvSpPr>
          <p:spPr>
            <a:xfrm>
              <a:off x="4515006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56" name="Google Shape;4256;p17"/>
            <p:cNvSpPr/>
            <p:nvPr/>
          </p:nvSpPr>
          <p:spPr>
            <a:xfrm>
              <a:off x="4469540" y="4297563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57" name="Google Shape;4257;p17"/>
            <p:cNvSpPr/>
            <p:nvPr/>
          </p:nvSpPr>
          <p:spPr>
            <a:xfrm>
              <a:off x="4427284" y="4297563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0"/>
                  </a:moveTo>
                  <a:cubicBezTo>
                    <a:pt x="40" y="0"/>
                    <a:pt x="0" y="41"/>
                    <a:pt x="0" y="89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89"/>
                  </a:cubicBezTo>
                  <a:cubicBezTo>
                    <a:pt x="177" y="41"/>
                    <a:pt x="138" y="0"/>
                    <a:pt x="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58" name="Google Shape;4258;p17"/>
            <p:cNvSpPr/>
            <p:nvPr/>
          </p:nvSpPr>
          <p:spPr>
            <a:xfrm>
              <a:off x="4378711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59" name="Google Shape;4259;p17"/>
            <p:cNvSpPr/>
            <p:nvPr/>
          </p:nvSpPr>
          <p:spPr>
            <a:xfrm>
              <a:off x="4333244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60" name="Google Shape;4260;p17"/>
            <p:cNvSpPr/>
            <p:nvPr/>
          </p:nvSpPr>
          <p:spPr>
            <a:xfrm>
              <a:off x="4290781" y="4297563"/>
              <a:ext cx="18539" cy="18539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0"/>
                  </a:moveTo>
                  <a:cubicBezTo>
                    <a:pt x="40" y="0"/>
                    <a:pt x="1" y="41"/>
                    <a:pt x="1" y="89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89"/>
                  </a:cubicBezTo>
                  <a:cubicBezTo>
                    <a:pt x="179" y="41"/>
                    <a:pt x="138" y="0"/>
                    <a:pt x="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61" name="Google Shape;4261;p17"/>
            <p:cNvSpPr/>
            <p:nvPr/>
          </p:nvSpPr>
          <p:spPr>
            <a:xfrm>
              <a:off x="4242208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62" name="Google Shape;4262;p17"/>
            <p:cNvSpPr/>
            <p:nvPr/>
          </p:nvSpPr>
          <p:spPr>
            <a:xfrm>
              <a:off x="4196742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63" name="Google Shape;4263;p17"/>
            <p:cNvSpPr/>
            <p:nvPr/>
          </p:nvSpPr>
          <p:spPr>
            <a:xfrm>
              <a:off x="4154382" y="4297563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0"/>
                  </a:moveTo>
                  <a:cubicBezTo>
                    <a:pt x="41" y="0"/>
                    <a:pt x="0" y="41"/>
                    <a:pt x="0" y="89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89"/>
                  </a:cubicBezTo>
                  <a:cubicBezTo>
                    <a:pt x="178" y="41"/>
                    <a:pt x="139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64" name="Google Shape;4264;p17"/>
            <p:cNvSpPr/>
            <p:nvPr/>
          </p:nvSpPr>
          <p:spPr>
            <a:xfrm>
              <a:off x="4105912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65" name="Google Shape;4265;p17"/>
            <p:cNvSpPr/>
            <p:nvPr/>
          </p:nvSpPr>
          <p:spPr>
            <a:xfrm>
              <a:off x="4060343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66" name="Google Shape;4266;p17"/>
            <p:cNvSpPr/>
            <p:nvPr/>
          </p:nvSpPr>
          <p:spPr>
            <a:xfrm>
              <a:off x="4014876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67" name="Google Shape;4267;p17"/>
            <p:cNvSpPr/>
            <p:nvPr/>
          </p:nvSpPr>
          <p:spPr>
            <a:xfrm>
              <a:off x="3969410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68" name="Google Shape;4268;p17"/>
            <p:cNvSpPr/>
            <p:nvPr/>
          </p:nvSpPr>
          <p:spPr>
            <a:xfrm>
              <a:off x="3923943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69" name="Google Shape;4269;p17"/>
            <p:cNvSpPr/>
            <p:nvPr/>
          </p:nvSpPr>
          <p:spPr>
            <a:xfrm>
              <a:off x="3878477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70" name="Google Shape;4270;p17"/>
            <p:cNvSpPr/>
            <p:nvPr/>
          </p:nvSpPr>
          <p:spPr>
            <a:xfrm>
              <a:off x="3833114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71" name="Google Shape;4271;p17"/>
            <p:cNvSpPr/>
            <p:nvPr/>
          </p:nvSpPr>
          <p:spPr>
            <a:xfrm>
              <a:off x="3787544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72" name="Google Shape;4272;p17"/>
            <p:cNvSpPr/>
            <p:nvPr/>
          </p:nvSpPr>
          <p:spPr>
            <a:xfrm>
              <a:off x="4700082" y="4343858"/>
              <a:ext cx="18021" cy="17710"/>
            </a:xfrm>
            <a:custGeom>
              <a:avLst/>
              <a:gdLst/>
              <a:ahLst/>
              <a:cxnLst/>
              <a:rect l="l" t="t" r="r" b="b"/>
              <a:pathLst>
                <a:path w="174" h="171" extrusionOk="0">
                  <a:moveTo>
                    <a:pt x="53" y="0"/>
                  </a:moveTo>
                  <a:cubicBezTo>
                    <a:pt x="21" y="15"/>
                    <a:pt x="0" y="46"/>
                    <a:pt x="0" y="81"/>
                  </a:cubicBezTo>
                  <a:cubicBezTo>
                    <a:pt x="0" y="139"/>
                    <a:pt x="45" y="170"/>
                    <a:pt x="90" y="170"/>
                  </a:cubicBezTo>
                  <a:cubicBezTo>
                    <a:pt x="126" y="170"/>
                    <a:pt x="161" y="150"/>
                    <a:pt x="174" y="106"/>
                  </a:cubicBezTo>
                  <a:cubicBezTo>
                    <a:pt x="134" y="70"/>
                    <a:pt x="94" y="35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73" name="Google Shape;4273;p17"/>
            <p:cNvSpPr/>
            <p:nvPr/>
          </p:nvSpPr>
          <p:spPr>
            <a:xfrm>
              <a:off x="4651509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74" name="Google Shape;4274;p17"/>
            <p:cNvSpPr/>
            <p:nvPr/>
          </p:nvSpPr>
          <p:spPr>
            <a:xfrm>
              <a:off x="4606042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75" name="Google Shape;4275;p17"/>
            <p:cNvSpPr/>
            <p:nvPr/>
          </p:nvSpPr>
          <p:spPr>
            <a:xfrm>
              <a:off x="4560472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76" name="Google Shape;4276;p17"/>
            <p:cNvSpPr/>
            <p:nvPr/>
          </p:nvSpPr>
          <p:spPr>
            <a:xfrm>
              <a:off x="4515006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77" name="Google Shape;4277;p17"/>
            <p:cNvSpPr/>
            <p:nvPr/>
          </p:nvSpPr>
          <p:spPr>
            <a:xfrm>
              <a:off x="4469540" y="4343029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78" name="Google Shape;4278;p17"/>
            <p:cNvSpPr/>
            <p:nvPr/>
          </p:nvSpPr>
          <p:spPr>
            <a:xfrm>
              <a:off x="4424177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79" name="Google Shape;4279;p17"/>
            <p:cNvSpPr/>
            <p:nvPr/>
          </p:nvSpPr>
          <p:spPr>
            <a:xfrm>
              <a:off x="4378711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80" name="Google Shape;4280;p17"/>
            <p:cNvSpPr/>
            <p:nvPr/>
          </p:nvSpPr>
          <p:spPr>
            <a:xfrm>
              <a:off x="4333244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81" name="Google Shape;4281;p17"/>
            <p:cNvSpPr/>
            <p:nvPr/>
          </p:nvSpPr>
          <p:spPr>
            <a:xfrm>
              <a:off x="4287674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82" name="Google Shape;4282;p17"/>
            <p:cNvSpPr/>
            <p:nvPr/>
          </p:nvSpPr>
          <p:spPr>
            <a:xfrm>
              <a:off x="4242208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83" name="Google Shape;4283;p17"/>
            <p:cNvSpPr/>
            <p:nvPr/>
          </p:nvSpPr>
          <p:spPr>
            <a:xfrm>
              <a:off x="4196742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84" name="Google Shape;4284;p17"/>
            <p:cNvSpPr/>
            <p:nvPr/>
          </p:nvSpPr>
          <p:spPr>
            <a:xfrm>
              <a:off x="4151275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85" name="Google Shape;4285;p17"/>
            <p:cNvSpPr/>
            <p:nvPr/>
          </p:nvSpPr>
          <p:spPr>
            <a:xfrm>
              <a:off x="4105912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86" name="Google Shape;4286;p17"/>
            <p:cNvSpPr/>
            <p:nvPr/>
          </p:nvSpPr>
          <p:spPr>
            <a:xfrm>
              <a:off x="4060343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87" name="Google Shape;4287;p17"/>
            <p:cNvSpPr/>
            <p:nvPr/>
          </p:nvSpPr>
          <p:spPr>
            <a:xfrm>
              <a:off x="4014876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88" name="Google Shape;4288;p17"/>
            <p:cNvSpPr/>
            <p:nvPr/>
          </p:nvSpPr>
          <p:spPr>
            <a:xfrm>
              <a:off x="3969410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89" name="Google Shape;4289;p17"/>
            <p:cNvSpPr/>
            <p:nvPr/>
          </p:nvSpPr>
          <p:spPr>
            <a:xfrm>
              <a:off x="3923943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90" name="Google Shape;4290;p17"/>
            <p:cNvSpPr/>
            <p:nvPr/>
          </p:nvSpPr>
          <p:spPr>
            <a:xfrm>
              <a:off x="3878477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91" name="Google Shape;4291;p17"/>
            <p:cNvSpPr/>
            <p:nvPr/>
          </p:nvSpPr>
          <p:spPr>
            <a:xfrm>
              <a:off x="3833114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92" name="Google Shape;4292;p17"/>
            <p:cNvSpPr/>
            <p:nvPr/>
          </p:nvSpPr>
          <p:spPr>
            <a:xfrm>
              <a:off x="3787544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93" name="Google Shape;4293;p17"/>
            <p:cNvSpPr/>
            <p:nvPr/>
          </p:nvSpPr>
          <p:spPr>
            <a:xfrm>
              <a:off x="4745549" y="4388806"/>
              <a:ext cx="17710" cy="18228"/>
            </a:xfrm>
            <a:custGeom>
              <a:avLst/>
              <a:gdLst/>
              <a:ahLst/>
              <a:cxnLst/>
              <a:rect l="l" t="t" r="r" b="b"/>
              <a:pathLst>
                <a:path w="171" h="176" extrusionOk="0">
                  <a:moveTo>
                    <a:pt x="66" y="0"/>
                  </a:moveTo>
                  <a:cubicBezTo>
                    <a:pt x="27" y="12"/>
                    <a:pt x="0" y="47"/>
                    <a:pt x="0" y="87"/>
                  </a:cubicBezTo>
                  <a:cubicBezTo>
                    <a:pt x="0" y="143"/>
                    <a:pt x="45" y="175"/>
                    <a:pt x="90" y="175"/>
                  </a:cubicBezTo>
                  <a:cubicBezTo>
                    <a:pt x="122" y="175"/>
                    <a:pt x="154" y="159"/>
                    <a:pt x="170" y="122"/>
                  </a:cubicBezTo>
                  <a:cubicBezTo>
                    <a:pt x="136" y="81"/>
                    <a:pt x="102" y="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94" name="Google Shape;4294;p17"/>
            <p:cNvSpPr/>
            <p:nvPr/>
          </p:nvSpPr>
          <p:spPr>
            <a:xfrm>
              <a:off x="4696975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7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95" name="Google Shape;4295;p17"/>
            <p:cNvSpPr/>
            <p:nvPr/>
          </p:nvSpPr>
          <p:spPr>
            <a:xfrm>
              <a:off x="4651509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96" name="Google Shape;4296;p17"/>
            <p:cNvSpPr/>
            <p:nvPr/>
          </p:nvSpPr>
          <p:spPr>
            <a:xfrm>
              <a:off x="4606042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97" name="Google Shape;4297;p17"/>
            <p:cNvSpPr/>
            <p:nvPr/>
          </p:nvSpPr>
          <p:spPr>
            <a:xfrm>
              <a:off x="4560472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98" name="Google Shape;4298;p17"/>
            <p:cNvSpPr/>
            <p:nvPr/>
          </p:nvSpPr>
          <p:spPr>
            <a:xfrm>
              <a:off x="4515006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99" name="Google Shape;4299;p17"/>
            <p:cNvSpPr/>
            <p:nvPr/>
          </p:nvSpPr>
          <p:spPr>
            <a:xfrm>
              <a:off x="4469540" y="4388599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00" name="Google Shape;4300;p17"/>
            <p:cNvSpPr/>
            <p:nvPr/>
          </p:nvSpPr>
          <p:spPr>
            <a:xfrm>
              <a:off x="4424177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01" name="Google Shape;4301;p17"/>
            <p:cNvSpPr/>
            <p:nvPr/>
          </p:nvSpPr>
          <p:spPr>
            <a:xfrm>
              <a:off x="4378711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02" name="Google Shape;4302;p17"/>
            <p:cNvSpPr/>
            <p:nvPr/>
          </p:nvSpPr>
          <p:spPr>
            <a:xfrm>
              <a:off x="4333244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03" name="Google Shape;4303;p17"/>
            <p:cNvSpPr/>
            <p:nvPr/>
          </p:nvSpPr>
          <p:spPr>
            <a:xfrm>
              <a:off x="4287674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04" name="Google Shape;4304;p17"/>
            <p:cNvSpPr/>
            <p:nvPr/>
          </p:nvSpPr>
          <p:spPr>
            <a:xfrm>
              <a:off x="4242208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05" name="Google Shape;4305;p17"/>
            <p:cNvSpPr/>
            <p:nvPr/>
          </p:nvSpPr>
          <p:spPr>
            <a:xfrm>
              <a:off x="4196742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06" name="Google Shape;4306;p17"/>
            <p:cNvSpPr/>
            <p:nvPr/>
          </p:nvSpPr>
          <p:spPr>
            <a:xfrm>
              <a:off x="4151275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07" name="Google Shape;4307;p17"/>
            <p:cNvSpPr/>
            <p:nvPr/>
          </p:nvSpPr>
          <p:spPr>
            <a:xfrm>
              <a:off x="4105912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08" name="Google Shape;4308;p17"/>
            <p:cNvSpPr/>
            <p:nvPr/>
          </p:nvSpPr>
          <p:spPr>
            <a:xfrm>
              <a:off x="4060343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09" name="Google Shape;4309;p17"/>
            <p:cNvSpPr/>
            <p:nvPr/>
          </p:nvSpPr>
          <p:spPr>
            <a:xfrm>
              <a:off x="4014876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10" name="Google Shape;4310;p17"/>
            <p:cNvSpPr/>
            <p:nvPr/>
          </p:nvSpPr>
          <p:spPr>
            <a:xfrm>
              <a:off x="3969410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11" name="Google Shape;4311;p17"/>
            <p:cNvSpPr/>
            <p:nvPr/>
          </p:nvSpPr>
          <p:spPr>
            <a:xfrm>
              <a:off x="3923943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12" name="Google Shape;4312;p17"/>
            <p:cNvSpPr/>
            <p:nvPr/>
          </p:nvSpPr>
          <p:spPr>
            <a:xfrm>
              <a:off x="3878477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13" name="Google Shape;4313;p17"/>
            <p:cNvSpPr/>
            <p:nvPr/>
          </p:nvSpPr>
          <p:spPr>
            <a:xfrm>
              <a:off x="3833114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1"/>
                  </a:cubicBezTo>
                  <a:cubicBezTo>
                    <a:pt x="73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14" name="Google Shape;4314;p17"/>
            <p:cNvSpPr/>
            <p:nvPr/>
          </p:nvSpPr>
          <p:spPr>
            <a:xfrm>
              <a:off x="3787544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15" name="Google Shape;4315;p17"/>
            <p:cNvSpPr/>
            <p:nvPr/>
          </p:nvSpPr>
          <p:spPr>
            <a:xfrm>
              <a:off x="4791015" y="4439865"/>
              <a:ext cx="8389" cy="12532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6" y="0"/>
                  </a:moveTo>
                  <a:cubicBezTo>
                    <a:pt x="2" y="10"/>
                    <a:pt x="0" y="22"/>
                    <a:pt x="0" y="33"/>
                  </a:cubicBezTo>
                  <a:cubicBezTo>
                    <a:pt x="0" y="78"/>
                    <a:pt x="35" y="116"/>
                    <a:pt x="80" y="121"/>
                  </a:cubicBezTo>
                  <a:cubicBezTo>
                    <a:pt x="56" y="80"/>
                    <a:pt x="32" y="40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16" name="Google Shape;4316;p17"/>
            <p:cNvSpPr/>
            <p:nvPr/>
          </p:nvSpPr>
          <p:spPr>
            <a:xfrm>
              <a:off x="4742338" y="4434065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17" name="Google Shape;4317;p17"/>
            <p:cNvSpPr/>
            <p:nvPr/>
          </p:nvSpPr>
          <p:spPr>
            <a:xfrm>
              <a:off x="4696975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18" name="Google Shape;4318;p17"/>
            <p:cNvSpPr/>
            <p:nvPr/>
          </p:nvSpPr>
          <p:spPr>
            <a:xfrm>
              <a:off x="4651509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19" name="Google Shape;4319;p17"/>
            <p:cNvSpPr/>
            <p:nvPr/>
          </p:nvSpPr>
          <p:spPr>
            <a:xfrm>
              <a:off x="4606042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20" name="Google Shape;4320;p17"/>
            <p:cNvSpPr/>
            <p:nvPr/>
          </p:nvSpPr>
          <p:spPr>
            <a:xfrm>
              <a:off x="4560472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21" name="Google Shape;4321;p17"/>
            <p:cNvSpPr/>
            <p:nvPr/>
          </p:nvSpPr>
          <p:spPr>
            <a:xfrm>
              <a:off x="4515006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22" name="Google Shape;4322;p17"/>
            <p:cNvSpPr/>
            <p:nvPr/>
          </p:nvSpPr>
          <p:spPr>
            <a:xfrm>
              <a:off x="4469540" y="4434065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23" name="Google Shape;4323;p17"/>
            <p:cNvSpPr/>
            <p:nvPr/>
          </p:nvSpPr>
          <p:spPr>
            <a:xfrm>
              <a:off x="4424177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24" name="Google Shape;4324;p17"/>
            <p:cNvSpPr/>
            <p:nvPr/>
          </p:nvSpPr>
          <p:spPr>
            <a:xfrm>
              <a:off x="4378711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25" name="Google Shape;4325;p17"/>
            <p:cNvSpPr/>
            <p:nvPr/>
          </p:nvSpPr>
          <p:spPr>
            <a:xfrm>
              <a:off x="4333244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26" name="Google Shape;4326;p17"/>
            <p:cNvSpPr/>
            <p:nvPr/>
          </p:nvSpPr>
          <p:spPr>
            <a:xfrm>
              <a:off x="4287674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27" name="Google Shape;4327;p17"/>
            <p:cNvSpPr/>
            <p:nvPr/>
          </p:nvSpPr>
          <p:spPr>
            <a:xfrm>
              <a:off x="4242208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28" name="Google Shape;4328;p17"/>
            <p:cNvSpPr/>
            <p:nvPr/>
          </p:nvSpPr>
          <p:spPr>
            <a:xfrm>
              <a:off x="4196742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29" name="Google Shape;4329;p17"/>
            <p:cNvSpPr/>
            <p:nvPr/>
          </p:nvSpPr>
          <p:spPr>
            <a:xfrm>
              <a:off x="4151275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30" name="Google Shape;4330;p17"/>
            <p:cNvSpPr/>
            <p:nvPr/>
          </p:nvSpPr>
          <p:spPr>
            <a:xfrm>
              <a:off x="4105912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31" name="Google Shape;4331;p17"/>
            <p:cNvSpPr/>
            <p:nvPr/>
          </p:nvSpPr>
          <p:spPr>
            <a:xfrm>
              <a:off x="4060343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32" name="Google Shape;4332;p17"/>
            <p:cNvSpPr/>
            <p:nvPr/>
          </p:nvSpPr>
          <p:spPr>
            <a:xfrm>
              <a:off x="4014876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33" name="Google Shape;4333;p17"/>
            <p:cNvSpPr/>
            <p:nvPr/>
          </p:nvSpPr>
          <p:spPr>
            <a:xfrm>
              <a:off x="3969410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34" name="Google Shape;4334;p17"/>
            <p:cNvSpPr/>
            <p:nvPr/>
          </p:nvSpPr>
          <p:spPr>
            <a:xfrm>
              <a:off x="3923943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35" name="Google Shape;4335;p17"/>
            <p:cNvSpPr/>
            <p:nvPr/>
          </p:nvSpPr>
          <p:spPr>
            <a:xfrm>
              <a:off x="3878477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36" name="Google Shape;4336;p17"/>
            <p:cNvSpPr/>
            <p:nvPr/>
          </p:nvSpPr>
          <p:spPr>
            <a:xfrm>
              <a:off x="3833114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37" name="Google Shape;4337;p17"/>
            <p:cNvSpPr/>
            <p:nvPr/>
          </p:nvSpPr>
          <p:spPr>
            <a:xfrm>
              <a:off x="3787544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38" name="Google Shape;4338;p17"/>
            <p:cNvSpPr/>
            <p:nvPr/>
          </p:nvSpPr>
          <p:spPr>
            <a:xfrm>
              <a:off x="4787804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39" name="Google Shape;4339;p17"/>
            <p:cNvSpPr/>
            <p:nvPr/>
          </p:nvSpPr>
          <p:spPr>
            <a:xfrm>
              <a:off x="4742338" y="4479428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40" name="Google Shape;4340;p17"/>
            <p:cNvSpPr/>
            <p:nvPr/>
          </p:nvSpPr>
          <p:spPr>
            <a:xfrm>
              <a:off x="4696975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41" name="Google Shape;4341;p17"/>
            <p:cNvSpPr/>
            <p:nvPr/>
          </p:nvSpPr>
          <p:spPr>
            <a:xfrm>
              <a:off x="4651509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42" name="Google Shape;4342;p17"/>
            <p:cNvSpPr/>
            <p:nvPr/>
          </p:nvSpPr>
          <p:spPr>
            <a:xfrm>
              <a:off x="4606042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43" name="Google Shape;4343;p17"/>
            <p:cNvSpPr/>
            <p:nvPr/>
          </p:nvSpPr>
          <p:spPr>
            <a:xfrm>
              <a:off x="4560472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44" name="Google Shape;4344;p17"/>
            <p:cNvSpPr/>
            <p:nvPr/>
          </p:nvSpPr>
          <p:spPr>
            <a:xfrm>
              <a:off x="4515006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45" name="Google Shape;4345;p17"/>
            <p:cNvSpPr/>
            <p:nvPr/>
          </p:nvSpPr>
          <p:spPr>
            <a:xfrm>
              <a:off x="4469540" y="4479428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46" name="Google Shape;4346;p17"/>
            <p:cNvSpPr/>
            <p:nvPr/>
          </p:nvSpPr>
          <p:spPr>
            <a:xfrm>
              <a:off x="4424177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47" name="Google Shape;4347;p17"/>
            <p:cNvSpPr/>
            <p:nvPr/>
          </p:nvSpPr>
          <p:spPr>
            <a:xfrm>
              <a:off x="4378711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48" name="Google Shape;4348;p17"/>
            <p:cNvSpPr/>
            <p:nvPr/>
          </p:nvSpPr>
          <p:spPr>
            <a:xfrm>
              <a:off x="4333244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49" name="Google Shape;4349;p17"/>
            <p:cNvSpPr/>
            <p:nvPr/>
          </p:nvSpPr>
          <p:spPr>
            <a:xfrm>
              <a:off x="4287674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50" name="Google Shape;4350;p17"/>
            <p:cNvSpPr/>
            <p:nvPr/>
          </p:nvSpPr>
          <p:spPr>
            <a:xfrm>
              <a:off x="4242208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51" name="Google Shape;4351;p17"/>
            <p:cNvSpPr/>
            <p:nvPr/>
          </p:nvSpPr>
          <p:spPr>
            <a:xfrm>
              <a:off x="4196742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52" name="Google Shape;4352;p17"/>
            <p:cNvSpPr/>
            <p:nvPr/>
          </p:nvSpPr>
          <p:spPr>
            <a:xfrm>
              <a:off x="4151275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53" name="Google Shape;4353;p17"/>
            <p:cNvSpPr/>
            <p:nvPr/>
          </p:nvSpPr>
          <p:spPr>
            <a:xfrm>
              <a:off x="4105912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54" name="Google Shape;4354;p17"/>
            <p:cNvSpPr/>
            <p:nvPr/>
          </p:nvSpPr>
          <p:spPr>
            <a:xfrm>
              <a:off x="4060343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55" name="Google Shape;4355;p17"/>
            <p:cNvSpPr/>
            <p:nvPr/>
          </p:nvSpPr>
          <p:spPr>
            <a:xfrm>
              <a:off x="4014876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56" name="Google Shape;4356;p17"/>
            <p:cNvSpPr/>
            <p:nvPr/>
          </p:nvSpPr>
          <p:spPr>
            <a:xfrm>
              <a:off x="3969410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57" name="Google Shape;4357;p17"/>
            <p:cNvSpPr/>
            <p:nvPr/>
          </p:nvSpPr>
          <p:spPr>
            <a:xfrm>
              <a:off x="3923943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58" name="Google Shape;4358;p17"/>
            <p:cNvSpPr/>
            <p:nvPr/>
          </p:nvSpPr>
          <p:spPr>
            <a:xfrm>
              <a:off x="3878477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59" name="Google Shape;4359;p17"/>
            <p:cNvSpPr/>
            <p:nvPr/>
          </p:nvSpPr>
          <p:spPr>
            <a:xfrm>
              <a:off x="3833114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60" name="Google Shape;4360;p17"/>
            <p:cNvSpPr/>
            <p:nvPr/>
          </p:nvSpPr>
          <p:spPr>
            <a:xfrm>
              <a:off x="3787544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4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61" name="Google Shape;4361;p17"/>
            <p:cNvSpPr/>
            <p:nvPr/>
          </p:nvSpPr>
          <p:spPr>
            <a:xfrm>
              <a:off x="4791015" y="4524895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37" y="178"/>
                    <a:pt x="178" y="139"/>
                    <a:pt x="178" y="90"/>
                  </a:cubicBezTo>
                  <a:cubicBezTo>
                    <a:pt x="178" y="40"/>
                    <a:pt x="137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62" name="Google Shape;4362;p17"/>
            <p:cNvSpPr/>
            <p:nvPr/>
          </p:nvSpPr>
          <p:spPr>
            <a:xfrm>
              <a:off x="4742338" y="4524895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63" name="Google Shape;4363;p17"/>
            <p:cNvSpPr/>
            <p:nvPr/>
          </p:nvSpPr>
          <p:spPr>
            <a:xfrm>
              <a:off x="4696975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64" name="Google Shape;4364;p17"/>
            <p:cNvSpPr/>
            <p:nvPr/>
          </p:nvSpPr>
          <p:spPr>
            <a:xfrm>
              <a:off x="4651509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65" name="Google Shape;4365;p17"/>
            <p:cNvSpPr/>
            <p:nvPr/>
          </p:nvSpPr>
          <p:spPr>
            <a:xfrm>
              <a:off x="4606042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66" name="Google Shape;4366;p17"/>
            <p:cNvSpPr/>
            <p:nvPr/>
          </p:nvSpPr>
          <p:spPr>
            <a:xfrm>
              <a:off x="4560472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67" name="Google Shape;4367;p17"/>
            <p:cNvSpPr/>
            <p:nvPr/>
          </p:nvSpPr>
          <p:spPr>
            <a:xfrm>
              <a:off x="4515006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68" name="Google Shape;4368;p17"/>
            <p:cNvSpPr/>
            <p:nvPr/>
          </p:nvSpPr>
          <p:spPr>
            <a:xfrm>
              <a:off x="4469540" y="4524895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69" name="Google Shape;4369;p17"/>
            <p:cNvSpPr/>
            <p:nvPr/>
          </p:nvSpPr>
          <p:spPr>
            <a:xfrm>
              <a:off x="4427284" y="4524895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90"/>
                  </a:cubicBezTo>
                  <a:cubicBezTo>
                    <a:pt x="177" y="40"/>
                    <a:pt x="138" y="1"/>
                    <a:pt x="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70" name="Google Shape;4370;p17"/>
            <p:cNvSpPr/>
            <p:nvPr/>
          </p:nvSpPr>
          <p:spPr>
            <a:xfrm>
              <a:off x="4378711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71" name="Google Shape;4371;p17"/>
            <p:cNvSpPr/>
            <p:nvPr/>
          </p:nvSpPr>
          <p:spPr>
            <a:xfrm>
              <a:off x="4333244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72" name="Google Shape;4372;p17"/>
            <p:cNvSpPr/>
            <p:nvPr/>
          </p:nvSpPr>
          <p:spPr>
            <a:xfrm>
              <a:off x="4290781" y="4524895"/>
              <a:ext cx="18539" cy="18539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1"/>
                  </a:moveTo>
                  <a:cubicBezTo>
                    <a:pt x="40" y="1"/>
                    <a:pt x="1" y="40"/>
                    <a:pt x="1" y="90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90"/>
                  </a:cubicBezTo>
                  <a:cubicBezTo>
                    <a:pt x="179" y="40"/>
                    <a:pt x="138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73" name="Google Shape;4373;p17"/>
            <p:cNvSpPr/>
            <p:nvPr/>
          </p:nvSpPr>
          <p:spPr>
            <a:xfrm>
              <a:off x="4242208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74" name="Google Shape;4374;p17"/>
            <p:cNvSpPr/>
            <p:nvPr/>
          </p:nvSpPr>
          <p:spPr>
            <a:xfrm>
              <a:off x="4196742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75" name="Google Shape;4375;p17"/>
            <p:cNvSpPr/>
            <p:nvPr/>
          </p:nvSpPr>
          <p:spPr>
            <a:xfrm>
              <a:off x="4154382" y="4524895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1" y="1"/>
                    <a:pt x="0" y="40"/>
                    <a:pt x="0" y="90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90"/>
                  </a:cubicBezTo>
                  <a:cubicBezTo>
                    <a:pt x="178" y="40"/>
                    <a:pt x="139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76" name="Google Shape;4376;p17"/>
            <p:cNvSpPr/>
            <p:nvPr/>
          </p:nvSpPr>
          <p:spPr>
            <a:xfrm>
              <a:off x="4105912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77" name="Google Shape;4377;p17"/>
            <p:cNvSpPr/>
            <p:nvPr/>
          </p:nvSpPr>
          <p:spPr>
            <a:xfrm>
              <a:off x="4060343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78" name="Google Shape;4378;p17"/>
            <p:cNvSpPr/>
            <p:nvPr/>
          </p:nvSpPr>
          <p:spPr>
            <a:xfrm>
              <a:off x="4014876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79" name="Google Shape;4379;p17"/>
            <p:cNvSpPr/>
            <p:nvPr/>
          </p:nvSpPr>
          <p:spPr>
            <a:xfrm>
              <a:off x="3969410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80" name="Google Shape;4380;p17"/>
            <p:cNvSpPr/>
            <p:nvPr/>
          </p:nvSpPr>
          <p:spPr>
            <a:xfrm>
              <a:off x="3923943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81" name="Google Shape;4381;p17"/>
            <p:cNvSpPr/>
            <p:nvPr/>
          </p:nvSpPr>
          <p:spPr>
            <a:xfrm>
              <a:off x="3878477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82" name="Google Shape;4382;p17"/>
            <p:cNvSpPr/>
            <p:nvPr/>
          </p:nvSpPr>
          <p:spPr>
            <a:xfrm>
              <a:off x="3833114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1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83" name="Google Shape;4383;p17"/>
            <p:cNvSpPr/>
            <p:nvPr/>
          </p:nvSpPr>
          <p:spPr>
            <a:xfrm>
              <a:off x="3787544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84" name="Google Shape;4384;p17"/>
            <p:cNvSpPr/>
            <p:nvPr/>
          </p:nvSpPr>
          <p:spPr>
            <a:xfrm>
              <a:off x="4787804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85" name="Google Shape;4385;p17"/>
            <p:cNvSpPr/>
            <p:nvPr/>
          </p:nvSpPr>
          <p:spPr>
            <a:xfrm>
              <a:off x="4742338" y="4570361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86" name="Google Shape;4386;p17"/>
            <p:cNvSpPr/>
            <p:nvPr/>
          </p:nvSpPr>
          <p:spPr>
            <a:xfrm>
              <a:off x="4696975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87" name="Google Shape;4387;p17"/>
            <p:cNvSpPr/>
            <p:nvPr/>
          </p:nvSpPr>
          <p:spPr>
            <a:xfrm>
              <a:off x="4651509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88" name="Google Shape;4388;p17"/>
            <p:cNvSpPr/>
            <p:nvPr/>
          </p:nvSpPr>
          <p:spPr>
            <a:xfrm>
              <a:off x="4606042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89" name="Google Shape;4389;p17"/>
            <p:cNvSpPr/>
            <p:nvPr/>
          </p:nvSpPr>
          <p:spPr>
            <a:xfrm>
              <a:off x="4560472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90" name="Google Shape;4390;p17"/>
            <p:cNvSpPr/>
            <p:nvPr/>
          </p:nvSpPr>
          <p:spPr>
            <a:xfrm>
              <a:off x="4515006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91" name="Google Shape;4391;p17"/>
            <p:cNvSpPr/>
            <p:nvPr/>
          </p:nvSpPr>
          <p:spPr>
            <a:xfrm>
              <a:off x="4469540" y="4570361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92" name="Google Shape;4392;p17"/>
            <p:cNvSpPr/>
            <p:nvPr/>
          </p:nvSpPr>
          <p:spPr>
            <a:xfrm>
              <a:off x="4424177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93" name="Google Shape;4393;p17"/>
            <p:cNvSpPr/>
            <p:nvPr/>
          </p:nvSpPr>
          <p:spPr>
            <a:xfrm>
              <a:off x="4378711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94" name="Google Shape;4394;p17"/>
            <p:cNvSpPr/>
            <p:nvPr/>
          </p:nvSpPr>
          <p:spPr>
            <a:xfrm>
              <a:off x="4333244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95" name="Google Shape;4395;p17"/>
            <p:cNvSpPr/>
            <p:nvPr/>
          </p:nvSpPr>
          <p:spPr>
            <a:xfrm>
              <a:off x="4287674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96" name="Google Shape;4396;p17"/>
            <p:cNvSpPr/>
            <p:nvPr/>
          </p:nvSpPr>
          <p:spPr>
            <a:xfrm>
              <a:off x="4242208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97" name="Google Shape;4397;p17"/>
            <p:cNvSpPr/>
            <p:nvPr/>
          </p:nvSpPr>
          <p:spPr>
            <a:xfrm>
              <a:off x="4196742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98" name="Google Shape;4398;p17"/>
            <p:cNvSpPr/>
            <p:nvPr/>
          </p:nvSpPr>
          <p:spPr>
            <a:xfrm>
              <a:off x="4151275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99" name="Google Shape;4399;p17"/>
            <p:cNvSpPr/>
            <p:nvPr/>
          </p:nvSpPr>
          <p:spPr>
            <a:xfrm>
              <a:off x="4105912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00" name="Google Shape;4400;p17"/>
            <p:cNvSpPr/>
            <p:nvPr/>
          </p:nvSpPr>
          <p:spPr>
            <a:xfrm>
              <a:off x="4060343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01" name="Google Shape;4401;p17"/>
            <p:cNvSpPr/>
            <p:nvPr/>
          </p:nvSpPr>
          <p:spPr>
            <a:xfrm>
              <a:off x="4014876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02" name="Google Shape;4402;p17"/>
            <p:cNvSpPr/>
            <p:nvPr/>
          </p:nvSpPr>
          <p:spPr>
            <a:xfrm>
              <a:off x="3969410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03" name="Google Shape;4403;p17"/>
            <p:cNvSpPr/>
            <p:nvPr/>
          </p:nvSpPr>
          <p:spPr>
            <a:xfrm>
              <a:off x="3923943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04" name="Google Shape;4404;p17"/>
            <p:cNvSpPr/>
            <p:nvPr/>
          </p:nvSpPr>
          <p:spPr>
            <a:xfrm>
              <a:off x="3878477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05" name="Google Shape;4405;p17"/>
            <p:cNvSpPr/>
            <p:nvPr/>
          </p:nvSpPr>
          <p:spPr>
            <a:xfrm>
              <a:off x="3833114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06" name="Google Shape;4406;p17"/>
            <p:cNvSpPr/>
            <p:nvPr/>
          </p:nvSpPr>
          <p:spPr>
            <a:xfrm>
              <a:off x="3787544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07" name="Google Shape;4407;p17"/>
            <p:cNvSpPr/>
            <p:nvPr/>
          </p:nvSpPr>
          <p:spPr>
            <a:xfrm>
              <a:off x="4787908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08" name="Google Shape;4408;p17"/>
            <p:cNvSpPr/>
            <p:nvPr/>
          </p:nvSpPr>
          <p:spPr>
            <a:xfrm>
              <a:off x="4745549" y="4615827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7" y="82"/>
                    <a:pt x="152" y="27"/>
                  </a:cubicBezTo>
                  <a:cubicBezTo>
                    <a:pt x="134" y="9"/>
                    <a:pt x="111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09" name="Google Shape;4409;p17"/>
            <p:cNvSpPr/>
            <p:nvPr/>
          </p:nvSpPr>
          <p:spPr>
            <a:xfrm>
              <a:off x="4696975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1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10" name="Google Shape;4410;p17"/>
            <p:cNvSpPr/>
            <p:nvPr/>
          </p:nvSpPr>
          <p:spPr>
            <a:xfrm>
              <a:off x="4651509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7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ubicBezTo>
                    <a:pt x="118" y="0"/>
                    <a:pt x="118" y="0"/>
                    <a:pt x="1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11" name="Google Shape;4411;p17"/>
            <p:cNvSpPr/>
            <p:nvPr/>
          </p:nvSpPr>
          <p:spPr>
            <a:xfrm>
              <a:off x="4606042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12" name="Google Shape;4412;p17"/>
            <p:cNvSpPr/>
            <p:nvPr/>
          </p:nvSpPr>
          <p:spPr>
            <a:xfrm>
              <a:off x="4560472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1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13" name="Google Shape;4413;p17"/>
            <p:cNvSpPr/>
            <p:nvPr/>
          </p:nvSpPr>
          <p:spPr>
            <a:xfrm>
              <a:off x="4515110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8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14" name="Google Shape;4414;p17"/>
            <p:cNvSpPr/>
            <p:nvPr/>
          </p:nvSpPr>
          <p:spPr>
            <a:xfrm>
              <a:off x="4469540" y="4615931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15" name="Google Shape;4415;p17"/>
            <p:cNvSpPr/>
            <p:nvPr/>
          </p:nvSpPr>
          <p:spPr>
            <a:xfrm>
              <a:off x="4424177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16" name="Google Shape;4416;p17"/>
            <p:cNvSpPr/>
            <p:nvPr/>
          </p:nvSpPr>
          <p:spPr>
            <a:xfrm>
              <a:off x="4378711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1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17" name="Google Shape;4417;p17"/>
            <p:cNvSpPr/>
            <p:nvPr/>
          </p:nvSpPr>
          <p:spPr>
            <a:xfrm>
              <a:off x="4333244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8" y="0"/>
                    <a:pt x="118" y="0"/>
                    <a:pt x="117" y="0"/>
                  </a:cubicBezTo>
                  <a:cubicBezTo>
                    <a:pt x="39" y="0"/>
                    <a:pt x="1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18" name="Google Shape;4418;p17"/>
            <p:cNvSpPr/>
            <p:nvPr/>
          </p:nvSpPr>
          <p:spPr>
            <a:xfrm>
              <a:off x="4287674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19" name="Google Shape;4419;p17"/>
            <p:cNvSpPr/>
            <p:nvPr/>
          </p:nvSpPr>
          <p:spPr>
            <a:xfrm>
              <a:off x="4242208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20" name="Google Shape;4420;p17"/>
            <p:cNvSpPr/>
            <p:nvPr/>
          </p:nvSpPr>
          <p:spPr>
            <a:xfrm>
              <a:off x="4196742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21" name="Google Shape;4421;p17"/>
            <p:cNvSpPr/>
            <p:nvPr/>
          </p:nvSpPr>
          <p:spPr>
            <a:xfrm>
              <a:off x="4151379" y="4615931"/>
              <a:ext cx="21438" cy="18435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22" name="Google Shape;4422;p17"/>
            <p:cNvSpPr/>
            <p:nvPr/>
          </p:nvSpPr>
          <p:spPr>
            <a:xfrm>
              <a:off x="4105912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23" name="Google Shape;4423;p17"/>
            <p:cNvSpPr/>
            <p:nvPr/>
          </p:nvSpPr>
          <p:spPr>
            <a:xfrm>
              <a:off x="4063450" y="4615827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90" y="1"/>
                  </a:moveTo>
                  <a:cubicBezTo>
                    <a:pt x="44" y="1"/>
                    <a:pt x="1" y="36"/>
                    <a:pt x="1" y="89"/>
                  </a:cubicBezTo>
                  <a:cubicBezTo>
                    <a:pt x="1" y="139"/>
                    <a:pt x="40" y="178"/>
                    <a:pt x="89" y="178"/>
                  </a:cubicBezTo>
                  <a:cubicBezTo>
                    <a:pt x="168" y="178"/>
                    <a:pt x="209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24" name="Google Shape;4424;p17"/>
            <p:cNvSpPr/>
            <p:nvPr/>
          </p:nvSpPr>
          <p:spPr>
            <a:xfrm>
              <a:off x="4014876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25" name="Google Shape;4425;p17"/>
            <p:cNvSpPr/>
            <p:nvPr/>
          </p:nvSpPr>
          <p:spPr>
            <a:xfrm>
              <a:off x="3969410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26" name="Google Shape;4426;p17"/>
            <p:cNvSpPr/>
            <p:nvPr/>
          </p:nvSpPr>
          <p:spPr>
            <a:xfrm>
              <a:off x="3927154" y="4615827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39" y="178"/>
                    <a:pt x="88" y="178"/>
                  </a:cubicBezTo>
                  <a:cubicBezTo>
                    <a:pt x="168" y="178"/>
                    <a:pt x="207" y="82"/>
                    <a:pt x="151" y="27"/>
                  </a:cubicBezTo>
                  <a:cubicBezTo>
                    <a:pt x="133" y="9"/>
                    <a:pt x="111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27" name="Google Shape;4427;p17"/>
            <p:cNvSpPr/>
            <p:nvPr/>
          </p:nvSpPr>
          <p:spPr>
            <a:xfrm>
              <a:off x="3878581" y="4615931"/>
              <a:ext cx="21438" cy="18435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28" name="Google Shape;4428;p17"/>
            <p:cNvSpPr/>
            <p:nvPr/>
          </p:nvSpPr>
          <p:spPr>
            <a:xfrm>
              <a:off x="3833114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29" name="Google Shape;4429;p17"/>
            <p:cNvSpPr/>
            <p:nvPr/>
          </p:nvSpPr>
          <p:spPr>
            <a:xfrm>
              <a:off x="3790651" y="4615827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90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8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4430" name="Google Shape;4430;p17"/>
          <p:cNvSpPr/>
          <p:nvPr/>
        </p:nvSpPr>
        <p:spPr>
          <a:xfrm rot="10800000">
            <a:off x="8319151" y="311042"/>
            <a:ext cx="824843" cy="1133133"/>
          </a:xfrm>
          <a:custGeom>
            <a:avLst/>
            <a:gdLst/>
            <a:ahLst/>
            <a:cxnLst/>
            <a:rect l="l" t="t" r="r" b="b"/>
            <a:pathLst>
              <a:path w="10250" h="14081" extrusionOk="0">
                <a:moveTo>
                  <a:pt x="464" y="1"/>
                </a:moveTo>
                <a:cubicBezTo>
                  <a:pt x="311" y="1"/>
                  <a:pt x="156" y="21"/>
                  <a:pt x="0" y="63"/>
                </a:cubicBezTo>
                <a:lnTo>
                  <a:pt x="0" y="14081"/>
                </a:lnTo>
                <a:lnTo>
                  <a:pt x="8372" y="14081"/>
                </a:lnTo>
                <a:cubicBezTo>
                  <a:pt x="10250" y="10505"/>
                  <a:pt x="8261" y="8835"/>
                  <a:pt x="6056" y="8835"/>
                </a:cubicBezTo>
                <a:cubicBezTo>
                  <a:pt x="5843" y="8835"/>
                  <a:pt x="5628" y="8851"/>
                  <a:pt x="5413" y="8882"/>
                </a:cubicBezTo>
                <a:cubicBezTo>
                  <a:pt x="5266" y="8904"/>
                  <a:pt x="5124" y="8914"/>
                  <a:pt x="4988" y="8914"/>
                </a:cubicBezTo>
                <a:cubicBezTo>
                  <a:pt x="2877" y="8914"/>
                  <a:pt x="2084" y="6458"/>
                  <a:pt x="3020" y="4741"/>
                </a:cubicBezTo>
                <a:cubicBezTo>
                  <a:pt x="3943" y="3049"/>
                  <a:pt x="2361" y="1"/>
                  <a:pt x="46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31" name="Google Shape;4431;p17"/>
          <p:cNvSpPr/>
          <p:nvPr/>
        </p:nvSpPr>
        <p:spPr>
          <a:xfrm flipH="1">
            <a:off x="8113066" y="-5862"/>
            <a:ext cx="1030929" cy="683349"/>
          </a:xfrm>
          <a:custGeom>
            <a:avLst/>
            <a:gdLst/>
            <a:ahLst/>
            <a:cxnLst/>
            <a:rect l="l" t="t" r="r" b="b"/>
            <a:pathLst>
              <a:path w="6285" h="4166" extrusionOk="0">
                <a:moveTo>
                  <a:pt x="0" y="1"/>
                </a:moveTo>
                <a:lnTo>
                  <a:pt x="0" y="4165"/>
                </a:lnTo>
                <a:cubicBezTo>
                  <a:pt x="1196" y="3798"/>
                  <a:pt x="996" y="2045"/>
                  <a:pt x="2096" y="2045"/>
                </a:cubicBezTo>
                <a:cubicBezTo>
                  <a:pt x="2129" y="2045"/>
                  <a:pt x="2163" y="2047"/>
                  <a:pt x="2199" y="2050"/>
                </a:cubicBezTo>
                <a:cubicBezTo>
                  <a:pt x="2774" y="2103"/>
                  <a:pt x="3572" y="2499"/>
                  <a:pt x="4323" y="2499"/>
                </a:cubicBezTo>
                <a:cubicBezTo>
                  <a:pt x="5159" y="2499"/>
                  <a:pt x="5937" y="2008"/>
                  <a:pt x="62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32" name="Google Shape;4432;p17"/>
          <p:cNvSpPr/>
          <p:nvPr/>
        </p:nvSpPr>
        <p:spPr>
          <a:xfrm flipH="1">
            <a:off x="8995548" y="1027036"/>
            <a:ext cx="15583" cy="10006"/>
          </a:xfrm>
          <a:custGeom>
            <a:avLst/>
            <a:gdLst/>
            <a:ahLst/>
            <a:cxnLst/>
            <a:rect l="l" t="t" r="r" b="b"/>
            <a:pathLst>
              <a:path w="95" h="61" extrusionOk="0">
                <a:moveTo>
                  <a:pt x="65" y="0"/>
                </a:moveTo>
                <a:cubicBezTo>
                  <a:pt x="33" y="0"/>
                  <a:pt x="4" y="25"/>
                  <a:pt x="0" y="60"/>
                </a:cubicBezTo>
                <a:cubicBezTo>
                  <a:pt x="33" y="43"/>
                  <a:pt x="65" y="26"/>
                  <a:pt x="95" y="7"/>
                </a:cubicBezTo>
                <a:cubicBezTo>
                  <a:pt x="85" y="2"/>
                  <a:pt x="75" y="0"/>
                  <a:pt x="6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33" name="Google Shape;4433;p17"/>
          <p:cNvSpPr/>
          <p:nvPr/>
        </p:nvSpPr>
        <p:spPr>
          <a:xfrm flipH="1">
            <a:off x="9039015" y="102703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24" y="131"/>
                  <a:pt x="153" y="60"/>
                  <a:pt x="112" y="20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34" name="Google Shape;4434;p17"/>
          <p:cNvSpPr/>
          <p:nvPr/>
        </p:nvSpPr>
        <p:spPr>
          <a:xfrm flipH="1">
            <a:off x="9092325" y="102703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3" y="0"/>
                  <a:pt x="0" y="26"/>
                  <a:pt x="0" y="66"/>
                </a:cubicBezTo>
                <a:cubicBezTo>
                  <a:pt x="0" y="102"/>
                  <a:pt x="29" y="131"/>
                  <a:pt x="67" y="131"/>
                </a:cubicBezTo>
                <a:cubicBezTo>
                  <a:pt x="124" y="131"/>
                  <a:pt x="153" y="60"/>
                  <a:pt x="113" y="20"/>
                </a:cubicBezTo>
                <a:cubicBezTo>
                  <a:pt x="99" y="6"/>
                  <a:pt x="83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35" name="Google Shape;4435;p17"/>
          <p:cNvSpPr/>
          <p:nvPr/>
        </p:nvSpPr>
        <p:spPr>
          <a:xfrm flipH="1">
            <a:off x="8940598" y="973726"/>
            <a:ext cx="17387" cy="19027"/>
          </a:xfrm>
          <a:custGeom>
            <a:avLst/>
            <a:gdLst/>
            <a:ahLst/>
            <a:cxnLst/>
            <a:rect l="l" t="t" r="r" b="b"/>
            <a:pathLst>
              <a:path w="106" h="116" extrusionOk="0">
                <a:moveTo>
                  <a:pt x="66" y="1"/>
                </a:moveTo>
                <a:cubicBezTo>
                  <a:pt x="33" y="1"/>
                  <a:pt x="1" y="28"/>
                  <a:pt x="1" y="66"/>
                </a:cubicBezTo>
                <a:cubicBezTo>
                  <a:pt x="1" y="85"/>
                  <a:pt x="10" y="103"/>
                  <a:pt x="23" y="115"/>
                </a:cubicBezTo>
                <a:cubicBezTo>
                  <a:pt x="51" y="84"/>
                  <a:pt x="79" y="49"/>
                  <a:pt x="105" y="14"/>
                </a:cubicBezTo>
                <a:cubicBezTo>
                  <a:pt x="93" y="5"/>
                  <a:pt x="80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36" name="Google Shape;4436;p17"/>
          <p:cNvSpPr/>
          <p:nvPr/>
        </p:nvSpPr>
        <p:spPr>
          <a:xfrm flipH="1">
            <a:off x="8985870" y="973562"/>
            <a:ext cx="25261" cy="21980"/>
          </a:xfrm>
          <a:custGeom>
            <a:avLst/>
            <a:gdLst/>
            <a:ahLst/>
            <a:cxnLst/>
            <a:rect l="l" t="t" r="r" b="b"/>
            <a:pathLst>
              <a:path w="154" h="134" extrusionOk="0">
                <a:moveTo>
                  <a:pt x="66" y="1"/>
                </a:moveTo>
                <a:cubicBezTo>
                  <a:pt x="33" y="1"/>
                  <a:pt x="0" y="27"/>
                  <a:pt x="0" y="67"/>
                </a:cubicBezTo>
                <a:cubicBezTo>
                  <a:pt x="0" y="104"/>
                  <a:pt x="30" y="133"/>
                  <a:pt x="66" y="133"/>
                </a:cubicBezTo>
                <a:cubicBezTo>
                  <a:pt x="124" y="133"/>
                  <a:pt x="153" y="62"/>
                  <a:pt x="112" y="21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37" name="Google Shape;4437;p17"/>
          <p:cNvSpPr/>
          <p:nvPr/>
        </p:nvSpPr>
        <p:spPr>
          <a:xfrm flipH="1">
            <a:off x="9039015" y="973562"/>
            <a:ext cx="25261" cy="21980"/>
          </a:xfrm>
          <a:custGeom>
            <a:avLst/>
            <a:gdLst/>
            <a:ahLst/>
            <a:cxnLst/>
            <a:rect l="l" t="t" r="r" b="b"/>
            <a:pathLst>
              <a:path w="154" h="134" extrusionOk="0">
                <a:moveTo>
                  <a:pt x="66" y="1"/>
                </a:moveTo>
                <a:cubicBezTo>
                  <a:pt x="32" y="1"/>
                  <a:pt x="0" y="27"/>
                  <a:pt x="0" y="67"/>
                </a:cubicBezTo>
                <a:cubicBezTo>
                  <a:pt x="0" y="104"/>
                  <a:pt x="30" y="133"/>
                  <a:pt x="66" y="133"/>
                </a:cubicBezTo>
                <a:cubicBezTo>
                  <a:pt x="124" y="133"/>
                  <a:pt x="153" y="62"/>
                  <a:pt x="112" y="21"/>
                </a:cubicBezTo>
                <a:cubicBezTo>
                  <a:pt x="98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38" name="Google Shape;4438;p17"/>
          <p:cNvSpPr/>
          <p:nvPr/>
        </p:nvSpPr>
        <p:spPr>
          <a:xfrm flipH="1">
            <a:off x="9095934" y="973726"/>
            <a:ext cx="21652" cy="21816"/>
          </a:xfrm>
          <a:custGeom>
            <a:avLst/>
            <a:gdLst/>
            <a:ahLst/>
            <a:cxnLst/>
            <a:rect l="l" t="t" r="r" b="b"/>
            <a:pathLst>
              <a:path w="132" h="133" extrusionOk="0">
                <a:moveTo>
                  <a:pt x="67" y="0"/>
                </a:moveTo>
                <a:cubicBezTo>
                  <a:pt x="29" y="0"/>
                  <a:pt x="0" y="30"/>
                  <a:pt x="0" y="66"/>
                </a:cubicBezTo>
                <a:cubicBezTo>
                  <a:pt x="0" y="103"/>
                  <a:pt x="29" y="132"/>
                  <a:pt x="67" y="132"/>
                </a:cubicBezTo>
                <a:cubicBezTo>
                  <a:pt x="103" y="132"/>
                  <a:pt x="132" y="103"/>
                  <a:pt x="132" y="66"/>
                </a:cubicBezTo>
                <a:cubicBezTo>
                  <a:pt x="132" y="30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39" name="Google Shape;4439;p17"/>
          <p:cNvSpPr/>
          <p:nvPr/>
        </p:nvSpPr>
        <p:spPr>
          <a:xfrm flipH="1">
            <a:off x="8936169" y="920580"/>
            <a:ext cx="21816" cy="21488"/>
          </a:xfrm>
          <a:custGeom>
            <a:avLst/>
            <a:gdLst/>
            <a:ahLst/>
            <a:cxnLst/>
            <a:rect l="l" t="t" r="r" b="b"/>
            <a:pathLst>
              <a:path w="133" h="131" extrusionOk="0">
                <a:moveTo>
                  <a:pt x="67" y="0"/>
                </a:moveTo>
                <a:cubicBezTo>
                  <a:pt x="30" y="0"/>
                  <a:pt x="1" y="30"/>
                  <a:pt x="1" y="66"/>
                </a:cubicBezTo>
                <a:cubicBezTo>
                  <a:pt x="1" y="102"/>
                  <a:pt x="30" y="131"/>
                  <a:pt x="67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40" name="Google Shape;4440;p17"/>
          <p:cNvSpPr/>
          <p:nvPr/>
        </p:nvSpPr>
        <p:spPr>
          <a:xfrm flipH="1">
            <a:off x="8985870" y="92041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3" y="1"/>
                  <a:pt x="0" y="27"/>
                  <a:pt x="0" y="67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24" y="132"/>
                  <a:pt x="153" y="62"/>
                  <a:pt x="112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41" name="Google Shape;4441;p17"/>
          <p:cNvSpPr/>
          <p:nvPr/>
        </p:nvSpPr>
        <p:spPr>
          <a:xfrm flipH="1">
            <a:off x="9039015" y="92041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2" y="1"/>
                  <a:pt x="0" y="27"/>
                  <a:pt x="0" y="67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24" y="132"/>
                  <a:pt x="153" y="62"/>
                  <a:pt x="112" y="20"/>
                </a:cubicBezTo>
                <a:cubicBezTo>
                  <a:pt x="98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42" name="Google Shape;4442;p17"/>
          <p:cNvSpPr/>
          <p:nvPr/>
        </p:nvSpPr>
        <p:spPr>
          <a:xfrm flipH="1">
            <a:off x="9095934" y="920580"/>
            <a:ext cx="21652" cy="21488"/>
          </a:xfrm>
          <a:custGeom>
            <a:avLst/>
            <a:gdLst/>
            <a:ahLst/>
            <a:cxnLst/>
            <a:rect l="l" t="t" r="r" b="b"/>
            <a:pathLst>
              <a:path w="132" h="131" extrusionOk="0">
                <a:moveTo>
                  <a:pt x="67" y="0"/>
                </a:moveTo>
                <a:cubicBezTo>
                  <a:pt x="29" y="0"/>
                  <a:pt x="0" y="30"/>
                  <a:pt x="0" y="66"/>
                </a:cubicBezTo>
                <a:cubicBezTo>
                  <a:pt x="0" y="102"/>
                  <a:pt x="29" y="131"/>
                  <a:pt x="67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43" name="Google Shape;4443;p17"/>
          <p:cNvSpPr/>
          <p:nvPr/>
        </p:nvSpPr>
        <p:spPr>
          <a:xfrm flipH="1">
            <a:off x="8893357" y="867270"/>
            <a:ext cx="15583" cy="20668"/>
          </a:xfrm>
          <a:custGeom>
            <a:avLst/>
            <a:gdLst/>
            <a:ahLst/>
            <a:cxnLst/>
            <a:rect l="l" t="t" r="r" b="b"/>
            <a:pathLst>
              <a:path w="95" h="126" extrusionOk="0">
                <a:moveTo>
                  <a:pt x="92" y="0"/>
                </a:moveTo>
                <a:cubicBezTo>
                  <a:pt x="22" y="0"/>
                  <a:pt x="1" y="95"/>
                  <a:pt x="63" y="125"/>
                </a:cubicBezTo>
                <a:cubicBezTo>
                  <a:pt x="75" y="85"/>
                  <a:pt x="85" y="43"/>
                  <a:pt x="94" y="1"/>
                </a:cubicBezTo>
                <a:cubicBezTo>
                  <a:pt x="93" y="1"/>
                  <a:pt x="93" y="0"/>
                  <a:pt x="9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44" name="Google Shape;4444;p17"/>
          <p:cNvSpPr/>
          <p:nvPr/>
        </p:nvSpPr>
        <p:spPr>
          <a:xfrm flipH="1">
            <a:off x="8932560" y="867270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7" y="1"/>
                </a:moveTo>
                <a:cubicBezTo>
                  <a:pt x="33" y="1"/>
                  <a:pt x="1" y="27"/>
                  <a:pt x="1" y="67"/>
                </a:cubicBezTo>
                <a:cubicBezTo>
                  <a:pt x="1" y="103"/>
                  <a:pt x="30" y="132"/>
                  <a:pt x="67" y="132"/>
                </a:cubicBezTo>
                <a:cubicBezTo>
                  <a:pt x="125" y="132"/>
                  <a:pt x="155" y="61"/>
                  <a:pt x="113" y="20"/>
                </a:cubicBezTo>
                <a:cubicBezTo>
                  <a:pt x="100" y="7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45" name="Google Shape;4445;p17"/>
          <p:cNvSpPr/>
          <p:nvPr/>
        </p:nvSpPr>
        <p:spPr>
          <a:xfrm flipH="1">
            <a:off x="8985870" y="867270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3" y="1"/>
                  <a:pt x="0" y="27"/>
                  <a:pt x="0" y="67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24" y="132"/>
                  <a:pt x="153" y="61"/>
                  <a:pt x="112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46" name="Google Shape;4446;p17"/>
          <p:cNvSpPr/>
          <p:nvPr/>
        </p:nvSpPr>
        <p:spPr>
          <a:xfrm flipH="1">
            <a:off x="9039015" y="867270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2" y="1"/>
                  <a:pt x="0" y="27"/>
                  <a:pt x="0" y="67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24" y="132"/>
                  <a:pt x="153" y="61"/>
                  <a:pt x="112" y="20"/>
                </a:cubicBezTo>
                <a:cubicBezTo>
                  <a:pt x="98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47" name="Google Shape;4447;p17"/>
          <p:cNvSpPr/>
          <p:nvPr/>
        </p:nvSpPr>
        <p:spPr>
          <a:xfrm flipH="1">
            <a:off x="9092325" y="867270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3" y="1"/>
                  <a:pt x="0" y="27"/>
                  <a:pt x="0" y="67"/>
                </a:cubicBezTo>
                <a:cubicBezTo>
                  <a:pt x="0" y="103"/>
                  <a:pt x="29" y="132"/>
                  <a:pt x="67" y="132"/>
                </a:cubicBezTo>
                <a:cubicBezTo>
                  <a:pt x="124" y="132"/>
                  <a:pt x="153" y="61"/>
                  <a:pt x="113" y="20"/>
                </a:cubicBezTo>
                <a:cubicBezTo>
                  <a:pt x="99" y="7"/>
                  <a:pt x="83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48" name="Google Shape;4448;p17"/>
          <p:cNvSpPr/>
          <p:nvPr/>
        </p:nvSpPr>
        <p:spPr>
          <a:xfrm flipH="1">
            <a:off x="8885976" y="814124"/>
            <a:ext cx="20340" cy="21652"/>
          </a:xfrm>
          <a:custGeom>
            <a:avLst/>
            <a:gdLst/>
            <a:ahLst/>
            <a:cxnLst/>
            <a:rect l="l" t="t" r="r" b="b"/>
            <a:pathLst>
              <a:path w="124" h="132" extrusionOk="0">
                <a:moveTo>
                  <a:pt x="76" y="0"/>
                </a:moveTo>
                <a:cubicBezTo>
                  <a:pt x="32" y="0"/>
                  <a:pt x="1" y="43"/>
                  <a:pt x="13" y="84"/>
                </a:cubicBezTo>
                <a:cubicBezTo>
                  <a:pt x="21" y="114"/>
                  <a:pt x="48" y="132"/>
                  <a:pt x="75" y="132"/>
                </a:cubicBezTo>
                <a:cubicBezTo>
                  <a:pt x="88" y="132"/>
                  <a:pt x="100" y="128"/>
                  <a:pt x="112" y="120"/>
                </a:cubicBezTo>
                <a:cubicBezTo>
                  <a:pt x="116" y="87"/>
                  <a:pt x="120" y="54"/>
                  <a:pt x="123" y="20"/>
                </a:cubicBezTo>
                <a:cubicBezTo>
                  <a:pt x="111" y="8"/>
                  <a:pt x="94" y="0"/>
                  <a:pt x="7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49" name="Google Shape;4449;p17"/>
          <p:cNvSpPr/>
          <p:nvPr/>
        </p:nvSpPr>
        <p:spPr>
          <a:xfrm flipH="1">
            <a:off x="8936169" y="814124"/>
            <a:ext cx="21816" cy="21652"/>
          </a:xfrm>
          <a:custGeom>
            <a:avLst/>
            <a:gdLst/>
            <a:ahLst/>
            <a:cxnLst/>
            <a:rect l="l" t="t" r="r" b="b"/>
            <a:pathLst>
              <a:path w="133" h="132" extrusionOk="0">
                <a:moveTo>
                  <a:pt x="67" y="0"/>
                </a:moveTo>
                <a:cubicBezTo>
                  <a:pt x="30" y="0"/>
                  <a:pt x="1" y="29"/>
                  <a:pt x="1" y="65"/>
                </a:cubicBezTo>
                <a:cubicBezTo>
                  <a:pt x="1" y="102"/>
                  <a:pt x="30" y="132"/>
                  <a:pt x="67" y="132"/>
                </a:cubicBezTo>
                <a:cubicBezTo>
                  <a:pt x="103" y="132"/>
                  <a:pt x="132" y="102"/>
                  <a:pt x="132" y="65"/>
                </a:cubicBezTo>
                <a:cubicBezTo>
                  <a:pt x="132" y="29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50" name="Google Shape;4450;p17"/>
          <p:cNvSpPr/>
          <p:nvPr/>
        </p:nvSpPr>
        <p:spPr>
          <a:xfrm flipH="1">
            <a:off x="8985870" y="813960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1"/>
                </a:moveTo>
                <a:cubicBezTo>
                  <a:pt x="33" y="1"/>
                  <a:pt x="0" y="27"/>
                  <a:pt x="0" y="66"/>
                </a:cubicBezTo>
                <a:cubicBezTo>
                  <a:pt x="0" y="103"/>
                  <a:pt x="30" y="133"/>
                  <a:pt x="66" y="133"/>
                </a:cubicBezTo>
                <a:cubicBezTo>
                  <a:pt x="124" y="133"/>
                  <a:pt x="153" y="62"/>
                  <a:pt x="112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51" name="Google Shape;4451;p17"/>
          <p:cNvSpPr/>
          <p:nvPr/>
        </p:nvSpPr>
        <p:spPr>
          <a:xfrm flipH="1">
            <a:off x="9039015" y="813960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1"/>
                </a:moveTo>
                <a:cubicBezTo>
                  <a:pt x="32" y="1"/>
                  <a:pt x="0" y="27"/>
                  <a:pt x="0" y="66"/>
                </a:cubicBezTo>
                <a:cubicBezTo>
                  <a:pt x="0" y="103"/>
                  <a:pt x="30" y="133"/>
                  <a:pt x="66" y="133"/>
                </a:cubicBezTo>
                <a:cubicBezTo>
                  <a:pt x="124" y="133"/>
                  <a:pt x="153" y="62"/>
                  <a:pt x="112" y="20"/>
                </a:cubicBezTo>
                <a:cubicBezTo>
                  <a:pt x="98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52" name="Google Shape;4452;p17"/>
          <p:cNvSpPr/>
          <p:nvPr/>
        </p:nvSpPr>
        <p:spPr>
          <a:xfrm flipH="1">
            <a:off x="9095934" y="814124"/>
            <a:ext cx="21652" cy="21652"/>
          </a:xfrm>
          <a:custGeom>
            <a:avLst/>
            <a:gdLst/>
            <a:ahLst/>
            <a:cxnLst/>
            <a:rect l="l" t="t" r="r" b="b"/>
            <a:pathLst>
              <a:path w="132" h="132" extrusionOk="0">
                <a:moveTo>
                  <a:pt x="67" y="0"/>
                </a:moveTo>
                <a:cubicBezTo>
                  <a:pt x="29" y="0"/>
                  <a:pt x="0" y="29"/>
                  <a:pt x="0" y="65"/>
                </a:cubicBezTo>
                <a:cubicBezTo>
                  <a:pt x="0" y="102"/>
                  <a:pt x="29" y="132"/>
                  <a:pt x="67" y="132"/>
                </a:cubicBezTo>
                <a:cubicBezTo>
                  <a:pt x="103" y="132"/>
                  <a:pt x="132" y="102"/>
                  <a:pt x="132" y="65"/>
                </a:cubicBezTo>
                <a:cubicBezTo>
                  <a:pt x="132" y="29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53" name="Google Shape;4453;p17"/>
          <p:cNvSpPr/>
          <p:nvPr/>
        </p:nvSpPr>
        <p:spPr>
          <a:xfrm flipH="1">
            <a:off x="8879414" y="76081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4" y="132"/>
                  <a:pt x="154" y="62"/>
                  <a:pt x="112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54" name="Google Shape;4454;p17"/>
          <p:cNvSpPr/>
          <p:nvPr/>
        </p:nvSpPr>
        <p:spPr>
          <a:xfrm flipH="1">
            <a:off x="8936169" y="760979"/>
            <a:ext cx="21816" cy="21488"/>
          </a:xfrm>
          <a:custGeom>
            <a:avLst/>
            <a:gdLst/>
            <a:ahLst/>
            <a:cxnLst/>
            <a:rect l="l" t="t" r="r" b="b"/>
            <a:pathLst>
              <a:path w="133" h="131" extrusionOk="0">
                <a:moveTo>
                  <a:pt x="67" y="0"/>
                </a:moveTo>
                <a:cubicBezTo>
                  <a:pt x="30" y="0"/>
                  <a:pt x="1" y="29"/>
                  <a:pt x="1" y="65"/>
                </a:cubicBezTo>
                <a:cubicBezTo>
                  <a:pt x="1" y="101"/>
                  <a:pt x="30" y="131"/>
                  <a:pt x="67" y="131"/>
                </a:cubicBezTo>
                <a:cubicBezTo>
                  <a:pt x="103" y="131"/>
                  <a:pt x="132" y="101"/>
                  <a:pt x="132" y="65"/>
                </a:cubicBezTo>
                <a:cubicBezTo>
                  <a:pt x="132" y="29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55" name="Google Shape;4455;p17"/>
          <p:cNvSpPr/>
          <p:nvPr/>
        </p:nvSpPr>
        <p:spPr>
          <a:xfrm flipH="1">
            <a:off x="8985870" y="76081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3" y="1"/>
                  <a:pt x="0" y="27"/>
                  <a:pt x="0" y="66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24" y="132"/>
                  <a:pt x="153" y="62"/>
                  <a:pt x="112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56" name="Google Shape;4456;p17"/>
          <p:cNvSpPr/>
          <p:nvPr/>
        </p:nvSpPr>
        <p:spPr>
          <a:xfrm flipH="1">
            <a:off x="9039015" y="76081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2" y="1"/>
                  <a:pt x="0" y="27"/>
                  <a:pt x="0" y="66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24" y="132"/>
                  <a:pt x="153" y="62"/>
                  <a:pt x="112" y="20"/>
                </a:cubicBezTo>
                <a:cubicBezTo>
                  <a:pt x="98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57" name="Google Shape;4457;p17"/>
          <p:cNvSpPr/>
          <p:nvPr/>
        </p:nvSpPr>
        <p:spPr>
          <a:xfrm flipH="1">
            <a:off x="9095934" y="760979"/>
            <a:ext cx="21652" cy="21488"/>
          </a:xfrm>
          <a:custGeom>
            <a:avLst/>
            <a:gdLst/>
            <a:ahLst/>
            <a:cxnLst/>
            <a:rect l="l" t="t" r="r" b="b"/>
            <a:pathLst>
              <a:path w="132" h="131" extrusionOk="0">
                <a:moveTo>
                  <a:pt x="67" y="0"/>
                </a:moveTo>
                <a:cubicBezTo>
                  <a:pt x="29" y="0"/>
                  <a:pt x="0" y="29"/>
                  <a:pt x="0" y="65"/>
                </a:cubicBezTo>
                <a:cubicBezTo>
                  <a:pt x="0" y="101"/>
                  <a:pt x="29" y="131"/>
                  <a:pt x="67" y="131"/>
                </a:cubicBezTo>
                <a:cubicBezTo>
                  <a:pt x="103" y="131"/>
                  <a:pt x="132" y="101"/>
                  <a:pt x="132" y="65"/>
                </a:cubicBezTo>
                <a:cubicBezTo>
                  <a:pt x="132" y="29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58" name="Google Shape;4458;p17"/>
          <p:cNvSpPr/>
          <p:nvPr/>
        </p:nvSpPr>
        <p:spPr>
          <a:xfrm flipH="1">
            <a:off x="8879414" y="707669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4" y="132"/>
                  <a:pt x="154" y="61"/>
                  <a:pt x="112" y="19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59" name="Google Shape;4459;p17"/>
          <p:cNvSpPr/>
          <p:nvPr/>
        </p:nvSpPr>
        <p:spPr>
          <a:xfrm flipH="1">
            <a:off x="8936169" y="707505"/>
            <a:ext cx="21816" cy="21816"/>
          </a:xfrm>
          <a:custGeom>
            <a:avLst/>
            <a:gdLst/>
            <a:ahLst/>
            <a:cxnLst/>
            <a:rect l="l" t="t" r="r" b="b"/>
            <a:pathLst>
              <a:path w="133" h="133" extrusionOk="0">
                <a:moveTo>
                  <a:pt x="67" y="1"/>
                </a:moveTo>
                <a:cubicBezTo>
                  <a:pt x="30" y="1"/>
                  <a:pt x="1" y="30"/>
                  <a:pt x="1" y="67"/>
                </a:cubicBezTo>
                <a:cubicBezTo>
                  <a:pt x="1" y="103"/>
                  <a:pt x="30" y="133"/>
                  <a:pt x="67" y="133"/>
                </a:cubicBezTo>
                <a:cubicBezTo>
                  <a:pt x="103" y="133"/>
                  <a:pt x="132" y="103"/>
                  <a:pt x="132" y="67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60" name="Google Shape;4460;p17"/>
          <p:cNvSpPr/>
          <p:nvPr/>
        </p:nvSpPr>
        <p:spPr>
          <a:xfrm flipH="1">
            <a:off x="8985870" y="707669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0"/>
                </a:moveTo>
                <a:cubicBezTo>
                  <a:pt x="33" y="0"/>
                  <a:pt x="0" y="26"/>
                  <a:pt x="0" y="66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24" y="132"/>
                  <a:pt x="153" y="61"/>
                  <a:pt x="112" y="19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61" name="Google Shape;4461;p17"/>
          <p:cNvSpPr/>
          <p:nvPr/>
        </p:nvSpPr>
        <p:spPr>
          <a:xfrm flipH="1">
            <a:off x="9039015" y="707669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3" y="0"/>
                  <a:pt x="0" y="26"/>
                  <a:pt x="0" y="66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24" y="132"/>
                  <a:pt x="153" y="61"/>
                  <a:pt x="112" y="19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62" name="Google Shape;4462;p17"/>
          <p:cNvSpPr/>
          <p:nvPr/>
        </p:nvSpPr>
        <p:spPr>
          <a:xfrm flipH="1">
            <a:off x="9095934" y="707505"/>
            <a:ext cx="21652" cy="21816"/>
          </a:xfrm>
          <a:custGeom>
            <a:avLst/>
            <a:gdLst/>
            <a:ahLst/>
            <a:cxnLst/>
            <a:rect l="l" t="t" r="r" b="b"/>
            <a:pathLst>
              <a:path w="132" h="133" extrusionOk="0">
                <a:moveTo>
                  <a:pt x="67" y="1"/>
                </a:moveTo>
                <a:cubicBezTo>
                  <a:pt x="29" y="1"/>
                  <a:pt x="0" y="30"/>
                  <a:pt x="0" y="67"/>
                </a:cubicBezTo>
                <a:cubicBezTo>
                  <a:pt x="0" y="103"/>
                  <a:pt x="29" y="133"/>
                  <a:pt x="67" y="133"/>
                </a:cubicBezTo>
                <a:cubicBezTo>
                  <a:pt x="103" y="133"/>
                  <a:pt x="132" y="103"/>
                  <a:pt x="132" y="67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63" name="Google Shape;4463;p17"/>
          <p:cNvSpPr/>
          <p:nvPr/>
        </p:nvSpPr>
        <p:spPr>
          <a:xfrm flipH="1">
            <a:off x="8879414" y="654359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4" y="132"/>
                  <a:pt x="154" y="62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64" name="Google Shape;4464;p17"/>
          <p:cNvSpPr/>
          <p:nvPr/>
        </p:nvSpPr>
        <p:spPr>
          <a:xfrm flipH="1">
            <a:off x="8936169" y="654359"/>
            <a:ext cx="21816" cy="21816"/>
          </a:xfrm>
          <a:custGeom>
            <a:avLst/>
            <a:gdLst/>
            <a:ahLst/>
            <a:cxnLst/>
            <a:rect l="l" t="t" r="r" b="b"/>
            <a:pathLst>
              <a:path w="133" h="133" extrusionOk="0">
                <a:moveTo>
                  <a:pt x="67" y="1"/>
                </a:moveTo>
                <a:cubicBezTo>
                  <a:pt x="30" y="1"/>
                  <a:pt x="1" y="30"/>
                  <a:pt x="1" y="66"/>
                </a:cubicBezTo>
                <a:cubicBezTo>
                  <a:pt x="1" y="103"/>
                  <a:pt x="30" y="132"/>
                  <a:pt x="67" y="132"/>
                </a:cubicBezTo>
                <a:cubicBezTo>
                  <a:pt x="103" y="132"/>
                  <a:pt x="132" y="103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65" name="Google Shape;4465;p17"/>
          <p:cNvSpPr/>
          <p:nvPr/>
        </p:nvSpPr>
        <p:spPr>
          <a:xfrm flipH="1">
            <a:off x="8985870" y="654359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3" y="0"/>
                  <a:pt x="0" y="27"/>
                  <a:pt x="0" y="66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24" y="132"/>
                  <a:pt x="153" y="62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66" name="Google Shape;4466;p17"/>
          <p:cNvSpPr/>
          <p:nvPr/>
        </p:nvSpPr>
        <p:spPr>
          <a:xfrm flipH="1">
            <a:off x="9039015" y="654359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2" y="0"/>
                  <a:pt x="0" y="27"/>
                  <a:pt x="0" y="66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24" y="132"/>
                  <a:pt x="153" y="62"/>
                  <a:pt x="112" y="20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67" name="Google Shape;4467;p17"/>
          <p:cNvSpPr/>
          <p:nvPr/>
        </p:nvSpPr>
        <p:spPr>
          <a:xfrm flipH="1">
            <a:off x="9095934" y="654359"/>
            <a:ext cx="21652" cy="21816"/>
          </a:xfrm>
          <a:custGeom>
            <a:avLst/>
            <a:gdLst/>
            <a:ahLst/>
            <a:cxnLst/>
            <a:rect l="l" t="t" r="r" b="b"/>
            <a:pathLst>
              <a:path w="132" h="133" extrusionOk="0">
                <a:moveTo>
                  <a:pt x="67" y="1"/>
                </a:moveTo>
                <a:cubicBezTo>
                  <a:pt x="29" y="1"/>
                  <a:pt x="0" y="30"/>
                  <a:pt x="0" y="66"/>
                </a:cubicBezTo>
                <a:cubicBezTo>
                  <a:pt x="0" y="103"/>
                  <a:pt x="29" y="132"/>
                  <a:pt x="67" y="132"/>
                </a:cubicBezTo>
                <a:cubicBezTo>
                  <a:pt x="103" y="132"/>
                  <a:pt x="132" y="103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68" name="Google Shape;4468;p17"/>
          <p:cNvSpPr/>
          <p:nvPr/>
        </p:nvSpPr>
        <p:spPr>
          <a:xfrm flipH="1">
            <a:off x="8836439" y="601213"/>
            <a:ext cx="15091" cy="17879"/>
          </a:xfrm>
          <a:custGeom>
            <a:avLst/>
            <a:gdLst/>
            <a:ahLst/>
            <a:cxnLst/>
            <a:rect l="l" t="t" r="r" b="b"/>
            <a:pathLst>
              <a:path w="92" h="109" extrusionOk="0">
                <a:moveTo>
                  <a:pt x="67" y="0"/>
                </a:moveTo>
                <a:cubicBezTo>
                  <a:pt x="32" y="0"/>
                  <a:pt x="1" y="28"/>
                  <a:pt x="1" y="66"/>
                </a:cubicBezTo>
                <a:cubicBezTo>
                  <a:pt x="1" y="82"/>
                  <a:pt x="6" y="96"/>
                  <a:pt x="17" y="109"/>
                </a:cubicBezTo>
                <a:cubicBezTo>
                  <a:pt x="39" y="73"/>
                  <a:pt x="65" y="38"/>
                  <a:pt x="92" y="5"/>
                </a:cubicBezTo>
                <a:cubicBezTo>
                  <a:pt x="84" y="2"/>
                  <a:pt x="75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69" name="Google Shape;4469;p17"/>
          <p:cNvSpPr/>
          <p:nvPr/>
        </p:nvSpPr>
        <p:spPr>
          <a:xfrm flipH="1">
            <a:off x="8879414" y="601213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4" y="131"/>
                  <a:pt x="154" y="60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70" name="Google Shape;4470;p17"/>
          <p:cNvSpPr/>
          <p:nvPr/>
        </p:nvSpPr>
        <p:spPr>
          <a:xfrm flipH="1">
            <a:off x="8936169" y="601213"/>
            <a:ext cx="21816" cy="21652"/>
          </a:xfrm>
          <a:custGeom>
            <a:avLst/>
            <a:gdLst/>
            <a:ahLst/>
            <a:cxnLst/>
            <a:rect l="l" t="t" r="r" b="b"/>
            <a:pathLst>
              <a:path w="133" h="132" extrusionOk="0">
                <a:moveTo>
                  <a:pt x="67" y="1"/>
                </a:moveTo>
                <a:cubicBezTo>
                  <a:pt x="30" y="1"/>
                  <a:pt x="1" y="30"/>
                  <a:pt x="1" y="66"/>
                </a:cubicBezTo>
                <a:cubicBezTo>
                  <a:pt x="1" y="102"/>
                  <a:pt x="30" y="131"/>
                  <a:pt x="67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71" name="Google Shape;4471;p17"/>
          <p:cNvSpPr/>
          <p:nvPr/>
        </p:nvSpPr>
        <p:spPr>
          <a:xfrm flipH="1">
            <a:off x="8985870" y="601213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3" y="0"/>
                  <a:pt x="0" y="26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24" y="131"/>
                  <a:pt x="153" y="60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72" name="Google Shape;4472;p17"/>
          <p:cNvSpPr/>
          <p:nvPr/>
        </p:nvSpPr>
        <p:spPr>
          <a:xfrm flipH="1">
            <a:off x="9039015" y="601213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24" y="131"/>
                  <a:pt x="153" y="60"/>
                  <a:pt x="112" y="20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73" name="Google Shape;4473;p17"/>
          <p:cNvSpPr/>
          <p:nvPr/>
        </p:nvSpPr>
        <p:spPr>
          <a:xfrm flipH="1">
            <a:off x="9095934" y="601213"/>
            <a:ext cx="21652" cy="21652"/>
          </a:xfrm>
          <a:custGeom>
            <a:avLst/>
            <a:gdLst/>
            <a:ahLst/>
            <a:cxnLst/>
            <a:rect l="l" t="t" r="r" b="b"/>
            <a:pathLst>
              <a:path w="132" h="132" extrusionOk="0">
                <a:moveTo>
                  <a:pt x="67" y="1"/>
                </a:moveTo>
                <a:cubicBezTo>
                  <a:pt x="29" y="1"/>
                  <a:pt x="0" y="30"/>
                  <a:pt x="0" y="66"/>
                </a:cubicBezTo>
                <a:cubicBezTo>
                  <a:pt x="0" y="102"/>
                  <a:pt x="29" y="131"/>
                  <a:pt x="67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74" name="Google Shape;4474;p17"/>
          <p:cNvSpPr/>
          <p:nvPr/>
        </p:nvSpPr>
        <p:spPr>
          <a:xfrm flipH="1">
            <a:off x="8776568" y="547903"/>
            <a:ext cx="25589" cy="19520"/>
          </a:xfrm>
          <a:custGeom>
            <a:avLst/>
            <a:gdLst/>
            <a:ahLst/>
            <a:cxnLst/>
            <a:rect l="l" t="t" r="r" b="b"/>
            <a:pathLst>
              <a:path w="156" h="119" extrusionOk="0">
                <a:moveTo>
                  <a:pt x="90" y="1"/>
                </a:moveTo>
                <a:cubicBezTo>
                  <a:pt x="26" y="1"/>
                  <a:pt x="0" y="82"/>
                  <a:pt x="51" y="119"/>
                </a:cubicBezTo>
                <a:cubicBezTo>
                  <a:pt x="83" y="101"/>
                  <a:pt x="118" y="83"/>
                  <a:pt x="155" y="67"/>
                </a:cubicBezTo>
                <a:cubicBezTo>
                  <a:pt x="155" y="30"/>
                  <a:pt x="126" y="1"/>
                  <a:pt x="90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75" name="Google Shape;4475;p17"/>
          <p:cNvSpPr/>
          <p:nvPr/>
        </p:nvSpPr>
        <p:spPr>
          <a:xfrm flipH="1">
            <a:off x="8826269" y="547903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8" y="1"/>
                </a:moveTo>
                <a:cubicBezTo>
                  <a:pt x="34" y="1"/>
                  <a:pt x="1" y="27"/>
                  <a:pt x="1" y="67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5" y="132"/>
                  <a:pt x="154" y="61"/>
                  <a:pt x="113" y="20"/>
                </a:cubicBezTo>
                <a:cubicBezTo>
                  <a:pt x="100" y="7"/>
                  <a:pt x="84" y="1"/>
                  <a:pt x="68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76" name="Google Shape;4476;p17"/>
          <p:cNvSpPr/>
          <p:nvPr/>
        </p:nvSpPr>
        <p:spPr>
          <a:xfrm flipH="1">
            <a:off x="8879414" y="547903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7" y="1"/>
                </a:moveTo>
                <a:cubicBezTo>
                  <a:pt x="33" y="1"/>
                  <a:pt x="1" y="27"/>
                  <a:pt x="1" y="67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4" y="132"/>
                  <a:pt x="154" y="61"/>
                  <a:pt x="112" y="20"/>
                </a:cubicBezTo>
                <a:cubicBezTo>
                  <a:pt x="99" y="7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77" name="Google Shape;4477;p17"/>
          <p:cNvSpPr/>
          <p:nvPr/>
        </p:nvSpPr>
        <p:spPr>
          <a:xfrm flipH="1">
            <a:off x="8936169" y="547903"/>
            <a:ext cx="21816" cy="21816"/>
          </a:xfrm>
          <a:custGeom>
            <a:avLst/>
            <a:gdLst/>
            <a:ahLst/>
            <a:cxnLst/>
            <a:rect l="l" t="t" r="r" b="b"/>
            <a:pathLst>
              <a:path w="133" h="133" extrusionOk="0">
                <a:moveTo>
                  <a:pt x="67" y="1"/>
                </a:moveTo>
                <a:cubicBezTo>
                  <a:pt x="30" y="1"/>
                  <a:pt x="1" y="30"/>
                  <a:pt x="1" y="67"/>
                </a:cubicBezTo>
                <a:cubicBezTo>
                  <a:pt x="1" y="103"/>
                  <a:pt x="30" y="132"/>
                  <a:pt x="67" y="132"/>
                </a:cubicBezTo>
                <a:cubicBezTo>
                  <a:pt x="103" y="132"/>
                  <a:pt x="132" y="103"/>
                  <a:pt x="132" y="67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78" name="Google Shape;4478;p17"/>
          <p:cNvSpPr/>
          <p:nvPr/>
        </p:nvSpPr>
        <p:spPr>
          <a:xfrm flipH="1">
            <a:off x="8985870" y="547903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7" y="1"/>
                </a:moveTo>
                <a:cubicBezTo>
                  <a:pt x="33" y="1"/>
                  <a:pt x="0" y="27"/>
                  <a:pt x="0" y="67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24" y="132"/>
                  <a:pt x="153" y="61"/>
                  <a:pt x="112" y="20"/>
                </a:cubicBezTo>
                <a:cubicBezTo>
                  <a:pt x="99" y="7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79" name="Google Shape;4479;p17"/>
          <p:cNvSpPr/>
          <p:nvPr/>
        </p:nvSpPr>
        <p:spPr>
          <a:xfrm flipH="1">
            <a:off x="9039015" y="547903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1"/>
                </a:moveTo>
                <a:cubicBezTo>
                  <a:pt x="33" y="1"/>
                  <a:pt x="0" y="27"/>
                  <a:pt x="0" y="67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24" y="132"/>
                  <a:pt x="153" y="61"/>
                  <a:pt x="112" y="20"/>
                </a:cubicBezTo>
                <a:cubicBezTo>
                  <a:pt x="98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80" name="Google Shape;4480;p17"/>
          <p:cNvSpPr/>
          <p:nvPr/>
        </p:nvSpPr>
        <p:spPr>
          <a:xfrm flipH="1">
            <a:off x="9095934" y="547903"/>
            <a:ext cx="21652" cy="21816"/>
          </a:xfrm>
          <a:custGeom>
            <a:avLst/>
            <a:gdLst/>
            <a:ahLst/>
            <a:cxnLst/>
            <a:rect l="l" t="t" r="r" b="b"/>
            <a:pathLst>
              <a:path w="132" h="133" extrusionOk="0">
                <a:moveTo>
                  <a:pt x="67" y="1"/>
                </a:moveTo>
                <a:cubicBezTo>
                  <a:pt x="29" y="1"/>
                  <a:pt x="0" y="30"/>
                  <a:pt x="0" y="67"/>
                </a:cubicBezTo>
                <a:cubicBezTo>
                  <a:pt x="0" y="103"/>
                  <a:pt x="29" y="132"/>
                  <a:pt x="67" y="132"/>
                </a:cubicBezTo>
                <a:cubicBezTo>
                  <a:pt x="103" y="132"/>
                  <a:pt x="132" y="103"/>
                  <a:pt x="132" y="67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81" name="Google Shape;4481;p17"/>
          <p:cNvSpPr/>
          <p:nvPr/>
        </p:nvSpPr>
        <p:spPr>
          <a:xfrm flipH="1">
            <a:off x="8308263" y="494758"/>
            <a:ext cx="5413" cy="1476"/>
          </a:xfrm>
          <a:custGeom>
            <a:avLst/>
            <a:gdLst/>
            <a:ahLst/>
            <a:cxnLst/>
            <a:rect l="l" t="t" r="r" b="b"/>
            <a:pathLst>
              <a:path w="33" h="9" extrusionOk="0">
                <a:moveTo>
                  <a:pt x="32" y="1"/>
                </a:moveTo>
                <a:cubicBezTo>
                  <a:pt x="21" y="1"/>
                  <a:pt x="10" y="4"/>
                  <a:pt x="1" y="8"/>
                </a:cubicBezTo>
                <a:cubicBezTo>
                  <a:pt x="11" y="6"/>
                  <a:pt x="22" y="4"/>
                  <a:pt x="32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82" name="Google Shape;4482;p17"/>
          <p:cNvSpPr/>
          <p:nvPr/>
        </p:nvSpPr>
        <p:spPr>
          <a:xfrm flipH="1">
            <a:off x="8350910" y="494758"/>
            <a:ext cx="23128" cy="13614"/>
          </a:xfrm>
          <a:custGeom>
            <a:avLst/>
            <a:gdLst/>
            <a:ahLst/>
            <a:cxnLst/>
            <a:rect l="l" t="t" r="r" b="b"/>
            <a:pathLst>
              <a:path w="141" h="83" extrusionOk="0">
                <a:moveTo>
                  <a:pt x="73" y="0"/>
                </a:moveTo>
                <a:cubicBezTo>
                  <a:pt x="31" y="0"/>
                  <a:pt x="1" y="42"/>
                  <a:pt x="12" y="83"/>
                </a:cubicBezTo>
                <a:cubicBezTo>
                  <a:pt x="55" y="76"/>
                  <a:pt x="97" y="69"/>
                  <a:pt x="140" y="61"/>
                </a:cubicBezTo>
                <a:cubicBezTo>
                  <a:pt x="138" y="26"/>
                  <a:pt x="110" y="1"/>
                  <a:pt x="75" y="1"/>
                </a:cubicBezTo>
                <a:cubicBezTo>
                  <a:pt x="74" y="0"/>
                  <a:pt x="74" y="0"/>
                  <a:pt x="7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83" name="Google Shape;4483;p17"/>
          <p:cNvSpPr/>
          <p:nvPr/>
        </p:nvSpPr>
        <p:spPr>
          <a:xfrm flipH="1">
            <a:off x="8400447" y="494758"/>
            <a:ext cx="29361" cy="19684"/>
          </a:xfrm>
          <a:custGeom>
            <a:avLst/>
            <a:gdLst/>
            <a:ahLst/>
            <a:cxnLst/>
            <a:rect l="l" t="t" r="r" b="b"/>
            <a:pathLst>
              <a:path w="179" h="120" extrusionOk="0">
                <a:moveTo>
                  <a:pt x="91" y="1"/>
                </a:moveTo>
                <a:cubicBezTo>
                  <a:pt x="27" y="1"/>
                  <a:pt x="1" y="83"/>
                  <a:pt x="54" y="120"/>
                </a:cubicBezTo>
                <a:cubicBezTo>
                  <a:pt x="82" y="116"/>
                  <a:pt x="110" y="114"/>
                  <a:pt x="138" y="111"/>
                </a:cubicBezTo>
                <a:cubicBezTo>
                  <a:pt x="179" y="69"/>
                  <a:pt x="148" y="1"/>
                  <a:pt x="91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84" name="Google Shape;4484;p17"/>
          <p:cNvSpPr/>
          <p:nvPr/>
        </p:nvSpPr>
        <p:spPr>
          <a:xfrm flipH="1">
            <a:off x="8453593" y="494758"/>
            <a:ext cx="25425" cy="21816"/>
          </a:xfrm>
          <a:custGeom>
            <a:avLst/>
            <a:gdLst/>
            <a:ahLst/>
            <a:cxnLst/>
            <a:rect l="l" t="t" r="r" b="b"/>
            <a:pathLst>
              <a:path w="155" h="133" extrusionOk="0">
                <a:moveTo>
                  <a:pt x="67" y="0"/>
                </a:moveTo>
                <a:cubicBezTo>
                  <a:pt x="33" y="0"/>
                  <a:pt x="0" y="26"/>
                  <a:pt x="0" y="66"/>
                </a:cubicBezTo>
                <a:cubicBezTo>
                  <a:pt x="0" y="102"/>
                  <a:pt x="31" y="132"/>
                  <a:pt x="67" y="132"/>
                </a:cubicBezTo>
                <a:cubicBezTo>
                  <a:pt x="125" y="132"/>
                  <a:pt x="155" y="61"/>
                  <a:pt x="113" y="20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85" name="Google Shape;4485;p17"/>
          <p:cNvSpPr/>
          <p:nvPr/>
        </p:nvSpPr>
        <p:spPr>
          <a:xfrm flipH="1">
            <a:off x="8510511" y="494758"/>
            <a:ext cx="21652" cy="21816"/>
          </a:xfrm>
          <a:custGeom>
            <a:avLst/>
            <a:gdLst/>
            <a:ahLst/>
            <a:cxnLst/>
            <a:rect l="l" t="t" r="r" b="b"/>
            <a:pathLst>
              <a:path w="132" h="133" extrusionOk="0">
                <a:moveTo>
                  <a:pt x="66" y="1"/>
                </a:moveTo>
                <a:cubicBezTo>
                  <a:pt x="30" y="1"/>
                  <a:pt x="0" y="30"/>
                  <a:pt x="0" y="66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03" y="132"/>
                  <a:pt x="132" y="102"/>
                  <a:pt x="132" y="66"/>
                </a:cubicBezTo>
                <a:cubicBezTo>
                  <a:pt x="132" y="30"/>
                  <a:pt x="103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86" name="Google Shape;4486;p17"/>
          <p:cNvSpPr/>
          <p:nvPr/>
        </p:nvSpPr>
        <p:spPr>
          <a:xfrm flipH="1">
            <a:off x="8560048" y="494758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3" y="0"/>
                  <a:pt x="0" y="26"/>
                  <a:pt x="0" y="66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24" y="132"/>
                  <a:pt x="153" y="61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87" name="Google Shape;4487;p17"/>
          <p:cNvSpPr/>
          <p:nvPr/>
        </p:nvSpPr>
        <p:spPr>
          <a:xfrm flipH="1">
            <a:off x="8616967" y="494758"/>
            <a:ext cx="21652" cy="21816"/>
          </a:xfrm>
          <a:custGeom>
            <a:avLst/>
            <a:gdLst/>
            <a:ahLst/>
            <a:cxnLst/>
            <a:rect l="l" t="t" r="r" b="b"/>
            <a:pathLst>
              <a:path w="132" h="133" extrusionOk="0">
                <a:moveTo>
                  <a:pt x="66" y="1"/>
                </a:moveTo>
                <a:cubicBezTo>
                  <a:pt x="30" y="1"/>
                  <a:pt x="0" y="30"/>
                  <a:pt x="0" y="66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02" y="132"/>
                  <a:pt x="132" y="102"/>
                  <a:pt x="132" y="66"/>
                </a:cubicBezTo>
                <a:cubicBezTo>
                  <a:pt x="132" y="30"/>
                  <a:pt x="10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88" name="Google Shape;4488;p17"/>
          <p:cNvSpPr/>
          <p:nvPr/>
        </p:nvSpPr>
        <p:spPr>
          <a:xfrm flipH="1">
            <a:off x="8666504" y="494758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2"/>
                  <a:pt x="29" y="132"/>
                  <a:pt x="65" y="132"/>
                </a:cubicBezTo>
                <a:cubicBezTo>
                  <a:pt x="124" y="132"/>
                  <a:pt x="153" y="61"/>
                  <a:pt x="113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89" name="Google Shape;4489;p17"/>
          <p:cNvSpPr/>
          <p:nvPr/>
        </p:nvSpPr>
        <p:spPr>
          <a:xfrm flipH="1">
            <a:off x="8719649" y="494758"/>
            <a:ext cx="25425" cy="21816"/>
          </a:xfrm>
          <a:custGeom>
            <a:avLst/>
            <a:gdLst/>
            <a:ahLst/>
            <a:cxnLst/>
            <a:rect l="l" t="t" r="r" b="b"/>
            <a:pathLst>
              <a:path w="155" h="133" extrusionOk="0">
                <a:moveTo>
                  <a:pt x="67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5" y="132"/>
                  <a:pt x="154" y="61"/>
                  <a:pt x="112" y="20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90" name="Google Shape;4490;p17"/>
          <p:cNvSpPr/>
          <p:nvPr/>
        </p:nvSpPr>
        <p:spPr>
          <a:xfrm flipH="1">
            <a:off x="8776568" y="494758"/>
            <a:ext cx="21816" cy="21816"/>
          </a:xfrm>
          <a:custGeom>
            <a:avLst/>
            <a:gdLst/>
            <a:ahLst/>
            <a:cxnLst/>
            <a:rect l="l" t="t" r="r" b="b"/>
            <a:pathLst>
              <a:path w="133" h="133" extrusionOk="0">
                <a:moveTo>
                  <a:pt x="67" y="1"/>
                </a:moveTo>
                <a:cubicBezTo>
                  <a:pt x="30" y="1"/>
                  <a:pt x="1" y="30"/>
                  <a:pt x="1" y="66"/>
                </a:cubicBezTo>
                <a:cubicBezTo>
                  <a:pt x="1" y="102"/>
                  <a:pt x="30" y="132"/>
                  <a:pt x="67" y="132"/>
                </a:cubicBezTo>
                <a:cubicBezTo>
                  <a:pt x="103" y="132"/>
                  <a:pt x="132" y="102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91" name="Google Shape;4491;p17"/>
          <p:cNvSpPr/>
          <p:nvPr/>
        </p:nvSpPr>
        <p:spPr>
          <a:xfrm flipH="1">
            <a:off x="8826269" y="494758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7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5" y="132"/>
                  <a:pt x="154" y="61"/>
                  <a:pt x="113" y="20"/>
                </a:cubicBezTo>
                <a:cubicBezTo>
                  <a:pt x="100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92" name="Google Shape;4492;p17"/>
          <p:cNvSpPr/>
          <p:nvPr/>
        </p:nvSpPr>
        <p:spPr>
          <a:xfrm flipH="1">
            <a:off x="8879414" y="494758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7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4" y="132"/>
                  <a:pt x="154" y="61"/>
                  <a:pt x="112" y="20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93" name="Google Shape;4493;p17"/>
          <p:cNvSpPr/>
          <p:nvPr/>
        </p:nvSpPr>
        <p:spPr>
          <a:xfrm flipH="1">
            <a:off x="8936169" y="494758"/>
            <a:ext cx="21816" cy="21816"/>
          </a:xfrm>
          <a:custGeom>
            <a:avLst/>
            <a:gdLst/>
            <a:ahLst/>
            <a:cxnLst/>
            <a:rect l="l" t="t" r="r" b="b"/>
            <a:pathLst>
              <a:path w="133" h="133" extrusionOk="0">
                <a:moveTo>
                  <a:pt x="67" y="1"/>
                </a:moveTo>
                <a:cubicBezTo>
                  <a:pt x="30" y="1"/>
                  <a:pt x="1" y="30"/>
                  <a:pt x="1" y="66"/>
                </a:cubicBezTo>
                <a:cubicBezTo>
                  <a:pt x="1" y="102"/>
                  <a:pt x="30" y="132"/>
                  <a:pt x="67" y="132"/>
                </a:cubicBezTo>
                <a:cubicBezTo>
                  <a:pt x="103" y="132"/>
                  <a:pt x="132" y="102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94" name="Google Shape;4494;p17"/>
          <p:cNvSpPr/>
          <p:nvPr/>
        </p:nvSpPr>
        <p:spPr>
          <a:xfrm flipH="1">
            <a:off x="8985870" y="494758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3" y="0"/>
                  <a:pt x="0" y="26"/>
                  <a:pt x="0" y="66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24" y="132"/>
                  <a:pt x="153" y="61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95" name="Google Shape;4495;p17"/>
          <p:cNvSpPr/>
          <p:nvPr/>
        </p:nvSpPr>
        <p:spPr>
          <a:xfrm flipH="1">
            <a:off x="9039015" y="494758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24" y="132"/>
                  <a:pt x="153" y="61"/>
                  <a:pt x="112" y="20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96" name="Google Shape;4496;p17"/>
          <p:cNvSpPr/>
          <p:nvPr/>
        </p:nvSpPr>
        <p:spPr>
          <a:xfrm flipH="1">
            <a:off x="9095934" y="494758"/>
            <a:ext cx="21652" cy="21816"/>
          </a:xfrm>
          <a:custGeom>
            <a:avLst/>
            <a:gdLst/>
            <a:ahLst/>
            <a:cxnLst/>
            <a:rect l="l" t="t" r="r" b="b"/>
            <a:pathLst>
              <a:path w="132" h="133" extrusionOk="0">
                <a:moveTo>
                  <a:pt x="67" y="1"/>
                </a:moveTo>
                <a:cubicBezTo>
                  <a:pt x="29" y="1"/>
                  <a:pt x="0" y="30"/>
                  <a:pt x="0" y="66"/>
                </a:cubicBezTo>
                <a:cubicBezTo>
                  <a:pt x="0" y="102"/>
                  <a:pt x="29" y="132"/>
                  <a:pt x="67" y="132"/>
                </a:cubicBezTo>
                <a:cubicBezTo>
                  <a:pt x="103" y="132"/>
                  <a:pt x="132" y="102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97" name="Google Shape;4497;p17"/>
          <p:cNvSpPr/>
          <p:nvPr/>
        </p:nvSpPr>
        <p:spPr>
          <a:xfrm flipH="1">
            <a:off x="8191473" y="441612"/>
            <a:ext cx="24440" cy="17387"/>
          </a:xfrm>
          <a:custGeom>
            <a:avLst/>
            <a:gdLst/>
            <a:ahLst/>
            <a:cxnLst/>
            <a:rect l="l" t="t" r="r" b="b"/>
            <a:pathLst>
              <a:path w="149" h="106" extrusionOk="0">
                <a:moveTo>
                  <a:pt x="84" y="0"/>
                </a:moveTo>
                <a:cubicBezTo>
                  <a:pt x="30" y="0"/>
                  <a:pt x="0" y="63"/>
                  <a:pt x="34" y="105"/>
                </a:cubicBezTo>
                <a:cubicBezTo>
                  <a:pt x="72" y="88"/>
                  <a:pt x="110" y="69"/>
                  <a:pt x="148" y="51"/>
                </a:cubicBezTo>
                <a:cubicBezTo>
                  <a:pt x="142" y="21"/>
                  <a:pt x="116" y="0"/>
                  <a:pt x="85" y="0"/>
                </a:cubicBezTo>
                <a:cubicBezTo>
                  <a:pt x="85" y="0"/>
                  <a:pt x="84" y="0"/>
                  <a:pt x="8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98" name="Google Shape;4498;p17"/>
          <p:cNvSpPr/>
          <p:nvPr/>
        </p:nvSpPr>
        <p:spPr>
          <a:xfrm flipH="1">
            <a:off x="8240846" y="441612"/>
            <a:ext cx="25261" cy="21488"/>
          </a:xfrm>
          <a:custGeom>
            <a:avLst/>
            <a:gdLst/>
            <a:ahLst/>
            <a:cxnLst/>
            <a:rect l="l" t="t" r="r" b="b"/>
            <a:pathLst>
              <a:path w="154" h="131" extrusionOk="0">
                <a:moveTo>
                  <a:pt x="67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5" y="131"/>
                  <a:pt x="154" y="60"/>
                  <a:pt x="112" y="20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499" name="Google Shape;4499;p17"/>
          <p:cNvSpPr/>
          <p:nvPr/>
        </p:nvSpPr>
        <p:spPr>
          <a:xfrm flipH="1">
            <a:off x="8293992" y="441612"/>
            <a:ext cx="25261" cy="21488"/>
          </a:xfrm>
          <a:custGeom>
            <a:avLst/>
            <a:gdLst/>
            <a:ahLst/>
            <a:cxnLst/>
            <a:rect l="l" t="t" r="r" b="b"/>
            <a:pathLst>
              <a:path w="154" h="131" extrusionOk="0">
                <a:moveTo>
                  <a:pt x="66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5" y="131"/>
                  <a:pt x="154" y="60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00" name="Google Shape;4500;p17"/>
          <p:cNvSpPr/>
          <p:nvPr/>
        </p:nvSpPr>
        <p:spPr>
          <a:xfrm flipH="1">
            <a:off x="8347302" y="441612"/>
            <a:ext cx="25261" cy="21488"/>
          </a:xfrm>
          <a:custGeom>
            <a:avLst/>
            <a:gdLst/>
            <a:ahLst/>
            <a:cxnLst/>
            <a:rect l="l" t="t" r="r" b="b"/>
            <a:pathLst>
              <a:path w="154" h="131" extrusionOk="0">
                <a:moveTo>
                  <a:pt x="67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4" y="131"/>
                  <a:pt x="154" y="60"/>
                  <a:pt x="113" y="20"/>
                </a:cubicBezTo>
                <a:cubicBezTo>
                  <a:pt x="100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01" name="Google Shape;4501;p17"/>
          <p:cNvSpPr/>
          <p:nvPr/>
        </p:nvSpPr>
        <p:spPr>
          <a:xfrm flipH="1">
            <a:off x="8400447" y="441612"/>
            <a:ext cx="25261" cy="21488"/>
          </a:xfrm>
          <a:custGeom>
            <a:avLst/>
            <a:gdLst/>
            <a:ahLst/>
            <a:cxnLst/>
            <a:rect l="l" t="t" r="r" b="b"/>
            <a:pathLst>
              <a:path w="154" h="131" extrusionOk="0">
                <a:moveTo>
                  <a:pt x="66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4" y="131"/>
                  <a:pt x="154" y="60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02" name="Google Shape;4502;p17"/>
          <p:cNvSpPr/>
          <p:nvPr/>
        </p:nvSpPr>
        <p:spPr>
          <a:xfrm flipH="1">
            <a:off x="8453593" y="441612"/>
            <a:ext cx="25425" cy="21488"/>
          </a:xfrm>
          <a:custGeom>
            <a:avLst/>
            <a:gdLst/>
            <a:ahLst/>
            <a:cxnLst/>
            <a:rect l="l" t="t" r="r" b="b"/>
            <a:pathLst>
              <a:path w="155" h="131" extrusionOk="0">
                <a:moveTo>
                  <a:pt x="67" y="0"/>
                </a:moveTo>
                <a:cubicBezTo>
                  <a:pt x="33" y="0"/>
                  <a:pt x="0" y="26"/>
                  <a:pt x="0" y="66"/>
                </a:cubicBezTo>
                <a:cubicBezTo>
                  <a:pt x="0" y="102"/>
                  <a:pt x="31" y="131"/>
                  <a:pt x="67" y="131"/>
                </a:cubicBezTo>
                <a:cubicBezTo>
                  <a:pt x="125" y="131"/>
                  <a:pt x="155" y="60"/>
                  <a:pt x="113" y="20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03" name="Google Shape;4503;p17"/>
          <p:cNvSpPr/>
          <p:nvPr/>
        </p:nvSpPr>
        <p:spPr>
          <a:xfrm flipH="1">
            <a:off x="8510511" y="441612"/>
            <a:ext cx="21652" cy="21488"/>
          </a:xfrm>
          <a:custGeom>
            <a:avLst/>
            <a:gdLst/>
            <a:ahLst/>
            <a:cxnLst/>
            <a:rect l="l" t="t" r="r" b="b"/>
            <a:pathLst>
              <a:path w="132" h="131" extrusionOk="0">
                <a:moveTo>
                  <a:pt x="66" y="0"/>
                </a:moveTo>
                <a:cubicBezTo>
                  <a:pt x="30" y="0"/>
                  <a:pt x="0" y="30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04" name="Google Shape;4504;p17"/>
          <p:cNvSpPr/>
          <p:nvPr/>
        </p:nvSpPr>
        <p:spPr>
          <a:xfrm flipH="1">
            <a:off x="8560048" y="441612"/>
            <a:ext cx="25261" cy="21488"/>
          </a:xfrm>
          <a:custGeom>
            <a:avLst/>
            <a:gdLst/>
            <a:ahLst/>
            <a:cxnLst/>
            <a:rect l="l" t="t" r="r" b="b"/>
            <a:pathLst>
              <a:path w="154" h="131" extrusionOk="0">
                <a:moveTo>
                  <a:pt x="66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24" y="131"/>
                  <a:pt x="153" y="60"/>
                  <a:pt x="112" y="20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05" name="Google Shape;4505;p17"/>
          <p:cNvSpPr/>
          <p:nvPr/>
        </p:nvSpPr>
        <p:spPr>
          <a:xfrm flipH="1">
            <a:off x="8616967" y="441612"/>
            <a:ext cx="21652" cy="21488"/>
          </a:xfrm>
          <a:custGeom>
            <a:avLst/>
            <a:gdLst/>
            <a:ahLst/>
            <a:cxnLst/>
            <a:rect l="l" t="t" r="r" b="b"/>
            <a:pathLst>
              <a:path w="132" h="131" extrusionOk="0">
                <a:moveTo>
                  <a:pt x="66" y="0"/>
                </a:moveTo>
                <a:cubicBezTo>
                  <a:pt x="30" y="0"/>
                  <a:pt x="0" y="30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02" y="131"/>
                  <a:pt x="132" y="102"/>
                  <a:pt x="132" y="66"/>
                </a:cubicBezTo>
                <a:cubicBezTo>
                  <a:pt x="132" y="30"/>
                  <a:pt x="10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06" name="Google Shape;4506;p17"/>
          <p:cNvSpPr/>
          <p:nvPr/>
        </p:nvSpPr>
        <p:spPr>
          <a:xfrm flipH="1">
            <a:off x="8666504" y="441612"/>
            <a:ext cx="25261" cy="21488"/>
          </a:xfrm>
          <a:custGeom>
            <a:avLst/>
            <a:gdLst/>
            <a:ahLst/>
            <a:cxnLst/>
            <a:rect l="l" t="t" r="r" b="b"/>
            <a:pathLst>
              <a:path w="154" h="131" extrusionOk="0">
                <a:moveTo>
                  <a:pt x="66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2"/>
                  <a:pt x="29" y="131"/>
                  <a:pt x="65" y="131"/>
                </a:cubicBezTo>
                <a:cubicBezTo>
                  <a:pt x="124" y="131"/>
                  <a:pt x="153" y="60"/>
                  <a:pt x="113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07" name="Google Shape;4507;p17"/>
          <p:cNvSpPr/>
          <p:nvPr/>
        </p:nvSpPr>
        <p:spPr>
          <a:xfrm flipH="1">
            <a:off x="8719649" y="441612"/>
            <a:ext cx="25425" cy="21488"/>
          </a:xfrm>
          <a:custGeom>
            <a:avLst/>
            <a:gdLst/>
            <a:ahLst/>
            <a:cxnLst/>
            <a:rect l="l" t="t" r="r" b="b"/>
            <a:pathLst>
              <a:path w="155" h="131" extrusionOk="0">
                <a:moveTo>
                  <a:pt x="66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5" y="131"/>
                  <a:pt x="154" y="60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08" name="Google Shape;4508;p17"/>
          <p:cNvSpPr/>
          <p:nvPr/>
        </p:nvSpPr>
        <p:spPr>
          <a:xfrm flipH="1">
            <a:off x="8776568" y="441612"/>
            <a:ext cx="21816" cy="21488"/>
          </a:xfrm>
          <a:custGeom>
            <a:avLst/>
            <a:gdLst/>
            <a:ahLst/>
            <a:cxnLst/>
            <a:rect l="l" t="t" r="r" b="b"/>
            <a:pathLst>
              <a:path w="133" h="131" extrusionOk="0">
                <a:moveTo>
                  <a:pt x="67" y="0"/>
                </a:moveTo>
                <a:cubicBezTo>
                  <a:pt x="30" y="0"/>
                  <a:pt x="1" y="30"/>
                  <a:pt x="1" y="66"/>
                </a:cubicBezTo>
                <a:cubicBezTo>
                  <a:pt x="1" y="102"/>
                  <a:pt x="30" y="131"/>
                  <a:pt x="67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09" name="Google Shape;4509;p17"/>
          <p:cNvSpPr/>
          <p:nvPr/>
        </p:nvSpPr>
        <p:spPr>
          <a:xfrm flipH="1">
            <a:off x="8826269" y="441612"/>
            <a:ext cx="25261" cy="21488"/>
          </a:xfrm>
          <a:custGeom>
            <a:avLst/>
            <a:gdLst/>
            <a:ahLst/>
            <a:cxnLst/>
            <a:rect l="l" t="t" r="r" b="b"/>
            <a:pathLst>
              <a:path w="154" h="131" extrusionOk="0">
                <a:moveTo>
                  <a:pt x="67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5" y="131"/>
                  <a:pt x="154" y="60"/>
                  <a:pt x="113" y="20"/>
                </a:cubicBezTo>
                <a:cubicBezTo>
                  <a:pt x="100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10" name="Google Shape;4510;p17"/>
          <p:cNvSpPr/>
          <p:nvPr/>
        </p:nvSpPr>
        <p:spPr>
          <a:xfrm flipH="1">
            <a:off x="8879414" y="441612"/>
            <a:ext cx="25261" cy="21488"/>
          </a:xfrm>
          <a:custGeom>
            <a:avLst/>
            <a:gdLst/>
            <a:ahLst/>
            <a:cxnLst/>
            <a:rect l="l" t="t" r="r" b="b"/>
            <a:pathLst>
              <a:path w="154" h="131" extrusionOk="0">
                <a:moveTo>
                  <a:pt x="66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4" y="131"/>
                  <a:pt x="154" y="60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11" name="Google Shape;4511;p17"/>
          <p:cNvSpPr/>
          <p:nvPr/>
        </p:nvSpPr>
        <p:spPr>
          <a:xfrm flipH="1">
            <a:off x="8936169" y="441612"/>
            <a:ext cx="21816" cy="21488"/>
          </a:xfrm>
          <a:custGeom>
            <a:avLst/>
            <a:gdLst/>
            <a:ahLst/>
            <a:cxnLst/>
            <a:rect l="l" t="t" r="r" b="b"/>
            <a:pathLst>
              <a:path w="133" h="131" extrusionOk="0">
                <a:moveTo>
                  <a:pt x="67" y="0"/>
                </a:moveTo>
                <a:cubicBezTo>
                  <a:pt x="30" y="0"/>
                  <a:pt x="1" y="30"/>
                  <a:pt x="1" y="66"/>
                </a:cubicBezTo>
                <a:cubicBezTo>
                  <a:pt x="1" y="102"/>
                  <a:pt x="30" y="131"/>
                  <a:pt x="67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12" name="Google Shape;4512;p17"/>
          <p:cNvSpPr/>
          <p:nvPr/>
        </p:nvSpPr>
        <p:spPr>
          <a:xfrm flipH="1">
            <a:off x="8985870" y="441612"/>
            <a:ext cx="25261" cy="21488"/>
          </a:xfrm>
          <a:custGeom>
            <a:avLst/>
            <a:gdLst/>
            <a:ahLst/>
            <a:cxnLst/>
            <a:rect l="l" t="t" r="r" b="b"/>
            <a:pathLst>
              <a:path w="154" h="131" extrusionOk="0">
                <a:moveTo>
                  <a:pt x="66" y="0"/>
                </a:moveTo>
                <a:cubicBezTo>
                  <a:pt x="33" y="0"/>
                  <a:pt x="0" y="26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24" y="131"/>
                  <a:pt x="153" y="60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13" name="Google Shape;4513;p17"/>
          <p:cNvSpPr/>
          <p:nvPr/>
        </p:nvSpPr>
        <p:spPr>
          <a:xfrm flipH="1">
            <a:off x="9039015" y="441612"/>
            <a:ext cx="25261" cy="21488"/>
          </a:xfrm>
          <a:custGeom>
            <a:avLst/>
            <a:gdLst/>
            <a:ahLst/>
            <a:cxnLst/>
            <a:rect l="l" t="t" r="r" b="b"/>
            <a:pathLst>
              <a:path w="154" h="131" extrusionOk="0">
                <a:moveTo>
                  <a:pt x="66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24" y="131"/>
                  <a:pt x="153" y="60"/>
                  <a:pt x="112" y="20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14" name="Google Shape;4514;p17"/>
          <p:cNvSpPr/>
          <p:nvPr/>
        </p:nvSpPr>
        <p:spPr>
          <a:xfrm flipH="1">
            <a:off x="9095934" y="441612"/>
            <a:ext cx="21652" cy="21488"/>
          </a:xfrm>
          <a:custGeom>
            <a:avLst/>
            <a:gdLst/>
            <a:ahLst/>
            <a:cxnLst/>
            <a:rect l="l" t="t" r="r" b="b"/>
            <a:pathLst>
              <a:path w="132" h="131" extrusionOk="0">
                <a:moveTo>
                  <a:pt x="67" y="0"/>
                </a:moveTo>
                <a:cubicBezTo>
                  <a:pt x="29" y="0"/>
                  <a:pt x="0" y="30"/>
                  <a:pt x="0" y="66"/>
                </a:cubicBezTo>
                <a:cubicBezTo>
                  <a:pt x="0" y="102"/>
                  <a:pt x="29" y="131"/>
                  <a:pt x="67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15" name="Google Shape;4515;p17"/>
          <p:cNvSpPr/>
          <p:nvPr/>
        </p:nvSpPr>
        <p:spPr>
          <a:xfrm flipH="1">
            <a:off x="8090431" y="388302"/>
            <a:ext cx="15911" cy="12302"/>
          </a:xfrm>
          <a:custGeom>
            <a:avLst/>
            <a:gdLst/>
            <a:ahLst/>
            <a:cxnLst/>
            <a:rect l="l" t="t" r="r" b="b"/>
            <a:pathLst>
              <a:path w="97" h="75" extrusionOk="0">
                <a:moveTo>
                  <a:pt x="65" y="0"/>
                </a:moveTo>
                <a:cubicBezTo>
                  <a:pt x="29" y="0"/>
                  <a:pt x="0" y="30"/>
                  <a:pt x="0" y="67"/>
                </a:cubicBezTo>
                <a:cubicBezTo>
                  <a:pt x="0" y="69"/>
                  <a:pt x="0" y="72"/>
                  <a:pt x="1" y="75"/>
                </a:cubicBezTo>
                <a:cubicBezTo>
                  <a:pt x="33" y="53"/>
                  <a:pt x="65" y="32"/>
                  <a:pt x="97" y="8"/>
                </a:cubicBezTo>
                <a:cubicBezTo>
                  <a:pt x="87" y="4"/>
                  <a:pt x="77" y="0"/>
                  <a:pt x="6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16" name="Google Shape;4516;p17"/>
          <p:cNvSpPr/>
          <p:nvPr/>
        </p:nvSpPr>
        <p:spPr>
          <a:xfrm flipH="1">
            <a:off x="8134227" y="388302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2" y="1"/>
                  <a:pt x="0" y="27"/>
                  <a:pt x="0" y="67"/>
                </a:cubicBezTo>
                <a:cubicBezTo>
                  <a:pt x="0" y="103"/>
                  <a:pt x="29" y="132"/>
                  <a:pt x="65" y="132"/>
                </a:cubicBezTo>
                <a:cubicBezTo>
                  <a:pt x="124" y="132"/>
                  <a:pt x="153" y="61"/>
                  <a:pt x="111" y="19"/>
                </a:cubicBezTo>
                <a:cubicBezTo>
                  <a:pt x="98" y="6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17" name="Google Shape;4517;p17"/>
          <p:cNvSpPr/>
          <p:nvPr/>
        </p:nvSpPr>
        <p:spPr>
          <a:xfrm flipH="1">
            <a:off x="8191145" y="388302"/>
            <a:ext cx="21816" cy="21652"/>
          </a:xfrm>
          <a:custGeom>
            <a:avLst/>
            <a:gdLst/>
            <a:ahLst/>
            <a:cxnLst/>
            <a:rect l="l" t="t" r="r" b="b"/>
            <a:pathLst>
              <a:path w="133" h="132" extrusionOk="0">
                <a:moveTo>
                  <a:pt x="67" y="0"/>
                </a:moveTo>
                <a:cubicBezTo>
                  <a:pt x="30" y="0"/>
                  <a:pt x="1" y="30"/>
                  <a:pt x="1" y="67"/>
                </a:cubicBezTo>
                <a:cubicBezTo>
                  <a:pt x="1" y="103"/>
                  <a:pt x="30" y="132"/>
                  <a:pt x="67" y="132"/>
                </a:cubicBezTo>
                <a:cubicBezTo>
                  <a:pt x="103" y="132"/>
                  <a:pt x="133" y="103"/>
                  <a:pt x="133" y="67"/>
                </a:cubicBezTo>
                <a:cubicBezTo>
                  <a:pt x="133" y="30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18" name="Google Shape;4518;p17"/>
          <p:cNvSpPr/>
          <p:nvPr/>
        </p:nvSpPr>
        <p:spPr>
          <a:xfrm flipH="1">
            <a:off x="8240846" y="388302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1"/>
                </a:moveTo>
                <a:cubicBezTo>
                  <a:pt x="34" y="1"/>
                  <a:pt x="1" y="27"/>
                  <a:pt x="1" y="67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5" y="132"/>
                  <a:pt x="154" y="61"/>
                  <a:pt x="112" y="19"/>
                </a:cubicBezTo>
                <a:cubicBezTo>
                  <a:pt x="99" y="6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19" name="Google Shape;4519;p17"/>
          <p:cNvSpPr/>
          <p:nvPr/>
        </p:nvSpPr>
        <p:spPr>
          <a:xfrm flipH="1">
            <a:off x="8293992" y="388302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1"/>
                </a:moveTo>
                <a:cubicBezTo>
                  <a:pt x="33" y="1"/>
                  <a:pt x="1" y="27"/>
                  <a:pt x="1" y="67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5" y="132"/>
                  <a:pt x="154" y="61"/>
                  <a:pt x="112" y="19"/>
                </a:cubicBezTo>
                <a:cubicBezTo>
                  <a:pt x="99" y="6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20" name="Google Shape;4520;p17"/>
          <p:cNvSpPr/>
          <p:nvPr/>
        </p:nvSpPr>
        <p:spPr>
          <a:xfrm flipH="1">
            <a:off x="8347302" y="388302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1"/>
                </a:moveTo>
                <a:cubicBezTo>
                  <a:pt x="33" y="1"/>
                  <a:pt x="1" y="27"/>
                  <a:pt x="1" y="67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4" y="132"/>
                  <a:pt x="154" y="61"/>
                  <a:pt x="113" y="19"/>
                </a:cubicBezTo>
                <a:cubicBezTo>
                  <a:pt x="100" y="6"/>
                  <a:pt x="84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21" name="Google Shape;4521;p17"/>
          <p:cNvSpPr/>
          <p:nvPr/>
        </p:nvSpPr>
        <p:spPr>
          <a:xfrm flipH="1">
            <a:off x="8400447" y="388302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1"/>
                </a:moveTo>
                <a:cubicBezTo>
                  <a:pt x="33" y="1"/>
                  <a:pt x="1" y="27"/>
                  <a:pt x="1" y="67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4" y="132"/>
                  <a:pt x="154" y="61"/>
                  <a:pt x="112" y="19"/>
                </a:cubicBezTo>
                <a:cubicBezTo>
                  <a:pt x="99" y="6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22" name="Google Shape;4522;p17"/>
          <p:cNvSpPr/>
          <p:nvPr/>
        </p:nvSpPr>
        <p:spPr>
          <a:xfrm flipH="1">
            <a:off x="8453593" y="388302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7" y="1"/>
                </a:moveTo>
                <a:cubicBezTo>
                  <a:pt x="33" y="1"/>
                  <a:pt x="0" y="27"/>
                  <a:pt x="0" y="67"/>
                </a:cubicBezTo>
                <a:cubicBezTo>
                  <a:pt x="0" y="103"/>
                  <a:pt x="31" y="132"/>
                  <a:pt x="67" y="132"/>
                </a:cubicBezTo>
                <a:cubicBezTo>
                  <a:pt x="125" y="132"/>
                  <a:pt x="155" y="61"/>
                  <a:pt x="113" y="19"/>
                </a:cubicBezTo>
                <a:cubicBezTo>
                  <a:pt x="100" y="6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23" name="Google Shape;4523;p17"/>
          <p:cNvSpPr/>
          <p:nvPr/>
        </p:nvSpPr>
        <p:spPr>
          <a:xfrm flipH="1">
            <a:off x="8510511" y="388302"/>
            <a:ext cx="21652" cy="21652"/>
          </a:xfrm>
          <a:custGeom>
            <a:avLst/>
            <a:gdLst/>
            <a:ahLst/>
            <a:cxnLst/>
            <a:rect l="l" t="t" r="r" b="b"/>
            <a:pathLst>
              <a:path w="132" h="132" extrusionOk="0">
                <a:moveTo>
                  <a:pt x="66" y="0"/>
                </a:moveTo>
                <a:cubicBezTo>
                  <a:pt x="30" y="0"/>
                  <a:pt x="0" y="30"/>
                  <a:pt x="0" y="67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03" y="132"/>
                  <a:pt x="132" y="103"/>
                  <a:pt x="132" y="67"/>
                </a:cubicBezTo>
                <a:cubicBezTo>
                  <a:pt x="132" y="30"/>
                  <a:pt x="103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24" name="Google Shape;4524;p17"/>
          <p:cNvSpPr/>
          <p:nvPr/>
        </p:nvSpPr>
        <p:spPr>
          <a:xfrm flipH="1">
            <a:off x="8560048" y="388302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3" y="1"/>
                  <a:pt x="0" y="27"/>
                  <a:pt x="0" y="67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24" y="132"/>
                  <a:pt x="153" y="61"/>
                  <a:pt x="112" y="19"/>
                </a:cubicBezTo>
                <a:cubicBezTo>
                  <a:pt x="98" y="6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25" name="Google Shape;4525;p17"/>
          <p:cNvSpPr/>
          <p:nvPr/>
        </p:nvSpPr>
        <p:spPr>
          <a:xfrm flipH="1">
            <a:off x="8616967" y="388302"/>
            <a:ext cx="21652" cy="21652"/>
          </a:xfrm>
          <a:custGeom>
            <a:avLst/>
            <a:gdLst/>
            <a:ahLst/>
            <a:cxnLst/>
            <a:rect l="l" t="t" r="r" b="b"/>
            <a:pathLst>
              <a:path w="132" h="132" extrusionOk="0">
                <a:moveTo>
                  <a:pt x="66" y="0"/>
                </a:moveTo>
                <a:cubicBezTo>
                  <a:pt x="30" y="0"/>
                  <a:pt x="0" y="30"/>
                  <a:pt x="0" y="67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02" y="132"/>
                  <a:pt x="132" y="103"/>
                  <a:pt x="132" y="67"/>
                </a:cubicBezTo>
                <a:cubicBezTo>
                  <a:pt x="132" y="30"/>
                  <a:pt x="10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26" name="Google Shape;4526;p17"/>
          <p:cNvSpPr/>
          <p:nvPr/>
        </p:nvSpPr>
        <p:spPr>
          <a:xfrm flipH="1">
            <a:off x="8666504" y="388302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1"/>
                </a:moveTo>
                <a:cubicBezTo>
                  <a:pt x="33" y="1"/>
                  <a:pt x="0" y="27"/>
                  <a:pt x="0" y="67"/>
                </a:cubicBezTo>
                <a:cubicBezTo>
                  <a:pt x="0" y="103"/>
                  <a:pt x="29" y="132"/>
                  <a:pt x="65" y="132"/>
                </a:cubicBezTo>
                <a:cubicBezTo>
                  <a:pt x="124" y="132"/>
                  <a:pt x="153" y="61"/>
                  <a:pt x="113" y="19"/>
                </a:cubicBezTo>
                <a:cubicBezTo>
                  <a:pt x="99" y="6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27" name="Google Shape;4527;p17"/>
          <p:cNvSpPr/>
          <p:nvPr/>
        </p:nvSpPr>
        <p:spPr>
          <a:xfrm flipH="1">
            <a:off x="8719649" y="388302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7" y="1"/>
                </a:moveTo>
                <a:cubicBezTo>
                  <a:pt x="33" y="1"/>
                  <a:pt x="1" y="27"/>
                  <a:pt x="1" y="67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5" y="132"/>
                  <a:pt x="154" y="61"/>
                  <a:pt x="112" y="19"/>
                </a:cubicBezTo>
                <a:cubicBezTo>
                  <a:pt x="99" y="6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28" name="Google Shape;4528;p17"/>
          <p:cNvSpPr/>
          <p:nvPr/>
        </p:nvSpPr>
        <p:spPr>
          <a:xfrm flipH="1">
            <a:off x="8776568" y="388302"/>
            <a:ext cx="21816" cy="21652"/>
          </a:xfrm>
          <a:custGeom>
            <a:avLst/>
            <a:gdLst/>
            <a:ahLst/>
            <a:cxnLst/>
            <a:rect l="l" t="t" r="r" b="b"/>
            <a:pathLst>
              <a:path w="133" h="132" extrusionOk="0">
                <a:moveTo>
                  <a:pt x="67" y="0"/>
                </a:moveTo>
                <a:cubicBezTo>
                  <a:pt x="30" y="0"/>
                  <a:pt x="1" y="30"/>
                  <a:pt x="1" y="67"/>
                </a:cubicBezTo>
                <a:cubicBezTo>
                  <a:pt x="1" y="103"/>
                  <a:pt x="30" y="132"/>
                  <a:pt x="67" y="132"/>
                </a:cubicBezTo>
                <a:cubicBezTo>
                  <a:pt x="103" y="132"/>
                  <a:pt x="132" y="103"/>
                  <a:pt x="132" y="67"/>
                </a:cubicBezTo>
                <a:cubicBezTo>
                  <a:pt x="132" y="30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29" name="Google Shape;4529;p17"/>
          <p:cNvSpPr/>
          <p:nvPr/>
        </p:nvSpPr>
        <p:spPr>
          <a:xfrm flipH="1">
            <a:off x="8826269" y="388302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8" y="1"/>
                </a:moveTo>
                <a:cubicBezTo>
                  <a:pt x="34" y="1"/>
                  <a:pt x="1" y="27"/>
                  <a:pt x="1" y="67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5" y="132"/>
                  <a:pt x="154" y="61"/>
                  <a:pt x="113" y="19"/>
                </a:cubicBezTo>
                <a:cubicBezTo>
                  <a:pt x="100" y="6"/>
                  <a:pt x="84" y="1"/>
                  <a:pt x="68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30" name="Google Shape;4530;p17"/>
          <p:cNvSpPr/>
          <p:nvPr/>
        </p:nvSpPr>
        <p:spPr>
          <a:xfrm flipH="1">
            <a:off x="8879414" y="388302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1"/>
                </a:moveTo>
                <a:cubicBezTo>
                  <a:pt x="33" y="1"/>
                  <a:pt x="1" y="27"/>
                  <a:pt x="1" y="67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4" y="132"/>
                  <a:pt x="154" y="61"/>
                  <a:pt x="112" y="19"/>
                </a:cubicBezTo>
                <a:cubicBezTo>
                  <a:pt x="99" y="6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31" name="Google Shape;4531;p17"/>
          <p:cNvSpPr/>
          <p:nvPr/>
        </p:nvSpPr>
        <p:spPr>
          <a:xfrm flipH="1">
            <a:off x="8936169" y="388302"/>
            <a:ext cx="21816" cy="21652"/>
          </a:xfrm>
          <a:custGeom>
            <a:avLst/>
            <a:gdLst/>
            <a:ahLst/>
            <a:cxnLst/>
            <a:rect l="l" t="t" r="r" b="b"/>
            <a:pathLst>
              <a:path w="133" h="132" extrusionOk="0">
                <a:moveTo>
                  <a:pt x="67" y="0"/>
                </a:moveTo>
                <a:cubicBezTo>
                  <a:pt x="30" y="0"/>
                  <a:pt x="1" y="30"/>
                  <a:pt x="1" y="67"/>
                </a:cubicBezTo>
                <a:cubicBezTo>
                  <a:pt x="1" y="103"/>
                  <a:pt x="30" y="132"/>
                  <a:pt x="67" y="132"/>
                </a:cubicBezTo>
                <a:cubicBezTo>
                  <a:pt x="103" y="132"/>
                  <a:pt x="132" y="103"/>
                  <a:pt x="132" y="67"/>
                </a:cubicBezTo>
                <a:cubicBezTo>
                  <a:pt x="132" y="30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32" name="Google Shape;4532;p17"/>
          <p:cNvSpPr/>
          <p:nvPr/>
        </p:nvSpPr>
        <p:spPr>
          <a:xfrm flipH="1">
            <a:off x="8985870" y="388302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1"/>
                </a:moveTo>
                <a:cubicBezTo>
                  <a:pt x="33" y="1"/>
                  <a:pt x="0" y="27"/>
                  <a:pt x="0" y="67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24" y="132"/>
                  <a:pt x="153" y="61"/>
                  <a:pt x="112" y="19"/>
                </a:cubicBezTo>
                <a:cubicBezTo>
                  <a:pt x="99" y="6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33" name="Google Shape;4533;p17"/>
          <p:cNvSpPr/>
          <p:nvPr/>
        </p:nvSpPr>
        <p:spPr>
          <a:xfrm flipH="1">
            <a:off x="9039015" y="388302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3" y="1"/>
                  <a:pt x="0" y="27"/>
                  <a:pt x="0" y="67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24" y="132"/>
                  <a:pt x="153" y="61"/>
                  <a:pt x="112" y="19"/>
                </a:cubicBezTo>
                <a:cubicBezTo>
                  <a:pt x="98" y="6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34" name="Google Shape;4534;p17"/>
          <p:cNvSpPr/>
          <p:nvPr/>
        </p:nvSpPr>
        <p:spPr>
          <a:xfrm flipH="1">
            <a:off x="9095934" y="388302"/>
            <a:ext cx="21652" cy="21652"/>
          </a:xfrm>
          <a:custGeom>
            <a:avLst/>
            <a:gdLst/>
            <a:ahLst/>
            <a:cxnLst/>
            <a:rect l="l" t="t" r="r" b="b"/>
            <a:pathLst>
              <a:path w="132" h="132" extrusionOk="0">
                <a:moveTo>
                  <a:pt x="67" y="0"/>
                </a:moveTo>
                <a:cubicBezTo>
                  <a:pt x="29" y="0"/>
                  <a:pt x="0" y="30"/>
                  <a:pt x="0" y="67"/>
                </a:cubicBezTo>
                <a:cubicBezTo>
                  <a:pt x="0" y="103"/>
                  <a:pt x="29" y="132"/>
                  <a:pt x="67" y="132"/>
                </a:cubicBezTo>
                <a:cubicBezTo>
                  <a:pt x="103" y="132"/>
                  <a:pt x="132" y="103"/>
                  <a:pt x="132" y="67"/>
                </a:cubicBezTo>
                <a:cubicBezTo>
                  <a:pt x="132" y="30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35" name="Google Shape;4535;p17"/>
          <p:cNvSpPr/>
          <p:nvPr/>
        </p:nvSpPr>
        <p:spPr>
          <a:xfrm flipH="1">
            <a:off x="8032036" y="335156"/>
            <a:ext cx="25425" cy="20668"/>
          </a:xfrm>
          <a:custGeom>
            <a:avLst/>
            <a:gdLst/>
            <a:ahLst/>
            <a:cxnLst/>
            <a:rect l="l" t="t" r="r" b="b"/>
            <a:pathLst>
              <a:path w="155" h="126" extrusionOk="0">
                <a:moveTo>
                  <a:pt x="93" y="0"/>
                </a:moveTo>
                <a:cubicBezTo>
                  <a:pt x="22" y="0"/>
                  <a:pt x="0" y="97"/>
                  <a:pt x="66" y="125"/>
                </a:cubicBezTo>
                <a:cubicBezTo>
                  <a:pt x="96" y="100"/>
                  <a:pt x="125" y="74"/>
                  <a:pt x="154" y="47"/>
                </a:cubicBezTo>
                <a:cubicBezTo>
                  <a:pt x="147" y="19"/>
                  <a:pt x="122" y="0"/>
                  <a:pt x="9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36" name="Google Shape;4536;p17"/>
          <p:cNvSpPr/>
          <p:nvPr/>
        </p:nvSpPr>
        <p:spPr>
          <a:xfrm flipH="1">
            <a:off x="8081081" y="334992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1"/>
                </a:moveTo>
                <a:cubicBezTo>
                  <a:pt x="32" y="1"/>
                  <a:pt x="0" y="27"/>
                  <a:pt x="0" y="66"/>
                </a:cubicBezTo>
                <a:cubicBezTo>
                  <a:pt x="0" y="102"/>
                  <a:pt x="29" y="133"/>
                  <a:pt x="65" y="133"/>
                </a:cubicBezTo>
                <a:cubicBezTo>
                  <a:pt x="124" y="133"/>
                  <a:pt x="153" y="62"/>
                  <a:pt x="112" y="20"/>
                </a:cubicBezTo>
                <a:cubicBezTo>
                  <a:pt x="98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37" name="Google Shape;4537;p17"/>
          <p:cNvSpPr/>
          <p:nvPr/>
        </p:nvSpPr>
        <p:spPr>
          <a:xfrm flipH="1">
            <a:off x="8134227" y="334992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5" y="1"/>
                </a:moveTo>
                <a:cubicBezTo>
                  <a:pt x="32" y="1"/>
                  <a:pt x="0" y="27"/>
                  <a:pt x="0" y="66"/>
                </a:cubicBezTo>
                <a:cubicBezTo>
                  <a:pt x="0" y="102"/>
                  <a:pt x="29" y="132"/>
                  <a:pt x="65" y="133"/>
                </a:cubicBezTo>
                <a:cubicBezTo>
                  <a:pt x="124" y="133"/>
                  <a:pt x="153" y="62"/>
                  <a:pt x="111" y="20"/>
                </a:cubicBezTo>
                <a:cubicBezTo>
                  <a:pt x="98" y="7"/>
                  <a:pt x="82" y="1"/>
                  <a:pt x="65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38" name="Google Shape;4538;p17"/>
          <p:cNvSpPr/>
          <p:nvPr/>
        </p:nvSpPr>
        <p:spPr>
          <a:xfrm flipH="1">
            <a:off x="8191145" y="335156"/>
            <a:ext cx="21816" cy="21652"/>
          </a:xfrm>
          <a:custGeom>
            <a:avLst/>
            <a:gdLst/>
            <a:ahLst/>
            <a:cxnLst/>
            <a:rect l="l" t="t" r="r" b="b"/>
            <a:pathLst>
              <a:path w="133" h="132" extrusionOk="0">
                <a:moveTo>
                  <a:pt x="67" y="0"/>
                </a:moveTo>
                <a:cubicBezTo>
                  <a:pt x="30" y="0"/>
                  <a:pt x="1" y="29"/>
                  <a:pt x="1" y="65"/>
                </a:cubicBezTo>
                <a:cubicBezTo>
                  <a:pt x="1" y="101"/>
                  <a:pt x="30" y="132"/>
                  <a:pt x="67" y="132"/>
                </a:cubicBezTo>
                <a:cubicBezTo>
                  <a:pt x="103" y="132"/>
                  <a:pt x="133" y="101"/>
                  <a:pt x="133" y="65"/>
                </a:cubicBezTo>
                <a:cubicBezTo>
                  <a:pt x="133" y="29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39" name="Google Shape;4539;p17"/>
          <p:cNvSpPr/>
          <p:nvPr/>
        </p:nvSpPr>
        <p:spPr>
          <a:xfrm flipH="1">
            <a:off x="8240846" y="334992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7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3"/>
                  <a:pt x="66" y="133"/>
                </a:cubicBezTo>
                <a:cubicBezTo>
                  <a:pt x="125" y="133"/>
                  <a:pt x="154" y="62"/>
                  <a:pt x="112" y="20"/>
                </a:cubicBezTo>
                <a:cubicBezTo>
                  <a:pt x="99" y="7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40" name="Google Shape;4540;p17"/>
          <p:cNvSpPr/>
          <p:nvPr/>
        </p:nvSpPr>
        <p:spPr>
          <a:xfrm flipH="1">
            <a:off x="8293992" y="334992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2"/>
                  <a:pt x="66" y="133"/>
                </a:cubicBezTo>
                <a:cubicBezTo>
                  <a:pt x="125" y="133"/>
                  <a:pt x="154" y="62"/>
                  <a:pt x="112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41" name="Google Shape;4541;p17"/>
          <p:cNvSpPr/>
          <p:nvPr/>
        </p:nvSpPr>
        <p:spPr>
          <a:xfrm flipH="1">
            <a:off x="8347302" y="334992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7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3"/>
                  <a:pt x="66" y="133"/>
                </a:cubicBezTo>
                <a:cubicBezTo>
                  <a:pt x="124" y="133"/>
                  <a:pt x="154" y="62"/>
                  <a:pt x="113" y="20"/>
                </a:cubicBezTo>
                <a:cubicBezTo>
                  <a:pt x="100" y="7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42" name="Google Shape;4542;p17"/>
          <p:cNvSpPr/>
          <p:nvPr/>
        </p:nvSpPr>
        <p:spPr>
          <a:xfrm flipH="1">
            <a:off x="8400447" y="334992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2"/>
                  <a:pt x="66" y="133"/>
                </a:cubicBezTo>
                <a:cubicBezTo>
                  <a:pt x="124" y="133"/>
                  <a:pt x="154" y="62"/>
                  <a:pt x="112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43" name="Google Shape;4543;p17"/>
          <p:cNvSpPr/>
          <p:nvPr/>
        </p:nvSpPr>
        <p:spPr>
          <a:xfrm flipH="1">
            <a:off x="8453593" y="334992"/>
            <a:ext cx="25425" cy="21816"/>
          </a:xfrm>
          <a:custGeom>
            <a:avLst/>
            <a:gdLst/>
            <a:ahLst/>
            <a:cxnLst/>
            <a:rect l="l" t="t" r="r" b="b"/>
            <a:pathLst>
              <a:path w="155" h="133" extrusionOk="0">
                <a:moveTo>
                  <a:pt x="67" y="1"/>
                </a:moveTo>
                <a:cubicBezTo>
                  <a:pt x="33" y="1"/>
                  <a:pt x="0" y="27"/>
                  <a:pt x="0" y="66"/>
                </a:cubicBezTo>
                <a:cubicBezTo>
                  <a:pt x="0" y="102"/>
                  <a:pt x="31" y="132"/>
                  <a:pt x="67" y="133"/>
                </a:cubicBezTo>
                <a:cubicBezTo>
                  <a:pt x="125" y="133"/>
                  <a:pt x="155" y="62"/>
                  <a:pt x="113" y="20"/>
                </a:cubicBezTo>
                <a:cubicBezTo>
                  <a:pt x="99" y="7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44" name="Google Shape;4544;p17"/>
          <p:cNvSpPr/>
          <p:nvPr/>
        </p:nvSpPr>
        <p:spPr>
          <a:xfrm flipH="1">
            <a:off x="8510511" y="335156"/>
            <a:ext cx="21652" cy="21652"/>
          </a:xfrm>
          <a:custGeom>
            <a:avLst/>
            <a:gdLst/>
            <a:ahLst/>
            <a:cxnLst/>
            <a:rect l="l" t="t" r="r" b="b"/>
            <a:pathLst>
              <a:path w="132" h="132" extrusionOk="0">
                <a:moveTo>
                  <a:pt x="66" y="0"/>
                </a:moveTo>
                <a:cubicBezTo>
                  <a:pt x="30" y="0"/>
                  <a:pt x="0" y="29"/>
                  <a:pt x="0" y="65"/>
                </a:cubicBezTo>
                <a:cubicBezTo>
                  <a:pt x="0" y="101"/>
                  <a:pt x="30" y="132"/>
                  <a:pt x="66" y="132"/>
                </a:cubicBezTo>
                <a:cubicBezTo>
                  <a:pt x="103" y="132"/>
                  <a:pt x="132" y="101"/>
                  <a:pt x="132" y="65"/>
                </a:cubicBezTo>
                <a:cubicBezTo>
                  <a:pt x="132" y="29"/>
                  <a:pt x="103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45" name="Google Shape;4545;p17"/>
          <p:cNvSpPr/>
          <p:nvPr/>
        </p:nvSpPr>
        <p:spPr>
          <a:xfrm flipH="1">
            <a:off x="8560048" y="334992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1"/>
                </a:moveTo>
                <a:cubicBezTo>
                  <a:pt x="32" y="1"/>
                  <a:pt x="0" y="27"/>
                  <a:pt x="0" y="66"/>
                </a:cubicBezTo>
                <a:cubicBezTo>
                  <a:pt x="0" y="102"/>
                  <a:pt x="30" y="132"/>
                  <a:pt x="66" y="133"/>
                </a:cubicBezTo>
                <a:cubicBezTo>
                  <a:pt x="124" y="133"/>
                  <a:pt x="153" y="62"/>
                  <a:pt x="112" y="20"/>
                </a:cubicBezTo>
                <a:cubicBezTo>
                  <a:pt x="98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46" name="Google Shape;4546;p17"/>
          <p:cNvSpPr/>
          <p:nvPr/>
        </p:nvSpPr>
        <p:spPr>
          <a:xfrm flipH="1">
            <a:off x="8616967" y="335156"/>
            <a:ext cx="21652" cy="21652"/>
          </a:xfrm>
          <a:custGeom>
            <a:avLst/>
            <a:gdLst/>
            <a:ahLst/>
            <a:cxnLst/>
            <a:rect l="l" t="t" r="r" b="b"/>
            <a:pathLst>
              <a:path w="132" h="132" extrusionOk="0">
                <a:moveTo>
                  <a:pt x="66" y="0"/>
                </a:moveTo>
                <a:cubicBezTo>
                  <a:pt x="30" y="0"/>
                  <a:pt x="0" y="29"/>
                  <a:pt x="0" y="65"/>
                </a:cubicBezTo>
                <a:cubicBezTo>
                  <a:pt x="0" y="101"/>
                  <a:pt x="30" y="132"/>
                  <a:pt x="66" y="132"/>
                </a:cubicBezTo>
                <a:cubicBezTo>
                  <a:pt x="102" y="132"/>
                  <a:pt x="132" y="101"/>
                  <a:pt x="132" y="65"/>
                </a:cubicBezTo>
                <a:cubicBezTo>
                  <a:pt x="132" y="29"/>
                  <a:pt x="10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47" name="Google Shape;4547;p17"/>
          <p:cNvSpPr/>
          <p:nvPr/>
        </p:nvSpPr>
        <p:spPr>
          <a:xfrm flipH="1">
            <a:off x="8666504" y="334992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1"/>
                </a:moveTo>
                <a:cubicBezTo>
                  <a:pt x="32" y="1"/>
                  <a:pt x="0" y="27"/>
                  <a:pt x="0" y="66"/>
                </a:cubicBezTo>
                <a:cubicBezTo>
                  <a:pt x="0" y="102"/>
                  <a:pt x="29" y="133"/>
                  <a:pt x="65" y="133"/>
                </a:cubicBezTo>
                <a:cubicBezTo>
                  <a:pt x="124" y="133"/>
                  <a:pt x="153" y="62"/>
                  <a:pt x="113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48" name="Google Shape;4548;p17"/>
          <p:cNvSpPr/>
          <p:nvPr/>
        </p:nvSpPr>
        <p:spPr>
          <a:xfrm flipH="1">
            <a:off x="8719649" y="334992"/>
            <a:ext cx="25425" cy="21816"/>
          </a:xfrm>
          <a:custGeom>
            <a:avLst/>
            <a:gdLst/>
            <a:ahLst/>
            <a:cxnLst/>
            <a:rect l="l" t="t" r="r" b="b"/>
            <a:pathLst>
              <a:path w="155" h="133" extrusionOk="0">
                <a:moveTo>
                  <a:pt x="66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2"/>
                  <a:pt x="66" y="133"/>
                </a:cubicBezTo>
                <a:cubicBezTo>
                  <a:pt x="125" y="133"/>
                  <a:pt x="154" y="62"/>
                  <a:pt x="112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49" name="Google Shape;4549;p17"/>
          <p:cNvSpPr/>
          <p:nvPr/>
        </p:nvSpPr>
        <p:spPr>
          <a:xfrm flipH="1">
            <a:off x="8776568" y="335156"/>
            <a:ext cx="21816" cy="21652"/>
          </a:xfrm>
          <a:custGeom>
            <a:avLst/>
            <a:gdLst/>
            <a:ahLst/>
            <a:cxnLst/>
            <a:rect l="l" t="t" r="r" b="b"/>
            <a:pathLst>
              <a:path w="133" h="132" extrusionOk="0">
                <a:moveTo>
                  <a:pt x="67" y="0"/>
                </a:moveTo>
                <a:cubicBezTo>
                  <a:pt x="30" y="0"/>
                  <a:pt x="1" y="29"/>
                  <a:pt x="1" y="65"/>
                </a:cubicBezTo>
                <a:cubicBezTo>
                  <a:pt x="1" y="101"/>
                  <a:pt x="30" y="132"/>
                  <a:pt x="67" y="132"/>
                </a:cubicBezTo>
                <a:cubicBezTo>
                  <a:pt x="103" y="132"/>
                  <a:pt x="132" y="101"/>
                  <a:pt x="132" y="65"/>
                </a:cubicBezTo>
                <a:cubicBezTo>
                  <a:pt x="132" y="29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50" name="Google Shape;4550;p17"/>
          <p:cNvSpPr/>
          <p:nvPr/>
        </p:nvSpPr>
        <p:spPr>
          <a:xfrm flipH="1">
            <a:off x="8826269" y="334992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7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3"/>
                  <a:pt x="66" y="133"/>
                </a:cubicBezTo>
                <a:cubicBezTo>
                  <a:pt x="125" y="133"/>
                  <a:pt x="154" y="62"/>
                  <a:pt x="113" y="20"/>
                </a:cubicBezTo>
                <a:cubicBezTo>
                  <a:pt x="100" y="7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51" name="Google Shape;4551;p17"/>
          <p:cNvSpPr/>
          <p:nvPr/>
        </p:nvSpPr>
        <p:spPr>
          <a:xfrm flipH="1">
            <a:off x="8879414" y="334992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2"/>
                  <a:pt x="66" y="133"/>
                </a:cubicBezTo>
                <a:cubicBezTo>
                  <a:pt x="124" y="133"/>
                  <a:pt x="154" y="62"/>
                  <a:pt x="112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52" name="Google Shape;4552;p17"/>
          <p:cNvSpPr/>
          <p:nvPr/>
        </p:nvSpPr>
        <p:spPr>
          <a:xfrm flipH="1">
            <a:off x="8936169" y="335156"/>
            <a:ext cx="21816" cy="21652"/>
          </a:xfrm>
          <a:custGeom>
            <a:avLst/>
            <a:gdLst/>
            <a:ahLst/>
            <a:cxnLst/>
            <a:rect l="l" t="t" r="r" b="b"/>
            <a:pathLst>
              <a:path w="133" h="132" extrusionOk="0">
                <a:moveTo>
                  <a:pt x="67" y="0"/>
                </a:moveTo>
                <a:cubicBezTo>
                  <a:pt x="30" y="0"/>
                  <a:pt x="1" y="29"/>
                  <a:pt x="1" y="65"/>
                </a:cubicBezTo>
                <a:cubicBezTo>
                  <a:pt x="1" y="101"/>
                  <a:pt x="30" y="132"/>
                  <a:pt x="67" y="132"/>
                </a:cubicBezTo>
                <a:cubicBezTo>
                  <a:pt x="103" y="132"/>
                  <a:pt x="132" y="101"/>
                  <a:pt x="132" y="65"/>
                </a:cubicBezTo>
                <a:cubicBezTo>
                  <a:pt x="132" y="29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53" name="Google Shape;4553;p17"/>
          <p:cNvSpPr/>
          <p:nvPr/>
        </p:nvSpPr>
        <p:spPr>
          <a:xfrm flipH="1">
            <a:off x="8985870" y="334992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1"/>
                </a:moveTo>
                <a:cubicBezTo>
                  <a:pt x="33" y="1"/>
                  <a:pt x="0" y="27"/>
                  <a:pt x="0" y="66"/>
                </a:cubicBezTo>
                <a:cubicBezTo>
                  <a:pt x="0" y="102"/>
                  <a:pt x="30" y="132"/>
                  <a:pt x="66" y="133"/>
                </a:cubicBezTo>
                <a:cubicBezTo>
                  <a:pt x="124" y="133"/>
                  <a:pt x="153" y="62"/>
                  <a:pt x="112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54" name="Google Shape;4554;p17"/>
          <p:cNvSpPr/>
          <p:nvPr/>
        </p:nvSpPr>
        <p:spPr>
          <a:xfrm flipH="1">
            <a:off x="9039015" y="334992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1"/>
                </a:moveTo>
                <a:cubicBezTo>
                  <a:pt x="32" y="1"/>
                  <a:pt x="0" y="27"/>
                  <a:pt x="0" y="66"/>
                </a:cubicBezTo>
                <a:cubicBezTo>
                  <a:pt x="0" y="102"/>
                  <a:pt x="30" y="132"/>
                  <a:pt x="66" y="133"/>
                </a:cubicBezTo>
                <a:cubicBezTo>
                  <a:pt x="124" y="133"/>
                  <a:pt x="153" y="62"/>
                  <a:pt x="112" y="20"/>
                </a:cubicBezTo>
                <a:cubicBezTo>
                  <a:pt x="98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55" name="Google Shape;4555;p17"/>
          <p:cNvSpPr/>
          <p:nvPr/>
        </p:nvSpPr>
        <p:spPr>
          <a:xfrm flipH="1">
            <a:off x="9095934" y="335156"/>
            <a:ext cx="21652" cy="21652"/>
          </a:xfrm>
          <a:custGeom>
            <a:avLst/>
            <a:gdLst/>
            <a:ahLst/>
            <a:cxnLst/>
            <a:rect l="l" t="t" r="r" b="b"/>
            <a:pathLst>
              <a:path w="132" h="132" extrusionOk="0">
                <a:moveTo>
                  <a:pt x="67" y="0"/>
                </a:moveTo>
                <a:cubicBezTo>
                  <a:pt x="29" y="0"/>
                  <a:pt x="0" y="29"/>
                  <a:pt x="0" y="65"/>
                </a:cubicBezTo>
                <a:cubicBezTo>
                  <a:pt x="0" y="101"/>
                  <a:pt x="29" y="132"/>
                  <a:pt x="67" y="132"/>
                </a:cubicBezTo>
                <a:cubicBezTo>
                  <a:pt x="103" y="132"/>
                  <a:pt x="132" y="101"/>
                  <a:pt x="132" y="65"/>
                </a:cubicBezTo>
                <a:cubicBezTo>
                  <a:pt x="132" y="29"/>
                  <a:pt x="10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56" name="Google Shape;4556;p17"/>
          <p:cNvSpPr/>
          <p:nvPr/>
        </p:nvSpPr>
        <p:spPr>
          <a:xfrm flipH="1">
            <a:off x="7979219" y="282010"/>
            <a:ext cx="24933" cy="21160"/>
          </a:xfrm>
          <a:custGeom>
            <a:avLst/>
            <a:gdLst/>
            <a:ahLst/>
            <a:cxnLst/>
            <a:rect l="l" t="t" r="r" b="b"/>
            <a:pathLst>
              <a:path w="152" h="129" extrusionOk="0">
                <a:moveTo>
                  <a:pt x="90" y="0"/>
                </a:moveTo>
                <a:cubicBezTo>
                  <a:pt x="15" y="0"/>
                  <a:pt x="1" y="108"/>
                  <a:pt x="75" y="128"/>
                </a:cubicBezTo>
                <a:cubicBezTo>
                  <a:pt x="101" y="99"/>
                  <a:pt x="127" y="69"/>
                  <a:pt x="151" y="40"/>
                </a:cubicBezTo>
                <a:cubicBezTo>
                  <a:pt x="141" y="15"/>
                  <a:pt x="118" y="0"/>
                  <a:pt x="92" y="0"/>
                </a:cubicBezTo>
                <a:cubicBezTo>
                  <a:pt x="91" y="0"/>
                  <a:pt x="91" y="0"/>
                  <a:pt x="9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57" name="Google Shape;4557;p17"/>
          <p:cNvSpPr/>
          <p:nvPr/>
        </p:nvSpPr>
        <p:spPr>
          <a:xfrm flipH="1">
            <a:off x="8027772" y="281846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6" y="1"/>
                </a:moveTo>
                <a:cubicBezTo>
                  <a:pt x="33" y="1"/>
                  <a:pt x="0" y="27"/>
                  <a:pt x="0" y="66"/>
                </a:cubicBezTo>
                <a:cubicBezTo>
                  <a:pt x="0" y="102"/>
                  <a:pt x="29" y="132"/>
                  <a:pt x="67" y="132"/>
                </a:cubicBezTo>
                <a:cubicBezTo>
                  <a:pt x="125" y="132"/>
                  <a:pt x="154" y="61"/>
                  <a:pt x="113" y="20"/>
                </a:cubicBezTo>
                <a:cubicBezTo>
                  <a:pt x="99" y="7"/>
                  <a:pt x="83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58" name="Google Shape;4558;p17"/>
          <p:cNvSpPr/>
          <p:nvPr/>
        </p:nvSpPr>
        <p:spPr>
          <a:xfrm flipH="1">
            <a:off x="8081081" y="28184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2" y="1"/>
                  <a:pt x="0" y="27"/>
                  <a:pt x="0" y="66"/>
                </a:cubicBezTo>
                <a:cubicBezTo>
                  <a:pt x="0" y="102"/>
                  <a:pt x="29" y="132"/>
                  <a:pt x="65" y="132"/>
                </a:cubicBezTo>
                <a:cubicBezTo>
                  <a:pt x="124" y="132"/>
                  <a:pt x="153" y="61"/>
                  <a:pt x="112" y="20"/>
                </a:cubicBezTo>
                <a:cubicBezTo>
                  <a:pt x="98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59" name="Google Shape;4559;p17"/>
          <p:cNvSpPr/>
          <p:nvPr/>
        </p:nvSpPr>
        <p:spPr>
          <a:xfrm flipH="1">
            <a:off x="8134227" y="28184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5" y="1"/>
                </a:moveTo>
                <a:cubicBezTo>
                  <a:pt x="32" y="1"/>
                  <a:pt x="0" y="27"/>
                  <a:pt x="0" y="66"/>
                </a:cubicBezTo>
                <a:cubicBezTo>
                  <a:pt x="0" y="102"/>
                  <a:pt x="29" y="132"/>
                  <a:pt x="65" y="132"/>
                </a:cubicBezTo>
                <a:cubicBezTo>
                  <a:pt x="124" y="132"/>
                  <a:pt x="153" y="61"/>
                  <a:pt x="111" y="20"/>
                </a:cubicBezTo>
                <a:cubicBezTo>
                  <a:pt x="98" y="7"/>
                  <a:pt x="82" y="1"/>
                  <a:pt x="65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60" name="Google Shape;4560;p17"/>
          <p:cNvSpPr/>
          <p:nvPr/>
        </p:nvSpPr>
        <p:spPr>
          <a:xfrm flipH="1">
            <a:off x="8187373" y="281846"/>
            <a:ext cx="25589" cy="21652"/>
          </a:xfrm>
          <a:custGeom>
            <a:avLst/>
            <a:gdLst/>
            <a:ahLst/>
            <a:cxnLst/>
            <a:rect l="l" t="t" r="r" b="b"/>
            <a:pathLst>
              <a:path w="156" h="132" extrusionOk="0">
                <a:moveTo>
                  <a:pt x="67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2"/>
                  <a:pt x="67" y="132"/>
                </a:cubicBezTo>
                <a:cubicBezTo>
                  <a:pt x="125" y="132"/>
                  <a:pt x="155" y="61"/>
                  <a:pt x="113" y="20"/>
                </a:cubicBezTo>
                <a:cubicBezTo>
                  <a:pt x="100" y="7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61" name="Google Shape;4561;p17"/>
          <p:cNvSpPr/>
          <p:nvPr/>
        </p:nvSpPr>
        <p:spPr>
          <a:xfrm flipH="1">
            <a:off x="8240846" y="28184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5" y="132"/>
                  <a:pt x="154" y="61"/>
                  <a:pt x="112" y="20"/>
                </a:cubicBezTo>
                <a:cubicBezTo>
                  <a:pt x="99" y="7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62" name="Google Shape;4562;p17"/>
          <p:cNvSpPr/>
          <p:nvPr/>
        </p:nvSpPr>
        <p:spPr>
          <a:xfrm flipH="1">
            <a:off x="8293992" y="28184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5" y="132"/>
                  <a:pt x="154" y="61"/>
                  <a:pt x="112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63" name="Google Shape;4563;p17"/>
          <p:cNvSpPr/>
          <p:nvPr/>
        </p:nvSpPr>
        <p:spPr>
          <a:xfrm flipH="1">
            <a:off x="8347302" y="28184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4" y="132"/>
                  <a:pt x="154" y="61"/>
                  <a:pt x="113" y="20"/>
                </a:cubicBezTo>
                <a:cubicBezTo>
                  <a:pt x="100" y="7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64" name="Google Shape;4564;p17"/>
          <p:cNvSpPr/>
          <p:nvPr/>
        </p:nvSpPr>
        <p:spPr>
          <a:xfrm flipH="1">
            <a:off x="8400447" y="28184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4" y="132"/>
                  <a:pt x="154" y="61"/>
                  <a:pt x="112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65" name="Google Shape;4565;p17"/>
          <p:cNvSpPr/>
          <p:nvPr/>
        </p:nvSpPr>
        <p:spPr>
          <a:xfrm flipH="1">
            <a:off x="8453593" y="281846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7" y="1"/>
                </a:moveTo>
                <a:cubicBezTo>
                  <a:pt x="33" y="1"/>
                  <a:pt x="0" y="27"/>
                  <a:pt x="0" y="66"/>
                </a:cubicBezTo>
                <a:cubicBezTo>
                  <a:pt x="0" y="102"/>
                  <a:pt x="31" y="132"/>
                  <a:pt x="67" y="132"/>
                </a:cubicBezTo>
                <a:cubicBezTo>
                  <a:pt x="125" y="132"/>
                  <a:pt x="155" y="61"/>
                  <a:pt x="113" y="20"/>
                </a:cubicBezTo>
                <a:cubicBezTo>
                  <a:pt x="99" y="7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66" name="Google Shape;4566;p17"/>
          <p:cNvSpPr/>
          <p:nvPr/>
        </p:nvSpPr>
        <p:spPr>
          <a:xfrm flipH="1">
            <a:off x="8506903" y="28184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3" y="1"/>
                  <a:pt x="0" y="27"/>
                  <a:pt x="0" y="66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24" y="132"/>
                  <a:pt x="153" y="61"/>
                  <a:pt x="113" y="20"/>
                </a:cubicBezTo>
                <a:cubicBezTo>
                  <a:pt x="99" y="7"/>
                  <a:pt x="83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67" name="Google Shape;4567;p17"/>
          <p:cNvSpPr/>
          <p:nvPr/>
        </p:nvSpPr>
        <p:spPr>
          <a:xfrm flipH="1">
            <a:off x="8560048" y="28184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2" y="1"/>
                  <a:pt x="0" y="27"/>
                  <a:pt x="0" y="66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24" y="132"/>
                  <a:pt x="153" y="61"/>
                  <a:pt x="112" y="20"/>
                </a:cubicBezTo>
                <a:cubicBezTo>
                  <a:pt x="98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68" name="Google Shape;4568;p17"/>
          <p:cNvSpPr/>
          <p:nvPr/>
        </p:nvSpPr>
        <p:spPr>
          <a:xfrm flipH="1">
            <a:off x="8613194" y="281846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6" y="1"/>
                </a:moveTo>
                <a:cubicBezTo>
                  <a:pt x="32" y="1"/>
                  <a:pt x="0" y="27"/>
                  <a:pt x="0" y="66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25" y="132"/>
                  <a:pt x="154" y="61"/>
                  <a:pt x="113" y="20"/>
                </a:cubicBezTo>
                <a:cubicBezTo>
                  <a:pt x="99" y="7"/>
                  <a:pt x="83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69" name="Google Shape;4569;p17"/>
          <p:cNvSpPr/>
          <p:nvPr/>
        </p:nvSpPr>
        <p:spPr>
          <a:xfrm flipH="1">
            <a:off x="8666504" y="28184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2" y="1"/>
                  <a:pt x="0" y="27"/>
                  <a:pt x="0" y="66"/>
                </a:cubicBezTo>
                <a:cubicBezTo>
                  <a:pt x="0" y="102"/>
                  <a:pt x="29" y="132"/>
                  <a:pt x="65" y="132"/>
                </a:cubicBezTo>
                <a:cubicBezTo>
                  <a:pt x="124" y="132"/>
                  <a:pt x="153" y="61"/>
                  <a:pt x="113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70" name="Google Shape;4570;p17"/>
          <p:cNvSpPr/>
          <p:nvPr/>
        </p:nvSpPr>
        <p:spPr>
          <a:xfrm flipH="1">
            <a:off x="8719649" y="281846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6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5" y="132"/>
                  <a:pt x="154" y="61"/>
                  <a:pt x="112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71" name="Google Shape;4571;p17"/>
          <p:cNvSpPr/>
          <p:nvPr/>
        </p:nvSpPr>
        <p:spPr>
          <a:xfrm flipH="1">
            <a:off x="8772959" y="281846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7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2"/>
                  <a:pt x="67" y="132"/>
                </a:cubicBezTo>
                <a:cubicBezTo>
                  <a:pt x="126" y="132"/>
                  <a:pt x="155" y="61"/>
                  <a:pt x="113" y="20"/>
                </a:cubicBezTo>
                <a:cubicBezTo>
                  <a:pt x="100" y="7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72" name="Google Shape;4572;p17"/>
          <p:cNvSpPr/>
          <p:nvPr/>
        </p:nvSpPr>
        <p:spPr>
          <a:xfrm flipH="1">
            <a:off x="8826269" y="28184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5" y="132"/>
                  <a:pt x="154" y="61"/>
                  <a:pt x="113" y="20"/>
                </a:cubicBezTo>
                <a:cubicBezTo>
                  <a:pt x="100" y="7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73" name="Google Shape;4573;p17"/>
          <p:cNvSpPr/>
          <p:nvPr/>
        </p:nvSpPr>
        <p:spPr>
          <a:xfrm flipH="1">
            <a:off x="8879414" y="28184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4" y="132"/>
                  <a:pt x="154" y="61"/>
                  <a:pt x="112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74" name="Google Shape;4574;p17"/>
          <p:cNvSpPr/>
          <p:nvPr/>
        </p:nvSpPr>
        <p:spPr>
          <a:xfrm flipH="1">
            <a:off x="8932560" y="281846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7" y="1"/>
                </a:moveTo>
                <a:cubicBezTo>
                  <a:pt x="33" y="1"/>
                  <a:pt x="1" y="27"/>
                  <a:pt x="1" y="66"/>
                </a:cubicBezTo>
                <a:cubicBezTo>
                  <a:pt x="1" y="102"/>
                  <a:pt x="30" y="132"/>
                  <a:pt x="67" y="132"/>
                </a:cubicBezTo>
                <a:cubicBezTo>
                  <a:pt x="125" y="132"/>
                  <a:pt x="155" y="61"/>
                  <a:pt x="113" y="20"/>
                </a:cubicBezTo>
                <a:cubicBezTo>
                  <a:pt x="100" y="7"/>
                  <a:pt x="8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75" name="Google Shape;4575;p17"/>
          <p:cNvSpPr/>
          <p:nvPr/>
        </p:nvSpPr>
        <p:spPr>
          <a:xfrm flipH="1">
            <a:off x="8985870" y="28184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3" y="1"/>
                  <a:pt x="0" y="27"/>
                  <a:pt x="0" y="66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24" y="132"/>
                  <a:pt x="153" y="61"/>
                  <a:pt x="112" y="20"/>
                </a:cubicBezTo>
                <a:cubicBezTo>
                  <a:pt x="99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76" name="Google Shape;4576;p17"/>
          <p:cNvSpPr/>
          <p:nvPr/>
        </p:nvSpPr>
        <p:spPr>
          <a:xfrm flipH="1">
            <a:off x="9039015" y="28184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2" y="1"/>
                  <a:pt x="0" y="27"/>
                  <a:pt x="0" y="66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24" y="132"/>
                  <a:pt x="153" y="61"/>
                  <a:pt x="112" y="20"/>
                </a:cubicBezTo>
                <a:cubicBezTo>
                  <a:pt x="98" y="7"/>
                  <a:pt x="8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77" name="Google Shape;4577;p17"/>
          <p:cNvSpPr/>
          <p:nvPr/>
        </p:nvSpPr>
        <p:spPr>
          <a:xfrm flipH="1">
            <a:off x="9092325" y="281846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1"/>
                </a:moveTo>
                <a:cubicBezTo>
                  <a:pt x="33" y="1"/>
                  <a:pt x="0" y="27"/>
                  <a:pt x="0" y="66"/>
                </a:cubicBezTo>
                <a:cubicBezTo>
                  <a:pt x="0" y="102"/>
                  <a:pt x="29" y="132"/>
                  <a:pt x="67" y="132"/>
                </a:cubicBezTo>
                <a:cubicBezTo>
                  <a:pt x="124" y="132"/>
                  <a:pt x="153" y="61"/>
                  <a:pt x="113" y="20"/>
                </a:cubicBezTo>
                <a:cubicBezTo>
                  <a:pt x="99" y="7"/>
                  <a:pt x="83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78" name="Google Shape;4578;p17"/>
          <p:cNvSpPr/>
          <p:nvPr/>
        </p:nvSpPr>
        <p:spPr>
          <a:xfrm flipH="1">
            <a:off x="7937063" y="228865"/>
            <a:ext cx="9678" cy="14599"/>
          </a:xfrm>
          <a:custGeom>
            <a:avLst/>
            <a:gdLst/>
            <a:ahLst/>
            <a:cxnLst/>
            <a:rect l="l" t="t" r="r" b="b"/>
            <a:pathLst>
              <a:path w="59" h="89" extrusionOk="0">
                <a:moveTo>
                  <a:pt x="59" y="0"/>
                </a:moveTo>
                <a:lnTo>
                  <a:pt x="59" y="0"/>
                </a:lnTo>
                <a:cubicBezTo>
                  <a:pt x="26" y="3"/>
                  <a:pt x="0" y="32"/>
                  <a:pt x="0" y="65"/>
                </a:cubicBezTo>
                <a:cubicBezTo>
                  <a:pt x="0" y="73"/>
                  <a:pt x="2" y="81"/>
                  <a:pt x="5" y="89"/>
                </a:cubicBezTo>
                <a:cubicBezTo>
                  <a:pt x="24" y="59"/>
                  <a:pt x="42" y="29"/>
                  <a:pt x="59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79" name="Google Shape;4579;p17"/>
          <p:cNvSpPr/>
          <p:nvPr/>
        </p:nvSpPr>
        <p:spPr>
          <a:xfrm flipH="1">
            <a:off x="7978399" y="228537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89" y="1"/>
                </a:moveTo>
                <a:cubicBezTo>
                  <a:pt x="30" y="1"/>
                  <a:pt x="1" y="72"/>
                  <a:pt x="43" y="113"/>
                </a:cubicBezTo>
                <a:cubicBezTo>
                  <a:pt x="55" y="126"/>
                  <a:pt x="72" y="132"/>
                  <a:pt x="87" y="132"/>
                </a:cubicBezTo>
                <a:cubicBezTo>
                  <a:pt x="121" y="132"/>
                  <a:pt x="154" y="106"/>
                  <a:pt x="154" y="66"/>
                </a:cubicBezTo>
                <a:cubicBezTo>
                  <a:pt x="154" y="30"/>
                  <a:pt x="125" y="1"/>
                  <a:pt x="8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80" name="Google Shape;4580;p17"/>
          <p:cNvSpPr/>
          <p:nvPr/>
        </p:nvSpPr>
        <p:spPr>
          <a:xfrm flipH="1">
            <a:off x="8031544" y="228537"/>
            <a:ext cx="21652" cy="21816"/>
          </a:xfrm>
          <a:custGeom>
            <a:avLst/>
            <a:gdLst/>
            <a:ahLst/>
            <a:cxnLst/>
            <a:rect l="l" t="t" r="r" b="b"/>
            <a:pathLst>
              <a:path w="132" h="133" extrusionOk="0">
                <a:moveTo>
                  <a:pt x="67" y="1"/>
                </a:moveTo>
                <a:cubicBezTo>
                  <a:pt x="29" y="1"/>
                  <a:pt x="0" y="30"/>
                  <a:pt x="0" y="66"/>
                </a:cubicBezTo>
                <a:cubicBezTo>
                  <a:pt x="0" y="103"/>
                  <a:pt x="29" y="133"/>
                  <a:pt x="67" y="133"/>
                </a:cubicBezTo>
                <a:cubicBezTo>
                  <a:pt x="103" y="133"/>
                  <a:pt x="132" y="103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81" name="Google Shape;4581;p17"/>
          <p:cNvSpPr/>
          <p:nvPr/>
        </p:nvSpPr>
        <p:spPr>
          <a:xfrm flipH="1">
            <a:off x="8081081" y="228701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3" y="0"/>
                  <a:pt x="0" y="26"/>
                  <a:pt x="0" y="65"/>
                </a:cubicBezTo>
                <a:cubicBezTo>
                  <a:pt x="0" y="102"/>
                  <a:pt x="29" y="132"/>
                  <a:pt x="65" y="132"/>
                </a:cubicBezTo>
                <a:cubicBezTo>
                  <a:pt x="124" y="132"/>
                  <a:pt x="153" y="61"/>
                  <a:pt x="112" y="19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82" name="Google Shape;4582;p17"/>
          <p:cNvSpPr/>
          <p:nvPr/>
        </p:nvSpPr>
        <p:spPr>
          <a:xfrm flipH="1">
            <a:off x="8134227" y="228701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2" y="0"/>
                  <a:pt x="0" y="26"/>
                  <a:pt x="0" y="65"/>
                </a:cubicBezTo>
                <a:cubicBezTo>
                  <a:pt x="0" y="102"/>
                  <a:pt x="29" y="132"/>
                  <a:pt x="65" y="132"/>
                </a:cubicBezTo>
                <a:cubicBezTo>
                  <a:pt x="124" y="132"/>
                  <a:pt x="153" y="61"/>
                  <a:pt x="111" y="19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83" name="Google Shape;4583;p17"/>
          <p:cNvSpPr/>
          <p:nvPr/>
        </p:nvSpPr>
        <p:spPr>
          <a:xfrm flipH="1">
            <a:off x="8191145" y="228537"/>
            <a:ext cx="21816" cy="21816"/>
          </a:xfrm>
          <a:custGeom>
            <a:avLst/>
            <a:gdLst/>
            <a:ahLst/>
            <a:cxnLst/>
            <a:rect l="l" t="t" r="r" b="b"/>
            <a:pathLst>
              <a:path w="133" h="133" extrusionOk="0">
                <a:moveTo>
                  <a:pt x="67" y="1"/>
                </a:moveTo>
                <a:cubicBezTo>
                  <a:pt x="30" y="1"/>
                  <a:pt x="1" y="30"/>
                  <a:pt x="1" y="66"/>
                </a:cubicBezTo>
                <a:cubicBezTo>
                  <a:pt x="1" y="103"/>
                  <a:pt x="30" y="133"/>
                  <a:pt x="67" y="133"/>
                </a:cubicBezTo>
                <a:cubicBezTo>
                  <a:pt x="103" y="133"/>
                  <a:pt x="133" y="103"/>
                  <a:pt x="133" y="66"/>
                </a:cubicBezTo>
                <a:cubicBezTo>
                  <a:pt x="133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84" name="Google Shape;4584;p17"/>
          <p:cNvSpPr/>
          <p:nvPr/>
        </p:nvSpPr>
        <p:spPr>
          <a:xfrm flipH="1">
            <a:off x="8240846" y="228701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0"/>
                </a:moveTo>
                <a:cubicBezTo>
                  <a:pt x="34" y="0"/>
                  <a:pt x="1" y="27"/>
                  <a:pt x="1" y="66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5" y="132"/>
                  <a:pt x="154" y="61"/>
                  <a:pt x="112" y="19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85" name="Google Shape;4585;p17"/>
          <p:cNvSpPr/>
          <p:nvPr/>
        </p:nvSpPr>
        <p:spPr>
          <a:xfrm flipH="1">
            <a:off x="8293992" y="228701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0"/>
                </a:moveTo>
                <a:cubicBezTo>
                  <a:pt x="33" y="0"/>
                  <a:pt x="1" y="26"/>
                  <a:pt x="1" y="65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5" y="132"/>
                  <a:pt x="154" y="61"/>
                  <a:pt x="112" y="19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86" name="Google Shape;4586;p17"/>
          <p:cNvSpPr/>
          <p:nvPr/>
        </p:nvSpPr>
        <p:spPr>
          <a:xfrm flipH="1">
            <a:off x="8347302" y="228701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0"/>
                </a:moveTo>
                <a:cubicBezTo>
                  <a:pt x="33" y="0"/>
                  <a:pt x="1" y="26"/>
                  <a:pt x="1" y="65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4" y="132"/>
                  <a:pt x="154" y="61"/>
                  <a:pt x="113" y="19"/>
                </a:cubicBezTo>
                <a:cubicBezTo>
                  <a:pt x="100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87" name="Google Shape;4587;p17"/>
          <p:cNvSpPr/>
          <p:nvPr/>
        </p:nvSpPr>
        <p:spPr>
          <a:xfrm flipH="1">
            <a:off x="8400447" y="228701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0"/>
                </a:moveTo>
                <a:cubicBezTo>
                  <a:pt x="33" y="0"/>
                  <a:pt x="1" y="26"/>
                  <a:pt x="1" y="65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4" y="132"/>
                  <a:pt x="154" y="61"/>
                  <a:pt x="112" y="19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88" name="Google Shape;4588;p17"/>
          <p:cNvSpPr/>
          <p:nvPr/>
        </p:nvSpPr>
        <p:spPr>
          <a:xfrm flipH="1">
            <a:off x="8453593" y="228701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7" y="0"/>
                </a:moveTo>
                <a:cubicBezTo>
                  <a:pt x="33" y="0"/>
                  <a:pt x="0" y="26"/>
                  <a:pt x="0" y="65"/>
                </a:cubicBezTo>
                <a:cubicBezTo>
                  <a:pt x="0" y="102"/>
                  <a:pt x="31" y="132"/>
                  <a:pt x="67" y="132"/>
                </a:cubicBezTo>
                <a:cubicBezTo>
                  <a:pt x="125" y="132"/>
                  <a:pt x="155" y="61"/>
                  <a:pt x="113" y="19"/>
                </a:cubicBezTo>
                <a:cubicBezTo>
                  <a:pt x="100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89" name="Google Shape;4589;p17"/>
          <p:cNvSpPr/>
          <p:nvPr/>
        </p:nvSpPr>
        <p:spPr>
          <a:xfrm flipH="1">
            <a:off x="8510511" y="228537"/>
            <a:ext cx="21652" cy="21816"/>
          </a:xfrm>
          <a:custGeom>
            <a:avLst/>
            <a:gdLst/>
            <a:ahLst/>
            <a:cxnLst/>
            <a:rect l="l" t="t" r="r" b="b"/>
            <a:pathLst>
              <a:path w="132" h="133" extrusionOk="0">
                <a:moveTo>
                  <a:pt x="66" y="1"/>
                </a:moveTo>
                <a:cubicBezTo>
                  <a:pt x="30" y="1"/>
                  <a:pt x="0" y="30"/>
                  <a:pt x="0" y="66"/>
                </a:cubicBezTo>
                <a:cubicBezTo>
                  <a:pt x="0" y="103"/>
                  <a:pt x="30" y="133"/>
                  <a:pt x="66" y="133"/>
                </a:cubicBezTo>
                <a:cubicBezTo>
                  <a:pt x="103" y="133"/>
                  <a:pt x="132" y="103"/>
                  <a:pt x="132" y="66"/>
                </a:cubicBezTo>
                <a:cubicBezTo>
                  <a:pt x="132" y="30"/>
                  <a:pt x="103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90" name="Google Shape;4590;p17"/>
          <p:cNvSpPr/>
          <p:nvPr/>
        </p:nvSpPr>
        <p:spPr>
          <a:xfrm flipH="1">
            <a:off x="8560048" y="228701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0"/>
                </a:moveTo>
                <a:cubicBezTo>
                  <a:pt x="33" y="0"/>
                  <a:pt x="0" y="27"/>
                  <a:pt x="0" y="66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24" y="132"/>
                  <a:pt x="153" y="61"/>
                  <a:pt x="112" y="19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91" name="Google Shape;4591;p17"/>
          <p:cNvSpPr/>
          <p:nvPr/>
        </p:nvSpPr>
        <p:spPr>
          <a:xfrm flipH="1">
            <a:off x="8616967" y="228537"/>
            <a:ext cx="21652" cy="21816"/>
          </a:xfrm>
          <a:custGeom>
            <a:avLst/>
            <a:gdLst/>
            <a:ahLst/>
            <a:cxnLst/>
            <a:rect l="l" t="t" r="r" b="b"/>
            <a:pathLst>
              <a:path w="132" h="133" extrusionOk="0">
                <a:moveTo>
                  <a:pt x="66" y="1"/>
                </a:moveTo>
                <a:cubicBezTo>
                  <a:pt x="30" y="1"/>
                  <a:pt x="0" y="30"/>
                  <a:pt x="0" y="66"/>
                </a:cubicBezTo>
                <a:cubicBezTo>
                  <a:pt x="0" y="103"/>
                  <a:pt x="30" y="133"/>
                  <a:pt x="66" y="133"/>
                </a:cubicBezTo>
                <a:cubicBezTo>
                  <a:pt x="102" y="133"/>
                  <a:pt x="132" y="103"/>
                  <a:pt x="132" y="66"/>
                </a:cubicBezTo>
                <a:cubicBezTo>
                  <a:pt x="132" y="30"/>
                  <a:pt x="10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92" name="Google Shape;4592;p17"/>
          <p:cNvSpPr/>
          <p:nvPr/>
        </p:nvSpPr>
        <p:spPr>
          <a:xfrm flipH="1">
            <a:off x="8666504" y="228701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0"/>
                </a:moveTo>
                <a:cubicBezTo>
                  <a:pt x="33" y="0"/>
                  <a:pt x="0" y="27"/>
                  <a:pt x="0" y="66"/>
                </a:cubicBezTo>
                <a:cubicBezTo>
                  <a:pt x="0" y="102"/>
                  <a:pt x="29" y="132"/>
                  <a:pt x="65" y="132"/>
                </a:cubicBezTo>
                <a:cubicBezTo>
                  <a:pt x="124" y="132"/>
                  <a:pt x="153" y="61"/>
                  <a:pt x="113" y="19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93" name="Google Shape;4593;p17"/>
          <p:cNvSpPr/>
          <p:nvPr/>
        </p:nvSpPr>
        <p:spPr>
          <a:xfrm flipH="1">
            <a:off x="8719649" y="228701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7" y="0"/>
                </a:moveTo>
                <a:cubicBezTo>
                  <a:pt x="33" y="0"/>
                  <a:pt x="1" y="26"/>
                  <a:pt x="1" y="65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5" y="132"/>
                  <a:pt x="154" y="61"/>
                  <a:pt x="112" y="19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94" name="Google Shape;4594;p17"/>
          <p:cNvSpPr/>
          <p:nvPr/>
        </p:nvSpPr>
        <p:spPr>
          <a:xfrm flipH="1">
            <a:off x="8776568" y="228537"/>
            <a:ext cx="21816" cy="21816"/>
          </a:xfrm>
          <a:custGeom>
            <a:avLst/>
            <a:gdLst/>
            <a:ahLst/>
            <a:cxnLst/>
            <a:rect l="l" t="t" r="r" b="b"/>
            <a:pathLst>
              <a:path w="133" h="133" extrusionOk="0">
                <a:moveTo>
                  <a:pt x="67" y="1"/>
                </a:moveTo>
                <a:cubicBezTo>
                  <a:pt x="30" y="1"/>
                  <a:pt x="1" y="30"/>
                  <a:pt x="1" y="66"/>
                </a:cubicBezTo>
                <a:cubicBezTo>
                  <a:pt x="1" y="103"/>
                  <a:pt x="30" y="133"/>
                  <a:pt x="67" y="133"/>
                </a:cubicBezTo>
                <a:cubicBezTo>
                  <a:pt x="103" y="133"/>
                  <a:pt x="132" y="103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95" name="Google Shape;4595;p17"/>
          <p:cNvSpPr/>
          <p:nvPr/>
        </p:nvSpPr>
        <p:spPr>
          <a:xfrm flipH="1">
            <a:off x="8826269" y="228701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8" y="0"/>
                </a:moveTo>
                <a:cubicBezTo>
                  <a:pt x="34" y="0"/>
                  <a:pt x="1" y="27"/>
                  <a:pt x="1" y="66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5" y="132"/>
                  <a:pt x="154" y="61"/>
                  <a:pt x="113" y="19"/>
                </a:cubicBezTo>
                <a:cubicBezTo>
                  <a:pt x="100" y="6"/>
                  <a:pt x="84" y="0"/>
                  <a:pt x="6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96" name="Google Shape;4596;p17"/>
          <p:cNvSpPr/>
          <p:nvPr/>
        </p:nvSpPr>
        <p:spPr>
          <a:xfrm flipH="1">
            <a:off x="8879414" y="228701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2"/>
                  <a:pt x="66" y="132"/>
                </a:cubicBezTo>
                <a:cubicBezTo>
                  <a:pt x="124" y="132"/>
                  <a:pt x="154" y="61"/>
                  <a:pt x="112" y="19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97" name="Google Shape;4597;p17"/>
          <p:cNvSpPr/>
          <p:nvPr/>
        </p:nvSpPr>
        <p:spPr>
          <a:xfrm flipH="1">
            <a:off x="8936169" y="228537"/>
            <a:ext cx="21816" cy="21816"/>
          </a:xfrm>
          <a:custGeom>
            <a:avLst/>
            <a:gdLst/>
            <a:ahLst/>
            <a:cxnLst/>
            <a:rect l="l" t="t" r="r" b="b"/>
            <a:pathLst>
              <a:path w="133" h="133" extrusionOk="0">
                <a:moveTo>
                  <a:pt x="67" y="1"/>
                </a:moveTo>
                <a:cubicBezTo>
                  <a:pt x="30" y="1"/>
                  <a:pt x="1" y="30"/>
                  <a:pt x="1" y="66"/>
                </a:cubicBezTo>
                <a:cubicBezTo>
                  <a:pt x="1" y="103"/>
                  <a:pt x="30" y="133"/>
                  <a:pt x="67" y="133"/>
                </a:cubicBezTo>
                <a:cubicBezTo>
                  <a:pt x="103" y="133"/>
                  <a:pt x="132" y="103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98" name="Google Shape;4598;p17"/>
          <p:cNvSpPr/>
          <p:nvPr/>
        </p:nvSpPr>
        <p:spPr>
          <a:xfrm flipH="1">
            <a:off x="8985870" y="228701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0"/>
                </a:moveTo>
                <a:cubicBezTo>
                  <a:pt x="33" y="0"/>
                  <a:pt x="0" y="26"/>
                  <a:pt x="0" y="65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24" y="132"/>
                  <a:pt x="153" y="61"/>
                  <a:pt x="112" y="19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599" name="Google Shape;4599;p17"/>
          <p:cNvSpPr/>
          <p:nvPr/>
        </p:nvSpPr>
        <p:spPr>
          <a:xfrm flipH="1">
            <a:off x="9039015" y="228701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3" y="0"/>
                  <a:pt x="0" y="26"/>
                  <a:pt x="0" y="65"/>
                </a:cubicBezTo>
                <a:cubicBezTo>
                  <a:pt x="0" y="102"/>
                  <a:pt x="30" y="132"/>
                  <a:pt x="66" y="132"/>
                </a:cubicBezTo>
                <a:cubicBezTo>
                  <a:pt x="124" y="132"/>
                  <a:pt x="153" y="61"/>
                  <a:pt x="112" y="19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00" name="Google Shape;4600;p17"/>
          <p:cNvSpPr/>
          <p:nvPr/>
        </p:nvSpPr>
        <p:spPr>
          <a:xfrm flipH="1">
            <a:off x="9095934" y="228537"/>
            <a:ext cx="21652" cy="21816"/>
          </a:xfrm>
          <a:custGeom>
            <a:avLst/>
            <a:gdLst/>
            <a:ahLst/>
            <a:cxnLst/>
            <a:rect l="l" t="t" r="r" b="b"/>
            <a:pathLst>
              <a:path w="132" h="133" extrusionOk="0">
                <a:moveTo>
                  <a:pt x="67" y="1"/>
                </a:moveTo>
                <a:cubicBezTo>
                  <a:pt x="29" y="1"/>
                  <a:pt x="0" y="30"/>
                  <a:pt x="0" y="66"/>
                </a:cubicBezTo>
                <a:cubicBezTo>
                  <a:pt x="0" y="103"/>
                  <a:pt x="29" y="133"/>
                  <a:pt x="67" y="133"/>
                </a:cubicBezTo>
                <a:cubicBezTo>
                  <a:pt x="103" y="133"/>
                  <a:pt x="132" y="103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01" name="Google Shape;4601;p17"/>
          <p:cNvSpPr/>
          <p:nvPr/>
        </p:nvSpPr>
        <p:spPr>
          <a:xfrm flipH="1">
            <a:off x="7924925" y="175391"/>
            <a:ext cx="25589" cy="21652"/>
          </a:xfrm>
          <a:custGeom>
            <a:avLst/>
            <a:gdLst/>
            <a:ahLst/>
            <a:cxnLst/>
            <a:rect l="l" t="t" r="r" b="b"/>
            <a:pathLst>
              <a:path w="156" h="132" extrusionOk="0">
                <a:moveTo>
                  <a:pt x="89" y="1"/>
                </a:moveTo>
                <a:cubicBezTo>
                  <a:pt x="30" y="1"/>
                  <a:pt x="1" y="72"/>
                  <a:pt x="43" y="112"/>
                </a:cubicBezTo>
                <a:cubicBezTo>
                  <a:pt x="56" y="126"/>
                  <a:pt x="73" y="132"/>
                  <a:pt x="89" y="132"/>
                </a:cubicBezTo>
                <a:cubicBezTo>
                  <a:pt x="123" y="132"/>
                  <a:pt x="155" y="106"/>
                  <a:pt x="155" y="66"/>
                </a:cubicBezTo>
                <a:cubicBezTo>
                  <a:pt x="155" y="30"/>
                  <a:pt x="126" y="1"/>
                  <a:pt x="8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02" name="Google Shape;4602;p17"/>
          <p:cNvSpPr/>
          <p:nvPr/>
        </p:nvSpPr>
        <p:spPr>
          <a:xfrm flipH="1">
            <a:off x="7978399" y="175391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89" y="1"/>
                </a:moveTo>
                <a:cubicBezTo>
                  <a:pt x="30" y="1"/>
                  <a:pt x="1" y="72"/>
                  <a:pt x="43" y="112"/>
                </a:cubicBezTo>
                <a:cubicBezTo>
                  <a:pt x="56" y="126"/>
                  <a:pt x="72" y="132"/>
                  <a:pt x="88" y="132"/>
                </a:cubicBezTo>
                <a:cubicBezTo>
                  <a:pt x="122" y="132"/>
                  <a:pt x="154" y="106"/>
                  <a:pt x="154" y="66"/>
                </a:cubicBezTo>
                <a:cubicBezTo>
                  <a:pt x="154" y="30"/>
                  <a:pt x="125" y="1"/>
                  <a:pt x="8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03" name="Google Shape;4603;p17"/>
          <p:cNvSpPr/>
          <p:nvPr/>
        </p:nvSpPr>
        <p:spPr>
          <a:xfrm flipH="1">
            <a:off x="8031544" y="175391"/>
            <a:ext cx="21652" cy="21652"/>
          </a:xfrm>
          <a:custGeom>
            <a:avLst/>
            <a:gdLst/>
            <a:ahLst/>
            <a:cxnLst/>
            <a:rect l="l" t="t" r="r" b="b"/>
            <a:pathLst>
              <a:path w="132" h="132" extrusionOk="0">
                <a:moveTo>
                  <a:pt x="67" y="1"/>
                </a:moveTo>
                <a:cubicBezTo>
                  <a:pt x="29" y="1"/>
                  <a:pt x="0" y="30"/>
                  <a:pt x="0" y="66"/>
                </a:cubicBezTo>
                <a:cubicBezTo>
                  <a:pt x="0" y="102"/>
                  <a:pt x="29" y="131"/>
                  <a:pt x="67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04" name="Google Shape;4604;p17"/>
          <p:cNvSpPr/>
          <p:nvPr/>
        </p:nvSpPr>
        <p:spPr>
          <a:xfrm flipH="1">
            <a:off x="8081081" y="175391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2" y="0"/>
                  <a:pt x="0" y="27"/>
                  <a:pt x="0" y="66"/>
                </a:cubicBezTo>
                <a:cubicBezTo>
                  <a:pt x="0" y="102"/>
                  <a:pt x="29" y="133"/>
                  <a:pt x="65" y="133"/>
                </a:cubicBezTo>
                <a:cubicBezTo>
                  <a:pt x="124" y="133"/>
                  <a:pt x="153" y="62"/>
                  <a:pt x="112" y="20"/>
                </a:cubicBezTo>
                <a:cubicBezTo>
                  <a:pt x="98" y="7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05" name="Google Shape;4605;p17"/>
          <p:cNvSpPr/>
          <p:nvPr/>
        </p:nvSpPr>
        <p:spPr>
          <a:xfrm flipH="1">
            <a:off x="8134227" y="175391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5" y="0"/>
                </a:moveTo>
                <a:cubicBezTo>
                  <a:pt x="32" y="0"/>
                  <a:pt x="0" y="27"/>
                  <a:pt x="0" y="66"/>
                </a:cubicBezTo>
                <a:cubicBezTo>
                  <a:pt x="0" y="102"/>
                  <a:pt x="29" y="131"/>
                  <a:pt x="65" y="133"/>
                </a:cubicBezTo>
                <a:cubicBezTo>
                  <a:pt x="124" y="133"/>
                  <a:pt x="153" y="62"/>
                  <a:pt x="111" y="20"/>
                </a:cubicBezTo>
                <a:cubicBezTo>
                  <a:pt x="98" y="7"/>
                  <a:pt x="82" y="0"/>
                  <a:pt x="6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06" name="Google Shape;4606;p17"/>
          <p:cNvSpPr/>
          <p:nvPr/>
        </p:nvSpPr>
        <p:spPr>
          <a:xfrm flipH="1">
            <a:off x="8191145" y="175391"/>
            <a:ext cx="21816" cy="21652"/>
          </a:xfrm>
          <a:custGeom>
            <a:avLst/>
            <a:gdLst/>
            <a:ahLst/>
            <a:cxnLst/>
            <a:rect l="l" t="t" r="r" b="b"/>
            <a:pathLst>
              <a:path w="133" h="132" extrusionOk="0">
                <a:moveTo>
                  <a:pt x="67" y="1"/>
                </a:moveTo>
                <a:cubicBezTo>
                  <a:pt x="30" y="1"/>
                  <a:pt x="1" y="30"/>
                  <a:pt x="1" y="66"/>
                </a:cubicBezTo>
                <a:cubicBezTo>
                  <a:pt x="1" y="102"/>
                  <a:pt x="30" y="131"/>
                  <a:pt x="67" y="131"/>
                </a:cubicBezTo>
                <a:cubicBezTo>
                  <a:pt x="103" y="131"/>
                  <a:pt x="133" y="102"/>
                  <a:pt x="133" y="66"/>
                </a:cubicBezTo>
                <a:cubicBezTo>
                  <a:pt x="133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07" name="Google Shape;4607;p17"/>
          <p:cNvSpPr/>
          <p:nvPr/>
        </p:nvSpPr>
        <p:spPr>
          <a:xfrm flipH="1">
            <a:off x="8240846" y="175391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7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3"/>
                  <a:pt x="66" y="133"/>
                </a:cubicBezTo>
                <a:cubicBezTo>
                  <a:pt x="125" y="133"/>
                  <a:pt x="154" y="62"/>
                  <a:pt x="112" y="20"/>
                </a:cubicBezTo>
                <a:cubicBezTo>
                  <a:pt x="99" y="7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08" name="Google Shape;4608;p17"/>
          <p:cNvSpPr/>
          <p:nvPr/>
        </p:nvSpPr>
        <p:spPr>
          <a:xfrm flipH="1">
            <a:off x="8293992" y="175391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1"/>
                  <a:pt x="66" y="133"/>
                </a:cubicBezTo>
                <a:cubicBezTo>
                  <a:pt x="125" y="133"/>
                  <a:pt x="154" y="62"/>
                  <a:pt x="112" y="20"/>
                </a:cubicBezTo>
                <a:cubicBezTo>
                  <a:pt x="99" y="7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09" name="Google Shape;4609;p17"/>
          <p:cNvSpPr/>
          <p:nvPr/>
        </p:nvSpPr>
        <p:spPr>
          <a:xfrm flipH="1">
            <a:off x="8347302" y="175391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7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1"/>
                  <a:pt x="66" y="133"/>
                </a:cubicBezTo>
                <a:cubicBezTo>
                  <a:pt x="124" y="133"/>
                  <a:pt x="154" y="62"/>
                  <a:pt x="113" y="20"/>
                </a:cubicBezTo>
                <a:cubicBezTo>
                  <a:pt x="100" y="7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10" name="Google Shape;4610;p17"/>
          <p:cNvSpPr/>
          <p:nvPr/>
        </p:nvSpPr>
        <p:spPr>
          <a:xfrm flipH="1">
            <a:off x="8400447" y="175391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1"/>
                  <a:pt x="66" y="133"/>
                </a:cubicBezTo>
                <a:cubicBezTo>
                  <a:pt x="124" y="133"/>
                  <a:pt x="154" y="62"/>
                  <a:pt x="112" y="20"/>
                </a:cubicBezTo>
                <a:cubicBezTo>
                  <a:pt x="99" y="7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11" name="Google Shape;4611;p17"/>
          <p:cNvSpPr/>
          <p:nvPr/>
        </p:nvSpPr>
        <p:spPr>
          <a:xfrm flipH="1">
            <a:off x="8453593" y="175391"/>
            <a:ext cx="25425" cy="21816"/>
          </a:xfrm>
          <a:custGeom>
            <a:avLst/>
            <a:gdLst/>
            <a:ahLst/>
            <a:cxnLst/>
            <a:rect l="l" t="t" r="r" b="b"/>
            <a:pathLst>
              <a:path w="155" h="133" extrusionOk="0">
                <a:moveTo>
                  <a:pt x="67" y="0"/>
                </a:moveTo>
                <a:cubicBezTo>
                  <a:pt x="33" y="0"/>
                  <a:pt x="0" y="27"/>
                  <a:pt x="0" y="66"/>
                </a:cubicBezTo>
                <a:cubicBezTo>
                  <a:pt x="0" y="102"/>
                  <a:pt x="31" y="131"/>
                  <a:pt x="67" y="133"/>
                </a:cubicBezTo>
                <a:cubicBezTo>
                  <a:pt x="125" y="133"/>
                  <a:pt x="155" y="62"/>
                  <a:pt x="113" y="20"/>
                </a:cubicBezTo>
                <a:cubicBezTo>
                  <a:pt x="99" y="7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12" name="Google Shape;4612;p17"/>
          <p:cNvSpPr/>
          <p:nvPr/>
        </p:nvSpPr>
        <p:spPr>
          <a:xfrm flipH="1">
            <a:off x="8510511" y="175391"/>
            <a:ext cx="21652" cy="21652"/>
          </a:xfrm>
          <a:custGeom>
            <a:avLst/>
            <a:gdLst/>
            <a:ahLst/>
            <a:cxnLst/>
            <a:rect l="l" t="t" r="r" b="b"/>
            <a:pathLst>
              <a:path w="132" h="132" extrusionOk="0">
                <a:moveTo>
                  <a:pt x="66" y="1"/>
                </a:moveTo>
                <a:cubicBezTo>
                  <a:pt x="30" y="1"/>
                  <a:pt x="0" y="30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13" name="Google Shape;4613;p17"/>
          <p:cNvSpPr/>
          <p:nvPr/>
        </p:nvSpPr>
        <p:spPr>
          <a:xfrm flipH="1">
            <a:off x="8560048" y="175391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2" y="0"/>
                  <a:pt x="0" y="27"/>
                  <a:pt x="0" y="66"/>
                </a:cubicBezTo>
                <a:cubicBezTo>
                  <a:pt x="0" y="102"/>
                  <a:pt x="30" y="131"/>
                  <a:pt x="66" y="133"/>
                </a:cubicBezTo>
                <a:cubicBezTo>
                  <a:pt x="124" y="133"/>
                  <a:pt x="153" y="62"/>
                  <a:pt x="112" y="20"/>
                </a:cubicBezTo>
                <a:cubicBezTo>
                  <a:pt x="98" y="7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14" name="Google Shape;4614;p17"/>
          <p:cNvSpPr/>
          <p:nvPr/>
        </p:nvSpPr>
        <p:spPr>
          <a:xfrm flipH="1">
            <a:off x="8616967" y="175391"/>
            <a:ext cx="21652" cy="21652"/>
          </a:xfrm>
          <a:custGeom>
            <a:avLst/>
            <a:gdLst/>
            <a:ahLst/>
            <a:cxnLst/>
            <a:rect l="l" t="t" r="r" b="b"/>
            <a:pathLst>
              <a:path w="132" h="132" extrusionOk="0">
                <a:moveTo>
                  <a:pt x="66" y="1"/>
                </a:moveTo>
                <a:cubicBezTo>
                  <a:pt x="30" y="1"/>
                  <a:pt x="0" y="30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02" y="131"/>
                  <a:pt x="132" y="102"/>
                  <a:pt x="132" y="66"/>
                </a:cubicBezTo>
                <a:cubicBezTo>
                  <a:pt x="132" y="30"/>
                  <a:pt x="10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15" name="Google Shape;4615;p17"/>
          <p:cNvSpPr/>
          <p:nvPr/>
        </p:nvSpPr>
        <p:spPr>
          <a:xfrm flipH="1">
            <a:off x="8666504" y="175391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2" y="0"/>
                  <a:pt x="0" y="27"/>
                  <a:pt x="0" y="66"/>
                </a:cubicBezTo>
                <a:cubicBezTo>
                  <a:pt x="0" y="102"/>
                  <a:pt x="29" y="133"/>
                  <a:pt x="65" y="133"/>
                </a:cubicBezTo>
                <a:cubicBezTo>
                  <a:pt x="124" y="131"/>
                  <a:pt x="153" y="62"/>
                  <a:pt x="113" y="20"/>
                </a:cubicBezTo>
                <a:cubicBezTo>
                  <a:pt x="99" y="7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16" name="Google Shape;4616;p17"/>
          <p:cNvSpPr/>
          <p:nvPr/>
        </p:nvSpPr>
        <p:spPr>
          <a:xfrm flipH="1">
            <a:off x="8719649" y="175391"/>
            <a:ext cx="25425" cy="21816"/>
          </a:xfrm>
          <a:custGeom>
            <a:avLst/>
            <a:gdLst/>
            <a:ahLst/>
            <a:cxnLst/>
            <a:rect l="l" t="t" r="r" b="b"/>
            <a:pathLst>
              <a:path w="155" h="133" extrusionOk="0">
                <a:moveTo>
                  <a:pt x="66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1"/>
                  <a:pt x="66" y="133"/>
                </a:cubicBezTo>
                <a:cubicBezTo>
                  <a:pt x="125" y="133"/>
                  <a:pt x="154" y="62"/>
                  <a:pt x="112" y="20"/>
                </a:cubicBezTo>
                <a:cubicBezTo>
                  <a:pt x="99" y="7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17" name="Google Shape;4617;p17"/>
          <p:cNvSpPr/>
          <p:nvPr/>
        </p:nvSpPr>
        <p:spPr>
          <a:xfrm flipH="1">
            <a:off x="8776568" y="175391"/>
            <a:ext cx="21816" cy="21652"/>
          </a:xfrm>
          <a:custGeom>
            <a:avLst/>
            <a:gdLst/>
            <a:ahLst/>
            <a:cxnLst/>
            <a:rect l="l" t="t" r="r" b="b"/>
            <a:pathLst>
              <a:path w="133" h="132" extrusionOk="0">
                <a:moveTo>
                  <a:pt x="67" y="1"/>
                </a:moveTo>
                <a:cubicBezTo>
                  <a:pt x="30" y="1"/>
                  <a:pt x="1" y="30"/>
                  <a:pt x="1" y="66"/>
                </a:cubicBezTo>
                <a:cubicBezTo>
                  <a:pt x="1" y="102"/>
                  <a:pt x="30" y="131"/>
                  <a:pt x="67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18" name="Google Shape;4618;p17"/>
          <p:cNvSpPr/>
          <p:nvPr/>
        </p:nvSpPr>
        <p:spPr>
          <a:xfrm flipH="1">
            <a:off x="8826269" y="175391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7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3"/>
                  <a:pt x="66" y="133"/>
                </a:cubicBezTo>
                <a:cubicBezTo>
                  <a:pt x="125" y="133"/>
                  <a:pt x="154" y="62"/>
                  <a:pt x="113" y="20"/>
                </a:cubicBezTo>
                <a:cubicBezTo>
                  <a:pt x="100" y="7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19" name="Google Shape;4619;p17"/>
          <p:cNvSpPr/>
          <p:nvPr/>
        </p:nvSpPr>
        <p:spPr>
          <a:xfrm flipH="1">
            <a:off x="8879414" y="175391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1"/>
                  <a:pt x="66" y="133"/>
                </a:cubicBezTo>
                <a:cubicBezTo>
                  <a:pt x="124" y="133"/>
                  <a:pt x="154" y="62"/>
                  <a:pt x="112" y="20"/>
                </a:cubicBezTo>
                <a:cubicBezTo>
                  <a:pt x="99" y="7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20" name="Google Shape;4620;p17"/>
          <p:cNvSpPr/>
          <p:nvPr/>
        </p:nvSpPr>
        <p:spPr>
          <a:xfrm flipH="1">
            <a:off x="8936169" y="175391"/>
            <a:ext cx="21816" cy="21652"/>
          </a:xfrm>
          <a:custGeom>
            <a:avLst/>
            <a:gdLst/>
            <a:ahLst/>
            <a:cxnLst/>
            <a:rect l="l" t="t" r="r" b="b"/>
            <a:pathLst>
              <a:path w="133" h="132" extrusionOk="0">
                <a:moveTo>
                  <a:pt x="67" y="1"/>
                </a:moveTo>
                <a:cubicBezTo>
                  <a:pt x="30" y="1"/>
                  <a:pt x="1" y="30"/>
                  <a:pt x="1" y="66"/>
                </a:cubicBezTo>
                <a:cubicBezTo>
                  <a:pt x="1" y="102"/>
                  <a:pt x="30" y="131"/>
                  <a:pt x="67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21" name="Google Shape;4621;p17"/>
          <p:cNvSpPr/>
          <p:nvPr/>
        </p:nvSpPr>
        <p:spPr>
          <a:xfrm flipH="1">
            <a:off x="8985870" y="175391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3" y="0"/>
                  <a:pt x="0" y="27"/>
                  <a:pt x="0" y="66"/>
                </a:cubicBezTo>
                <a:cubicBezTo>
                  <a:pt x="0" y="102"/>
                  <a:pt x="30" y="131"/>
                  <a:pt x="66" y="133"/>
                </a:cubicBezTo>
                <a:cubicBezTo>
                  <a:pt x="124" y="133"/>
                  <a:pt x="153" y="62"/>
                  <a:pt x="112" y="20"/>
                </a:cubicBezTo>
                <a:cubicBezTo>
                  <a:pt x="99" y="7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22" name="Google Shape;4622;p17"/>
          <p:cNvSpPr/>
          <p:nvPr/>
        </p:nvSpPr>
        <p:spPr>
          <a:xfrm flipH="1">
            <a:off x="9039015" y="175391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2" y="0"/>
                  <a:pt x="0" y="27"/>
                  <a:pt x="0" y="66"/>
                </a:cubicBezTo>
                <a:cubicBezTo>
                  <a:pt x="0" y="102"/>
                  <a:pt x="30" y="131"/>
                  <a:pt x="66" y="133"/>
                </a:cubicBezTo>
                <a:cubicBezTo>
                  <a:pt x="124" y="133"/>
                  <a:pt x="153" y="62"/>
                  <a:pt x="112" y="20"/>
                </a:cubicBezTo>
                <a:cubicBezTo>
                  <a:pt x="98" y="7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23" name="Google Shape;4623;p17"/>
          <p:cNvSpPr/>
          <p:nvPr/>
        </p:nvSpPr>
        <p:spPr>
          <a:xfrm flipH="1">
            <a:off x="9095934" y="175391"/>
            <a:ext cx="21652" cy="21652"/>
          </a:xfrm>
          <a:custGeom>
            <a:avLst/>
            <a:gdLst/>
            <a:ahLst/>
            <a:cxnLst/>
            <a:rect l="l" t="t" r="r" b="b"/>
            <a:pathLst>
              <a:path w="132" h="132" extrusionOk="0">
                <a:moveTo>
                  <a:pt x="67" y="1"/>
                </a:moveTo>
                <a:cubicBezTo>
                  <a:pt x="29" y="1"/>
                  <a:pt x="0" y="30"/>
                  <a:pt x="0" y="66"/>
                </a:cubicBezTo>
                <a:cubicBezTo>
                  <a:pt x="0" y="102"/>
                  <a:pt x="29" y="131"/>
                  <a:pt x="67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24" name="Google Shape;4624;p17"/>
          <p:cNvSpPr/>
          <p:nvPr/>
        </p:nvSpPr>
        <p:spPr>
          <a:xfrm flipH="1">
            <a:off x="7924925" y="122245"/>
            <a:ext cx="25589" cy="21652"/>
          </a:xfrm>
          <a:custGeom>
            <a:avLst/>
            <a:gdLst/>
            <a:ahLst/>
            <a:cxnLst/>
            <a:rect l="l" t="t" r="r" b="b"/>
            <a:pathLst>
              <a:path w="156" h="132" extrusionOk="0">
                <a:moveTo>
                  <a:pt x="89" y="1"/>
                </a:moveTo>
                <a:cubicBezTo>
                  <a:pt x="30" y="1"/>
                  <a:pt x="1" y="71"/>
                  <a:pt x="43" y="112"/>
                </a:cubicBezTo>
                <a:cubicBezTo>
                  <a:pt x="56" y="126"/>
                  <a:pt x="73" y="132"/>
                  <a:pt x="89" y="132"/>
                </a:cubicBezTo>
                <a:cubicBezTo>
                  <a:pt x="123" y="132"/>
                  <a:pt x="155" y="106"/>
                  <a:pt x="155" y="66"/>
                </a:cubicBezTo>
                <a:cubicBezTo>
                  <a:pt x="155" y="30"/>
                  <a:pt x="126" y="1"/>
                  <a:pt x="8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25" name="Google Shape;4625;p17"/>
          <p:cNvSpPr/>
          <p:nvPr/>
        </p:nvSpPr>
        <p:spPr>
          <a:xfrm flipH="1">
            <a:off x="7978399" y="12224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89" y="1"/>
                </a:moveTo>
                <a:cubicBezTo>
                  <a:pt x="30" y="1"/>
                  <a:pt x="1" y="71"/>
                  <a:pt x="43" y="112"/>
                </a:cubicBezTo>
                <a:cubicBezTo>
                  <a:pt x="56" y="126"/>
                  <a:pt x="72" y="132"/>
                  <a:pt x="88" y="132"/>
                </a:cubicBezTo>
                <a:cubicBezTo>
                  <a:pt x="122" y="132"/>
                  <a:pt x="154" y="106"/>
                  <a:pt x="154" y="66"/>
                </a:cubicBezTo>
                <a:cubicBezTo>
                  <a:pt x="154" y="30"/>
                  <a:pt x="125" y="1"/>
                  <a:pt x="8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26" name="Google Shape;4626;p17"/>
          <p:cNvSpPr/>
          <p:nvPr/>
        </p:nvSpPr>
        <p:spPr>
          <a:xfrm flipH="1">
            <a:off x="8027772" y="122245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6" y="0"/>
                </a:moveTo>
                <a:cubicBezTo>
                  <a:pt x="33" y="0"/>
                  <a:pt x="0" y="27"/>
                  <a:pt x="0" y="66"/>
                </a:cubicBezTo>
                <a:cubicBezTo>
                  <a:pt x="0" y="102"/>
                  <a:pt x="29" y="131"/>
                  <a:pt x="67" y="131"/>
                </a:cubicBezTo>
                <a:cubicBezTo>
                  <a:pt x="125" y="131"/>
                  <a:pt x="154" y="60"/>
                  <a:pt x="113" y="20"/>
                </a:cubicBezTo>
                <a:cubicBezTo>
                  <a:pt x="99" y="6"/>
                  <a:pt x="83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27" name="Google Shape;4627;p17"/>
          <p:cNvSpPr/>
          <p:nvPr/>
        </p:nvSpPr>
        <p:spPr>
          <a:xfrm flipH="1">
            <a:off x="8081081" y="12224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2" y="0"/>
                  <a:pt x="0" y="27"/>
                  <a:pt x="0" y="66"/>
                </a:cubicBezTo>
                <a:cubicBezTo>
                  <a:pt x="0" y="102"/>
                  <a:pt x="29" y="131"/>
                  <a:pt x="65" y="131"/>
                </a:cubicBezTo>
                <a:cubicBezTo>
                  <a:pt x="124" y="131"/>
                  <a:pt x="153" y="60"/>
                  <a:pt x="112" y="20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28" name="Google Shape;4628;p17"/>
          <p:cNvSpPr/>
          <p:nvPr/>
        </p:nvSpPr>
        <p:spPr>
          <a:xfrm flipH="1">
            <a:off x="8134227" y="12224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5" y="0"/>
                </a:moveTo>
                <a:cubicBezTo>
                  <a:pt x="32" y="0"/>
                  <a:pt x="0" y="27"/>
                  <a:pt x="0" y="66"/>
                </a:cubicBezTo>
                <a:cubicBezTo>
                  <a:pt x="0" y="102"/>
                  <a:pt x="29" y="131"/>
                  <a:pt x="65" y="131"/>
                </a:cubicBezTo>
                <a:cubicBezTo>
                  <a:pt x="124" y="131"/>
                  <a:pt x="153" y="60"/>
                  <a:pt x="111" y="20"/>
                </a:cubicBezTo>
                <a:cubicBezTo>
                  <a:pt x="98" y="6"/>
                  <a:pt x="82" y="0"/>
                  <a:pt x="6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29" name="Google Shape;4629;p17"/>
          <p:cNvSpPr/>
          <p:nvPr/>
        </p:nvSpPr>
        <p:spPr>
          <a:xfrm flipH="1">
            <a:off x="8187373" y="122245"/>
            <a:ext cx="25589" cy="21652"/>
          </a:xfrm>
          <a:custGeom>
            <a:avLst/>
            <a:gdLst/>
            <a:ahLst/>
            <a:cxnLst/>
            <a:rect l="l" t="t" r="r" b="b"/>
            <a:pathLst>
              <a:path w="156" h="132" extrusionOk="0">
                <a:moveTo>
                  <a:pt x="67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1"/>
                  <a:pt x="67" y="131"/>
                </a:cubicBezTo>
                <a:cubicBezTo>
                  <a:pt x="125" y="131"/>
                  <a:pt x="155" y="60"/>
                  <a:pt x="113" y="20"/>
                </a:cubicBezTo>
                <a:cubicBezTo>
                  <a:pt x="100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30" name="Google Shape;4630;p17"/>
          <p:cNvSpPr/>
          <p:nvPr/>
        </p:nvSpPr>
        <p:spPr>
          <a:xfrm flipH="1">
            <a:off x="8240846" y="12224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5" y="131"/>
                  <a:pt x="154" y="60"/>
                  <a:pt x="112" y="20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31" name="Google Shape;4631;p17"/>
          <p:cNvSpPr/>
          <p:nvPr/>
        </p:nvSpPr>
        <p:spPr>
          <a:xfrm flipH="1">
            <a:off x="8293992" y="12224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5" y="131"/>
                  <a:pt x="154" y="60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32" name="Google Shape;4632;p17"/>
          <p:cNvSpPr/>
          <p:nvPr/>
        </p:nvSpPr>
        <p:spPr>
          <a:xfrm flipH="1">
            <a:off x="8347302" y="12224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4" y="131"/>
                  <a:pt x="154" y="60"/>
                  <a:pt x="113" y="20"/>
                </a:cubicBezTo>
                <a:cubicBezTo>
                  <a:pt x="100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33" name="Google Shape;4633;p17"/>
          <p:cNvSpPr/>
          <p:nvPr/>
        </p:nvSpPr>
        <p:spPr>
          <a:xfrm flipH="1">
            <a:off x="8400447" y="12224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4" y="131"/>
                  <a:pt x="154" y="60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34" name="Google Shape;4634;p17"/>
          <p:cNvSpPr/>
          <p:nvPr/>
        </p:nvSpPr>
        <p:spPr>
          <a:xfrm flipH="1">
            <a:off x="8453593" y="122245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7" y="0"/>
                </a:moveTo>
                <a:cubicBezTo>
                  <a:pt x="33" y="0"/>
                  <a:pt x="0" y="27"/>
                  <a:pt x="0" y="66"/>
                </a:cubicBezTo>
                <a:cubicBezTo>
                  <a:pt x="0" y="102"/>
                  <a:pt x="31" y="131"/>
                  <a:pt x="67" y="131"/>
                </a:cubicBezTo>
                <a:cubicBezTo>
                  <a:pt x="125" y="131"/>
                  <a:pt x="155" y="60"/>
                  <a:pt x="113" y="20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35" name="Google Shape;4635;p17"/>
          <p:cNvSpPr/>
          <p:nvPr/>
        </p:nvSpPr>
        <p:spPr>
          <a:xfrm flipH="1">
            <a:off x="8506903" y="12224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3" y="0"/>
                  <a:pt x="0" y="27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24" y="131"/>
                  <a:pt x="153" y="60"/>
                  <a:pt x="113" y="20"/>
                </a:cubicBezTo>
                <a:cubicBezTo>
                  <a:pt x="99" y="6"/>
                  <a:pt x="83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36" name="Google Shape;4636;p17"/>
          <p:cNvSpPr/>
          <p:nvPr/>
        </p:nvSpPr>
        <p:spPr>
          <a:xfrm flipH="1">
            <a:off x="8560048" y="12224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2" y="0"/>
                  <a:pt x="0" y="27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24" y="131"/>
                  <a:pt x="153" y="60"/>
                  <a:pt x="112" y="20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37" name="Google Shape;4637;p17"/>
          <p:cNvSpPr/>
          <p:nvPr/>
        </p:nvSpPr>
        <p:spPr>
          <a:xfrm flipH="1">
            <a:off x="8613194" y="122245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6" y="0"/>
                </a:moveTo>
                <a:cubicBezTo>
                  <a:pt x="32" y="0"/>
                  <a:pt x="0" y="27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25" y="131"/>
                  <a:pt x="154" y="60"/>
                  <a:pt x="113" y="20"/>
                </a:cubicBezTo>
                <a:cubicBezTo>
                  <a:pt x="99" y="6"/>
                  <a:pt x="83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38" name="Google Shape;4638;p17"/>
          <p:cNvSpPr/>
          <p:nvPr/>
        </p:nvSpPr>
        <p:spPr>
          <a:xfrm flipH="1">
            <a:off x="8666504" y="12224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2" y="0"/>
                  <a:pt x="0" y="27"/>
                  <a:pt x="0" y="66"/>
                </a:cubicBezTo>
                <a:cubicBezTo>
                  <a:pt x="0" y="102"/>
                  <a:pt x="29" y="131"/>
                  <a:pt x="65" y="131"/>
                </a:cubicBezTo>
                <a:cubicBezTo>
                  <a:pt x="124" y="131"/>
                  <a:pt x="153" y="60"/>
                  <a:pt x="113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39" name="Google Shape;4639;p17"/>
          <p:cNvSpPr/>
          <p:nvPr/>
        </p:nvSpPr>
        <p:spPr>
          <a:xfrm flipH="1">
            <a:off x="8719649" y="122245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6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5" y="131"/>
                  <a:pt x="154" y="60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40" name="Google Shape;4640;p17"/>
          <p:cNvSpPr/>
          <p:nvPr/>
        </p:nvSpPr>
        <p:spPr>
          <a:xfrm flipH="1">
            <a:off x="8772959" y="122245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7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1"/>
                  <a:pt x="67" y="131"/>
                </a:cubicBezTo>
                <a:cubicBezTo>
                  <a:pt x="126" y="131"/>
                  <a:pt x="155" y="60"/>
                  <a:pt x="113" y="20"/>
                </a:cubicBezTo>
                <a:cubicBezTo>
                  <a:pt x="100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41" name="Google Shape;4641;p17"/>
          <p:cNvSpPr/>
          <p:nvPr/>
        </p:nvSpPr>
        <p:spPr>
          <a:xfrm flipH="1">
            <a:off x="8826269" y="12224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5" y="131"/>
                  <a:pt x="154" y="60"/>
                  <a:pt x="113" y="20"/>
                </a:cubicBezTo>
                <a:cubicBezTo>
                  <a:pt x="100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42" name="Google Shape;4642;p17"/>
          <p:cNvSpPr/>
          <p:nvPr/>
        </p:nvSpPr>
        <p:spPr>
          <a:xfrm flipH="1">
            <a:off x="8879414" y="12224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4" y="131"/>
                  <a:pt x="154" y="60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43" name="Google Shape;4643;p17"/>
          <p:cNvSpPr/>
          <p:nvPr/>
        </p:nvSpPr>
        <p:spPr>
          <a:xfrm flipH="1">
            <a:off x="8932560" y="122245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7" y="0"/>
                </a:moveTo>
                <a:cubicBezTo>
                  <a:pt x="33" y="0"/>
                  <a:pt x="1" y="27"/>
                  <a:pt x="1" y="66"/>
                </a:cubicBezTo>
                <a:cubicBezTo>
                  <a:pt x="1" y="102"/>
                  <a:pt x="30" y="131"/>
                  <a:pt x="67" y="131"/>
                </a:cubicBezTo>
                <a:cubicBezTo>
                  <a:pt x="125" y="131"/>
                  <a:pt x="155" y="60"/>
                  <a:pt x="113" y="20"/>
                </a:cubicBezTo>
                <a:cubicBezTo>
                  <a:pt x="100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44" name="Google Shape;4644;p17"/>
          <p:cNvSpPr/>
          <p:nvPr/>
        </p:nvSpPr>
        <p:spPr>
          <a:xfrm flipH="1">
            <a:off x="8985870" y="12224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3" y="0"/>
                  <a:pt x="0" y="27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24" y="131"/>
                  <a:pt x="153" y="60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45" name="Google Shape;4645;p17"/>
          <p:cNvSpPr/>
          <p:nvPr/>
        </p:nvSpPr>
        <p:spPr>
          <a:xfrm flipH="1">
            <a:off x="9039015" y="12224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2" y="0"/>
                  <a:pt x="0" y="27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24" y="131"/>
                  <a:pt x="153" y="60"/>
                  <a:pt x="112" y="20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46" name="Google Shape;4646;p17"/>
          <p:cNvSpPr/>
          <p:nvPr/>
        </p:nvSpPr>
        <p:spPr>
          <a:xfrm flipH="1">
            <a:off x="9092325" y="12224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3" y="0"/>
                  <a:pt x="0" y="27"/>
                  <a:pt x="0" y="66"/>
                </a:cubicBezTo>
                <a:cubicBezTo>
                  <a:pt x="0" y="102"/>
                  <a:pt x="29" y="131"/>
                  <a:pt x="67" y="131"/>
                </a:cubicBezTo>
                <a:cubicBezTo>
                  <a:pt x="124" y="131"/>
                  <a:pt x="153" y="60"/>
                  <a:pt x="113" y="20"/>
                </a:cubicBezTo>
                <a:cubicBezTo>
                  <a:pt x="99" y="6"/>
                  <a:pt x="83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47" name="Google Shape;4647;p17"/>
          <p:cNvSpPr/>
          <p:nvPr/>
        </p:nvSpPr>
        <p:spPr>
          <a:xfrm flipH="1">
            <a:off x="7924925" y="68935"/>
            <a:ext cx="25589" cy="21652"/>
          </a:xfrm>
          <a:custGeom>
            <a:avLst/>
            <a:gdLst/>
            <a:ahLst/>
            <a:cxnLst/>
            <a:rect l="l" t="t" r="r" b="b"/>
            <a:pathLst>
              <a:path w="156" h="132" extrusionOk="0">
                <a:moveTo>
                  <a:pt x="89" y="1"/>
                </a:moveTo>
                <a:cubicBezTo>
                  <a:pt x="30" y="1"/>
                  <a:pt x="1" y="72"/>
                  <a:pt x="43" y="113"/>
                </a:cubicBezTo>
                <a:cubicBezTo>
                  <a:pt x="56" y="126"/>
                  <a:pt x="72" y="132"/>
                  <a:pt x="88" y="132"/>
                </a:cubicBezTo>
                <a:cubicBezTo>
                  <a:pt x="122" y="132"/>
                  <a:pt x="155" y="106"/>
                  <a:pt x="155" y="66"/>
                </a:cubicBezTo>
                <a:cubicBezTo>
                  <a:pt x="155" y="30"/>
                  <a:pt x="126" y="1"/>
                  <a:pt x="8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48" name="Google Shape;4648;p17"/>
          <p:cNvSpPr/>
          <p:nvPr/>
        </p:nvSpPr>
        <p:spPr>
          <a:xfrm flipH="1">
            <a:off x="7978399" y="68935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89" y="1"/>
                </a:moveTo>
                <a:cubicBezTo>
                  <a:pt x="30" y="1"/>
                  <a:pt x="1" y="72"/>
                  <a:pt x="43" y="113"/>
                </a:cubicBezTo>
                <a:cubicBezTo>
                  <a:pt x="55" y="126"/>
                  <a:pt x="72" y="132"/>
                  <a:pt x="87" y="132"/>
                </a:cubicBezTo>
                <a:cubicBezTo>
                  <a:pt x="121" y="132"/>
                  <a:pt x="154" y="106"/>
                  <a:pt x="154" y="66"/>
                </a:cubicBezTo>
                <a:cubicBezTo>
                  <a:pt x="154" y="30"/>
                  <a:pt x="125" y="1"/>
                  <a:pt x="8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49" name="Google Shape;4649;p17"/>
          <p:cNvSpPr/>
          <p:nvPr/>
        </p:nvSpPr>
        <p:spPr>
          <a:xfrm flipH="1">
            <a:off x="8031544" y="68935"/>
            <a:ext cx="21652" cy="21816"/>
          </a:xfrm>
          <a:custGeom>
            <a:avLst/>
            <a:gdLst/>
            <a:ahLst/>
            <a:cxnLst/>
            <a:rect l="l" t="t" r="r" b="b"/>
            <a:pathLst>
              <a:path w="132" h="133" extrusionOk="0">
                <a:moveTo>
                  <a:pt x="67" y="1"/>
                </a:moveTo>
                <a:cubicBezTo>
                  <a:pt x="29" y="1"/>
                  <a:pt x="0" y="30"/>
                  <a:pt x="0" y="66"/>
                </a:cubicBezTo>
                <a:cubicBezTo>
                  <a:pt x="0" y="103"/>
                  <a:pt x="29" y="132"/>
                  <a:pt x="67" y="132"/>
                </a:cubicBezTo>
                <a:cubicBezTo>
                  <a:pt x="103" y="132"/>
                  <a:pt x="132" y="103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50" name="Google Shape;4650;p17"/>
          <p:cNvSpPr/>
          <p:nvPr/>
        </p:nvSpPr>
        <p:spPr>
          <a:xfrm flipH="1">
            <a:off x="8081081" y="68935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3"/>
                  <a:pt x="29" y="132"/>
                  <a:pt x="65" y="132"/>
                </a:cubicBezTo>
                <a:cubicBezTo>
                  <a:pt x="124" y="132"/>
                  <a:pt x="153" y="61"/>
                  <a:pt x="112" y="20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51" name="Google Shape;4651;p17"/>
          <p:cNvSpPr/>
          <p:nvPr/>
        </p:nvSpPr>
        <p:spPr>
          <a:xfrm flipH="1">
            <a:off x="8134227" y="68935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5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3"/>
                  <a:pt x="29" y="132"/>
                  <a:pt x="65" y="132"/>
                </a:cubicBezTo>
                <a:cubicBezTo>
                  <a:pt x="124" y="132"/>
                  <a:pt x="153" y="61"/>
                  <a:pt x="111" y="20"/>
                </a:cubicBezTo>
                <a:cubicBezTo>
                  <a:pt x="98" y="6"/>
                  <a:pt x="82" y="0"/>
                  <a:pt x="6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52" name="Google Shape;4652;p17"/>
          <p:cNvSpPr/>
          <p:nvPr/>
        </p:nvSpPr>
        <p:spPr>
          <a:xfrm flipH="1">
            <a:off x="8191145" y="68935"/>
            <a:ext cx="21816" cy="21816"/>
          </a:xfrm>
          <a:custGeom>
            <a:avLst/>
            <a:gdLst/>
            <a:ahLst/>
            <a:cxnLst/>
            <a:rect l="l" t="t" r="r" b="b"/>
            <a:pathLst>
              <a:path w="133" h="133" extrusionOk="0">
                <a:moveTo>
                  <a:pt x="67" y="1"/>
                </a:moveTo>
                <a:cubicBezTo>
                  <a:pt x="30" y="1"/>
                  <a:pt x="1" y="30"/>
                  <a:pt x="1" y="66"/>
                </a:cubicBezTo>
                <a:cubicBezTo>
                  <a:pt x="1" y="103"/>
                  <a:pt x="30" y="132"/>
                  <a:pt x="67" y="132"/>
                </a:cubicBezTo>
                <a:cubicBezTo>
                  <a:pt x="103" y="132"/>
                  <a:pt x="133" y="103"/>
                  <a:pt x="133" y="66"/>
                </a:cubicBezTo>
                <a:cubicBezTo>
                  <a:pt x="133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53" name="Google Shape;4653;p17"/>
          <p:cNvSpPr/>
          <p:nvPr/>
        </p:nvSpPr>
        <p:spPr>
          <a:xfrm flipH="1">
            <a:off x="8240846" y="68935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7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5" y="132"/>
                  <a:pt x="154" y="61"/>
                  <a:pt x="112" y="20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54" name="Google Shape;4654;p17"/>
          <p:cNvSpPr/>
          <p:nvPr/>
        </p:nvSpPr>
        <p:spPr>
          <a:xfrm flipH="1">
            <a:off x="8293992" y="68935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5" y="132"/>
                  <a:pt x="154" y="61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55" name="Google Shape;4655;p17"/>
          <p:cNvSpPr/>
          <p:nvPr/>
        </p:nvSpPr>
        <p:spPr>
          <a:xfrm flipH="1">
            <a:off x="8347302" y="68935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7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4" y="132"/>
                  <a:pt x="154" y="61"/>
                  <a:pt x="113" y="20"/>
                </a:cubicBezTo>
                <a:cubicBezTo>
                  <a:pt x="100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56" name="Google Shape;4656;p17"/>
          <p:cNvSpPr/>
          <p:nvPr/>
        </p:nvSpPr>
        <p:spPr>
          <a:xfrm flipH="1">
            <a:off x="8400447" y="68935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4" y="132"/>
                  <a:pt x="154" y="61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57" name="Google Shape;4657;p17"/>
          <p:cNvSpPr/>
          <p:nvPr/>
        </p:nvSpPr>
        <p:spPr>
          <a:xfrm flipH="1">
            <a:off x="8453593" y="68935"/>
            <a:ext cx="25425" cy="21816"/>
          </a:xfrm>
          <a:custGeom>
            <a:avLst/>
            <a:gdLst/>
            <a:ahLst/>
            <a:cxnLst/>
            <a:rect l="l" t="t" r="r" b="b"/>
            <a:pathLst>
              <a:path w="155" h="133" extrusionOk="0">
                <a:moveTo>
                  <a:pt x="67" y="0"/>
                </a:moveTo>
                <a:cubicBezTo>
                  <a:pt x="33" y="0"/>
                  <a:pt x="0" y="26"/>
                  <a:pt x="0" y="66"/>
                </a:cubicBezTo>
                <a:cubicBezTo>
                  <a:pt x="0" y="103"/>
                  <a:pt x="31" y="132"/>
                  <a:pt x="67" y="132"/>
                </a:cubicBezTo>
                <a:cubicBezTo>
                  <a:pt x="125" y="132"/>
                  <a:pt x="155" y="61"/>
                  <a:pt x="113" y="20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58" name="Google Shape;4658;p17"/>
          <p:cNvSpPr/>
          <p:nvPr/>
        </p:nvSpPr>
        <p:spPr>
          <a:xfrm flipH="1">
            <a:off x="8510511" y="68935"/>
            <a:ext cx="21652" cy="21816"/>
          </a:xfrm>
          <a:custGeom>
            <a:avLst/>
            <a:gdLst/>
            <a:ahLst/>
            <a:cxnLst/>
            <a:rect l="l" t="t" r="r" b="b"/>
            <a:pathLst>
              <a:path w="132" h="133" extrusionOk="0">
                <a:moveTo>
                  <a:pt x="66" y="1"/>
                </a:moveTo>
                <a:cubicBezTo>
                  <a:pt x="30" y="1"/>
                  <a:pt x="0" y="30"/>
                  <a:pt x="0" y="66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03" y="132"/>
                  <a:pt x="132" y="103"/>
                  <a:pt x="132" y="66"/>
                </a:cubicBezTo>
                <a:cubicBezTo>
                  <a:pt x="132" y="30"/>
                  <a:pt x="103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59" name="Google Shape;4659;p17"/>
          <p:cNvSpPr/>
          <p:nvPr/>
        </p:nvSpPr>
        <p:spPr>
          <a:xfrm flipH="1">
            <a:off x="8560048" y="68935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24" y="132"/>
                  <a:pt x="153" y="61"/>
                  <a:pt x="112" y="20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60" name="Google Shape;4660;p17"/>
          <p:cNvSpPr/>
          <p:nvPr/>
        </p:nvSpPr>
        <p:spPr>
          <a:xfrm flipH="1">
            <a:off x="8616967" y="68935"/>
            <a:ext cx="21652" cy="21816"/>
          </a:xfrm>
          <a:custGeom>
            <a:avLst/>
            <a:gdLst/>
            <a:ahLst/>
            <a:cxnLst/>
            <a:rect l="l" t="t" r="r" b="b"/>
            <a:pathLst>
              <a:path w="132" h="133" extrusionOk="0">
                <a:moveTo>
                  <a:pt x="66" y="1"/>
                </a:moveTo>
                <a:cubicBezTo>
                  <a:pt x="30" y="1"/>
                  <a:pt x="0" y="30"/>
                  <a:pt x="0" y="66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02" y="132"/>
                  <a:pt x="132" y="103"/>
                  <a:pt x="132" y="66"/>
                </a:cubicBezTo>
                <a:cubicBezTo>
                  <a:pt x="132" y="30"/>
                  <a:pt x="10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61" name="Google Shape;4661;p17"/>
          <p:cNvSpPr/>
          <p:nvPr/>
        </p:nvSpPr>
        <p:spPr>
          <a:xfrm flipH="1">
            <a:off x="8666504" y="68935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3"/>
                  <a:pt x="29" y="132"/>
                  <a:pt x="65" y="132"/>
                </a:cubicBezTo>
                <a:cubicBezTo>
                  <a:pt x="124" y="132"/>
                  <a:pt x="153" y="61"/>
                  <a:pt x="113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62" name="Google Shape;4662;p17"/>
          <p:cNvSpPr/>
          <p:nvPr/>
        </p:nvSpPr>
        <p:spPr>
          <a:xfrm flipH="1">
            <a:off x="8719649" y="68935"/>
            <a:ext cx="25425" cy="21816"/>
          </a:xfrm>
          <a:custGeom>
            <a:avLst/>
            <a:gdLst/>
            <a:ahLst/>
            <a:cxnLst/>
            <a:rect l="l" t="t" r="r" b="b"/>
            <a:pathLst>
              <a:path w="155" h="133" extrusionOk="0">
                <a:moveTo>
                  <a:pt x="66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5" y="132"/>
                  <a:pt x="154" y="61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63" name="Google Shape;4663;p17"/>
          <p:cNvSpPr/>
          <p:nvPr/>
        </p:nvSpPr>
        <p:spPr>
          <a:xfrm flipH="1">
            <a:off x="8776568" y="68935"/>
            <a:ext cx="21816" cy="21816"/>
          </a:xfrm>
          <a:custGeom>
            <a:avLst/>
            <a:gdLst/>
            <a:ahLst/>
            <a:cxnLst/>
            <a:rect l="l" t="t" r="r" b="b"/>
            <a:pathLst>
              <a:path w="133" h="133" extrusionOk="0">
                <a:moveTo>
                  <a:pt x="67" y="1"/>
                </a:moveTo>
                <a:cubicBezTo>
                  <a:pt x="30" y="1"/>
                  <a:pt x="1" y="30"/>
                  <a:pt x="1" y="66"/>
                </a:cubicBezTo>
                <a:cubicBezTo>
                  <a:pt x="1" y="103"/>
                  <a:pt x="30" y="132"/>
                  <a:pt x="67" y="132"/>
                </a:cubicBezTo>
                <a:cubicBezTo>
                  <a:pt x="103" y="132"/>
                  <a:pt x="132" y="103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64" name="Google Shape;4664;p17"/>
          <p:cNvSpPr/>
          <p:nvPr/>
        </p:nvSpPr>
        <p:spPr>
          <a:xfrm flipH="1">
            <a:off x="8826269" y="68935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7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5" y="132"/>
                  <a:pt x="154" y="61"/>
                  <a:pt x="113" y="20"/>
                </a:cubicBezTo>
                <a:cubicBezTo>
                  <a:pt x="100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65" name="Google Shape;4665;p17"/>
          <p:cNvSpPr/>
          <p:nvPr/>
        </p:nvSpPr>
        <p:spPr>
          <a:xfrm flipH="1">
            <a:off x="8879414" y="68935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3"/>
                  <a:pt x="30" y="132"/>
                  <a:pt x="66" y="132"/>
                </a:cubicBezTo>
                <a:cubicBezTo>
                  <a:pt x="124" y="132"/>
                  <a:pt x="154" y="61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66" name="Google Shape;4666;p17"/>
          <p:cNvSpPr/>
          <p:nvPr/>
        </p:nvSpPr>
        <p:spPr>
          <a:xfrm flipH="1">
            <a:off x="8936169" y="68935"/>
            <a:ext cx="21816" cy="21816"/>
          </a:xfrm>
          <a:custGeom>
            <a:avLst/>
            <a:gdLst/>
            <a:ahLst/>
            <a:cxnLst/>
            <a:rect l="l" t="t" r="r" b="b"/>
            <a:pathLst>
              <a:path w="133" h="133" extrusionOk="0">
                <a:moveTo>
                  <a:pt x="67" y="1"/>
                </a:moveTo>
                <a:cubicBezTo>
                  <a:pt x="30" y="1"/>
                  <a:pt x="1" y="30"/>
                  <a:pt x="1" y="66"/>
                </a:cubicBezTo>
                <a:cubicBezTo>
                  <a:pt x="1" y="103"/>
                  <a:pt x="30" y="132"/>
                  <a:pt x="67" y="132"/>
                </a:cubicBezTo>
                <a:cubicBezTo>
                  <a:pt x="103" y="132"/>
                  <a:pt x="132" y="103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67" name="Google Shape;4667;p17"/>
          <p:cNvSpPr/>
          <p:nvPr/>
        </p:nvSpPr>
        <p:spPr>
          <a:xfrm flipH="1">
            <a:off x="8985870" y="68935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3" y="0"/>
                  <a:pt x="0" y="26"/>
                  <a:pt x="0" y="66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24" y="132"/>
                  <a:pt x="153" y="61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68" name="Google Shape;4668;p17"/>
          <p:cNvSpPr/>
          <p:nvPr/>
        </p:nvSpPr>
        <p:spPr>
          <a:xfrm flipH="1">
            <a:off x="9039015" y="68935"/>
            <a:ext cx="25261" cy="21816"/>
          </a:xfrm>
          <a:custGeom>
            <a:avLst/>
            <a:gdLst/>
            <a:ahLst/>
            <a:cxnLst/>
            <a:rect l="l" t="t" r="r" b="b"/>
            <a:pathLst>
              <a:path w="154" h="133" extrusionOk="0">
                <a:moveTo>
                  <a:pt x="66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3"/>
                  <a:pt x="30" y="132"/>
                  <a:pt x="66" y="132"/>
                </a:cubicBezTo>
                <a:cubicBezTo>
                  <a:pt x="124" y="132"/>
                  <a:pt x="153" y="61"/>
                  <a:pt x="112" y="20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69" name="Google Shape;4669;p17"/>
          <p:cNvSpPr/>
          <p:nvPr/>
        </p:nvSpPr>
        <p:spPr>
          <a:xfrm flipH="1">
            <a:off x="9095934" y="68935"/>
            <a:ext cx="21652" cy="21816"/>
          </a:xfrm>
          <a:custGeom>
            <a:avLst/>
            <a:gdLst/>
            <a:ahLst/>
            <a:cxnLst/>
            <a:rect l="l" t="t" r="r" b="b"/>
            <a:pathLst>
              <a:path w="132" h="133" extrusionOk="0">
                <a:moveTo>
                  <a:pt x="67" y="1"/>
                </a:moveTo>
                <a:cubicBezTo>
                  <a:pt x="29" y="1"/>
                  <a:pt x="0" y="30"/>
                  <a:pt x="0" y="66"/>
                </a:cubicBezTo>
                <a:cubicBezTo>
                  <a:pt x="0" y="103"/>
                  <a:pt x="29" y="132"/>
                  <a:pt x="67" y="132"/>
                </a:cubicBezTo>
                <a:cubicBezTo>
                  <a:pt x="103" y="132"/>
                  <a:pt x="132" y="103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70" name="Google Shape;4670;p17"/>
          <p:cNvSpPr/>
          <p:nvPr/>
        </p:nvSpPr>
        <p:spPr>
          <a:xfrm flipH="1">
            <a:off x="7924925" y="15789"/>
            <a:ext cx="25589" cy="21652"/>
          </a:xfrm>
          <a:custGeom>
            <a:avLst/>
            <a:gdLst/>
            <a:ahLst/>
            <a:cxnLst/>
            <a:rect l="l" t="t" r="r" b="b"/>
            <a:pathLst>
              <a:path w="156" h="132" extrusionOk="0">
                <a:moveTo>
                  <a:pt x="89" y="1"/>
                </a:moveTo>
                <a:cubicBezTo>
                  <a:pt x="30" y="1"/>
                  <a:pt x="1" y="72"/>
                  <a:pt x="43" y="112"/>
                </a:cubicBezTo>
                <a:cubicBezTo>
                  <a:pt x="56" y="126"/>
                  <a:pt x="73" y="132"/>
                  <a:pt x="89" y="132"/>
                </a:cubicBezTo>
                <a:cubicBezTo>
                  <a:pt x="123" y="132"/>
                  <a:pt x="155" y="105"/>
                  <a:pt x="155" y="66"/>
                </a:cubicBezTo>
                <a:cubicBezTo>
                  <a:pt x="155" y="30"/>
                  <a:pt x="126" y="1"/>
                  <a:pt x="8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71" name="Google Shape;4671;p17"/>
          <p:cNvSpPr/>
          <p:nvPr/>
        </p:nvSpPr>
        <p:spPr>
          <a:xfrm flipH="1">
            <a:off x="7978399" y="15789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89" y="1"/>
                </a:moveTo>
                <a:cubicBezTo>
                  <a:pt x="30" y="1"/>
                  <a:pt x="1" y="72"/>
                  <a:pt x="43" y="112"/>
                </a:cubicBezTo>
                <a:cubicBezTo>
                  <a:pt x="56" y="126"/>
                  <a:pt x="72" y="132"/>
                  <a:pt x="88" y="132"/>
                </a:cubicBezTo>
                <a:cubicBezTo>
                  <a:pt x="122" y="132"/>
                  <a:pt x="154" y="105"/>
                  <a:pt x="154" y="66"/>
                </a:cubicBezTo>
                <a:cubicBezTo>
                  <a:pt x="154" y="30"/>
                  <a:pt x="125" y="1"/>
                  <a:pt x="8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72" name="Google Shape;4672;p17"/>
          <p:cNvSpPr/>
          <p:nvPr/>
        </p:nvSpPr>
        <p:spPr>
          <a:xfrm flipH="1">
            <a:off x="8031544" y="15789"/>
            <a:ext cx="21652" cy="21652"/>
          </a:xfrm>
          <a:custGeom>
            <a:avLst/>
            <a:gdLst/>
            <a:ahLst/>
            <a:cxnLst/>
            <a:rect l="l" t="t" r="r" b="b"/>
            <a:pathLst>
              <a:path w="132" h="132" extrusionOk="0">
                <a:moveTo>
                  <a:pt x="67" y="1"/>
                </a:moveTo>
                <a:cubicBezTo>
                  <a:pt x="29" y="1"/>
                  <a:pt x="0" y="30"/>
                  <a:pt x="0" y="66"/>
                </a:cubicBezTo>
                <a:cubicBezTo>
                  <a:pt x="0" y="102"/>
                  <a:pt x="29" y="131"/>
                  <a:pt x="67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73" name="Google Shape;4673;p17"/>
          <p:cNvSpPr/>
          <p:nvPr/>
        </p:nvSpPr>
        <p:spPr>
          <a:xfrm flipH="1">
            <a:off x="8081081" y="15789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2"/>
                  <a:pt x="29" y="131"/>
                  <a:pt x="65" y="131"/>
                </a:cubicBezTo>
                <a:cubicBezTo>
                  <a:pt x="124" y="131"/>
                  <a:pt x="153" y="61"/>
                  <a:pt x="112" y="20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74" name="Google Shape;4674;p17"/>
          <p:cNvSpPr/>
          <p:nvPr/>
        </p:nvSpPr>
        <p:spPr>
          <a:xfrm flipH="1">
            <a:off x="8134227" y="15789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5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2"/>
                  <a:pt x="29" y="131"/>
                  <a:pt x="65" y="131"/>
                </a:cubicBezTo>
                <a:cubicBezTo>
                  <a:pt x="124" y="131"/>
                  <a:pt x="153" y="61"/>
                  <a:pt x="111" y="20"/>
                </a:cubicBezTo>
                <a:cubicBezTo>
                  <a:pt x="98" y="6"/>
                  <a:pt x="82" y="0"/>
                  <a:pt x="6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75" name="Google Shape;4675;p17"/>
          <p:cNvSpPr/>
          <p:nvPr/>
        </p:nvSpPr>
        <p:spPr>
          <a:xfrm flipH="1">
            <a:off x="8191145" y="15789"/>
            <a:ext cx="21816" cy="21652"/>
          </a:xfrm>
          <a:custGeom>
            <a:avLst/>
            <a:gdLst/>
            <a:ahLst/>
            <a:cxnLst/>
            <a:rect l="l" t="t" r="r" b="b"/>
            <a:pathLst>
              <a:path w="133" h="132" extrusionOk="0">
                <a:moveTo>
                  <a:pt x="67" y="1"/>
                </a:moveTo>
                <a:cubicBezTo>
                  <a:pt x="30" y="1"/>
                  <a:pt x="1" y="30"/>
                  <a:pt x="1" y="66"/>
                </a:cubicBezTo>
                <a:cubicBezTo>
                  <a:pt x="1" y="102"/>
                  <a:pt x="30" y="131"/>
                  <a:pt x="67" y="131"/>
                </a:cubicBezTo>
                <a:cubicBezTo>
                  <a:pt x="103" y="131"/>
                  <a:pt x="133" y="102"/>
                  <a:pt x="133" y="66"/>
                </a:cubicBezTo>
                <a:cubicBezTo>
                  <a:pt x="133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76" name="Google Shape;4676;p17"/>
          <p:cNvSpPr/>
          <p:nvPr/>
        </p:nvSpPr>
        <p:spPr>
          <a:xfrm flipH="1">
            <a:off x="8240846" y="15789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5" y="131"/>
                  <a:pt x="154" y="61"/>
                  <a:pt x="112" y="20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77" name="Google Shape;4677;p17"/>
          <p:cNvSpPr/>
          <p:nvPr/>
        </p:nvSpPr>
        <p:spPr>
          <a:xfrm flipH="1">
            <a:off x="8293992" y="15789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5" y="131"/>
                  <a:pt x="154" y="61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78" name="Google Shape;4678;p17"/>
          <p:cNvSpPr/>
          <p:nvPr/>
        </p:nvSpPr>
        <p:spPr>
          <a:xfrm flipH="1">
            <a:off x="8347302" y="15789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7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4" y="131"/>
                  <a:pt x="154" y="61"/>
                  <a:pt x="113" y="20"/>
                </a:cubicBezTo>
                <a:cubicBezTo>
                  <a:pt x="100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79" name="Google Shape;4679;p17"/>
          <p:cNvSpPr/>
          <p:nvPr/>
        </p:nvSpPr>
        <p:spPr>
          <a:xfrm flipH="1">
            <a:off x="8400447" y="15789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4" y="131"/>
                  <a:pt x="154" y="61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80" name="Google Shape;4680;p17"/>
          <p:cNvSpPr/>
          <p:nvPr/>
        </p:nvSpPr>
        <p:spPr>
          <a:xfrm flipH="1">
            <a:off x="8453593" y="15789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7" y="0"/>
                </a:moveTo>
                <a:cubicBezTo>
                  <a:pt x="33" y="0"/>
                  <a:pt x="0" y="26"/>
                  <a:pt x="0" y="66"/>
                </a:cubicBezTo>
                <a:cubicBezTo>
                  <a:pt x="0" y="102"/>
                  <a:pt x="31" y="131"/>
                  <a:pt x="67" y="131"/>
                </a:cubicBezTo>
                <a:cubicBezTo>
                  <a:pt x="125" y="131"/>
                  <a:pt x="155" y="61"/>
                  <a:pt x="113" y="20"/>
                </a:cubicBezTo>
                <a:cubicBezTo>
                  <a:pt x="99" y="6"/>
                  <a:pt x="83" y="0"/>
                  <a:pt x="6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81" name="Google Shape;4681;p17"/>
          <p:cNvSpPr/>
          <p:nvPr/>
        </p:nvSpPr>
        <p:spPr>
          <a:xfrm flipH="1">
            <a:off x="8510511" y="15789"/>
            <a:ext cx="21652" cy="21652"/>
          </a:xfrm>
          <a:custGeom>
            <a:avLst/>
            <a:gdLst/>
            <a:ahLst/>
            <a:cxnLst/>
            <a:rect l="l" t="t" r="r" b="b"/>
            <a:pathLst>
              <a:path w="132" h="132" extrusionOk="0">
                <a:moveTo>
                  <a:pt x="66" y="1"/>
                </a:moveTo>
                <a:cubicBezTo>
                  <a:pt x="30" y="1"/>
                  <a:pt x="0" y="30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82" name="Google Shape;4682;p17"/>
          <p:cNvSpPr/>
          <p:nvPr/>
        </p:nvSpPr>
        <p:spPr>
          <a:xfrm flipH="1">
            <a:off x="8560048" y="15789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24" y="131"/>
                  <a:pt x="153" y="61"/>
                  <a:pt x="112" y="20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83" name="Google Shape;4683;p17"/>
          <p:cNvSpPr/>
          <p:nvPr/>
        </p:nvSpPr>
        <p:spPr>
          <a:xfrm flipH="1">
            <a:off x="8616967" y="15789"/>
            <a:ext cx="21652" cy="21652"/>
          </a:xfrm>
          <a:custGeom>
            <a:avLst/>
            <a:gdLst/>
            <a:ahLst/>
            <a:cxnLst/>
            <a:rect l="l" t="t" r="r" b="b"/>
            <a:pathLst>
              <a:path w="132" h="132" extrusionOk="0">
                <a:moveTo>
                  <a:pt x="66" y="1"/>
                </a:moveTo>
                <a:cubicBezTo>
                  <a:pt x="30" y="1"/>
                  <a:pt x="0" y="30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02" y="131"/>
                  <a:pt x="132" y="102"/>
                  <a:pt x="132" y="66"/>
                </a:cubicBezTo>
                <a:cubicBezTo>
                  <a:pt x="132" y="30"/>
                  <a:pt x="102" y="1"/>
                  <a:pt x="6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84" name="Google Shape;4684;p17"/>
          <p:cNvSpPr/>
          <p:nvPr/>
        </p:nvSpPr>
        <p:spPr>
          <a:xfrm flipH="1">
            <a:off x="8666504" y="15789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2"/>
                  <a:pt x="29" y="131"/>
                  <a:pt x="65" y="131"/>
                </a:cubicBezTo>
                <a:cubicBezTo>
                  <a:pt x="124" y="131"/>
                  <a:pt x="153" y="61"/>
                  <a:pt x="113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85" name="Google Shape;4685;p17"/>
          <p:cNvSpPr/>
          <p:nvPr/>
        </p:nvSpPr>
        <p:spPr>
          <a:xfrm flipH="1">
            <a:off x="8719649" y="15789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66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5" y="131"/>
                  <a:pt x="154" y="61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86" name="Google Shape;4686;p17"/>
          <p:cNvSpPr/>
          <p:nvPr/>
        </p:nvSpPr>
        <p:spPr>
          <a:xfrm flipH="1">
            <a:off x="8776568" y="15789"/>
            <a:ext cx="21816" cy="21652"/>
          </a:xfrm>
          <a:custGeom>
            <a:avLst/>
            <a:gdLst/>
            <a:ahLst/>
            <a:cxnLst/>
            <a:rect l="l" t="t" r="r" b="b"/>
            <a:pathLst>
              <a:path w="133" h="132" extrusionOk="0">
                <a:moveTo>
                  <a:pt x="67" y="1"/>
                </a:moveTo>
                <a:cubicBezTo>
                  <a:pt x="30" y="1"/>
                  <a:pt x="1" y="30"/>
                  <a:pt x="1" y="66"/>
                </a:cubicBezTo>
                <a:cubicBezTo>
                  <a:pt x="1" y="102"/>
                  <a:pt x="30" y="131"/>
                  <a:pt x="67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87" name="Google Shape;4687;p17"/>
          <p:cNvSpPr/>
          <p:nvPr/>
        </p:nvSpPr>
        <p:spPr>
          <a:xfrm flipH="1">
            <a:off x="8829713" y="15789"/>
            <a:ext cx="25425" cy="21652"/>
          </a:xfrm>
          <a:custGeom>
            <a:avLst/>
            <a:gdLst/>
            <a:ahLst/>
            <a:cxnLst/>
            <a:rect l="l" t="t" r="r" b="b"/>
            <a:pathLst>
              <a:path w="155" h="132" extrusionOk="0">
                <a:moveTo>
                  <a:pt x="88" y="1"/>
                </a:moveTo>
                <a:cubicBezTo>
                  <a:pt x="29" y="1"/>
                  <a:pt x="0" y="72"/>
                  <a:pt x="42" y="112"/>
                </a:cubicBezTo>
                <a:cubicBezTo>
                  <a:pt x="55" y="126"/>
                  <a:pt x="72" y="132"/>
                  <a:pt x="88" y="132"/>
                </a:cubicBezTo>
                <a:cubicBezTo>
                  <a:pt x="122" y="132"/>
                  <a:pt x="154" y="105"/>
                  <a:pt x="154" y="66"/>
                </a:cubicBezTo>
                <a:cubicBezTo>
                  <a:pt x="154" y="30"/>
                  <a:pt x="124" y="1"/>
                  <a:pt x="88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88" name="Google Shape;4688;p17"/>
          <p:cNvSpPr/>
          <p:nvPr/>
        </p:nvSpPr>
        <p:spPr>
          <a:xfrm flipH="1">
            <a:off x="8879414" y="15789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3" y="0"/>
                  <a:pt x="1" y="26"/>
                  <a:pt x="1" y="66"/>
                </a:cubicBezTo>
                <a:cubicBezTo>
                  <a:pt x="1" y="102"/>
                  <a:pt x="30" y="131"/>
                  <a:pt x="66" y="131"/>
                </a:cubicBezTo>
                <a:cubicBezTo>
                  <a:pt x="124" y="131"/>
                  <a:pt x="154" y="61"/>
                  <a:pt x="112" y="20"/>
                </a:cubicBezTo>
                <a:cubicBezTo>
                  <a:pt x="99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89" name="Google Shape;4689;p17"/>
          <p:cNvSpPr/>
          <p:nvPr/>
        </p:nvSpPr>
        <p:spPr>
          <a:xfrm flipH="1">
            <a:off x="8936169" y="15789"/>
            <a:ext cx="21816" cy="21652"/>
          </a:xfrm>
          <a:custGeom>
            <a:avLst/>
            <a:gdLst/>
            <a:ahLst/>
            <a:cxnLst/>
            <a:rect l="l" t="t" r="r" b="b"/>
            <a:pathLst>
              <a:path w="133" h="132" extrusionOk="0">
                <a:moveTo>
                  <a:pt x="67" y="1"/>
                </a:moveTo>
                <a:cubicBezTo>
                  <a:pt x="30" y="1"/>
                  <a:pt x="1" y="30"/>
                  <a:pt x="1" y="66"/>
                </a:cubicBezTo>
                <a:cubicBezTo>
                  <a:pt x="1" y="102"/>
                  <a:pt x="30" y="131"/>
                  <a:pt x="67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90" name="Google Shape;4690;p17"/>
          <p:cNvSpPr/>
          <p:nvPr/>
        </p:nvSpPr>
        <p:spPr>
          <a:xfrm flipH="1">
            <a:off x="8989314" y="15789"/>
            <a:ext cx="25589" cy="21652"/>
          </a:xfrm>
          <a:custGeom>
            <a:avLst/>
            <a:gdLst/>
            <a:ahLst/>
            <a:cxnLst/>
            <a:rect l="l" t="t" r="r" b="b"/>
            <a:pathLst>
              <a:path w="156" h="132" extrusionOk="0">
                <a:moveTo>
                  <a:pt x="89" y="1"/>
                </a:moveTo>
                <a:cubicBezTo>
                  <a:pt x="30" y="1"/>
                  <a:pt x="1" y="72"/>
                  <a:pt x="43" y="112"/>
                </a:cubicBezTo>
                <a:cubicBezTo>
                  <a:pt x="56" y="126"/>
                  <a:pt x="73" y="132"/>
                  <a:pt x="89" y="132"/>
                </a:cubicBezTo>
                <a:cubicBezTo>
                  <a:pt x="123" y="132"/>
                  <a:pt x="155" y="105"/>
                  <a:pt x="155" y="66"/>
                </a:cubicBezTo>
                <a:cubicBezTo>
                  <a:pt x="155" y="30"/>
                  <a:pt x="125" y="1"/>
                  <a:pt x="8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91" name="Google Shape;4691;p17"/>
          <p:cNvSpPr/>
          <p:nvPr/>
        </p:nvSpPr>
        <p:spPr>
          <a:xfrm flipH="1">
            <a:off x="9039015" y="15789"/>
            <a:ext cx="25261" cy="21652"/>
          </a:xfrm>
          <a:custGeom>
            <a:avLst/>
            <a:gdLst/>
            <a:ahLst/>
            <a:cxnLst/>
            <a:rect l="l" t="t" r="r" b="b"/>
            <a:pathLst>
              <a:path w="154" h="132" extrusionOk="0">
                <a:moveTo>
                  <a:pt x="66" y="0"/>
                </a:moveTo>
                <a:cubicBezTo>
                  <a:pt x="32" y="0"/>
                  <a:pt x="0" y="26"/>
                  <a:pt x="0" y="66"/>
                </a:cubicBezTo>
                <a:cubicBezTo>
                  <a:pt x="0" y="102"/>
                  <a:pt x="30" y="131"/>
                  <a:pt x="66" y="131"/>
                </a:cubicBezTo>
                <a:cubicBezTo>
                  <a:pt x="124" y="131"/>
                  <a:pt x="153" y="61"/>
                  <a:pt x="112" y="20"/>
                </a:cubicBezTo>
                <a:cubicBezTo>
                  <a:pt x="98" y="6"/>
                  <a:pt x="82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92" name="Google Shape;4692;p17"/>
          <p:cNvSpPr/>
          <p:nvPr/>
        </p:nvSpPr>
        <p:spPr>
          <a:xfrm flipH="1">
            <a:off x="9095934" y="15789"/>
            <a:ext cx="21652" cy="21652"/>
          </a:xfrm>
          <a:custGeom>
            <a:avLst/>
            <a:gdLst/>
            <a:ahLst/>
            <a:cxnLst/>
            <a:rect l="l" t="t" r="r" b="b"/>
            <a:pathLst>
              <a:path w="132" h="132" extrusionOk="0">
                <a:moveTo>
                  <a:pt x="67" y="1"/>
                </a:moveTo>
                <a:cubicBezTo>
                  <a:pt x="29" y="1"/>
                  <a:pt x="0" y="30"/>
                  <a:pt x="0" y="66"/>
                </a:cubicBezTo>
                <a:cubicBezTo>
                  <a:pt x="0" y="102"/>
                  <a:pt x="29" y="131"/>
                  <a:pt x="67" y="131"/>
                </a:cubicBezTo>
                <a:cubicBezTo>
                  <a:pt x="103" y="131"/>
                  <a:pt x="132" y="102"/>
                  <a:pt x="132" y="66"/>
                </a:cubicBezTo>
                <a:cubicBezTo>
                  <a:pt x="132" y="30"/>
                  <a:pt x="103" y="1"/>
                  <a:pt x="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F4F2EA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61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Rajdhani"/>
              <a:buNone/>
              <a:defRPr sz="40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●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1pPr>
            <a:lvl2pPr marL="914400" lvl="1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○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lvl="2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■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lvl="3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●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lvl="4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○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lvl="5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■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6pPr>
            <a:lvl7pPr marL="3200400" lvl="6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●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7pPr>
            <a:lvl8pPr marL="3657600" lvl="7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○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8pPr>
            <a:lvl9pPr marL="4114800" lvl="8" indent="-3302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600"/>
              <a:buFont typeface="Nunito Sans"/>
              <a:buChar char="■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3" r:id="rId3"/>
    <p:sldLayoutId id="2147483655" r:id="rId4"/>
    <p:sldLayoutId id="2147483658" r:id="rId5"/>
    <p:sldLayoutId id="2147483659" r:id="rId6"/>
    <p:sldLayoutId id="2147483660" r:id="rId7"/>
    <p:sldLayoutId id="2147483661" r:id="rId8"/>
    <p:sldLayoutId id="2147483662" r:id="rId9"/>
    <p:sldLayoutId id="2147483663" r:id="rId10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0.png"/><Relationship Id="rId4" Type="http://schemas.openxmlformats.org/officeDocument/2006/relationships/slide" Target="slide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9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0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6.jpg"/><Relationship Id="rId4" Type="http://schemas.openxmlformats.org/officeDocument/2006/relationships/image" Target="../media/image5.jp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3" name="Zoom Slide 2">
                <a:extLst>
                  <a:ext uri="{FF2B5EF4-FFF2-40B4-BE49-F238E27FC236}">
                    <a16:creationId xmlns:a16="http://schemas.microsoft.com/office/drawing/2014/main" id="{C1A09C6D-CBF6-4D55-405D-A12FD41C068B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887137892"/>
                  </p:ext>
                </p:extLst>
              </p:nvPr>
            </p:nvGraphicFramePr>
            <p:xfrm>
              <a:off x="2881571" y="855384"/>
              <a:ext cx="1332300" cy="749419"/>
            </p:xfrm>
            <a:graphic>
              <a:graphicData uri="http://schemas.microsoft.com/office/powerpoint/2016/slidezoom">
                <pslz:sldZm>
                  <pslz:sldZmObj sldId="313" cId="2020318679">
                    <pslz:zmPr id="{B2E983B4-4F2F-488E-B307-A35F08F160D0}" returnToParent="0" transitionDur="1000" showBg="0">
                      <p166:blipFill xmlns:p166="http://schemas.microsoft.com/office/powerpoint/2016/6/main">
                        <a:blip r:embed="rId3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1332300" cy="749419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3" name="Zoom Slide 2">
                <a:hlinkClick r:id="rId4" action="ppaction://hlinksldjump"/>
                <a:extLst>
                  <a:ext uri="{FF2B5EF4-FFF2-40B4-BE49-F238E27FC236}">
                    <a16:creationId xmlns:a16="http://schemas.microsoft.com/office/drawing/2014/main" id="{C1A09C6D-CBF6-4D55-405D-A12FD41C068B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881571" y="855384"/>
                <a:ext cx="1332300" cy="749419"/>
              </a:xfrm>
              <a:prstGeom prst="rect">
                <a:avLst/>
              </a:prstGeom>
            </p:spPr>
          </p:pic>
        </mc:Fallback>
      </mc:AlternateContent>
      <p:sp>
        <p:nvSpPr>
          <p:cNvPr id="7080" name="Google Shape;7080;p29"/>
          <p:cNvSpPr txBox="1">
            <a:spLocks noGrp="1"/>
          </p:cNvSpPr>
          <p:nvPr>
            <p:ph type="ctrTitle"/>
          </p:nvPr>
        </p:nvSpPr>
        <p:spPr>
          <a:xfrm>
            <a:off x="1303459" y="2981063"/>
            <a:ext cx="6482382" cy="114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000" dirty="0"/>
              <a:t>Product Design</a:t>
            </a:r>
            <a:endParaRPr sz="4000" dirty="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 b="0" dirty="0">
                <a:solidFill>
                  <a:schemeClr val="accent3"/>
                </a:solidFill>
                <a:latin typeface="Rajdhani SemiBold"/>
                <a:ea typeface="Rajdhani SemiBold"/>
                <a:cs typeface="Rajdhani SemiBold"/>
                <a:sym typeface="Rajdhani SemiBold"/>
              </a:rPr>
              <a:t>Ryudzay R-1</a:t>
            </a:r>
            <a:endParaRPr sz="3000" b="0" dirty="0">
              <a:solidFill>
                <a:schemeClr val="accent3"/>
              </a:solidFill>
              <a:latin typeface="Rajdhani SemiBold"/>
              <a:ea typeface="Rajdhani SemiBold"/>
              <a:cs typeface="Rajdhani SemiBold"/>
              <a:sym typeface="Rajdhani SemiBold"/>
            </a:endParaRPr>
          </a:p>
        </p:txBody>
      </p:sp>
      <p:sp>
        <p:nvSpPr>
          <p:cNvPr id="7081" name="Google Shape;7081;p29"/>
          <p:cNvSpPr txBox="1">
            <a:spLocks noGrp="1"/>
          </p:cNvSpPr>
          <p:nvPr>
            <p:ph type="subTitle" idx="1"/>
          </p:nvPr>
        </p:nvSpPr>
        <p:spPr>
          <a:xfrm>
            <a:off x="2292100" y="4123762"/>
            <a:ext cx="4505100" cy="74560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Muhandis Lawdza’</a:t>
            </a:r>
            <a:r>
              <a:rPr lang="en-ID" dirty="0"/>
              <a:t>I</a:t>
            </a:r>
            <a:r>
              <a:rPr lang="en" dirty="0"/>
              <a:t> Putra Sanjaya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Rizq Syandana Dwi Anggara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Ayub Abdullah</a:t>
            </a:r>
            <a:endParaRPr dirty="0"/>
          </a:p>
        </p:txBody>
      </p:sp>
      <p:grpSp>
        <p:nvGrpSpPr>
          <p:cNvPr id="4" name="Google Shape;21341;p73">
            <a:extLst>
              <a:ext uri="{FF2B5EF4-FFF2-40B4-BE49-F238E27FC236}">
                <a16:creationId xmlns:a16="http://schemas.microsoft.com/office/drawing/2014/main" id="{9514A35F-E6AD-B3EA-479C-FB9804D51944}"/>
              </a:ext>
            </a:extLst>
          </p:cNvPr>
          <p:cNvGrpSpPr/>
          <p:nvPr/>
        </p:nvGrpSpPr>
        <p:grpSpPr>
          <a:xfrm>
            <a:off x="1576761" y="883289"/>
            <a:ext cx="3160932" cy="1858770"/>
            <a:chOff x="233350" y="949250"/>
            <a:chExt cx="7137300" cy="3802300"/>
          </a:xfrm>
        </p:grpSpPr>
        <p:sp>
          <p:nvSpPr>
            <p:cNvPr id="5" name="Google Shape;21342;p73">
              <a:extLst>
                <a:ext uri="{FF2B5EF4-FFF2-40B4-BE49-F238E27FC236}">
                  <a16:creationId xmlns:a16="http://schemas.microsoft.com/office/drawing/2014/main" id="{CB3BFD8E-2CB5-49CC-FC2B-A1E3004FCD1C}"/>
                </a:ext>
              </a:extLst>
            </p:cNvPr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" name="Google Shape;21343;p73">
              <a:extLst>
                <a:ext uri="{FF2B5EF4-FFF2-40B4-BE49-F238E27FC236}">
                  <a16:creationId xmlns:a16="http://schemas.microsoft.com/office/drawing/2014/main" id="{CF401869-E679-898A-2915-4230413A7CD5}"/>
                </a:ext>
              </a:extLst>
            </p:cNvPr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" name="Google Shape;21344;p73">
              <a:extLst>
                <a:ext uri="{FF2B5EF4-FFF2-40B4-BE49-F238E27FC236}">
                  <a16:creationId xmlns:a16="http://schemas.microsoft.com/office/drawing/2014/main" id="{A582BB3F-A17E-A707-11CB-4B7C7BCB8ECB}"/>
                </a:ext>
              </a:extLst>
            </p:cNvPr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" name="Google Shape;21345;p73">
              <a:extLst>
                <a:ext uri="{FF2B5EF4-FFF2-40B4-BE49-F238E27FC236}">
                  <a16:creationId xmlns:a16="http://schemas.microsoft.com/office/drawing/2014/main" id="{2C2829A1-F633-0CF6-6467-714212244257}"/>
                </a:ext>
              </a:extLst>
            </p:cNvPr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" name="Google Shape;21346;p73">
              <a:extLst>
                <a:ext uri="{FF2B5EF4-FFF2-40B4-BE49-F238E27FC236}">
                  <a16:creationId xmlns:a16="http://schemas.microsoft.com/office/drawing/2014/main" id="{6AD8EEBA-D640-4519-8595-2632E1CE3B1F}"/>
                </a:ext>
              </a:extLst>
            </p:cNvPr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" name="Google Shape;21347;p73">
              <a:extLst>
                <a:ext uri="{FF2B5EF4-FFF2-40B4-BE49-F238E27FC236}">
                  <a16:creationId xmlns:a16="http://schemas.microsoft.com/office/drawing/2014/main" id="{74F1D642-6B1B-29D1-0C82-98554B63F2DA}"/>
                </a:ext>
              </a:extLst>
            </p:cNvPr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" name="Google Shape;21348;p73">
              <a:extLst>
                <a:ext uri="{FF2B5EF4-FFF2-40B4-BE49-F238E27FC236}">
                  <a16:creationId xmlns:a16="http://schemas.microsoft.com/office/drawing/2014/main" id="{14FEDA57-1A4C-99A1-BDCD-3C5E6A447539}"/>
                </a:ext>
              </a:extLst>
            </p:cNvPr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" name="Google Shape;21349;p73">
              <a:extLst>
                <a:ext uri="{FF2B5EF4-FFF2-40B4-BE49-F238E27FC236}">
                  <a16:creationId xmlns:a16="http://schemas.microsoft.com/office/drawing/2014/main" id="{97F4BC72-CF44-E184-4F7E-13F96A0AD5D3}"/>
                </a:ext>
              </a:extLst>
            </p:cNvPr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" name="Google Shape;21350;p73">
              <a:extLst>
                <a:ext uri="{FF2B5EF4-FFF2-40B4-BE49-F238E27FC236}">
                  <a16:creationId xmlns:a16="http://schemas.microsoft.com/office/drawing/2014/main" id="{8F2C0DAC-9A5D-320D-859F-CDA026EF14D8}"/>
                </a:ext>
              </a:extLst>
            </p:cNvPr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" name="Google Shape;21351;p73">
              <a:extLst>
                <a:ext uri="{FF2B5EF4-FFF2-40B4-BE49-F238E27FC236}">
                  <a16:creationId xmlns:a16="http://schemas.microsoft.com/office/drawing/2014/main" id="{AABF433C-EB2A-3590-980F-D367AB908711}"/>
                </a:ext>
              </a:extLst>
            </p:cNvPr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" name="Google Shape;21352;p73">
              <a:extLst>
                <a:ext uri="{FF2B5EF4-FFF2-40B4-BE49-F238E27FC236}">
                  <a16:creationId xmlns:a16="http://schemas.microsoft.com/office/drawing/2014/main" id="{91F1D937-7129-FD20-849B-7B59CEF584D4}"/>
                </a:ext>
              </a:extLst>
            </p:cNvPr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" name="Google Shape;21353;p73">
              <a:extLst>
                <a:ext uri="{FF2B5EF4-FFF2-40B4-BE49-F238E27FC236}">
                  <a16:creationId xmlns:a16="http://schemas.microsoft.com/office/drawing/2014/main" id="{10374802-D493-E5B1-8ABD-EBD49923C0C7}"/>
                </a:ext>
              </a:extLst>
            </p:cNvPr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21354;p73">
              <a:extLst>
                <a:ext uri="{FF2B5EF4-FFF2-40B4-BE49-F238E27FC236}">
                  <a16:creationId xmlns:a16="http://schemas.microsoft.com/office/drawing/2014/main" id="{BAAA1A09-8615-E988-D3B3-3115BF2902F3}"/>
                </a:ext>
              </a:extLst>
            </p:cNvPr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" name="Google Shape;21355;p73">
              <a:extLst>
                <a:ext uri="{FF2B5EF4-FFF2-40B4-BE49-F238E27FC236}">
                  <a16:creationId xmlns:a16="http://schemas.microsoft.com/office/drawing/2014/main" id="{23F9CD3B-E6B8-3D7B-2F31-1024FD6A67D0}"/>
                </a:ext>
              </a:extLst>
            </p:cNvPr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" name="Google Shape;21356;p73">
              <a:extLst>
                <a:ext uri="{FF2B5EF4-FFF2-40B4-BE49-F238E27FC236}">
                  <a16:creationId xmlns:a16="http://schemas.microsoft.com/office/drawing/2014/main" id="{E0AC6093-EEB4-14F6-E5FA-F7D02391F2EA}"/>
                </a:ext>
              </a:extLst>
            </p:cNvPr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" name="Google Shape;21357;p73">
              <a:extLst>
                <a:ext uri="{FF2B5EF4-FFF2-40B4-BE49-F238E27FC236}">
                  <a16:creationId xmlns:a16="http://schemas.microsoft.com/office/drawing/2014/main" id="{1E8622E4-8455-5A88-6CC3-BB6BADE81095}"/>
                </a:ext>
              </a:extLst>
            </p:cNvPr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" name="Google Shape;21358;p73">
              <a:extLst>
                <a:ext uri="{FF2B5EF4-FFF2-40B4-BE49-F238E27FC236}">
                  <a16:creationId xmlns:a16="http://schemas.microsoft.com/office/drawing/2014/main" id="{FDA22D82-BA3D-32AE-09AF-B10FB608E767}"/>
                </a:ext>
              </a:extLst>
            </p:cNvPr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" name="Google Shape;21359;p73">
              <a:extLst>
                <a:ext uri="{FF2B5EF4-FFF2-40B4-BE49-F238E27FC236}">
                  <a16:creationId xmlns:a16="http://schemas.microsoft.com/office/drawing/2014/main" id="{C801F577-96ED-DB14-00DF-6448A62769F0}"/>
                </a:ext>
              </a:extLst>
            </p:cNvPr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" name="Google Shape;21360;p73">
              <a:extLst>
                <a:ext uri="{FF2B5EF4-FFF2-40B4-BE49-F238E27FC236}">
                  <a16:creationId xmlns:a16="http://schemas.microsoft.com/office/drawing/2014/main" id="{FABD2D26-1854-6D71-6844-DE5810E23B62}"/>
                </a:ext>
              </a:extLst>
            </p:cNvPr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" name="Google Shape;21361;p73">
              <a:extLst>
                <a:ext uri="{FF2B5EF4-FFF2-40B4-BE49-F238E27FC236}">
                  <a16:creationId xmlns:a16="http://schemas.microsoft.com/office/drawing/2014/main" id="{7177E4F4-B26B-8C24-8439-31457F2AB981}"/>
                </a:ext>
              </a:extLst>
            </p:cNvPr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" name="Google Shape;21362;p73">
              <a:extLst>
                <a:ext uri="{FF2B5EF4-FFF2-40B4-BE49-F238E27FC236}">
                  <a16:creationId xmlns:a16="http://schemas.microsoft.com/office/drawing/2014/main" id="{ED5A1D01-5714-4118-2A70-D15710E4C9C5}"/>
                </a:ext>
              </a:extLst>
            </p:cNvPr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" name="Google Shape;21363;p73">
              <a:extLst>
                <a:ext uri="{FF2B5EF4-FFF2-40B4-BE49-F238E27FC236}">
                  <a16:creationId xmlns:a16="http://schemas.microsoft.com/office/drawing/2014/main" id="{B1B51B77-69CB-8B20-A8D3-FBDB48FD347A}"/>
                </a:ext>
              </a:extLst>
            </p:cNvPr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" name="Google Shape;21364;p73">
              <a:extLst>
                <a:ext uri="{FF2B5EF4-FFF2-40B4-BE49-F238E27FC236}">
                  <a16:creationId xmlns:a16="http://schemas.microsoft.com/office/drawing/2014/main" id="{EB2A0CF6-F5F8-7A3C-A283-3D1838309712}"/>
                </a:ext>
              </a:extLst>
            </p:cNvPr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" name="Google Shape;21365;p73">
              <a:extLst>
                <a:ext uri="{FF2B5EF4-FFF2-40B4-BE49-F238E27FC236}">
                  <a16:creationId xmlns:a16="http://schemas.microsoft.com/office/drawing/2014/main" id="{A5E9F79B-1201-2F97-9A91-7E628DD23368}"/>
                </a:ext>
              </a:extLst>
            </p:cNvPr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" name="Google Shape;21366;p73">
              <a:extLst>
                <a:ext uri="{FF2B5EF4-FFF2-40B4-BE49-F238E27FC236}">
                  <a16:creationId xmlns:a16="http://schemas.microsoft.com/office/drawing/2014/main" id="{563874EA-34A2-EA83-B52C-5CFC82E84191}"/>
                </a:ext>
              </a:extLst>
            </p:cNvPr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" name="Google Shape;21367;p73">
              <a:extLst>
                <a:ext uri="{FF2B5EF4-FFF2-40B4-BE49-F238E27FC236}">
                  <a16:creationId xmlns:a16="http://schemas.microsoft.com/office/drawing/2014/main" id="{AC344373-2145-64E8-5E68-BAF9C1AF1AE8}"/>
                </a:ext>
              </a:extLst>
            </p:cNvPr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" name="Google Shape;21368;p73">
              <a:extLst>
                <a:ext uri="{FF2B5EF4-FFF2-40B4-BE49-F238E27FC236}">
                  <a16:creationId xmlns:a16="http://schemas.microsoft.com/office/drawing/2014/main" id="{5930DCE0-D67C-188F-803C-E2E37260C0FE}"/>
                </a:ext>
              </a:extLst>
            </p:cNvPr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" name="Google Shape;21369;p73">
              <a:extLst>
                <a:ext uri="{FF2B5EF4-FFF2-40B4-BE49-F238E27FC236}">
                  <a16:creationId xmlns:a16="http://schemas.microsoft.com/office/drawing/2014/main" id="{02AE5082-1783-22CB-903D-70BD011D0894}"/>
                </a:ext>
              </a:extLst>
            </p:cNvPr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" name="Google Shape;21370;p73">
              <a:extLst>
                <a:ext uri="{FF2B5EF4-FFF2-40B4-BE49-F238E27FC236}">
                  <a16:creationId xmlns:a16="http://schemas.microsoft.com/office/drawing/2014/main" id="{414F19EB-8E1D-3CC8-BC43-F84BD96DC5D9}"/>
                </a:ext>
              </a:extLst>
            </p:cNvPr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" name="Google Shape;21371;p73">
              <a:extLst>
                <a:ext uri="{FF2B5EF4-FFF2-40B4-BE49-F238E27FC236}">
                  <a16:creationId xmlns:a16="http://schemas.microsoft.com/office/drawing/2014/main" id="{762865F4-B51F-33CD-F9E1-0AEDD5E38227}"/>
                </a:ext>
              </a:extLst>
            </p:cNvPr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" name="Google Shape;21372;p73">
              <a:extLst>
                <a:ext uri="{FF2B5EF4-FFF2-40B4-BE49-F238E27FC236}">
                  <a16:creationId xmlns:a16="http://schemas.microsoft.com/office/drawing/2014/main" id="{01F36A0A-BA0E-EFD1-E916-726A15450054}"/>
                </a:ext>
              </a:extLst>
            </p:cNvPr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" name="Google Shape;21373;p73">
              <a:extLst>
                <a:ext uri="{FF2B5EF4-FFF2-40B4-BE49-F238E27FC236}">
                  <a16:creationId xmlns:a16="http://schemas.microsoft.com/office/drawing/2014/main" id="{012730DA-8E00-08BD-6EBA-DC85491EA045}"/>
                </a:ext>
              </a:extLst>
            </p:cNvPr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" name="Google Shape;21374;p73">
              <a:extLst>
                <a:ext uri="{FF2B5EF4-FFF2-40B4-BE49-F238E27FC236}">
                  <a16:creationId xmlns:a16="http://schemas.microsoft.com/office/drawing/2014/main" id="{D7FA677D-31AC-4229-7AC1-77609C5CCEBC}"/>
                </a:ext>
              </a:extLst>
            </p:cNvPr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" name="Google Shape;21375;p73">
              <a:extLst>
                <a:ext uri="{FF2B5EF4-FFF2-40B4-BE49-F238E27FC236}">
                  <a16:creationId xmlns:a16="http://schemas.microsoft.com/office/drawing/2014/main" id="{596B9822-562C-F94C-614B-8FB3B3637975}"/>
                </a:ext>
              </a:extLst>
            </p:cNvPr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" name="Google Shape;21376;p73">
              <a:extLst>
                <a:ext uri="{FF2B5EF4-FFF2-40B4-BE49-F238E27FC236}">
                  <a16:creationId xmlns:a16="http://schemas.microsoft.com/office/drawing/2014/main" id="{E490D0BC-1424-2E08-C0D4-B00EE44DCA21}"/>
                </a:ext>
              </a:extLst>
            </p:cNvPr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" name="Google Shape;21377;p73">
              <a:extLst>
                <a:ext uri="{FF2B5EF4-FFF2-40B4-BE49-F238E27FC236}">
                  <a16:creationId xmlns:a16="http://schemas.microsoft.com/office/drawing/2014/main" id="{32256AAC-946C-6C59-03B0-872931E85F19}"/>
                </a:ext>
              </a:extLst>
            </p:cNvPr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" name="Google Shape;21378;p73">
              <a:extLst>
                <a:ext uri="{FF2B5EF4-FFF2-40B4-BE49-F238E27FC236}">
                  <a16:creationId xmlns:a16="http://schemas.microsoft.com/office/drawing/2014/main" id="{B067C4CE-FEC6-7316-F106-E0B1C7E49B88}"/>
                </a:ext>
              </a:extLst>
            </p:cNvPr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" name="Google Shape;21379;p73">
              <a:extLst>
                <a:ext uri="{FF2B5EF4-FFF2-40B4-BE49-F238E27FC236}">
                  <a16:creationId xmlns:a16="http://schemas.microsoft.com/office/drawing/2014/main" id="{15CE7624-B061-178A-959D-698FCB2185C0}"/>
                </a:ext>
              </a:extLst>
            </p:cNvPr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" name="Google Shape;21380;p73">
              <a:extLst>
                <a:ext uri="{FF2B5EF4-FFF2-40B4-BE49-F238E27FC236}">
                  <a16:creationId xmlns:a16="http://schemas.microsoft.com/office/drawing/2014/main" id="{9102608B-6C48-FC17-4E5A-04106E5C7A85}"/>
                </a:ext>
              </a:extLst>
            </p:cNvPr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" name="Google Shape;21381;p73">
              <a:extLst>
                <a:ext uri="{FF2B5EF4-FFF2-40B4-BE49-F238E27FC236}">
                  <a16:creationId xmlns:a16="http://schemas.microsoft.com/office/drawing/2014/main" id="{BF0936C5-179B-D611-4966-AD01B7731204}"/>
                </a:ext>
              </a:extLst>
            </p:cNvPr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" name="Google Shape;21382;p73">
              <a:extLst>
                <a:ext uri="{FF2B5EF4-FFF2-40B4-BE49-F238E27FC236}">
                  <a16:creationId xmlns:a16="http://schemas.microsoft.com/office/drawing/2014/main" id="{841F6222-1B2C-B929-0C11-B77D4B70A233}"/>
                </a:ext>
              </a:extLst>
            </p:cNvPr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" name="Google Shape;21383;p73">
              <a:extLst>
                <a:ext uri="{FF2B5EF4-FFF2-40B4-BE49-F238E27FC236}">
                  <a16:creationId xmlns:a16="http://schemas.microsoft.com/office/drawing/2014/main" id="{528505FE-7727-62F2-8FAA-1FEC3A70FB03}"/>
                </a:ext>
              </a:extLst>
            </p:cNvPr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" name="Google Shape;21384;p73">
              <a:extLst>
                <a:ext uri="{FF2B5EF4-FFF2-40B4-BE49-F238E27FC236}">
                  <a16:creationId xmlns:a16="http://schemas.microsoft.com/office/drawing/2014/main" id="{AAD8F545-A905-12F7-8729-068A74E4CE82}"/>
                </a:ext>
              </a:extLst>
            </p:cNvPr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8" name="Google Shape;21385;p73">
              <a:extLst>
                <a:ext uri="{FF2B5EF4-FFF2-40B4-BE49-F238E27FC236}">
                  <a16:creationId xmlns:a16="http://schemas.microsoft.com/office/drawing/2014/main" id="{1C8F254A-C6F7-C9A1-34BE-B63E4BF5902E}"/>
                </a:ext>
              </a:extLst>
            </p:cNvPr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9" name="Google Shape;21386;p73">
              <a:extLst>
                <a:ext uri="{FF2B5EF4-FFF2-40B4-BE49-F238E27FC236}">
                  <a16:creationId xmlns:a16="http://schemas.microsoft.com/office/drawing/2014/main" id="{CE95AA24-20F2-FE19-4864-D44AF75DED4B}"/>
                </a:ext>
              </a:extLst>
            </p:cNvPr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0" name="Google Shape;21387;p73">
              <a:extLst>
                <a:ext uri="{FF2B5EF4-FFF2-40B4-BE49-F238E27FC236}">
                  <a16:creationId xmlns:a16="http://schemas.microsoft.com/office/drawing/2014/main" id="{5BC636DA-85DC-B808-20D1-89A1A323DFC2}"/>
                </a:ext>
              </a:extLst>
            </p:cNvPr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" name="Google Shape;21388;p73">
              <a:extLst>
                <a:ext uri="{FF2B5EF4-FFF2-40B4-BE49-F238E27FC236}">
                  <a16:creationId xmlns:a16="http://schemas.microsoft.com/office/drawing/2014/main" id="{94F29011-041E-ECEF-7FE8-7F75B1ABE6C1}"/>
                </a:ext>
              </a:extLst>
            </p:cNvPr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2" name="Google Shape;21389;p73">
              <a:extLst>
                <a:ext uri="{FF2B5EF4-FFF2-40B4-BE49-F238E27FC236}">
                  <a16:creationId xmlns:a16="http://schemas.microsoft.com/office/drawing/2014/main" id="{A42D9430-F80A-6192-85EF-CC619B8C75CC}"/>
                </a:ext>
              </a:extLst>
            </p:cNvPr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3" name="Google Shape;21390;p73">
              <a:extLst>
                <a:ext uri="{FF2B5EF4-FFF2-40B4-BE49-F238E27FC236}">
                  <a16:creationId xmlns:a16="http://schemas.microsoft.com/office/drawing/2014/main" id="{D2E3D0CC-F8DE-66C6-128F-3F4B6659A9C3}"/>
                </a:ext>
              </a:extLst>
            </p:cNvPr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4" name="Google Shape;21391;p73">
              <a:extLst>
                <a:ext uri="{FF2B5EF4-FFF2-40B4-BE49-F238E27FC236}">
                  <a16:creationId xmlns:a16="http://schemas.microsoft.com/office/drawing/2014/main" id="{05265DF7-43E9-4DE4-94BC-D725EB4B06EA}"/>
                </a:ext>
              </a:extLst>
            </p:cNvPr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5" name="Google Shape;21392;p73">
              <a:extLst>
                <a:ext uri="{FF2B5EF4-FFF2-40B4-BE49-F238E27FC236}">
                  <a16:creationId xmlns:a16="http://schemas.microsoft.com/office/drawing/2014/main" id="{51309031-BA3C-BF90-E1E0-095AF7033D4A}"/>
                </a:ext>
              </a:extLst>
            </p:cNvPr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pic>
        <p:nvPicPr>
          <p:cNvPr id="58" name="Gambar 57">
            <a:extLst>
              <a:ext uri="{FF2B5EF4-FFF2-40B4-BE49-F238E27FC236}">
                <a16:creationId xmlns:a16="http://schemas.microsoft.com/office/drawing/2014/main" id="{86A98246-B5F6-480D-22BA-DD1D099854E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89357" y="1323490"/>
            <a:ext cx="2489689" cy="1358012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afterEffect" p14:presetBounceEnd="7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7" dur="2500" fill="hold"/>
                                            <p:tgtEl>
                                              <p:spTgt spid="70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8" dur="2500" fill="hold"/>
                                            <p:tgtEl>
                                              <p:spTgt spid="70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 p14:presetBounceEnd="7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81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11" dur="2500" fill="hold"/>
                                            <p:tgtEl>
                                              <p:spTgt spid="7081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12" dur="2500" fill="hold"/>
                                            <p:tgtEl>
                                              <p:spTgt spid="7081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2" presetClass="entr" presetSubtype="4" fill="hold" grpId="0" nodeType="clickEffect" p14:presetBounceEnd="7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81">
                                                <p:txEl>
                                                  <p:pRg st="1" end="1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17" dur="2500" fill="hold"/>
                                            <p:tgtEl>
                                              <p:spTgt spid="7081">
                                                <p:txEl>
                                                  <p:pRg st="1" end="1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18" dur="2500" fill="hold"/>
                                            <p:tgtEl>
                                              <p:spTgt spid="7081">
                                                <p:txEl>
                                                  <p:pRg st="1" end="1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9" fill="hold">
                          <p:stCondLst>
                            <p:cond delay="indefinite"/>
                          </p:stCondLst>
                          <p:childTnLst>
                            <p:par>
                              <p:cTn id="2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1" presetID="2" presetClass="entr" presetSubtype="4" fill="hold" grpId="0" nodeType="clickEffect" p14:presetBounceEnd="7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81">
                                                <p:txEl>
                                                  <p:pRg st="2" end="2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23" dur="2500" fill="hold"/>
                                            <p:tgtEl>
                                              <p:spTgt spid="7081">
                                                <p:txEl>
                                                  <p:pRg st="2" end="2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24" dur="2500" fill="hold"/>
                                            <p:tgtEl>
                                              <p:spTgt spid="7081">
                                                <p:txEl>
                                                  <p:pRg st="2" end="2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5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6" presetID="2" presetClass="entr" presetSubtype="4" fill="hold" nodeType="afterEffect" p14:presetBounceEnd="7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28" dur="25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29" dur="25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080" grpId="0"/>
          <p:bldP spid="7081" grpId="0" build="p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500" fill="hold"/>
                                            <p:tgtEl>
                                              <p:spTgt spid="70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500" fill="hold"/>
                                            <p:tgtEl>
                                              <p:spTgt spid="70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81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2500" fill="hold"/>
                                            <p:tgtEl>
                                              <p:spTgt spid="7081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2500" fill="hold"/>
                                            <p:tgtEl>
                                              <p:spTgt spid="7081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81">
                                                <p:txEl>
                                                  <p:pRg st="1" end="1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2500" fill="hold"/>
                                            <p:tgtEl>
                                              <p:spTgt spid="7081">
                                                <p:txEl>
                                                  <p:pRg st="1" end="1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2500" fill="hold"/>
                                            <p:tgtEl>
                                              <p:spTgt spid="7081">
                                                <p:txEl>
                                                  <p:pRg st="1" end="1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9" fill="hold">
                          <p:stCondLst>
                            <p:cond delay="indefinite"/>
                          </p:stCondLst>
                          <p:childTnLst>
                            <p:par>
                              <p:cTn id="2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1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81">
                                                <p:txEl>
                                                  <p:pRg st="2" end="2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2500" fill="hold"/>
                                            <p:tgtEl>
                                              <p:spTgt spid="7081">
                                                <p:txEl>
                                                  <p:pRg st="2" end="2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2500" fill="hold"/>
                                            <p:tgtEl>
                                              <p:spTgt spid="7081">
                                                <p:txEl>
                                                  <p:pRg st="2" end="2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5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6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8" dur="25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9" dur="25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080" grpId="0"/>
          <p:bldP spid="7081" grpId="0" build="p"/>
        </p:bldLst>
      </p:timing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3" name="Google Shape;9083;p34"/>
          <p:cNvSpPr txBox="1">
            <a:spLocks noGrp="1"/>
          </p:cNvSpPr>
          <p:nvPr>
            <p:ph type="title"/>
          </p:nvPr>
        </p:nvSpPr>
        <p:spPr>
          <a:xfrm>
            <a:off x="713250" y="2430100"/>
            <a:ext cx="7717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P</a:t>
            </a:r>
            <a:r>
              <a:rPr lang="en-ID" dirty="0" err="1"/>
              <a:t>roblem</a:t>
            </a:r>
            <a:endParaRPr dirty="0"/>
          </a:p>
        </p:txBody>
      </p:sp>
      <p:grpSp>
        <p:nvGrpSpPr>
          <p:cNvPr id="2" name="Google Shape;22389;p74">
            <a:extLst>
              <a:ext uri="{FF2B5EF4-FFF2-40B4-BE49-F238E27FC236}">
                <a16:creationId xmlns:a16="http://schemas.microsoft.com/office/drawing/2014/main" id="{4FEA1DED-BCF3-EF51-288E-6B12EFF875E1}"/>
              </a:ext>
            </a:extLst>
          </p:cNvPr>
          <p:cNvGrpSpPr/>
          <p:nvPr/>
        </p:nvGrpSpPr>
        <p:grpSpPr>
          <a:xfrm>
            <a:off x="7380197" y="4482976"/>
            <a:ext cx="1675129" cy="525345"/>
            <a:chOff x="5194708" y="3484366"/>
            <a:chExt cx="3148148" cy="987304"/>
          </a:xfrm>
        </p:grpSpPr>
        <p:grpSp>
          <p:nvGrpSpPr>
            <p:cNvPr id="3" name="Google Shape;22390;p74">
              <a:extLst>
                <a:ext uri="{FF2B5EF4-FFF2-40B4-BE49-F238E27FC236}">
                  <a16:creationId xmlns:a16="http://schemas.microsoft.com/office/drawing/2014/main" id="{1E38C49C-E643-F81C-8233-8AE6D7B27A90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16" name="Google Shape;22391;p74">
                <a:extLst>
                  <a:ext uri="{FF2B5EF4-FFF2-40B4-BE49-F238E27FC236}">
                    <a16:creationId xmlns:a16="http://schemas.microsoft.com/office/drawing/2014/main" id="{FAF7B1AE-8782-8F40-E053-9FA0B7F3442E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22392;p74">
                <a:extLst>
                  <a:ext uri="{FF2B5EF4-FFF2-40B4-BE49-F238E27FC236}">
                    <a16:creationId xmlns:a16="http://schemas.microsoft.com/office/drawing/2014/main" id="{8FE96F25-75C9-3622-BCBD-5AC0394775E0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22393;p74">
                <a:extLst>
                  <a:ext uri="{FF2B5EF4-FFF2-40B4-BE49-F238E27FC236}">
                    <a16:creationId xmlns:a16="http://schemas.microsoft.com/office/drawing/2014/main" id="{DDC3E532-C534-0395-4FA6-A841858D3338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" name="Google Shape;22394;p74">
              <a:extLst>
                <a:ext uri="{FF2B5EF4-FFF2-40B4-BE49-F238E27FC236}">
                  <a16:creationId xmlns:a16="http://schemas.microsoft.com/office/drawing/2014/main" id="{3D48699E-0A77-7193-ED5D-7876DFEEA72E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13" name="Google Shape;22395;p74">
                <a:extLst>
                  <a:ext uri="{FF2B5EF4-FFF2-40B4-BE49-F238E27FC236}">
                    <a16:creationId xmlns:a16="http://schemas.microsoft.com/office/drawing/2014/main" id="{864FB0D8-014A-C122-DACB-D8A547FC18F0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22396;p74">
                <a:extLst>
                  <a:ext uri="{FF2B5EF4-FFF2-40B4-BE49-F238E27FC236}">
                    <a16:creationId xmlns:a16="http://schemas.microsoft.com/office/drawing/2014/main" id="{B3FBCC6E-B6B8-AEAF-3A18-BA6F6324B23A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22397;p74">
                <a:extLst>
                  <a:ext uri="{FF2B5EF4-FFF2-40B4-BE49-F238E27FC236}">
                    <a16:creationId xmlns:a16="http://schemas.microsoft.com/office/drawing/2014/main" id="{8DC9933D-791D-19E6-EB11-E38FAF66D746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" name="Google Shape;22398;p74">
              <a:extLst>
                <a:ext uri="{FF2B5EF4-FFF2-40B4-BE49-F238E27FC236}">
                  <a16:creationId xmlns:a16="http://schemas.microsoft.com/office/drawing/2014/main" id="{242423AC-E628-EAD5-CE4A-A9673323F345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10" name="Google Shape;22399;p74">
                <a:extLst>
                  <a:ext uri="{FF2B5EF4-FFF2-40B4-BE49-F238E27FC236}">
                    <a16:creationId xmlns:a16="http://schemas.microsoft.com/office/drawing/2014/main" id="{137AE676-226A-B7C5-99F6-4F1420E103F6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" name="Google Shape;22400;p74">
                <a:extLst>
                  <a:ext uri="{FF2B5EF4-FFF2-40B4-BE49-F238E27FC236}">
                    <a16:creationId xmlns:a16="http://schemas.microsoft.com/office/drawing/2014/main" id="{FFBA296F-E8CC-32B6-0602-0D3F3E7DE2C0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" name="Google Shape;22401;p74">
                <a:extLst>
                  <a:ext uri="{FF2B5EF4-FFF2-40B4-BE49-F238E27FC236}">
                    <a16:creationId xmlns:a16="http://schemas.microsoft.com/office/drawing/2014/main" id="{7C3F477F-776F-025E-7BBC-E4251C1FD88E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" name="Google Shape;22402;p74">
              <a:extLst>
                <a:ext uri="{FF2B5EF4-FFF2-40B4-BE49-F238E27FC236}">
                  <a16:creationId xmlns:a16="http://schemas.microsoft.com/office/drawing/2014/main" id="{39DF338A-52A6-020C-8925-961C5D2F382B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7" name="Google Shape;22403;p74">
                <a:extLst>
                  <a:ext uri="{FF2B5EF4-FFF2-40B4-BE49-F238E27FC236}">
                    <a16:creationId xmlns:a16="http://schemas.microsoft.com/office/drawing/2014/main" id="{DEB90661-A192-9AB2-EBB7-BD45516C2267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" name="Google Shape;22404;p74">
                <a:extLst>
                  <a:ext uri="{FF2B5EF4-FFF2-40B4-BE49-F238E27FC236}">
                    <a16:creationId xmlns:a16="http://schemas.microsoft.com/office/drawing/2014/main" id="{BAE63F7A-A9A7-C6A8-2AE2-1FD663F684C9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" name="Google Shape;22405;p74">
                <a:extLst>
                  <a:ext uri="{FF2B5EF4-FFF2-40B4-BE49-F238E27FC236}">
                    <a16:creationId xmlns:a16="http://schemas.microsoft.com/office/drawing/2014/main" id="{EDEFED09-4EF9-7A57-D83C-A51D5C74A3AA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9" name="Google Shape;22465;p74">
            <a:extLst>
              <a:ext uri="{FF2B5EF4-FFF2-40B4-BE49-F238E27FC236}">
                <a16:creationId xmlns:a16="http://schemas.microsoft.com/office/drawing/2014/main" id="{92ACCAA6-862C-7B66-26D8-36DB420E5C1C}"/>
              </a:ext>
            </a:extLst>
          </p:cNvPr>
          <p:cNvGrpSpPr/>
          <p:nvPr/>
        </p:nvGrpSpPr>
        <p:grpSpPr>
          <a:xfrm>
            <a:off x="88674" y="4592504"/>
            <a:ext cx="2085819" cy="285210"/>
            <a:chOff x="238125" y="2506075"/>
            <a:chExt cx="7115411" cy="673075"/>
          </a:xfrm>
        </p:grpSpPr>
        <p:sp>
          <p:nvSpPr>
            <p:cNvPr id="20" name="Google Shape;22466;p74">
              <a:extLst>
                <a:ext uri="{FF2B5EF4-FFF2-40B4-BE49-F238E27FC236}">
                  <a16:creationId xmlns:a16="http://schemas.microsoft.com/office/drawing/2014/main" id="{E65D85AC-2239-65E5-6154-5087555477B4}"/>
                </a:ext>
              </a:extLst>
            </p:cNvPr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2467;p74">
              <a:extLst>
                <a:ext uri="{FF2B5EF4-FFF2-40B4-BE49-F238E27FC236}">
                  <a16:creationId xmlns:a16="http://schemas.microsoft.com/office/drawing/2014/main" id="{9331CABF-4733-4646-060E-CA7831126842}"/>
                </a:ext>
              </a:extLst>
            </p:cNvPr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468;p74">
              <a:extLst>
                <a:ext uri="{FF2B5EF4-FFF2-40B4-BE49-F238E27FC236}">
                  <a16:creationId xmlns:a16="http://schemas.microsoft.com/office/drawing/2014/main" id="{BB9B826F-91EC-8779-3236-FB16D337E692}"/>
                </a:ext>
              </a:extLst>
            </p:cNvPr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2469;p74">
              <a:extLst>
                <a:ext uri="{FF2B5EF4-FFF2-40B4-BE49-F238E27FC236}">
                  <a16:creationId xmlns:a16="http://schemas.microsoft.com/office/drawing/2014/main" id="{909C8C7B-EA78-E6BB-4BE3-7B9B18AE274B}"/>
                </a:ext>
              </a:extLst>
            </p:cNvPr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2470;p74">
              <a:extLst>
                <a:ext uri="{FF2B5EF4-FFF2-40B4-BE49-F238E27FC236}">
                  <a16:creationId xmlns:a16="http://schemas.microsoft.com/office/drawing/2014/main" id="{C7EE4821-F074-6B28-28A3-66EF74B3F28D}"/>
                </a:ext>
              </a:extLst>
            </p:cNvPr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" name="Google Shape;25812;p82">
            <a:extLst>
              <a:ext uri="{FF2B5EF4-FFF2-40B4-BE49-F238E27FC236}">
                <a16:creationId xmlns:a16="http://schemas.microsoft.com/office/drawing/2014/main" id="{D1CF7636-B881-AEBC-4B49-D43631F4909B}"/>
              </a:ext>
            </a:extLst>
          </p:cNvPr>
          <p:cNvGrpSpPr/>
          <p:nvPr/>
        </p:nvGrpSpPr>
        <p:grpSpPr>
          <a:xfrm>
            <a:off x="4252727" y="1864402"/>
            <a:ext cx="638546" cy="466555"/>
            <a:chOff x="-47523400" y="3973950"/>
            <a:chExt cx="300100" cy="228425"/>
          </a:xfrm>
        </p:grpSpPr>
        <p:sp>
          <p:nvSpPr>
            <p:cNvPr id="26" name="Google Shape;25813;p82">
              <a:extLst>
                <a:ext uri="{FF2B5EF4-FFF2-40B4-BE49-F238E27FC236}">
                  <a16:creationId xmlns:a16="http://schemas.microsoft.com/office/drawing/2014/main" id="{99D869DA-63F3-7851-5E02-D5D2BE831B18}"/>
                </a:ext>
              </a:extLst>
            </p:cNvPr>
            <p:cNvSpPr/>
            <p:nvPr/>
          </p:nvSpPr>
          <p:spPr>
            <a:xfrm>
              <a:off x="-47417075" y="4061375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5814;p82">
              <a:extLst>
                <a:ext uri="{FF2B5EF4-FFF2-40B4-BE49-F238E27FC236}">
                  <a16:creationId xmlns:a16="http://schemas.microsoft.com/office/drawing/2014/main" id="{1182B9B6-EEE6-A6F7-5677-E1B14497DDD8}"/>
                </a:ext>
              </a:extLst>
            </p:cNvPr>
            <p:cNvSpPr/>
            <p:nvPr/>
          </p:nvSpPr>
          <p:spPr>
            <a:xfrm>
              <a:off x="-47417875" y="4061375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5815;p82">
              <a:extLst>
                <a:ext uri="{FF2B5EF4-FFF2-40B4-BE49-F238E27FC236}">
                  <a16:creationId xmlns:a16="http://schemas.microsoft.com/office/drawing/2014/main" id="{42582E1A-8FF3-C071-3A63-95077733C914}"/>
                </a:ext>
              </a:extLst>
            </p:cNvPr>
            <p:cNvSpPr/>
            <p:nvPr/>
          </p:nvSpPr>
          <p:spPr>
            <a:xfrm>
              <a:off x="-47453300" y="40267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5816;p82">
              <a:extLst>
                <a:ext uri="{FF2B5EF4-FFF2-40B4-BE49-F238E27FC236}">
                  <a16:creationId xmlns:a16="http://schemas.microsoft.com/office/drawing/2014/main" id="{F79F6908-90F4-F56E-74C9-B23F0546A8C2}"/>
                </a:ext>
              </a:extLst>
            </p:cNvPr>
            <p:cNvSpPr/>
            <p:nvPr/>
          </p:nvSpPr>
          <p:spPr>
            <a:xfrm>
              <a:off x="-47506875" y="3973950"/>
              <a:ext cx="264675" cy="174875"/>
            </a:xfrm>
            <a:custGeom>
              <a:avLst/>
              <a:gdLst/>
              <a:ahLst/>
              <a:cxnLst/>
              <a:rect l="l" t="t" r="r" b="b"/>
              <a:pathLst>
                <a:path w="10587" h="6995" extrusionOk="0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25817;p82">
              <a:extLst>
                <a:ext uri="{FF2B5EF4-FFF2-40B4-BE49-F238E27FC236}">
                  <a16:creationId xmlns:a16="http://schemas.microsoft.com/office/drawing/2014/main" id="{4DF67937-9A89-E2D8-848A-8BA7C13CB989}"/>
                </a:ext>
              </a:extLst>
            </p:cNvPr>
            <p:cNvSpPr/>
            <p:nvPr/>
          </p:nvSpPr>
          <p:spPr>
            <a:xfrm>
              <a:off x="-47523400" y="4166900"/>
              <a:ext cx="300100" cy="35475"/>
            </a:xfrm>
            <a:custGeom>
              <a:avLst/>
              <a:gdLst/>
              <a:ahLst/>
              <a:cxnLst/>
              <a:rect l="l" t="t" r="r" b="b"/>
              <a:pathLst>
                <a:path w="12004" h="1419" extrusionOk="0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25832;p82">
            <a:extLst>
              <a:ext uri="{FF2B5EF4-FFF2-40B4-BE49-F238E27FC236}">
                <a16:creationId xmlns:a16="http://schemas.microsoft.com/office/drawing/2014/main" id="{460F150A-637E-C5CC-1A15-9A1000B7DCD3}"/>
              </a:ext>
            </a:extLst>
          </p:cNvPr>
          <p:cNvGrpSpPr/>
          <p:nvPr/>
        </p:nvGrpSpPr>
        <p:grpSpPr>
          <a:xfrm>
            <a:off x="8683655" y="4057121"/>
            <a:ext cx="356205" cy="356205"/>
            <a:chOff x="-44512325" y="3176075"/>
            <a:chExt cx="300900" cy="300900"/>
          </a:xfrm>
        </p:grpSpPr>
        <p:sp>
          <p:nvSpPr>
            <p:cNvPr id="34" name="Google Shape;25833;p82">
              <a:extLst>
                <a:ext uri="{FF2B5EF4-FFF2-40B4-BE49-F238E27FC236}">
                  <a16:creationId xmlns:a16="http://schemas.microsoft.com/office/drawing/2014/main" id="{29B361DD-BCF6-B7A0-5643-DB3C2EC6FDE3}"/>
                </a:ext>
              </a:extLst>
            </p:cNvPr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25834;p82">
              <a:extLst>
                <a:ext uri="{FF2B5EF4-FFF2-40B4-BE49-F238E27FC236}">
                  <a16:creationId xmlns:a16="http://schemas.microsoft.com/office/drawing/2014/main" id="{6879BAA3-119F-7945-41AF-412968E43056}"/>
                </a:ext>
              </a:extLst>
            </p:cNvPr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25835;p82">
              <a:extLst>
                <a:ext uri="{FF2B5EF4-FFF2-40B4-BE49-F238E27FC236}">
                  <a16:creationId xmlns:a16="http://schemas.microsoft.com/office/drawing/2014/main" id="{0DEAE13A-AB04-1CDE-19F8-D1C5AC666EA9}"/>
                </a:ext>
              </a:extLst>
            </p:cNvPr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" name="Google Shape;25669;p82">
            <a:extLst>
              <a:ext uri="{FF2B5EF4-FFF2-40B4-BE49-F238E27FC236}">
                <a16:creationId xmlns:a16="http://schemas.microsoft.com/office/drawing/2014/main" id="{04992369-F695-2654-435D-859E198B7A53}"/>
              </a:ext>
            </a:extLst>
          </p:cNvPr>
          <p:cNvGrpSpPr/>
          <p:nvPr/>
        </p:nvGrpSpPr>
        <p:grpSpPr>
          <a:xfrm>
            <a:off x="8683655" y="3631266"/>
            <a:ext cx="355258" cy="356205"/>
            <a:chOff x="-46409700" y="3569100"/>
            <a:chExt cx="300100" cy="300900"/>
          </a:xfrm>
        </p:grpSpPr>
        <p:sp>
          <p:nvSpPr>
            <p:cNvPr id="38" name="Google Shape;25670;p82">
              <a:extLst>
                <a:ext uri="{FF2B5EF4-FFF2-40B4-BE49-F238E27FC236}">
                  <a16:creationId xmlns:a16="http://schemas.microsoft.com/office/drawing/2014/main" id="{CE352352-82DE-401A-D409-E42890E76082}"/>
                </a:ext>
              </a:extLst>
            </p:cNvPr>
            <p:cNvSpPr/>
            <p:nvPr/>
          </p:nvSpPr>
          <p:spPr>
            <a:xfrm>
              <a:off x="-46234850" y="3569100"/>
              <a:ext cx="18125" cy="52800"/>
            </a:xfrm>
            <a:custGeom>
              <a:avLst/>
              <a:gdLst/>
              <a:ahLst/>
              <a:cxnLst/>
              <a:rect l="l" t="t" r="r" b="b"/>
              <a:pathLst>
                <a:path w="725" h="2112" extrusionOk="0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25671;p82">
              <a:extLst>
                <a:ext uri="{FF2B5EF4-FFF2-40B4-BE49-F238E27FC236}">
                  <a16:creationId xmlns:a16="http://schemas.microsoft.com/office/drawing/2014/main" id="{0D560A4F-E97E-40BE-DB70-6AFBA595B8CE}"/>
                </a:ext>
              </a:extLst>
            </p:cNvPr>
            <p:cNvSpPr/>
            <p:nvPr/>
          </p:nvSpPr>
          <p:spPr>
            <a:xfrm>
              <a:off x="-46270300" y="3745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25672;p82">
              <a:extLst>
                <a:ext uri="{FF2B5EF4-FFF2-40B4-BE49-F238E27FC236}">
                  <a16:creationId xmlns:a16="http://schemas.microsoft.com/office/drawing/2014/main" id="{CDAA0994-6A4A-4596-CD97-4D15DA83EAEC}"/>
                </a:ext>
              </a:extLst>
            </p:cNvPr>
            <p:cNvSpPr/>
            <p:nvPr/>
          </p:nvSpPr>
          <p:spPr>
            <a:xfrm>
              <a:off x="-46305750" y="3710875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25673;p82">
              <a:extLst>
                <a:ext uri="{FF2B5EF4-FFF2-40B4-BE49-F238E27FC236}">
                  <a16:creationId xmlns:a16="http://schemas.microsoft.com/office/drawing/2014/main" id="{8BACC2C0-6D79-EB63-74CB-E286F3325FEA}"/>
                </a:ext>
              </a:extLst>
            </p:cNvPr>
            <p:cNvSpPr/>
            <p:nvPr/>
          </p:nvSpPr>
          <p:spPr>
            <a:xfrm>
              <a:off x="-46409700" y="3569900"/>
              <a:ext cx="300100" cy="300100"/>
            </a:xfrm>
            <a:custGeom>
              <a:avLst/>
              <a:gdLst/>
              <a:ahLst/>
              <a:cxnLst/>
              <a:rect l="l" t="t" r="r" b="b"/>
              <a:pathLst>
                <a:path w="12004" h="12004" extrusionOk="0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25674;p82">
              <a:extLst>
                <a:ext uri="{FF2B5EF4-FFF2-40B4-BE49-F238E27FC236}">
                  <a16:creationId xmlns:a16="http://schemas.microsoft.com/office/drawing/2014/main" id="{20D10FD9-58E7-FBDA-98D7-AD19CF149FF8}"/>
                </a:ext>
              </a:extLst>
            </p:cNvPr>
            <p:cNvSpPr/>
            <p:nvPr/>
          </p:nvSpPr>
          <p:spPr>
            <a:xfrm>
              <a:off x="-46341175" y="3569100"/>
              <a:ext cx="159125" cy="87450"/>
            </a:xfrm>
            <a:custGeom>
              <a:avLst/>
              <a:gdLst/>
              <a:ahLst/>
              <a:cxnLst/>
              <a:rect l="l" t="t" r="r" b="b"/>
              <a:pathLst>
                <a:path w="636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" name="Google Shape;25757;p82">
            <a:extLst>
              <a:ext uri="{FF2B5EF4-FFF2-40B4-BE49-F238E27FC236}">
                <a16:creationId xmlns:a16="http://schemas.microsoft.com/office/drawing/2014/main" id="{C73422CA-6323-452D-90BE-05AC5F7C89FE}"/>
              </a:ext>
            </a:extLst>
          </p:cNvPr>
          <p:cNvGrpSpPr/>
          <p:nvPr/>
        </p:nvGrpSpPr>
        <p:grpSpPr>
          <a:xfrm>
            <a:off x="8311602" y="4046156"/>
            <a:ext cx="312375" cy="357596"/>
            <a:chOff x="-44895900" y="3929450"/>
            <a:chExt cx="263875" cy="302075"/>
          </a:xfrm>
        </p:grpSpPr>
        <p:sp>
          <p:nvSpPr>
            <p:cNvPr id="44" name="Google Shape;25758;p82">
              <a:extLst>
                <a:ext uri="{FF2B5EF4-FFF2-40B4-BE49-F238E27FC236}">
                  <a16:creationId xmlns:a16="http://schemas.microsoft.com/office/drawing/2014/main" id="{E5AA1EFE-A3EC-E611-9866-A835ACC9E3D7}"/>
                </a:ext>
              </a:extLst>
            </p:cNvPr>
            <p:cNvSpPr/>
            <p:nvPr/>
          </p:nvSpPr>
          <p:spPr>
            <a:xfrm>
              <a:off x="-44813975" y="4100750"/>
              <a:ext cx="101625" cy="50425"/>
            </a:xfrm>
            <a:custGeom>
              <a:avLst/>
              <a:gdLst/>
              <a:ahLst/>
              <a:cxnLst/>
              <a:rect l="l" t="t" r="r" b="b"/>
              <a:pathLst>
                <a:path w="4065" h="2017" extrusionOk="0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25759;p82">
              <a:extLst>
                <a:ext uri="{FF2B5EF4-FFF2-40B4-BE49-F238E27FC236}">
                  <a16:creationId xmlns:a16="http://schemas.microsoft.com/office/drawing/2014/main" id="{86229257-2AE5-6CEE-59D9-FAEF390BCA59}"/>
                </a:ext>
              </a:extLst>
            </p:cNvPr>
            <p:cNvSpPr/>
            <p:nvPr/>
          </p:nvSpPr>
          <p:spPr>
            <a:xfrm>
              <a:off x="-44885650" y="3929450"/>
              <a:ext cx="244175" cy="87825"/>
            </a:xfrm>
            <a:custGeom>
              <a:avLst/>
              <a:gdLst/>
              <a:ahLst/>
              <a:cxnLst/>
              <a:rect l="l" t="t" r="r" b="b"/>
              <a:pathLst>
                <a:path w="9767" h="3513" extrusionOk="0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25760;p82">
              <a:extLst>
                <a:ext uri="{FF2B5EF4-FFF2-40B4-BE49-F238E27FC236}">
                  <a16:creationId xmlns:a16="http://schemas.microsoft.com/office/drawing/2014/main" id="{FF71BEAF-65A5-02DF-4208-079B344B0141}"/>
                </a:ext>
              </a:extLst>
            </p:cNvPr>
            <p:cNvSpPr/>
            <p:nvPr/>
          </p:nvSpPr>
          <p:spPr>
            <a:xfrm>
              <a:off x="-44825000" y="4006225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25761;p82">
              <a:extLst>
                <a:ext uri="{FF2B5EF4-FFF2-40B4-BE49-F238E27FC236}">
                  <a16:creationId xmlns:a16="http://schemas.microsoft.com/office/drawing/2014/main" id="{89DC64AC-D56D-4BE5-E309-5E2BF218FEDC}"/>
                </a:ext>
              </a:extLst>
            </p:cNvPr>
            <p:cNvSpPr/>
            <p:nvPr/>
          </p:nvSpPr>
          <p:spPr>
            <a:xfrm>
              <a:off x="-44754900" y="4005450"/>
              <a:ext cx="122875" cy="222925"/>
            </a:xfrm>
            <a:custGeom>
              <a:avLst/>
              <a:gdLst/>
              <a:ahLst/>
              <a:cxnLst/>
              <a:rect l="l" t="t" r="r" b="b"/>
              <a:pathLst>
                <a:path w="4915" h="8917" extrusionOk="0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25762;p82">
              <a:extLst>
                <a:ext uri="{FF2B5EF4-FFF2-40B4-BE49-F238E27FC236}">
                  <a16:creationId xmlns:a16="http://schemas.microsoft.com/office/drawing/2014/main" id="{373B7EE6-C85C-4599-BF27-42E064F901C4}"/>
                </a:ext>
              </a:extLst>
            </p:cNvPr>
            <p:cNvSpPr/>
            <p:nvPr/>
          </p:nvSpPr>
          <p:spPr>
            <a:xfrm>
              <a:off x="-44754900" y="4006225"/>
              <a:ext cx="52775" cy="105575"/>
            </a:xfrm>
            <a:custGeom>
              <a:avLst/>
              <a:gdLst/>
              <a:ahLst/>
              <a:cxnLst/>
              <a:rect l="l" t="t" r="r" b="b"/>
              <a:pathLst>
                <a:path w="2111" h="4223" extrusionOk="0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25763;p82">
              <a:extLst>
                <a:ext uri="{FF2B5EF4-FFF2-40B4-BE49-F238E27FC236}">
                  <a16:creationId xmlns:a16="http://schemas.microsoft.com/office/drawing/2014/main" id="{9021F764-5E6C-5708-9069-1C6A89ED3B3A}"/>
                </a:ext>
              </a:extLst>
            </p:cNvPr>
            <p:cNvSpPr/>
            <p:nvPr/>
          </p:nvSpPr>
          <p:spPr>
            <a:xfrm>
              <a:off x="-44895900" y="4006225"/>
              <a:ext cx="122900" cy="225300"/>
            </a:xfrm>
            <a:custGeom>
              <a:avLst/>
              <a:gdLst/>
              <a:ahLst/>
              <a:cxnLst/>
              <a:rect l="l" t="t" r="r" b="b"/>
              <a:pathLst>
                <a:path w="4916" h="9012" extrusionOk="0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" name="Google Shape;23264;p76">
            <a:extLst>
              <a:ext uri="{FF2B5EF4-FFF2-40B4-BE49-F238E27FC236}">
                <a16:creationId xmlns:a16="http://schemas.microsoft.com/office/drawing/2014/main" id="{6EED4554-1AC6-E931-0DC7-D4DD35CEC1CD}"/>
              </a:ext>
            </a:extLst>
          </p:cNvPr>
          <p:cNvGrpSpPr/>
          <p:nvPr/>
        </p:nvGrpSpPr>
        <p:grpSpPr>
          <a:xfrm>
            <a:off x="8292361" y="3641871"/>
            <a:ext cx="345600" cy="345600"/>
            <a:chOff x="1706078" y="2092648"/>
            <a:chExt cx="660913" cy="637296"/>
          </a:xfrm>
        </p:grpSpPr>
        <p:sp>
          <p:nvSpPr>
            <p:cNvPr id="32" name="Google Shape;23265;p76">
              <a:extLst>
                <a:ext uri="{FF2B5EF4-FFF2-40B4-BE49-F238E27FC236}">
                  <a16:creationId xmlns:a16="http://schemas.microsoft.com/office/drawing/2014/main" id="{C76DD0F7-3251-EA96-C7BC-A37C5CC31F94}"/>
                </a:ext>
              </a:extLst>
            </p:cNvPr>
            <p:cNvSpPr/>
            <p:nvPr/>
          </p:nvSpPr>
          <p:spPr>
            <a:xfrm>
              <a:off x="1745332" y="2158066"/>
              <a:ext cx="571867" cy="571878"/>
            </a:xfrm>
            <a:custGeom>
              <a:avLst/>
              <a:gdLst/>
              <a:ahLst/>
              <a:cxnLst/>
              <a:rect l="l" t="t" r="r" b="b"/>
              <a:pathLst>
                <a:path w="107747" h="107749" extrusionOk="0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0" name="Google Shape;23266;p76">
              <a:extLst>
                <a:ext uri="{FF2B5EF4-FFF2-40B4-BE49-F238E27FC236}">
                  <a16:creationId xmlns:a16="http://schemas.microsoft.com/office/drawing/2014/main" id="{F5ADD0ED-1EC3-1B56-632F-BA36C4FDF45A}"/>
                </a:ext>
              </a:extLst>
            </p:cNvPr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51" name="Google Shape;23267;p76">
                <a:extLst>
                  <a:ext uri="{FF2B5EF4-FFF2-40B4-BE49-F238E27FC236}">
                    <a16:creationId xmlns:a16="http://schemas.microsoft.com/office/drawing/2014/main" id="{215BB3E8-E5D5-EA8E-DF6D-5A6DC31AC454}"/>
                  </a:ext>
                </a:extLst>
              </p:cNvPr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extrusionOk="0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23268;p76">
                <a:extLst>
                  <a:ext uri="{FF2B5EF4-FFF2-40B4-BE49-F238E27FC236}">
                    <a16:creationId xmlns:a16="http://schemas.microsoft.com/office/drawing/2014/main" id="{BA0402D7-2111-192D-1C9B-623E57B6C659}"/>
                  </a:ext>
                </a:extLst>
              </p:cNvPr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avLst/>
                <a:gdLst/>
                <a:ahLst/>
                <a:cxnLst/>
                <a:rect l="l" t="t" r="r" b="b"/>
                <a:pathLst>
                  <a:path w="62027" h="52191" extrusionOk="0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23269;p76">
                <a:extLst>
                  <a:ext uri="{FF2B5EF4-FFF2-40B4-BE49-F238E27FC236}">
                    <a16:creationId xmlns:a16="http://schemas.microsoft.com/office/drawing/2014/main" id="{02F3F5A2-1621-6FF3-4AF9-496E18904759}"/>
                  </a:ext>
                </a:extLst>
              </p:cNvPr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avLst/>
                <a:gdLst/>
                <a:ahLst/>
                <a:cxnLst/>
                <a:rect l="l" t="t" r="r" b="b"/>
                <a:pathLst>
                  <a:path w="62507" h="52211" extrusionOk="0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2031867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 advClick="0" advTm="0">
        <p159:morph option="byObject"/>
      </p:transition>
    </mc:Choice>
    <mc:Fallback xmlns="">
      <p:transition spd="slow" advClick="0" advTm="0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20" name="Google Shape;12120;p47"/>
          <p:cNvSpPr txBox="1">
            <a:spLocks noGrp="1"/>
          </p:cNvSpPr>
          <p:nvPr>
            <p:ph type="title"/>
          </p:nvPr>
        </p:nvSpPr>
        <p:spPr>
          <a:xfrm>
            <a:off x="5488950" y="738725"/>
            <a:ext cx="3018300" cy="103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Problem</a:t>
            </a:r>
            <a:endParaRPr dirty="0"/>
          </a:p>
        </p:txBody>
      </p:sp>
      <p:sp>
        <p:nvSpPr>
          <p:cNvPr id="12121" name="Google Shape;12121;p47"/>
          <p:cNvSpPr txBox="1">
            <a:spLocks noGrp="1"/>
          </p:cNvSpPr>
          <p:nvPr>
            <p:ph type="subTitle" idx="1"/>
          </p:nvPr>
        </p:nvSpPr>
        <p:spPr>
          <a:xfrm>
            <a:off x="5488575" y="1842474"/>
            <a:ext cx="3018300" cy="1406247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Keyboards are generally difficult to carry anywhere and are inefficient when carried because they narrow the luggage</a:t>
            </a:r>
            <a:endParaRPr dirty="0"/>
          </a:p>
        </p:txBody>
      </p:sp>
      <p:sp>
        <p:nvSpPr>
          <p:cNvPr id="12122" name="Google Shape;12122;p47"/>
          <p:cNvSpPr/>
          <p:nvPr/>
        </p:nvSpPr>
        <p:spPr>
          <a:xfrm rot="-2292062">
            <a:off x="4722571" y="701613"/>
            <a:ext cx="72446" cy="76496"/>
          </a:xfrm>
          <a:custGeom>
            <a:avLst/>
            <a:gdLst/>
            <a:ahLst/>
            <a:cxnLst/>
            <a:rect l="l" t="t" r="r" b="b"/>
            <a:pathLst>
              <a:path w="769" h="812" extrusionOk="0">
                <a:moveTo>
                  <a:pt x="373" y="29"/>
                </a:moveTo>
                <a:cubicBezTo>
                  <a:pt x="371" y="29"/>
                  <a:pt x="371" y="33"/>
                  <a:pt x="372" y="33"/>
                </a:cubicBezTo>
                <a:cubicBezTo>
                  <a:pt x="372" y="33"/>
                  <a:pt x="372" y="32"/>
                  <a:pt x="373" y="29"/>
                </a:cubicBezTo>
                <a:close/>
                <a:moveTo>
                  <a:pt x="367" y="37"/>
                </a:moveTo>
                <a:lnTo>
                  <a:pt x="371" y="46"/>
                </a:lnTo>
                <a:lnTo>
                  <a:pt x="368" y="46"/>
                </a:lnTo>
                <a:cubicBezTo>
                  <a:pt x="366" y="46"/>
                  <a:pt x="366" y="46"/>
                  <a:pt x="365" y="38"/>
                </a:cubicBezTo>
                <a:lnTo>
                  <a:pt x="367" y="37"/>
                </a:lnTo>
                <a:close/>
                <a:moveTo>
                  <a:pt x="391" y="38"/>
                </a:moveTo>
                <a:lnTo>
                  <a:pt x="393" y="46"/>
                </a:lnTo>
                <a:lnTo>
                  <a:pt x="391" y="46"/>
                </a:lnTo>
                <a:cubicBezTo>
                  <a:pt x="388" y="46"/>
                  <a:pt x="388" y="46"/>
                  <a:pt x="388" y="38"/>
                </a:cubicBezTo>
                <a:close/>
                <a:moveTo>
                  <a:pt x="406" y="38"/>
                </a:moveTo>
                <a:cubicBezTo>
                  <a:pt x="412" y="39"/>
                  <a:pt x="412" y="39"/>
                  <a:pt x="409" y="47"/>
                </a:cubicBezTo>
                <a:cubicBezTo>
                  <a:pt x="407" y="50"/>
                  <a:pt x="406" y="52"/>
                  <a:pt x="405" y="52"/>
                </a:cubicBezTo>
                <a:cubicBezTo>
                  <a:pt x="404" y="52"/>
                  <a:pt x="404" y="50"/>
                  <a:pt x="404" y="46"/>
                </a:cubicBezTo>
                <a:cubicBezTo>
                  <a:pt x="404" y="38"/>
                  <a:pt x="404" y="38"/>
                  <a:pt x="406" y="38"/>
                </a:cubicBezTo>
                <a:close/>
                <a:moveTo>
                  <a:pt x="346" y="48"/>
                </a:moveTo>
                <a:cubicBezTo>
                  <a:pt x="347" y="52"/>
                  <a:pt x="349" y="58"/>
                  <a:pt x="350" y="64"/>
                </a:cubicBezTo>
                <a:lnTo>
                  <a:pt x="348" y="64"/>
                </a:lnTo>
                <a:cubicBezTo>
                  <a:pt x="346" y="64"/>
                  <a:pt x="345" y="56"/>
                  <a:pt x="345" y="56"/>
                </a:cubicBezTo>
                <a:cubicBezTo>
                  <a:pt x="345" y="56"/>
                  <a:pt x="342" y="48"/>
                  <a:pt x="346" y="48"/>
                </a:cubicBezTo>
                <a:close/>
                <a:moveTo>
                  <a:pt x="257" y="69"/>
                </a:moveTo>
                <a:cubicBezTo>
                  <a:pt x="258" y="69"/>
                  <a:pt x="258" y="70"/>
                  <a:pt x="259" y="72"/>
                </a:cubicBezTo>
                <a:lnTo>
                  <a:pt x="263" y="79"/>
                </a:lnTo>
                <a:cubicBezTo>
                  <a:pt x="264" y="85"/>
                  <a:pt x="264" y="91"/>
                  <a:pt x="264" y="91"/>
                </a:cubicBezTo>
                <a:cubicBezTo>
                  <a:pt x="263" y="91"/>
                  <a:pt x="263" y="91"/>
                  <a:pt x="262" y="88"/>
                </a:cubicBezTo>
                <a:cubicBezTo>
                  <a:pt x="259" y="84"/>
                  <a:pt x="258" y="78"/>
                  <a:pt x="257" y="73"/>
                </a:cubicBezTo>
                <a:cubicBezTo>
                  <a:pt x="257" y="73"/>
                  <a:pt x="257" y="69"/>
                  <a:pt x="257" y="69"/>
                </a:cubicBezTo>
                <a:close/>
                <a:moveTo>
                  <a:pt x="444" y="86"/>
                </a:moveTo>
                <a:cubicBezTo>
                  <a:pt x="444" y="86"/>
                  <a:pt x="444" y="86"/>
                  <a:pt x="445" y="86"/>
                </a:cubicBezTo>
                <a:lnTo>
                  <a:pt x="445" y="94"/>
                </a:lnTo>
                <a:cubicBezTo>
                  <a:pt x="442" y="102"/>
                  <a:pt x="440" y="102"/>
                  <a:pt x="440" y="102"/>
                </a:cubicBezTo>
                <a:cubicBezTo>
                  <a:pt x="439" y="101"/>
                  <a:pt x="439" y="101"/>
                  <a:pt x="440" y="93"/>
                </a:cubicBezTo>
                <a:cubicBezTo>
                  <a:pt x="440" y="93"/>
                  <a:pt x="442" y="86"/>
                  <a:pt x="444" y="86"/>
                </a:cubicBezTo>
                <a:close/>
                <a:moveTo>
                  <a:pt x="419" y="89"/>
                </a:moveTo>
                <a:cubicBezTo>
                  <a:pt x="419" y="89"/>
                  <a:pt x="419" y="89"/>
                  <a:pt x="419" y="89"/>
                </a:cubicBezTo>
                <a:lnTo>
                  <a:pt x="420" y="97"/>
                </a:lnTo>
                <a:lnTo>
                  <a:pt x="418" y="105"/>
                </a:lnTo>
                <a:lnTo>
                  <a:pt x="415" y="105"/>
                </a:lnTo>
                <a:cubicBezTo>
                  <a:pt x="416" y="97"/>
                  <a:pt x="417" y="89"/>
                  <a:pt x="419" y="89"/>
                </a:cubicBezTo>
                <a:close/>
                <a:moveTo>
                  <a:pt x="626" y="139"/>
                </a:moveTo>
                <a:cubicBezTo>
                  <a:pt x="626" y="139"/>
                  <a:pt x="626" y="139"/>
                  <a:pt x="626" y="139"/>
                </a:cubicBezTo>
                <a:lnTo>
                  <a:pt x="627" y="141"/>
                </a:lnTo>
                <a:cubicBezTo>
                  <a:pt x="624" y="144"/>
                  <a:pt x="620" y="148"/>
                  <a:pt x="614" y="151"/>
                </a:cubicBezTo>
                <a:lnTo>
                  <a:pt x="613" y="149"/>
                </a:lnTo>
                <a:cubicBezTo>
                  <a:pt x="618" y="144"/>
                  <a:pt x="623" y="139"/>
                  <a:pt x="626" y="139"/>
                </a:cubicBezTo>
                <a:close/>
                <a:moveTo>
                  <a:pt x="206" y="131"/>
                </a:moveTo>
                <a:cubicBezTo>
                  <a:pt x="209" y="131"/>
                  <a:pt x="217" y="144"/>
                  <a:pt x="219" y="151"/>
                </a:cubicBezTo>
                <a:cubicBezTo>
                  <a:pt x="218" y="152"/>
                  <a:pt x="218" y="152"/>
                  <a:pt x="217" y="152"/>
                </a:cubicBezTo>
                <a:cubicBezTo>
                  <a:pt x="216" y="152"/>
                  <a:pt x="215" y="151"/>
                  <a:pt x="212" y="147"/>
                </a:cubicBezTo>
                <a:cubicBezTo>
                  <a:pt x="207" y="140"/>
                  <a:pt x="203" y="133"/>
                  <a:pt x="206" y="131"/>
                </a:cubicBezTo>
                <a:cubicBezTo>
                  <a:pt x="206" y="131"/>
                  <a:pt x="206" y="131"/>
                  <a:pt x="206" y="131"/>
                </a:cubicBezTo>
                <a:close/>
                <a:moveTo>
                  <a:pt x="686" y="212"/>
                </a:moveTo>
                <a:cubicBezTo>
                  <a:pt x="689" y="212"/>
                  <a:pt x="691" y="215"/>
                  <a:pt x="691" y="216"/>
                </a:cubicBezTo>
                <a:cubicBezTo>
                  <a:pt x="687" y="220"/>
                  <a:pt x="682" y="223"/>
                  <a:pt x="679" y="223"/>
                </a:cubicBezTo>
                <a:cubicBezTo>
                  <a:pt x="678" y="223"/>
                  <a:pt x="677" y="222"/>
                  <a:pt x="677" y="222"/>
                </a:cubicBezTo>
                <a:cubicBezTo>
                  <a:pt x="675" y="217"/>
                  <a:pt x="675" y="217"/>
                  <a:pt x="681" y="213"/>
                </a:cubicBezTo>
                <a:cubicBezTo>
                  <a:pt x="683" y="212"/>
                  <a:pt x="684" y="212"/>
                  <a:pt x="686" y="212"/>
                </a:cubicBezTo>
                <a:close/>
                <a:moveTo>
                  <a:pt x="713" y="371"/>
                </a:moveTo>
                <a:cubicBezTo>
                  <a:pt x="722" y="371"/>
                  <a:pt x="729" y="371"/>
                  <a:pt x="729" y="373"/>
                </a:cubicBezTo>
                <a:lnTo>
                  <a:pt x="722" y="376"/>
                </a:lnTo>
                <a:lnTo>
                  <a:pt x="713" y="373"/>
                </a:lnTo>
                <a:lnTo>
                  <a:pt x="713" y="371"/>
                </a:lnTo>
                <a:close/>
                <a:moveTo>
                  <a:pt x="662" y="393"/>
                </a:moveTo>
                <a:cubicBezTo>
                  <a:pt x="670" y="395"/>
                  <a:pt x="678" y="396"/>
                  <a:pt x="678" y="398"/>
                </a:cubicBezTo>
                <a:lnTo>
                  <a:pt x="678" y="399"/>
                </a:lnTo>
                <a:cubicBezTo>
                  <a:pt x="672" y="398"/>
                  <a:pt x="667" y="397"/>
                  <a:pt x="662" y="396"/>
                </a:cubicBezTo>
                <a:lnTo>
                  <a:pt x="662" y="393"/>
                </a:lnTo>
                <a:close/>
                <a:moveTo>
                  <a:pt x="94" y="398"/>
                </a:moveTo>
                <a:cubicBezTo>
                  <a:pt x="97" y="398"/>
                  <a:pt x="99" y="398"/>
                  <a:pt x="99" y="399"/>
                </a:cubicBezTo>
                <a:cubicBezTo>
                  <a:pt x="108" y="401"/>
                  <a:pt x="107" y="402"/>
                  <a:pt x="101" y="402"/>
                </a:cubicBezTo>
                <a:cubicBezTo>
                  <a:pt x="96" y="402"/>
                  <a:pt x="89" y="402"/>
                  <a:pt x="82" y="400"/>
                </a:cubicBezTo>
                <a:cubicBezTo>
                  <a:pt x="67" y="398"/>
                  <a:pt x="67" y="398"/>
                  <a:pt x="82" y="398"/>
                </a:cubicBezTo>
                <a:cubicBezTo>
                  <a:pt x="86" y="398"/>
                  <a:pt x="90" y="398"/>
                  <a:pt x="94" y="398"/>
                </a:cubicBezTo>
                <a:close/>
                <a:moveTo>
                  <a:pt x="711" y="439"/>
                </a:moveTo>
                <a:cubicBezTo>
                  <a:pt x="712" y="439"/>
                  <a:pt x="714" y="439"/>
                  <a:pt x="718" y="441"/>
                </a:cubicBezTo>
                <a:cubicBezTo>
                  <a:pt x="724" y="442"/>
                  <a:pt x="728" y="444"/>
                  <a:pt x="733" y="446"/>
                </a:cubicBezTo>
                <a:cubicBezTo>
                  <a:pt x="733" y="447"/>
                  <a:pt x="733" y="447"/>
                  <a:pt x="732" y="447"/>
                </a:cubicBezTo>
                <a:cubicBezTo>
                  <a:pt x="729" y="447"/>
                  <a:pt x="716" y="442"/>
                  <a:pt x="710" y="441"/>
                </a:cubicBezTo>
                <a:lnTo>
                  <a:pt x="709" y="441"/>
                </a:lnTo>
                <a:cubicBezTo>
                  <a:pt x="710" y="439"/>
                  <a:pt x="710" y="439"/>
                  <a:pt x="711" y="439"/>
                </a:cubicBezTo>
                <a:close/>
                <a:moveTo>
                  <a:pt x="140" y="481"/>
                </a:moveTo>
                <a:cubicBezTo>
                  <a:pt x="142" y="481"/>
                  <a:pt x="143" y="482"/>
                  <a:pt x="143" y="483"/>
                </a:cubicBezTo>
                <a:cubicBezTo>
                  <a:pt x="144" y="485"/>
                  <a:pt x="144" y="485"/>
                  <a:pt x="136" y="489"/>
                </a:cubicBezTo>
                <a:cubicBezTo>
                  <a:pt x="136" y="489"/>
                  <a:pt x="134" y="489"/>
                  <a:pt x="132" y="489"/>
                </a:cubicBezTo>
                <a:cubicBezTo>
                  <a:pt x="130" y="489"/>
                  <a:pt x="128" y="489"/>
                  <a:pt x="127" y="488"/>
                </a:cubicBezTo>
                <a:lnTo>
                  <a:pt x="134" y="482"/>
                </a:lnTo>
                <a:cubicBezTo>
                  <a:pt x="137" y="481"/>
                  <a:pt x="139" y="481"/>
                  <a:pt x="140" y="481"/>
                </a:cubicBezTo>
                <a:close/>
                <a:moveTo>
                  <a:pt x="190" y="490"/>
                </a:moveTo>
                <a:lnTo>
                  <a:pt x="184" y="494"/>
                </a:lnTo>
                <a:lnTo>
                  <a:pt x="185" y="497"/>
                </a:lnTo>
                <a:cubicBezTo>
                  <a:pt x="192" y="492"/>
                  <a:pt x="192" y="492"/>
                  <a:pt x="191" y="491"/>
                </a:cubicBezTo>
                <a:lnTo>
                  <a:pt x="190" y="490"/>
                </a:lnTo>
                <a:close/>
                <a:moveTo>
                  <a:pt x="697" y="492"/>
                </a:moveTo>
                <a:cubicBezTo>
                  <a:pt x="705" y="496"/>
                  <a:pt x="712" y="499"/>
                  <a:pt x="710" y="501"/>
                </a:cubicBezTo>
                <a:lnTo>
                  <a:pt x="703" y="500"/>
                </a:lnTo>
                <a:lnTo>
                  <a:pt x="696" y="494"/>
                </a:lnTo>
                <a:lnTo>
                  <a:pt x="697" y="492"/>
                </a:lnTo>
                <a:close/>
                <a:moveTo>
                  <a:pt x="150" y="502"/>
                </a:moveTo>
                <a:cubicBezTo>
                  <a:pt x="152" y="502"/>
                  <a:pt x="152" y="503"/>
                  <a:pt x="153" y="505"/>
                </a:cubicBezTo>
                <a:cubicBezTo>
                  <a:pt x="154" y="507"/>
                  <a:pt x="155" y="509"/>
                  <a:pt x="147" y="512"/>
                </a:cubicBezTo>
                <a:lnTo>
                  <a:pt x="146" y="510"/>
                </a:lnTo>
                <a:cubicBezTo>
                  <a:pt x="149" y="509"/>
                  <a:pt x="149" y="509"/>
                  <a:pt x="149" y="509"/>
                </a:cubicBezTo>
                <a:lnTo>
                  <a:pt x="149" y="509"/>
                </a:lnTo>
                <a:cubicBezTo>
                  <a:pt x="149" y="509"/>
                  <a:pt x="143" y="511"/>
                  <a:pt x="139" y="515"/>
                </a:cubicBezTo>
                <a:lnTo>
                  <a:pt x="125" y="521"/>
                </a:lnTo>
                <a:cubicBezTo>
                  <a:pt x="124" y="519"/>
                  <a:pt x="130" y="514"/>
                  <a:pt x="137" y="510"/>
                </a:cubicBezTo>
                <a:cubicBezTo>
                  <a:pt x="146" y="505"/>
                  <a:pt x="149" y="502"/>
                  <a:pt x="150" y="502"/>
                </a:cubicBezTo>
                <a:close/>
                <a:moveTo>
                  <a:pt x="28" y="521"/>
                </a:moveTo>
                <a:cubicBezTo>
                  <a:pt x="23" y="521"/>
                  <a:pt x="17" y="522"/>
                  <a:pt x="12" y="524"/>
                </a:cubicBezTo>
                <a:lnTo>
                  <a:pt x="13" y="527"/>
                </a:lnTo>
                <a:cubicBezTo>
                  <a:pt x="13" y="528"/>
                  <a:pt x="14" y="528"/>
                  <a:pt x="15" y="528"/>
                </a:cubicBezTo>
                <a:cubicBezTo>
                  <a:pt x="18" y="528"/>
                  <a:pt x="24" y="526"/>
                  <a:pt x="29" y="524"/>
                </a:cubicBezTo>
                <a:lnTo>
                  <a:pt x="28" y="521"/>
                </a:lnTo>
                <a:close/>
                <a:moveTo>
                  <a:pt x="489" y="554"/>
                </a:moveTo>
                <a:cubicBezTo>
                  <a:pt x="486" y="556"/>
                  <a:pt x="486" y="556"/>
                  <a:pt x="492" y="562"/>
                </a:cubicBezTo>
                <a:lnTo>
                  <a:pt x="495" y="561"/>
                </a:lnTo>
                <a:cubicBezTo>
                  <a:pt x="491" y="554"/>
                  <a:pt x="491" y="554"/>
                  <a:pt x="489" y="554"/>
                </a:cubicBezTo>
                <a:close/>
                <a:moveTo>
                  <a:pt x="606" y="600"/>
                </a:moveTo>
                <a:lnTo>
                  <a:pt x="606" y="600"/>
                </a:lnTo>
                <a:cubicBezTo>
                  <a:pt x="607" y="600"/>
                  <a:pt x="609" y="602"/>
                  <a:pt x="607" y="603"/>
                </a:cubicBezTo>
                <a:cubicBezTo>
                  <a:pt x="605" y="601"/>
                  <a:pt x="605" y="600"/>
                  <a:pt x="606" y="600"/>
                </a:cubicBezTo>
                <a:close/>
                <a:moveTo>
                  <a:pt x="590" y="597"/>
                </a:moveTo>
                <a:cubicBezTo>
                  <a:pt x="596" y="603"/>
                  <a:pt x="600" y="609"/>
                  <a:pt x="598" y="610"/>
                </a:cubicBezTo>
                <a:lnTo>
                  <a:pt x="592" y="605"/>
                </a:lnTo>
                <a:lnTo>
                  <a:pt x="588" y="598"/>
                </a:lnTo>
                <a:lnTo>
                  <a:pt x="590" y="597"/>
                </a:lnTo>
                <a:close/>
                <a:moveTo>
                  <a:pt x="520" y="611"/>
                </a:moveTo>
                <a:lnTo>
                  <a:pt x="520" y="611"/>
                </a:lnTo>
                <a:cubicBezTo>
                  <a:pt x="521" y="614"/>
                  <a:pt x="521" y="615"/>
                  <a:pt x="521" y="615"/>
                </a:cubicBezTo>
                <a:cubicBezTo>
                  <a:pt x="520" y="615"/>
                  <a:pt x="518" y="612"/>
                  <a:pt x="520" y="611"/>
                </a:cubicBezTo>
                <a:close/>
                <a:moveTo>
                  <a:pt x="572" y="603"/>
                </a:moveTo>
                <a:cubicBezTo>
                  <a:pt x="573" y="603"/>
                  <a:pt x="577" y="606"/>
                  <a:pt x="583" y="612"/>
                </a:cubicBezTo>
                <a:cubicBezTo>
                  <a:pt x="587" y="619"/>
                  <a:pt x="587" y="619"/>
                  <a:pt x="585" y="620"/>
                </a:cubicBezTo>
                <a:cubicBezTo>
                  <a:pt x="581" y="617"/>
                  <a:pt x="577" y="612"/>
                  <a:pt x="574" y="608"/>
                </a:cubicBezTo>
                <a:cubicBezTo>
                  <a:pt x="571" y="605"/>
                  <a:pt x="571" y="603"/>
                  <a:pt x="572" y="603"/>
                </a:cubicBezTo>
                <a:close/>
                <a:moveTo>
                  <a:pt x="417" y="622"/>
                </a:moveTo>
                <a:lnTo>
                  <a:pt x="417" y="622"/>
                </a:lnTo>
                <a:cubicBezTo>
                  <a:pt x="417" y="628"/>
                  <a:pt x="418" y="633"/>
                  <a:pt x="418" y="633"/>
                </a:cubicBezTo>
                <a:cubicBezTo>
                  <a:pt x="418" y="633"/>
                  <a:pt x="418" y="632"/>
                  <a:pt x="418" y="630"/>
                </a:cubicBezTo>
                <a:lnTo>
                  <a:pt x="417" y="622"/>
                </a:lnTo>
                <a:close/>
                <a:moveTo>
                  <a:pt x="213" y="622"/>
                </a:moveTo>
                <a:cubicBezTo>
                  <a:pt x="214" y="622"/>
                  <a:pt x="214" y="622"/>
                  <a:pt x="215" y="622"/>
                </a:cubicBezTo>
                <a:cubicBezTo>
                  <a:pt x="217" y="623"/>
                  <a:pt x="211" y="630"/>
                  <a:pt x="202" y="634"/>
                </a:cubicBezTo>
                <a:lnTo>
                  <a:pt x="199" y="630"/>
                </a:lnTo>
                <a:cubicBezTo>
                  <a:pt x="204" y="625"/>
                  <a:pt x="210" y="622"/>
                  <a:pt x="213" y="622"/>
                </a:cubicBezTo>
                <a:close/>
                <a:moveTo>
                  <a:pt x="482" y="618"/>
                </a:moveTo>
                <a:lnTo>
                  <a:pt x="480" y="619"/>
                </a:lnTo>
                <a:cubicBezTo>
                  <a:pt x="483" y="623"/>
                  <a:pt x="485" y="629"/>
                  <a:pt x="487" y="634"/>
                </a:cubicBezTo>
                <a:cubicBezTo>
                  <a:pt x="489" y="632"/>
                  <a:pt x="487" y="625"/>
                  <a:pt x="487" y="625"/>
                </a:cubicBezTo>
                <a:cubicBezTo>
                  <a:pt x="487" y="625"/>
                  <a:pt x="484" y="618"/>
                  <a:pt x="482" y="618"/>
                </a:cubicBezTo>
                <a:close/>
                <a:moveTo>
                  <a:pt x="552" y="641"/>
                </a:moveTo>
                <a:cubicBezTo>
                  <a:pt x="554" y="641"/>
                  <a:pt x="558" y="647"/>
                  <a:pt x="558" y="647"/>
                </a:cubicBezTo>
                <a:cubicBezTo>
                  <a:pt x="560" y="650"/>
                  <a:pt x="560" y="650"/>
                  <a:pt x="559" y="650"/>
                </a:cubicBezTo>
                <a:cubicBezTo>
                  <a:pt x="558" y="650"/>
                  <a:pt x="556" y="649"/>
                  <a:pt x="554" y="649"/>
                </a:cubicBezTo>
                <a:cubicBezTo>
                  <a:pt x="554" y="649"/>
                  <a:pt x="554" y="649"/>
                  <a:pt x="553" y="649"/>
                </a:cubicBezTo>
                <a:cubicBezTo>
                  <a:pt x="548" y="644"/>
                  <a:pt x="548" y="644"/>
                  <a:pt x="551" y="641"/>
                </a:cubicBezTo>
                <a:cubicBezTo>
                  <a:pt x="551" y="641"/>
                  <a:pt x="551" y="641"/>
                  <a:pt x="552" y="641"/>
                </a:cubicBezTo>
                <a:close/>
                <a:moveTo>
                  <a:pt x="324" y="640"/>
                </a:moveTo>
                <a:cubicBezTo>
                  <a:pt x="325" y="640"/>
                  <a:pt x="325" y="640"/>
                  <a:pt x="326" y="640"/>
                </a:cubicBezTo>
                <a:lnTo>
                  <a:pt x="322" y="648"/>
                </a:lnTo>
                <a:lnTo>
                  <a:pt x="318" y="655"/>
                </a:lnTo>
                <a:lnTo>
                  <a:pt x="318" y="655"/>
                </a:lnTo>
                <a:lnTo>
                  <a:pt x="319" y="647"/>
                </a:lnTo>
                <a:cubicBezTo>
                  <a:pt x="321" y="641"/>
                  <a:pt x="322" y="640"/>
                  <a:pt x="324" y="640"/>
                </a:cubicBezTo>
                <a:close/>
                <a:moveTo>
                  <a:pt x="468" y="647"/>
                </a:moveTo>
                <a:cubicBezTo>
                  <a:pt x="470" y="647"/>
                  <a:pt x="470" y="647"/>
                  <a:pt x="473" y="655"/>
                </a:cubicBezTo>
                <a:lnTo>
                  <a:pt x="470" y="655"/>
                </a:lnTo>
                <a:lnTo>
                  <a:pt x="466" y="648"/>
                </a:lnTo>
                <a:lnTo>
                  <a:pt x="468" y="647"/>
                </a:lnTo>
                <a:close/>
                <a:moveTo>
                  <a:pt x="214" y="639"/>
                </a:moveTo>
                <a:cubicBezTo>
                  <a:pt x="212" y="639"/>
                  <a:pt x="208" y="642"/>
                  <a:pt x="206" y="646"/>
                </a:cubicBezTo>
                <a:cubicBezTo>
                  <a:pt x="201" y="653"/>
                  <a:pt x="202" y="654"/>
                  <a:pt x="207" y="657"/>
                </a:cubicBezTo>
                <a:cubicBezTo>
                  <a:pt x="207" y="657"/>
                  <a:pt x="208" y="658"/>
                  <a:pt x="208" y="658"/>
                </a:cubicBezTo>
                <a:cubicBezTo>
                  <a:pt x="211" y="658"/>
                  <a:pt x="216" y="654"/>
                  <a:pt x="216" y="654"/>
                </a:cubicBezTo>
                <a:cubicBezTo>
                  <a:pt x="220" y="647"/>
                  <a:pt x="218" y="646"/>
                  <a:pt x="217" y="644"/>
                </a:cubicBezTo>
                <a:cubicBezTo>
                  <a:pt x="217" y="640"/>
                  <a:pt x="216" y="639"/>
                  <a:pt x="214" y="639"/>
                </a:cubicBezTo>
                <a:close/>
                <a:moveTo>
                  <a:pt x="450" y="648"/>
                </a:moveTo>
                <a:cubicBezTo>
                  <a:pt x="452" y="648"/>
                  <a:pt x="454" y="655"/>
                  <a:pt x="455" y="667"/>
                </a:cubicBezTo>
                <a:lnTo>
                  <a:pt x="450" y="667"/>
                </a:lnTo>
                <a:cubicBezTo>
                  <a:pt x="449" y="659"/>
                  <a:pt x="448" y="651"/>
                  <a:pt x="449" y="651"/>
                </a:cubicBezTo>
                <a:cubicBezTo>
                  <a:pt x="449" y="649"/>
                  <a:pt x="450" y="648"/>
                  <a:pt x="450" y="648"/>
                </a:cubicBezTo>
                <a:close/>
                <a:moveTo>
                  <a:pt x="381" y="640"/>
                </a:moveTo>
                <a:lnTo>
                  <a:pt x="381" y="640"/>
                </a:lnTo>
                <a:cubicBezTo>
                  <a:pt x="381" y="640"/>
                  <a:pt x="380" y="643"/>
                  <a:pt x="378" y="653"/>
                </a:cubicBezTo>
                <a:cubicBezTo>
                  <a:pt x="375" y="660"/>
                  <a:pt x="373" y="668"/>
                  <a:pt x="373" y="668"/>
                </a:cubicBezTo>
                <a:cubicBezTo>
                  <a:pt x="371" y="668"/>
                  <a:pt x="374" y="660"/>
                  <a:pt x="377" y="645"/>
                </a:cubicBezTo>
                <a:cubicBezTo>
                  <a:pt x="379" y="642"/>
                  <a:pt x="380" y="640"/>
                  <a:pt x="381" y="640"/>
                </a:cubicBezTo>
                <a:close/>
                <a:moveTo>
                  <a:pt x="514" y="659"/>
                </a:moveTo>
                <a:cubicBezTo>
                  <a:pt x="515" y="659"/>
                  <a:pt x="517" y="660"/>
                  <a:pt x="519" y="665"/>
                </a:cubicBezTo>
                <a:cubicBezTo>
                  <a:pt x="519" y="665"/>
                  <a:pt x="522" y="673"/>
                  <a:pt x="520" y="674"/>
                </a:cubicBezTo>
                <a:cubicBezTo>
                  <a:pt x="517" y="674"/>
                  <a:pt x="513" y="667"/>
                  <a:pt x="513" y="667"/>
                </a:cubicBezTo>
                <a:lnTo>
                  <a:pt x="512" y="667"/>
                </a:lnTo>
                <a:cubicBezTo>
                  <a:pt x="510" y="660"/>
                  <a:pt x="512" y="659"/>
                  <a:pt x="512" y="659"/>
                </a:cubicBezTo>
                <a:cubicBezTo>
                  <a:pt x="513" y="659"/>
                  <a:pt x="513" y="659"/>
                  <a:pt x="514" y="659"/>
                </a:cubicBezTo>
                <a:close/>
                <a:moveTo>
                  <a:pt x="331" y="656"/>
                </a:moveTo>
                <a:cubicBezTo>
                  <a:pt x="331" y="656"/>
                  <a:pt x="330" y="660"/>
                  <a:pt x="328" y="667"/>
                </a:cubicBezTo>
                <a:cubicBezTo>
                  <a:pt x="327" y="675"/>
                  <a:pt x="322" y="683"/>
                  <a:pt x="317" y="689"/>
                </a:cubicBezTo>
                <a:lnTo>
                  <a:pt x="312" y="687"/>
                </a:lnTo>
                <a:lnTo>
                  <a:pt x="321" y="673"/>
                </a:lnTo>
                <a:cubicBezTo>
                  <a:pt x="327" y="661"/>
                  <a:pt x="330" y="656"/>
                  <a:pt x="331" y="656"/>
                </a:cubicBezTo>
                <a:close/>
                <a:moveTo>
                  <a:pt x="394" y="678"/>
                </a:moveTo>
                <a:cubicBezTo>
                  <a:pt x="394" y="686"/>
                  <a:pt x="393" y="695"/>
                  <a:pt x="391" y="695"/>
                </a:cubicBezTo>
                <a:lnTo>
                  <a:pt x="388" y="695"/>
                </a:lnTo>
                <a:cubicBezTo>
                  <a:pt x="388" y="690"/>
                  <a:pt x="390" y="684"/>
                  <a:pt x="392" y="678"/>
                </a:cubicBezTo>
                <a:close/>
                <a:moveTo>
                  <a:pt x="442" y="701"/>
                </a:moveTo>
                <a:lnTo>
                  <a:pt x="443" y="709"/>
                </a:lnTo>
                <a:cubicBezTo>
                  <a:pt x="441" y="709"/>
                  <a:pt x="440" y="713"/>
                  <a:pt x="439" y="713"/>
                </a:cubicBezTo>
                <a:cubicBezTo>
                  <a:pt x="439" y="713"/>
                  <a:pt x="438" y="712"/>
                  <a:pt x="438" y="710"/>
                </a:cubicBezTo>
                <a:cubicBezTo>
                  <a:pt x="436" y="710"/>
                  <a:pt x="439" y="701"/>
                  <a:pt x="442" y="701"/>
                </a:cubicBezTo>
                <a:close/>
                <a:moveTo>
                  <a:pt x="397" y="0"/>
                </a:moveTo>
                <a:cubicBezTo>
                  <a:pt x="397" y="0"/>
                  <a:pt x="397" y="2"/>
                  <a:pt x="397" y="5"/>
                </a:cubicBezTo>
                <a:cubicBezTo>
                  <a:pt x="397" y="19"/>
                  <a:pt x="396" y="21"/>
                  <a:pt x="391" y="21"/>
                </a:cubicBezTo>
                <a:cubicBezTo>
                  <a:pt x="390" y="21"/>
                  <a:pt x="389" y="21"/>
                  <a:pt x="387" y="21"/>
                </a:cubicBezTo>
                <a:cubicBezTo>
                  <a:pt x="385" y="19"/>
                  <a:pt x="383" y="18"/>
                  <a:pt x="382" y="18"/>
                </a:cubicBezTo>
                <a:cubicBezTo>
                  <a:pt x="378" y="18"/>
                  <a:pt x="374" y="23"/>
                  <a:pt x="373" y="29"/>
                </a:cubicBezTo>
                <a:lnTo>
                  <a:pt x="378" y="29"/>
                </a:lnTo>
                <a:cubicBezTo>
                  <a:pt x="378" y="39"/>
                  <a:pt x="378" y="43"/>
                  <a:pt x="376" y="43"/>
                </a:cubicBezTo>
                <a:cubicBezTo>
                  <a:pt x="375" y="43"/>
                  <a:pt x="373" y="41"/>
                  <a:pt x="372" y="38"/>
                </a:cubicBezTo>
                <a:cubicBezTo>
                  <a:pt x="369" y="38"/>
                  <a:pt x="368" y="29"/>
                  <a:pt x="368" y="21"/>
                </a:cubicBezTo>
                <a:cubicBezTo>
                  <a:pt x="367" y="13"/>
                  <a:pt x="364" y="5"/>
                  <a:pt x="362" y="5"/>
                </a:cubicBezTo>
                <a:cubicBezTo>
                  <a:pt x="359" y="5"/>
                  <a:pt x="357" y="6"/>
                  <a:pt x="359" y="14"/>
                </a:cubicBezTo>
                <a:cubicBezTo>
                  <a:pt x="360" y="22"/>
                  <a:pt x="360" y="22"/>
                  <a:pt x="358" y="22"/>
                </a:cubicBezTo>
                <a:cubicBezTo>
                  <a:pt x="356" y="22"/>
                  <a:pt x="353" y="22"/>
                  <a:pt x="351" y="31"/>
                </a:cubicBezTo>
                <a:cubicBezTo>
                  <a:pt x="353" y="39"/>
                  <a:pt x="350" y="39"/>
                  <a:pt x="348" y="39"/>
                </a:cubicBezTo>
                <a:cubicBezTo>
                  <a:pt x="345" y="33"/>
                  <a:pt x="342" y="32"/>
                  <a:pt x="341" y="32"/>
                </a:cubicBezTo>
                <a:cubicBezTo>
                  <a:pt x="340" y="32"/>
                  <a:pt x="340" y="32"/>
                  <a:pt x="340" y="32"/>
                </a:cubicBezTo>
                <a:lnTo>
                  <a:pt x="338" y="24"/>
                </a:lnTo>
                <a:cubicBezTo>
                  <a:pt x="337" y="19"/>
                  <a:pt x="336" y="13"/>
                  <a:pt x="333" y="9"/>
                </a:cubicBezTo>
                <a:cubicBezTo>
                  <a:pt x="330" y="9"/>
                  <a:pt x="332" y="17"/>
                  <a:pt x="332" y="17"/>
                </a:cubicBezTo>
                <a:cubicBezTo>
                  <a:pt x="333" y="23"/>
                  <a:pt x="275" y="38"/>
                  <a:pt x="268" y="41"/>
                </a:cubicBezTo>
                <a:cubicBezTo>
                  <a:pt x="266" y="39"/>
                  <a:pt x="263" y="38"/>
                  <a:pt x="261" y="38"/>
                </a:cubicBezTo>
                <a:cubicBezTo>
                  <a:pt x="257" y="38"/>
                  <a:pt x="256" y="41"/>
                  <a:pt x="259" y="45"/>
                </a:cubicBezTo>
                <a:cubicBezTo>
                  <a:pt x="263" y="52"/>
                  <a:pt x="252" y="58"/>
                  <a:pt x="238" y="64"/>
                </a:cubicBezTo>
                <a:cubicBezTo>
                  <a:pt x="222" y="72"/>
                  <a:pt x="212" y="78"/>
                  <a:pt x="217" y="85"/>
                </a:cubicBezTo>
                <a:lnTo>
                  <a:pt x="210" y="88"/>
                </a:lnTo>
                <a:cubicBezTo>
                  <a:pt x="206" y="91"/>
                  <a:pt x="207" y="101"/>
                  <a:pt x="206" y="102"/>
                </a:cubicBezTo>
                <a:cubicBezTo>
                  <a:pt x="207" y="106"/>
                  <a:pt x="207" y="108"/>
                  <a:pt x="206" y="108"/>
                </a:cubicBezTo>
                <a:cubicBezTo>
                  <a:pt x="205" y="108"/>
                  <a:pt x="204" y="107"/>
                  <a:pt x="203" y="103"/>
                </a:cubicBezTo>
                <a:cubicBezTo>
                  <a:pt x="199" y="97"/>
                  <a:pt x="195" y="91"/>
                  <a:pt x="193" y="91"/>
                </a:cubicBezTo>
                <a:cubicBezTo>
                  <a:pt x="193" y="91"/>
                  <a:pt x="192" y="91"/>
                  <a:pt x="192" y="92"/>
                </a:cubicBezTo>
                <a:cubicBezTo>
                  <a:pt x="188" y="94"/>
                  <a:pt x="192" y="101"/>
                  <a:pt x="198" y="107"/>
                </a:cubicBezTo>
                <a:cubicBezTo>
                  <a:pt x="202" y="114"/>
                  <a:pt x="200" y="115"/>
                  <a:pt x="200" y="115"/>
                </a:cubicBezTo>
                <a:cubicBezTo>
                  <a:pt x="200" y="116"/>
                  <a:pt x="199" y="116"/>
                  <a:pt x="199" y="116"/>
                </a:cubicBezTo>
                <a:cubicBezTo>
                  <a:pt x="198" y="116"/>
                  <a:pt x="197" y="114"/>
                  <a:pt x="193" y="110"/>
                </a:cubicBezTo>
                <a:lnTo>
                  <a:pt x="184" y="97"/>
                </a:lnTo>
                <a:lnTo>
                  <a:pt x="182" y="98"/>
                </a:lnTo>
                <a:cubicBezTo>
                  <a:pt x="187" y="105"/>
                  <a:pt x="184" y="106"/>
                  <a:pt x="184" y="106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83" y="107"/>
                  <a:pt x="181" y="105"/>
                  <a:pt x="173" y="95"/>
                </a:cubicBezTo>
                <a:cubicBezTo>
                  <a:pt x="168" y="89"/>
                  <a:pt x="165" y="87"/>
                  <a:pt x="164" y="87"/>
                </a:cubicBezTo>
                <a:lnTo>
                  <a:pt x="164" y="87"/>
                </a:lnTo>
                <a:cubicBezTo>
                  <a:pt x="163" y="87"/>
                  <a:pt x="164" y="91"/>
                  <a:pt x="169" y="98"/>
                </a:cubicBezTo>
                <a:lnTo>
                  <a:pt x="170" y="107"/>
                </a:lnTo>
                <a:cubicBezTo>
                  <a:pt x="167" y="105"/>
                  <a:pt x="165" y="104"/>
                  <a:pt x="164" y="104"/>
                </a:cubicBezTo>
                <a:lnTo>
                  <a:pt x="164" y="104"/>
                </a:lnTo>
                <a:cubicBezTo>
                  <a:pt x="161" y="104"/>
                  <a:pt x="165" y="114"/>
                  <a:pt x="167" y="120"/>
                </a:cubicBezTo>
                <a:cubicBezTo>
                  <a:pt x="162" y="115"/>
                  <a:pt x="159" y="113"/>
                  <a:pt x="157" y="113"/>
                </a:cubicBezTo>
                <a:lnTo>
                  <a:pt x="157" y="113"/>
                </a:lnTo>
                <a:cubicBezTo>
                  <a:pt x="155" y="113"/>
                  <a:pt x="157" y="117"/>
                  <a:pt x="162" y="124"/>
                </a:cubicBezTo>
                <a:cubicBezTo>
                  <a:pt x="165" y="128"/>
                  <a:pt x="166" y="130"/>
                  <a:pt x="165" y="130"/>
                </a:cubicBezTo>
                <a:cubicBezTo>
                  <a:pt x="164" y="130"/>
                  <a:pt x="162" y="129"/>
                  <a:pt x="158" y="128"/>
                </a:cubicBezTo>
                <a:cubicBezTo>
                  <a:pt x="155" y="126"/>
                  <a:pt x="153" y="125"/>
                  <a:pt x="152" y="125"/>
                </a:cubicBezTo>
                <a:cubicBezTo>
                  <a:pt x="149" y="125"/>
                  <a:pt x="148" y="127"/>
                  <a:pt x="146" y="129"/>
                </a:cubicBezTo>
                <a:cubicBezTo>
                  <a:pt x="150" y="137"/>
                  <a:pt x="137" y="148"/>
                  <a:pt x="125" y="162"/>
                </a:cubicBezTo>
                <a:cubicBezTo>
                  <a:pt x="110" y="179"/>
                  <a:pt x="101" y="192"/>
                  <a:pt x="109" y="196"/>
                </a:cubicBezTo>
                <a:cubicBezTo>
                  <a:pt x="108" y="197"/>
                  <a:pt x="108" y="198"/>
                  <a:pt x="107" y="198"/>
                </a:cubicBezTo>
                <a:cubicBezTo>
                  <a:pt x="105" y="198"/>
                  <a:pt x="103" y="197"/>
                  <a:pt x="99" y="195"/>
                </a:cubicBezTo>
                <a:cubicBezTo>
                  <a:pt x="97" y="194"/>
                  <a:pt x="95" y="193"/>
                  <a:pt x="95" y="193"/>
                </a:cubicBezTo>
                <a:lnTo>
                  <a:pt x="95" y="193"/>
                </a:lnTo>
                <a:cubicBezTo>
                  <a:pt x="93" y="193"/>
                  <a:pt x="95" y="196"/>
                  <a:pt x="104" y="204"/>
                </a:cubicBezTo>
                <a:cubicBezTo>
                  <a:pt x="107" y="208"/>
                  <a:pt x="111" y="211"/>
                  <a:pt x="110" y="211"/>
                </a:cubicBezTo>
                <a:cubicBezTo>
                  <a:pt x="110" y="211"/>
                  <a:pt x="108" y="209"/>
                  <a:pt x="102" y="206"/>
                </a:cubicBezTo>
                <a:cubicBezTo>
                  <a:pt x="100" y="205"/>
                  <a:pt x="99" y="204"/>
                  <a:pt x="97" y="204"/>
                </a:cubicBezTo>
                <a:cubicBezTo>
                  <a:pt x="93" y="204"/>
                  <a:pt x="91" y="208"/>
                  <a:pt x="87" y="214"/>
                </a:cubicBezTo>
                <a:cubicBezTo>
                  <a:pt x="83" y="220"/>
                  <a:pt x="79" y="229"/>
                  <a:pt x="86" y="232"/>
                </a:cubicBezTo>
                <a:cubicBezTo>
                  <a:pt x="89" y="236"/>
                  <a:pt x="90" y="238"/>
                  <a:pt x="90" y="238"/>
                </a:cubicBezTo>
                <a:cubicBezTo>
                  <a:pt x="89" y="238"/>
                  <a:pt x="88" y="237"/>
                  <a:pt x="84" y="234"/>
                </a:cubicBezTo>
                <a:cubicBezTo>
                  <a:pt x="81" y="231"/>
                  <a:pt x="77" y="230"/>
                  <a:pt x="73" y="230"/>
                </a:cubicBezTo>
                <a:cubicBezTo>
                  <a:pt x="66" y="230"/>
                  <a:pt x="62" y="236"/>
                  <a:pt x="69" y="245"/>
                </a:cubicBezTo>
                <a:cubicBezTo>
                  <a:pt x="68" y="247"/>
                  <a:pt x="68" y="248"/>
                  <a:pt x="66" y="248"/>
                </a:cubicBezTo>
                <a:cubicBezTo>
                  <a:pt x="64" y="248"/>
                  <a:pt x="63" y="248"/>
                  <a:pt x="60" y="247"/>
                </a:cubicBezTo>
                <a:lnTo>
                  <a:pt x="60" y="247"/>
                </a:lnTo>
                <a:cubicBezTo>
                  <a:pt x="59" y="249"/>
                  <a:pt x="58" y="252"/>
                  <a:pt x="62" y="261"/>
                </a:cubicBezTo>
                <a:cubicBezTo>
                  <a:pt x="61" y="263"/>
                  <a:pt x="58" y="272"/>
                  <a:pt x="55" y="277"/>
                </a:cubicBezTo>
                <a:cubicBezTo>
                  <a:pt x="54" y="281"/>
                  <a:pt x="60" y="289"/>
                  <a:pt x="60" y="289"/>
                </a:cubicBezTo>
                <a:lnTo>
                  <a:pt x="60" y="291"/>
                </a:lnTo>
                <a:cubicBezTo>
                  <a:pt x="59" y="291"/>
                  <a:pt x="58" y="291"/>
                  <a:pt x="58" y="291"/>
                </a:cubicBezTo>
                <a:cubicBezTo>
                  <a:pt x="51" y="291"/>
                  <a:pt x="47" y="302"/>
                  <a:pt x="43" y="317"/>
                </a:cubicBezTo>
                <a:cubicBezTo>
                  <a:pt x="40" y="334"/>
                  <a:pt x="36" y="347"/>
                  <a:pt x="28" y="350"/>
                </a:cubicBezTo>
                <a:cubicBezTo>
                  <a:pt x="28" y="350"/>
                  <a:pt x="28" y="352"/>
                  <a:pt x="36" y="355"/>
                </a:cubicBezTo>
                <a:cubicBezTo>
                  <a:pt x="52" y="360"/>
                  <a:pt x="52" y="362"/>
                  <a:pt x="43" y="363"/>
                </a:cubicBezTo>
                <a:cubicBezTo>
                  <a:pt x="28" y="364"/>
                  <a:pt x="26" y="374"/>
                  <a:pt x="40" y="377"/>
                </a:cubicBezTo>
                <a:lnTo>
                  <a:pt x="40" y="377"/>
                </a:lnTo>
                <a:cubicBezTo>
                  <a:pt x="38" y="377"/>
                  <a:pt x="36" y="377"/>
                  <a:pt x="34" y="377"/>
                </a:cubicBezTo>
                <a:lnTo>
                  <a:pt x="34" y="377"/>
                </a:lnTo>
                <a:cubicBezTo>
                  <a:pt x="17" y="379"/>
                  <a:pt x="25" y="387"/>
                  <a:pt x="41" y="389"/>
                </a:cubicBezTo>
                <a:cubicBezTo>
                  <a:pt x="33" y="391"/>
                  <a:pt x="25" y="395"/>
                  <a:pt x="33" y="397"/>
                </a:cubicBezTo>
                <a:cubicBezTo>
                  <a:pt x="33" y="399"/>
                  <a:pt x="33" y="399"/>
                  <a:pt x="17" y="399"/>
                </a:cubicBezTo>
                <a:cubicBezTo>
                  <a:pt x="9" y="400"/>
                  <a:pt x="0" y="400"/>
                  <a:pt x="0" y="402"/>
                </a:cubicBezTo>
                <a:cubicBezTo>
                  <a:pt x="0" y="404"/>
                  <a:pt x="4" y="405"/>
                  <a:pt x="8" y="405"/>
                </a:cubicBezTo>
                <a:cubicBezTo>
                  <a:pt x="11" y="405"/>
                  <a:pt x="14" y="405"/>
                  <a:pt x="17" y="405"/>
                </a:cubicBezTo>
                <a:lnTo>
                  <a:pt x="17" y="410"/>
                </a:lnTo>
                <a:cubicBezTo>
                  <a:pt x="17" y="410"/>
                  <a:pt x="17" y="412"/>
                  <a:pt x="21" y="412"/>
                </a:cubicBezTo>
                <a:cubicBezTo>
                  <a:pt x="22" y="412"/>
                  <a:pt x="23" y="412"/>
                  <a:pt x="25" y="411"/>
                </a:cubicBezTo>
                <a:cubicBezTo>
                  <a:pt x="33" y="411"/>
                  <a:pt x="33" y="414"/>
                  <a:pt x="33" y="416"/>
                </a:cubicBezTo>
                <a:cubicBezTo>
                  <a:pt x="28" y="417"/>
                  <a:pt x="29" y="418"/>
                  <a:pt x="32" y="418"/>
                </a:cubicBezTo>
                <a:cubicBezTo>
                  <a:pt x="35" y="418"/>
                  <a:pt x="38" y="417"/>
                  <a:pt x="41" y="416"/>
                </a:cubicBezTo>
                <a:cubicBezTo>
                  <a:pt x="44" y="415"/>
                  <a:pt x="48" y="415"/>
                  <a:pt x="51" y="415"/>
                </a:cubicBezTo>
                <a:cubicBezTo>
                  <a:pt x="55" y="415"/>
                  <a:pt x="58" y="416"/>
                  <a:pt x="58" y="417"/>
                </a:cubicBezTo>
                <a:lnTo>
                  <a:pt x="73" y="415"/>
                </a:lnTo>
                <a:cubicBezTo>
                  <a:pt x="75" y="415"/>
                  <a:pt x="77" y="415"/>
                  <a:pt x="79" y="415"/>
                </a:cubicBezTo>
                <a:cubicBezTo>
                  <a:pt x="88" y="415"/>
                  <a:pt x="97" y="413"/>
                  <a:pt x="106" y="409"/>
                </a:cubicBezTo>
                <a:cubicBezTo>
                  <a:pt x="114" y="400"/>
                  <a:pt x="121" y="396"/>
                  <a:pt x="106" y="396"/>
                </a:cubicBezTo>
                <a:cubicBezTo>
                  <a:pt x="106" y="396"/>
                  <a:pt x="98" y="393"/>
                  <a:pt x="98" y="391"/>
                </a:cubicBezTo>
                <a:cubicBezTo>
                  <a:pt x="98" y="390"/>
                  <a:pt x="106" y="388"/>
                  <a:pt x="106" y="388"/>
                </a:cubicBezTo>
                <a:cubicBezTo>
                  <a:pt x="114" y="388"/>
                  <a:pt x="115" y="381"/>
                  <a:pt x="116" y="371"/>
                </a:cubicBezTo>
                <a:cubicBezTo>
                  <a:pt x="116" y="361"/>
                  <a:pt x="117" y="355"/>
                  <a:pt x="126" y="354"/>
                </a:cubicBezTo>
                <a:cubicBezTo>
                  <a:pt x="134" y="354"/>
                  <a:pt x="135" y="352"/>
                  <a:pt x="135" y="352"/>
                </a:cubicBezTo>
                <a:cubicBezTo>
                  <a:pt x="127" y="351"/>
                  <a:pt x="128" y="341"/>
                  <a:pt x="133" y="328"/>
                </a:cubicBezTo>
                <a:cubicBezTo>
                  <a:pt x="136" y="316"/>
                  <a:pt x="141" y="304"/>
                  <a:pt x="134" y="300"/>
                </a:cubicBezTo>
                <a:lnTo>
                  <a:pt x="135" y="297"/>
                </a:lnTo>
                <a:cubicBezTo>
                  <a:pt x="137" y="298"/>
                  <a:pt x="139" y="298"/>
                  <a:pt x="140" y="298"/>
                </a:cubicBezTo>
                <a:cubicBezTo>
                  <a:pt x="143" y="298"/>
                  <a:pt x="144" y="296"/>
                  <a:pt x="145" y="294"/>
                </a:cubicBezTo>
                <a:cubicBezTo>
                  <a:pt x="139" y="287"/>
                  <a:pt x="141" y="284"/>
                  <a:pt x="141" y="284"/>
                </a:cubicBezTo>
                <a:lnTo>
                  <a:pt x="141" y="284"/>
                </a:lnTo>
                <a:cubicBezTo>
                  <a:pt x="143" y="285"/>
                  <a:pt x="145" y="285"/>
                  <a:pt x="146" y="285"/>
                </a:cubicBezTo>
                <a:cubicBezTo>
                  <a:pt x="149" y="285"/>
                  <a:pt x="149" y="283"/>
                  <a:pt x="151" y="281"/>
                </a:cubicBezTo>
                <a:cubicBezTo>
                  <a:pt x="153" y="278"/>
                  <a:pt x="154" y="277"/>
                  <a:pt x="146" y="273"/>
                </a:cubicBezTo>
                <a:cubicBezTo>
                  <a:pt x="147" y="271"/>
                  <a:pt x="154" y="259"/>
                  <a:pt x="164" y="259"/>
                </a:cubicBezTo>
                <a:cubicBezTo>
                  <a:pt x="165" y="259"/>
                  <a:pt x="166" y="259"/>
                  <a:pt x="167" y="259"/>
                </a:cubicBezTo>
                <a:cubicBezTo>
                  <a:pt x="170" y="259"/>
                  <a:pt x="165" y="255"/>
                  <a:pt x="160" y="250"/>
                </a:cubicBezTo>
                <a:cubicBezTo>
                  <a:pt x="153" y="245"/>
                  <a:pt x="147" y="240"/>
                  <a:pt x="148" y="238"/>
                </a:cubicBezTo>
                <a:lnTo>
                  <a:pt x="148" y="238"/>
                </a:lnTo>
                <a:cubicBezTo>
                  <a:pt x="148" y="238"/>
                  <a:pt x="155" y="242"/>
                  <a:pt x="162" y="247"/>
                </a:cubicBezTo>
                <a:cubicBezTo>
                  <a:pt x="166" y="250"/>
                  <a:pt x="167" y="251"/>
                  <a:pt x="168" y="251"/>
                </a:cubicBezTo>
                <a:cubicBezTo>
                  <a:pt x="169" y="251"/>
                  <a:pt x="169" y="250"/>
                  <a:pt x="170" y="249"/>
                </a:cubicBezTo>
                <a:lnTo>
                  <a:pt x="172" y="247"/>
                </a:lnTo>
                <a:cubicBezTo>
                  <a:pt x="165" y="242"/>
                  <a:pt x="171" y="233"/>
                  <a:pt x="180" y="223"/>
                </a:cubicBezTo>
                <a:cubicBezTo>
                  <a:pt x="190" y="210"/>
                  <a:pt x="194" y="205"/>
                  <a:pt x="189" y="201"/>
                </a:cubicBezTo>
                <a:cubicBezTo>
                  <a:pt x="184" y="196"/>
                  <a:pt x="184" y="195"/>
                  <a:pt x="189" y="195"/>
                </a:cubicBezTo>
                <a:cubicBezTo>
                  <a:pt x="190" y="195"/>
                  <a:pt x="192" y="195"/>
                  <a:pt x="194" y="195"/>
                </a:cubicBezTo>
                <a:cubicBezTo>
                  <a:pt x="208" y="199"/>
                  <a:pt x="214" y="201"/>
                  <a:pt x="216" y="201"/>
                </a:cubicBezTo>
                <a:cubicBezTo>
                  <a:pt x="218" y="201"/>
                  <a:pt x="217" y="199"/>
                  <a:pt x="216" y="196"/>
                </a:cubicBezTo>
                <a:cubicBezTo>
                  <a:pt x="216" y="196"/>
                  <a:pt x="215" y="196"/>
                  <a:pt x="215" y="196"/>
                </a:cubicBezTo>
                <a:cubicBezTo>
                  <a:pt x="212" y="196"/>
                  <a:pt x="207" y="191"/>
                  <a:pt x="202" y="186"/>
                </a:cubicBezTo>
                <a:cubicBezTo>
                  <a:pt x="196" y="180"/>
                  <a:pt x="194" y="176"/>
                  <a:pt x="195" y="176"/>
                </a:cubicBezTo>
                <a:lnTo>
                  <a:pt x="195" y="176"/>
                </a:lnTo>
                <a:cubicBezTo>
                  <a:pt x="196" y="176"/>
                  <a:pt x="200" y="179"/>
                  <a:pt x="206" y="184"/>
                </a:cubicBezTo>
                <a:cubicBezTo>
                  <a:pt x="208" y="186"/>
                  <a:pt x="210" y="187"/>
                  <a:pt x="212" y="187"/>
                </a:cubicBezTo>
                <a:cubicBezTo>
                  <a:pt x="222" y="187"/>
                  <a:pt x="231" y="168"/>
                  <a:pt x="225" y="157"/>
                </a:cubicBezTo>
                <a:cubicBezTo>
                  <a:pt x="223" y="155"/>
                  <a:pt x="222" y="153"/>
                  <a:pt x="222" y="153"/>
                </a:cubicBezTo>
                <a:lnTo>
                  <a:pt x="222" y="153"/>
                </a:lnTo>
                <a:cubicBezTo>
                  <a:pt x="222" y="153"/>
                  <a:pt x="224" y="156"/>
                  <a:pt x="230" y="164"/>
                </a:cubicBezTo>
                <a:cubicBezTo>
                  <a:pt x="233" y="167"/>
                  <a:pt x="234" y="168"/>
                  <a:pt x="236" y="168"/>
                </a:cubicBezTo>
                <a:cubicBezTo>
                  <a:pt x="237" y="168"/>
                  <a:pt x="239" y="167"/>
                  <a:pt x="243" y="165"/>
                </a:cubicBezTo>
                <a:lnTo>
                  <a:pt x="247" y="161"/>
                </a:lnTo>
                <a:cubicBezTo>
                  <a:pt x="242" y="153"/>
                  <a:pt x="245" y="150"/>
                  <a:pt x="249" y="150"/>
                </a:cubicBezTo>
                <a:cubicBezTo>
                  <a:pt x="252" y="150"/>
                  <a:pt x="255" y="152"/>
                  <a:pt x="257" y="155"/>
                </a:cubicBezTo>
                <a:cubicBezTo>
                  <a:pt x="261" y="159"/>
                  <a:pt x="262" y="160"/>
                  <a:pt x="263" y="160"/>
                </a:cubicBezTo>
                <a:cubicBezTo>
                  <a:pt x="264" y="160"/>
                  <a:pt x="265" y="160"/>
                  <a:pt x="266" y="159"/>
                </a:cubicBezTo>
                <a:cubicBezTo>
                  <a:pt x="264" y="150"/>
                  <a:pt x="267" y="146"/>
                  <a:pt x="270" y="146"/>
                </a:cubicBezTo>
                <a:cubicBezTo>
                  <a:pt x="273" y="146"/>
                  <a:pt x="277" y="149"/>
                  <a:pt x="279" y="152"/>
                </a:cubicBezTo>
                <a:cubicBezTo>
                  <a:pt x="280" y="151"/>
                  <a:pt x="281" y="151"/>
                  <a:pt x="282" y="150"/>
                </a:cubicBezTo>
                <a:cubicBezTo>
                  <a:pt x="280" y="142"/>
                  <a:pt x="283" y="141"/>
                  <a:pt x="284" y="140"/>
                </a:cubicBezTo>
                <a:cubicBezTo>
                  <a:pt x="290" y="138"/>
                  <a:pt x="291" y="138"/>
                  <a:pt x="286" y="131"/>
                </a:cubicBezTo>
                <a:cubicBezTo>
                  <a:pt x="283" y="123"/>
                  <a:pt x="279" y="116"/>
                  <a:pt x="281" y="115"/>
                </a:cubicBezTo>
                <a:lnTo>
                  <a:pt x="281" y="115"/>
                </a:lnTo>
                <a:lnTo>
                  <a:pt x="284" y="123"/>
                </a:lnTo>
                <a:cubicBezTo>
                  <a:pt x="286" y="126"/>
                  <a:pt x="288" y="128"/>
                  <a:pt x="291" y="128"/>
                </a:cubicBezTo>
                <a:cubicBezTo>
                  <a:pt x="293" y="128"/>
                  <a:pt x="296" y="126"/>
                  <a:pt x="300" y="125"/>
                </a:cubicBezTo>
                <a:cubicBezTo>
                  <a:pt x="304" y="124"/>
                  <a:pt x="307" y="123"/>
                  <a:pt x="309" y="123"/>
                </a:cubicBezTo>
                <a:cubicBezTo>
                  <a:pt x="312" y="123"/>
                  <a:pt x="314" y="124"/>
                  <a:pt x="317" y="129"/>
                </a:cubicBezTo>
                <a:lnTo>
                  <a:pt x="316" y="120"/>
                </a:lnTo>
                <a:cubicBezTo>
                  <a:pt x="315" y="116"/>
                  <a:pt x="315" y="113"/>
                  <a:pt x="316" y="113"/>
                </a:cubicBezTo>
                <a:cubicBezTo>
                  <a:pt x="317" y="113"/>
                  <a:pt x="318" y="115"/>
                  <a:pt x="319" y="119"/>
                </a:cubicBezTo>
                <a:cubicBezTo>
                  <a:pt x="321" y="122"/>
                  <a:pt x="323" y="123"/>
                  <a:pt x="326" y="123"/>
                </a:cubicBezTo>
                <a:cubicBezTo>
                  <a:pt x="328" y="123"/>
                  <a:pt x="331" y="121"/>
                  <a:pt x="331" y="116"/>
                </a:cubicBezTo>
                <a:lnTo>
                  <a:pt x="335" y="115"/>
                </a:lnTo>
                <a:cubicBezTo>
                  <a:pt x="337" y="123"/>
                  <a:pt x="340" y="126"/>
                  <a:pt x="341" y="126"/>
                </a:cubicBezTo>
                <a:cubicBezTo>
                  <a:pt x="343" y="126"/>
                  <a:pt x="344" y="122"/>
                  <a:pt x="344" y="113"/>
                </a:cubicBezTo>
                <a:lnTo>
                  <a:pt x="344" y="113"/>
                </a:lnTo>
                <a:cubicBezTo>
                  <a:pt x="345" y="121"/>
                  <a:pt x="347" y="121"/>
                  <a:pt x="348" y="121"/>
                </a:cubicBezTo>
                <a:cubicBezTo>
                  <a:pt x="349" y="116"/>
                  <a:pt x="352" y="114"/>
                  <a:pt x="354" y="114"/>
                </a:cubicBezTo>
                <a:cubicBezTo>
                  <a:pt x="357" y="114"/>
                  <a:pt x="359" y="116"/>
                  <a:pt x="359" y="120"/>
                </a:cubicBezTo>
                <a:lnTo>
                  <a:pt x="360" y="120"/>
                </a:lnTo>
                <a:cubicBezTo>
                  <a:pt x="362" y="112"/>
                  <a:pt x="363" y="111"/>
                  <a:pt x="365" y="111"/>
                </a:cubicBezTo>
                <a:cubicBezTo>
                  <a:pt x="366" y="111"/>
                  <a:pt x="368" y="111"/>
                  <a:pt x="369" y="103"/>
                </a:cubicBezTo>
                <a:cubicBezTo>
                  <a:pt x="371" y="94"/>
                  <a:pt x="373" y="94"/>
                  <a:pt x="373" y="94"/>
                </a:cubicBezTo>
                <a:lnTo>
                  <a:pt x="373" y="94"/>
                </a:lnTo>
                <a:cubicBezTo>
                  <a:pt x="374" y="94"/>
                  <a:pt x="373" y="102"/>
                  <a:pt x="372" y="111"/>
                </a:cubicBezTo>
                <a:cubicBezTo>
                  <a:pt x="371" y="114"/>
                  <a:pt x="371" y="116"/>
                  <a:pt x="372" y="116"/>
                </a:cubicBezTo>
                <a:cubicBezTo>
                  <a:pt x="373" y="116"/>
                  <a:pt x="376" y="111"/>
                  <a:pt x="378" y="102"/>
                </a:cubicBezTo>
                <a:cubicBezTo>
                  <a:pt x="381" y="94"/>
                  <a:pt x="382" y="90"/>
                  <a:pt x="382" y="90"/>
                </a:cubicBezTo>
                <a:lnTo>
                  <a:pt x="382" y="90"/>
                </a:lnTo>
                <a:cubicBezTo>
                  <a:pt x="383" y="90"/>
                  <a:pt x="382" y="94"/>
                  <a:pt x="381" y="102"/>
                </a:cubicBezTo>
                <a:cubicBezTo>
                  <a:pt x="379" y="108"/>
                  <a:pt x="378" y="114"/>
                  <a:pt x="379" y="114"/>
                </a:cubicBezTo>
                <a:cubicBezTo>
                  <a:pt x="379" y="114"/>
                  <a:pt x="380" y="113"/>
                  <a:pt x="381" y="111"/>
                </a:cubicBezTo>
                <a:cubicBezTo>
                  <a:pt x="381" y="111"/>
                  <a:pt x="384" y="111"/>
                  <a:pt x="384" y="103"/>
                </a:cubicBezTo>
                <a:lnTo>
                  <a:pt x="390" y="103"/>
                </a:lnTo>
                <a:cubicBezTo>
                  <a:pt x="393" y="111"/>
                  <a:pt x="394" y="111"/>
                  <a:pt x="396" y="111"/>
                </a:cubicBezTo>
                <a:cubicBezTo>
                  <a:pt x="397" y="107"/>
                  <a:pt x="398" y="105"/>
                  <a:pt x="398" y="105"/>
                </a:cubicBezTo>
                <a:cubicBezTo>
                  <a:pt x="399" y="105"/>
                  <a:pt x="399" y="107"/>
                  <a:pt x="400" y="111"/>
                </a:cubicBezTo>
                <a:cubicBezTo>
                  <a:pt x="399" y="114"/>
                  <a:pt x="399" y="116"/>
                  <a:pt x="400" y="116"/>
                </a:cubicBezTo>
                <a:cubicBezTo>
                  <a:pt x="400" y="116"/>
                  <a:pt x="401" y="113"/>
                  <a:pt x="402" y="103"/>
                </a:cubicBezTo>
                <a:cubicBezTo>
                  <a:pt x="403" y="99"/>
                  <a:pt x="404" y="98"/>
                  <a:pt x="405" y="98"/>
                </a:cubicBezTo>
                <a:cubicBezTo>
                  <a:pt x="406" y="98"/>
                  <a:pt x="407" y="100"/>
                  <a:pt x="408" y="104"/>
                </a:cubicBezTo>
                <a:cubicBezTo>
                  <a:pt x="406" y="113"/>
                  <a:pt x="406" y="118"/>
                  <a:pt x="407" y="118"/>
                </a:cubicBezTo>
                <a:cubicBezTo>
                  <a:pt x="408" y="118"/>
                  <a:pt x="408" y="116"/>
                  <a:pt x="409" y="112"/>
                </a:cubicBezTo>
                <a:cubicBezTo>
                  <a:pt x="410" y="106"/>
                  <a:pt x="412" y="105"/>
                  <a:pt x="413" y="105"/>
                </a:cubicBezTo>
                <a:cubicBezTo>
                  <a:pt x="413" y="105"/>
                  <a:pt x="413" y="105"/>
                  <a:pt x="413" y="105"/>
                </a:cubicBezTo>
                <a:cubicBezTo>
                  <a:pt x="412" y="113"/>
                  <a:pt x="428" y="115"/>
                  <a:pt x="443" y="120"/>
                </a:cubicBezTo>
                <a:cubicBezTo>
                  <a:pt x="445" y="120"/>
                  <a:pt x="449" y="112"/>
                  <a:pt x="451" y="105"/>
                </a:cubicBezTo>
                <a:cubicBezTo>
                  <a:pt x="453" y="99"/>
                  <a:pt x="453" y="96"/>
                  <a:pt x="453" y="96"/>
                </a:cubicBezTo>
                <a:lnTo>
                  <a:pt x="453" y="96"/>
                </a:lnTo>
                <a:cubicBezTo>
                  <a:pt x="453" y="96"/>
                  <a:pt x="452" y="101"/>
                  <a:pt x="452" y="105"/>
                </a:cubicBezTo>
                <a:cubicBezTo>
                  <a:pt x="450" y="117"/>
                  <a:pt x="450" y="123"/>
                  <a:pt x="451" y="123"/>
                </a:cubicBezTo>
                <a:cubicBezTo>
                  <a:pt x="452" y="123"/>
                  <a:pt x="454" y="118"/>
                  <a:pt x="456" y="106"/>
                </a:cubicBezTo>
                <a:cubicBezTo>
                  <a:pt x="457" y="99"/>
                  <a:pt x="458" y="95"/>
                  <a:pt x="459" y="95"/>
                </a:cubicBezTo>
                <a:lnTo>
                  <a:pt x="459" y="95"/>
                </a:lnTo>
                <a:cubicBezTo>
                  <a:pt x="459" y="95"/>
                  <a:pt x="459" y="99"/>
                  <a:pt x="458" y="107"/>
                </a:cubicBezTo>
                <a:cubicBezTo>
                  <a:pt x="458" y="112"/>
                  <a:pt x="458" y="113"/>
                  <a:pt x="458" y="113"/>
                </a:cubicBezTo>
                <a:cubicBezTo>
                  <a:pt x="459" y="113"/>
                  <a:pt x="460" y="112"/>
                  <a:pt x="461" y="109"/>
                </a:cubicBezTo>
                <a:cubicBezTo>
                  <a:pt x="462" y="105"/>
                  <a:pt x="463" y="103"/>
                  <a:pt x="464" y="103"/>
                </a:cubicBezTo>
                <a:lnTo>
                  <a:pt x="464" y="103"/>
                </a:lnTo>
                <a:cubicBezTo>
                  <a:pt x="465" y="103"/>
                  <a:pt x="465" y="105"/>
                  <a:pt x="464" y="110"/>
                </a:cubicBezTo>
                <a:cubicBezTo>
                  <a:pt x="463" y="115"/>
                  <a:pt x="462" y="121"/>
                  <a:pt x="463" y="121"/>
                </a:cubicBezTo>
                <a:cubicBezTo>
                  <a:pt x="463" y="121"/>
                  <a:pt x="464" y="120"/>
                  <a:pt x="465" y="119"/>
                </a:cubicBezTo>
                <a:cubicBezTo>
                  <a:pt x="465" y="119"/>
                  <a:pt x="466" y="119"/>
                  <a:pt x="466" y="128"/>
                </a:cubicBezTo>
                <a:cubicBezTo>
                  <a:pt x="466" y="130"/>
                  <a:pt x="466" y="131"/>
                  <a:pt x="466" y="131"/>
                </a:cubicBezTo>
                <a:cubicBezTo>
                  <a:pt x="468" y="131"/>
                  <a:pt x="471" y="126"/>
                  <a:pt x="474" y="121"/>
                </a:cubicBezTo>
                <a:cubicBezTo>
                  <a:pt x="479" y="115"/>
                  <a:pt x="482" y="112"/>
                  <a:pt x="483" y="112"/>
                </a:cubicBezTo>
                <a:lnTo>
                  <a:pt x="483" y="112"/>
                </a:lnTo>
                <a:cubicBezTo>
                  <a:pt x="484" y="112"/>
                  <a:pt x="482" y="116"/>
                  <a:pt x="478" y="123"/>
                </a:cubicBezTo>
                <a:cubicBezTo>
                  <a:pt x="475" y="130"/>
                  <a:pt x="476" y="133"/>
                  <a:pt x="478" y="133"/>
                </a:cubicBezTo>
                <a:cubicBezTo>
                  <a:pt x="480" y="133"/>
                  <a:pt x="486" y="128"/>
                  <a:pt x="491" y="121"/>
                </a:cubicBezTo>
                <a:cubicBezTo>
                  <a:pt x="495" y="112"/>
                  <a:pt x="497" y="109"/>
                  <a:pt x="497" y="109"/>
                </a:cubicBezTo>
                <a:lnTo>
                  <a:pt x="497" y="109"/>
                </a:lnTo>
                <a:cubicBezTo>
                  <a:pt x="497" y="109"/>
                  <a:pt x="496" y="111"/>
                  <a:pt x="495" y="114"/>
                </a:cubicBezTo>
                <a:cubicBezTo>
                  <a:pt x="492" y="121"/>
                  <a:pt x="494" y="122"/>
                  <a:pt x="494" y="122"/>
                </a:cubicBezTo>
                <a:cubicBezTo>
                  <a:pt x="496" y="123"/>
                  <a:pt x="497" y="124"/>
                  <a:pt x="494" y="131"/>
                </a:cubicBezTo>
                <a:cubicBezTo>
                  <a:pt x="494" y="131"/>
                  <a:pt x="494" y="131"/>
                  <a:pt x="494" y="131"/>
                </a:cubicBezTo>
                <a:cubicBezTo>
                  <a:pt x="495" y="131"/>
                  <a:pt x="497" y="131"/>
                  <a:pt x="503" y="126"/>
                </a:cubicBezTo>
                <a:cubicBezTo>
                  <a:pt x="506" y="122"/>
                  <a:pt x="509" y="120"/>
                  <a:pt x="511" y="120"/>
                </a:cubicBezTo>
                <a:cubicBezTo>
                  <a:pt x="514" y="120"/>
                  <a:pt x="513" y="129"/>
                  <a:pt x="508" y="140"/>
                </a:cubicBezTo>
                <a:lnTo>
                  <a:pt x="516" y="134"/>
                </a:lnTo>
                <a:cubicBezTo>
                  <a:pt x="522" y="127"/>
                  <a:pt x="527" y="122"/>
                  <a:pt x="528" y="122"/>
                </a:cubicBezTo>
                <a:lnTo>
                  <a:pt x="528" y="122"/>
                </a:lnTo>
                <a:cubicBezTo>
                  <a:pt x="528" y="122"/>
                  <a:pt x="527" y="124"/>
                  <a:pt x="524" y="130"/>
                </a:cubicBezTo>
                <a:lnTo>
                  <a:pt x="520" y="137"/>
                </a:lnTo>
                <a:cubicBezTo>
                  <a:pt x="523" y="133"/>
                  <a:pt x="525" y="131"/>
                  <a:pt x="527" y="131"/>
                </a:cubicBezTo>
                <a:cubicBezTo>
                  <a:pt x="530" y="131"/>
                  <a:pt x="530" y="140"/>
                  <a:pt x="524" y="149"/>
                </a:cubicBezTo>
                <a:cubicBezTo>
                  <a:pt x="520" y="156"/>
                  <a:pt x="520" y="156"/>
                  <a:pt x="521" y="157"/>
                </a:cubicBezTo>
                <a:lnTo>
                  <a:pt x="525" y="150"/>
                </a:lnTo>
                <a:cubicBezTo>
                  <a:pt x="529" y="144"/>
                  <a:pt x="533" y="137"/>
                  <a:pt x="535" y="137"/>
                </a:cubicBezTo>
                <a:cubicBezTo>
                  <a:pt x="535" y="137"/>
                  <a:pt x="535" y="137"/>
                  <a:pt x="535" y="138"/>
                </a:cubicBezTo>
                <a:cubicBezTo>
                  <a:pt x="538" y="139"/>
                  <a:pt x="539" y="140"/>
                  <a:pt x="534" y="147"/>
                </a:cubicBezTo>
                <a:cubicBezTo>
                  <a:pt x="533" y="152"/>
                  <a:pt x="530" y="158"/>
                  <a:pt x="531" y="158"/>
                </a:cubicBezTo>
                <a:cubicBezTo>
                  <a:pt x="531" y="158"/>
                  <a:pt x="532" y="157"/>
                  <a:pt x="533" y="156"/>
                </a:cubicBezTo>
                <a:lnTo>
                  <a:pt x="533" y="156"/>
                </a:lnTo>
                <a:cubicBezTo>
                  <a:pt x="533" y="156"/>
                  <a:pt x="534" y="157"/>
                  <a:pt x="531" y="165"/>
                </a:cubicBezTo>
                <a:lnTo>
                  <a:pt x="538" y="169"/>
                </a:lnTo>
                <a:cubicBezTo>
                  <a:pt x="540" y="167"/>
                  <a:pt x="542" y="166"/>
                  <a:pt x="543" y="166"/>
                </a:cubicBezTo>
                <a:cubicBezTo>
                  <a:pt x="545" y="166"/>
                  <a:pt x="545" y="168"/>
                  <a:pt x="542" y="172"/>
                </a:cubicBezTo>
                <a:cubicBezTo>
                  <a:pt x="542" y="172"/>
                  <a:pt x="543" y="173"/>
                  <a:pt x="544" y="173"/>
                </a:cubicBezTo>
                <a:cubicBezTo>
                  <a:pt x="546" y="173"/>
                  <a:pt x="548" y="172"/>
                  <a:pt x="551" y="170"/>
                </a:cubicBezTo>
                <a:lnTo>
                  <a:pt x="551" y="170"/>
                </a:lnTo>
                <a:cubicBezTo>
                  <a:pt x="554" y="172"/>
                  <a:pt x="556" y="174"/>
                  <a:pt x="550" y="180"/>
                </a:cubicBezTo>
                <a:cubicBezTo>
                  <a:pt x="548" y="183"/>
                  <a:pt x="547" y="185"/>
                  <a:pt x="547" y="185"/>
                </a:cubicBezTo>
                <a:cubicBezTo>
                  <a:pt x="547" y="185"/>
                  <a:pt x="549" y="184"/>
                  <a:pt x="552" y="181"/>
                </a:cubicBezTo>
                <a:cubicBezTo>
                  <a:pt x="555" y="178"/>
                  <a:pt x="556" y="177"/>
                  <a:pt x="557" y="177"/>
                </a:cubicBezTo>
                <a:cubicBezTo>
                  <a:pt x="558" y="177"/>
                  <a:pt x="559" y="178"/>
                  <a:pt x="560" y="178"/>
                </a:cubicBezTo>
                <a:lnTo>
                  <a:pt x="562" y="180"/>
                </a:lnTo>
                <a:cubicBezTo>
                  <a:pt x="566" y="176"/>
                  <a:pt x="567" y="175"/>
                  <a:pt x="568" y="175"/>
                </a:cubicBezTo>
                <a:cubicBezTo>
                  <a:pt x="568" y="175"/>
                  <a:pt x="569" y="176"/>
                  <a:pt x="569" y="176"/>
                </a:cubicBezTo>
                <a:cubicBezTo>
                  <a:pt x="571" y="177"/>
                  <a:pt x="570" y="187"/>
                  <a:pt x="571" y="188"/>
                </a:cubicBezTo>
                <a:cubicBezTo>
                  <a:pt x="573" y="190"/>
                  <a:pt x="574" y="191"/>
                  <a:pt x="575" y="191"/>
                </a:cubicBezTo>
                <a:cubicBezTo>
                  <a:pt x="576" y="191"/>
                  <a:pt x="577" y="190"/>
                  <a:pt x="579" y="186"/>
                </a:cubicBezTo>
                <a:cubicBezTo>
                  <a:pt x="579" y="185"/>
                  <a:pt x="580" y="182"/>
                  <a:pt x="581" y="182"/>
                </a:cubicBezTo>
                <a:lnTo>
                  <a:pt x="581" y="182"/>
                </a:lnTo>
                <a:cubicBezTo>
                  <a:pt x="582" y="182"/>
                  <a:pt x="582" y="183"/>
                  <a:pt x="580" y="187"/>
                </a:cubicBezTo>
                <a:cubicBezTo>
                  <a:pt x="581" y="188"/>
                  <a:pt x="580" y="198"/>
                  <a:pt x="584" y="203"/>
                </a:cubicBezTo>
                <a:cubicBezTo>
                  <a:pt x="586" y="206"/>
                  <a:pt x="588" y="207"/>
                  <a:pt x="589" y="207"/>
                </a:cubicBezTo>
                <a:cubicBezTo>
                  <a:pt x="590" y="207"/>
                  <a:pt x="592" y="206"/>
                  <a:pt x="595" y="203"/>
                </a:cubicBezTo>
                <a:cubicBezTo>
                  <a:pt x="600" y="197"/>
                  <a:pt x="603" y="195"/>
                  <a:pt x="604" y="195"/>
                </a:cubicBezTo>
                <a:lnTo>
                  <a:pt x="604" y="195"/>
                </a:lnTo>
                <a:cubicBezTo>
                  <a:pt x="605" y="195"/>
                  <a:pt x="602" y="198"/>
                  <a:pt x="596" y="205"/>
                </a:cubicBezTo>
                <a:cubicBezTo>
                  <a:pt x="590" y="214"/>
                  <a:pt x="588" y="217"/>
                  <a:pt x="589" y="217"/>
                </a:cubicBezTo>
                <a:cubicBezTo>
                  <a:pt x="590" y="217"/>
                  <a:pt x="591" y="216"/>
                  <a:pt x="594" y="214"/>
                </a:cubicBezTo>
                <a:cubicBezTo>
                  <a:pt x="597" y="212"/>
                  <a:pt x="599" y="211"/>
                  <a:pt x="600" y="211"/>
                </a:cubicBezTo>
                <a:cubicBezTo>
                  <a:pt x="601" y="211"/>
                  <a:pt x="601" y="212"/>
                  <a:pt x="602" y="213"/>
                </a:cubicBezTo>
                <a:cubicBezTo>
                  <a:pt x="597" y="216"/>
                  <a:pt x="597" y="218"/>
                  <a:pt x="601" y="218"/>
                </a:cubicBezTo>
                <a:cubicBezTo>
                  <a:pt x="602" y="218"/>
                  <a:pt x="604" y="218"/>
                  <a:pt x="606" y="217"/>
                </a:cubicBezTo>
                <a:lnTo>
                  <a:pt x="606" y="217"/>
                </a:lnTo>
                <a:cubicBezTo>
                  <a:pt x="607" y="218"/>
                  <a:pt x="607" y="218"/>
                  <a:pt x="600" y="224"/>
                </a:cubicBezTo>
                <a:lnTo>
                  <a:pt x="603" y="226"/>
                </a:lnTo>
                <a:cubicBezTo>
                  <a:pt x="605" y="225"/>
                  <a:pt x="607" y="225"/>
                  <a:pt x="609" y="225"/>
                </a:cubicBezTo>
                <a:cubicBezTo>
                  <a:pt x="618" y="225"/>
                  <a:pt x="616" y="236"/>
                  <a:pt x="612" y="241"/>
                </a:cubicBezTo>
                <a:cubicBezTo>
                  <a:pt x="612" y="241"/>
                  <a:pt x="612" y="242"/>
                  <a:pt x="614" y="242"/>
                </a:cubicBezTo>
                <a:cubicBezTo>
                  <a:pt x="615" y="242"/>
                  <a:pt x="617" y="241"/>
                  <a:pt x="621" y="240"/>
                </a:cubicBezTo>
                <a:cubicBezTo>
                  <a:pt x="627" y="237"/>
                  <a:pt x="630" y="236"/>
                  <a:pt x="632" y="236"/>
                </a:cubicBezTo>
                <a:cubicBezTo>
                  <a:pt x="634" y="236"/>
                  <a:pt x="631" y="238"/>
                  <a:pt x="623" y="243"/>
                </a:cubicBezTo>
                <a:cubicBezTo>
                  <a:pt x="615" y="248"/>
                  <a:pt x="611" y="250"/>
                  <a:pt x="612" y="250"/>
                </a:cubicBezTo>
                <a:cubicBezTo>
                  <a:pt x="613" y="250"/>
                  <a:pt x="616" y="249"/>
                  <a:pt x="623" y="245"/>
                </a:cubicBezTo>
                <a:cubicBezTo>
                  <a:pt x="624" y="245"/>
                  <a:pt x="625" y="245"/>
                  <a:pt x="627" y="245"/>
                </a:cubicBezTo>
                <a:cubicBezTo>
                  <a:pt x="632" y="245"/>
                  <a:pt x="633" y="252"/>
                  <a:pt x="621" y="258"/>
                </a:cubicBezTo>
                <a:lnTo>
                  <a:pt x="606" y="266"/>
                </a:lnTo>
                <a:cubicBezTo>
                  <a:pt x="610" y="264"/>
                  <a:pt x="612" y="264"/>
                  <a:pt x="614" y="264"/>
                </a:cubicBezTo>
                <a:cubicBezTo>
                  <a:pt x="615" y="264"/>
                  <a:pt x="615" y="264"/>
                  <a:pt x="615" y="264"/>
                </a:cubicBezTo>
                <a:cubicBezTo>
                  <a:pt x="618" y="263"/>
                  <a:pt x="619" y="263"/>
                  <a:pt x="621" y="263"/>
                </a:cubicBezTo>
                <a:cubicBezTo>
                  <a:pt x="623" y="263"/>
                  <a:pt x="624" y="264"/>
                  <a:pt x="625" y="268"/>
                </a:cubicBezTo>
                <a:cubicBezTo>
                  <a:pt x="627" y="270"/>
                  <a:pt x="637" y="273"/>
                  <a:pt x="639" y="278"/>
                </a:cubicBezTo>
                <a:cubicBezTo>
                  <a:pt x="642" y="282"/>
                  <a:pt x="640" y="288"/>
                  <a:pt x="635" y="291"/>
                </a:cubicBezTo>
                <a:cubicBezTo>
                  <a:pt x="635" y="293"/>
                  <a:pt x="636" y="295"/>
                  <a:pt x="645" y="295"/>
                </a:cubicBezTo>
                <a:cubicBezTo>
                  <a:pt x="646" y="295"/>
                  <a:pt x="647" y="295"/>
                  <a:pt x="648" y="295"/>
                </a:cubicBezTo>
                <a:cubicBezTo>
                  <a:pt x="653" y="295"/>
                  <a:pt x="653" y="298"/>
                  <a:pt x="646" y="300"/>
                </a:cubicBezTo>
                <a:lnTo>
                  <a:pt x="648" y="303"/>
                </a:lnTo>
                <a:cubicBezTo>
                  <a:pt x="655" y="304"/>
                  <a:pt x="657" y="305"/>
                  <a:pt x="657" y="305"/>
                </a:cubicBezTo>
                <a:cubicBezTo>
                  <a:pt x="650" y="307"/>
                  <a:pt x="643" y="311"/>
                  <a:pt x="647" y="311"/>
                </a:cubicBezTo>
                <a:cubicBezTo>
                  <a:pt x="647" y="311"/>
                  <a:pt x="648" y="311"/>
                  <a:pt x="649" y="310"/>
                </a:cubicBezTo>
                <a:cubicBezTo>
                  <a:pt x="651" y="310"/>
                  <a:pt x="652" y="310"/>
                  <a:pt x="653" y="310"/>
                </a:cubicBezTo>
                <a:cubicBezTo>
                  <a:pt x="657" y="310"/>
                  <a:pt x="658" y="311"/>
                  <a:pt x="659" y="314"/>
                </a:cubicBezTo>
                <a:cubicBezTo>
                  <a:pt x="655" y="325"/>
                  <a:pt x="655" y="337"/>
                  <a:pt x="658" y="349"/>
                </a:cubicBezTo>
                <a:cubicBezTo>
                  <a:pt x="658" y="363"/>
                  <a:pt x="660" y="378"/>
                  <a:pt x="663" y="378"/>
                </a:cubicBezTo>
                <a:lnTo>
                  <a:pt x="662" y="383"/>
                </a:lnTo>
                <a:cubicBezTo>
                  <a:pt x="662" y="385"/>
                  <a:pt x="662" y="389"/>
                  <a:pt x="662" y="389"/>
                </a:cubicBezTo>
                <a:cubicBezTo>
                  <a:pt x="660" y="389"/>
                  <a:pt x="659" y="389"/>
                  <a:pt x="658" y="389"/>
                </a:cubicBezTo>
                <a:cubicBezTo>
                  <a:pt x="647" y="389"/>
                  <a:pt x="654" y="396"/>
                  <a:pt x="660" y="402"/>
                </a:cubicBezTo>
                <a:cubicBezTo>
                  <a:pt x="667" y="406"/>
                  <a:pt x="667" y="408"/>
                  <a:pt x="667" y="409"/>
                </a:cubicBezTo>
                <a:cubicBezTo>
                  <a:pt x="664" y="409"/>
                  <a:pt x="661" y="409"/>
                  <a:pt x="659" y="409"/>
                </a:cubicBezTo>
                <a:cubicBezTo>
                  <a:pt x="650" y="409"/>
                  <a:pt x="650" y="412"/>
                  <a:pt x="657" y="417"/>
                </a:cubicBezTo>
                <a:cubicBezTo>
                  <a:pt x="666" y="421"/>
                  <a:pt x="669" y="422"/>
                  <a:pt x="667" y="422"/>
                </a:cubicBezTo>
                <a:cubicBezTo>
                  <a:pt x="665" y="422"/>
                  <a:pt x="661" y="422"/>
                  <a:pt x="655" y="420"/>
                </a:cubicBezTo>
                <a:cubicBezTo>
                  <a:pt x="651" y="419"/>
                  <a:pt x="648" y="418"/>
                  <a:pt x="646" y="418"/>
                </a:cubicBezTo>
                <a:cubicBezTo>
                  <a:pt x="642" y="418"/>
                  <a:pt x="646" y="422"/>
                  <a:pt x="661" y="429"/>
                </a:cubicBezTo>
                <a:cubicBezTo>
                  <a:pt x="666" y="432"/>
                  <a:pt x="668" y="433"/>
                  <a:pt x="665" y="433"/>
                </a:cubicBezTo>
                <a:cubicBezTo>
                  <a:pt x="664" y="433"/>
                  <a:pt x="663" y="433"/>
                  <a:pt x="660" y="433"/>
                </a:cubicBezTo>
                <a:cubicBezTo>
                  <a:pt x="654" y="432"/>
                  <a:pt x="650" y="432"/>
                  <a:pt x="648" y="432"/>
                </a:cubicBezTo>
                <a:cubicBezTo>
                  <a:pt x="645" y="432"/>
                  <a:pt x="646" y="432"/>
                  <a:pt x="651" y="434"/>
                </a:cubicBezTo>
                <a:cubicBezTo>
                  <a:pt x="661" y="439"/>
                  <a:pt x="664" y="441"/>
                  <a:pt x="659" y="441"/>
                </a:cubicBezTo>
                <a:cubicBezTo>
                  <a:pt x="657" y="441"/>
                  <a:pt x="654" y="441"/>
                  <a:pt x="649" y="439"/>
                </a:cubicBezTo>
                <a:cubicBezTo>
                  <a:pt x="643" y="439"/>
                  <a:pt x="639" y="438"/>
                  <a:pt x="637" y="438"/>
                </a:cubicBezTo>
                <a:cubicBezTo>
                  <a:pt x="635" y="438"/>
                  <a:pt x="638" y="440"/>
                  <a:pt x="648" y="444"/>
                </a:cubicBezTo>
                <a:cubicBezTo>
                  <a:pt x="659" y="450"/>
                  <a:pt x="659" y="456"/>
                  <a:pt x="651" y="456"/>
                </a:cubicBezTo>
                <a:cubicBezTo>
                  <a:pt x="649" y="456"/>
                  <a:pt x="646" y="456"/>
                  <a:pt x="643" y="455"/>
                </a:cubicBezTo>
                <a:cubicBezTo>
                  <a:pt x="642" y="456"/>
                  <a:pt x="633" y="455"/>
                  <a:pt x="641" y="457"/>
                </a:cubicBezTo>
                <a:lnTo>
                  <a:pt x="633" y="456"/>
                </a:lnTo>
                <a:lnTo>
                  <a:pt x="631" y="460"/>
                </a:lnTo>
                <a:lnTo>
                  <a:pt x="639" y="463"/>
                </a:lnTo>
                <a:cubicBezTo>
                  <a:pt x="631" y="469"/>
                  <a:pt x="624" y="474"/>
                  <a:pt x="618" y="482"/>
                </a:cubicBezTo>
                <a:cubicBezTo>
                  <a:pt x="608" y="499"/>
                  <a:pt x="604" y="501"/>
                  <a:pt x="613" y="505"/>
                </a:cubicBezTo>
                <a:cubicBezTo>
                  <a:pt x="622" y="509"/>
                  <a:pt x="624" y="512"/>
                  <a:pt x="621" y="512"/>
                </a:cubicBezTo>
                <a:cubicBezTo>
                  <a:pt x="620" y="512"/>
                  <a:pt x="616" y="511"/>
                  <a:pt x="611" y="508"/>
                </a:cubicBezTo>
                <a:cubicBezTo>
                  <a:pt x="610" y="508"/>
                  <a:pt x="610" y="508"/>
                  <a:pt x="608" y="508"/>
                </a:cubicBezTo>
                <a:cubicBezTo>
                  <a:pt x="607" y="508"/>
                  <a:pt x="606" y="508"/>
                  <a:pt x="605" y="508"/>
                </a:cubicBezTo>
                <a:cubicBezTo>
                  <a:pt x="602" y="508"/>
                  <a:pt x="599" y="508"/>
                  <a:pt x="598" y="510"/>
                </a:cubicBezTo>
                <a:cubicBezTo>
                  <a:pt x="597" y="512"/>
                  <a:pt x="595" y="514"/>
                  <a:pt x="593" y="514"/>
                </a:cubicBezTo>
                <a:cubicBezTo>
                  <a:pt x="592" y="514"/>
                  <a:pt x="589" y="513"/>
                  <a:pt x="587" y="510"/>
                </a:cubicBezTo>
                <a:lnTo>
                  <a:pt x="586" y="512"/>
                </a:lnTo>
                <a:cubicBezTo>
                  <a:pt x="594" y="524"/>
                  <a:pt x="588" y="533"/>
                  <a:pt x="580" y="533"/>
                </a:cubicBezTo>
                <a:cubicBezTo>
                  <a:pt x="579" y="533"/>
                  <a:pt x="579" y="533"/>
                  <a:pt x="578" y="533"/>
                </a:cubicBezTo>
                <a:cubicBezTo>
                  <a:pt x="575" y="535"/>
                  <a:pt x="574" y="536"/>
                  <a:pt x="576" y="544"/>
                </a:cubicBezTo>
                <a:cubicBezTo>
                  <a:pt x="578" y="549"/>
                  <a:pt x="579" y="551"/>
                  <a:pt x="577" y="551"/>
                </a:cubicBezTo>
                <a:cubicBezTo>
                  <a:pt x="576" y="551"/>
                  <a:pt x="575" y="550"/>
                  <a:pt x="571" y="548"/>
                </a:cubicBezTo>
                <a:cubicBezTo>
                  <a:pt x="569" y="546"/>
                  <a:pt x="566" y="545"/>
                  <a:pt x="564" y="545"/>
                </a:cubicBezTo>
                <a:cubicBezTo>
                  <a:pt x="559" y="545"/>
                  <a:pt x="556" y="548"/>
                  <a:pt x="563" y="556"/>
                </a:cubicBezTo>
                <a:lnTo>
                  <a:pt x="557" y="551"/>
                </a:lnTo>
                <a:cubicBezTo>
                  <a:pt x="555" y="550"/>
                  <a:pt x="554" y="549"/>
                  <a:pt x="554" y="549"/>
                </a:cubicBezTo>
                <a:lnTo>
                  <a:pt x="554" y="549"/>
                </a:lnTo>
                <a:cubicBezTo>
                  <a:pt x="552" y="549"/>
                  <a:pt x="555" y="554"/>
                  <a:pt x="559" y="560"/>
                </a:cubicBezTo>
                <a:cubicBezTo>
                  <a:pt x="564" y="565"/>
                  <a:pt x="566" y="569"/>
                  <a:pt x="565" y="569"/>
                </a:cubicBezTo>
                <a:cubicBezTo>
                  <a:pt x="564" y="569"/>
                  <a:pt x="559" y="564"/>
                  <a:pt x="550" y="555"/>
                </a:cubicBezTo>
                <a:cubicBezTo>
                  <a:pt x="544" y="548"/>
                  <a:pt x="541" y="545"/>
                  <a:pt x="541" y="545"/>
                </a:cubicBezTo>
                <a:lnTo>
                  <a:pt x="541" y="545"/>
                </a:lnTo>
                <a:cubicBezTo>
                  <a:pt x="541" y="545"/>
                  <a:pt x="542" y="547"/>
                  <a:pt x="544" y="549"/>
                </a:cubicBezTo>
                <a:cubicBezTo>
                  <a:pt x="547" y="555"/>
                  <a:pt x="550" y="561"/>
                  <a:pt x="548" y="561"/>
                </a:cubicBezTo>
                <a:cubicBezTo>
                  <a:pt x="547" y="561"/>
                  <a:pt x="546" y="561"/>
                  <a:pt x="544" y="560"/>
                </a:cubicBezTo>
                <a:lnTo>
                  <a:pt x="544" y="560"/>
                </a:lnTo>
                <a:cubicBezTo>
                  <a:pt x="543" y="561"/>
                  <a:pt x="541" y="562"/>
                  <a:pt x="551" y="574"/>
                </a:cubicBezTo>
                <a:cubicBezTo>
                  <a:pt x="556" y="581"/>
                  <a:pt x="554" y="582"/>
                  <a:pt x="552" y="583"/>
                </a:cubicBezTo>
                <a:cubicBezTo>
                  <a:pt x="549" y="580"/>
                  <a:pt x="547" y="574"/>
                  <a:pt x="544" y="570"/>
                </a:cubicBezTo>
                <a:lnTo>
                  <a:pt x="541" y="572"/>
                </a:lnTo>
                <a:cubicBezTo>
                  <a:pt x="541" y="572"/>
                  <a:pt x="541" y="572"/>
                  <a:pt x="540" y="572"/>
                </a:cubicBezTo>
                <a:cubicBezTo>
                  <a:pt x="538" y="572"/>
                  <a:pt x="532" y="568"/>
                  <a:pt x="528" y="561"/>
                </a:cubicBezTo>
                <a:cubicBezTo>
                  <a:pt x="525" y="559"/>
                  <a:pt x="524" y="557"/>
                  <a:pt x="523" y="557"/>
                </a:cubicBezTo>
                <a:lnTo>
                  <a:pt x="523" y="557"/>
                </a:lnTo>
                <a:cubicBezTo>
                  <a:pt x="522" y="557"/>
                  <a:pt x="524" y="561"/>
                  <a:pt x="531" y="568"/>
                </a:cubicBezTo>
                <a:cubicBezTo>
                  <a:pt x="540" y="582"/>
                  <a:pt x="540" y="582"/>
                  <a:pt x="537" y="584"/>
                </a:cubicBezTo>
                <a:cubicBezTo>
                  <a:pt x="536" y="585"/>
                  <a:pt x="535" y="585"/>
                  <a:pt x="534" y="585"/>
                </a:cubicBezTo>
                <a:cubicBezTo>
                  <a:pt x="533" y="585"/>
                  <a:pt x="531" y="584"/>
                  <a:pt x="529" y="580"/>
                </a:cubicBezTo>
                <a:cubicBezTo>
                  <a:pt x="526" y="575"/>
                  <a:pt x="525" y="573"/>
                  <a:pt x="523" y="573"/>
                </a:cubicBezTo>
                <a:cubicBezTo>
                  <a:pt x="523" y="573"/>
                  <a:pt x="522" y="573"/>
                  <a:pt x="521" y="574"/>
                </a:cubicBezTo>
                <a:cubicBezTo>
                  <a:pt x="516" y="576"/>
                  <a:pt x="523" y="601"/>
                  <a:pt x="529" y="616"/>
                </a:cubicBezTo>
                <a:cubicBezTo>
                  <a:pt x="533" y="623"/>
                  <a:pt x="535" y="627"/>
                  <a:pt x="534" y="627"/>
                </a:cubicBezTo>
                <a:cubicBezTo>
                  <a:pt x="534" y="627"/>
                  <a:pt x="532" y="623"/>
                  <a:pt x="528" y="617"/>
                </a:cubicBezTo>
                <a:cubicBezTo>
                  <a:pt x="524" y="612"/>
                  <a:pt x="523" y="611"/>
                  <a:pt x="521" y="611"/>
                </a:cubicBezTo>
                <a:cubicBezTo>
                  <a:pt x="521" y="611"/>
                  <a:pt x="520" y="611"/>
                  <a:pt x="520" y="611"/>
                </a:cubicBezTo>
                <a:cubicBezTo>
                  <a:pt x="516" y="604"/>
                  <a:pt x="517" y="603"/>
                  <a:pt x="520" y="603"/>
                </a:cubicBezTo>
                <a:lnTo>
                  <a:pt x="515" y="595"/>
                </a:lnTo>
                <a:cubicBezTo>
                  <a:pt x="511" y="589"/>
                  <a:pt x="509" y="586"/>
                  <a:pt x="508" y="586"/>
                </a:cubicBezTo>
                <a:lnTo>
                  <a:pt x="508" y="586"/>
                </a:lnTo>
                <a:cubicBezTo>
                  <a:pt x="507" y="586"/>
                  <a:pt x="508" y="590"/>
                  <a:pt x="511" y="598"/>
                </a:cubicBezTo>
                <a:cubicBezTo>
                  <a:pt x="511" y="602"/>
                  <a:pt x="512" y="604"/>
                  <a:pt x="511" y="604"/>
                </a:cubicBezTo>
                <a:cubicBezTo>
                  <a:pt x="511" y="604"/>
                  <a:pt x="509" y="602"/>
                  <a:pt x="507" y="600"/>
                </a:cubicBezTo>
                <a:cubicBezTo>
                  <a:pt x="504" y="595"/>
                  <a:pt x="500" y="591"/>
                  <a:pt x="499" y="591"/>
                </a:cubicBezTo>
                <a:lnTo>
                  <a:pt x="499" y="591"/>
                </a:lnTo>
                <a:cubicBezTo>
                  <a:pt x="498" y="591"/>
                  <a:pt x="498" y="592"/>
                  <a:pt x="500" y="594"/>
                </a:cubicBezTo>
                <a:cubicBezTo>
                  <a:pt x="500" y="594"/>
                  <a:pt x="499" y="594"/>
                  <a:pt x="499" y="594"/>
                </a:cubicBezTo>
                <a:cubicBezTo>
                  <a:pt x="498" y="594"/>
                  <a:pt x="495" y="594"/>
                  <a:pt x="492" y="589"/>
                </a:cubicBezTo>
                <a:cubicBezTo>
                  <a:pt x="488" y="590"/>
                  <a:pt x="486" y="591"/>
                  <a:pt x="489" y="599"/>
                </a:cubicBezTo>
                <a:cubicBezTo>
                  <a:pt x="493" y="605"/>
                  <a:pt x="491" y="607"/>
                  <a:pt x="489" y="607"/>
                </a:cubicBezTo>
                <a:cubicBezTo>
                  <a:pt x="487" y="608"/>
                  <a:pt x="486" y="608"/>
                  <a:pt x="488" y="616"/>
                </a:cubicBezTo>
                <a:cubicBezTo>
                  <a:pt x="492" y="623"/>
                  <a:pt x="493" y="631"/>
                  <a:pt x="488" y="632"/>
                </a:cubicBezTo>
                <a:cubicBezTo>
                  <a:pt x="488" y="636"/>
                  <a:pt x="488" y="639"/>
                  <a:pt x="487" y="639"/>
                </a:cubicBezTo>
                <a:cubicBezTo>
                  <a:pt x="486" y="639"/>
                  <a:pt x="484" y="635"/>
                  <a:pt x="480" y="627"/>
                </a:cubicBezTo>
                <a:cubicBezTo>
                  <a:pt x="478" y="622"/>
                  <a:pt x="477" y="621"/>
                  <a:pt x="475" y="621"/>
                </a:cubicBezTo>
                <a:cubicBezTo>
                  <a:pt x="475" y="621"/>
                  <a:pt x="474" y="621"/>
                  <a:pt x="474" y="621"/>
                </a:cubicBezTo>
                <a:cubicBezTo>
                  <a:pt x="474" y="621"/>
                  <a:pt x="471" y="621"/>
                  <a:pt x="468" y="614"/>
                </a:cubicBezTo>
                <a:cubicBezTo>
                  <a:pt x="467" y="612"/>
                  <a:pt x="466" y="611"/>
                  <a:pt x="466" y="611"/>
                </a:cubicBezTo>
                <a:lnTo>
                  <a:pt x="466" y="611"/>
                </a:lnTo>
                <a:cubicBezTo>
                  <a:pt x="465" y="611"/>
                  <a:pt x="467" y="617"/>
                  <a:pt x="468" y="622"/>
                </a:cubicBezTo>
                <a:lnTo>
                  <a:pt x="473" y="638"/>
                </a:lnTo>
                <a:cubicBezTo>
                  <a:pt x="470" y="638"/>
                  <a:pt x="465" y="623"/>
                  <a:pt x="462" y="616"/>
                </a:cubicBezTo>
                <a:cubicBezTo>
                  <a:pt x="459" y="608"/>
                  <a:pt x="457" y="604"/>
                  <a:pt x="457" y="604"/>
                </a:cubicBezTo>
                <a:lnTo>
                  <a:pt x="457" y="604"/>
                </a:lnTo>
                <a:cubicBezTo>
                  <a:pt x="457" y="604"/>
                  <a:pt x="458" y="608"/>
                  <a:pt x="460" y="616"/>
                </a:cubicBezTo>
                <a:cubicBezTo>
                  <a:pt x="462" y="621"/>
                  <a:pt x="462" y="628"/>
                  <a:pt x="460" y="628"/>
                </a:cubicBezTo>
                <a:cubicBezTo>
                  <a:pt x="460" y="628"/>
                  <a:pt x="458" y="627"/>
                  <a:pt x="457" y="625"/>
                </a:cubicBezTo>
                <a:cubicBezTo>
                  <a:pt x="456" y="625"/>
                  <a:pt x="454" y="625"/>
                  <a:pt x="453" y="625"/>
                </a:cubicBezTo>
                <a:cubicBezTo>
                  <a:pt x="451" y="625"/>
                  <a:pt x="449" y="624"/>
                  <a:pt x="448" y="619"/>
                </a:cubicBezTo>
                <a:cubicBezTo>
                  <a:pt x="447" y="616"/>
                  <a:pt x="446" y="615"/>
                  <a:pt x="446" y="615"/>
                </a:cubicBezTo>
                <a:cubicBezTo>
                  <a:pt x="445" y="615"/>
                  <a:pt x="445" y="619"/>
                  <a:pt x="445" y="619"/>
                </a:cubicBezTo>
                <a:cubicBezTo>
                  <a:pt x="445" y="624"/>
                  <a:pt x="444" y="626"/>
                  <a:pt x="442" y="626"/>
                </a:cubicBezTo>
                <a:cubicBezTo>
                  <a:pt x="441" y="626"/>
                  <a:pt x="439" y="624"/>
                  <a:pt x="436" y="621"/>
                </a:cubicBezTo>
                <a:cubicBezTo>
                  <a:pt x="429" y="613"/>
                  <a:pt x="427" y="609"/>
                  <a:pt x="426" y="609"/>
                </a:cubicBezTo>
                <a:lnTo>
                  <a:pt x="426" y="609"/>
                </a:lnTo>
                <a:cubicBezTo>
                  <a:pt x="425" y="609"/>
                  <a:pt x="425" y="613"/>
                  <a:pt x="427" y="621"/>
                </a:cubicBezTo>
                <a:cubicBezTo>
                  <a:pt x="427" y="626"/>
                  <a:pt x="428" y="631"/>
                  <a:pt x="427" y="631"/>
                </a:cubicBezTo>
                <a:cubicBezTo>
                  <a:pt x="427" y="631"/>
                  <a:pt x="426" y="628"/>
                  <a:pt x="424" y="621"/>
                </a:cubicBezTo>
                <a:cubicBezTo>
                  <a:pt x="424" y="619"/>
                  <a:pt x="423" y="619"/>
                  <a:pt x="423" y="619"/>
                </a:cubicBezTo>
                <a:cubicBezTo>
                  <a:pt x="421" y="619"/>
                  <a:pt x="420" y="624"/>
                  <a:pt x="418" y="630"/>
                </a:cubicBezTo>
                <a:cubicBezTo>
                  <a:pt x="418" y="641"/>
                  <a:pt x="418" y="653"/>
                  <a:pt x="419" y="663"/>
                </a:cubicBezTo>
                <a:cubicBezTo>
                  <a:pt x="419" y="672"/>
                  <a:pt x="420" y="677"/>
                  <a:pt x="419" y="677"/>
                </a:cubicBezTo>
                <a:cubicBezTo>
                  <a:pt x="418" y="677"/>
                  <a:pt x="417" y="674"/>
                  <a:pt x="414" y="671"/>
                </a:cubicBezTo>
                <a:cubicBezTo>
                  <a:pt x="412" y="671"/>
                  <a:pt x="410" y="663"/>
                  <a:pt x="410" y="655"/>
                </a:cubicBezTo>
                <a:cubicBezTo>
                  <a:pt x="410" y="647"/>
                  <a:pt x="411" y="647"/>
                  <a:pt x="411" y="647"/>
                </a:cubicBezTo>
                <a:lnTo>
                  <a:pt x="413" y="647"/>
                </a:lnTo>
                <a:cubicBezTo>
                  <a:pt x="413" y="639"/>
                  <a:pt x="412" y="630"/>
                  <a:pt x="409" y="630"/>
                </a:cubicBezTo>
                <a:cubicBezTo>
                  <a:pt x="408" y="626"/>
                  <a:pt x="407" y="624"/>
                  <a:pt x="406" y="624"/>
                </a:cubicBezTo>
                <a:cubicBezTo>
                  <a:pt x="406" y="624"/>
                  <a:pt x="405" y="626"/>
                  <a:pt x="405" y="630"/>
                </a:cubicBezTo>
                <a:cubicBezTo>
                  <a:pt x="403" y="622"/>
                  <a:pt x="400" y="622"/>
                  <a:pt x="396" y="622"/>
                </a:cubicBezTo>
                <a:cubicBezTo>
                  <a:pt x="393" y="622"/>
                  <a:pt x="387" y="622"/>
                  <a:pt x="386" y="613"/>
                </a:cubicBezTo>
                <a:cubicBezTo>
                  <a:pt x="386" y="613"/>
                  <a:pt x="385" y="613"/>
                  <a:pt x="384" y="613"/>
                </a:cubicBezTo>
                <a:cubicBezTo>
                  <a:pt x="382" y="613"/>
                  <a:pt x="382" y="614"/>
                  <a:pt x="381" y="621"/>
                </a:cubicBezTo>
                <a:cubicBezTo>
                  <a:pt x="380" y="630"/>
                  <a:pt x="379" y="634"/>
                  <a:pt x="378" y="634"/>
                </a:cubicBezTo>
                <a:cubicBezTo>
                  <a:pt x="378" y="634"/>
                  <a:pt x="378" y="632"/>
                  <a:pt x="378" y="629"/>
                </a:cubicBezTo>
                <a:cubicBezTo>
                  <a:pt x="378" y="618"/>
                  <a:pt x="369" y="609"/>
                  <a:pt x="362" y="609"/>
                </a:cubicBezTo>
                <a:cubicBezTo>
                  <a:pt x="358" y="609"/>
                  <a:pt x="355" y="611"/>
                  <a:pt x="354" y="616"/>
                </a:cubicBezTo>
                <a:lnTo>
                  <a:pt x="349" y="614"/>
                </a:lnTo>
                <a:cubicBezTo>
                  <a:pt x="349" y="609"/>
                  <a:pt x="345" y="606"/>
                  <a:pt x="341" y="606"/>
                </a:cubicBezTo>
                <a:cubicBezTo>
                  <a:pt x="339" y="606"/>
                  <a:pt x="336" y="607"/>
                  <a:pt x="335" y="610"/>
                </a:cubicBezTo>
                <a:cubicBezTo>
                  <a:pt x="332" y="609"/>
                  <a:pt x="331" y="609"/>
                  <a:pt x="329" y="608"/>
                </a:cubicBezTo>
                <a:cubicBezTo>
                  <a:pt x="329" y="603"/>
                  <a:pt x="329" y="600"/>
                  <a:pt x="327" y="600"/>
                </a:cubicBezTo>
                <a:cubicBezTo>
                  <a:pt x="326" y="600"/>
                  <a:pt x="325" y="602"/>
                  <a:pt x="322" y="605"/>
                </a:cubicBezTo>
                <a:cubicBezTo>
                  <a:pt x="319" y="610"/>
                  <a:pt x="317" y="615"/>
                  <a:pt x="317" y="615"/>
                </a:cubicBezTo>
                <a:cubicBezTo>
                  <a:pt x="317" y="615"/>
                  <a:pt x="317" y="614"/>
                  <a:pt x="318" y="612"/>
                </a:cubicBezTo>
                <a:cubicBezTo>
                  <a:pt x="321" y="604"/>
                  <a:pt x="318" y="603"/>
                  <a:pt x="311" y="600"/>
                </a:cubicBezTo>
                <a:cubicBezTo>
                  <a:pt x="308" y="599"/>
                  <a:pt x="307" y="598"/>
                  <a:pt x="306" y="598"/>
                </a:cubicBezTo>
                <a:cubicBezTo>
                  <a:pt x="304" y="598"/>
                  <a:pt x="304" y="600"/>
                  <a:pt x="303" y="604"/>
                </a:cubicBezTo>
                <a:cubicBezTo>
                  <a:pt x="301" y="605"/>
                  <a:pt x="299" y="606"/>
                  <a:pt x="298" y="606"/>
                </a:cubicBezTo>
                <a:cubicBezTo>
                  <a:pt x="294" y="606"/>
                  <a:pt x="297" y="600"/>
                  <a:pt x="300" y="594"/>
                </a:cubicBezTo>
                <a:cubicBezTo>
                  <a:pt x="304" y="588"/>
                  <a:pt x="306" y="584"/>
                  <a:pt x="305" y="584"/>
                </a:cubicBezTo>
                <a:lnTo>
                  <a:pt x="305" y="584"/>
                </a:lnTo>
                <a:cubicBezTo>
                  <a:pt x="303" y="584"/>
                  <a:pt x="299" y="588"/>
                  <a:pt x="293" y="599"/>
                </a:cubicBezTo>
                <a:cubicBezTo>
                  <a:pt x="288" y="606"/>
                  <a:pt x="284" y="609"/>
                  <a:pt x="283" y="609"/>
                </a:cubicBezTo>
                <a:cubicBezTo>
                  <a:pt x="282" y="609"/>
                  <a:pt x="282" y="606"/>
                  <a:pt x="284" y="603"/>
                </a:cubicBezTo>
                <a:cubicBezTo>
                  <a:pt x="286" y="599"/>
                  <a:pt x="288" y="598"/>
                  <a:pt x="289" y="598"/>
                </a:cubicBezTo>
                <a:cubicBezTo>
                  <a:pt x="290" y="598"/>
                  <a:pt x="290" y="598"/>
                  <a:pt x="291" y="599"/>
                </a:cubicBezTo>
                <a:lnTo>
                  <a:pt x="299" y="584"/>
                </a:lnTo>
                <a:cubicBezTo>
                  <a:pt x="298" y="584"/>
                  <a:pt x="298" y="584"/>
                  <a:pt x="298" y="584"/>
                </a:cubicBezTo>
                <a:cubicBezTo>
                  <a:pt x="297" y="584"/>
                  <a:pt x="296" y="585"/>
                  <a:pt x="292" y="590"/>
                </a:cubicBezTo>
                <a:cubicBezTo>
                  <a:pt x="292" y="590"/>
                  <a:pt x="292" y="590"/>
                  <a:pt x="292" y="590"/>
                </a:cubicBezTo>
                <a:cubicBezTo>
                  <a:pt x="291" y="590"/>
                  <a:pt x="289" y="590"/>
                  <a:pt x="285" y="594"/>
                </a:cubicBezTo>
                <a:cubicBezTo>
                  <a:pt x="279" y="600"/>
                  <a:pt x="275" y="608"/>
                  <a:pt x="273" y="616"/>
                </a:cubicBezTo>
                <a:cubicBezTo>
                  <a:pt x="271" y="621"/>
                  <a:pt x="270" y="622"/>
                  <a:pt x="269" y="622"/>
                </a:cubicBezTo>
                <a:cubicBezTo>
                  <a:pt x="268" y="622"/>
                  <a:pt x="267" y="622"/>
                  <a:pt x="266" y="621"/>
                </a:cubicBezTo>
                <a:cubicBezTo>
                  <a:pt x="267" y="613"/>
                  <a:pt x="271" y="605"/>
                  <a:pt x="277" y="600"/>
                </a:cubicBezTo>
                <a:cubicBezTo>
                  <a:pt x="279" y="600"/>
                  <a:pt x="283" y="593"/>
                  <a:pt x="288" y="586"/>
                </a:cubicBezTo>
                <a:cubicBezTo>
                  <a:pt x="288" y="585"/>
                  <a:pt x="288" y="584"/>
                  <a:pt x="287" y="584"/>
                </a:cubicBezTo>
                <a:cubicBezTo>
                  <a:pt x="284" y="584"/>
                  <a:pt x="273" y="592"/>
                  <a:pt x="265" y="601"/>
                </a:cubicBezTo>
                <a:cubicBezTo>
                  <a:pt x="266" y="599"/>
                  <a:pt x="268" y="597"/>
                  <a:pt x="270" y="594"/>
                </a:cubicBezTo>
                <a:cubicBezTo>
                  <a:pt x="274" y="586"/>
                  <a:pt x="271" y="585"/>
                  <a:pt x="267" y="583"/>
                </a:cubicBezTo>
                <a:cubicBezTo>
                  <a:pt x="266" y="582"/>
                  <a:pt x="265" y="581"/>
                  <a:pt x="263" y="581"/>
                </a:cubicBezTo>
                <a:cubicBezTo>
                  <a:pt x="262" y="581"/>
                  <a:pt x="261" y="582"/>
                  <a:pt x="258" y="585"/>
                </a:cubicBezTo>
                <a:cubicBezTo>
                  <a:pt x="254" y="592"/>
                  <a:pt x="249" y="598"/>
                  <a:pt x="247" y="598"/>
                </a:cubicBezTo>
                <a:cubicBezTo>
                  <a:pt x="247" y="598"/>
                  <a:pt x="247" y="598"/>
                  <a:pt x="247" y="598"/>
                </a:cubicBezTo>
                <a:lnTo>
                  <a:pt x="247" y="598"/>
                </a:lnTo>
                <a:cubicBezTo>
                  <a:pt x="248" y="599"/>
                  <a:pt x="244" y="606"/>
                  <a:pt x="239" y="612"/>
                </a:cubicBezTo>
                <a:cubicBezTo>
                  <a:pt x="240" y="605"/>
                  <a:pt x="242" y="600"/>
                  <a:pt x="244" y="595"/>
                </a:cubicBezTo>
                <a:cubicBezTo>
                  <a:pt x="250" y="580"/>
                  <a:pt x="253" y="571"/>
                  <a:pt x="247" y="565"/>
                </a:cubicBezTo>
                <a:cubicBezTo>
                  <a:pt x="243" y="563"/>
                  <a:pt x="240" y="556"/>
                  <a:pt x="244" y="552"/>
                </a:cubicBezTo>
                <a:cubicBezTo>
                  <a:pt x="243" y="551"/>
                  <a:pt x="242" y="550"/>
                  <a:pt x="241" y="550"/>
                </a:cubicBezTo>
                <a:cubicBezTo>
                  <a:pt x="240" y="550"/>
                  <a:pt x="238" y="551"/>
                  <a:pt x="235" y="554"/>
                </a:cubicBezTo>
                <a:lnTo>
                  <a:pt x="233" y="551"/>
                </a:lnTo>
                <a:cubicBezTo>
                  <a:pt x="235" y="546"/>
                  <a:pt x="235" y="544"/>
                  <a:pt x="233" y="544"/>
                </a:cubicBezTo>
                <a:lnTo>
                  <a:pt x="233" y="544"/>
                </a:lnTo>
                <a:cubicBezTo>
                  <a:pt x="232" y="544"/>
                  <a:pt x="230" y="545"/>
                  <a:pt x="228" y="547"/>
                </a:cubicBezTo>
                <a:cubicBezTo>
                  <a:pt x="227" y="548"/>
                  <a:pt x="226" y="548"/>
                  <a:pt x="225" y="548"/>
                </a:cubicBezTo>
                <a:cubicBezTo>
                  <a:pt x="223" y="548"/>
                  <a:pt x="226" y="544"/>
                  <a:pt x="225" y="543"/>
                </a:cubicBezTo>
                <a:cubicBezTo>
                  <a:pt x="229" y="536"/>
                  <a:pt x="231" y="533"/>
                  <a:pt x="231" y="533"/>
                </a:cubicBezTo>
                <a:lnTo>
                  <a:pt x="231" y="533"/>
                </a:lnTo>
                <a:cubicBezTo>
                  <a:pt x="230" y="533"/>
                  <a:pt x="226" y="537"/>
                  <a:pt x="217" y="546"/>
                </a:cubicBezTo>
                <a:cubicBezTo>
                  <a:pt x="211" y="552"/>
                  <a:pt x="208" y="561"/>
                  <a:pt x="209" y="562"/>
                </a:cubicBezTo>
                <a:lnTo>
                  <a:pt x="213" y="566"/>
                </a:lnTo>
                <a:lnTo>
                  <a:pt x="203" y="567"/>
                </a:lnTo>
                <a:cubicBezTo>
                  <a:pt x="203" y="567"/>
                  <a:pt x="203" y="567"/>
                  <a:pt x="202" y="567"/>
                </a:cubicBezTo>
                <a:cubicBezTo>
                  <a:pt x="199" y="567"/>
                  <a:pt x="192" y="569"/>
                  <a:pt x="187" y="574"/>
                </a:cubicBezTo>
                <a:cubicBezTo>
                  <a:pt x="187" y="574"/>
                  <a:pt x="182" y="578"/>
                  <a:pt x="180" y="578"/>
                </a:cubicBezTo>
                <a:cubicBezTo>
                  <a:pt x="180" y="578"/>
                  <a:pt x="180" y="578"/>
                  <a:pt x="180" y="577"/>
                </a:cubicBezTo>
                <a:lnTo>
                  <a:pt x="192" y="566"/>
                </a:lnTo>
                <a:cubicBezTo>
                  <a:pt x="199" y="563"/>
                  <a:pt x="206" y="557"/>
                  <a:pt x="211" y="552"/>
                </a:cubicBezTo>
                <a:cubicBezTo>
                  <a:pt x="218" y="543"/>
                  <a:pt x="222" y="536"/>
                  <a:pt x="219" y="536"/>
                </a:cubicBezTo>
                <a:lnTo>
                  <a:pt x="219" y="536"/>
                </a:lnTo>
                <a:cubicBezTo>
                  <a:pt x="218" y="536"/>
                  <a:pt x="216" y="537"/>
                  <a:pt x="212" y="540"/>
                </a:cubicBezTo>
                <a:cubicBezTo>
                  <a:pt x="211" y="539"/>
                  <a:pt x="211" y="539"/>
                  <a:pt x="216" y="533"/>
                </a:cubicBezTo>
                <a:cubicBezTo>
                  <a:pt x="219" y="530"/>
                  <a:pt x="220" y="528"/>
                  <a:pt x="219" y="528"/>
                </a:cubicBezTo>
                <a:lnTo>
                  <a:pt x="219" y="528"/>
                </a:lnTo>
                <a:cubicBezTo>
                  <a:pt x="218" y="528"/>
                  <a:pt x="214" y="530"/>
                  <a:pt x="207" y="535"/>
                </a:cubicBezTo>
                <a:cubicBezTo>
                  <a:pt x="201" y="538"/>
                  <a:pt x="198" y="540"/>
                  <a:pt x="196" y="540"/>
                </a:cubicBezTo>
                <a:cubicBezTo>
                  <a:pt x="195" y="540"/>
                  <a:pt x="197" y="536"/>
                  <a:pt x="204" y="529"/>
                </a:cubicBezTo>
                <a:cubicBezTo>
                  <a:pt x="212" y="520"/>
                  <a:pt x="211" y="514"/>
                  <a:pt x="208" y="514"/>
                </a:cubicBezTo>
                <a:cubicBezTo>
                  <a:pt x="206" y="514"/>
                  <a:pt x="205" y="515"/>
                  <a:pt x="203" y="516"/>
                </a:cubicBezTo>
                <a:cubicBezTo>
                  <a:pt x="198" y="519"/>
                  <a:pt x="195" y="521"/>
                  <a:pt x="193" y="521"/>
                </a:cubicBezTo>
                <a:cubicBezTo>
                  <a:pt x="190" y="521"/>
                  <a:pt x="190" y="518"/>
                  <a:pt x="193" y="514"/>
                </a:cubicBezTo>
                <a:cubicBezTo>
                  <a:pt x="197" y="510"/>
                  <a:pt x="198" y="507"/>
                  <a:pt x="195" y="507"/>
                </a:cubicBezTo>
                <a:cubicBezTo>
                  <a:pt x="194" y="507"/>
                  <a:pt x="192" y="508"/>
                  <a:pt x="190" y="509"/>
                </a:cubicBezTo>
                <a:cubicBezTo>
                  <a:pt x="196" y="505"/>
                  <a:pt x="201" y="501"/>
                  <a:pt x="198" y="501"/>
                </a:cubicBezTo>
                <a:cubicBezTo>
                  <a:pt x="198" y="501"/>
                  <a:pt x="197" y="501"/>
                  <a:pt x="196" y="501"/>
                </a:cubicBezTo>
                <a:cubicBezTo>
                  <a:pt x="196" y="501"/>
                  <a:pt x="195" y="501"/>
                  <a:pt x="195" y="501"/>
                </a:cubicBezTo>
                <a:cubicBezTo>
                  <a:pt x="194" y="501"/>
                  <a:pt x="192" y="502"/>
                  <a:pt x="188" y="506"/>
                </a:cubicBezTo>
                <a:lnTo>
                  <a:pt x="172" y="510"/>
                </a:lnTo>
                <a:cubicBezTo>
                  <a:pt x="173" y="512"/>
                  <a:pt x="166" y="516"/>
                  <a:pt x="160" y="520"/>
                </a:cubicBezTo>
                <a:cubicBezTo>
                  <a:pt x="159" y="521"/>
                  <a:pt x="158" y="521"/>
                  <a:pt x="157" y="521"/>
                </a:cubicBezTo>
                <a:cubicBezTo>
                  <a:pt x="154" y="521"/>
                  <a:pt x="158" y="510"/>
                  <a:pt x="175" y="498"/>
                </a:cubicBezTo>
                <a:lnTo>
                  <a:pt x="188" y="487"/>
                </a:lnTo>
                <a:lnTo>
                  <a:pt x="173" y="494"/>
                </a:lnTo>
                <a:cubicBezTo>
                  <a:pt x="172" y="492"/>
                  <a:pt x="171" y="490"/>
                  <a:pt x="179" y="487"/>
                </a:cubicBezTo>
                <a:cubicBezTo>
                  <a:pt x="185" y="483"/>
                  <a:pt x="185" y="483"/>
                  <a:pt x="185" y="481"/>
                </a:cubicBezTo>
                <a:cubicBezTo>
                  <a:pt x="185" y="481"/>
                  <a:pt x="185" y="481"/>
                  <a:pt x="185" y="481"/>
                </a:cubicBezTo>
                <a:cubicBezTo>
                  <a:pt x="184" y="481"/>
                  <a:pt x="182" y="481"/>
                  <a:pt x="178" y="483"/>
                </a:cubicBezTo>
                <a:cubicBezTo>
                  <a:pt x="170" y="487"/>
                  <a:pt x="166" y="489"/>
                  <a:pt x="165" y="489"/>
                </a:cubicBezTo>
                <a:cubicBezTo>
                  <a:pt x="165" y="489"/>
                  <a:pt x="167" y="487"/>
                  <a:pt x="170" y="485"/>
                </a:cubicBezTo>
                <a:cubicBezTo>
                  <a:pt x="178" y="480"/>
                  <a:pt x="181" y="477"/>
                  <a:pt x="178" y="477"/>
                </a:cubicBezTo>
                <a:cubicBezTo>
                  <a:pt x="176" y="477"/>
                  <a:pt x="173" y="478"/>
                  <a:pt x="167" y="480"/>
                </a:cubicBezTo>
                <a:cubicBezTo>
                  <a:pt x="160" y="483"/>
                  <a:pt x="156" y="485"/>
                  <a:pt x="156" y="485"/>
                </a:cubicBezTo>
                <a:cubicBezTo>
                  <a:pt x="155" y="485"/>
                  <a:pt x="159" y="482"/>
                  <a:pt x="166" y="478"/>
                </a:cubicBezTo>
                <a:cubicBezTo>
                  <a:pt x="173" y="474"/>
                  <a:pt x="180" y="470"/>
                  <a:pt x="180" y="468"/>
                </a:cubicBezTo>
                <a:lnTo>
                  <a:pt x="180" y="468"/>
                </a:lnTo>
                <a:lnTo>
                  <a:pt x="172" y="471"/>
                </a:lnTo>
                <a:cubicBezTo>
                  <a:pt x="165" y="474"/>
                  <a:pt x="162" y="475"/>
                  <a:pt x="160" y="475"/>
                </a:cubicBezTo>
                <a:cubicBezTo>
                  <a:pt x="158" y="475"/>
                  <a:pt x="159" y="473"/>
                  <a:pt x="163" y="471"/>
                </a:cubicBezTo>
                <a:cubicBezTo>
                  <a:pt x="171" y="468"/>
                  <a:pt x="171" y="466"/>
                  <a:pt x="162" y="465"/>
                </a:cubicBezTo>
                <a:cubicBezTo>
                  <a:pt x="161" y="462"/>
                  <a:pt x="160" y="460"/>
                  <a:pt x="167" y="457"/>
                </a:cubicBezTo>
                <a:cubicBezTo>
                  <a:pt x="176" y="454"/>
                  <a:pt x="180" y="453"/>
                  <a:pt x="179" y="453"/>
                </a:cubicBezTo>
                <a:lnTo>
                  <a:pt x="179" y="453"/>
                </a:lnTo>
                <a:cubicBezTo>
                  <a:pt x="178" y="453"/>
                  <a:pt x="174" y="454"/>
                  <a:pt x="166" y="455"/>
                </a:cubicBezTo>
                <a:cubicBezTo>
                  <a:pt x="164" y="456"/>
                  <a:pt x="162" y="456"/>
                  <a:pt x="161" y="456"/>
                </a:cubicBezTo>
                <a:cubicBezTo>
                  <a:pt x="159" y="456"/>
                  <a:pt x="160" y="454"/>
                  <a:pt x="165" y="450"/>
                </a:cubicBezTo>
                <a:cubicBezTo>
                  <a:pt x="173" y="446"/>
                  <a:pt x="173" y="446"/>
                  <a:pt x="164" y="446"/>
                </a:cubicBezTo>
                <a:cubicBezTo>
                  <a:pt x="148" y="451"/>
                  <a:pt x="142" y="453"/>
                  <a:pt x="142" y="455"/>
                </a:cubicBezTo>
                <a:cubicBezTo>
                  <a:pt x="142" y="457"/>
                  <a:pt x="142" y="457"/>
                  <a:pt x="135" y="460"/>
                </a:cubicBezTo>
                <a:cubicBezTo>
                  <a:pt x="135" y="460"/>
                  <a:pt x="134" y="457"/>
                  <a:pt x="134" y="455"/>
                </a:cubicBezTo>
                <a:cubicBezTo>
                  <a:pt x="133" y="453"/>
                  <a:pt x="133" y="452"/>
                  <a:pt x="124" y="450"/>
                </a:cubicBezTo>
                <a:cubicBezTo>
                  <a:pt x="122" y="449"/>
                  <a:pt x="119" y="449"/>
                  <a:pt x="117" y="449"/>
                </a:cubicBezTo>
                <a:cubicBezTo>
                  <a:pt x="109" y="449"/>
                  <a:pt x="102" y="451"/>
                  <a:pt x="109" y="453"/>
                </a:cubicBezTo>
                <a:lnTo>
                  <a:pt x="101" y="457"/>
                </a:lnTo>
                <a:cubicBezTo>
                  <a:pt x="85" y="461"/>
                  <a:pt x="81" y="465"/>
                  <a:pt x="87" y="465"/>
                </a:cubicBezTo>
                <a:cubicBezTo>
                  <a:pt x="89" y="465"/>
                  <a:pt x="95" y="464"/>
                  <a:pt x="102" y="462"/>
                </a:cubicBezTo>
                <a:cubicBezTo>
                  <a:pt x="114" y="459"/>
                  <a:pt x="120" y="457"/>
                  <a:pt x="121" y="457"/>
                </a:cubicBezTo>
                <a:lnTo>
                  <a:pt x="121" y="457"/>
                </a:lnTo>
                <a:cubicBezTo>
                  <a:pt x="122" y="457"/>
                  <a:pt x="119" y="459"/>
                  <a:pt x="111" y="462"/>
                </a:cubicBezTo>
                <a:cubicBezTo>
                  <a:pt x="96" y="466"/>
                  <a:pt x="96" y="469"/>
                  <a:pt x="97" y="471"/>
                </a:cubicBezTo>
                <a:cubicBezTo>
                  <a:pt x="98" y="473"/>
                  <a:pt x="97" y="473"/>
                  <a:pt x="90" y="475"/>
                </a:cubicBezTo>
                <a:cubicBezTo>
                  <a:pt x="82" y="479"/>
                  <a:pt x="74" y="483"/>
                  <a:pt x="75" y="485"/>
                </a:cubicBezTo>
                <a:cubicBezTo>
                  <a:pt x="76" y="487"/>
                  <a:pt x="76" y="488"/>
                  <a:pt x="77" y="488"/>
                </a:cubicBezTo>
                <a:cubicBezTo>
                  <a:pt x="79" y="488"/>
                  <a:pt x="81" y="487"/>
                  <a:pt x="84" y="485"/>
                </a:cubicBezTo>
                <a:cubicBezTo>
                  <a:pt x="86" y="484"/>
                  <a:pt x="88" y="484"/>
                  <a:pt x="89" y="484"/>
                </a:cubicBezTo>
                <a:lnTo>
                  <a:pt x="89" y="484"/>
                </a:lnTo>
                <a:cubicBezTo>
                  <a:pt x="91" y="484"/>
                  <a:pt x="88" y="488"/>
                  <a:pt x="78" y="493"/>
                </a:cubicBezTo>
                <a:cubicBezTo>
                  <a:pt x="74" y="496"/>
                  <a:pt x="73" y="498"/>
                  <a:pt x="74" y="498"/>
                </a:cubicBezTo>
                <a:cubicBezTo>
                  <a:pt x="75" y="498"/>
                  <a:pt x="79" y="496"/>
                  <a:pt x="87" y="493"/>
                </a:cubicBezTo>
                <a:cubicBezTo>
                  <a:pt x="91" y="492"/>
                  <a:pt x="95" y="491"/>
                  <a:pt x="97" y="491"/>
                </a:cubicBezTo>
                <a:cubicBezTo>
                  <a:pt x="101" y="491"/>
                  <a:pt x="99" y="495"/>
                  <a:pt x="89" y="500"/>
                </a:cubicBezTo>
                <a:lnTo>
                  <a:pt x="91" y="505"/>
                </a:lnTo>
                <a:cubicBezTo>
                  <a:pt x="92" y="506"/>
                  <a:pt x="92" y="506"/>
                  <a:pt x="94" y="506"/>
                </a:cubicBezTo>
                <a:cubicBezTo>
                  <a:pt x="96" y="506"/>
                  <a:pt x="101" y="504"/>
                  <a:pt x="107" y="501"/>
                </a:cubicBezTo>
                <a:cubicBezTo>
                  <a:pt x="115" y="498"/>
                  <a:pt x="118" y="496"/>
                  <a:pt x="119" y="496"/>
                </a:cubicBezTo>
                <a:lnTo>
                  <a:pt x="119" y="496"/>
                </a:lnTo>
                <a:cubicBezTo>
                  <a:pt x="120" y="496"/>
                  <a:pt x="118" y="497"/>
                  <a:pt x="115" y="500"/>
                </a:cubicBezTo>
                <a:cubicBezTo>
                  <a:pt x="111" y="503"/>
                  <a:pt x="106" y="507"/>
                  <a:pt x="101" y="509"/>
                </a:cubicBezTo>
                <a:cubicBezTo>
                  <a:pt x="93" y="512"/>
                  <a:pt x="95" y="515"/>
                  <a:pt x="96" y="517"/>
                </a:cubicBezTo>
                <a:cubicBezTo>
                  <a:pt x="97" y="519"/>
                  <a:pt x="98" y="521"/>
                  <a:pt x="101" y="521"/>
                </a:cubicBezTo>
                <a:cubicBezTo>
                  <a:pt x="103" y="521"/>
                  <a:pt x="104" y="521"/>
                  <a:pt x="106" y="520"/>
                </a:cubicBezTo>
                <a:lnTo>
                  <a:pt x="106" y="520"/>
                </a:lnTo>
                <a:lnTo>
                  <a:pt x="99" y="524"/>
                </a:lnTo>
                <a:cubicBezTo>
                  <a:pt x="100" y="525"/>
                  <a:pt x="96" y="528"/>
                  <a:pt x="97" y="528"/>
                </a:cubicBezTo>
                <a:cubicBezTo>
                  <a:pt x="97" y="528"/>
                  <a:pt x="98" y="527"/>
                  <a:pt x="100" y="526"/>
                </a:cubicBezTo>
                <a:lnTo>
                  <a:pt x="100" y="526"/>
                </a:lnTo>
                <a:cubicBezTo>
                  <a:pt x="100" y="526"/>
                  <a:pt x="101" y="528"/>
                  <a:pt x="97" y="537"/>
                </a:cubicBezTo>
                <a:cubicBezTo>
                  <a:pt x="94" y="541"/>
                  <a:pt x="96" y="543"/>
                  <a:pt x="100" y="543"/>
                </a:cubicBezTo>
                <a:cubicBezTo>
                  <a:pt x="105" y="543"/>
                  <a:pt x="114" y="539"/>
                  <a:pt x="120" y="530"/>
                </a:cubicBezTo>
                <a:lnTo>
                  <a:pt x="121" y="533"/>
                </a:lnTo>
                <a:cubicBezTo>
                  <a:pt x="122" y="533"/>
                  <a:pt x="122" y="533"/>
                  <a:pt x="122" y="533"/>
                </a:cubicBezTo>
                <a:cubicBezTo>
                  <a:pt x="124" y="533"/>
                  <a:pt x="129" y="530"/>
                  <a:pt x="129" y="530"/>
                </a:cubicBezTo>
                <a:cubicBezTo>
                  <a:pt x="132" y="528"/>
                  <a:pt x="134" y="528"/>
                  <a:pt x="135" y="528"/>
                </a:cubicBezTo>
                <a:cubicBezTo>
                  <a:pt x="137" y="528"/>
                  <a:pt x="138" y="529"/>
                  <a:pt x="138" y="530"/>
                </a:cubicBezTo>
                <a:lnTo>
                  <a:pt x="125" y="538"/>
                </a:lnTo>
                <a:cubicBezTo>
                  <a:pt x="109" y="545"/>
                  <a:pt x="102" y="552"/>
                  <a:pt x="107" y="552"/>
                </a:cubicBezTo>
                <a:cubicBezTo>
                  <a:pt x="109" y="552"/>
                  <a:pt x="113" y="550"/>
                  <a:pt x="120" y="547"/>
                </a:cubicBezTo>
                <a:lnTo>
                  <a:pt x="120" y="547"/>
                </a:lnTo>
                <a:lnTo>
                  <a:pt x="113" y="552"/>
                </a:lnTo>
                <a:cubicBezTo>
                  <a:pt x="106" y="555"/>
                  <a:pt x="108" y="557"/>
                  <a:pt x="117" y="557"/>
                </a:cubicBezTo>
                <a:cubicBezTo>
                  <a:pt x="117" y="558"/>
                  <a:pt x="118" y="558"/>
                  <a:pt x="118" y="558"/>
                </a:cubicBezTo>
                <a:cubicBezTo>
                  <a:pt x="122" y="558"/>
                  <a:pt x="135" y="552"/>
                  <a:pt x="141" y="548"/>
                </a:cubicBezTo>
                <a:cubicBezTo>
                  <a:pt x="144" y="546"/>
                  <a:pt x="146" y="545"/>
                  <a:pt x="147" y="545"/>
                </a:cubicBezTo>
                <a:cubicBezTo>
                  <a:pt x="148" y="545"/>
                  <a:pt x="148" y="546"/>
                  <a:pt x="148" y="546"/>
                </a:cubicBezTo>
                <a:cubicBezTo>
                  <a:pt x="150" y="548"/>
                  <a:pt x="150" y="548"/>
                  <a:pt x="143" y="553"/>
                </a:cubicBezTo>
                <a:cubicBezTo>
                  <a:pt x="134" y="559"/>
                  <a:pt x="132" y="562"/>
                  <a:pt x="135" y="562"/>
                </a:cubicBezTo>
                <a:cubicBezTo>
                  <a:pt x="137" y="562"/>
                  <a:pt x="141" y="561"/>
                  <a:pt x="146" y="558"/>
                </a:cubicBezTo>
                <a:lnTo>
                  <a:pt x="146" y="558"/>
                </a:lnTo>
                <a:lnTo>
                  <a:pt x="139" y="564"/>
                </a:lnTo>
                <a:cubicBezTo>
                  <a:pt x="134" y="568"/>
                  <a:pt x="128" y="575"/>
                  <a:pt x="142" y="581"/>
                </a:cubicBezTo>
                <a:cubicBezTo>
                  <a:pt x="148" y="589"/>
                  <a:pt x="153" y="594"/>
                  <a:pt x="147" y="600"/>
                </a:cubicBezTo>
                <a:cubicBezTo>
                  <a:pt x="145" y="602"/>
                  <a:pt x="146" y="603"/>
                  <a:pt x="148" y="603"/>
                </a:cubicBezTo>
                <a:cubicBezTo>
                  <a:pt x="153" y="603"/>
                  <a:pt x="165" y="600"/>
                  <a:pt x="174" y="595"/>
                </a:cubicBezTo>
                <a:lnTo>
                  <a:pt x="174" y="595"/>
                </a:lnTo>
                <a:cubicBezTo>
                  <a:pt x="169" y="601"/>
                  <a:pt x="171" y="602"/>
                  <a:pt x="174" y="605"/>
                </a:cubicBezTo>
                <a:cubicBezTo>
                  <a:pt x="179" y="611"/>
                  <a:pt x="179" y="611"/>
                  <a:pt x="173" y="617"/>
                </a:cubicBezTo>
                <a:cubicBezTo>
                  <a:pt x="167" y="622"/>
                  <a:pt x="163" y="625"/>
                  <a:pt x="164" y="625"/>
                </a:cubicBezTo>
                <a:cubicBezTo>
                  <a:pt x="165" y="625"/>
                  <a:pt x="168" y="623"/>
                  <a:pt x="175" y="619"/>
                </a:cubicBezTo>
                <a:cubicBezTo>
                  <a:pt x="179" y="616"/>
                  <a:pt x="181" y="615"/>
                  <a:pt x="183" y="615"/>
                </a:cubicBezTo>
                <a:cubicBezTo>
                  <a:pt x="187" y="615"/>
                  <a:pt x="185" y="623"/>
                  <a:pt x="176" y="632"/>
                </a:cubicBezTo>
                <a:cubicBezTo>
                  <a:pt x="172" y="638"/>
                  <a:pt x="173" y="640"/>
                  <a:pt x="178" y="644"/>
                </a:cubicBezTo>
                <a:cubicBezTo>
                  <a:pt x="180" y="642"/>
                  <a:pt x="182" y="641"/>
                  <a:pt x="184" y="641"/>
                </a:cubicBezTo>
                <a:cubicBezTo>
                  <a:pt x="187" y="641"/>
                  <a:pt x="190" y="644"/>
                  <a:pt x="192" y="646"/>
                </a:cubicBezTo>
                <a:cubicBezTo>
                  <a:pt x="195" y="648"/>
                  <a:pt x="196" y="649"/>
                  <a:pt x="198" y="649"/>
                </a:cubicBezTo>
                <a:cubicBezTo>
                  <a:pt x="200" y="649"/>
                  <a:pt x="202" y="646"/>
                  <a:pt x="208" y="638"/>
                </a:cubicBezTo>
                <a:cubicBezTo>
                  <a:pt x="214" y="630"/>
                  <a:pt x="218" y="628"/>
                  <a:pt x="220" y="628"/>
                </a:cubicBezTo>
                <a:cubicBezTo>
                  <a:pt x="221" y="628"/>
                  <a:pt x="222" y="628"/>
                  <a:pt x="224" y="629"/>
                </a:cubicBezTo>
                <a:cubicBezTo>
                  <a:pt x="226" y="631"/>
                  <a:pt x="228" y="632"/>
                  <a:pt x="222" y="639"/>
                </a:cubicBezTo>
                <a:cubicBezTo>
                  <a:pt x="222" y="639"/>
                  <a:pt x="220" y="647"/>
                  <a:pt x="222" y="648"/>
                </a:cubicBezTo>
                <a:cubicBezTo>
                  <a:pt x="224" y="650"/>
                  <a:pt x="226" y="651"/>
                  <a:pt x="221" y="658"/>
                </a:cubicBezTo>
                <a:cubicBezTo>
                  <a:pt x="221" y="658"/>
                  <a:pt x="219" y="666"/>
                  <a:pt x="224" y="669"/>
                </a:cubicBezTo>
                <a:cubicBezTo>
                  <a:pt x="228" y="672"/>
                  <a:pt x="233" y="675"/>
                  <a:pt x="228" y="682"/>
                </a:cubicBezTo>
                <a:cubicBezTo>
                  <a:pt x="229" y="682"/>
                  <a:pt x="229" y="682"/>
                  <a:pt x="230" y="682"/>
                </a:cubicBezTo>
                <a:cubicBezTo>
                  <a:pt x="231" y="682"/>
                  <a:pt x="232" y="681"/>
                  <a:pt x="235" y="676"/>
                </a:cubicBezTo>
                <a:cubicBezTo>
                  <a:pt x="237" y="672"/>
                  <a:pt x="240" y="669"/>
                  <a:pt x="243" y="669"/>
                </a:cubicBezTo>
                <a:cubicBezTo>
                  <a:pt x="245" y="669"/>
                  <a:pt x="247" y="671"/>
                  <a:pt x="249" y="676"/>
                </a:cubicBezTo>
                <a:cubicBezTo>
                  <a:pt x="252" y="677"/>
                  <a:pt x="255" y="679"/>
                  <a:pt x="258" y="679"/>
                </a:cubicBezTo>
                <a:cubicBezTo>
                  <a:pt x="260" y="679"/>
                  <a:pt x="262" y="678"/>
                  <a:pt x="264" y="675"/>
                </a:cubicBezTo>
                <a:lnTo>
                  <a:pt x="264" y="675"/>
                </a:lnTo>
                <a:cubicBezTo>
                  <a:pt x="266" y="676"/>
                  <a:pt x="266" y="676"/>
                  <a:pt x="263" y="683"/>
                </a:cubicBezTo>
                <a:cubicBezTo>
                  <a:pt x="258" y="691"/>
                  <a:pt x="258" y="696"/>
                  <a:pt x="261" y="696"/>
                </a:cubicBezTo>
                <a:cubicBezTo>
                  <a:pt x="263" y="696"/>
                  <a:pt x="267" y="693"/>
                  <a:pt x="272" y="687"/>
                </a:cubicBezTo>
                <a:cubicBezTo>
                  <a:pt x="273" y="684"/>
                  <a:pt x="275" y="683"/>
                  <a:pt x="275" y="683"/>
                </a:cubicBezTo>
                <a:cubicBezTo>
                  <a:pt x="276" y="683"/>
                  <a:pt x="277" y="685"/>
                  <a:pt x="276" y="690"/>
                </a:cubicBezTo>
                <a:cubicBezTo>
                  <a:pt x="276" y="690"/>
                  <a:pt x="277" y="690"/>
                  <a:pt x="277" y="690"/>
                </a:cubicBezTo>
                <a:cubicBezTo>
                  <a:pt x="279" y="690"/>
                  <a:pt x="281" y="689"/>
                  <a:pt x="284" y="685"/>
                </a:cubicBezTo>
                <a:cubicBezTo>
                  <a:pt x="287" y="682"/>
                  <a:pt x="288" y="680"/>
                  <a:pt x="289" y="680"/>
                </a:cubicBezTo>
                <a:cubicBezTo>
                  <a:pt x="290" y="680"/>
                  <a:pt x="290" y="683"/>
                  <a:pt x="291" y="687"/>
                </a:cubicBezTo>
                <a:cubicBezTo>
                  <a:pt x="289" y="695"/>
                  <a:pt x="291" y="696"/>
                  <a:pt x="293" y="697"/>
                </a:cubicBezTo>
                <a:cubicBezTo>
                  <a:pt x="295" y="696"/>
                  <a:pt x="297" y="696"/>
                  <a:pt x="300" y="696"/>
                </a:cubicBezTo>
                <a:cubicBezTo>
                  <a:pt x="311" y="696"/>
                  <a:pt x="326" y="702"/>
                  <a:pt x="327" y="709"/>
                </a:cubicBezTo>
                <a:cubicBezTo>
                  <a:pt x="330" y="703"/>
                  <a:pt x="331" y="701"/>
                  <a:pt x="332" y="701"/>
                </a:cubicBezTo>
                <a:cubicBezTo>
                  <a:pt x="332" y="701"/>
                  <a:pt x="333" y="702"/>
                  <a:pt x="333" y="702"/>
                </a:cubicBezTo>
                <a:cubicBezTo>
                  <a:pt x="333" y="709"/>
                  <a:pt x="333" y="711"/>
                  <a:pt x="334" y="711"/>
                </a:cubicBezTo>
                <a:cubicBezTo>
                  <a:pt x="336" y="711"/>
                  <a:pt x="338" y="705"/>
                  <a:pt x="340" y="695"/>
                </a:cubicBezTo>
                <a:lnTo>
                  <a:pt x="338" y="694"/>
                </a:lnTo>
                <a:lnTo>
                  <a:pt x="336" y="694"/>
                </a:lnTo>
                <a:cubicBezTo>
                  <a:pt x="337" y="687"/>
                  <a:pt x="339" y="684"/>
                  <a:pt x="341" y="684"/>
                </a:cubicBezTo>
                <a:cubicBezTo>
                  <a:pt x="343" y="684"/>
                  <a:pt x="344" y="690"/>
                  <a:pt x="341" y="704"/>
                </a:cubicBezTo>
                <a:cubicBezTo>
                  <a:pt x="341" y="712"/>
                  <a:pt x="340" y="716"/>
                  <a:pt x="341" y="716"/>
                </a:cubicBezTo>
                <a:cubicBezTo>
                  <a:pt x="342" y="716"/>
                  <a:pt x="343" y="712"/>
                  <a:pt x="346" y="705"/>
                </a:cubicBezTo>
                <a:cubicBezTo>
                  <a:pt x="349" y="698"/>
                  <a:pt x="351" y="694"/>
                  <a:pt x="352" y="694"/>
                </a:cubicBezTo>
                <a:cubicBezTo>
                  <a:pt x="353" y="694"/>
                  <a:pt x="353" y="698"/>
                  <a:pt x="353" y="706"/>
                </a:cubicBezTo>
                <a:cubicBezTo>
                  <a:pt x="351" y="714"/>
                  <a:pt x="351" y="718"/>
                  <a:pt x="351" y="718"/>
                </a:cubicBezTo>
                <a:cubicBezTo>
                  <a:pt x="352" y="718"/>
                  <a:pt x="353" y="714"/>
                  <a:pt x="356" y="706"/>
                </a:cubicBezTo>
                <a:cubicBezTo>
                  <a:pt x="361" y="689"/>
                  <a:pt x="366" y="679"/>
                  <a:pt x="368" y="679"/>
                </a:cubicBezTo>
                <a:cubicBezTo>
                  <a:pt x="370" y="679"/>
                  <a:pt x="370" y="686"/>
                  <a:pt x="368" y="701"/>
                </a:cubicBezTo>
                <a:cubicBezTo>
                  <a:pt x="367" y="717"/>
                  <a:pt x="368" y="724"/>
                  <a:pt x="372" y="726"/>
                </a:cubicBezTo>
                <a:cubicBezTo>
                  <a:pt x="374" y="726"/>
                  <a:pt x="375" y="718"/>
                  <a:pt x="375" y="710"/>
                </a:cubicBezTo>
                <a:cubicBezTo>
                  <a:pt x="374" y="701"/>
                  <a:pt x="375" y="697"/>
                  <a:pt x="376" y="697"/>
                </a:cubicBezTo>
                <a:cubicBezTo>
                  <a:pt x="377" y="697"/>
                  <a:pt x="378" y="701"/>
                  <a:pt x="381" y="710"/>
                </a:cubicBezTo>
                <a:cubicBezTo>
                  <a:pt x="384" y="724"/>
                  <a:pt x="387" y="730"/>
                  <a:pt x="391" y="730"/>
                </a:cubicBezTo>
                <a:cubicBezTo>
                  <a:pt x="394" y="730"/>
                  <a:pt x="397" y="726"/>
                  <a:pt x="400" y="719"/>
                </a:cubicBezTo>
                <a:cubicBezTo>
                  <a:pt x="405" y="711"/>
                  <a:pt x="409" y="707"/>
                  <a:pt x="412" y="707"/>
                </a:cubicBezTo>
                <a:cubicBezTo>
                  <a:pt x="414" y="707"/>
                  <a:pt x="414" y="711"/>
                  <a:pt x="411" y="719"/>
                </a:cubicBezTo>
                <a:cubicBezTo>
                  <a:pt x="408" y="729"/>
                  <a:pt x="406" y="733"/>
                  <a:pt x="407" y="733"/>
                </a:cubicBezTo>
                <a:cubicBezTo>
                  <a:pt x="407" y="733"/>
                  <a:pt x="409" y="730"/>
                  <a:pt x="411" y="727"/>
                </a:cubicBezTo>
                <a:lnTo>
                  <a:pt x="424" y="727"/>
                </a:lnTo>
                <a:cubicBezTo>
                  <a:pt x="427" y="727"/>
                  <a:pt x="429" y="719"/>
                  <a:pt x="428" y="711"/>
                </a:cubicBezTo>
                <a:lnTo>
                  <a:pt x="428" y="711"/>
                </a:lnTo>
                <a:cubicBezTo>
                  <a:pt x="430" y="720"/>
                  <a:pt x="433" y="727"/>
                  <a:pt x="436" y="727"/>
                </a:cubicBezTo>
                <a:cubicBezTo>
                  <a:pt x="438" y="727"/>
                  <a:pt x="440" y="724"/>
                  <a:pt x="441" y="718"/>
                </a:cubicBezTo>
                <a:lnTo>
                  <a:pt x="447" y="717"/>
                </a:lnTo>
                <a:cubicBezTo>
                  <a:pt x="449" y="717"/>
                  <a:pt x="449" y="717"/>
                  <a:pt x="450" y="708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4"/>
                  <a:pt x="456" y="710"/>
                  <a:pt x="459" y="715"/>
                </a:cubicBezTo>
                <a:cubicBezTo>
                  <a:pt x="462" y="721"/>
                  <a:pt x="465" y="726"/>
                  <a:pt x="466" y="726"/>
                </a:cubicBezTo>
                <a:cubicBezTo>
                  <a:pt x="467" y="726"/>
                  <a:pt x="467" y="725"/>
                  <a:pt x="466" y="722"/>
                </a:cubicBezTo>
                <a:cubicBezTo>
                  <a:pt x="466" y="713"/>
                  <a:pt x="467" y="705"/>
                  <a:pt x="468" y="696"/>
                </a:cubicBezTo>
                <a:cubicBezTo>
                  <a:pt x="468" y="694"/>
                  <a:pt x="469" y="693"/>
                  <a:pt x="470" y="693"/>
                </a:cubicBezTo>
                <a:cubicBezTo>
                  <a:pt x="471" y="693"/>
                  <a:pt x="473" y="698"/>
                  <a:pt x="473" y="704"/>
                </a:cubicBezTo>
                <a:cubicBezTo>
                  <a:pt x="475" y="712"/>
                  <a:pt x="475" y="712"/>
                  <a:pt x="482" y="719"/>
                </a:cubicBezTo>
                <a:cubicBezTo>
                  <a:pt x="484" y="718"/>
                  <a:pt x="489" y="717"/>
                  <a:pt x="487" y="709"/>
                </a:cubicBezTo>
                <a:cubicBezTo>
                  <a:pt x="486" y="704"/>
                  <a:pt x="491" y="701"/>
                  <a:pt x="496" y="701"/>
                </a:cubicBezTo>
                <a:cubicBezTo>
                  <a:pt x="499" y="701"/>
                  <a:pt x="502" y="702"/>
                  <a:pt x="504" y="704"/>
                </a:cubicBezTo>
                <a:lnTo>
                  <a:pt x="510" y="702"/>
                </a:lnTo>
                <a:cubicBezTo>
                  <a:pt x="512" y="702"/>
                  <a:pt x="512" y="693"/>
                  <a:pt x="514" y="692"/>
                </a:cubicBezTo>
                <a:cubicBezTo>
                  <a:pt x="514" y="692"/>
                  <a:pt x="516" y="692"/>
                  <a:pt x="515" y="683"/>
                </a:cubicBezTo>
                <a:cubicBezTo>
                  <a:pt x="516" y="683"/>
                  <a:pt x="517" y="683"/>
                  <a:pt x="517" y="683"/>
                </a:cubicBezTo>
                <a:cubicBezTo>
                  <a:pt x="520" y="683"/>
                  <a:pt x="521" y="684"/>
                  <a:pt x="523" y="690"/>
                </a:cubicBezTo>
                <a:cubicBezTo>
                  <a:pt x="521" y="681"/>
                  <a:pt x="520" y="677"/>
                  <a:pt x="521" y="677"/>
                </a:cubicBezTo>
                <a:lnTo>
                  <a:pt x="521" y="677"/>
                </a:lnTo>
                <a:cubicBezTo>
                  <a:pt x="522" y="677"/>
                  <a:pt x="524" y="680"/>
                  <a:pt x="529" y="687"/>
                </a:cubicBezTo>
                <a:cubicBezTo>
                  <a:pt x="531" y="695"/>
                  <a:pt x="533" y="698"/>
                  <a:pt x="533" y="698"/>
                </a:cubicBezTo>
                <a:cubicBezTo>
                  <a:pt x="533" y="698"/>
                  <a:pt x="533" y="694"/>
                  <a:pt x="531" y="686"/>
                </a:cubicBezTo>
                <a:cubicBezTo>
                  <a:pt x="530" y="682"/>
                  <a:pt x="530" y="680"/>
                  <a:pt x="531" y="680"/>
                </a:cubicBezTo>
                <a:lnTo>
                  <a:pt x="531" y="680"/>
                </a:lnTo>
                <a:cubicBezTo>
                  <a:pt x="531" y="680"/>
                  <a:pt x="533" y="681"/>
                  <a:pt x="535" y="684"/>
                </a:cubicBezTo>
                <a:cubicBezTo>
                  <a:pt x="537" y="688"/>
                  <a:pt x="538" y="689"/>
                  <a:pt x="539" y="689"/>
                </a:cubicBezTo>
                <a:cubicBezTo>
                  <a:pt x="540" y="689"/>
                  <a:pt x="539" y="687"/>
                  <a:pt x="538" y="683"/>
                </a:cubicBezTo>
                <a:cubicBezTo>
                  <a:pt x="535" y="673"/>
                  <a:pt x="535" y="665"/>
                  <a:pt x="538" y="665"/>
                </a:cubicBezTo>
                <a:cubicBezTo>
                  <a:pt x="539" y="665"/>
                  <a:pt x="541" y="667"/>
                  <a:pt x="543" y="672"/>
                </a:cubicBezTo>
                <a:cubicBezTo>
                  <a:pt x="543" y="672"/>
                  <a:pt x="546" y="671"/>
                  <a:pt x="544" y="663"/>
                </a:cubicBezTo>
                <a:cubicBezTo>
                  <a:pt x="542" y="655"/>
                  <a:pt x="540" y="651"/>
                  <a:pt x="540" y="651"/>
                </a:cubicBezTo>
                <a:lnTo>
                  <a:pt x="540" y="651"/>
                </a:lnTo>
                <a:cubicBezTo>
                  <a:pt x="541" y="651"/>
                  <a:pt x="543" y="654"/>
                  <a:pt x="547" y="662"/>
                </a:cubicBezTo>
                <a:cubicBezTo>
                  <a:pt x="551" y="668"/>
                  <a:pt x="554" y="671"/>
                  <a:pt x="555" y="671"/>
                </a:cubicBezTo>
                <a:cubicBezTo>
                  <a:pt x="557" y="671"/>
                  <a:pt x="556" y="667"/>
                  <a:pt x="553" y="658"/>
                </a:cubicBezTo>
                <a:cubicBezTo>
                  <a:pt x="553" y="658"/>
                  <a:pt x="552" y="654"/>
                  <a:pt x="554" y="654"/>
                </a:cubicBezTo>
                <a:cubicBezTo>
                  <a:pt x="554" y="654"/>
                  <a:pt x="555" y="655"/>
                  <a:pt x="557" y="656"/>
                </a:cubicBezTo>
                <a:cubicBezTo>
                  <a:pt x="560" y="658"/>
                  <a:pt x="564" y="658"/>
                  <a:pt x="567" y="658"/>
                </a:cubicBezTo>
                <a:cubicBezTo>
                  <a:pt x="574" y="658"/>
                  <a:pt x="579" y="655"/>
                  <a:pt x="572" y="647"/>
                </a:cubicBezTo>
                <a:lnTo>
                  <a:pt x="576" y="645"/>
                </a:lnTo>
                <a:cubicBezTo>
                  <a:pt x="579" y="646"/>
                  <a:pt x="582" y="647"/>
                  <a:pt x="583" y="647"/>
                </a:cubicBezTo>
                <a:cubicBezTo>
                  <a:pt x="586" y="647"/>
                  <a:pt x="586" y="645"/>
                  <a:pt x="585" y="640"/>
                </a:cubicBezTo>
                <a:lnTo>
                  <a:pt x="583" y="632"/>
                </a:lnTo>
                <a:lnTo>
                  <a:pt x="583" y="632"/>
                </a:lnTo>
                <a:cubicBezTo>
                  <a:pt x="587" y="638"/>
                  <a:pt x="592" y="643"/>
                  <a:pt x="594" y="643"/>
                </a:cubicBezTo>
                <a:cubicBezTo>
                  <a:pt x="595" y="643"/>
                  <a:pt x="595" y="643"/>
                  <a:pt x="595" y="643"/>
                </a:cubicBezTo>
                <a:cubicBezTo>
                  <a:pt x="597" y="641"/>
                  <a:pt x="597" y="641"/>
                  <a:pt x="593" y="635"/>
                </a:cubicBezTo>
                <a:cubicBezTo>
                  <a:pt x="586" y="629"/>
                  <a:pt x="588" y="628"/>
                  <a:pt x="589" y="627"/>
                </a:cubicBezTo>
                <a:cubicBezTo>
                  <a:pt x="590" y="626"/>
                  <a:pt x="590" y="626"/>
                  <a:pt x="591" y="626"/>
                </a:cubicBezTo>
                <a:cubicBezTo>
                  <a:pt x="594" y="626"/>
                  <a:pt x="599" y="631"/>
                  <a:pt x="604" y="637"/>
                </a:cubicBezTo>
                <a:lnTo>
                  <a:pt x="605" y="635"/>
                </a:lnTo>
                <a:cubicBezTo>
                  <a:pt x="599" y="627"/>
                  <a:pt x="598" y="624"/>
                  <a:pt x="599" y="624"/>
                </a:cubicBezTo>
                <a:lnTo>
                  <a:pt x="599" y="624"/>
                </a:lnTo>
                <a:cubicBezTo>
                  <a:pt x="599" y="624"/>
                  <a:pt x="601" y="625"/>
                  <a:pt x="603" y="627"/>
                </a:cubicBezTo>
                <a:cubicBezTo>
                  <a:pt x="606" y="630"/>
                  <a:pt x="608" y="630"/>
                  <a:pt x="610" y="630"/>
                </a:cubicBezTo>
                <a:cubicBezTo>
                  <a:pt x="612" y="630"/>
                  <a:pt x="613" y="630"/>
                  <a:pt x="614" y="629"/>
                </a:cubicBezTo>
                <a:cubicBezTo>
                  <a:pt x="612" y="627"/>
                  <a:pt x="611" y="626"/>
                  <a:pt x="612" y="626"/>
                </a:cubicBezTo>
                <a:lnTo>
                  <a:pt x="612" y="626"/>
                </a:lnTo>
                <a:cubicBezTo>
                  <a:pt x="612" y="626"/>
                  <a:pt x="615" y="628"/>
                  <a:pt x="614" y="629"/>
                </a:cubicBezTo>
                <a:lnTo>
                  <a:pt x="618" y="636"/>
                </a:lnTo>
                <a:cubicBezTo>
                  <a:pt x="620" y="637"/>
                  <a:pt x="621" y="637"/>
                  <a:pt x="622" y="637"/>
                </a:cubicBezTo>
                <a:cubicBezTo>
                  <a:pt x="624" y="637"/>
                  <a:pt x="619" y="632"/>
                  <a:pt x="615" y="628"/>
                </a:cubicBezTo>
                <a:lnTo>
                  <a:pt x="620" y="625"/>
                </a:lnTo>
                <a:cubicBezTo>
                  <a:pt x="622" y="623"/>
                  <a:pt x="623" y="621"/>
                  <a:pt x="616" y="617"/>
                </a:cubicBezTo>
                <a:cubicBezTo>
                  <a:pt x="611" y="611"/>
                  <a:pt x="606" y="604"/>
                  <a:pt x="607" y="603"/>
                </a:cubicBezTo>
                <a:lnTo>
                  <a:pt x="607" y="603"/>
                </a:lnTo>
                <a:cubicBezTo>
                  <a:pt x="612" y="608"/>
                  <a:pt x="617" y="614"/>
                  <a:pt x="619" y="614"/>
                </a:cubicBezTo>
                <a:cubicBezTo>
                  <a:pt x="619" y="614"/>
                  <a:pt x="619" y="614"/>
                  <a:pt x="620" y="613"/>
                </a:cubicBezTo>
                <a:cubicBezTo>
                  <a:pt x="620" y="613"/>
                  <a:pt x="620" y="613"/>
                  <a:pt x="620" y="613"/>
                </a:cubicBezTo>
                <a:cubicBezTo>
                  <a:pt x="623" y="613"/>
                  <a:pt x="627" y="618"/>
                  <a:pt x="627" y="618"/>
                </a:cubicBezTo>
                <a:cubicBezTo>
                  <a:pt x="630" y="623"/>
                  <a:pt x="632" y="624"/>
                  <a:pt x="634" y="624"/>
                </a:cubicBezTo>
                <a:cubicBezTo>
                  <a:pt x="637" y="624"/>
                  <a:pt x="637" y="616"/>
                  <a:pt x="634" y="611"/>
                </a:cubicBezTo>
                <a:cubicBezTo>
                  <a:pt x="630" y="603"/>
                  <a:pt x="629" y="599"/>
                  <a:pt x="631" y="599"/>
                </a:cubicBezTo>
                <a:lnTo>
                  <a:pt x="631" y="599"/>
                </a:lnTo>
                <a:cubicBezTo>
                  <a:pt x="632" y="599"/>
                  <a:pt x="635" y="602"/>
                  <a:pt x="640" y="607"/>
                </a:cubicBezTo>
                <a:cubicBezTo>
                  <a:pt x="642" y="609"/>
                  <a:pt x="644" y="611"/>
                  <a:pt x="645" y="611"/>
                </a:cubicBezTo>
                <a:cubicBezTo>
                  <a:pt x="647" y="611"/>
                  <a:pt x="640" y="599"/>
                  <a:pt x="629" y="584"/>
                </a:cubicBezTo>
                <a:lnTo>
                  <a:pt x="613" y="566"/>
                </a:lnTo>
                <a:lnTo>
                  <a:pt x="631" y="583"/>
                </a:lnTo>
                <a:cubicBezTo>
                  <a:pt x="644" y="594"/>
                  <a:pt x="650" y="599"/>
                  <a:pt x="652" y="599"/>
                </a:cubicBezTo>
                <a:cubicBezTo>
                  <a:pt x="654" y="599"/>
                  <a:pt x="652" y="594"/>
                  <a:pt x="649" y="586"/>
                </a:cubicBezTo>
                <a:cubicBezTo>
                  <a:pt x="647" y="581"/>
                  <a:pt x="647" y="579"/>
                  <a:pt x="647" y="579"/>
                </a:cubicBezTo>
                <a:lnTo>
                  <a:pt x="647" y="579"/>
                </a:lnTo>
                <a:cubicBezTo>
                  <a:pt x="648" y="579"/>
                  <a:pt x="649" y="581"/>
                  <a:pt x="652" y="583"/>
                </a:cubicBezTo>
                <a:cubicBezTo>
                  <a:pt x="654" y="585"/>
                  <a:pt x="656" y="586"/>
                  <a:pt x="658" y="586"/>
                </a:cubicBezTo>
                <a:cubicBezTo>
                  <a:pt x="660" y="586"/>
                  <a:pt x="662" y="585"/>
                  <a:pt x="664" y="582"/>
                </a:cubicBezTo>
                <a:cubicBezTo>
                  <a:pt x="670" y="576"/>
                  <a:pt x="671" y="574"/>
                  <a:pt x="666" y="568"/>
                </a:cubicBezTo>
                <a:lnTo>
                  <a:pt x="669" y="565"/>
                </a:lnTo>
                <a:cubicBezTo>
                  <a:pt x="673" y="567"/>
                  <a:pt x="675" y="568"/>
                  <a:pt x="676" y="568"/>
                </a:cubicBezTo>
                <a:cubicBezTo>
                  <a:pt x="680" y="568"/>
                  <a:pt x="675" y="562"/>
                  <a:pt x="664" y="556"/>
                </a:cubicBezTo>
                <a:lnTo>
                  <a:pt x="668" y="553"/>
                </a:lnTo>
                <a:lnTo>
                  <a:pt x="675" y="557"/>
                </a:lnTo>
                <a:cubicBezTo>
                  <a:pt x="676" y="558"/>
                  <a:pt x="678" y="559"/>
                  <a:pt x="679" y="559"/>
                </a:cubicBezTo>
                <a:cubicBezTo>
                  <a:pt x="684" y="559"/>
                  <a:pt x="688" y="554"/>
                  <a:pt x="696" y="542"/>
                </a:cubicBezTo>
                <a:cubicBezTo>
                  <a:pt x="708" y="522"/>
                  <a:pt x="709" y="520"/>
                  <a:pt x="695" y="512"/>
                </a:cubicBezTo>
                <a:cubicBezTo>
                  <a:pt x="688" y="507"/>
                  <a:pt x="685" y="504"/>
                  <a:pt x="687" y="504"/>
                </a:cubicBezTo>
                <a:lnTo>
                  <a:pt x="687" y="504"/>
                </a:lnTo>
                <a:cubicBezTo>
                  <a:pt x="688" y="504"/>
                  <a:pt x="692" y="506"/>
                  <a:pt x="698" y="509"/>
                </a:cubicBezTo>
                <a:cubicBezTo>
                  <a:pt x="702" y="511"/>
                  <a:pt x="707" y="512"/>
                  <a:pt x="708" y="512"/>
                </a:cubicBezTo>
                <a:cubicBezTo>
                  <a:pt x="710" y="512"/>
                  <a:pt x="709" y="512"/>
                  <a:pt x="706" y="510"/>
                </a:cubicBezTo>
                <a:cubicBezTo>
                  <a:pt x="706" y="510"/>
                  <a:pt x="708" y="507"/>
                  <a:pt x="714" y="507"/>
                </a:cubicBezTo>
                <a:cubicBezTo>
                  <a:pt x="714" y="507"/>
                  <a:pt x="715" y="507"/>
                  <a:pt x="716" y="507"/>
                </a:cubicBezTo>
                <a:cubicBezTo>
                  <a:pt x="734" y="507"/>
                  <a:pt x="728" y="501"/>
                  <a:pt x="721" y="498"/>
                </a:cubicBezTo>
                <a:cubicBezTo>
                  <a:pt x="712" y="495"/>
                  <a:pt x="711" y="495"/>
                  <a:pt x="713" y="495"/>
                </a:cubicBezTo>
                <a:cubicBezTo>
                  <a:pt x="714" y="495"/>
                  <a:pt x="718" y="495"/>
                  <a:pt x="722" y="496"/>
                </a:cubicBezTo>
                <a:cubicBezTo>
                  <a:pt x="726" y="496"/>
                  <a:pt x="731" y="497"/>
                  <a:pt x="733" y="497"/>
                </a:cubicBezTo>
                <a:cubicBezTo>
                  <a:pt x="735" y="497"/>
                  <a:pt x="736" y="496"/>
                  <a:pt x="732" y="494"/>
                </a:cubicBezTo>
                <a:cubicBezTo>
                  <a:pt x="727" y="490"/>
                  <a:pt x="725" y="476"/>
                  <a:pt x="733" y="476"/>
                </a:cubicBezTo>
                <a:cubicBezTo>
                  <a:pt x="735" y="476"/>
                  <a:pt x="736" y="477"/>
                  <a:pt x="738" y="478"/>
                </a:cubicBezTo>
                <a:lnTo>
                  <a:pt x="741" y="473"/>
                </a:lnTo>
                <a:cubicBezTo>
                  <a:pt x="733" y="470"/>
                  <a:pt x="735" y="465"/>
                  <a:pt x="736" y="461"/>
                </a:cubicBezTo>
                <a:cubicBezTo>
                  <a:pt x="738" y="457"/>
                  <a:pt x="738" y="454"/>
                  <a:pt x="742" y="454"/>
                </a:cubicBezTo>
                <a:cubicBezTo>
                  <a:pt x="743" y="454"/>
                  <a:pt x="745" y="455"/>
                  <a:pt x="746" y="455"/>
                </a:cubicBezTo>
                <a:cubicBezTo>
                  <a:pt x="749" y="457"/>
                  <a:pt x="750" y="458"/>
                  <a:pt x="751" y="458"/>
                </a:cubicBezTo>
                <a:cubicBezTo>
                  <a:pt x="753" y="458"/>
                  <a:pt x="752" y="455"/>
                  <a:pt x="749" y="451"/>
                </a:cubicBezTo>
                <a:cubicBezTo>
                  <a:pt x="750" y="448"/>
                  <a:pt x="734" y="442"/>
                  <a:pt x="735" y="439"/>
                </a:cubicBezTo>
                <a:cubicBezTo>
                  <a:pt x="727" y="437"/>
                  <a:pt x="719" y="433"/>
                  <a:pt x="719" y="431"/>
                </a:cubicBezTo>
                <a:lnTo>
                  <a:pt x="719" y="431"/>
                </a:lnTo>
                <a:lnTo>
                  <a:pt x="727" y="433"/>
                </a:lnTo>
                <a:lnTo>
                  <a:pt x="744" y="436"/>
                </a:lnTo>
                <a:cubicBezTo>
                  <a:pt x="744" y="434"/>
                  <a:pt x="745" y="432"/>
                  <a:pt x="736" y="429"/>
                </a:cubicBezTo>
                <a:cubicBezTo>
                  <a:pt x="745" y="429"/>
                  <a:pt x="746" y="426"/>
                  <a:pt x="747" y="422"/>
                </a:cubicBezTo>
                <a:cubicBezTo>
                  <a:pt x="749" y="417"/>
                  <a:pt x="750" y="411"/>
                  <a:pt x="742" y="408"/>
                </a:cubicBezTo>
                <a:cubicBezTo>
                  <a:pt x="758" y="408"/>
                  <a:pt x="760" y="392"/>
                  <a:pt x="744" y="388"/>
                </a:cubicBezTo>
                <a:cubicBezTo>
                  <a:pt x="735" y="388"/>
                  <a:pt x="736" y="386"/>
                  <a:pt x="744" y="383"/>
                </a:cubicBezTo>
                <a:cubicBezTo>
                  <a:pt x="752" y="381"/>
                  <a:pt x="753" y="381"/>
                  <a:pt x="745" y="379"/>
                </a:cubicBezTo>
                <a:cubicBezTo>
                  <a:pt x="736" y="376"/>
                  <a:pt x="745" y="373"/>
                  <a:pt x="753" y="371"/>
                </a:cubicBezTo>
                <a:cubicBezTo>
                  <a:pt x="769" y="369"/>
                  <a:pt x="769" y="365"/>
                  <a:pt x="761" y="363"/>
                </a:cubicBezTo>
                <a:cubicBezTo>
                  <a:pt x="753" y="359"/>
                  <a:pt x="753" y="353"/>
                  <a:pt x="753" y="351"/>
                </a:cubicBezTo>
                <a:cubicBezTo>
                  <a:pt x="747" y="348"/>
                  <a:pt x="745" y="346"/>
                  <a:pt x="742" y="346"/>
                </a:cubicBezTo>
                <a:cubicBezTo>
                  <a:pt x="741" y="346"/>
                  <a:pt x="739" y="346"/>
                  <a:pt x="736" y="347"/>
                </a:cubicBezTo>
                <a:cubicBezTo>
                  <a:pt x="731" y="347"/>
                  <a:pt x="726" y="346"/>
                  <a:pt x="721" y="346"/>
                </a:cubicBezTo>
                <a:cubicBezTo>
                  <a:pt x="716" y="344"/>
                  <a:pt x="717" y="342"/>
                  <a:pt x="718" y="342"/>
                </a:cubicBezTo>
                <a:cubicBezTo>
                  <a:pt x="719" y="342"/>
                  <a:pt x="721" y="343"/>
                  <a:pt x="721" y="344"/>
                </a:cubicBezTo>
                <a:cubicBezTo>
                  <a:pt x="723" y="345"/>
                  <a:pt x="725" y="346"/>
                  <a:pt x="727" y="346"/>
                </a:cubicBezTo>
                <a:cubicBezTo>
                  <a:pt x="729" y="346"/>
                  <a:pt x="731" y="344"/>
                  <a:pt x="736" y="342"/>
                </a:cubicBezTo>
                <a:cubicBezTo>
                  <a:pt x="745" y="339"/>
                  <a:pt x="744" y="334"/>
                  <a:pt x="743" y="332"/>
                </a:cubicBezTo>
                <a:lnTo>
                  <a:pt x="742" y="322"/>
                </a:lnTo>
                <a:cubicBezTo>
                  <a:pt x="748" y="314"/>
                  <a:pt x="748" y="311"/>
                  <a:pt x="744" y="311"/>
                </a:cubicBezTo>
                <a:cubicBezTo>
                  <a:pt x="743" y="311"/>
                  <a:pt x="742" y="311"/>
                  <a:pt x="741" y="312"/>
                </a:cubicBezTo>
                <a:lnTo>
                  <a:pt x="733" y="314"/>
                </a:lnTo>
                <a:cubicBezTo>
                  <a:pt x="749" y="308"/>
                  <a:pt x="742" y="282"/>
                  <a:pt x="728" y="282"/>
                </a:cubicBezTo>
                <a:cubicBezTo>
                  <a:pt x="727" y="282"/>
                  <a:pt x="727" y="282"/>
                  <a:pt x="726" y="282"/>
                </a:cubicBezTo>
                <a:lnTo>
                  <a:pt x="734" y="280"/>
                </a:lnTo>
                <a:cubicBezTo>
                  <a:pt x="742" y="278"/>
                  <a:pt x="741" y="276"/>
                  <a:pt x="740" y="270"/>
                </a:cubicBezTo>
                <a:cubicBezTo>
                  <a:pt x="740" y="268"/>
                  <a:pt x="728" y="261"/>
                  <a:pt x="725" y="254"/>
                </a:cubicBezTo>
                <a:cubicBezTo>
                  <a:pt x="722" y="246"/>
                  <a:pt x="720" y="240"/>
                  <a:pt x="715" y="240"/>
                </a:cubicBezTo>
                <a:cubicBezTo>
                  <a:pt x="714" y="240"/>
                  <a:pt x="713" y="240"/>
                  <a:pt x="712" y="241"/>
                </a:cubicBezTo>
                <a:cubicBezTo>
                  <a:pt x="710" y="239"/>
                  <a:pt x="710" y="239"/>
                  <a:pt x="718" y="235"/>
                </a:cubicBezTo>
                <a:cubicBezTo>
                  <a:pt x="726" y="234"/>
                  <a:pt x="726" y="232"/>
                  <a:pt x="725" y="230"/>
                </a:cubicBezTo>
                <a:cubicBezTo>
                  <a:pt x="725" y="229"/>
                  <a:pt x="724" y="229"/>
                  <a:pt x="723" y="229"/>
                </a:cubicBezTo>
                <a:cubicBezTo>
                  <a:pt x="720" y="229"/>
                  <a:pt x="715" y="232"/>
                  <a:pt x="709" y="234"/>
                </a:cubicBezTo>
                <a:cubicBezTo>
                  <a:pt x="707" y="235"/>
                  <a:pt x="705" y="236"/>
                  <a:pt x="704" y="236"/>
                </a:cubicBezTo>
                <a:cubicBezTo>
                  <a:pt x="701" y="236"/>
                  <a:pt x="702" y="233"/>
                  <a:pt x="706" y="227"/>
                </a:cubicBezTo>
                <a:cubicBezTo>
                  <a:pt x="710" y="221"/>
                  <a:pt x="706" y="210"/>
                  <a:pt x="697" y="210"/>
                </a:cubicBezTo>
                <a:cubicBezTo>
                  <a:pt x="696" y="207"/>
                  <a:pt x="695" y="205"/>
                  <a:pt x="701" y="202"/>
                </a:cubicBezTo>
                <a:cubicBezTo>
                  <a:pt x="706" y="196"/>
                  <a:pt x="710" y="189"/>
                  <a:pt x="702" y="189"/>
                </a:cubicBezTo>
                <a:cubicBezTo>
                  <a:pt x="700" y="189"/>
                  <a:pt x="698" y="190"/>
                  <a:pt x="695" y="190"/>
                </a:cubicBezTo>
                <a:cubicBezTo>
                  <a:pt x="694" y="188"/>
                  <a:pt x="694" y="188"/>
                  <a:pt x="700" y="184"/>
                </a:cubicBezTo>
                <a:cubicBezTo>
                  <a:pt x="704" y="179"/>
                  <a:pt x="708" y="176"/>
                  <a:pt x="707" y="176"/>
                </a:cubicBezTo>
                <a:lnTo>
                  <a:pt x="707" y="176"/>
                </a:lnTo>
                <a:cubicBezTo>
                  <a:pt x="706" y="176"/>
                  <a:pt x="703" y="177"/>
                  <a:pt x="698" y="179"/>
                </a:cubicBezTo>
                <a:cubicBezTo>
                  <a:pt x="688" y="179"/>
                  <a:pt x="685" y="174"/>
                  <a:pt x="688" y="165"/>
                </a:cubicBezTo>
                <a:cubicBezTo>
                  <a:pt x="687" y="163"/>
                  <a:pt x="686" y="162"/>
                  <a:pt x="684" y="162"/>
                </a:cubicBezTo>
                <a:cubicBezTo>
                  <a:pt x="683" y="162"/>
                  <a:pt x="681" y="163"/>
                  <a:pt x="678" y="165"/>
                </a:cubicBezTo>
                <a:cubicBezTo>
                  <a:pt x="675" y="167"/>
                  <a:pt x="673" y="169"/>
                  <a:pt x="671" y="170"/>
                </a:cubicBezTo>
                <a:lnTo>
                  <a:pt x="671" y="170"/>
                </a:lnTo>
                <a:cubicBezTo>
                  <a:pt x="678" y="163"/>
                  <a:pt x="681" y="160"/>
                  <a:pt x="680" y="160"/>
                </a:cubicBezTo>
                <a:lnTo>
                  <a:pt x="680" y="160"/>
                </a:lnTo>
                <a:cubicBezTo>
                  <a:pt x="679" y="160"/>
                  <a:pt x="675" y="162"/>
                  <a:pt x="669" y="166"/>
                </a:cubicBezTo>
                <a:cubicBezTo>
                  <a:pt x="666" y="168"/>
                  <a:pt x="664" y="169"/>
                  <a:pt x="664" y="169"/>
                </a:cubicBezTo>
                <a:cubicBezTo>
                  <a:pt x="662" y="169"/>
                  <a:pt x="663" y="167"/>
                  <a:pt x="667" y="164"/>
                </a:cubicBezTo>
                <a:cubicBezTo>
                  <a:pt x="672" y="157"/>
                  <a:pt x="670" y="155"/>
                  <a:pt x="670" y="155"/>
                </a:cubicBezTo>
                <a:cubicBezTo>
                  <a:pt x="662" y="150"/>
                  <a:pt x="654" y="146"/>
                  <a:pt x="646" y="139"/>
                </a:cubicBezTo>
                <a:cubicBezTo>
                  <a:pt x="637" y="128"/>
                  <a:pt x="632" y="123"/>
                  <a:pt x="628" y="123"/>
                </a:cubicBezTo>
                <a:cubicBezTo>
                  <a:pt x="626" y="123"/>
                  <a:pt x="625" y="123"/>
                  <a:pt x="623" y="125"/>
                </a:cubicBezTo>
                <a:cubicBezTo>
                  <a:pt x="620" y="127"/>
                  <a:pt x="618" y="128"/>
                  <a:pt x="617" y="128"/>
                </a:cubicBezTo>
                <a:cubicBezTo>
                  <a:pt x="616" y="128"/>
                  <a:pt x="616" y="126"/>
                  <a:pt x="618" y="122"/>
                </a:cubicBezTo>
                <a:cubicBezTo>
                  <a:pt x="623" y="114"/>
                  <a:pt x="621" y="112"/>
                  <a:pt x="618" y="111"/>
                </a:cubicBezTo>
                <a:cubicBezTo>
                  <a:pt x="617" y="109"/>
                  <a:pt x="615" y="107"/>
                  <a:pt x="621" y="101"/>
                </a:cubicBezTo>
                <a:lnTo>
                  <a:pt x="621" y="101"/>
                </a:lnTo>
                <a:cubicBezTo>
                  <a:pt x="615" y="104"/>
                  <a:pt x="614" y="105"/>
                  <a:pt x="613" y="105"/>
                </a:cubicBezTo>
                <a:cubicBezTo>
                  <a:pt x="612" y="105"/>
                  <a:pt x="612" y="104"/>
                  <a:pt x="612" y="104"/>
                </a:cubicBezTo>
                <a:cubicBezTo>
                  <a:pt x="614" y="100"/>
                  <a:pt x="615" y="98"/>
                  <a:pt x="613" y="98"/>
                </a:cubicBezTo>
                <a:cubicBezTo>
                  <a:pt x="612" y="98"/>
                  <a:pt x="610" y="99"/>
                  <a:pt x="607" y="101"/>
                </a:cubicBezTo>
                <a:cubicBezTo>
                  <a:pt x="602" y="106"/>
                  <a:pt x="599" y="109"/>
                  <a:pt x="599" y="109"/>
                </a:cubicBezTo>
                <a:cubicBezTo>
                  <a:pt x="598" y="109"/>
                  <a:pt x="601" y="105"/>
                  <a:pt x="606" y="98"/>
                </a:cubicBezTo>
                <a:cubicBezTo>
                  <a:pt x="609" y="94"/>
                  <a:pt x="610" y="87"/>
                  <a:pt x="609" y="87"/>
                </a:cubicBezTo>
                <a:lnTo>
                  <a:pt x="609" y="87"/>
                </a:lnTo>
                <a:cubicBezTo>
                  <a:pt x="608" y="87"/>
                  <a:pt x="608" y="88"/>
                  <a:pt x="607" y="89"/>
                </a:cubicBezTo>
                <a:cubicBezTo>
                  <a:pt x="602" y="95"/>
                  <a:pt x="598" y="93"/>
                  <a:pt x="592" y="97"/>
                </a:cubicBezTo>
                <a:cubicBezTo>
                  <a:pt x="589" y="96"/>
                  <a:pt x="587" y="95"/>
                  <a:pt x="592" y="88"/>
                </a:cubicBezTo>
                <a:cubicBezTo>
                  <a:pt x="594" y="84"/>
                  <a:pt x="588" y="81"/>
                  <a:pt x="583" y="81"/>
                </a:cubicBezTo>
                <a:cubicBezTo>
                  <a:pt x="579" y="81"/>
                  <a:pt x="576" y="82"/>
                  <a:pt x="574" y="84"/>
                </a:cubicBezTo>
                <a:cubicBezTo>
                  <a:pt x="571" y="87"/>
                  <a:pt x="570" y="88"/>
                  <a:pt x="569" y="88"/>
                </a:cubicBezTo>
                <a:cubicBezTo>
                  <a:pt x="568" y="88"/>
                  <a:pt x="569" y="86"/>
                  <a:pt x="571" y="83"/>
                </a:cubicBezTo>
                <a:cubicBezTo>
                  <a:pt x="576" y="76"/>
                  <a:pt x="574" y="75"/>
                  <a:pt x="571" y="74"/>
                </a:cubicBezTo>
                <a:cubicBezTo>
                  <a:pt x="570" y="75"/>
                  <a:pt x="569" y="76"/>
                  <a:pt x="569" y="76"/>
                </a:cubicBezTo>
                <a:cubicBezTo>
                  <a:pt x="567" y="76"/>
                  <a:pt x="570" y="70"/>
                  <a:pt x="574" y="65"/>
                </a:cubicBezTo>
                <a:cubicBezTo>
                  <a:pt x="580" y="59"/>
                  <a:pt x="578" y="58"/>
                  <a:pt x="574" y="56"/>
                </a:cubicBezTo>
                <a:cubicBezTo>
                  <a:pt x="572" y="58"/>
                  <a:pt x="569" y="58"/>
                  <a:pt x="567" y="58"/>
                </a:cubicBezTo>
                <a:cubicBezTo>
                  <a:pt x="562" y="58"/>
                  <a:pt x="557" y="54"/>
                  <a:pt x="552" y="51"/>
                </a:cubicBezTo>
                <a:cubicBezTo>
                  <a:pt x="549" y="50"/>
                  <a:pt x="547" y="49"/>
                  <a:pt x="544" y="49"/>
                </a:cubicBezTo>
                <a:cubicBezTo>
                  <a:pt x="537" y="49"/>
                  <a:pt x="531" y="56"/>
                  <a:pt x="523" y="65"/>
                </a:cubicBezTo>
                <a:lnTo>
                  <a:pt x="514" y="78"/>
                </a:lnTo>
                <a:lnTo>
                  <a:pt x="521" y="64"/>
                </a:lnTo>
                <a:cubicBezTo>
                  <a:pt x="524" y="56"/>
                  <a:pt x="526" y="48"/>
                  <a:pt x="529" y="40"/>
                </a:cubicBezTo>
                <a:cubicBezTo>
                  <a:pt x="529" y="40"/>
                  <a:pt x="528" y="40"/>
                  <a:pt x="528" y="40"/>
                </a:cubicBezTo>
                <a:cubicBezTo>
                  <a:pt x="526" y="40"/>
                  <a:pt x="523" y="47"/>
                  <a:pt x="520" y="54"/>
                </a:cubicBezTo>
                <a:cubicBezTo>
                  <a:pt x="518" y="57"/>
                  <a:pt x="517" y="59"/>
                  <a:pt x="516" y="59"/>
                </a:cubicBezTo>
                <a:cubicBezTo>
                  <a:pt x="515" y="59"/>
                  <a:pt x="514" y="56"/>
                  <a:pt x="513" y="50"/>
                </a:cubicBezTo>
                <a:cubicBezTo>
                  <a:pt x="512" y="45"/>
                  <a:pt x="511" y="43"/>
                  <a:pt x="510" y="43"/>
                </a:cubicBezTo>
                <a:cubicBezTo>
                  <a:pt x="509" y="43"/>
                  <a:pt x="507" y="44"/>
                  <a:pt x="505" y="47"/>
                </a:cubicBezTo>
                <a:cubicBezTo>
                  <a:pt x="502" y="46"/>
                  <a:pt x="500" y="45"/>
                  <a:pt x="501" y="37"/>
                </a:cubicBezTo>
                <a:cubicBezTo>
                  <a:pt x="500" y="36"/>
                  <a:pt x="500" y="36"/>
                  <a:pt x="499" y="36"/>
                </a:cubicBezTo>
                <a:cubicBezTo>
                  <a:pt x="498" y="36"/>
                  <a:pt x="497" y="38"/>
                  <a:pt x="495" y="43"/>
                </a:cubicBezTo>
                <a:cubicBezTo>
                  <a:pt x="494" y="47"/>
                  <a:pt x="493" y="48"/>
                  <a:pt x="492" y="48"/>
                </a:cubicBezTo>
                <a:cubicBezTo>
                  <a:pt x="491" y="48"/>
                  <a:pt x="491" y="46"/>
                  <a:pt x="491" y="41"/>
                </a:cubicBezTo>
                <a:cubicBezTo>
                  <a:pt x="493" y="31"/>
                  <a:pt x="490" y="26"/>
                  <a:pt x="487" y="26"/>
                </a:cubicBezTo>
                <a:cubicBezTo>
                  <a:pt x="486" y="26"/>
                  <a:pt x="485" y="27"/>
                  <a:pt x="484" y="30"/>
                </a:cubicBezTo>
                <a:cubicBezTo>
                  <a:pt x="482" y="36"/>
                  <a:pt x="480" y="37"/>
                  <a:pt x="479" y="37"/>
                </a:cubicBezTo>
                <a:cubicBezTo>
                  <a:pt x="478" y="37"/>
                  <a:pt x="478" y="37"/>
                  <a:pt x="477" y="37"/>
                </a:cubicBezTo>
                <a:cubicBezTo>
                  <a:pt x="476" y="36"/>
                  <a:pt x="475" y="36"/>
                  <a:pt x="475" y="36"/>
                </a:cubicBezTo>
                <a:cubicBezTo>
                  <a:pt x="473" y="36"/>
                  <a:pt x="471" y="37"/>
                  <a:pt x="468" y="42"/>
                </a:cubicBezTo>
                <a:lnTo>
                  <a:pt x="464" y="41"/>
                </a:lnTo>
                <a:cubicBezTo>
                  <a:pt x="460" y="40"/>
                  <a:pt x="465" y="33"/>
                  <a:pt x="467" y="33"/>
                </a:cubicBezTo>
                <a:lnTo>
                  <a:pt x="467" y="26"/>
                </a:lnTo>
                <a:cubicBezTo>
                  <a:pt x="465" y="25"/>
                  <a:pt x="464" y="25"/>
                  <a:pt x="463" y="25"/>
                </a:cubicBezTo>
                <a:cubicBezTo>
                  <a:pt x="461" y="25"/>
                  <a:pt x="459" y="26"/>
                  <a:pt x="456" y="31"/>
                </a:cubicBezTo>
                <a:cubicBezTo>
                  <a:pt x="453" y="38"/>
                  <a:pt x="452" y="42"/>
                  <a:pt x="451" y="42"/>
                </a:cubicBezTo>
                <a:cubicBezTo>
                  <a:pt x="451" y="42"/>
                  <a:pt x="452" y="38"/>
                  <a:pt x="454" y="30"/>
                </a:cubicBezTo>
                <a:cubicBezTo>
                  <a:pt x="454" y="24"/>
                  <a:pt x="454" y="18"/>
                  <a:pt x="452" y="18"/>
                </a:cubicBezTo>
                <a:cubicBezTo>
                  <a:pt x="452" y="18"/>
                  <a:pt x="451" y="19"/>
                  <a:pt x="450" y="21"/>
                </a:cubicBezTo>
                <a:cubicBezTo>
                  <a:pt x="448" y="27"/>
                  <a:pt x="446" y="30"/>
                  <a:pt x="445" y="30"/>
                </a:cubicBezTo>
                <a:cubicBezTo>
                  <a:pt x="444" y="30"/>
                  <a:pt x="444" y="25"/>
                  <a:pt x="445" y="20"/>
                </a:cubicBezTo>
                <a:cubicBezTo>
                  <a:pt x="447" y="12"/>
                  <a:pt x="449" y="8"/>
                  <a:pt x="448" y="8"/>
                </a:cubicBezTo>
                <a:lnTo>
                  <a:pt x="448" y="8"/>
                </a:lnTo>
                <a:cubicBezTo>
                  <a:pt x="447" y="8"/>
                  <a:pt x="444" y="11"/>
                  <a:pt x="438" y="18"/>
                </a:cubicBezTo>
                <a:cubicBezTo>
                  <a:pt x="433" y="18"/>
                  <a:pt x="424" y="23"/>
                  <a:pt x="416" y="23"/>
                </a:cubicBezTo>
                <a:cubicBezTo>
                  <a:pt x="415" y="23"/>
                  <a:pt x="415" y="23"/>
                  <a:pt x="414" y="23"/>
                </a:cubicBezTo>
                <a:cubicBezTo>
                  <a:pt x="404" y="22"/>
                  <a:pt x="400" y="21"/>
                  <a:pt x="397" y="13"/>
                </a:cubicBezTo>
                <a:cubicBezTo>
                  <a:pt x="398" y="4"/>
                  <a:pt x="397" y="0"/>
                  <a:pt x="397" y="0"/>
                </a:cubicBezTo>
                <a:close/>
                <a:moveTo>
                  <a:pt x="615" y="790"/>
                </a:moveTo>
                <a:cubicBezTo>
                  <a:pt x="615" y="790"/>
                  <a:pt x="615" y="790"/>
                  <a:pt x="614" y="791"/>
                </a:cubicBezTo>
                <a:cubicBezTo>
                  <a:pt x="614" y="796"/>
                  <a:pt x="615" y="802"/>
                  <a:pt x="617" y="807"/>
                </a:cubicBezTo>
                <a:cubicBezTo>
                  <a:pt x="619" y="810"/>
                  <a:pt x="620" y="811"/>
                  <a:pt x="621" y="811"/>
                </a:cubicBezTo>
                <a:cubicBezTo>
                  <a:pt x="623" y="811"/>
                  <a:pt x="624" y="807"/>
                  <a:pt x="621" y="796"/>
                </a:cubicBezTo>
                <a:cubicBezTo>
                  <a:pt x="617" y="791"/>
                  <a:pt x="617" y="790"/>
                  <a:pt x="615" y="79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23" name="Google Shape;12123;p47"/>
          <p:cNvSpPr/>
          <p:nvPr/>
        </p:nvSpPr>
        <p:spPr>
          <a:xfrm rot="-2292062">
            <a:off x="8875846" y="156088"/>
            <a:ext cx="72446" cy="76496"/>
          </a:xfrm>
          <a:custGeom>
            <a:avLst/>
            <a:gdLst/>
            <a:ahLst/>
            <a:cxnLst/>
            <a:rect l="l" t="t" r="r" b="b"/>
            <a:pathLst>
              <a:path w="769" h="812" extrusionOk="0">
                <a:moveTo>
                  <a:pt x="373" y="29"/>
                </a:moveTo>
                <a:cubicBezTo>
                  <a:pt x="371" y="29"/>
                  <a:pt x="371" y="33"/>
                  <a:pt x="372" y="33"/>
                </a:cubicBezTo>
                <a:cubicBezTo>
                  <a:pt x="372" y="33"/>
                  <a:pt x="372" y="32"/>
                  <a:pt x="373" y="29"/>
                </a:cubicBezTo>
                <a:close/>
                <a:moveTo>
                  <a:pt x="367" y="37"/>
                </a:moveTo>
                <a:lnTo>
                  <a:pt x="371" y="46"/>
                </a:lnTo>
                <a:lnTo>
                  <a:pt x="368" y="46"/>
                </a:lnTo>
                <a:cubicBezTo>
                  <a:pt x="366" y="46"/>
                  <a:pt x="366" y="46"/>
                  <a:pt x="365" y="38"/>
                </a:cubicBezTo>
                <a:lnTo>
                  <a:pt x="367" y="37"/>
                </a:lnTo>
                <a:close/>
                <a:moveTo>
                  <a:pt x="391" y="38"/>
                </a:moveTo>
                <a:lnTo>
                  <a:pt x="393" y="46"/>
                </a:lnTo>
                <a:lnTo>
                  <a:pt x="391" y="46"/>
                </a:lnTo>
                <a:cubicBezTo>
                  <a:pt x="388" y="46"/>
                  <a:pt x="388" y="46"/>
                  <a:pt x="388" y="38"/>
                </a:cubicBezTo>
                <a:close/>
                <a:moveTo>
                  <a:pt x="406" y="38"/>
                </a:moveTo>
                <a:cubicBezTo>
                  <a:pt x="412" y="39"/>
                  <a:pt x="412" y="39"/>
                  <a:pt x="409" y="47"/>
                </a:cubicBezTo>
                <a:cubicBezTo>
                  <a:pt x="407" y="50"/>
                  <a:pt x="406" y="52"/>
                  <a:pt x="405" y="52"/>
                </a:cubicBezTo>
                <a:cubicBezTo>
                  <a:pt x="404" y="52"/>
                  <a:pt x="404" y="50"/>
                  <a:pt x="404" y="46"/>
                </a:cubicBezTo>
                <a:cubicBezTo>
                  <a:pt x="404" y="38"/>
                  <a:pt x="404" y="38"/>
                  <a:pt x="406" y="38"/>
                </a:cubicBezTo>
                <a:close/>
                <a:moveTo>
                  <a:pt x="346" y="48"/>
                </a:moveTo>
                <a:cubicBezTo>
                  <a:pt x="347" y="52"/>
                  <a:pt x="349" y="58"/>
                  <a:pt x="350" y="64"/>
                </a:cubicBezTo>
                <a:lnTo>
                  <a:pt x="348" y="64"/>
                </a:lnTo>
                <a:cubicBezTo>
                  <a:pt x="346" y="64"/>
                  <a:pt x="345" y="56"/>
                  <a:pt x="345" y="56"/>
                </a:cubicBezTo>
                <a:cubicBezTo>
                  <a:pt x="345" y="56"/>
                  <a:pt x="342" y="48"/>
                  <a:pt x="346" y="48"/>
                </a:cubicBezTo>
                <a:close/>
                <a:moveTo>
                  <a:pt x="257" y="69"/>
                </a:moveTo>
                <a:cubicBezTo>
                  <a:pt x="258" y="69"/>
                  <a:pt x="258" y="70"/>
                  <a:pt x="259" y="72"/>
                </a:cubicBezTo>
                <a:lnTo>
                  <a:pt x="263" y="79"/>
                </a:lnTo>
                <a:cubicBezTo>
                  <a:pt x="264" y="85"/>
                  <a:pt x="264" y="91"/>
                  <a:pt x="264" y="91"/>
                </a:cubicBezTo>
                <a:cubicBezTo>
                  <a:pt x="263" y="91"/>
                  <a:pt x="263" y="91"/>
                  <a:pt x="262" y="88"/>
                </a:cubicBezTo>
                <a:cubicBezTo>
                  <a:pt x="259" y="84"/>
                  <a:pt x="258" y="78"/>
                  <a:pt x="257" y="73"/>
                </a:cubicBezTo>
                <a:cubicBezTo>
                  <a:pt x="257" y="73"/>
                  <a:pt x="257" y="69"/>
                  <a:pt x="257" y="69"/>
                </a:cubicBezTo>
                <a:close/>
                <a:moveTo>
                  <a:pt x="444" y="86"/>
                </a:moveTo>
                <a:cubicBezTo>
                  <a:pt x="444" y="86"/>
                  <a:pt x="444" y="86"/>
                  <a:pt x="445" y="86"/>
                </a:cubicBezTo>
                <a:lnTo>
                  <a:pt x="445" y="94"/>
                </a:lnTo>
                <a:cubicBezTo>
                  <a:pt x="442" y="102"/>
                  <a:pt x="440" y="102"/>
                  <a:pt x="440" y="102"/>
                </a:cubicBezTo>
                <a:cubicBezTo>
                  <a:pt x="439" y="101"/>
                  <a:pt x="439" y="101"/>
                  <a:pt x="440" y="93"/>
                </a:cubicBezTo>
                <a:cubicBezTo>
                  <a:pt x="440" y="93"/>
                  <a:pt x="442" y="86"/>
                  <a:pt x="444" y="86"/>
                </a:cubicBezTo>
                <a:close/>
                <a:moveTo>
                  <a:pt x="419" y="89"/>
                </a:moveTo>
                <a:cubicBezTo>
                  <a:pt x="419" y="89"/>
                  <a:pt x="419" y="89"/>
                  <a:pt x="419" y="89"/>
                </a:cubicBezTo>
                <a:lnTo>
                  <a:pt x="420" y="97"/>
                </a:lnTo>
                <a:lnTo>
                  <a:pt x="418" y="105"/>
                </a:lnTo>
                <a:lnTo>
                  <a:pt x="415" y="105"/>
                </a:lnTo>
                <a:cubicBezTo>
                  <a:pt x="416" y="97"/>
                  <a:pt x="417" y="89"/>
                  <a:pt x="419" y="89"/>
                </a:cubicBezTo>
                <a:close/>
                <a:moveTo>
                  <a:pt x="626" y="139"/>
                </a:moveTo>
                <a:cubicBezTo>
                  <a:pt x="626" y="139"/>
                  <a:pt x="626" y="139"/>
                  <a:pt x="626" y="139"/>
                </a:cubicBezTo>
                <a:lnTo>
                  <a:pt x="627" y="141"/>
                </a:lnTo>
                <a:cubicBezTo>
                  <a:pt x="624" y="144"/>
                  <a:pt x="620" y="148"/>
                  <a:pt x="614" y="151"/>
                </a:cubicBezTo>
                <a:lnTo>
                  <a:pt x="613" y="149"/>
                </a:lnTo>
                <a:cubicBezTo>
                  <a:pt x="618" y="144"/>
                  <a:pt x="623" y="139"/>
                  <a:pt x="626" y="139"/>
                </a:cubicBezTo>
                <a:close/>
                <a:moveTo>
                  <a:pt x="206" y="131"/>
                </a:moveTo>
                <a:cubicBezTo>
                  <a:pt x="209" y="131"/>
                  <a:pt x="217" y="144"/>
                  <a:pt x="219" y="151"/>
                </a:cubicBezTo>
                <a:cubicBezTo>
                  <a:pt x="218" y="152"/>
                  <a:pt x="218" y="152"/>
                  <a:pt x="217" y="152"/>
                </a:cubicBezTo>
                <a:cubicBezTo>
                  <a:pt x="216" y="152"/>
                  <a:pt x="215" y="151"/>
                  <a:pt x="212" y="147"/>
                </a:cubicBezTo>
                <a:cubicBezTo>
                  <a:pt x="207" y="140"/>
                  <a:pt x="203" y="133"/>
                  <a:pt x="206" y="131"/>
                </a:cubicBezTo>
                <a:cubicBezTo>
                  <a:pt x="206" y="131"/>
                  <a:pt x="206" y="131"/>
                  <a:pt x="206" y="131"/>
                </a:cubicBezTo>
                <a:close/>
                <a:moveTo>
                  <a:pt x="686" y="212"/>
                </a:moveTo>
                <a:cubicBezTo>
                  <a:pt x="689" y="212"/>
                  <a:pt x="691" y="215"/>
                  <a:pt x="691" y="216"/>
                </a:cubicBezTo>
                <a:cubicBezTo>
                  <a:pt x="687" y="220"/>
                  <a:pt x="682" y="223"/>
                  <a:pt x="679" y="223"/>
                </a:cubicBezTo>
                <a:cubicBezTo>
                  <a:pt x="678" y="223"/>
                  <a:pt x="677" y="222"/>
                  <a:pt x="677" y="222"/>
                </a:cubicBezTo>
                <a:cubicBezTo>
                  <a:pt x="675" y="217"/>
                  <a:pt x="675" y="217"/>
                  <a:pt x="681" y="213"/>
                </a:cubicBezTo>
                <a:cubicBezTo>
                  <a:pt x="683" y="212"/>
                  <a:pt x="684" y="212"/>
                  <a:pt x="686" y="212"/>
                </a:cubicBezTo>
                <a:close/>
                <a:moveTo>
                  <a:pt x="713" y="371"/>
                </a:moveTo>
                <a:cubicBezTo>
                  <a:pt x="722" y="371"/>
                  <a:pt x="729" y="371"/>
                  <a:pt x="729" y="373"/>
                </a:cubicBezTo>
                <a:lnTo>
                  <a:pt x="722" y="376"/>
                </a:lnTo>
                <a:lnTo>
                  <a:pt x="713" y="373"/>
                </a:lnTo>
                <a:lnTo>
                  <a:pt x="713" y="371"/>
                </a:lnTo>
                <a:close/>
                <a:moveTo>
                  <a:pt x="662" y="393"/>
                </a:moveTo>
                <a:cubicBezTo>
                  <a:pt x="670" y="395"/>
                  <a:pt x="678" y="396"/>
                  <a:pt x="678" y="398"/>
                </a:cubicBezTo>
                <a:lnTo>
                  <a:pt x="678" y="399"/>
                </a:lnTo>
                <a:cubicBezTo>
                  <a:pt x="672" y="398"/>
                  <a:pt x="667" y="397"/>
                  <a:pt x="662" y="396"/>
                </a:cubicBezTo>
                <a:lnTo>
                  <a:pt x="662" y="393"/>
                </a:lnTo>
                <a:close/>
                <a:moveTo>
                  <a:pt x="94" y="398"/>
                </a:moveTo>
                <a:cubicBezTo>
                  <a:pt x="97" y="398"/>
                  <a:pt x="99" y="398"/>
                  <a:pt x="99" y="399"/>
                </a:cubicBezTo>
                <a:cubicBezTo>
                  <a:pt x="108" y="401"/>
                  <a:pt x="107" y="402"/>
                  <a:pt x="101" y="402"/>
                </a:cubicBezTo>
                <a:cubicBezTo>
                  <a:pt x="96" y="402"/>
                  <a:pt x="89" y="402"/>
                  <a:pt x="82" y="400"/>
                </a:cubicBezTo>
                <a:cubicBezTo>
                  <a:pt x="67" y="398"/>
                  <a:pt x="67" y="398"/>
                  <a:pt x="82" y="398"/>
                </a:cubicBezTo>
                <a:cubicBezTo>
                  <a:pt x="86" y="398"/>
                  <a:pt x="90" y="398"/>
                  <a:pt x="94" y="398"/>
                </a:cubicBezTo>
                <a:close/>
                <a:moveTo>
                  <a:pt x="711" y="439"/>
                </a:moveTo>
                <a:cubicBezTo>
                  <a:pt x="712" y="439"/>
                  <a:pt x="714" y="439"/>
                  <a:pt x="718" y="441"/>
                </a:cubicBezTo>
                <a:cubicBezTo>
                  <a:pt x="724" y="442"/>
                  <a:pt x="728" y="444"/>
                  <a:pt x="733" y="446"/>
                </a:cubicBezTo>
                <a:cubicBezTo>
                  <a:pt x="733" y="447"/>
                  <a:pt x="733" y="447"/>
                  <a:pt x="732" y="447"/>
                </a:cubicBezTo>
                <a:cubicBezTo>
                  <a:pt x="729" y="447"/>
                  <a:pt x="716" y="442"/>
                  <a:pt x="710" y="441"/>
                </a:cubicBezTo>
                <a:lnTo>
                  <a:pt x="709" y="441"/>
                </a:lnTo>
                <a:cubicBezTo>
                  <a:pt x="710" y="439"/>
                  <a:pt x="710" y="439"/>
                  <a:pt x="711" y="439"/>
                </a:cubicBezTo>
                <a:close/>
                <a:moveTo>
                  <a:pt x="140" y="481"/>
                </a:moveTo>
                <a:cubicBezTo>
                  <a:pt x="142" y="481"/>
                  <a:pt x="143" y="482"/>
                  <a:pt x="143" y="483"/>
                </a:cubicBezTo>
                <a:cubicBezTo>
                  <a:pt x="144" y="485"/>
                  <a:pt x="144" y="485"/>
                  <a:pt x="136" y="489"/>
                </a:cubicBezTo>
                <a:cubicBezTo>
                  <a:pt x="136" y="489"/>
                  <a:pt x="134" y="489"/>
                  <a:pt x="132" y="489"/>
                </a:cubicBezTo>
                <a:cubicBezTo>
                  <a:pt x="130" y="489"/>
                  <a:pt x="128" y="489"/>
                  <a:pt x="127" y="488"/>
                </a:cubicBezTo>
                <a:lnTo>
                  <a:pt x="134" y="482"/>
                </a:lnTo>
                <a:cubicBezTo>
                  <a:pt x="137" y="481"/>
                  <a:pt x="139" y="481"/>
                  <a:pt x="140" y="481"/>
                </a:cubicBezTo>
                <a:close/>
                <a:moveTo>
                  <a:pt x="190" y="490"/>
                </a:moveTo>
                <a:lnTo>
                  <a:pt x="184" y="494"/>
                </a:lnTo>
                <a:lnTo>
                  <a:pt x="185" y="497"/>
                </a:lnTo>
                <a:cubicBezTo>
                  <a:pt x="192" y="492"/>
                  <a:pt x="192" y="492"/>
                  <a:pt x="191" y="491"/>
                </a:cubicBezTo>
                <a:lnTo>
                  <a:pt x="190" y="490"/>
                </a:lnTo>
                <a:close/>
                <a:moveTo>
                  <a:pt x="697" y="492"/>
                </a:moveTo>
                <a:cubicBezTo>
                  <a:pt x="705" y="496"/>
                  <a:pt x="712" y="499"/>
                  <a:pt x="710" y="501"/>
                </a:cubicBezTo>
                <a:lnTo>
                  <a:pt x="703" y="500"/>
                </a:lnTo>
                <a:lnTo>
                  <a:pt x="696" y="494"/>
                </a:lnTo>
                <a:lnTo>
                  <a:pt x="697" y="492"/>
                </a:lnTo>
                <a:close/>
                <a:moveTo>
                  <a:pt x="150" y="502"/>
                </a:moveTo>
                <a:cubicBezTo>
                  <a:pt x="152" y="502"/>
                  <a:pt x="152" y="503"/>
                  <a:pt x="153" y="505"/>
                </a:cubicBezTo>
                <a:cubicBezTo>
                  <a:pt x="154" y="507"/>
                  <a:pt x="155" y="509"/>
                  <a:pt x="147" y="512"/>
                </a:cubicBezTo>
                <a:lnTo>
                  <a:pt x="146" y="510"/>
                </a:lnTo>
                <a:cubicBezTo>
                  <a:pt x="149" y="509"/>
                  <a:pt x="149" y="509"/>
                  <a:pt x="149" y="509"/>
                </a:cubicBezTo>
                <a:lnTo>
                  <a:pt x="149" y="509"/>
                </a:lnTo>
                <a:cubicBezTo>
                  <a:pt x="149" y="509"/>
                  <a:pt x="143" y="511"/>
                  <a:pt x="139" y="515"/>
                </a:cubicBezTo>
                <a:lnTo>
                  <a:pt x="125" y="521"/>
                </a:lnTo>
                <a:cubicBezTo>
                  <a:pt x="124" y="519"/>
                  <a:pt x="130" y="514"/>
                  <a:pt x="137" y="510"/>
                </a:cubicBezTo>
                <a:cubicBezTo>
                  <a:pt x="146" y="505"/>
                  <a:pt x="149" y="502"/>
                  <a:pt x="150" y="502"/>
                </a:cubicBezTo>
                <a:close/>
                <a:moveTo>
                  <a:pt x="28" y="521"/>
                </a:moveTo>
                <a:cubicBezTo>
                  <a:pt x="23" y="521"/>
                  <a:pt x="17" y="522"/>
                  <a:pt x="12" y="524"/>
                </a:cubicBezTo>
                <a:lnTo>
                  <a:pt x="13" y="527"/>
                </a:lnTo>
                <a:cubicBezTo>
                  <a:pt x="13" y="528"/>
                  <a:pt x="14" y="528"/>
                  <a:pt x="15" y="528"/>
                </a:cubicBezTo>
                <a:cubicBezTo>
                  <a:pt x="18" y="528"/>
                  <a:pt x="24" y="526"/>
                  <a:pt x="29" y="524"/>
                </a:cubicBezTo>
                <a:lnTo>
                  <a:pt x="28" y="521"/>
                </a:lnTo>
                <a:close/>
                <a:moveTo>
                  <a:pt x="489" y="554"/>
                </a:moveTo>
                <a:cubicBezTo>
                  <a:pt x="486" y="556"/>
                  <a:pt x="486" y="556"/>
                  <a:pt x="492" y="562"/>
                </a:cubicBezTo>
                <a:lnTo>
                  <a:pt x="495" y="561"/>
                </a:lnTo>
                <a:cubicBezTo>
                  <a:pt x="491" y="554"/>
                  <a:pt x="491" y="554"/>
                  <a:pt x="489" y="554"/>
                </a:cubicBezTo>
                <a:close/>
                <a:moveTo>
                  <a:pt x="606" y="600"/>
                </a:moveTo>
                <a:lnTo>
                  <a:pt x="606" y="600"/>
                </a:lnTo>
                <a:cubicBezTo>
                  <a:pt x="607" y="600"/>
                  <a:pt x="609" y="602"/>
                  <a:pt x="607" y="603"/>
                </a:cubicBezTo>
                <a:cubicBezTo>
                  <a:pt x="605" y="601"/>
                  <a:pt x="605" y="600"/>
                  <a:pt x="606" y="600"/>
                </a:cubicBezTo>
                <a:close/>
                <a:moveTo>
                  <a:pt x="590" y="597"/>
                </a:moveTo>
                <a:cubicBezTo>
                  <a:pt x="596" y="603"/>
                  <a:pt x="600" y="609"/>
                  <a:pt x="598" y="610"/>
                </a:cubicBezTo>
                <a:lnTo>
                  <a:pt x="592" y="605"/>
                </a:lnTo>
                <a:lnTo>
                  <a:pt x="588" y="598"/>
                </a:lnTo>
                <a:lnTo>
                  <a:pt x="590" y="597"/>
                </a:lnTo>
                <a:close/>
                <a:moveTo>
                  <a:pt x="520" y="611"/>
                </a:moveTo>
                <a:lnTo>
                  <a:pt x="520" y="611"/>
                </a:lnTo>
                <a:cubicBezTo>
                  <a:pt x="521" y="614"/>
                  <a:pt x="521" y="615"/>
                  <a:pt x="521" y="615"/>
                </a:cubicBezTo>
                <a:cubicBezTo>
                  <a:pt x="520" y="615"/>
                  <a:pt x="518" y="612"/>
                  <a:pt x="520" y="611"/>
                </a:cubicBezTo>
                <a:close/>
                <a:moveTo>
                  <a:pt x="572" y="603"/>
                </a:moveTo>
                <a:cubicBezTo>
                  <a:pt x="573" y="603"/>
                  <a:pt x="577" y="606"/>
                  <a:pt x="583" y="612"/>
                </a:cubicBezTo>
                <a:cubicBezTo>
                  <a:pt x="587" y="619"/>
                  <a:pt x="587" y="619"/>
                  <a:pt x="585" y="620"/>
                </a:cubicBezTo>
                <a:cubicBezTo>
                  <a:pt x="581" y="617"/>
                  <a:pt x="577" y="612"/>
                  <a:pt x="574" y="608"/>
                </a:cubicBezTo>
                <a:cubicBezTo>
                  <a:pt x="571" y="605"/>
                  <a:pt x="571" y="603"/>
                  <a:pt x="572" y="603"/>
                </a:cubicBezTo>
                <a:close/>
                <a:moveTo>
                  <a:pt x="417" y="622"/>
                </a:moveTo>
                <a:lnTo>
                  <a:pt x="417" y="622"/>
                </a:lnTo>
                <a:cubicBezTo>
                  <a:pt x="417" y="628"/>
                  <a:pt x="418" y="633"/>
                  <a:pt x="418" y="633"/>
                </a:cubicBezTo>
                <a:cubicBezTo>
                  <a:pt x="418" y="633"/>
                  <a:pt x="418" y="632"/>
                  <a:pt x="418" y="630"/>
                </a:cubicBezTo>
                <a:lnTo>
                  <a:pt x="417" y="622"/>
                </a:lnTo>
                <a:close/>
                <a:moveTo>
                  <a:pt x="213" y="622"/>
                </a:moveTo>
                <a:cubicBezTo>
                  <a:pt x="214" y="622"/>
                  <a:pt x="214" y="622"/>
                  <a:pt x="215" y="622"/>
                </a:cubicBezTo>
                <a:cubicBezTo>
                  <a:pt x="217" y="623"/>
                  <a:pt x="211" y="630"/>
                  <a:pt x="202" y="634"/>
                </a:cubicBezTo>
                <a:lnTo>
                  <a:pt x="199" y="630"/>
                </a:lnTo>
                <a:cubicBezTo>
                  <a:pt x="204" y="625"/>
                  <a:pt x="210" y="622"/>
                  <a:pt x="213" y="622"/>
                </a:cubicBezTo>
                <a:close/>
                <a:moveTo>
                  <a:pt x="482" y="618"/>
                </a:moveTo>
                <a:lnTo>
                  <a:pt x="480" y="619"/>
                </a:lnTo>
                <a:cubicBezTo>
                  <a:pt x="483" y="623"/>
                  <a:pt x="485" y="629"/>
                  <a:pt x="487" y="634"/>
                </a:cubicBezTo>
                <a:cubicBezTo>
                  <a:pt x="489" y="632"/>
                  <a:pt x="487" y="625"/>
                  <a:pt x="487" y="625"/>
                </a:cubicBezTo>
                <a:cubicBezTo>
                  <a:pt x="487" y="625"/>
                  <a:pt x="484" y="618"/>
                  <a:pt x="482" y="618"/>
                </a:cubicBezTo>
                <a:close/>
                <a:moveTo>
                  <a:pt x="552" y="641"/>
                </a:moveTo>
                <a:cubicBezTo>
                  <a:pt x="554" y="641"/>
                  <a:pt x="558" y="647"/>
                  <a:pt x="558" y="647"/>
                </a:cubicBezTo>
                <a:cubicBezTo>
                  <a:pt x="560" y="650"/>
                  <a:pt x="560" y="650"/>
                  <a:pt x="559" y="650"/>
                </a:cubicBezTo>
                <a:cubicBezTo>
                  <a:pt x="558" y="650"/>
                  <a:pt x="556" y="649"/>
                  <a:pt x="554" y="649"/>
                </a:cubicBezTo>
                <a:cubicBezTo>
                  <a:pt x="554" y="649"/>
                  <a:pt x="554" y="649"/>
                  <a:pt x="553" y="649"/>
                </a:cubicBezTo>
                <a:cubicBezTo>
                  <a:pt x="548" y="644"/>
                  <a:pt x="548" y="644"/>
                  <a:pt x="551" y="641"/>
                </a:cubicBezTo>
                <a:cubicBezTo>
                  <a:pt x="551" y="641"/>
                  <a:pt x="551" y="641"/>
                  <a:pt x="552" y="641"/>
                </a:cubicBezTo>
                <a:close/>
                <a:moveTo>
                  <a:pt x="324" y="640"/>
                </a:moveTo>
                <a:cubicBezTo>
                  <a:pt x="325" y="640"/>
                  <a:pt x="325" y="640"/>
                  <a:pt x="326" y="640"/>
                </a:cubicBezTo>
                <a:lnTo>
                  <a:pt x="322" y="648"/>
                </a:lnTo>
                <a:lnTo>
                  <a:pt x="318" y="655"/>
                </a:lnTo>
                <a:lnTo>
                  <a:pt x="318" y="655"/>
                </a:lnTo>
                <a:lnTo>
                  <a:pt x="319" y="647"/>
                </a:lnTo>
                <a:cubicBezTo>
                  <a:pt x="321" y="641"/>
                  <a:pt x="322" y="640"/>
                  <a:pt x="324" y="640"/>
                </a:cubicBezTo>
                <a:close/>
                <a:moveTo>
                  <a:pt x="468" y="647"/>
                </a:moveTo>
                <a:cubicBezTo>
                  <a:pt x="470" y="647"/>
                  <a:pt x="470" y="647"/>
                  <a:pt x="473" y="655"/>
                </a:cubicBezTo>
                <a:lnTo>
                  <a:pt x="470" y="655"/>
                </a:lnTo>
                <a:lnTo>
                  <a:pt x="466" y="648"/>
                </a:lnTo>
                <a:lnTo>
                  <a:pt x="468" y="647"/>
                </a:lnTo>
                <a:close/>
                <a:moveTo>
                  <a:pt x="214" y="639"/>
                </a:moveTo>
                <a:cubicBezTo>
                  <a:pt x="212" y="639"/>
                  <a:pt x="208" y="642"/>
                  <a:pt x="206" y="646"/>
                </a:cubicBezTo>
                <a:cubicBezTo>
                  <a:pt x="201" y="653"/>
                  <a:pt x="202" y="654"/>
                  <a:pt x="207" y="657"/>
                </a:cubicBezTo>
                <a:cubicBezTo>
                  <a:pt x="207" y="657"/>
                  <a:pt x="208" y="658"/>
                  <a:pt x="208" y="658"/>
                </a:cubicBezTo>
                <a:cubicBezTo>
                  <a:pt x="211" y="658"/>
                  <a:pt x="216" y="654"/>
                  <a:pt x="216" y="654"/>
                </a:cubicBezTo>
                <a:cubicBezTo>
                  <a:pt x="220" y="647"/>
                  <a:pt x="218" y="646"/>
                  <a:pt x="217" y="644"/>
                </a:cubicBezTo>
                <a:cubicBezTo>
                  <a:pt x="217" y="640"/>
                  <a:pt x="216" y="639"/>
                  <a:pt x="214" y="639"/>
                </a:cubicBezTo>
                <a:close/>
                <a:moveTo>
                  <a:pt x="450" y="648"/>
                </a:moveTo>
                <a:cubicBezTo>
                  <a:pt x="452" y="648"/>
                  <a:pt x="454" y="655"/>
                  <a:pt x="455" y="667"/>
                </a:cubicBezTo>
                <a:lnTo>
                  <a:pt x="450" y="667"/>
                </a:lnTo>
                <a:cubicBezTo>
                  <a:pt x="449" y="659"/>
                  <a:pt x="448" y="651"/>
                  <a:pt x="449" y="651"/>
                </a:cubicBezTo>
                <a:cubicBezTo>
                  <a:pt x="449" y="649"/>
                  <a:pt x="450" y="648"/>
                  <a:pt x="450" y="648"/>
                </a:cubicBezTo>
                <a:close/>
                <a:moveTo>
                  <a:pt x="381" y="640"/>
                </a:moveTo>
                <a:lnTo>
                  <a:pt x="381" y="640"/>
                </a:lnTo>
                <a:cubicBezTo>
                  <a:pt x="381" y="640"/>
                  <a:pt x="380" y="643"/>
                  <a:pt x="378" y="653"/>
                </a:cubicBezTo>
                <a:cubicBezTo>
                  <a:pt x="375" y="660"/>
                  <a:pt x="373" y="668"/>
                  <a:pt x="373" y="668"/>
                </a:cubicBezTo>
                <a:cubicBezTo>
                  <a:pt x="371" y="668"/>
                  <a:pt x="374" y="660"/>
                  <a:pt x="377" y="645"/>
                </a:cubicBezTo>
                <a:cubicBezTo>
                  <a:pt x="379" y="642"/>
                  <a:pt x="380" y="640"/>
                  <a:pt x="381" y="640"/>
                </a:cubicBezTo>
                <a:close/>
                <a:moveTo>
                  <a:pt x="514" y="659"/>
                </a:moveTo>
                <a:cubicBezTo>
                  <a:pt x="515" y="659"/>
                  <a:pt x="517" y="660"/>
                  <a:pt x="519" y="665"/>
                </a:cubicBezTo>
                <a:cubicBezTo>
                  <a:pt x="519" y="665"/>
                  <a:pt x="522" y="673"/>
                  <a:pt x="520" y="674"/>
                </a:cubicBezTo>
                <a:cubicBezTo>
                  <a:pt x="517" y="674"/>
                  <a:pt x="513" y="667"/>
                  <a:pt x="513" y="667"/>
                </a:cubicBezTo>
                <a:lnTo>
                  <a:pt x="512" y="667"/>
                </a:lnTo>
                <a:cubicBezTo>
                  <a:pt x="510" y="660"/>
                  <a:pt x="512" y="659"/>
                  <a:pt x="512" y="659"/>
                </a:cubicBezTo>
                <a:cubicBezTo>
                  <a:pt x="513" y="659"/>
                  <a:pt x="513" y="659"/>
                  <a:pt x="514" y="659"/>
                </a:cubicBezTo>
                <a:close/>
                <a:moveTo>
                  <a:pt x="331" y="656"/>
                </a:moveTo>
                <a:cubicBezTo>
                  <a:pt x="331" y="656"/>
                  <a:pt x="330" y="660"/>
                  <a:pt x="328" y="667"/>
                </a:cubicBezTo>
                <a:cubicBezTo>
                  <a:pt x="327" y="675"/>
                  <a:pt x="322" y="683"/>
                  <a:pt x="317" y="689"/>
                </a:cubicBezTo>
                <a:lnTo>
                  <a:pt x="312" y="687"/>
                </a:lnTo>
                <a:lnTo>
                  <a:pt x="321" y="673"/>
                </a:lnTo>
                <a:cubicBezTo>
                  <a:pt x="327" y="661"/>
                  <a:pt x="330" y="656"/>
                  <a:pt x="331" y="656"/>
                </a:cubicBezTo>
                <a:close/>
                <a:moveTo>
                  <a:pt x="394" y="678"/>
                </a:moveTo>
                <a:cubicBezTo>
                  <a:pt x="394" y="686"/>
                  <a:pt x="393" y="695"/>
                  <a:pt x="391" y="695"/>
                </a:cubicBezTo>
                <a:lnTo>
                  <a:pt x="388" y="695"/>
                </a:lnTo>
                <a:cubicBezTo>
                  <a:pt x="388" y="690"/>
                  <a:pt x="390" y="684"/>
                  <a:pt x="392" y="678"/>
                </a:cubicBezTo>
                <a:close/>
                <a:moveTo>
                  <a:pt x="442" y="701"/>
                </a:moveTo>
                <a:lnTo>
                  <a:pt x="443" y="709"/>
                </a:lnTo>
                <a:cubicBezTo>
                  <a:pt x="441" y="709"/>
                  <a:pt x="440" y="713"/>
                  <a:pt x="439" y="713"/>
                </a:cubicBezTo>
                <a:cubicBezTo>
                  <a:pt x="439" y="713"/>
                  <a:pt x="438" y="712"/>
                  <a:pt x="438" y="710"/>
                </a:cubicBezTo>
                <a:cubicBezTo>
                  <a:pt x="436" y="710"/>
                  <a:pt x="439" y="701"/>
                  <a:pt x="442" y="701"/>
                </a:cubicBezTo>
                <a:close/>
                <a:moveTo>
                  <a:pt x="397" y="0"/>
                </a:moveTo>
                <a:cubicBezTo>
                  <a:pt x="397" y="0"/>
                  <a:pt x="397" y="2"/>
                  <a:pt x="397" y="5"/>
                </a:cubicBezTo>
                <a:cubicBezTo>
                  <a:pt x="397" y="19"/>
                  <a:pt x="396" y="21"/>
                  <a:pt x="391" y="21"/>
                </a:cubicBezTo>
                <a:cubicBezTo>
                  <a:pt x="390" y="21"/>
                  <a:pt x="389" y="21"/>
                  <a:pt x="387" y="21"/>
                </a:cubicBezTo>
                <a:cubicBezTo>
                  <a:pt x="385" y="19"/>
                  <a:pt x="383" y="18"/>
                  <a:pt x="382" y="18"/>
                </a:cubicBezTo>
                <a:cubicBezTo>
                  <a:pt x="378" y="18"/>
                  <a:pt x="374" y="23"/>
                  <a:pt x="373" y="29"/>
                </a:cubicBezTo>
                <a:lnTo>
                  <a:pt x="378" y="29"/>
                </a:lnTo>
                <a:cubicBezTo>
                  <a:pt x="378" y="39"/>
                  <a:pt x="378" y="43"/>
                  <a:pt x="376" y="43"/>
                </a:cubicBezTo>
                <a:cubicBezTo>
                  <a:pt x="375" y="43"/>
                  <a:pt x="373" y="41"/>
                  <a:pt x="372" y="38"/>
                </a:cubicBezTo>
                <a:cubicBezTo>
                  <a:pt x="369" y="38"/>
                  <a:pt x="368" y="29"/>
                  <a:pt x="368" y="21"/>
                </a:cubicBezTo>
                <a:cubicBezTo>
                  <a:pt x="367" y="13"/>
                  <a:pt x="364" y="5"/>
                  <a:pt x="362" y="5"/>
                </a:cubicBezTo>
                <a:cubicBezTo>
                  <a:pt x="359" y="5"/>
                  <a:pt x="357" y="6"/>
                  <a:pt x="359" y="14"/>
                </a:cubicBezTo>
                <a:cubicBezTo>
                  <a:pt x="360" y="22"/>
                  <a:pt x="360" y="22"/>
                  <a:pt x="358" y="22"/>
                </a:cubicBezTo>
                <a:cubicBezTo>
                  <a:pt x="356" y="22"/>
                  <a:pt x="353" y="22"/>
                  <a:pt x="351" y="31"/>
                </a:cubicBezTo>
                <a:cubicBezTo>
                  <a:pt x="353" y="39"/>
                  <a:pt x="350" y="39"/>
                  <a:pt x="348" y="39"/>
                </a:cubicBezTo>
                <a:cubicBezTo>
                  <a:pt x="345" y="33"/>
                  <a:pt x="342" y="32"/>
                  <a:pt x="341" y="32"/>
                </a:cubicBezTo>
                <a:cubicBezTo>
                  <a:pt x="340" y="32"/>
                  <a:pt x="340" y="32"/>
                  <a:pt x="340" y="32"/>
                </a:cubicBezTo>
                <a:lnTo>
                  <a:pt x="338" y="24"/>
                </a:lnTo>
                <a:cubicBezTo>
                  <a:pt x="337" y="19"/>
                  <a:pt x="336" y="13"/>
                  <a:pt x="333" y="9"/>
                </a:cubicBezTo>
                <a:cubicBezTo>
                  <a:pt x="330" y="9"/>
                  <a:pt x="332" y="17"/>
                  <a:pt x="332" y="17"/>
                </a:cubicBezTo>
                <a:cubicBezTo>
                  <a:pt x="333" y="23"/>
                  <a:pt x="275" y="38"/>
                  <a:pt x="268" y="41"/>
                </a:cubicBezTo>
                <a:cubicBezTo>
                  <a:pt x="266" y="39"/>
                  <a:pt x="263" y="38"/>
                  <a:pt x="261" y="38"/>
                </a:cubicBezTo>
                <a:cubicBezTo>
                  <a:pt x="257" y="38"/>
                  <a:pt x="256" y="41"/>
                  <a:pt x="259" y="45"/>
                </a:cubicBezTo>
                <a:cubicBezTo>
                  <a:pt x="263" y="52"/>
                  <a:pt x="252" y="58"/>
                  <a:pt x="238" y="64"/>
                </a:cubicBezTo>
                <a:cubicBezTo>
                  <a:pt x="222" y="72"/>
                  <a:pt x="212" y="78"/>
                  <a:pt x="217" y="85"/>
                </a:cubicBezTo>
                <a:lnTo>
                  <a:pt x="210" y="88"/>
                </a:lnTo>
                <a:cubicBezTo>
                  <a:pt x="206" y="91"/>
                  <a:pt x="207" y="101"/>
                  <a:pt x="206" y="102"/>
                </a:cubicBezTo>
                <a:cubicBezTo>
                  <a:pt x="207" y="106"/>
                  <a:pt x="207" y="108"/>
                  <a:pt x="206" y="108"/>
                </a:cubicBezTo>
                <a:cubicBezTo>
                  <a:pt x="205" y="108"/>
                  <a:pt x="204" y="107"/>
                  <a:pt x="203" y="103"/>
                </a:cubicBezTo>
                <a:cubicBezTo>
                  <a:pt x="199" y="97"/>
                  <a:pt x="195" y="91"/>
                  <a:pt x="193" y="91"/>
                </a:cubicBezTo>
                <a:cubicBezTo>
                  <a:pt x="193" y="91"/>
                  <a:pt x="192" y="91"/>
                  <a:pt x="192" y="92"/>
                </a:cubicBezTo>
                <a:cubicBezTo>
                  <a:pt x="188" y="94"/>
                  <a:pt x="192" y="101"/>
                  <a:pt x="198" y="107"/>
                </a:cubicBezTo>
                <a:cubicBezTo>
                  <a:pt x="202" y="114"/>
                  <a:pt x="200" y="115"/>
                  <a:pt x="200" y="115"/>
                </a:cubicBezTo>
                <a:cubicBezTo>
                  <a:pt x="200" y="116"/>
                  <a:pt x="199" y="116"/>
                  <a:pt x="199" y="116"/>
                </a:cubicBezTo>
                <a:cubicBezTo>
                  <a:pt x="198" y="116"/>
                  <a:pt x="197" y="114"/>
                  <a:pt x="193" y="110"/>
                </a:cubicBezTo>
                <a:lnTo>
                  <a:pt x="184" y="97"/>
                </a:lnTo>
                <a:lnTo>
                  <a:pt x="182" y="98"/>
                </a:lnTo>
                <a:cubicBezTo>
                  <a:pt x="187" y="105"/>
                  <a:pt x="184" y="106"/>
                  <a:pt x="184" y="106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83" y="107"/>
                  <a:pt x="181" y="105"/>
                  <a:pt x="173" y="95"/>
                </a:cubicBezTo>
                <a:cubicBezTo>
                  <a:pt x="168" y="89"/>
                  <a:pt x="165" y="87"/>
                  <a:pt x="164" y="87"/>
                </a:cubicBezTo>
                <a:lnTo>
                  <a:pt x="164" y="87"/>
                </a:lnTo>
                <a:cubicBezTo>
                  <a:pt x="163" y="87"/>
                  <a:pt x="164" y="91"/>
                  <a:pt x="169" y="98"/>
                </a:cubicBezTo>
                <a:lnTo>
                  <a:pt x="170" y="107"/>
                </a:lnTo>
                <a:cubicBezTo>
                  <a:pt x="167" y="105"/>
                  <a:pt x="165" y="104"/>
                  <a:pt x="164" y="104"/>
                </a:cubicBezTo>
                <a:lnTo>
                  <a:pt x="164" y="104"/>
                </a:lnTo>
                <a:cubicBezTo>
                  <a:pt x="161" y="104"/>
                  <a:pt x="165" y="114"/>
                  <a:pt x="167" y="120"/>
                </a:cubicBezTo>
                <a:cubicBezTo>
                  <a:pt x="162" y="115"/>
                  <a:pt x="159" y="113"/>
                  <a:pt x="157" y="113"/>
                </a:cubicBezTo>
                <a:lnTo>
                  <a:pt x="157" y="113"/>
                </a:lnTo>
                <a:cubicBezTo>
                  <a:pt x="155" y="113"/>
                  <a:pt x="157" y="117"/>
                  <a:pt x="162" y="124"/>
                </a:cubicBezTo>
                <a:cubicBezTo>
                  <a:pt x="165" y="128"/>
                  <a:pt x="166" y="130"/>
                  <a:pt x="165" y="130"/>
                </a:cubicBezTo>
                <a:cubicBezTo>
                  <a:pt x="164" y="130"/>
                  <a:pt x="162" y="129"/>
                  <a:pt x="158" y="128"/>
                </a:cubicBezTo>
                <a:cubicBezTo>
                  <a:pt x="155" y="126"/>
                  <a:pt x="153" y="125"/>
                  <a:pt x="152" y="125"/>
                </a:cubicBezTo>
                <a:cubicBezTo>
                  <a:pt x="149" y="125"/>
                  <a:pt x="148" y="127"/>
                  <a:pt x="146" y="129"/>
                </a:cubicBezTo>
                <a:cubicBezTo>
                  <a:pt x="150" y="137"/>
                  <a:pt x="137" y="148"/>
                  <a:pt x="125" y="162"/>
                </a:cubicBezTo>
                <a:cubicBezTo>
                  <a:pt x="110" y="179"/>
                  <a:pt x="101" y="192"/>
                  <a:pt x="109" y="196"/>
                </a:cubicBezTo>
                <a:cubicBezTo>
                  <a:pt x="108" y="197"/>
                  <a:pt x="108" y="198"/>
                  <a:pt x="107" y="198"/>
                </a:cubicBezTo>
                <a:cubicBezTo>
                  <a:pt x="105" y="198"/>
                  <a:pt x="103" y="197"/>
                  <a:pt x="99" y="195"/>
                </a:cubicBezTo>
                <a:cubicBezTo>
                  <a:pt x="97" y="194"/>
                  <a:pt x="95" y="193"/>
                  <a:pt x="95" y="193"/>
                </a:cubicBezTo>
                <a:lnTo>
                  <a:pt x="95" y="193"/>
                </a:lnTo>
                <a:cubicBezTo>
                  <a:pt x="93" y="193"/>
                  <a:pt x="95" y="196"/>
                  <a:pt x="104" y="204"/>
                </a:cubicBezTo>
                <a:cubicBezTo>
                  <a:pt x="107" y="208"/>
                  <a:pt x="111" y="211"/>
                  <a:pt x="110" y="211"/>
                </a:cubicBezTo>
                <a:cubicBezTo>
                  <a:pt x="110" y="211"/>
                  <a:pt x="108" y="209"/>
                  <a:pt x="102" y="206"/>
                </a:cubicBezTo>
                <a:cubicBezTo>
                  <a:pt x="100" y="205"/>
                  <a:pt x="99" y="204"/>
                  <a:pt x="97" y="204"/>
                </a:cubicBezTo>
                <a:cubicBezTo>
                  <a:pt x="93" y="204"/>
                  <a:pt x="91" y="208"/>
                  <a:pt x="87" y="214"/>
                </a:cubicBezTo>
                <a:cubicBezTo>
                  <a:pt x="83" y="220"/>
                  <a:pt x="79" y="229"/>
                  <a:pt x="86" y="232"/>
                </a:cubicBezTo>
                <a:cubicBezTo>
                  <a:pt x="89" y="236"/>
                  <a:pt x="90" y="238"/>
                  <a:pt x="90" y="238"/>
                </a:cubicBezTo>
                <a:cubicBezTo>
                  <a:pt x="89" y="238"/>
                  <a:pt x="88" y="237"/>
                  <a:pt x="84" y="234"/>
                </a:cubicBezTo>
                <a:cubicBezTo>
                  <a:pt x="81" y="231"/>
                  <a:pt x="77" y="230"/>
                  <a:pt x="73" y="230"/>
                </a:cubicBezTo>
                <a:cubicBezTo>
                  <a:pt x="66" y="230"/>
                  <a:pt x="62" y="236"/>
                  <a:pt x="69" y="245"/>
                </a:cubicBezTo>
                <a:cubicBezTo>
                  <a:pt x="68" y="247"/>
                  <a:pt x="68" y="248"/>
                  <a:pt x="66" y="248"/>
                </a:cubicBezTo>
                <a:cubicBezTo>
                  <a:pt x="64" y="248"/>
                  <a:pt x="63" y="248"/>
                  <a:pt x="60" y="247"/>
                </a:cubicBezTo>
                <a:lnTo>
                  <a:pt x="60" y="247"/>
                </a:lnTo>
                <a:cubicBezTo>
                  <a:pt x="59" y="249"/>
                  <a:pt x="58" y="252"/>
                  <a:pt x="62" y="261"/>
                </a:cubicBezTo>
                <a:cubicBezTo>
                  <a:pt x="61" y="263"/>
                  <a:pt x="58" y="272"/>
                  <a:pt x="55" y="277"/>
                </a:cubicBezTo>
                <a:cubicBezTo>
                  <a:pt x="54" y="281"/>
                  <a:pt x="60" y="289"/>
                  <a:pt x="60" y="289"/>
                </a:cubicBezTo>
                <a:lnTo>
                  <a:pt x="60" y="291"/>
                </a:lnTo>
                <a:cubicBezTo>
                  <a:pt x="59" y="291"/>
                  <a:pt x="58" y="291"/>
                  <a:pt x="58" y="291"/>
                </a:cubicBezTo>
                <a:cubicBezTo>
                  <a:pt x="51" y="291"/>
                  <a:pt x="47" y="302"/>
                  <a:pt x="43" y="317"/>
                </a:cubicBezTo>
                <a:cubicBezTo>
                  <a:pt x="40" y="334"/>
                  <a:pt x="36" y="347"/>
                  <a:pt x="28" y="350"/>
                </a:cubicBezTo>
                <a:cubicBezTo>
                  <a:pt x="28" y="350"/>
                  <a:pt x="28" y="352"/>
                  <a:pt x="36" y="355"/>
                </a:cubicBezTo>
                <a:cubicBezTo>
                  <a:pt x="52" y="360"/>
                  <a:pt x="52" y="362"/>
                  <a:pt x="43" y="363"/>
                </a:cubicBezTo>
                <a:cubicBezTo>
                  <a:pt x="28" y="364"/>
                  <a:pt x="26" y="374"/>
                  <a:pt x="40" y="377"/>
                </a:cubicBezTo>
                <a:lnTo>
                  <a:pt x="40" y="377"/>
                </a:lnTo>
                <a:cubicBezTo>
                  <a:pt x="38" y="377"/>
                  <a:pt x="36" y="377"/>
                  <a:pt x="34" y="377"/>
                </a:cubicBezTo>
                <a:lnTo>
                  <a:pt x="34" y="377"/>
                </a:lnTo>
                <a:cubicBezTo>
                  <a:pt x="17" y="379"/>
                  <a:pt x="25" y="387"/>
                  <a:pt x="41" y="389"/>
                </a:cubicBezTo>
                <a:cubicBezTo>
                  <a:pt x="33" y="391"/>
                  <a:pt x="25" y="395"/>
                  <a:pt x="33" y="397"/>
                </a:cubicBezTo>
                <a:cubicBezTo>
                  <a:pt x="33" y="399"/>
                  <a:pt x="33" y="399"/>
                  <a:pt x="17" y="399"/>
                </a:cubicBezTo>
                <a:cubicBezTo>
                  <a:pt x="9" y="400"/>
                  <a:pt x="0" y="400"/>
                  <a:pt x="0" y="402"/>
                </a:cubicBezTo>
                <a:cubicBezTo>
                  <a:pt x="0" y="404"/>
                  <a:pt x="4" y="405"/>
                  <a:pt x="8" y="405"/>
                </a:cubicBezTo>
                <a:cubicBezTo>
                  <a:pt x="11" y="405"/>
                  <a:pt x="14" y="405"/>
                  <a:pt x="17" y="405"/>
                </a:cubicBezTo>
                <a:lnTo>
                  <a:pt x="17" y="410"/>
                </a:lnTo>
                <a:cubicBezTo>
                  <a:pt x="17" y="410"/>
                  <a:pt x="17" y="412"/>
                  <a:pt x="21" y="412"/>
                </a:cubicBezTo>
                <a:cubicBezTo>
                  <a:pt x="22" y="412"/>
                  <a:pt x="23" y="412"/>
                  <a:pt x="25" y="411"/>
                </a:cubicBezTo>
                <a:cubicBezTo>
                  <a:pt x="33" y="411"/>
                  <a:pt x="33" y="414"/>
                  <a:pt x="33" y="416"/>
                </a:cubicBezTo>
                <a:cubicBezTo>
                  <a:pt x="28" y="417"/>
                  <a:pt x="29" y="418"/>
                  <a:pt x="32" y="418"/>
                </a:cubicBezTo>
                <a:cubicBezTo>
                  <a:pt x="35" y="418"/>
                  <a:pt x="38" y="417"/>
                  <a:pt x="41" y="416"/>
                </a:cubicBezTo>
                <a:cubicBezTo>
                  <a:pt x="44" y="415"/>
                  <a:pt x="48" y="415"/>
                  <a:pt x="51" y="415"/>
                </a:cubicBezTo>
                <a:cubicBezTo>
                  <a:pt x="55" y="415"/>
                  <a:pt x="58" y="416"/>
                  <a:pt x="58" y="417"/>
                </a:cubicBezTo>
                <a:lnTo>
                  <a:pt x="73" y="415"/>
                </a:lnTo>
                <a:cubicBezTo>
                  <a:pt x="75" y="415"/>
                  <a:pt x="77" y="415"/>
                  <a:pt x="79" y="415"/>
                </a:cubicBezTo>
                <a:cubicBezTo>
                  <a:pt x="88" y="415"/>
                  <a:pt x="97" y="413"/>
                  <a:pt x="106" y="409"/>
                </a:cubicBezTo>
                <a:cubicBezTo>
                  <a:pt x="114" y="400"/>
                  <a:pt x="121" y="396"/>
                  <a:pt x="106" y="396"/>
                </a:cubicBezTo>
                <a:cubicBezTo>
                  <a:pt x="106" y="396"/>
                  <a:pt x="98" y="393"/>
                  <a:pt x="98" y="391"/>
                </a:cubicBezTo>
                <a:cubicBezTo>
                  <a:pt x="98" y="390"/>
                  <a:pt x="106" y="388"/>
                  <a:pt x="106" y="388"/>
                </a:cubicBezTo>
                <a:cubicBezTo>
                  <a:pt x="114" y="388"/>
                  <a:pt x="115" y="381"/>
                  <a:pt x="116" y="371"/>
                </a:cubicBezTo>
                <a:cubicBezTo>
                  <a:pt x="116" y="361"/>
                  <a:pt x="117" y="355"/>
                  <a:pt x="126" y="354"/>
                </a:cubicBezTo>
                <a:cubicBezTo>
                  <a:pt x="134" y="354"/>
                  <a:pt x="135" y="352"/>
                  <a:pt x="135" y="352"/>
                </a:cubicBezTo>
                <a:cubicBezTo>
                  <a:pt x="127" y="351"/>
                  <a:pt x="128" y="341"/>
                  <a:pt x="133" y="328"/>
                </a:cubicBezTo>
                <a:cubicBezTo>
                  <a:pt x="136" y="316"/>
                  <a:pt x="141" y="304"/>
                  <a:pt x="134" y="300"/>
                </a:cubicBezTo>
                <a:lnTo>
                  <a:pt x="135" y="297"/>
                </a:lnTo>
                <a:cubicBezTo>
                  <a:pt x="137" y="298"/>
                  <a:pt x="139" y="298"/>
                  <a:pt x="140" y="298"/>
                </a:cubicBezTo>
                <a:cubicBezTo>
                  <a:pt x="143" y="298"/>
                  <a:pt x="144" y="296"/>
                  <a:pt x="145" y="294"/>
                </a:cubicBezTo>
                <a:cubicBezTo>
                  <a:pt x="139" y="287"/>
                  <a:pt x="141" y="284"/>
                  <a:pt x="141" y="284"/>
                </a:cubicBezTo>
                <a:lnTo>
                  <a:pt x="141" y="284"/>
                </a:lnTo>
                <a:cubicBezTo>
                  <a:pt x="143" y="285"/>
                  <a:pt x="145" y="285"/>
                  <a:pt x="146" y="285"/>
                </a:cubicBezTo>
                <a:cubicBezTo>
                  <a:pt x="149" y="285"/>
                  <a:pt x="149" y="283"/>
                  <a:pt x="151" y="281"/>
                </a:cubicBezTo>
                <a:cubicBezTo>
                  <a:pt x="153" y="278"/>
                  <a:pt x="154" y="277"/>
                  <a:pt x="146" y="273"/>
                </a:cubicBezTo>
                <a:cubicBezTo>
                  <a:pt x="147" y="271"/>
                  <a:pt x="154" y="259"/>
                  <a:pt x="164" y="259"/>
                </a:cubicBezTo>
                <a:cubicBezTo>
                  <a:pt x="165" y="259"/>
                  <a:pt x="166" y="259"/>
                  <a:pt x="167" y="259"/>
                </a:cubicBezTo>
                <a:cubicBezTo>
                  <a:pt x="170" y="259"/>
                  <a:pt x="165" y="255"/>
                  <a:pt x="160" y="250"/>
                </a:cubicBezTo>
                <a:cubicBezTo>
                  <a:pt x="153" y="245"/>
                  <a:pt x="147" y="240"/>
                  <a:pt x="148" y="238"/>
                </a:cubicBezTo>
                <a:lnTo>
                  <a:pt x="148" y="238"/>
                </a:lnTo>
                <a:cubicBezTo>
                  <a:pt x="148" y="238"/>
                  <a:pt x="155" y="242"/>
                  <a:pt x="162" y="247"/>
                </a:cubicBezTo>
                <a:cubicBezTo>
                  <a:pt x="166" y="250"/>
                  <a:pt x="167" y="251"/>
                  <a:pt x="168" y="251"/>
                </a:cubicBezTo>
                <a:cubicBezTo>
                  <a:pt x="169" y="251"/>
                  <a:pt x="169" y="250"/>
                  <a:pt x="170" y="249"/>
                </a:cubicBezTo>
                <a:lnTo>
                  <a:pt x="172" y="247"/>
                </a:lnTo>
                <a:cubicBezTo>
                  <a:pt x="165" y="242"/>
                  <a:pt x="171" y="233"/>
                  <a:pt x="180" y="223"/>
                </a:cubicBezTo>
                <a:cubicBezTo>
                  <a:pt x="190" y="210"/>
                  <a:pt x="194" y="205"/>
                  <a:pt x="189" y="201"/>
                </a:cubicBezTo>
                <a:cubicBezTo>
                  <a:pt x="184" y="196"/>
                  <a:pt x="184" y="195"/>
                  <a:pt x="189" y="195"/>
                </a:cubicBezTo>
                <a:cubicBezTo>
                  <a:pt x="190" y="195"/>
                  <a:pt x="192" y="195"/>
                  <a:pt x="194" y="195"/>
                </a:cubicBezTo>
                <a:cubicBezTo>
                  <a:pt x="208" y="199"/>
                  <a:pt x="214" y="201"/>
                  <a:pt x="216" y="201"/>
                </a:cubicBezTo>
                <a:cubicBezTo>
                  <a:pt x="218" y="201"/>
                  <a:pt x="217" y="199"/>
                  <a:pt x="216" y="196"/>
                </a:cubicBezTo>
                <a:cubicBezTo>
                  <a:pt x="216" y="196"/>
                  <a:pt x="215" y="196"/>
                  <a:pt x="215" y="196"/>
                </a:cubicBezTo>
                <a:cubicBezTo>
                  <a:pt x="212" y="196"/>
                  <a:pt x="207" y="191"/>
                  <a:pt x="202" y="186"/>
                </a:cubicBezTo>
                <a:cubicBezTo>
                  <a:pt x="196" y="180"/>
                  <a:pt x="194" y="176"/>
                  <a:pt x="195" y="176"/>
                </a:cubicBezTo>
                <a:lnTo>
                  <a:pt x="195" y="176"/>
                </a:lnTo>
                <a:cubicBezTo>
                  <a:pt x="196" y="176"/>
                  <a:pt x="200" y="179"/>
                  <a:pt x="206" y="184"/>
                </a:cubicBezTo>
                <a:cubicBezTo>
                  <a:pt x="208" y="186"/>
                  <a:pt x="210" y="187"/>
                  <a:pt x="212" y="187"/>
                </a:cubicBezTo>
                <a:cubicBezTo>
                  <a:pt x="222" y="187"/>
                  <a:pt x="231" y="168"/>
                  <a:pt x="225" y="157"/>
                </a:cubicBezTo>
                <a:cubicBezTo>
                  <a:pt x="223" y="155"/>
                  <a:pt x="222" y="153"/>
                  <a:pt x="222" y="153"/>
                </a:cubicBezTo>
                <a:lnTo>
                  <a:pt x="222" y="153"/>
                </a:lnTo>
                <a:cubicBezTo>
                  <a:pt x="222" y="153"/>
                  <a:pt x="224" y="156"/>
                  <a:pt x="230" y="164"/>
                </a:cubicBezTo>
                <a:cubicBezTo>
                  <a:pt x="233" y="167"/>
                  <a:pt x="234" y="168"/>
                  <a:pt x="236" y="168"/>
                </a:cubicBezTo>
                <a:cubicBezTo>
                  <a:pt x="237" y="168"/>
                  <a:pt x="239" y="167"/>
                  <a:pt x="243" y="165"/>
                </a:cubicBezTo>
                <a:lnTo>
                  <a:pt x="247" y="161"/>
                </a:lnTo>
                <a:cubicBezTo>
                  <a:pt x="242" y="153"/>
                  <a:pt x="245" y="150"/>
                  <a:pt x="249" y="150"/>
                </a:cubicBezTo>
                <a:cubicBezTo>
                  <a:pt x="252" y="150"/>
                  <a:pt x="255" y="152"/>
                  <a:pt x="257" y="155"/>
                </a:cubicBezTo>
                <a:cubicBezTo>
                  <a:pt x="261" y="159"/>
                  <a:pt x="262" y="160"/>
                  <a:pt x="263" y="160"/>
                </a:cubicBezTo>
                <a:cubicBezTo>
                  <a:pt x="264" y="160"/>
                  <a:pt x="265" y="160"/>
                  <a:pt x="266" y="159"/>
                </a:cubicBezTo>
                <a:cubicBezTo>
                  <a:pt x="264" y="150"/>
                  <a:pt x="267" y="146"/>
                  <a:pt x="270" y="146"/>
                </a:cubicBezTo>
                <a:cubicBezTo>
                  <a:pt x="273" y="146"/>
                  <a:pt x="277" y="149"/>
                  <a:pt x="279" y="152"/>
                </a:cubicBezTo>
                <a:cubicBezTo>
                  <a:pt x="280" y="151"/>
                  <a:pt x="281" y="151"/>
                  <a:pt x="282" y="150"/>
                </a:cubicBezTo>
                <a:cubicBezTo>
                  <a:pt x="280" y="142"/>
                  <a:pt x="283" y="141"/>
                  <a:pt x="284" y="140"/>
                </a:cubicBezTo>
                <a:cubicBezTo>
                  <a:pt x="290" y="138"/>
                  <a:pt x="291" y="138"/>
                  <a:pt x="286" y="131"/>
                </a:cubicBezTo>
                <a:cubicBezTo>
                  <a:pt x="283" y="123"/>
                  <a:pt x="279" y="116"/>
                  <a:pt x="281" y="115"/>
                </a:cubicBezTo>
                <a:lnTo>
                  <a:pt x="281" y="115"/>
                </a:lnTo>
                <a:lnTo>
                  <a:pt x="284" y="123"/>
                </a:lnTo>
                <a:cubicBezTo>
                  <a:pt x="286" y="126"/>
                  <a:pt x="288" y="128"/>
                  <a:pt x="291" y="128"/>
                </a:cubicBezTo>
                <a:cubicBezTo>
                  <a:pt x="293" y="128"/>
                  <a:pt x="296" y="126"/>
                  <a:pt x="300" y="125"/>
                </a:cubicBezTo>
                <a:cubicBezTo>
                  <a:pt x="304" y="124"/>
                  <a:pt x="307" y="123"/>
                  <a:pt x="309" y="123"/>
                </a:cubicBezTo>
                <a:cubicBezTo>
                  <a:pt x="312" y="123"/>
                  <a:pt x="314" y="124"/>
                  <a:pt x="317" y="129"/>
                </a:cubicBezTo>
                <a:lnTo>
                  <a:pt x="316" y="120"/>
                </a:lnTo>
                <a:cubicBezTo>
                  <a:pt x="315" y="116"/>
                  <a:pt x="315" y="113"/>
                  <a:pt x="316" y="113"/>
                </a:cubicBezTo>
                <a:cubicBezTo>
                  <a:pt x="317" y="113"/>
                  <a:pt x="318" y="115"/>
                  <a:pt x="319" y="119"/>
                </a:cubicBezTo>
                <a:cubicBezTo>
                  <a:pt x="321" y="122"/>
                  <a:pt x="323" y="123"/>
                  <a:pt x="326" y="123"/>
                </a:cubicBezTo>
                <a:cubicBezTo>
                  <a:pt x="328" y="123"/>
                  <a:pt x="331" y="121"/>
                  <a:pt x="331" y="116"/>
                </a:cubicBezTo>
                <a:lnTo>
                  <a:pt x="335" y="115"/>
                </a:lnTo>
                <a:cubicBezTo>
                  <a:pt x="337" y="123"/>
                  <a:pt x="340" y="126"/>
                  <a:pt x="341" y="126"/>
                </a:cubicBezTo>
                <a:cubicBezTo>
                  <a:pt x="343" y="126"/>
                  <a:pt x="344" y="122"/>
                  <a:pt x="344" y="113"/>
                </a:cubicBezTo>
                <a:lnTo>
                  <a:pt x="344" y="113"/>
                </a:lnTo>
                <a:cubicBezTo>
                  <a:pt x="345" y="121"/>
                  <a:pt x="347" y="121"/>
                  <a:pt x="348" y="121"/>
                </a:cubicBezTo>
                <a:cubicBezTo>
                  <a:pt x="349" y="116"/>
                  <a:pt x="352" y="114"/>
                  <a:pt x="354" y="114"/>
                </a:cubicBezTo>
                <a:cubicBezTo>
                  <a:pt x="357" y="114"/>
                  <a:pt x="359" y="116"/>
                  <a:pt x="359" y="120"/>
                </a:cubicBezTo>
                <a:lnTo>
                  <a:pt x="360" y="120"/>
                </a:lnTo>
                <a:cubicBezTo>
                  <a:pt x="362" y="112"/>
                  <a:pt x="363" y="111"/>
                  <a:pt x="365" y="111"/>
                </a:cubicBezTo>
                <a:cubicBezTo>
                  <a:pt x="366" y="111"/>
                  <a:pt x="368" y="111"/>
                  <a:pt x="369" y="103"/>
                </a:cubicBezTo>
                <a:cubicBezTo>
                  <a:pt x="371" y="94"/>
                  <a:pt x="373" y="94"/>
                  <a:pt x="373" y="94"/>
                </a:cubicBezTo>
                <a:lnTo>
                  <a:pt x="373" y="94"/>
                </a:lnTo>
                <a:cubicBezTo>
                  <a:pt x="374" y="94"/>
                  <a:pt x="373" y="102"/>
                  <a:pt x="372" y="111"/>
                </a:cubicBezTo>
                <a:cubicBezTo>
                  <a:pt x="371" y="114"/>
                  <a:pt x="371" y="116"/>
                  <a:pt x="372" y="116"/>
                </a:cubicBezTo>
                <a:cubicBezTo>
                  <a:pt x="373" y="116"/>
                  <a:pt x="376" y="111"/>
                  <a:pt x="378" y="102"/>
                </a:cubicBezTo>
                <a:cubicBezTo>
                  <a:pt x="381" y="94"/>
                  <a:pt x="382" y="90"/>
                  <a:pt x="382" y="90"/>
                </a:cubicBezTo>
                <a:lnTo>
                  <a:pt x="382" y="90"/>
                </a:lnTo>
                <a:cubicBezTo>
                  <a:pt x="383" y="90"/>
                  <a:pt x="382" y="94"/>
                  <a:pt x="381" y="102"/>
                </a:cubicBezTo>
                <a:cubicBezTo>
                  <a:pt x="379" y="108"/>
                  <a:pt x="378" y="114"/>
                  <a:pt x="379" y="114"/>
                </a:cubicBezTo>
                <a:cubicBezTo>
                  <a:pt x="379" y="114"/>
                  <a:pt x="380" y="113"/>
                  <a:pt x="381" y="111"/>
                </a:cubicBezTo>
                <a:cubicBezTo>
                  <a:pt x="381" y="111"/>
                  <a:pt x="384" y="111"/>
                  <a:pt x="384" y="103"/>
                </a:cubicBezTo>
                <a:lnTo>
                  <a:pt x="390" y="103"/>
                </a:lnTo>
                <a:cubicBezTo>
                  <a:pt x="393" y="111"/>
                  <a:pt x="394" y="111"/>
                  <a:pt x="396" y="111"/>
                </a:cubicBezTo>
                <a:cubicBezTo>
                  <a:pt x="397" y="107"/>
                  <a:pt x="398" y="105"/>
                  <a:pt x="398" y="105"/>
                </a:cubicBezTo>
                <a:cubicBezTo>
                  <a:pt x="399" y="105"/>
                  <a:pt x="399" y="107"/>
                  <a:pt x="400" y="111"/>
                </a:cubicBezTo>
                <a:cubicBezTo>
                  <a:pt x="399" y="114"/>
                  <a:pt x="399" y="116"/>
                  <a:pt x="400" y="116"/>
                </a:cubicBezTo>
                <a:cubicBezTo>
                  <a:pt x="400" y="116"/>
                  <a:pt x="401" y="113"/>
                  <a:pt x="402" y="103"/>
                </a:cubicBezTo>
                <a:cubicBezTo>
                  <a:pt x="403" y="99"/>
                  <a:pt x="404" y="98"/>
                  <a:pt x="405" y="98"/>
                </a:cubicBezTo>
                <a:cubicBezTo>
                  <a:pt x="406" y="98"/>
                  <a:pt x="407" y="100"/>
                  <a:pt x="408" y="104"/>
                </a:cubicBezTo>
                <a:cubicBezTo>
                  <a:pt x="406" y="113"/>
                  <a:pt x="406" y="118"/>
                  <a:pt x="407" y="118"/>
                </a:cubicBezTo>
                <a:cubicBezTo>
                  <a:pt x="408" y="118"/>
                  <a:pt x="408" y="116"/>
                  <a:pt x="409" y="112"/>
                </a:cubicBezTo>
                <a:cubicBezTo>
                  <a:pt x="410" y="106"/>
                  <a:pt x="412" y="105"/>
                  <a:pt x="413" y="105"/>
                </a:cubicBezTo>
                <a:cubicBezTo>
                  <a:pt x="413" y="105"/>
                  <a:pt x="413" y="105"/>
                  <a:pt x="413" y="105"/>
                </a:cubicBezTo>
                <a:cubicBezTo>
                  <a:pt x="412" y="113"/>
                  <a:pt x="428" y="115"/>
                  <a:pt x="443" y="120"/>
                </a:cubicBezTo>
                <a:cubicBezTo>
                  <a:pt x="445" y="120"/>
                  <a:pt x="449" y="112"/>
                  <a:pt x="451" y="105"/>
                </a:cubicBezTo>
                <a:cubicBezTo>
                  <a:pt x="453" y="99"/>
                  <a:pt x="453" y="96"/>
                  <a:pt x="453" y="96"/>
                </a:cubicBezTo>
                <a:lnTo>
                  <a:pt x="453" y="96"/>
                </a:lnTo>
                <a:cubicBezTo>
                  <a:pt x="453" y="96"/>
                  <a:pt x="452" y="101"/>
                  <a:pt x="452" y="105"/>
                </a:cubicBezTo>
                <a:cubicBezTo>
                  <a:pt x="450" y="117"/>
                  <a:pt x="450" y="123"/>
                  <a:pt x="451" y="123"/>
                </a:cubicBezTo>
                <a:cubicBezTo>
                  <a:pt x="452" y="123"/>
                  <a:pt x="454" y="118"/>
                  <a:pt x="456" y="106"/>
                </a:cubicBezTo>
                <a:cubicBezTo>
                  <a:pt x="457" y="99"/>
                  <a:pt x="458" y="95"/>
                  <a:pt x="459" y="95"/>
                </a:cubicBezTo>
                <a:lnTo>
                  <a:pt x="459" y="95"/>
                </a:lnTo>
                <a:cubicBezTo>
                  <a:pt x="459" y="95"/>
                  <a:pt x="459" y="99"/>
                  <a:pt x="458" y="107"/>
                </a:cubicBezTo>
                <a:cubicBezTo>
                  <a:pt x="458" y="112"/>
                  <a:pt x="458" y="113"/>
                  <a:pt x="458" y="113"/>
                </a:cubicBezTo>
                <a:cubicBezTo>
                  <a:pt x="459" y="113"/>
                  <a:pt x="460" y="112"/>
                  <a:pt x="461" y="109"/>
                </a:cubicBezTo>
                <a:cubicBezTo>
                  <a:pt x="462" y="105"/>
                  <a:pt x="463" y="103"/>
                  <a:pt x="464" y="103"/>
                </a:cubicBezTo>
                <a:lnTo>
                  <a:pt x="464" y="103"/>
                </a:lnTo>
                <a:cubicBezTo>
                  <a:pt x="465" y="103"/>
                  <a:pt x="465" y="105"/>
                  <a:pt x="464" y="110"/>
                </a:cubicBezTo>
                <a:cubicBezTo>
                  <a:pt x="463" y="115"/>
                  <a:pt x="462" y="121"/>
                  <a:pt x="463" y="121"/>
                </a:cubicBezTo>
                <a:cubicBezTo>
                  <a:pt x="463" y="121"/>
                  <a:pt x="464" y="120"/>
                  <a:pt x="465" y="119"/>
                </a:cubicBezTo>
                <a:cubicBezTo>
                  <a:pt x="465" y="119"/>
                  <a:pt x="466" y="119"/>
                  <a:pt x="466" y="128"/>
                </a:cubicBezTo>
                <a:cubicBezTo>
                  <a:pt x="466" y="130"/>
                  <a:pt x="466" y="131"/>
                  <a:pt x="466" y="131"/>
                </a:cubicBezTo>
                <a:cubicBezTo>
                  <a:pt x="468" y="131"/>
                  <a:pt x="471" y="126"/>
                  <a:pt x="474" y="121"/>
                </a:cubicBezTo>
                <a:cubicBezTo>
                  <a:pt x="479" y="115"/>
                  <a:pt x="482" y="112"/>
                  <a:pt x="483" y="112"/>
                </a:cubicBezTo>
                <a:lnTo>
                  <a:pt x="483" y="112"/>
                </a:lnTo>
                <a:cubicBezTo>
                  <a:pt x="484" y="112"/>
                  <a:pt x="482" y="116"/>
                  <a:pt x="478" y="123"/>
                </a:cubicBezTo>
                <a:cubicBezTo>
                  <a:pt x="475" y="130"/>
                  <a:pt x="476" y="133"/>
                  <a:pt x="478" y="133"/>
                </a:cubicBezTo>
                <a:cubicBezTo>
                  <a:pt x="480" y="133"/>
                  <a:pt x="486" y="128"/>
                  <a:pt x="491" y="121"/>
                </a:cubicBezTo>
                <a:cubicBezTo>
                  <a:pt x="495" y="112"/>
                  <a:pt x="497" y="109"/>
                  <a:pt x="497" y="109"/>
                </a:cubicBezTo>
                <a:lnTo>
                  <a:pt x="497" y="109"/>
                </a:lnTo>
                <a:cubicBezTo>
                  <a:pt x="497" y="109"/>
                  <a:pt x="496" y="111"/>
                  <a:pt x="495" y="114"/>
                </a:cubicBezTo>
                <a:cubicBezTo>
                  <a:pt x="492" y="121"/>
                  <a:pt x="494" y="122"/>
                  <a:pt x="494" y="122"/>
                </a:cubicBezTo>
                <a:cubicBezTo>
                  <a:pt x="496" y="123"/>
                  <a:pt x="497" y="124"/>
                  <a:pt x="494" y="131"/>
                </a:cubicBezTo>
                <a:cubicBezTo>
                  <a:pt x="494" y="131"/>
                  <a:pt x="494" y="131"/>
                  <a:pt x="494" y="131"/>
                </a:cubicBezTo>
                <a:cubicBezTo>
                  <a:pt x="495" y="131"/>
                  <a:pt x="497" y="131"/>
                  <a:pt x="503" y="126"/>
                </a:cubicBezTo>
                <a:cubicBezTo>
                  <a:pt x="506" y="122"/>
                  <a:pt x="509" y="120"/>
                  <a:pt x="511" y="120"/>
                </a:cubicBezTo>
                <a:cubicBezTo>
                  <a:pt x="514" y="120"/>
                  <a:pt x="513" y="129"/>
                  <a:pt x="508" y="140"/>
                </a:cubicBezTo>
                <a:lnTo>
                  <a:pt x="516" y="134"/>
                </a:lnTo>
                <a:cubicBezTo>
                  <a:pt x="522" y="127"/>
                  <a:pt x="527" y="122"/>
                  <a:pt x="528" y="122"/>
                </a:cubicBezTo>
                <a:lnTo>
                  <a:pt x="528" y="122"/>
                </a:lnTo>
                <a:cubicBezTo>
                  <a:pt x="528" y="122"/>
                  <a:pt x="527" y="124"/>
                  <a:pt x="524" y="130"/>
                </a:cubicBezTo>
                <a:lnTo>
                  <a:pt x="520" y="137"/>
                </a:lnTo>
                <a:cubicBezTo>
                  <a:pt x="523" y="133"/>
                  <a:pt x="525" y="131"/>
                  <a:pt x="527" y="131"/>
                </a:cubicBezTo>
                <a:cubicBezTo>
                  <a:pt x="530" y="131"/>
                  <a:pt x="530" y="140"/>
                  <a:pt x="524" y="149"/>
                </a:cubicBezTo>
                <a:cubicBezTo>
                  <a:pt x="520" y="156"/>
                  <a:pt x="520" y="156"/>
                  <a:pt x="521" y="157"/>
                </a:cubicBezTo>
                <a:lnTo>
                  <a:pt x="525" y="150"/>
                </a:lnTo>
                <a:cubicBezTo>
                  <a:pt x="529" y="144"/>
                  <a:pt x="533" y="137"/>
                  <a:pt x="535" y="137"/>
                </a:cubicBezTo>
                <a:cubicBezTo>
                  <a:pt x="535" y="137"/>
                  <a:pt x="535" y="137"/>
                  <a:pt x="535" y="138"/>
                </a:cubicBezTo>
                <a:cubicBezTo>
                  <a:pt x="538" y="139"/>
                  <a:pt x="539" y="140"/>
                  <a:pt x="534" y="147"/>
                </a:cubicBezTo>
                <a:cubicBezTo>
                  <a:pt x="533" y="152"/>
                  <a:pt x="530" y="158"/>
                  <a:pt x="531" y="158"/>
                </a:cubicBezTo>
                <a:cubicBezTo>
                  <a:pt x="531" y="158"/>
                  <a:pt x="532" y="157"/>
                  <a:pt x="533" y="156"/>
                </a:cubicBezTo>
                <a:lnTo>
                  <a:pt x="533" y="156"/>
                </a:lnTo>
                <a:cubicBezTo>
                  <a:pt x="533" y="156"/>
                  <a:pt x="534" y="157"/>
                  <a:pt x="531" y="165"/>
                </a:cubicBezTo>
                <a:lnTo>
                  <a:pt x="538" y="169"/>
                </a:lnTo>
                <a:cubicBezTo>
                  <a:pt x="540" y="167"/>
                  <a:pt x="542" y="166"/>
                  <a:pt x="543" y="166"/>
                </a:cubicBezTo>
                <a:cubicBezTo>
                  <a:pt x="545" y="166"/>
                  <a:pt x="545" y="168"/>
                  <a:pt x="542" y="172"/>
                </a:cubicBezTo>
                <a:cubicBezTo>
                  <a:pt x="542" y="172"/>
                  <a:pt x="543" y="173"/>
                  <a:pt x="544" y="173"/>
                </a:cubicBezTo>
                <a:cubicBezTo>
                  <a:pt x="546" y="173"/>
                  <a:pt x="548" y="172"/>
                  <a:pt x="551" y="170"/>
                </a:cubicBezTo>
                <a:lnTo>
                  <a:pt x="551" y="170"/>
                </a:lnTo>
                <a:cubicBezTo>
                  <a:pt x="554" y="172"/>
                  <a:pt x="556" y="174"/>
                  <a:pt x="550" y="180"/>
                </a:cubicBezTo>
                <a:cubicBezTo>
                  <a:pt x="548" y="183"/>
                  <a:pt x="547" y="185"/>
                  <a:pt x="547" y="185"/>
                </a:cubicBezTo>
                <a:cubicBezTo>
                  <a:pt x="547" y="185"/>
                  <a:pt x="549" y="184"/>
                  <a:pt x="552" y="181"/>
                </a:cubicBezTo>
                <a:cubicBezTo>
                  <a:pt x="555" y="178"/>
                  <a:pt x="556" y="177"/>
                  <a:pt x="557" y="177"/>
                </a:cubicBezTo>
                <a:cubicBezTo>
                  <a:pt x="558" y="177"/>
                  <a:pt x="559" y="178"/>
                  <a:pt x="560" y="178"/>
                </a:cubicBezTo>
                <a:lnTo>
                  <a:pt x="562" y="180"/>
                </a:lnTo>
                <a:cubicBezTo>
                  <a:pt x="566" y="176"/>
                  <a:pt x="567" y="175"/>
                  <a:pt x="568" y="175"/>
                </a:cubicBezTo>
                <a:cubicBezTo>
                  <a:pt x="568" y="175"/>
                  <a:pt x="569" y="176"/>
                  <a:pt x="569" y="176"/>
                </a:cubicBezTo>
                <a:cubicBezTo>
                  <a:pt x="571" y="177"/>
                  <a:pt x="570" y="187"/>
                  <a:pt x="571" y="188"/>
                </a:cubicBezTo>
                <a:cubicBezTo>
                  <a:pt x="573" y="190"/>
                  <a:pt x="574" y="191"/>
                  <a:pt x="575" y="191"/>
                </a:cubicBezTo>
                <a:cubicBezTo>
                  <a:pt x="576" y="191"/>
                  <a:pt x="577" y="190"/>
                  <a:pt x="579" y="186"/>
                </a:cubicBezTo>
                <a:cubicBezTo>
                  <a:pt x="579" y="185"/>
                  <a:pt x="580" y="182"/>
                  <a:pt x="581" y="182"/>
                </a:cubicBezTo>
                <a:lnTo>
                  <a:pt x="581" y="182"/>
                </a:lnTo>
                <a:cubicBezTo>
                  <a:pt x="582" y="182"/>
                  <a:pt x="582" y="183"/>
                  <a:pt x="580" y="187"/>
                </a:cubicBezTo>
                <a:cubicBezTo>
                  <a:pt x="581" y="188"/>
                  <a:pt x="580" y="198"/>
                  <a:pt x="584" y="203"/>
                </a:cubicBezTo>
                <a:cubicBezTo>
                  <a:pt x="586" y="206"/>
                  <a:pt x="588" y="207"/>
                  <a:pt x="589" y="207"/>
                </a:cubicBezTo>
                <a:cubicBezTo>
                  <a:pt x="590" y="207"/>
                  <a:pt x="592" y="206"/>
                  <a:pt x="595" y="203"/>
                </a:cubicBezTo>
                <a:cubicBezTo>
                  <a:pt x="600" y="197"/>
                  <a:pt x="603" y="195"/>
                  <a:pt x="604" y="195"/>
                </a:cubicBezTo>
                <a:lnTo>
                  <a:pt x="604" y="195"/>
                </a:lnTo>
                <a:cubicBezTo>
                  <a:pt x="605" y="195"/>
                  <a:pt x="602" y="198"/>
                  <a:pt x="596" y="205"/>
                </a:cubicBezTo>
                <a:cubicBezTo>
                  <a:pt x="590" y="214"/>
                  <a:pt x="588" y="217"/>
                  <a:pt x="589" y="217"/>
                </a:cubicBezTo>
                <a:cubicBezTo>
                  <a:pt x="590" y="217"/>
                  <a:pt x="591" y="216"/>
                  <a:pt x="594" y="214"/>
                </a:cubicBezTo>
                <a:cubicBezTo>
                  <a:pt x="597" y="212"/>
                  <a:pt x="599" y="211"/>
                  <a:pt x="600" y="211"/>
                </a:cubicBezTo>
                <a:cubicBezTo>
                  <a:pt x="601" y="211"/>
                  <a:pt x="601" y="212"/>
                  <a:pt x="602" y="213"/>
                </a:cubicBezTo>
                <a:cubicBezTo>
                  <a:pt x="597" y="216"/>
                  <a:pt x="597" y="218"/>
                  <a:pt x="601" y="218"/>
                </a:cubicBezTo>
                <a:cubicBezTo>
                  <a:pt x="602" y="218"/>
                  <a:pt x="604" y="218"/>
                  <a:pt x="606" y="217"/>
                </a:cubicBezTo>
                <a:lnTo>
                  <a:pt x="606" y="217"/>
                </a:lnTo>
                <a:cubicBezTo>
                  <a:pt x="607" y="218"/>
                  <a:pt x="607" y="218"/>
                  <a:pt x="600" y="224"/>
                </a:cubicBezTo>
                <a:lnTo>
                  <a:pt x="603" y="226"/>
                </a:lnTo>
                <a:cubicBezTo>
                  <a:pt x="605" y="225"/>
                  <a:pt x="607" y="225"/>
                  <a:pt x="609" y="225"/>
                </a:cubicBezTo>
                <a:cubicBezTo>
                  <a:pt x="618" y="225"/>
                  <a:pt x="616" y="236"/>
                  <a:pt x="612" y="241"/>
                </a:cubicBezTo>
                <a:cubicBezTo>
                  <a:pt x="612" y="241"/>
                  <a:pt x="612" y="242"/>
                  <a:pt x="614" y="242"/>
                </a:cubicBezTo>
                <a:cubicBezTo>
                  <a:pt x="615" y="242"/>
                  <a:pt x="617" y="241"/>
                  <a:pt x="621" y="240"/>
                </a:cubicBezTo>
                <a:cubicBezTo>
                  <a:pt x="627" y="237"/>
                  <a:pt x="630" y="236"/>
                  <a:pt x="632" y="236"/>
                </a:cubicBezTo>
                <a:cubicBezTo>
                  <a:pt x="634" y="236"/>
                  <a:pt x="631" y="238"/>
                  <a:pt x="623" y="243"/>
                </a:cubicBezTo>
                <a:cubicBezTo>
                  <a:pt x="615" y="248"/>
                  <a:pt x="611" y="250"/>
                  <a:pt x="612" y="250"/>
                </a:cubicBezTo>
                <a:cubicBezTo>
                  <a:pt x="613" y="250"/>
                  <a:pt x="616" y="249"/>
                  <a:pt x="623" y="245"/>
                </a:cubicBezTo>
                <a:cubicBezTo>
                  <a:pt x="624" y="245"/>
                  <a:pt x="625" y="245"/>
                  <a:pt x="627" y="245"/>
                </a:cubicBezTo>
                <a:cubicBezTo>
                  <a:pt x="632" y="245"/>
                  <a:pt x="633" y="252"/>
                  <a:pt x="621" y="258"/>
                </a:cubicBezTo>
                <a:lnTo>
                  <a:pt x="606" y="266"/>
                </a:lnTo>
                <a:cubicBezTo>
                  <a:pt x="610" y="264"/>
                  <a:pt x="612" y="264"/>
                  <a:pt x="614" y="264"/>
                </a:cubicBezTo>
                <a:cubicBezTo>
                  <a:pt x="615" y="264"/>
                  <a:pt x="615" y="264"/>
                  <a:pt x="615" y="264"/>
                </a:cubicBezTo>
                <a:cubicBezTo>
                  <a:pt x="618" y="263"/>
                  <a:pt x="619" y="263"/>
                  <a:pt x="621" y="263"/>
                </a:cubicBezTo>
                <a:cubicBezTo>
                  <a:pt x="623" y="263"/>
                  <a:pt x="624" y="264"/>
                  <a:pt x="625" y="268"/>
                </a:cubicBezTo>
                <a:cubicBezTo>
                  <a:pt x="627" y="270"/>
                  <a:pt x="637" y="273"/>
                  <a:pt x="639" y="278"/>
                </a:cubicBezTo>
                <a:cubicBezTo>
                  <a:pt x="642" y="282"/>
                  <a:pt x="640" y="288"/>
                  <a:pt x="635" y="291"/>
                </a:cubicBezTo>
                <a:cubicBezTo>
                  <a:pt x="635" y="293"/>
                  <a:pt x="636" y="295"/>
                  <a:pt x="645" y="295"/>
                </a:cubicBezTo>
                <a:cubicBezTo>
                  <a:pt x="646" y="295"/>
                  <a:pt x="647" y="295"/>
                  <a:pt x="648" y="295"/>
                </a:cubicBezTo>
                <a:cubicBezTo>
                  <a:pt x="653" y="295"/>
                  <a:pt x="653" y="298"/>
                  <a:pt x="646" y="300"/>
                </a:cubicBezTo>
                <a:lnTo>
                  <a:pt x="648" y="303"/>
                </a:lnTo>
                <a:cubicBezTo>
                  <a:pt x="655" y="304"/>
                  <a:pt x="657" y="305"/>
                  <a:pt x="657" y="305"/>
                </a:cubicBezTo>
                <a:cubicBezTo>
                  <a:pt x="650" y="307"/>
                  <a:pt x="643" y="311"/>
                  <a:pt x="647" y="311"/>
                </a:cubicBezTo>
                <a:cubicBezTo>
                  <a:pt x="647" y="311"/>
                  <a:pt x="648" y="311"/>
                  <a:pt x="649" y="310"/>
                </a:cubicBezTo>
                <a:cubicBezTo>
                  <a:pt x="651" y="310"/>
                  <a:pt x="652" y="310"/>
                  <a:pt x="653" y="310"/>
                </a:cubicBezTo>
                <a:cubicBezTo>
                  <a:pt x="657" y="310"/>
                  <a:pt x="658" y="311"/>
                  <a:pt x="659" y="314"/>
                </a:cubicBezTo>
                <a:cubicBezTo>
                  <a:pt x="655" y="325"/>
                  <a:pt x="655" y="337"/>
                  <a:pt x="658" y="349"/>
                </a:cubicBezTo>
                <a:cubicBezTo>
                  <a:pt x="658" y="363"/>
                  <a:pt x="660" y="378"/>
                  <a:pt x="663" y="378"/>
                </a:cubicBezTo>
                <a:lnTo>
                  <a:pt x="662" y="383"/>
                </a:lnTo>
                <a:cubicBezTo>
                  <a:pt x="662" y="385"/>
                  <a:pt x="662" y="389"/>
                  <a:pt x="662" y="389"/>
                </a:cubicBezTo>
                <a:cubicBezTo>
                  <a:pt x="660" y="389"/>
                  <a:pt x="659" y="389"/>
                  <a:pt x="658" y="389"/>
                </a:cubicBezTo>
                <a:cubicBezTo>
                  <a:pt x="647" y="389"/>
                  <a:pt x="654" y="396"/>
                  <a:pt x="660" y="402"/>
                </a:cubicBezTo>
                <a:cubicBezTo>
                  <a:pt x="667" y="406"/>
                  <a:pt x="667" y="408"/>
                  <a:pt x="667" y="409"/>
                </a:cubicBezTo>
                <a:cubicBezTo>
                  <a:pt x="664" y="409"/>
                  <a:pt x="661" y="409"/>
                  <a:pt x="659" y="409"/>
                </a:cubicBezTo>
                <a:cubicBezTo>
                  <a:pt x="650" y="409"/>
                  <a:pt x="650" y="412"/>
                  <a:pt x="657" y="417"/>
                </a:cubicBezTo>
                <a:cubicBezTo>
                  <a:pt x="666" y="421"/>
                  <a:pt x="669" y="422"/>
                  <a:pt x="667" y="422"/>
                </a:cubicBezTo>
                <a:cubicBezTo>
                  <a:pt x="665" y="422"/>
                  <a:pt x="661" y="422"/>
                  <a:pt x="655" y="420"/>
                </a:cubicBezTo>
                <a:cubicBezTo>
                  <a:pt x="651" y="419"/>
                  <a:pt x="648" y="418"/>
                  <a:pt x="646" y="418"/>
                </a:cubicBezTo>
                <a:cubicBezTo>
                  <a:pt x="642" y="418"/>
                  <a:pt x="646" y="422"/>
                  <a:pt x="661" y="429"/>
                </a:cubicBezTo>
                <a:cubicBezTo>
                  <a:pt x="666" y="432"/>
                  <a:pt x="668" y="433"/>
                  <a:pt x="665" y="433"/>
                </a:cubicBezTo>
                <a:cubicBezTo>
                  <a:pt x="664" y="433"/>
                  <a:pt x="663" y="433"/>
                  <a:pt x="660" y="433"/>
                </a:cubicBezTo>
                <a:cubicBezTo>
                  <a:pt x="654" y="432"/>
                  <a:pt x="650" y="432"/>
                  <a:pt x="648" y="432"/>
                </a:cubicBezTo>
                <a:cubicBezTo>
                  <a:pt x="645" y="432"/>
                  <a:pt x="646" y="432"/>
                  <a:pt x="651" y="434"/>
                </a:cubicBezTo>
                <a:cubicBezTo>
                  <a:pt x="661" y="439"/>
                  <a:pt x="664" y="441"/>
                  <a:pt x="659" y="441"/>
                </a:cubicBezTo>
                <a:cubicBezTo>
                  <a:pt x="657" y="441"/>
                  <a:pt x="654" y="441"/>
                  <a:pt x="649" y="439"/>
                </a:cubicBezTo>
                <a:cubicBezTo>
                  <a:pt x="643" y="439"/>
                  <a:pt x="639" y="438"/>
                  <a:pt x="637" y="438"/>
                </a:cubicBezTo>
                <a:cubicBezTo>
                  <a:pt x="635" y="438"/>
                  <a:pt x="638" y="440"/>
                  <a:pt x="648" y="444"/>
                </a:cubicBezTo>
                <a:cubicBezTo>
                  <a:pt x="659" y="450"/>
                  <a:pt x="659" y="456"/>
                  <a:pt x="651" y="456"/>
                </a:cubicBezTo>
                <a:cubicBezTo>
                  <a:pt x="649" y="456"/>
                  <a:pt x="646" y="456"/>
                  <a:pt x="643" y="455"/>
                </a:cubicBezTo>
                <a:cubicBezTo>
                  <a:pt x="642" y="456"/>
                  <a:pt x="633" y="455"/>
                  <a:pt x="641" y="457"/>
                </a:cubicBezTo>
                <a:lnTo>
                  <a:pt x="633" y="456"/>
                </a:lnTo>
                <a:lnTo>
                  <a:pt x="631" y="460"/>
                </a:lnTo>
                <a:lnTo>
                  <a:pt x="639" y="463"/>
                </a:lnTo>
                <a:cubicBezTo>
                  <a:pt x="631" y="469"/>
                  <a:pt x="624" y="474"/>
                  <a:pt x="618" y="482"/>
                </a:cubicBezTo>
                <a:cubicBezTo>
                  <a:pt x="608" y="499"/>
                  <a:pt x="604" y="501"/>
                  <a:pt x="613" y="505"/>
                </a:cubicBezTo>
                <a:cubicBezTo>
                  <a:pt x="622" y="509"/>
                  <a:pt x="624" y="512"/>
                  <a:pt x="621" y="512"/>
                </a:cubicBezTo>
                <a:cubicBezTo>
                  <a:pt x="620" y="512"/>
                  <a:pt x="616" y="511"/>
                  <a:pt x="611" y="508"/>
                </a:cubicBezTo>
                <a:cubicBezTo>
                  <a:pt x="610" y="508"/>
                  <a:pt x="610" y="508"/>
                  <a:pt x="608" y="508"/>
                </a:cubicBezTo>
                <a:cubicBezTo>
                  <a:pt x="607" y="508"/>
                  <a:pt x="606" y="508"/>
                  <a:pt x="605" y="508"/>
                </a:cubicBezTo>
                <a:cubicBezTo>
                  <a:pt x="602" y="508"/>
                  <a:pt x="599" y="508"/>
                  <a:pt x="598" y="510"/>
                </a:cubicBezTo>
                <a:cubicBezTo>
                  <a:pt x="597" y="512"/>
                  <a:pt x="595" y="514"/>
                  <a:pt x="593" y="514"/>
                </a:cubicBezTo>
                <a:cubicBezTo>
                  <a:pt x="592" y="514"/>
                  <a:pt x="589" y="513"/>
                  <a:pt x="587" y="510"/>
                </a:cubicBezTo>
                <a:lnTo>
                  <a:pt x="586" y="512"/>
                </a:lnTo>
                <a:cubicBezTo>
                  <a:pt x="594" y="524"/>
                  <a:pt x="588" y="533"/>
                  <a:pt x="580" y="533"/>
                </a:cubicBezTo>
                <a:cubicBezTo>
                  <a:pt x="579" y="533"/>
                  <a:pt x="579" y="533"/>
                  <a:pt x="578" y="533"/>
                </a:cubicBezTo>
                <a:cubicBezTo>
                  <a:pt x="575" y="535"/>
                  <a:pt x="574" y="536"/>
                  <a:pt x="576" y="544"/>
                </a:cubicBezTo>
                <a:cubicBezTo>
                  <a:pt x="578" y="549"/>
                  <a:pt x="579" y="551"/>
                  <a:pt x="577" y="551"/>
                </a:cubicBezTo>
                <a:cubicBezTo>
                  <a:pt x="576" y="551"/>
                  <a:pt x="575" y="550"/>
                  <a:pt x="571" y="548"/>
                </a:cubicBezTo>
                <a:cubicBezTo>
                  <a:pt x="569" y="546"/>
                  <a:pt x="566" y="545"/>
                  <a:pt x="564" y="545"/>
                </a:cubicBezTo>
                <a:cubicBezTo>
                  <a:pt x="559" y="545"/>
                  <a:pt x="556" y="548"/>
                  <a:pt x="563" y="556"/>
                </a:cubicBezTo>
                <a:lnTo>
                  <a:pt x="557" y="551"/>
                </a:lnTo>
                <a:cubicBezTo>
                  <a:pt x="555" y="550"/>
                  <a:pt x="554" y="549"/>
                  <a:pt x="554" y="549"/>
                </a:cubicBezTo>
                <a:lnTo>
                  <a:pt x="554" y="549"/>
                </a:lnTo>
                <a:cubicBezTo>
                  <a:pt x="552" y="549"/>
                  <a:pt x="555" y="554"/>
                  <a:pt x="559" y="560"/>
                </a:cubicBezTo>
                <a:cubicBezTo>
                  <a:pt x="564" y="565"/>
                  <a:pt x="566" y="569"/>
                  <a:pt x="565" y="569"/>
                </a:cubicBezTo>
                <a:cubicBezTo>
                  <a:pt x="564" y="569"/>
                  <a:pt x="559" y="564"/>
                  <a:pt x="550" y="555"/>
                </a:cubicBezTo>
                <a:cubicBezTo>
                  <a:pt x="544" y="548"/>
                  <a:pt x="541" y="545"/>
                  <a:pt x="541" y="545"/>
                </a:cubicBezTo>
                <a:lnTo>
                  <a:pt x="541" y="545"/>
                </a:lnTo>
                <a:cubicBezTo>
                  <a:pt x="541" y="545"/>
                  <a:pt x="542" y="547"/>
                  <a:pt x="544" y="549"/>
                </a:cubicBezTo>
                <a:cubicBezTo>
                  <a:pt x="547" y="555"/>
                  <a:pt x="550" y="561"/>
                  <a:pt x="548" y="561"/>
                </a:cubicBezTo>
                <a:cubicBezTo>
                  <a:pt x="547" y="561"/>
                  <a:pt x="546" y="561"/>
                  <a:pt x="544" y="560"/>
                </a:cubicBezTo>
                <a:lnTo>
                  <a:pt x="544" y="560"/>
                </a:lnTo>
                <a:cubicBezTo>
                  <a:pt x="543" y="561"/>
                  <a:pt x="541" y="562"/>
                  <a:pt x="551" y="574"/>
                </a:cubicBezTo>
                <a:cubicBezTo>
                  <a:pt x="556" y="581"/>
                  <a:pt x="554" y="582"/>
                  <a:pt x="552" y="583"/>
                </a:cubicBezTo>
                <a:cubicBezTo>
                  <a:pt x="549" y="580"/>
                  <a:pt x="547" y="574"/>
                  <a:pt x="544" y="570"/>
                </a:cubicBezTo>
                <a:lnTo>
                  <a:pt x="541" y="572"/>
                </a:lnTo>
                <a:cubicBezTo>
                  <a:pt x="541" y="572"/>
                  <a:pt x="541" y="572"/>
                  <a:pt x="540" y="572"/>
                </a:cubicBezTo>
                <a:cubicBezTo>
                  <a:pt x="538" y="572"/>
                  <a:pt x="532" y="568"/>
                  <a:pt x="528" y="561"/>
                </a:cubicBezTo>
                <a:cubicBezTo>
                  <a:pt x="525" y="559"/>
                  <a:pt x="524" y="557"/>
                  <a:pt x="523" y="557"/>
                </a:cubicBezTo>
                <a:lnTo>
                  <a:pt x="523" y="557"/>
                </a:lnTo>
                <a:cubicBezTo>
                  <a:pt x="522" y="557"/>
                  <a:pt x="524" y="561"/>
                  <a:pt x="531" y="568"/>
                </a:cubicBezTo>
                <a:cubicBezTo>
                  <a:pt x="540" y="582"/>
                  <a:pt x="540" y="582"/>
                  <a:pt x="537" y="584"/>
                </a:cubicBezTo>
                <a:cubicBezTo>
                  <a:pt x="536" y="585"/>
                  <a:pt x="535" y="585"/>
                  <a:pt x="534" y="585"/>
                </a:cubicBezTo>
                <a:cubicBezTo>
                  <a:pt x="533" y="585"/>
                  <a:pt x="531" y="584"/>
                  <a:pt x="529" y="580"/>
                </a:cubicBezTo>
                <a:cubicBezTo>
                  <a:pt x="526" y="575"/>
                  <a:pt x="525" y="573"/>
                  <a:pt x="523" y="573"/>
                </a:cubicBezTo>
                <a:cubicBezTo>
                  <a:pt x="523" y="573"/>
                  <a:pt x="522" y="573"/>
                  <a:pt x="521" y="574"/>
                </a:cubicBezTo>
                <a:cubicBezTo>
                  <a:pt x="516" y="576"/>
                  <a:pt x="523" y="601"/>
                  <a:pt x="529" y="616"/>
                </a:cubicBezTo>
                <a:cubicBezTo>
                  <a:pt x="533" y="623"/>
                  <a:pt x="535" y="627"/>
                  <a:pt x="534" y="627"/>
                </a:cubicBezTo>
                <a:cubicBezTo>
                  <a:pt x="534" y="627"/>
                  <a:pt x="532" y="623"/>
                  <a:pt x="528" y="617"/>
                </a:cubicBezTo>
                <a:cubicBezTo>
                  <a:pt x="524" y="612"/>
                  <a:pt x="523" y="611"/>
                  <a:pt x="521" y="611"/>
                </a:cubicBezTo>
                <a:cubicBezTo>
                  <a:pt x="521" y="611"/>
                  <a:pt x="520" y="611"/>
                  <a:pt x="520" y="611"/>
                </a:cubicBezTo>
                <a:cubicBezTo>
                  <a:pt x="516" y="604"/>
                  <a:pt x="517" y="603"/>
                  <a:pt x="520" y="603"/>
                </a:cubicBezTo>
                <a:lnTo>
                  <a:pt x="515" y="595"/>
                </a:lnTo>
                <a:cubicBezTo>
                  <a:pt x="511" y="589"/>
                  <a:pt x="509" y="586"/>
                  <a:pt x="508" y="586"/>
                </a:cubicBezTo>
                <a:lnTo>
                  <a:pt x="508" y="586"/>
                </a:lnTo>
                <a:cubicBezTo>
                  <a:pt x="507" y="586"/>
                  <a:pt x="508" y="590"/>
                  <a:pt x="511" y="598"/>
                </a:cubicBezTo>
                <a:cubicBezTo>
                  <a:pt x="511" y="602"/>
                  <a:pt x="512" y="604"/>
                  <a:pt x="511" y="604"/>
                </a:cubicBezTo>
                <a:cubicBezTo>
                  <a:pt x="511" y="604"/>
                  <a:pt x="509" y="602"/>
                  <a:pt x="507" y="600"/>
                </a:cubicBezTo>
                <a:cubicBezTo>
                  <a:pt x="504" y="595"/>
                  <a:pt x="500" y="591"/>
                  <a:pt x="499" y="591"/>
                </a:cubicBezTo>
                <a:lnTo>
                  <a:pt x="499" y="591"/>
                </a:lnTo>
                <a:cubicBezTo>
                  <a:pt x="498" y="591"/>
                  <a:pt x="498" y="592"/>
                  <a:pt x="500" y="594"/>
                </a:cubicBezTo>
                <a:cubicBezTo>
                  <a:pt x="500" y="594"/>
                  <a:pt x="499" y="594"/>
                  <a:pt x="499" y="594"/>
                </a:cubicBezTo>
                <a:cubicBezTo>
                  <a:pt x="498" y="594"/>
                  <a:pt x="495" y="594"/>
                  <a:pt x="492" y="589"/>
                </a:cubicBezTo>
                <a:cubicBezTo>
                  <a:pt x="488" y="590"/>
                  <a:pt x="486" y="591"/>
                  <a:pt x="489" y="599"/>
                </a:cubicBezTo>
                <a:cubicBezTo>
                  <a:pt x="493" y="605"/>
                  <a:pt x="491" y="607"/>
                  <a:pt x="489" y="607"/>
                </a:cubicBezTo>
                <a:cubicBezTo>
                  <a:pt x="487" y="608"/>
                  <a:pt x="486" y="608"/>
                  <a:pt x="488" y="616"/>
                </a:cubicBezTo>
                <a:cubicBezTo>
                  <a:pt x="492" y="623"/>
                  <a:pt x="493" y="631"/>
                  <a:pt x="488" y="632"/>
                </a:cubicBezTo>
                <a:cubicBezTo>
                  <a:pt x="488" y="636"/>
                  <a:pt x="488" y="639"/>
                  <a:pt x="487" y="639"/>
                </a:cubicBezTo>
                <a:cubicBezTo>
                  <a:pt x="486" y="639"/>
                  <a:pt x="484" y="635"/>
                  <a:pt x="480" y="627"/>
                </a:cubicBezTo>
                <a:cubicBezTo>
                  <a:pt x="478" y="622"/>
                  <a:pt x="477" y="621"/>
                  <a:pt x="475" y="621"/>
                </a:cubicBezTo>
                <a:cubicBezTo>
                  <a:pt x="475" y="621"/>
                  <a:pt x="474" y="621"/>
                  <a:pt x="474" y="621"/>
                </a:cubicBezTo>
                <a:cubicBezTo>
                  <a:pt x="474" y="621"/>
                  <a:pt x="471" y="621"/>
                  <a:pt x="468" y="614"/>
                </a:cubicBezTo>
                <a:cubicBezTo>
                  <a:pt x="467" y="612"/>
                  <a:pt x="466" y="611"/>
                  <a:pt x="466" y="611"/>
                </a:cubicBezTo>
                <a:lnTo>
                  <a:pt x="466" y="611"/>
                </a:lnTo>
                <a:cubicBezTo>
                  <a:pt x="465" y="611"/>
                  <a:pt x="467" y="617"/>
                  <a:pt x="468" y="622"/>
                </a:cubicBezTo>
                <a:lnTo>
                  <a:pt x="473" y="638"/>
                </a:lnTo>
                <a:cubicBezTo>
                  <a:pt x="470" y="638"/>
                  <a:pt x="465" y="623"/>
                  <a:pt x="462" y="616"/>
                </a:cubicBezTo>
                <a:cubicBezTo>
                  <a:pt x="459" y="608"/>
                  <a:pt x="457" y="604"/>
                  <a:pt x="457" y="604"/>
                </a:cubicBezTo>
                <a:lnTo>
                  <a:pt x="457" y="604"/>
                </a:lnTo>
                <a:cubicBezTo>
                  <a:pt x="457" y="604"/>
                  <a:pt x="458" y="608"/>
                  <a:pt x="460" y="616"/>
                </a:cubicBezTo>
                <a:cubicBezTo>
                  <a:pt x="462" y="621"/>
                  <a:pt x="462" y="628"/>
                  <a:pt x="460" y="628"/>
                </a:cubicBezTo>
                <a:cubicBezTo>
                  <a:pt x="460" y="628"/>
                  <a:pt x="458" y="627"/>
                  <a:pt x="457" y="625"/>
                </a:cubicBezTo>
                <a:cubicBezTo>
                  <a:pt x="456" y="625"/>
                  <a:pt x="454" y="625"/>
                  <a:pt x="453" y="625"/>
                </a:cubicBezTo>
                <a:cubicBezTo>
                  <a:pt x="451" y="625"/>
                  <a:pt x="449" y="624"/>
                  <a:pt x="448" y="619"/>
                </a:cubicBezTo>
                <a:cubicBezTo>
                  <a:pt x="447" y="616"/>
                  <a:pt x="446" y="615"/>
                  <a:pt x="446" y="615"/>
                </a:cubicBezTo>
                <a:cubicBezTo>
                  <a:pt x="445" y="615"/>
                  <a:pt x="445" y="619"/>
                  <a:pt x="445" y="619"/>
                </a:cubicBezTo>
                <a:cubicBezTo>
                  <a:pt x="445" y="624"/>
                  <a:pt x="444" y="626"/>
                  <a:pt x="442" y="626"/>
                </a:cubicBezTo>
                <a:cubicBezTo>
                  <a:pt x="441" y="626"/>
                  <a:pt x="439" y="624"/>
                  <a:pt x="436" y="621"/>
                </a:cubicBezTo>
                <a:cubicBezTo>
                  <a:pt x="429" y="613"/>
                  <a:pt x="427" y="609"/>
                  <a:pt x="426" y="609"/>
                </a:cubicBezTo>
                <a:lnTo>
                  <a:pt x="426" y="609"/>
                </a:lnTo>
                <a:cubicBezTo>
                  <a:pt x="425" y="609"/>
                  <a:pt x="425" y="613"/>
                  <a:pt x="427" y="621"/>
                </a:cubicBezTo>
                <a:cubicBezTo>
                  <a:pt x="427" y="626"/>
                  <a:pt x="428" y="631"/>
                  <a:pt x="427" y="631"/>
                </a:cubicBezTo>
                <a:cubicBezTo>
                  <a:pt x="427" y="631"/>
                  <a:pt x="426" y="628"/>
                  <a:pt x="424" y="621"/>
                </a:cubicBezTo>
                <a:cubicBezTo>
                  <a:pt x="424" y="619"/>
                  <a:pt x="423" y="619"/>
                  <a:pt x="423" y="619"/>
                </a:cubicBezTo>
                <a:cubicBezTo>
                  <a:pt x="421" y="619"/>
                  <a:pt x="420" y="624"/>
                  <a:pt x="418" y="630"/>
                </a:cubicBezTo>
                <a:cubicBezTo>
                  <a:pt x="418" y="641"/>
                  <a:pt x="418" y="653"/>
                  <a:pt x="419" y="663"/>
                </a:cubicBezTo>
                <a:cubicBezTo>
                  <a:pt x="419" y="672"/>
                  <a:pt x="420" y="677"/>
                  <a:pt x="419" y="677"/>
                </a:cubicBezTo>
                <a:cubicBezTo>
                  <a:pt x="418" y="677"/>
                  <a:pt x="417" y="674"/>
                  <a:pt x="414" y="671"/>
                </a:cubicBezTo>
                <a:cubicBezTo>
                  <a:pt x="412" y="671"/>
                  <a:pt x="410" y="663"/>
                  <a:pt x="410" y="655"/>
                </a:cubicBezTo>
                <a:cubicBezTo>
                  <a:pt x="410" y="647"/>
                  <a:pt x="411" y="647"/>
                  <a:pt x="411" y="647"/>
                </a:cubicBezTo>
                <a:lnTo>
                  <a:pt x="413" y="647"/>
                </a:lnTo>
                <a:cubicBezTo>
                  <a:pt x="413" y="639"/>
                  <a:pt x="412" y="630"/>
                  <a:pt x="409" y="630"/>
                </a:cubicBezTo>
                <a:cubicBezTo>
                  <a:pt x="408" y="626"/>
                  <a:pt x="407" y="624"/>
                  <a:pt x="406" y="624"/>
                </a:cubicBezTo>
                <a:cubicBezTo>
                  <a:pt x="406" y="624"/>
                  <a:pt x="405" y="626"/>
                  <a:pt x="405" y="630"/>
                </a:cubicBezTo>
                <a:cubicBezTo>
                  <a:pt x="403" y="622"/>
                  <a:pt x="400" y="622"/>
                  <a:pt x="396" y="622"/>
                </a:cubicBezTo>
                <a:cubicBezTo>
                  <a:pt x="393" y="622"/>
                  <a:pt x="387" y="622"/>
                  <a:pt x="386" y="613"/>
                </a:cubicBezTo>
                <a:cubicBezTo>
                  <a:pt x="386" y="613"/>
                  <a:pt x="385" y="613"/>
                  <a:pt x="384" y="613"/>
                </a:cubicBezTo>
                <a:cubicBezTo>
                  <a:pt x="382" y="613"/>
                  <a:pt x="382" y="614"/>
                  <a:pt x="381" y="621"/>
                </a:cubicBezTo>
                <a:cubicBezTo>
                  <a:pt x="380" y="630"/>
                  <a:pt x="379" y="634"/>
                  <a:pt x="378" y="634"/>
                </a:cubicBezTo>
                <a:cubicBezTo>
                  <a:pt x="378" y="634"/>
                  <a:pt x="378" y="632"/>
                  <a:pt x="378" y="629"/>
                </a:cubicBezTo>
                <a:cubicBezTo>
                  <a:pt x="378" y="618"/>
                  <a:pt x="369" y="609"/>
                  <a:pt x="362" y="609"/>
                </a:cubicBezTo>
                <a:cubicBezTo>
                  <a:pt x="358" y="609"/>
                  <a:pt x="355" y="611"/>
                  <a:pt x="354" y="616"/>
                </a:cubicBezTo>
                <a:lnTo>
                  <a:pt x="349" y="614"/>
                </a:lnTo>
                <a:cubicBezTo>
                  <a:pt x="349" y="609"/>
                  <a:pt x="345" y="606"/>
                  <a:pt x="341" y="606"/>
                </a:cubicBezTo>
                <a:cubicBezTo>
                  <a:pt x="339" y="606"/>
                  <a:pt x="336" y="607"/>
                  <a:pt x="335" y="610"/>
                </a:cubicBezTo>
                <a:cubicBezTo>
                  <a:pt x="332" y="609"/>
                  <a:pt x="331" y="609"/>
                  <a:pt x="329" y="608"/>
                </a:cubicBezTo>
                <a:cubicBezTo>
                  <a:pt x="329" y="603"/>
                  <a:pt x="329" y="600"/>
                  <a:pt x="327" y="600"/>
                </a:cubicBezTo>
                <a:cubicBezTo>
                  <a:pt x="326" y="600"/>
                  <a:pt x="325" y="602"/>
                  <a:pt x="322" y="605"/>
                </a:cubicBezTo>
                <a:cubicBezTo>
                  <a:pt x="319" y="610"/>
                  <a:pt x="317" y="615"/>
                  <a:pt x="317" y="615"/>
                </a:cubicBezTo>
                <a:cubicBezTo>
                  <a:pt x="317" y="615"/>
                  <a:pt x="317" y="614"/>
                  <a:pt x="318" y="612"/>
                </a:cubicBezTo>
                <a:cubicBezTo>
                  <a:pt x="321" y="604"/>
                  <a:pt x="318" y="603"/>
                  <a:pt x="311" y="600"/>
                </a:cubicBezTo>
                <a:cubicBezTo>
                  <a:pt x="308" y="599"/>
                  <a:pt x="307" y="598"/>
                  <a:pt x="306" y="598"/>
                </a:cubicBezTo>
                <a:cubicBezTo>
                  <a:pt x="304" y="598"/>
                  <a:pt x="304" y="600"/>
                  <a:pt x="303" y="604"/>
                </a:cubicBezTo>
                <a:cubicBezTo>
                  <a:pt x="301" y="605"/>
                  <a:pt x="299" y="606"/>
                  <a:pt x="298" y="606"/>
                </a:cubicBezTo>
                <a:cubicBezTo>
                  <a:pt x="294" y="606"/>
                  <a:pt x="297" y="600"/>
                  <a:pt x="300" y="594"/>
                </a:cubicBezTo>
                <a:cubicBezTo>
                  <a:pt x="304" y="588"/>
                  <a:pt x="306" y="584"/>
                  <a:pt x="305" y="584"/>
                </a:cubicBezTo>
                <a:lnTo>
                  <a:pt x="305" y="584"/>
                </a:lnTo>
                <a:cubicBezTo>
                  <a:pt x="303" y="584"/>
                  <a:pt x="299" y="588"/>
                  <a:pt x="293" y="599"/>
                </a:cubicBezTo>
                <a:cubicBezTo>
                  <a:pt x="288" y="606"/>
                  <a:pt x="284" y="609"/>
                  <a:pt x="283" y="609"/>
                </a:cubicBezTo>
                <a:cubicBezTo>
                  <a:pt x="282" y="609"/>
                  <a:pt x="282" y="606"/>
                  <a:pt x="284" y="603"/>
                </a:cubicBezTo>
                <a:cubicBezTo>
                  <a:pt x="286" y="599"/>
                  <a:pt x="288" y="598"/>
                  <a:pt x="289" y="598"/>
                </a:cubicBezTo>
                <a:cubicBezTo>
                  <a:pt x="290" y="598"/>
                  <a:pt x="290" y="598"/>
                  <a:pt x="291" y="599"/>
                </a:cubicBezTo>
                <a:lnTo>
                  <a:pt x="299" y="584"/>
                </a:lnTo>
                <a:cubicBezTo>
                  <a:pt x="298" y="584"/>
                  <a:pt x="298" y="584"/>
                  <a:pt x="298" y="584"/>
                </a:cubicBezTo>
                <a:cubicBezTo>
                  <a:pt x="297" y="584"/>
                  <a:pt x="296" y="585"/>
                  <a:pt x="292" y="590"/>
                </a:cubicBezTo>
                <a:cubicBezTo>
                  <a:pt x="292" y="590"/>
                  <a:pt x="292" y="590"/>
                  <a:pt x="292" y="590"/>
                </a:cubicBezTo>
                <a:cubicBezTo>
                  <a:pt x="291" y="590"/>
                  <a:pt x="289" y="590"/>
                  <a:pt x="285" y="594"/>
                </a:cubicBezTo>
                <a:cubicBezTo>
                  <a:pt x="279" y="600"/>
                  <a:pt x="275" y="608"/>
                  <a:pt x="273" y="616"/>
                </a:cubicBezTo>
                <a:cubicBezTo>
                  <a:pt x="271" y="621"/>
                  <a:pt x="270" y="622"/>
                  <a:pt x="269" y="622"/>
                </a:cubicBezTo>
                <a:cubicBezTo>
                  <a:pt x="268" y="622"/>
                  <a:pt x="267" y="622"/>
                  <a:pt x="266" y="621"/>
                </a:cubicBezTo>
                <a:cubicBezTo>
                  <a:pt x="267" y="613"/>
                  <a:pt x="271" y="605"/>
                  <a:pt x="277" y="600"/>
                </a:cubicBezTo>
                <a:cubicBezTo>
                  <a:pt x="279" y="600"/>
                  <a:pt x="283" y="593"/>
                  <a:pt x="288" y="586"/>
                </a:cubicBezTo>
                <a:cubicBezTo>
                  <a:pt x="288" y="585"/>
                  <a:pt x="288" y="584"/>
                  <a:pt x="287" y="584"/>
                </a:cubicBezTo>
                <a:cubicBezTo>
                  <a:pt x="284" y="584"/>
                  <a:pt x="273" y="592"/>
                  <a:pt x="265" y="601"/>
                </a:cubicBezTo>
                <a:cubicBezTo>
                  <a:pt x="266" y="599"/>
                  <a:pt x="268" y="597"/>
                  <a:pt x="270" y="594"/>
                </a:cubicBezTo>
                <a:cubicBezTo>
                  <a:pt x="274" y="586"/>
                  <a:pt x="271" y="585"/>
                  <a:pt x="267" y="583"/>
                </a:cubicBezTo>
                <a:cubicBezTo>
                  <a:pt x="266" y="582"/>
                  <a:pt x="265" y="581"/>
                  <a:pt x="263" y="581"/>
                </a:cubicBezTo>
                <a:cubicBezTo>
                  <a:pt x="262" y="581"/>
                  <a:pt x="261" y="582"/>
                  <a:pt x="258" y="585"/>
                </a:cubicBezTo>
                <a:cubicBezTo>
                  <a:pt x="254" y="592"/>
                  <a:pt x="249" y="598"/>
                  <a:pt x="247" y="598"/>
                </a:cubicBezTo>
                <a:cubicBezTo>
                  <a:pt x="247" y="598"/>
                  <a:pt x="247" y="598"/>
                  <a:pt x="247" y="598"/>
                </a:cubicBezTo>
                <a:lnTo>
                  <a:pt x="247" y="598"/>
                </a:lnTo>
                <a:cubicBezTo>
                  <a:pt x="248" y="599"/>
                  <a:pt x="244" y="606"/>
                  <a:pt x="239" y="612"/>
                </a:cubicBezTo>
                <a:cubicBezTo>
                  <a:pt x="240" y="605"/>
                  <a:pt x="242" y="600"/>
                  <a:pt x="244" y="595"/>
                </a:cubicBezTo>
                <a:cubicBezTo>
                  <a:pt x="250" y="580"/>
                  <a:pt x="253" y="571"/>
                  <a:pt x="247" y="565"/>
                </a:cubicBezTo>
                <a:cubicBezTo>
                  <a:pt x="243" y="563"/>
                  <a:pt x="240" y="556"/>
                  <a:pt x="244" y="552"/>
                </a:cubicBezTo>
                <a:cubicBezTo>
                  <a:pt x="243" y="551"/>
                  <a:pt x="242" y="550"/>
                  <a:pt x="241" y="550"/>
                </a:cubicBezTo>
                <a:cubicBezTo>
                  <a:pt x="240" y="550"/>
                  <a:pt x="238" y="551"/>
                  <a:pt x="235" y="554"/>
                </a:cubicBezTo>
                <a:lnTo>
                  <a:pt x="233" y="551"/>
                </a:lnTo>
                <a:cubicBezTo>
                  <a:pt x="235" y="546"/>
                  <a:pt x="235" y="544"/>
                  <a:pt x="233" y="544"/>
                </a:cubicBezTo>
                <a:lnTo>
                  <a:pt x="233" y="544"/>
                </a:lnTo>
                <a:cubicBezTo>
                  <a:pt x="232" y="544"/>
                  <a:pt x="230" y="545"/>
                  <a:pt x="228" y="547"/>
                </a:cubicBezTo>
                <a:cubicBezTo>
                  <a:pt x="227" y="548"/>
                  <a:pt x="226" y="548"/>
                  <a:pt x="225" y="548"/>
                </a:cubicBezTo>
                <a:cubicBezTo>
                  <a:pt x="223" y="548"/>
                  <a:pt x="226" y="544"/>
                  <a:pt x="225" y="543"/>
                </a:cubicBezTo>
                <a:cubicBezTo>
                  <a:pt x="229" y="536"/>
                  <a:pt x="231" y="533"/>
                  <a:pt x="231" y="533"/>
                </a:cubicBezTo>
                <a:lnTo>
                  <a:pt x="231" y="533"/>
                </a:lnTo>
                <a:cubicBezTo>
                  <a:pt x="230" y="533"/>
                  <a:pt x="226" y="537"/>
                  <a:pt x="217" y="546"/>
                </a:cubicBezTo>
                <a:cubicBezTo>
                  <a:pt x="211" y="552"/>
                  <a:pt x="208" y="561"/>
                  <a:pt x="209" y="562"/>
                </a:cubicBezTo>
                <a:lnTo>
                  <a:pt x="213" y="566"/>
                </a:lnTo>
                <a:lnTo>
                  <a:pt x="203" y="567"/>
                </a:lnTo>
                <a:cubicBezTo>
                  <a:pt x="203" y="567"/>
                  <a:pt x="203" y="567"/>
                  <a:pt x="202" y="567"/>
                </a:cubicBezTo>
                <a:cubicBezTo>
                  <a:pt x="199" y="567"/>
                  <a:pt x="192" y="569"/>
                  <a:pt x="187" y="574"/>
                </a:cubicBezTo>
                <a:cubicBezTo>
                  <a:pt x="187" y="574"/>
                  <a:pt x="182" y="578"/>
                  <a:pt x="180" y="578"/>
                </a:cubicBezTo>
                <a:cubicBezTo>
                  <a:pt x="180" y="578"/>
                  <a:pt x="180" y="578"/>
                  <a:pt x="180" y="577"/>
                </a:cubicBezTo>
                <a:lnTo>
                  <a:pt x="192" y="566"/>
                </a:lnTo>
                <a:cubicBezTo>
                  <a:pt x="199" y="563"/>
                  <a:pt x="206" y="557"/>
                  <a:pt x="211" y="552"/>
                </a:cubicBezTo>
                <a:cubicBezTo>
                  <a:pt x="218" y="543"/>
                  <a:pt x="222" y="536"/>
                  <a:pt x="219" y="536"/>
                </a:cubicBezTo>
                <a:lnTo>
                  <a:pt x="219" y="536"/>
                </a:lnTo>
                <a:cubicBezTo>
                  <a:pt x="218" y="536"/>
                  <a:pt x="216" y="537"/>
                  <a:pt x="212" y="540"/>
                </a:cubicBezTo>
                <a:cubicBezTo>
                  <a:pt x="211" y="539"/>
                  <a:pt x="211" y="539"/>
                  <a:pt x="216" y="533"/>
                </a:cubicBezTo>
                <a:cubicBezTo>
                  <a:pt x="219" y="530"/>
                  <a:pt x="220" y="528"/>
                  <a:pt x="219" y="528"/>
                </a:cubicBezTo>
                <a:lnTo>
                  <a:pt x="219" y="528"/>
                </a:lnTo>
                <a:cubicBezTo>
                  <a:pt x="218" y="528"/>
                  <a:pt x="214" y="530"/>
                  <a:pt x="207" y="535"/>
                </a:cubicBezTo>
                <a:cubicBezTo>
                  <a:pt x="201" y="538"/>
                  <a:pt x="198" y="540"/>
                  <a:pt x="196" y="540"/>
                </a:cubicBezTo>
                <a:cubicBezTo>
                  <a:pt x="195" y="540"/>
                  <a:pt x="197" y="536"/>
                  <a:pt x="204" y="529"/>
                </a:cubicBezTo>
                <a:cubicBezTo>
                  <a:pt x="212" y="520"/>
                  <a:pt x="211" y="514"/>
                  <a:pt x="208" y="514"/>
                </a:cubicBezTo>
                <a:cubicBezTo>
                  <a:pt x="206" y="514"/>
                  <a:pt x="205" y="515"/>
                  <a:pt x="203" y="516"/>
                </a:cubicBezTo>
                <a:cubicBezTo>
                  <a:pt x="198" y="519"/>
                  <a:pt x="195" y="521"/>
                  <a:pt x="193" y="521"/>
                </a:cubicBezTo>
                <a:cubicBezTo>
                  <a:pt x="190" y="521"/>
                  <a:pt x="190" y="518"/>
                  <a:pt x="193" y="514"/>
                </a:cubicBezTo>
                <a:cubicBezTo>
                  <a:pt x="197" y="510"/>
                  <a:pt x="198" y="507"/>
                  <a:pt x="195" y="507"/>
                </a:cubicBezTo>
                <a:cubicBezTo>
                  <a:pt x="194" y="507"/>
                  <a:pt x="192" y="508"/>
                  <a:pt x="190" y="509"/>
                </a:cubicBezTo>
                <a:cubicBezTo>
                  <a:pt x="196" y="505"/>
                  <a:pt x="201" y="501"/>
                  <a:pt x="198" y="501"/>
                </a:cubicBezTo>
                <a:cubicBezTo>
                  <a:pt x="198" y="501"/>
                  <a:pt x="197" y="501"/>
                  <a:pt x="196" y="501"/>
                </a:cubicBezTo>
                <a:cubicBezTo>
                  <a:pt x="196" y="501"/>
                  <a:pt x="195" y="501"/>
                  <a:pt x="195" y="501"/>
                </a:cubicBezTo>
                <a:cubicBezTo>
                  <a:pt x="194" y="501"/>
                  <a:pt x="192" y="502"/>
                  <a:pt x="188" y="506"/>
                </a:cubicBezTo>
                <a:lnTo>
                  <a:pt x="172" y="510"/>
                </a:lnTo>
                <a:cubicBezTo>
                  <a:pt x="173" y="512"/>
                  <a:pt x="166" y="516"/>
                  <a:pt x="160" y="520"/>
                </a:cubicBezTo>
                <a:cubicBezTo>
                  <a:pt x="159" y="521"/>
                  <a:pt x="158" y="521"/>
                  <a:pt x="157" y="521"/>
                </a:cubicBezTo>
                <a:cubicBezTo>
                  <a:pt x="154" y="521"/>
                  <a:pt x="158" y="510"/>
                  <a:pt x="175" y="498"/>
                </a:cubicBezTo>
                <a:lnTo>
                  <a:pt x="188" y="487"/>
                </a:lnTo>
                <a:lnTo>
                  <a:pt x="173" y="494"/>
                </a:lnTo>
                <a:cubicBezTo>
                  <a:pt x="172" y="492"/>
                  <a:pt x="171" y="490"/>
                  <a:pt x="179" y="487"/>
                </a:cubicBezTo>
                <a:cubicBezTo>
                  <a:pt x="185" y="483"/>
                  <a:pt x="185" y="483"/>
                  <a:pt x="185" y="481"/>
                </a:cubicBezTo>
                <a:cubicBezTo>
                  <a:pt x="185" y="481"/>
                  <a:pt x="185" y="481"/>
                  <a:pt x="185" y="481"/>
                </a:cubicBezTo>
                <a:cubicBezTo>
                  <a:pt x="184" y="481"/>
                  <a:pt x="182" y="481"/>
                  <a:pt x="178" y="483"/>
                </a:cubicBezTo>
                <a:cubicBezTo>
                  <a:pt x="170" y="487"/>
                  <a:pt x="166" y="489"/>
                  <a:pt x="165" y="489"/>
                </a:cubicBezTo>
                <a:cubicBezTo>
                  <a:pt x="165" y="489"/>
                  <a:pt x="167" y="487"/>
                  <a:pt x="170" y="485"/>
                </a:cubicBezTo>
                <a:cubicBezTo>
                  <a:pt x="178" y="480"/>
                  <a:pt x="181" y="477"/>
                  <a:pt x="178" y="477"/>
                </a:cubicBezTo>
                <a:cubicBezTo>
                  <a:pt x="176" y="477"/>
                  <a:pt x="173" y="478"/>
                  <a:pt x="167" y="480"/>
                </a:cubicBezTo>
                <a:cubicBezTo>
                  <a:pt x="160" y="483"/>
                  <a:pt x="156" y="485"/>
                  <a:pt x="156" y="485"/>
                </a:cubicBezTo>
                <a:cubicBezTo>
                  <a:pt x="155" y="485"/>
                  <a:pt x="159" y="482"/>
                  <a:pt x="166" y="478"/>
                </a:cubicBezTo>
                <a:cubicBezTo>
                  <a:pt x="173" y="474"/>
                  <a:pt x="180" y="470"/>
                  <a:pt x="180" y="468"/>
                </a:cubicBezTo>
                <a:lnTo>
                  <a:pt x="180" y="468"/>
                </a:lnTo>
                <a:lnTo>
                  <a:pt x="172" y="471"/>
                </a:lnTo>
                <a:cubicBezTo>
                  <a:pt x="165" y="474"/>
                  <a:pt x="162" y="475"/>
                  <a:pt x="160" y="475"/>
                </a:cubicBezTo>
                <a:cubicBezTo>
                  <a:pt x="158" y="475"/>
                  <a:pt x="159" y="473"/>
                  <a:pt x="163" y="471"/>
                </a:cubicBezTo>
                <a:cubicBezTo>
                  <a:pt x="171" y="468"/>
                  <a:pt x="171" y="466"/>
                  <a:pt x="162" y="465"/>
                </a:cubicBezTo>
                <a:cubicBezTo>
                  <a:pt x="161" y="462"/>
                  <a:pt x="160" y="460"/>
                  <a:pt x="167" y="457"/>
                </a:cubicBezTo>
                <a:cubicBezTo>
                  <a:pt x="176" y="454"/>
                  <a:pt x="180" y="453"/>
                  <a:pt x="179" y="453"/>
                </a:cubicBezTo>
                <a:lnTo>
                  <a:pt x="179" y="453"/>
                </a:lnTo>
                <a:cubicBezTo>
                  <a:pt x="178" y="453"/>
                  <a:pt x="174" y="454"/>
                  <a:pt x="166" y="455"/>
                </a:cubicBezTo>
                <a:cubicBezTo>
                  <a:pt x="164" y="456"/>
                  <a:pt x="162" y="456"/>
                  <a:pt x="161" y="456"/>
                </a:cubicBezTo>
                <a:cubicBezTo>
                  <a:pt x="159" y="456"/>
                  <a:pt x="160" y="454"/>
                  <a:pt x="165" y="450"/>
                </a:cubicBezTo>
                <a:cubicBezTo>
                  <a:pt x="173" y="446"/>
                  <a:pt x="173" y="446"/>
                  <a:pt x="164" y="446"/>
                </a:cubicBezTo>
                <a:cubicBezTo>
                  <a:pt x="148" y="451"/>
                  <a:pt x="142" y="453"/>
                  <a:pt x="142" y="455"/>
                </a:cubicBezTo>
                <a:cubicBezTo>
                  <a:pt x="142" y="457"/>
                  <a:pt x="142" y="457"/>
                  <a:pt x="135" y="460"/>
                </a:cubicBezTo>
                <a:cubicBezTo>
                  <a:pt x="135" y="460"/>
                  <a:pt x="134" y="457"/>
                  <a:pt x="134" y="455"/>
                </a:cubicBezTo>
                <a:cubicBezTo>
                  <a:pt x="133" y="453"/>
                  <a:pt x="133" y="452"/>
                  <a:pt x="124" y="450"/>
                </a:cubicBezTo>
                <a:cubicBezTo>
                  <a:pt x="122" y="449"/>
                  <a:pt x="119" y="449"/>
                  <a:pt x="117" y="449"/>
                </a:cubicBezTo>
                <a:cubicBezTo>
                  <a:pt x="109" y="449"/>
                  <a:pt x="102" y="451"/>
                  <a:pt x="109" y="453"/>
                </a:cubicBezTo>
                <a:lnTo>
                  <a:pt x="101" y="457"/>
                </a:lnTo>
                <a:cubicBezTo>
                  <a:pt x="85" y="461"/>
                  <a:pt x="81" y="465"/>
                  <a:pt x="87" y="465"/>
                </a:cubicBezTo>
                <a:cubicBezTo>
                  <a:pt x="89" y="465"/>
                  <a:pt x="95" y="464"/>
                  <a:pt x="102" y="462"/>
                </a:cubicBezTo>
                <a:cubicBezTo>
                  <a:pt x="114" y="459"/>
                  <a:pt x="120" y="457"/>
                  <a:pt x="121" y="457"/>
                </a:cubicBezTo>
                <a:lnTo>
                  <a:pt x="121" y="457"/>
                </a:lnTo>
                <a:cubicBezTo>
                  <a:pt x="122" y="457"/>
                  <a:pt x="119" y="459"/>
                  <a:pt x="111" y="462"/>
                </a:cubicBezTo>
                <a:cubicBezTo>
                  <a:pt x="96" y="466"/>
                  <a:pt x="96" y="469"/>
                  <a:pt x="97" y="471"/>
                </a:cubicBezTo>
                <a:cubicBezTo>
                  <a:pt x="98" y="473"/>
                  <a:pt x="97" y="473"/>
                  <a:pt x="90" y="475"/>
                </a:cubicBezTo>
                <a:cubicBezTo>
                  <a:pt x="82" y="479"/>
                  <a:pt x="74" y="483"/>
                  <a:pt x="75" y="485"/>
                </a:cubicBezTo>
                <a:cubicBezTo>
                  <a:pt x="76" y="487"/>
                  <a:pt x="76" y="488"/>
                  <a:pt x="77" y="488"/>
                </a:cubicBezTo>
                <a:cubicBezTo>
                  <a:pt x="79" y="488"/>
                  <a:pt x="81" y="487"/>
                  <a:pt x="84" y="485"/>
                </a:cubicBezTo>
                <a:cubicBezTo>
                  <a:pt x="86" y="484"/>
                  <a:pt x="88" y="484"/>
                  <a:pt x="89" y="484"/>
                </a:cubicBezTo>
                <a:lnTo>
                  <a:pt x="89" y="484"/>
                </a:lnTo>
                <a:cubicBezTo>
                  <a:pt x="91" y="484"/>
                  <a:pt x="88" y="488"/>
                  <a:pt x="78" y="493"/>
                </a:cubicBezTo>
                <a:cubicBezTo>
                  <a:pt x="74" y="496"/>
                  <a:pt x="73" y="498"/>
                  <a:pt x="74" y="498"/>
                </a:cubicBezTo>
                <a:cubicBezTo>
                  <a:pt x="75" y="498"/>
                  <a:pt x="79" y="496"/>
                  <a:pt x="87" y="493"/>
                </a:cubicBezTo>
                <a:cubicBezTo>
                  <a:pt x="91" y="492"/>
                  <a:pt x="95" y="491"/>
                  <a:pt x="97" y="491"/>
                </a:cubicBezTo>
                <a:cubicBezTo>
                  <a:pt x="101" y="491"/>
                  <a:pt x="99" y="495"/>
                  <a:pt x="89" y="500"/>
                </a:cubicBezTo>
                <a:lnTo>
                  <a:pt x="91" y="505"/>
                </a:lnTo>
                <a:cubicBezTo>
                  <a:pt x="92" y="506"/>
                  <a:pt x="92" y="506"/>
                  <a:pt x="94" y="506"/>
                </a:cubicBezTo>
                <a:cubicBezTo>
                  <a:pt x="96" y="506"/>
                  <a:pt x="101" y="504"/>
                  <a:pt x="107" y="501"/>
                </a:cubicBezTo>
                <a:cubicBezTo>
                  <a:pt x="115" y="498"/>
                  <a:pt x="118" y="496"/>
                  <a:pt x="119" y="496"/>
                </a:cubicBezTo>
                <a:lnTo>
                  <a:pt x="119" y="496"/>
                </a:lnTo>
                <a:cubicBezTo>
                  <a:pt x="120" y="496"/>
                  <a:pt x="118" y="497"/>
                  <a:pt x="115" y="500"/>
                </a:cubicBezTo>
                <a:cubicBezTo>
                  <a:pt x="111" y="503"/>
                  <a:pt x="106" y="507"/>
                  <a:pt x="101" y="509"/>
                </a:cubicBezTo>
                <a:cubicBezTo>
                  <a:pt x="93" y="512"/>
                  <a:pt x="95" y="515"/>
                  <a:pt x="96" y="517"/>
                </a:cubicBezTo>
                <a:cubicBezTo>
                  <a:pt x="97" y="519"/>
                  <a:pt x="98" y="521"/>
                  <a:pt x="101" y="521"/>
                </a:cubicBezTo>
                <a:cubicBezTo>
                  <a:pt x="103" y="521"/>
                  <a:pt x="104" y="521"/>
                  <a:pt x="106" y="520"/>
                </a:cubicBezTo>
                <a:lnTo>
                  <a:pt x="106" y="520"/>
                </a:lnTo>
                <a:lnTo>
                  <a:pt x="99" y="524"/>
                </a:lnTo>
                <a:cubicBezTo>
                  <a:pt x="100" y="525"/>
                  <a:pt x="96" y="528"/>
                  <a:pt x="97" y="528"/>
                </a:cubicBezTo>
                <a:cubicBezTo>
                  <a:pt x="97" y="528"/>
                  <a:pt x="98" y="527"/>
                  <a:pt x="100" y="526"/>
                </a:cubicBezTo>
                <a:lnTo>
                  <a:pt x="100" y="526"/>
                </a:lnTo>
                <a:cubicBezTo>
                  <a:pt x="100" y="526"/>
                  <a:pt x="101" y="528"/>
                  <a:pt x="97" y="537"/>
                </a:cubicBezTo>
                <a:cubicBezTo>
                  <a:pt x="94" y="541"/>
                  <a:pt x="96" y="543"/>
                  <a:pt x="100" y="543"/>
                </a:cubicBezTo>
                <a:cubicBezTo>
                  <a:pt x="105" y="543"/>
                  <a:pt x="114" y="539"/>
                  <a:pt x="120" y="530"/>
                </a:cubicBezTo>
                <a:lnTo>
                  <a:pt x="121" y="533"/>
                </a:lnTo>
                <a:cubicBezTo>
                  <a:pt x="122" y="533"/>
                  <a:pt x="122" y="533"/>
                  <a:pt x="122" y="533"/>
                </a:cubicBezTo>
                <a:cubicBezTo>
                  <a:pt x="124" y="533"/>
                  <a:pt x="129" y="530"/>
                  <a:pt x="129" y="530"/>
                </a:cubicBezTo>
                <a:cubicBezTo>
                  <a:pt x="132" y="528"/>
                  <a:pt x="134" y="528"/>
                  <a:pt x="135" y="528"/>
                </a:cubicBezTo>
                <a:cubicBezTo>
                  <a:pt x="137" y="528"/>
                  <a:pt x="138" y="529"/>
                  <a:pt x="138" y="530"/>
                </a:cubicBezTo>
                <a:lnTo>
                  <a:pt x="125" y="538"/>
                </a:lnTo>
                <a:cubicBezTo>
                  <a:pt x="109" y="545"/>
                  <a:pt x="102" y="552"/>
                  <a:pt x="107" y="552"/>
                </a:cubicBezTo>
                <a:cubicBezTo>
                  <a:pt x="109" y="552"/>
                  <a:pt x="113" y="550"/>
                  <a:pt x="120" y="547"/>
                </a:cubicBezTo>
                <a:lnTo>
                  <a:pt x="120" y="547"/>
                </a:lnTo>
                <a:lnTo>
                  <a:pt x="113" y="552"/>
                </a:lnTo>
                <a:cubicBezTo>
                  <a:pt x="106" y="555"/>
                  <a:pt x="108" y="557"/>
                  <a:pt x="117" y="557"/>
                </a:cubicBezTo>
                <a:cubicBezTo>
                  <a:pt x="117" y="558"/>
                  <a:pt x="118" y="558"/>
                  <a:pt x="118" y="558"/>
                </a:cubicBezTo>
                <a:cubicBezTo>
                  <a:pt x="122" y="558"/>
                  <a:pt x="135" y="552"/>
                  <a:pt x="141" y="548"/>
                </a:cubicBezTo>
                <a:cubicBezTo>
                  <a:pt x="144" y="546"/>
                  <a:pt x="146" y="545"/>
                  <a:pt x="147" y="545"/>
                </a:cubicBezTo>
                <a:cubicBezTo>
                  <a:pt x="148" y="545"/>
                  <a:pt x="148" y="546"/>
                  <a:pt x="148" y="546"/>
                </a:cubicBezTo>
                <a:cubicBezTo>
                  <a:pt x="150" y="548"/>
                  <a:pt x="150" y="548"/>
                  <a:pt x="143" y="553"/>
                </a:cubicBezTo>
                <a:cubicBezTo>
                  <a:pt x="134" y="559"/>
                  <a:pt x="132" y="562"/>
                  <a:pt x="135" y="562"/>
                </a:cubicBezTo>
                <a:cubicBezTo>
                  <a:pt x="137" y="562"/>
                  <a:pt x="141" y="561"/>
                  <a:pt x="146" y="558"/>
                </a:cubicBezTo>
                <a:lnTo>
                  <a:pt x="146" y="558"/>
                </a:lnTo>
                <a:lnTo>
                  <a:pt x="139" y="564"/>
                </a:lnTo>
                <a:cubicBezTo>
                  <a:pt x="134" y="568"/>
                  <a:pt x="128" y="575"/>
                  <a:pt x="142" y="581"/>
                </a:cubicBezTo>
                <a:cubicBezTo>
                  <a:pt x="148" y="589"/>
                  <a:pt x="153" y="594"/>
                  <a:pt x="147" y="600"/>
                </a:cubicBezTo>
                <a:cubicBezTo>
                  <a:pt x="145" y="602"/>
                  <a:pt x="146" y="603"/>
                  <a:pt x="148" y="603"/>
                </a:cubicBezTo>
                <a:cubicBezTo>
                  <a:pt x="153" y="603"/>
                  <a:pt x="165" y="600"/>
                  <a:pt x="174" y="595"/>
                </a:cubicBezTo>
                <a:lnTo>
                  <a:pt x="174" y="595"/>
                </a:lnTo>
                <a:cubicBezTo>
                  <a:pt x="169" y="601"/>
                  <a:pt x="171" y="602"/>
                  <a:pt x="174" y="605"/>
                </a:cubicBezTo>
                <a:cubicBezTo>
                  <a:pt x="179" y="611"/>
                  <a:pt x="179" y="611"/>
                  <a:pt x="173" y="617"/>
                </a:cubicBezTo>
                <a:cubicBezTo>
                  <a:pt x="167" y="622"/>
                  <a:pt x="163" y="625"/>
                  <a:pt x="164" y="625"/>
                </a:cubicBezTo>
                <a:cubicBezTo>
                  <a:pt x="165" y="625"/>
                  <a:pt x="168" y="623"/>
                  <a:pt x="175" y="619"/>
                </a:cubicBezTo>
                <a:cubicBezTo>
                  <a:pt x="179" y="616"/>
                  <a:pt x="181" y="615"/>
                  <a:pt x="183" y="615"/>
                </a:cubicBezTo>
                <a:cubicBezTo>
                  <a:pt x="187" y="615"/>
                  <a:pt x="185" y="623"/>
                  <a:pt x="176" y="632"/>
                </a:cubicBezTo>
                <a:cubicBezTo>
                  <a:pt x="172" y="638"/>
                  <a:pt x="173" y="640"/>
                  <a:pt x="178" y="644"/>
                </a:cubicBezTo>
                <a:cubicBezTo>
                  <a:pt x="180" y="642"/>
                  <a:pt x="182" y="641"/>
                  <a:pt x="184" y="641"/>
                </a:cubicBezTo>
                <a:cubicBezTo>
                  <a:pt x="187" y="641"/>
                  <a:pt x="190" y="644"/>
                  <a:pt x="192" y="646"/>
                </a:cubicBezTo>
                <a:cubicBezTo>
                  <a:pt x="195" y="648"/>
                  <a:pt x="196" y="649"/>
                  <a:pt x="198" y="649"/>
                </a:cubicBezTo>
                <a:cubicBezTo>
                  <a:pt x="200" y="649"/>
                  <a:pt x="202" y="646"/>
                  <a:pt x="208" y="638"/>
                </a:cubicBezTo>
                <a:cubicBezTo>
                  <a:pt x="214" y="630"/>
                  <a:pt x="218" y="628"/>
                  <a:pt x="220" y="628"/>
                </a:cubicBezTo>
                <a:cubicBezTo>
                  <a:pt x="221" y="628"/>
                  <a:pt x="222" y="628"/>
                  <a:pt x="224" y="629"/>
                </a:cubicBezTo>
                <a:cubicBezTo>
                  <a:pt x="226" y="631"/>
                  <a:pt x="228" y="632"/>
                  <a:pt x="222" y="639"/>
                </a:cubicBezTo>
                <a:cubicBezTo>
                  <a:pt x="222" y="639"/>
                  <a:pt x="220" y="647"/>
                  <a:pt x="222" y="648"/>
                </a:cubicBezTo>
                <a:cubicBezTo>
                  <a:pt x="224" y="650"/>
                  <a:pt x="226" y="651"/>
                  <a:pt x="221" y="658"/>
                </a:cubicBezTo>
                <a:cubicBezTo>
                  <a:pt x="221" y="658"/>
                  <a:pt x="219" y="666"/>
                  <a:pt x="224" y="669"/>
                </a:cubicBezTo>
                <a:cubicBezTo>
                  <a:pt x="228" y="672"/>
                  <a:pt x="233" y="675"/>
                  <a:pt x="228" y="682"/>
                </a:cubicBezTo>
                <a:cubicBezTo>
                  <a:pt x="229" y="682"/>
                  <a:pt x="229" y="682"/>
                  <a:pt x="230" y="682"/>
                </a:cubicBezTo>
                <a:cubicBezTo>
                  <a:pt x="231" y="682"/>
                  <a:pt x="232" y="681"/>
                  <a:pt x="235" y="676"/>
                </a:cubicBezTo>
                <a:cubicBezTo>
                  <a:pt x="237" y="672"/>
                  <a:pt x="240" y="669"/>
                  <a:pt x="243" y="669"/>
                </a:cubicBezTo>
                <a:cubicBezTo>
                  <a:pt x="245" y="669"/>
                  <a:pt x="247" y="671"/>
                  <a:pt x="249" y="676"/>
                </a:cubicBezTo>
                <a:cubicBezTo>
                  <a:pt x="252" y="677"/>
                  <a:pt x="255" y="679"/>
                  <a:pt x="258" y="679"/>
                </a:cubicBezTo>
                <a:cubicBezTo>
                  <a:pt x="260" y="679"/>
                  <a:pt x="262" y="678"/>
                  <a:pt x="264" y="675"/>
                </a:cubicBezTo>
                <a:lnTo>
                  <a:pt x="264" y="675"/>
                </a:lnTo>
                <a:cubicBezTo>
                  <a:pt x="266" y="676"/>
                  <a:pt x="266" y="676"/>
                  <a:pt x="263" y="683"/>
                </a:cubicBezTo>
                <a:cubicBezTo>
                  <a:pt x="258" y="691"/>
                  <a:pt x="258" y="696"/>
                  <a:pt x="261" y="696"/>
                </a:cubicBezTo>
                <a:cubicBezTo>
                  <a:pt x="263" y="696"/>
                  <a:pt x="267" y="693"/>
                  <a:pt x="272" y="687"/>
                </a:cubicBezTo>
                <a:cubicBezTo>
                  <a:pt x="273" y="684"/>
                  <a:pt x="275" y="683"/>
                  <a:pt x="275" y="683"/>
                </a:cubicBezTo>
                <a:cubicBezTo>
                  <a:pt x="276" y="683"/>
                  <a:pt x="277" y="685"/>
                  <a:pt x="276" y="690"/>
                </a:cubicBezTo>
                <a:cubicBezTo>
                  <a:pt x="276" y="690"/>
                  <a:pt x="277" y="690"/>
                  <a:pt x="277" y="690"/>
                </a:cubicBezTo>
                <a:cubicBezTo>
                  <a:pt x="279" y="690"/>
                  <a:pt x="281" y="689"/>
                  <a:pt x="284" y="685"/>
                </a:cubicBezTo>
                <a:cubicBezTo>
                  <a:pt x="287" y="682"/>
                  <a:pt x="288" y="680"/>
                  <a:pt x="289" y="680"/>
                </a:cubicBezTo>
                <a:cubicBezTo>
                  <a:pt x="290" y="680"/>
                  <a:pt x="290" y="683"/>
                  <a:pt x="291" y="687"/>
                </a:cubicBezTo>
                <a:cubicBezTo>
                  <a:pt x="289" y="695"/>
                  <a:pt x="291" y="696"/>
                  <a:pt x="293" y="697"/>
                </a:cubicBezTo>
                <a:cubicBezTo>
                  <a:pt x="295" y="696"/>
                  <a:pt x="297" y="696"/>
                  <a:pt x="300" y="696"/>
                </a:cubicBezTo>
                <a:cubicBezTo>
                  <a:pt x="311" y="696"/>
                  <a:pt x="326" y="702"/>
                  <a:pt x="327" y="709"/>
                </a:cubicBezTo>
                <a:cubicBezTo>
                  <a:pt x="330" y="703"/>
                  <a:pt x="331" y="701"/>
                  <a:pt x="332" y="701"/>
                </a:cubicBezTo>
                <a:cubicBezTo>
                  <a:pt x="332" y="701"/>
                  <a:pt x="333" y="702"/>
                  <a:pt x="333" y="702"/>
                </a:cubicBezTo>
                <a:cubicBezTo>
                  <a:pt x="333" y="709"/>
                  <a:pt x="333" y="711"/>
                  <a:pt x="334" y="711"/>
                </a:cubicBezTo>
                <a:cubicBezTo>
                  <a:pt x="336" y="711"/>
                  <a:pt x="338" y="705"/>
                  <a:pt x="340" y="695"/>
                </a:cubicBezTo>
                <a:lnTo>
                  <a:pt x="338" y="694"/>
                </a:lnTo>
                <a:lnTo>
                  <a:pt x="336" y="694"/>
                </a:lnTo>
                <a:cubicBezTo>
                  <a:pt x="337" y="687"/>
                  <a:pt x="339" y="684"/>
                  <a:pt x="341" y="684"/>
                </a:cubicBezTo>
                <a:cubicBezTo>
                  <a:pt x="343" y="684"/>
                  <a:pt x="344" y="690"/>
                  <a:pt x="341" y="704"/>
                </a:cubicBezTo>
                <a:cubicBezTo>
                  <a:pt x="341" y="712"/>
                  <a:pt x="340" y="716"/>
                  <a:pt x="341" y="716"/>
                </a:cubicBezTo>
                <a:cubicBezTo>
                  <a:pt x="342" y="716"/>
                  <a:pt x="343" y="712"/>
                  <a:pt x="346" y="705"/>
                </a:cubicBezTo>
                <a:cubicBezTo>
                  <a:pt x="349" y="698"/>
                  <a:pt x="351" y="694"/>
                  <a:pt x="352" y="694"/>
                </a:cubicBezTo>
                <a:cubicBezTo>
                  <a:pt x="353" y="694"/>
                  <a:pt x="353" y="698"/>
                  <a:pt x="353" y="706"/>
                </a:cubicBezTo>
                <a:cubicBezTo>
                  <a:pt x="351" y="714"/>
                  <a:pt x="351" y="718"/>
                  <a:pt x="351" y="718"/>
                </a:cubicBezTo>
                <a:cubicBezTo>
                  <a:pt x="352" y="718"/>
                  <a:pt x="353" y="714"/>
                  <a:pt x="356" y="706"/>
                </a:cubicBezTo>
                <a:cubicBezTo>
                  <a:pt x="361" y="689"/>
                  <a:pt x="366" y="679"/>
                  <a:pt x="368" y="679"/>
                </a:cubicBezTo>
                <a:cubicBezTo>
                  <a:pt x="370" y="679"/>
                  <a:pt x="370" y="686"/>
                  <a:pt x="368" y="701"/>
                </a:cubicBezTo>
                <a:cubicBezTo>
                  <a:pt x="367" y="717"/>
                  <a:pt x="368" y="724"/>
                  <a:pt x="372" y="726"/>
                </a:cubicBezTo>
                <a:cubicBezTo>
                  <a:pt x="374" y="726"/>
                  <a:pt x="375" y="718"/>
                  <a:pt x="375" y="710"/>
                </a:cubicBezTo>
                <a:cubicBezTo>
                  <a:pt x="374" y="701"/>
                  <a:pt x="375" y="697"/>
                  <a:pt x="376" y="697"/>
                </a:cubicBezTo>
                <a:cubicBezTo>
                  <a:pt x="377" y="697"/>
                  <a:pt x="378" y="701"/>
                  <a:pt x="381" y="710"/>
                </a:cubicBezTo>
                <a:cubicBezTo>
                  <a:pt x="384" y="724"/>
                  <a:pt x="387" y="730"/>
                  <a:pt x="391" y="730"/>
                </a:cubicBezTo>
                <a:cubicBezTo>
                  <a:pt x="394" y="730"/>
                  <a:pt x="397" y="726"/>
                  <a:pt x="400" y="719"/>
                </a:cubicBezTo>
                <a:cubicBezTo>
                  <a:pt x="405" y="711"/>
                  <a:pt x="409" y="707"/>
                  <a:pt x="412" y="707"/>
                </a:cubicBezTo>
                <a:cubicBezTo>
                  <a:pt x="414" y="707"/>
                  <a:pt x="414" y="711"/>
                  <a:pt x="411" y="719"/>
                </a:cubicBezTo>
                <a:cubicBezTo>
                  <a:pt x="408" y="729"/>
                  <a:pt x="406" y="733"/>
                  <a:pt x="407" y="733"/>
                </a:cubicBezTo>
                <a:cubicBezTo>
                  <a:pt x="407" y="733"/>
                  <a:pt x="409" y="730"/>
                  <a:pt x="411" y="727"/>
                </a:cubicBezTo>
                <a:lnTo>
                  <a:pt x="424" y="727"/>
                </a:lnTo>
                <a:cubicBezTo>
                  <a:pt x="427" y="727"/>
                  <a:pt x="429" y="719"/>
                  <a:pt x="428" y="711"/>
                </a:cubicBezTo>
                <a:lnTo>
                  <a:pt x="428" y="711"/>
                </a:lnTo>
                <a:cubicBezTo>
                  <a:pt x="430" y="720"/>
                  <a:pt x="433" y="727"/>
                  <a:pt x="436" y="727"/>
                </a:cubicBezTo>
                <a:cubicBezTo>
                  <a:pt x="438" y="727"/>
                  <a:pt x="440" y="724"/>
                  <a:pt x="441" y="718"/>
                </a:cubicBezTo>
                <a:lnTo>
                  <a:pt x="447" y="717"/>
                </a:lnTo>
                <a:cubicBezTo>
                  <a:pt x="449" y="717"/>
                  <a:pt x="449" y="717"/>
                  <a:pt x="450" y="708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4"/>
                  <a:pt x="456" y="710"/>
                  <a:pt x="459" y="715"/>
                </a:cubicBezTo>
                <a:cubicBezTo>
                  <a:pt x="462" y="721"/>
                  <a:pt x="465" y="726"/>
                  <a:pt x="466" y="726"/>
                </a:cubicBezTo>
                <a:cubicBezTo>
                  <a:pt x="467" y="726"/>
                  <a:pt x="467" y="725"/>
                  <a:pt x="466" y="722"/>
                </a:cubicBezTo>
                <a:cubicBezTo>
                  <a:pt x="466" y="713"/>
                  <a:pt x="467" y="705"/>
                  <a:pt x="468" y="696"/>
                </a:cubicBezTo>
                <a:cubicBezTo>
                  <a:pt x="468" y="694"/>
                  <a:pt x="469" y="693"/>
                  <a:pt x="470" y="693"/>
                </a:cubicBezTo>
                <a:cubicBezTo>
                  <a:pt x="471" y="693"/>
                  <a:pt x="473" y="698"/>
                  <a:pt x="473" y="704"/>
                </a:cubicBezTo>
                <a:cubicBezTo>
                  <a:pt x="475" y="712"/>
                  <a:pt x="475" y="712"/>
                  <a:pt x="482" y="719"/>
                </a:cubicBezTo>
                <a:cubicBezTo>
                  <a:pt x="484" y="718"/>
                  <a:pt x="489" y="717"/>
                  <a:pt x="487" y="709"/>
                </a:cubicBezTo>
                <a:cubicBezTo>
                  <a:pt x="486" y="704"/>
                  <a:pt x="491" y="701"/>
                  <a:pt x="496" y="701"/>
                </a:cubicBezTo>
                <a:cubicBezTo>
                  <a:pt x="499" y="701"/>
                  <a:pt x="502" y="702"/>
                  <a:pt x="504" y="704"/>
                </a:cubicBezTo>
                <a:lnTo>
                  <a:pt x="510" y="702"/>
                </a:lnTo>
                <a:cubicBezTo>
                  <a:pt x="512" y="702"/>
                  <a:pt x="512" y="693"/>
                  <a:pt x="514" y="692"/>
                </a:cubicBezTo>
                <a:cubicBezTo>
                  <a:pt x="514" y="692"/>
                  <a:pt x="516" y="692"/>
                  <a:pt x="515" y="683"/>
                </a:cubicBezTo>
                <a:cubicBezTo>
                  <a:pt x="516" y="683"/>
                  <a:pt x="517" y="683"/>
                  <a:pt x="517" y="683"/>
                </a:cubicBezTo>
                <a:cubicBezTo>
                  <a:pt x="520" y="683"/>
                  <a:pt x="521" y="684"/>
                  <a:pt x="523" y="690"/>
                </a:cubicBezTo>
                <a:cubicBezTo>
                  <a:pt x="521" y="681"/>
                  <a:pt x="520" y="677"/>
                  <a:pt x="521" y="677"/>
                </a:cubicBezTo>
                <a:lnTo>
                  <a:pt x="521" y="677"/>
                </a:lnTo>
                <a:cubicBezTo>
                  <a:pt x="522" y="677"/>
                  <a:pt x="524" y="680"/>
                  <a:pt x="529" y="687"/>
                </a:cubicBezTo>
                <a:cubicBezTo>
                  <a:pt x="531" y="695"/>
                  <a:pt x="533" y="698"/>
                  <a:pt x="533" y="698"/>
                </a:cubicBezTo>
                <a:cubicBezTo>
                  <a:pt x="533" y="698"/>
                  <a:pt x="533" y="694"/>
                  <a:pt x="531" y="686"/>
                </a:cubicBezTo>
                <a:cubicBezTo>
                  <a:pt x="530" y="682"/>
                  <a:pt x="530" y="680"/>
                  <a:pt x="531" y="680"/>
                </a:cubicBezTo>
                <a:lnTo>
                  <a:pt x="531" y="680"/>
                </a:lnTo>
                <a:cubicBezTo>
                  <a:pt x="531" y="680"/>
                  <a:pt x="533" y="681"/>
                  <a:pt x="535" y="684"/>
                </a:cubicBezTo>
                <a:cubicBezTo>
                  <a:pt x="537" y="688"/>
                  <a:pt x="538" y="689"/>
                  <a:pt x="539" y="689"/>
                </a:cubicBezTo>
                <a:cubicBezTo>
                  <a:pt x="540" y="689"/>
                  <a:pt x="539" y="687"/>
                  <a:pt x="538" y="683"/>
                </a:cubicBezTo>
                <a:cubicBezTo>
                  <a:pt x="535" y="673"/>
                  <a:pt x="535" y="665"/>
                  <a:pt x="538" y="665"/>
                </a:cubicBezTo>
                <a:cubicBezTo>
                  <a:pt x="539" y="665"/>
                  <a:pt x="541" y="667"/>
                  <a:pt x="543" y="672"/>
                </a:cubicBezTo>
                <a:cubicBezTo>
                  <a:pt x="543" y="672"/>
                  <a:pt x="546" y="671"/>
                  <a:pt x="544" y="663"/>
                </a:cubicBezTo>
                <a:cubicBezTo>
                  <a:pt x="542" y="655"/>
                  <a:pt x="540" y="651"/>
                  <a:pt x="540" y="651"/>
                </a:cubicBezTo>
                <a:lnTo>
                  <a:pt x="540" y="651"/>
                </a:lnTo>
                <a:cubicBezTo>
                  <a:pt x="541" y="651"/>
                  <a:pt x="543" y="654"/>
                  <a:pt x="547" y="662"/>
                </a:cubicBezTo>
                <a:cubicBezTo>
                  <a:pt x="551" y="668"/>
                  <a:pt x="554" y="671"/>
                  <a:pt x="555" y="671"/>
                </a:cubicBezTo>
                <a:cubicBezTo>
                  <a:pt x="557" y="671"/>
                  <a:pt x="556" y="667"/>
                  <a:pt x="553" y="658"/>
                </a:cubicBezTo>
                <a:cubicBezTo>
                  <a:pt x="553" y="658"/>
                  <a:pt x="552" y="654"/>
                  <a:pt x="554" y="654"/>
                </a:cubicBezTo>
                <a:cubicBezTo>
                  <a:pt x="554" y="654"/>
                  <a:pt x="555" y="655"/>
                  <a:pt x="557" y="656"/>
                </a:cubicBezTo>
                <a:cubicBezTo>
                  <a:pt x="560" y="658"/>
                  <a:pt x="564" y="658"/>
                  <a:pt x="567" y="658"/>
                </a:cubicBezTo>
                <a:cubicBezTo>
                  <a:pt x="574" y="658"/>
                  <a:pt x="579" y="655"/>
                  <a:pt x="572" y="647"/>
                </a:cubicBezTo>
                <a:lnTo>
                  <a:pt x="576" y="645"/>
                </a:lnTo>
                <a:cubicBezTo>
                  <a:pt x="579" y="646"/>
                  <a:pt x="582" y="647"/>
                  <a:pt x="583" y="647"/>
                </a:cubicBezTo>
                <a:cubicBezTo>
                  <a:pt x="586" y="647"/>
                  <a:pt x="586" y="645"/>
                  <a:pt x="585" y="640"/>
                </a:cubicBezTo>
                <a:lnTo>
                  <a:pt x="583" y="632"/>
                </a:lnTo>
                <a:lnTo>
                  <a:pt x="583" y="632"/>
                </a:lnTo>
                <a:cubicBezTo>
                  <a:pt x="587" y="638"/>
                  <a:pt x="592" y="643"/>
                  <a:pt x="594" y="643"/>
                </a:cubicBezTo>
                <a:cubicBezTo>
                  <a:pt x="595" y="643"/>
                  <a:pt x="595" y="643"/>
                  <a:pt x="595" y="643"/>
                </a:cubicBezTo>
                <a:cubicBezTo>
                  <a:pt x="597" y="641"/>
                  <a:pt x="597" y="641"/>
                  <a:pt x="593" y="635"/>
                </a:cubicBezTo>
                <a:cubicBezTo>
                  <a:pt x="586" y="629"/>
                  <a:pt x="588" y="628"/>
                  <a:pt x="589" y="627"/>
                </a:cubicBezTo>
                <a:cubicBezTo>
                  <a:pt x="590" y="626"/>
                  <a:pt x="590" y="626"/>
                  <a:pt x="591" y="626"/>
                </a:cubicBezTo>
                <a:cubicBezTo>
                  <a:pt x="594" y="626"/>
                  <a:pt x="599" y="631"/>
                  <a:pt x="604" y="637"/>
                </a:cubicBezTo>
                <a:lnTo>
                  <a:pt x="605" y="635"/>
                </a:lnTo>
                <a:cubicBezTo>
                  <a:pt x="599" y="627"/>
                  <a:pt x="598" y="624"/>
                  <a:pt x="599" y="624"/>
                </a:cubicBezTo>
                <a:lnTo>
                  <a:pt x="599" y="624"/>
                </a:lnTo>
                <a:cubicBezTo>
                  <a:pt x="599" y="624"/>
                  <a:pt x="601" y="625"/>
                  <a:pt x="603" y="627"/>
                </a:cubicBezTo>
                <a:cubicBezTo>
                  <a:pt x="606" y="630"/>
                  <a:pt x="608" y="630"/>
                  <a:pt x="610" y="630"/>
                </a:cubicBezTo>
                <a:cubicBezTo>
                  <a:pt x="612" y="630"/>
                  <a:pt x="613" y="630"/>
                  <a:pt x="614" y="629"/>
                </a:cubicBezTo>
                <a:cubicBezTo>
                  <a:pt x="612" y="627"/>
                  <a:pt x="611" y="626"/>
                  <a:pt x="612" y="626"/>
                </a:cubicBezTo>
                <a:lnTo>
                  <a:pt x="612" y="626"/>
                </a:lnTo>
                <a:cubicBezTo>
                  <a:pt x="612" y="626"/>
                  <a:pt x="615" y="628"/>
                  <a:pt x="614" y="629"/>
                </a:cubicBezTo>
                <a:lnTo>
                  <a:pt x="618" y="636"/>
                </a:lnTo>
                <a:cubicBezTo>
                  <a:pt x="620" y="637"/>
                  <a:pt x="621" y="637"/>
                  <a:pt x="622" y="637"/>
                </a:cubicBezTo>
                <a:cubicBezTo>
                  <a:pt x="624" y="637"/>
                  <a:pt x="619" y="632"/>
                  <a:pt x="615" y="628"/>
                </a:cubicBezTo>
                <a:lnTo>
                  <a:pt x="620" y="625"/>
                </a:lnTo>
                <a:cubicBezTo>
                  <a:pt x="622" y="623"/>
                  <a:pt x="623" y="621"/>
                  <a:pt x="616" y="617"/>
                </a:cubicBezTo>
                <a:cubicBezTo>
                  <a:pt x="611" y="611"/>
                  <a:pt x="606" y="604"/>
                  <a:pt x="607" y="603"/>
                </a:cubicBezTo>
                <a:lnTo>
                  <a:pt x="607" y="603"/>
                </a:lnTo>
                <a:cubicBezTo>
                  <a:pt x="612" y="608"/>
                  <a:pt x="617" y="614"/>
                  <a:pt x="619" y="614"/>
                </a:cubicBezTo>
                <a:cubicBezTo>
                  <a:pt x="619" y="614"/>
                  <a:pt x="619" y="614"/>
                  <a:pt x="620" y="613"/>
                </a:cubicBezTo>
                <a:cubicBezTo>
                  <a:pt x="620" y="613"/>
                  <a:pt x="620" y="613"/>
                  <a:pt x="620" y="613"/>
                </a:cubicBezTo>
                <a:cubicBezTo>
                  <a:pt x="623" y="613"/>
                  <a:pt x="627" y="618"/>
                  <a:pt x="627" y="618"/>
                </a:cubicBezTo>
                <a:cubicBezTo>
                  <a:pt x="630" y="623"/>
                  <a:pt x="632" y="624"/>
                  <a:pt x="634" y="624"/>
                </a:cubicBezTo>
                <a:cubicBezTo>
                  <a:pt x="637" y="624"/>
                  <a:pt x="637" y="616"/>
                  <a:pt x="634" y="611"/>
                </a:cubicBezTo>
                <a:cubicBezTo>
                  <a:pt x="630" y="603"/>
                  <a:pt x="629" y="599"/>
                  <a:pt x="631" y="599"/>
                </a:cubicBezTo>
                <a:lnTo>
                  <a:pt x="631" y="599"/>
                </a:lnTo>
                <a:cubicBezTo>
                  <a:pt x="632" y="599"/>
                  <a:pt x="635" y="602"/>
                  <a:pt x="640" y="607"/>
                </a:cubicBezTo>
                <a:cubicBezTo>
                  <a:pt x="642" y="609"/>
                  <a:pt x="644" y="611"/>
                  <a:pt x="645" y="611"/>
                </a:cubicBezTo>
                <a:cubicBezTo>
                  <a:pt x="647" y="611"/>
                  <a:pt x="640" y="599"/>
                  <a:pt x="629" y="584"/>
                </a:cubicBezTo>
                <a:lnTo>
                  <a:pt x="613" y="566"/>
                </a:lnTo>
                <a:lnTo>
                  <a:pt x="631" y="583"/>
                </a:lnTo>
                <a:cubicBezTo>
                  <a:pt x="644" y="594"/>
                  <a:pt x="650" y="599"/>
                  <a:pt x="652" y="599"/>
                </a:cubicBezTo>
                <a:cubicBezTo>
                  <a:pt x="654" y="599"/>
                  <a:pt x="652" y="594"/>
                  <a:pt x="649" y="586"/>
                </a:cubicBezTo>
                <a:cubicBezTo>
                  <a:pt x="647" y="581"/>
                  <a:pt x="647" y="579"/>
                  <a:pt x="647" y="579"/>
                </a:cubicBezTo>
                <a:lnTo>
                  <a:pt x="647" y="579"/>
                </a:lnTo>
                <a:cubicBezTo>
                  <a:pt x="648" y="579"/>
                  <a:pt x="649" y="581"/>
                  <a:pt x="652" y="583"/>
                </a:cubicBezTo>
                <a:cubicBezTo>
                  <a:pt x="654" y="585"/>
                  <a:pt x="656" y="586"/>
                  <a:pt x="658" y="586"/>
                </a:cubicBezTo>
                <a:cubicBezTo>
                  <a:pt x="660" y="586"/>
                  <a:pt x="662" y="585"/>
                  <a:pt x="664" y="582"/>
                </a:cubicBezTo>
                <a:cubicBezTo>
                  <a:pt x="670" y="576"/>
                  <a:pt x="671" y="574"/>
                  <a:pt x="666" y="568"/>
                </a:cubicBezTo>
                <a:lnTo>
                  <a:pt x="669" y="565"/>
                </a:lnTo>
                <a:cubicBezTo>
                  <a:pt x="673" y="567"/>
                  <a:pt x="675" y="568"/>
                  <a:pt x="676" y="568"/>
                </a:cubicBezTo>
                <a:cubicBezTo>
                  <a:pt x="680" y="568"/>
                  <a:pt x="675" y="562"/>
                  <a:pt x="664" y="556"/>
                </a:cubicBezTo>
                <a:lnTo>
                  <a:pt x="668" y="553"/>
                </a:lnTo>
                <a:lnTo>
                  <a:pt x="675" y="557"/>
                </a:lnTo>
                <a:cubicBezTo>
                  <a:pt x="676" y="558"/>
                  <a:pt x="678" y="559"/>
                  <a:pt x="679" y="559"/>
                </a:cubicBezTo>
                <a:cubicBezTo>
                  <a:pt x="684" y="559"/>
                  <a:pt x="688" y="554"/>
                  <a:pt x="696" y="542"/>
                </a:cubicBezTo>
                <a:cubicBezTo>
                  <a:pt x="708" y="522"/>
                  <a:pt x="709" y="520"/>
                  <a:pt x="695" y="512"/>
                </a:cubicBezTo>
                <a:cubicBezTo>
                  <a:pt x="688" y="507"/>
                  <a:pt x="685" y="504"/>
                  <a:pt x="687" y="504"/>
                </a:cubicBezTo>
                <a:lnTo>
                  <a:pt x="687" y="504"/>
                </a:lnTo>
                <a:cubicBezTo>
                  <a:pt x="688" y="504"/>
                  <a:pt x="692" y="506"/>
                  <a:pt x="698" y="509"/>
                </a:cubicBezTo>
                <a:cubicBezTo>
                  <a:pt x="702" y="511"/>
                  <a:pt x="707" y="512"/>
                  <a:pt x="708" y="512"/>
                </a:cubicBezTo>
                <a:cubicBezTo>
                  <a:pt x="710" y="512"/>
                  <a:pt x="709" y="512"/>
                  <a:pt x="706" y="510"/>
                </a:cubicBezTo>
                <a:cubicBezTo>
                  <a:pt x="706" y="510"/>
                  <a:pt x="708" y="507"/>
                  <a:pt x="714" y="507"/>
                </a:cubicBezTo>
                <a:cubicBezTo>
                  <a:pt x="714" y="507"/>
                  <a:pt x="715" y="507"/>
                  <a:pt x="716" y="507"/>
                </a:cubicBezTo>
                <a:cubicBezTo>
                  <a:pt x="734" y="507"/>
                  <a:pt x="728" y="501"/>
                  <a:pt x="721" y="498"/>
                </a:cubicBezTo>
                <a:cubicBezTo>
                  <a:pt x="712" y="495"/>
                  <a:pt x="711" y="495"/>
                  <a:pt x="713" y="495"/>
                </a:cubicBezTo>
                <a:cubicBezTo>
                  <a:pt x="714" y="495"/>
                  <a:pt x="718" y="495"/>
                  <a:pt x="722" y="496"/>
                </a:cubicBezTo>
                <a:cubicBezTo>
                  <a:pt x="726" y="496"/>
                  <a:pt x="731" y="497"/>
                  <a:pt x="733" y="497"/>
                </a:cubicBezTo>
                <a:cubicBezTo>
                  <a:pt x="735" y="497"/>
                  <a:pt x="736" y="496"/>
                  <a:pt x="732" y="494"/>
                </a:cubicBezTo>
                <a:cubicBezTo>
                  <a:pt x="727" y="490"/>
                  <a:pt x="725" y="476"/>
                  <a:pt x="733" y="476"/>
                </a:cubicBezTo>
                <a:cubicBezTo>
                  <a:pt x="735" y="476"/>
                  <a:pt x="736" y="477"/>
                  <a:pt x="738" y="478"/>
                </a:cubicBezTo>
                <a:lnTo>
                  <a:pt x="741" y="473"/>
                </a:lnTo>
                <a:cubicBezTo>
                  <a:pt x="733" y="470"/>
                  <a:pt x="735" y="465"/>
                  <a:pt x="736" y="461"/>
                </a:cubicBezTo>
                <a:cubicBezTo>
                  <a:pt x="738" y="457"/>
                  <a:pt x="738" y="454"/>
                  <a:pt x="742" y="454"/>
                </a:cubicBezTo>
                <a:cubicBezTo>
                  <a:pt x="743" y="454"/>
                  <a:pt x="745" y="455"/>
                  <a:pt x="746" y="455"/>
                </a:cubicBezTo>
                <a:cubicBezTo>
                  <a:pt x="749" y="457"/>
                  <a:pt x="750" y="458"/>
                  <a:pt x="751" y="458"/>
                </a:cubicBezTo>
                <a:cubicBezTo>
                  <a:pt x="753" y="458"/>
                  <a:pt x="752" y="455"/>
                  <a:pt x="749" y="451"/>
                </a:cubicBezTo>
                <a:cubicBezTo>
                  <a:pt x="750" y="448"/>
                  <a:pt x="734" y="442"/>
                  <a:pt x="735" y="439"/>
                </a:cubicBezTo>
                <a:cubicBezTo>
                  <a:pt x="727" y="437"/>
                  <a:pt x="719" y="433"/>
                  <a:pt x="719" y="431"/>
                </a:cubicBezTo>
                <a:lnTo>
                  <a:pt x="719" y="431"/>
                </a:lnTo>
                <a:lnTo>
                  <a:pt x="727" y="433"/>
                </a:lnTo>
                <a:lnTo>
                  <a:pt x="744" y="436"/>
                </a:lnTo>
                <a:cubicBezTo>
                  <a:pt x="744" y="434"/>
                  <a:pt x="745" y="432"/>
                  <a:pt x="736" y="429"/>
                </a:cubicBezTo>
                <a:cubicBezTo>
                  <a:pt x="745" y="429"/>
                  <a:pt x="746" y="426"/>
                  <a:pt x="747" y="422"/>
                </a:cubicBezTo>
                <a:cubicBezTo>
                  <a:pt x="749" y="417"/>
                  <a:pt x="750" y="411"/>
                  <a:pt x="742" y="408"/>
                </a:cubicBezTo>
                <a:cubicBezTo>
                  <a:pt x="758" y="408"/>
                  <a:pt x="760" y="392"/>
                  <a:pt x="744" y="388"/>
                </a:cubicBezTo>
                <a:cubicBezTo>
                  <a:pt x="735" y="388"/>
                  <a:pt x="736" y="386"/>
                  <a:pt x="744" y="383"/>
                </a:cubicBezTo>
                <a:cubicBezTo>
                  <a:pt x="752" y="381"/>
                  <a:pt x="753" y="381"/>
                  <a:pt x="745" y="379"/>
                </a:cubicBezTo>
                <a:cubicBezTo>
                  <a:pt x="736" y="376"/>
                  <a:pt x="745" y="373"/>
                  <a:pt x="753" y="371"/>
                </a:cubicBezTo>
                <a:cubicBezTo>
                  <a:pt x="769" y="369"/>
                  <a:pt x="769" y="365"/>
                  <a:pt x="761" y="363"/>
                </a:cubicBezTo>
                <a:cubicBezTo>
                  <a:pt x="753" y="359"/>
                  <a:pt x="753" y="353"/>
                  <a:pt x="753" y="351"/>
                </a:cubicBezTo>
                <a:cubicBezTo>
                  <a:pt x="747" y="348"/>
                  <a:pt x="745" y="346"/>
                  <a:pt x="742" y="346"/>
                </a:cubicBezTo>
                <a:cubicBezTo>
                  <a:pt x="741" y="346"/>
                  <a:pt x="739" y="346"/>
                  <a:pt x="736" y="347"/>
                </a:cubicBezTo>
                <a:cubicBezTo>
                  <a:pt x="731" y="347"/>
                  <a:pt x="726" y="346"/>
                  <a:pt x="721" y="346"/>
                </a:cubicBezTo>
                <a:cubicBezTo>
                  <a:pt x="716" y="344"/>
                  <a:pt x="717" y="342"/>
                  <a:pt x="718" y="342"/>
                </a:cubicBezTo>
                <a:cubicBezTo>
                  <a:pt x="719" y="342"/>
                  <a:pt x="721" y="343"/>
                  <a:pt x="721" y="344"/>
                </a:cubicBezTo>
                <a:cubicBezTo>
                  <a:pt x="723" y="345"/>
                  <a:pt x="725" y="346"/>
                  <a:pt x="727" y="346"/>
                </a:cubicBezTo>
                <a:cubicBezTo>
                  <a:pt x="729" y="346"/>
                  <a:pt x="731" y="344"/>
                  <a:pt x="736" y="342"/>
                </a:cubicBezTo>
                <a:cubicBezTo>
                  <a:pt x="745" y="339"/>
                  <a:pt x="744" y="334"/>
                  <a:pt x="743" y="332"/>
                </a:cubicBezTo>
                <a:lnTo>
                  <a:pt x="742" y="322"/>
                </a:lnTo>
                <a:cubicBezTo>
                  <a:pt x="748" y="314"/>
                  <a:pt x="748" y="311"/>
                  <a:pt x="744" y="311"/>
                </a:cubicBezTo>
                <a:cubicBezTo>
                  <a:pt x="743" y="311"/>
                  <a:pt x="742" y="311"/>
                  <a:pt x="741" y="312"/>
                </a:cubicBezTo>
                <a:lnTo>
                  <a:pt x="733" y="314"/>
                </a:lnTo>
                <a:cubicBezTo>
                  <a:pt x="749" y="308"/>
                  <a:pt x="742" y="282"/>
                  <a:pt x="728" y="282"/>
                </a:cubicBezTo>
                <a:cubicBezTo>
                  <a:pt x="727" y="282"/>
                  <a:pt x="727" y="282"/>
                  <a:pt x="726" y="282"/>
                </a:cubicBezTo>
                <a:lnTo>
                  <a:pt x="734" y="280"/>
                </a:lnTo>
                <a:cubicBezTo>
                  <a:pt x="742" y="278"/>
                  <a:pt x="741" y="276"/>
                  <a:pt x="740" y="270"/>
                </a:cubicBezTo>
                <a:cubicBezTo>
                  <a:pt x="740" y="268"/>
                  <a:pt x="728" y="261"/>
                  <a:pt x="725" y="254"/>
                </a:cubicBezTo>
                <a:cubicBezTo>
                  <a:pt x="722" y="246"/>
                  <a:pt x="720" y="240"/>
                  <a:pt x="715" y="240"/>
                </a:cubicBezTo>
                <a:cubicBezTo>
                  <a:pt x="714" y="240"/>
                  <a:pt x="713" y="240"/>
                  <a:pt x="712" y="241"/>
                </a:cubicBezTo>
                <a:cubicBezTo>
                  <a:pt x="710" y="239"/>
                  <a:pt x="710" y="239"/>
                  <a:pt x="718" y="235"/>
                </a:cubicBezTo>
                <a:cubicBezTo>
                  <a:pt x="726" y="234"/>
                  <a:pt x="726" y="232"/>
                  <a:pt x="725" y="230"/>
                </a:cubicBezTo>
                <a:cubicBezTo>
                  <a:pt x="725" y="229"/>
                  <a:pt x="724" y="229"/>
                  <a:pt x="723" y="229"/>
                </a:cubicBezTo>
                <a:cubicBezTo>
                  <a:pt x="720" y="229"/>
                  <a:pt x="715" y="232"/>
                  <a:pt x="709" y="234"/>
                </a:cubicBezTo>
                <a:cubicBezTo>
                  <a:pt x="707" y="235"/>
                  <a:pt x="705" y="236"/>
                  <a:pt x="704" y="236"/>
                </a:cubicBezTo>
                <a:cubicBezTo>
                  <a:pt x="701" y="236"/>
                  <a:pt x="702" y="233"/>
                  <a:pt x="706" y="227"/>
                </a:cubicBezTo>
                <a:cubicBezTo>
                  <a:pt x="710" y="221"/>
                  <a:pt x="706" y="210"/>
                  <a:pt x="697" y="210"/>
                </a:cubicBezTo>
                <a:cubicBezTo>
                  <a:pt x="696" y="207"/>
                  <a:pt x="695" y="205"/>
                  <a:pt x="701" y="202"/>
                </a:cubicBezTo>
                <a:cubicBezTo>
                  <a:pt x="706" y="196"/>
                  <a:pt x="710" y="189"/>
                  <a:pt x="702" y="189"/>
                </a:cubicBezTo>
                <a:cubicBezTo>
                  <a:pt x="700" y="189"/>
                  <a:pt x="698" y="190"/>
                  <a:pt x="695" y="190"/>
                </a:cubicBezTo>
                <a:cubicBezTo>
                  <a:pt x="694" y="188"/>
                  <a:pt x="694" y="188"/>
                  <a:pt x="700" y="184"/>
                </a:cubicBezTo>
                <a:cubicBezTo>
                  <a:pt x="704" y="179"/>
                  <a:pt x="708" y="176"/>
                  <a:pt x="707" y="176"/>
                </a:cubicBezTo>
                <a:lnTo>
                  <a:pt x="707" y="176"/>
                </a:lnTo>
                <a:cubicBezTo>
                  <a:pt x="706" y="176"/>
                  <a:pt x="703" y="177"/>
                  <a:pt x="698" y="179"/>
                </a:cubicBezTo>
                <a:cubicBezTo>
                  <a:pt x="688" y="179"/>
                  <a:pt x="685" y="174"/>
                  <a:pt x="688" y="165"/>
                </a:cubicBezTo>
                <a:cubicBezTo>
                  <a:pt x="687" y="163"/>
                  <a:pt x="686" y="162"/>
                  <a:pt x="684" y="162"/>
                </a:cubicBezTo>
                <a:cubicBezTo>
                  <a:pt x="683" y="162"/>
                  <a:pt x="681" y="163"/>
                  <a:pt x="678" y="165"/>
                </a:cubicBezTo>
                <a:cubicBezTo>
                  <a:pt x="675" y="167"/>
                  <a:pt x="673" y="169"/>
                  <a:pt x="671" y="170"/>
                </a:cubicBezTo>
                <a:lnTo>
                  <a:pt x="671" y="170"/>
                </a:lnTo>
                <a:cubicBezTo>
                  <a:pt x="678" y="163"/>
                  <a:pt x="681" y="160"/>
                  <a:pt x="680" y="160"/>
                </a:cubicBezTo>
                <a:lnTo>
                  <a:pt x="680" y="160"/>
                </a:lnTo>
                <a:cubicBezTo>
                  <a:pt x="679" y="160"/>
                  <a:pt x="675" y="162"/>
                  <a:pt x="669" y="166"/>
                </a:cubicBezTo>
                <a:cubicBezTo>
                  <a:pt x="666" y="168"/>
                  <a:pt x="664" y="169"/>
                  <a:pt x="664" y="169"/>
                </a:cubicBezTo>
                <a:cubicBezTo>
                  <a:pt x="662" y="169"/>
                  <a:pt x="663" y="167"/>
                  <a:pt x="667" y="164"/>
                </a:cubicBezTo>
                <a:cubicBezTo>
                  <a:pt x="672" y="157"/>
                  <a:pt x="670" y="155"/>
                  <a:pt x="670" y="155"/>
                </a:cubicBezTo>
                <a:cubicBezTo>
                  <a:pt x="662" y="150"/>
                  <a:pt x="654" y="146"/>
                  <a:pt x="646" y="139"/>
                </a:cubicBezTo>
                <a:cubicBezTo>
                  <a:pt x="637" y="128"/>
                  <a:pt x="632" y="123"/>
                  <a:pt x="628" y="123"/>
                </a:cubicBezTo>
                <a:cubicBezTo>
                  <a:pt x="626" y="123"/>
                  <a:pt x="625" y="123"/>
                  <a:pt x="623" y="125"/>
                </a:cubicBezTo>
                <a:cubicBezTo>
                  <a:pt x="620" y="127"/>
                  <a:pt x="618" y="128"/>
                  <a:pt x="617" y="128"/>
                </a:cubicBezTo>
                <a:cubicBezTo>
                  <a:pt x="616" y="128"/>
                  <a:pt x="616" y="126"/>
                  <a:pt x="618" y="122"/>
                </a:cubicBezTo>
                <a:cubicBezTo>
                  <a:pt x="623" y="114"/>
                  <a:pt x="621" y="112"/>
                  <a:pt x="618" y="111"/>
                </a:cubicBezTo>
                <a:cubicBezTo>
                  <a:pt x="617" y="109"/>
                  <a:pt x="615" y="107"/>
                  <a:pt x="621" y="101"/>
                </a:cubicBezTo>
                <a:lnTo>
                  <a:pt x="621" y="101"/>
                </a:lnTo>
                <a:cubicBezTo>
                  <a:pt x="615" y="104"/>
                  <a:pt x="614" y="105"/>
                  <a:pt x="613" y="105"/>
                </a:cubicBezTo>
                <a:cubicBezTo>
                  <a:pt x="612" y="105"/>
                  <a:pt x="612" y="104"/>
                  <a:pt x="612" y="104"/>
                </a:cubicBezTo>
                <a:cubicBezTo>
                  <a:pt x="614" y="100"/>
                  <a:pt x="615" y="98"/>
                  <a:pt x="613" y="98"/>
                </a:cubicBezTo>
                <a:cubicBezTo>
                  <a:pt x="612" y="98"/>
                  <a:pt x="610" y="99"/>
                  <a:pt x="607" y="101"/>
                </a:cubicBezTo>
                <a:cubicBezTo>
                  <a:pt x="602" y="106"/>
                  <a:pt x="599" y="109"/>
                  <a:pt x="599" y="109"/>
                </a:cubicBezTo>
                <a:cubicBezTo>
                  <a:pt x="598" y="109"/>
                  <a:pt x="601" y="105"/>
                  <a:pt x="606" y="98"/>
                </a:cubicBezTo>
                <a:cubicBezTo>
                  <a:pt x="609" y="94"/>
                  <a:pt x="610" y="87"/>
                  <a:pt x="609" y="87"/>
                </a:cubicBezTo>
                <a:lnTo>
                  <a:pt x="609" y="87"/>
                </a:lnTo>
                <a:cubicBezTo>
                  <a:pt x="608" y="87"/>
                  <a:pt x="608" y="88"/>
                  <a:pt x="607" y="89"/>
                </a:cubicBezTo>
                <a:cubicBezTo>
                  <a:pt x="602" y="95"/>
                  <a:pt x="598" y="93"/>
                  <a:pt x="592" y="97"/>
                </a:cubicBezTo>
                <a:cubicBezTo>
                  <a:pt x="589" y="96"/>
                  <a:pt x="587" y="95"/>
                  <a:pt x="592" y="88"/>
                </a:cubicBezTo>
                <a:cubicBezTo>
                  <a:pt x="594" y="84"/>
                  <a:pt x="588" y="81"/>
                  <a:pt x="583" y="81"/>
                </a:cubicBezTo>
                <a:cubicBezTo>
                  <a:pt x="579" y="81"/>
                  <a:pt x="576" y="82"/>
                  <a:pt x="574" y="84"/>
                </a:cubicBezTo>
                <a:cubicBezTo>
                  <a:pt x="571" y="87"/>
                  <a:pt x="570" y="88"/>
                  <a:pt x="569" y="88"/>
                </a:cubicBezTo>
                <a:cubicBezTo>
                  <a:pt x="568" y="88"/>
                  <a:pt x="569" y="86"/>
                  <a:pt x="571" y="83"/>
                </a:cubicBezTo>
                <a:cubicBezTo>
                  <a:pt x="576" y="76"/>
                  <a:pt x="574" y="75"/>
                  <a:pt x="571" y="74"/>
                </a:cubicBezTo>
                <a:cubicBezTo>
                  <a:pt x="570" y="75"/>
                  <a:pt x="569" y="76"/>
                  <a:pt x="569" y="76"/>
                </a:cubicBezTo>
                <a:cubicBezTo>
                  <a:pt x="567" y="76"/>
                  <a:pt x="570" y="70"/>
                  <a:pt x="574" y="65"/>
                </a:cubicBezTo>
                <a:cubicBezTo>
                  <a:pt x="580" y="59"/>
                  <a:pt x="578" y="58"/>
                  <a:pt x="574" y="56"/>
                </a:cubicBezTo>
                <a:cubicBezTo>
                  <a:pt x="572" y="58"/>
                  <a:pt x="569" y="58"/>
                  <a:pt x="567" y="58"/>
                </a:cubicBezTo>
                <a:cubicBezTo>
                  <a:pt x="562" y="58"/>
                  <a:pt x="557" y="54"/>
                  <a:pt x="552" y="51"/>
                </a:cubicBezTo>
                <a:cubicBezTo>
                  <a:pt x="549" y="50"/>
                  <a:pt x="547" y="49"/>
                  <a:pt x="544" y="49"/>
                </a:cubicBezTo>
                <a:cubicBezTo>
                  <a:pt x="537" y="49"/>
                  <a:pt x="531" y="56"/>
                  <a:pt x="523" y="65"/>
                </a:cubicBezTo>
                <a:lnTo>
                  <a:pt x="514" y="78"/>
                </a:lnTo>
                <a:lnTo>
                  <a:pt x="521" y="64"/>
                </a:lnTo>
                <a:cubicBezTo>
                  <a:pt x="524" y="56"/>
                  <a:pt x="526" y="48"/>
                  <a:pt x="529" y="40"/>
                </a:cubicBezTo>
                <a:cubicBezTo>
                  <a:pt x="529" y="40"/>
                  <a:pt x="528" y="40"/>
                  <a:pt x="528" y="40"/>
                </a:cubicBezTo>
                <a:cubicBezTo>
                  <a:pt x="526" y="40"/>
                  <a:pt x="523" y="47"/>
                  <a:pt x="520" y="54"/>
                </a:cubicBezTo>
                <a:cubicBezTo>
                  <a:pt x="518" y="57"/>
                  <a:pt x="517" y="59"/>
                  <a:pt x="516" y="59"/>
                </a:cubicBezTo>
                <a:cubicBezTo>
                  <a:pt x="515" y="59"/>
                  <a:pt x="514" y="56"/>
                  <a:pt x="513" y="50"/>
                </a:cubicBezTo>
                <a:cubicBezTo>
                  <a:pt x="512" y="45"/>
                  <a:pt x="511" y="43"/>
                  <a:pt x="510" y="43"/>
                </a:cubicBezTo>
                <a:cubicBezTo>
                  <a:pt x="509" y="43"/>
                  <a:pt x="507" y="44"/>
                  <a:pt x="505" y="47"/>
                </a:cubicBezTo>
                <a:cubicBezTo>
                  <a:pt x="502" y="46"/>
                  <a:pt x="500" y="45"/>
                  <a:pt x="501" y="37"/>
                </a:cubicBezTo>
                <a:cubicBezTo>
                  <a:pt x="500" y="36"/>
                  <a:pt x="500" y="36"/>
                  <a:pt x="499" y="36"/>
                </a:cubicBezTo>
                <a:cubicBezTo>
                  <a:pt x="498" y="36"/>
                  <a:pt x="497" y="38"/>
                  <a:pt x="495" y="43"/>
                </a:cubicBezTo>
                <a:cubicBezTo>
                  <a:pt x="494" y="47"/>
                  <a:pt x="493" y="48"/>
                  <a:pt x="492" y="48"/>
                </a:cubicBezTo>
                <a:cubicBezTo>
                  <a:pt x="491" y="48"/>
                  <a:pt x="491" y="46"/>
                  <a:pt x="491" y="41"/>
                </a:cubicBezTo>
                <a:cubicBezTo>
                  <a:pt x="493" y="31"/>
                  <a:pt x="490" y="26"/>
                  <a:pt x="487" y="26"/>
                </a:cubicBezTo>
                <a:cubicBezTo>
                  <a:pt x="486" y="26"/>
                  <a:pt x="485" y="27"/>
                  <a:pt x="484" y="30"/>
                </a:cubicBezTo>
                <a:cubicBezTo>
                  <a:pt x="482" y="36"/>
                  <a:pt x="480" y="37"/>
                  <a:pt x="479" y="37"/>
                </a:cubicBezTo>
                <a:cubicBezTo>
                  <a:pt x="478" y="37"/>
                  <a:pt x="478" y="37"/>
                  <a:pt x="477" y="37"/>
                </a:cubicBezTo>
                <a:cubicBezTo>
                  <a:pt x="476" y="36"/>
                  <a:pt x="475" y="36"/>
                  <a:pt x="475" y="36"/>
                </a:cubicBezTo>
                <a:cubicBezTo>
                  <a:pt x="473" y="36"/>
                  <a:pt x="471" y="37"/>
                  <a:pt x="468" y="42"/>
                </a:cubicBezTo>
                <a:lnTo>
                  <a:pt x="464" y="41"/>
                </a:lnTo>
                <a:cubicBezTo>
                  <a:pt x="460" y="40"/>
                  <a:pt x="465" y="33"/>
                  <a:pt x="467" y="33"/>
                </a:cubicBezTo>
                <a:lnTo>
                  <a:pt x="467" y="26"/>
                </a:lnTo>
                <a:cubicBezTo>
                  <a:pt x="465" y="25"/>
                  <a:pt x="464" y="25"/>
                  <a:pt x="463" y="25"/>
                </a:cubicBezTo>
                <a:cubicBezTo>
                  <a:pt x="461" y="25"/>
                  <a:pt x="459" y="26"/>
                  <a:pt x="456" y="31"/>
                </a:cubicBezTo>
                <a:cubicBezTo>
                  <a:pt x="453" y="38"/>
                  <a:pt x="452" y="42"/>
                  <a:pt x="451" y="42"/>
                </a:cubicBezTo>
                <a:cubicBezTo>
                  <a:pt x="451" y="42"/>
                  <a:pt x="452" y="38"/>
                  <a:pt x="454" y="30"/>
                </a:cubicBezTo>
                <a:cubicBezTo>
                  <a:pt x="454" y="24"/>
                  <a:pt x="454" y="18"/>
                  <a:pt x="452" y="18"/>
                </a:cubicBezTo>
                <a:cubicBezTo>
                  <a:pt x="452" y="18"/>
                  <a:pt x="451" y="19"/>
                  <a:pt x="450" y="21"/>
                </a:cubicBezTo>
                <a:cubicBezTo>
                  <a:pt x="448" y="27"/>
                  <a:pt x="446" y="30"/>
                  <a:pt x="445" y="30"/>
                </a:cubicBezTo>
                <a:cubicBezTo>
                  <a:pt x="444" y="30"/>
                  <a:pt x="444" y="25"/>
                  <a:pt x="445" y="20"/>
                </a:cubicBezTo>
                <a:cubicBezTo>
                  <a:pt x="447" y="12"/>
                  <a:pt x="449" y="8"/>
                  <a:pt x="448" y="8"/>
                </a:cubicBezTo>
                <a:lnTo>
                  <a:pt x="448" y="8"/>
                </a:lnTo>
                <a:cubicBezTo>
                  <a:pt x="447" y="8"/>
                  <a:pt x="444" y="11"/>
                  <a:pt x="438" y="18"/>
                </a:cubicBezTo>
                <a:cubicBezTo>
                  <a:pt x="433" y="18"/>
                  <a:pt x="424" y="23"/>
                  <a:pt x="416" y="23"/>
                </a:cubicBezTo>
                <a:cubicBezTo>
                  <a:pt x="415" y="23"/>
                  <a:pt x="415" y="23"/>
                  <a:pt x="414" y="23"/>
                </a:cubicBezTo>
                <a:cubicBezTo>
                  <a:pt x="404" y="22"/>
                  <a:pt x="400" y="21"/>
                  <a:pt x="397" y="13"/>
                </a:cubicBezTo>
                <a:cubicBezTo>
                  <a:pt x="398" y="4"/>
                  <a:pt x="397" y="0"/>
                  <a:pt x="397" y="0"/>
                </a:cubicBezTo>
                <a:close/>
                <a:moveTo>
                  <a:pt x="615" y="790"/>
                </a:moveTo>
                <a:cubicBezTo>
                  <a:pt x="615" y="790"/>
                  <a:pt x="615" y="790"/>
                  <a:pt x="614" y="791"/>
                </a:cubicBezTo>
                <a:cubicBezTo>
                  <a:pt x="614" y="796"/>
                  <a:pt x="615" y="802"/>
                  <a:pt x="617" y="807"/>
                </a:cubicBezTo>
                <a:cubicBezTo>
                  <a:pt x="619" y="810"/>
                  <a:pt x="620" y="811"/>
                  <a:pt x="621" y="811"/>
                </a:cubicBezTo>
                <a:cubicBezTo>
                  <a:pt x="623" y="811"/>
                  <a:pt x="624" y="807"/>
                  <a:pt x="621" y="796"/>
                </a:cubicBezTo>
                <a:cubicBezTo>
                  <a:pt x="617" y="791"/>
                  <a:pt x="617" y="790"/>
                  <a:pt x="615" y="79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24" name="Google Shape;12124;p47"/>
          <p:cNvSpPr/>
          <p:nvPr/>
        </p:nvSpPr>
        <p:spPr>
          <a:xfrm rot="-2292062">
            <a:off x="8052585" y="256513"/>
            <a:ext cx="50684" cy="55582"/>
          </a:xfrm>
          <a:custGeom>
            <a:avLst/>
            <a:gdLst/>
            <a:ahLst/>
            <a:cxnLst/>
            <a:rect l="l" t="t" r="r" b="b"/>
            <a:pathLst>
              <a:path w="538" h="590" extrusionOk="0">
                <a:moveTo>
                  <a:pt x="284" y="0"/>
                </a:moveTo>
                <a:cubicBezTo>
                  <a:pt x="284" y="0"/>
                  <a:pt x="284" y="2"/>
                  <a:pt x="284" y="4"/>
                </a:cubicBezTo>
                <a:lnTo>
                  <a:pt x="284" y="4"/>
                </a:lnTo>
                <a:cubicBezTo>
                  <a:pt x="284" y="2"/>
                  <a:pt x="284" y="0"/>
                  <a:pt x="284" y="0"/>
                </a:cubicBezTo>
                <a:close/>
                <a:moveTo>
                  <a:pt x="284" y="4"/>
                </a:moveTo>
                <a:cubicBezTo>
                  <a:pt x="284" y="5"/>
                  <a:pt x="284" y="7"/>
                  <a:pt x="284" y="9"/>
                </a:cubicBezTo>
                <a:lnTo>
                  <a:pt x="284" y="9"/>
                </a:lnTo>
                <a:cubicBezTo>
                  <a:pt x="284" y="8"/>
                  <a:pt x="284" y="7"/>
                  <a:pt x="284" y="5"/>
                </a:cubicBezTo>
                <a:cubicBezTo>
                  <a:pt x="284" y="5"/>
                  <a:pt x="284" y="4"/>
                  <a:pt x="284" y="4"/>
                </a:cubicBezTo>
                <a:close/>
                <a:moveTo>
                  <a:pt x="269" y="30"/>
                </a:moveTo>
                <a:lnTo>
                  <a:pt x="269" y="30"/>
                </a:lnTo>
                <a:cubicBezTo>
                  <a:pt x="267" y="30"/>
                  <a:pt x="267" y="34"/>
                  <a:pt x="268" y="34"/>
                </a:cubicBezTo>
                <a:cubicBezTo>
                  <a:pt x="268" y="34"/>
                  <a:pt x="268" y="33"/>
                  <a:pt x="269" y="30"/>
                </a:cubicBezTo>
                <a:close/>
                <a:moveTo>
                  <a:pt x="264" y="38"/>
                </a:moveTo>
                <a:lnTo>
                  <a:pt x="267" y="46"/>
                </a:lnTo>
                <a:lnTo>
                  <a:pt x="265" y="46"/>
                </a:lnTo>
                <a:cubicBezTo>
                  <a:pt x="263" y="46"/>
                  <a:pt x="263" y="46"/>
                  <a:pt x="263" y="38"/>
                </a:cubicBezTo>
                <a:close/>
                <a:moveTo>
                  <a:pt x="279" y="38"/>
                </a:moveTo>
                <a:lnTo>
                  <a:pt x="281" y="46"/>
                </a:lnTo>
                <a:lnTo>
                  <a:pt x="279" y="46"/>
                </a:lnTo>
                <a:cubicBezTo>
                  <a:pt x="278" y="46"/>
                  <a:pt x="278" y="46"/>
                  <a:pt x="278" y="38"/>
                </a:cubicBezTo>
                <a:close/>
                <a:moveTo>
                  <a:pt x="288" y="39"/>
                </a:moveTo>
                <a:cubicBezTo>
                  <a:pt x="288" y="39"/>
                  <a:pt x="289" y="39"/>
                  <a:pt x="289" y="39"/>
                </a:cubicBezTo>
                <a:cubicBezTo>
                  <a:pt x="292" y="39"/>
                  <a:pt x="292" y="39"/>
                  <a:pt x="290" y="47"/>
                </a:cubicBezTo>
                <a:cubicBezTo>
                  <a:pt x="289" y="51"/>
                  <a:pt x="288" y="53"/>
                  <a:pt x="288" y="53"/>
                </a:cubicBezTo>
                <a:cubicBezTo>
                  <a:pt x="287" y="53"/>
                  <a:pt x="287" y="51"/>
                  <a:pt x="288" y="47"/>
                </a:cubicBezTo>
                <a:cubicBezTo>
                  <a:pt x="288" y="40"/>
                  <a:pt x="288" y="39"/>
                  <a:pt x="288" y="39"/>
                </a:cubicBezTo>
                <a:close/>
                <a:moveTo>
                  <a:pt x="251" y="47"/>
                </a:moveTo>
                <a:cubicBezTo>
                  <a:pt x="252" y="53"/>
                  <a:pt x="254" y="57"/>
                  <a:pt x="254" y="63"/>
                </a:cubicBezTo>
                <a:lnTo>
                  <a:pt x="253" y="63"/>
                </a:lnTo>
                <a:cubicBezTo>
                  <a:pt x="252" y="63"/>
                  <a:pt x="251" y="55"/>
                  <a:pt x="251" y="55"/>
                </a:cubicBezTo>
                <a:cubicBezTo>
                  <a:pt x="251" y="55"/>
                  <a:pt x="250" y="47"/>
                  <a:pt x="251" y="47"/>
                </a:cubicBezTo>
                <a:close/>
                <a:moveTo>
                  <a:pt x="194" y="58"/>
                </a:moveTo>
                <a:lnTo>
                  <a:pt x="194" y="58"/>
                </a:lnTo>
                <a:cubicBezTo>
                  <a:pt x="194" y="58"/>
                  <a:pt x="195" y="59"/>
                  <a:pt x="196" y="62"/>
                </a:cubicBezTo>
                <a:lnTo>
                  <a:pt x="199" y="69"/>
                </a:lnTo>
                <a:cubicBezTo>
                  <a:pt x="201" y="75"/>
                  <a:pt x="202" y="81"/>
                  <a:pt x="202" y="81"/>
                </a:cubicBezTo>
                <a:cubicBezTo>
                  <a:pt x="202" y="81"/>
                  <a:pt x="201" y="80"/>
                  <a:pt x="200" y="77"/>
                </a:cubicBezTo>
                <a:cubicBezTo>
                  <a:pt x="198" y="73"/>
                  <a:pt x="196" y="67"/>
                  <a:pt x="195" y="63"/>
                </a:cubicBezTo>
                <a:cubicBezTo>
                  <a:pt x="195" y="63"/>
                  <a:pt x="194" y="58"/>
                  <a:pt x="194" y="58"/>
                </a:cubicBezTo>
                <a:close/>
                <a:moveTo>
                  <a:pt x="310" y="84"/>
                </a:moveTo>
                <a:lnTo>
                  <a:pt x="309" y="92"/>
                </a:lnTo>
                <a:cubicBezTo>
                  <a:pt x="307" y="100"/>
                  <a:pt x="307" y="100"/>
                  <a:pt x="307" y="100"/>
                </a:cubicBezTo>
                <a:cubicBezTo>
                  <a:pt x="306" y="100"/>
                  <a:pt x="306" y="100"/>
                  <a:pt x="307" y="92"/>
                </a:cubicBezTo>
                <a:cubicBezTo>
                  <a:pt x="307" y="92"/>
                  <a:pt x="309" y="84"/>
                  <a:pt x="310" y="84"/>
                </a:cubicBezTo>
                <a:close/>
                <a:moveTo>
                  <a:pt x="295" y="88"/>
                </a:moveTo>
                <a:lnTo>
                  <a:pt x="295" y="96"/>
                </a:lnTo>
                <a:lnTo>
                  <a:pt x="293" y="104"/>
                </a:lnTo>
                <a:lnTo>
                  <a:pt x="292" y="104"/>
                </a:lnTo>
                <a:cubicBezTo>
                  <a:pt x="292" y="99"/>
                  <a:pt x="293" y="94"/>
                  <a:pt x="295" y="88"/>
                </a:cubicBezTo>
                <a:close/>
                <a:moveTo>
                  <a:pt x="430" y="103"/>
                </a:moveTo>
                <a:cubicBezTo>
                  <a:pt x="430" y="103"/>
                  <a:pt x="430" y="103"/>
                  <a:pt x="430" y="103"/>
                </a:cubicBezTo>
                <a:lnTo>
                  <a:pt x="431" y="104"/>
                </a:lnTo>
                <a:cubicBezTo>
                  <a:pt x="427" y="108"/>
                  <a:pt x="424" y="111"/>
                  <a:pt x="419" y="114"/>
                </a:cubicBezTo>
                <a:lnTo>
                  <a:pt x="418" y="113"/>
                </a:lnTo>
                <a:cubicBezTo>
                  <a:pt x="423" y="108"/>
                  <a:pt x="428" y="103"/>
                  <a:pt x="430" y="103"/>
                </a:cubicBezTo>
                <a:close/>
                <a:moveTo>
                  <a:pt x="167" y="106"/>
                </a:moveTo>
                <a:cubicBezTo>
                  <a:pt x="173" y="111"/>
                  <a:pt x="178" y="118"/>
                  <a:pt x="181" y="126"/>
                </a:cubicBezTo>
                <a:cubicBezTo>
                  <a:pt x="181" y="126"/>
                  <a:pt x="181" y="126"/>
                  <a:pt x="180" y="126"/>
                </a:cubicBezTo>
                <a:cubicBezTo>
                  <a:pt x="180" y="126"/>
                  <a:pt x="179" y="125"/>
                  <a:pt x="175" y="120"/>
                </a:cubicBezTo>
                <a:cubicBezTo>
                  <a:pt x="170" y="113"/>
                  <a:pt x="166" y="106"/>
                  <a:pt x="167" y="106"/>
                </a:cubicBezTo>
                <a:close/>
                <a:moveTo>
                  <a:pt x="471" y="149"/>
                </a:moveTo>
                <a:cubicBezTo>
                  <a:pt x="473" y="149"/>
                  <a:pt x="474" y="151"/>
                  <a:pt x="474" y="151"/>
                </a:cubicBezTo>
                <a:cubicBezTo>
                  <a:pt x="469" y="156"/>
                  <a:pt x="463" y="158"/>
                  <a:pt x="461" y="158"/>
                </a:cubicBezTo>
                <a:cubicBezTo>
                  <a:pt x="460" y="158"/>
                  <a:pt x="460" y="158"/>
                  <a:pt x="459" y="158"/>
                </a:cubicBezTo>
                <a:cubicBezTo>
                  <a:pt x="458" y="156"/>
                  <a:pt x="458" y="156"/>
                  <a:pt x="465" y="151"/>
                </a:cubicBezTo>
                <a:cubicBezTo>
                  <a:pt x="468" y="150"/>
                  <a:pt x="470" y="149"/>
                  <a:pt x="471" y="149"/>
                </a:cubicBezTo>
                <a:close/>
                <a:moveTo>
                  <a:pt x="481" y="251"/>
                </a:moveTo>
                <a:cubicBezTo>
                  <a:pt x="489" y="251"/>
                  <a:pt x="498" y="251"/>
                  <a:pt x="498" y="253"/>
                </a:cubicBezTo>
                <a:lnTo>
                  <a:pt x="489" y="255"/>
                </a:lnTo>
                <a:lnTo>
                  <a:pt x="481" y="253"/>
                </a:lnTo>
                <a:lnTo>
                  <a:pt x="481" y="251"/>
                </a:lnTo>
                <a:close/>
                <a:moveTo>
                  <a:pt x="430" y="263"/>
                </a:moveTo>
                <a:cubicBezTo>
                  <a:pt x="436" y="263"/>
                  <a:pt x="442" y="265"/>
                  <a:pt x="447" y="266"/>
                </a:cubicBezTo>
                <a:lnTo>
                  <a:pt x="447" y="267"/>
                </a:lnTo>
                <a:cubicBezTo>
                  <a:pt x="438" y="266"/>
                  <a:pt x="430" y="265"/>
                  <a:pt x="430" y="265"/>
                </a:cubicBezTo>
                <a:lnTo>
                  <a:pt x="430" y="263"/>
                </a:lnTo>
                <a:close/>
                <a:moveTo>
                  <a:pt x="99" y="269"/>
                </a:moveTo>
                <a:cubicBezTo>
                  <a:pt x="103" y="269"/>
                  <a:pt x="107" y="269"/>
                  <a:pt x="111" y="270"/>
                </a:cubicBezTo>
                <a:cubicBezTo>
                  <a:pt x="120" y="271"/>
                  <a:pt x="118" y="272"/>
                  <a:pt x="112" y="272"/>
                </a:cubicBezTo>
                <a:cubicBezTo>
                  <a:pt x="108" y="272"/>
                  <a:pt x="101" y="271"/>
                  <a:pt x="94" y="270"/>
                </a:cubicBezTo>
                <a:cubicBezTo>
                  <a:pt x="78" y="269"/>
                  <a:pt x="78" y="269"/>
                  <a:pt x="94" y="269"/>
                </a:cubicBezTo>
                <a:cubicBezTo>
                  <a:pt x="95" y="269"/>
                  <a:pt x="97" y="269"/>
                  <a:pt x="99" y="269"/>
                </a:cubicBezTo>
                <a:close/>
                <a:moveTo>
                  <a:pt x="482" y="294"/>
                </a:moveTo>
                <a:cubicBezTo>
                  <a:pt x="483" y="294"/>
                  <a:pt x="485" y="295"/>
                  <a:pt x="490" y="296"/>
                </a:cubicBezTo>
                <a:cubicBezTo>
                  <a:pt x="494" y="297"/>
                  <a:pt x="500" y="298"/>
                  <a:pt x="504" y="302"/>
                </a:cubicBezTo>
                <a:cubicBezTo>
                  <a:pt x="496" y="299"/>
                  <a:pt x="489" y="297"/>
                  <a:pt x="482" y="295"/>
                </a:cubicBezTo>
                <a:lnTo>
                  <a:pt x="481" y="295"/>
                </a:lnTo>
                <a:cubicBezTo>
                  <a:pt x="481" y="294"/>
                  <a:pt x="482" y="294"/>
                  <a:pt x="482" y="294"/>
                </a:cubicBezTo>
                <a:close/>
                <a:moveTo>
                  <a:pt x="173" y="316"/>
                </a:moveTo>
                <a:lnTo>
                  <a:pt x="167" y="321"/>
                </a:lnTo>
                <a:lnTo>
                  <a:pt x="167" y="322"/>
                </a:lnTo>
                <a:cubicBezTo>
                  <a:pt x="175" y="317"/>
                  <a:pt x="175" y="317"/>
                  <a:pt x="173" y="316"/>
                </a:cubicBezTo>
                <a:close/>
                <a:moveTo>
                  <a:pt x="130" y="318"/>
                </a:moveTo>
                <a:cubicBezTo>
                  <a:pt x="131" y="318"/>
                  <a:pt x="131" y="319"/>
                  <a:pt x="131" y="320"/>
                </a:cubicBezTo>
                <a:cubicBezTo>
                  <a:pt x="132" y="321"/>
                  <a:pt x="132" y="321"/>
                  <a:pt x="124" y="324"/>
                </a:cubicBezTo>
                <a:cubicBezTo>
                  <a:pt x="124" y="324"/>
                  <a:pt x="121" y="325"/>
                  <a:pt x="118" y="325"/>
                </a:cubicBezTo>
                <a:cubicBezTo>
                  <a:pt x="117" y="325"/>
                  <a:pt x="115" y="325"/>
                  <a:pt x="115" y="324"/>
                </a:cubicBezTo>
                <a:lnTo>
                  <a:pt x="123" y="321"/>
                </a:lnTo>
                <a:cubicBezTo>
                  <a:pt x="127" y="319"/>
                  <a:pt x="129" y="318"/>
                  <a:pt x="130" y="318"/>
                </a:cubicBezTo>
                <a:close/>
                <a:moveTo>
                  <a:pt x="475" y="329"/>
                </a:moveTo>
                <a:cubicBezTo>
                  <a:pt x="483" y="332"/>
                  <a:pt x="490" y="335"/>
                  <a:pt x="490" y="336"/>
                </a:cubicBezTo>
                <a:lnTo>
                  <a:pt x="482" y="335"/>
                </a:lnTo>
                <a:lnTo>
                  <a:pt x="475" y="330"/>
                </a:lnTo>
                <a:lnTo>
                  <a:pt x="475" y="329"/>
                </a:lnTo>
                <a:close/>
                <a:moveTo>
                  <a:pt x="324" y="333"/>
                </a:moveTo>
                <a:cubicBezTo>
                  <a:pt x="323" y="333"/>
                  <a:pt x="323" y="333"/>
                  <a:pt x="327" y="341"/>
                </a:cubicBezTo>
                <a:lnTo>
                  <a:pt x="328" y="340"/>
                </a:lnTo>
                <a:cubicBezTo>
                  <a:pt x="325" y="333"/>
                  <a:pt x="325" y="333"/>
                  <a:pt x="324" y="333"/>
                </a:cubicBezTo>
                <a:close/>
                <a:moveTo>
                  <a:pt x="135" y="332"/>
                </a:moveTo>
                <a:cubicBezTo>
                  <a:pt x="136" y="332"/>
                  <a:pt x="136" y="332"/>
                  <a:pt x="136" y="333"/>
                </a:cubicBezTo>
                <a:cubicBezTo>
                  <a:pt x="138" y="334"/>
                  <a:pt x="138" y="335"/>
                  <a:pt x="131" y="339"/>
                </a:cubicBezTo>
                <a:lnTo>
                  <a:pt x="130" y="338"/>
                </a:lnTo>
                <a:cubicBezTo>
                  <a:pt x="132" y="336"/>
                  <a:pt x="133" y="336"/>
                  <a:pt x="133" y="336"/>
                </a:cubicBezTo>
                <a:lnTo>
                  <a:pt x="133" y="336"/>
                </a:lnTo>
                <a:cubicBezTo>
                  <a:pt x="132" y="336"/>
                  <a:pt x="127" y="338"/>
                  <a:pt x="123" y="341"/>
                </a:cubicBezTo>
                <a:lnTo>
                  <a:pt x="108" y="349"/>
                </a:lnTo>
                <a:cubicBezTo>
                  <a:pt x="108" y="348"/>
                  <a:pt x="114" y="342"/>
                  <a:pt x="122" y="339"/>
                </a:cubicBezTo>
                <a:cubicBezTo>
                  <a:pt x="131" y="334"/>
                  <a:pt x="134" y="332"/>
                  <a:pt x="135" y="332"/>
                </a:cubicBezTo>
                <a:close/>
                <a:moveTo>
                  <a:pt x="16" y="360"/>
                </a:moveTo>
                <a:cubicBezTo>
                  <a:pt x="12" y="360"/>
                  <a:pt x="6" y="361"/>
                  <a:pt x="1" y="363"/>
                </a:cubicBezTo>
                <a:lnTo>
                  <a:pt x="2" y="366"/>
                </a:lnTo>
                <a:cubicBezTo>
                  <a:pt x="2" y="366"/>
                  <a:pt x="3" y="366"/>
                  <a:pt x="3" y="366"/>
                </a:cubicBezTo>
                <a:cubicBezTo>
                  <a:pt x="6" y="366"/>
                  <a:pt x="11" y="364"/>
                  <a:pt x="17" y="362"/>
                </a:cubicBezTo>
                <a:lnTo>
                  <a:pt x="16" y="360"/>
                </a:lnTo>
                <a:close/>
                <a:moveTo>
                  <a:pt x="354" y="390"/>
                </a:moveTo>
                <a:lnTo>
                  <a:pt x="354" y="390"/>
                </a:lnTo>
                <a:cubicBezTo>
                  <a:pt x="356" y="393"/>
                  <a:pt x="356" y="393"/>
                  <a:pt x="356" y="393"/>
                </a:cubicBezTo>
                <a:cubicBezTo>
                  <a:pt x="355" y="393"/>
                  <a:pt x="353" y="391"/>
                  <a:pt x="354" y="390"/>
                </a:cubicBezTo>
                <a:close/>
                <a:moveTo>
                  <a:pt x="293" y="380"/>
                </a:moveTo>
                <a:lnTo>
                  <a:pt x="295" y="397"/>
                </a:lnTo>
                <a:cubicBezTo>
                  <a:pt x="295" y="392"/>
                  <a:pt x="295" y="392"/>
                  <a:pt x="295" y="388"/>
                </a:cubicBezTo>
                <a:lnTo>
                  <a:pt x="293" y="380"/>
                </a:lnTo>
                <a:close/>
                <a:moveTo>
                  <a:pt x="416" y="396"/>
                </a:moveTo>
                <a:cubicBezTo>
                  <a:pt x="416" y="396"/>
                  <a:pt x="419" y="399"/>
                  <a:pt x="418" y="399"/>
                </a:cubicBezTo>
                <a:cubicBezTo>
                  <a:pt x="416" y="397"/>
                  <a:pt x="416" y="396"/>
                  <a:pt x="416" y="396"/>
                </a:cubicBezTo>
                <a:close/>
                <a:moveTo>
                  <a:pt x="402" y="390"/>
                </a:moveTo>
                <a:cubicBezTo>
                  <a:pt x="408" y="396"/>
                  <a:pt x="412" y="403"/>
                  <a:pt x="411" y="404"/>
                </a:cubicBezTo>
                <a:lnTo>
                  <a:pt x="406" y="398"/>
                </a:lnTo>
                <a:lnTo>
                  <a:pt x="401" y="390"/>
                </a:lnTo>
                <a:close/>
                <a:moveTo>
                  <a:pt x="330" y="390"/>
                </a:moveTo>
                <a:lnTo>
                  <a:pt x="330" y="390"/>
                </a:lnTo>
                <a:cubicBezTo>
                  <a:pt x="332" y="396"/>
                  <a:pt x="334" y="400"/>
                  <a:pt x="336" y="406"/>
                </a:cubicBezTo>
                <a:cubicBezTo>
                  <a:pt x="337" y="405"/>
                  <a:pt x="335" y="398"/>
                  <a:pt x="335" y="398"/>
                </a:cubicBezTo>
                <a:cubicBezTo>
                  <a:pt x="335" y="398"/>
                  <a:pt x="332" y="390"/>
                  <a:pt x="330" y="390"/>
                </a:cubicBezTo>
                <a:close/>
                <a:moveTo>
                  <a:pt x="390" y="392"/>
                </a:moveTo>
                <a:cubicBezTo>
                  <a:pt x="390" y="392"/>
                  <a:pt x="393" y="395"/>
                  <a:pt x="399" y="401"/>
                </a:cubicBezTo>
                <a:cubicBezTo>
                  <a:pt x="404" y="408"/>
                  <a:pt x="404" y="408"/>
                  <a:pt x="403" y="409"/>
                </a:cubicBezTo>
                <a:cubicBezTo>
                  <a:pt x="399" y="406"/>
                  <a:pt x="396" y="401"/>
                  <a:pt x="392" y="397"/>
                </a:cubicBezTo>
                <a:cubicBezTo>
                  <a:pt x="390" y="394"/>
                  <a:pt x="389" y="392"/>
                  <a:pt x="390" y="392"/>
                </a:cubicBezTo>
                <a:close/>
                <a:moveTo>
                  <a:pt x="167" y="413"/>
                </a:moveTo>
                <a:cubicBezTo>
                  <a:pt x="167" y="413"/>
                  <a:pt x="168" y="413"/>
                  <a:pt x="168" y="413"/>
                </a:cubicBezTo>
                <a:cubicBezTo>
                  <a:pt x="169" y="414"/>
                  <a:pt x="163" y="419"/>
                  <a:pt x="155" y="424"/>
                </a:cubicBezTo>
                <a:lnTo>
                  <a:pt x="153" y="422"/>
                </a:lnTo>
                <a:cubicBezTo>
                  <a:pt x="158" y="417"/>
                  <a:pt x="165" y="413"/>
                  <a:pt x="167" y="413"/>
                </a:cubicBezTo>
                <a:close/>
                <a:moveTo>
                  <a:pt x="326" y="417"/>
                </a:moveTo>
                <a:cubicBezTo>
                  <a:pt x="327" y="417"/>
                  <a:pt x="327" y="417"/>
                  <a:pt x="329" y="425"/>
                </a:cubicBezTo>
                <a:lnTo>
                  <a:pt x="328" y="425"/>
                </a:lnTo>
                <a:lnTo>
                  <a:pt x="325" y="417"/>
                </a:lnTo>
                <a:close/>
                <a:moveTo>
                  <a:pt x="241" y="411"/>
                </a:moveTo>
                <a:cubicBezTo>
                  <a:pt x="241" y="411"/>
                  <a:pt x="242" y="411"/>
                  <a:pt x="242" y="412"/>
                </a:cubicBezTo>
                <a:lnTo>
                  <a:pt x="240" y="419"/>
                </a:lnTo>
                <a:lnTo>
                  <a:pt x="236" y="426"/>
                </a:lnTo>
                <a:lnTo>
                  <a:pt x="236" y="426"/>
                </a:lnTo>
                <a:lnTo>
                  <a:pt x="237" y="418"/>
                </a:lnTo>
                <a:cubicBezTo>
                  <a:pt x="239" y="413"/>
                  <a:pt x="240" y="411"/>
                  <a:pt x="241" y="411"/>
                </a:cubicBezTo>
                <a:close/>
                <a:moveTo>
                  <a:pt x="381" y="423"/>
                </a:moveTo>
                <a:cubicBezTo>
                  <a:pt x="383" y="423"/>
                  <a:pt x="387" y="428"/>
                  <a:pt x="387" y="428"/>
                </a:cubicBezTo>
                <a:cubicBezTo>
                  <a:pt x="388" y="431"/>
                  <a:pt x="388" y="432"/>
                  <a:pt x="388" y="432"/>
                </a:cubicBezTo>
                <a:cubicBezTo>
                  <a:pt x="387" y="432"/>
                  <a:pt x="385" y="430"/>
                  <a:pt x="384" y="430"/>
                </a:cubicBezTo>
                <a:cubicBezTo>
                  <a:pt x="379" y="424"/>
                  <a:pt x="379" y="424"/>
                  <a:pt x="381" y="423"/>
                </a:cubicBezTo>
                <a:cubicBezTo>
                  <a:pt x="381" y="423"/>
                  <a:pt x="381" y="423"/>
                  <a:pt x="381" y="423"/>
                </a:cubicBezTo>
                <a:close/>
                <a:moveTo>
                  <a:pt x="275" y="405"/>
                </a:moveTo>
                <a:cubicBezTo>
                  <a:pt x="275" y="405"/>
                  <a:pt x="275" y="409"/>
                  <a:pt x="273" y="419"/>
                </a:cubicBezTo>
                <a:lnTo>
                  <a:pt x="269" y="435"/>
                </a:lnTo>
                <a:cubicBezTo>
                  <a:pt x="268" y="434"/>
                  <a:pt x="270" y="426"/>
                  <a:pt x="273" y="410"/>
                </a:cubicBezTo>
                <a:cubicBezTo>
                  <a:pt x="274" y="407"/>
                  <a:pt x="275" y="405"/>
                  <a:pt x="275" y="405"/>
                </a:cubicBezTo>
                <a:close/>
                <a:moveTo>
                  <a:pt x="315" y="416"/>
                </a:moveTo>
                <a:cubicBezTo>
                  <a:pt x="316" y="416"/>
                  <a:pt x="318" y="423"/>
                  <a:pt x="319" y="435"/>
                </a:cubicBezTo>
                <a:lnTo>
                  <a:pt x="317" y="435"/>
                </a:lnTo>
                <a:cubicBezTo>
                  <a:pt x="315" y="427"/>
                  <a:pt x="314" y="419"/>
                  <a:pt x="315" y="419"/>
                </a:cubicBezTo>
                <a:cubicBezTo>
                  <a:pt x="315" y="417"/>
                  <a:pt x="315" y="416"/>
                  <a:pt x="315" y="416"/>
                </a:cubicBezTo>
                <a:close/>
                <a:moveTo>
                  <a:pt x="165" y="427"/>
                </a:moveTo>
                <a:cubicBezTo>
                  <a:pt x="163" y="427"/>
                  <a:pt x="159" y="431"/>
                  <a:pt x="157" y="435"/>
                </a:cubicBezTo>
                <a:cubicBezTo>
                  <a:pt x="151" y="441"/>
                  <a:pt x="153" y="442"/>
                  <a:pt x="155" y="444"/>
                </a:cubicBezTo>
                <a:cubicBezTo>
                  <a:pt x="156" y="444"/>
                  <a:pt x="156" y="444"/>
                  <a:pt x="156" y="444"/>
                </a:cubicBezTo>
                <a:cubicBezTo>
                  <a:pt x="158" y="444"/>
                  <a:pt x="163" y="440"/>
                  <a:pt x="163" y="440"/>
                </a:cubicBezTo>
                <a:cubicBezTo>
                  <a:pt x="168" y="434"/>
                  <a:pt x="167" y="433"/>
                  <a:pt x="164" y="432"/>
                </a:cubicBezTo>
                <a:cubicBezTo>
                  <a:pt x="166" y="428"/>
                  <a:pt x="166" y="427"/>
                  <a:pt x="165" y="427"/>
                </a:cubicBezTo>
                <a:close/>
                <a:moveTo>
                  <a:pt x="357" y="433"/>
                </a:moveTo>
                <a:cubicBezTo>
                  <a:pt x="358" y="433"/>
                  <a:pt x="359" y="435"/>
                  <a:pt x="362" y="440"/>
                </a:cubicBezTo>
                <a:cubicBezTo>
                  <a:pt x="362" y="440"/>
                  <a:pt x="365" y="447"/>
                  <a:pt x="363" y="449"/>
                </a:cubicBezTo>
                <a:cubicBezTo>
                  <a:pt x="362" y="449"/>
                  <a:pt x="357" y="442"/>
                  <a:pt x="357" y="442"/>
                </a:cubicBezTo>
                <a:cubicBezTo>
                  <a:pt x="354" y="434"/>
                  <a:pt x="355" y="434"/>
                  <a:pt x="355" y="434"/>
                </a:cubicBezTo>
                <a:cubicBezTo>
                  <a:pt x="356" y="434"/>
                  <a:pt x="356" y="433"/>
                  <a:pt x="357" y="433"/>
                </a:cubicBezTo>
                <a:close/>
                <a:moveTo>
                  <a:pt x="244" y="425"/>
                </a:moveTo>
                <a:cubicBezTo>
                  <a:pt x="244" y="425"/>
                  <a:pt x="243" y="429"/>
                  <a:pt x="242" y="436"/>
                </a:cubicBezTo>
                <a:cubicBezTo>
                  <a:pt x="240" y="444"/>
                  <a:pt x="236" y="452"/>
                  <a:pt x="232" y="459"/>
                </a:cubicBezTo>
                <a:lnTo>
                  <a:pt x="228" y="458"/>
                </a:lnTo>
                <a:lnTo>
                  <a:pt x="236" y="443"/>
                </a:lnTo>
                <a:cubicBezTo>
                  <a:pt x="242" y="431"/>
                  <a:pt x="244" y="425"/>
                  <a:pt x="244" y="425"/>
                </a:cubicBezTo>
                <a:close/>
                <a:moveTo>
                  <a:pt x="282" y="444"/>
                </a:moveTo>
                <a:cubicBezTo>
                  <a:pt x="281" y="453"/>
                  <a:pt x="281" y="461"/>
                  <a:pt x="280" y="461"/>
                </a:cubicBezTo>
                <a:lnTo>
                  <a:pt x="278" y="461"/>
                </a:lnTo>
                <a:cubicBezTo>
                  <a:pt x="279" y="455"/>
                  <a:pt x="279" y="450"/>
                  <a:pt x="280" y="444"/>
                </a:cubicBezTo>
                <a:close/>
                <a:moveTo>
                  <a:pt x="313" y="468"/>
                </a:moveTo>
                <a:lnTo>
                  <a:pt x="314" y="475"/>
                </a:lnTo>
                <a:cubicBezTo>
                  <a:pt x="313" y="476"/>
                  <a:pt x="312" y="480"/>
                  <a:pt x="311" y="480"/>
                </a:cubicBezTo>
                <a:cubicBezTo>
                  <a:pt x="311" y="480"/>
                  <a:pt x="311" y="479"/>
                  <a:pt x="310" y="477"/>
                </a:cubicBezTo>
                <a:cubicBezTo>
                  <a:pt x="309" y="477"/>
                  <a:pt x="311" y="468"/>
                  <a:pt x="313" y="468"/>
                </a:cubicBezTo>
                <a:close/>
                <a:moveTo>
                  <a:pt x="260" y="5"/>
                </a:moveTo>
                <a:cubicBezTo>
                  <a:pt x="259" y="5"/>
                  <a:pt x="256" y="5"/>
                  <a:pt x="259" y="14"/>
                </a:cubicBezTo>
                <a:cubicBezTo>
                  <a:pt x="260" y="22"/>
                  <a:pt x="260" y="22"/>
                  <a:pt x="259" y="22"/>
                </a:cubicBezTo>
                <a:cubicBezTo>
                  <a:pt x="256" y="22"/>
                  <a:pt x="255" y="22"/>
                  <a:pt x="254" y="30"/>
                </a:cubicBezTo>
                <a:cubicBezTo>
                  <a:pt x="255" y="38"/>
                  <a:pt x="254" y="39"/>
                  <a:pt x="252" y="39"/>
                </a:cubicBezTo>
                <a:cubicBezTo>
                  <a:pt x="250" y="31"/>
                  <a:pt x="246" y="31"/>
                  <a:pt x="246" y="31"/>
                </a:cubicBezTo>
                <a:cubicBezTo>
                  <a:pt x="246" y="27"/>
                  <a:pt x="246" y="28"/>
                  <a:pt x="245" y="23"/>
                </a:cubicBezTo>
                <a:cubicBezTo>
                  <a:pt x="244" y="18"/>
                  <a:pt x="243" y="12"/>
                  <a:pt x="241" y="8"/>
                </a:cubicBezTo>
                <a:cubicBezTo>
                  <a:pt x="240" y="8"/>
                  <a:pt x="241" y="16"/>
                  <a:pt x="241" y="16"/>
                </a:cubicBezTo>
                <a:cubicBezTo>
                  <a:pt x="242" y="22"/>
                  <a:pt x="204" y="31"/>
                  <a:pt x="199" y="35"/>
                </a:cubicBezTo>
                <a:cubicBezTo>
                  <a:pt x="196" y="32"/>
                  <a:pt x="194" y="31"/>
                  <a:pt x="192" y="31"/>
                </a:cubicBezTo>
                <a:cubicBezTo>
                  <a:pt x="190" y="31"/>
                  <a:pt x="190" y="33"/>
                  <a:pt x="192" y="37"/>
                </a:cubicBezTo>
                <a:cubicBezTo>
                  <a:pt x="196" y="44"/>
                  <a:pt x="189" y="47"/>
                  <a:pt x="180" y="50"/>
                </a:cubicBezTo>
                <a:cubicBezTo>
                  <a:pt x="170" y="56"/>
                  <a:pt x="163" y="60"/>
                  <a:pt x="168" y="67"/>
                </a:cubicBezTo>
                <a:lnTo>
                  <a:pt x="163" y="69"/>
                </a:lnTo>
                <a:cubicBezTo>
                  <a:pt x="161" y="71"/>
                  <a:pt x="163" y="80"/>
                  <a:pt x="161" y="80"/>
                </a:cubicBezTo>
                <a:cubicBezTo>
                  <a:pt x="163" y="84"/>
                  <a:pt x="164" y="86"/>
                  <a:pt x="163" y="86"/>
                </a:cubicBezTo>
                <a:cubicBezTo>
                  <a:pt x="163" y="86"/>
                  <a:pt x="162" y="84"/>
                  <a:pt x="160" y="81"/>
                </a:cubicBezTo>
                <a:cubicBezTo>
                  <a:pt x="156" y="74"/>
                  <a:pt x="152" y="68"/>
                  <a:pt x="150" y="68"/>
                </a:cubicBezTo>
                <a:cubicBezTo>
                  <a:pt x="150" y="68"/>
                  <a:pt x="150" y="68"/>
                  <a:pt x="150" y="68"/>
                </a:cubicBezTo>
                <a:cubicBezTo>
                  <a:pt x="146" y="71"/>
                  <a:pt x="152" y="77"/>
                  <a:pt x="157" y="83"/>
                </a:cubicBezTo>
                <a:cubicBezTo>
                  <a:pt x="161" y="90"/>
                  <a:pt x="160" y="91"/>
                  <a:pt x="160" y="91"/>
                </a:cubicBezTo>
                <a:cubicBezTo>
                  <a:pt x="160" y="91"/>
                  <a:pt x="159" y="91"/>
                  <a:pt x="159" y="91"/>
                </a:cubicBezTo>
                <a:cubicBezTo>
                  <a:pt x="158" y="91"/>
                  <a:pt x="158" y="90"/>
                  <a:pt x="154" y="85"/>
                </a:cubicBezTo>
                <a:lnTo>
                  <a:pt x="144" y="73"/>
                </a:lnTo>
                <a:lnTo>
                  <a:pt x="143" y="73"/>
                </a:lnTo>
                <a:cubicBezTo>
                  <a:pt x="148" y="80"/>
                  <a:pt x="146" y="81"/>
                  <a:pt x="146" y="81"/>
                </a:cubicBezTo>
                <a:cubicBezTo>
                  <a:pt x="146" y="81"/>
                  <a:pt x="146" y="81"/>
                  <a:pt x="146" y="81"/>
                </a:cubicBezTo>
                <a:cubicBezTo>
                  <a:pt x="145" y="81"/>
                  <a:pt x="143" y="79"/>
                  <a:pt x="135" y="68"/>
                </a:cubicBezTo>
                <a:cubicBezTo>
                  <a:pt x="131" y="63"/>
                  <a:pt x="128" y="60"/>
                  <a:pt x="127" y="60"/>
                </a:cubicBezTo>
                <a:lnTo>
                  <a:pt x="127" y="60"/>
                </a:lnTo>
                <a:cubicBezTo>
                  <a:pt x="126" y="60"/>
                  <a:pt x="128" y="63"/>
                  <a:pt x="132" y="71"/>
                </a:cubicBezTo>
                <a:lnTo>
                  <a:pt x="135" y="80"/>
                </a:lnTo>
                <a:cubicBezTo>
                  <a:pt x="132" y="76"/>
                  <a:pt x="130" y="75"/>
                  <a:pt x="129" y="75"/>
                </a:cubicBezTo>
                <a:lnTo>
                  <a:pt x="129" y="75"/>
                </a:lnTo>
                <a:cubicBezTo>
                  <a:pt x="127" y="75"/>
                  <a:pt x="132" y="84"/>
                  <a:pt x="135" y="90"/>
                </a:cubicBezTo>
                <a:cubicBezTo>
                  <a:pt x="130" y="84"/>
                  <a:pt x="127" y="82"/>
                  <a:pt x="126" y="82"/>
                </a:cubicBezTo>
                <a:lnTo>
                  <a:pt x="126" y="82"/>
                </a:lnTo>
                <a:cubicBezTo>
                  <a:pt x="125" y="82"/>
                  <a:pt x="126" y="85"/>
                  <a:pt x="132" y="92"/>
                </a:cubicBezTo>
                <a:cubicBezTo>
                  <a:pt x="135" y="96"/>
                  <a:pt x="136" y="98"/>
                  <a:pt x="135" y="98"/>
                </a:cubicBezTo>
                <a:cubicBezTo>
                  <a:pt x="134" y="98"/>
                  <a:pt x="133" y="97"/>
                  <a:pt x="130" y="94"/>
                </a:cubicBezTo>
                <a:cubicBezTo>
                  <a:pt x="126" y="92"/>
                  <a:pt x="124" y="91"/>
                  <a:pt x="123" y="91"/>
                </a:cubicBezTo>
                <a:cubicBezTo>
                  <a:pt x="121" y="91"/>
                  <a:pt x="120" y="92"/>
                  <a:pt x="118" y="93"/>
                </a:cubicBezTo>
                <a:cubicBezTo>
                  <a:pt x="124" y="100"/>
                  <a:pt x="115" y="108"/>
                  <a:pt x="107" y="117"/>
                </a:cubicBezTo>
                <a:cubicBezTo>
                  <a:pt x="98" y="128"/>
                  <a:pt x="92" y="136"/>
                  <a:pt x="98" y="140"/>
                </a:cubicBezTo>
                <a:cubicBezTo>
                  <a:pt x="98" y="140"/>
                  <a:pt x="98" y="141"/>
                  <a:pt x="98" y="141"/>
                </a:cubicBezTo>
                <a:cubicBezTo>
                  <a:pt x="97" y="141"/>
                  <a:pt x="95" y="140"/>
                  <a:pt x="90" y="138"/>
                </a:cubicBezTo>
                <a:cubicBezTo>
                  <a:pt x="88" y="136"/>
                  <a:pt x="86" y="135"/>
                  <a:pt x="86" y="135"/>
                </a:cubicBezTo>
                <a:lnTo>
                  <a:pt x="86" y="135"/>
                </a:lnTo>
                <a:cubicBezTo>
                  <a:pt x="85" y="135"/>
                  <a:pt x="87" y="138"/>
                  <a:pt x="95" y="145"/>
                </a:cubicBezTo>
                <a:cubicBezTo>
                  <a:pt x="99" y="148"/>
                  <a:pt x="103" y="151"/>
                  <a:pt x="102" y="151"/>
                </a:cubicBezTo>
                <a:cubicBezTo>
                  <a:pt x="102" y="151"/>
                  <a:pt x="100" y="149"/>
                  <a:pt x="94" y="146"/>
                </a:cubicBezTo>
                <a:cubicBezTo>
                  <a:pt x="92" y="144"/>
                  <a:pt x="90" y="144"/>
                  <a:pt x="89" y="144"/>
                </a:cubicBezTo>
                <a:cubicBezTo>
                  <a:pt x="86" y="144"/>
                  <a:pt x="84" y="146"/>
                  <a:pt x="81" y="150"/>
                </a:cubicBezTo>
                <a:cubicBezTo>
                  <a:pt x="79" y="154"/>
                  <a:pt x="76" y="159"/>
                  <a:pt x="84" y="163"/>
                </a:cubicBezTo>
                <a:cubicBezTo>
                  <a:pt x="87" y="166"/>
                  <a:pt x="88" y="168"/>
                  <a:pt x="88" y="168"/>
                </a:cubicBezTo>
                <a:cubicBezTo>
                  <a:pt x="87" y="168"/>
                  <a:pt x="86" y="167"/>
                  <a:pt x="83" y="165"/>
                </a:cubicBezTo>
                <a:cubicBezTo>
                  <a:pt x="77" y="161"/>
                  <a:pt x="72" y="160"/>
                  <a:pt x="69" y="160"/>
                </a:cubicBezTo>
                <a:cubicBezTo>
                  <a:pt x="64" y="160"/>
                  <a:pt x="63" y="164"/>
                  <a:pt x="70" y="170"/>
                </a:cubicBezTo>
                <a:cubicBezTo>
                  <a:pt x="70" y="171"/>
                  <a:pt x="69" y="172"/>
                  <a:pt x="67" y="172"/>
                </a:cubicBezTo>
                <a:cubicBezTo>
                  <a:pt x="66" y="172"/>
                  <a:pt x="64" y="172"/>
                  <a:pt x="61" y="170"/>
                </a:cubicBezTo>
                <a:lnTo>
                  <a:pt x="61" y="170"/>
                </a:lnTo>
                <a:cubicBezTo>
                  <a:pt x="60" y="171"/>
                  <a:pt x="60" y="174"/>
                  <a:pt x="66" y="180"/>
                </a:cubicBezTo>
                <a:lnTo>
                  <a:pt x="61" y="191"/>
                </a:lnTo>
                <a:cubicBezTo>
                  <a:pt x="60" y="194"/>
                  <a:pt x="67" y="200"/>
                  <a:pt x="67" y="200"/>
                </a:cubicBezTo>
                <a:cubicBezTo>
                  <a:pt x="66" y="200"/>
                  <a:pt x="66" y="202"/>
                  <a:pt x="66" y="202"/>
                </a:cubicBezTo>
                <a:cubicBezTo>
                  <a:pt x="66" y="202"/>
                  <a:pt x="66" y="201"/>
                  <a:pt x="66" y="201"/>
                </a:cubicBezTo>
                <a:cubicBezTo>
                  <a:pt x="65" y="200"/>
                  <a:pt x="64" y="200"/>
                  <a:pt x="63" y="200"/>
                </a:cubicBezTo>
                <a:cubicBezTo>
                  <a:pt x="57" y="200"/>
                  <a:pt x="55" y="207"/>
                  <a:pt x="52" y="216"/>
                </a:cubicBezTo>
                <a:cubicBezTo>
                  <a:pt x="50" y="228"/>
                  <a:pt x="48" y="237"/>
                  <a:pt x="40" y="238"/>
                </a:cubicBezTo>
                <a:cubicBezTo>
                  <a:pt x="40" y="238"/>
                  <a:pt x="40" y="239"/>
                  <a:pt x="48" y="242"/>
                </a:cubicBezTo>
                <a:cubicBezTo>
                  <a:pt x="63" y="246"/>
                  <a:pt x="63" y="247"/>
                  <a:pt x="55" y="247"/>
                </a:cubicBezTo>
                <a:cubicBezTo>
                  <a:pt x="39" y="247"/>
                  <a:pt x="38" y="255"/>
                  <a:pt x="53" y="257"/>
                </a:cubicBezTo>
                <a:lnTo>
                  <a:pt x="46" y="256"/>
                </a:lnTo>
                <a:lnTo>
                  <a:pt x="46" y="256"/>
                </a:lnTo>
                <a:cubicBezTo>
                  <a:pt x="29" y="257"/>
                  <a:pt x="37" y="262"/>
                  <a:pt x="53" y="263"/>
                </a:cubicBezTo>
                <a:cubicBezTo>
                  <a:pt x="46" y="266"/>
                  <a:pt x="37" y="267"/>
                  <a:pt x="46" y="269"/>
                </a:cubicBezTo>
                <a:cubicBezTo>
                  <a:pt x="46" y="270"/>
                  <a:pt x="46" y="270"/>
                  <a:pt x="29" y="271"/>
                </a:cubicBezTo>
                <a:cubicBezTo>
                  <a:pt x="21" y="271"/>
                  <a:pt x="13" y="271"/>
                  <a:pt x="13" y="274"/>
                </a:cubicBezTo>
                <a:cubicBezTo>
                  <a:pt x="13" y="275"/>
                  <a:pt x="21" y="275"/>
                  <a:pt x="29" y="275"/>
                </a:cubicBezTo>
                <a:lnTo>
                  <a:pt x="29" y="278"/>
                </a:lnTo>
                <a:cubicBezTo>
                  <a:pt x="29" y="278"/>
                  <a:pt x="29" y="279"/>
                  <a:pt x="37" y="279"/>
                </a:cubicBezTo>
                <a:cubicBezTo>
                  <a:pt x="38" y="279"/>
                  <a:pt x="40" y="279"/>
                  <a:pt x="41" y="279"/>
                </a:cubicBezTo>
                <a:cubicBezTo>
                  <a:pt x="46" y="279"/>
                  <a:pt x="46" y="281"/>
                  <a:pt x="46" y="281"/>
                </a:cubicBezTo>
                <a:cubicBezTo>
                  <a:pt x="40" y="282"/>
                  <a:pt x="41" y="283"/>
                  <a:pt x="44" y="283"/>
                </a:cubicBezTo>
                <a:cubicBezTo>
                  <a:pt x="47" y="283"/>
                  <a:pt x="50" y="282"/>
                  <a:pt x="53" y="281"/>
                </a:cubicBezTo>
                <a:cubicBezTo>
                  <a:pt x="58" y="281"/>
                  <a:pt x="62" y="280"/>
                  <a:pt x="65" y="280"/>
                </a:cubicBezTo>
                <a:cubicBezTo>
                  <a:pt x="68" y="280"/>
                  <a:pt x="69" y="280"/>
                  <a:pt x="69" y="281"/>
                </a:cubicBezTo>
                <a:lnTo>
                  <a:pt x="86" y="279"/>
                </a:lnTo>
                <a:cubicBezTo>
                  <a:pt x="96" y="279"/>
                  <a:pt x="107" y="278"/>
                  <a:pt x="117" y="275"/>
                </a:cubicBezTo>
                <a:cubicBezTo>
                  <a:pt x="125" y="271"/>
                  <a:pt x="132" y="268"/>
                  <a:pt x="123" y="268"/>
                </a:cubicBezTo>
                <a:cubicBezTo>
                  <a:pt x="122" y="268"/>
                  <a:pt x="121" y="268"/>
                  <a:pt x="118" y="268"/>
                </a:cubicBezTo>
                <a:cubicBezTo>
                  <a:pt x="118" y="268"/>
                  <a:pt x="109" y="267"/>
                  <a:pt x="109" y="266"/>
                </a:cubicBezTo>
                <a:cubicBezTo>
                  <a:pt x="109" y="265"/>
                  <a:pt x="118" y="263"/>
                  <a:pt x="118" y="263"/>
                </a:cubicBezTo>
                <a:cubicBezTo>
                  <a:pt x="126" y="263"/>
                  <a:pt x="126" y="259"/>
                  <a:pt x="127" y="255"/>
                </a:cubicBezTo>
                <a:cubicBezTo>
                  <a:pt x="127" y="249"/>
                  <a:pt x="129" y="246"/>
                  <a:pt x="136" y="246"/>
                </a:cubicBezTo>
                <a:cubicBezTo>
                  <a:pt x="139" y="246"/>
                  <a:pt x="141" y="246"/>
                  <a:pt x="143" y="246"/>
                </a:cubicBezTo>
                <a:cubicBezTo>
                  <a:pt x="145" y="246"/>
                  <a:pt x="145" y="246"/>
                  <a:pt x="145" y="246"/>
                </a:cubicBezTo>
                <a:cubicBezTo>
                  <a:pt x="138" y="244"/>
                  <a:pt x="139" y="239"/>
                  <a:pt x="141" y="232"/>
                </a:cubicBezTo>
                <a:cubicBezTo>
                  <a:pt x="143" y="225"/>
                  <a:pt x="145" y="219"/>
                  <a:pt x="139" y="216"/>
                </a:cubicBezTo>
                <a:cubicBezTo>
                  <a:pt x="139" y="215"/>
                  <a:pt x="139" y="214"/>
                  <a:pt x="139" y="214"/>
                </a:cubicBezTo>
                <a:cubicBezTo>
                  <a:pt x="142" y="215"/>
                  <a:pt x="144" y="215"/>
                  <a:pt x="145" y="215"/>
                </a:cubicBezTo>
                <a:cubicBezTo>
                  <a:pt x="147" y="215"/>
                  <a:pt x="148" y="214"/>
                  <a:pt x="149" y="213"/>
                </a:cubicBezTo>
                <a:cubicBezTo>
                  <a:pt x="142" y="209"/>
                  <a:pt x="143" y="206"/>
                  <a:pt x="143" y="206"/>
                </a:cubicBezTo>
                <a:lnTo>
                  <a:pt x="143" y="206"/>
                </a:lnTo>
                <a:cubicBezTo>
                  <a:pt x="146" y="208"/>
                  <a:pt x="148" y="209"/>
                  <a:pt x="149" y="209"/>
                </a:cubicBezTo>
                <a:cubicBezTo>
                  <a:pt x="150" y="209"/>
                  <a:pt x="150" y="208"/>
                  <a:pt x="151" y="207"/>
                </a:cubicBezTo>
                <a:cubicBezTo>
                  <a:pt x="153" y="205"/>
                  <a:pt x="153" y="204"/>
                  <a:pt x="145" y="201"/>
                </a:cubicBezTo>
                <a:cubicBezTo>
                  <a:pt x="149" y="196"/>
                  <a:pt x="153" y="194"/>
                  <a:pt x="159" y="194"/>
                </a:cubicBezTo>
                <a:cubicBezTo>
                  <a:pt x="161" y="195"/>
                  <a:pt x="162" y="195"/>
                  <a:pt x="162" y="195"/>
                </a:cubicBezTo>
                <a:cubicBezTo>
                  <a:pt x="164" y="195"/>
                  <a:pt x="159" y="191"/>
                  <a:pt x="154" y="187"/>
                </a:cubicBezTo>
                <a:cubicBezTo>
                  <a:pt x="146" y="184"/>
                  <a:pt x="141" y="178"/>
                  <a:pt x="142" y="177"/>
                </a:cubicBezTo>
                <a:lnTo>
                  <a:pt x="142" y="177"/>
                </a:lnTo>
                <a:lnTo>
                  <a:pt x="155" y="186"/>
                </a:lnTo>
                <a:cubicBezTo>
                  <a:pt x="159" y="189"/>
                  <a:pt x="160" y="190"/>
                  <a:pt x="161" y="190"/>
                </a:cubicBezTo>
                <a:cubicBezTo>
                  <a:pt x="162" y="190"/>
                  <a:pt x="162" y="190"/>
                  <a:pt x="162" y="189"/>
                </a:cubicBezTo>
                <a:cubicBezTo>
                  <a:pt x="163" y="188"/>
                  <a:pt x="164" y="187"/>
                  <a:pt x="164" y="187"/>
                </a:cubicBezTo>
                <a:cubicBezTo>
                  <a:pt x="158" y="184"/>
                  <a:pt x="160" y="178"/>
                  <a:pt x="166" y="173"/>
                </a:cubicBezTo>
                <a:cubicBezTo>
                  <a:pt x="171" y="166"/>
                  <a:pt x="175" y="164"/>
                  <a:pt x="168" y="158"/>
                </a:cubicBezTo>
                <a:cubicBezTo>
                  <a:pt x="164" y="155"/>
                  <a:pt x="163" y="153"/>
                  <a:pt x="165" y="153"/>
                </a:cubicBezTo>
                <a:cubicBezTo>
                  <a:pt x="166" y="153"/>
                  <a:pt x="168" y="153"/>
                  <a:pt x="171" y="155"/>
                </a:cubicBezTo>
                <a:cubicBezTo>
                  <a:pt x="184" y="162"/>
                  <a:pt x="190" y="165"/>
                  <a:pt x="191" y="165"/>
                </a:cubicBezTo>
                <a:cubicBezTo>
                  <a:pt x="192" y="165"/>
                  <a:pt x="190" y="163"/>
                  <a:pt x="188" y="160"/>
                </a:cubicBezTo>
                <a:cubicBezTo>
                  <a:pt x="188" y="160"/>
                  <a:pt x="188" y="160"/>
                  <a:pt x="188" y="160"/>
                </a:cubicBezTo>
                <a:cubicBezTo>
                  <a:pt x="187" y="160"/>
                  <a:pt x="182" y="155"/>
                  <a:pt x="176" y="150"/>
                </a:cubicBezTo>
                <a:cubicBezTo>
                  <a:pt x="170" y="144"/>
                  <a:pt x="167" y="141"/>
                  <a:pt x="168" y="141"/>
                </a:cubicBezTo>
                <a:lnTo>
                  <a:pt x="168" y="141"/>
                </a:lnTo>
                <a:cubicBezTo>
                  <a:pt x="169" y="141"/>
                  <a:pt x="172" y="144"/>
                  <a:pt x="178" y="149"/>
                </a:cubicBezTo>
                <a:cubicBezTo>
                  <a:pt x="181" y="152"/>
                  <a:pt x="183" y="153"/>
                  <a:pt x="185" y="153"/>
                </a:cubicBezTo>
                <a:cubicBezTo>
                  <a:pt x="191" y="153"/>
                  <a:pt x="194" y="141"/>
                  <a:pt x="187" y="131"/>
                </a:cubicBezTo>
                <a:lnTo>
                  <a:pt x="187" y="131"/>
                </a:lnTo>
                <a:lnTo>
                  <a:pt x="191" y="138"/>
                </a:lnTo>
                <a:cubicBezTo>
                  <a:pt x="195" y="141"/>
                  <a:pt x="197" y="143"/>
                  <a:pt x="198" y="143"/>
                </a:cubicBezTo>
                <a:cubicBezTo>
                  <a:pt x="199" y="143"/>
                  <a:pt x="200" y="142"/>
                  <a:pt x="201" y="141"/>
                </a:cubicBezTo>
                <a:lnTo>
                  <a:pt x="204" y="139"/>
                </a:lnTo>
                <a:cubicBezTo>
                  <a:pt x="199" y="133"/>
                  <a:pt x="200" y="130"/>
                  <a:pt x="202" y="130"/>
                </a:cubicBezTo>
                <a:cubicBezTo>
                  <a:pt x="204" y="130"/>
                  <a:pt x="207" y="132"/>
                  <a:pt x="209" y="136"/>
                </a:cubicBezTo>
                <a:cubicBezTo>
                  <a:pt x="213" y="140"/>
                  <a:pt x="214" y="142"/>
                  <a:pt x="215" y="142"/>
                </a:cubicBezTo>
                <a:cubicBezTo>
                  <a:pt x="215" y="142"/>
                  <a:pt x="216" y="142"/>
                  <a:pt x="216" y="141"/>
                </a:cubicBezTo>
                <a:cubicBezTo>
                  <a:pt x="213" y="134"/>
                  <a:pt x="214" y="132"/>
                  <a:pt x="216" y="132"/>
                </a:cubicBezTo>
                <a:lnTo>
                  <a:pt x="216" y="132"/>
                </a:lnTo>
                <a:cubicBezTo>
                  <a:pt x="218" y="132"/>
                  <a:pt x="221" y="134"/>
                  <a:pt x="223" y="138"/>
                </a:cubicBezTo>
                <a:cubicBezTo>
                  <a:pt x="224" y="138"/>
                  <a:pt x="224" y="138"/>
                  <a:pt x="225" y="137"/>
                </a:cubicBezTo>
                <a:cubicBezTo>
                  <a:pt x="222" y="130"/>
                  <a:pt x="224" y="129"/>
                  <a:pt x="224" y="129"/>
                </a:cubicBezTo>
                <a:cubicBezTo>
                  <a:pt x="227" y="128"/>
                  <a:pt x="228" y="128"/>
                  <a:pt x="224" y="120"/>
                </a:cubicBezTo>
                <a:cubicBezTo>
                  <a:pt x="221" y="113"/>
                  <a:pt x="217" y="105"/>
                  <a:pt x="218" y="105"/>
                </a:cubicBezTo>
                <a:lnTo>
                  <a:pt x="218" y="105"/>
                </a:lnTo>
                <a:lnTo>
                  <a:pt x="222" y="112"/>
                </a:lnTo>
                <a:cubicBezTo>
                  <a:pt x="224" y="117"/>
                  <a:pt x="226" y="118"/>
                  <a:pt x="228" y="118"/>
                </a:cubicBezTo>
                <a:cubicBezTo>
                  <a:pt x="229" y="118"/>
                  <a:pt x="230" y="118"/>
                  <a:pt x="232" y="118"/>
                </a:cubicBezTo>
                <a:cubicBezTo>
                  <a:pt x="233" y="117"/>
                  <a:pt x="235" y="116"/>
                  <a:pt x="236" y="116"/>
                </a:cubicBezTo>
                <a:cubicBezTo>
                  <a:pt x="238" y="116"/>
                  <a:pt x="240" y="118"/>
                  <a:pt x="242" y="122"/>
                </a:cubicBezTo>
                <a:lnTo>
                  <a:pt x="240" y="114"/>
                </a:lnTo>
                <a:cubicBezTo>
                  <a:pt x="239" y="110"/>
                  <a:pt x="239" y="108"/>
                  <a:pt x="239" y="108"/>
                </a:cubicBezTo>
                <a:lnTo>
                  <a:pt x="239" y="108"/>
                </a:lnTo>
                <a:cubicBezTo>
                  <a:pt x="240" y="108"/>
                  <a:pt x="241" y="110"/>
                  <a:pt x="242" y="114"/>
                </a:cubicBezTo>
                <a:cubicBezTo>
                  <a:pt x="243" y="118"/>
                  <a:pt x="245" y="119"/>
                  <a:pt x="246" y="119"/>
                </a:cubicBezTo>
                <a:cubicBezTo>
                  <a:pt x="248" y="119"/>
                  <a:pt x="249" y="117"/>
                  <a:pt x="249" y="113"/>
                </a:cubicBezTo>
                <a:lnTo>
                  <a:pt x="250" y="112"/>
                </a:lnTo>
                <a:cubicBezTo>
                  <a:pt x="252" y="120"/>
                  <a:pt x="254" y="124"/>
                  <a:pt x="255" y="124"/>
                </a:cubicBezTo>
                <a:cubicBezTo>
                  <a:pt x="256" y="124"/>
                  <a:pt x="256" y="120"/>
                  <a:pt x="255" y="112"/>
                </a:cubicBezTo>
                <a:lnTo>
                  <a:pt x="255" y="112"/>
                </a:lnTo>
                <a:cubicBezTo>
                  <a:pt x="256" y="118"/>
                  <a:pt x="257" y="119"/>
                  <a:pt x="258" y="119"/>
                </a:cubicBezTo>
                <a:cubicBezTo>
                  <a:pt x="258" y="119"/>
                  <a:pt x="258" y="119"/>
                  <a:pt x="259" y="119"/>
                </a:cubicBezTo>
                <a:cubicBezTo>
                  <a:pt x="259" y="115"/>
                  <a:pt x="260" y="113"/>
                  <a:pt x="260" y="113"/>
                </a:cubicBezTo>
                <a:cubicBezTo>
                  <a:pt x="261" y="113"/>
                  <a:pt x="263" y="115"/>
                  <a:pt x="263" y="119"/>
                </a:cubicBezTo>
                <a:lnTo>
                  <a:pt x="264" y="119"/>
                </a:lnTo>
                <a:cubicBezTo>
                  <a:pt x="264" y="111"/>
                  <a:pt x="265" y="111"/>
                  <a:pt x="265" y="111"/>
                </a:cubicBezTo>
                <a:cubicBezTo>
                  <a:pt x="267" y="111"/>
                  <a:pt x="268" y="111"/>
                  <a:pt x="268" y="103"/>
                </a:cubicBezTo>
                <a:cubicBezTo>
                  <a:pt x="269" y="94"/>
                  <a:pt x="270" y="94"/>
                  <a:pt x="270" y="94"/>
                </a:cubicBezTo>
                <a:cubicBezTo>
                  <a:pt x="270" y="100"/>
                  <a:pt x="270" y="105"/>
                  <a:pt x="270" y="111"/>
                </a:cubicBezTo>
                <a:cubicBezTo>
                  <a:pt x="269" y="114"/>
                  <a:pt x="270" y="116"/>
                  <a:pt x="270" y="116"/>
                </a:cubicBezTo>
                <a:cubicBezTo>
                  <a:pt x="271" y="116"/>
                  <a:pt x="272" y="112"/>
                  <a:pt x="273" y="103"/>
                </a:cubicBezTo>
                <a:lnTo>
                  <a:pt x="273" y="103"/>
                </a:lnTo>
                <a:cubicBezTo>
                  <a:pt x="273" y="109"/>
                  <a:pt x="273" y="114"/>
                  <a:pt x="273" y="114"/>
                </a:cubicBezTo>
                <a:cubicBezTo>
                  <a:pt x="273" y="114"/>
                  <a:pt x="274" y="113"/>
                  <a:pt x="274" y="111"/>
                </a:cubicBezTo>
                <a:cubicBezTo>
                  <a:pt x="274" y="111"/>
                  <a:pt x="275" y="111"/>
                  <a:pt x="275" y="103"/>
                </a:cubicBezTo>
                <a:lnTo>
                  <a:pt x="279" y="103"/>
                </a:lnTo>
                <a:cubicBezTo>
                  <a:pt x="280" y="111"/>
                  <a:pt x="281" y="111"/>
                  <a:pt x="282" y="111"/>
                </a:cubicBezTo>
                <a:cubicBezTo>
                  <a:pt x="283" y="107"/>
                  <a:pt x="283" y="105"/>
                  <a:pt x="283" y="105"/>
                </a:cubicBezTo>
                <a:cubicBezTo>
                  <a:pt x="283" y="105"/>
                  <a:pt x="283" y="107"/>
                  <a:pt x="283" y="111"/>
                </a:cubicBezTo>
                <a:cubicBezTo>
                  <a:pt x="283" y="115"/>
                  <a:pt x="284" y="117"/>
                  <a:pt x="284" y="117"/>
                </a:cubicBezTo>
                <a:cubicBezTo>
                  <a:pt x="284" y="117"/>
                  <a:pt x="285" y="113"/>
                  <a:pt x="286" y="103"/>
                </a:cubicBezTo>
                <a:cubicBezTo>
                  <a:pt x="286" y="99"/>
                  <a:pt x="287" y="97"/>
                  <a:pt x="287" y="97"/>
                </a:cubicBezTo>
                <a:cubicBezTo>
                  <a:pt x="288" y="97"/>
                  <a:pt x="288" y="100"/>
                  <a:pt x="288" y="104"/>
                </a:cubicBezTo>
                <a:cubicBezTo>
                  <a:pt x="287" y="113"/>
                  <a:pt x="287" y="117"/>
                  <a:pt x="287" y="117"/>
                </a:cubicBezTo>
                <a:cubicBezTo>
                  <a:pt x="288" y="117"/>
                  <a:pt x="288" y="115"/>
                  <a:pt x="288" y="112"/>
                </a:cubicBezTo>
                <a:cubicBezTo>
                  <a:pt x="290" y="104"/>
                  <a:pt x="291" y="104"/>
                  <a:pt x="291" y="104"/>
                </a:cubicBezTo>
                <a:lnTo>
                  <a:pt x="291" y="104"/>
                </a:lnTo>
                <a:cubicBezTo>
                  <a:pt x="290" y="112"/>
                  <a:pt x="298" y="114"/>
                  <a:pt x="307" y="117"/>
                </a:cubicBezTo>
                <a:cubicBezTo>
                  <a:pt x="309" y="112"/>
                  <a:pt x="311" y="106"/>
                  <a:pt x="313" y="101"/>
                </a:cubicBezTo>
                <a:cubicBezTo>
                  <a:pt x="314" y="95"/>
                  <a:pt x="315" y="93"/>
                  <a:pt x="315" y="93"/>
                </a:cubicBezTo>
                <a:lnTo>
                  <a:pt x="315" y="93"/>
                </a:lnTo>
                <a:cubicBezTo>
                  <a:pt x="315" y="93"/>
                  <a:pt x="314" y="97"/>
                  <a:pt x="314" y="102"/>
                </a:cubicBezTo>
                <a:cubicBezTo>
                  <a:pt x="311" y="114"/>
                  <a:pt x="310" y="120"/>
                  <a:pt x="310" y="120"/>
                </a:cubicBezTo>
                <a:cubicBezTo>
                  <a:pt x="311" y="120"/>
                  <a:pt x="313" y="114"/>
                  <a:pt x="316" y="102"/>
                </a:cubicBezTo>
                <a:cubicBezTo>
                  <a:pt x="318" y="94"/>
                  <a:pt x="318" y="90"/>
                  <a:pt x="319" y="90"/>
                </a:cubicBezTo>
                <a:lnTo>
                  <a:pt x="319" y="90"/>
                </a:lnTo>
                <a:cubicBezTo>
                  <a:pt x="319" y="90"/>
                  <a:pt x="318" y="95"/>
                  <a:pt x="317" y="103"/>
                </a:cubicBezTo>
                <a:cubicBezTo>
                  <a:pt x="316" y="107"/>
                  <a:pt x="315" y="109"/>
                  <a:pt x="315" y="109"/>
                </a:cubicBezTo>
                <a:cubicBezTo>
                  <a:pt x="316" y="109"/>
                  <a:pt x="317" y="107"/>
                  <a:pt x="318" y="104"/>
                </a:cubicBezTo>
                <a:cubicBezTo>
                  <a:pt x="319" y="100"/>
                  <a:pt x="320" y="98"/>
                  <a:pt x="320" y="98"/>
                </a:cubicBezTo>
                <a:lnTo>
                  <a:pt x="320" y="98"/>
                </a:lnTo>
                <a:cubicBezTo>
                  <a:pt x="321" y="98"/>
                  <a:pt x="320" y="100"/>
                  <a:pt x="319" y="104"/>
                </a:cubicBezTo>
                <a:cubicBezTo>
                  <a:pt x="318" y="110"/>
                  <a:pt x="317" y="115"/>
                  <a:pt x="318" y="115"/>
                </a:cubicBezTo>
                <a:cubicBezTo>
                  <a:pt x="318" y="115"/>
                  <a:pt x="318" y="114"/>
                  <a:pt x="319" y="112"/>
                </a:cubicBezTo>
                <a:lnTo>
                  <a:pt x="319" y="112"/>
                </a:lnTo>
                <a:cubicBezTo>
                  <a:pt x="319" y="112"/>
                  <a:pt x="320" y="113"/>
                  <a:pt x="318" y="121"/>
                </a:cubicBezTo>
                <a:cubicBezTo>
                  <a:pt x="317" y="123"/>
                  <a:pt x="317" y="125"/>
                  <a:pt x="318" y="125"/>
                </a:cubicBezTo>
                <a:cubicBezTo>
                  <a:pt x="319" y="125"/>
                  <a:pt x="321" y="120"/>
                  <a:pt x="324" y="114"/>
                </a:cubicBezTo>
                <a:cubicBezTo>
                  <a:pt x="328" y="108"/>
                  <a:pt x="331" y="104"/>
                  <a:pt x="331" y="104"/>
                </a:cubicBezTo>
                <a:lnTo>
                  <a:pt x="331" y="104"/>
                </a:lnTo>
                <a:cubicBezTo>
                  <a:pt x="332" y="104"/>
                  <a:pt x="330" y="108"/>
                  <a:pt x="326" y="115"/>
                </a:cubicBezTo>
                <a:cubicBezTo>
                  <a:pt x="323" y="122"/>
                  <a:pt x="323" y="124"/>
                  <a:pt x="324" y="124"/>
                </a:cubicBezTo>
                <a:cubicBezTo>
                  <a:pt x="326" y="124"/>
                  <a:pt x="330" y="119"/>
                  <a:pt x="335" y="111"/>
                </a:cubicBezTo>
                <a:cubicBezTo>
                  <a:pt x="339" y="103"/>
                  <a:pt x="340" y="99"/>
                  <a:pt x="341" y="99"/>
                </a:cubicBezTo>
                <a:lnTo>
                  <a:pt x="341" y="99"/>
                </a:lnTo>
                <a:cubicBezTo>
                  <a:pt x="341" y="99"/>
                  <a:pt x="340" y="101"/>
                  <a:pt x="338" y="104"/>
                </a:cubicBezTo>
                <a:cubicBezTo>
                  <a:pt x="335" y="111"/>
                  <a:pt x="336" y="112"/>
                  <a:pt x="336" y="112"/>
                </a:cubicBezTo>
                <a:cubicBezTo>
                  <a:pt x="337" y="112"/>
                  <a:pt x="338" y="113"/>
                  <a:pt x="335" y="120"/>
                </a:cubicBezTo>
                <a:cubicBezTo>
                  <a:pt x="335" y="120"/>
                  <a:pt x="335" y="120"/>
                  <a:pt x="335" y="120"/>
                </a:cubicBezTo>
                <a:cubicBezTo>
                  <a:pt x="336" y="120"/>
                  <a:pt x="337" y="119"/>
                  <a:pt x="342" y="114"/>
                </a:cubicBezTo>
                <a:cubicBezTo>
                  <a:pt x="345" y="110"/>
                  <a:pt x="347" y="108"/>
                  <a:pt x="348" y="108"/>
                </a:cubicBezTo>
                <a:lnTo>
                  <a:pt x="348" y="108"/>
                </a:lnTo>
                <a:cubicBezTo>
                  <a:pt x="350" y="108"/>
                  <a:pt x="348" y="116"/>
                  <a:pt x="343" y="126"/>
                </a:cubicBezTo>
                <a:lnTo>
                  <a:pt x="350" y="119"/>
                </a:lnTo>
                <a:cubicBezTo>
                  <a:pt x="355" y="111"/>
                  <a:pt x="359" y="105"/>
                  <a:pt x="359" y="105"/>
                </a:cubicBezTo>
                <a:lnTo>
                  <a:pt x="359" y="105"/>
                </a:lnTo>
                <a:cubicBezTo>
                  <a:pt x="359" y="105"/>
                  <a:pt x="358" y="108"/>
                  <a:pt x="355" y="113"/>
                </a:cubicBezTo>
                <a:lnTo>
                  <a:pt x="351" y="120"/>
                </a:lnTo>
                <a:cubicBezTo>
                  <a:pt x="354" y="116"/>
                  <a:pt x="356" y="114"/>
                  <a:pt x="357" y="114"/>
                </a:cubicBezTo>
                <a:lnTo>
                  <a:pt x="357" y="114"/>
                </a:lnTo>
                <a:cubicBezTo>
                  <a:pt x="359" y="114"/>
                  <a:pt x="357" y="121"/>
                  <a:pt x="352" y="130"/>
                </a:cubicBezTo>
                <a:cubicBezTo>
                  <a:pt x="347" y="137"/>
                  <a:pt x="347" y="137"/>
                  <a:pt x="348" y="138"/>
                </a:cubicBezTo>
                <a:lnTo>
                  <a:pt x="352" y="131"/>
                </a:lnTo>
                <a:cubicBezTo>
                  <a:pt x="356" y="124"/>
                  <a:pt x="361" y="118"/>
                  <a:pt x="362" y="118"/>
                </a:cubicBezTo>
                <a:lnTo>
                  <a:pt x="362" y="118"/>
                </a:lnTo>
                <a:cubicBezTo>
                  <a:pt x="363" y="119"/>
                  <a:pt x="364" y="120"/>
                  <a:pt x="360" y="127"/>
                </a:cubicBezTo>
                <a:cubicBezTo>
                  <a:pt x="356" y="132"/>
                  <a:pt x="354" y="137"/>
                  <a:pt x="354" y="137"/>
                </a:cubicBezTo>
                <a:cubicBezTo>
                  <a:pt x="354" y="137"/>
                  <a:pt x="355" y="136"/>
                  <a:pt x="356" y="134"/>
                </a:cubicBezTo>
                <a:lnTo>
                  <a:pt x="356" y="134"/>
                </a:lnTo>
                <a:cubicBezTo>
                  <a:pt x="356" y="134"/>
                  <a:pt x="357" y="134"/>
                  <a:pt x="354" y="142"/>
                </a:cubicBezTo>
                <a:lnTo>
                  <a:pt x="356" y="145"/>
                </a:lnTo>
                <a:cubicBezTo>
                  <a:pt x="359" y="142"/>
                  <a:pt x="360" y="141"/>
                  <a:pt x="361" y="141"/>
                </a:cubicBezTo>
                <a:lnTo>
                  <a:pt x="361" y="141"/>
                </a:lnTo>
                <a:cubicBezTo>
                  <a:pt x="363" y="141"/>
                  <a:pt x="362" y="143"/>
                  <a:pt x="360" y="147"/>
                </a:cubicBezTo>
                <a:cubicBezTo>
                  <a:pt x="360" y="147"/>
                  <a:pt x="360" y="147"/>
                  <a:pt x="360" y="147"/>
                </a:cubicBezTo>
                <a:cubicBezTo>
                  <a:pt x="361" y="147"/>
                  <a:pt x="362" y="146"/>
                  <a:pt x="366" y="142"/>
                </a:cubicBezTo>
                <a:lnTo>
                  <a:pt x="366" y="142"/>
                </a:lnTo>
                <a:cubicBezTo>
                  <a:pt x="367" y="145"/>
                  <a:pt x="369" y="145"/>
                  <a:pt x="364" y="151"/>
                </a:cubicBezTo>
                <a:cubicBezTo>
                  <a:pt x="368" y="147"/>
                  <a:pt x="370" y="147"/>
                  <a:pt x="370" y="147"/>
                </a:cubicBezTo>
                <a:cubicBezTo>
                  <a:pt x="371" y="147"/>
                  <a:pt x="371" y="147"/>
                  <a:pt x="371" y="147"/>
                </a:cubicBezTo>
                <a:lnTo>
                  <a:pt x="373" y="149"/>
                </a:lnTo>
                <a:cubicBezTo>
                  <a:pt x="377" y="144"/>
                  <a:pt x="378" y="143"/>
                  <a:pt x="379" y="143"/>
                </a:cubicBezTo>
                <a:cubicBezTo>
                  <a:pt x="379" y="143"/>
                  <a:pt x="379" y="143"/>
                  <a:pt x="379" y="143"/>
                </a:cubicBezTo>
                <a:cubicBezTo>
                  <a:pt x="380" y="145"/>
                  <a:pt x="376" y="152"/>
                  <a:pt x="378" y="154"/>
                </a:cubicBezTo>
                <a:cubicBezTo>
                  <a:pt x="378" y="154"/>
                  <a:pt x="379" y="155"/>
                  <a:pt x="379" y="155"/>
                </a:cubicBezTo>
                <a:cubicBezTo>
                  <a:pt x="380" y="155"/>
                  <a:pt x="381" y="153"/>
                  <a:pt x="384" y="149"/>
                </a:cubicBezTo>
                <a:cubicBezTo>
                  <a:pt x="384" y="148"/>
                  <a:pt x="386" y="146"/>
                  <a:pt x="387" y="146"/>
                </a:cubicBezTo>
                <a:lnTo>
                  <a:pt x="387" y="146"/>
                </a:lnTo>
                <a:cubicBezTo>
                  <a:pt x="387" y="146"/>
                  <a:pt x="387" y="147"/>
                  <a:pt x="385" y="150"/>
                </a:cubicBezTo>
                <a:cubicBezTo>
                  <a:pt x="385" y="151"/>
                  <a:pt x="382" y="159"/>
                  <a:pt x="384" y="161"/>
                </a:cubicBezTo>
                <a:cubicBezTo>
                  <a:pt x="386" y="163"/>
                  <a:pt x="386" y="164"/>
                  <a:pt x="387" y="164"/>
                </a:cubicBezTo>
                <a:cubicBezTo>
                  <a:pt x="388" y="164"/>
                  <a:pt x="389" y="162"/>
                  <a:pt x="393" y="159"/>
                </a:cubicBezTo>
                <a:cubicBezTo>
                  <a:pt x="399" y="154"/>
                  <a:pt x="402" y="151"/>
                  <a:pt x="402" y="151"/>
                </a:cubicBezTo>
                <a:lnTo>
                  <a:pt x="402" y="151"/>
                </a:lnTo>
                <a:cubicBezTo>
                  <a:pt x="403" y="151"/>
                  <a:pt x="400" y="154"/>
                  <a:pt x="394" y="160"/>
                </a:cubicBezTo>
                <a:cubicBezTo>
                  <a:pt x="387" y="168"/>
                  <a:pt x="385" y="171"/>
                  <a:pt x="385" y="171"/>
                </a:cubicBezTo>
                <a:cubicBezTo>
                  <a:pt x="386" y="171"/>
                  <a:pt x="387" y="170"/>
                  <a:pt x="390" y="168"/>
                </a:cubicBezTo>
                <a:cubicBezTo>
                  <a:pt x="394" y="165"/>
                  <a:pt x="396" y="164"/>
                  <a:pt x="396" y="164"/>
                </a:cubicBezTo>
                <a:cubicBezTo>
                  <a:pt x="397" y="164"/>
                  <a:pt x="397" y="164"/>
                  <a:pt x="397" y="165"/>
                </a:cubicBezTo>
                <a:cubicBezTo>
                  <a:pt x="393" y="168"/>
                  <a:pt x="392" y="169"/>
                  <a:pt x="393" y="169"/>
                </a:cubicBezTo>
                <a:cubicBezTo>
                  <a:pt x="394" y="169"/>
                  <a:pt x="395" y="168"/>
                  <a:pt x="399" y="167"/>
                </a:cubicBezTo>
                <a:lnTo>
                  <a:pt x="399" y="167"/>
                </a:lnTo>
                <a:cubicBezTo>
                  <a:pt x="400" y="168"/>
                  <a:pt x="400" y="168"/>
                  <a:pt x="393" y="174"/>
                </a:cubicBezTo>
                <a:lnTo>
                  <a:pt x="394" y="175"/>
                </a:lnTo>
                <a:cubicBezTo>
                  <a:pt x="398" y="173"/>
                  <a:pt x="401" y="172"/>
                  <a:pt x="402" y="172"/>
                </a:cubicBezTo>
                <a:cubicBezTo>
                  <a:pt x="407" y="172"/>
                  <a:pt x="404" y="179"/>
                  <a:pt x="399" y="183"/>
                </a:cubicBezTo>
                <a:cubicBezTo>
                  <a:pt x="399" y="183"/>
                  <a:pt x="399" y="183"/>
                  <a:pt x="400" y="183"/>
                </a:cubicBezTo>
                <a:cubicBezTo>
                  <a:pt x="401" y="183"/>
                  <a:pt x="403" y="182"/>
                  <a:pt x="407" y="180"/>
                </a:cubicBezTo>
                <a:cubicBezTo>
                  <a:pt x="413" y="177"/>
                  <a:pt x="417" y="175"/>
                  <a:pt x="418" y="175"/>
                </a:cubicBezTo>
                <a:lnTo>
                  <a:pt x="418" y="175"/>
                </a:lnTo>
                <a:cubicBezTo>
                  <a:pt x="419" y="175"/>
                  <a:pt x="416" y="178"/>
                  <a:pt x="408" y="183"/>
                </a:cubicBezTo>
                <a:cubicBezTo>
                  <a:pt x="401" y="187"/>
                  <a:pt x="398" y="189"/>
                  <a:pt x="398" y="189"/>
                </a:cubicBezTo>
                <a:cubicBezTo>
                  <a:pt x="398" y="189"/>
                  <a:pt x="402" y="187"/>
                  <a:pt x="409" y="183"/>
                </a:cubicBezTo>
                <a:cubicBezTo>
                  <a:pt x="410" y="182"/>
                  <a:pt x="412" y="182"/>
                  <a:pt x="413" y="182"/>
                </a:cubicBezTo>
                <a:cubicBezTo>
                  <a:pt x="417" y="182"/>
                  <a:pt x="416" y="186"/>
                  <a:pt x="404" y="192"/>
                </a:cubicBezTo>
                <a:lnTo>
                  <a:pt x="390" y="200"/>
                </a:lnTo>
                <a:cubicBezTo>
                  <a:pt x="398" y="197"/>
                  <a:pt x="398" y="197"/>
                  <a:pt x="398" y="197"/>
                </a:cubicBezTo>
                <a:cubicBezTo>
                  <a:pt x="401" y="196"/>
                  <a:pt x="403" y="195"/>
                  <a:pt x="404" y="195"/>
                </a:cubicBezTo>
                <a:cubicBezTo>
                  <a:pt x="406" y="195"/>
                  <a:pt x="406" y="196"/>
                  <a:pt x="407" y="197"/>
                </a:cubicBezTo>
                <a:cubicBezTo>
                  <a:pt x="408" y="200"/>
                  <a:pt x="417" y="200"/>
                  <a:pt x="417" y="202"/>
                </a:cubicBezTo>
                <a:cubicBezTo>
                  <a:pt x="417" y="204"/>
                  <a:pt x="418" y="206"/>
                  <a:pt x="411" y="211"/>
                </a:cubicBezTo>
                <a:cubicBezTo>
                  <a:pt x="411" y="211"/>
                  <a:pt x="412" y="211"/>
                  <a:pt x="414" y="211"/>
                </a:cubicBezTo>
                <a:cubicBezTo>
                  <a:pt x="416" y="211"/>
                  <a:pt x="418" y="211"/>
                  <a:pt x="420" y="211"/>
                </a:cubicBezTo>
                <a:cubicBezTo>
                  <a:pt x="422" y="211"/>
                  <a:pt x="423" y="210"/>
                  <a:pt x="424" y="210"/>
                </a:cubicBezTo>
                <a:cubicBezTo>
                  <a:pt x="428" y="210"/>
                  <a:pt x="427" y="212"/>
                  <a:pt x="421" y="214"/>
                </a:cubicBezTo>
                <a:lnTo>
                  <a:pt x="421" y="215"/>
                </a:lnTo>
                <a:cubicBezTo>
                  <a:pt x="424" y="215"/>
                  <a:pt x="426" y="215"/>
                  <a:pt x="427" y="215"/>
                </a:cubicBezTo>
                <a:cubicBezTo>
                  <a:pt x="429" y="215"/>
                  <a:pt x="429" y="215"/>
                  <a:pt x="429" y="215"/>
                </a:cubicBezTo>
                <a:cubicBezTo>
                  <a:pt x="422" y="217"/>
                  <a:pt x="416" y="220"/>
                  <a:pt x="420" y="220"/>
                </a:cubicBezTo>
                <a:cubicBezTo>
                  <a:pt x="420" y="220"/>
                  <a:pt x="421" y="220"/>
                  <a:pt x="422" y="220"/>
                </a:cubicBezTo>
                <a:cubicBezTo>
                  <a:pt x="425" y="219"/>
                  <a:pt x="427" y="219"/>
                  <a:pt x="428" y="219"/>
                </a:cubicBezTo>
                <a:cubicBezTo>
                  <a:pt x="430" y="219"/>
                  <a:pt x="430" y="219"/>
                  <a:pt x="430" y="221"/>
                </a:cubicBezTo>
                <a:cubicBezTo>
                  <a:pt x="425" y="225"/>
                  <a:pt x="426" y="255"/>
                  <a:pt x="433" y="255"/>
                </a:cubicBezTo>
                <a:lnTo>
                  <a:pt x="431" y="258"/>
                </a:lnTo>
                <a:lnTo>
                  <a:pt x="431" y="260"/>
                </a:lnTo>
                <a:cubicBezTo>
                  <a:pt x="430" y="260"/>
                  <a:pt x="428" y="260"/>
                  <a:pt x="427" y="260"/>
                </a:cubicBezTo>
                <a:cubicBezTo>
                  <a:pt x="416" y="260"/>
                  <a:pt x="424" y="264"/>
                  <a:pt x="430" y="268"/>
                </a:cubicBezTo>
                <a:cubicBezTo>
                  <a:pt x="438" y="270"/>
                  <a:pt x="437" y="271"/>
                  <a:pt x="437" y="272"/>
                </a:cubicBezTo>
                <a:cubicBezTo>
                  <a:pt x="432" y="271"/>
                  <a:pt x="428" y="271"/>
                  <a:pt x="426" y="271"/>
                </a:cubicBezTo>
                <a:cubicBezTo>
                  <a:pt x="422" y="271"/>
                  <a:pt x="423" y="273"/>
                  <a:pt x="428" y="275"/>
                </a:cubicBezTo>
                <a:cubicBezTo>
                  <a:pt x="437" y="278"/>
                  <a:pt x="441" y="280"/>
                  <a:pt x="439" y="280"/>
                </a:cubicBezTo>
                <a:cubicBezTo>
                  <a:pt x="438" y="280"/>
                  <a:pt x="433" y="279"/>
                  <a:pt x="427" y="277"/>
                </a:cubicBezTo>
                <a:cubicBezTo>
                  <a:pt x="422" y="276"/>
                  <a:pt x="418" y="275"/>
                  <a:pt x="417" y="275"/>
                </a:cubicBezTo>
                <a:cubicBezTo>
                  <a:pt x="414" y="275"/>
                  <a:pt x="419" y="277"/>
                  <a:pt x="434" y="283"/>
                </a:cubicBezTo>
                <a:cubicBezTo>
                  <a:pt x="439" y="285"/>
                  <a:pt x="440" y="285"/>
                  <a:pt x="439" y="285"/>
                </a:cubicBezTo>
                <a:cubicBezTo>
                  <a:pt x="438" y="285"/>
                  <a:pt x="437" y="285"/>
                  <a:pt x="434" y="285"/>
                </a:cubicBezTo>
                <a:cubicBezTo>
                  <a:pt x="426" y="283"/>
                  <a:pt x="422" y="283"/>
                  <a:pt x="420" y="283"/>
                </a:cubicBezTo>
                <a:cubicBezTo>
                  <a:pt x="418" y="283"/>
                  <a:pt x="420" y="284"/>
                  <a:pt x="425" y="285"/>
                </a:cubicBezTo>
                <a:cubicBezTo>
                  <a:pt x="433" y="288"/>
                  <a:pt x="437" y="290"/>
                  <a:pt x="435" y="290"/>
                </a:cubicBezTo>
                <a:cubicBezTo>
                  <a:pt x="434" y="290"/>
                  <a:pt x="430" y="289"/>
                  <a:pt x="424" y="287"/>
                </a:cubicBezTo>
                <a:cubicBezTo>
                  <a:pt x="417" y="286"/>
                  <a:pt x="413" y="285"/>
                  <a:pt x="412" y="285"/>
                </a:cubicBezTo>
                <a:cubicBezTo>
                  <a:pt x="410" y="285"/>
                  <a:pt x="414" y="286"/>
                  <a:pt x="422" y="290"/>
                </a:cubicBezTo>
                <a:cubicBezTo>
                  <a:pt x="434" y="294"/>
                  <a:pt x="436" y="298"/>
                  <a:pt x="430" y="298"/>
                </a:cubicBezTo>
                <a:cubicBezTo>
                  <a:pt x="428" y="298"/>
                  <a:pt x="425" y="297"/>
                  <a:pt x="420" y="296"/>
                </a:cubicBezTo>
                <a:cubicBezTo>
                  <a:pt x="420" y="296"/>
                  <a:pt x="417" y="295"/>
                  <a:pt x="416" y="295"/>
                </a:cubicBezTo>
                <a:lnTo>
                  <a:pt x="416" y="295"/>
                </a:lnTo>
                <a:cubicBezTo>
                  <a:pt x="415" y="295"/>
                  <a:pt x="416" y="296"/>
                  <a:pt x="419" y="297"/>
                </a:cubicBezTo>
                <a:lnTo>
                  <a:pt x="411" y="295"/>
                </a:lnTo>
                <a:lnTo>
                  <a:pt x="410" y="297"/>
                </a:lnTo>
                <a:lnTo>
                  <a:pt x="418" y="300"/>
                </a:lnTo>
                <a:cubicBezTo>
                  <a:pt x="417" y="300"/>
                  <a:pt x="408" y="303"/>
                  <a:pt x="403" y="308"/>
                </a:cubicBezTo>
                <a:cubicBezTo>
                  <a:pt x="398" y="317"/>
                  <a:pt x="396" y="318"/>
                  <a:pt x="402" y="323"/>
                </a:cubicBezTo>
                <a:cubicBezTo>
                  <a:pt x="410" y="327"/>
                  <a:pt x="413" y="330"/>
                  <a:pt x="412" y="330"/>
                </a:cubicBezTo>
                <a:cubicBezTo>
                  <a:pt x="411" y="330"/>
                  <a:pt x="407" y="328"/>
                  <a:pt x="401" y="324"/>
                </a:cubicBezTo>
                <a:cubicBezTo>
                  <a:pt x="401" y="324"/>
                  <a:pt x="401" y="324"/>
                  <a:pt x="401" y="324"/>
                </a:cubicBezTo>
                <a:cubicBezTo>
                  <a:pt x="399" y="324"/>
                  <a:pt x="395" y="323"/>
                  <a:pt x="392" y="323"/>
                </a:cubicBezTo>
                <a:cubicBezTo>
                  <a:pt x="392" y="323"/>
                  <a:pt x="391" y="323"/>
                  <a:pt x="391" y="323"/>
                </a:cubicBezTo>
                <a:cubicBezTo>
                  <a:pt x="391" y="324"/>
                  <a:pt x="390" y="325"/>
                  <a:pt x="389" y="325"/>
                </a:cubicBezTo>
                <a:cubicBezTo>
                  <a:pt x="388" y="325"/>
                  <a:pt x="386" y="324"/>
                  <a:pt x="383" y="321"/>
                </a:cubicBezTo>
                <a:lnTo>
                  <a:pt x="382" y="322"/>
                </a:lnTo>
                <a:cubicBezTo>
                  <a:pt x="391" y="332"/>
                  <a:pt x="389" y="336"/>
                  <a:pt x="384" y="336"/>
                </a:cubicBezTo>
                <a:cubicBezTo>
                  <a:pt x="383" y="336"/>
                  <a:pt x="381" y="336"/>
                  <a:pt x="380" y="335"/>
                </a:cubicBezTo>
                <a:lnTo>
                  <a:pt x="380" y="335"/>
                </a:lnTo>
                <a:cubicBezTo>
                  <a:pt x="379" y="336"/>
                  <a:pt x="378" y="338"/>
                  <a:pt x="382" y="344"/>
                </a:cubicBezTo>
                <a:cubicBezTo>
                  <a:pt x="384" y="348"/>
                  <a:pt x="385" y="350"/>
                  <a:pt x="384" y="350"/>
                </a:cubicBezTo>
                <a:cubicBezTo>
                  <a:pt x="384" y="350"/>
                  <a:pt x="382" y="349"/>
                  <a:pt x="380" y="346"/>
                </a:cubicBezTo>
                <a:cubicBezTo>
                  <a:pt x="377" y="344"/>
                  <a:pt x="374" y="342"/>
                  <a:pt x="372" y="342"/>
                </a:cubicBezTo>
                <a:cubicBezTo>
                  <a:pt x="369" y="342"/>
                  <a:pt x="369" y="344"/>
                  <a:pt x="374" y="351"/>
                </a:cubicBezTo>
                <a:lnTo>
                  <a:pt x="369" y="345"/>
                </a:lnTo>
                <a:cubicBezTo>
                  <a:pt x="367" y="344"/>
                  <a:pt x="366" y="343"/>
                  <a:pt x="365" y="343"/>
                </a:cubicBezTo>
                <a:lnTo>
                  <a:pt x="365" y="343"/>
                </a:lnTo>
                <a:cubicBezTo>
                  <a:pt x="364" y="343"/>
                  <a:pt x="368" y="348"/>
                  <a:pt x="372" y="352"/>
                </a:cubicBezTo>
                <a:cubicBezTo>
                  <a:pt x="377" y="358"/>
                  <a:pt x="379" y="361"/>
                  <a:pt x="378" y="361"/>
                </a:cubicBezTo>
                <a:cubicBezTo>
                  <a:pt x="378" y="361"/>
                  <a:pt x="374" y="357"/>
                  <a:pt x="365" y="348"/>
                </a:cubicBezTo>
                <a:cubicBezTo>
                  <a:pt x="359" y="340"/>
                  <a:pt x="357" y="337"/>
                  <a:pt x="356" y="337"/>
                </a:cubicBezTo>
                <a:lnTo>
                  <a:pt x="356" y="337"/>
                </a:lnTo>
                <a:cubicBezTo>
                  <a:pt x="356" y="337"/>
                  <a:pt x="357" y="339"/>
                  <a:pt x="359" y="341"/>
                </a:cubicBezTo>
                <a:cubicBezTo>
                  <a:pt x="362" y="347"/>
                  <a:pt x="365" y="352"/>
                  <a:pt x="364" y="352"/>
                </a:cubicBezTo>
                <a:cubicBezTo>
                  <a:pt x="364" y="352"/>
                  <a:pt x="363" y="351"/>
                  <a:pt x="362" y="350"/>
                </a:cubicBezTo>
                <a:lnTo>
                  <a:pt x="362" y="350"/>
                </a:lnTo>
                <a:cubicBezTo>
                  <a:pt x="361" y="350"/>
                  <a:pt x="360" y="351"/>
                  <a:pt x="370" y="363"/>
                </a:cubicBezTo>
                <a:cubicBezTo>
                  <a:pt x="374" y="370"/>
                  <a:pt x="373" y="371"/>
                  <a:pt x="372" y="371"/>
                </a:cubicBezTo>
                <a:cubicBezTo>
                  <a:pt x="369" y="368"/>
                  <a:pt x="366" y="362"/>
                  <a:pt x="364" y="358"/>
                </a:cubicBezTo>
                <a:cubicBezTo>
                  <a:pt x="364" y="358"/>
                  <a:pt x="364" y="358"/>
                  <a:pt x="362" y="359"/>
                </a:cubicBezTo>
                <a:cubicBezTo>
                  <a:pt x="362" y="359"/>
                  <a:pt x="362" y="359"/>
                  <a:pt x="361" y="359"/>
                </a:cubicBezTo>
                <a:cubicBezTo>
                  <a:pt x="360" y="359"/>
                  <a:pt x="355" y="354"/>
                  <a:pt x="351" y="348"/>
                </a:cubicBezTo>
                <a:cubicBezTo>
                  <a:pt x="348" y="345"/>
                  <a:pt x="347" y="343"/>
                  <a:pt x="346" y="343"/>
                </a:cubicBezTo>
                <a:lnTo>
                  <a:pt x="346" y="343"/>
                </a:lnTo>
                <a:cubicBezTo>
                  <a:pt x="346" y="343"/>
                  <a:pt x="348" y="346"/>
                  <a:pt x="354" y="354"/>
                </a:cubicBezTo>
                <a:cubicBezTo>
                  <a:pt x="363" y="368"/>
                  <a:pt x="363" y="368"/>
                  <a:pt x="361" y="369"/>
                </a:cubicBezTo>
                <a:cubicBezTo>
                  <a:pt x="360" y="369"/>
                  <a:pt x="360" y="369"/>
                  <a:pt x="360" y="369"/>
                </a:cubicBezTo>
                <a:cubicBezTo>
                  <a:pt x="359" y="369"/>
                  <a:pt x="357" y="368"/>
                  <a:pt x="354" y="363"/>
                </a:cubicBezTo>
                <a:cubicBezTo>
                  <a:pt x="352" y="359"/>
                  <a:pt x="351" y="357"/>
                  <a:pt x="350" y="357"/>
                </a:cubicBezTo>
                <a:cubicBezTo>
                  <a:pt x="350" y="357"/>
                  <a:pt x="349" y="357"/>
                  <a:pt x="348" y="358"/>
                </a:cubicBezTo>
                <a:cubicBezTo>
                  <a:pt x="346" y="359"/>
                  <a:pt x="355" y="381"/>
                  <a:pt x="362" y="396"/>
                </a:cubicBezTo>
                <a:cubicBezTo>
                  <a:pt x="366" y="403"/>
                  <a:pt x="368" y="407"/>
                  <a:pt x="368" y="407"/>
                </a:cubicBezTo>
                <a:cubicBezTo>
                  <a:pt x="367" y="407"/>
                  <a:pt x="365" y="404"/>
                  <a:pt x="361" y="397"/>
                </a:cubicBezTo>
                <a:cubicBezTo>
                  <a:pt x="357" y="391"/>
                  <a:pt x="356" y="390"/>
                  <a:pt x="355" y="390"/>
                </a:cubicBezTo>
                <a:cubicBezTo>
                  <a:pt x="355" y="390"/>
                  <a:pt x="354" y="390"/>
                  <a:pt x="354" y="390"/>
                </a:cubicBezTo>
                <a:cubicBezTo>
                  <a:pt x="351" y="384"/>
                  <a:pt x="352" y="382"/>
                  <a:pt x="353" y="382"/>
                </a:cubicBezTo>
                <a:lnTo>
                  <a:pt x="350" y="376"/>
                </a:lnTo>
                <a:cubicBezTo>
                  <a:pt x="345" y="369"/>
                  <a:pt x="343" y="365"/>
                  <a:pt x="342" y="365"/>
                </a:cubicBezTo>
                <a:lnTo>
                  <a:pt x="342" y="365"/>
                </a:lnTo>
                <a:cubicBezTo>
                  <a:pt x="341" y="365"/>
                  <a:pt x="343" y="369"/>
                  <a:pt x="346" y="377"/>
                </a:cubicBezTo>
                <a:cubicBezTo>
                  <a:pt x="347" y="380"/>
                  <a:pt x="348" y="382"/>
                  <a:pt x="348" y="382"/>
                </a:cubicBezTo>
                <a:cubicBezTo>
                  <a:pt x="347" y="382"/>
                  <a:pt x="346" y="380"/>
                  <a:pt x="344" y="377"/>
                </a:cubicBezTo>
                <a:cubicBezTo>
                  <a:pt x="341" y="372"/>
                  <a:pt x="338" y="368"/>
                  <a:pt x="337" y="368"/>
                </a:cubicBezTo>
                <a:lnTo>
                  <a:pt x="337" y="368"/>
                </a:lnTo>
                <a:cubicBezTo>
                  <a:pt x="337" y="368"/>
                  <a:pt x="337" y="369"/>
                  <a:pt x="338" y="371"/>
                </a:cubicBezTo>
                <a:cubicBezTo>
                  <a:pt x="338" y="371"/>
                  <a:pt x="337" y="371"/>
                  <a:pt x="333" y="364"/>
                </a:cubicBezTo>
                <a:cubicBezTo>
                  <a:pt x="330" y="366"/>
                  <a:pt x="329" y="366"/>
                  <a:pt x="333" y="373"/>
                </a:cubicBezTo>
                <a:cubicBezTo>
                  <a:pt x="336" y="380"/>
                  <a:pt x="335" y="381"/>
                  <a:pt x="334" y="381"/>
                </a:cubicBezTo>
                <a:cubicBezTo>
                  <a:pt x="333" y="381"/>
                  <a:pt x="332" y="381"/>
                  <a:pt x="335" y="389"/>
                </a:cubicBezTo>
                <a:cubicBezTo>
                  <a:pt x="338" y="397"/>
                  <a:pt x="339" y="405"/>
                  <a:pt x="337" y="406"/>
                </a:cubicBezTo>
                <a:cubicBezTo>
                  <a:pt x="338" y="409"/>
                  <a:pt x="338" y="411"/>
                  <a:pt x="338" y="411"/>
                </a:cubicBezTo>
                <a:cubicBezTo>
                  <a:pt x="337" y="411"/>
                  <a:pt x="335" y="408"/>
                  <a:pt x="332" y="399"/>
                </a:cubicBezTo>
                <a:cubicBezTo>
                  <a:pt x="329" y="394"/>
                  <a:pt x="328" y="392"/>
                  <a:pt x="328" y="392"/>
                </a:cubicBezTo>
                <a:cubicBezTo>
                  <a:pt x="328" y="392"/>
                  <a:pt x="327" y="392"/>
                  <a:pt x="327" y="392"/>
                </a:cubicBezTo>
                <a:cubicBezTo>
                  <a:pt x="327" y="392"/>
                  <a:pt x="326" y="392"/>
                  <a:pt x="323" y="385"/>
                </a:cubicBezTo>
                <a:cubicBezTo>
                  <a:pt x="322" y="383"/>
                  <a:pt x="321" y="382"/>
                  <a:pt x="321" y="382"/>
                </a:cubicBezTo>
                <a:lnTo>
                  <a:pt x="321" y="382"/>
                </a:lnTo>
                <a:cubicBezTo>
                  <a:pt x="321" y="382"/>
                  <a:pt x="322" y="387"/>
                  <a:pt x="324" y="392"/>
                </a:cubicBezTo>
                <a:lnTo>
                  <a:pt x="328" y="408"/>
                </a:lnTo>
                <a:cubicBezTo>
                  <a:pt x="324" y="401"/>
                  <a:pt x="321" y="394"/>
                  <a:pt x="319" y="386"/>
                </a:cubicBezTo>
                <a:cubicBezTo>
                  <a:pt x="316" y="378"/>
                  <a:pt x="315" y="374"/>
                  <a:pt x="315" y="374"/>
                </a:cubicBezTo>
                <a:lnTo>
                  <a:pt x="315" y="374"/>
                </a:lnTo>
                <a:cubicBezTo>
                  <a:pt x="315" y="374"/>
                  <a:pt x="316" y="378"/>
                  <a:pt x="318" y="386"/>
                </a:cubicBezTo>
                <a:cubicBezTo>
                  <a:pt x="320" y="391"/>
                  <a:pt x="321" y="397"/>
                  <a:pt x="320" y="397"/>
                </a:cubicBezTo>
                <a:cubicBezTo>
                  <a:pt x="319" y="397"/>
                  <a:pt x="318" y="396"/>
                  <a:pt x="317" y="394"/>
                </a:cubicBezTo>
                <a:cubicBezTo>
                  <a:pt x="316" y="394"/>
                  <a:pt x="316" y="394"/>
                  <a:pt x="315" y="394"/>
                </a:cubicBezTo>
                <a:cubicBezTo>
                  <a:pt x="314" y="394"/>
                  <a:pt x="312" y="393"/>
                  <a:pt x="311" y="387"/>
                </a:cubicBezTo>
                <a:cubicBezTo>
                  <a:pt x="311" y="384"/>
                  <a:pt x="310" y="383"/>
                  <a:pt x="310" y="383"/>
                </a:cubicBezTo>
                <a:cubicBezTo>
                  <a:pt x="309" y="383"/>
                  <a:pt x="309" y="387"/>
                  <a:pt x="309" y="387"/>
                </a:cubicBezTo>
                <a:cubicBezTo>
                  <a:pt x="310" y="392"/>
                  <a:pt x="310" y="394"/>
                  <a:pt x="309" y="394"/>
                </a:cubicBezTo>
                <a:cubicBezTo>
                  <a:pt x="308" y="394"/>
                  <a:pt x="307" y="392"/>
                  <a:pt x="305" y="388"/>
                </a:cubicBezTo>
                <a:cubicBezTo>
                  <a:pt x="301" y="380"/>
                  <a:pt x="300" y="376"/>
                  <a:pt x="299" y="376"/>
                </a:cubicBezTo>
                <a:lnTo>
                  <a:pt x="299" y="376"/>
                </a:lnTo>
                <a:cubicBezTo>
                  <a:pt x="298" y="376"/>
                  <a:pt x="299" y="380"/>
                  <a:pt x="300" y="388"/>
                </a:cubicBezTo>
                <a:cubicBezTo>
                  <a:pt x="301" y="393"/>
                  <a:pt x="301" y="397"/>
                  <a:pt x="301" y="397"/>
                </a:cubicBezTo>
                <a:cubicBezTo>
                  <a:pt x="301" y="397"/>
                  <a:pt x="300" y="395"/>
                  <a:pt x="299" y="388"/>
                </a:cubicBezTo>
                <a:cubicBezTo>
                  <a:pt x="298" y="386"/>
                  <a:pt x="298" y="385"/>
                  <a:pt x="298" y="385"/>
                </a:cubicBezTo>
                <a:cubicBezTo>
                  <a:pt x="297" y="385"/>
                  <a:pt x="296" y="391"/>
                  <a:pt x="296" y="397"/>
                </a:cubicBezTo>
                <a:cubicBezTo>
                  <a:pt x="296" y="405"/>
                  <a:pt x="297" y="421"/>
                  <a:pt x="297" y="428"/>
                </a:cubicBezTo>
                <a:cubicBezTo>
                  <a:pt x="297" y="438"/>
                  <a:pt x="298" y="442"/>
                  <a:pt x="297" y="442"/>
                </a:cubicBezTo>
                <a:cubicBezTo>
                  <a:pt x="297" y="442"/>
                  <a:pt x="296" y="441"/>
                  <a:pt x="295" y="437"/>
                </a:cubicBezTo>
                <a:cubicBezTo>
                  <a:pt x="293" y="437"/>
                  <a:pt x="292" y="428"/>
                  <a:pt x="292" y="421"/>
                </a:cubicBezTo>
                <a:cubicBezTo>
                  <a:pt x="291" y="413"/>
                  <a:pt x="292" y="413"/>
                  <a:pt x="292" y="413"/>
                </a:cubicBezTo>
                <a:lnTo>
                  <a:pt x="293" y="413"/>
                </a:lnTo>
                <a:cubicBezTo>
                  <a:pt x="293" y="405"/>
                  <a:pt x="292" y="397"/>
                  <a:pt x="291" y="396"/>
                </a:cubicBezTo>
                <a:cubicBezTo>
                  <a:pt x="290" y="392"/>
                  <a:pt x="290" y="390"/>
                  <a:pt x="289" y="390"/>
                </a:cubicBezTo>
                <a:cubicBezTo>
                  <a:pt x="289" y="390"/>
                  <a:pt x="289" y="392"/>
                  <a:pt x="289" y="396"/>
                </a:cubicBezTo>
                <a:cubicBezTo>
                  <a:pt x="288" y="388"/>
                  <a:pt x="286" y="388"/>
                  <a:pt x="284" y="388"/>
                </a:cubicBezTo>
                <a:cubicBezTo>
                  <a:pt x="282" y="388"/>
                  <a:pt x="280" y="388"/>
                  <a:pt x="279" y="379"/>
                </a:cubicBezTo>
                <a:cubicBezTo>
                  <a:pt x="278" y="379"/>
                  <a:pt x="277" y="379"/>
                  <a:pt x="277" y="387"/>
                </a:cubicBezTo>
                <a:cubicBezTo>
                  <a:pt x="275" y="396"/>
                  <a:pt x="274" y="400"/>
                  <a:pt x="274" y="400"/>
                </a:cubicBezTo>
                <a:cubicBezTo>
                  <a:pt x="274" y="400"/>
                  <a:pt x="274" y="398"/>
                  <a:pt x="274" y="395"/>
                </a:cubicBezTo>
                <a:cubicBezTo>
                  <a:pt x="274" y="384"/>
                  <a:pt x="271" y="376"/>
                  <a:pt x="267" y="376"/>
                </a:cubicBezTo>
                <a:cubicBezTo>
                  <a:pt x="265" y="376"/>
                  <a:pt x="264" y="379"/>
                  <a:pt x="262" y="384"/>
                </a:cubicBezTo>
                <a:lnTo>
                  <a:pt x="261" y="384"/>
                </a:lnTo>
                <a:cubicBezTo>
                  <a:pt x="261" y="378"/>
                  <a:pt x="259" y="376"/>
                  <a:pt x="257" y="376"/>
                </a:cubicBezTo>
                <a:cubicBezTo>
                  <a:pt x="256" y="376"/>
                  <a:pt x="254" y="377"/>
                  <a:pt x="252" y="380"/>
                </a:cubicBezTo>
                <a:lnTo>
                  <a:pt x="250" y="379"/>
                </a:lnTo>
                <a:cubicBezTo>
                  <a:pt x="250" y="375"/>
                  <a:pt x="250" y="373"/>
                  <a:pt x="250" y="373"/>
                </a:cubicBezTo>
                <a:cubicBezTo>
                  <a:pt x="249" y="373"/>
                  <a:pt x="248" y="375"/>
                  <a:pt x="246" y="378"/>
                </a:cubicBezTo>
                <a:cubicBezTo>
                  <a:pt x="244" y="383"/>
                  <a:pt x="242" y="388"/>
                  <a:pt x="242" y="388"/>
                </a:cubicBezTo>
                <a:cubicBezTo>
                  <a:pt x="242" y="388"/>
                  <a:pt x="242" y="387"/>
                  <a:pt x="243" y="385"/>
                </a:cubicBezTo>
                <a:cubicBezTo>
                  <a:pt x="245" y="378"/>
                  <a:pt x="244" y="377"/>
                  <a:pt x="241" y="375"/>
                </a:cubicBezTo>
                <a:cubicBezTo>
                  <a:pt x="240" y="374"/>
                  <a:pt x="239" y="373"/>
                  <a:pt x="238" y="373"/>
                </a:cubicBezTo>
                <a:cubicBezTo>
                  <a:pt x="237" y="373"/>
                  <a:pt x="236" y="375"/>
                  <a:pt x="234" y="380"/>
                </a:cubicBezTo>
                <a:cubicBezTo>
                  <a:pt x="232" y="382"/>
                  <a:pt x="231" y="382"/>
                  <a:pt x="231" y="382"/>
                </a:cubicBezTo>
                <a:cubicBezTo>
                  <a:pt x="229" y="382"/>
                  <a:pt x="231" y="377"/>
                  <a:pt x="234" y="371"/>
                </a:cubicBezTo>
                <a:cubicBezTo>
                  <a:pt x="238" y="365"/>
                  <a:pt x="239" y="361"/>
                  <a:pt x="239" y="361"/>
                </a:cubicBezTo>
                <a:lnTo>
                  <a:pt x="239" y="361"/>
                </a:lnTo>
                <a:cubicBezTo>
                  <a:pt x="238" y="361"/>
                  <a:pt x="235" y="366"/>
                  <a:pt x="228" y="378"/>
                </a:cubicBezTo>
                <a:cubicBezTo>
                  <a:pt x="224" y="385"/>
                  <a:pt x="222" y="388"/>
                  <a:pt x="221" y="388"/>
                </a:cubicBezTo>
                <a:cubicBezTo>
                  <a:pt x="220" y="388"/>
                  <a:pt x="220" y="386"/>
                  <a:pt x="222" y="382"/>
                </a:cubicBezTo>
                <a:cubicBezTo>
                  <a:pt x="225" y="377"/>
                  <a:pt x="226" y="377"/>
                  <a:pt x="227" y="377"/>
                </a:cubicBezTo>
                <a:cubicBezTo>
                  <a:pt x="228" y="377"/>
                  <a:pt x="228" y="377"/>
                  <a:pt x="228" y="377"/>
                </a:cubicBezTo>
                <a:lnTo>
                  <a:pt x="235" y="363"/>
                </a:lnTo>
                <a:cubicBezTo>
                  <a:pt x="235" y="363"/>
                  <a:pt x="235" y="363"/>
                  <a:pt x="235" y="363"/>
                </a:cubicBezTo>
                <a:cubicBezTo>
                  <a:pt x="235" y="363"/>
                  <a:pt x="234" y="364"/>
                  <a:pt x="231" y="369"/>
                </a:cubicBezTo>
                <a:cubicBezTo>
                  <a:pt x="231" y="369"/>
                  <a:pt x="231" y="369"/>
                  <a:pt x="230" y="369"/>
                </a:cubicBezTo>
                <a:cubicBezTo>
                  <a:pt x="230" y="369"/>
                  <a:pt x="228" y="369"/>
                  <a:pt x="224" y="375"/>
                </a:cubicBezTo>
                <a:cubicBezTo>
                  <a:pt x="219" y="381"/>
                  <a:pt x="215" y="388"/>
                  <a:pt x="213" y="396"/>
                </a:cubicBezTo>
                <a:cubicBezTo>
                  <a:pt x="210" y="402"/>
                  <a:pt x="209" y="403"/>
                  <a:pt x="208" y="403"/>
                </a:cubicBezTo>
                <a:cubicBezTo>
                  <a:pt x="208" y="403"/>
                  <a:pt x="207" y="403"/>
                  <a:pt x="207" y="403"/>
                </a:cubicBezTo>
                <a:cubicBezTo>
                  <a:pt x="209" y="395"/>
                  <a:pt x="213" y="387"/>
                  <a:pt x="218" y="380"/>
                </a:cubicBezTo>
                <a:cubicBezTo>
                  <a:pt x="218" y="380"/>
                  <a:pt x="218" y="380"/>
                  <a:pt x="219" y="380"/>
                </a:cubicBezTo>
                <a:cubicBezTo>
                  <a:pt x="220" y="380"/>
                  <a:pt x="224" y="374"/>
                  <a:pt x="227" y="368"/>
                </a:cubicBezTo>
                <a:cubicBezTo>
                  <a:pt x="228" y="366"/>
                  <a:pt x="228" y="365"/>
                  <a:pt x="228" y="365"/>
                </a:cubicBezTo>
                <a:lnTo>
                  <a:pt x="228" y="365"/>
                </a:lnTo>
                <a:cubicBezTo>
                  <a:pt x="226" y="365"/>
                  <a:pt x="217" y="374"/>
                  <a:pt x="209" y="385"/>
                </a:cubicBezTo>
                <a:cubicBezTo>
                  <a:pt x="212" y="381"/>
                  <a:pt x="210" y="384"/>
                  <a:pt x="214" y="378"/>
                </a:cubicBezTo>
                <a:cubicBezTo>
                  <a:pt x="218" y="370"/>
                  <a:pt x="217" y="369"/>
                  <a:pt x="215" y="368"/>
                </a:cubicBezTo>
                <a:cubicBezTo>
                  <a:pt x="214" y="367"/>
                  <a:pt x="214" y="367"/>
                  <a:pt x="213" y="367"/>
                </a:cubicBezTo>
                <a:cubicBezTo>
                  <a:pt x="212" y="367"/>
                  <a:pt x="211" y="368"/>
                  <a:pt x="208" y="372"/>
                </a:cubicBezTo>
                <a:cubicBezTo>
                  <a:pt x="203" y="379"/>
                  <a:pt x="199" y="385"/>
                  <a:pt x="197" y="385"/>
                </a:cubicBezTo>
                <a:cubicBezTo>
                  <a:pt x="197" y="385"/>
                  <a:pt x="197" y="385"/>
                  <a:pt x="197" y="385"/>
                </a:cubicBezTo>
                <a:lnTo>
                  <a:pt x="197" y="385"/>
                </a:lnTo>
                <a:cubicBezTo>
                  <a:pt x="198" y="386"/>
                  <a:pt x="194" y="392"/>
                  <a:pt x="189" y="399"/>
                </a:cubicBezTo>
                <a:cubicBezTo>
                  <a:pt x="190" y="394"/>
                  <a:pt x="192" y="388"/>
                  <a:pt x="196" y="384"/>
                </a:cubicBezTo>
                <a:cubicBezTo>
                  <a:pt x="204" y="369"/>
                  <a:pt x="207" y="361"/>
                  <a:pt x="204" y="359"/>
                </a:cubicBezTo>
                <a:cubicBezTo>
                  <a:pt x="203" y="357"/>
                  <a:pt x="200" y="354"/>
                  <a:pt x="205" y="348"/>
                </a:cubicBezTo>
                <a:cubicBezTo>
                  <a:pt x="204" y="347"/>
                  <a:pt x="204" y="347"/>
                  <a:pt x="203" y="347"/>
                </a:cubicBezTo>
                <a:cubicBezTo>
                  <a:pt x="202" y="347"/>
                  <a:pt x="200" y="348"/>
                  <a:pt x="197" y="352"/>
                </a:cubicBezTo>
                <a:lnTo>
                  <a:pt x="196" y="350"/>
                </a:lnTo>
                <a:cubicBezTo>
                  <a:pt x="198" y="346"/>
                  <a:pt x="199" y="344"/>
                  <a:pt x="198" y="344"/>
                </a:cubicBezTo>
                <a:lnTo>
                  <a:pt x="198" y="344"/>
                </a:lnTo>
                <a:cubicBezTo>
                  <a:pt x="198" y="344"/>
                  <a:pt x="196" y="345"/>
                  <a:pt x="194" y="348"/>
                </a:cubicBezTo>
                <a:cubicBezTo>
                  <a:pt x="192" y="349"/>
                  <a:pt x="191" y="349"/>
                  <a:pt x="190" y="349"/>
                </a:cubicBezTo>
                <a:cubicBezTo>
                  <a:pt x="189" y="349"/>
                  <a:pt x="192" y="346"/>
                  <a:pt x="191" y="345"/>
                </a:cubicBezTo>
                <a:cubicBezTo>
                  <a:pt x="197" y="340"/>
                  <a:pt x="199" y="337"/>
                  <a:pt x="199" y="337"/>
                </a:cubicBezTo>
                <a:lnTo>
                  <a:pt x="199" y="337"/>
                </a:lnTo>
                <a:cubicBezTo>
                  <a:pt x="199" y="337"/>
                  <a:pt x="194" y="341"/>
                  <a:pt x="185" y="350"/>
                </a:cubicBezTo>
                <a:cubicBezTo>
                  <a:pt x="179" y="355"/>
                  <a:pt x="175" y="362"/>
                  <a:pt x="176" y="363"/>
                </a:cubicBezTo>
                <a:lnTo>
                  <a:pt x="178" y="367"/>
                </a:lnTo>
                <a:lnTo>
                  <a:pt x="169" y="369"/>
                </a:lnTo>
                <a:cubicBezTo>
                  <a:pt x="169" y="369"/>
                  <a:pt x="169" y="369"/>
                  <a:pt x="169" y="369"/>
                </a:cubicBezTo>
                <a:cubicBezTo>
                  <a:pt x="167" y="369"/>
                  <a:pt x="160" y="372"/>
                  <a:pt x="155" y="377"/>
                </a:cubicBezTo>
                <a:cubicBezTo>
                  <a:pt x="155" y="377"/>
                  <a:pt x="150" y="381"/>
                  <a:pt x="148" y="381"/>
                </a:cubicBezTo>
                <a:cubicBezTo>
                  <a:pt x="148" y="381"/>
                  <a:pt x="148" y="381"/>
                  <a:pt x="148" y="381"/>
                </a:cubicBezTo>
                <a:lnTo>
                  <a:pt x="160" y="370"/>
                </a:lnTo>
                <a:cubicBezTo>
                  <a:pt x="167" y="366"/>
                  <a:pt x="173" y="361"/>
                  <a:pt x="179" y="355"/>
                </a:cubicBezTo>
                <a:cubicBezTo>
                  <a:pt x="186" y="347"/>
                  <a:pt x="191" y="342"/>
                  <a:pt x="190" y="342"/>
                </a:cubicBezTo>
                <a:lnTo>
                  <a:pt x="190" y="342"/>
                </a:lnTo>
                <a:cubicBezTo>
                  <a:pt x="189" y="342"/>
                  <a:pt x="187" y="343"/>
                  <a:pt x="182" y="346"/>
                </a:cubicBezTo>
                <a:cubicBezTo>
                  <a:pt x="181" y="345"/>
                  <a:pt x="181" y="345"/>
                  <a:pt x="187" y="340"/>
                </a:cubicBezTo>
                <a:cubicBezTo>
                  <a:pt x="190" y="337"/>
                  <a:pt x="191" y="336"/>
                  <a:pt x="191" y="336"/>
                </a:cubicBezTo>
                <a:lnTo>
                  <a:pt x="191" y="336"/>
                </a:lnTo>
                <a:cubicBezTo>
                  <a:pt x="190" y="336"/>
                  <a:pt x="187" y="338"/>
                  <a:pt x="179" y="343"/>
                </a:cubicBezTo>
                <a:cubicBezTo>
                  <a:pt x="174" y="347"/>
                  <a:pt x="170" y="349"/>
                  <a:pt x="169" y="349"/>
                </a:cubicBezTo>
                <a:cubicBezTo>
                  <a:pt x="168" y="349"/>
                  <a:pt x="171" y="346"/>
                  <a:pt x="178" y="340"/>
                </a:cubicBezTo>
                <a:cubicBezTo>
                  <a:pt x="186" y="332"/>
                  <a:pt x="187" y="328"/>
                  <a:pt x="185" y="328"/>
                </a:cubicBezTo>
                <a:cubicBezTo>
                  <a:pt x="184" y="328"/>
                  <a:pt x="182" y="328"/>
                  <a:pt x="180" y="330"/>
                </a:cubicBezTo>
                <a:cubicBezTo>
                  <a:pt x="174" y="334"/>
                  <a:pt x="171" y="336"/>
                  <a:pt x="169" y="336"/>
                </a:cubicBezTo>
                <a:cubicBezTo>
                  <a:pt x="168" y="336"/>
                  <a:pt x="169" y="334"/>
                  <a:pt x="172" y="331"/>
                </a:cubicBezTo>
                <a:cubicBezTo>
                  <a:pt x="175" y="328"/>
                  <a:pt x="177" y="326"/>
                  <a:pt x="176" y="326"/>
                </a:cubicBezTo>
                <a:lnTo>
                  <a:pt x="176" y="326"/>
                </a:lnTo>
                <a:cubicBezTo>
                  <a:pt x="175" y="326"/>
                  <a:pt x="173" y="327"/>
                  <a:pt x="170" y="329"/>
                </a:cubicBezTo>
                <a:cubicBezTo>
                  <a:pt x="175" y="325"/>
                  <a:pt x="181" y="321"/>
                  <a:pt x="179" y="321"/>
                </a:cubicBezTo>
                <a:lnTo>
                  <a:pt x="179" y="321"/>
                </a:lnTo>
                <a:cubicBezTo>
                  <a:pt x="178" y="321"/>
                  <a:pt x="177" y="321"/>
                  <a:pt x="176" y="322"/>
                </a:cubicBezTo>
                <a:cubicBezTo>
                  <a:pt x="176" y="322"/>
                  <a:pt x="176" y="322"/>
                  <a:pt x="175" y="322"/>
                </a:cubicBezTo>
                <a:cubicBezTo>
                  <a:pt x="175" y="322"/>
                  <a:pt x="174" y="322"/>
                  <a:pt x="169" y="326"/>
                </a:cubicBezTo>
                <a:lnTo>
                  <a:pt x="154" y="333"/>
                </a:lnTo>
                <a:cubicBezTo>
                  <a:pt x="154" y="334"/>
                  <a:pt x="148" y="338"/>
                  <a:pt x="141" y="342"/>
                </a:cubicBezTo>
                <a:cubicBezTo>
                  <a:pt x="140" y="343"/>
                  <a:pt x="139" y="343"/>
                  <a:pt x="138" y="343"/>
                </a:cubicBezTo>
                <a:cubicBezTo>
                  <a:pt x="136" y="343"/>
                  <a:pt x="142" y="334"/>
                  <a:pt x="159" y="324"/>
                </a:cubicBezTo>
                <a:lnTo>
                  <a:pt x="172" y="314"/>
                </a:lnTo>
                <a:lnTo>
                  <a:pt x="158" y="322"/>
                </a:lnTo>
                <a:cubicBezTo>
                  <a:pt x="158" y="321"/>
                  <a:pt x="157" y="320"/>
                  <a:pt x="164" y="316"/>
                </a:cubicBezTo>
                <a:cubicBezTo>
                  <a:pt x="171" y="312"/>
                  <a:pt x="171" y="312"/>
                  <a:pt x="171" y="312"/>
                </a:cubicBezTo>
                <a:cubicBezTo>
                  <a:pt x="171" y="312"/>
                  <a:pt x="171" y="312"/>
                  <a:pt x="171" y="312"/>
                </a:cubicBezTo>
                <a:cubicBezTo>
                  <a:pt x="170" y="312"/>
                  <a:pt x="168" y="312"/>
                  <a:pt x="163" y="314"/>
                </a:cubicBezTo>
                <a:cubicBezTo>
                  <a:pt x="155" y="318"/>
                  <a:pt x="152" y="319"/>
                  <a:pt x="151" y="319"/>
                </a:cubicBezTo>
                <a:cubicBezTo>
                  <a:pt x="151" y="319"/>
                  <a:pt x="152" y="318"/>
                  <a:pt x="155" y="316"/>
                </a:cubicBezTo>
                <a:cubicBezTo>
                  <a:pt x="164" y="312"/>
                  <a:pt x="167" y="310"/>
                  <a:pt x="166" y="310"/>
                </a:cubicBezTo>
                <a:lnTo>
                  <a:pt x="166" y="310"/>
                </a:lnTo>
                <a:cubicBezTo>
                  <a:pt x="165" y="310"/>
                  <a:pt x="161" y="311"/>
                  <a:pt x="154" y="313"/>
                </a:cubicBezTo>
                <a:cubicBezTo>
                  <a:pt x="159" y="311"/>
                  <a:pt x="164" y="307"/>
                  <a:pt x="168" y="304"/>
                </a:cubicBezTo>
                <a:lnTo>
                  <a:pt x="168" y="304"/>
                </a:lnTo>
                <a:lnTo>
                  <a:pt x="161" y="307"/>
                </a:lnTo>
                <a:cubicBezTo>
                  <a:pt x="153" y="311"/>
                  <a:pt x="149" y="312"/>
                  <a:pt x="148" y="312"/>
                </a:cubicBezTo>
                <a:cubicBezTo>
                  <a:pt x="147" y="312"/>
                  <a:pt x="149" y="311"/>
                  <a:pt x="153" y="308"/>
                </a:cubicBezTo>
                <a:cubicBezTo>
                  <a:pt x="158" y="306"/>
                  <a:pt x="160" y="305"/>
                  <a:pt x="157" y="305"/>
                </a:cubicBezTo>
                <a:cubicBezTo>
                  <a:pt x="156" y="305"/>
                  <a:pt x="154" y="305"/>
                  <a:pt x="152" y="305"/>
                </a:cubicBezTo>
                <a:cubicBezTo>
                  <a:pt x="151" y="303"/>
                  <a:pt x="151" y="302"/>
                  <a:pt x="159" y="299"/>
                </a:cubicBezTo>
                <a:cubicBezTo>
                  <a:pt x="167" y="296"/>
                  <a:pt x="170" y="295"/>
                  <a:pt x="170" y="295"/>
                </a:cubicBezTo>
                <a:lnTo>
                  <a:pt x="170" y="295"/>
                </a:lnTo>
                <a:cubicBezTo>
                  <a:pt x="169" y="295"/>
                  <a:pt x="165" y="296"/>
                  <a:pt x="158" y="298"/>
                </a:cubicBezTo>
                <a:cubicBezTo>
                  <a:pt x="154" y="299"/>
                  <a:pt x="153" y="300"/>
                  <a:pt x="152" y="300"/>
                </a:cubicBezTo>
                <a:cubicBezTo>
                  <a:pt x="151" y="300"/>
                  <a:pt x="153" y="299"/>
                  <a:pt x="158" y="296"/>
                </a:cubicBezTo>
                <a:cubicBezTo>
                  <a:pt x="163" y="294"/>
                  <a:pt x="165" y="293"/>
                  <a:pt x="163" y="293"/>
                </a:cubicBezTo>
                <a:cubicBezTo>
                  <a:pt x="162" y="293"/>
                  <a:pt x="160" y="293"/>
                  <a:pt x="157" y="294"/>
                </a:cubicBezTo>
                <a:cubicBezTo>
                  <a:pt x="142" y="298"/>
                  <a:pt x="134" y="300"/>
                  <a:pt x="134" y="302"/>
                </a:cubicBezTo>
                <a:cubicBezTo>
                  <a:pt x="134" y="303"/>
                  <a:pt x="134" y="303"/>
                  <a:pt x="126" y="305"/>
                </a:cubicBezTo>
                <a:lnTo>
                  <a:pt x="126" y="303"/>
                </a:lnTo>
                <a:cubicBezTo>
                  <a:pt x="125" y="302"/>
                  <a:pt x="125" y="300"/>
                  <a:pt x="117" y="299"/>
                </a:cubicBezTo>
                <a:cubicBezTo>
                  <a:pt x="108" y="299"/>
                  <a:pt x="93" y="303"/>
                  <a:pt x="102" y="304"/>
                </a:cubicBezTo>
                <a:lnTo>
                  <a:pt x="94" y="307"/>
                </a:lnTo>
                <a:cubicBezTo>
                  <a:pt x="79" y="311"/>
                  <a:pt x="74" y="314"/>
                  <a:pt x="78" y="314"/>
                </a:cubicBezTo>
                <a:cubicBezTo>
                  <a:pt x="80" y="314"/>
                  <a:pt x="86" y="313"/>
                  <a:pt x="95" y="311"/>
                </a:cubicBezTo>
                <a:cubicBezTo>
                  <a:pt x="107" y="307"/>
                  <a:pt x="113" y="305"/>
                  <a:pt x="114" y="305"/>
                </a:cubicBezTo>
                <a:lnTo>
                  <a:pt x="114" y="305"/>
                </a:lnTo>
                <a:cubicBezTo>
                  <a:pt x="114" y="305"/>
                  <a:pt x="110" y="307"/>
                  <a:pt x="103" y="309"/>
                </a:cubicBezTo>
                <a:cubicBezTo>
                  <a:pt x="87" y="314"/>
                  <a:pt x="87" y="315"/>
                  <a:pt x="88" y="317"/>
                </a:cubicBezTo>
                <a:cubicBezTo>
                  <a:pt x="88" y="318"/>
                  <a:pt x="88" y="318"/>
                  <a:pt x="80" y="321"/>
                </a:cubicBezTo>
                <a:cubicBezTo>
                  <a:pt x="72" y="323"/>
                  <a:pt x="66" y="327"/>
                  <a:pt x="66" y="330"/>
                </a:cubicBezTo>
                <a:cubicBezTo>
                  <a:pt x="66" y="330"/>
                  <a:pt x="66" y="330"/>
                  <a:pt x="67" y="330"/>
                </a:cubicBezTo>
                <a:cubicBezTo>
                  <a:pt x="68" y="330"/>
                  <a:pt x="70" y="330"/>
                  <a:pt x="75" y="329"/>
                </a:cubicBezTo>
                <a:cubicBezTo>
                  <a:pt x="77" y="327"/>
                  <a:pt x="78" y="327"/>
                  <a:pt x="79" y="327"/>
                </a:cubicBezTo>
                <a:lnTo>
                  <a:pt x="79" y="327"/>
                </a:lnTo>
                <a:cubicBezTo>
                  <a:pt x="81" y="327"/>
                  <a:pt x="78" y="330"/>
                  <a:pt x="68" y="334"/>
                </a:cubicBezTo>
                <a:cubicBezTo>
                  <a:pt x="65" y="336"/>
                  <a:pt x="63" y="337"/>
                  <a:pt x="64" y="337"/>
                </a:cubicBezTo>
                <a:cubicBezTo>
                  <a:pt x="64" y="337"/>
                  <a:pt x="68" y="336"/>
                  <a:pt x="76" y="333"/>
                </a:cubicBezTo>
                <a:cubicBezTo>
                  <a:pt x="81" y="331"/>
                  <a:pt x="85" y="330"/>
                  <a:pt x="87" y="330"/>
                </a:cubicBezTo>
                <a:cubicBezTo>
                  <a:pt x="90" y="330"/>
                  <a:pt x="87" y="333"/>
                  <a:pt x="78" y="339"/>
                </a:cubicBezTo>
                <a:lnTo>
                  <a:pt x="79" y="341"/>
                </a:lnTo>
                <a:cubicBezTo>
                  <a:pt x="79" y="341"/>
                  <a:pt x="80" y="342"/>
                  <a:pt x="80" y="342"/>
                </a:cubicBezTo>
                <a:cubicBezTo>
                  <a:pt x="83" y="342"/>
                  <a:pt x="89" y="339"/>
                  <a:pt x="94" y="336"/>
                </a:cubicBezTo>
                <a:cubicBezTo>
                  <a:pt x="102" y="333"/>
                  <a:pt x="106" y="332"/>
                  <a:pt x="107" y="332"/>
                </a:cubicBezTo>
                <a:lnTo>
                  <a:pt x="107" y="332"/>
                </a:lnTo>
                <a:cubicBezTo>
                  <a:pt x="108" y="332"/>
                  <a:pt x="106" y="333"/>
                  <a:pt x="103" y="335"/>
                </a:cubicBezTo>
                <a:cubicBezTo>
                  <a:pt x="98" y="338"/>
                  <a:pt x="93" y="341"/>
                  <a:pt x="88" y="343"/>
                </a:cubicBezTo>
                <a:cubicBezTo>
                  <a:pt x="80" y="346"/>
                  <a:pt x="81" y="348"/>
                  <a:pt x="81" y="350"/>
                </a:cubicBezTo>
                <a:cubicBezTo>
                  <a:pt x="82" y="351"/>
                  <a:pt x="83" y="352"/>
                  <a:pt x="86" y="352"/>
                </a:cubicBezTo>
                <a:cubicBezTo>
                  <a:pt x="87" y="352"/>
                  <a:pt x="89" y="352"/>
                  <a:pt x="91" y="351"/>
                </a:cubicBezTo>
                <a:lnTo>
                  <a:pt x="91" y="351"/>
                </a:lnTo>
                <a:lnTo>
                  <a:pt x="84" y="354"/>
                </a:lnTo>
                <a:cubicBezTo>
                  <a:pt x="84" y="355"/>
                  <a:pt x="81" y="357"/>
                  <a:pt x="81" y="357"/>
                </a:cubicBezTo>
                <a:cubicBezTo>
                  <a:pt x="81" y="357"/>
                  <a:pt x="82" y="357"/>
                  <a:pt x="85" y="355"/>
                </a:cubicBezTo>
                <a:lnTo>
                  <a:pt x="85" y="355"/>
                </a:lnTo>
                <a:cubicBezTo>
                  <a:pt x="85" y="355"/>
                  <a:pt x="85" y="358"/>
                  <a:pt x="80" y="364"/>
                </a:cubicBezTo>
                <a:cubicBezTo>
                  <a:pt x="78" y="367"/>
                  <a:pt x="79" y="368"/>
                  <a:pt x="81" y="368"/>
                </a:cubicBezTo>
                <a:cubicBezTo>
                  <a:pt x="85" y="368"/>
                  <a:pt x="95" y="364"/>
                  <a:pt x="103" y="355"/>
                </a:cubicBezTo>
                <a:lnTo>
                  <a:pt x="104" y="357"/>
                </a:lnTo>
                <a:cubicBezTo>
                  <a:pt x="104" y="357"/>
                  <a:pt x="104" y="357"/>
                  <a:pt x="105" y="357"/>
                </a:cubicBezTo>
                <a:cubicBezTo>
                  <a:pt x="107" y="357"/>
                  <a:pt x="112" y="354"/>
                  <a:pt x="112" y="354"/>
                </a:cubicBezTo>
                <a:cubicBezTo>
                  <a:pt x="115" y="353"/>
                  <a:pt x="117" y="352"/>
                  <a:pt x="118" y="352"/>
                </a:cubicBezTo>
                <a:cubicBezTo>
                  <a:pt x="119" y="352"/>
                  <a:pt x="119" y="353"/>
                  <a:pt x="120" y="353"/>
                </a:cubicBezTo>
                <a:lnTo>
                  <a:pt x="106" y="361"/>
                </a:lnTo>
                <a:cubicBezTo>
                  <a:pt x="92" y="368"/>
                  <a:pt x="84" y="374"/>
                  <a:pt x="87" y="374"/>
                </a:cubicBezTo>
                <a:cubicBezTo>
                  <a:pt x="88" y="374"/>
                  <a:pt x="92" y="372"/>
                  <a:pt x="100" y="368"/>
                </a:cubicBezTo>
                <a:lnTo>
                  <a:pt x="100" y="368"/>
                </a:lnTo>
                <a:lnTo>
                  <a:pt x="94" y="372"/>
                </a:lnTo>
                <a:cubicBezTo>
                  <a:pt x="88" y="376"/>
                  <a:pt x="87" y="377"/>
                  <a:pt x="91" y="377"/>
                </a:cubicBezTo>
                <a:cubicBezTo>
                  <a:pt x="92" y="377"/>
                  <a:pt x="94" y="377"/>
                  <a:pt x="96" y="377"/>
                </a:cubicBezTo>
                <a:cubicBezTo>
                  <a:pt x="96" y="377"/>
                  <a:pt x="96" y="377"/>
                  <a:pt x="96" y="377"/>
                </a:cubicBezTo>
                <a:cubicBezTo>
                  <a:pt x="99" y="377"/>
                  <a:pt x="112" y="371"/>
                  <a:pt x="118" y="367"/>
                </a:cubicBezTo>
                <a:cubicBezTo>
                  <a:pt x="123" y="364"/>
                  <a:pt x="124" y="363"/>
                  <a:pt x="125" y="363"/>
                </a:cubicBezTo>
                <a:cubicBezTo>
                  <a:pt x="125" y="363"/>
                  <a:pt x="125" y="363"/>
                  <a:pt x="125" y="363"/>
                </a:cubicBezTo>
                <a:cubicBezTo>
                  <a:pt x="126" y="364"/>
                  <a:pt x="126" y="364"/>
                  <a:pt x="120" y="369"/>
                </a:cubicBezTo>
                <a:cubicBezTo>
                  <a:pt x="111" y="374"/>
                  <a:pt x="109" y="378"/>
                  <a:pt x="111" y="378"/>
                </a:cubicBezTo>
                <a:cubicBezTo>
                  <a:pt x="113" y="378"/>
                  <a:pt x="117" y="376"/>
                  <a:pt x="122" y="373"/>
                </a:cubicBezTo>
                <a:lnTo>
                  <a:pt x="122" y="373"/>
                </a:lnTo>
                <a:lnTo>
                  <a:pt x="115" y="378"/>
                </a:lnTo>
                <a:cubicBezTo>
                  <a:pt x="108" y="382"/>
                  <a:pt x="104" y="389"/>
                  <a:pt x="115" y="390"/>
                </a:cubicBezTo>
                <a:cubicBezTo>
                  <a:pt x="118" y="396"/>
                  <a:pt x="122" y="400"/>
                  <a:pt x="116" y="405"/>
                </a:cubicBezTo>
                <a:cubicBezTo>
                  <a:pt x="114" y="407"/>
                  <a:pt x="114" y="407"/>
                  <a:pt x="116" y="407"/>
                </a:cubicBezTo>
                <a:cubicBezTo>
                  <a:pt x="119" y="407"/>
                  <a:pt x="130" y="403"/>
                  <a:pt x="140" y="397"/>
                </a:cubicBezTo>
                <a:lnTo>
                  <a:pt x="140" y="397"/>
                </a:lnTo>
                <a:cubicBezTo>
                  <a:pt x="134" y="403"/>
                  <a:pt x="135" y="404"/>
                  <a:pt x="138" y="406"/>
                </a:cubicBezTo>
                <a:cubicBezTo>
                  <a:pt x="141" y="409"/>
                  <a:pt x="141" y="409"/>
                  <a:pt x="135" y="415"/>
                </a:cubicBezTo>
                <a:cubicBezTo>
                  <a:pt x="129" y="420"/>
                  <a:pt x="126" y="423"/>
                  <a:pt x="126" y="423"/>
                </a:cubicBezTo>
                <a:cubicBezTo>
                  <a:pt x="126" y="423"/>
                  <a:pt x="130" y="420"/>
                  <a:pt x="136" y="416"/>
                </a:cubicBezTo>
                <a:cubicBezTo>
                  <a:pt x="140" y="413"/>
                  <a:pt x="143" y="412"/>
                  <a:pt x="144" y="412"/>
                </a:cubicBezTo>
                <a:lnTo>
                  <a:pt x="144" y="412"/>
                </a:lnTo>
                <a:cubicBezTo>
                  <a:pt x="147" y="412"/>
                  <a:pt x="143" y="419"/>
                  <a:pt x="135" y="427"/>
                </a:cubicBezTo>
                <a:cubicBezTo>
                  <a:pt x="130" y="433"/>
                  <a:pt x="132" y="434"/>
                  <a:pt x="134" y="437"/>
                </a:cubicBezTo>
                <a:cubicBezTo>
                  <a:pt x="137" y="435"/>
                  <a:pt x="139" y="434"/>
                  <a:pt x="141" y="434"/>
                </a:cubicBezTo>
                <a:cubicBezTo>
                  <a:pt x="143" y="434"/>
                  <a:pt x="144" y="435"/>
                  <a:pt x="145" y="436"/>
                </a:cubicBezTo>
                <a:cubicBezTo>
                  <a:pt x="147" y="437"/>
                  <a:pt x="148" y="438"/>
                  <a:pt x="149" y="438"/>
                </a:cubicBezTo>
                <a:cubicBezTo>
                  <a:pt x="151" y="438"/>
                  <a:pt x="153" y="435"/>
                  <a:pt x="160" y="427"/>
                </a:cubicBezTo>
                <a:cubicBezTo>
                  <a:pt x="167" y="419"/>
                  <a:pt x="170" y="416"/>
                  <a:pt x="171" y="416"/>
                </a:cubicBezTo>
                <a:cubicBezTo>
                  <a:pt x="172" y="416"/>
                  <a:pt x="173" y="416"/>
                  <a:pt x="173" y="417"/>
                </a:cubicBezTo>
                <a:cubicBezTo>
                  <a:pt x="175" y="418"/>
                  <a:pt x="176" y="419"/>
                  <a:pt x="171" y="426"/>
                </a:cubicBezTo>
                <a:cubicBezTo>
                  <a:pt x="171" y="426"/>
                  <a:pt x="168" y="434"/>
                  <a:pt x="169" y="434"/>
                </a:cubicBezTo>
                <a:cubicBezTo>
                  <a:pt x="170" y="435"/>
                  <a:pt x="171" y="436"/>
                  <a:pt x="167" y="443"/>
                </a:cubicBezTo>
                <a:cubicBezTo>
                  <a:pt x="167" y="443"/>
                  <a:pt x="163" y="451"/>
                  <a:pt x="167" y="453"/>
                </a:cubicBezTo>
                <a:cubicBezTo>
                  <a:pt x="170" y="454"/>
                  <a:pt x="172" y="456"/>
                  <a:pt x="168" y="463"/>
                </a:cubicBezTo>
                <a:cubicBezTo>
                  <a:pt x="168" y="463"/>
                  <a:pt x="169" y="464"/>
                  <a:pt x="169" y="464"/>
                </a:cubicBezTo>
                <a:cubicBezTo>
                  <a:pt x="170" y="464"/>
                  <a:pt x="171" y="462"/>
                  <a:pt x="173" y="458"/>
                </a:cubicBezTo>
                <a:cubicBezTo>
                  <a:pt x="176" y="453"/>
                  <a:pt x="179" y="449"/>
                  <a:pt x="182" y="449"/>
                </a:cubicBezTo>
                <a:cubicBezTo>
                  <a:pt x="184" y="449"/>
                  <a:pt x="185" y="451"/>
                  <a:pt x="186" y="455"/>
                </a:cubicBezTo>
                <a:cubicBezTo>
                  <a:pt x="187" y="456"/>
                  <a:pt x="189" y="457"/>
                  <a:pt x="190" y="457"/>
                </a:cubicBezTo>
                <a:cubicBezTo>
                  <a:pt x="192" y="457"/>
                  <a:pt x="194" y="456"/>
                  <a:pt x="196" y="452"/>
                </a:cubicBezTo>
                <a:lnTo>
                  <a:pt x="196" y="452"/>
                </a:lnTo>
                <a:cubicBezTo>
                  <a:pt x="198" y="453"/>
                  <a:pt x="198" y="453"/>
                  <a:pt x="195" y="460"/>
                </a:cubicBezTo>
                <a:cubicBezTo>
                  <a:pt x="190" y="468"/>
                  <a:pt x="189" y="472"/>
                  <a:pt x="191" y="472"/>
                </a:cubicBezTo>
                <a:cubicBezTo>
                  <a:pt x="193" y="472"/>
                  <a:pt x="196" y="469"/>
                  <a:pt x="200" y="463"/>
                </a:cubicBezTo>
                <a:cubicBezTo>
                  <a:pt x="202" y="460"/>
                  <a:pt x="203" y="458"/>
                  <a:pt x="204" y="458"/>
                </a:cubicBezTo>
                <a:cubicBezTo>
                  <a:pt x="204" y="458"/>
                  <a:pt x="204" y="460"/>
                  <a:pt x="204" y="464"/>
                </a:cubicBezTo>
                <a:cubicBezTo>
                  <a:pt x="204" y="464"/>
                  <a:pt x="204" y="464"/>
                  <a:pt x="204" y="464"/>
                </a:cubicBezTo>
                <a:cubicBezTo>
                  <a:pt x="204" y="464"/>
                  <a:pt x="206" y="464"/>
                  <a:pt x="209" y="459"/>
                </a:cubicBezTo>
                <a:cubicBezTo>
                  <a:pt x="211" y="456"/>
                  <a:pt x="213" y="454"/>
                  <a:pt x="213" y="454"/>
                </a:cubicBezTo>
                <a:cubicBezTo>
                  <a:pt x="214" y="454"/>
                  <a:pt x="214" y="456"/>
                  <a:pt x="214" y="461"/>
                </a:cubicBezTo>
                <a:cubicBezTo>
                  <a:pt x="212" y="468"/>
                  <a:pt x="213" y="469"/>
                  <a:pt x="214" y="470"/>
                </a:cubicBezTo>
                <a:cubicBezTo>
                  <a:pt x="216" y="468"/>
                  <a:pt x="219" y="467"/>
                  <a:pt x="222" y="467"/>
                </a:cubicBezTo>
                <a:cubicBezTo>
                  <a:pt x="229" y="467"/>
                  <a:pt x="237" y="472"/>
                  <a:pt x="236" y="478"/>
                </a:cubicBezTo>
                <a:cubicBezTo>
                  <a:pt x="239" y="472"/>
                  <a:pt x="240" y="470"/>
                  <a:pt x="241" y="470"/>
                </a:cubicBezTo>
                <a:cubicBezTo>
                  <a:pt x="241" y="470"/>
                  <a:pt x="242" y="471"/>
                  <a:pt x="242" y="471"/>
                </a:cubicBezTo>
                <a:cubicBezTo>
                  <a:pt x="241" y="477"/>
                  <a:pt x="241" y="480"/>
                  <a:pt x="241" y="480"/>
                </a:cubicBezTo>
                <a:cubicBezTo>
                  <a:pt x="242" y="480"/>
                  <a:pt x="244" y="473"/>
                  <a:pt x="246" y="463"/>
                </a:cubicBezTo>
                <a:lnTo>
                  <a:pt x="244" y="463"/>
                </a:lnTo>
                <a:cubicBezTo>
                  <a:pt x="246" y="456"/>
                  <a:pt x="247" y="452"/>
                  <a:pt x="248" y="452"/>
                </a:cubicBezTo>
                <a:lnTo>
                  <a:pt x="248" y="452"/>
                </a:lnTo>
                <a:cubicBezTo>
                  <a:pt x="249" y="452"/>
                  <a:pt x="249" y="458"/>
                  <a:pt x="246" y="472"/>
                </a:cubicBezTo>
                <a:cubicBezTo>
                  <a:pt x="246" y="480"/>
                  <a:pt x="245" y="484"/>
                  <a:pt x="246" y="484"/>
                </a:cubicBezTo>
                <a:cubicBezTo>
                  <a:pt x="246" y="484"/>
                  <a:pt x="247" y="480"/>
                  <a:pt x="250" y="472"/>
                </a:cubicBezTo>
                <a:cubicBezTo>
                  <a:pt x="252" y="465"/>
                  <a:pt x="253" y="461"/>
                  <a:pt x="254" y="461"/>
                </a:cubicBezTo>
                <a:cubicBezTo>
                  <a:pt x="255" y="461"/>
                  <a:pt x="255" y="465"/>
                  <a:pt x="254" y="473"/>
                </a:cubicBezTo>
                <a:cubicBezTo>
                  <a:pt x="253" y="482"/>
                  <a:pt x="252" y="486"/>
                  <a:pt x="253" y="486"/>
                </a:cubicBezTo>
                <a:cubicBezTo>
                  <a:pt x="253" y="486"/>
                  <a:pt x="254" y="482"/>
                  <a:pt x="256" y="474"/>
                </a:cubicBezTo>
                <a:cubicBezTo>
                  <a:pt x="261" y="456"/>
                  <a:pt x="264" y="446"/>
                  <a:pt x="266" y="446"/>
                </a:cubicBezTo>
                <a:lnTo>
                  <a:pt x="266" y="446"/>
                </a:lnTo>
                <a:cubicBezTo>
                  <a:pt x="267" y="446"/>
                  <a:pt x="267" y="453"/>
                  <a:pt x="265" y="467"/>
                </a:cubicBezTo>
                <a:cubicBezTo>
                  <a:pt x="263" y="483"/>
                  <a:pt x="264" y="491"/>
                  <a:pt x="267" y="491"/>
                </a:cubicBezTo>
                <a:cubicBezTo>
                  <a:pt x="267" y="491"/>
                  <a:pt x="267" y="491"/>
                  <a:pt x="267" y="491"/>
                </a:cubicBezTo>
                <a:cubicBezTo>
                  <a:pt x="268" y="491"/>
                  <a:pt x="269" y="483"/>
                  <a:pt x="270" y="475"/>
                </a:cubicBezTo>
                <a:cubicBezTo>
                  <a:pt x="269" y="468"/>
                  <a:pt x="270" y="464"/>
                  <a:pt x="270" y="464"/>
                </a:cubicBezTo>
                <a:cubicBezTo>
                  <a:pt x="271" y="464"/>
                  <a:pt x="272" y="468"/>
                  <a:pt x="272" y="477"/>
                </a:cubicBezTo>
                <a:cubicBezTo>
                  <a:pt x="274" y="490"/>
                  <a:pt x="277" y="496"/>
                  <a:pt x="279" y="496"/>
                </a:cubicBezTo>
                <a:cubicBezTo>
                  <a:pt x="281" y="496"/>
                  <a:pt x="284" y="493"/>
                  <a:pt x="286" y="486"/>
                </a:cubicBezTo>
                <a:cubicBezTo>
                  <a:pt x="289" y="477"/>
                  <a:pt x="292" y="473"/>
                  <a:pt x="293" y="473"/>
                </a:cubicBezTo>
                <a:lnTo>
                  <a:pt x="293" y="473"/>
                </a:lnTo>
                <a:cubicBezTo>
                  <a:pt x="295" y="473"/>
                  <a:pt x="295" y="477"/>
                  <a:pt x="292" y="486"/>
                </a:cubicBezTo>
                <a:cubicBezTo>
                  <a:pt x="291" y="495"/>
                  <a:pt x="290" y="499"/>
                  <a:pt x="290" y="499"/>
                </a:cubicBezTo>
                <a:cubicBezTo>
                  <a:pt x="291" y="499"/>
                  <a:pt x="292" y="497"/>
                  <a:pt x="293" y="493"/>
                </a:cubicBezTo>
                <a:lnTo>
                  <a:pt x="302" y="493"/>
                </a:lnTo>
                <a:cubicBezTo>
                  <a:pt x="304" y="493"/>
                  <a:pt x="305" y="484"/>
                  <a:pt x="304" y="477"/>
                </a:cubicBezTo>
                <a:lnTo>
                  <a:pt x="304" y="477"/>
                </a:lnTo>
                <a:cubicBezTo>
                  <a:pt x="306" y="487"/>
                  <a:pt x="308" y="493"/>
                  <a:pt x="311" y="493"/>
                </a:cubicBezTo>
                <a:cubicBezTo>
                  <a:pt x="312" y="493"/>
                  <a:pt x="313" y="491"/>
                  <a:pt x="314" y="484"/>
                </a:cubicBezTo>
                <a:lnTo>
                  <a:pt x="317" y="483"/>
                </a:lnTo>
                <a:cubicBezTo>
                  <a:pt x="318" y="483"/>
                  <a:pt x="318" y="483"/>
                  <a:pt x="319" y="475"/>
                </a:cubicBezTo>
                <a:cubicBezTo>
                  <a:pt x="319" y="473"/>
                  <a:pt x="320" y="472"/>
                  <a:pt x="320" y="472"/>
                </a:cubicBezTo>
                <a:cubicBezTo>
                  <a:pt x="321" y="472"/>
                  <a:pt x="324" y="478"/>
                  <a:pt x="326" y="483"/>
                </a:cubicBezTo>
                <a:cubicBezTo>
                  <a:pt x="328" y="489"/>
                  <a:pt x="330" y="494"/>
                  <a:pt x="331" y="494"/>
                </a:cubicBezTo>
                <a:cubicBezTo>
                  <a:pt x="331" y="494"/>
                  <a:pt x="331" y="493"/>
                  <a:pt x="330" y="490"/>
                </a:cubicBezTo>
                <a:cubicBezTo>
                  <a:pt x="329" y="482"/>
                  <a:pt x="329" y="473"/>
                  <a:pt x="330" y="465"/>
                </a:cubicBezTo>
                <a:cubicBezTo>
                  <a:pt x="330" y="463"/>
                  <a:pt x="331" y="462"/>
                  <a:pt x="331" y="462"/>
                </a:cubicBezTo>
                <a:cubicBezTo>
                  <a:pt x="332" y="462"/>
                  <a:pt x="334" y="467"/>
                  <a:pt x="334" y="473"/>
                </a:cubicBezTo>
                <a:cubicBezTo>
                  <a:pt x="335" y="479"/>
                  <a:pt x="337" y="483"/>
                  <a:pt x="341" y="488"/>
                </a:cubicBezTo>
                <a:cubicBezTo>
                  <a:pt x="343" y="488"/>
                  <a:pt x="346" y="487"/>
                  <a:pt x="344" y="479"/>
                </a:cubicBezTo>
                <a:cubicBezTo>
                  <a:pt x="343" y="474"/>
                  <a:pt x="346" y="472"/>
                  <a:pt x="349" y="472"/>
                </a:cubicBezTo>
                <a:cubicBezTo>
                  <a:pt x="352" y="472"/>
                  <a:pt x="354" y="473"/>
                  <a:pt x="356" y="475"/>
                </a:cubicBezTo>
                <a:lnTo>
                  <a:pt x="360" y="474"/>
                </a:lnTo>
                <a:cubicBezTo>
                  <a:pt x="361" y="474"/>
                  <a:pt x="360" y="467"/>
                  <a:pt x="362" y="465"/>
                </a:cubicBezTo>
                <a:cubicBezTo>
                  <a:pt x="362" y="465"/>
                  <a:pt x="363" y="465"/>
                  <a:pt x="362" y="458"/>
                </a:cubicBezTo>
                <a:cubicBezTo>
                  <a:pt x="362" y="457"/>
                  <a:pt x="363" y="457"/>
                  <a:pt x="363" y="457"/>
                </a:cubicBezTo>
                <a:cubicBezTo>
                  <a:pt x="364" y="457"/>
                  <a:pt x="366" y="458"/>
                  <a:pt x="367" y="463"/>
                </a:cubicBezTo>
                <a:cubicBezTo>
                  <a:pt x="365" y="455"/>
                  <a:pt x="364" y="452"/>
                  <a:pt x="365" y="452"/>
                </a:cubicBezTo>
                <a:lnTo>
                  <a:pt x="365" y="452"/>
                </a:lnTo>
                <a:cubicBezTo>
                  <a:pt x="365" y="452"/>
                  <a:pt x="367" y="455"/>
                  <a:pt x="371" y="462"/>
                </a:cubicBezTo>
                <a:cubicBezTo>
                  <a:pt x="374" y="470"/>
                  <a:pt x="376" y="474"/>
                  <a:pt x="376" y="474"/>
                </a:cubicBezTo>
                <a:cubicBezTo>
                  <a:pt x="376" y="474"/>
                  <a:pt x="375" y="470"/>
                  <a:pt x="373" y="462"/>
                </a:cubicBezTo>
                <a:cubicBezTo>
                  <a:pt x="372" y="458"/>
                  <a:pt x="371" y="456"/>
                  <a:pt x="372" y="456"/>
                </a:cubicBezTo>
                <a:lnTo>
                  <a:pt x="372" y="456"/>
                </a:lnTo>
                <a:cubicBezTo>
                  <a:pt x="372" y="456"/>
                  <a:pt x="373" y="458"/>
                  <a:pt x="375" y="461"/>
                </a:cubicBezTo>
                <a:cubicBezTo>
                  <a:pt x="377" y="464"/>
                  <a:pt x="378" y="465"/>
                  <a:pt x="379" y="465"/>
                </a:cubicBezTo>
                <a:cubicBezTo>
                  <a:pt x="380" y="465"/>
                  <a:pt x="379" y="463"/>
                  <a:pt x="378" y="460"/>
                </a:cubicBezTo>
                <a:cubicBezTo>
                  <a:pt x="374" y="450"/>
                  <a:pt x="373" y="442"/>
                  <a:pt x="375" y="442"/>
                </a:cubicBezTo>
                <a:lnTo>
                  <a:pt x="375" y="442"/>
                </a:lnTo>
                <a:cubicBezTo>
                  <a:pt x="376" y="442"/>
                  <a:pt x="377" y="445"/>
                  <a:pt x="380" y="450"/>
                </a:cubicBezTo>
                <a:cubicBezTo>
                  <a:pt x="380" y="450"/>
                  <a:pt x="381" y="449"/>
                  <a:pt x="379" y="441"/>
                </a:cubicBezTo>
                <a:cubicBezTo>
                  <a:pt x="376" y="433"/>
                  <a:pt x="374" y="430"/>
                  <a:pt x="375" y="430"/>
                </a:cubicBezTo>
                <a:lnTo>
                  <a:pt x="375" y="430"/>
                </a:lnTo>
                <a:cubicBezTo>
                  <a:pt x="375" y="430"/>
                  <a:pt x="377" y="433"/>
                  <a:pt x="381" y="441"/>
                </a:cubicBezTo>
                <a:cubicBezTo>
                  <a:pt x="385" y="447"/>
                  <a:pt x="388" y="450"/>
                  <a:pt x="389" y="450"/>
                </a:cubicBezTo>
                <a:cubicBezTo>
                  <a:pt x="389" y="450"/>
                  <a:pt x="388" y="446"/>
                  <a:pt x="385" y="438"/>
                </a:cubicBezTo>
                <a:cubicBezTo>
                  <a:pt x="385" y="438"/>
                  <a:pt x="384" y="435"/>
                  <a:pt x="385" y="435"/>
                </a:cubicBezTo>
                <a:lnTo>
                  <a:pt x="385" y="435"/>
                </a:lnTo>
                <a:cubicBezTo>
                  <a:pt x="385" y="435"/>
                  <a:pt x="386" y="435"/>
                  <a:pt x="388" y="437"/>
                </a:cubicBezTo>
                <a:cubicBezTo>
                  <a:pt x="391" y="440"/>
                  <a:pt x="395" y="441"/>
                  <a:pt x="398" y="441"/>
                </a:cubicBezTo>
                <a:cubicBezTo>
                  <a:pt x="402" y="441"/>
                  <a:pt x="403" y="439"/>
                  <a:pt x="398" y="432"/>
                </a:cubicBezTo>
                <a:lnTo>
                  <a:pt x="400" y="430"/>
                </a:lnTo>
                <a:cubicBezTo>
                  <a:pt x="403" y="432"/>
                  <a:pt x="406" y="433"/>
                  <a:pt x="407" y="433"/>
                </a:cubicBezTo>
                <a:cubicBezTo>
                  <a:pt x="408" y="433"/>
                  <a:pt x="408" y="431"/>
                  <a:pt x="406" y="427"/>
                </a:cubicBezTo>
                <a:lnTo>
                  <a:pt x="402" y="419"/>
                </a:lnTo>
                <a:lnTo>
                  <a:pt x="402" y="419"/>
                </a:lnTo>
                <a:cubicBezTo>
                  <a:pt x="406" y="426"/>
                  <a:pt x="412" y="431"/>
                  <a:pt x="414" y="431"/>
                </a:cubicBezTo>
                <a:cubicBezTo>
                  <a:pt x="414" y="431"/>
                  <a:pt x="414" y="431"/>
                  <a:pt x="415" y="431"/>
                </a:cubicBezTo>
                <a:cubicBezTo>
                  <a:pt x="416" y="430"/>
                  <a:pt x="416" y="430"/>
                  <a:pt x="411" y="423"/>
                </a:cubicBezTo>
                <a:cubicBezTo>
                  <a:pt x="406" y="417"/>
                  <a:pt x="407" y="416"/>
                  <a:pt x="408" y="416"/>
                </a:cubicBezTo>
                <a:cubicBezTo>
                  <a:pt x="408" y="416"/>
                  <a:pt x="408" y="416"/>
                  <a:pt x="408" y="416"/>
                </a:cubicBezTo>
                <a:cubicBezTo>
                  <a:pt x="410" y="416"/>
                  <a:pt x="415" y="421"/>
                  <a:pt x="420" y="427"/>
                </a:cubicBezTo>
                <a:lnTo>
                  <a:pt x="421" y="426"/>
                </a:lnTo>
                <a:cubicBezTo>
                  <a:pt x="415" y="418"/>
                  <a:pt x="413" y="415"/>
                  <a:pt x="414" y="415"/>
                </a:cubicBezTo>
                <a:lnTo>
                  <a:pt x="414" y="415"/>
                </a:lnTo>
                <a:cubicBezTo>
                  <a:pt x="414" y="415"/>
                  <a:pt x="416" y="416"/>
                  <a:pt x="418" y="418"/>
                </a:cubicBezTo>
                <a:cubicBezTo>
                  <a:pt x="421" y="422"/>
                  <a:pt x="423" y="423"/>
                  <a:pt x="425" y="423"/>
                </a:cubicBezTo>
                <a:cubicBezTo>
                  <a:pt x="426" y="423"/>
                  <a:pt x="426" y="422"/>
                  <a:pt x="427" y="422"/>
                </a:cubicBezTo>
                <a:cubicBezTo>
                  <a:pt x="425" y="420"/>
                  <a:pt x="425" y="419"/>
                  <a:pt x="425" y="419"/>
                </a:cubicBezTo>
                <a:lnTo>
                  <a:pt x="425" y="419"/>
                </a:lnTo>
                <a:cubicBezTo>
                  <a:pt x="425" y="419"/>
                  <a:pt x="428" y="422"/>
                  <a:pt x="427" y="422"/>
                </a:cubicBezTo>
                <a:lnTo>
                  <a:pt x="431" y="428"/>
                </a:lnTo>
                <a:cubicBezTo>
                  <a:pt x="433" y="430"/>
                  <a:pt x="434" y="430"/>
                  <a:pt x="435" y="430"/>
                </a:cubicBezTo>
                <a:cubicBezTo>
                  <a:pt x="436" y="430"/>
                  <a:pt x="432" y="426"/>
                  <a:pt x="428" y="422"/>
                </a:cubicBezTo>
                <a:lnTo>
                  <a:pt x="430" y="419"/>
                </a:lnTo>
                <a:cubicBezTo>
                  <a:pt x="433" y="418"/>
                  <a:pt x="434" y="417"/>
                  <a:pt x="427" y="412"/>
                </a:cubicBezTo>
                <a:cubicBezTo>
                  <a:pt x="421" y="406"/>
                  <a:pt x="417" y="399"/>
                  <a:pt x="418" y="399"/>
                </a:cubicBezTo>
                <a:lnTo>
                  <a:pt x="418" y="399"/>
                </a:lnTo>
                <a:cubicBezTo>
                  <a:pt x="422" y="405"/>
                  <a:pt x="428" y="410"/>
                  <a:pt x="429" y="410"/>
                </a:cubicBezTo>
                <a:cubicBezTo>
                  <a:pt x="429" y="410"/>
                  <a:pt x="429" y="410"/>
                  <a:pt x="430" y="410"/>
                </a:cubicBezTo>
                <a:cubicBezTo>
                  <a:pt x="431" y="410"/>
                  <a:pt x="436" y="415"/>
                  <a:pt x="436" y="415"/>
                </a:cubicBezTo>
                <a:cubicBezTo>
                  <a:pt x="439" y="420"/>
                  <a:pt x="441" y="421"/>
                  <a:pt x="442" y="421"/>
                </a:cubicBezTo>
                <a:cubicBezTo>
                  <a:pt x="444" y="421"/>
                  <a:pt x="443" y="415"/>
                  <a:pt x="440" y="410"/>
                </a:cubicBezTo>
                <a:cubicBezTo>
                  <a:pt x="436" y="403"/>
                  <a:pt x="434" y="399"/>
                  <a:pt x="436" y="399"/>
                </a:cubicBezTo>
                <a:lnTo>
                  <a:pt x="436" y="399"/>
                </a:lnTo>
                <a:cubicBezTo>
                  <a:pt x="437" y="399"/>
                  <a:pt x="440" y="402"/>
                  <a:pt x="445" y="407"/>
                </a:cubicBezTo>
                <a:cubicBezTo>
                  <a:pt x="448" y="410"/>
                  <a:pt x="449" y="412"/>
                  <a:pt x="450" y="412"/>
                </a:cubicBezTo>
                <a:cubicBezTo>
                  <a:pt x="451" y="412"/>
                  <a:pt x="443" y="400"/>
                  <a:pt x="431" y="387"/>
                </a:cubicBezTo>
                <a:lnTo>
                  <a:pt x="415" y="369"/>
                </a:lnTo>
                <a:lnTo>
                  <a:pt x="433" y="386"/>
                </a:lnTo>
                <a:cubicBezTo>
                  <a:pt x="445" y="397"/>
                  <a:pt x="452" y="403"/>
                  <a:pt x="453" y="403"/>
                </a:cubicBezTo>
                <a:cubicBezTo>
                  <a:pt x="454" y="403"/>
                  <a:pt x="452" y="399"/>
                  <a:pt x="448" y="392"/>
                </a:cubicBezTo>
                <a:cubicBezTo>
                  <a:pt x="446" y="388"/>
                  <a:pt x="446" y="386"/>
                  <a:pt x="446" y="386"/>
                </a:cubicBezTo>
                <a:lnTo>
                  <a:pt x="446" y="386"/>
                </a:lnTo>
                <a:cubicBezTo>
                  <a:pt x="447" y="386"/>
                  <a:pt x="448" y="388"/>
                  <a:pt x="450" y="390"/>
                </a:cubicBezTo>
                <a:cubicBezTo>
                  <a:pt x="453" y="393"/>
                  <a:pt x="455" y="394"/>
                  <a:pt x="457" y="394"/>
                </a:cubicBezTo>
                <a:cubicBezTo>
                  <a:pt x="458" y="394"/>
                  <a:pt x="459" y="393"/>
                  <a:pt x="462" y="391"/>
                </a:cubicBezTo>
                <a:cubicBezTo>
                  <a:pt x="465" y="387"/>
                  <a:pt x="466" y="386"/>
                  <a:pt x="459" y="381"/>
                </a:cubicBezTo>
                <a:lnTo>
                  <a:pt x="462" y="378"/>
                </a:lnTo>
                <a:cubicBezTo>
                  <a:pt x="466" y="381"/>
                  <a:pt x="468" y="382"/>
                  <a:pt x="469" y="382"/>
                </a:cubicBezTo>
                <a:cubicBezTo>
                  <a:pt x="471" y="382"/>
                  <a:pt x="466" y="377"/>
                  <a:pt x="457" y="371"/>
                </a:cubicBezTo>
                <a:cubicBezTo>
                  <a:pt x="457" y="371"/>
                  <a:pt x="458" y="370"/>
                  <a:pt x="459" y="369"/>
                </a:cubicBezTo>
                <a:lnTo>
                  <a:pt x="465" y="373"/>
                </a:lnTo>
                <a:cubicBezTo>
                  <a:pt x="467" y="375"/>
                  <a:pt x="469" y="376"/>
                  <a:pt x="470" y="376"/>
                </a:cubicBezTo>
                <a:cubicBezTo>
                  <a:pt x="474" y="376"/>
                  <a:pt x="477" y="372"/>
                  <a:pt x="482" y="364"/>
                </a:cubicBezTo>
                <a:cubicBezTo>
                  <a:pt x="490" y="352"/>
                  <a:pt x="491" y="351"/>
                  <a:pt x="477" y="343"/>
                </a:cubicBezTo>
                <a:cubicBezTo>
                  <a:pt x="470" y="338"/>
                  <a:pt x="467" y="336"/>
                  <a:pt x="468" y="336"/>
                </a:cubicBezTo>
                <a:lnTo>
                  <a:pt x="468" y="336"/>
                </a:lnTo>
                <a:cubicBezTo>
                  <a:pt x="468" y="336"/>
                  <a:pt x="472" y="337"/>
                  <a:pt x="479" y="341"/>
                </a:cubicBezTo>
                <a:cubicBezTo>
                  <a:pt x="484" y="343"/>
                  <a:pt x="489" y="345"/>
                  <a:pt x="490" y="345"/>
                </a:cubicBezTo>
                <a:cubicBezTo>
                  <a:pt x="490" y="345"/>
                  <a:pt x="489" y="344"/>
                  <a:pt x="486" y="343"/>
                </a:cubicBezTo>
                <a:cubicBezTo>
                  <a:pt x="486" y="343"/>
                  <a:pt x="488" y="341"/>
                  <a:pt x="492" y="341"/>
                </a:cubicBezTo>
                <a:cubicBezTo>
                  <a:pt x="493" y="341"/>
                  <a:pt x="495" y="341"/>
                  <a:pt x="496" y="342"/>
                </a:cubicBezTo>
                <a:cubicBezTo>
                  <a:pt x="500" y="342"/>
                  <a:pt x="502" y="343"/>
                  <a:pt x="504" y="343"/>
                </a:cubicBezTo>
                <a:cubicBezTo>
                  <a:pt x="511" y="343"/>
                  <a:pt x="505" y="339"/>
                  <a:pt x="499" y="336"/>
                </a:cubicBezTo>
                <a:cubicBezTo>
                  <a:pt x="491" y="334"/>
                  <a:pt x="490" y="333"/>
                  <a:pt x="491" y="333"/>
                </a:cubicBezTo>
                <a:cubicBezTo>
                  <a:pt x="492" y="333"/>
                  <a:pt x="496" y="334"/>
                  <a:pt x="500" y="334"/>
                </a:cubicBezTo>
                <a:cubicBezTo>
                  <a:pt x="505" y="336"/>
                  <a:pt x="510" y="336"/>
                  <a:pt x="511" y="336"/>
                </a:cubicBezTo>
                <a:cubicBezTo>
                  <a:pt x="512" y="336"/>
                  <a:pt x="512" y="336"/>
                  <a:pt x="509" y="335"/>
                </a:cubicBezTo>
                <a:cubicBezTo>
                  <a:pt x="503" y="331"/>
                  <a:pt x="500" y="323"/>
                  <a:pt x="507" y="323"/>
                </a:cubicBezTo>
                <a:cubicBezTo>
                  <a:pt x="508" y="323"/>
                  <a:pt x="511" y="323"/>
                  <a:pt x="513" y="324"/>
                </a:cubicBezTo>
                <a:lnTo>
                  <a:pt x="514" y="321"/>
                </a:lnTo>
                <a:cubicBezTo>
                  <a:pt x="508" y="317"/>
                  <a:pt x="509" y="314"/>
                  <a:pt x="510" y="312"/>
                </a:cubicBezTo>
                <a:cubicBezTo>
                  <a:pt x="511" y="309"/>
                  <a:pt x="511" y="307"/>
                  <a:pt x="514" y="307"/>
                </a:cubicBezTo>
                <a:cubicBezTo>
                  <a:pt x="515" y="307"/>
                  <a:pt x="517" y="308"/>
                  <a:pt x="519" y="308"/>
                </a:cubicBezTo>
                <a:cubicBezTo>
                  <a:pt x="522" y="310"/>
                  <a:pt x="524" y="311"/>
                  <a:pt x="525" y="311"/>
                </a:cubicBezTo>
                <a:cubicBezTo>
                  <a:pt x="526" y="311"/>
                  <a:pt x="524" y="309"/>
                  <a:pt x="520" y="306"/>
                </a:cubicBezTo>
                <a:cubicBezTo>
                  <a:pt x="521" y="304"/>
                  <a:pt x="505" y="298"/>
                  <a:pt x="507" y="297"/>
                </a:cubicBezTo>
                <a:cubicBezTo>
                  <a:pt x="499" y="295"/>
                  <a:pt x="491" y="292"/>
                  <a:pt x="491" y="289"/>
                </a:cubicBezTo>
                <a:lnTo>
                  <a:pt x="491" y="289"/>
                </a:lnTo>
                <a:lnTo>
                  <a:pt x="499" y="292"/>
                </a:lnTo>
                <a:lnTo>
                  <a:pt x="514" y="295"/>
                </a:lnTo>
                <a:cubicBezTo>
                  <a:pt x="516" y="294"/>
                  <a:pt x="516" y="292"/>
                  <a:pt x="508" y="290"/>
                </a:cubicBezTo>
                <a:cubicBezTo>
                  <a:pt x="516" y="290"/>
                  <a:pt x="517" y="288"/>
                  <a:pt x="517" y="286"/>
                </a:cubicBezTo>
                <a:cubicBezTo>
                  <a:pt x="518" y="283"/>
                  <a:pt x="519" y="279"/>
                  <a:pt x="511" y="276"/>
                </a:cubicBezTo>
                <a:lnTo>
                  <a:pt x="511" y="276"/>
                </a:lnTo>
                <a:cubicBezTo>
                  <a:pt x="512" y="276"/>
                  <a:pt x="513" y="276"/>
                  <a:pt x="513" y="276"/>
                </a:cubicBezTo>
                <a:cubicBezTo>
                  <a:pt x="527" y="276"/>
                  <a:pt x="527" y="266"/>
                  <a:pt x="512" y="263"/>
                </a:cubicBezTo>
                <a:cubicBezTo>
                  <a:pt x="504" y="262"/>
                  <a:pt x="504" y="261"/>
                  <a:pt x="513" y="260"/>
                </a:cubicBezTo>
                <a:cubicBezTo>
                  <a:pt x="521" y="259"/>
                  <a:pt x="521" y="259"/>
                  <a:pt x="513" y="257"/>
                </a:cubicBezTo>
                <a:cubicBezTo>
                  <a:pt x="505" y="255"/>
                  <a:pt x="513" y="253"/>
                  <a:pt x="521" y="252"/>
                </a:cubicBezTo>
                <a:cubicBezTo>
                  <a:pt x="538" y="250"/>
                  <a:pt x="538" y="249"/>
                  <a:pt x="530" y="247"/>
                </a:cubicBezTo>
                <a:cubicBezTo>
                  <a:pt x="521" y="243"/>
                  <a:pt x="521" y="240"/>
                  <a:pt x="521" y="239"/>
                </a:cubicBezTo>
                <a:cubicBezTo>
                  <a:pt x="516" y="237"/>
                  <a:pt x="514" y="235"/>
                  <a:pt x="512" y="235"/>
                </a:cubicBezTo>
                <a:cubicBezTo>
                  <a:pt x="510" y="235"/>
                  <a:pt x="508" y="236"/>
                  <a:pt x="505" y="237"/>
                </a:cubicBezTo>
                <a:cubicBezTo>
                  <a:pt x="500" y="237"/>
                  <a:pt x="494" y="237"/>
                  <a:pt x="489" y="235"/>
                </a:cubicBezTo>
                <a:cubicBezTo>
                  <a:pt x="484" y="234"/>
                  <a:pt x="485" y="234"/>
                  <a:pt x="486" y="234"/>
                </a:cubicBezTo>
                <a:cubicBezTo>
                  <a:pt x="487" y="234"/>
                  <a:pt x="489" y="234"/>
                  <a:pt x="489" y="234"/>
                </a:cubicBezTo>
                <a:cubicBezTo>
                  <a:pt x="492" y="235"/>
                  <a:pt x="494" y="236"/>
                  <a:pt x="496" y="236"/>
                </a:cubicBezTo>
                <a:cubicBezTo>
                  <a:pt x="499" y="236"/>
                  <a:pt x="501" y="235"/>
                  <a:pt x="505" y="233"/>
                </a:cubicBezTo>
                <a:cubicBezTo>
                  <a:pt x="513" y="231"/>
                  <a:pt x="513" y="228"/>
                  <a:pt x="513" y="225"/>
                </a:cubicBezTo>
                <a:lnTo>
                  <a:pt x="512" y="220"/>
                </a:lnTo>
                <a:cubicBezTo>
                  <a:pt x="517" y="215"/>
                  <a:pt x="518" y="212"/>
                  <a:pt x="515" y="212"/>
                </a:cubicBezTo>
                <a:cubicBezTo>
                  <a:pt x="515" y="212"/>
                  <a:pt x="513" y="212"/>
                  <a:pt x="511" y="213"/>
                </a:cubicBezTo>
                <a:lnTo>
                  <a:pt x="503" y="214"/>
                </a:lnTo>
                <a:cubicBezTo>
                  <a:pt x="519" y="210"/>
                  <a:pt x="515" y="194"/>
                  <a:pt x="502" y="194"/>
                </a:cubicBezTo>
                <a:cubicBezTo>
                  <a:pt x="501" y="194"/>
                  <a:pt x="500" y="194"/>
                  <a:pt x="499" y="194"/>
                </a:cubicBezTo>
                <a:lnTo>
                  <a:pt x="507" y="192"/>
                </a:lnTo>
                <a:cubicBezTo>
                  <a:pt x="514" y="189"/>
                  <a:pt x="514" y="188"/>
                  <a:pt x="513" y="185"/>
                </a:cubicBezTo>
                <a:cubicBezTo>
                  <a:pt x="513" y="183"/>
                  <a:pt x="503" y="179"/>
                  <a:pt x="501" y="175"/>
                </a:cubicBezTo>
                <a:cubicBezTo>
                  <a:pt x="499" y="170"/>
                  <a:pt x="498" y="166"/>
                  <a:pt x="494" y="166"/>
                </a:cubicBezTo>
                <a:cubicBezTo>
                  <a:pt x="493" y="166"/>
                  <a:pt x="492" y="166"/>
                  <a:pt x="490" y="167"/>
                </a:cubicBezTo>
                <a:cubicBezTo>
                  <a:pt x="490" y="165"/>
                  <a:pt x="490" y="165"/>
                  <a:pt x="496" y="161"/>
                </a:cubicBezTo>
                <a:cubicBezTo>
                  <a:pt x="504" y="160"/>
                  <a:pt x="504" y="158"/>
                  <a:pt x="503" y="157"/>
                </a:cubicBezTo>
                <a:cubicBezTo>
                  <a:pt x="503" y="157"/>
                  <a:pt x="503" y="157"/>
                  <a:pt x="503" y="157"/>
                </a:cubicBezTo>
                <a:cubicBezTo>
                  <a:pt x="501" y="157"/>
                  <a:pt x="494" y="160"/>
                  <a:pt x="489" y="163"/>
                </a:cubicBezTo>
                <a:cubicBezTo>
                  <a:pt x="486" y="164"/>
                  <a:pt x="484" y="164"/>
                  <a:pt x="483" y="164"/>
                </a:cubicBezTo>
                <a:cubicBezTo>
                  <a:pt x="481" y="164"/>
                  <a:pt x="483" y="162"/>
                  <a:pt x="486" y="158"/>
                </a:cubicBezTo>
                <a:cubicBezTo>
                  <a:pt x="492" y="152"/>
                  <a:pt x="489" y="146"/>
                  <a:pt x="482" y="146"/>
                </a:cubicBezTo>
                <a:cubicBezTo>
                  <a:pt x="482" y="146"/>
                  <a:pt x="481" y="146"/>
                  <a:pt x="481" y="146"/>
                </a:cubicBezTo>
                <a:cubicBezTo>
                  <a:pt x="480" y="145"/>
                  <a:pt x="480" y="143"/>
                  <a:pt x="486" y="139"/>
                </a:cubicBezTo>
                <a:cubicBezTo>
                  <a:pt x="491" y="135"/>
                  <a:pt x="495" y="130"/>
                  <a:pt x="490" y="130"/>
                </a:cubicBezTo>
                <a:cubicBezTo>
                  <a:pt x="489" y="130"/>
                  <a:pt x="486" y="131"/>
                  <a:pt x="482" y="132"/>
                </a:cubicBezTo>
                <a:cubicBezTo>
                  <a:pt x="481" y="130"/>
                  <a:pt x="481" y="130"/>
                  <a:pt x="488" y="127"/>
                </a:cubicBezTo>
                <a:cubicBezTo>
                  <a:pt x="491" y="122"/>
                  <a:pt x="495" y="119"/>
                  <a:pt x="494" y="119"/>
                </a:cubicBezTo>
                <a:lnTo>
                  <a:pt x="494" y="119"/>
                </a:lnTo>
                <a:cubicBezTo>
                  <a:pt x="494" y="119"/>
                  <a:pt x="491" y="120"/>
                  <a:pt x="486" y="123"/>
                </a:cubicBezTo>
                <a:cubicBezTo>
                  <a:pt x="485" y="123"/>
                  <a:pt x="485" y="123"/>
                  <a:pt x="484" y="123"/>
                </a:cubicBezTo>
                <a:cubicBezTo>
                  <a:pt x="477" y="123"/>
                  <a:pt x="476" y="119"/>
                  <a:pt x="480" y="113"/>
                </a:cubicBezTo>
                <a:cubicBezTo>
                  <a:pt x="479" y="112"/>
                  <a:pt x="479" y="111"/>
                  <a:pt x="478" y="111"/>
                </a:cubicBezTo>
                <a:cubicBezTo>
                  <a:pt x="476" y="111"/>
                  <a:pt x="474" y="112"/>
                  <a:pt x="471" y="115"/>
                </a:cubicBezTo>
                <a:lnTo>
                  <a:pt x="464" y="120"/>
                </a:lnTo>
                <a:cubicBezTo>
                  <a:pt x="470" y="114"/>
                  <a:pt x="474" y="111"/>
                  <a:pt x="473" y="111"/>
                </a:cubicBezTo>
                <a:lnTo>
                  <a:pt x="473" y="111"/>
                </a:lnTo>
                <a:cubicBezTo>
                  <a:pt x="473" y="111"/>
                  <a:pt x="469" y="113"/>
                  <a:pt x="463" y="118"/>
                </a:cubicBezTo>
                <a:cubicBezTo>
                  <a:pt x="460" y="120"/>
                  <a:pt x="458" y="120"/>
                  <a:pt x="457" y="120"/>
                </a:cubicBezTo>
                <a:cubicBezTo>
                  <a:pt x="457" y="120"/>
                  <a:pt x="458" y="119"/>
                  <a:pt x="462" y="115"/>
                </a:cubicBezTo>
                <a:cubicBezTo>
                  <a:pt x="467" y="110"/>
                  <a:pt x="466" y="109"/>
                  <a:pt x="466" y="109"/>
                </a:cubicBezTo>
                <a:cubicBezTo>
                  <a:pt x="459" y="106"/>
                  <a:pt x="454" y="103"/>
                  <a:pt x="448" y="99"/>
                </a:cubicBezTo>
                <a:cubicBezTo>
                  <a:pt x="442" y="93"/>
                  <a:pt x="439" y="89"/>
                  <a:pt x="435" y="89"/>
                </a:cubicBezTo>
                <a:cubicBezTo>
                  <a:pt x="434" y="89"/>
                  <a:pt x="432" y="90"/>
                  <a:pt x="430" y="92"/>
                </a:cubicBezTo>
                <a:cubicBezTo>
                  <a:pt x="427" y="94"/>
                  <a:pt x="426" y="95"/>
                  <a:pt x="425" y="95"/>
                </a:cubicBezTo>
                <a:cubicBezTo>
                  <a:pt x="424" y="95"/>
                  <a:pt x="426" y="93"/>
                  <a:pt x="428" y="90"/>
                </a:cubicBezTo>
                <a:cubicBezTo>
                  <a:pt x="433" y="83"/>
                  <a:pt x="431" y="82"/>
                  <a:pt x="430" y="81"/>
                </a:cubicBezTo>
                <a:cubicBezTo>
                  <a:pt x="429" y="80"/>
                  <a:pt x="428" y="78"/>
                  <a:pt x="433" y="72"/>
                </a:cubicBezTo>
                <a:lnTo>
                  <a:pt x="433" y="72"/>
                </a:lnTo>
                <a:cubicBezTo>
                  <a:pt x="428" y="76"/>
                  <a:pt x="426" y="77"/>
                  <a:pt x="426" y="77"/>
                </a:cubicBezTo>
                <a:cubicBezTo>
                  <a:pt x="425" y="77"/>
                  <a:pt x="425" y="76"/>
                  <a:pt x="425" y="76"/>
                </a:cubicBezTo>
                <a:cubicBezTo>
                  <a:pt x="428" y="72"/>
                  <a:pt x="429" y="70"/>
                  <a:pt x="428" y="70"/>
                </a:cubicBezTo>
                <a:lnTo>
                  <a:pt x="428" y="70"/>
                </a:lnTo>
                <a:cubicBezTo>
                  <a:pt x="427" y="70"/>
                  <a:pt x="425" y="71"/>
                  <a:pt x="422" y="74"/>
                </a:cubicBezTo>
                <a:cubicBezTo>
                  <a:pt x="417" y="79"/>
                  <a:pt x="414" y="82"/>
                  <a:pt x="414" y="82"/>
                </a:cubicBezTo>
                <a:cubicBezTo>
                  <a:pt x="414" y="82"/>
                  <a:pt x="416" y="79"/>
                  <a:pt x="421" y="73"/>
                </a:cubicBezTo>
                <a:cubicBezTo>
                  <a:pt x="425" y="68"/>
                  <a:pt x="427" y="61"/>
                  <a:pt x="426" y="61"/>
                </a:cubicBezTo>
                <a:lnTo>
                  <a:pt x="426" y="61"/>
                </a:lnTo>
                <a:cubicBezTo>
                  <a:pt x="426" y="61"/>
                  <a:pt x="425" y="62"/>
                  <a:pt x="424" y="64"/>
                </a:cubicBezTo>
                <a:cubicBezTo>
                  <a:pt x="419" y="71"/>
                  <a:pt x="417" y="68"/>
                  <a:pt x="410" y="74"/>
                </a:cubicBezTo>
                <a:cubicBezTo>
                  <a:pt x="409" y="73"/>
                  <a:pt x="408" y="72"/>
                  <a:pt x="412" y="65"/>
                </a:cubicBezTo>
                <a:cubicBezTo>
                  <a:pt x="414" y="61"/>
                  <a:pt x="412" y="60"/>
                  <a:pt x="410" y="60"/>
                </a:cubicBezTo>
                <a:cubicBezTo>
                  <a:pt x="407" y="60"/>
                  <a:pt x="402" y="62"/>
                  <a:pt x="399" y="65"/>
                </a:cubicBezTo>
                <a:cubicBezTo>
                  <a:pt x="397" y="68"/>
                  <a:pt x="395" y="69"/>
                  <a:pt x="395" y="69"/>
                </a:cubicBezTo>
                <a:cubicBezTo>
                  <a:pt x="395" y="69"/>
                  <a:pt x="395" y="67"/>
                  <a:pt x="398" y="64"/>
                </a:cubicBezTo>
                <a:cubicBezTo>
                  <a:pt x="402" y="57"/>
                  <a:pt x="401" y="56"/>
                  <a:pt x="399" y="55"/>
                </a:cubicBezTo>
                <a:lnTo>
                  <a:pt x="399" y="55"/>
                </a:lnTo>
                <a:cubicBezTo>
                  <a:pt x="397" y="57"/>
                  <a:pt x="397" y="57"/>
                  <a:pt x="396" y="57"/>
                </a:cubicBezTo>
                <a:cubicBezTo>
                  <a:pt x="396" y="57"/>
                  <a:pt x="399" y="52"/>
                  <a:pt x="402" y="47"/>
                </a:cubicBezTo>
                <a:cubicBezTo>
                  <a:pt x="408" y="41"/>
                  <a:pt x="407" y="40"/>
                  <a:pt x="403" y="39"/>
                </a:cubicBezTo>
                <a:lnTo>
                  <a:pt x="403" y="39"/>
                </a:lnTo>
                <a:cubicBezTo>
                  <a:pt x="401" y="41"/>
                  <a:pt x="399" y="42"/>
                  <a:pt x="397" y="42"/>
                </a:cubicBezTo>
                <a:cubicBezTo>
                  <a:pt x="394" y="42"/>
                  <a:pt x="390" y="40"/>
                  <a:pt x="388" y="38"/>
                </a:cubicBezTo>
                <a:cubicBezTo>
                  <a:pt x="386" y="37"/>
                  <a:pt x="384" y="37"/>
                  <a:pt x="383" y="37"/>
                </a:cubicBezTo>
                <a:cubicBezTo>
                  <a:pt x="377" y="37"/>
                  <a:pt x="372" y="43"/>
                  <a:pt x="365" y="54"/>
                </a:cubicBezTo>
                <a:lnTo>
                  <a:pt x="356" y="68"/>
                </a:lnTo>
                <a:lnTo>
                  <a:pt x="364" y="53"/>
                </a:lnTo>
                <a:cubicBezTo>
                  <a:pt x="367" y="46"/>
                  <a:pt x="372" y="30"/>
                  <a:pt x="372" y="30"/>
                </a:cubicBezTo>
                <a:cubicBezTo>
                  <a:pt x="372" y="30"/>
                  <a:pt x="372" y="30"/>
                  <a:pt x="372" y="30"/>
                </a:cubicBezTo>
                <a:cubicBezTo>
                  <a:pt x="370" y="30"/>
                  <a:pt x="367" y="37"/>
                  <a:pt x="364" y="45"/>
                </a:cubicBezTo>
                <a:cubicBezTo>
                  <a:pt x="363" y="48"/>
                  <a:pt x="361" y="50"/>
                  <a:pt x="361" y="50"/>
                </a:cubicBezTo>
                <a:cubicBezTo>
                  <a:pt x="360" y="50"/>
                  <a:pt x="360" y="47"/>
                  <a:pt x="360" y="42"/>
                </a:cubicBezTo>
                <a:cubicBezTo>
                  <a:pt x="360" y="37"/>
                  <a:pt x="359" y="35"/>
                  <a:pt x="358" y="35"/>
                </a:cubicBezTo>
                <a:cubicBezTo>
                  <a:pt x="357" y="35"/>
                  <a:pt x="356" y="36"/>
                  <a:pt x="354" y="39"/>
                </a:cubicBezTo>
                <a:cubicBezTo>
                  <a:pt x="353" y="39"/>
                  <a:pt x="351" y="38"/>
                  <a:pt x="352" y="30"/>
                </a:cubicBezTo>
                <a:cubicBezTo>
                  <a:pt x="351" y="30"/>
                  <a:pt x="351" y="30"/>
                  <a:pt x="351" y="30"/>
                </a:cubicBezTo>
                <a:cubicBezTo>
                  <a:pt x="350" y="30"/>
                  <a:pt x="350" y="31"/>
                  <a:pt x="348" y="37"/>
                </a:cubicBezTo>
                <a:cubicBezTo>
                  <a:pt x="347" y="41"/>
                  <a:pt x="346" y="42"/>
                  <a:pt x="345" y="42"/>
                </a:cubicBezTo>
                <a:cubicBezTo>
                  <a:pt x="344" y="42"/>
                  <a:pt x="344" y="40"/>
                  <a:pt x="345" y="36"/>
                </a:cubicBezTo>
                <a:cubicBezTo>
                  <a:pt x="347" y="26"/>
                  <a:pt x="346" y="21"/>
                  <a:pt x="345" y="21"/>
                </a:cubicBezTo>
                <a:cubicBezTo>
                  <a:pt x="344" y="21"/>
                  <a:pt x="342" y="23"/>
                  <a:pt x="342" y="26"/>
                </a:cubicBezTo>
                <a:cubicBezTo>
                  <a:pt x="340" y="31"/>
                  <a:pt x="338" y="33"/>
                  <a:pt x="337" y="33"/>
                </a:cubicBezTo>
                <a:cubicBezTo>
                  <a:pt x="337" y="33"/>
                  <a:pt x="336" y="33"/>
                  <a:pt x="336" y="32"/>
                </a:cubicBezTo>
                <a:cubicBezTo>
                  <a:pt x="336" y="32"/>
                  <a:pt x="336" y="32"/>
                  <a:pt x="335" y="32"/>
                </a:cubicBezTo>
                <a:cubicBezTo>
                  <a:pt x="334" y="32"/>
                  <a:pt x="332" y="33"/>
                  <a:pt x="329" y="39"/>
                </a:cubicBezTo>
                <a:lnTo>
                  <a:pt x="326" y="38"/>
                </a:lnTo>
                <a:cubicBezTo>
                  <a:pt x="325" y="38"/>
                  <a:pt x="328" y="30"/>
                  <a:pt x="329" y="30"/>
                </a:cubicBezTo>
                <a:lnTo>
                  <a:pt x="330" y="22"/>
                </a:lnTo>
                <a:cubicBezTo>
                  <a:pt x="330" y="22"/>
                  <a:pt x="329" y="22"/>
                  <a:pt x="328" y="22"/>
                </a:cubicBezTo>
                <a:cubicBezTo>
                  <a:pt x="326" y="22"/>
                  <a:pt x="324" y="23"/>
                  <a:pt x="321" y="29"/>
                </a:cubicBezTo>
                <a:cubicBezTo>
                  <a:pt x="319" y="36"/>
                  <a:pt x="318" y="40"/>
                  <a:pt x="318" y="40"/>
                </a:cubicBezTo>
                <a:cubicBezTo>
                  <a:pt x="318" y="40"/>
                  <a:pt x="319" y="36"/>
                  <a:pt x="320" y="28"/>
                </a:cubicBezTo>
                <a:cubicBezTo>
                  <a:pt x="322" y="22"/>
                  <a:pt x="322" y="16"/>
                  <a:pt x="321" y="16"/>
                </a:cubicBezTo>
                <a:lnTo>
                  <a:pt x="321" y="16"/>
                </a:lnTo>
                <a:cubicBezTo>
                  <a:pt x="321" y="16"/>
                  <a:pt x="320" y="17"/>
                  <a:pt x="319" y="19"/>
                </a:cubicBezTo>
                <a:cubicBezTo>
                  <a:pt x="317" y="26"/>
                  <a:pt x="316" y="28"/>
                  <a:pt x="315" y="28"/>
                </a:cubicBezTo>
                <a:cubicBezTo>
                  <a:pt x="315" y="28"/>
                  <a:pt x="315" y="23"/>
                  <a:pt x="316" y="19"/>
                </a:cubicBezTo>
                <a:cubicBezTo>
                  <a:pt x="318" y="11"/>
                  <a:pt x="319" y="7"/>
                  <a:pt x="318" y="7"/>
                </a:cubicBezTo>
                <a:lnTo>
                  <a:pt x="318" y="7"/>
                </a:lnTo>
                <a:cubicBezTo>
                  <a:pt x="318" y="7"/>
                  <a:pt x="315" y="11"/>
                  <a:pt x="310" y="18"/>
                </a:cubicBezTo>
                <a:cubicBezTo>
                  <a:pt x="310" y="18"/>
                  <a:pt x="310" y="18"/>
                  <a:pt x="310" y="18"/>
                </a:cubicBezTo>
                <a:cubicBezTo>
                  <a:pt x="306" y="18"/>
                  <a:pt x="301" y="24"/>
                  <a:pt x="297" y="24"/>
                </a:cubicBezTo>
                <a:cubicBezTo>
                  <a:pt x="296" y="24"/>
                  <a:pt x="296" y="23"/>
                  <a:pt x="296" y="23"/>
                </a:cubicBezTo>
                <a:cubicBezTo>
                  <a:pt x="289" y="22"/>
                  <a:pt x="286" y="22"/>
                  <a:pt x="284" y="14"/>
                </a:cubicBezTo>
                <a:cubicBezTo>
                  <a:pt x="284" y="12"/>
                  <a:pt x="284" y="11"/>
                  <a:pt x="284" y="9"/>
                </a:cubicBezTo>
                <a:lnTo>
                  <a:pt x="284" y="9"/>
                </a:lnTo>
                <a:cubicBezTo>
                  <a:pt x="284" y="22"/>
                  <a:pt x="282" y="22"/>
                  <a:pt x="278" y="22"/>
                </a:cubicBezTo>
                <a:cubicBezTo>
                  <a:pt x="276" y="19"/>
                  <a:pt x="274" y="18"/>
                  <a:pt x="273" y="18"/>
                </a:cubicBezTo>
                <a:cubicBezTo>
                  <a:pt x="270" y="18"/>
                  <a:pt x="269" y="24"/>
                  <a:pt x="269" y="30"/>
                </a:cubicBezTo>
                <a:lnTo>
                  <a:pt x="271" y="30"/>
                </a:lnTo>
                <a:cubicBezTo>
                  <a:pt x="272" y="39"/>
                  <a:pt x="272" y="43"/>
                  <a:pt x="271" y="43"/>
                </a:cubicBezTo>
                <a:cubicBezTo>
                  <a:pt x="270" y="43"/>
                  <a:pt x="269" y="41"/>
                  <a:pt x="268" y="38"/>
                </a:cubicBezTo>
                <a:cubicBezTo>
                  <a:pt x="265" y="38"/>
                  <a:pt x="265" y="30"/>
                  <a:pt x="264" y="21"/>
                </a:cubicBezTo>
                <a:cubicBezTo>
                  <a:pt x="264" y="13"/>
                  <a:pt x="262" y="5"/>
                  <a:pt x="260" y="5"/>
                </a:cubicBezTo>
                <a:close/>
                <a:moveTo>
                  <a:pt x="450" y="569"/>
                </a:moveTo>
                <a:cubicBezTo>
                  <a:pt x="449" y="569"/>
                  <a:pt x="449" y="569"/>
                  <a:pt x="448" y="570"/>
                </a:cubicBezTo>
                <a:cubicBezTo>
                  <a:pt x="448" y="575"/>
                  <a:pt x="450" y="581"/>
                  <a:pt x="453" y="585"/>
                </a:cubicBezTo>
                <a:cubicBezTo>
                  <a:pt x="454" y="588"/>
                  <a:pt x="455" y="589"/>
                  <a:pt x="456" y="589"/>
                </a:cubicBezTo>
                <a:cubicBezTo>
                  <a:pt x="457" y="589"/>
                  <a:pt x="457" y="585"/>
                  <a:pt x="454" y="575"/>
                </a:cubicBezTo>
                <a:cubicBezTo>
                  <a:pt x="451" y="571"/>
                  <a:pt x="451" y="569"/>
                  <a:pt x="450" y="56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25" name="Google Shape;12125;p47"/>
          <p:cNvSpPr/>
          <p:nvPr/>
        </p:nvSpPr>
        <p:spPr>
          <a:xfrm rot="-2292062">
            <a:off x="8875846" y="1321163"/>
            <a:ext cx="72446" cy="76496"/>
          </a:xfrm>
          <a:custGeom>
            <a:avLst/>
            <a:gdLst/>
            <a:ahLst/>
            <a:cxnLst/>
            <a:rect l="l" t="t" r="r" b="b"/>
            <a:pathLst>
              <a:path w="769" h="812" extrusionOk="0">
                <a:moveTo>
                  <a:pt x="373" y="29"/>
                </a:moveTo>
                <a:cubicBezTo>
                  <a:pt x="371" y="29"/>
                  <a:pt x="371" y="33"/>
                  <a:pt x="372" y="33"/>
                </a:cubicBezTo>
                <a:cubicBezTo>
                  <a:pt x="372" y="33"/>
                  <a:pt x="372" y="32"/>
                  <a:pt x="373" y="29"/>
                </a:cubicBezTo>
                <a:close/>
                <a:moveTo>
                  <a:pt x="367" y="37"/>
                </a:moveTo>
                <a:lnTo>
                  <a:pt x="371" y="46"/>
                </a:lnTo>
                <a:lnTo>
                  <a:pt x="368" y="46"/>
                </a:lnTo>
                <a:cubicBezTo>
                  <a:pt x="366" y="46"/>
                  <a:pt x="366" y="46"/>
                  <a:pt x="365" y="38"/>
                </a:cubicBezTo>
                <a:lnTo>
                  <a:pt x="367" y="37"/>
                </a:lnTo>
                <a:close/>
                <a:moveTo>
                  <a:pt x="391" y="38"/>
                </a:moveTo>
                <a:lnTo>
                  <a:pt x="393" y="46"/>
                </a:lnTo>
                <a:lnTo>
                  <a:pt x="391" y="46"/>
                </a:lnTo>
                <a:cubicBezTo>
                  <a:pt x="388" y="46"/>
                  <a:pt x="388" y="46"/>
                  <a:pt x="388" y="38"/>
                </a:cubicBezTo>
                <a:close/>
                <a:moveTo>
                  <a:pt x="406" y="38"/>
                </a:moveTo>
                <a:cubicBezTo>
                  <a:pt x="412" y="39"/>
                  <a:pt x="412" y="39"/>
                  <a:pt x="409" y="47"/>
                </a:cubicBezTo>
                <a:cubicBezTo>
                  <a:pt x="407" y="50"/>
                  <a:pt x="406" y="52"/>
                  <a:pt x="405" y="52"/>
                </a:cubicBezTo>
                <a:cubicBezTo>
                  <a:pt x="404" y="52"/>
                  <a:pt x="404" y="50"/>
                  <a:pt x="404" y="46"/>
                </a:cubicBezTo>
                <a:cubicBezTo>
                  <a:pt x="404" y="38"/>
                  <a:pt x="404" y="38"/>
                  <a:pt x="406" y="38"/>
                </a:cubicBezTo>
                <a:close/>
                <a:moveTo>
                  <a:pt x="346" y="48"/>
                </a:moveTo>
                <a:cubicBezTo>
                  <a:pt x="347" y="52"/>
                  <a:pt x="349" y="58"/>
                  <a:pt x="350" y="64"/>
                </a:cubicBezTo>
                <a:lnTo>
                  <a:pt x="348" y="64"/>
                </a:lnTo>
                <a:cubicBezTo>
                  <a:pt x="346" y="64"/>
                  <a:pt x="345" y="56"/>
                  <a:pt x="345" y="56"/>
                </a:cubicBezTo>
                <a:cubicBezTo>
                  <a:pt x="345" y="56"/>
                  <a:pt x="342" y="48"/>
                  <a:pt x="346" y="48"/>
                </a:cubicBezTo>
                <a:close/>
                <a:moveTo>
                  <a:pt x="257" y="69"/>
                </a:moveTo>
                <a:cubicBezTo>
                  <a:pt x="258" y="69"/>
                  <a:pt x="258" y="70"/>
                  <a:pt x="259" y="72"/>
                </a:cubicBezTo>
                <a:lnTo>
                  <a:pt x="263" y="79"/>
                </a:lnTo>
                <a:cubicBezTo>
                  <a:pt x="264" y="85"/>
                  <a:pt x="264" y="91"/>
                  <a:pt x="264" y="91"/>
                </a:cubicBezTo>
                <a:cubicBezTo>
                  <a:pt x="263" y="91"/>
                  <a:pt x="263" y="91"/>
                  <a:pt x="262" y="88"/>
                </a:cubicBezTo>
                <a:cubicBezTo>
                  <a:pt x="259" y="84"/>
                  <a:pt x="258" y="78"/>
                  <a:pt x="257" y="73"/>
                </a:cubicBezTo>
                <a:cubicBezTo>
                  <a:pt x="257" y="73"/>
                  <a:pt x="257" y="69"/>
                  <a:pt x="257" y="69"/>
                </a:cubicBezTo>
                <a:close/>
                <a:moveTo>
                  <a:pt x="444" y="86"/>
                </a:moveTo>
                <a:cubicBezTo>
                  <a:pt x="444" y="86"/>
                  <a:pt x="444" y="86"/>
                  <a:pt x="445" y="86"/>
                </a:cubicBezTo>
                <a:lnTo>
                  <a:pt x="445" y="94"/>
                </a:lnTo>
                <a:cubicBezTo>
                  <a:pt x="442" y="102"/>
                  <a:pt x="440" y="102"/>
                  <a:pt x="440" y="102"/>
                </a:cubicBezTo>
                <a:cubicBezTo>
                  <a:pt x="439" y="101"/>
                  <a:pt x="439" y="101"/>
                  <a:pt x="440" y="93"/>
                </a:cubicBezTo>
                <a:cubicBezTo>
                  <a:pt x="440" y="93"/>
                  <a:pt x="442" y="86"/>
                  <a:pt x="444" y="86"/>
                </a:cubicBezTo>
                <a:close/>
                <a:moveTo>
                  <a:pt x="419" y="89"/>
                </a:moveTo>
                <a:cubicBezTo>
                  <a:pt x="419" y="89"/>
                  <a:pt x="419" y="89"/>
                  <a:pt x="419" y="89"/>
                </a:cubicBezTo>
                <a:lnTo>
                  <a:pt x="420" y="97"/>
                </a:lnTo>
                <a:lnTo>
                  <a:pt x="418" y="105"/>
                </a:lnTo>
                <a:lnTo>
                  <a:pt x="415" y="105"/>
                </a:lnTo>
                <a:cubicBezTo>
                  <a:pt x="416" y="97"/>
                  <a:pt x="417" y="89"/>
                  <a:pt x="419" y="89"/>
                </a:cubicBezTo>
                <a:close/>
                <a:moveTo>
                  <a:pt x="626" y="139"/>
                </a:moveTo>
                <a:cubicBezTo>
                  <a:pt x="626" y="139"/>
                  <a:pt x="626" y="139"/>
                  <a:pt x="626" y="139"/>
                </a:cubicBezTo>
                <a:lnTo>
                  <a:pt x="627" y="141"/>
                </a:lnTo>
                <a:cubicBezTo>
                  <a:pt x="624" y="144"/>
                  <a:pt x="620" y="148"/>
                  <a:pt x="614" y="151"/>
                </a:cubicBezTo>
                <a:lnTo>
                  <a:pt x="613" y="149"/>
                </a:lnTo>
                <a:cubicBezTo>
                  <a:pt x="618" y="144"/>
                  <a:pt x="623" y="139"/>
                  <a:pt x="626" y="139"/>
                </a:cubicBezTo>
                <a:close/>
                <a:moveTo>
                  <a:pt x="206" y="131"/>
                </a:moveTo>
                <a:cubicBezTo>
                  <a:pt x="209" y="131"/>
                  <a:pt x="217" y="144"/>
                  <a:pt x="219" y="151"/>
                </a:cubicBezTo>
                <a:cubicBezTo>
                  <a:pt x="218" y="152"/>
                  <a:pt x="218" y="152"/>
                  <a:pt x="217" y="152"/>
                </a:cubicBezTo>
                <a:cubicBezTo>
                  <a:pt x="216" y="152"/>
                  <a:pt x="215" y="151"/>
                  <a:pt x="212" y="147"/>
                </a:cubicBezTo>
                <a:cubicBezTo>
                  <a:pt x="207" y="140"/>
                  <a:pt x="203" y="133"/>
                  <a:pt x="206" y="131"/>
                </a:cubicBezTo>
                <a:cubicBezTo>
                  <a:pt x="206" y="131"/>
                  <a:pt x="206" y="131"/>
                  <a:pt x="206" y="131"/>
                </a:cubicBezTo>
                <a:close/>
                <a:moveTo>
                  <a:pt x="686" y="212"/>
                </a:moveTo>
                <a:cubicBezTo>
                  <a:pt x="689" y="212"/>
                  <a:pt x="691" y="215"/>
                  <a:pt x="691" y="216"/>
                </a:cubicBezTo>
                <a:cubicBezTo>
                  <a:pt x="687" y="220"/>
                  <a:pt x="682" y="223"/>
                  <a:pt x="679" y="223"/>
                </a:cubicBezTo>
                <a:cubicBezTo>
                  <a:pt x="678" y="223"/>
                  <a:pt x="677" y="222"/>
                  <a:pt x="677" y="222"/>
                </a:cubicBezTo>
                <a:cubicBezTo>
                  <a:pt x="675" y="217"/>
                  <a:pt x="675" y="217"/>
                  <a:pt x="681" y="213"/>
                </a:cubicBezTo>
                <a:cubicBezTo>
                  <a:pt x="683" y="212"/>
                  <a:pt x="684" y="212"/>
                  <a:pt x="686" y="212"/>
                </a:cubicBezTo>
                <a:close/>
                <a:moveTo>
                  <a:pt x="713" y="371"/>
                </a:moveTo>
                <a:cubicBezTo>
                  <a:pt x="722" y="371"/>
                  <a:pt x="729" y="371"/>
                  <a:pt x="729" y="373"/>
                </a:cubicBezTo>
                <a:lnTo>
                  <a:pt x="722" y="376"/>
                </a:lnTo>
                <a:lnTo>
                  <a:pt x="713" y="373"/>
                </a:lnTo>
                <a:lnTo>
                  <a:pt x="713" y="371"/>
                </a:lnTo>
                <a:close/>
                <a:moveTo>
                  <a:pt x="662" y="393"/>
                </a:moveTo>
                <a:cubicBezTo>
                  <a:pt x="670" y="395"/>
                  <a:pt x="678" y="396"/>
                  <a:pt x="678" y="398"/>
                </a:cubicBezTo>
                <a:lnTo>
                  <a:pt x="678" y="399"/>
                </a:lnTo>
                <a:cubicBezTo>
                  <a:pt x="672" y="398"/>
                  <a:pt x="667" y="397"/>
                  <a:pt x="662" y="396"/>
                </a:cubicBezTo>
                <a:lnTo>
                  <a:pt x="662" y="393"/>
                </a:lnTo>
                <a:close/>
                <a:moveTo>
                  <a:pt x="94" y="398"/>
                </a:moveTo>
                <a:cubicBezTo>
                  <a:pt x="97" y="398"/>
                  <a:pt x="99" y="398"/>
                  <a:pt x="99" y="399"/>
                </a:cubicBezTo>
                <a:cubicBezTo>
                  <a:pt x="108" y="401"/>
                  <a:pt x="107" y="402"/>
                  <a:pt x="101" y="402"/>
                </a:cubicBezTo>
                <a:cubicBezTo>
                  <a:pt x="96" y="402"/>
                  <a:pt x="89" y="402"/>
                  <a:pt x="82" y="400"/>
                </a:cubicBezTo>
                <a:cubicBezTo>
                  <a:pt x="67" y="398"/>
                  <a:pt x="67" y="398"/>
                  <a:pt x="82" y="398"/>
                </a:cubicBezTo>
                <a:cubicBezTo>
                  <a:pt x="86" y="398"/>
                  <a:pt x="90" y="398"/>
                  <a:pt x="94" y="398"/>
                </a:cubicBezTo>
                <a:close/>
                <a:moveTo>
                  <a:pt x="711" y="439"/>
                </a:moveTo>
                <a:cubicBezTo>
                  <a:pt x="712" y="439"/>
                  <a:pt x="714" y="439"/>
                  <a:pt x="718" y="441"/>
                </a:cubicBezTo>
                <a:cubicBezTo>
                  <a:pt x="724" y="442"/>
                  <a:pt x="728" y="444"/>
                  <a:pt x="733" y="446"/>
                </a:cubicBezTo>
                <a:cubicBezTo>
                  <a:pt x="733" y="447"/>
                  <a:pt x="733" y="447"/>
                  <a:pt x="732" y="447"/>
                </a:cubicBezTo>
                <a:cubicBezTo>
                  <a:pt x="729" y="447"/>
                  <a:pt x="716" y="442"/>
                  <a:pt x="710" y="441"/>
                </a:cubicBezTo>
                <a:lnTo>
                  <a:pt x="709" y="441"/>
                </a:lnTo>
                <a:cubicBezTo>
                  <a:pt x="710" y="439"/>
                  <a:pt x="710" y="439"/>
                  <a:pt x="711" y="439"/>
                </a:cubicBezTo>
                <a:close/>
                <a:moveTo>
                  <a:pt x="140" y="481"/>
                </a:moveTo>
                <a:cubicBezTo>
                  <a:pt x="142" y="481"/>
                  <a:pt x="143" y="482"/>
                  <a:pt x="143" y="483"/>
                </a:cubicBezTo>
                <a:cubicBezTo>
                  <a:pt x="144" y="485"/>
                  <a:pt x="144" y="485"/>
                  <a:pt x="136" y="489"/>
                </a:cubicBezTo>
                <a:cubicBezTo>
                  <a:pt x="136" y="489"/>
                  <a:pt x="134" y="489"/>
                  <a:pt x="132" y="489"/>
                </a:cubicBezTo>
                <a:cubicBezTo>
                  <a:pt x="130" y="489"/>
                  <a:pt x="128" y="489"/>
                  <a:pt x="127" y="488"/>
                </a:cubicBezTo>
                <a:lnTo>
                  <a:pt x="134" y="482"/>
                </a:lnTo>
                <a:cubicBezTo>
                  <a:pt x="137" y="481"/>
                  <a:pt x="139" y="481"/>
                  <a:pt x="140" y="481"/>
                </a:cubicBezTo>
                <a:close/>
                <a:moveTo>
                  <a:pt x="190" y="490"/>
                </a:moveTo>
                <a:lnTo>
                  <a:pt x="184" y="494"/>
                </a:lnTo>
                <a:lnTo>
                  <a:pt x="185" y="497"/>
                </a:lnTo>
                <a:cubicBezTo>
                  <a:pt x="192" y="492"/>
                  <a:pt x="192" y="492"/>
                  <a:pt x="191" y="491"/>
                </a:cubicBezTo>
                <a:lnTo>
                  <a:pt x="190" y="490"/>
                </a:lnTo>
                <a:close/>
                <a:moveTo>
                  <a:pt x="697" y="492"/>
                </a:moveTo>
                <a:cubicBezTo>
                  <a:pt x="705" y="496"/>
                  <a:pt x="712" y="499"/>
                  <a:pt x="710" y="501"/>
                </a:cubicBezTo>
                <a:lnTo>
                  <a:pt x="703" y="500"/>
                </a:lnTo>
                <a:lnTo>
                  <a:pt x="696" y="494"/>
                </a:lnTo>
                <a:lnTo>
                  <a:pt x="697" y="492"/>
                </a:lnTo>
                <a:close/>
                <a:moveTo>
                  <a:pt x="150" y="502"/>
                </a:moveTo>
                <a:cubicBezTo>
                  <a:pt x="152" y="502"/>
                  <a:pt x="152" y="503"/>
                  <a:pt x="153" y="505"/>
                </a:cubicBezTo>
                <a:cubicBezTo>
                  <a:pt x="154" y="507"/>
                  <a:pt x="155" y="509"/>
                  <a:pt x="147" y="512"/>
                </a:cubicBezTo>
                <a:lnTo>
                  <a:pt x="146" y="510"/>
                </a:lnTo>
                <a:cubicBezTo>
                  <a:pt x="149" y="509"/>
                  <a:pt x="149" y="509"/>
                  <a:pt x="149" y="509"/>
                </a:cubicBezTo>
                <a:lnTo>
                  <a:pt x="149" y="509"/>
                </a:lnTo>
                <a:cubicBezTo>
                  <a:pt x="149" y="509"/>
                  <a:pt x="143" y="511"/>
                  <a:pt x="139" y="515"/>
                </a:cubicBezTo>
                <a:lnTo>
                  <a:pt x="125" y="521"/>
                </a:lnTo>
                <a:cubicBezTo>
                  <a:pt x="124" y="519"/>
                  <a:pt x="130" y="514"/>
                  <a:pt x="137" y="510"/>
                </a:cubicBezTo>
                <a:cubicBezTo>
                  <a:pt x="146" y="505"/>
                  <a:pt x="149" y="502"/>
                  <a:pt x="150" y="502"/>
                </a:cubicBezTo>
                <a:close/>
                <a:moveTo>
                  <a:pt x="28" y="521"/>
                </a:moveTo>
                <a:cubicBezTo>
                  <a:pt x="23" y="521"/>
                  <a:pt x="17" y="522"/>
                  <a:pt x="12" y="524"/>
                </a:cubicBezTo>
                <a:lnTo>
                  <a:pt x="13" y="527"/>
                </a:lnTo>
                <a:cubicBezTo>
                  <a:pt x="13" y="528"/>
                  <a:pt x="14" y="528"/>
                  <a:pt x="15" y="528"/>
                </a:cubicBezTo>
                <a:cubicBezTo>
                  <a:pt x="18" y="528"/>
                  <a:pt x="24" y="526"/>
                  <a:pt x="29" y="524"/>
                </a:cubicBezTo>
                <a:lnTo>
                  <a:pt x="28" y="521"/>
                </a:lnTo>
                <a:close/>
                <a:moveTo>
                  <a:pt x="489" y="554"/>
                </a:moveTo>
                <a:cubicBezTo>
                  <a:pt x="486" y="556"/>
                  <a:pt x="486" y="556"/>
                  <a:pt x="492" y="562"/>
                </a:cubicBezTo>
                <a:lnTo>
                  <a:pt x="495" y="561"/>
                </a:lnTo>
                <a:cubicBezTo>
                  <a:pt x="491" y="554"/>
                  <a:pt x="491" y="554"/>
                  <a:pt x="489" y="554"/>
                </a:cubicBezTo>
                <a:close/>
                <a:moveTo>
                  <a:pt x="606" y="600"/>
                </a:moveTo>
                <a:lnTo>
                  <a:pt x="606" y="600"/>
                </a:lnTo>
                <a:cubicBezTo>
                  <a:pt x="607" y="600"/>
                  <a:pt x="609" y="602"/>
                  <a:pt x="607" y="603"/>
                </a:cubicBezTo>
                <a:cubicBezTo>
                  <a:pt x="605" y="601"/>
                  <a:pt x="605" y="600"/>
                  <a:pt x="606" y="600"/>
                </a:cubicBezTo>
                <a:close/>
                <a:moveTo>
                  <a:pt x="590" y="597"/>
                </a:moveTo>
                <a:cubicBezTo>
                  <a:pt x="596" y="603"/>
                  <a:pt x="600" y="609"/>
                  <a:pt x="598" y="610"/>
                </a:cubicBezTo>
                <a:lnTo>
                  <a:pt x="592" y="605"/>
                </a:lnTo>
                <a:lnTo>
                  <a:pt x="588" y="598"/>
                </a:lnTo>
                <a:lnTo>
                  <a:pt x="590" y="597"/>
                </a:lnTo>
                <a:close/>
                <a:moveTo>
                  <a:pt x="520" y="611"/>
                </a:moveTo>
                <a:lnTo>
                  <a:pt x="520" y="611"/>
                </a:lnTo>
                <a:cubicBezTo>
                  <a:pt x="521" y="614"/>
                  <a:pt x="521" y="615"/>
                  <a:pt x="521" y="615"/>
                </a:cubicBezTo>
                <a:cubicBezTo>
                  <a:pt x="520" y="615"/>
                  <a:pt x="518" y="612"/>
                  <a:pt x="520" y="611"/>
                </a:cubicBezTo>
                <a:close/>
                <a:moveTo>
                  <a:pt x="572" y="603"/>
                </a:moveTo>
                <a:cubicBezTo>
                  <a:pt x="573" y="603"/>
                  <a:pt x="577" y="606"/>
                  <a:pt x="583" y="612"/>
                </a:cubicBezTo>
                <a:cubicBezTo>
                  <a:pt x="587" y="619"/>
                  <a:pt x="587" y="619"/>
                  <a:pt x="585" y="620"/>
                </a:cubicBezTo>
                <a:cubicBezTo>
                  <a:pt x="581" y="617"/>
                  <a:pt x="577" y="612"/>
                  <a:pt x="574" y="608"/>
                </a:cubicBezTo>
                <a:cubicBezTo>
                  <a:pt x="571" y="605"/>
                  <a:pt x="571" y="603"/>
                  <a:pt x="572" y="603"/>
                </a:cubicBezTo>
                <a:close/>
                <a:moveTo>
                  <a:pt x="417" y="622"/>
                </a:moveTo>
                <a:lnTo>
                  <a:pt x="417" y="622"/>
                </a:lnTo>
                <a:cubicBezTo>
                  <a:pt x="417" y="628"/>
                  <a:pt x="418" y="633"/>
                  <a:pt x="418" y="633"/>
                </a:cubicBezTo>
                <a:cubicBezTo>
                  <a:pt x="418" y="633"/>
                  <a:pt x="418" y="632"/>
                  <a:pt x="418" y="630"/>
                </a:cubicBezTo>
                <a:lnTo>
                  <a:pt x="417" y="622"/>
                </a:lnTo>
                <a:close/>
                <a:moveTo>
                  <a:pt x="213" y="622"/>
                </a:moveTo>
                <a:cubicBezTo>
                  <a:pt x="214" y="622"/>
                  <a:pt x="214" y="622"/>
                  <a:pt x="215" y="622"/>
                </a:cubicBezTo>
                <a:cubicBezTo>
                  <a:pt x="217" y="623"/>
                  <a:pt x="211" y="630"/>
                  <a:pt x="202" y="634"/>
                </a:cubicBezTo>
                <a:lnTo>
                  <a:pt x="199" y="630"/>
                </a:lnTo>
                <a:cubicBezTo>
                  <a:pt x="204" y="625"/>
                  <a:pt x="210" y="622"/>
                  <a:pt x="213" y="622"/>
                </a:cubicBezTo>
                <a:close/>
                <a:moveTo>
                  <a:pt x="482" y="618"/>
                </a:moveTo>
                <a:lnTo>
                  <a:pt x="480" y="619"/>
                </a:lnTo>
                <a:cubicBezTo>
                  <a:pt x="483" y="623"/>
                  <a:pt x="485" y="629"/>
                  <a:pt x="487" y="634"/>
                </a:cubicBezTo>
                <a:cubicBezTo>
                  <a:pt x="489" y="632"/>
                  <a:pt x="487" y="625"/>
                  <a:pt x="487" y="625"/>
                </a:cubicBezTo>
                <a:cubicBezTo>
                  <a:pt x="487" y="625"/>
                  <a:pt x="484" y="618"/>
                  <a:pt x="482" y="618"/>
                </a:cubicBezTo>
                <a:close/>
                <a:moveTo>
                  <a:pt x="552" y="641"/>
                </a:moveTo>
                <a:cubicBezTo>
                  <a:pt x="554" y="641"/>
                  <a:pt x="558" y="647"/>
                  <a:pt x="558" y="647"/>
                </a:cubicBezTo>
                <a:cubicBezTo>
                  <a:pt x="560" y="650"/>
                  <a:pt x="560" y="650"/>
                  <a:pt x="559" y="650"/>
                </a:cubicBezTo>
                <a:cubicBezTo>
                  <a:pt x="558" y="650"/>
                  <a:pt x="556" y="649"/>
                  <a:pt x="554" y="649"/>
                </a:cubicBezTo>
                <a:cubicBezTo>
                  <a:pt x="554" y="649"/>
                  <a:pt x="554" y="649"/>
                  <a:pt x="553" y="649"/>
                </a:cubicBezTo>
                <a:cubicBezTo>
                  <a:pt x="548" y="644"/>
                  <a:pt x="548" y="644"/>
                  <a:pt x="551" y="641"/>
                </a:cubicBezTo>
                <a:cubicBezTo>
                  <a:pt x="551" y="641"/>
                  <a:pt x="551" y="641"/>
                  <a:pt x="552" y="641"/>
                </a:cubicBezTo>
                <a:close/>
                <a:moveTo>
                  <a:pt x="324" y="640"/>
                </a:moveTo>
                <a:cubicBezTo>
                  <a:pt x="325" y="640"/>
                  <a:pt x="325" y="640"/>
                  <a:pt x="326" y="640"/>
                </a:cubicBezTo>
                <a:lnTo>
                  <a:pt x="322" y="648"/>
                </a:lnTo>
                <a:lnTo>
                  <a:pt x="318" y="655"/>
                </a:lnTo>
                <a:lnTo>
                  <a:pt x="318" y="655"/>
                </a:lnTo>
                <a:lnTo>
                  <a:pt x="319" y="647"/>
                </a:lnTo>
                <a:cubicBezTo>
                  <a:pt x="321" y="641"/>
                  <a:pt x="322" y="640"/>
                  <a:pt x="324" y="640"/>
                </a:cubicBezTo>
                <a:close/>
                <a:moveTo>
                  <a:pt x="468" y="647"/>
                </a:moveTo>
                <a:cubicBezTo>
                  <a:pt x="470" y="647"/>
                  <a:pt x="470" y="647"/>
                  <a:pt x="473" y="655"/>
                </a:cubicBezTo>
                <a:lnTo>
                  <a:pt x="470" y="655"/>
                </a:lnTo>
                <a:lnTo>
                  <a:pt x="466" y="648"/>
                </a:lnTo>
                <a:lnTo>
                  <a:pt x="468" y="647"/>
                </a:lnTo>
                <a:close/>
                <a:moveTo>
                  <a:pt x="214" y="639"/>
                </a:moveTo>
                <a:cubicBezTo>
                  <a:pt x="212" y="639"/>
                  <a:pt x="208" y="642"/>
                  <a:pt x="206" y="646"/>
                </a:cubicBezTo>
                <a:cubicBezTo>
                  <a:pt x="201" y="653"/>
                  <a:pt x="202" y="654"/>
                  <a:pt x="207" y="657"/>
                </a:cubicBezTo>
                <a:cubicBezTo>
                  <a:pt x="207" y="657"/>
                  <a:pt x="208" y="658"/>
                  <a:pt x="208" y="658"/>
                </a:cubicBezTo>
                <a:cubicBezTo>
                  <a:pt x="211" y="658"/>
                  <a:pt x="216" y="654"/>
                  <a:pt x="216" y="654"/>
                </a:cubicBezTo>
                <a:cubicBezTo>
                  <a:pt x="220" y="647"/>
                  <a:pt x="218" y="646"/>
                  <a:pt x="217" y="644"/>
                </a:cubicBezTo>
                <a:cubicBezTo>
                  <a:pt x="217" y="640"/>
                  <a:pt x="216" y="639"/>
                  <a:pt x="214" y="639"/>
                </a:cubicBezTo>
                <a:close/>
                <a:moveTo>
                  <a:pt x="450" y="648"/>
                </a:moveTo>
                <a:cubicBezTo>
                  <a:pt x="452" y="648"/>
                  <a:pt x="454" y="655"/>
                  <a:pt x="455" y="667"/>
                </a:cubicBezTo>
                <a:lnTo>
                  <a:pt x="450" y="667"/>
                </a:lnTo>
                <a:cubicBezTo>
                  <a:pt x="449" y="659"/>
                  <a:pt x="448" y="651"/>
                  <a:pt x="449" y="651"/>
                </a:cubicBezTo>
                <a:cubicBezTo>
                  <a:pt x="449" y="649"/>
                  <a:pt x="450" y="648"/>
                  <a:pt x="450" y="648"/>
                </a:cubicBezTo>
                <a:close/>
                <a:moveTo>
                  <a:pt x="381" y="640"/>
                </a:moveTo>
                <a:lnTo>
                  <a:pt x="381" y="640"/>
                </a:lnTo>
                <a:cubicBezTo>
                  <a:pt x="381" y="640"/>
                  <a:pt x="380" y="643"/>
                  <a:pt x="378" y="653"/>
                </a:cubicBezTo>
                <a:cubicBezTo>
                  <a:pt x="375" y="660"/>
                  <a:pt x="373" y="668"/>
                  <a:pt x="373" y="668"/>
                </a:cubicBezTo>
                <a:cubicBezTo>
                  <a:pt x="371" y="668"/>
                  <a:pt x="374" y="660"/>
                  <a:pt x="377" y="645"/>
                </a:cubicBezTo>
                <a:cubicBezTo>
                  <a:pt x="379" y="642"/>
                  <a:pt x="380" y="640"/>
                  <a:pt x="381" y="640"/>
                </a:cubicBezTo>
                <a:close/>
                <a:moveTo>
                  <a:pt x="514" y="659"/>
                </a:moveTo>
                <a:cubicBezTo>
                  <a:pt x="515" y="659"/>
                  <a:pt x="517" y="660"/>
                  <a:pt x="519" y="665"/>
                </a:cubicBezTo>
                <a:cubicBezTo>
                  <a:pt x="519" y="665"/>
                  <a:pt x="522" y="673"/>
                  <a:pt x="520" y="674"/>
                </a:cubicBezTo>
                <a:cubicBezTo>
                  <a:pt x="517" y="674"/>
                  <a:pt x="513" y="667"/>
                  <a:pt x="513" y="667"/>
                </a:cubicBezTo>
                <a:lnTo>
                  <a:pt x="512" y="667"/>
                </a:lnTo>
                <a:cubicBezTo>
                  <a:pt x="510" y="660"/>
                  <a:pt x="512" y="659"/>
                  <a:pt x="512" y="659"/>
                </a:cubicBezTo>
                <a:cubicBezTo>
                  <a:pt x="513" y="659"/>
                  <a:pt x="513" y="659"/>
                  <a:pt x="514" y="659"/>
                </a:cubicBezTo>
                <a:close/>
                <a:moveTo>
                  <a:pt x="331" y="656"/>
                </a:moveTo>
                <a:cubicBezTo>
                  <a:pt x="331" y="656"/>
                  <a:pt x="330" y="660"/>
                  <a:pt x="328" y="667"/>
                </a:cubicBezTo>
                <a:cubicBezTo>
                  <a:pt x="327" y="675"/>
                  <a:pt x="322" y="683"/>
                  <a:pt x="317" y="689"/>
                </a:cubicBezTo>
                <a:lnTo>
                  <a:pt x="312" y="687"/>
                </a:lnTo>
                <a:lnTo>
                  <a:pt x="321" y="673"/>
                </a:lnTo>
                <a:cubicBezTo>
                  <a:pt x="327" y="661"/>
                  <a:pt x="330" y="656"/>
                  <a:pt x="331" y="656"/>
                </a:cubicBezTo>
                <a:close/>
                <a:moveTo>
                  <a:pt x="394" y="678"/>
                </a:moveTo>
                <a:cubicBezTo>
                  <a:pt x="394" y="686"/>
                  <a:pt x="393" y="695"/>
                  <a:pt x="391" y="695"/>
                </a:cubicBezTo>
                <a:lnTo>
                  <a:pt x="388" y="695"/>
                </a:lnTo>
                <a:cubicBezTo>
                  <a:pt x="388" y="690"/>
                  <a:pt x="390" y="684"/>
                  <a:pt x="392" y="678"/>
                </a:cubicBezTo>
                <a:close/>
                <a:moveTo>
                  <a:pt x="442" y="701"/>
                </a:moveTo>
                <a:lnTo>
                  <a:pt x="443" y="709"/>
                </a:lnTo>
                <a:cubicBezTo>
                  <a:pt x="441" y="709"/>
                  <a:pt x="440" y="713"/>
                  <a:pt x="439" y="713"/>
                </a:cubicBezTo>
                <a:cubicBezTo>
                  <a:pt x="439" y="713"/>
                  <a:pt x="438" y="712"/>
                  <a:pt x="438" y="710"/>
                </a:cubicBezTo>
                <a:cubicBezTo>
                  <a:pt x="436" y="710"/>
                  <a:pt x="439" y="701"/>
                  <a:pt x="442" y="701"/>
                </a:cubicBezTo>
                <a:close/>
                <a:moveTo>
                  <a:pt x="397" y="0"/>
                </a:moveTo>
                <a:cubicBezTo>
                  <a:pt x="397" y="0"/>
                  <a:pt x="397" y="2"/>
                  <a:pt x="397" y="5"/>
                </a:cubicBezTo>
                <a:cubicBezTo>
                  <a:pt x="397" y="19"/>
                  <a:pt x="396" y="21"/>
                  <a:pt x="391" y="21"/>
                </a:cubicBezTo>
                <a:cubicBezTo>
                  <a:pt x="390" y="21"/>
                  <a:pt x="389" y="21"/>
                  <a:pt x="387" y="21"/>
                </a:cubicBezTo>
                <a:cubicBezTo>
                  <a:pt x="385" y="19"/>
                  <a:pt x="383" y="18"/>
                  <a:pt x="382" y="18"/>
                </a:cubicBezTo>
                <a:cubicBezTo>
                  <a:pt x="378" y="18"/>
                  <a:pt x="374" y="23"/>
                  <a:pt x="373" y="29"/>
                </a:cubicBezTo>
                <a:lnTo>
                  <a:pt x="378" y="29"/>
                </a:lnTo>
                <a:cubicBezTo>
                  <a:pt x="378" y="39"/>
                  <a:pt x="378" y="43"/>
                  <a:pt x="376" y="43"/>
                </a:cubicBezTo>
                <a:cubicBezTo>
                  <a:pt x="375" y="43"/>
                  <a:pt x="373" y="41"/>
                  <a:pt x="372" y="38"/>
                </a:cubicBezTo>
                <a:cubicBezTo>
                  <a:pt x="369" y="38"/>
                  <a:pt x="368" y="29"/>
                  <a:pt x="368" y="21"/>
                </a:cubicBezTo>
                <a:cubicBezTo>
                  <a:pt x="367" y="13"/>
                  <a:pt x="364" y="5"/>
                  <a:pt x="362" y="5"/>
                </a:cubicBezTo>
                <a:cubicBezTo>
                  <a:pt x="359" y="5"/>
                  <a:pt x="357" y="6"/>
                  <a:pt x="359" y="14"/>
                </a:cubicBezTo>
                <a:cubicBezTo>
                  <a:pt x="360" y="22"/>
                  <a:pt x="360" y="22"/>
                  <a:pt x="358" y="22"/>
                </a:cubicBezTo>
                <a:cubicBezTo>
                  <a:pt x="356" y="22"/>
                  <a:pt x="353" y="22"/>
                  <a:pt x="351" y="31"/>
                </a:cubicBezTo>
                <a:cubicBezTo>
                  <a:pt x="353" y="39"/>
                  <a:pt x="350" y="39"/>
                  <a:pt x="348" y="39"/>
                </a:cubicBezTo>
                <a:cubicBezTo>
                  <a:pt x="345" y="33"/>
                  <a:pt x="342" y="32"/>
                  <a:pt x="341" y="32"/>
                </a:cubicBezTo>
                <a:cubicBezTo>
                  <a:pt x="340" y="32"/>
                  <a:pt x="340" y="32"/>
                  <a:pt x="340" y="32"/>
                </a:cubicBezTo>
                <a:lnTo>
                  <a:pt x="338" y="24"/>
                </a:lnTo>
                <a:cubicBezTo>
                  <a:pt x="337" y="19"/>
                  <a:pt x="336" y="13"/>
                  <a:pt x="333" y="9"/>
                </a:cubicBezTo>
                <a:cubicBezTo>
                  <a:pt x="330" y="9"/>
                  <a:pt x="332" y="17"/>
                  <a:pt x="332" y="17"/>
                </a:cubicBezTo>
                <a:cubicBezTo>
                  <a:pt x="333" y="23"/>
                  <a:pt x="275" y="38"/>
                  <a:pt x="268" y="41"/>
                </a:cubicBezTo>
                <a:cubicBezTo>
                  <a:pt x="266" y="39"/>
                  <a:pt x="263" y="38"/>
                  <a:pt x="261" y="38"/>
                </a:cubicBezTo>
                <a:cubicBezTo>
                  <a:pt x="257" y="38"/>
                  <a:pt x="256" y="41"/>
                  <a:pt x="259" y="45"/>
                </a:cubicBezTo>
                <a:cubicBezTo>
                  <a:pt x="263" y="52"/>
                  <a:pt x="252" y="58"/>
                  <a:pt x="238" y="64"/>
                </a:cubicBezTo>
                <a:cubicBezTo>
                  <a:pt x="222" y="72"/>
                  <a:pt x="212" y="78"/>
                  <a:pt x="217" y="85"/>
                </a:cubicBezTo>
                <a:lnTo>
                  <a:pt x="210" y="88"/>
                </a:lnTo>
                <a:cubicBezTo>
                  <a:pt x="206" y="91"/>
                  <a:pt x="207" y="101"/>
                  <a:pt x="206" y="102"/>
                </a:cubicBezTo>
                <a:cubicBezTo>
                  <a:pt x="207" y="106"/>
                  <a:pt x="207" y="108"/>
                  <a:pt x="206" y="108"/>
                </a:cubicBezTo>
                <a:cubicBezTo>
                  <a:pt x="205" y="108"/>
                  <a:pt x="204" y="107"/>
                  <a:pt x="203" y="103"/>
                </a:cubicBezTo>
                <a:cubicBezTo>
                  <a:pt x="199" y="97"/>
                  <a:pt x="195" y="91"/>
                  <a:pt x="193" y="91"/>
                </a:cubicBezTo>
                <a:cubicBezTo>
                  <a:pt x="193" y="91"/>
                  <a:pt x="192" y="91"/>
                  <a:pt x="192" y="92"/>
                </a:cubicBezTo>
                <a:cubicBezTo>
                  <a:pt x="188" y="94"/>
                  <a:pt x="192" y="101"/>
                  <a:pt x="198" y="107"/>
                </a:cubicBezTo>
                <a:cubicBezTo>
                  <a:pt x="202" y="114"/>
                  <a:pt x="200" y="115"/>
                  <a:pt x="200" y="115"/>
                </a:cubicBezTo>
                <a:cubicBezTo>
                  <a:pt x="200" y="116"/>
                  <a:pt x="199" y="116"/>
                  <a:pt x="199" y="116"/>
                </a:cubicBezTo>
                <a:cubicBezTo>
                  <a:pt x="198" y="116"/>
                  <a:pt x="197" y="114"/>
                  <a:pt x="193" y="110"/>
                </a:cubicBezTo>
                <a:lnTo>
                  <a:pt x="184" y="97"/>
                </a:lnTo>
                <a:lnTo>
                  <a:pt x="182" y="98"/>
                </a:lnTo>
                <a:cubicBezTo>
                  <a:pt x="187" y="105"/>
                  <a:pt x="184" y="106"/>
                  <a:pt x="184" y="106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83" y="107"/>
                  <a:pt x="181" y="105"/>
                  <a:pt x="173" y="95"/>
                </a:cubicBezTo>
                <a:cubicBezTo>
                  <a:pt x="168" y="89"/>
                  <a:pt x="165" y="87"/>
                  <a:pt x="164" y="87"/>
                </a:cubicBezTo>
                <a:lnTo>
                  <a:pt x="164" y="87"/>
                </a:lnTo>
                <a:cubicBezTo>
                  <a:pt x="163" y="87"/>
                  <a:pt x="164" y="91"/>
                  <a:pt x="169" y="98"/>
                </a:cubicBezTo>
                <a:lnTo>
                  <a:pt x="170" y="107"/>
                </a:lnTo>
                <a:cubicBezTo>
                  <a:pt x="167" y="105"/>
                  <a:pt x="165" y="104"/>
                  <a:pt x="164" y="104"/>
                </a:cubicBezTo>
                <a:lnTo>
                  <a:pt x="164" y="104"/>
                </a:lnTo>
                <a:cubicBezTo>
                  <a:pt x="161" y="104"/>
                  <a:pt x="165" y="114"/>
                  <a:pt x="167" y="120"/>
                </a:cubicBezTo>
                <a:cubicBezTo>
                  <a:pt x="162" y="115"/>
                  <a:pt x="159" y="113"/>
                  <a:pt x="157" y="113"/>
                </a:cubicBezTo>
                <a:lnTo>
                  <a:pt x="157" y="113"/>
                </a:lnTo>
                <a:cubicBezTo>
                  <a:pt x="155" y="113"/>
                  <a:pt x="157" y="117"/>
                  <a:pt x="162" y="124"/>
                </a:cubicBezTo>
                <a:cubicBezTo>
                  <a:pt x="165" y="128"/>
                  <a:pt x="166" y="130"/>
                  <a:pt x="165" y="130"/>
                </a:cubicBezTo>
                <a:cubicBezTo>
                  <a:pt x="164" y="130"/>
                  <a:pt x="162" y="129"/>
                  <a:pt x="158" y="128"/>
                </a:cubicBezTo>
                <a:cubicBezTo>
                  <a:pt x="155" y="126"/>
                  <a:pt x="153" y="125"/>
                  <a:pt x="152" y="125"/>
                </a:cubicBezTo>
                <a:cubicBezTo>
                  <a:pt x="149" y="125"/>
                  <a:pt x="148" y="127"/>
                  <a:pt x="146" y="129"/>
                </a:cubicBezTo>
                <a:cubicBezTo>
                  <a:pt x="150" y="137"/>
                  <a:pt x="137" y="148"/>
                  <a:pt x="125" y="162"/>
                </a:cubicBezTo>
                <a:cubicBezTo>
                  <a:pt x="110" y="179"/>
                  <a:pt x="101" y="192"/>
                  <a:pt x="109" y="196"/>
                </a:cubicBezTo>
                <a:cubicBezTo>
                  <a:pt x="108" y="197"/>
                  <a:pt x="108" y="198"/>
                  <a:pt x="107" y="198"/>
                </a:cubicBezTo>
                <a:cubicBezTo>
                  <a:pt x="105" y="198"/>
                  <a:pt x="103" y="197"/>
                  <a:pt x="99" y="195"/>
                </a:cubicBezTo>
                <a:cubicBezTo>
                  <a:pt x="97" y="194"/>
                  <a:pt x="95" y="193"/>
                  <a:pt x="95" y="193"/>
                </a:cubicBezTo>
                <a:lnTo>
                  <a:pt x="95" y="193"/>
                </a:lnTo>
                <a:cubicBezTo>
                  <a:pt x="93" y="193"/>
                  <a:pt x="95" y="196"/>
                  <a:pt x="104" y="204"/>
                </a:cubicBezTo>
                <a:cubicBezTo>
                  <a:pt x="107" y="208"/>
                  <a:pt x="111" y="211"/>
                  <a:pt x="110" y="211"/>
                </a:cubicBezTo>
                <a:cubicBezTo>
                  <a:pt x="110" y="211"/>
                  <a:pt x="108" y="209"/>
                  <a:pt x="102" y="206"/>
                </a:cubicBezTo>
                <a:cubicBezTo>
                  <a:pt x="100" y="205"/>
                  <a:pt x="99" y="204"/>
                  <a:pt x="97" y="204"/>
                </a:cubicBezTo>
                <a:cubicBezTo>
                  <a:pt x="93" y="204"/>
                  <a:pt x="91" y="208"/>
                  <a:pt x="87" y="214"/>
                </a:cubicBezTo>
                <a:cubicBezTo>
                  <a:pt x="83" y="220"/>
                  <a:pt x="79" y="229"/>
                  <a:pt x="86" y="232"/>
                </a:cubicBezTo>
                <a:cubicBezTo>
                  <a:pt x="89" y="236"/>
                  <a:pt x="90" y="238"/>
                  <a:pt x="90" y="238"/>
                </a:cubicBezTo>
                <a:cubicBezTo>
                  <a:pt x="89" y="238"/>
                  <a:pt x="88" y="237"/>
                  <a:pt x="84" y="234"/>
                </a:cubicBezTo>
                <a:cubicBezTo>
                  <a:pt x="81" y="231"/>
                  <a:pt x="77" y="230"/>
                  <a:pt x="73" y="230"/>
                </a:cubicBezTo>
                <a:cubicBezTo>
                  <a:pt x="66" y="230"/>
                  <a:pt x="62" y="236"/>
                  <a:pt x="69" y="245"/>
                </a:cubicBezTo>
                <a:cubicBezTo>
                  <a:pt x="68" y="247"/>
                  <a:pt x="68" y="248"/>
                  <a:pt x="66" y="248"/>
                </a:cubicBezTo>
                <a:cubicBezTo>
                  <a:pt x="64" y="248"/>
                  <a:pt x="63" y="248"/>
                  <a:pt x="60" y="247"/>
                </a:cubicBezTo>
                <a:lnTo>
                  <a:pt x="60" y="247"/>
                </a:lnTo>
                <a:cubicBezTo>
                  <a:pt x="59" y="249"/>
                  <a:pt x="58" y="252"/>
                  <a:pt x="62" y="261"/>
                </a:cubicBezTo>
                <a:cubicBezTo>
                  <a:pt x="61" y="263"/>
                  <a:pt x="58" y="272"/>
                  <a:pt x="55" y="277"/>
                </a:cubicBezTo>
                <a:cubicBezTo>
                  <a:pt x="54" y="281"/>
                  <a:pt x="60" y="289"/>
                  <a:pt x="60" y="289"/>
                </a:cubicBezTo>
                <a:lnTo>
                  <a:pt x="60" y="291"/>
                </a:lnTo>
                <a:cubicBezTo>
                  <a:pt x="59" y="291"/>
                  <a:pt x="58" y="291"/>
                  <a:pt x="58" y="291"/>
                </a:cubicBezTo>
                <a:cubicBezTo>
                  <a:pt x="51" y="291"/>
                  <a:pt x="47" y="302"/>
                  <a:pt x="43" y="317"/>
                </a:cubicBezTo>
                <a:cubicBezTo>
                  <a:pt x="40" y="334"/>
                  <a:pt x="36" y="347"/>
                  <a:pt x="28" y="350"/>
                </a:cubicBezTo>
                <a:cubicBezTo>
                  <a:pt x="28" y="350"/>
                  <a:pt x="28" y="352"/>
                  <a:pt x="36" y="355"/>
                </a:cubicBezTo>
                <a:cubicBezTo>
                  <a:pt x="52" y="360"/>
                  <a:pt x="52" y="362"/>
                  <a:pt x="43" y="363"/>
                </a:cubicBezTo>
                <a:cubicBezTo>
                  <a:pt x="28" y="364"/>
                  <a:pt x="26" y="374"/>
                  <a:pt x="40" y="377"/>
                </a:cubicBezTo>
                <a:lnTo>
                  <a:pt x="40" y="377"/>
                </a:lnTo>
                <a:cubicBezTo>
                  <a:pt x="38" y="377"/>
                  <a:pt x="36" y="377"/>
                  <a:pt x="34" y="377"/>
                </a:cubicBezTo>
                <a:lnTo>
                  <a:pt x="34" y="377"/>
                </a:lnTo>
                <a:cubicBezTo>
                  <a:pt x="17" y="379"/>
                  <a:pt x="25" y="387"/>
                  <a:pt x="41" y="389"/>
                </a:cubicBezTo>
                <a:cubicBezTo>
                  <a:pt x="33" y="391"/>
                  <a:pt x="25" y="395"/>
                  <a:pt x="33" y="397"/>
                </a:cubicBezTo>
                <a:cubicBezTo>
                  <a:pt x="33" y="399"/>
                  <a:pt x="33" y="399"/>
                  <a:pt x="17" y="399"/>
                </a:cubicBezTo>
                <a:cubicBezTo>
                  <a:pt x="9" y="400"/>
                  <a:pt x="0" y="400"/>
                  <a:pt x="0" y="402"/>
                </a:cubicBezTo>
                <a:cubicBezTo>
                  <a:pt x="0" y="404"/>
                  <a:pt x="4" y="405"/>
                  <a:pt x="8" y="405"/>
                </a:cubicBezTo>
                <a:cubicBezTo>
                  <a:pt x="11" y="405"/>
                  <a:pt x="14" y="405"/>
                  <a:pt x="17" y="405"/>
                </a:cubicBezTo>
                <a:lnTo>
                  <a:pt x="17" y="410"/>
                </a:lnTo>
                <a:cubicBezTo>
                  <a:pt x="17" y="410"/>
                  <a:pt x="17" y="412"/>
                  <a:pt x="21" y="412"/>
                </a:cubicBezTo>
                <a:cubicBezTo>
                  <a:pt x="22" y="412"/>
                  <a:pt x="23" y="412"/>
                  <a:pt x="25" y="411"/>
                </a:cubicBezTo>
                <a:cubicBezTo>
                  <a:pt x="33" y="411"/>
                  <a:pt x="33" y="414"/>
                  <a:pt x="33" y="416"/>
                </a:cubicBezTo>
                <a:cubicBezTo>
                  <a:pt x="28" y="417"/>
                  <a:pt x="29" y="418"/>
                  <a:pt x="32" y="418"/>
                </a:cubicBezTo>
                <a:cubicBezTo>
                  <a:pt x="35" y="418"/>
                  <a:pt x="38" y="417"/>
                  <a:pt x="41" y="416"/>
                </a:cubicBezTo>
                <a:cubicBezTo>
                  <a:pt x="44" y="415"/>
                  <a:pt x="48" y="415"/>
                  <a:pt x="51" y="415"/>
                </a:cubicBezTo>
                <a:cubicBezTo>
                  <a:pt x="55" y="415"/>
                  <a:pt x="58" y="416"/>
                  <a:pt x="58" y="417"/>
                </a:cubicBezTo>
                <a:lnTo>
                  <a:pt x="73" y="415"/>
                </a:lnTo>
                <a:cubicBezTo>
                  <a:pt x="75" y="415"/>
                  <a:pt x="77" y="415"/>
                  <a:pt x="79" y="415"/>
                </a:cubicBezTo>
                <a:cubicBezTo>
                  <a:pt x="88" y="415"/>
                  <a:pt x="97" y="413"/>
                  <a:pt x="106" y="409"/>
                </a:cubicBezTo>
                <a:cubicBezTo>
                  <a:pt x="114" y="400"/>
                  <a:pt x="121" y="396"/>
                  <a:pt x="106" y="396"/>
                </a:cubicBezTo>
                <a:cubicBezTo>
                  <a:pt x="106" y="396"/>
                  <a:pt x="98" y="393"/>
                  <a:pt x="98" y="391"/>
                </a:cubicBezTo>
                <a:cubicBezTo>
                  <a:pt x="98" y="390"/>
                  <a:pt x="106" y="388"/>
                  <a:pt x="106" y="388"/>
                </a:cubicBezTo>
                <a:cubicBezTo>
                  <a:pt x="114" y="388"/>
                  <a:pt x="115" y="381"/>
                  <a:pt x="116" y="371"/>
                </a:cubicBezTo>
                <a:cubicBezTo>
                  <a:pt x="116" y="361"/>
                  <a:pt x="117" y="355"/>
                  <a:pt x="126" y="354"/>
                </a:cubicBezTo>
                <a:cubicBezTo>
                  <a:pt x="134" y="354"/>
                  <a:pt x="135" y="352"/>
                  <a:pt x="135" y="352"/>
                </a:cubicBezTo>
                <a:cubicBezTo>
                  <a:pt x="127" y="351"/>
                  <a:pt x="128" y="341"/>
                  <a:pt x="133" y="328"/>
                </a:cubicBezTo>
                <a:cubicBezTo>
                  <a:pt x="136" y="316"/>
                  <a:pt x="141" y="304"/>
                  <a:pt x="134" y="300"/>
                </a:cubicBezTo>
                <a:lnTo>
                  <a:pt x="135" y="297"/>
                </a:lnTo>
                <a:cubicBezTo>
                  <a:pt x="137" y="298"/>
                  <a:pt x="139" y="298"/>
                  <a:pt x="140" y="298"/>
                </a:cubicBezTo>
                <a:cubicBezTo>
                  <a:pt x="143" y="298"/>
                  <a:pt x="144" y="296"/>
                  <a:pt x="145" y="294"/>
                </a:cubicBezTo>
                <a:cubicBezTo>
                  <a:pt x="139" y="287"/>
                  <a:pt x="141" y="284"/>
                  <a:pt x="141" y="284"/>
                </a:cubicBezTo>
                <a:lnTo>
                  <a:pt x="141" y="284"/>
                </a:lnTo>
                <a:cubicBezTo>
                  <a:pt x="143" y="285"/>
                  <a:pt x="145" y="285"/>
                  <a:pt x="146" y="285"/>
                </a:cubicBezTo>
                <a:cubicBezTo>
                  <a:pt x="149" y="285"/>
                  <a:pt x="149" y="283"/>
                  <a:pt x="151" y="281"/>
                </a:cubicBezTo>
                <a:cubicBezTo>
                  <a:pt x="153" y="278"/>
                  <a:pt x="154" y="277"/>
                  <a:pt x="146" y="273"/>
                </a:cubicBezTo>
                <a:cubicBezTo>
                  <a:pt x="147" y="271"/>
                  <a:pt x="154" y="259"/>
                  <a:pt x="164" y="259"/>
                </a:cubicBezTo>
                <a:cubicBezTo>
                  <a:pt x="165" y="259"/>
                  <a:pt x="166" y="259"/>
                  <a:pt x="167" y="259"/>
                </a:cubicBezTo>
                <a:cubicBezTo>
                  <a:pt x="170" y="259"/>
                  <a:pt x="165" y="255"/>
                  <a:pt x="160" y="250"/>
                </a:cubicBezTo>
                <a:cubicBezTo>
                  <a:pt x="153" y="245"/>
                  <a:pt x="147" y="240"/>
                  <a:pt x="148" y="238"/>
                </a:cubicBezTo>
                <a:lnTo>
                  <a:pt x="148" y="238"/>
                </a:lnTo>
                <a:cubicBezTo>
                  <a:pt x="148" y="238"/>
                  <a:pt x="155" y="242"/>
                  <a:pt x="162" y="247"/>
                </a:cubicBezTo>
                <a:cubicBezTo>
                  <a:pt x="166" y="250"/>
                  <a:pt x="167" y="251"/>
                  <a:pt x="168" y="251"/>
                </a:cubicBezTo>
                <a:cubicBezTo>
                  <a:pt x="169" y="251"/>
                  <a:pt x="169" y="250"/>
                  <a:pt x="170" y="249"/>
                </a:cubicBezTo>
                <a:lnTo>
                  <a:pt x="172" y="247"/>
                </a:lnTo>
                <a:cubicBezTo>
                  <a:pt x="165" y="242"/>
                  <a:pt x="171" y="233"/>
                  <a:pt x="180" y="223"/>
                </a:cubicBezTo>
                <a:cubicBezTo>
                  <a:pt x="190" y="210"/>
                  <a:pt x="194" y="205"/>
                  <a:pt x="189" y="201"/>
                </a:cubicBezTo>
                <a:cubicBezTo>
                  <a:pt x="184" y="196"/>
                  <a:pt x="184" y="195"/>
                  <a:pt x="189" y="195"/>
                </a:cubicBezTo>
                <a:cubicBezTo>
                  <a:pt x="190" y="195"/>
                  <a:pt x="192" y="195"/>
                  <a:pt x="194" y="195"/>
                </a:cubicBezTo>
                <a:cubicBezTo>
                  <a:pt x="208" y="199"/>
                  <a:pt x="214" y="201"/>
                  <a:pt x="216" y="201"/>
                </a:cubicBezTo>
                <a:cubicBezTo>
                  <a:pt x="218" y="201"/>
                  <a:pt x="217" y="199"/>
                  <a:pt x="216" y="196"/>
                </a:cubicBezTo>
                <a:cubicBezTo>
                  <a:pt x="216" y="196"/>
                  <a:pt x="215" y="196"/>
                  <a:pt x="215" y="196"/>
                </a:cubicBezTo>
                <a:cubicBezTo>
                  <a:pt x="212" y="196"/>
                  <a:pt x="207" y="191"/>
                  <a:pt x="202" y="186"/>
                </a:cubicBezTo>
                <a:cubicBezTo>
                  <a:pt x="196" y="180"/>
                  <a:pt x="194" y="176"/>
                  <a:pt x="195" y="176"/>
                </a:cubicBezTo>
                <a:lnTo>
                  <a:pt x="195" y="176"/>
                </a:lnTo>
                <a:cubicBezTo>
                  <a:pt x="196" y="176"/>
                  <a:pt x="200" y="179"/>
                  <a:pt x="206" y="184"/>
                </a:cubicBezTo>
                <a:cubicBezTo>
                  <a:pt x="208" y="186"/>
                  <a:pt x="210" y="187"/>
                  <a:pt x="212" y="187"/>
                </a:cubicBezTo>
                <a:cubicBezTo>
                  <a:pt x="222" y="187"/>
                  <a:pt x="231" y="168"/>
                  <a:pt x="225" y="157"/>
                </a:cubicBezTo>
                <a:cubicBezTo>
                  <a:pt x="223" y="155"/>
                  <a:pt x="222" y="153"/>
                  <a:pt x="222" y="153"/>
                </a:cubicBezTo>
                <a:lnTo>
                  <a:pt x="222" y="153"/>
                </a:lnTo>
                <a:cubicBezTo>
                  <a:pt x="222" y="153"/>
                  <a:pt x="224" y="156"/>
                  <a:pt x="230" y="164"/>
                </a:cubicBezTo>
                <a:cubicBezTo>
                  <a:pt x="233" y="167"/>
                  <a:pt x="234" y="168"/>
                  <a:pt x="236" y="168"/>
                </a:cubicBezTo>
                <a:cubicBezTo>
                  <a:pt x="237" y="168"/>
                  <a:pt x="239" y="167"/>
                  <a:pt x="243" y="165"/>
                </a:cubicBezTo>
                <a:lnTo>
                  <a:pt x="247" y="161"/>
                </a:lnTo>
                <a:cubicBezTo>
                  <a:pt x="242" y="153"/>
                  <a:pt x="245" y="150"/>
                  <a:pt x="249" y="150"/>
                </a:cubicBezTo>
                <a:cubicBezTo>
                  <a:pt x="252" y="150"/>
                  <a:pt x="255" y="152"/>
                  <a:pt x="257" y="155"/>
                </a:cubicBezTo>
                <a:cubicBezTo>
                  <a:pt x="261" y="159"/>
                  <a:pt x="262" y="160"/>
                  <a:pt x="263" y="160"/>
                </a:cubicBezTo>
                <a:cubicBezTo>
                  <a:pt x="264" y="160"/>
                  <a:pt x="265" y="160"/>
                  <a:pt x="266" y="159"/>
                </a:cubicBezTo>
                <a:cubicBezTo>
                  <a:pt x="264" y="150"/>
                  <a:pt x="267" y="146"/>
                  <a:pt x="270" y="146"/>
                </a:cubicBezTo>
                <a:cubicBezTo>
                  <a:pt x="273" y="146"/>
                  <a:pt x="277" y="149"/>
                  <a:pt x="279" y="152"/>
                </a:cubicBezTo>
                <a:cubicBezTo>
                  <a:pt x="280" y="151"/>
                  <a:pt x="281" y="151"/>
                  <a:pt x="282" y="150"/>
                </a:cubicBezTo>
                <a:cubicBezTo>
                  <a:pt x="280" y="142"/>
                  <a:pt x="283" y="141"/>
                  <a:pt x="284" y="140"/>
                </a:cubicBezTo>
                <a:cubicBezTo>
                  <a:pt x="290" y="138"/>
                  <a:pt x="291" y="138"/>
                  <a:pt x="286" y="131"/>
                </a:cubicBezTo>
                <a:cubicBezTo>
                  <a:pt x="283" y="123"/>
                  <a:pt x="279" y="116"/>
                  <a:pt x="281" y="115"/>
                </a:cubicBezTo>
                <a:lnTo>
                  <a:pt x="281" y="115"/>
                </a:lnTo>
                <a:lnTo>
                  <a:pt x="284" y="123"/>
                </a:lnTo>
                <a:cubicBezTo>
                  <a:pt x="286" y="126"/>
                  <a:pt x="288" y="128"/>
                  <a:pt x="291" y="128"/>
                </a:cubicBezTo>
                <a:cubicBezTo>
                  <a:pt x="293" y="128"/>
                  <a:pt x="296" y="126"/>
                  <a:pt x="300" y="125"/>
                </a:cubicBezTo>
                <a:cubicBezTo>
                  <a:pt x="304" y="124"/>
                  <a:pt x="307" y="123"/>
                  <a:pt x="309" y="123"/>
                </a:cubicBezTo>
                <a:cubicBezTo>
                  <a:pt x="312" y="123"/>
                  <a:pt x="314" y="124"/>
                  <a:pt x="317" y="129"/>
                </a:cubicBezTo>
                <a:lnTo>
                  <a:pt x="316" y="120"/>
                </a:lnTo>
                <a:cubicBezTo>
                  <a:pt x="315" y="116"/>
                  <a:pt x="315" y="113"/>
                  <a:pt x="316" y="113"/>
                </a:cubicBezTo>
                <a:cubicBezTo>
                  <a:pt x="317" y="113"/>
                  <a:pt x="318" y="115"/>
                  <a:pt x="319" y="119"/>
                </a:cubicBezTo>
                <a:cubicBezTo>
                  <a:pt x="321" y="122"/>
                  <a:pt x="323" y="123"/>
                  <a:pt x="326" y="123"/>
                </a:cubicBezTo>
                <a:cubicBezTo>
                  <a:pt x="328" y="123"/>
                  <a:pt x="331" y="121"/>
                  <a:pt x="331" y="116"/>
                </a:cubicBezTo>
                <a:lnTo>
                  <a:pt x="335" y="115"/>
                </a:lnTo>
                <a:cubicBezTo>
                  <a:pt x="337" y="123"/>
                  <a:pt x="340" y="126"/>
                  <a:pt x="341" y="126"/>
                </a:cubicBezTo>
                <a:cubicBezTo>
                  <a:pt x="343" y="126"/>
                  <a:pt x="344" y="122"/>
                  <a:pt x="344" y="113"/>
                </a:cubicBezTo>
                <a:lnTo>
                  <a:pt x="344" y="113"/>
                </a:lnTo>
                <a:cubicBezTo>
                  <a:pt x="345" y="121"/>
                  <a:pt x="347" y="121"/>
                  <a:pt x="348" y="121"/>
                </a:cubicBezTo>
                <a:cubicBezTo>
                  <a:pt x="349" y="116"/>
                  <a:pt x="352" y="114"/>
                  <a:pt x="354" y="114"/>
                </a:cubicBezTo>
                <a:cubicBezTo>
                  <a:pt x="357" y="114"/>
                  <a:pt x="359" y="116"/>
                  <a:pt x="359" y="120"/>
                </a:cubicBezTo>
                <a:lnTo>
                  <a:pt x="360" y="120"/>
                </a:lnTo>
                <a:cubicBezTo>
                  <a:pt x="362" y="112"/>
                  <a:pt x="363" y="111"/>
                  <a:pt x="365" y="111"/>
                </a:cubicBezTo>
                <a:cubicBezTo>
                  <a:pt x="366" y="111"/>
                  <a:pt x="368" y="111"/>
                  <a:pt x="369" y="103"/>
                </a:cubicBezTo>
                <a:cubicBezTo>
                  <a:pt x="371" y="94"/>
                  <a:pt x="373" y="94"/>
                  <a:pt x="373" y="94"/>
                </a:cubicBezTo>
                <a:lnTo>
                  <a:pt x="373" y="94"/>
                </a:lnTo>
                <a:cubicBezTo>
                  <a:pt x="374" y="94"/>
                  <a:pt x="373" y="102"/>
                  <a:pt x="372" y="111"/>
                </a:cubicBezTo>
                <a:cubicBezTo>
                  <a:pt x="371" y="114"/>
                  <a:pt x="371" y="116"/>
                  <a:pt x="372" y="116"/>
                </a:cubicBezTo>
                <a:cubicBezTo>
                  <a:pt x="373" y="116"/>
                  <a:pt x="376" y="111"/>
                  <a:pt x="378" y="102"/>
                </a:cubicBezTo>
                <a:cubicBezTo>
                  <a:pt x="381" y="94"/>
                  <a:pt x="382" y="90"/>
                  <a:pt x="382" y="90"/>
                </a:cubicBezTo>
                <a:lnTo>
                  <a:pt x="382" y="90"/>
                </a:lnTo>
                <a:cubicBezTo>
                  <a:pt x="383" y="90"/>
                  <a:pt x="382" y="94"/>
                  <a:pt x="381" y="102"/>
                </a:cubicBezTo>
                <a:cubicBezTo>
                  <a:pt x="379" y="108"/>
                  <a:pt x="378" y="114"/>
                  <a:pt x="379" y="114"/>
                </a:cubicBezTo>
                <a:cubicBezTo>
                  <a:pt x="379" y="114"/>
                  <a:pt x="380" y="113"/>
                  <a:pt x="381" y="111"/>
                </a:cubicBezTo>
                <a:cubicBezTo>
                  <a:pt x="381" y="111"/>
                  <a:pt x="384" y="111"/>
                  <a:pt x="384" y="103"/>
                </a:cubicBezTo>
                <a:lnTo>
                  <a:pt x="390" y="103"/>
                </a:lnTo>
                <a:cubicBezTo>
                  <a:pt x="393" y="111"/>
                  <a:pt x="394" y="111"/>
                  <a:pt x="396" y="111"/>
                </a:cubicBezTo>
                <a:cubicBezTo>
                  <a:pt x="397" y="107"/>
                  <a:pt x="398" y="105"/>
                  <a:pt x="398" y="105"/>
                </a:cubicBezTo>
                <a:cubicBezTo>
                  <a:pt x="399" y="105"/>
                  <a:pt x="399" y="107"/>
                  <a:pt x="400" y="111"/>
                </a:cubicBezTo>
                <a:cubicBezTo>
                  <a:pt x="399" y="114"/>
                  <a:pt x="399" y="116"/>
                  <a:pt x="400" y="116"/>
                </a:cubicBezTo>
                <a:cubicBezTo>
                  <a:pt x="400" y="116"/>
                  <a:pt x="401" y="113"/>
                  <a:pt x="402" y="103"/>
                </a:cubicBezTo>
                <a:cubicBezTo>
                  <a:pt x="403" y="99"/>
                  <a:pt x="404" y="98"/>
                  <a:pt x="405" y="98"/>
                </a:cubicBezTo>
                <a:cubicBezTo>
                  <a:pt x="406" y="98"/>
                  <a:pt x="407" y="100"/>
                  <a:pt x="408" y="104"/>
                </a:cubicBezTo>
                <a:cubicBezTo>
                  <a:pt x="406" y="113"/>
                  <a:pt x="406" y="118"/>
                  <a:pt x="407" y="118"/>
                </a:cubicBezTo>
                <a:cubicBezTo>
                  <a:pt x="408" y="118"/>
                  <a:pt x="408" y="116"/>
                  <a:pt x="409" y="112"/>
                </a:cubicBezTo>
                <a:cubicBezTo>
                  <a:pt x="410" y="106"/>
                  <a:pt x="412" y="105"/>
                  <a:pt x="413" y="105"/>
                </a:cubicBezTo>
                <a:cubicBezTo>
                  <a:pt x="413" y="105"/>
                  <a:pt x="413" y="105"/>
                  <a:pt x="413" y="105"/>
                </a:cubicBezTo>
                <a:cubicBezTo>
                  <a:pt x="412" y="113"/>
                  <a:pt x="428" y="115"/>
                  <a:pt x="443" y="120"/>
                </a:cubicBezTo>
                <a:cubicBezTo>
                  <a:pt x="445" y="120"/>
                  <a:pt x="449" y="112"/>
                  <a:pt x="451" y="105"/>
                </a:cubicBezTo>
                <a:cubicBezTo>
                  <a:pt x="453" y="99"/>
                  <a:pt x="453" y="96"/>
                  <a:pt x="453" y="96"/>
                </a:cubicBezTo>
                <a:lnTo>
                  <a:pt x="453" y="96"/>
                </a:lnTo>
                <a:cubicBezTo>
                  <a:pt x="453" y="96"/>
                  <a:pt x="452" y="101"/>
                  <a:pt x="452" y="105"/>
                </a:cubicBezTo>
                <a:cubicBezTo>
                  <a:pt x="450" y="117"/>
                  <a:pt x="450" y="123"/>
                  <a:pt x="451" y="123"/>
                </a:cubicBezTo>
                <a:cubicBezTo>
                  <a:pt x="452" y="123"/>
                  <a:pt x="454" y="118"/>
                  <a:pt x="456" y="106"/>
                </a:cubicBezTo>
                <a:cubicBezTo>
                  <a:pt x="457" y="99"/>
                  <a:pt x="458" y="95"/>
                  <a:pt x="459" y="95"/>
                </a:cubicBezTo>
                <a:lnTo>
                  <a:pt x="459" y="95"/>
                </a:lnTo>
                <a:cubicBezTo>
                  <a:pt x="459" y="95"/>
                  <a:pt x="459" y="99"/>
                  <a:pt x="458" y="107"/>
                </a:cubicBezTo>
                <a:cubicBezTo>
                  <a:pt x="458" y="112"/>
                  <a:pt x="458" y="113"/>
                  <a:pt x="458" y="113"/>
                </a:cubicBezTo>
                <a:cubicBezTo>
                  <a:pt x="459" y="113"/>
                  <a:pt x="460" y="112"/>
                  <a:pt x="461" y="109"/>
                </a:cubicBezTo>
                <a:cubicBezTo>
                  <a:pt x="462" y="105"/>
                  <a:pt x="463" y="103"/>
                  <a:pt x="464" y="103"/>
                </a:cubicBezTo>
                <a:lnTo>
                  <a:pt x="464" y="103"/>
                </a:lnTo>
                <a:cubicBezTo>
                  <a:pt x="465" y="103"/>
                  <a:pt x="465" y="105"/>
                  <a:pt x="464" y="110"/>
                </a:cubicBezTo>
                <a:cubicBezTo>
                  <a:pt x="463" y="115"/>
                  <a:pt x="462" y="121"/>
                  <a:pt x="463" y="121"/>
                </a:cubicBezTo>
                <a:cubicBezTo>
                  <a:pt x="463" y="121"/>
                  <a:pt x="464" y="120"/>
                  <a:pt x="465" y="119"/>
                </a:cubicBezTo>
                <a:cubicBezTo>
                  <a:pt x="465" y="119"/>
                  <a:pt x="466" y="119"/>
                  <a:pt x="466" y="128"/>
                </a:cubicBezTo>
                <a:cubicBezTo>
                  <a:pt x="466" y="130"/>
                  <a:pt x="466" y="131"/>
                  <a:pt x="466" y="131"/>
                </a:cubicBezTo>
                <a:cubicBezTo>
                  <a:pt x="468" y="131"/>
                  <a:pt x="471" y="126"/>
                  <a:pt x="474" y="121"/>
                </a:cubicBezTo>
                <a:cubicBezTo>
                  <a:pt x="479" y="115"/>
                  <a:pt x="482" y="112"/>
                  <a:pt x="483" y="112"/>
                </a:cubicBezTo>
                <a:lnTo>
                  <a:pt x="483" y="112"/>
                </a:lnTo>
                <a:cubicBezTo>
                  <a:pt x="484" y="112"/>
                  <a:pt x="482" y="116"/>
                  <a:pt x="478" y="123"/>
                </a:cubicBezTo>
                <a:cubicBezTo>
                  <a:pt x="475" y="130"/>
                  <a:pt x="476" y="133"/>
                  <a:pt x="478" y="133"/>
                </a:cubicBezTo>
                <a:cubicBezTo>
                  <a:pt x="480" y="133"/>
                  <a:pt x="486" y="128"/>
                  <a:pt x="491" y="121"/>
                </a:cubicBezTo>
                <a:cubicBezTo>
                  <a:pt x="495" y="112"/>
                  <a:pt x="497" y="109"/>
                  <a:pt x="497" y="109"/>
                </a:cubicBezTo>
                <a:lnTo>
                  <a:pt x="497" y="109"/>
                </a:lnTo>
                <a:cubicBezTo>
                  <a:pt x="497" y="109"/>
                  <a:pt x="496" y="111"/>
                  <a:pt x="495" y="114"/>
                </a:cubicBezTo>
                <a:cubicBezTo>
                  <a:pt x="492" y="121"/>
                  <a:pt x="494" y="122"/>
                  <a:pt x="494" y="122"/>
                </a:cubicBezTo>
                <a:cubicBezTo>
                  <a:pt x="496" y="123"/>
                  <a:pt x="497" y="124"/>
                  <a:pt x="494" y="131"/>
                </a:cubicBezTo>
                <a:cubicBezTo>
                  <a:pt x="494" y="131"/>
                  <a:pt x="494" y="131"/>
                  <a:pt x="494" y="131"/>
                </a:cubicBezTo>
                <a:cubicBezTo>
                  <a:pt x="495" y="131"/>
                  <a:pt x="497" y="131"/>
                  <a:pt x="503" y="126"/>
                </a:cubicBezTo>
                <a:cubicBezTo>
                  <a:pt x="506" y="122"/>
                  <a:pt x="509" y="120"/>
                  <a:pt x="511" y="120"/>
                </a:cubicBezTo>
                <a:cubicBezTo>
                  <a:pt x="514" y="120"/>
                  <a:pt x="513" y="129"/>
                  <a:pt x="508" y="140"/>
                </a:cubicBezTo>
                <a:lnTo>
                  <a:pt x="516" y="134"/>
                </a:lnTo>
                <a:cubicBezTo>
                  <a:pt x="522" y="127"/>
                  <a:pt x="527" y="122"/>
                  <a:pt x="528" y="122"/>
                </a:cubicBezTo>
                <a:lnTo>
                  <a:pt x="528" y="122"/>
                </a:lnTo>
                <a:cubicBezTo>
                  <a:pt x="528" y="122"/>
                  <a:pt x="527" y="124"/>
                  <a:pt x="524" y="130"/>
                </a:cubicBezTo>
                <a:lnTo>
                  <a:pt x="520" y="137"/>
                </a:lnTo>
                <a:cubicBezTo>
                  <a:pt x="523" y="133"/>
                  <a:pt x="525" y="131"/>
                  <a:pt x="527" y="131"/>
                </a:cubicBezTo>
                <a:cubicBezTo>
                  <a:pt x="530" y="131"/>
                  <a:pt x="530" y="140"/>
                  <a:pt x="524" y="149"/>
                </a:cubicBezTo>
                <a:cubicBezTo>
                  <a:pt x="520" y="156"/>
                  <a:pt x="520" y="156"/>
                  <a:pt x="521" y="157"/>
                </a:cubicBezTo>
                <a:lnTo>
                  <a:pt x="525" y="150"/>
                </a:lnTo>
                <a:cubicBezTo>
                  <a:pt x="529" y="144"/>
                  <a:pt x="533" y="137"/>
                  <a:pt x="535" y="137"/>
                </a:cubicBezTo>
                <a:cubicBezTo>
                  <a:pt x="535" y="137"/>
                  <a:pt x="535" y="137"/>
                  <a:pt x="535" y="138"/>
                </a:cubicBezTo>
                <a:cubicBezTo>
                  <a:pt x="538" y="139"/>
                  <a:pt x="539" y="140"/>
                  <a:pt x="534" y="147"/>
                </a:cubicBezTo>
                <a:cubicBezTo>
                  <a:pt x="533" y="152"/>
                  <a:pt x="530" y="158"/>
                  <a:pt x="531" y="158"/>
                </a:cubicBezTo>
                <a:cubicBezTo>
                  <a:pt x="531" y="158"/>
                  <a:pt x="532" y="157"/>
                  <a:pt x="533" y="156"/>
                </a:cubicBezTo>
                <a:lnTo>
                  <a:pt x="533" y="156"/>
                </a:lnTo>
                <a:cubicBezTo>
                  <a:pt x="533" y="156"/>
                  <a:pt x="534" y="157"/>
                  <a:pt x="531" y="165"/>
                </a:cubicBezTo>
                <a:lnTo>
                  <a:pt x="538" y="169"/>
                </a:lnTo>
                <a:cubicBezTo>
                  <a:pt x="540" y="167"/>
                  <a:pt x="542" y="166"/>
                  <a:pt x="543" y="166"/>
                </a:cubicBezTo>
                <a:cubicBezTo>
                  <a:pt x="545" y="166"/>
                  <a:pt x="545" y="168"/>
                  <a:pt x="542" y="172"/>
                </a:cubicBezTo>
                <a:cubicBezTo>
                  <a:pt x="542" y="172"/>
                  <a:pt x="543" y="173"/>
                  <a:pt x="544" y="173"/>
                </a:cubicBezTo>
                <a:cubicBezTo>
                  <a:pt x="546" y="173"/>
                  <a:pt x="548" y="172"/>
                  <a:pt x="551" y="170"/>
                </a:cubicBezTo>
                <a:lnTo>
                  <a:pt x="551" y="170"/>
                </a:lnTo>
                <a:cubicBezTo>
                  <a:pt x="554" y="172"/>
                  <a:pt x="556" y="174"/>
                  <a:pt x="550" y="180"/>
                </a:cubicBezTo>
                <a:cubicBezTo>
                  <a:pt x="548" y="183"/>
                  <a:pt x="547" y="185"/>
                  <a:pt x="547" y="185"/>
                </a:cubicBezTo>
                <a:cubicBezTo>
                  <a:pt x="547" y="185"/>
                  <a:pt x="549" y="184"/>
                  <a:pt x="552" y="181"/>
                </a:cubicBezTo>
                <a:cubicBezTo>
                  <a:pt x="555" y="178"/>
                  <a:pt x="556" y="177"/>
                  <a:pt x="557" y="177"/>
                </a:cubicBezTo>
                <a:cubicBezTo>
                  <a:pt x="558" y="177"/>
                  <a:pt x="559" y="178"/>
                  <a:pt x="560" y="178"/>
                </a:cubicBezTo>
                <a:lnTo>
                  <a:pt x="562" y="180"/>
                </a:lnTo>
                <a:cubicBezTo>
                  <a:pt x="566" y="176"/>
                  <a:pt x="567" y="175"/>
                  <a:pt x="568" y="175"/>
                </a:cubicBezTo>
                <a:cubicBezTo>
                  <a:pt x="568" y="175"/>
                  <a:pt x="569" y="176"/>
                  <a:pt x="569" y="176"/>
                </a:cubicBezTo>
                <a:cubicBezTo>
                  <a:pt x="571" y="177"/>
                  <a:pt x="570" y="187"/>
                  <a:pt x="571" y="188"/>
                </a:cubicBezTo>
                <a:cubicBezTo>
                  <a:pt x="573" y="190"/>
                  <a:pt x="574" y="191"/>
                  <a:pt x="575" y="191"/>
                </a:cubicBezTo>
                <a:cubicBezTo>
                  <a:pt x="576" y="191"/>
                  <a:pt x="577" y="190"/>
                  <a:pt x="579" y="186"/>
                </a:cubicBezTo>
                <a:cubicBezTo>
                  <a:pt x="579" y="185"/>
                  <a:pt x="580" y="182"/>
                  <a:pt x="581" y="182"/>
                </a:cubicBezTo>
                <a:lnTo>
                  <a:pt x="581" y="182"/>
                </a:lnTo>
                <a:cubicBezTo>
                  <a:pt x="582" y="182"/>
                  <a:pt x="582" y="183"/>
                  <a:pt x="580" y="187"/>
                </a:cubicBezTo>
                <a:cubicBezTo>
                  <a:pt x="581" y="188"/>
                  <a:pt x="580" y="198"/>
                  <a:pt x="584" y="203"/>
                </a:cubicBezTo>
                <a:cubicBezTo>
                  <a:pt x="586" y="206"/>
                  <a:pt x="588" y="207"/>
                  <a:pt x="589" y="207"/>
                </a:cubicBezTo>
                <a:cubicBezTo>
                  <a:pt x="590" y="207"/>
                  <a:pt x="592" y="206"/>
                  <a:pt x="595" y="203"/>
                </a:cubicBezTo>
                <a:cubicBezTo>
                  <a:pt x="600" y="197"/>
                  <a:pt x="603" y="195"/>
                  <a:pt x="604" y="195"/>
                </a:cubicBezTo>
                <a:lnTo>
                  <a:pt x="604" y="195"/>
                </a:lnTo>
                <a:cubicBezTo>
                  <a:pt x="605" y="195"/>
                  <a:pt x="602" y="198"/>
                  <a:pt x="596" y="205"/>
                </a:cubicBezTo>
                <a:cubicBezTo>
                  <a:pt x="590" y="214"/>
                  <a:pt x="588" y="217"/>
                  <a:pt x="589" y="217"/>
                </a:cubicBezTo>
                <a:cubicBezTo>
                  <a:pt x="590" y="217"/>
                  <a:pt x="591" y="216"/>
                  <a:pt x="594" y="214"/>
                </a:cubicBezTo>
                <a:cubicBezTo>
                  <a:pt x="597" y="212"/>
                  <a:pt x="599" y="211"/>
                  <a:pt x="600" y="211"/>
                </a:cubicBezTo>
                <a:cubicBezTo>
                  <a:pt x="601" y="211"/>
                  <a:pt x="601" y="212"/>
                  <a:pt x="602" y="213"/>
                </a:cubicBezTo>
                <a:cubicBezTo>
                  <a:pt x="597" y="216"/>
                  <a:pt x="597" y="218"/>
                  <a:pt x="601" y="218"/>
                </a:cubicBezTo>
                <a:cubicBezTo>
                  <a:pt x="602" y="218"/>
                  <a:pt x="604" y="218"/>
                  <a:pt x="606" y="217"/>
                </a:cubicBezTo>
                <a:lnTo>
                  <a:pt x="606" y="217"/>
                </a:lnTo>
                <a:cubicBezTo>
                  <a:pt x="607" y="218"/>
                  <a:pt x="607" y="218"/>
                  <a:pt x="600" y="224"/>
                </a:cubicBezTo>
                <a:lnTo>
                  <a:pt x="603" y="226"/>
                </a:lnTo>
                <a:cubicBezTo>
                  <a:pt x="605" y="225"/>
                  <a:pt x="607" y="225"/>
                  <a:pt x="609" y="225"/>
                </a:cubicBezTo>
                <a:cubicBezTo>
                  <a:pt x="618" y="225"/>
                  <a:pt x="616" y="236"/>
                  <a:pt x="612" y="241"/>
                </a:cubicBezTo>
                <a:cubicBezTo>
                  <a:pt x="612" y="241"/>
                  <a:pt x="612" y="242"/>
                  <a:pt x="614" y="242"/>
                </a:cubicBezTo>
                <a:cubicBezTo>
                  <a:pt x="615" y="242"/>
                  <a:pt x="617" y="241"/>
                  <a:pt x="621" y="240"/>
                </a:cubicBezTo>
                <a:cubicBezTo>
                  <a:pt x="627" y="237"/>
                  <a:pt x="630" y="236"/>
                  <a:pt x="632" y="236"/>
                </a:cubicBezTo>
                <a:cubicBezTo>
                  <a:pt x="634" y="236"/>
                  <a:pt x="631" y="238"/>
                  <a:pt x="623" y="243"/>
                </a:cubicBezTo>
                <a:cubicBezTo>
                  <a:pt x="615" y="248"/>
                  <a:pt x="611" y="250"/>
                  <a:pt x="612" y="250"/>
                </a:cubicBezTo>
                <a:cubicBezTo>
                  <a:pt x="613" y="250"/>
                  <a:pt x="616" y="249"/>
                  <a:pt x="623" y="245"/>
                </a:cubicBezTo>
                <a:cubicBezTo>
                  <a:pt x="624" y="245"/>
                  <a:pt x="625" y="245"/>
                  <a:pt x="627" y="245"/>
                </a:cubicBezTo>
                <a:cubicBezTo>
                  <a:pt x="632" y="245"/>
                  <a:pt x="633" y="252"/>
                  <a:pt x="621" y="258"/>
                </a:cubicBezTo>
                <a:lnTo>
                  <a:pt x="606" y="266"/>
                </a:lnTo>
                <a:cubicBezTo>
                  <a:pt x="610" y="264"/>
                  <a:pt x="612" y="264"/>
                  <a:pt x="614" y="264"/>
                </a:cubicBezTo>
                <a:cubicBezTo>
                  <a:pt x="615" y="264"/>
                  <a:pt x="615" y="264"/>
                  <a:pt x="615" y="264"/>
                </a:cubicBezTo>
                <a:cubicBezTo>
                  <a:pt x="618" y="263"/>
                  <a:pt x="619" y="263"/>
                  <a:pt x="621" y="263"/>
                </a:cubicBezTo>
                <a:cubicBezTo>
                  <a:pt x="623" y="263"/>
                  <a:pt x="624" y="264"/>
                  <a:pt x="625" y="268"/>
                </a:cubicBezTo>
                <a:cubicBezTo>
                  <a:pt x="627" y="270"/>
                  <a:pt x="637" y="273"/>
                  <a:pt x="639" y="278"/>
                </a:cubicBezTo>
                <a:cubicBezTo>
                  <a:pt x="642" y="282"/>
                  <a:pt x="640" y="288"/>
                  <a:pt x="635" y="291"/>
                </a:cubicBezTo>
                <a:cubicBezTo>
                  <a:pt x="635" y="293"/>
                  <a:pt x="636" y="295"/>
                  <a:pt x="645" y="295"/>
                </a:cubicBezTo>
                <a:cubicBezTo>
                  <a:pt x="646" y="295"/>
                  <a:pt x="647" y="295"/>
                  <a:pt x="648" y="295"/>
                </a:cubicBezTo>
                <a:cubicBezTo>
                  <a:pt x="653" y="295"/>
                  <a:pt x="653" y="298"/>
                  <a:pt x="646" y="300"/>
                </a:cubicBezTo>
                <a:lnTo>
                  <a:pt x="648" y="303"/>
                </a:lnTo>
                <a:cubicBezTo>
                  <a:pt x="655" y="304"/>
                  <a:pt x="657" y="305"/>
                  <a:pt x="657" y="305"/>
                </a:cubicBezTo>
                <a:cubicBezTo>
                  <a:pt x="650" y="307"/>
                  <a:pt x="643" y="311"/>
                  <a:pt x="647" y="311"/>
                </a:cubicBezTo>
                <a:cubicBezTo>
                  <a:pt x="647" y="311"/>
                  <a:pt x="648" y="311"/>
                  <a:pt x="649" y="310"/>
                </a:cubicBezTo>
                <a:cubicBezTo>
                  <a:pt x="651" y="310"/>
                  <a:pt x="652" y="310"/>
                  <a:pt x="653" y="310"/>
                </a:cubicBezTo>
                <a:cubicBezTo>
                  <a:pt x="657" y="310"/>
                  <a:pt x="658" y="311"/>
                  <a:pt x="659" y="314"/>
                </a:cubicBezTo>
                <a:cubicBezTo>
                  <a:pt x="655" y="325"/>
                  <a:pt x="655" y="337"/>
                  <a:pt x="658" y="349"/>
                </a:cubicBezTo>
                <a:cubicBezTo>
                  <a:pt x="658" y="363"/>
                  <a:pt x="660" y="378"/>
                  <a:pt x="663" y="378"/>
                </a:cubicBezTo>
                <a:lnTo>
                  <a:pt x="662" y="383"/>
                </a:lnTo>
                <a:cubicBezTo>
                  <a:pt x="662" y="385"/>
                  <a:pt x="662" y="389"/>
                  <a:pt x="662" y="389"/>
                </a:cubicBezTo>
                <a:cubicBezTo>
                  <a:pt x="660" y="389"/>
                  <a:pt x="659" y="389"/>
                  <a:pt x="658" y="389"/>
                </a:cubicBezTo>
                <a:cubicBezTo>
                  <a:pt x="647" y="389"/>
                  <a:pt x="654" y="396"/>
                  <a:pt x="660" y="402"/>
                </a:cubicBezTo>
                <a:cubicBezTo>
                  <a:pt x="667" y="406"/>
                  <a:pt x="667" y="408"/>
                  <a:pt x="667" y="409"/>
                </a:cubicBezTo>
                <a:cubicBezTo>
                  <a:pt x="664" y="409"/>
                  <a:pt x="661" y="409"/>
                  <a:pt x="659" y="409"/>
                </a:cubicBezTo>
                <a:cubicBezTo>
                  <a:pt x="650" y="409"/>
                  <a:pt x="650" y="412"/>
                  <a:pt x="657" y="417"/>
                </a:cubicBezTo>
                <a:cubicBezTo>
                  <a:pt x="666" y="421"/>
                  <a:pt x="669" y="422"/>
                  <a:pt x="667" y="422"/>
                </a:cubicBezTo>
                <a:cubicBezTo>
                  <a:pt x="665" y="422"/>
                  <a:pt x="661" y="422"/>
                  <a:pt x="655" y="420"/>
                </a:cubicBezTo>
                <a:cubicBezTo>
                  <a:pt x="651" y="419"/>
                  <a:pt x="648" y="418"/>
                  <a:pt x="646" y="418"/>
                </a:cubicBezTo>
                <a:cubicBezTo>
                  <a:pt x="642" y="418"/>
                  <a:pt x="646" y="422"/>
                  <a:pt x="661" y="429"/>
                </a:cubicBezTo>
                <a:cubicBezTo>
                  <a:pt x="666" y="432"/>
                  <a:pt x="668" y="433"/>
                  <a:pt x="665" y="433"/>
                </a:cubicBezTo>
                <a:cubicBezTo>
                  <a:pt x="664" y="433"/>
                  <a:pt x="663" y="433"/>
                  <a:pt x="660" y="433"/>
                </a:cubicBezTo>
                <a:cubicBezTo>
                  <a:pt x="654" y="432"/>
                  <a:pt x="650" y="432"/>
                  <a:pt x="648" y="432"/>
                </a:cubicBezTo>
                <a:cubicBezTo>
                  <a:pt x="645" y="432"/>
                  <a:pt x="646" y="432"/>
                  <a:pt x="651" y="434"/>
                </a:cubicBezTo>
                <a:cubicBezTo>
                  <a:pt x="661" y="439"/>
                  <a:pt x="664" y="441"/>
                  <a:pt x="659" y="441"/>
                </a:cubicBezTo>
                <a:cubicBezTo>
                  <a:pt x="657" y="441"/>
                  <a:pt x="654" y="441"/>
                  <a:pt x="649" y="439"/>
                </a:cubicBezTo>
                <a:cubicBezTo>
                  <a:pt x="643" y="439"/>
                  <a:pt x="639" y="438"/>
                  <a:pt x="637" y="438"/>
                </a:cubicBezTo>
                <a:cubicBezTo>
                  <a:pt x="635" y="438"/>
                  <a:pt x="638" y="440"/>
                  <a:pt x="648" y="444"/>
                </a:cubicBezTo>
                <a:cubicBezTo>
                  <a:pt x="659" y="450"/>
                  <a:pt x="659" y="456"/>
                  <a:pt x="651" y="456"/>
                </a:cubicBezTo>
                <a:cubicBezTo>
                  <a:pt x="649" y="456"/>
                  <a:pt x="646" y="456"/>
                  <a:pt x="643" y="455"/>
                </a:cubicBezTo>
                <a:cubicBezTo>
                  <a:pt x="642" y="456"/>
                  <a:pt x="633" y="455"/>
                  <a:pt x="641" y="457"/>
                </a:cubicBezTo>
                <a:lnTo>
                  <a:pt x="633" y="456"/>
                </a:lnTo>
                <a:lnTo>
                  <a:pt x="631" y="460"/>
                </a:lnTo>
                <a:lnTo>
                  <a:pt x="639" y="463"/>
                </a:lnTo>
                <a:cubicBezTo>
                  <a:pt x="631" y="469"/>
                  <a:pt x="624" y="474"/>
                  <a:pt x="618" y="482"/>
                </a:cubicBezTo>
                <a:cubicBezTo>
                  <a:pt x="608" y="499"/>
                  <a:pt x="604" y="501"/>
                  <a:pt x="613" y="505"/>
                </a:cubicBezTo>
                <a:cubicBezTo>
                  <a:pt x="622" y="509"/>
                  <a:pt x="624" y="512"/>
                  <a:pt x="621" y="512"/>
                </a:cubicBezTo>
                <a:cubicBezTo>
                  <a:pt x="620" y="512"/>
                  <a:pt x="616" y="511"/>
                  <a:pt x="611" y="508"/>
                </a:cubicBezTo>
                <a:cubicBezTo>
                  <a:pt x="610" y="508"/>
                  <a:pt x="610" y="508"/>
                  <a:pt x="608" y="508"/>
                </a:cubicBezTo>
                <a:cubicBezTo>
                  <a:pt x="607" y="508"/>
                  <a:pt x="606" y="508"/>
                  <a:pt x="605" y="508"/>
                </a:cubicBezTo>
                <a:cubicBezTo>
                  <a:pt x="602" y="508"/>
                  <a:pt x="599" y="508"/>
                  <a:pt x="598" y="510"/>
                </a:cubicBezTo>
                <a:cubicBezTo>
                  <a:pt x="597" y="512"/>
                  <a:pt x="595" y="514"/>
                  <a:pt x="593" y="514"/>
                </a:cubicBezTo>
                <a:cubicBezTo>
                  <a:pt x="592" y="514"/>
                  <a:pt x="589" y="513"/>
                  <a:pt x="587" y="510"/>
                </a:cubicBezTo>
                <a:lnTo>
                  <a:pt x="586" y="512"/>
                </a:lnTo>
                <a:cubicBezTo>
                  <a:pt x="594" y="524"/>
                  <a:pt x="588" y="533"/>
                  <a:pt x="580" y="533"/>
                </a:cubicBezTo>
                <a:cubicBezTo>
                  <a:pt x="579" y="533"/>
                  <a:pt x="579" y="533"/>
                  <a:pt x="578" y="533"/>
                </a:cubicBezTo>
                <a:cubicBezTo>
                  <a:pt x="575" y="535"/>
                  <a:pt x="574" y="536"/>
                  <a:pt x="576" y="544"/>
                </a:cubicBezTo>
                <a:cubicBezTo>
                  <a:pt x="578" y="549"/>
                  <a:pt x="579" y="551"/>
                  <a:pt x="577" y="551"/>
                </a:cubicBezTo>
                <a:cubicBezTo>
                  <a:pt x="576" y="551"/>
                  <a:pt x="575" y="550"/>
                  <a:pt x="571" y="548"/>
                </a:cubicBezTo>
                <a:cubicBezTo>
                  <a:pt x="569" y="546"/>
                  <a:pt x="566" y="545"/>
                  <a:pt x="564" y="545"/>
                </a:cubicBezTo>
                <a:cubicBezTo>
                  <a:pt x="559" y="545"/>
                  <a:pt x="556" y="548"/>
                  <a:pt x="563" y="556"/>
                </a:cubicBezTo>
                <a:lnTo>
                  <a:pt x="557" y="551"/>
                </a:lnTo>
                <a:cubicBezTo>
                  <a:pt x="555" y="550"/>
                  <a:pt x="554" y="549"/>
                  <a:pt x="554" y="549"/>
                </a:cubicBezTo>
                <a:lnTo>
                  <a:pt x="554" y="549"/>
                </a:lnTo>
                <a:cubicBezTo>
                  <a:pt x="552" y="549"/>
                  <a:pt x="555" y="554"/>
                  <a:pt x="559" y="560"/>
                </a:cubicBezTo>
                <a:cubicBezTo>
                  <a:pt x="564" y="565"/>
                  <a:pt x="566" y="569"/>
                  <a:pt x="565" y="569"/>
                </a:cubicBezTo>
                <a:cubicBezTo>
                  <a:pt x="564" y="569"/>
                  <a:pt x="559" y="564"/>
                  <a:pt x="550" y="555"/>
                </a:cubicBezTo>
                <a:cubicBezTo>
                  <a:pt x="544" y="548"/>
                  <a:pt x="541" y="545"/>
                  <a:pt x="541" y="545"/>
                </a:cubicBezTo>
                <a:lnTo>
                  <a:pt x="541" y="545"/>
                </a:lnTo>
                <a:cubicBezTo>
                  <a:pt x="541" y="545"/>
                  <a:pt x="542" y="547"/>
                  <a:pt x="544" y="549"/>
                </a:cubicBezTo>
                <a:cubicBezTo>
                  <a:pt x="547" y="555"/>
                  <a:pt x="550" y="561"/>
                  <a:pt x="548" y="561"/>
                </a:cubicBezTo>
                <a:cubicBezTo>
                  <a:pt x="547" y="561"/>
                  <a:pt x="546" y="561"/>
                  <a:pt x="544" y="560"/>
                </a:cubicBezTo>
                <a:lnTo>
                  <a:pt x="544" y="560"/>
                </a:lnTo>
                <a:cubicBezTo>
                  <a:pt x="543" y="561"/>
                  <a:pt x="541" y="562"/>
                  <a:pt x="551" y="574"/>
                </a:cubicBezTo>
                <a:cubicBezTo>
                  <a:pt x="556" y="581"/>
                  <a:pt x="554" y="582"/>
                  <a:pt x="552" y="583"/>
                </a:cubicBezTo>
                <a:cubicBezTo>
                  <a:pt x="549" y="580"/>
                  <a:pt x="547" y="574"/>
                  <a:pt x="544" y="570"/>
                </a:cubicBezTo>
                <a:lnTo>
                  <a:pt x="541" y="572"/>
                </a:lnTo>
                <a:cubicBezTo>
                  <a:pt x="541" y="572"/>
                  <a:pt x="541" y="572"/>
                  <a:pt x="540" y="572"/>
                </a:cubicBezTo>
                <a:cubicBezTo>
                  <a:pt x="538" y="572"/>
                  <a:pt x="532" y="568"/>
                  <a:pt x="528" y="561"/>
                </a:cubicBezTo>
                <a:cubicBezTo>
                  <a:pt x="525" y="559"/>
                  <a:pt x="524" y="557"/>
                  <a:pt x="523" y="557"/>
                </a:cubicBezTo>
                <a:lnTo>
                  <a:pt x="523" y="557"/>
                </a:lnTo>
                <a:cubicBezTo>
                  <a:pt x="522" y="557"/>
                  <a:pt x="524" y="561"/>
                  <a:pt x="531" y="568"/>
                </a:cubicBezTo>
                <a:cubicBezTo>
                  <a:pt x="540" y="582"/>
                  <a:pt x="540" y="582"/>
                  <a:pt x="537" y="584"/>
                </a:cubicBezTo>
                <a:cubicBezTo>
                  <a:pt x="536" y="585"/>
                  <a:pt x="535" y="585"/>
                  <a:pt x="534" y="585"/>
                </a:cubicBezTo>
                <a:cubicBezTo>
                  <a:pt x="533" y="585"/>
                  <a:pt x="531" y="584"/>
                  <a:pt x="529" y="580"/>
                </a:cubicBezTo>
                <a:cubicBezTo>
                  <a:pt x="526" y="575"/>
                  <a:pt x="525" y="573"/>
                  <a:pt x="523" y="573"/>
                </a:cubicBezTo>
                <a:cubicBezTo>
                  <a:pt x="523" y="573"/>
                  <a:pt x="522" y="573"/>
                  <a:pt x="521" y="574"/>
                </a:cubicBezTo>
                <a:cubicBezTo>
                  <a:pt x="516" y="576"/>
                  <a:pt x="523" y="601"/>
                  <a:pt x="529" y="616"/>
                </a:cubicBezTo>
                <a:cubicBezTo>
                  <a:pt x="533" y="623"/>
                  <a:pt x="535" y="627"/>
                  <a:pt x="534" y="627"/>
                </a:cubicBezTo>
                <a:cubicBezTo>
                  <a:pt x="534" y="627"/>
                  <a:pt x="532" y="623"/>
                  <a:pt x="528" y="617"/>
                </a:cubicBezTo>
                <a:cubicBezTo>
                  <a:pt x="524" y="612"/>
                  <a:pt x="523" y="611"/>
                  <a:pt x="521" y="611"/>
                </a:cubicBezTo>
                <a:cubicBezTo>
                  <a:pt x="521" y="611"/>
                  <a:pt x="520" y="611"/>
                  <a:pt x="520" y="611"/>
                </a:cubicBezTo>
                <a:cubicBezTo>
                  <a:pt x="516" y="604"/>
                  <a:pt x="517" y="603"/>
                  <a:pt x="520" y="603"/>
                </a:cubicBezTo>
                <a:lnTo>
                  <a:pt x="515" y="595"/>
                </a:lnTo>
                <a:cubicBezTo>
                  <a:pt x="511" y="589"/>
                  <a:pt x="509" y="586"/>
                  <a:pt x="508" y="586"/>
                </a:cubicBezTo>
                <a:lnTo>
                  <a:pt x="508" y="586"/>
                </a:lnTo>
                <a:cubicBezTo>
                  <a:pt x="507" y="586"/>
                  <a:pt x="508" y="590"/>
                  <a:pt x="511" y="598"/>
                </a:cubicBezTo>
                <a:cubicBezTo>
                  <a:pt x="511" y="602"/>
                  <a:pt x="512" y="604"/>
                  <a:pt x="511" y="604"/>
                </a:cubicBezTo>
                <a:cubicBezTo>
                  <a:pt x="511" y="604"/>
                  <a:pt x="509" y="602"/>
                  <a:pt x="507" y="600"/>
                </a:cubicBezTo>
                <a:cubicBezTo>
                  <a:pt x="504" y="595"/>
                  <a:pt x="500" y="591"/>
                  <a:pt x="499" y="591"/>
                </a:cubicBezTo>
                <a:lnTo>
                  <a:pt x="499" y="591"/>
                </a:lnTo>
                <a:cubicBezTo>
                  <a:pt x="498" y="591"/>
                  <a:pt x="498" y="592"/>
                  <a:pt x="500" y="594"/>
                </a:cubicBezTo>
                <a:cubicBezTo>
                  <a:pt x="500" y="594"/>
                  <a:pt x="499" y="594"/>
                  <a:pt x="499" y="594"/>
                </a:cubicBezTo>
                <a:cubicBezTo>
                  <a:pt x="498" y="594"/>
                  <a:pt x="495" y="594"/>
                  <a:pt x="492" y="589"/>
                </a:cubicBezTo>
                <a:cubicBezTo>
                  <a:pt x="488" y="590"/>
                  <a:pt x="486" y="591"/>
                  <a:pt x="489" y="599"/>
                </a:cubicBezTo>
                <a:cubicBezTo>
                  <a:pt x="493" y="605"/>
                  <a:pt x="491" y="607"/>
                  <a:pt x="489" y="607"/>
                </a:cubicBezTo>
                <a:cubicBezTo>
                  <a:pt x="487" y="608"/>
                  <a:pt x="486" y="608"/>
                  <a:pt x="488" y="616"/>
                </a:cubicBezTo>
                <a:cubicBezTo>
                  <a:pt x="492" y="623"/>
                  <a:pt x="493" y="631"/>
                  <a:pt x="488" y="632"/>
                </a:cubicBezTo>
                <a:cubicBezTo>
                  <a:pt x="488" y="636"/>
                  <a:pt x="488" y="639"/>
                  <a:pt x="487" y="639"/>
                </a:cubicBezTo>
                <a:cubicBezTo>
                  <a:pt x="486" y="639"/>
                  <a:pt x="484" y="635"/>
                  <a:pt x="480" y="627"/>
                </a:cubicBezTo>
                <a:cubicBezTo>
                  <a:pt x="478" y="622"/>
                  <a:pt x="477" y="621"/>
                  <a:pt x="475" y="621"/>
                </a:cubicBezTo>
                <a:cubicBezTo>
                  <a:pt x="475" y="621"/>
                  <a:pt x="474" y="621"/>
                  <a:pt x="474" y="621"/>
                </a:cubicBezTo>
                <a:cubicBezTo>
                  <a:pt x="474" y="621"/>
                  <a:pt x="471" y="621"/>
                  <a:pt x="468" y="614"/>
                </a:cubicBezTo>
                <a:cubicBezTo>
                  <a:pt x="467" y="612"/>
                  <a:pt x="466" y="611"/>
                  <a:pt x="466" y="611"/>
                </a:cubicBezTo>
                <a:lnTo>
                  <a:pt x="466" y="611"/>
                </a:lnTo>
                <a:cubicBezTo>
                  <a:pt x="465" y="611"/>
                  <a:pt x="467" y="617"/>
                  <a:pt x="468" y="622"/>
                </a:cubicBezTo>
                <a:lnTo>
                  <a:pt x="473" y="638"/>
                </a:lnTo>
                <a:cubicBezTo>
                  <a:pt x="470" y="638"/>
                  <a:pt x="465" y="623"/>
                  <a:pt x="462" y="616"/>
                </a:cubicBezTo>
                <a:cubicBezTo>
                  <a:pt x="459" y="608"/>
                  <a:pt x="457" y="604"/>
                  <a:pt x="457" y="604"/>
                </a:cubicBezTo>
                <a:lnTo>
                  <a:pt x="457" y="604"/>
                </a:lnTo>
                <a:cubicBezTo>
                  <a:pt x="457" y="604"/>
                  <a:pt x="458" y="608"/>
                  <a:pt x="460" y="616"/>
                </a:cubicBezTo>
                <a:cubicBezTo>
                  <a:pt x="462" y="621"/>
                  <a:pt x="462" y="628"/>
                  <a:pt x="460" y="628"/>
                </a:cubicBezTo>
                <a:cubicBezTo>
                  <a:pt x="460" y="628"/>
                  <a:pt x="458" y="627"/>
                  <a:pt x="457" y="625"/>
                </a:cubicBezTo>
                <a:cubicBezTo>
                  <a:pt x="456" y="625"/>
                  <a:pt x="454" y="625"/>
                  <a:pt x="453" y="625"/>
                </a:cubicBezTo>
                <a:cubicBezTo>
                  <a:pt x="451" y="625"/>
                  <a:pt x="449" y="624"/>
                  <a:pt x="448" y="619"/>
                </a:cubicBezTo>
                <a:cubicBezTo>
                  <a:pt x="447" y="616"/>
                  <a:pt x="446" y="615"/>
                  <a:pt x="446" y="615"/>
                </a:cubicBezTo>
                <a:cubicBezTo>
                  <a:pt x="445" y="615"/>
                  <a:pt x="445" y="619"/>
                  <a:pt x="445" y="619"/>
                </a:cubicBezTo>
                <a:cubicBezTo>
                  <a:pt x="445" y="624"/>
                  <a:pt x="444" y="626"/>
                  <a:pt x="442" y="626"/>
                </a:cubicBezTo>
                <a:cubicBezTo>
                  <a:pt x="441" y="626"/>
                  <a:pt x="439" y="624"/>
                  <a:pt x="436" y="621"/>
                </a:cubicBezTo>
                <a:cubicBezTo>
                  <a:pt x="429" y="613"/>
                  <a:pt x="427" y="609"/>
                  <a:pt x="426" y="609"/>
                </a:cubicBezTo>
                <a:lnTo>
                  <a:pt x="426" y="609"/>
                </a:lnTo>
                <a:cubicBezTo>
                  <a:pt x="425" y="609"/>
                  <a:pt x="425" y="613"/>
                  <a:pt x="427" y="621"/>
                </a:cubicBezTo>
                <a:cubicBezTo>
                  <a:pt x="427" y="626"/>
                  <a:pt x="428" y="631"/>
                  <a:pt x="427" y="631"/>
                </a:cubicBezTo>
                <a:cubicBezTo>
                  <a:pt x="427" y="631"/>
                  <a:pt x="426" y="628"/>
                  <a:pt x="424" y="621"/>
                </a:cubicBezTo>
                <a:cubicBezTo>
                  <a:pt x="424" y="619"/>
                  <a:pt x="423" y="619"/>
                  <a:pt x="423" y="619"/>
                </a:cubicBezTo>
                <a:cubicBezTo>
                  <a:pt x="421" y="619"/>
                  <a:pt x="420" y="624"/>
                  <a:pt x="418" y="630"/>
                </a:cubicBezTo>
                <a:cubicBezTo>
                  <a:pt x="418" y="641"/>
                  <a:pt x="418" y="653"/>
                  <a:pt x="419" y="663"/>
                </a:cubicBezTo>
                <a:cubicBezTo>
                  <a:pt x="419" y="672"/>
                  <a:pt x="420" y="677"/>
                  <a:pt x="419" y="677"/>
                </a:cubicBezTo>
                <a:cubicBezTo>
                  <a:pt x="418" y="677"/>
                  <a:pt x="417" y="674"/>
                  <a:pt x="414" y="671"/>
                </a:cubicBezTo>
                <a:cubicBezTo>
                  <a:pt x="412" y="671"/>
                  <a:pt x="410" y="663"/>
                  <a:pt x="410" y="655"/>
                </a:cubicBezTo>
                <a:cubicBezTo>
                  <a:pt x="410" y="647"/>
                  <a:pt x="411" y="647"/>
                  <a:pt x="411" y="647"/>
                </a:cubicBezTo>
                <a:lnTo>
                  <a:pt x="413" y="647"/>
                </a:lnTo>
                <a:cubicBezTo>
                  <a:pt x="413" y="639"/>
                  <a:pt x="412" y="630"/>
                  <a:pt x="409" y="630"/>
                </a:cubicBezTo>
                <a:cubicBezTo>
                  <a:pt x="408" y="626"/>
                  <a:pt x="407" y="624"/>
                  <a:pt x="406" y="624"/>
                </a:cubicBezTo>
                <a:cubicBezTo>
                  <a:pt x="406" y="624"/>
                  <a:pt x="405" y="626"/>
                  <a:pt x="405" y="630"/>
                </a:cubicBezTo>
                <a:cubicBezTo>
                  <a:pt x="403" y="622"/>
                  <a:pt x="400" y="622"/>
                  <a:pt x="396" y="622"/>
                </a:cubicBezTo>
                <a:cubicBezTo>
                  <a:pt x="393" y="622"/>
                  <a:pt x="387" y="622"/>
                  <a:pt x="386" y="613"/>
                </a:cubicBezTo>
                <a:cubicBezTo>
                  <a:pt x="386" y="613"/>
                  <a:pt x="385" y="613"/>
                  <a:pt x="384" y="613"/>
                </a:cubicBezTo>
                <a:cubicBezTo>
                  <a:pt x="382" y="613"/>
                  <a:pt x="382" y="614"/>
                  <a:pt x="381" y="621"/>
                </a:cubicBezTo>
                <a:cubicBezTo>
                  <a:pt x="380" y="630"/>
                  <a:pt x="379" y="634"/>
                  <a:pt x="378" y="634"/>
                </a:cubicBezTo>
                <a:cubicBezTo>
                  <a:pt x="378" y="634"/>
                  <a:pt x="378" y="632"/>
                  <a:pt x="378" y="629"/>
                </a:cubicBezTo>
                <a:cubicBezTo>
                  <a:pt x="378" y="618"/>
                  <a:pt x="369" y="609"/>
                  <a:pt x="362" y="609"/>
                </a:cubicBezTo>
                <a:cubicBezTo>
                  <a:pt x="358" y="609"/>
                  <a:pt x="355" y="611"/>
                  <a:pt x="354" y="616"/>
                </a:cubicBezTo>
                <a:lnTo>
                  <a:pt x="349" y="614"/>
                </a:lnTo>
                <a:cubicBezTo>
                  <a:pt x="349" y="609"/>
                  <a:pt x="345" y="606"/>
                  <a:pt x="341" y="606"/>
                </a:cubicBezTo>
                <a:cubicBezTo>
                  <a:pt x="339" y="606"/>
                  <a:pt x="336" y="607"/>
                  <a:pt x="335" y="610"/>
                </a:cubicBezTo>
                <a:cubicBezTo>
                  <a:pt x="332" y="609"/>
                  <a:pt x="331" y="609"/>
                  <a:pt x="329" y="608"/>
                </a:cubicBezTo>
                <a:cubicBezTo>
                  <a:pt x="329" y="603"/>
                  <a:pt x="329" y="600"/>
                  <a:pt x="327" y="600"/>
                </a:cubicBezTo>
                <a:cubicBezTo>
                  <a:pt x="326" y="600"/>
                  <a:pt x="325" y="602"/>
                  <a:pt x="322" y="605"/>
                </a:cubicBezTo>
                <a:cubicBezTo>
                  <a:pt x="319" y="610"/>
                  <a:pt x="317" y="615"/>
                  <a:pt x="317" y="615"/>
                </a:cubicBezTo>
                <a:cubicBezTo>
                  <a:pt x="317" y="615"/>
                  <a:pt x="317" y="614"/>
                  <a:pt x="318" y="612"/>
                </a:cubicBezTo>
                <a:cubicBezTo>
                  <a:pt x="321" y="604"/>
                  <a:pt x="318" y="603"/>
                  <a:pt x="311" y="600"/>
                </a:cubicBezTo>
                <a:cubicBezTo>
                  <a:pt x="308" y="599"/>
                  <a:pt x="307" y="598"/>
                  <a:pt x="306" y="598"/>
                </a:cubicBezTo>
                <a:cubicBezTo>
                  <a:pt x="304" y="598"/>
                  <a:pt x="304" y="600"/>
                  <a:pt x="303" y="604"/>
                </a:cubicBezTo>
                <a:cubicBezTo>
                  <a:pt x="301" y="605"/>
                  <a:pt x="299" y="606"/>
                  <a:pt x="298" y="606"/>
                </a:cubicBezTo>
                <a:cubicBezTo>
                  <a:pt x="294" y="606"/>
                  <a:pt x="297" y="600"/>
                  <a:pt x="300" y="594"/>
                </a:cubicBezTo>
                <a:cubicBezTo>
                  <a:pt x="304" y="588"/>
                  <a:pt x="306" y="584"/>
                  <a:pt x="305" y="584"/>
                </a:cubicBezTo>
                <a:lnTo>
                  <a:pt x="305" y="584"/>
                </a:lnTo>
                <a:cubicBezTo>
                  <a:pt x="303" y="584"/>
                  <a:pt x="299" y="588"/>
                  <a:pt x="293" y="599"/>
                </a:cubicBezTo>
                <a:cubicBezTo>
                  <a:pt x="288" y="606"/>
                  <a:pt x="284" y="609"/>
                  <a:pt x="283" y="609"/>
                </a:cubicBezTo>
                <a:cubicBezTo>
                  <a:pt x="282" y="609"/>
                  <a:pt x="282" y="606"/>
                  <a:pt x="284" y="603"/>
                </a:cubicBezTo>
                <a:cubicBezTo>
                  <a:pt x="286" y="599"/>
                  <a:pt x="288" y="598"/>
                  <a:pt x="289" y="598"/>
                </a:cubicBezTo>
                <a:cubicBezTo>
                  <a:pt x="290" y="598"/>
                  <a:pt x="290" y="598"/>
                  <a:pt x="291" y="599"/>
                </a:cubicBezTo>
                <a:lnTo>
                  <a:pt x="299" y="584"/>
                </a:lnTo>
                <a:cubicBezTo>
                  <a:pt x="298" y="584"/>
                  <a:pt x="298" y="584"/>
                  <a:pt x="298" y="584"/>
                </a:cubicBezTo>
                <a:cubicBezTo>
                  <a:pt x="297" y="584"/>
                  <a:pt x="296" y="585"/>
                  <a:pt x="292" y="590"/>
                </a:cubicBezTo>
                <a:cubicBezTo>
                  <a:pt x="292" y="590"/>
                  <a:pt x="292" y="590"/>
                  <a:pt x="292" y="590"/>
                </a:cubicBezTo>
                <a:cubicBezTo>
                  <a:pt x="291" y="590"/>
                  <a:pt x="289" y="590"/>
                  <a:pt x="285" y="594"/>
                </a:cubicBezTo>
                <a:cubicBezTo>
                  <a:pt x="279" y="600"/>
                  <a:pt x="275" y="608"/>
                  <a:pt x="273" y="616"/>
                </a:cubicBezTo>
                <a:cubicBezTo>
                  <a:pt x="271" y="621"/>
                  <a:pt x="270" y="622"/>
                  <a:pt x="269" y="622"/>
                </a:cubicBezTo>
                <a:cubicBezTo>
                  <a:pt x="268" y="622"/>
                  <a:pt x="267" y="622"/>
                  <a:pt x="266" y="621"/>
                </a:cubicBezTo>
                <a:cubicBezTo>
                  <a:pt x="267" y="613"/>
                  <a:pt x="271" y="605"/>
                  <a:pt x="277" y="600"/>
                </a:cubicBezTo>
                <a:cubicBezTo>
                  <a:pt x="279" y="600"/>
                  <a:pt x="283" y="593"/>
                  <a:pt x="288" y="586"/>
                </a:cubicBezTo>
                <a:cubicBezTo>
                  <a:pt x="288" y="585"/>
                  <a:pt x="288" y="584"/>
                  <a:pt x="287" y="584"/>
                </a:cubicBezTo>
                <a:cubicBezTo>
                  <a:pt x="284" y="584"/>
                  <a:pt x="273" y="592"/>
                  <a:pt x="265" y="601"/>
                </a:cubicBezTo>
                <a:cubicBezTo>
                  <a:pt x="266" y="599"/>
                  <a:pt x="268" y="597"/>
                  <a:pt x="270" y="594"/>
                </a:cubicBezTo>
                <a:cubicBezTo>
                  <a:pt x="274" y="586"/>
                  <a:pt x="271" y="585"/>
                  <a:pt x="267" y="583"/>
                </a:cubicBezTo>
                <a:cubicBezTo>
                  <a:pt x="266" y="582"/>
                  <a:pt x="265" y="581"/>
                  <a:pt x="263" y="581"/>
                </a:cubicBezTo>
                <a:cubicBezTo>
                  <a:pt x="262" y="581"/>
                  <a:pt x="261" y="582"/>
                  <a:pt x="258" y="585"/>
                </a:cubicBezTo>
                <a:cubicBezTo>
                  <a:pt x="254" y="592"/>
                  <a:pt x="249" y="598"/>
                  <a:pt x="247" y="598"/>
                </a:cubicBezTo>
                <a:cubicBezTo>
                  <a:pt x="247" y="598"/>
                  <a:pt x="247" y="598"/>
                  <a:pt x="247" y="598"/>
                </a:cubicBezTo>
                <a:lnTo>
                  <a:pt x="247" y="598"/>
                </a:lnTo>
                <a:cubicBezTo>
                  <a:pt x="248" y="599"/>
                  <a:pt x="244" y="606"/>
                  <a:pt x="239" y="612"/>
                </a:cubicBezTo>
                <a:cubicBezTo>
                  <a:pt x="240" y="605"/>
                  <a:pt x="242" y="600"/>
                  <a:pt x="244" y="595"/>
                </a:cubicBezTo>
                <a:cubicBezTo>
                  <a:pt x="250" y="580"/>
                  <a:pt x="253" y="571"/>
                  <a:pt x="247" y="565"/>
                </a:cubicBezTo>
                <a:cubicBezTo>
                  <a:pt x="243" y="563"/>
                  <a:pt x="240" y="556"/>
                  <a:pt x="244" y="552"/>
                </a:cubicBezTo>
                <a:cubicBezTo>
                  <a:pt x="243" y="551"/>
                  <a:pt x="242" y="550"/>
                  <a:pt x="241" y="550"/>
                </a:cubicBezTo>
                <a:cubicBezTo>
                  <a:pt x="240" y="550"/>
                  <a:pt x="238" y="551"/>
                  <a:pt x="235" y="554"/>
                </a:cubicBezTo>
                <a:lnTo>
                  <a:pt x="233" y="551"/>
                </a:lnTo>
                <a:cubicBezTo>
                  <a:pt x="235" y="546"/>
                  <a:pt x="235" y="544"/>
                  <a:pt x="233" y="544"/>
                </a:cubicBezTo>
                <a:lnTo>
                  <a:pt x="233" y="544"/>
                </a:lnTo>
                <a:cubicBezTo>
                  <a:pt x="232" y="544"/>
                  <a:pt x="230" y="545"/>
                  <a:pt x="228" y="547"/>
                </a:cubicBezTo>
                <a:cubicBezTo>
                  <a:pt x="227" y="548"/>
                  <a:pt x="226" y="548"/>
                  <a:pt x="225" y="548"/>
                </a:cubicBezTo>
                <a:cubicBezTo>
                  <a:pt x="223" y="548"/>
                  <a:pt x="226" y="544"/>
                  <a:pt x="225" y="543"/>
                </a:cubicBezTo>
                <a:cubicBezTo>
                  <a:pt x="229" y="536"/>
                  <a:pt x="231" y="533"/>
                  <a:pt x="231" y="533"/>
                </a:cubicBezTo>
                <a:lnTo>
                  <a:pt x="231" y="533"/>
                </a:lnTo>
                <a:cubicBezTo>
                  <a:pt x="230" y="533"/>
                  <a:pt x="226" y="537"/>
                  <a:pt x="217" y="546"/>
                </a:cubicBezTo>
                <a:cubicBezTo>
                  <a:pt x="211" y="552"/>
                  <a:pt x="208" y="561"/>
                  <a:pt x="209" y="562"/>
                </a:cubicBezTo>
                <a:lnTo>
                  <a:pt x="213" y="566"/>
                </a:lnTo>
                <a:lnTo>
                  <a:pt x="203" y="567"/>
                </a:lnTo>
                <a:cubicBezTo>
                  <a:pt x="203" y="567"/>
                  <a:pt x="203" y="567"/>
                  <a:pt x="202" y="567"/>
                </a:cubicBezTo>
                <a:cubicBezTo>
                  <a:pt x="199" y="567"/>
                  <a:pt x="192" y="569"/>
                  <a:pt x="187" y="574"/>
                </a:cubicBezTo>
                <a:cubicBezTo>
                  <a:pt x="187" y="574"/>
                  <a:pt x="182" y="578"/>
                  <a:pt x="180" y="578"/>
                </a:cubicBezTo>
                <a:cubicBezTo>
                  <a:pt x="180" y="578"/>
                  <a:pt x="180" y="578"/>
                  <a:pt x="180" y="577"/>
                </a:cubicBezTo>
                <a:lnTo>
                  <a:pt x="192" y="566"/>
                </a:lnTo>
                <a:cubicBezTo>
                  <a:pt x="199" y="563"/>
                  <a:pt x="206" y="557"/>
                  <a:pt x="211" y="552"/>
                </a:cubicBezTo>
                <a:cubicBezTo>
                  <a:pt x="218" y="543"/>
                  <a:pt x="222" y="536"/>
                  <a:pt x="219" y="536"/>
                </a:cubicBezTo>
                <a:lnTo>
                  <a:pt x="219" y="536"/>
                </a:lnTo>
                <a:cubicBezTo>
                  <a:pt x="218" y="536"/>
                  <a:pt x="216" y="537"/>
                  <a:pt x="212" y="540"/>
                </a:cubicBezTo>
                <a:cubicBezTo>
                  <a:pt x="211" y="539"/>
                  <a:pt x="211" y="539"/>
                  <a:pt x="216" y="533"/>
                </a:cubicBezTo>
                <a:cubicBezTo>
                  <a:pt x="219" y="530"/>
                  <a:pt x="220" y="528"/>
                  <a:pt x="219" y="528"/>
                </a:cubicBezTo>
                <a:lnTo>
                  <a:pt x="219" y="528"/>
                </a:lnTo>
                <a:cubicBezTo>
                  <a:pt x="218" y="528"/>
                  <a:pt x="214" y="530"/>
                  <a:pt x="207" y="535"/>
                </a:cubicBezTo>
                <a:cubicBezTo>
                  <a:pt x="201" y="538"/>
                  <a:pt x="198" y="540"/>
                  <a:pt x="196" y="540"/>
                </a:cubicBezTo>
                <a:cubicBezTo>
                  <a:pt x="195" y="540"/>
                  <a:pt x="197" y="536"/>
                  <a:pt x="204" y="529"/>
                </a:cubicBezTo>
                <a:cubicBezTo>
                  <a:pt x="212" y="520"/>
                  <a:pt x="211" y="514"/>
                  <a:pt x="208" y="514"/>
                </a:cubicBezTo>
                <a:cubicBezTo>
                  <a:pt x="206" y="514"/>
                  <a:pt x="205" y="515"/>
                  <a:pt x="203" y="516"/>
                </a:cubicBezTo>
                <a:cubicBezTo>
                  <a:pt x="198" y="519"/>
                  <a:pt x="195" y="521"/>
                  <a:pt x="193" y="521"/>
                </a:cubicBezTo>
                <a:cubicBezTo>
                  <a:pt x="190" y="521"/>
                  <a:pt x="190" y="518"/>
                  <a:pt x="193" y="514"/>
                </a:cubicBezTo>
                <a:cubicBezTo>
                  <a:pt x="197" y="510"/>
                  <a:pt x="198" y="507"/>
                  <a:pt x="195" y="507"/>
                </a:cubicBezTo>
                <a:cubicBezTo>
                  <a:pt x="194" y="507"/>
                  <a:pt x="192" y="508"/>
                  <a:pt x="190" y="509"/>
                </a:cubicBezTo>
                <a:cubicBezTo>
                  <a:pt x="196" y="505"/>
                  <a:pt x="201" y="501"/>
                  <a:pt x="198" y="501"/>
                </a:cubicBezTo>
                <a:cubicBezTo>
                  <a:pt x="198" y="501"/>
                  <a:pt x="197" y="501"/>
                  <a:pt x="196" y="501"/>
                </a:cubicBezTo>
                <a:cubicBezTo>
                  <a:pt x="196" y="501"/>
                  <a:pt x="195" y="501"/>
                  <a:pt x="195" y="501"/>
                </a:cubicBezTo>
                <a:cubicBezTo>
                  <a:pt x="194" y="501"/>
                  <a:pt x="192" y="502"/>
                  <a:pt x="188" y="506"/>
                </a:cubicBezTo>
                <a:lnTo>
                  <a:pt x="172" y="510"/>
                </a:lnTo>
                <a:cubicBezTo>
                  <a:pt x="173" y="512"/>
                  <a:pt x="166" y="516"/>
                  <a:pt x="160" y="520"/>
                </a:cubicBezTo>
                <a:cubicBezTo>
                  <a:pt x="159" y="521"/>
                  <a:pt x="158" y="521"/>
                  <a:pt x="157" y="521"/>
                </a:cubicBezTo>
                <a:cubicBezTo>
                  <a:pt x="154" y="521"/>
                  <a:pt x="158" y="510"/>
                  <a:pt x="175" y="498"/>
                </a:cubicBezTo>
                <a:lnTo>
                  <a:pt x="188" y="487"/>
                </a:lnTo>
                <a:lnTo>
                  <a:pt x="173" y="494"/>
                </a:lnTo>
                <a:cubicBezTo>
                  <a:pt x="172" y="492"/>
                  <a:pt x="171" y="490"/>
                  <a:pt x="179" y="487"/>
                </a:cubicBezTo>
                <a:cubicBezTo>
                  <a:pt x="185" y="483"/>
                  <a:pt x="185" y="483"/>
                  <a:pt x="185" y="481"/>
                </a:cubicBezTo>
                <a:cubicBezTo>
                  <a:pt x="185" y="481"/>
                  <a:pt x="185" y="481"/>
                  <a:pt x="185" y="481"/>
                </a:cubicBezTo>
                <a:cubicBezTo>
                  <a:pt x="184" y="481"/>
                  <a:pt x="182" y="481"/>
                  <a:pt x="178" y="483"/>
                </a:cubicBezTo>
                <a:cubicBezTo>
                  <a:pt x="170" y="487"/>
                  <a:pt x="166" y="489"/>
                  <a:pt x="165" y="489"/>
                </a:cubicBezTo>
                <a:cubicBezTo>
                  <a:pt x="165" y="489"/>
                  <a:pt x="167" y="487"/>
                  <a:pt x="170" y="485"/>
                </a:cubicBezTo>
                <a:cubicBezTo>
                  <a:pt x="178" y="480"/>
                  <a:pt x="181" y="477"/>
                  <a:pt x="178" y="477"/>
                </a:cubicBezTo>
                <a:cubicBezTo>
                  <a:pt x="176" y="477"/>
                  <a:pt x="173" y="478"/>
                  <a:pt x="167" y="480"/>
                </a:cubicBezTo>
                <a:cubicBezTo>
                  <a:pt x="160" y="483"/>
                  <a:pt x="156" y="485"/>
                  <a:pt x="156" y="485"/>
                </a:cubicBezTo>
                <a:cubicBezTo>
                  <a:pt x="155" y="485"/>
                  <a:pt x="159" y="482"/>
                  <a:pt x="166" y="478"/>
                </a:cubicBezTo>
                <a:cubicBezTo>
                  <a:pt x="173" y="474"/>
                  <a:pt x="180" y="470"/>
                  <a:pt x="180" y="468"/>
                </a:cubicBezTo>
                <a:lnTo>
                  <a:pt x="180" y="468"/>
                </a:lnTo>
                <a:lnTo>
                  <a:pt x="172" y="471"/>
                </a:lnTo>
                <a:cubicBezTo>
                  <a:pt x="165" y="474"/>
                  <a:pt x="162" y="475"/>
                  <a:pt x="160" y="475"/>
                </a:cubicBezTo>
                <a:cubicBezTo>
                  <a:pt x="158" y="475"/>
                  <a:pt x="159" y="473"/>
                  <a:pt x="163" y="471"/>
                </a:cubicBezTo>
                <a:cubicBezTo>
                  <a:pt x="171" y="468"/>
                  <a:pt x="171" y="466"/>
                  <a:pt x="162" y="465"/>
                </a:cubicBezTo>
                <a:cubicBezTo>
                  <a:pt x="161" y="462"/>
                  <a:pt x="160" y="460"/>
                  <a:pt x="167" y="457"/>
                </a:cubicBezTo>
                <a:cubicBezTo>
                  <a:pt x="176" y="454"/>
                  <a:pt x="180" y="453"/>
                  <a:pt x="179" y="453"/>
                </a:cubicBezTo>
                <a:lnTo>
                  <a:pt x="179" y="453"/>
                </a:lnTo>
                <a:cubicBezTo>
                  <a:pt x="178" y="453"/>
                  <a:pt x="174" y="454"/>
                  <a:pt x="166" y="455"/>
                </a:cubicBezTo>
                <a:cubicBezTo>
                  <a:pt x="164" y="456"/>
                  <a:pt x="162" y="456"/>
                  <a:pt x="161" y="456"/>
                </a:cubicBezTo>
                <a:cubicBezTo>
                  <a:pt x="159" y="456"/>
                  <a:pt x="160" y="454"/>
                  <a:pt x="165" y="450"/>
                </a:cubicBezTo>
                <a:cubicBezTo>
                  <a:pt x="173" y="446"/>
                  <a:pt x="173" y="446"/>
                  <a:pt x="164" y="446"/>
                </a:cubicBezTo>
                <a:cubicBezTo>
                  <a:pt x="148" y="451"/>
                  <a:pt x="142" y="453"/>
                  <a:pt x="142" y="455"/>
                </a:cubicBezTo>
                <a:cubicBezTo>
                  <a:pt x="142" y="457"/>
                  <a:pt x="142" y="457"/>
                  <a:pt x="135" y="460"/>
                </a:cubicBezTo>
                <a:cubicBezTo>
                  <a:pt x="135" y="460"/>
                  <a:pt x="134" y="457"/>
                  <a:pt x="134" y="455"/>
                </a:cubicBezTo>
                <a:cubicBezTo>
                  <a:pt x="133" y="453"/>
                  <a:pt x="133" y="452"/>
                  <a:pt x="124" y="450"/>
                </a:cubicBezTo>
                <a:cubicBezTo>
                  <a:pt x="122" y="449"/>
                  <a:pt x="119" y="449"/>
                  <a:pt x="117" y="449"/>
                </a:cubicBezTo>
                <a:cubicBezTo>
                  <a:pt x="109" y="449"/>
                  <a:pt x="102" y="451"/>
                  <a:pt x="109" y="453"/>
                </a:cubicBezTo>
                <a:lnTo>
                  <a:pt x="101" y="457"/>
                </a:lnTo>
                <a:cubicBezTo>
                  <a:pt x="85" y="461"/>
                  <a:pt x="81" y="465"/>
                  <a:pt x="87" y="465"/>
                </a:cubicBezTo>
                <a:cubicBezTo>
                  <a:pt x="89" y="465"/>
                  <a:pt x="95" y="464"/>
                  <a:pt x="102" y="462"/>
                </a:cubicBezTo>
                <a:cubicBezTo>
                  <a:pt x="114" y="459"/>
                  <a:pt x="120" y="457"/>
                  <a:pt x="121" y="457"/>
                </a:cubicBezTo>
                <a:lnTo>
                  <a:pt x="121" y="457"/>
                </a:lnTo>
                <a:cubicBezTo>
                  <a:pt x="122" y="457"/>
                  <a:pt x="119" y="459"/>
                  <a:pt x="111" y="462"/>
                </a:cubicBezTo>
                <a:cubicBezTo>
                  <a:pt x="96" y="466"/>
                  <a:pt x="96" y="469"/>
                  <a:pt x="97" y="471"/>
                </a:cubicBezTo>
                <a:cubicBezTo>
                  <a:pt x="98" y="473"/>
                  <a:pt x="97" y="473"/>
                  <a:pt x="90" y="475"/>
                </a:cubicBezTo>
                <a:cubicBezTo>
                  <a:pt x="82" y="479"/>
                  <a:pt x="74" y="483"/>
                  <a:pt x="75" y="485"/>
                </a:cubicBezTo>
                <a:cubicBezTo>
                  <a:pt x="76" y="487"/>
                  <a:pt x="76" y="488"/>
                  <a:pt x="77" y="488"/>
                </a:cubicBezTo>
                <a:cubicBezTo>
                  <a:pt x="79" y="488"/>
                  <a:pt x="81" y="487"/>
                  <a:pt x="84" y="485"/>
                </a:cubicBezTo>
                <a:cubicBezTo>
                  <a:pt x="86" y="484"/>
                  <a:pt x="88" y="484"/>
                  <a:pt x="89" y="484"/>
                </a:cubicBezTo>
                <a:lnTo>
                  <a:pt x="89" y="484"/>
                </a:lnTo>
                <a:cubicBezTo>
                  <a:pt x="91" y="484"/>
                  <a:pt x="88" y="488"/>
                  <a:pt x="78" y="493"/>
                </a:cubicBezTo>
                <a:cubicBezTo>
                  <a:pt x="74" y="496"/>
                  <a:pt x="73" y="498"/>
                  <a:pt x="74" y="498"/>
                </a:cubicBezTo>
                <a:cubicBezTo>
                  <a:pt x="75" y="498"/>
                  <a:pt x="79" y="496"/>
                  <a:pt x="87" y="493"/>
                </a:cubicBezTo>
                <a:cubicBezTo>
                  <a:pt x="91" y="492"/>
                  <a:pt x="95" y="491"/>
                  <a:pt x="97" y="491"/>
                </a:cubicBezTo>
                <a:cubicBezTo>
                  <a:pt x="101" y="491"/>
                  <a:pt x="99" y="495"/>
                  <a:pt x="89" y="500"/>
                </a:cubicBezTo>
                <a:lnTo>
                  <a:pt x="91" y="505"/>
                </a:lnTo>
                <a:cubicBezTo>
                  <a:pt x="92" y="506"/>
                  <a:pt x="92" y="506"/>
                  <a:pt x="94" y="506"/>
                </a:cubicBezTo>
                <a:cubicBezTo>
                  <a:pt x="96" y="506"/>
                  <a:pt x="101" y="504"/>
                  <a:pt x="107" y="501"/>
                </a:cubicBezTo>
                <a:cubicBezTo>
                  <a:pt x="115" y="498"/>
                  <a:pt x="118" y="496"/>
                  <a:pt x="119" y="496"/>
                </a:cubicBezTo>
                <a:lnTo>
                  <a:pt x="119" y="496"/>
                </a:lnTo>
                <a:cubicBezTo>
                  <a:pt x="120" y="496"/>
                  <a:pt x="118" y="497"/>
                  <a:pt x="115" y="500"/>
                </a:cubicBezTo>
                <a:cubicBezTo>
                  <a:pt x="111" y="503"/>
                  <a:pt x="106" y="507"/>
                  <a:pt x="101" y="509"/>
                </a:cubicBezTo>
                <a:cubicBezTo>
                  <a:pt x="93" y="512"/>
                  <a:pt x="95" y="515"/>
                  <a:pt x="96" y="517"/>
                </a:cubicBezTo>
                <a:cubicBezTo>
                  <a:pt x="97" y="519"/>
                  <a:pt x="98" y="521"/>
                  <a:pt x="101" y="521"/>
                </a:cubicBezTo>
                <a:cubicBezTo>
                  <a:pt x="103" y="521"/>
                  <a:pt x="104" y="521"/>
                  <a:pt x="106" y="520"/>
                </a:cubicBezTo>
                <a:lnTo>
                  <a:pt x="106" y="520"/>
                </a:lnTo>
                <a:lnTo>
                  <a:pt x="99" y="524"/>
                </a:lnTo>
                <a:cubicBezTo>
                  <a:pt x="100" y="525"/>
                  <a:pt x="96" y="528"/>
                  <a:pt x="97" y="528"/>
                </a:cubicBezTo>
                <a:cubicBezTo>
                  <a:pt x="97" y="528"/>
                  <a:pt x="98" y="527"/>
                  <a:pt x="100" y="526"/>
                </a:cubicBezTo>
                <a:lnTo>
                  <a:pt x="100" y="526"/>
                </a:lnTo>
                <a:cubicBezTo>
                  <a:pt x="100" y="526"/>
                  <a:pt x="101" y="528"/>
                  <a:pt x="97" y="537"/>
                </a:cubicBezTo>
                <a:cubicBezTo>
                  <a:pt x="94" y="541"/>
                  <a:pt x="96" y="543"/>
                  <a:pt x="100" y="543"/>
                </a:cubicBezTo>
                <a:cubicBezTo>
                  <a:pt x="105" y="543"/>
                  <a:pt x="114" y="539"/>
                  <a:pt x="120" y="530"/>
                </a:cubicBezTo>
                <a:lnTo>
                  <a:pt x="121" y="533"/>
                </a:lnTo>
                <a:cubicBezTo>
                  <a:pt x="122" y="533"/>
                  <a:pt x="122" y="533"/>
                  <a:pt x="122" y="533"/>
                </a:cubicBezTo>
                <a:cubicBezTo>
                  <a:pt x="124" y="533"/>
                  <a:pt x="129" y="530"/>
                  <a:pt x="129" y="530"/>
                </a:cubicBezTo>
                <a:cubicBezTo>
                  <a:pt x="132" y="528"/>
                  <a:pt x="134" y="528"/>
                  <a:pt x="135" y="528"/>
                </a:cubicBezTo>
                <a:cubicBezTo>
                  <a:pt x="137" y="528"/>
                  <a:pt x="138" y="529"/>
                  <a:pt x="138" y="530"/>
                </a:cubicBezTo>
                <a:lnTo>
                  <a:pt x="125" y="538"/>
                </a:lnTo>
                <a:cubicBezTo>
                  <a:pt x="109" y="545"/>
                  <a:pt x="102" y="552"/>
                  <a:pt x="107" y="552"/>
                </a:cubicBezTo>
                <a:cubicBezTo>
                  <a:pt x="109" y="552"/>
                  <a:pt x="113" y="550"/>
                  <a:pt x="120" y="547"/>
                </a:cubicBezTo>
                <a:lnTo>
                  <a:pt x="120" y="547"/>
                </a:lnTo>
                <a:lnTo>
                  <a:pt x="113" y="552"/>
                </a:lnTo>
                <a:cubicBezTo>
                  <a:pt x="106" y="555"/>
                  <a:pt x="108" y="557"/>
                  <a:pt x="117" y="557"/>
                </a:cubicBezTo>
                <a:cubicBezTo>
                  <a:pt x="117" y="558"/>
                  <a:pt x="118" y="558"/>
                  <a:pt x="118" y="558"/>
                </a:cubicBezTo>
                <a:cubicBezTo>
                  <a:pt x="122" y="558"/>
                  <a:pt x="135" y="552"/>
                  <a:pt x="141" y="548"/>
                </a:cubicBezTo>
                <a:cubicBezTo>
                  <a:pt x="144" y="546"/>
                  <a:pt x="146" y="545"/>
                  <a:pt x="147" y="545"/>
                </a:cubicBezTo>
                <a:cubicBezTo>
                  <a:pt x="148" y="545"/>
                  <a:pt x="148" y="546"/>
                  <a:pt x="148" y="546"/>
                </a:cubicBezTo>
                <a:cubicBezTo>
                  <a:pt x="150" y="548"/>
                  <a:pt x="150" y="548"/>
                  <a:pt x="143" y="553"/>
                </a:cubicBezTo>
                <a:cubicBezTo>
                  <a:pt x="134" y="559"/>
                  <a:pt x="132" y="562"/>
                  <a:pt x="135" y="562"/>
                </a:cubicBezTo>
                <a:cubicBezTo>
                  <a:pt x="137" y="562"/>
                  <a:pt x="141" y="561"/>
                  <a:pt x="146" y="558"/>
                </a:cubicBezTo>
                <a:lnTo>
                  <a:pt x="146" y="558"/>
                </a:lnTo>
                <a:lnTo>
                  <a:pt x="139" y="564"/>
                </a:lnTo>
                <a:cubicBezTo>
                  <a:pt x="134" y="568"/>
                  <a:pt x="128" y="575"/>
                  <a:pt x="142" y="581"/>
                </a:cubicBezTo>
                <a:cubicBezTo>
                  <a:pt x="148" y="589"/>
                  <a:pt x="153" y="594"/>
                  <a:pt x="147" y="600"/>
                </a:cubicBezTo>
                <a:cubicBezTo>
                  <a:pt x="145" y="602"/>
                  <a:pt x="146" y="603"/>
                  <a:pt x="148" y="603"/>
                </a:cubicBezTo>
                <a:cubicBezTo>
                  <a:pt x="153" y="603"/>
                  <a:pt x="165" y="600"/>
                  <a:pt x="174" y="595"/>
                </a:cubicBezTo>
                <a:lnTo>
                  <a:pt x="174" y="595"/>
                </a:lnTo>
                <a:cubicBezTo>
                  <a:pt x="169" y="601"/>
                  <a:pt x="171" y="602"/>
                  <a:pt x="174" y="605"/>
                </a:cubicBezTo>
                <a:cubicBezTo>
                  <a:pt x="179" y="611"/>
                  <a:pt x="179" y="611"/>
                  <a:pt x="173" y="617"/>
                </a:cubicBezTo>
                <a:cubicBezTo>
                  <a:pt x="167" y="622"/>
                  <a:pt x="163" y="625"/>
                  <a:pt x="164" y="625"/>
                </a:cubicBezTo>
                <a:cubicBezTo>
                  <a:pt x="165" y="625"/>
                  <a:pt x="168" y="623"/>
                  <a:pt x="175" y="619"/>
                </a:cubicBezTo>
                <a:cubicBezTo>
                  <a:pt x="179" y="616"/>
                  <a:pt x="181" y="615"/>
                  <a:pt x="183" y="615"/>
                </a:cubicBezTo>
                <a:cubicBezTo>
                  <a:pt x="187" y="615"/>
                  <a:pt x="185" y="623"/>
                  <a:pt x="176" y="632"/>
                </a:cubicBezTo>
                <a:cubicBezTo>
                  <a:pt x="172" y="638"/>
                  <a:pt x="173" y="640"/>
                  <a:pt x="178" y="644"/>
                </a:cubicBezTo>
                <a:cubicBezTo>
                  <a:pt x="180" y="642"/>
                  <a:pt x="182" y="641"/>
                  <a:pt x="184" y="641"/>
                </a:cubicBezTo>
                <a:cubicBezTo>
                  <a:pt x="187" y="641"/>
                  <a:pt x="190" y="644"/>
                  <a:pt x="192" y="646"/>
                </a:cubicBezTo>
                <a:cubicBezTo>
                  <a:pt x="195" y="648"/>
                  <a:pt x="196" y="649"/>
                  <a:pt x="198" y="649"/>
                </a:cubicBezTo>
                <a:cubicBezTo>
                  <a:pt x="200" y="649"/>
                  <a:pt x="202" y="646"/>
                  <a:pt x="208" y="638"/>
                </a:cubicBezTo>
                <a:cubicBezTo>
                  <a:pt x="214" y="630"/>
                  <a:pt x="218" y="628"/>
                  <a:pt x="220" y="628"/>
                </a:cubicBezTo>
                <a:cubicBezTo>
                  <a:pt x="221" y="628"/>
                  <a:pt x="222" y="628"/>
                  <a:pt x="224" y="629"/>
                </a:cubicBezTo>
                <a:cubicBezTo>
                  <a:pt x="226" y="631"/>
                  <a:pt x="228" y="632"/>
                  <a:pt x="222" y="639"/>
                </a:cubicBezTo>
                <a:cubicBezTo>
                  <a:pt x="222" y="639"/>
                  <a:pt x="220" y="647"/>
                  <a:pt x="222" y="648"/>
                </a:cubicBezTo>
                <a:cubicBezTo>
                  <a:pt x="224" y="650"/>
                  <a:pt x="226" y="651"/>
                  <a:pt x="221" y="658"/>
                </a:cubicBezTo>
                <a:cubicBezTo>
                  <a:pt x="221" y="658"/>
                  <a:pt x="219" y="666"/>
                  <a:pt x="224" y="669"/>
                </a:cubicBezTo>
                <a:cubicBezTo>
                  <a:pt x="228" y="672"/>
                  <a:pt x="233" y="675"/>
                  <a:pt x="228" y="682"/>
                </a:cubicBezTo>
                <a:cubicBezTo>
                  <a:pt x="229" y="682"/>
                  <a:pt x="229" y="682"/>
                  <a:pt x="230" y="682"/>
                </a:cubicBezTo>
                <a:cubicBezTo>
                  <a:pt x="231" y="682"/>
                  <a:pt x="232" y="681"/>
                  <a:pt x="235" y="676"/>
                </a:cubicBezTo>
                <a:cubicBezTo>
                  <a:pt x="237" y="672"/>
                  <a:pt x="240" y="669"/>
                  <a:pt x="243" y="669"/>
                </a:cubicBezTo>
                <a:cubicBezTo>
                  <a:pt x="245" y="669"/>
                  <a:pt x="247" y="671"/>
                  <a:pt x="249" y="676"/>
                </a:cubicBezTo>
                <a:cubicBezTo>
                  <a:pt x="252" y="677"/>
                  <a:pt x="255" y="679"/>
                  <a:pt x="258" y="679"/>
                </a:cubicBezTo>
                <a:cubicBezTo>
                  <a:pt x="260" y="679"/>
                  <a:pt x="262" y="678"/>
                  <a:pt x="264" y="675"/>
                </a:cubicBezTo>
                <a:lnTo>
                  <a:pt x="264" y="675"/>
                </a:lnTo>
                <a:cubicBezTo>
                  <a:pt x="266" y="676"/>
                  <a:pt x="266" y="676"/>
                  <a:pt x="263" y="683"/>
                </a:cubicBezTo>
                <a:cubicBezTo>
                  <a:pt x="258" y="691"/>
                  <a:pt x="258" y="696"/>
                  <a:pt x="261" y="696"/>
                </a:cubicBezTo>
                <a:cubicBezTo>
                  <a:pt x="263" y="696"/>
                  <a:pt x="267" y="693"/>
                  <a:pt x="272" y="687"/>
                </a:cubicBezTo>
                <a:cubicBezTo>
                  <a:pt x="273" y="684"/>
                  <a:pt x="275" y="683"/>
                  <a:pt x="275" y="683"/>
                </a:cubicBezTo>
                <a:cubicBezTo>
                  <a:pt x="276" y="683"/>
                  <a:pt x="277" y="685"/>
                  <a:pt x="276" y="690"/>
                </a:cubicBezTo>
                <a:cubicBezTo>
                  <a:pt x="276" y="690"/>
                  <a:pt x="277" y="690"/>
                  <a:pt x="277" y="690"/>
                </a:cubicBezTo>
                <a:cubicBezTo>
                  <a:pt x="279" y="690"/>
                  <a:pt x="281" y="689"/>
                  <a:pt x="284" y="685"/>
                </a:cubicBezTo>
                <a:cubicBezTo>
                  <a:pt x="287" y="682"/>
                  <a:pt x="288" y="680"/>
                  <a:pt x="289" y="680"/>
                </a:cubicBezTo>
                <a:cubicBezTo>
                  <a:pt x="290" y="680"/>
                  <a:pt x="290" y="683"/>
                  <a:pt x="291" y="687"/>
                </a:cubicBezTo>
                <a:cubicBezTo>
                  <a:pt x="289" y="695"/>
                  <a:pt x="291" y="696"/>
                  <a:pt x="293" y="697"/>
                </a:cubicBezTo>
                <a:cubicBezTo>
                  <a:pt x="295" y="696"/>
                  <a:pt x="297" y="696"/>
                  <a:pt x="300" y="696"/>
                </a:cubicBezTo>
                <a:cubicBezTo>
                  <a:pt x="311" y="696"/>
                  <a:pt x="326" y="702"/>
                  <a:pt x="327" y="709"/>
                </a:cubicBezTo>
                <a:cubicBezTo>
                  <a:pt x="330" y="703"/>
                  <a:pt x="331" y="701"/>
                  <a:pt x="332" y="701"/>
                </a:cubicBezTo>
                <a:cubicBezTo>
                  <a:pt x="332" y="701"/>
                  <a:pt x="333" y="702"/>
                  <a:pt x="333" y="702"/>
                </a:cubicBezTo>
                <a:cubicBezTo>
                  <a:pt x="333" y="709"/>
                  <a:pt x="333" y="711"/>
                  <a:pt x="334" y="711"/>
                </a:cubicBezTo>
                <a:cubicBezTo>
                  <a:pt x="336" y="711"/>
                  <a:pt x="338" y="705"/>
                  <a:pt x="340" y="695"/>
                </a:cubicBezTo>
                <a:lnTo>
                  <a:pt x="338" y="694"/>
                </a:lnTo>
                <a:lnTo>
                  <a:pt x="336" y="694"/>
                </a:lnTo>
                <a:cubicBezTo>
                  <a:pt x="337" y="687"/>
                  <a:pt x="339" y="684"/>
                  <a:pt x="341" y="684"/>
                </a:cubicBezTo>
                <a:cubicBezTo>
                  <a:pt x="343" y="684"/>
                  <a:pt x="344" y="690"/>
                  <a:pt x="341" y="704"/>
                </a:cubicBezTo>
                <a:cubicBezTo>
                  <a:pt x="341" y="712"/>
                  <a:pt x="340" y="716"/>
                  <a:pt x="341" y="716"/>
                </a:cubicBezTo>
                <a:cubicBezTo>
                  <a:pt x="342" y="716"/>
                  <a:pt x="343" y="712"/>
                  <a:pt x="346" y="705"/>
                </a:cubicBezTo>
                <a:cubicBezTo>
                  <a:pt x="349" y="698"/>
                  <a:pt x="351" y="694"/>
                  <a:pt x="352" y="694"/>
                </a:cubicBezTo>
                <a:cubicBezTo>
                  <a:pt x="353" y="694"/>
                  <a:pt x="353" y="698"/>
                  <a:pt x="353" y="706"/>
                </a:cubicBezTo>
                <a:cubicBezTo>
                  <a:pt x="351" y="714"/>
                  <a:pt x="351" y="718"/>
                  <a:pt x="351" y="718"/>
                </a:cubicBezTo>
                <a:cubicBezTo>
                  <a:pt x="352" y="718"/>
                  <a:pt x="353" y="714"/>
                  <a:pt x="356" y="706"/>
                </a:cubicBezTo>
                <a:cubicBezTo>
                  <a:pt x="361" y="689"/>
                  <a:pt x="366" y="679"/>
                  <a:pt x="368" y="679"/>
                </a:cubicBezTo>
                <a:cubicBezTo>
                  <a:pt x="370" y="679"/>
                  <a:pt x="370" y="686"/>
                  <a:pt x="368" y="701"/>
                </a:cubicBezTo>
                <a:cubicBezTo>
                  <a:pt x="367" y="717"/>
                  <a:pt x="368" y="724"/>
                  <a:pt x="372" y="726"/>
                </a:cubicBezTo>
                <a:cubicBezTo>
                  <a:pt x="374" y="726"/>
                  <a:pt x="375" y="718"/>
                  <a:pt x="375" y="710"/>
                </a:cubicBezTo>
                <a:cubicBezTo>
                  <a:pt x="374" y="701"/>
                  <a:pt x="375" y="697"/>
                  <a:pt x="376" y="697"/>
                </a:cubicBezTo>
                <a:cubicBezTo>
                  <a:pt x="377" y="697"/>
                  <a:pt x="378" y="701"/>
                  <a:pt x="381" y="710"/>
                </a:cubicBezTo>
                <a:cubicBezTo>
                  <a:pt x="384" y="724"/>
                  <a:pt x="387" y="730"/>
                  <a:pt x="391" y="730"/>
                </a:cubicBezTo>
                <a:cubicBezTo>
                  <a:pt x="394" y="730"/>
                  <a:pt x="397" y="726"/>
                  <a:pt x="400" y="719"/>
                </a:cubicBezTo>
                <a:cubicBezTo>
                  <a:pt x="405" y="711"/>
                  <a:pt x="409" y="707"/>
                  <a:pt x="412" y="707"/>
                </a:cubicBezTo>
                <a:cubicBezTo>
                  <a:pt x="414" y="707"/>
                  <a:pt x="414" y="711"/>
                  <a:pt x="411" y="719"/>
                </a:cubicBezTo>
                <a:cubicBezTo>
                  <a:pt x="408" y="729"/>
                  <a:pt x="406" y="733"/>
                  <a:pt x="407" y="733"/>
                </a:cubicBezTo>
                <a:cubicBezTo>
                  <a:pt x="407" y="733"/>
                  <a:pt x="409" y="730"/>
                  <a:pt x="411" y="727"/>
                </a:cubicBezTo>
                <a:lnTo>
                  <a:pt x="424" y="727"/>
                </a:lnTo>
                <a:cubicBezTo>
                  <a:pt x="427" y="727"/>
                  <a:pt x="429" y="719"/>
                  <a:pt x="428" y="711"/>
                </a:cubicBezTo>
                <a:lnTo>
                  <a:pt x="428" y="711"/>
                </a:lnTo>
                <a:cubicBezTo>
                  <a:pt x="430" y="720"/>
                  <a:pt x="433" y="727"/>
                  <a:pt x="436" y="727"/>
                </a:cubicBezTo>
                <a:cubicBezTo>
                  <a:pt x="438" y="727"/>
                  <a:pt x="440" y="724"/>
                  <a:pt x="441" y="718"/>
                </a:cubicBezTo>
                <a:lnTo>
                  <a:pt x="447" y="717"/>
                </a:lnTo>
                <a:cubicBezTo>
                  <a:pt x="449" y="717"/>
                  <a:pt x="449" y="717"/>
                  <a:pt x="450" y="708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4"/>
                  <a:pt x="456" y="710"/>
                  <a:pt x="459" y="715"/>
                </a:cubicBezTo>
                <a:cubicBezTo>
                  <a:pt x="462" y="721"/>
                  <a:pt x="465" y="726"/>
                  <a:pt x="466" y="726"/>
                </a:cubicBezTo>
                <a:cubicBezTo>
                  <a:pt x="467" y="726"/>
                  <a:pt x="467" y="725"/>
                  <a:pt x="466" y="722"/>
                </a:cubicBezTo>
                <a:cubicBezTo>
                  <a:pt x="466" y="713"/>
                  <a:pt x="467" y="705"/>
                  <a:pt x="468" y="696"/>
                </a:cubicBezTo>
                <a:cubicBezTo>
                  <a:pt x="468" y="694"/>
                  <a:pt x="469" y="693"/>
                  <a:pt x="470" y="693"/>
                </a:cubicBezTo>
                <a:cubicBezTo>
                  <a:pt x="471" y="693"/>
                  <a:pt x="473" y="698"/>
                  <a:pt x="473" y="704"/>
                </a:cubicBezTo>
                <a:cubicBezTo>
                  <a:pt x="475" y="712"/>
                  <a:pt x="475" y="712"/>
                  <a:pt x="482" y="719"/>
                </a:cubicBezTo>
                <a:cubicBezTo>
                  <a:pt x="484" y="718"/>
                  <a:pt x="489" y="717"/>
                  <a:pt x="487" y="709"/>
                </a:cubicBezTo>
                <a:cubicBezTo>
                  <a:pt x="486" y="704"/>
                  <a:pt x="491" y="701"/>
                  <a:pt x="496" y="701"/>
                </a:cubicBezTo>
                <a:cubicBezTo>
                  <a:pt x="499" y="701"/>
                  <a:pt x="502" y="702"/>
                  <a:pt x="504" y="704"/>
                </a:cubicBezTo>
                <a:lnTo>
                  <a:pt x="510" y="702"/>
                </a:lnTo>
                <a:cubicBezTo>
                  <a:pt x="512" y="702"/>
                  <a:pt x="512" y="693"/>
                  <a:pt x="514" y="692"/>
                </a:cubicBezTo>
                <a:cubicBezTo>
                  <a:pt x="514" y="692"/>
                  <a:pt x="516" y="692"/>
                  <a:pt x="515" y="683"/>
                </a:cubicBezTo>
                <a:cubicBezTo>
                  <a:pt x="516" y="683"/>
                  <a:pt x="517" y="683"/>
                  <a:pt x="517" y="683"/>
                </a:cubicBezTo>
                <a:cubicBezTo>
                  <a:pt x="520" y="683"/>
                  <a:pt x="521" y="684"/>
                  <a:pt x="523" y="690"/>
                </a:cubicBezTo>
                <a:cubicBezTo>
                  <a:pt x="521" y="681"/>
                  <a:pt x="520" y="677"/>
                  <a:pt x="521" y="677"/>
                </a:cubicBezTo>
                <a:lnTo>
                  <a:pt x="521" y="677"/>
                </a:lnTo>
                <a:cubicBezTo>
                  <a:pt x="522" y="677"/>
                  <a:pt x="524" y="680"/>
                  <a:pt x="529" y="687"/>
                </a:cubicBezTo>
                <a:cubicBezTo>
                  <a:pt x="531" y="695"/>
                  <a:pt x="533" y="698"/>
                  <a:pt x="533" y="698"/>
                </a:cubicBezTo>
                <a:cubicBezTo>
                  <a:pt x="533" y="698"/>
                  <a:pt x="533" y="694"/>
                  <a:pt x="531" y="686"/>
                </a:cubicBezTo>
                <a:cubicBezTo>
                  <a:pt x="530" y="682"/>
                  <a:pt x="530" y="680"/>
                  <a:pt x="531" y="680"/>
                </a:cubicBezTo>
                <a:lnTo>
                  <a:pt x="531" y="680"/>
                </a:lnTo>
                <a:cubicBezTo>
                  <a:pt x="531" y="680"/>
                  <a:pt x="533" y="681"/>
                  <a:pt x="535" y="684"/>
                </a:cubicBezTo>
                <a:cubicBezTo>
                  <a:pt x="537" y="688"/>
                  <a:pt x="538" y="689"/>
                  <a:pt x="539" y="689"/>
                </a:cubicBezTo>
                <a:cubicBezTo>
                  <a:pt x="540" y="689"/>
                  <a:pt x="539" y="687"/>
                  <a:pt x="538" y="683"/>
                </a:cubicBezTo>
                <a:cubicBezTo>
                  <a:pt x="535" y="673"/>
                  <a:pt x="535" y="665"/>
                  <a:pt x="538" y="665"/>
                </a:cubicBezTo>
                <a:cubicBezTo>
                  <a:pt x="539" y="665"/>
                  <a:pt x="541" y="667"/>
                  <a:pt x="543" y="672"/>
                </a:cubicBezTo>
                <a:cubicBezTo>
                  <a:pt x="543" y="672"/>
                  <a:pt x="546" y="671"/>
                  <a:pt x="544" y="663"/>
                </a:cubicBezTo>
                <a:cubicBezTo>
                  <a:pt x="542" y="655"/>
                  <a:pt x="540" y="651"/>
                  <a:pt x="540" y="651"/>
                </a:cubicBezTo>
                <a:lnTo>
                  <a:pt x="540" y="651"/>
                </a:lnTo>
                <a:cubicBezTo>
                  <a:pt x="541" y="651"/>
                  <a:pt x="543" y="654"/>
                  <a:pt x="547" y="662"/>
                </a:cubicBezTo>
                <a:cubicBezTo>
                  <a:pt x="551" y="668"/>
                  <a:pt x="554" y="671"/>
                  <a:pt x="555" y="671"/>
                </a:cubicBezTo>
                <a:cubicBezTo>
                  <a:pt x="557" y="671"/>
                  <a:pt x="556" y="667"/>
                  <a:pt x="553" y="658"/>
                </a:cubicBezTo>
                <a:cubicBezTo>
                  <a:pt x="553" y="658"/>
                  <a:pt x="552" y="654"/>
                  <a:pt x="554" y="654"/>
                </a:cubicBezTo>
                <a:cubicBezTo>
                  <a:pt x="554" y="654"/>
                  <a:pt x="555" y="655"/>
                  <a:pt x="557" y="656"/>
                </a:cubicBezTo>
                <a:cubicBezTo>
                  <a:pt x="560" y="658"/>
                  <a:pt x="564" y="658"/>
                  <a:pt x="567" y="658"/>
                </a:cubicBezTo>
                <a:cubicBezTo>
                  <a:pt x="574" y="658"/>
                  <a:pt x="579" y="655"/>
                  <a:pt x="572" y="647"/>
                </a:cubicBezTo>
                <a:lnTo>
                  <a:pt x="576" y="645"/>
                </a:lnTo>
                <a:cubicBezTo>
                  <a:pt x="579" y="646"/>
                  <a:pt x="582" y="647"/>
                  <a:pt x="583" y="647"/>
                </a:cubicBezTo>
                <a:cubicBezTo>
                  <a:pt x="586" y="647"/>
                  <a:pt x="586" y="645"/>
                  <a:pt x="585" y="640"/>
                </a:cubicBezTo>
                <a:lnTo>
                  <a:pt x="583" y="632"/>
                </a:lnTo>
                <a:lnTo>
                  <a:pt x="583" y="632"/>
                </a:lnTo>
                <a:cubicBezTo>
                  <a:pt x="587" y="638"/>
                  <a:pt x="592" y="643"/>
                  <a:pt x="594" y="643"/>
                </a:cubicBezTo>
                <a:cubicBezTo>
                  <a:pt x="595" y="643"/>
                  <a:pt x="595" y="643"/>
                  <a:pt x="595" y="643"/>
                </a:cubicBezTo>
                <a:cubicBezTo>
                  <a:pt x="597" y="641"/>
                  <a:pt x="597" y="641"/>
                  <a:pt x="593" y="635"/>
                </a:cubicBezTo>
                <a:cubicBezTo>
                  <a:pt x="586" y="629"/>
                  <a:pt x="588" y="628"/>
                  <a:pt x="589" y="627"/>
                </a:cubicBezTo>
                <a:cubicBezTo>
                  <a:pt x="590" y="626"/>
                  <a:pt x="590" y="626"/>
                  <a:pt x="591" y="626"/>
                </a:cubicBezTo>
                <a:cubicBezTo>
                  <a:pt x="594" y="626"/>
                  <a:pt x="599" y="631"/>
                  <a:pt x="604" y="637"/>
                </a:cubicBezTo>
                <a:lnTo>
                  <a:pt x="605" y="635"/>
                </a:lnTo>
                <a:cubicBezTo>
                  <a:pt x="599" y="627"/>
                  <a:pt x="598" y="624"/>
                  <a:pt x="599" y="624"/>
                </a:cubicBezTo>
                <a:lnTo>
                  <a:pt x="599" y="624"/>
                </a:lnTo>
                <a:cubicBezTo>
                  <a:pt x="599" y="624"/>
                  <a:pt x="601" y="625"/>
                  <a:pt x="603" y="627"/>
                </a:cubicBezTo>
                <a:cubicBezTo>
                  <a:pt x="606" y="630"/>
                  <a:pt x="608" y="630"/>
                  <a:pt x="610" y="630"/>
                </a:cubicBezTo>
                <a:cubicBezTo>
                  <a:pt x="612" y="630"/>
                  <a:pt x="613" y="630"/>
                  <a:pt x="614" y="629"/>
                </a:cubicBezTo>
                <a:cubicBezTo>
                  <a:pt x="612" y="627"/>
                  <a:pt x="611" y="626"/>
                  <a:pt x="612" y="626"/>
                </a:cubicBezTo>
                <a:lnTo>
                  <a:pt x="612" y="626"/>
                </a:lnTo>
                <a:cubicBezTo>
                  <a:pt x="612" y="626"/>
                  <a:pt x="615" y="628"/>
                  <a:pt x="614" y="629"/>
                </a:cubicBezTo>
                <a:lnTo>
                  <a:pt x="618" y="636"/>
                </a:lnTo>
                <a:cubicBezTo>
                  <a:pt x="620" y="637"/>
                  <a:pt x="621" y="637"/>
                  <a:pt x="622" y="637"/>
                </a:cubicBezTo>
                <a:cubicBezTo>
                  <a:pt x="624" y="637"/>
                  <a:pt x="619" y="632"/>
                  <a:pt x="615" y="628"/>
                </a:cubicBezTo>
                <a:lnTo>
                  <a:pt x="620" y="625"/>
                </a:lnTo>
                <a:cubicBezTo>
                  <a:pt x="622" y="623"/>
                  <a:pt x="623" y="621"/>
                  <a:pt x="616" y="617"/>
                </a:cubicBezTo>
                <a:cubicBezTo>
                  <a:pt x="611" y="611"/>
                  <a:pt x="606" y="604"/>
                  <a:pt x="607" y="603"/>
                </a:cubicBezTo>
                <a:lnTo>
                  <a:pt x="607" y="603"/>
                </a:lnTo>
                <a:cubicBezTo>
                  <a:pt x="612" y="608"/>
                  <a:pt x="617" y="614"/>
                  <a:pt x="619" y="614"/>
                </a:cubicBezTo>
                <a:cubicBezTo>
                  <a:pt x="619" y="614"/>
                  <a:pt x="619" y="614"/>
                  <a:pt x="620" y="613"/>
                </a:cubicBezTo>
                <a:cubicBezTo>
                  <a:pt x="620" y="613"/>
                  <a:pt x="620" y="613"/>
                  <a:pt x="620" y="613"/>
                </a:cubicBezTo>
                <a:cubicBezTo>
                  <a:pt x="623" y="613"/>
                  <a:pt x="627" y="618"/>
                  <a:pt x="627" y="618"/>
                </a:cubicBezTo>
                <a:cubicBezTo>
                  <a:pt x="630" y="623"/>
                  <a:pt x="632" y="624"/>
                  <a:pt x="634" y="624"/>
                </a:cubicBezTo>
                <a:cubicBezTo>
                  <a:pt x="637" y="624"/>
                  <a:pt x="637" y="616"/>
                  <a:pt x="634" y="611"/>
                </a:cubicBezTo>
                <a:cubicBezTo>
                  <a:pt x="630" y="603"/>
                  <a:pt x="629" y="599"/>
                  <a:pt x="631" y="599"/>
                </a:cubicBezTo>
                <a:lnTo>
                  <a:pt x="631" y="599"/>
                </a:lnTo>
                <a:cubicBezTo>
                  <a:pt x="632" y="599"/>
                  <a:pt x="635" y="602"/>
                  <a:pt x="640" y="607"/>
                </a:cubicBezTo>
                <a:cubicBezTo>
                  <a:pt x="642" y="609"/>
                  <a:pt x="644" y="611"/>
                  <a:pt x="645" y="611"/>
                </a:cubicBezTo>
                <a:cubicBezTo>
                  <a:pt x="647" y="611"/>
                  <a:pt x="640" y="599"/>
                  <a:pt x="629" y="584"/>
                </a:cubicBezTo>
                <a:lnTo>
                  <a:pt x="613" y="566"/>
                </a:lnTo>
                <a:lnTo>
                  <a:pt x="631" y="583"/>
                </a:lnTo>
                <a:cubicBezTo>
                  <a:pt x="644" y="594"/>
                  <a:pt x="650" y="599"/>
                  <a:pt x="652" y="599"/>
                </a:cubicBezTo>
                <a:cubicBezTo>
                  <a:pt x="654" y="599"/>
                  <a:pt x="652" y="594"/>
                  <a:pt x="649" y="586"/>
                </a:cubicBezTo>
                <a:cubicBezTo>
                  <a:pt x="647" y="581"/>
                  <a:pt x="647" y="579"/>
                  <a:pt x="647" y="579"/>
                </a:cubicBezTo>
                <a:lnTo>
                  <a:pt x="647" y="579"/>
                </a:lnTo>
                <a:cubicBezTo>
                  <a:pt x="648" y="579"/>
                  <a:pt x="649" y="581"/>
                  <a:pt x="652" y="583"/>
                </a:cubicBezTo>
                <a:cubicBezTo>
                  <a:pt x="654" y="585"/>
                  <a:pt x="656" y="586"/>
                  <a:pt x="658" y="586"/>
                </a:cubicBezTo>
                <a:cubicBezTo>
                  <a:pt x="660" y="586"/>
                  <a:pt x="662" y="585"/>
                  <a:pt x="664" y="582"/>
                </a:cubicBezTo>
                <a:cubicBezTo>
                  <a:pt x="670" y="576"/>
                  <a:pt x="671" y="574"/>
                  <a:pt x="666" y="568"/>
                </a:cubicBezTo>
                <a:lnTo>
                  <a:pt x="669" y="565"/>
                </a:lnTo>
                <a:cubicBezTo>
                  <a:pt x="673" y="567"/>
                  <a:pt x="675" y="568"/>
                  <a:pt x="676" y="568"/>
                </a:cubicBezTo>
                <a:cubicBezTo>
                  <a:pt x="680" y="568"/>
                  <a:pt x="675" y="562"/>
                  <a:pt x="664" y="556"/>
                </a:cubicBezTo>
                <a:lnTo>
                  <a:pt x="668" y="553"/>
                </a:lnTo>
                <a:lnTo>
                  <a:pt x="675" y="557"/>
                </a:lnTo>
                <a:cubicBezTo>
                  <a:pt x="676" y="558"/>
                  <a:pt x="678" y="559"/>
                  <a:pt x="679" y="559"/>
                </a:cubicBezTo>
                <a:cubicBezTo>
                  <a:pt x="684" y="559"/>
                  <a:pt x="688" y="554"/>
                  <a:pt x="696" y="542"/>
                </a:cubicBezTo>
                <a:cubicBezTo>
                  <a:pt x="708" y="522"/>
                  <a:pt x="709" y="520"/>
                  <a:pt x="695" y="512"/>
                </a:cubicBezTo>
                <a:cubicBezTo>
                  <a:pt x="688" y="507"/>
                  <a:pt x="685" y="504"/>
                  <a:pt x="687" y="504"/>
                </a:cubicBezTo>
                <a:lnTo>
                  <a:pt x="687" y="504"/>
                </a:lnTo>
                <a:cubicBezTo>
                  <a:pt x="688" y="504"/>
                  <a:pt x="692" y="506"/>
                  <a:pt x="698" y="509"/>
                </a:cubicBezTo>
                <a:cubicBezTo>
                  <a:pt x="702" y="511"/>
                  <a:pt x="707" y="512"/>
                  <a:pt x="708" y="512"/>
                </a:cubicBezTo>
                <a:cubicBezTo>
                  <a:pt x="710" y="512"/>
                  <a:pt x="709" y="512"/>
                  <a:pt x="706" y="510"/>
                </a:cubicBezTo>
                <a:cubicBezTo>
                  <a:pt x="706" y="510"/>
                  <a:pt x="708" y="507"/>
                  <a:pt x="714" y="507"/>
                </a:cubicBezTo>
                <a:cubicBezTo>
                  <a:pt x="714" y="507"/>
                  <a:pt x="715" y="507"/>
                  <a:pt x="716" y="507"/>
                </a:cubicBezTo>
                <a:cubicBezTo>
                  <a:pt x="734" y="507"/>
                  <a:pt x="728" y="501"/>
                  <a:pt x="721" y="498"/>
                </a:cubicBezTo>
                <a:cubicBezTo>
                  <a:pt x="712" y="495"/>
                  <a:pt x="711" y="495"/>
                  <a:pt x="713" y="495"/>
                </a:cubicBezTo>
                <a:cubicBezTo>
                  <a:pt x="714" y="495"/>
                  <a:pt x="718" y="495"/>
                  <a:pt x="722" y="496"/>
                </a:cubicBezTo>
                <a:cubicBezTo>
                  <a:pt x="726" y="496"/>
                  <a:pt x="731" y="497"/>
                  <a:pt x="733" y="497"/>
                </a:cubicBezTo>
                <a:cubicBezTo>
                  <a:pt x="735" y="497"/>
                  <a:pt x="736" y="496"/>
                  <a:pt x="732" y="494"/>
                </a:cubicBezTo>
                <a:cubicBezTo>
                  <a:pt x="727" y="490"/>
                  <a:pt x="725" y="476"/>
                  <a:pt x="733" y="476"/>
                </a:cubicBezTo>
                <a:cubicBezTo>
                  <a:pt x="735" y="476"/>
                  <a:pt x="736" y="477"/>
                  <a:pt x="738" y="478"/>
                </a:cubicBezTo>
                <a:lnTo>
                  <a:pt x="741" y="473"/>
                </a:lnTo>
                <a:cubicBezTo>
                  <a:pt x="733" y="470"/>
                  <a:pt x="735" y="465"/>
                  <a:pt x="736" y="461"/>
                </a:cubicBezTo>
                <a:cubicBezTo>
                  <a:pt x="738" y="457"/>
                  <a:pt x="738" y="454"/>
                  <a:pt x="742" y="454"/>
                </a:cubicBezTo>
                <a:cubicBezTo>
                  <a:pt x="743" y="454"/>
                  <a:pt x="745" y="455"/>
                  <a:pt x="746" y="455"/>
                </a:cubicBezTo>
                <a:cubicBezTo>
                  <a:pt x="749" y="457"/>
                  <a:pt x="750" y="458"/>
                  <a:pt x="751" y="458"/>
                </a:cubicBezTo>
                <a:cubicBezTo>
                  <a:pt x="753" y="458"/>
                  <a:pt x="752" y="455"/>
                  <a:pt x="749" y="451"/>
                </a:cubicBezTo>
                <a:cubicBezTo>
                  <a:pt x="750" y="448"/>
                  <a:pt x="734" y="442"/>
                  <a:pt x="735" y="439"/>
                </a:cubicBezTo>
                <a:cubicBezTo>
                  <a:pt x="727" y="437"/>
                  <a:pt x="719" y="433"/>
                  <a:pt x="719" y="431"/>
                </a:cubicBezTo>
                <a:lnTo>
                  <a:pt x="719" y="431"/>
                </a:lnTo>
                <a:lnTo>
                  <a:pt x="727" y="433"/>
                </a:lnTo>
                <a:lnTo>
                  <a:pt x="744" y="436"/>
                </a:lnTo>
                <a:cubicBezTo>
                  <a:pt x="744" y="434"/>
                  <a:pt x="745" y="432"/>
                  <a:pt x="736" y="429"/>
                </a:cubicBezTo>
                <a:cubicBezTo>
                  <a:pt x="745" y="429"/>
                  <a:pt x="746" y="426"/>
                  <a:pt x="747" y="422"/>
                </a:cubicBezTo>
                <a:cubicBezTo>
                  <a:pt x="749" y="417"/>
                  <a:pt x="750" y="411"/>
                  <a:pt x="742" y="408"/>
                </a:cubicBezTo>
                <a:cubicBezTo>
                  <a:pt x="758" y="408"/>
                  <a:pt x="760" y="392"/>
                  <a:pt x="744" y="388"/>
                </a:cubicBezTo>
                <a:cubicBezTo>
                  <a:pt x="735" y="388"/>
                  <a:pt x="736" y="386"/>
                  <a:pt x="744" y="383"/>
                </a:cubicBezTo>
                <a:cubicBezTo>
                  <a:pt x="752" y="381"/>
                  <a:pt x="753" y="381"/>
                  <a:pt x="745" y="379"/>
                </a:cubicBezTo>
                <a:cubicBezTo>
                  <a:pt x="736" y="376"/>
                  <a:pt x="745" y="373"/>
                  <a:pt x="753" y="371"/>
                </a:cubicBezTo>
                <a:cubicBezTo>
                  <a:pt x="769" y="369"/>
                  <a:pt x="769" y="365"/>
                  <a:pt x="761" y="363"/>
                </a:cubicBezTo>
                <a:cubicBezTo>
                  <a:pt x="753" y="359"/>
                  <a:pt x="753" y="353"/>
                  <a:pt x="753" y="351"/>
                </a:cubicBezTo>
                <a:cubicBezTo>
                  <a:pt x="747" y="348"/>
                  <a:pt x="745" y="346"/>
                  <a:pt x="742" y="346"/>
                </a:cubicBezTo>
                <a:cubicBezTo>
                  <a:pt x="741" y="346"/>
                  <a:pt x="739" y="346"/>
                  <a:pt x="736" y="347"/>
                </a:cubicBezTo>
                <a:cubicBezTo>
                  <a:pt x="731" y="347"/>
                  <a:pt x="726" y="346"/>
                  <a:pt x="721" y="346"/>
                </a:cubicBezTo>
                <a:cubicBezTo>
                  <a:pt x="716" y="344"/>
                  <a:pt x="717" y="342"/>
                  <a:pt x="718" y="342"/>
                </a:cubicBezTo>
                <a:cubicBezTo>
                  <a:pt x="719" y="342"/>
                  <a:pt x="721" y="343"/>
                  <a:pt x="721" y="344"/>
                </a:cubicBezTo>
                <a:cubicBezTo>
                  <a:pt x="723" y="345"/>
                  <a:pt x="725" y="346"/>
                  <a:pt x="727" y="346"/>
                </a:cubicBezTo>
                <a:cubicBezTo>
                  <a:pt x="729" y="346"/>
                  <a:pt x="731" y="344"/>
                  <a:pt x="736" y="342"/>
                </a:cubicBezTo>
                <a:cubicBezTo>
                  <a:pt x="745" y="339"/>
                  <a:pt x="744" y="334"/>
                  <a:pt x="743" y="332"/>
                </a:cubicBezTo>
                <a:lnTo>
                  <a:pt x="742" y="322"/>
                </a:lnTo>
                <a:cubicBezTo>
                  <a:pt x="748" y="314"/>
                  <a:pt x="748" y="311"/>
                  <a:pt x="744" y="311"/>
                </a:cubicBezTo>
                <a:cubicBezTo>
                  <a:pt x="743" y="311"/>
                  <a:pt x="742" y="311"/>
                  <a:pt x="741" y="312"/>
                </a:cubicBezTo>
                <a:lnTo>
                  <a:pt x="733" y="314"/>
                </a:lnTo>
                <a:cubicBezTo>
                  <a:pt x="749" y="308"/>
                  <a:pt x="742" y="282"/>
                  <a:pt x="728" y="282"/>
                </a:cubicBezTo>
                <a:cubicBezTo>
                  <a:pt x="727" y="282"/>
                  <a:pt x="727" y="282"/>
                  <a:pt x="726" y="282"/>
                </a:cubicBezTo>
                <a:lnTo>
                  <a:pt x="734" y="280"/>
                </a:lnTo>
                <a:cubicBezTo>
                  <a:pt x="742" y="278"/>
                  <a:pt x="741" y="276"/>
                  <a:pt x="740" y="270"/>
                </a:cubicBezTo>
                <a:cubicBezTo>
                  <a:pt x="740" y="268"/>
                  <a:pt x="728" y="261"/>
                  <a:pt x="725" y="254"/>
                </a:cubicBezTo>
                <a:cubicBezTo>
                  <a:pt x="722" y="246"/>
                  <a:pt x="720" y="240"/>
                  <a:pt x="715" y="240"/>
                </a:cubicBezTo>
                <a:cubicBezTo>
                  <a:pt x="714" y="240"/>
                  <a:pt x="713" y="240"/>
                  <a:pt x="712" y="241"/>
                </a:cubicBezTo>
                <a:cubicBezTo>
                  <a:pt x="710" y="239"/>
                  <a:pt x="710" y="239"/>
                  <a:pt x="718" y="235"/>
                </a:cubicBezTo>
                <a:cubicBezTo>
                  <a:pt x="726" y="234"/>
                  <a:pt x="726" y="232"/>
                  <a:pt x="725" y="230"/>
                </a:cubicBezTo>
                <a:cubicBezTo>
                  <a:pt x="725" y="229"/>
                  <a:pt x="724" y="229"/>
                  <a:pt x="723" y="229"/>
                </a:cubicBezTo>
                <a:cubicBezTo>
                  <a:pt x="720" y="229"/>
                  <a:pt x="715" y="232"/>
                  <a:pt x="709" y="234"/>
                </a:cubicBezTo>
                <a:cubicBezTo>
                  <a:pt x="707" y="235"/>
                  <a:pt x="705" y="236"/>
                  <a:pt x="704" y="236"/>
                </a:cubicBezTo>
                <a:cubicBezTo>
                  <a:pt x="701" y="236"/>
                  <a:pt x="702" y="233"/>
                  <a:pt x="706" y="227"/>
                </a:cubicBezTo>
                <a:cubicBezTo>
                  <a:pt x="710" y="221"/>
                  <a:pt x="706" y="210"/>
                  <a:pt x="697" y="210"/>
                </a:cubicBezTo>
                <a:cubicBezTo>
                  <a:pt x="696" y="207"/>
                  <a:pt x="695" y="205"/>
                  <a:pt x="701" y="202"/>
                </a:cubicBezTo>
                <a:cubicBezTo>
                  <a:pt x="706" y="196"/>
                  <a:pt x="710" y="189"/>
                  <a:pt x="702" y="189"/>
                </a:cubicBezTo>
                <a:cubicBezTo>
                  <a:pt x="700" y="189"/>
                  <a:pt x="698" y="190"/>
                  <a:pt x="695" y="190"/>
                </a:cubicBezTo>
                <a:cubicBezTo>
                  <a:pt x="694" y="188"/>
                  <a:pt x="694" y="188"/>
                  <a:pt x="700" y="184"/>
                </a:cubicBezTo>
                <a:cubicBezTo>
                  <a:pt x="704" y="179"/>
                  <a:pt x="708" y="176"/>
                  <a:pt x="707" y="176"/>
                </a:cubicBezTo>
                <a:lnTo>
                  <a:pt x="707" y="176"/>
                </a:lnTo>
                <a:cubicBezTo>
                  <a:pt x="706" y="176"/>
                  <a:pt x="703" y="177"/>
                  <a:pt x="698" y="179"/>
                </a:cubicBezTo>
                <a:cubicBezTo>
                  <a:pt x="688" y="179"/>
                  <a:pt x="685" y="174"/>
                  <a:pt x="688" y="165"/>
                </a:cubicBezTo>
                <a:cubicBezTo>
                  <a:pt x="687" y="163"/>
                  <a:pt x="686" y="162"/>
                  <a:pt x="684" y="162"/>
                </a:cubicBezTo>
                <a:cubicBezTo>
                  <a:pt x="683" y="162"/>
                  <a:pt x="681" y="163"/>
                  <a:pt x="678" y="165"/>
                </a:cubicBezTo>
                <a:cubicBezTo>
                  <a:pt x="675" y="167"/>
                  <a:pt x="673" y="169"/>
                  <a:pt x="671" y="170"/>
                </a:cubicBezTo>
                <a:lnTo>
                  <a:pt x="671" y="170"/>
                </a:lnTo>
                <a:cubicBezTo>
                  <a:pt x="678" y="163"/>
                  <a:pt x="681" y="160"/>
                  <a:pt x="680" y="160"/>
                </a:cubicBezTo>
                <a:lnTo>
                  <a:pt x="680" y="160"/>
                </a:lnTo>
                <a:cubicBezTo>
                  <a:pt x="679" y="160"/>
                  <a:pt x="675" y="162"/>
                  <a:pt x="669" y="166"/>
                </a:cubicBezTo>
                <a:cubicBezTo>
                  <a:pt x="666" y="168"/>
                  <a:pt x="664" y="169"/>
                  <a:pt x="664" y="169"/>
                </a:cubicBezTo>
                <a:cubicBezTo>
                  <a:pt x="662" y="169"/>
                  <a:pt x="663" y="167"/>
                  <a:pt x="667" y="164"/>
                </a:cubicBezTo>
                <a:cubicBezTo>
                  <a:pt x="672" y="157"/>
                  <a:pt x="670" y="155"/>
                  <a:pt x="670" y="155"/>
                </a:cubicBezTo>
                <a:cubicBezTo>
                  <a:pt x="662" y="150"/>
                  <a:pt x="654" y="146"/>
                  <a:pt x="646" y="139"/>
                </a:cubicBezTo>
                <a:cubicBezTo>
                  <a:pt x="637" y="128"/>
                  <a:pt x="632" y="123"/>
                  <a:pt x="628" y="123"/>
                </a:cubicBezTo>
                <a:cubicBezTo>
                  <a:pt x="626" y="123"/>
                  <a:pt x="625" y="123"/>
                  <a:pt x="623" y="125"/>
                </a:cubicBezTo>
                <a:cubicBezTo>
                  <a:pt x="620" y="127"/>
                  <a:pt x="618" y="128"/>
                  <a:pt x="617" y="128"/>
                </a:cubicBezTo>
                <a:cubicBezTo>
                  <a:pt x="616" y="128"/>
                  <a:pt x="616" y="126"/>
                  <a:pt x="618" y="122"/>
                </a:cubicBezTo>
                <a:cubicBezTo>
                  <a:pt x="623" y="114"/>
                  <a:pt x="621" y="112"/>
                  <a:pt x="618" y="111"/>
                </a:cubicBezTo>
                <a:cubicBezTo>
                  <a:pt x="617" y="109"/>
                  <a:pt x="615" y="107"/>
                  <a:pt x="621" y="101"/>
                </a:cubicBezTo>
                <a:lnTo>
                  <a:pt x="621" y="101"/>
                </a:lnTo>
                <a:cubicBezTo>
                  <a:pt x="615" y="104"/>
                  <a:pt x="614" y="105"/>
                  <a:pt x="613" y="105"/>
                </a:cubicBezTo>
                <a:cubicBezTo>
                  <a:pt x="612" y="105"/>
                  <a:pt x="612" y="104"/>
                  <a:pt x="612" y="104"/>
                </a:cubicBezTo>
                <a:cubicBezTo>
                  <a:pt x="614" y="100"/>
                  <a:pt x="615" y="98"/>
                  <a:pt x="613" y="98"/>
                </a:cubicBezTo>
                <a:cubicBezTo>
                  <a:pt x="612" y="98"/>
                  <a:pt x="610" y="99"/>
                  <a:pt x="607" y="101"/>
                </a:cubicBezTo>
                <a:cubicBezTo>
                  <a:pt x="602" y="106"/>
                  <a:pt x="599" y="109"/>
                  <a:pt x="599" y="109"/>
                </a:cubicBezTo>
                <a:cubicBezTo>
                  <a:pt x="598" y="109"/>
                  <a:pt x="601" y="105"/>
                  <a:pt x="606" y="98"/>
                </a:cubicBezTo>
                <a:cubicBezTo>
                  <a:pt x="609" y="94"/>
                  <a:pt x="610" y="87"/>
                  <a:pt x="609" y="87"/>
                </a:cubicBezTo>
                <a:lnTo>
                  <a:pt x="609" y="87"/>
                </a:lnTo>
                <a:cubicBezTo>
                  <a:pt x="608" y="87"/>
                  <a:pt x="608" y="88"/>
                  <a:pt x="607" y="89"/>
                </a:cubicBezTo>
                <a:cubicBezTo>
                  <a:pt x="602" y="95"/>
                  <a:pt x="598" y="93"/>
                  <a:pt x="592" y="97"/>
                </a:cubicBezTo>
                <a:cubicBezTo>
                  <a:pt x="589" y="96"/>
                  <a:pt x="587" y="95"/>
                  <a:pt x="592" y="88"/>
                </a:cubicBezTo>
                <a:cubicBezTo>
                  <a:pt x="594" y="84"/>
                  <a:pt x="588" y="81"/>
                  <a:pt x="583" y="81"/>
                </a:cubicBezTo>
                <a:cubicBezTo>
                  <a:pt x="579" y="81"/>
                  <a:pt x="576" y="82"/>
                  <a:pt x="574" y="84"/>
                </a:cubicBezTo>
                <a:cubicBezTo>
                  <a:pt x="571" y="87"/>
                  <a:pt x="570" y="88"/>
                  <a:pt x="569" y="88"/>
                </a:cubicBezTo>
                <a:cubicBezTo>
                  <a:pt x="568" y="88"/>
                  <a:pt x="569" y="86"/>
                  <a:pt x="571" y="83"/>
                </a:cubicBezTo>
                <a:cubicBezTo>
                  <a:pt x="576" y="76"/>
                  <a:pt x="574" y="75"/>
                  <a:pt x="571" y="74"/>
                </a:cubicBezTo>
                <a:cubicBezTo>
                  <a:pt x="570" y="75"/>
                  <a:pt x="569" y="76"/>
                  <a:pt x="569" y="76"/>
                </a:cubicBezTo>
                <a:cubicBezTo>
                  <a:pt x="567" y="76"/>
                  <a:pt x="570" y="70"/>
                  <a:pt x="574" y="65"/>
                </a:cubicBezTo>
                <a:cubicBezTo>
                  <a:pt x="580" y="59"/>
                  <a:pt x="578" y="58"/>
                  <a:pt x="574" y="56"/>
                </a:cubicBezTo>
                <a:cubicBezTo>
                  <a:pt x="572" y="58"/>
                  <a:pt x="569" y="58"/>
                  <a:pt x="567" y="58"/>
                </a:cubicBezTo>
                <a:cubicBezTo>
                  <a:pt x="562" y="58"/>
                  <a:pt x="557" y="54"/>
                  <a:pt x="552" y="51"/>
                </a:cubicBezTo>
                <a:cubicBezTo>
                  <a:pt x="549" y="50"/>
                  <a:pt x="547" y="49"/>
                  <a:pt x="544" y="49"/>
                </a:cubicBezTo>
                <a:cubicBezTo>
                  <a:pt x="537" y="49"/>
                  <a:pt x="531" y="56"/>
                  <a:pt x="523" y="65"/>
                </a:cubicBezTo>
                <a:lnTo>
                  <a:pt x="514" y="78"/>
                </a:lnTo>
                <a:lnTo>
                  <a:pt x="521" y="64"/>
                </a:lnTo>
                <a:cubicBezTo>
                  <a:pt x="524" y="56"/>
                  <a:pt x="526" y="48"/>
                  <a:pt x="529" y="40"/>
                </a:cubicBezTo>
                <a:cubicBezTo>
                  <a:pt x="529" y="40"/>
                  <a:pt x="528" y="40"/>
                  <a:pt x="528" y="40"/>
                </a:cubicBezTo>
                <a:cubicBezTo>
                  <a:pt x="526" y="40"/>
                  <a:pt x="523" y="47"/>
                  <a:pt x="520" y="54"/>
                </a:cubicBezTo>
                <a:cubicBezTo>
                  <a:pt x="518" y="57"/>
                  <a:pt x="517" y="59"/>
                  <a:pt x="516" y="59"/>
                </a:cubicBezTo>
                <a:cubicBezTo>
                  <a:pt x="515" y="59"/>
                  <a:pt x="514" y="56"/>
                  <a:pt x="513" y="50"/>
                </a:cubicBezTo>
                <a:cubicBezTo>
                  <a:pt x="512" y="45"/>
                  <a:pt x="511" y="43"/>
                  <a:pt x="510" y="43"/>
                </a:cubicBezTo>
                <a:cubicBezTo>
                  <a:pt x="509" y="43"/>
                  <a:pt x="507" y="44"/>
                  <a:pt x="505" y="47"/>
                </a:cubicBezTo>
                <a:cubicBezTo>
                  <a:pt x="502" y="46"/>
                  <a:pt x="500" y="45"/>
                  <a:pt x="501" y="37"/>
                </a:cubicBezTo>
                <a:cubicBezTo>
                  <a:pt x="500" y="36"/>
                  <a:pt x="500" y="36"/>
                  <a:pt x="499" y="36"/>
                </a:cubicBezTo>
                <a:cubicBezTo>
                  <a:pt x="498" y="36"/>
                  <a:pt x="497" y="38"/>
                  <a:pt x="495" y="43"/>
                </a:cubicBezTo>
                <a:cubicBezTo>
                  <a:pt x="494" y="47"/>
                  <a:pt x="493" y="48"/>
                  <a:pt x="492" y="48"/>
                </a:cubicBezTo>
                <a:cubicBezTo>
                  <a:pt x="491" y="48"/>
                  <a:pt x="491" y="46"/>
                  <a:pt x="491" y="41"/>
                </a:cubicBezTo>
                <a:cubicBezTo>
                  <a:pt x="493" y="31"/>
                  <a:pt x="490" y="26"/>
                  <a:pt x="487" y="26"/>
                </a:cubicBezTo>
                <a:cubicBezTo>
                  <a:pt x="486" y="26"/>
                  <a:pt x="485" y="27"/>
                  <a:pt x="484" y="30"/>
                </a:cubicBezTo>
                <a:cubicBezTo>
                  <a:pt x="482" y="36"/>
                  <a:pt x="480" y="37"/>
                  <a:pt x="479" y="37"/>
                </a:cubicBezTo>
                <a:cubicBezTo>
                  <a:pt x="478" y="37"/>
                  <a:pt x="478" y="37"/>
                  <a:pt x="477" y="37"/>
                </a:cubicBezTo>
                <a:cubicBezTo>
                  <a:pt x="476" y="36"/>
                  <a:pt x="475" y="36"/>
                  <a:pt x="475" y="36"/>
                </a:cubicBezTo>
                <a:cubicBezTo>
                  <a:pt x="473" y="36"/>
                  <a:pt x="471" y="37"/>
                  <a:pt x="468" y="42"/>
                </a:cubicBezTo>
                <a:lnTo>
                  <a:pt x="464" y="41"/>
                </a:lnTo>
                <a:cubicBezTo>
                  <a:pt x="460" y="40"/>
                  <a:pt x="465" y="33"/>
                  <a:pt x="467" y="33"/>
                </a:cubicBezTo>
                <a:lnTo>
                  <a:pt x="467" y="26"/>
                </a:lnTo>
                <a:cubicBezTo>
                  <a:pt x="465" y="25"/>
                  <a:pt x="464" y="25"/>
                  <a:pt x="463" y="25"/>
                </a:cubicBezTo>
                <a:cubicBezTo>
                  <a:pt x="461" y="25"/>
                  <a:pt x="459" y="26"/>
                  <a:pt x="456" y="31"/>
                </a:cubicBezTo>
                <a:cubicBezTo>
                  <a:pt x="453" y="38"/>
                  <a:pt x="452" y="42"/>
                  <a:pt x="451" y="42"/>
                </a:cubicBezTo>
                <a:cubicBezTo>
                  <a:pt x="451" y="42"/>
                  <a:pt x="452" y="38"/>
                  <a:pt x="454" y="30"/>
                </a:cubicBezTo>
                <a:cubicBezTo>
                  <a:pt x="454" y="24"/>
                  <a:pt x="454" y="18"/>
                  <a:pt x="452" y="18"/>
                </a:cubicBezTo>
                <a:cubicBezTo>
                  <a:pt x="452" y="18"/>
                  <a:pt x="451" y="19"/>
                  <a:pt x="450" y="21"/>
                </a:cubicBezTo>
                <a:cubicBezTo>
                  <a:pt x="448" y="27"/>
                  <a:pt x="446" y="30"/>
                  <a:pt x="445" y="30"/>
                </a:cubicBezTo>
                <a:cubicBezTo>
                  <a:pt x="444" y="30"/>
                  <a:pt x="444" y="25"/>
                  <a:pt x="445" y="20"/>
                </a:cubicBezTo>
                <a:cubicBezTo>
                  <a:pt x="447" y="12"/>
                  <a:pt x="449" y="8"/>
                  <a:pt x="448" y="8"/>
                </a:cubicBezTo>
                <a:lnTo>
                  <a:pt x="448" y="8"/>
                </a:lnTo>
                <a:cubicBezTo>
                  <a:pt x="447" y="8"/>
                  <a:pt x="444" y="11"/>
                  <a:pt x="438" y="18"/>
                </a:cubicBezTo>
                <a:cubicBezTo>
                  <a:pt x="433" y="18"/>
                  <a:pt x="424" y="23"/>
                  <a:pt x="416" y="23"/>
                </a:cubicBezTo>
                <a:cubicBezTo>
                  <a:pt x="415" y="23"/>
                  <a:pt x="415" y="23"/>
                  <a:pt x="414" y="23"/>
                </a:cubicBezTo>
                <a:cubicBezTo>
                  <a:pt x="404" y="22"/>
                  <a:pt x="400" y="21"/>
                  <a:pt x="397" y="13"/>
                </a:cubicBezTo>
                <a:cubicBezTo>
                  <a:pt x="398" y="4"/>
                  <a:pt x="397" y="0"/>
                  <a:pt x="397" y="0"/>
                </a:cubicBezTo>
                <a:close/>
                <a:moveTo>
                  <a:pt x="615" y="790"/>
                </a:moveTo>
                <a:cubicBezTo>
                  <a:pt x="615" y="790"/>
                  <a:pt x="615" y="790"/>
                  <a:pt x="614" y="791"/>
                </a:cubicBezTo>
                <a:cubicBezTo>
                  <a:pt x="614" y="796"/>
                  <a:pt x="615" y="802"/>
                  <a:pt x="617" y="807"/>
                </a:cubicBezTo>
                <a:cubicBezTo>
                  <a:pt x="619" y="810"/>
                  <a:pt x="620" y="811"/>
                  <a:pt x="621" y="811"/>
                </a:cubicBezTo>
                <a:cubicBezTo>
                  <a:pt x="623" y="811"/>
                  <a:pt x="624" y="807"/>
                  <a:pt x="621" y="796"/>
                </a:cubicBezTo>
                <a:cubicBezTo>
                  <a:pt x="617" y="791"/>
                  <a:pt x="617" y="790"/>
                  <a:pt x="615" y="79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126" name="Google Shape;12126;p47"/>
          <p:cNvGrpSpPr/>
          <p:nvPr/>
        </p:nvGrpSpPr>
        <p:grpSpPr>
          <a:xfrm rot="3976352">
            <a:off x="6283875" y="3915528"/>
            <a:ext cx="228451" cy="117419"/>
            <a:chOff x="2097909" y="3690443"/>
            <a:chExt cx="228444" cy="117415"/>
          </a:xfrm>
        </p:grpSpPr>
        <p:sp>
          <p:nvSpPr>
            <p:cNvPr id="12127" name="Google Shape;12127;p47"/>
            <p:cNvSpPr/>
            <p:nvPr/>
          </p:nvSpPr>
          <p:spPr>
            <a:xfrm rot="-2292062">
              <a:off x="2113805" y="3717152"/>
              <a:ext cx="72446" cy="76496"/>
            </a:xfrm>
            <a:custGeom>
              <a:avLst/>
              <a:gdLst/>
              <a:ahLst/>
              <a:cxnLst/>
              <a:rect l="l" t="t" r="r" b="b"/>
              <a:pathLst>
                <a:path w="769" h="812" extrusionOk="0">
                  <a:moveTo>
                    <a:pt x="397" y="1"/>
                  </a:moveTo>
                  <a:lnTo>
                    <a:pt x="397" y="1"/>
                  </a:lnTo>
                  <a:cubicBezTo>
                    <a:pt x="397" y="1"/>
                    <a:pt x="397" y="2"/>
                    <a:pt x="397" y="5"/>
                  </a:cubicBezTo>
                  <a:lnTo>
                    <a:pt x="397" y="5"/>
                  </a:lnTo>
                  <a:cubicBezTo>
                    <a:pt x="397" y="2"/>
                    <a:pt x="397" y="1"/>
                    <a:pt x="397" y="1"/>
                  </a:cubicBezTo>
                  <a:close/>
                  <a:moveTo>
                    <a:pt x="397" y="5"/>
                  </a:moveTo>
                  <a:lnTo>
                    <a:pt x="397" y="5"/>
                  </a:lnTo>
                  <a:cubicBezTo>
                    <a:pt x="397" y="6"/>
                    <a:pt x="397" y="7"/>
                    <a:pt x="397" y="8"/>
                  </a:cubicBezTo>
                  <a:lnTo>
                    <a:pt x="397" y="8"/>
                  </a:lnTo>
                  <a:cubicBezTo>
                    <a:pt x="397" y="7"/>
                    <a:pt x="398" y="7"/>
                    <a:pt x="398" y="6"/>
                  </a:cubicBezTo>
                  <a:cubicBezTo>
                    <a:pt x="397" y="6"/>
                    <a:pt x="397" y="5"/>
                    <a:pt x="397" y="5"/>
                  </a:cubicBezTo>
                  <a:close/>
                  <a:moveTo>
                    <a:pt x="373" y="30"/>
                  </a:moveTo>
                  <a:cubicBezTo>
                    <a:pt x="371" y="30"/>
                    <a:pt x="371" y="33"/>
                    <a:pt x="371" y="33"/>
                  </a:cubicBezTo>
                  <a:cubicBezTo>
                    <a:pt x="372" y="33"/>
                    <a:pt x="372" y="32"/>
                    <a:pt x="373" y="30"/>
                  </a:cubicBezTo>
                  <a:close/>
                  <a:moveTo>
                    <a:pt x="367" y="38"/>
                  </a:moveTo>
                  <a:lnTo>
                    <a:pt x="370" y="45"/>
                  </a:lnTo>
                  <a:lnTo>
                    <a:pt x="367" y="45"/>
                  </a:lnTo>
                  <a:cubicBezTo>
                    <a:pt x="365" y="45"/>
                    <a:pt x="365" y="45"/>
                    <a:pt x="365" y="38"/>
                  </a:cubicBezTo>
                  <a:close/>
                  <a:moveTo>
                    <a:pt x="390" y="38"/>
                  </a:moveTo>
                  <a:lnTo>
                    <a:pt x="392" y="47"/>
                  </a:lnTo>
                  <a:lnTo>
                    <a:pt x="390" y="47"/>
                  </a:lnTo>
                  <a:cubicBezTo>
                    <a:pt x="387" y="47"/>
                    <a:pt x="387" y="47"/>
                    <a:pt x="387" y="38"/>
                  </a:cubicBezTo>
                  <a:close/>
                  <a:moveTo>
                    <a:pt x="407" y="39"/>
                  </a:moveTo>
                  <a:cubicBezTo>
                    <a:pt x="411" y="39"/>
                    <a:pt x="411" y="39"/>
                    <a:pt x="408" y="47"/>
                  </a:cubicBezTo>
                  <a:cubicBezTo>
                    <a:pt x="407" y="50"/>
                    <a:pt x="405" y="52"/>
                    <a:pt x="405" y="52"/>
                  </a:cubicBezTo>
                  <a:cubicBezTo>
                    <a:pt x="404" y="52"/>
                    <a:pt x="403" y="50"/>
                    <a:pt x="403" y="47"/>
                  </a:cubicBezTo>
                  <a:cubicBezTo>
                    <a:pt x="404" y="39"/>
                    <a:pt x="404" y="39"/>
                    <a:pt x="407" y="39"/>
                  </a:cubicBezTo>
                  <a:close/>
                  <a:moveTo>
                    <a:pt x="345" y="48"/>
                  </a:moveTo>
                  <a:cubicBezTo>
                    <a:pt x="347" y="53"/>
                    <a:pt x="348" y="59"/>
                    <a:pt x="349" y="63"/>
                  </a:cubicBezTo>
                  <a:lnTo>
                    <a:pt x="347" y="64"/>
                  </a:lnTo>
                  <a:cubicBezTo>
                    <a:pt x="345" y="64"/>
                    <a:pt x="344" y="57"/>
                    <a:pt x="344" y="57"/>
                  </a:cubicBezTo>
                  <a:cubicBezTo>
                    <a:pt x="344" y="57"/>
                    <a:pt x="343" y="48"/>
                    <a:pt x="345" y="48"/>
                  </a:cubicBezTo>
                  <a:close/>
                  <a:moveTo>
                    <a:pt x="256" y="69"/>
                  </a:moveTo>
                  <a:cubicBezTo>
                    <a:pt x="257" y="69"/>
                    <a:pt x="257" y="70"/>
                    <a:pt x="258" y="72"/>
                  </a:cubicBezTo>
                  <a:lnTo>
                    <a:pt x="262" y="80"/>
                  </a:lnTo>
                  <a:cubicBezTo>
                    <a:pt x="263" y="86"/>
                    <a:pt x="265" y="92"/>
                    <a:pt x="264" y="92"/>
                  </a:cubicBezTo>
                  <a:cubicBezTo>
                    <a:pt x="263" y="92"/>
                    <a:pt x="263" y="91"/>
                    <a:pt x="262" y="89"/>
                  </a:cubicBezTo>
                  <a:cubicBezTo>
                    <a:pt x="260" y="84"/>
                    <a:pt x="257" y="79"/>
                    <a:pt x="256" y="73"/>
                  </a:cubicBezTo>
                  <a:cubicBezTo>
                    <a:pt x="256" y="73"/>
                    <a:pt x="256" y="69"/>
                    <a:pt x="256" y="69"/>
                  </a:cubicBezTo>
                  <a:close/>
                  <a:moveTo>
                    <a:pt x="444" y="86"/>
                  </a:moveTo>
                  <a:lnTo>
                    <a:pt x="444" y="95"/>
                  </a:lnTo>
                  <a:cubicBezTo>
                    <a:pt x="442" y="101"/>
                    <a:pt x="441" y="102"/>
                    <a:pt x="440" y="102"/>
                  </a:cubicBezTo>
                  <a:cubicBezTo>
                    <a:pt x="440" y="102"/>
                    <a:pt x="440" y="101"/>
                    <a:pt x="440" y="101"/>
                  </a:cubicBezTo>
                  <a:cubicBezTo>
                    <a:pt x="438" y="101"/>
                    <a:pt x="438" y="101"/>
                    <a:pt x="440" y="94"/>
                  </a:cubicBezTo>
                  <a:cubicBezTo>
                    <a:pt x="440" y="94"/>
                    <a:pt x="441" y="86"/>
                    <a:pt x="444" y="86"/>
                  </a:cubicBezTo>
                  <a:close/>
                  <a:moveTo>
                    <a:pt x="419" y="89"/>
                  </a:moveTo>
                  <a:lnTo>
                    <a:pt x="420" y="97"/>
                  </a:lnTo>
                  <a:lnTo>
                    <a:pt x="417" y="105"/>
                  </a:lnTo>
                  <a:lnTo>
                    <a:pt x="414" y="105"/>
                  </a:lnTo>
                  <a:cubicBezTo>
                    <a:pt x="416" y="97"/>
                    <a:pt x="417" y="89"/>
                    <a:pt x="419" y="89"/>
                  </a:cubicBezTo>
                  <a:close/>
                  <a:moveTo>
                    <a:pt x="520" y="136"/>
                  </a:moveTo>
                  <a:lnTo>
                    <a:pt x="520" y="136"/>
                  </a:lnTo>
                  <a:cubicBezTo>
                    <a:pt x="520" y="136"/>
                    <a:pt x="519" y="137"/>
                    <a:pt x="519" y="137"/>
                  </a:cubicBezTo>
                  <a:cubicBezTo>
                    <a:pt x="518" y="139"/>
                    <a:pt x="517" y="140"/>
                    <a:pt x="517" y="140"/>
                  </a:cubicBezTo>
                  <a:cubicBezTo>
                    <a:pt x="517" y="140"/>
                    <a:pt x="518" y="138"/>
                    <a:pt x="520" y="136"/>
                  </a:cubicBezTo>
                  <a:close/>
                  <a:moveTo>
                    <a:pt x="625" y="139"/>
                  </a:moveTo>
                  <a:cubicBezTo>
                    <a:pt x="625" y="139"/>
                    <a:pt x="625" y="139"/>
                    <a:pt x="625" y="140"/>
                  </a:cubicBezTo>
                  <a:lnTo>
                    <a:pt x="628" y="142"/>
                  </a:lnTo>
                  <a:cubicBezTo>
                    <a:pt x="623" y="145"/>
                    <a:pt x="619" y="149"/>
                    <a:pt x="614" y="151"/>
                  </a:cubicBezTo>
                  <a:lnTo>
                    <a:pt x="613" y="150"/>
                  </a:lnTo>
                  <a:cubicBezTo>
                    <a:pt x="618" y="145"/>
                    <a:pt x="623" y="139"/>
                    <a:pt x="625" y="139"/>
                  </a:cubicBezTo>
                  <a:close/>
                  <a:moveTo>
                    <a:pt x="205" y="132"/>
                  </a:moveTo>
                  <a:cubicBezTo>
                    <a:pt x="208" y="132"/>
                    <a:pt x="217" y="143"/>
                    <a:pt x="218" y="152"/>
                  </a:cubicBezTo>
                  <a:cubicBezTo>
                    <a:pt x="218" y="152"/>
                    <a:pt x="218" y="153"/>
                    <a:pt x="217" y="153"/>
                  </a:cubicBezTo>
                  <a:cubicBezTo>
                    <a:pt x="216" y="153"/>
                    <a:pt x="215" y="151"/>
                    <a:pt x="211" y="146"/>
                  </a:cubicBezTo>
                  <a:cubicBezTo>
                    <a:pt x="207" y="141"/>
                    <a:pt x="204" y="133"/>
                    <a:pt x="205" y="132"/>
                  </a:cubicBezTo>
                  <a:cubicBezTo>
                    <a:pt x="205" y="132"/>
                    <a:pt x="205" y="132"/>
                    <a:pt x="205" y="132"/>
                  </a:cubicBezTo>
                  <a:close/>
                  <a:moveTo>
                    <a:pt x="686" y="212"/>
                  </a:moveTo>
                  <a:cubicBezTo>
                    <a:pt x="689" y="212"/>
                    <a:pt x="691" y="214"/>
                    <a:pt x="691" y="216"/>
                  </a:cubicBezTo>
                  <a:cubicBezTo>
                    <a:pt x="687" y="221"/>
                    <a:pt x="682" y="223"/>
                    <a:pt x="678" y="223"/>
                  </a:cubicBezTo>
                  <a:cubicBezTo>
                    <a:pt x="677" y="223"/>
                    <a:pt x="676" y="222"/>
                    <a:pt x="676" y="222"/>
                  </a:cubicBezTo>
                  <a:cubicBezTo>
                    <a:pt x="674" y="218"/>
                    <a:pt x="674" y="218"/>
                    <a:pt x="681" y="214"/>
                  </a:cubicBezTo>
                  <a:cubicBezTo>
                    <a:pt x="683" y="212"/>
                    <a:pt x="685" y="212"/>
                    <a:pt x="686" y="212"/>
                  </a:cubicBezTo>
                  <a:close/>
                  <a:moveTo>
                    <a:pt x="713" y="371"/>
                  </a:moveTo>
                  <a:cubicBezTo>
                    <a:pt x="721" y="372"/>
                    <a:pt x="728" y="372"/>
                    <a:pt x="728" y="374"/>
                  </a:cubicBezTo>
                  <a:lnTo>
                    <a:pt x="721" y="376"/>
                  </a:lnTo>
                  <a:lnTo>
                    <a:pt x="713" y="373"/>
                  </a:lnTo>
                  <a:lnTo>
                    <a:pt x="713" y="371"/>
                  </a:lnTo>
                  <a:close/>
                  <a:moveTo>
                    <a:pt x="661" y="394"/>
                  </a:moveTo>
                  <a:cubicBezTo>
                    <a:pt x="670" y="395"/>
                    <a:pt x="678" y="395"/>
                    <a:pt x="678" y="398"/>
                  </a:cubicBezTo>
                  <a:lnTo>
                    <a:pt x="677" y="400"/>
                  </a:lnTo>
                  <a:cubicBezTo>
                    <a:pt x="672" y="399"/>
                    <a:pt x="667" y="398"/>
                    <a:pt x="661" y="395"/>
                  </a:cubicBezTo>
                  <a:lnTo>
                    <a:pt x="661" y="394"/>
                  </a:lnTo>
                  <a:close/>
                  <a:moveTo>
                    <a:pt x="82" y="398"/>
                  </a:moveTo>
                  <a:cubicBezTo>
                    <a:pt x="90" y="398"/>
                    <a:pt x="98" y="398"/>
                    <a:pt x="98" y="400"/>
                  </a:cubicBezTo>
                  <a:cubicBezTo>
                    <a:pt x="106" y="402"/>
                    <a:pt x="106" y="402"/>
                    <a:pt x="102" y="402"/>
                  </a:cubicBezTo>
                  <a:cubicBezTo>
                    <a:pt x="98" y="402"/>
                    <a:pt x="90" y="402"/>
                    <a:pt x="82" y="400"/>
                  </a:cubicBezTo>
                  <a:cubicBezTo>
                    <a:pt x="66" y="399"/>
                    <a:pt x="66" y="399"/>
                    <a:pt x="82" y="398"/>
                  </a:cubicBezTo>
                  <a:close/>
                  <a:moveTo>
                    <a:pt x="711" y="439"/>
                  </a:moveTo>
                  <a:cubicBezTo>
                    <a:pt x="713" y="439"/>
                    <a:pt x="714" y="439"/>
                    <a:pt x="718" y="440"/>
                  </a:cubicBezTo>
                  <a:cubicBezTo>
                    <a:pt x="723" y="441"/>
                    <a:pt x="728" y="444"/>
                    <a:pt x="733" y="447"/>
                  </a:cubicBezTo>
                  <a:cubicBezTo>
                    <a:pt x="733" y="447"/>
                    <a:pt x="732" y="447"/>
                    <a:pt x="732" y="447"/>
                  </a:cubicBezTo>
                  <a:cubicBezTo>
                    <a:pt x="728" y="447"/>
                    <a:pt x="716" y="442"/>
                    <a:pt x="709" y="440"/>
                  </a:cubicBezTo>
                  <a:cubicBezTo>
                    <a:pt x="710" y="439"/>
                    <a:pt x="710" y="439"/>
                    <a:pt x="711" y="439"/>
                  </a:cubicBezTo>
                  <a:close/>
                  <a:moveTo>
                    <a:pt x="140" y="481"/>
                  </a:moveTo>
                  <a:cubicBezTo>
                    <a:pt x="142" y="481"/>
                    <a:pt x="142" y="483"/>
                    <a:pt x="143" y="484"/>
                  </a:cubicBezTo>
                  <a:cubicBezTo>
                    <a:pt x="143" y="486"/>
                    <a:pt x="144" y="486"/>
                    <a:pt x="136" y="488"/>
                  </a:cubicBezTo>
                  <a:cubicBezTo>
                    <a:pt x="136" y="488"/>
                    <a:pt x="134" y="489"/>
                    <a:pt x="132" y="489"/>
                  </a:cubicBezTo>
                  <a:cubicBezTo>
                    <a:pt x="129" y="489"/>
                    <a:pt x="127" y="488"/>
                    <a:pt x="127" y="487"/>
                  </a:cubicBezTo>
                  <a:lnTo>
                    <a:pt x="134" y="483"/>
                  </a:lnTo>
                  <a:cubicBezTo>
                    <a:pt x="137" y="482"/>
                    <a:pt x="139" y="481"/>
                    <a:pt x="140" y="481"/>
                  </a:cubicBezTo>
                  <a:close/>
                  <a:moveTo>
                    <a:pt x="190" y="490"/>
                  </a:moveTo>
                  <a:lnTo>
                    <a:pt x="183" y="495"/>
                  </a:lnTo>
                  <a:lnTo>
                    <a:pt x="184" y="497"/>
                  </a:lnTo>
                  <a:cubicBezTo>
                    <a:pt x="191" y="493"/>
                    <a:pt x="191" y="493"/>
                    <a:pt x="191" y="492"/>
                  </a:cubicBezTo>
                  <a:lnTo>
                    <a:pt x="190" y="490"/>
                  </a:lnTo>
                  <a:close/>
                  <a:moveTo>
                    <a:pt x="697" y="493"/>
                  </a:moveTo>
                  <a:cubicBezTo>
                    <a:pt x="704" y="496"/>
                    <a:pt x="712" y="500"/>
                    <a:pt x="711" y="502"/>
                  </a:cubicBezTo>
                  <a:lnTo>
                    <a:pt x="702" y="501"/>
                  </a:lnTo>
                  <a:lnTo>
                    <a:pt x="696" y="494"/>
                  </a:lnTo>
                  <a:lnTo>
                    <a:pt x="697" y="493"/>
                  </a:lnTo>
                  <a:close/>
                  <a:moveTo>
                    <a:pt x="149" y="503"/>
                  </a:moveTo>
                  <a:cubicBezTo>
                    <a:pt x="150" y="503"/>
                    <a:pt x="151" y="504"/>
                    <a:pt x="152" y="505"/>
                  </a:cubicBezTo>
                  <a:cubicBezTo>
                    <a:pt x="153" y="508"/>
                    <a:pt x="154" y="509"/>
                    <a:pt x="147" y="513"/>
                  </a:cubicBezTo>
                  <a:lnTo>
                    <a:pt x="146" y="511"/>
                  </a:lnTo>
                  <a:cubicBezTo>
                    <a:pt x="149" y="510"/>
                    <a:pt x="149" y="509"/>
                    <a:pt x="149" y="509"/>
                  </a:cubicBezTo>
                  <a:lnTo>
                    <a:pt x="149" y="509"/>
                  </a:lnTo>
                  <a:cubicBezTo>
                    <a:pt x="147" y="509"/>
                    <a:pt x="143" y="511"/>
                    <a:pt x="138" y="514"/>
                  </a:cubicBezTo>
                  <a:lnTo>
                    <a:pt x="125" y="522"/>
                  </a:lnTo>
                  <a:cubicBezTo>
                    <a:pt x="124" y="520"/>
                    <a:pt x="129" y="514"/>
                    <a:pt x="136" y="511"/>
                  </a:cubicBezTo>
                  <a:cubicBezTo>
                    <a:pt x="144" y="505"/>
                    <a:pt x="147" y="503"/>
                    <a:pt x="149" y="503"/>
                  </a:cubicBezTo>
                  <a:close/>
                  <a:moveTo>
                    <a:pt x="27" y="521"/>
                  </a:moveTo>
                  <a:cubicBezTo>
                    <a:pt x="22" y="521"/>
                    <a:pt x="16" y="522"/>
                    <a:pt x="12" y="524"/>
                  </a:cubicBezTo>
                  <a:lnTo>
                    <a:pt x="13" y="528"/>
                  </a:lnTo>
                  <a:cubicBezTo>
                    <a:pt x="13" y="528"/>
                    <a:pt x="14" y="529"/>
                    <a:pt x="15" y="529"/>
                  </a:cubicBezTo>
                  <a:cubicBezTo>
                    <a:pt x="18" y="529"/>
                    <a:pt x="23" y="527"/>
                    <a:pt x="29" y="524"/>
                  </a:cubicBezTo>
                  <a:lnTo>
                    <a:pt x="27" y="521"/>
                  </a:lnTo>
                  <a:close/>
                  <a:moveTo>
                    <a:pt x="490" y="554"/>
                  </a:moveTo>
                  <a:cubicBezTo>
                    <a:pt x="490" y="554"/>
                    <a:pt x="489" y="554"/>
                    <a:pt x="488" y="555"/>
                  </a:cubicBezTo>
                  <a:cubicBezTo>
                    <a:pt x="486" y="556"/>
                    <a:pt x="486" y="556"/>
                    <a:pt x="491" y="563"/>
                  </a:cubicBezTo>
                  <a:lnTo>
                    <a:pt x="494" y="561"/>
                  </a:lnTo>
                  <a:cubicBezTo>
                    <a:pt x="492" y="556"/>
                    <a:pt x="491" y="554"/>
                    <a:pt x="490" y="554"/>
                  </a:cubicBezTo>
                  <a:close/>
                  <a:moveTo>
                    <a:pt x="605" y="600"/>
                  </a:moveTo>
                  <a:lnTo>
                    <a:pt x="605" y="600"/>
                  </a:lnTo>
                  <a:cubicBezTo>
                    <a:pt x="606" y="600"/>
                    <a:pt x="608" y="602"/>
                    <a:pt x="607" y="603"/>
                  </a:cubicBezTo>
                  <a:cubicBezTo>
                    <a:pt x="605" y="601"/>
                    <a:pt x="605" y="600"/>
                    <a:pt x="605" y="600"/>
                  </a:cubicBezTo>
                  <a:close/>
                  <a:moveTo>
                    <a:pt x="589" y="597"/>
                  </a:moveTo>
                  <a:cubicBezTo>
                    <a:pt x="595" y="603"/>
                    <a:pt x="601" y="610"/>
                    <a:pt x="598" y="611"/>
                  </a:cubicBezTo>
                  <a:lnTo>
                    <a:pt x="592" y="606"/>
                  </a:lnTo>
                  <a:lnTo>
                    <a:pt x="588" y="598"/>
                  </a:lnTo>
                  <a:lnTo>
                    <a:pt x="589" y="597"/>
                  </a:lnTo>
                  <a:close/>
                  <a:moveTo>
                    <a:pt x="519" y="612"/>
                  </a:moveTo>
                  <a:cubicBezTo>
                    <a:pt x="520" y="614"/>
                    <a:pt x="521" y="615"/>
                    <a:pt x="520" y="615"/>
                  </a:cubicBezTo>
                  <a:cubicBezTo>
                    <a:pt x="520" y="615"/>
                    <a:pt x="518" y="613"/>
                    <a:pt x="519" y="612"/>
                  </a:cubicBezTo>
                  <a:close/>
                  <a:moveTo>
                    <a:pt x="572" y="603"/>
                  </a:moveTo>
                  <a:lnTo>
                    <a:pt x="572" y="603"/>
                  </a:lnTo>
                  <a:cubicBezTo>
                    <a:pt x="572" y="603"/>
                    <a:pt x="576" y="606"/>
                    <a:pt x="582" y="612"/>
                  </a:cubicBezTo>
                  <a:cubicBezTo>
                    <a:pt x="587" y="619"/>
                    <a:pt x="587" y="619"/>
                    <a:pt x="585" y="621"/>
                  </a:cubicBezTo>
                  <a:cubicBezTo>
                    <a:pt x="580" y="616"/>
                    <a:pt x="577" y="613"/>
                    <a:pt x="574" y="609"/>
                  </a:cubicBezTo>
                  <a:cubicBezTo>
                    <a:pt x="572" y="605"/>
                    <a:pt x="571" y="603"/>
                    <a:pt x="572" y="603"/>
                  </a:cubicBezTo>
                  <a:close/>
                  <a:moveTo>
                    <a:pt x="416" y="614"/>
                  </a:moveTo>
                  <a:lnTo>
                    <a:pt x="416" y="623"/>
                  </a:lnTo>
                  <a:lnTo>
                    <a:pt x="417" y="631"/>
                  </a:lnTo>
                  <a:lnTo>
                    <a:pt x="416" y="614"/>
                  </a:lnTo>
                  <a:close/>
                  <a:moveTo>
                    <a:pt x="482" y="619"/>
                  </a:moveTo>
                  <a:cubicBezTo>
                    <a:pt x="482" y="619"/>
                    <a:pt x="482" y="619"/>
                    <a:pt x="482" y="619"/>
                  </a:cubicBezTo>
                  <a:lnTo>
                    <a:pt x="479" y="619"/>
                  </a:lnTo>
                  <a:cubicBezTo>
                    <a:pt x="482" y="624"/>
                    <a:pt x="484" y="629"/>
                    <a:pt x="487" y="633"/>
                  </a:cubicBezTo>
                  <a:cubicBezTo>
                    <a:pt x="490" y="633"/>
                    <a:pt x="486" y="625"/>
                    <a:pt x="486" y="625"/>
                  </a:cubicBezTo>
                  <a:cubicBezTo>
                    <a:pt x="486" y="625"/>
                    <a:pt x="484" y="619"/>
                    <a:pt x="482" y="619"/>
                  </a:cubicBezTo>
                  <a:close/>
                  <a:moveTo>
                    <a:pt x="212" y="622"/>
                  </a:moveTo>
                  <a:cubicBezTo>
                    <a:pt x="213" y="622"/>
                    <a:pt x="213" y="623"/>
                    <a:pt x="214" y="623"/>
                  </a:cubicBezTo>
                  <a:cubicBezTo>
                    <a:pt x="216" y="624"/>
                    <a:pt x="211" y="631"/>
                    <a:pt x="202" y="634"/>
                  </a:cubicBezTo>
                  <a:cubicBezTo>
                    <a:pt x="200" y="632"/>
                    <a:pt x="199" y="631"/>
                    <a:pt x="199" y="631"/>
                  </a:cubicBezTo>
                  <a:lnTo>
                    <a:pt x="198" y="631"/>
                  </a:lnTo>
                  <a:cubicBezTo>
                    <a:pt x="202" y="626"/>
                    <a:pt x="209" y="622"/>
                    <a:pt x="212" y="622"/>
                  </a:cubicBezTo>
                  <a:close/>
                  <a:moveTo>
                    <a:pt x="552" y="641"/>
                  </a:moveTo>
                  <a:cubicBezTo>
                    <a:pt x="554" y="641"/>
                    <a:pt x="557" y="647"/>
                    <a:pt x="557" y="647"/>
                  </a:cubicBezTo>
                  <a:cubicBezTo>
                    <a:pt x="559" y="650"/>
                    <a:pt x="559" y="651"/>
                    <a:pt x="558" y="651"/>
                  </a:cubicBezTo>
                  <a:cubicBezTo>
                    <a:pt x="557" y="651"/>
                    <a:pt x="555" y="649"/>
                    <a:pt x="554" y="649"/>
                  </a:cubicBezTo>
                  <a:cubicBezTo>
                    <a:pt x="554" y="649"/>
                    <a:pt x="554" y="649"/>
                    <a:pt x="554" y="649"/>
                  </a:cubicBezTo>
                  <a:lnTo>
                    <a:pt x="554" y="650"/>
                  </a:lnTo>
                  <a:cubicBezTo>
                    <a:pt x="547" y="643"/>
                    <a:pt x="547" y="643"/>
                    <a:pt x="551" y="641"/>
                  </a:cubicBezTo>
                  <a:cubicBezTo>
                    <a:pt x="551" y="641"/>
                    <a:pt x="552" y="641"/>
                    <a:pt x="552" y="641"/>
                  </a:cubicBezTo>
                  <a:close/>
                  <a:moveTo>
                    <a:pt x="323" y="640"/>
                  </a:moveTo>
                  <a:cubicBezTo>
                    <a:pt x="323" y="640"/>
                    <a:pt x="324" y="641"/>
                    <a:pt x="325" y="641"/>
                  </a:cubicBezTo>
                  <a:lnTo>
                    <a:pt x="322" y="649"/>
                  </a:lnTo>
                  <a:lnTo>
                    <a:pt x="318" y="656"/>
                  </a:lnTo>
                  <a:lnTo>
                    <a:pt x="318" y="647"/>
                  </a:lnTo>
                  <a:cubicBezTo>
                    <a:pt x="320" y="642"/>
                    <a:pt x="321" y="640"/>
                    <a:pt x="323" y="640"/>
                  </a:cubicBezTo>
                  <a:close/>
                  <a:moveTo>
                    <a:pt x="469" y="647"/>
                  </a:moveTo>
                  <a:cubicBezTo>
                    <a:pt x="470" y="647"/>
                    <a:pt x="470" y="649"/>
                    <a:pt x="472" y="655"/>
                  </a:cubicBezTo>
                  <a:lnTo>
                    <a:pt x="469" y="656"/>
                  </a:lnTo>
                  <a:lnTo>
                    <a:pt x="466" y="648"/>
                  </a:lnTo>
                  <a:lnTo>
                    <a:pt x="467" y="648"/>
                  </a:lnTo>
                  <a:cubicBezTo>
                    <a:pt x="468" y="647"/>
                    <a:pt x="468" y="647"/>
                    <a:pt x="469" y="647"/>
                  </a:cubicBezTo>
                  <a:close/>
                  <a:moveTo>
                    <a:pt x="214" y="639"/>
                  </a:moveTo>
                  <a:cubicBezTo>
                    <a:pt x="212" y="639"/>
                    <a:pt x="208" y="643"/>
                    <a:pt x="205" y="647"/>
                  </a:cubicBezTo>
                  <a:cubicBezTo>
                    <a:pt x="200" y="652"/>
                    <a:pt x="202" y="655"/>
                    <a:pt x="206" y="658"/>
                  </a:cubicBezTo>
                  <a:cubicBezTo>
                    <a:pt x="206" y="658"/>
                    <a:pt x="206" y="658"/>
                    <a:pt x="207" y="658"/>
                  </a:cubicBezTo>
                  <a:cubicBezTo>
                    <a:pt x="209" y="658"/>
                    <a:pt x="215" y="655"/>
                    <a:pt x="215" y="655"/>
                  </a:cubicBezTo>
                  <a:cubicBezTo>
                    <a:pt x="219" y="648"/>
                    <a:pt x="218" y="646"/>
                    <a:pt x="216" y="644"/>
                  </a:cubicBezTo>
                  <a:cubicBezTo>
                    <a:pt x="216" y="641"/>
                    <a:pt x="215" y="639"/>
                    <a:pt x="214" y="639"/>
                  </a:cubicBezTo>
                  <a:close/>
                  <a:moveTo>
                    <a:pt x="450" y="648"/>
                  </a:moveTo>
                  <a:cubicBezTo>
                    <a:pt x="451" y="648"/>
                    <a:pt x="454" y="656"/>
                    <a:pt x="455" y="667"/>
                  </a:cubicBezTo>
                  <a:cubicBezTo>
                    <a:pt x="453" y="668"/>
                    <a:pt x="451" y="668"/>
                    <a:pt x="450" y="668"/>
                  </a:cubicBezTo>
                  <a:cubicBezTo>
                    <a:pt x="448" y="660"/>
                    <a:pt x="447" y="652"/>
                    <a:pt x="449" y="652"/>
                  </a:cubicBezTo>
                  <a:cubicBezTo>
                    <a:pt x="449" y="650"/>
                    <a:pt x="450" y="648"/>
                    <a:pt x="450" y="648"/>
                  </a:cubicBezTo>
                  <a:close/>
                  <a:moveTo>
                    <a:pt x="380" y="640"/>
                  </a:moveTo>
                  <a:cubicBezTo>
                    <a:pt x="381" y="640"/>
                    <a:pt x="381" y="644"/>
                    <a:pt x="379" y="653"/>
                  </a:cubicBezTo>
                  <a:lnTo>
                    <a:pt x="372" y="669"/>
                  </a:lnTo>
                  <a:cubicBezTo>
                    <a:pt x="370" y="668"/>
                    <a:pt x="373" y="660"/>
                    <a:pt x="377" y="644"/>
                  </a:cubicBezTo>
                  <a:lnTo>
                    <a:pt x="376" y="644"/>
                  </a:lnTo>
                  <a:cubicBezTo>
                    <a:pt x="378" y="642"/>
                    <a:pt x="380" y="640"/>
                    <a:pt x="380" y="640"/>
                  </a:cubicBezTo>
                  <a:close/>
                  <a:moveTo>
                    <a:pt x="513" y="659"/>
                  </a:moveTo>
                  <a:cubicBezTo>
                    <a:pt x="515" y="659"/>
                    <a:pt x="517" y="661"/>
                    <a:pt x="519" y="666"/>
                  </a:cubicBezTo>
                  <a:cubicBezTo>
                    <a:pt x="519" y="666"/>
                    <a:pt x="522" y="674"/>
                    <a:pt x="520" y="674"/>
                  </a:cubicBezTo>
                  <a:cubicBezTo>
                    <a:pt x="520" y="674"/>
                    <a:pt x="519" y="674"/>
                    <a:pt x="519" y="674"/>
                  </a:cubicBezTo>
                  <a:cubicBezTo>
                    <a:pt x="517" y="674"/>
                    <a:pt x="512" y="668"/>
                    <a:pt x="512" y="668"/>
                  </a:cubicBezTo>
                  <a:cubicBezTo>
                    <a:pt x="509" y="660"/>
                    <a:pt x="511" y="660"/>
                    <a:pt x="511" y="660"/>
                  </a:cubicBezTo>
                  <a:cubicBezTo>
                    <a:pt x="512" y="660"/>
                    <a:pt x="512" y="659"/>
                    <a:pt x="513" y="659"/>
                  </a:cubicBezTo>
                  <a:close/>
                  <a:moveTo>
                    <a:pt x="331" y="656"/>
                  </a:moveTo>
                  <a:cubicBezTo>
                    <a:pt x="331" y="656"/>
                    <a:pt x="330" y="660"/>
                    <a:pt x="328" y="667"/>
                  </a:cubicBezTo>
                  <a:cubicBezTo>
                    <a:pt x="326" y="676"/>
                    <a:pt x="322" y="683"/>
                    <a:pt x="317" y="689"/>
                  </a:cubicBezTo>
                  <a:lnTo>
                    <a:pt x="312" y="687"/>
                  </a:lnTo>
                  <a:cubicBezTo>
                    <a:pt x="312" y="687"/>
                    <a:pt x="317" y="680"/>
                    <a:pt x="321" y="674"/>
                  </a:cubicBezTo>
                  <a:cubicBezTo>
                    <a:pt x="327" y="661"/>
                    <a:pt x="330" y="656"/>
                    <a:pt x="331" y="656"/>
                  </a:cubicBezTo>
                  <a:close/>
                  <a:moveTo>
                    <a:pt x="393" y="679"/>
                  </a:moveTo>
                  <a:cubicBezTo>
                    <a:pt x="393" y="687"/>
                    <a:pt x="393" y="695"/>
                    <a:pt x="391" y="695"/>
                  </a:cubicBezTo>
                  <a:lnTo>
                    <a:pt x="389" y="695"/>
                  </a:lnTo>
                  <a:cubicBezTo>
                    <a:pt x="389" y="689"/>
                    <a:pt x="390" y="685"/>
                    <a:pt x="391" y="679"/>
                  </a:cubicBezTo>
                  <a:close/>
                  <a:moveTo>
                    <a:pt x="441" y="702"/>
                  </a:moveTo>
                  <a:lnTo>
                    <a:pt x="442" y="709"/>
                  </a:lnTo>
                  <a:cubicBezTo>
                    <a:pt x="441" y="709"/>
                    <a:pt x="439" y="713"/>
                    <a:pt x="439" y="713"/>
                  </a:cubicBezTo>
                  <a:cubicBezTo>
                    <a:pt x="438" y="713"/>
                    <a:pt x="438" y="712"/>
                    <a:pt x="438" y="709"/>
                  </a:cubicBezTo>
                  <a:cubicBezTo>
                    <a:pt x="438" y="710"/>
                    <a:pt x="438" y="710"/>
                    <a:pt x="437" y="710"/>
                  </a:cubicBezTo>
                  <a:cubicBezTo>
                    <a:pt x="435" y="710"/>
                    <a:pt x="439" y="702"/>
                    <a:pt x="441" y="702"/>
                  </a:cubicBezTo>
                  <a:close/>
                  <a:moveTo>
                    <a:pt x="362" y="6"/>
                  </a:moveTo>
                  <a:cubicBezTo>
                    <a:pt x="358" y="6"/>
                    <a:pt x="356" y="6"/>
                    <a:pt x="359" y="14"/>
                  </a:cubicBezTo>
                  <a:cubicBezTo>
                    <a:pt x="361" y="22"/>
                    <a:pt x="361" y="22"/>
                    <a:pt x="357" y="23"/>
                  </a:cubicBezTo>
                  <a:cubicBezTo>
                    <a:pt x="355" y="23"/>
                    <a:pt x="353" y="23"/>
                    <a:pt x="352" y="31"/>
                  </a:cubicBezTo>
                  <a:cubicBezTo>
                    <a:pt x="353" y="40"/>
                    <a:pt x="349" y="40"/>
                    <a:pt x="347" y="40"/>
                  </a:cubicBezTo>
                  <a:cubicBezTo>
                    <a:pt x="344" y="32"/>
                    <a:pt x="339" y="32"/>
                    <a:pt x="339" y="32"/>
                  </a:cubicBezTo>
                  <a:lnTo>
                    <a:pt x="338" y="24"/>
                  </a:lnTo>
                  <a:cubicBezTo>
                    <a:pt x="337" y="18"/>
                    <a:pt x="335" y="14"/>
                    <a:pt x="333" y="8"/>
                  </a:cubicBezTo>
                  <a:cubicBezTo>
                    <a:pt x="330" y="9"/>
                    <a:pt x="331" y="17"/>
                    <a:pt x="331" y="17"/>
                  </a:cubicBezTo>
                  <a:cubicBezTo>
                    <a:pt x="333" y="24"/>
                    <a:pt x="275" y="38"/>
                    <a:pt x="269" y="42"/>
                  </a:cubicBezTo>
                  <a:cubicBezTo>
                    <a:pt x="266" y="39"/>
                    <a:pt x="263" y="38"/>
                    <a:pt x="261" y="38"/>
                  </a:cubicBezTo>
                  <a:cubicBezTo>
                    <a:pt x="257" y="38"/>
                    <a:pt x="256" y="41"/>
                    <a:pt x="258" y="45"/>
                  </a:cubicBezTo>
                  <a:cubicBezTo>
                    <a:pt x="262" y="53"/>
                    <a:pt x="251" y="58"/>
                    <a:pt x="237" y="64"/>
                  </a:cubicBezTo>
                  <a:cubicBezTo>
                    <a:pt x="223" y="71"/>
                    <a:pt x="212" y="79"/>
                    <a:pt x="216" y="85"/>
                  </a:cubicBezTo>
                  <a:lnTo>
                    <a:pt x="210" y="89"/>
                  </a:lnTo>
                  <a:cubicBezTo>
                    <a:pt x="206" y="91"/>
                    <a:pt x="207" y="100"/>
                    <a:pt x="205" y="101"/>
                  </a:cubicBezTo>
                  <a:cubicBezTo>
                    <a:pt x="206" y="106"/>
                    <a:pt x="207" y="109"/>
                    <a:pt x="206" y="109"/>
                  </a:cubicBezTo>
                  <a:cubicBezTo>
                    <a:pt x="205" y="109"/>
                    <a:pt x="204" y="107"/>
                    <a:pt x="202" y="104"/>
                  </a:cubicBezTo>
                  <a:cubicBezTo>
                    <a:pt x="198" y="97"/>
                    <a:pt x="194" y="91"/>
                    <a:pt x="192" y="91"/>
                  </a:cubicBezTo>
                  <a:cubicBezTo>
                    <a:pt x="192" y="91"/>
                    <a:pt x="191" y="91"/>
                    <a:pt x="191" y="91"/>
                  </a:cubicBezTo>
                  <a:cubicBezTo>
                    <a:pt x="188" y="95"/>
                    <a:pt x="192" y="101"/>
                    <a:pt x="197" y="107"/>
                  </a:cubicBezTo>
                  <a:cubicBezTo>
                    <a:pt x="202" y="114"/>
                    <a:pt x="200" y="115"/>
                    <a:pt x="200" y="115"/>
                  </a:cubicBezTo>
                  <a:cubicBezTo>
                    <a:pt x="199" y="116"/>
                    <a:pt x="199" y="116"/>
                    <a:pt x="198" y="116"/>
                  </a:cubicBezTo>
                  <a:cubicBezTo>
                    <a:pt x="197" y="116"/>
                    <a:pt x="196" y="115"/>
                    <a:pt x="193" y="110"/>
                  </a:cubicBezTo>
                  <a:lnTo>
                    <a:pt x="183" y="97"/>
                  </a:lnTo>
                  <a:lnTo>
                    <a:pt x="181" y="99"/>
                  </a:lnTo>
                  <a:cubicBezTo>
                    <a:pt x="187" y="105"/>
                    <a:pt x="184" y="107"/>
                    <a:pt x="184" y="107"/>
                  </a:cubicBezTo>
                  <a:cubicBezTo>
                    <a:pt x="184" y="107"/>
                    <a:pt x="184" y="108"/>
                    <a:pt x="183" y="108"/>
                  </a:cubicBezTo>
                  <a:cubicBezTo>
                    <a:pt x="182" y="108"/>
                    <a:pt x="180" y="105"/>
                    <a:pt x="172" y="96"/>
                  </a:cubicBezTo>
                  <a:cubicBezTo>
                    <a:pt x="167" y="90"/>
                    <a:pt x="164" y="87"/>
                    <a:pt x="163" y="87"/>
                  </a:cubicBezTo>
                  <a:lnTo>
                    <a:pt x="163" y="87"/>
                  </a:lnTo>
                  <a:cubicBezTo>
                    <a:pt x="162" y="87"/>
                    <a:pt x="163" y="91"/>
                    <a:pt x="168" y="98"/>
                  </a:cubicBezTo>
                  <a:lnTo>
                    <a:pt x="170" y="108"/>
                  </a:lnTo>
                  <a:cubicBezTo>
                    <a:pt x="167" y="105"/>
                    <a:pt x="165" y="104"/>
                    <a:pt x="164" y="104"/>
                  </a:cubicBezTo>
                  <a:lnTo>
                    <a:pt x="164" y="104"/>
                  </a:lnTo>
                  <a:cubicBezTo>
                    <a:pt x="161" y="104"/>
                    <a:pt x="165" y="115"/>
                    <a:pt x="168" y="121"/>
                  </a:cubicBezTo>
                  <a:cubicBezTo>
                    <a:pt x="162" y="116"/>
                    <a:pt x="159" y="113"/>
                    <a:pt x="157" y="113"/>
                  </a:cubicBezTo>
                  <a:lnTo>
                    <a:pt x="157" y="113"/>
                  </a:lnTo>
                  <a:cubicBezTo>
                    <a:pt x="155" y="113"/>
                    <a:pt x="157" y="117"/>
                    <a:pt x="162" y="125"/>
                  </a:cubicBezTo>
                  <a:cubicBezTo>
                    <a:pt x="166" y="129"/>
                    <a:pt x="166" y="131"/>
                    <a:pt x="164" y="131"/>
                  </a:cubicBezTo>
                  <a:cubicBezTo>
                    <a:pt x="163" y="131"/>
                    <a:pt x="161" y="130"/>
                    <a:pt x="159" y="128"/>
                  </a:cubicBezTo>
                  <a:cubicBezTo>
                    <a:pt x="155" y="126"/>
                    <a:pt x="153" y="125"/>
                    <a:pt x="151" y="125"/>
                  </a:cubicBezTo>
                  <a:cubicBezTo>
                    <a:pt x="148" y="125"/>
                    <a:pt x="147" y="127"/>
                    <a:pt x="145" y="128"/>
                  </a:cubicBezTo>
                  <a:cubicBezTo>
                    <a:pt x="150" y="136"/>
                    <a:pt x="137" y="149"/>
                    <a:pt x="124" y="163"/>
                  </a:cubicBezTo>
                  <a:cubicBezTo>
                    <a:pt x="110" y="180"/>
                    <a:pt x="101" y="191"/>
                    <a:pt x="108" y="197"/>
                  </a:cubicBezTo>
                  <a:cubicBezTo>
                    <a:pt x="108" y="197"/>
                    <a:pt x="107" y="198"/>
                    <a:pt x="107" y="198"/>
                  </a:cubicBezTo>
                  <a:cubicBezTo>
                    <a:pt x="106" y="198"/>
                    <a:pt x="104" y="197"/>
                    <a:pt x="99" y="196"/>
                  </a:cubicBezTo>
                  <a:cubicBezTo>
                    <a:pt x="97" y="194"/>
                    <a:pt x="95" y="194"/>
                    <a:pt x="94" y="194"/>
                  </a:cubicBezTo>
                  <a:lnTo>
                    <a:pt x="94" y="194"/>
                  </a:lnTo>
                  <a:cubicBezTo>
                    <a:pt x="92" y="194"/>
                    <a:pt x="94" y="197"/>
                    <a:pt x="103" y="205"/>
                  </a:cubicBezTo>
                  <a:cubicBezTo>
                    <a:pt x="106" y="208"/>
                    <a:pt x="110" y="211"/>
                    <a:pt x="109" y="211"/>
                  </a:cubicBezTo>
                  <a:cubicBezTo>
                    <a:pt x="109" y="211"/>
                    <a:pt x="107" y="209"/>
                    <a:pt x="101" y="206"/>
                  </a:cubicBezTo>
                  <a:cubicBezTo>
                    <a:pt x="100" y="205"/>
                    <a:pt x="98" y="204"/>
                    <a:pt x="97" y="204"/>
                  </a:cubicBezTo>
                  <a:cubicBezTo>
                    <a:pt x="93" y="204"/>
                    <a:pt x="91" y="208"/>
                    <a:pt x="87" y="214"/>
                  </a:cubicBezTo>
                  <a:cubicBezTo>
                    <a:pt x="82" y="220"/>
                    <a:pt x="78" y="229"/>
                    <a:pt x="86" y="233"/>
                  </a:cubicBezTo>
                  <a:cubicBezTo>
                    <a:pt x="88" y="237"/>
                    <a:pt x="89" y="239"/>
                    <a:pt x="89" y="239"/>
                  </a:cubicBezTo>
                  <a:cubicBezTo>
                    <a:pt x="89" y="239"/>
                    <a:pt x="87" y="238"/>
                    <a:pt x="85" y="235"/>
                  </a:cubicBezTo>
                  <a:cubicBezTo>
                    <a:pt x="80" y="232"/>
                    <a:pt x="76" y="230"/>
                    <a:pt x="73" y="230"/>
                  </a:cubicBezTo>
                  <a:cubicBezTo>
                    <a:pt x="65" y="230"/>
                    <a:pt x="61" y="237"/>
                    <a:pt x="69" y="246"/>
                  </a:cubicBezTo>
                  <a:cubicBezTo>
                    <a:pt x="68" y="248"/>
                    <a:pt x="67" y="249"/>
                    <a:pt x="65" y="249"/>
                  </a:cubicBezTo>
                  <a:cubicBezTo>
                    <a:pt x="64" y="249"/>
                    <a:pt x="62" y="249"/>
                    <a:pt x="60" y="247"/>
                  </a:cubicBezTo>
                  <a:lnTo>
                    <a:pt x="60" y="247"/>
                  </a:lnTo>
                  <a:cubicBezTo>
                    <a:pt x="59" y="250"/>
                    <a:pt x="58" y="252"/>
                    <a:pt x="62" y="262"/>
                  </a:cubicBezTo>
                  <a:cubicBezTo>
                    <a:pt x="61" y="264"/>
                    <a:pt x="58" y="273"/>
                    <a:pt x="55" y="278"/>
                  </a:cubicBezTo>
                  <a:cubicBezTo>
                    <a:pt x="53" y="282"/>
                    <a:pt x="60" y="289"/>
                    <a:pt x="60" y="289"/>
                  </a:cubicBezTo>
                  <a:cubicBezTo>
                    <a:pt x="59" y="290"/>
                    <a:pt x="59" y="292"/>
                    <a:pt x="59" y="292"/>
                  </a:cubicBezTo>
                  <a:cubicBezTo>
                    <a:pt x="59" y="292"/>
                    <a:pt x="59" y="292"/>
                    <a:pt x="59" y="291"/>
                  </a:cubicBezTo>
                  <a:cubicBezTo>
                    <a:pt x="58" y="291"/>
                    <a:pt x="58" y="291"/>
                    <a:pt x="57" y="291"/>
                  </a:cubicBezTo>
                  <a:cubicBezTo>
                    <a:pt x="50" y="291"/>
                    <a:pt x="47" y="302"/>
                    <a:pt x="43" y="317"/>
                  </a:cubicBezTo>
                  <a:cubicBezTo>
                    <a:pt x="40" y="334"/>
                    <a:pt x="36" y="348"/>
                    <a:pt x="27" y="349"/>
                  </a:cubicBezTo>
                  <a:cubicBezTo>
                    <a:pt x="27" y="349"/>
                    <a:pt x="27" y="353"/>
                    <a:pt x="35" y="356"/>
                  </a:cubicBezTo>
                  <a:cubicBezTo>
                    <a:pt x="51" y="359"/>
                    <a:pt x="51" y="362"/>
                    <a:pt x="43" y="364"/>
                  </a:cubicBezTo>
                  <a:cubicBezTo>
                    <a:pt x="26" y="364"/>
                    <a:pt x="25" y="375"/>
                    <a:pt x="41" y="377"/>
                  </a:cubicBezTo>
                  <a:cubicBezTo>
                    <a:pt x="44" y="378"/>
                    <a:pt x="45" y="378"/>
                    <a:pt x="45" y="378"/>
                  </a:cubicBezTo>
                  <a:cubicBezTo>
                    <a:pt x="44" y="378"/>
                    <a:pt x="38" y="377"/>
                    <a:pt x="33" y="377"/>
                  </a:cubicBezTo>
                  <a:cubicBezTo>
                    <a:pt x="16" y="380"/>
                    <a:pt x="24" y="388"/>
                    <a:pt x="41" y="390"/>
                  </a:cubicBezTo>
                  <a:cubicBezTo>
                    <a:pt x="33" y="392"/>
                    <a:pt x="24" y="394"/>
                    <a:pt x="33" y="398"/>
                  </a:cubicBezTo>
                  <a:cubicBezTo>
                    <a:pt x="33" y="400"/>
                    <a:pt x="33" y="400"/>
                    <a:pt x="16" y="400"/>
                  </a:cubicBezTo>
                  <a:cubicBezTo>
                    <a:pt x="8" y="400"/>
                    <a:pt x="0" y="400"/>
                    <a:pt x="0" y="403"/>
                  </a:cubicBezTo>
                  <a:cubicBezTo>
                    <a:pt x="0" y="405"/>
                    <a:pt x="8" y="405"/>
                    <a:pt x="16" y="405"/>
                  </a:cubicBezTo>
                  <a:lnTo>
                    <a:pt x="16" y="410"/>
                  </a:lnTo>
                  <a:cubicBezTo>
                    <a:pt x="16" y="410"/>
                    <a:pt x="16" y="412"/>
                    <a:pt x="22" y="412"/>
                  </a:cubicBezTo>
                  <a:cubicBezTo>
                    <a:pt x="23" y="412"/>
                    <a:pt x="24" y="412"/>
                    <a:pt x="25" y="412"/>
                  </a:cubicBezTo>
                  <a:cubicBezTo>
                    <a:pt x="33" y="412"/>
                    <a:pt x="33" y="414"/>
                    <a:pt x="33" y="417"/>
                  </a:cubicBezTo>
                  <a:cubicBezTo>
                    <a:pt x="29" y="417"/>
                    <a:pt x="29" y="418"/>
                    <a:pt x="31" y="418"/>
                  </a:cubicBezTo>
                  <a:cubicBezTo>
                    <a:pt x="33" y="418"/>
                    <a:pt x="37" y="417"/>
                    <a:pt x="41" y="416"/>
                  </a:cubicBezTo>
                  <a:cubicBezTo>
                    <a:pt x="45" y="416"/>
                    <a:pt x="49" y="415"/>
                    <a:pt x="52" y="415"/>
                  </a:cubicBezTo>
                  <a:cubicBezTo>
                    <a:pt x="55" y="415"/>
                    <a:pt x="57" y="416"/>
                    <a:pt x="57" y="417"/>
                  </a:cubicBezTo>
                  <a:lnTo>
                    <a:pt x="73" y="416"/>
                  </a:lnTo>
                  <a:cubicBezTo>
                    <a:pt x="85" y="416"/>
                    <a:pt x="95" y="413"/>
                    <a:pt x="106" y="409"/>
                  </a:cubicBezTo>
                  <a:cubicBezTo>
                    <a:pt x="114" y="401"/>
                    <a:pt x="122" y="395"/>
                    <a:pt x="106" y="395"/>
                  </a:cubicBezTo>
                  <a:cubicBezTo>
                    <a:pt x="106" y="395"/>
                    <a:pt x="97" y="394"/>
                    <a:pt x="97" y="392"/>
                  </a:cubicBezTo>
                  <a:cubicBezTo>
                    <a:pt x="97" y="390"/>
                    <a:pt x="105" y="389"/>
                    <a:pt x="105" y="389"/>
                  </a:cubicBezTo>
                  <a:cubicBezTo>
                    <a:pt x="113" y="389"/>
                    <a:pt x="114" y="381"/>
                    <a:pt x="115" y="372"/>
                  </a:cubicBezTo>
                  <a:cubicBezTo>
                    <a:pt x="116" y="361"/>
                    <a:pt x="117" y="355"/>
                    <a:pt x="126" y="355"/>
                  </a:cubicBezTo>
                  <a:cubicBezTo>
                    <a:pt x="134" y="354"/>
                    <a:pt x="134" y="353"/>
                    <a:pt x="134" y="353"/>
                  </a:cubicBezTo>
                  <a:cubicBezTo>
                    <a:pt x="127" y="352"/>
                    <a:pt x="128" y="340"/>
                    <a:pt x="132" y="328"/>
                  </a:cubicBezTo>
                  <a:cubicBezTo>
                    <a:pt x="136" y="316"/>
                    <a:pt x="140" y="303"/>
                    <a:pt x="133" y="301"/>
                  </a:cubicBezTo>
                  <a:lnTo>
                    <a:pt x="135" y="298"/>
                  </a:lnTo>
                  <a:cubicBezTo>
                    <a:pt x="137" y="298"/>
                    <a:pt x="138" y="299"/>
                    <a:pt x="139" y="299"/>
                  </a:cubicBezTo>
                  <a:cubicBezTo>
                    <a:pt x="143" y="299"/>
                    <a:pt x="144" y="296"/>
                    <a:pt x="145" y="293"/>
                  </a:cubicBezTo>
                  <a:cubicBezTo>
                    <a:pt x="140" y="288"/>
                    <a:pt x="141" y="283"/>
                    <a:pt x="141" y="283"/>
                  </a:cubicBezTo>
                  <a:lnTo>
                    <a:pt x="141" y="283"/>
                  </a:lnTo>
                  <a:cubicBezTo>
                    <a:pt x="144" y="285"/>
                    <a:pt x="146" y="285"/>
                    <a:pt x="147" y="285"/>
                  </a:cubicBezTo>
                  <a:cubicBezTo>
                    <a:pt x="149" y="285"/>
                    <a:pt x="149" y="284"/>
                    <a:pt x="151" y="282"/>
                  </a:cubicBezTo>
                  <a:cubicBezTo>
                    <a:pt x="152" y="279"/>
                    <a:pt x="153" y="276"/>
                    <a:pt x="146" y="273"/>
                  </a:cubicBezTo>
                  <a:cubicBezTo>
                    <a:pt x="147" y="272"/>
                    <a:pt x="153" y="260"/>
                    <a:pt x="163" y="259"/>
                  </a:cubicBezTo>
                  <a:cubicBezTo>
                    <a:pt x="165" y="259"/>
                    <a:pt x="166" y="260"/>
                    <a:pt x="166" y="260"/>
                  </a:cubicBezTo>
                  <a:cubicBezTo>
                    <a:pt x="169" y="260"/>
                    <a:pt x="164" y="255"/>
                    <a:pt x="160" y="250"/>
                  </a:cubicBezTo>
                  <a:cubicBezTo>
                    <a:pt x="153" y="246"/>
                    <a:pt x="147" y="239"/>
                    <a:pt x="149" y="238"/>
                  </a:cubicBezTo>
                  <a:lnTo>
                    <a:pt x="149" y="238"/>
                  </a:lnTo>
                  <a:lnTo>
                    <a:pt x="162" y="247"/>
                  </a:lnTo>
                  <a:cubicBezTo>
                    <a:pt x="165" y="250"/>
                    <a:pt x="167" y="252"/>
                    <a:pt x="168" y="252"/>
                  </a:cubicBezTo>
                  <a:cubicBezTo>
                    <a:pt x="168" y="252"/>
                    <a:pt x="169" y="251"/>
                    <a:pt x="170" y="250"/>
                  </a:cubicBezTo>
                  <a:lnTo>
                    <a:pt x="172" y="246"/>
                  </a:lnTo>
                  <a:cubicBezTo>
                    <a:pt x="165" y="242"/>
                    <a:pt x="170" y="234"/>
                    <a:pt x="179" y="224"/>
                  </a:cubicBezTo>
                  <a:cubicBezTo>
                    <a:pt x="190" y="209"/>
                    <a:pt x="195" y="206"/>
                    <a:pt x="188" y="200"/>
                  </a:cubicBezTo>
                  <a:cubicBezTo>
                    <a:pt x="183" y="196"/>
                    <a:pt x="183" y="194"/>
                    <a:pt x="188" y="194"/>
                  </a:cubicBezTo>
                  <a:cubicBezTo>
                    <a:pt x="189" y="194"/>
                    <a:pt x="191" y="194"/>
                    <a:pt x="193" y="195"/>
                  </a:cubicBezTo>
                  <a:cubicBezTo>
                    <a:pt x="207" y="199"/>
                    <a:pt x="214" y="202"/>
                    <a:pt x="216" y="202"/>
                  </a:cubicBezTo>
                  <a:cubicBezTo>
                    <a:pt x="218" y="202"/>
                    <a:pt x="217" y="200"/>
                    <a:pt x="215" y="197"/>
                  </a:cubicBezTo>
                  <a:cubicBezTo>
                    <a:pt x="215" y="197"/>
                    <a:pt x="214" y="197"/>
                    <a:pt x="214" y="197"/>
                  </a:cubicBezTo>
                  <a:cubicBezTo>
                    <a:pt x="213" y="197"/>
                    <a:pt x="208" y="192"/>
                    <a:pt x="202" y="187"/>
                  </a:cubicBezTo>
                  <a:cubicBezTo>
                    <a:pt x="196" y="180"/>
                    <a:pt x="194" y="177"/>
                    <a:pt x="195" y="177"/>
                  </a:cubicBezTo>
                  <a:lnTo>
                    <a:pt x="195" y="177"/>
                  </a:lnTo>
                  <a:cubicBezTo>
                    <a:pt x="196" y="177"/>
                    <a:pt x="199" y="179"/>
                    <a:pt x="205" y="183"/>
                  </a:cubicBezTo>
                  <a:cubicBezTo>
                    <a:pt x="207" y="186"/>
                    <a:pt x="209" y="187"/>
                    <a:pt x="212" y="187"/>
                  </a:cubicBezTo>
                  <a:cubicBezTo>
                    <a:pt x="222" y="187"/>
                    <a:pt x="230" y="169"/>
                    <a:pt x="225" y="158"/>
                  </a:cubicBezTo>
                  <a:lnTo>
                    <a:pt x="225" y="158"/>
                  </a:lnTo>
                  <a:cubicBezTo>
                    <a:pt x="226" y="159"/>
                    <a:pt x="228" y="161"/>
                    <a:pt x="229" y="163"/>
                  </a:cubicBezTo>
                  <a:cubicBezTo>
                    <a:pt x="232" y="167"/>
                    <a:pt x="234" y="168"/>
                    <a:pt x="236" y="168"/>
                  </a:cubicBezTo>
                  <a:cubicBezTo>
                    <a:pt x="237" y="168"/>
                    <a:pt x="239" y="167"/>
                    <a:pt x="243" y="164"/>
                  </a:cubicBezTo>
                  <a:lnTo>
                    <a:pt x="247" y="161"/>
                  </a:lnTo>
                  <a:cubicBezTo>
                    <a:pt x="241" y="154"/>
                    <a:pt x="244" y="151"/>
                    <a:pt x="248" y="151"/>
                  </a:cubicBezTo>
                  <a:cubicBezTo>
                    <a:pt x="251" y="151"/>
                    <a:pt x="254" y="152"/>
                    <a:pt x="256" y="155"/>
                  </a:cubicBezTo>
                  <a:cubicBezTo>
                    <a:pt x="260" y="159"/>
                    <a:pt x="261" y="160"/>
                    <a:pt x="263" y="160"/>
                  </a:cubicBezTo>
                  <a:cubicBezTo>
                    <a:pt x="263" y="160"/>
                    <a:pt x="264" y="160"/>
                    <a:pt x="265" y="160"/>
                  </a:cubicBezTo>
                  <a:cubicBezTo>
                    <a:pt x="263" y="150"/>
                    <a:pt x="266" y="147"/>
                    <a:pt x="270" y="147"/>
                  </a:cubicBezTo>
                  <a:cubicBezTo>
                    <a:pt x="273" y="147"/>
                    <a:pt x="276" y="149"/>
                    <a:pt x="278" y="152"/>
                  </a:cubicBezTo>
                  <a:cubicBezTo>
                    <a:pt x="279" y="152"/>
                    <a:pt x="280" y="151"/>
                    <a:pt x="281" y="151"/>
                  </a:cubicBezTo>
                  <a:cubicBezTo>
                    <a:pt x="279" y="143"/>
                    <a:pt x="282" y="142"/>
                    <a:pt x="284" y="141"/>
                  </a:cubicBezTo>
                  <a:cubicBezTo>
                    <a:pt x="289" y="138"/>
                    <a:pt x="291" y="137"/>
                    <a:pt x="285" y="131"/>
                  </a:cubicBezTo>
                  <a:cubicBezTo>
                    <a:pt x="282" y="124"/>
                    <a:pt x="279" y="116"/>
                    <a:pt x="281" y="116"/>
                  </a:cubicBezTo>
                  <a:lnTo>
                    <a:pt x="281" y="116"/>
                  </a:lnTo>
                  <a:lnTo>
                    <a:pt x="284" y="123"/>
                  </a:lnTo>
                  <a:cubicBezTo>
                    <a:pt x="286" y="127"/>
                    <a:pt x="288" y="128"/>
                    <a:pt x="290" y="128"/>
                  </a:cubicBezTo>
                  <a:cubicBezTo>
                    <a:pt x="292" y="128"/>
                    <a:pt x="295" y="126"/>
                    <a:pt x="299" y="125"/>
                  </a:cubicBezTo>
                  <a:cubicBezTo>
                    <a:pt x="303" y="124"/>
                    <a:pt x="306" y="123"/>
                    <a:pt x="308" y="123"/>
                  </a:cubicBezTo>
                  <a:cubicBezTo>
                    <a:pt x="311" y="123"/>
                    <a:pt x="313" y="125"/>
                    <a:pt x="316" y="128"/>
                  </a:cubicBezTo>
                  <a:lnTo>
                    <a:pt x="315" y="121"/>
                  </a:lnTo>
                  <a:cubicBezTo>
                    <a:pt x="315" y="116"/>
                    <a:pt x="315" y="114"/>
                    <a:pt x="316" y="114"/>
                  </a:cubicBezTo>
                  <a:cubicBezTo>
                    <a:pt x="316" y="114"/>
                    <a:pt x="317" y="116"/>
                    <a:pt x="319" y="119"/>
                  </a:cubicBezTo>
                  <a:cubicBezTo>
                    <a:pt x="320" y="122"/>
                    <a:pt x="323" y="124"/>
                    <a:pt x="325" y="124"/>
                  </a:cubicBezTo>
                  <a:cubicBezTo>
                    <a:pt x="327" y="124"/>
                    <a:pt x="330" y="121"/>
                    <a:pt x="331" y="116"/>
                  </a:cubicBezTo>
                  <a:lnTo>
                    <a:pt x="335" y="116"/>
                  </a:lnTo>
                  <a:cubicBezTo>
                    <a:pt x="337" y="123"/>
                    <a:pt x="340" y="126"/>
                    <a:pt x="341" y="126"/>
                  </a:cubicBezTo>
                  <a:cubicBezTo>
                    <a:pt x="343" y="126"/>
                    <a:pt x="344" y="122"/>
                    <a:pt x="344" y="114"/>
                  </a:cubicBezTo>
                  <a:lnTo>
                    <a:pt x="344" y="114"/>
                  </a:lnTo>
                  <a:cubicBezTo>
                    <a:pt x="345" y="120"/>
                    <a:pt x="345" y="121"/>
                    <a:pt x="347" y="121"/>
                  </a:cubicBezTo>
                  <a:cubicBezTo>
                    <a:pt x="347" y="121"/>
                    <a:pt x="348" y="121"/>
                    <a:pt x="348" y="121"/>
                  </a:cubicBezTo>
                  <a:cubicBezTo>
                    <a:pt x="349" y="116"/>
                    <a:pt x="352" y="114"/>
                    <a:pt x="354" y="114"/>
                  </a:cubicBezTo>
                  <a:cubicBezTo>
                    <a:pt x="356" y="114"/>
                    <a:pt x="358" y="116"/>
                    <a:pt x="358" y="121"/>
                  </a:cubicBezTo>
                  <a:lnTo>
                    <a:pt x="361" y="119"/>
                  </a:lnTo>
                  <a:cubicBezTo>
                    <a:pt x="361" y="112"/>
                    <a:pt x="363" y="112"/>
                    <a:pt x="364" y="112"/>
                  </a:cubicBezTo>
                  <a:cubicBezTo>
                    <a:pt x="366" y="112"/>
                    <a:pt x="367" y="112"/>
                    <a:pt x="368" y="103"/>
                  </a:cubicBezTo>
                  <a:cubicBezTo>
                    <a:pt x="370" y="95"/>
                    <a:pt x="372" y="95"/>
                    <a:pt x="372" y="95"/>
                  </a:cubicBezTo>
                  <a:cubicBezTo>
                    <a:pt x="374" y="95"/>
                    <a:pt x="373" y="103"/>
                    <a:pt x="372" y="110"/>
                  </a:cubicBezTo>
                  <a:cubicBezTo>
                    <a:pt x="370" y="114"/>
                    <a:pt x="370" y="116"/>
                    <a:pt x="371" y="116"/>
                  </a:cubicBezTo>
                  <a:cubicBezTo>
                    <a:pt x="372" y="116"/>
                    <a:pt x="375" y="112"/>
                    <a:pt x="379" y="103"/>
                  </a:cubicBezTo>
                  <a:cubicBezTo>
                    <a:pt x="381" y="95"/>
                    <a:pt x="382" y="91"/>
                    <a:pt x="382" y="91"/>
                  </a:cubicBezTo>
                  <a:lnTo>
                    <a:pt x="382" y="91"/>
                  </a:lnTo>
                  <a:cubicBezTo>
                    <a:pt x="382" y="91"/>
                    <a:pt x="381" y="95"/>
                    <a:pt x="380" y="103"/>
                  </a:cubicBezTo>
                  <a:cubicBezTo>
                    <a:pt x="379" y="108"/>
                    <a:pt x="378" y="114"/>
                    <a:pt x="378" y="114"/>
                  </a:cubicBezTo>
                  <a:cubicBezTo>
                    <a:pt x="379" y="114"/>
                    <a:pt x="379" y="113"/>
                    <a:pt x="380" y="110"/>
                  </a:cubicBezTo>
                  <a:cubicBezTo>
                    <a:pt x="380" y="110"/>
                    <a:pt x="383" y="110"/>
                    <a:pt x="383" y="103"/>
                  </a:cubicBezTo>
                  <a:lnTo>
                    <a:pt x="389" y="103"/>
                  </a:lnTo>
                  <a:cubicBezTo>
                    <a:pt x="392" y="112"/>
                    <a:pt x="394" y="112"/>
                    <a:pt x="395" y="112"/>
                  </a:cubicBezTo>
                  <a:cubicBezTo>
                    <a:pt x="396" y="108"/>
                    <a:pt x="397" y="105"/>
                    <a:pt x="397" y="105"/>
                  </a:cubicBezTo>
                  <a:cubicBezTo>
                    <a:pt x="398" y="105"/>
                    <a:pt x="398" y="107"/>
                    <a:pt x="399" y="112"/>
                  </a:cubicBezTo>
                  <a:cubicBezTo>
                    <a:pt x="399" y="115"/>
                    <a:pt x="399" y="117"/>
                    <a:pt x="399" y="117"/>
                  </a:cubicBezTo>
                  <a:cubicBezTo>
                    <a:pt x="400" y="117"/>
                    <a:pt x="400" y="113"/>
                    <a:pt x="401" y="104"/>
                  </a:cubicBezTo>
                  <a:cubicBezTo>
                    <a:pt x="403" y="100"/>
                    <a:pt x="404" y="98"/>
                    <a:pt x="405" y="98"/>
                  </a:cubicBezTo>
                  <a:cubicBezTo>
                    <a:pt x="405" y="98"/>
                    <a:pt x="406" y="100"/>
                    <a:pt x="407" y="105"/>
                  </a:cubicBezTo>
                  <a:cubicBezTo>
                    <a:pt x="406" y="114"/>
                    <a:pt x="406" y="118"/>
                    <a:pt x="406" y="118"/>
                  </a:cubicBezTo>
                  <a:cubicBezTo>
                    <a:pt x="407" y="118"/>
                    <a:pt x="407" y="116"/>
                    <a:pt x="408" y="113"/>
                  </a:cubicBezTo>
                  <a:cubicBezTo>
                    <a:pt x="410" y="105"/>
                    <a:pt x="412" y="105"/>
                    <a:pt x="412" y="105"/>
                  </a:cubicBezTo>
                  <a:lnTo>
                    <a:pt x="412" y="105"/>
                  </a:lnTo>
                  <a:cubicBezTo>
                    <a:pt x="411" y="113"/>
                    <a:pt x="427" y="115"/>
                    <a:pt x="442" y="119"/>
                  </a:cubicBezTo>
                  <a:cubicBezTo>
                    <a:pt x="443" y="119"/>
                    <a:pt x="443" y="120"/>
                    <a:pt x="443" y="120"/>
                  </a:cubicBezTo>
                  <a:cubicBezTo>
                    <a:pt x="445" y="120"/>
                    <a:pt x="448" y="112"/>
                    <a:pt x="450" y="105"/>
                  </a:cubicBezTo>
                  <a:cubicBezTo>
                    <a:pt x="452" y="98"/>
                    <a:pt x="453" y="96"/>
                    <a:pt x="453" y="96"/>
                  </a:cubicBezTo>
                  <a:lnTo>
                    <a:pt x="453" y="96"/>
                  </a:lnTo>
                  <a:cubicBezTo>
                    <a:pt x="453" y="96"/>
                    <a:pt x="453" y="101"/>
                    <a:pt x="453" y="106"/>
                  </a:cubicBezTo>
                  <a:cubicBezTo>
                    <a:pt x="450" y="118"/>
                    <a:pt x="450" y="124"/>
                    <a:pt x="450" y="124"/>
                  </a:cubicBezTo>
                  <a:cubicBezTo>
                    <a:pt x="451" y="124"/>
                    <a:pt x="453" y="119"/>
                    <a:pt x="456" y="107"/>
                  </a:cubicBezTo>
                  <a:cubicBezTo>
                    <a:pt x="457" y="99"/>
                    <a:pt x="458" y="94"/>
                    <a:pt x="458" y="94"/>
                  </a:cubicBezTo>
                  <a:cubicBezTo>
                    <a:pt x="458" y="94"/>
                    <a:pt x="458" y="99"/>
                    <a:pt x="458" y="107"/>
                  </a:cubicBezTo>
                  <a:cubicBezTo>
                    <a:pt x="458" y="112"/>
                    <a:pt x="457" y="114"/>
                    <a:pt x="458" y="114"/>
                  </a:cubicBezTo>
                  <a:cubicBezTo>
                    <a:pt x="458" y="114"/>
                    <a:pt x="459" y="112"/>
                    <a:pt x="462" y="109"/>
                  </a:cubicBezTo>
                  <a:cubicBezTo>
                    <a:pt x="463" y="105"/>
                    <a:pt x="464" y="103"/>
                    <a:pt x="464" y="103"/>
                  </a:cubicBezTo>
                  <a:lnTo>
                    <a:pt x="464" y="103"/>
                  </a:lnTo>
                  <a:cubicBezTo>
                    <a:pt x="465" y="103"/>
                    <a:pt x="464" y="105"/>
                    <a:pt x="463" y="109"/>
                  </a:cubicBezTo>
                  <a:cubicBezTo>
                    <a:pt x="463" y="116"/>
                    <a:pt x="462" y="122"/>
                    <a:pt x="463" y="122"/>
                  </a:cubicBezTo>
                  <a:cubicBezTo>
                    <a:pt x="463" y="122"/>
                    <a:pt x="463" y="121"/>
                    <a:pt x="464" y="118"/>
                  </a:cubicBezTo>
                  <a:cubicBezTo>
                    <a:pt x="464" y="118"/>
                    <a:pt x="466" y="119"/>
                    <a:pt x="465" y="127"/>
                  </a:cubicBezTo>
                  <a:cubicBezTo>
                    <a:pt x="465" y="130"/>
                    <a:pt x="465" y="131"/>
                    <a:pt x="465" y="131"/>
                  </a:cubicBezTo>
                  <a:cubicBezTo>
                    <a:pt x="467" y="131"/>
                    <a:pt x="470" y="126"/>
                    <a:pt x="473" y="122"/>
                  </a:cubicBezTo>
                  <a:cubicBezTo>
                    <a:pt x="478" y="115"/>
                    <a:pt x="481" y="113"/>
                    <a:pt x="482" y="113"/>
                  </a:cubicBezTo>
                  <a:lnTo>
                    <a:pt x="482" y="113"/>
                  </a:lnTo>
                  <a:cubicBezTo>
                    <a:pt x="484" y="113"/>
                    <a:pt x="483" y="117"/>
                    <a:pt x="478" y="124"/>
                  </a:cubicBezTo>
                  <a:cubicBezTo>
                    <a:pt x="475" y="130"/>
                    <a:pt x="475" y="133"/>
                    <a:pt x="477" y="133"/>
                  </a:cubicBezTo>
                  <a:cubicBezTo>
                    <a:pt x="480" y="133"/>
                    <a:pt x="485" y="129"/>
                    <a:pt x="490" y="121"/>
                  </a:cubicBezTo>
                  <a:cubicBezTo>
                    <a:pt x="495" y="113"/>
                    <a:pt x="497" y="110"/>
                    <a:pt x="497" y="110"/>
                  </a:cubicBezTo>
                  <a:lnTo>
                    <a:pt x="497" y="110"/>
                  </a:lnTo>
                  <a:cubicBezTo>
                    <a:pt x="497" y="110"/>
                    <a:pt x="497" y="112"/>
                    <a:pt x="495" y="115"/>
                  </a:cubicBezTo>
                  <a:cubicBezTo>
                    <a:pt x="492" y="122"/>
                    <a:pt x="494" y="123"/>
                    <a:pt x="494" y="123"/>
                  </a:cubicBezTo>
                  <a:cubicBezTo>
                    <a:pt x="495" y="124"/>
                    <a:pt x="497" y="124"/>
                    <a:pt x="494" y="132"/>
                  </a:cubicBezTo>
                  <a:cubicBezTo>
                    <a:pt x="494" y="132"/>
                    <a:pt x="494" y="132"/>
                    <a:pt x="494" y="132"/>
                  </a:cubicBezTo>
                  <a:cubicBezTo>
                    <a:pt x="495" y="132"/>
                    <a:pt x="497" y="131"/>
                    <a:pt x="502" y="127"/>
                  </a:cubicBezTo>
                  <a:cubicBezTo>
                    <a:pt x="505" y="123"/>
                    <a:pt x="508" y="121"/>
                    <a:pt x="510" y="121"/>
                  </a:cubicBezTo>
                  <a:cubicBezTo>
                    <a:pt x="514" y="121"/>
                    <a:pt x="513" y="130"/>
                    <a:pt x="509" y="140"/>
                  </a:cubicBezTo>
                  <a:lnTo>
                    <a:pt x="515" y="135"/>
                  </a:lnTo>
                  <a:cubicBezTo>
                    <a:pt x="521" y="127"/>
                    <a:pt x="526" y="122"/>
                    <a:pt x="527" y="122"/>
                  </a:cubicBezTo>
                  <a:lnTo>
                    <a:pt x="527" y="122"/>
                  </a:lnTo>
                  <a:cubicBezTo>
                    <a:pt x="527" y="122"/>
                    <a:pt x="526" y="125"/>
                    <a:pt x="523" y="131"/>
                  </a:cubicBezTo>
                  <a:cubicBezTo>
                    <a:pt x="522" y="132"/>
                    <a:pt x="521" y="134"/>
                    <a:pt x="520" y="136"/>
                  </a:cubicBezTo>
                  <a:lnTo>
                    <a:pt x="520" y="136"/>
                  </a:lnTo>
                  <a:cubicBezTo>
                    <a:pt x="523" y="133"/>
                    <a:pt x="525" y="131"/>
                    <a:pt x="526" y="131"/>
                  </a:cubicBezTo>
                  <a:cubicBezTo>
                    <a:pt x="530" y="131"/>
                    <a:pt x="529" y="139"/>
                    <a:pt x="523" y="149"/>
                  </a:cubicBezTo>
                  <a:cubicBezTo>
                    <a:pt x="519" y="156"/>
                    <a:pt x="519" y="155"/>
                    <a:pt x="521" y="156"/>
                  </a:cubicBezTo>
                  <a:lnTo>
                    <a:pt x="525" y="150"/>
                  </a:lnTo>
                  <a:cubicBezTo>
                    <a:pt x="529" y="143"/>
                    <a:pt x="533" y="137"/>
                    <a:pt x="535" y="137"/>
                  </a:cubicBezTo>
                  <a:cubicBezTo>
                    <a:pt x="535" y="137"/>
                    <a:pt x="535" y="137"/>
                    <a:pt x="536" y="137"/>
                  </a:cubicBezTo>
                  <a:cubicBezTo>
                    <a:pt x="537" y="138"/>
                    <a:pt x="539" y="141"/>
                    <a:pt x="534" y="147"/>
                  </a:cubicBezTo>
                  <a:cubicBezTo>
                    <a:pt x="532" y="153"/>
                    <a:pt x="529" y="159"/>
                    <a:pt x="530" y="159"/>
                  </a:cubicBezTo>
                  <a:cubicBezTo>
                    <a:pt x="530" y="159"/>
                    <a:pt x="531" y="158"/>
                    <a:pt x="532" y="156"/>
                  </a:cubicBezTo>
                  <a:lnTo>
                    <a:pt x="532" y="156"/>
                  </a:lnTo>
                  <a:cubicBezTo>
                    <a:pt x="532" y="156"/>
                    <a:pt x="534" y="158"/>
                    <a:pt x="531" y="165"/>
                  </a:cubicBezTo>
                  <a:lnTo>
                    <a:pt x="537" y="170"/>
                  </a:lnTo>
                  <a:cubicBezTo>
                    <a:pt x="539" y="168"/>
                    <a:pt x="541" y="167"/>
                    <a:pt x="543" y="167"/>
                  </a:cubicBezTo>
                  <a:cubicBezTo>
                    <a:pt x="545" y="167"/>
                    <a:pt x="545" y="169"/>
                    <a:pt x="541" y="173"/>
                  </a:cubicBezTo>
                  <a:cubicBezTo>
                    <a:pt x="541" y="173"/>
                    <a:pt x="542" y="174"/>
                    <a:pt x="543" y="174"/>
                  </a:cubicBezTo>
                  <a:cubicBezTo>
                    <a:pt x="545" y="174"/>
                    <a:pt x="548" y="173"/>
                    <a:pt x="551" y="170"/>
                  </a:cubicBezTo>
                  <a:lnTo>
                    <a:pt x="551" y="170"/>
                  </a:lnTo>
                  <a:cubicBezTo>
                    <a:pt x="554" y="173"/>
                    <a:pt x="555" y="174"/>
                    <a:pt x="550" y="180"/>
                  </a:cubicBezTo>
                  <a:cubicBezTo>
                    <a:pt x="547" y="184"/>
                    <a:pt x="546" y="185"/>
                    <a:pt x="546" y="185"/>
                  </a:cubicBezTo>
                  <a:cubicBezTo>
                    <a:pt x="547" y="185"/>
                    <a:pt x="548" y="184"/>
                    <a:pt x="551" y="182"/>
                  </a:cubicBezTo>
                  <a:cubicBezTo>
                    <a:pt x="555" y="178"/>
                    <a:pt x="556" y="177"/>
                    <a:pt x="558" y="177"/>
                  </a:cubicBezTo>
                  <a:cubicBezTo>
                    <a:pt x="558" y="177"/>
                    <a:pt x="559" y="177"/>
                    <a:pt x="559" y="178"/>
                  </a:cubicBezTo>
                  <a:lnTo>
                    <a:pt x="562" y="181"/>
                  </a:lnTo>
                  <a:cubicBezTo>
                    <a:pt x="566" y="177"/>
                    <a:pt x="567" y="175"/>
                    <a:pt x="568" y="175"/>
                  </a:cubicBezTo>
                  <a:cubicBezTo>
                    <a:pt x="569" y="175"/>
                    <a:pt x="569" y="176"/>
                    <a:pt x="569" y="177"/>
                  </a:cubicBezTo>
                  <a:cubicBezTo>
                    <a:pt x="570" y="178"/>
                    <a:pt x="569" y="188"/>
                    <a:pt x="570" y="189"/>
                  </a:cubicBezTo>
                  <a:cubicBezTo>
                    <a:pt x="572" y="191"/>
                    <a:pt x="573" y="192"/>
                    <a:pt x="574" y="192"/>
                  </a:cubicBezTo>
                  <a:cubicBezTo>
                    <a:pt x="576" y="192"/>
                    <a:pt x="577" y="190"/>
                    <a:pt x="579" y="186"/>
                  </a:cubicBezTo>
                  <a:cubicBezTo>
                    <a:pt x="578" y="185"/>
                    <a:pt x="579" y="183"/>
                    <a:pt x="580" y="183"/>
                  </a:cubicBezTo>
                  <a:cubicBezTo>
                    <a:pt x="581" y="183"/>
                    <a:pt x="581" y="184"/>
                    <a:pt x="580" y="188"/>
                  </a:cubicBezTo>
                  <a:cubicBezTo>
                    <a:pt x="582" y="189"/>
                    <a:pt x="579" y="199"/>
                    <a:pt x="584" y="204"/>
                  </a:cubicBezTo>
                  <a:cubicBezTo>
                    <a:pt x="587" y="206"/>
                    <a:pt x="588" y="207"/>
                    <a:pt x="589" y="207"/>
                  </a:cubicBezTo>
                  <a:cubicBezTo>
                    <a:pt x="590" y="207"/>
                    <a:pt x="592" y="206"/>
                    <a:pt x="595" y="204"/>
                  </a:cubicBezTo>
                  <a:cubicBezTo>
                    <a:pt x="600" y="198"/>
                    <a:pt x="603" y="195"/>
                    <a:pt x="604" y="195"/>
                  </a:cubicBezTo>
                  <a:lnTo>
                    <a:pt x="604" y="195"/>
                  </a:lnTo>
                  <a:cubicBezTo>
                    <a:pt x="605" y="195"/>
                    <a:pt x="602" y="199"/>
                    <a:pt x="596" y="205"/>
                  </a:cubicBezTo>
                  <a:cubicBezTo>
                    <a:pt x="590" y="214"/>
                    <a:pt x="588" y="218"/>
                    <a:pt x="589" y="218"/>
                  </a:cubicBezTo>
                  <a:cubicBezTo>
                    <a:pt x="589" y="218"/>
                    <a:pt x="591" y="217"/>
                    <a:pt x="593" y="215"/>
                  </a:cubicBezTo>
                  <a:cubicBezTo>
                    <a:pt x="598" y="213"/>
                    <a:pt x="600" y="212"/>
                    <a:pt x="601" y="212"/>
                  </a:cubicBezTo>
                  <a:cubicBezTo>
                    <a:pt x="601" y="212"/>
                    <a:pt x="601" y="212"/>
                    <a:pt x="602" y="213"/>
                  </a:cubicBezTo>
                  <a:cubicBezTo>
                    <a:pt x="597" y="217"/>
                    <a:pt x="596" y="219"/>
                    <a:pt x="600" y="219"/>
                  </a:cubicBezTo>
                  <a:cubicBezTo>
                    <a:pt x="601" y="219"/>
                    <a:pt x="603" y="218"/>
                    <a:pt x="605" y="218"/>
                  </a:cubicBezTo>
                  <a:lnTo>
                    <a:pt x="605" y="218"/>
                  </a:lnTo>
                  <a:cubicBezTo>
                    <a:pt x="606" y="219"/>
                    <a:pt x="606" y="219"/>
                    <a:pt x="599" y="224"/>
                  </a:cubicBezTo>
                  <a:lnTo>
                    <a:pt x="602" y="227"/>
                  </a:lnTo>
                  <a:cubicBezTo>
                    <a:pt x="604" y="226"/>
                    <a:pt x="607" y="225"/>
                    <a:pt x="608" y="225"/>
                  </a:cubicBezTo>
                  <a:cubicBezTo>
                    <a:pt x="617" y="225"/>
                    <a:pt x="616" y="237"/>
                    <a:pt x="611" y="242"/>
                  </a:cubicBezTo>
                  <a:cubicBezTo>
                    <a:pt x="611" y="242"/>
                    <a:pt x="611" y="242"/>
                    <a:pt x="612" y="242"/>
                  </a:cubicBezTo>
                  <a:cubicBezTo>
                    <a:pt x="614" y="242"/>
                    <a:pt x="616" y="242"/>
                    <a:pt x="620" y="241"/>
                  </a:cubicBezTo>
                  <a:cubicBezTo>
                    <a:pt x="626" y="238"/>
                    <a:pt x="630" y="236"/>
                    <a:pt x="631" y="236"/>
                  </a:cubicBezTo>
                  <a:lnTo>
                    <a:pt x="631" y="236"/>
                  </a:lnTo>
                  <a:cubicBezTo>
                    <a:pt x="633" y="236"/>
                    <a:pt x="630" y="239"/>
                    <a:pt x="622" y="244"/>
                  </a:cubicBezTo>
                  <a:cubicBezTo>
                    <a:pt x="615" y="248"/>
                    <a:pt x="612" y="250"/>
                    <a:pt x="612" y="250"/>
                  </a:cubicBezTo>
                  <a:cubicBezTo>
                    <a:pt x="612" y="250"/>
                    <a:pt x="616" y="248"/>
                    <a:pt x="623" y="245"/>
                  </a:cubicBezTo>
                  <a:cubicBezTo>
                    <a:pt x="624" y="245"/>
                    <a:pt x="625" y="245"/>
                    <a:pt x="625" y="245"/>
                  </a:cubicBezTo>
                  <a:cubicBezTo>
                    <a:pt x="632" y="245"/>
                    <a:pt x="634" y="252"/>
                    <a:pt x="621" y="257"/>
                  </a:cubicBezTo>
                  <a:lnTo>
                    <a:pt x="606" y="265"/>
                  </a:lnTo>
                  <a:cubicBezTo>
                    <a:pt x="609" y="265"/>
                    <a:pt x="611" y="264"/>
                    <a:pt x="612" y="264"/>
                  </a:cubicBezTo>
                  <a:cubicBezTo>
                    <a:pt x="615" y="264"/>
                    <a:pt x="615" y="265"/>
                    <a:pt x="615" y="265"/>
                  </a:cubicBezTo>
                  <a:cubicBezTo>
                    <a:pt x="618" y="264"/>
                    <a:pt x="620" y="263"/>
                    <a:pt x="621" y="263"/>
                  </a:cubicBezTo>
                  <a:cubicBezTo>
                    <a:pt x="623" y="263"/>
                    <a:pt x="624" y="265"/>
                    <a:pt x="625" y="268"/>
                  </a:cubicBezTo>
                  <a:cubicBezTo>
                    <a:pt x="626" y="271"/>
                    <a:pt x="638" y="274"/>
                    <a:pt x="639" y="278"/>
                  </a:cubicBezTo>
                  <a:cubicBezTo>
                    <a:pt x="641" y="283"/>
                    <a:pt x="640" y="289"/>
                    <a:pt x="634" y="291"/>
                  </a:cubicBezTo>
                  <a:cubicBezTo>
                    <a:pt x="635" y="293"/>
                    <a:pt x="635" y="294"/>
                    <a:pt x="644" y="296"/>
                  </a:cubicBezTo>
                  <a:cubicBezTo>
                    <a:pt x="646" y="295"/>
                    <a:pt x="647" y="295"/>
                    <a:pt x="648" y="295"/>
                  </a:cubicBezTo>
                  <a:cubicBezTo>
                    <a:pt x="653" y="295"/>
                    <a:pt x="653" y="298"/>
                    <a:pt x="647" y="301"/>
                  </a:cubicBezTo>
                  <a:lnTo>
                    <a:pt x="647" y="302"/>
                  </a:lnTo>
                  <a:cubicBezTo>
                    <a:pt x="656" y="303"/>
                    <a:pt x="656" y="306"/>
                    <a:pt x="656" y="306"/>
                  </a:cubicBezTo>
                  <a:cubicBezTo>
                    <a:pt x="649" y="308"/>
                    <a:pt x="642" y="311"/>
                    <a:pt x="647" y="311"/>
                  </a:cubicBezTo>
                  <a:cubicBezTo>
                    <a:pt x="647" y="311"/>
                    <a:pt x="648" y="311"/>
                    <a:pt x="649" y="311"/>
                  </a:cubicBezTo>
                  <a:cubicBezTo>
                    <a:pt x="651" y="311"/>
                    <a:pt x="653" y="310"/>
                    <a:pt x="654" y="310"/>
                  </a:cubicBezTo>
                  <a:cubicBezTo>
                    <a:pt x="657" y="310"/>
                    <a:pt x="657" y="312"/>
                    <a:pt x="658" y="315"/>
                  </a:cubicBezTo>
                  <a:cubicBezTo>
                    <a:pt x="654" y="326"/>
                    <a:pt x="654" y="337"/>
                    <a:pt x="657" y="348"/>
                  </a:cubicBezTo>
                  <a:cubicBezTo>
                    <a:pt x="657" y="364"/>
                    <a:pt x="659" y="379"/>
                    <a:pt x="662" y="379"/>
                  </a:cubicBezTo>
                  <a:lnTo>
                    <a:pt x="662" y="384"/>
                  </a:lnTo>
                  <a:cubicBezTo>
                    <a:pt x="661" y="385"/>
                    <a:pt x="661" y="389"/>
                    <a:pt x="661" y="389"/>
                  </a:cubicBezTo>
                  <a:cubicBezTo>
                    <a:pt x="660" y="389"/>
                    <a:pt x="659" y="389"/>
                    <a:pt x="659" y="389"/>
                  </a:cubicBezTo>
                  <a:cubicBezTo>
                    <a:pt x="645" y="389"/>
                    <a:pt x="654" y="397"/>
                    <a:pt x="659" y="403"/>
                  </a:cubicBezTo>
                  <a:cubicBezTo>
                    <a:pt x="667" y="407"/>
                    <a:pt x="667" y="408"/>
                    <a:pt x="666" y="410"/>
                  </a:cubicBezTo>
                  <a:cubicBezTo>
                    <a:pt x="662" y="409"/>
                    <a:pt x="660" y="409"/>
                    <a:pt x="658" y="409"/>
                  </a:cubicBezTo>
                  <a:cubicBezTo>
                    <a:pt x="650" y="409"/>
                    <a:pt x="650" y="413"/>
                    <a:pt x="656" y="417"/>
                  </a:cubicBezTo>
                  <a:cubicBezTo>
                    <a:pt x="666" y="421"/>
                    <a:pt x="670" y="423"/>
                    <a:pt x="666" y="423"/>
                  </a:cubicBezTo>
                  <a:cubicBezTo>
                    <a:pt x="664" y="423"/>
                    <a:pt x="661" y="422"/>
                    <a:pt x="656" y="421"/>
                  </a:cubicBezTo>
                  <a:cubicBezTo>
                    <a:pt x="651" y="420"/>
                    <a:pt x="647" y="419"/>
                    <a:pt x="645" y="419"/>
                  </a:cubicBezTo>
                  <a:cubicBezTo>
                    <a:pt x="641" y="419"/>
                    <a:pt x="645" y="423"/>
                    <a:pt x="661" y="430"/>
                  </a:cubicBezTo>
                  <a:cubicBezTo>
                    <a:pt x="668" y="434"/>
                    <a:pt x="668" y="434"/>
                    <a:pt x="659" y="434"/>
                  </a:cubicBezTo>
                  <a:cubicBezTo>
                    <a:pt x="653" y="432"/>
                    <a:pt x="650" y="432"/>
                    <a:pt x="648" y="432"/>
                  </a:cubicBezTo>
                  <a:cubicBezTo>
                    <a:pt x="644" y="432"/>
                    <a:pt x="646" y="433"/>
                    <a:pt x="650" y="435"/>
                  </a:cubicBezTo>
                  <a:cubicBezTo>
                    <a:pt x="661" y="439"/>
                    <a:pt x="664" y="442"/>
                    <a:pt x="659" y="442"/>
                  </a:cubicBezTo>
                  <a:cubicBezTo>
                    <a:pt x="657" y="442"/>
                    <a:pt x="654" y="441"/>
                    <a:pt x="649" y="440"/>
                  </a:cubicBezTo>
                  <a:cubicBezTo>
                    <a:pt x="643" y="439"/>
                    <a:pt x="639" y="439"/>
                    <a:pt x="637" y="439"/>
                  </a:cubicBezTo>
                  <a:cubicBezTo>
                    <a:pt x="634" y="439"/>
                    <a:pt x="637" y="440"/>
                    <a:pt x="647" y="445"/>
                  </a:cubicBezTo>
                  <a:cubicBezTo>
                    <a:pt x="658" y="451"/>
                    <a:pt x="658" y="456"/>
                    <a:pt x="651" y="456"/>
                  </a:cubicBezTo>
                  <a:cubicBezTo>
                    <a:pt x="648" y="456"/>
                    <a:pt x="646" y="456"/>
                    <a:pt x="642" y="455"/>
                  </a:cubicBezTo>
                  <a:cubicBezTo>
                    <a:pt x="641" y="457"/>
                    <a:pt x="633" y="455"/>
                    <a:pt x="641" y="458"/>
                  </a:cubicBezTo>
                  <a:lnTo>
                    <a:pt x="632" y="457"/>
                  </a:lnTo>
                  <a:lnTo>
                    <a:pt x="631" y="460"/>
                  </a:lnTo>
                  <a:lnTo>
                    <a:pt x="638" y="464"/>
                  </a:lnTo>
                  <a:cubicBezTo>
                    <a:pt x="631" y="469"/>
                    <a:pt x="624" y="475"/>
                    <a:pt x="619" y="482"/>
                  </a:cubicBezTo>
                  <a:cubicBezTo>
                    <a:pt x="608" y="500"/>
                    <a:pt x="604" y="502"/>
                    <a:pt x="612" y="505"/>
                  </a:cubicBezTo>
                  <a:cubicBezTo>
                    <a:pt x="620" y="510"/>
                    <a:pt x="623" y="513"/>
                    <a:pt x="621" y="513"/>
                  </a:cubicBezTo>
                  <a:cubicBezTo>
                    <a:pt x="620" y="513"/>
                    <a:pt x="616" y="511"/>
                    <a:pt x="610" y="508"/>
                  </a:cubicBezTo>
                  <a:cubicBezTo>
                    <a:pt x="608" y="510"/>
                    <a:pt x="599" y="508"/>
                    <a:pt x="597" y="511"/>
                  </a:cubicBezTo>
                  <a:cubicBezTo>
                    <a:pt x="596" y="512"/>
                    <a:pt x="595" y="514"/>
                    <a:pt x="592" y="514"/>
                  </a:cubicBezTo>
                  <a:cubicBezTo>
                    <a:pt x="591" y="514"/>
                    <a:pt x="589" y="513"/>
                    <a:pt x="586" y="511"/>
                  </a:cubicBezTo>
                  <a:lnTo>
                    <a:pt x="585" y="512"/>
                  </a:lnTo>
                  <a:cubicBezTo>
                    <a:pt x="594" y="524"/>
                    <a:pt x="589" y="533"/>
                    <a:pt x="580" y="533"/>
                  </a:cubicBezTo>
                  <a:cubicBezTo>
                    <a:pt x="579" y="533"/>
                    <a:pt x="578" y="532"/>
                    <a:pt x="577" y="532"/>
                  </a:cubicBezTo>
                  <a:cubicBezTo>
                    <a:pt x="575" y="536"/>
                    <a:pt x="573" y="537"/>
                    <a:pt x="576" y="545"/>
                  </a:cubicBezTo>
                  <a:cubicBezTo>
                    <a:pt x="577" y="550"/>
                    <a:pt x="578" y="552"/>
                    <a:pt x="577" y="552"/>
                  </a:cubicBezTo>
                  <a:cubicBezTo>
                    <a:pt x="576" y="552"/>
                    <a:pt x="574" y="550"/>
                    <a:pt x="571" y="548"/>
                  </a:cubicBezTo>
                  <a:cubicBezTo>
                    <a:pt x="569" y="546"/>
                    <a:pt x="566" y="545"/>
                    <a:pt x="564" y="545"/>
                  </a:cubicBezTo>
                  <a:cubicBezTo>
                    <a:pt x="559" y="545"/>
                    <a:pt x="556" y="548"/>
                    <a:pt x="562" y="556"/>
                  </a:cubicBezTo>
                  <a:lnTo>
                    <a:pt x="556" y="551"/>
                  </a:lnTo>
                  <a:cubicBezTo>
                    <a:pt x="554" y="550"/>
                    <a:pt x="553" y="549"/>
                    <a:pt x="553" y="549"/>
                  </a:cubicBezTo>
                  <a:lnTo>
                    <a:pt x="553" y="549"/>
                  </a:lnTo>
                  <a:cubicBezTo>
                    <a:pt x="551" y="549"/>
                    <a:pt x="555" y="555"/>
                    <a:pt x="558" y="559"/>
                  </a:cubicBezTo>
                  <a:cubicBezTo>
                    <a:pt x="563" y="566"/>
                    <a:pt x="565" y="569"/>
                    <a:pt x="564" y="569"/>
                  </a:cubicBezTo>
                  <a:cubicBezTo>
                    <a:pt x="563" y="569"/>
                    <a:pt x="559" y="565"/>
                    <a:pt x="550" y="556"/>
                  </a:cubicBezTo>
                  <a:cubicBezTo>
                    <a:pt x="545" y="548"/>
                    <a:pt x="542" y="545"/>
                    <a:pt x="541" y="545"/>
                  </a:cubicBezTo>
                  <a:lnTo>
                    <a:pt x="541" y="545"/>
                  </a:lnTo>
                  <a:cubicBezTo>
                    <a:pt x="541" y="545"/>
                    <a:pt x="541" y="547"/>
                    <a:pt x="543" y="550"/>
                  </a:cubicBezTo>
                  <a:cubicBezTo>
                    <a:pt x="546" y="556"/>
                    <a:pt x="548" y="561"/>
                    <a:pt x="547" y="561"/>
                  </a:cubicBezTo>
                  <a:cubicBezTo>
                    <a:pt x="546" y="561"/>
                    <a:pt x="545" y="561"/>
                    <a:pt x="543" y="559"/>
                  </a:cubicBezTo>
                  <a:lnTo>
                    <a:pt x="543" y="559"/>
                  </a:lnTo>
                  <a:cubicBezTo>
                    <a:pt x="542" y="560"/>
                    <a:pt x="541" y="561"/>
                    <a:pt x="550" y="575"/>
                  </a:cubicBezTo>
                  <a:cubicBezTo>
                    <a:pt x="556" y="582"/>
                    <a:pt x="554" y="583"/>
                    <a:pt x="552" y="584"/>
                  </a:cubicBezTo>
                  <a:cubicBezTo>
                    <a:pt x="549" y="579"/>
                    <a:pt x="546" y="575"/>
                    <a:pt x="545" y="569"/>
                  </a:cubicBezTo>
                  <a:cubicBezTo>
                    <a:pt x="545" y="569"/>
                    <a:pt x="545" y="569"/>
                    <a:pt x="545" y="569"/>
                  </a:cubicBezTo>
                  <a:lnTo>
                    <a:pt x="545" y="569"/>
                  </a:lnTo>
                  <a:cubicBezTo>
                    <a:pt x="545" y="569"/>
                    <a:pt x="544" y="570"/>
                    <a:pt x="541" y="572"/>
                  </a:cubicBezTo>
                  <a:cubicBezTo>
                    <a:pt x="541" y="572"/>
                    <a:pt x="541" y="572"/>
                    <a:pt x="541" y="572"/>
                  </a:cubicBezTo>
                  <a:cubicBezTo>
                    <a:pt x="538" y="572"/>
                    <a:pt x="532" y="567"/>
                    <a:pt x="528" y="561"/>
                  </a:cubicBezTo>
                  <a:cubicBezTo>
                    <a:pt x="525" y="559"/>
                    <a:pt x="523" y="558"/>
                    <a:pt x="523" y="558"/>
                  </a:cubicBezTo>
                  <a:lnTo>
                    <a:pt x="523" y="558"/>
                  </a:lnTo>
                  <a:cubicBezTo>
                    <a:pt x="522" y="558"/>
                    <a:pt x="524" y="561"/>
                    <a:pt x="530" y="569"/>
                  </a:cubicBezTo>
                  <a:cubicBezTo>
                    <a:pt x="539" y="583"/>
                    <a:pt x="539" y="583"/>
                    <a:pt x="536" y="585"/>
                  </a:cubicBezTo>
                  <a:cubicBezTo>
                    <a:pt x="535" y="585"/>
                    <a:pt x="535" y="586"/>
                    <a:pt x="534" y="586"/>
                  </a:cubicBezTo>
                  <a:cubicBezTo>
                    <a:pt x="533" y="586"/>
                    <a:pt x="531" y="584"/>
                    <a:pt x="528" y="579"/>
                  </a:cubicBezTo>
                  <a:cubicBezTo>
                    <a:pt x="525" y="575"/>
                    <a:pt x="524" y="574"/>
                    <a:pt x="523" y="574"/>
                  </a:cubicBezTo>
                  <a:cubicBezTo>
                    <a:pt x="522" y="574"/>
                    <a:pt x="522" y="574"/>
                    <a:pt x="521" y="575"/>
                  </a:cubicBezTo>
                  <a:cubicBezTo>
                    <a:pt x="515" y="577"/>
                    <a:pt x="523" y="602"/>
                    <a:pt x="529" y="616"/>
                  </a:cubicBezTo>
                  <a:cubicBezTo>
                    <a:pt x="533" y="624"/>
                    <a:pt x="535" y="627"/>
                    <a:pt x="534" y="627"/>
                  </a:cubicBezTo>
                  <a:cubicBezTo>
                    <a:pt x="534" y="627"/>
                    <a:pt x="532" y="624"/>
                    <a:pt x="527" y="617"/>
                  </a:cubicBezTo>
                  <a:cubicBezTo>
                    <a:pt x="524" y="613"/>
                    <a:pt x="522" y="611"/>
                    <a:pt x="521" y="611"/>
                  </a:cubicBezTo>
                  <a:cubicBezTo>
                    <a:pt x="520" y="611"/>
                    <a:pt x="519" y="612"/>
                    <a:pt x="519" y="612"/>
                  </a:cubicBezTo>
                  <a:cubicBezTo>
                    <a:pt x="515" y="605"/>
                    <a:pt x="518" y="604"/>
                    <a:pt x="519" y="603"/>
                  </a:cubicBezTo>
                  <a:lnTo>
                    <a:pt x="515" y="596"/>
                  </a:lnTo>
                  <a:cubicBezTo>
                    <a:pt x="511" y="590"/>
                    <a:pt x="508" y="586"/>
                    <a:pt x="507" y="586"/>
                  </a:cubicBezTo>
                  <a:lnTo>
                    <a:pt x="507" y="586"/>
                  </a:lnTo>
                  <a:cubicBezTo>
                    <a:pt x="506" y="586"/>
                    <a:pt x="507" y="590"/>
                    <a:pt x="510" y="598"/>
                  </a:cubicBezTo>
                  <a:cubicBezTo>
                    <a:pt x="511" y="603"/>
                    <a:pt x="511" y="604"/>
                    <a:pt x="511" y="604"/>
                  </a:cubicBezTo>
                  <a:cubicBezTo>
                    <a:pt x="510" y="604"/>
                    <a:pt x="509" y="603"/>
                    <a:pt x="506" y="600"/>
                  </a:cubicBezTo>
                  <a:cubicBezTo>
                    <a:pt x="502" y="596"/>
                    <a:pt x="499" y="591"/>
                    <a:pt x="499" y="591"/>
                  </a:cubicBezTo>
                  <a:lnTo>
                    <a:pt x="499" y="591"/>
                  </a:lnTo>
                  <a:cubicBezTo>
                    <a:pt x="498" y="591"/>
                    <a:pt x="499" y="592"/>
                    <a:pt x="500" y="594"/>
                  </a:cubicBezTo>
                  <a:cubicBezTo>
                    <a:pt x="500" y="594"/>
                    <a:pt x="499" y="594"/>
                    <a:pt x="498" y="594"/>
                  </a:cubicBezTo>
                  <a:cubicBezTo>
                    <a:pt x="497" y="594"/>
                    <a:pt x="494" y="593"/>
                    <a:pt x="491" y="589"/>
                  </a:cubicBezTo>
                  <a:cubicBezTo>
                    <a:pt x="487" y="591"/>
                    <a:pt x="486" y="592"/>
                    <a:pt x="490" y="598"/>
                  </a:cubicBezTo>
                  <a:cubicBezTo>
                    <a:pt x="493" y="606"/>
                    <a:pt x="491" y="607"/>
                    <a:pt x="488" y="607"/>
                  </a:cubicBezTo>
                  <a:cubicBezTo>
                    <a:pt x="487" y="609"/>
                    <a:pt x="485" y="609"/>
                    <a:pt x="488" y="616"/>
                  </a:cubicBezTo>
                  <a:cubicBezTo>
                    <a:pt x="491" y="624"/>
                    <a:pt x="492" y="632"/>
                    <a:pt x="488" y="633"/>
                  </a:cubicBezTo>
                  <a:cubicBezTo>
                    <a:pt x="488" y="637"/>
                    <a:pt x="488" y="639"/>
                    <a:pt x="487" y="639"/>
                  </a:cubicBezTo>
                  <a:cubicBezTo>
                    <a:pt x="486" y="639"/>
                    <a:pt x="484" y="636"/>
                    <a:pt x="479" y="628"/>
                  </a:cubicBezTo>
                  <a:cubicBezTo>
                    <a:pt x="478" y="621"/>
                    <a:pt x="476" y="621"/>
                    <a:pt x="475" y="621"/>
                  </a:cubicBezTo>
                  <a:cubicBezTo>
                    <a:pt x="474" y="621"/>
                    <a:pt x="474" y="621"/>
                    <a:pt x="474" y="621"/>
                  </a:cubicBezTo>
                  <a:cubicBezTo>
                    <a:pt x="474" y="621"/>
                    <a:pt x="474" y="621"/>
                    <a:pt x="473" y="621"/>
                  </a:cubicBezTo>
                  <a:cubicBezTo>
                    <a:pt x="473" y="621"/>
                    <a:pt x="470" y="620"/>
                    <a:pt x="467" y="615"/>
                  </a:cubicBezTo>
                  <a:cubicBezTo>
                    <a:pt x="466" y="613"/>
                    <a:pt x="465" y="612"/>
                    <a:pt x="465" y="612"/>
                  </a:cubicBezTo>
                  <a:lnTo>
                    <a:pt x="465" y="612"/>
                  </a:lnTo>
                  <a:cubicBezTo>
                    <a:pt x="465" y="612"/>
                    <a:pt x="467" y="618"/>
                    <a:pt x="468" y="623"/>
                  </a:cubicBezTo>
                  <a:lnTo>
                    <a:pt x="473" y="639"/>
                  </a:lnTo>
                  <a:cubicBezTo>
                    <a:pt x="470" y="639"/>
                    <a:pt x="464" y="624"/>
                    <a:pt x="462" y="616"/>
                  </a:cubicBezTo>
                  <a:cubicBezTo>
                    <a:pt x="459" y="609"/>
                    <a:pt x="457" y="605"/>
                    <a:pt x="457" y="605"/>
                  </a:cubicBezTo>
                  <a:lnTo>
                    <a:pt x="457" y="605"/>
                  </a:lnTo>
                  <a:cubicBezTo>
                    <a:pt x="457" y="605"/>
                    <a:pt x="458" y="609"/>
                    <a:pt x="460" y="616"/>
                  </a:cubicBezTo>
                  <a:cubicBezTo>
                    <a:pt x="462" y="622"/>
                    <a:pt x="462" y="628"/>
                    <a:pt x="460" y="628"/>
                  </a:cubicBezTo>
                  <a:cubicBezTo>
                    <a:pt x="460" y="628"/>
                    <a:pt x="459" y="627"/>
                    <a:pt x="457" y="625"/>
                  </a:cubicBezTo>
                  <a:cubicBezTo>
                    <a:pt x="456" y="626"/>
                    <a:pt x="455" y="626"/>
                    <a:pt x="454" y="626"/>
                  </a:cubicBezTo>
                  <a:cubicBezTo>
                    <a:pt x="451" y="626"/>
                    <a:pt x="449" y="624"/>
                    <a:pt x="447" y="619"/>
                  </a:cubicBezTo>
                  <a:cubicBezTo>
                    <a:pt x="446" y="617"/>
                    <a:pt x="445" y="616"/>
                    <a:pt x="445" y="616"/>
                  </a:cubicBezTo>
                  <a:cubicBezTo>
                    <a:pt x="444" y="616"/>
                    <a:pt x="444" y="620"/>
                    <a:pt x="444" y="620"/>
                  </a:cubicBezTo>
                  <a:cubicBezTo>
                    <a:pt x="444" y="624"/>
                    <a:pt x="443" y="627"/>
                    <a:pt x="441" y="627"/>
                  </a:cubicBezTo>
                  <a:cubicBezTo>
                    <a:pt x="440" y="627"/>
                    <a:pt x="438" y="625"/>
                    <a:pt x="435" y="621"/>
                  </a:cubicBezTo>
                  <a:cubicBezTo>
                    <a:pt x="429" y="614"/>
                    <a:pt x="427" y="610"/>
                    <a:pt x="426" y="610"/>
                  </a:cubicBezTo>
                  <a:lnTo>
                    <a:pt x="426" y="610"/>
                  </a:lnTo>
                  <a:cubicBezTo>
                    <a:pt x="424" y="610"/>
                    <a:pt x="425" y="614"/>
                    <a:pt x="426" y="622"/>
                  </a:cubicBezTo>
                  <a:cubicBezTo>
                    <a:pt x="426" y="627"/>
                    <a:pt x="427" y="631"/>
                    <a:pt x="427" y="631"/>
                  </a:cubicBezTo>
                  <a:cubicBezTo>
                    <a:pt x="427" y="631"/>
                    <a:pt x="426" y="629"/>
                    <a:pt x="424" y="622"/>
                  </a:cubicBezTo>
                  <a:cubicBezTo>
                    <a:pt x="424" y="620"/>
                    <a:pt x="423" y="619"/>
                    <a:pt x="422" y="619"/>
                  </a:cubicBezTo>
                  <a:cubicBezTo>
                    <a:pt x="421" y="619"/>
                    <a:pt x="420" y="625"/>
                    <a:pt x="418" y="631"/>
                  </a:cubicBezTo>
                  <a:cubicBezTo>
                    <a:pt x="417" y="642"/>
                    <a:pt x="417" y="652"/>
                    <a:pt x="418" y="663"/>
                  </a:cubicBezTo>
                  <a:cubicBezTo>
                    <a:pt x="418" y="673"/>
                    <a:pt x="419" y="677"/>
                    <a:pt x="418" y="677"/>
                  </a:cubicBezTo>
                  <a:cubicBezTo>
                    <a:pt x="417" y="677"/>
                    <a:pt x="416" y="675"/>
                    <a:pt x="414" y="671"/>
                  </a:cubicBezTo>
                  <a:cubicBezTo>
                    <a:pt x="412" y="671"/>
                    <a:pt x="410" y="663"/>
                    <a:pt x="410" y="656"/>
                  </a:cubicBezTo>
                  <a:cubicBezTo>
                    <a:pt x="409" y="648"/>
                    <a:pt x="410" y="648"/>
                    <a:pt x="411" y="648"/>
                  </a:cubicBezTo>
                  <a:cubicBezTo>
                    <a:pt x="411" y="648"/>
                    <a:pt x="411" y="648"/>
                    <a:pt x="411" y="648"/>
                  </a:cubicBezTo>
                  <a:lnTo>
                    <a:pt x="413" y="648"/>
                  </a:lnTo>
                  <a:cubicBezTo>
                    <a:pt x="412" y="639"/>
                    <a:pt x="412" y="631"/>
                    <a:pt x="409" y="631"/>
                  </a:cubicBezTo>
                  <a:cubicBezTo>
                    <a:pt x="408" y="627"/>
                    <a:pt x="407" y="625"/>
                    <a:pt x="406" y="625"/>
                  </a:cubicBezTo>
                  <a:cubicBezTo>
                    <a:pt x="405" y="625"/>
                    <a:pt x="404" y="627"/>
                    <a:pt x="404" y="631"/>
                  </a:cubicBezTo>
                  <a:cubicBezTo>
                    <a:pt x="403" y="623"/>
                    <a:pt x="400" y="623"/>
                    <a:pt x="395" y="623"/>
                  </a:cubicBezTo>
                  <a:cubicBezTo>
                    <a:pt x="392" y="623"/>
                    <a:pt x="387" y="622"/>
                    <a:pt x="386" y="614"/>
                  </a:cubicBezTo>
                  <a:cubicBezTo>
                    <a:pt x="385" y="614"/>
                    <a:pt x="385" y="614"/>
                    <a:pt x="384" y="614"/>
                  </a:cubicBezTo>
                  <a:cubicBezTo>
                    <a:pt x="382" y="614"/>
                    <a:pt x="381" y="615"/>
                    <a:pt x="381" y="621"/>
                  </a:cubicBezTo>
                  <a:cubicBezTo>
                    <a:pt x="379" y="630"/>
                    <a:pt x="379" y="634"/>
                    <a:pt x="378" y="634"/>
                  </a:cubicBezTo>
                  <a:cubicBezTo>
                    <a:pt x="378" y="634"/>
                    <a:pt x="377" y="632"/>
                    <a:pt x="377" y="629"/>
                  </a:cubicBezTo>
                  <a:cubicBezTo>
                    <a:pt x="377" y="618"/>
                    <a:pt x="369" y="610"/>
                    <a:pt x="361" y="610"/>
                  </a:cubicBezTo>
                  <a:cubicBezTo>
                    <a:pt x="358" y="610"/>
                    <a:pt x="355" y="612"/>
                    <a:pt x="353" y="616"/>
                  </a:cubicBezTo>
                  <a:lnTo>
                    <a:pt x="349" y="615"/>
                  </a:lnTo>
                  <a:cubicBezTo>
                    <a:pt x="349" y="610"/>
                    <a:pt x="345" y="606"/>
                    <a:pt x="341" y="606"/>
                  </a:cubicBezTo>
                  <a:cubicBezTo>
                    <a:pt x="338" y="606"/>
                    <a:pt x="335" y="608"/>
                    <a:pt x="334" y="611"/>
                  </a:cubicBezTo>
                  <a:cubicBezTo>
                    <a:pt x="333" y="610"/>
                    <a:pt x="330" y="609"/>
                    <a:pt x="329" y="609"/>
                  </a:cubicBezTo>
                  <a:cubicBezTo>
                    <a:pt x="329" y="603"/>
                    <a:pt x="328" y="601"/>
                    <a:pt x="327" y="601"/>
                  </a:cubicBezTo>
                  <a:cubicBezTo>
                    <a:pt x="326" y="601"/>
                    <a:pt x="324" y="602"/>
                    <a:pt x="322" y="605"/>
                  </a:cubicBezTo>
                  <a:cubicBezTo>
                    <a:pt x="319" y="610"/>
                    <a:pt x="317" y="615"/>
                    <a:pt x="317" y="615"/>
                  </a:cubicBezTo>
                  <a:cubicBezTo>
                    <a:pt x="317" y="615"/>
                    <a:pt x="317" y="614"/>
                    <a:pt x="318" y="612"/>
                  </a:cubicBezTo>
                  <a:cubicBezTo>
                    <a:pt x="321" y="605"/>
                    <a:pt x="318" y="604"/>
                    <a:pt x="311" y="601"/>
                  </a:cubicBezTo>
                  <a:cubicBezTo>
                    <a:pt x="309" y="599"/>
                    <a:pt x="307" y="599"/>
                    <a:pt x="306" y="599"/>
                  </a:cubicBezTo>
                  <a:cubicBezTo>
                    <a:pt x="304" y="599"/>
                    <a:pt x="304" y="600"/>
                    <a:pt x="302" y="605"/>
                  </a:cubicBezTo>
                  <a:cubicBezTo>
                    <a:pt x="300" y="606"/>
                    <a:pt x="299" y="606"/>
                    <a:pt x="298" y="606"/>
                  </a:cubicBezTo>
                  <a:cubicBezTo>
                    <a:pt x="293" y="606"/>
                    <a:pt x="296" y="600"/>
                    <a:pt x="300" y="594"/>
                  </a:cubicBezTo>
                  <a:cubicBezTo>
                    <a:pt x="304" y="588"/>
                    <a:pt x="306" y="584"/>
                    <a:pt x="305" y="584"/>
                  </a:cubicBezTo>
                  <a:lnTo>
                    <a:pt x="305" y="584"/>
                  </a:lnTo>
                  <a:cubicBezTo>
                    <a:pt x="304" y="584"/>
                    <a:pt x="299" y="589"/>
                    <a:pt x="292" y="600"/>
                  </a:cubicBezTo>
                  <a:cubicBezTo>
                    <a:pt x="287" y="607"/>
                    <a:pt x="284" y="609"/>
                    <a:pt x="283" y="609"/>
                  </a:cubicBezTo>
                  <a:cubicBezTo>
                    <a:pt x="281" y="609"/>
                    <a:pt x="282" y="607"/>
                    <a:pt x="283" y="604"/>
                  </a:cubicBezTo>
                  <a:cubicBezTo>
                    <a:pt x="286" y="599"/>
                    <a:pt x="288" y="598"/>
                    <a:pt x="289" y="598"/>
                  </a:cubicBezTo>
                  <a:cubicBezTo>
                    <a:pt x="290" y="598"/>
                    <a:pt x="290" y="598"/>
                    <a:pt x="291" y="598"/>
                  </a:cubicBezTo>
                  <a:cubicBezTo>
                    <a:pt x="291" y="598"/>
                    <a:pt x="294" y="592"/>
                    <a:pt x="299" y="585"/>
                  </a:cubicBezTo>
                  <a:cubicBezTo>
                    <a:pt x="298" y="585"/>
                    <a:pt x="298" y="584"/>
                    <a:pt x="297" y="584"/>
                  </a:cubicBezTo>
                  <a:cubicBezTo>
                    <a:pt x="297" y="584"/>
                    <a:pt x="296" y="586"/>
                    <a:pt x="292" y="589"/>
                  </a:cubicBezTo>
                  <a:cubicBezTo>
                    <a:pt x="292" y="589"/>
                    <a:pt x="292" y="589"/>
                    <a:pt x="292" y="589"/>
                  </a:cubicBezTo>
                  <a:cubicBezTo>
                    <a:pt x="291" y="589"/>
                    <a:pt x="288" y="590"/>
                    <a:pt x="284" y="595"/>
                  </a:cubicBezTo>
                  <a:cubicBezTo>
                    <a:pt x="279" y="601"/>
                    <a:pt x="274" y="607"/>
                    <a:pt x="272" y="615"/>
                  </a:cubicBezTo>
                  <a:cubicBezTo>
                    <a:pt x="270" y="621"/>
                    <a:pt x="269" y="623"/>
                    <a:pt x="268" y="623"/>
                  </a:cubicBezTo>
                  <a:cubicBezTo>
                    <a:pt x="268" y="623"/>
                    <a:pt x="267" y="622"/>
                    <a:pt x="266" y="622"/>
                  </a:cubicBezTo>
                  <a:cubicBezTo>
                    <a:pt x="267" y="613"/>
                    <a:pt x="271" y="605"/>
                    <a:pt x="278" y="600"/>
                  </a:cubicBezTo>
                  <a:cubicBezTo>
                    <a:pt x="278" y="600"/>
                    <a:pt x="278" y="600"/>
                    <a:pt x="278" y="600"/>
                  </a:cubicBezTo>
                  <a:cubicBezTo>
                    <a:pt x="279" y="600"/>
                    <a:pt x="283" y="593"/>
                    <a:pt x="287" y="587"/>
                  </a:cubicBezTo>
                  <a:cubicBezTo>
                    <a:pt x="288" y="586"/>
                    <a:pt x="287" y="585"/>
                    <a:pt x="286" y="585"/>
                  </a:cubicBezTo>
                  <a:cubicBezTo>
                    <a:pt x="283" y="585"/>
                    <a:pt x="272" y="591"/>
                    <a:pt x="264" y="601"/>
                  </a:cubicBezTo>
                  <a:cubicBezTo>
                    <a:pt x="265" y="599"/>
                    <a:pt x="267" y="597"/>
                    <a:pt x="269" y="594"/>
                  </a:cubicBezTo>
                  <a:cubicBezTo>
                    <a:pt x="273" y="587"/>
                    <a:pt x="271" y="585"/>
                    <a:pt x="267" y="583"/>
                  </a:cubicBezTo>
                  <a:cubicBezTo>
                    <a:pt x="266" y="582"/>
                    <a:pt x="265" y="581"/>
                    <a:pt x="264" y="581"/>
                  </a:cubicBezTo>
                  <a:cubicBezTo>
                    <a:pt x="262" y="581"/>
                    <a:pt x="261" y="582"/>
                    <a:pt x="257" y="586"/>
                  </a:cubicBezTo>
                  <a:cubicBezTo>
                    <a:pt x="253" y="592"/>
                    <a:pt x="249" y="599"/>
                    <a:pt x="247" y="599"/>
                  </a:cubicBezTo>
                  <a:cubicBezTo>
                    <a:pt x="246" y="599"/>
                    <a:pt x="246" y="599"/>
                    <a:pt x="246" y="598"/>
                  </a:cubicBezTo>
                  <a:lnTo>
                    <a:pt x="246" y="598"/>
                  </a:lnTo>
                  <a:cubicBezTo>
                    <a:pt x="248" y="600"/>
                    <a:pt x="244" y="606"/>
                    <a:pt x="238" y="612"/>
                  </a:cubicBezTo>
                  <a:cubicBezTo>
                    <a:pt x="239" y="606"/>
                    <a:pt x="242" y="601"/>
                    <a:pt x="244" y="595"/>
                  </a:cubicBezTo>
                  <a:cubicBezTo>
                    <a:pt x="249" y="579"/>
                    <a:pt x="252" y="572"/>
                    <a:pt x="246" y="566"/>
                  </a:cubicBezTo>
                  <a:cubicBezTo>
                    <a:pt x="242" y="564"/>
                    <a:pt x="241" y="557"/>
                    <a:pt x="244" y="552"/>
                  </a:cubicBezTo>
                  <a:cubicBezTo>
                    <a:pt x="243" y="551"/>
                    <a:pt x="242" y="550"/>
                    <a:pt x="240" y="550"/>
                  </a:cubicBezTo>
                  <a:cubicBezTo>
                    <a:pt x="239" y="550"/>
                    <a:pt x="237" y="551"/>
                    <a:pt x="234" y="555"/>
                  </a:cubicBezTo>
                  <a:lnTo>
                    <a:pt x="232" y="551"/>
                  </a:lnTo>
                  <a:cubicBezTo>
                    <a:pt x="234" y="547"/>
                    <a:pt x="235" y="544"/>
                    <a:pt x="233" y="544"/>
                  </a:cubicBezTo>
                  <a:lnTo>
                    <a:pt x="233" y="544"/>
                  </a:lnTo>
                  <a:cubicBezTo>
                    <a:pt x="232" y="544"/>
                    <a:pt x="230" y="545"/>
                    <a:pt x="228" y="547"/>
                  </a:cubicBezTo>
                  <a:cubicBezTo>
                    <a:pt x="226" y="548"/>
                    <a:pt x="225" y="548"/>
                    <a:pt x="224" y="548"/>
                  </a:cubicBezTo>
                  <a:cubicBezTo>
                    <a:pt x="222" y="548"/>
                    <a:pt x="225" y="544"/>
                    <a:pt x="224" y="543"/>
                  </a:cubicBezTo>
                  <a:cubicBezTo>
                    <a:pt x="228" y="537"/>
                    <a:pt x="231" y="533"/>
                    <a:pt x="231" y="533"/>
                  </a:cubicBezTo>
                  <a:lnTo>
                    <a:pt x="231" y="533"/>
                  </a:lnTo>
                  <a:cubicBezTo>
                    <a:pt x="230" y="533"/>
                    <a:pt x="226" y="537"/>
                    <a:pt x="217" y="547"/>
                  </a:cubicBezTo>
                  <a:cubicBezTo>
                    <a:pt x="210" y="552"/>
                    <a:pt x="207" y="561"/>
                    <a:pt x="209" y="563"/>
                  </a:cubicBezTo>
                  <a:lnTo>
                    <a:pt x="212" y="567"/>
                  </a:lnTo>
                  <a:lnTo>
                    <a:pt x="202" y="568"/>
                  </a:lnTo>
                  <a:cubicBezTo>
                    <a:pt x="202" y="568"/>
                    <a:pt x="201" y="568"/>
                    <a:pt x="201" y="568"/>
                  </a:cubicBezTo>
                  <a:cubicBezTo>
                    <a:pt x="197" y="568"/>
                    <a:pt x="191" y="569"/>
                    <a:pt x="187" y="574"/>
                  </a:cubicBezTo>
                  <a:cubicBezTo>
                    <a:pt x="187" y="574"/>
                    <a:pt x="183" y="578"/>
                    <a:pt x="180" y="578"/>
                  </a:cubicBezTo>
                  <a:cubicBezTo>
                    <a:pt x="180" y="578"/>
                    <a:pt x="179" y="577"/>
                    <a:pt x="179" y="577"/>
                  </a:cubicBezTo>
                  <a:lnTo>
                    <a:pt x="191" y="567"/>
                  </a:lnTo>
                  <a:cubicBezTo>
                    <a:pt x="198" y="563"/>
                    <a:pt x="205" y="558"/>
                    <a:pt x="210" y="552"/>
                  </a:cubicBezTo>
                  <a:cubicBezTo>
                    <a:pt x="218" y="544"/>
                    <a:pt x="221" y="536"/>
                    <a:pt x="219" y="536"/>
                  </a:cubicBezTo>
                  <a:lnTo>
                    <a:pt x="219" y="536"/>
                  </a:lnTo>
                  <a:cubicBezTo>
                    <a:pt x="218" y="536"/>
                    <a:pt x="215" y="538"/>
                    <a:pt x="211" y="541"/>
                  </a:cubicBezTo>
                  <a:cubicBezTo>
                    <a:pt x="210" y="539"/>
                    <a:pt x="210" y="539"/>
                    <a:pt x="216" y="532"/>
                  </a:cubicBezTo>
                  <a:cubicBezTo>
                    <a:pt x="219" y="530"/>
                    <a:pt x="220" y="529"/>
                    <a:pt x="219" y="529"/>
                  </a:cubicBezTo>
                  <a:lnTo>
                    <a:pt x="219" y="529"/>
                  </a:lnTo>
                  <a:cubicBezTo>
                    <a:pt x="218" y="529"/>
                    <a:pt x="214" y="530"/>
                    <a:pt x="207" y="534"/>
                  </a:cubicBezTo>
                  <a:cubicBezTo>
                    <a:pt x="201" y="538"/>
                    <a:pt x="198" y="540"/>
                    <a:pt x="196" y="540"/>
                  </a:cubicBezTo>
                  <a:cubicBezTo>
                    <a:pt x="195" y="540"/>
                    <a:pt x="197" y="537"/>
                    <a:pt x="204" y="530"/>
                  </a:cubicBezTo>
                  <a:cubicBezTo>
                    <a:pt x="212" y="520"/>
                    <a:pt x="212" y="514"/>
                    <a:pt x="208" y="514"/>
                  </a:cubicBezTo>
                  <a:cubicBezTo>
                    <a:pt x="207" y="514"/>
                    <a:pt x="205" y="515"/>
                    <a:pt x="204" y="517"/>
                  </a:cubicBezTo>
                  <a:cubicBezTo>
                    <a:pt x="198" y="520"/>
                    <a:pt x="195" y="521"/>
                    <a:pt x="192" y="521"/>
                  </a:cubicBezTo>
                  <a:cubicBezTo>
                    <a:pt x="189" y="521"/>
                    <a:pt x="189" y="518"/>
                    <a:pt x="192" y="514"/>
                  </a:cubicBezTo>
                  <a:cubicBezTo>
                    <a:pt x="197" y="510"/>
                    <a:pt x="198" y="508"/>
                    <a:pt x="195" y="508"/>
                  </a:cubicBezTo>
                  <a:cubicBezTo>
                    <a:pt x="194" y="508"/>
                    <a:pt x="192" y="508"/>
                    <a:pt x="190" y="509"/>
                  </a:cubicBezTo>
                  <a:cubicBezTo>
                    <a:pt x="195" y="506"/>
                    <a:pt x="200" y="501"/>
                    <a:pt x="198" y="501"/>
                  </a:cubicBezTo>
                  <a:cubicBezTo>
                    <a:pt x="197" y="501"/>
                    <a:pt x="196" y="501"/>
                    <a:pt x="195" y="502"/>
                  </a:cubicBezTo>
                  <a:cubicBezTo>
                    <a:pt x="195" y="502"/>
                    <a:pt x="194" y="502"/>
                    <a:pt x="194" y="502"/>
                  </a:cubicBezTo>
                  <a:cubicBezTo>
                    <a:pt x="193" y="502"/>
                    <a:pt x="191" y="502"/>
                    <a:pt x="188" y="505"/>
                  </a:cubicBezTo>
                  <a:lnTo>
                    <a:pt x="172" y="511"/>
                  </a:lnTo>
                  <a:cubicBezTo>
                    <a:pt x="173" y="512"/>
                    <a:pt x="166" y="517"/>
                    <a:pt x="159" y="521"/>
                  </a:cubicBezTo>
                  <a:cubicBezTo>
                    <a:pt x="158" y="522"/>
                    <a:pt x="157" y="522"/>
                    <a:pt x="156" y="522"/>
                  </a:cubicBezTo>
                  <a:cubicBezTo>
                    <a:pt x="153" y="522"/>
                    <a:pt x="158" y="511"/>
                    <a:pt x="174" y="497"/>
                  </a:cubicBezTo>
                  <a:lnTo>
                    <a:pt x="187" y="487"/>
                  </a:lnTo>
                  <a:lnTo>
                    <a:pt x="173" y="494"/>
                  </a:lnTo>
                  <a:cubicBezTo>
                    <a:pt x="172" y="493"/>
                    <a:pt x="171" y="491"/>
                    <a:pt x="179" y="487"/>
                  </a:cubicBezTo>
                  <a:cubicBezTo>
                    <a:pt x="186" y="484"/>
                    <a:pt x="186" y="484"/>
                    <a:pt x="184" y="482"/>
                  </a:cubicBezTo>
                  <a:cubicBezTo>
                    <a:pt x="184" y="482"/>
                    <a:pt x="184" y="482"/>
                    <a:pt x="184" y="482"/>
                  </a:cubicBezTo>
                  <a:cubicBezTo>
                    <a:pt x="183" y="482"/>
                    <a:pt x="181" y="482"/>
                    <a:pt x="177" y="484"/>
                  </a:cubicBezTo>
                  <a:cubicBezTo>
                    <a:pt x="169" y="488"/>
                    <a:pt x="165" y="489"/>
                    <a:pt x="165" y="489"/>
                  </a:cubicBezTo>
                  <a:cubicBezTo>
                    <a:pt x="164" y="489"/>
                    <a:pt x="166" y="488"/>
                    <a:pt x="169" y="485"/>
                  </a:cubicBezTo>
                  <a:cubicBezTo>
                    <a:pt x="177" y="480"/>
                    <a:pt x="180" y="478"/>
                    <a:pt x="178" y="478"/>
                  </a:cubicBezTo>
                  <a:cubicBezTo>
                    <a:pt x="176" y="478"/>
                    <a:pt x="172" y="479"/>
                    <a:pt x="166" y="481"/>
                  </a:cubicBezTo>
                  <a:cubicBezTo>
                    <a:pt x="160" y="483"/>
                    <a:pt x="156" y="485"/>
                    <a:pt x="156" y="485"/>
                  </a:cubicBezTo>
                  <a:cubicBezTo>
                    <a:pt x="155" y="485"/>
                    <a:pt x="158" y="483"/>
                    <a:pt x="165" y="478"/>
                  </a:cubicBezTo>
                  <a:cubicBezTo>
                    <a:pt x="173" y="475"/>
                    <a:pt x="180" y="471"/>
                    <a:pt x="179" y="468"/>
                  </a:cubicBezTo>
                  <a:lnTo>
                    <a:pt x="179" y="468"/>
                  </a:lnTo>
                  <a:lnTo>
                    <a:pt x="172" y="472"/>
                  </a:lnTo>
                  <a:cubicBezTo>
                    <a:pt x="165" y="475"/>
                    <a:pt x="161" y="476"/>
                    <a:pt x="160" y="476"/>
                  </a:cubicBezTo>
                  <a:cubicBezTo>
                    <a:pt x="158" y="476"/>
                    <a:pt x="159" y="474"/>
                    <a:pt x="163" y="471"/>
                  </a:cubicBezTo>
                  <a:cubicBezTo>
                    <a:pt x="171" y="468"/>
                    <a:pt x="170" y="466"/>
                    <a:pt x="161" y="466"/>
                  </a:cubicBezTo>
                  <a:cubicBezTo>
                    <a:pt x="160" y="462"/>
                    <a:pt x="160" y="460"/>
                    <a:pt x="166" y="457"/>
                  </a:cubicBezTo>
                  <a:cubicBezTo>
                    <a:pt x="175" y="455"/>
                    <a:pt x="179" y="454"/>
                    <a:pt x="178" y="454"/>
                  </a:cubicBezTo>
                  <a:lnTo>
                    <a:pt x="178" y="454"/>
                  </a:lnTo>
                  <a:cubicBezTo>
                    <a:pt x="178" y="454"/>
                    <a:pt x="174" y="454"/>
                    <a:pt x="166" y="456"/>
                  </a:cubicBezTo>
                  <a:cubicBezTo>
                    <a:pt x="164" y="456"/>
                    <a:pt x="163" y="456"/>
                    <a:pt x="162" y="456"/>
                  </a:cubicBezTo>
                  <a:cubicBezTo>
                    <a:pt x="158" y="456"/>
                    <a:pt x="159" y="455"/>
                    <a:pt x="165" y="450"/>
                  </a:cubicBezTo>
                  <a:cubicBezTo>
                    <a:pt x="170" y="447"/>
                    <a:pt x="171" y="446"/>
                    <a:pt x="170" y="446"/>
                  </a:cubicBezTo>
                  <a:cubicBezTo>
                    <a:pt x="169" y="446"/>
                    <a:pt x="167" y="447"/>
                    <a:pt x="164" y="447"/>
                  </a:cubicBezTo>
                  <a:cubicBezTo>
                    <a:pt x="149" y="451"/>
                    <a:pt x="141" y="454"/>
                    <a:pt x="142" y="456"/>
                  </a:cubicBezTo>
                  <a:cubicBezTo>
                    <a:pt x="142" y="457"/>
                    <a:pt x="142" y="457"/>
                    <a:pt x="134" y="460"/>
                  </a:cubicBezTo>
                  <a:lnTo>
                    <a:pt x="133" y="456"/>
                  </a:lnTo>
                  <a:cubicBezTo>
                    <a:pt x="133" y="454"/>
                    <a:pt x="132" y="451"/>
                    <a:pt x="123" y="449"/>
                  </a:cubicBezTo>
                  <a:cubicBezTo>
                    <a:pt x="121" y="449"/>
                    <a:pt x="119" y="449"/>
                    <a:pt x="118" y="449"/>
                  </a:cubicBezTo>
                  <a:cubicBezTo>
                    <a:pt x="109" y="449"/>
                    <a:pt x="101" y="451"/>
                    <a:pt x="108" y="454"/>
                  </a:cubicBezTo>
                  <a:lnTo>
                    <a:pt x="101" y="458"/>
                  </a:lnTo>
                  <a:cubicBezTo>
                    <a:pt x="86" y="462"/>
                    <a:pt x="81" y="466"/>
                    <a:pt x="87" y="466"/>
                  </a:cubicBezTo>
                  <a:cubicBezTo>
                    <a:pt x="90" y="466"/>
                    <a:pt x="95" y="465"/>
                    <a:pt x="103" y="463"/>
                  </a:cubicBezTo>
                  <a:cubicBezTo>
                    <a:pt x="114" y="459"/>
                    <a:pt x="120" y="458"/>
                    <a:pt x="121" y="458"/>
                  </a:cubicBezTo>
                  <a:lnTo>
                    <a:pt x="121" y="458"/>
                  </a:lnTo>
                  <a:cubicBezTo>
                    <a:pt x="122" y="458"/>
                    <a:pt x="118" y="459"/>
                    <a:pt x="110" y="463"/>
                  </a:cubicBezTo>
                  <a:cubicBezTo>
                    <a:pt x="95" y="467"/>
                    <a:pt x="96" y="469"/>
                    <a:pt x="96" y="472"/>
                  </a:cubicBezTo>
                  <a:cubicBezTo>
                    <a:pt x="97" y="474"/>
                    <a:pt x="97" y="474"/>
                    <a:pt x="89" y="476"/>
                  </a:cubicBezTo>
                  <a:cubicBezTo>
                    <a:pt x="81" y="478"/>
                    <a:pt x="75" y="484"/>
                    <a:pt x="76" y="486"/>
                  </a:cubicBezTo>
                  <a:cubicBezTo>
                    <a:pt x="76" y="487"/>
                    <a:pt x="76" y="488"/>
                    <a:pt x="77" y="488"/>
                  </a:cubicBezTo>
                  <a:cubicBezTo>
                    <a:pt x="78" y="488"/>
                    <a:pt x="80" y="487"/>
                    <a:pt x="83" y="486"/>
                  </a:cubicBezTo>
                  <a:cubicBezTo>
                    <a:pt x="86" y="485"/>
                    <a:pt x="87" y="484"/>
                    <a:pt x="88" y="484"/>
                  </a:cubicBezTo>
                  <a:lnTo>
                    <a:pt x="88" y="484"/>
                  </a:lnTo>
                  <a:cubicBezTo>
                    <a:pt x="90" y="484"/>
                    <a:pt x="88" y="488"/>
                    <a:pt x="78" y="494"/>
                  </a:cubicBezTo>
                  <a:cubicBezTo>
                    <a:pt x="75" y="496"/>
                    <a:pt x="73" y="497"/>
                    <a:pt x="74" y="497"/>
                  </a:cubicBezTo>
                  <a:cubicBezTo>
                    <a:pt x="74" y="497"/>
                    <a:pt x="78" y="496"/>
                    <a:pt x="86" y="493"/>
                  </a:cubicBezTo>
                  <a:cubicBezTo>
                    <a:pt x="90" y="491"/>
                    <a:pt x="94" y="491"/>
                    <a:pt x="96" y="491"/>
                  </a:cubicBezTo>
                  <a:cubicBezTo>
                    <a:pt x="101" y="491"/>
                    <a:pt x="98" y="495"/>
                    <a:pt x="89" y="501"/>
                  </a:cubicBezTo>
                  <a:lnTo>
                    <a:pt x="90" y="505"/>
                  </a:lnTo>
                  <a:cubicBezTo>
                    <a:pt x="90" y="506"/>
                    <a:pt x="91" y="506"/>
                    <a:pt x="92" y="506"/>
                  </a:cubicBezTo>
                  <a:cubicBezTo>
                    <a:pt x="95" y="506"/>
                    <a:pt x="101" y="504"/>
                    <a:pt x="106" y="502"/>
                  </a:cubicBezTo>
                  <a:cubicBezTo>
                    <a:pt x="114" y="498"/>
                    <a:pt x="118" y="497"/>
                    <a:pt x="119" y="497"/>
                  </a:cubicBezTo>
                  <a:lnTo>
                    <a:pt x="119" y="497"/>
                  </a:lnTo>
                  <a:cubicBezTo>
                    <a:pt x="120" y="497"/>
                    <a:pt x="118" y="498"/>
                    <a:pt x="115" y="501"/>
                  </a:cubicBezTo>
                  <a:cubicBezTo>
                    <a:pt x="110" y="504"/>
                    <a:pt x="106" y="506"/>
                    <a:pt x="100" y="509"/>
                  </a:cubicBezTo>
                  <a:cubicBezTo>
                    <a:pt x="94" y="512"/>
                    <a:pt x="95" y="514"/>
                    <a:pt x="96" y="518"/>
                  </a:cubicBezTo>
                  <a:cubicBezTo>
                    <a:pt x="97" y="519"/>
                    <a:pt x="97" y="522"/>
                    <a:pt x="101" y="522"/>
                  </a:cubicBezTo>
                  <a:cubicBezTo>
                    <a:pt x="102" y="522"/>
                    <a:pt x="103" y="522"/>
                    <a:pt x="104" y="522"/>
                  </a:cubicBezTo>
                  <a:lnTo>
                    <a:pt x="104" y="522"/>
                  </a:lnTo>
                  <a:cubicBezTo>
                    <a:pt x="102" y="522"/>
                    <a:pt x="100" y="523"/>
                    <a:pt x="98" y="524"/>
                  </a:cubicBezTo>
                  <a:cubicBezTo>
                    <a:pt x="99" y="526"/>
                    <a:pt x="96" y="528"/>
                    <a:pt x="96" y="528"/>
                  </a:cubicBezTo>
                  <a:cubicBezTo>
                    <a:pt x="96" y="528"/>
                    <a:pt x="97" y="528"/>
                    <a:pt x="99" y="527"/>
                  </a:cubicBezTo>
                  <a:lnTo>
                    <a:pt x="99" y="527"/>
                  </a:lnTo>
                  <a:cubicBezTo>
                    <a:pt x="99" y="527"/>
                    <a:pt x="100" y="529"/>
                    <a:pt x="96" y="537"/>
                  </a:cubicBezTo>
                  <a:cubicBezTo>
                    <a:pt x="94" y="540"/>
                    <a:pt x="96" y="542"/>
                    <a:pt x="100" y="542"/>
                  </a:cubicBezTo>
                  <a:cubicBezTo>
                    <a:pt x="105" y="542"/>
                    <a:pt x="113" y="539"/>
                    <a:pt x="119" y="530"/>
                  </a:cubicBezTo>
                  <a:lnTo>
                    <a:pt x="119" y="530"/>
                  </a:lnTo>
                  <a:cubicBezTo>
                    <a:pt x="120" y="531"/>
                    <a:pt x="120" y="531"/>
                    <a:pt x="120" y="532"/>
                  </a:cubicBezTo>
                  <a:cubicBezTo>
                    <a:pt x="121" y="533"/>
                    <a:pt x="121" y="533"/>
                    <a:pt x="122" y="533"/>
                  </a:cubicBezTo>
                  <a:cubicBezTo>
                    <a:pt x="125" y="533"/>
                    <a:pt x="128" y="531"/>
                    <a:pt x="128" y="531"/>
                  </a:cubicBezTo>
                  <a:cubicBezTo>
                    <a:pt x="132" y="529"/>
                    <a:pt x="134" y="529"/>
                    <a:pt x="135" y="529"/>
                  </a:cubicBezTo>
                  <a:cubicBezTo>
                    <a:pt x="137" y="529"/>
                    <a:pt x="138" y="530"/>
                    <a:pt x="138" y="531"/>
                  </a:cubicBezTo>
                  <a:lnTo>
                    <a:pt x="124" y="539"/>
                  </a:lnTo>
                  <a:cubicBezTo>
                    <a:pt x="109" y="546"/>
                    <a:pt x="102" y="552"/>
                    <a:pt x="106" y="552"/>
                  </a:cubicBezTo>
                  <a:cubicBezTo>
                    <a:pt x="108" y="552"/>
                    <a:pt x="112" y="551"/>
                    <a:pt x="119" y="547"/>
                  </a:cubicBezTo>
                  <a:lnTo>
                    <a:pt x="119" y="547"/>
                  </a:lnTo>
                  <a:lnTo>
                    <a:pt x="113" y="551"/>
                  </a:lnTo>
                  <a:cubicBezTo>
                    <a:pt x="106" y="556"/>
                    <a:pt x="107" y="558"/>
                    <a:pt x="117" y="558"/>
                  </a:cubicBezTo>
                  <a:cubicBezTo>
                    <a:pt x="117" y="558"/>
                    <a:pt x="118" y="558"/>
                    <a:pt x="118" y="558"/>
                  </a:cubicBezTo>
                  <a:cubicBezTo>
                    <a:pt x="122" y="558"/>
                    <a:pt x="134" y="553"/>
                    <a:pt x="140" y="549"/>
                  </a:cubicBezTo>
                  <a:cubicBezTo>
                    <a:pt x="143" y="547"/>
                    <a:pt x="145" y="546"/>
                    <a:pt x="146" y="546"/>
                  </a:cubicBezTo>
                  <a:cubicBezTo>
                    <a:pt x="147" y="546"/>
                    <a:pt x="147" y="547"/>
                    <a:pt x="147" y="547"/>
                  </a:cubicBezTo>
                  <a:cubicBezTo>
                    <a:pt x="149" y="549"/>
                    <a:pt x="149" y="549"/>
                    <a:pt x="142" y="554"/>
                  </a:cubicBezTo>
                  <a:cubicBezTo>
                    <a:pt x="133" y="559"/>
                    <a:pt x="131" y="563"/>
                    <a:pt x="135" y="563"/>
                  </a:cubicBezTo>
                  <a:cubicBezTo>
                    <a:pt x="137" y="563"/>
                    <a:pt x="141" y="562"/>
                    <a:pt x="146" y="559"/>
                  </a:cubicBezTo>
                  <a:lnTo>
                    <a:pt x="146" y="559"/>
                  </a:lnTo>
                  <a:lnTo>
                    <a:pt x="140" y="564"/>
                  </a:lnTo>
                  <a:cubicBezTo>
                    <a:pt x="133" y="568"/>
                    <a:pt x="128" y="576"/>
                    <a:pt x="142" y="580"/>
                  </a:cubicBezTo>
                  <a:cubicBezTo>
                    <a:pt x="147" y="589"/>
                    <a:pt x="153" y="595"/>
                    <a:pt x="146" y="600"/>
                  </a:cubicBezTo>
                  <a:cubicBezTo>
                    <a:pt x="144" y="602"/>
                    <a:pt x="146" y="603"/>
                    <a:pt x="149" y="603"/>
                  </a:cubicBezTo>
                  <a:cubicBezTo>
                    <a:pt x="154" y="603"/>
                    <a:pt x="165" y="600"/>
                    <a:pt x="174" y="595"/>
                  </a:cubicBezTo>
                  <a:lnTo>
                    <a:pt x="174" y="595"/>
                  </a:lnTo>
                  <a:cubicBezTo>
                    <a:pt x="169" y="601"/>
                    <a:pt x="170" y="603"/>
                    <a:pt x="173" y="606"/>
                  </a:cubicBezTo>
                  <a:cubicBezTo>
                    <a:pt x="179" y="612"/>
                    <a:pt x="179" y="612"/>
                    <a:pt x="173" y="617"/>
                  </a:cubicBezTo>
                  <a:cubicBezTo>
                    <a:pt x="166" y="623"/>
                    <a:pt x="163" y="625"/>
                    <a:pt x="163" y="625"/>
                  </a:cubicBezTo>
                  <a:cubicBezTo>
                    <a:pt x="164" y="625"/>
                    <a:pt x="168" y="623"/>
                    <a:pt x="174" y="620"/>
                  </a:cubicBezTo>
                  <a:cubicBezTo>
                    <a:pt x="178" y="617"/>
                    <a:pt x="181" y="616"/>
                    <a:pt x="182" y="616"/>
                  </a:cubicBezTo>
                  <a:cubicBezTo>
                    <a:pt x="187" y="616"/>
                    <a:pt x="185" y="624"/>
                    <a:pt x="177" y="632"/>
                  </a:cubicBezTo>
                  <a:cubicBezTo>
                    <a:pt x="171" y="639"/>
                    <a:pt x="173" y="640"/>
                    <a:pt x="177" y="643"/>
                  </a:cubicBezTo>
                  <a:cubicBezTo>
                    <a:pt x="179" y="642"/>
                    <a:pt x="181" y="642"/>
                    <a:pt x="182" y="642"/>
                  </a:cubicBezTo>
                  <a:cubicBezTo>
                    <a:pt x="187" y="642"/>
                    <a:pt x="189" y="644"/>
                    <a:pt x="192" y="647"/>
                  </a:cubicBezTo>
                  <a:cubicBezTo>
                    <a:pt x="194" y="648"/>
                    <a:pt x="196" y="649"/>
                    <a:pt x="197" y="649"/>
                  </a:cubicBezTo>
                  <a:cubicBezTo>
                    <a:pt x="199" y="649"/>
                    <a:pt x="202" y="647"/>
                    <a:pt x="208" y="639"/>
                  </a:cubicBezTo>
                  <a:cubicBezTo>
                    <a:pt x="214" y="630"/>
                    <a:pt x="217" y="628"/>
                    <a:pt x="219" y="628"/>
                  </a:cubicBezTo>
                  <a:cubicBezTo>
                    <a:pt x="221" y="628"/>
                    <a:pt x="222" y="629"/>
                    <a:pt x="224" y="630"/>
                  </a:cubicBezTo>
                  <a:cubicBezTo>
                    <a:pt x="225" y="631"/>
                    <a:pt x="227" y="633"/>
                    <a:pt x="223" y="640"/>
                  </a:cubicBezTo>
                  <a:cubicBezTo>
                    <a:pt x="223" y="640"/>
                    <a:pt x="219" y="648"/>
                    <a:pt x="221" y="649"/>
                  </a:cubicBezTo>
                  <a:cubicBezTo>
                    <a:pt x="224" y="650"/>
                    <a:pt x="226" y="652"/>
                    <a:pt x="221" y="659"/>
                  </a:cubicBezTo>
                  <a:cubicBezTo>
                    <a:pt x="221" y="659"/>
                    <a:pt x="219" y="667"/>
                    <a:pt x="223" y="669"/>
                  </a:cubicBezTo>
                  <a:cubicBezTo>
                    <a:pt x="227" y="672"/>
                    <a:pt x="232" y="676"/>
                    <a:pt x="227" y="683"/>
                  </a:cubicBezTo>
                  <a:cubicBezTo>
                    <a:pt x="228" y="683"/>
                    <a:pt x="228" y="683"/>
                    <a:pt x="229" y="683"/>
                  </a:cubicBezTo>
                  <a:cubicBezTo>
                    <a:pt x="230" y="683"/>
                    <a:pt x="231" y="682"/>
                    <a:pt x="234" y="677"/>
                  </a:cubicBezTo>
                  <a:cubicBezTo>
                    <a:pt x="236" y="673"/>
                    <a:pt x="239" y="669"/>
                    <a:pt x="243" y="669"/>
                  </a:cubicBezTo>
                  <a:cubicBezTo>
                    <a:pt x="245" y="669"/>
                    <a:pt x="247" y="671"/>
                    <a:pt x="249" y="676"/>
                  </a:cubicBezTo>
                  <a:cubicBezTo>
                    <a:pt x="251" y="678"/>
                    <a:pt x="255" y="680"/>
                    <a:pt x="258" y="680"/>
                  </a:cubicBezTo>
                  <a:cubicBezTo>
                    <a:pt x="260" y="680"/>
                    <a:pt x="262" y="679"/>
                    <a:pt x="264" y="676"/>
                  </a:cubicBezTo>
                  <a:lnTo>
                    <a:pt x="264" y="676"/>
                  </a:lnTo>
                  <a:cubicBezTo>
                    <a:pt x="266" y="677"/>
                    <a:pt x="266" y="677"/>
                    <a:pt x="262" y="684"/>
                  </a:cubicBezTo>
                  <a:cubicBezTo>
                    <a:pt x="258" y="692"/>
                    <a:pt x="258" y="696"/>
                    <a:pt x="261" y="696"/>
                  </a:cubicBezTo>
                  <a:cubicBezTo>
                    <a:pt x="263" y="696"/>
                    <a:pt x="267" y="694"/>
                    <a:pt x="272" y="688"/>
                  </a:cubicBezTo>
                  <a:cubicBezTo>
                    <a:pt x="273" y="685"/>
                    <a:pt x="275" y="683"/>
                    <a:pt x="276" y="683"/>
                  </a:cubicBezTo>
                  <a:cubicBezTo>
                    <a:pt x="277" y="683"/>
                    <a:pt x="277" y="686"/>
                    <a:pt x="276" y="690"/>
                  </a:cubicBezTo>
                  <a:cubicBezTo>
                    <a:pt x="276" y="690"/>
                    <a:pt x="277" y="690"/>
                    <a:pt x="277" y="690"/>
                  </a:cubicBezTo>
                  <a:cubicBezTo>
                    <a:pt x="278" y="690"/>
                    <a:pt x="280" y="690"/>
                    <a:pt x="284" y="685"/>
                  </a:cubicBezTo>
                  <a:cubicBezTo>
                    <a:pt x="286" y="682"/>
                    <a:pt x="287" y="681"/>
                    <a:pt x="288" y="681"/>
                  </a:cubicBezTo>
                  <a:cubicBezTo>
                    <a:pt x="289" y="681"/>
                    <a:pt x="290" y="683"/>
                    <a:pt x="291" y="688"/>
                  </a:cubicBezTo>
                  <a:cubicBezTo>
                    <a:pt x="288" y="696"/>
                    <a:pt x="290" y="696"/>
                    <a:pt x="292" y="697"/>
                  </a:cubicBezTo>
                  <a:cubicBezTo>
                    <a:pt x="294" y="696"/>
                    <a:pt x="296" y="696"/>
                    <a:pt x="299" y="696"/>
                  </a:cubicBezTo>
                  <a:cubicBezTo>
                    <a:pt x="309" y="696"/>
                    <a:pt x="326" y="702"/>
                    <a:pt x="327" y="709"/>
                  </a:cubicBezTo>
                  <a:cubicBezTo>
                    <a:pt x="329" y="704"/>
                    <a:pt x="330" y="702"/>
                    <a:pt x="331" y="702"/>
                  </a:cubicBezTo>
                  <a:cubicBezTo>
                    <a:pt x="332" y="702"/>
                    <a:pt x="333" y="702"/>
                    <a:pt x="334" y="703"/>
                  </a:cubicBezTo>
                  <a:cubicBezTo>
                    <a:pt x="333" y="709"/>
                    <a:pt x="333" y="712"/>
                    <a:pt x="334" y="712"/>
                  </a:cubicBezTo>
                  <a:cubicBezTo>
                    <a:pt x="335" y="712"/>
                    <a:pt x="337" y="705"/>
                    <a:pt x="339" y="696"/>
                  </a:cubicBezTo>
                  <a:lnTo>
                    <a:pt x="337" y="695"/>
                  </a:lnTo>
                  <a:lnTo>
                    <a:pt x="335" y="695"/>
                  </a:lnTo>
                  <a:cubicBezTo>
                    <a:pt x="337" y="688"/>
                    <a:pt x="339" y="684"/>
                    <a:pt x="340" y="684"/>
                  </a:cubicBezTo>
                  <a:cubicBezTo>
                    <a:pt x="342" y="684"/>
                    <a:pt x="343" y="691"/>
                    <a:pt x="340" y="704"/>
                  </a:cubicBezTo>
                  <a:cubicBezTo>
                    <a:pt x="340" y="712"/>
                    <a:pt x="340" y="717"/>
                    <a:pt x="341" y="717"/>
                  </a:cubicBezTo>
                  <a:cubicBezTo>
                    <a:pt x="341" y="717"/>
                    <a:pt x="343" y="713"/>
                    <a:pt x="345" y="705"/>
                  </a:cubicBezTo>
                  <a:cubicBezTo>
                    <a:pt x="348" y="698"/>
                    <a:pt x="349" y="694"/>
                    <a:pt x="351" y="694"/>
                  </a:cubicBezTo>
                  <a:cubicBezTo>
                    <a:pt x="352" y="694"/>
                    <a:pt x="353" y="699"/>
                    <a:pt x="353" y="707"/>
                  </a:cubicBezTo>
                  <a:cubicBezTo>
                    <a:pt x="352" y="715"/>
                    <a:pt x="351" y="719"/>
                    <a:pt x="351" y="719"/>
                  </a:cubicBezTo>
                  <a:cubicBezTo>
                    <a:pt x="352" y="719"/>
                    <a:pt x="353" y="715"/>
                    <a:pt x="355" y="707"/>
                  </a:cubicBezTo>
                  <a:cubicBezTo>
                    <a:pt x="361" y="690"/>
                    <a:pt x="365" y="680"/>
                    <a:pt x="368" y="680"/>
                  </a:cubicBezTo>
                  <a:cubicBezTo>
                    <a:pt x="369" y="680"/>
                    <a:pt x="370" y="686"/>
                    <a:pt x="368" y="701"/>
                  </a:cubicBezTo>
                  <a:cubicBezTo>
                    <a:pt x="366" y="716"/>
                    <a:pt x="368" y="725"/>
                    <a:pt x="371" y="725"/>
                  </a:cubicBezTo>
                  <a:cubicBezTo>
                    <a:pt x="371" y="725"/>
                    <a:pt x="371" y="725"/>
                    <a:pt x="371" y="725"/>
                  </a:cubicBezTo>
                  <a:cubicBezTo>
                    <a:pt x="374" y="725"/>
                    <a:pt x="374" y="717"/>
                    <a:pt x="375" y="709"/>
                  </a:cubicBezTo>
                  <a:cubicBezTo>
                    <a:pt x="375" y="702"/>
                    <a:pt x="375" y="698"/>
                    <a:pt x="376" y="698"/>
                  </a:cubicBezTo>
                  <a:cubicBezTo>
                    <a:pt x="376" y="698"/>
                    <a:pt x="378" y="702"/>
                    <a:pt x="380" y="711"/>
                  </a:cubicBezTo>
                  <a:cubicBezTo>
                    <a:pt x="383" y="725"/>
                    <a:pt x="386" y="731"/>
                    <a:pt x="390" y="731"/>
                  </a:cubicBezTo>
                  <a:cubicBezTo>
                    <a:pt x="393" y="731"/>
                    <a:pt x="396" y="727"/>
                    <a:pt x="400" y="720"/>
                  </a:cubicBezTo>
                  <a:cubicBezTo>
                    <a:pt x="405" y="712"/>
                    <a:pt x="409" y="708"/>
                    <a:pt x="411" y="708"/>
                  </a:cubicBezTo>
                  <a:cubicBezTo>
                    <a:pt x="413" y="708"/>
                    <a:pt x="413" y="712"/>
                    <a:pt x="410" y="720"/>
                  </a:cubicBezTo>
                  <a:cubicBezTo>
                    <a:pt x="407" y="729"/>
                    <a:pt x="406" y="733"/>
                    <a:pt x="407" y="733"/>
                  </a:cubicBezTo>
                  <a:cubicBezTo>
                    <a:pt x="407" y="733"/>
                    <a:pt x="408" y="731"/>
                    <a:pt x="410" y="727"/>
                  </a:cubicBezTo>
                  <a:lnTo>
                    <a:pt x="423" y="727"/>
                  </a:lnTo>
                  <a:cubicBezTo>
                    <a:pt x="427" y="727"/>
                    <a:pt x="428" y="718"/>
                    <a:pt x="428" y="711"/>
                  </a:cubicBezTo>
                  <a:cubicBezTo>
                    <a:pt x="430" y="720"/>
                    <a:pt x="433" y="727"/>
                    <a:pt x="436" y="727"/>
                  </a:cubicBezTo>
                  <a:cubicBezTo>
                    <a:pt x="438" y="727"/>
                    <a:pt x="440" y="724"/>
                    <a:pt x="441" y="717"/>
                  </a:cubicBezTo>
                  <a:lnTo>
                    <a:pt x="446" y="717"/>
                  </a:lnTo>
                  <a:cubicBezTo>
                    <a:pt x="448" y="716"/>
                    <a:pt x="449" y="716"/>
                    <a:pt x="450" y="708"/>
                  </a:cubicBezTo>
                  <a:cubicBezTo>
                    <a:pt x="451" y="706"/>
                    <a:pt x="451" y="705"/>
                    <a:pt x="452" y="705"/>
                  </a:cubicBezTo>
                  <a:cubicBezTo>
                    <a:pt x="454" y="705"/>
                    <a:pt x="456" y="710"/>
                    <a:pt x="459" y="715"/>
                  </a:cubicBezTo>
                  <a:cubicBezTo>
                    <a:pt x="462" y="721"/>
                    <a:pt x="465" y="726"/>
                    <a:pt x="466" y="726"/>
                  </a:cubicBezTo>
                  <a:cubicBezTo>
                    <a:pt x="466" y="726"/>
                    <a:pt x="466" y="725"/>
                    <a:pt x="466" y="723"/>
                  </a:cubicBezTo>
                  <a:cubicBezTo>
                    <a:pt x="465" y="714"/>
                    <a:pt x="466" y="705"/>
                    <a:pt x="468" y="697"/>
                  </a:cubicBezTo>
                  <a:cubicBezTo>
                    <a:pt x="468" y="694"/>
                    <a:pt x="469" y="693"/>
                    <a:pt x="469" y="693"/>
                  </a:cubicBezTo>
                  <a:cubicBezTo>
                    <a:pt x="471" y="693"/>
                    <a:pt x="472" y="699"/>
                    <a:pt x="472" y="704"/>
                  </a:cubicBezTo>
                  <a:cubicBezTo>
                    <a:pt x="474" y="712"/>
                    <a:pt x="474" y="712"/>
                    <a:pt x="481" y="718"/>
                  </a:cubicBezTo>
                  <a:cubicBezTo>
                    <a:pt x="484" y="718"/>
                    <a:pt x="488" y="717"/>
                    <a:pt x="486" y="709"/>
                  </a:cubicBezTo>
                  <a:cubicBezTo>
                    <a:pt x="485" y="705"/>
                    <a:pt x="490" y="701"/>
                    <a:pt x="496" y="701"/>
                  </a:cubicBezTo>
                  <a:cubicBezTo>
                    <a:pt x="499" y="701"/>
                    <a:pt x="502" y="702"/>
                    <a:pt x="504" y="705"/>
                  </a:cubicBezTo>
                  <a:lnTo>
                    <a:pt x="509" y="703"/>
                  </a:lnTo>
                  <a:cubicBezTo>
                    <a:pt x="512" y="702"/>
                    <a:pt x="511" y="694"/>
                    <a:pt x="513" y="693"/>
                  </a:cubicBezTo>
                  <a:cubicBezTo>
                    <a:pt x="513" y="693"/>
                    <a:pt x="516" y="692"/>
                    <a:pt x="515" y="684"/>
                  </a:cubicBezTo>
                  <a:cubicBezTo>
                    <a:pt x="516" y="683"/>
                    <a:pt x="517" y="683"/>
                    <a:pt x="518" y="683"/>
                  </a:cubicBezTo>
                  <a:cubicBezTo>
                    <a:pt x="519" y="683"/>
                    <a:pt x="521" y="684"/>
                    <a:pt x="523" y="689"/>
                  </a:cubicBezTo>
                  <a:cubicBezTo>
                    <a:pt x="521" y="681"/>
                    <a:pt x="520" y="677"/>
                    <a:pt x="521" y="677"/>
                  </a:cubicBezTo>
                  <a:lnTo>
                    <a:pt x="521" y="677"/>
                  </a:lnTo>
                  <a:cubicBezTo>
                    <a:pt x="521" y="677"/>
                    <a:pt x="523" y="681"/>
                    <a:pt x="528" y="688"/>
                  </a:cubicBezTo>
                  <a:cubicBezTo>
                    <a:pt x="531" y="695"/>
                    <a:pt x="533" y="699"/>
                    <a:pt x="533" y="699"/>
                  </a:cubicBezTo>
                  <a:cubicBezTo>
                    <a:pt x="533" y="699"/>
                    <a:pt x="532" y="695"/>
                    <a:pt x="530" y="687"/>
                  </a:cubicBezTo>
                  <a:cubicBezTo>
                    <a:pt x="529" y="682"/>
                    <a:pt x="529" y="680"/>
                    <a:pt x="530" y="680"/>
                  </a:cubicBezTo>
                  <a:lnTo>
                    <a:pt x="530" y="680"/>
                  </a:lnTo>
                  <a:cubicBezTo>
                    <a:pt x="530" y="680"/>
                    <a:pt x="532" y="682"/>
                    <a:pt x="534" y="685"/>
                  </a:cubicBezTo>
                  <a:cubicBezTo>
                    <a:pt x="536" y="688"/>
                    <a:pt x="537" y="690"/>
                    <a:pt x="538" y="690"/>
                  </a:cubicBezTo>
                  <a:cubicBezTo>
                    <a:pt x="539" y="690"/>
                    <a:pt x="538" y="688"/>
                    <a:pt x="537" y="684"/>
                  </a:cubicBezTo>
                  <a:cubicBezTo>
                    <a:pt x="534" y="673"/>
                    <a:pt x="535" y="665"/>
                    <a:pt x="537" y="665"/>
                  </a:cubicBezTo>
                  <a:cubicBezTo>
                    <a:pt x="538" y="665"/>
                    <a:pt x="540" y="668"/>
                    <a:pt x="542" y="672"/>
                  </a:cubicBezTo>
                  <a:cubicBezTo>
                    <a:pt x="542" y="672"/>
                    <a:pt x="546" y="671"/>
                    <a:pt x="543" y="662"/>
                  </a:cubicBezTo>
                  <a:cubicBezTo>
                    <a:pt x="541" y="655"/>
                    <a:pt x="540" y="651"/>
                    <a:pt x="540" y="651"/>
                  </a:cubicBezTo>
                  <a:lnTo>
                    <a:pt x="540" y="651"/>
                  </a:lnTo>
                  <a:cubicBezTo>
                    <a:pt x="541" y="651"/>
                    <a:pt x="542" y="655"/>
                    <a:pt x="546" y="661"/>
                  </a:cubicBezTo>
                  <a:cubicBezTo>
                    <a:pt x="550" y="668"/>
                    <a:pt x="553" y="671"/>
                    <a:pt x="555" y="671"/>
                  </a:cubicBezTo>
                  <a:cubicBezTo>
                    <a:pt x="556" y="671"/>
                    <a:pt x="555" y="667"/>
                    <a:pt x="552" y="659"/>
                  </a:cubicBezTo>
                  <a:cubicBezTo>
                    <a:pt x="552" y="659"/>
                    <a:pt x="552" y="655"/>
                    <a:pt x="554" y="655"/>
                  </a:cubicBezTo>
                  <a:cubicBezTo>
                    <a:pt x="554" y="655"/>
                    <a:pt x="555" y="655"/>
                    <a:pt x="557" y="657"/>
                  </a:cubicBezTo>
                  <a:cubicBezTo>
                    <a:pt x="560" y="658"/>
                    <a:pt x="563" y="659"/>
                    <a:pt x="567" y="659"/>
                  </a:cubicBezTo>
                  <a:cubicBezTo>
                    <a:pt x="574" y="659"/>
                    <a:pt x="579" y="656"/>
                    <a:pt x="571" y="648"/>
                  </a:cubicBezTo>
                  <a:lnTo>
                    <a:pt x="576" y="646"/>
                  </a:lnTo>
                  <a:cubicBezTo>
                    <a:pt x="579" y="647"/>
                    <a:pt x="581" y="648"/>
                    <a:pt x="583" y="648"/>
                  </a:cubicBezTo>
                  <a:cubicBezTo>
                    <a:pt x="586" y="648"/>
                    <a:pt x="586" y="645"/>
                    <a:pt x="584" y="640"/>
                  </a:cubicBezTo>
                  <a:lnTo>
                    <a:pt x="582" y="632"/>
                  </a:lnTo>
                  <a:lnTo>
                    <a:pt x="582" y="632"/>
                  </a:lnTo>
                  <a:cubicBezTo>
                    <a:pt x="585" y="638"/>
                    <a:pt x="591" y="643"/>
                    <a:pt x="594" y="643"/>
                  </a:cubicBezTo>
                  <a:cubicBezTo>
                    <a:pt x="594" y="643"/>
                    <a:pt x="595" y="643"/>
                    <a:pt x="595" y="642"/>
                  </a:cubicBezTo>
                  <a:cubicBezTo>
                    <a:pt x="597" y="641"/>
                    <a:pt x="597" y="641"/>
                    <a:pt x="592" y="634"/>
                  </a:cubicBezTo>
                  <a:cubicBezTo>
                    <a:pt x="585" y="630"/>
                    <a:pt x="587" y="628"/>
                    <a:pt x="589" y="626"/>
                  </a:cubicBezTo>
                  <a:cubicBezTo>
                    <a:pt x="590" y="626"/>
                    <a:pt x="590" y="626"/>
                    <a:pt x="590" y="626"/>
                  </a:cubicBezTo>
                  <a:cubicBezTo>
                    <a:pt x="593" y="626"/>
                    <a:pt x="599" y="631"/>
                    <a:pt x="603" y="637"/>
                  </a:cubicBezTo>
                  <a:lnTo>
                    <a:pt x="605" y="635"/>
                  </a:lnTo>
                  <a:cubicBezTo>
                    <a:pt x="599" y="627"/>
                    <a:pt x="597" y="624"/>
                    <a:pt x="598" y="624"/>
                  </a:cubicBezTo>
                  <a:lnTo>
                    <a:pt x="598" y="624"/>
                  </a:lnTo>
                  <a:cubicBezTo>
                    <a:pt x="599" y="624"/>
                    <a:pt x="600" y="625"/>
                    <a:pt x="602" y="628"/>
                  </a:cubicBezTo>
                  <a:cubicBezTo>
                    <a:pt x="606" y="630"/>
                    <a:pt x="608" y="631"/>
                    <a:pt x="610" y="631"/>
                  </a:cubicBezTo>
                  <a:cubicBezTo>
                    <a:pt x="611" y="631"/>
                    <a:pt x="612" y="630"/>
                    <a:pt x="613" y="630"/>
                  </a:cubicBezTo>
                  <a:cubicBezTo>
                    <a:pt x="611" y="627"/>
                    <a:pt x="611" y="626"/>
                    <a:pt x="612" y="626"/>
                  </a:cubicBezTo>
                  <a:lnTo>
                    <a:pt x="612" y="626"/>
                  </a:lnTo>
                  <a:cubicBezTo>
                    <a:pt x="612" y="626"/>
                    <a:pt x="614" y="628"/>
                    <a:pt x="613" y="630"/>
                  </a:cubicBezTo>
                  <a:lnTo>
                    <a:pt x="619" y="635"/>
                  </a:lnTo>
                  <a:cubicBezTo>
                    <a:pt x="620" y="637"/>
                    <a:pt x="621" y="638"/>
                    <a:pt x="622" y="638"/>
                  </a:cubicBezTo>
                  <a:cubicBezTo>
                    <a:pt x="623" y="638"/>
                    <a:pt x="619" y="633"/>
                    <a:pt x="615" y="628"/>
                  </a:cubicBezTo>
                  <a:lnTo>
                    <a:pt x="620" y="625"/>
                  </a:lnTo>
                  <a:cubicBezTo>
                    <a:pt x="621" y="623"/>
                    <a:pt x="623" y="622"/>
                    <a:pt x="616" y="617"/>
                  </a:cubicBezTo>
                  <a:cubicBezTo>
                    <a:pt x="611" y="611"/>
                    <a:pt x="605" y="605"/>
                    <a:pt x="607" y="603"/>
                  </a:cubicBezTo>
                  <a:lnTo>
                    <a:pt x="607" y="603"/>
                  </a:lnTo>
                  <a:cubicBezTo>
                    <a:pt x="611" y="609"/>
                    <a:pt x="616" y="614"/>
                    <a:pt x="619" y="614"/>
                  </a:cubicBezTo>
                  <a:cubicBezTo>
                    <a:pt x="619" y="614"/>
                    <a:pt x="619" y="614"/>
                    <a:pt x="620" y="614"/>
                  </a:cubicBezTo>
                  <a:cubicBezTo>
                    <a:pt x="620" y="614"/>
                    <a:pt x="620" y="614"/>
                    <a:pt x="620" y="614"/>
                  </a:cubicBezTo>
                  <a:cubicBezTo>
                    <a:pt x="622" y="614"/>
                    <a:pt x="626" y="619"/>
                    <a:pt x="626" y="619"/>
                  </a:cubicBezTo>
                  <a:cubicBezTo>
                    <a:pt x="629" y="623"/>
                    <a:pt x="631" y="625"/>
                    <a:pt x="633" y="625"/>
                  </a:cubicBezTo>
                  <a:cubicBezTo>
                    <a:pt x="636" y="625"/>
                    <a:pt x="637" y="617"/>
                    <a:pt x="634" y="612"/>
                  </a:cubicBezTo>
                  <a:cubicBezTo>
                    <a:pt x="630" y="603"/>
                    <a:pt x="629" y="599"/>
                    <a:pt x="630" y="599"/>
                  </a:cubicBezTo>
                  <a:lnTo>
                    <a:pt x="630" y="599"/>
                  </a:lnTo>
                  <a:cubicBezTo>
                    <a:pt x="632" y="599"/>
                    <a:pt x="635" y="601"/>
                    <a:pt x="640" y="606"/>
                  </a:cubicBezTo>
                  <a:cubicBezTo>
                    <a:pt x="643" y="609"/>
                    <a:pt x="644" y="611"/>
                    <a:pt x="645" y="611"/>
                  </a:cubicBezTo>
                  <a:cubicBezTo>
                    <a:pt x="647" y="611"/>
                    <a:pt x="640" y="598"/>
                    <a:pt x="629" y="585"/>
                  </a:cubicBezTo>
                  <a:lnTo>
                    <a:pt x="613" y="566"/>
                  </a:lnTo>
                  <a:lnTo>
                    <a:pt x="630" y="583"/>
                  </a:lnTo>
                  <a:cubicBezTo>
                    <a:pt x="643" y="594"/>
                    <a:pt x="649" y="599"/>
                    <a:pt x="651" y="599"/>
                  </a:cubicBezTo>
                  <a:cubicBezTo>
                    <a:pt x="653" y="599"/>
                    <a:pt x="651" y="595"/>
                    <a:pt x="648" y="587"/>
                  </a:cubicBezTo>
                  <a:cubicBezTo>
                    <a:pt x="646" y="582"/>
                    <a:pt x="646" y="580"/>
                    <a:pt x="647" y="580"/>
                  </a:cubicBezTo>
                  <a:lnTo>
                    <a:pt x="647" y="580"/>
                  </a:lnTo>
                  <a:cubicBezTo>
                    <a:pt x="647" y="580"/>
                    <a:pt x="649" y="581"/>
                    <a:pt x="651" y="584"/>
                  </a:cubicBezTo>
                  <a:cubicBezTo>
                    <a:pt x="654" y="586"/>
                    <a:pt x="656" y="587"/>
                    <a:pt x="657" y="587"/>
                  </a:cubicBezTo>
                  <a:cubicBezTo>
                    <a:pt x="659" y="587"/>
                    <a:pt x="661" y="585"/>
                    <a:pt x="665" y="582"/>
                  </a:cubicBezTo>
                  <a:cubicBezTo>
                    <a:pt x="670" y="576"/>
                    <a:pt x="671" y="575"/>
                    <a:pt x="665" y="569"/>
                  </a:cubicBezTo>
                  <a:cubicBezTo>
                    <a:pt x="665" y="569"/>
                    <a:pt x="667" y="567"/>
                    <a:pt x="668" y="566"/>
                  </a:cubicBezTo>
                  <a:cubicBezTo>
                    <a:pt x="672" y="568"/>
                    <a:pt x="675" y="569"/>
                    <a:pt x="676" y="569"/>
                  </a:cubicBezTo>
                  <a:cubicBezTo>
                    <a:pt x="680" y="569"/>
                    <a:pt x="675" y="563"/>
                    <a:pt x="665" y="557"/>
                  </a:cubicBezTo>
                  <a:lnTo>
                    <a:pt x="668" y="552"/>
                  </a:lnTo>
                  <a:lnTo>
                    <a:pt x="674" y="558"/>
                  </a:lnTo>
                  <a:cubicBezTo>
                    <a:pt x="675" y="559"/>
                    <a:pt x="677" y="560"/>
                    <a:pt x="678" y="560"/>
                  </a:cubicBezTo>
                  <a:cubicBezTo>
                    <a:pt x="683" y="560"/>
                    <a:pt x="687" y="555"/>
                    <a:pt x="696" y="542"/>
                  </a:cubicBezTo>
                  <a:cubicBezTo>
                    <a:pt x="707" y="523"/>
                    <a:pt x="709" y="521"/>
                    <a:pt x="695" y="513"/>
                  </a:cubicBezTo>
                  <a:cubicBezTo>
                    <a:pt x="687" y="507"/>
                    <a:pt x="684" y="504"/>
                    <a:pt x="686" y="504"/>
                  </a:cubicBezTo>
                  <a:lnTo>
                    <a:pt x="686" y="504"/>
                  </a:lnTo>
                  <a:cubicBezTo>
                    <a:pt x="687" y="504"/>
                    <a:pt x="691" y="505"/>
                    <a:pt x="697" y="509"/>
                  </a:cubicBezTo>
                  <a:cubicBezTo>
                    <a:pt x="701" y="511"/>
                    <a:pt x="706" y="513"/>
                    <a:pt x="708" y="513"/>
                  </a:cubicBezTo>
                  <a:cubicBezTo>
                    <a:pt x="709" y="513"/>
                    <a:pt x="709" y="512"/>
                    <a:pt x="706" y="511"/>
                  </a:cubicBezTo>
                  <a:cubicBezTo>
                    <a:pt x="706" y="511"/>
                    <a:pt x="707" y="507"/>
                    <a:pt x="713" y="507"/>
                  </a:cubicBezTo>
                  <a:cubicBezTo>
                    <a:pt x="714" y="507"/>
                    <a:pt x="715" y="507"/>
                    <a:pt x="716" y="508"/>
                  </a:cubicBezTo>
                  <a:cubicBezTo>
                    <a:pt x="734" y="508"/>
                    <a:pt x="727" y="502"/>
                    <a:pt x="721" y="499"/>
                  </a:cubicBezTo>
                  <a:cubicBezTo>
                    <a:pt x="712" y="496"/>
                    <a:pt x="710" y="495"/>
                    <a:pt x="712" y="495"/>
                  </a:cubicBezTo>
                  <a:cubicBezTo>
                    <a:pt x="714" y="495"/>
                    <a:pt x="718" y="496"/>
                    <a:pt x="722" y="496"/>
                  </a:cubicBezTo>
                  <a:cubicBezTo>
                    <a:pt x="725" y="497"/>
                    <a:pt x="728" y="497"/>
                    <a:pt x="730" y="497"/>
                  </a:cubicBezTo>
                  <a:cubicBezTo>
                    <a:pt x="734" y="497"/>
                    <a:pt x="736" y="496"/>
                    <a:pt x="731" y="494"/>
                  </a:cubicBezTo>
                  <a:cubicBezTo>
                    <a:pt x="726" y="489"/>
                    <a:pt x="724" y="477"/>
                    <a:pt x="733" y="477"/>
                  </a:cubicBezTo>
                  <a:cubicBezTo>
                    <a:pt x="735" y="477"/>
                    <a:pt x="736" y="478"/>
                    <a:pt x="739" y="478"/>
                  </a:cubicBezTo>
                  <a:cubicBezTo>
                    <a:pt x="739" y="478"/>
                    <a:pt x="740" y="475"/>
                    <a:pt x="740" y="473"/>
                  </a:cubicBezTo>
                  <a:cubicBezTo>
                    <a:pt x="733" y="471"/>
                    <a:pt x="734" y="466"/>
                    <a:pt x="736" y="460"/>
                  </a:cubicBezTo>
                  <a:cubicBezTo>
                    <a:pt x="737" y="457"/>
                    <a:pt x="738" y="455"/>
                    <a:pt x="741" y="455"/>
                  </a:cubicBezTo>
                  <a:cubicBezTo>
                    <a:pt x="743" y="455"/>
                    <a:pt x="744" y="455"/>
                    <a:pt x="746" y="456"/>
                  </a:cubicBezTo>
                  <a:cubicBezTo>
                    <a:pt x="749" y="458"/>
                    <a:pt x="751" y="458"/>
                    <a:pt x="751" y="458"/>
                  </a:cubicBezTo>
                  <a:cubicBezTo>
                    <a:pt x="753" y="458"/>
                    <a:pt x="752" y="456"/>
                    <a:pt x="748" y="451"/>
                  </a:cubicBezTo>
                  <a:cubicBezTo>
                    <a:pt x="749" y="448"/>
                    <a:pt x="734" y="442"/>
                    <a:pt x="734" y="439"/>
                  </a:cubicBezTo>
                  <a:cubicBezTo>
                    <a:pt x="726" y="438"/>
                    <a:pt x="720" y="434"/>
                    <a:pt x="720" y="431"/>
                  </a:cubicBezTo>
                  <a:lnTo>
                    <a:pt x="720" y="431"/>
                  </a:lnTo>
                  <a:lnTo>
                    <a:pt x="727" y="434"/>
                  </a:lnTo>
                  <a:lnTo>
                    <a:pt x="743" y="437"/>
                  </a:lnTo>
                  <a:cubicBezTo>
                    <a:pt x="744" y="435"/>
                    <a:pt x="744" y="431"/>
                    <a:pt x="736" y="430"/>
                  </a:cubicBezTo>
                  <a:cubicBezTo>
                    <a:pt x="745" y="429"/>
                    <a:pt x="745" y="427"/>
                    <a:pt x="746" y="422"/>
                  </a:cubicBezTo>
                  <a:cubicBezTo>
                    <a:pt x="748" y="417"/>
                    <a:pt x="749" y="412"/>
                    <a:pt x="741" y="409"/>
                  </a:cubicBezTo>
                  <a:cubicBezTo>
                    <a:pt x="758" y="408"/>
                    <a:pt x="759" y="392"/>
                    <a:pt x="743" y="389"/>
                  </a:cubicBezTo>
                  <a:cubicBezTo>
                    <a:pt x="735" y="389"/>
                    <a:pt x="735" y="386"/>
                    <a:pt x="744" y="384"/>
                  </a:cubicBezTo>
                  <a:cubicBezTo>
                    <a:pt x="752" y="382"/>
                    <a:pt x="752" y="382"/>
                    <a:pt x="744" y="379"/>
                  </a:cubicBezTo>
                  <a:cubicBezTo>
                    <a:pt x="736" y="376"/>
                    <a:pt x="745" y="374"/>
                    <a:pt x="753" y="372"/>
                  </a:cubicBezTo>
                  <a:cubicBezTo>
                    <a:pt x="769" y="370"/>
                    <a:pt x="769" y="366"/>
                    <a:pt x="761" y="364"/>
                  </a:cubicBezTo>
                  <a:cubicBezTo>
                    <a:pt x="752" y="358"/>
                    <a:pt x="752" y="354"/>
                    <a:pt x="752" y="352"/>
                  </a:cubicBezTo>
                  <a:cubicBezTo>
                    <a:pt x="746" y="348"/>
                    <a:pt x="745" y="346"/>
                    <a:pt x="741" y="346"/>
                  </a:cubicBezTo>
                  <a:cubicBezTo>
                    <a:pt x="740" y="346"/>
                    <a:pt x="739" y="346"/>
                    <a:pt x="736" y="347"/>
                  </a:cubicBezTo>
                  <a:cubicBezTo>
                    <a:pt x="731" y="347"/>
                    <a:pt x="725" y="347"/>
                    <a:pt x="720" y="346"/>
                  </a:cubicBezTo>
                  <a:cubicBezTo>
                    <a:pt x="714" y="344"/>
                    <a:pt x="716" y="343"/>
                    <a:pt x="718" y="343"/>
                  </a:cubicBezTo>
                  <a:cubicBezTo>
                    <a:pt x="719" y="343"/>
                    <a:pt x="720" y="343"/>
                    <a:pt x="720" y="344"/>
                  </a:cubicBezTo>
                  <a:cubicBezTo>
                    <a:pt x="723" y="346"/>
                    <a:pt x="725" y="346"/>
                    <a:pt x="727" y="346"/>
                  </a:cubicBezTo>
                  <a:cubicBezTo>
                    <a:pt x="730" y="346"/>
                    <a:pt x="732" y="345"/>
                    <a:pt x="736" y="343"/>
                  </a:cubicBezTo>
                  <a:cubicBezTo>
                    <a:pt x="744" y="339"/>
                    <a:pt x="743" y="335"/>
                    <a:pt x="743" y="331"/>
                  </a:cubicBezTo>
                  <a:lnTo>
                    <a:pt x="742" y="322"/>
                  </a:lnTo>
                  <a:cubicBezTo>
                    <a:pt x="747" y="315"/>
                    <a:pt x="748" y="312"/>
                    <a:pt x="744" y="312"/>
                  </a:cubicBezTo>
                  <a:cubicBezTo>
                    <a:pt x="743" y="312"/>
                    <a:pt x="742" y="312"/>
                    <a:pt x="740" y="312"/>
                  </a:cubicBezTo>
                  <a:cubicBezTo>
                    <a:pt x="731" y="314"/>
                    <a:pt x="727" y="315"/>
                    <a:pt x="727" y="315"/>
                  </a:cubicBezTo>
                  <a:cubicBezTo>
                    <a:pt x="726" y="315"/>
                    <a:pt x="728" y="315"/>
                    <a:pt x="732" y="313"/>
                  </a:cubicBezTo>
                  <a:cubicBezTo>
                    <a:pt x="748" y="308"/>
                    <a:pt x="742" y="283"/>
                    <a:pt x="727" y="283"/>
                  </a:cubicBezTo>
                  <a:cubicBezTo>
                    <a:pt x="726" y="283"/>
                    <a:pt x="726" y="283"/>
                    <a:pt x="725" y="283"/>
                  </a:cubicBezTo>
                  <a:lnTo>
                    <a:pt x="725" y="283"/>
                  </a:lnTo>
                  <a:cubicBezTo>
                    <a:pt x="727" y="283"/>
                    <a:pt x="730" y="282"/>
                    <a:pt x="733" y="281"/>
                  </a:cubicBezTo>
                  <a:cubicBezTo>
                    <a:pt x="741" y="279"/>
                    <a:pt x="741" y="275"/>
                    <a:pt x="739" y="271"/>
                  </a:cubicBezTo>
                  <a:cubicBezTo>
                    <a:pt x="739" y="269"/>
                    <a:pt x="727" y="261"/>
                    <a:pt x="725" y="254"/>
                  </a:cubicBezTo>
                  <a:cubicBezTo>
                    <a:pt x="722" y="247"/>
                    <a:pt x="719" y="240"/>
                    <a:pt x="715" y="240"/>
                  </a:cubicBezTo>
                  <a:cubicBezTo>
                    <a:pt x="714" y="240"/>
                    <a:pt x="713" y="240"/>
                    <a:pt x="712" y="241"/>
                  </a:cubicBezTo>
                  <a:cubicBezTo>
                    <a:pt x="711" y="238"/>
                    <a:pt x="711" y="238"/>
                    <a:pt x="718" y="235"/>
                  </a:cubicBezTo>
                  <a:cubicBezTo>
                    <a:pt x="726" y="235"/>
                    <a:pt x="725" y="232"/>
                    <a:pt x="724" y="229"/>
                  </a:cubicBezTo>
                  <a:cubicBezTo>
                    <a:pt x="724" y="229"/>
                    <a:pt x="723" y="229"/>
                    <a:pt x="722" y="229"/>
                  </a:cubicBezTo>
                  <a:cubicBezTo>
                    <a:pt x="720" y="229"/>
                    <a:pt x="714" y="231"/>
                    <a:pt x="708" y="234"/>
                  </a:cubicBezTo>
                  <a:cubicBezTo>
                    <a:pt x="706" y="235"/>
                    <a:pt x="704" y="236"/>
                    <a:pt x="703" y="236"/>
                  </a:cubicBezTo>
                  <a:cubicBezTo>
                    <a:pt x="701" y="236"/>
                    <a:pt x="702" y="233"/>
                    <a:pt x="705" y="228"/>
                  </a:cubicBezTo>
                  <a:cubicBezTo>
                    <a:pt x="711" y="220"/>
                    <a:pt x="705" y="210"/>
                    <a:pt x="696" y="210"/>
                  </a:cubicBezTo>
                  <a:cubicBezTo>
                    <a:pt x="695" y="208"/>
                    <a:pt x="694" y="206"/>
                    <a:pt x="702" y="201"/>
                  </a:cubicBezTo>
                  <a:cubicBezTo>
                    <a:pt x="706" y="197"/>
                    <a:pt x="709" y="190"/>
                    <a:pt x="702" y="190"/>
                  </a:cubicBezTo>
                  <a:cubicBezTo>
                    <a:pt x="700" y="190"/>
                    <a:pt x="698" y="190"/>
                    <a:pt x="695" y="191"/>
                  </a:cubicBezTo>
                  <a:cubicBezTo>
                    <a:pt x="693" y="189"/>
                    <a:pt x="693" y="189"/>
                    <a:pt x="700" y="184"/>
                  </a:cubicBezTo>
                  <a:cubicBezTo>
                    <a:pt x="703" y="180"/>
                    <a:pt x="707" y="177"/>
                    <a:pt x="706" y="177"/>
                  </a:cubicBezTo>
                  <a:lnTo>
                    <a:pt x="706" y="177"/>
                  </a:lnTo>
                  <a:cubicBezTo>
                    <a:pt x="705" y="177"/>
                    <a:pt x="702" y="178"/>
                    <a:pt x="697" y="180"/>
                  </a:cubicBezTo>
                  <a:cubicBezTo>
                    <a:pt x="688" y="180"/>
                    <a:pt x="684" y="173"/>
                    <a:pt x="687" y="164"/>
                  </a:cubicBezTo>
                  <a:cubicBezTo>
                    <a:pt x="686" y="163"/>
                    <a:pt x="686" y="162"/>
                    <a:pt x="684" y="162"/>
                  </a:cubicBezTo>
                  <a:cubicBezTo>
                    <a:pt x="683" y="162"/>
                    <a:pt x="681" y="163"/>
                    <a:pt x="678" y="165"/>
                  </a:cubicBezTo>
                  <a:cubicBezTo>
                    <a:pt x="673" y="169"/>
                    <a:pt x="669" y="172"/>
                    <a:pt x="669" y="172"/>
                  </a:cubicBezTo>
                  <a:cubicBezTo>
                    <a:pt x="668" y="172"/>
                    <a:pt x="669" y="172"/>
                    <a:pt x="671" y="170"/>
                  </a:cubicBezTo>
                  <a:cubicBezTo>
                    <a:pt x="677" y="164"/>
                    <a:pt x="680" y="161"/>
                    <a:pt x="679" y="161"/>
                  </a:cubicBezTo>
                  <a:lnTo>
                    <a:pt x="679" y="161"/>
                  </a:lnTo>
                  <a:cubicBezTo>
                    <a:pt x="678" y="161"/>
                    <a:pt x="675" y="163"/>
                    <a:pt x="668" y="167"/>
                  </a:cubicBezTo>
                  <a:cubicBezTo>
                    <a:pt x="666" y="168"/>
                    <a:pt x="664" y="169"/>
                    <a:pt x="663" y="169"/>
                  </a:cubicBezTo>
                  <a:cubicBezTo>
                    <a:pt x="662" y="169"/>
                    <a:pt x="663" y="168"/>
                    <a:pt x="667" y="164"/>
                  </a:cubicBezTo>
                  <a:cubicBezTo>
                    <a:pt x="671" y="158"/>
                    <a:pt x="670" y="155"/>
                    <a:pt x="670" y="155"/>
                  </a:cubicBezTo>
                  <a:cubicBezTo>
                    <a:pt x="661" y="151"/>
                    <a:pt x="653" y="145"/>
                    <a:pt x="647" y="140"/>
                  </a:cubicBezTo>
                  <a:cubicBezTo>
                    <a:pt x="637" y="129"/>
                    <a:pt x="631" y="123"/>
                    <a:pt x="626" y="123"/>
                  </a:cubicBezTo>
                  <a:cubicBezTo>
                    <a:pt x="625" y="123"/>
                    <a:pt x="623" y="124"/>
                    <a:pt x="622" y="125"/>
                  </a:cubicBezTo>
                  <a:cubicBezTo>
                    <a:pt x="619" y="127"/>
                    <a:pt x="617" y="128"/>
                    <a:pt x="617" y="128"/>
                  </a:cubicBezTo>
                  <a:cubicBezTo>
                    <a:pt x="616" y="128"/>
                    <a:pt x="617" y="126"/>
                    <a:pt x="619" y="122"/>
                  </a:cubicBezTo>
                  <a:cubicBezTo>
                    <a:pt x="622" y="114"/>
                    <a:pt x="620" y="113"/>
                    <a:pt x="619" y="110"/>
                  </a:cubicBezTo>
                  <a:cubicBezTo>
                    <a:pt x="616" y="109"/>
                    <a:pt x="614" y="107"/>
                    <a:pt x="620" y="101"/>
                  </a:cubicBezTo>
                  <a:lnTo>
                    <a:pt x="620" y="101"/>
                  </a:lnTo>
                  <a:cubicBezTo>
                    <a:pt x="616" y="104"/>
                    <a:pt x="614" y="105"/>
                    <a:pt x="613" y="105"/>
                  </a:cubicBezTo>
                  <a:cubicBezTo>
                    <a:pt x="612" y="105"/>
                    <a:pt x="612" y="105"/>
                    <a:pt x="611" y="104"/>
                  </a:cubicBezTo>
                  <a:cubicBezTo>
                    <a:pt x="614" y="100"/>
                    <a:pt x="615" y="98"/>
                    <a:pt x="613" y="98"/>
                  </a:cubicBezTo>
                  <a:cubicBezTo>
                    <a:pt x="612" y="98"/>
                    <a:pt x="610" y="99"/>
                    <a:pt x="607" y="100"/>
                  </a:cubicBezTo>
                  <a:cubicBezTo>
                    <a:pt x="601" y="106"/>
                    <a:pt x="598" y="109"/>
                    <a:pt x="598" y="109"/>
                  </a:cubicBezTo>
                  <a:cubicBezTo>
                    <a:pt x="597" y="109"/>
                    <a:pt x="600" y="106"/>
                    <a:pt x="605" y="99"/>
                  </a:cubicBezTo>
                  <a:cubicBezTo>
                    <a:pt x="609" y="94"/>
                    <a:pt x="610" y="86"/>
                    <a:pt x="608" y="86"/>
                  </a:cubicBezTo>
                  <a:lnTo>
                    <a:pt x="608" y="86"/>
                  </a:lnTo>
                  <a:cubicBezTo>
                    <a:pt x="608" y="86"/>
                    <a:pt x="607" y="87"/>
                    <a:pt x="606" y="89"/>
                  </a:cubicBezTo>
                  <a:cubicBezTo>
                    <a:pt x="602" y="96"/>
                    <a:pt x="597" y="93"/>
                    <a:pt x="591" y="98"/>
                  </a:cubicBezTo>
                  <a:cubicBezTo>
                    <a:pt x="588" y="97"/>
                    <a:pt x="587" y="95"/>
                    <a:pt x="592" y="88"/>
                  </a:cubicBezTo>
                  <a:cubicBezTo>
                    <a:pt x="593" y="83"/>
                    <a:pt x="589" y="81"/>
                    <a:pt x="583" y="81"/>
                  </a:cubicBezTo>
                  <a:cubicBezTo>
                    <a:pt x="580" y="81"/>
                    <a:pt x="575" y="82"/>
                    <a:pt x="573" y="85"/>
                  </a:cubicBezTo>
                  <a:cubicBezTo>
                    <a:pt x="571" y="88"/>
                    <a:pt x="569" y="89"/>
                    <a:pt x="569" y="89"/>
                  </a:cubicBezTo>
                  <a:cubicBezTo>
                    <a:pt x="568" y="89"/>
                    <a:pt x="569" y="87"/>
                    <a:pt x="571" y="84"/>
                  </a:cubicBezTo>
                  <a:cubicBezTo>
                    <a:pt x="575" y="77"/>
                    <a:pt x="574" y="75"/>
                    <a:pt x="571" y="73"/>
                  </a:cubicBezTo>
                  <a:cubicBezTo>
                    <a:pt x="570" y="75"/>
                    <a:pt x="569" y="76"/>
                    <a:pt x="568" y="76"/>
                  </a:cubicBezTo>
                  <a:cubicBezTo>
                    <a:pt x="567" y="76"/>
                    <a:pt x="570" y="71"/>
                    <a:pt x="574" y="66"/>
                  </a:cubicBezTo>
                  <a:cubicBezTo>
                    <a:pt x="580" y="60"/>
                    <a:pt x="578" y="59"/>
                    <a:pt x="574" y="55"/>
                  </a:cubicBezTo>
                  <a:cubicBezTo>
                    <a:pt x="571" y="57"/>
                    <a:pt x="569" y="58"/>
                    <a:pt x="566" y="58"/>
                  </a:cubicBezTo>
                  <a:cubicBezTo>
                    <a:pt x="561" y="58"/>
                    <a:pt x="556" y="55"/>
                    <a:pt x="551" y="52"/>
                  </a:cubicBezTo>
                  <a:cubicBezTo>
                    <a:pt x="548" y="50"/>
                    <a:pt x="546" y="49"/>
                    <a:pt x="543" y="49"/>
                  </a:cubicBezTo>
                  <a:cubicBezTo>
                    <a:pt x="537" y="49"/>
                    <a:pt x="531" y="55"/>
                    <a:pt x="523" y="64"/>
                  </a:cubicBezTo>
                  <a:lnTo>
                    <a:pt x="514" y="78"/>
                  </a:lnTo>
                  <a:lnTo>
                    <a:pt x="521" y="63"/>
                  </a:lnTo>
                  <a:cubicBezTo>
                    <a:pt x="524" y="57"/>
                    <a:pt x="527" y="49"/>
                    <a:pt x="529" y="41"/>
                  </a:cubicBezTo>
                  <a:cubicBezTo>
                    <a:pt x="529" y="41"/>
                    <a:pt x="528" y="41"/>
                    <a:pt x="528" y="41"/>
                  </a:cubicBezTo>
                  <a:cubicBezTo>
                    <a:pt x="526" y="41"/>
                    <a:pt x="523" y="47"/>
                    <a:pt x="520" y="54"/>
                  </a:cubicBezTo>
                  <a:cubicBezTo>
                    <a:pt x="518" y="57"/>
                    <a:pt x="517" y="59"/>
                    <a:pt x="516" y="59"/>
                  </a:cubicBezTo>
                  <a:cubicBezTo>
                    <a:pt x="515" y="59"/>
                    <a:pt x="514" y="57"/>
                    <a:pt x="513" y="51"/>
                  </a:cubicBezTo>
                  <a:cubicBezTo>
                    <a:pt x="512" y="45"/>
                    <a:pt x="511" y="42"/>
                    <a:pt x="510" y="42"/>
                  </a:cubicBezTo>
                  <a:cubicBezTo>
                    <a:pt x="508" y="42"/>
                    <a:pt x="506" y="44"/>
                    <a:pt x="504" y="47"/>
                  </a:cubicBezTo>
                  <a:cubicBezTo>
                    <a:pt x="502" y="47"/>
                    <a:pt x="500" y="45"/>
                    <a:pt x="500" y="36"/>
                  </a:cubicBezTo>
                  <a:cubicBezTo>
                    <a:pt x="497" y="36"/>
                    <a:pt x="497" y="36"/>
                    <a:pt x="495" y="43"/>
                  </a:cubicBezTo>
                  <a:cubicBezTo>
                    <a:pt x="494" y="47"/>
                    <a:pt x="492" y="49"/>
                    <a:pt x="491" y="49"/>
                  </a:cubicBezTo>
                  <a:cubicBezTo>
                    <a:pt x="490" y="49"/>
                    <a:pt x="490" y="46"/>
                    <a:pt x="491" y="42"/>
                  </a:cubicBezTo>
                  <a:cubicBezTo>
                    <a:pt x="492" y="31"/>
                    <a:pt x="490" y="26"/>
                    <a:pt x="487" y="26"/>
                  </a:cubicBezTo>
                  <a:cubicBezTo>
                    <a:pt x="486" y="26"/>
                    <a:pt x="485" y="28"/>
                    <a:pt x="484" y="31"/>
                  </a:cubicBezTo>
                  <a:cubicBezTo>
                    <a:pt x="482" y="36"/>
                    <a:pt x="480" y="37"/>
                    <a:pt x="479" y="37"/>
                  </a:cubicBezTo>
                  <a:cubicBezTo>
                    <a:pt x="478" y="37"/>
                    <a:pt x="477" y="37"/>
                    <a:pt x="476" y="36"/>
                  </a:cubicBezTo>
                  <a:cubicBezTo>
                    <a:pt x="476" y="36"/>
                    <a:pt x="475" y="36"/>
                    <a:pt x="474" y="36"/>
                  </a:cubicBezTo>
                  <a:cubicBezTo>
                    <a:pt x="473" y="36"/>
                    <a:pt x="470" y="37"/>
                    <a:pt x="467" y="42"/>
                  </a:cubicBezTo>
                  <a:lnTo>
                    <a:pt x="463" y="41"/>
                  </a:lnTo>
                  <a:cubicBezTo>
                    <a:pt x="461" y="41"/>
                    <a:pt x="464" y="34"/>
                    <a:pt x="467" y="34"/>
                  </a:cubicBezTo>
                  <a:cubicBezTo>
                    <a:pt x="467" y="34"/>
                    <a:pt x="467" y="34"/>
                    <a:pt x="467" y="34"/>
                  </a:cubicBezTo>
                  <a:lnTo>
                    <a:pt x="467" y="25"/>
                  </a:lnTo>
                  <a:cubicBezTo>
                    <a:pt x="465" y="25"/>
                    <a:pt x="464" y="25"/>
                    <a:pt x="463" y="25"/>
                  </a:cubicBezTo>
                  <a:cubicBezTo>
                    <a:pt x="460" y="25"/>
                    <a:pt x="458" y="26"/>
                    <a:pt x="455" y="31"/>
                  </a:cubicBezTo>
                  <a:cubicBezTo>
                    <a:pt x="452" y="39"/>
                    <a:pt x="451" y="43"/>
                    <a:pt x="450" y="43"/>
                  </a:cubicBezTo>
                  <a:cubicBezTo>
                    <a:pt x="450" y="43"/>
                    <a:pt x="451" y="39"/>
                    <a:pt x="453" y="31"/>
                  </a:cubicBezTo>
                  <a:cubicBezTo>
                    <a:pt x="454" y="25"/>
                    <a:pt x="454" y="19"/>
                    <a:pt x="452" y="19"/>
                  </a:cubicBezTo>
                  <a:cubicBezTo>
                    <a:pt x="451" y="19"/>
                    <a:pt x="450" y="20"/>
                    <a:pt x="449" y="22"/>
                  </a:cubicBezTo>
                  <a:cubicBezTo>
                    <a:pt x="447" y="28"/>
                    <a:pt x="446" y="30"/>
                    <a:pt x="445" y="30"/>
                  </a:cubicBezTo>
                  <a:cubicBezTo>
                    <a:pt x="444" y="30"/>
                    <a:pt x="444" y="25"/>
                    <a:pt x="445" y="21"/>
                  </a:cubicBezTo>
                  <a:cubicBezTo>
                    <a:pt x="448" y="13"/>
                    <a:pt x="449" y="9"/>
                    <a:pt x="448" y="9"/>
                  </a:cubicBezTo>
                  <a:lnTo>
                    <a:pt x="448" y="9"/>
                  </a:lnTo>
                  <a:cubicBezTo>
                    <a:pt x="447" y="9"/>
                    <a:pt x="443" y="12"/>
                    <a:pt x="437" y="18"/>
                  </a:cubicBezTo>
                  <a:cubicBezTo>
                    <a:pt x="436" y="18"/>
                    <a:pt x="436" y="18"/>
                    <a:pt x="436" y="18"/>
                  </a:cubicBezTo>
                  <a:cubicBezTo>
                    <a:pt x="431" y="18"/>
                    <a:pt x="421" y="24"/>
                    <a:pt x="414" y="24"/>
                  </a:cubicBezTo>
                  <a:cubicBezTo>
                    <a:pt x="404" y="22"/>
                    <a:pt x="400" y="22"/>
                    <a:pt x="398" y="14"/>
                  </a:cubicBezTo>
                  <a:cubicBezTo>
                    <a:pt x="398" y="12"/>
                    <a:pt x="398" y="10"/>
                    <a:pt x="397" y="8"/>
                  </a:cubicBezTo>
                  <a:lnTo>
                    <a:pt x="397" y="8"/>
                  </a:lnTo>
                  <a:cubicBezTo>
                    <a:pt x="396" y="22"/>
                    <a:pt x="394" y="22"/>
                    <a:pt x="387" y="22"/>
                  </a:cubicBezTo>
                  <a:cubicBezTo>
                    <a:pt x="385" y="20"/>
                    <a:pt x="383" y="19"/>
                    <a:pt x="381" y="19"/>
                  </a:cubicBezTo>
                  <a:cubicBezTo>
                    <a:pt x="377" y="19"/>
                    <a:pt x="374" y="24"/>
                    <a:pt x="373" y="30"/>
                  </a:cubicBezTo>
                  <a:lnTo>
                    <a:pt x="377" y="30"/>
                  </a:lnTo>
                  <a:cubicBezTo>
                    <a:pt x="378" y="39"/>
                    <a:pt x="378" y="43"/>
                    <a:pt x="376" y="43"/>
                  </a:cubicBezTo>
                  <a:cubicBezTo>
                    <a:pt x="375" y="43"/>
                    <a:pt x="373" y="41"/>
                    <a:pt x="371" y="38"/>
                  </a:cubicBezTo>
                  <a:cubicBezTo>
                    <a:pt x="368" y="38"/>
                    <a:pt x="368" y="30"/>
                    <a:pt x="367" y="22"/>
                  </a:cubicBezTo>
                  <a:cubicBezTo>
                    <a:pt x="367" y="14"/>
                    <a:pt x="364" y="6"/>
                    <a:pt x="362" y="6"/>
                  </a:cubicBezTo>
                  <a:close/>
                  <a:moveTo>
                    <a:pt x="615" y="791"/>
                  </a:moveTo>
                  <a:cubicBezTo>
                    <a:pt x="615" y="791"/>
                    <a:pt x="614" y="791"/>
                    <a:pt x="613" y="791"/>
                  </a:cubicBezTo>
                  <a:cubicBezTo>
                    <a:pt x="613" y="797"/>
                    <a:pt x="615" y="803"/>
                    <a:pt x="617" y="807"/>
                  </a:cubicBezTo>
                  <a:cubicBezTo>
                    <a:pt x="619" y="810"/>
                    <a:pt x="620" y="811"/>
                    <a:pt x="621" y="811"/>
                  </a:cubicBezTo>
                  <a:cubicBezTo>
                    <a:pt x="622" y="811"/>
                    <a:pt x="623" y="807"/>
                    <a:pt x="620" y="797"/>
                  </a:cubicBezTo>
                  <a:cubicBezTo>
                    <a:pt x="617" y="792"/>
                    <a:pt x="617" y="791"/>
                    <a:pt x="615" y="79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47"/>
            <p:cNvSpPr/>
            <p:nvPr/>
          </p:nvSpPr>
          <p:spPr>
            <a:xfrm rot="-2292062">
              <a:off x="2263910" y="3700163"/>
              <a:ext cx="50684" cy="55582"/>
            </a:xfrm>
            <a:custGeom>
              <a:avLst/>
              <a:gdLst/>
              <a:ahLst/>
              <a:cxnLst/>
              <a:rect l="l" t="t" r="r" b="b"/>
              <a:pathLst>
                <a:path w="538" h="590" extrusionOk="0">
                  <a:moveTo>
                    <a:pt x="284" y="0"/>
                  </a:moveTo>
                  <a:cubicBezTo>
                    <a:pt x="284" y="0"/>
                    <a:pt x="284" y="2"/>
                    <a:pt x="284" y="4"/>
                  </a:cubicBezTo>
                  <a:lnTo>
                    <a:pt x="284" y="4"/>
                  </a:lnTo>
                  <a:cubicBezTo>
                    <a:pt x="284" y="2"/>
                    <a:pt x="284" y="0"/>
                    <a:pt x="284" y="0"/>
                  </a:cubicBezTo>
                  <a:close/>
                  <a:moveTo>
                    <a:pt x="284" y="4"/>
                  </a:moveTo>
                  <a:cubicBezTo>
                    <a:pt x="284" y="5"/>
                    <a:pt x="284" y="7"/>
                    <a:pt x="284" y="9"/>
                  </a:cubicBezTo>
                  <a:lnTo>
                    <a:pt x="284" y="9"/>
                  </a:lnTo>
                  <a:cubicBezTo>
                    <a:pt x="284" y="8"/>
                    <a:pt x="284" y="7"/>
                    <a:pt x="284" y="5"/>
                  </a:cubicBezTo>
                  <a:cubicBezTo>
                    <a:pt x="284" y="5"/>
                    <a:pt x="284" y="4"/>
                    <a:pt x="284" y="4"/>
                  </a:cubicBezTo>
                  <a:close/>
                  <a:moveTo>
                    <a:pt x="269" y="30"/>
                  </a:moveTo>
                  <a:lnTo>
                    <a:pt x="269" y="30"/>
                  </a:lnTo>
                  <a:cubicBezTo>
                    <a:pt x="267" y="30"/>
                    <a:pt x="267" y="34"/>
                    <a:pt x="268" y="34"/>
                  </a:cubicBezTo>
                  <a:cubicBezTo>
                    <a:pt x="268" y="34"/>
                    <a:pt x="268" y="33"/>
                    <a:pt x="269" y="30"/>
                  </a:cubicBezTo>
                  <a:close/>
                  <a:moveTo>
                    <a:pt x="264" y="38"/>
                  </a:moveTo>
                  <a:lnTo>
                    <a:pt x="267" y="46"/>
                  </a:lnTo>
                  <a:lnTo>
                    <a:pt x="265" y="46"/>
                  </a:lnTo>
                  <a:cubicBezTo>
                    <a:pt x="263" y="46"/>
                    <a:pt x="263" y="46"/>
                    <a:pt x="263" y="38"/>
                  </a:cubicBezTo>
                  <a:close/>
                  <a:moveTo>
                    <a:pt x="279" y="38"/>
                  </a:moveTo>
                  <a:lnTo>
                    <a:pt x="281" y="46"/>
                  </a:lnTo>
                  <a:lnTo>
                    <a:pt x="279" y="46"/>
                  </a:lnTo>
                  <a:cubicBezTo>
                    <a:pt x="278" y="46"/>
                    <a:pt x="278" y="46"/>
                    <a:pt x="278" y="38"/>
                  </a:cubicBezTo>
                  <a:close/>
                  <a:moveTo>
                    <a:pt x="288" y="39"/>
                  </a:moveTo>
                  <a:cubicBezTo>
                    <a:pt x="288" y="39"/>
                    <a:pt x="289" y="39"/>
                    <a:pt x="289" y="39"/>
                  </a:cubicBezTo>
                  <a:cubicBezTo>
                    <a:pt x="292" y="39"/>
                    <a:pt x="292" y="39"/>
                    <a:pt x="290" y="47"/>
                  </a:cubicBezTo>
                  <a:cubicBezTo>
                    <a:pt x="289" y="51"/>
                    <a:pt x="288" y="53"/>
                    <a:pt x="288" y="53"/>
                  </a:cubicBezTo>
                  <a:cubicBezTo>
                    <a:pt x="287" y="53"/>
                    <a:pt x="287" y="51"/>
                    <a:pt x="288" y="47"/>
                  </a:cubicBezTo>
                  <a:cubicBezTo>
                    <a:pt x="288" y="40"/>
                    <a:pt x="288" y="39"/>
                    <a:pt x="288" y="39"/>
                  </a:cubicBezTo>
                  <a:close/>
                  <a:moveTo>
                    <a:pt x="251" y="47"/>
                  </a:moveTo>
                  <a:cubicBezTo>
                    <a:pt x="252" y="53"/>
                    <a:pt x="254" y="57"/>
                    <a:pt x="254" y="63"/>
                  </a:cubicBezTo>
                  <a:lnTo>
                    <a:pt x="253" y="63"/>
                  </a:lnTo>
                  <a:cubicBezTo>
                    <a:pt x="252" y="63"/>
                    <a:pt x="251" y="55"/>
                    <a:pt x="251" y="55"/>
                  </a:cubicBezTo>
                  <a:cubicBezTo>
                    <a:pt x="251" y="55"/>
                    <a:pt x="250" y="47"/>
                    <a:pt x="251" y="47"/>
                  </a:cubicBezTo>
                  <a:close/>
                  <a:moveTo>
                    <a:pt x="194" y="58"/>
                  </a:moveTo>
                  <a:lnTo>
                    <a:pt x="194" y="58"/>
                  </a:lnTo>
                  <a:cubicBezTo>
                    <a:pt x="194" y="58"/>
                    <a:pt x="195" y="59"/>
                    <a:pt x="196" y="62"/>
                  </a:cubicBezTo>
                  <a:lnTo>
                    <a:pt x="199" y="69"/>
                  </a:lnTo>
                  <a:cubicBezTo>
                    <a:pt x="201" y="75"/>
                    <a:pt x="202" y="81"/>
                    <a:pt x="202" y="81"/>
                  </a:cubicBezTo>
                  <a:cubicBezTo>
                    <a:pt x="202" y="81"/>
                    <a:pt x="201" y="80"/>
                    <a:pt x="200" y="77"/>
                  </a:cubicBezTo>
                  <a:cubicBezTo>
                    <a:pt x="198" y="73"/>
                    <a:pt x="196" y="67"/>
                    <a:pt x="195" y="63"/>
                  </a:cubicBezTo>
                  <a:cubicBezTo>
                    <a:pt x="195" y="63"/>
                    <a:pt x="194" y="58"/>
                    <a:pt x="194" y="58"/>
                  </a:cubicBezTo>
                  <a:close/>
                  <a:moveTo>
                    <a:pt x="310" y="84"/>
                  </a:moveTo>
                  <a:lnTo>
                    <a:pt x="309" y="92"/>
                  </a:lnTo>
                  <a:cubicBezTo>
                    <a:pt x="307" y="100"/>
                    <a:pt x="307" y="100"/>
                    <a:pt x="307" y="100"/>
                  </a:cubicBezTo>
                  <a:cubicBezTo>
                    <a:pt x="306" y="100"/>
                    <a:pt x="306" y="100"/>
                    <a:pt x="307" y="92"/>
                  </a:cubicBezTo>
                  <a:cubicBezTo>
                    <a:pt x="307" y="92"/>
                    <a:pt x="309" y="84"/>
                    <a:pt x="310" y="84"/>
                  </a:cubicBezTo>
                  <a:close/>
                  <a:moveTo>
                    <a:pt x="295" y="88"/>
                  </a:moveTo>
                  <a:lnTo>
                    <a:pt x="295" y="96"/>
                  </a:lnTo>
                  <a:lnTo>
                    <a:pt x="293" y="104"/>
                  </a:lnTo>
                  <a:lnTo>
                    <a:pt x="292" y="104"/>
                  </a:lnTo>
                  <a:cubicBezTo>
                    <a:pt x="292" y="99"/>
                    <a:pt x="293" y="94"/>
                    <a:pt x="295" y="88"/>
                  </a:cubicBezTo>
                  <a:close/>
                  <a:moveTo>
                    <a:pt x="430" y="103"/>
                  </a:moveTo>
                  <a:cubicBezTo>
                    <a:pt x="430" y="103"/>
                    <a:pt x="430" y="103"/>
                    <a:pt x="430" y="103"/>
                  </a:cubicBezTo>
                  <a:lnTo>
                    <a:pt x="431" y="104"/>
                  </a:lnTo>
                  <a:cubicBezTo>
                    <a:pt x="427" y="108"/>
                    <a:pt x="424" y="111"/>
                    <a:pt x="419" y="114"/>
                  </a:cubicBezTo>
                  <a:lnTo>
                    <a:pt x="418" y="113"/>
                  </a:lnTo>
                  <a:cubicBezTo>
                    <a:pt x="423" y="108"/>
                    <a:pt x="428" y="103"/>
                    <a:pt x="430" y="103"/>
                  </a:cubicBezTo>
                  <a:close/>
                  <a:moveTo>
                    <a:pt x="167" y="106"/>
                  </a:moveTo>
                  <a:cubicBezTo>
                    <a:pt x="173" y="111"/>
                    <a:pt x="178" y="118"/>
                    <a:pt x="181" y="126"/>
                  </a:cubicBezTo>
                  <a:cubicBezTo>
                    <a:pt x="181" y="126"/>
                    <a:pt x="181" y="126"/>
                    <a:pt x="180" y="126"/>
                  </a:cubicBezTo>
                  <a:cubicBezTo>
                    <a:pt x="180" y="126"/>
                    <a:pt x="179" y="125"/>
                    <a:pt x="175" y="120"/>
                  </a:cubicBezTo>
                  <a:cubicBezTo>
                    <a:pt x="170" y="113"/>
                    <a:pt x="166" y="106"/>
                    <a:pt x="167" y="106"/>
                  </a:cubicBezTo>
                  <a:close/>
                  <a:moveTo>
                    <a:pt x="471" y="149"/>
                  </a:moveTo>
                  <a:cubicBezTo>
                    <a:pt x="473" y="149"/>
                    <a:pt x="474" y="151"/>
                    <a:pt x="474" y="151"/>
                  </a:cubicBezTo>
                  <a:cubicBezTo>
                    <a:pt x="469" y="156"/>
                    <a:pt x="463" y="158"/>
                    <a:pt x="461" y="158"/>
                  </a:cubicBezTo>
                  <a:cubicBezTo>
                    <a:pt x="460" y="158"/>
                    <a:pt x="460" y="158"/>
                    <a:pt x="459" y="158"/>
                  </a:cubicBezTo>
                  <a:cubicBezTo>
                    <a:pt x="458" y="156"/>
                    <a:pt x="458" y="156"/>
                    <a:pt x="465" y="151"/>
                  </a:cubicBezTo>
                  <a:cubicBezTo>
                    <a:pt x="468" y="150"/>
                    <a:pt x="470" y="149"/>
                    <a:pt x="471" y="149"/>
                  </a:cubicBezTo>
                  <a:close/>
                  <a:moveTo>
                    <a:pt x="481" y="251"/>
                  </a:moveTo>
                  <a:cubicBezTo>
                    <a:pt x="489" y="251"/>
                    <a:pt x="498" y="251"/>
                    <a:pt x="498" y="253"/>
                  </a:cubicBezTo>
                  <a:lnTo>
                    <a:pt x="489" y="255"/>
                  </a:lnTo>
                  <a:lnTo>
                    <a:pt x="481" y="253"/>
                  </a:lnTo>
                  <a:lnTo>
                    <a:pt x="481" y="251"/>
                  </a:lnTo>
                  <a:close/>
                  <a:moveTo>
                    <a:pt x="430" y="263"/>
                  </a:moveTo>
                  <a:cubicBezTo>
                    <a:pt x="436" y="263"/>
                    <a:pt x="442" y="265"/>
                    <a:pt x="447" y="266"/>
                  </a:cubicBezTo>
                  <a:lnTo>
                    <a:pt x="447" y="267"/>
                  </a:lnTo>
                  <a:cubicBezTo>
                    <a:pt x="438" y="266"/>
                    <a:pt x="430" y="265"/>
                    <a:pt x="430" y="265"/>
                  </a:cubicBezTo>
                  <a:lnTo>
                    <a:pt x="430" y="263"/>
                  </a:lnTo>
                  <a:close/>
                  <a:moveTo>
                    <a:pt x="99" y="269"/>
                  </a:moveTo>
                  <a:cubicBezTo>
                    <a:pt x="103" y="269"/>
                    <a:pt x="107" y="269"/>
                    <a:pt x="111" y="270"/>
                  </a:cubicBezTo>
                  <a:cubicBezTo>
                    <a:pt x="120" y="271"/>
                    <a:pt x="118" y="272"/>
                    <a:pt x="112" y="272"/>
                  </a:cubicBezTo>
                  <a:cubicBezTo>
                    <a:pt x="108" y="272"/>
                    <a:pt x="101" y="271"/>
                    <a:pt x="94" y="270"/>
                  </a:cubicBezTo>
                  <a:cubicBezTo>
                    <a:pt x="78" y="269"/>
                    <a:pt x="78" y="269"/>
                    <a:pt x="94" y="269"/>
                  </a:cubicBezTo>
                  <a:cubicBezTo>
                    <a:pt x="95" y="269"/>
                    <a:pt x="97" y="269"/>
                    <a:pt x="99" y="269"/>
                  </a:cubicBezTo>
                  <a:close/>
                  <a:moveTo>
                    <a:pt x="482" y="294"/>
                  </a:moveTo>
                  <a:cubicBezTo>
                    <a:pt x="483" y="294"/>
                    <a:pt x="485" y="295"/>
                    <a:pt x="490" y="296"/>
                  </a:cubicBezTo>
                  <a:cubicBezTo>
                    <a:pt x="494" y="297"/>
                    <a:pt x="500" y="298"/>
                    <a:pt x="504" y="302"/>
                  </a:cubicBezTo>
                  <a:cubicBezTo>
                    <a:pt x="496" y="299"/>
                    <a:pt x="489" y="297"/>
                    <a:pt x="482" y="295"/>
                  </a:cubicBezTo>
                  <a:lnTo>
                    <a:pt x="481" y="295"/>
                  </a:lnTo>
                  <a:cubicBezTo>
                    <a:pt x="481" y="294"/>
                    <a:pt x="482" y="294"/>
                    <a:pt x="482" y="294"/>
                  </a:cubicBezTo>
                  <a:close/>
                  <a:moveTo>
                    <a:pt x="173" y="316"/>
                  </a:moveTo>
                  <a:lnTo>
                    <a:pt x="167" y="321"/>
                  </a:lnTo>
                  <a:lnTo>
                    <a:pt x="167" y="322"/>
                  </a:lnTo>
                  <a:cubicBezTo>
                    <a:pt x="175" y="317"/>
                    <a:pt x="175" y="317"/>
                    <a:pt x="173" y="316"/>
                  </a:cubicBezTo>
                  <a:close/>
                  <a:moveTo>
                    <a:pt x="130" y="318"/>
                  </a:moveTo>
                  <a:cubicBezTo>
                    <a:pt x="131" y="318"/>
                    <a:pt x="131" y="319"/>
                    <a:pt x="131" y="320"/>
                  </a:cubicBezTo>
                  <a:cubicBezTo>
                    <a:pt x="132" y="321"/>
                    <a:pt x="132" y="321"/>
                    <a:pt x="124" y="324"/>
                  </a:cubicBezTo>
                  <a:cubicBezTo>
                    <a:pt x="124" y="324"/>
                    <a:pt x="121" y="325"/>
                    <a:pt x="118" y="325"/>
                  </a:cubicBezTo>
                  <a:cubicBezTo>
                    <a:pt x="117" y="325"/>
                    <a:pt x="115" y="325"/>
                    <a:pt x="115" y="324"/>
                  </a:cubicBezTo>
                  <a:lnTo>
                    <a:pt x="123" y="321"/>
                  </a:lnTo>
                  <a:cubicBezTo>
                    <a:pt x="127" y="319"/>
                    <a:pt x="129" y="318"/>
                    <a:pt x="130" y="318"/>
                  </a:cubicBezTo>
                  <a:close/>
                  <a:moveTo>
                    <a:pt x="475" y="329"/>
                  </a:moveTo>
                  <a:cubicBezTo>
                    <a:pt x="483" y="332"/>
                    <a:pt x="490" y="335"/>
                    <a:pt x="490" y="336"/>
                  </a:cubicBezTo>
                  <a:lnTo>
                    <a:pt x="482" y="335"/>
                  </a:lnTo>
                  <a:lnTo>
                    <a:pt x="475" y="330"/>
                  </a:lnTo>
                  <a:lnTo>
                    <a:pt x="475" y="329"/>
                  </a:lnTo>
                  <a:close/>
                  <a:moveTo>
                    <a:pt x="324" y="333"/>
                  </a:moveTo>
                  <a:cubicBezTo>
                    <a:pt x="323" y="333"/>
                    <a:pt x="323" y="333"/>
                    <a:pt x="327" y="341"/>
                  </a:cubicBezTo>
                  <a:lnTo>
                    <a:pt x="328" y="340"/>
                  </a:lnTo>
                  <a:cubicBezTo>
                    <a:pt x="325" y="333"/>
                    <a:pt x="325" y="333"/>
                    <a:pt x="324" y="333"/>
                  </a:cubicBezTo>
                  <a:close/>
                  <a:moveTo>
                    <a:pt x="135" y="332"/>
                  </a:moveTo>
                  <a:cubicBezTo>
                    <a:pt x="136" y="332"/>
                    <a:pt x="136" y="332"/>
                    <a:pt x="136" y="333"/>
                  </a:cubicBezTo>
                  <a:cubicBezTo>
                    <a:pt x="138" y="334"/>
                    <a:pt x="138" y="335"/>
                    <a:pt x="131" y="339"/>
                  </a:cubicBezTo>
                  <a:lnTo>
                    <a:pt x="130" y="338"/>
                  </a:lnTo>
                  <a:cubicBezTo>
                    <a:pt x="132" y="336"/>
                    <a:pt x="133" y="336"/>
                    <a:pt x="133" y="336"/>
                  </a:cubicBezTo>
                  <a:lnTo>
                    <a:pt x="133" y="336"/>
                  </a:lnTo>
                  <a:cubicBezTo>
                    <a:pt x="132" y="336"/>
                    <a:pt x="127" y="338"/>
                    <a:pt x="123" y="341"/>
                  </a:cubicBezTo>
                  <a:lnTo>
                    <a:pt x="108" y="349"/>
                  </a:lnTo>
                  <a:cubicBezTo>
                    <a:pt x="108" y="348"/>
                    <a:pt x="114" y="342"/>
                    <a:pt x="122" y="339"/>
                  </a:cubicBezTo>
                  <a:cubicBezTo>
                    <a:pt x="131" y="334"/>
                    <a:pt x="134" y="332"/>
                    <a:pt x="135" y="332"/>
                  </a:cubicBezTo>
                  <a:close/>
                  <a:moveTo>
                    <a:pt x="16" y="360"/>
                  </a:moveTo>
                  <a:cubicBezTo>
                    <a:pt x="12" y="360"/>
                    <a:pt x="6" y="361"/>
                    <a:pt x="1" y="363"/>
                  </a:cubicBezTo>
                  <a:lnTo>
                    <a:pt x="2" y="366"/>
                  </a:lnTo>
                  <a:cubicBezTo>
                    <a:pt x="2" y="366"/>
                    <a:pt x="3" y="366"/>
                    <a:pt x="3" y="366"/>
                  </a:cubicBezTo>
                  <a:cubicBezTo>
                    <a:pt x="6" y="366"/>
                    <a:pt x="11" y="364"/>
                    <a:pt x="17" y="362"/>
                  </a:cubicBezTo>
                  <a:lnTo>
                    <a:pt x="16" y="360"/>
                  </a:lnTo>
                  <a:close/>
                  <a:moveTo>
                    <a:pt x="354" y="390"/>
                  </a:moveTo>
                  <a:lnTo>
                    <a:pt x="354" y="390"/>
                  </a:lnTo>
                  <a:cubicBezTo>
                    <a:pt x="356" y="393"/>
                    <a:pt x="356" y="393"/>
                    <a:pt x="356" y="393"/>
                  </a:cubicBezTo>
                  <a:cubicBezTo>
                    <a:pt x="355" y="393"/>
                    <a:pt x="353" y="391"/>
                    <a:pt x="354" y="390"/>
                  </a:cubicBezTo>
                  <a:close/>
                  <a:moveTo>
                    <a:pt x="293" y="380"/>
                  </a:moveTo>
                  <a:lnTo>
                    <a:pt x="295" y="397"/>
                  </a:lnTo>
                  <a:cubicBezTo>
                    <a:pt x="295" y="392"/>
                    <a:pt x="295" y="392"/>
                    <a:pt x="295" y="388"/>
                  </a:cubicBezTo>
                  <a:lnTo>
                    <a:pt x="293" y="380"/>
                  </a:lnTo>
                  <a:close/>
                  <a:moveTo>
                    <a:pt x="416" y="396"/>
                  </a:moveTo>
                  <a:cubicBezTo>
                    <a:pt x="416" y="396"/>
                    <a:pt x="419" y="399"/>
                    <a:pt x="418" y="399"/>
                  </a:cubicBezTo>
                  <a:cubicBezTo>
                    <a:pt x="416" y="397"/>
                    <a:pt x="416" y="396"/>
                    <a:pt x="416" y="396"/>
                  </a:cubicBezTo>
                  <a:close/>
                  <a:moveTo>
                    <a:pt x="402" y="390"/>
                  </a:moveTo>
                  <a:cubicBezTo>
                    <a:pt x="408" y="396"/>
                    <a:pt x="412" y="403"/>
                    <a:pt x="411" y="404"/>
                  </a:cubicBezTo>
                  <a:lnTo>
                    <a:pt x="406" y="398"/>
                  </a:lnTo>
                  <a:lnTo>
                    <a:pt x="401" y="390"/>
                  </a:lnTo>
                  <a:close/>
                  <a:moveTo>
                    <a:pt x="330" y="390"/>
                  </a:moveTo>
                  <a:lnTo>
                    <a:pt x="330" y="390"/>
                  </a:lnTo>
                  <a:cubicBezTo>
                    <a:pt x="332" y="396"/>
                    <a:pt x="334" y="400"/>
                    <a:pt x="336" y="406"/>
                  </a:cubicBezTo>
                  <a:cubicBezTo>
                    <a:pt x="337" y="405"/>
                    <a:pt x="335" y="398"/>
                    <a:pt x="335" y="398"/>
                  </a:cubicBezTo>
                  <a:cubicBezTo>
                    <a:pt x="335" y="398"/>
                    <a:pt x="332" y="390"/>
                    <a:pt x="330" y="390"/>
                  </a:cubicBezTo>
                  <a:close/>
                  <a:moveTo>
                    <a:pt x="390" y="392"/>
                  </a:moveTo>
                  <a:cubicBezTo>
                    <a:pt x="390" y="392"/>
                    <a:pt x="393" y="395"/>
                    <a:pt x="399" y="401"/>
                  </a:cubicBezTo>
                  <a:cubicBezTo>
                    <a:pt x="404" y="408"/>
                    <a:pt x="404" y="408"/>
                    <a:pt x="403" y="409"/>
                  </a:cubicBezTo>
                  <a:cubicBezTo>
                    <a:pt x="399" y="406"/>
                    <a:pt x="396" y="401"/>
                    <a:pt x="392" y="397"/>
                  </a:cubicBezTo>
                  <a:cubicBezTo>
                    <a:pt x="390" y="394"/>
                    <a:pt x="389" y="392"/>
                    <a:pt x="390" y="392"/>
                  </a:cubicBezTo>
                  <a:close/>
                  <a:moveTo>
                    <a:pt x="167" y="413"/>
                  </a:moveTo>
                  <a:cubicBezTo>
                    <a:pt x="167" y="413"/>
                    <a:pt x="168" y="413"/>
                    <a:pt x="168" y="413"/>
                  </a:cubicBezTo>
                  <a:cubicBezTo>
                    <a:pt x="169" y="414"/>
                    <a:pt x="163" y="419"/>
                    <a:pt x="155" y="424"/>
                  </a:cubicBezTo>
                  <a:lnTo>
                    <a:pt x="153" y="422"/>
                  </a:lnTo>
                  <a:cubicBezTo>
                    <a:pt x="158" y="417"/>
                    <a:pt x="165" y="413"/>
                    <a:pt x="167" y="413"/>
                  </a:cubicBezTo>
                  <a:close/>
                  <a:moveTo>
                    <a:pt x="326" y="417"/>
                  </a:moveTo>
                  <a:cubicBezTo>
                    <a:pt x="327" y="417"/>
                    <a:pt x="327" y="417"/>
                    <a:pt x="329" y="425"/>
                  </a:cubicBezTo>
                  <a:lnTo>
                    <a:pt x="328" y="425"/>
                  </a:lnTo>
                  <a:lnTo>
                    <a:pt x="325" y="417"/>
                  </a:lnTo>
                  <a:close/>
                  <a:moveTo>
                    <a:pt x="241" y="411"/>
                  </a:moveTo>
                  <a:cubicBezTo>
                    <a:pt x="241" y="411"/>
                    <a:pt x="242" y="411"/>
                    <a:pt x="242" y="412"/>
                  </a:cubicBezTo>
                  <a:lnTo>
                    <a:pt x="240" y="419"/>
                  </a:lnTo>
                  <a:lnTo>
                    <a:pt x="236" y="426"/>
                  </a:lnTo>
                  <a:lnTo>
                    <a:pt x="236" y="426"/>
                  </a:lnTo>
                  <a:lnTo>
                    <a:pt x="237" y="418"/>
                  </a:lnTo>
                  <a:cubicBezTo>
                    <a:pt x="239" y="413"/>
                    <a:pt x="240" y="411"/>
                    <a:pt x="241" y="411"/>
                  </a:cubicBezTo>
                  <a:close/>
                  <a:moveTo>
                    <a:pt x="381" y="423"/>
                  </a:moveTo>
                  <a:cubicBezTo>
                    <a:pt x="383" y="423"/>
                    <a:pt x="387" y="428"/>
                    <a:pt x="387" y="428"/>
                  </a:cubicBezTo>
                  <a:cubicBezTo>
                    <a:pt x="388" y="431"/>
                    <a:pt x="388" y="432"/>
                    <a:pt x="388" y="432"/>
                  </a:cubicBezTo>
                  <a:cubicBezTo>
                    <a:pt x="387" y="432"/>
                    <a:pt x="385" y="430"/>
                    <a:pt x="384" y="430"/>
                  </a:cubicBezTo>
                  <a:cubicBezTo>
                    <a:pt x="379" y="424"/>
                    <a:pt x="379" y="424"/>
                    <a:pt x="381" y="423"/>
                  </a:cubicBezTo>
                  <a:cubicBezTo>
                    <a:pt x="381" y="423"/>
                    <a:pt x="381" y="423"/>
                    <a:pt x="381" y="423"/>
                  </a:cubicBezTo>
                  <a:close/>
                  <a:moveTo>
                    <a:pt x="275" y="405"/>
                  </a:moveTo>
                  <a:cubicBezTo>
                    <a:pt x="275" y="405"/>
                    <a:pt x="275" y="409"/>
                    <a:pt x="273" y="419"/>
                  </a:cubicBezTo>
                  <a:lnTo>
                    <a:pt x="269" y="435"/>
                  </a:lnTo>
                  <a:cubicBezTo>
                    <a:pt x="268" y="434"/>
                    <a:pt x="270" y="426"/>
                    <a:pt x="273" y="410"/>
                  </a:cubicBezTo>
                  <a:cubicBezTo>
                    <a:pt x="274" y="407"/>
                    <a:pt x="275" y="405"/>
                    <a:pt x="275" y="405"/>
                  </a:cubicBezTo>
                  <a:close/>
                  <a:moveTo>
                    <a:pt x="315" y="416"/>
                  </a:moveTo>
                  <a:cubicBezTo>
                    <a:pt x="316" y="416"/>
                    <a:pt x="318" y="423"/>
                    <a:pt x="319" y="435"/>
                  </a:cubicBezTo>
                  <a:lnTo>
                    <a:pt x="317" y="435"/>
                  </a:lnTo>
                  <a:cubicBezTo>
                    <a:pt x="315" y="427"/>
                    <a:pt x="314" y="419"/>
                    <a:pt x="315" y="419"/>
                  </a:cubicBezTo>
                  <a:cubicBezTo>
                    <a:pt x="315" y="417"/>
                    <a:pt x="315" y="416"/>
                    <a:pt x="315" y="416"/>
                  </a:cubicBezTo>
                  <a:close/>
                  <a:moveTo>
                    <a:pt x="165" y="427"/>
                  </a:moveTo>
                  <a:cubicBezTo>
                    <a:pt x="163" y="427"/>
                    <a:pt x="159" y="431"/>
                    <a:pt x="157" y="435"/>
                  </a:cubicBezTo>
                  <a:cubicBezTo>
                    <a:pt x="151" y="441"/>
                    <a:pt x="153" y="442"/>
                    <a:pt x="155" y="444"/>
                  </a:cubicBezTo>
                  <a:cubicBezTo>
                    <a:pt x="156" y="444"/>
                    <a:pt x="156" y="444"/>
                    <a:pt x="156" y="444"/>
                  </a:cubicBezTo>
                  <a:cubicBezTo>
                    <a:pt x="158" y="444"/>
                    <a:pt x="163" y="440"/>
                    <a:pt x="163" y="440"/>
                  </a:cubicBezTo>
                  <a:cubicBezTo>
                    <a:pt x="168" y="434"/>
                    <a:pt x="167" y="433"/>
                    <a:pt x="164" y="432"/>
                  </a:cubicBezTo>
                  <a:cubicBezTo>
                    <a:pt x="166" y="428"/>
                    <a:pt x="166" y="427"/>
                    <a:pt x="165" y="427"/>
                  </a:cubicBezTo>
                  <a:close/>
                  <a:moveTo>
                    <a:pt x="357" y="433"/>
                  </a:moveTo>
                  <a:cubicBezTo>
                    <a:pt x="358" y="433"/>
                    <a:pt x="359" y="435"/>
                    <a:pt x="362" y="440"/>
                  </a:cubicBezTo>
                  <a:cubicBezTo>
                    <a:pt x="362" y="440"/>
                    <a:pt x="365" y="447"/>
                    <a:pt x="363" y="449"/>
                  </a:cubicBezTo>
                  <a:cubicBezTo>
                    <a:pt x="362" y="449"/>
                    <a:pt x="357" y="442"/>
                    <a:pt x="357" y="442"/>
                  </a:cubicBezTo>
                  <a:cubicBezTo>
                    <a:pt x="354" y="434"/>
                    <a:pt x="355" y="434"/>
                    <a:pt x="355" y="434"/>
                  </a:cubicBezTo>
                  <a:cubicBezTo>
                    <a:pt x="356" y="434"/>
                    <a:pt x="356" y="433"/>
                    <a:pt x="357" y="433"/>
                  </a:cubicBezTo>
                  <a:close/>
                  <a:moveTo>
                    <a:pt x="244" y="425"/>
                  </a:moveTo>
                  <a:cubicBezTo>
                    <a:pt x="244" y="425"/>
                    <a:pt x="243" y="429"/>
                    <a:pt x="242" y="436"/>
                  </a:cubicBezTo>
                  <a:cubicBezTo>
                    <a:pt x="240" y="444"/>
                    <a:pt x="236" y="452"/>
                    <a:pt x="232" y="459"/>
                  </a:cubicBezTo>
                  <a:lnTo>
                    <a:pt x="228" y="458"/>
                  </a:lnTo>
                  <a:lnTo>
                    <a:pt x="236" y="443"/>
                  </a:lnTo>
                  <a:cubicBezTo>
                    <a:pt x="242" y="431"/>
                    <a:pt x="244" y="425"/>
                    <a:pt x="244" y="425"/>
                  </a:cubicBezTo>
                  <a:close/>
                  <a:moveTo>
                    <a:pt x="282" y="444"/>
                  </a:moveTo>
                  <a:cubicBezTo>
                    <a:pt x="281" y="453"/>
                    <a:pt x="281" y="461"/>
                    <a:pt x="280" y="461"/>
                  </a:cubicBezTo>
                  <a:lnTo>
                    <a:pt x="278" y="461"/>
                  </a:lnTo>
                  <a:cubicBezTo>
                    <a:pt x="279" y="455"/>
                    <a:pt x="279" y="450"/>
                    <a:pt x="280" y="444"/>
                  </a:cubicBezTo>
                  <a:close/>
                  <a:moveTo>
                    <a:pt x="313" y="468"/>
                  </a:moveTo>
                  <a:lnTo>
                    <a:pt x="314" y="475"/>
                  </a:lnTo>
                  <a:cubicBezTo>
                    <a:pt x="313" y="476"/>
                    <a:pt x="312" y="480"/>
                    <a:pt x="311" y="480"/>
                  </a:cubicBezTo>
                  <a:cubicBezTo>
                    <a:pt x="311" y="480"/>
                    <a:pt x="311" y="479"/>
                    <a:pt x="310" y="477"/>
                  </a:cubicBezTo>
                  <a:cubicBezTo>
                    <a:pt x="309" y="477"/>
                    <a:pt x="311" y="468"/>
                    <a:pt x="313" y="468"/>
                  </a:cubicBezTo>
                  <a:close/>
                  <a:moveTo>
                    <a:pt x="260" y="5"/>
                  </a:moveTo>
                  <a:cubicBezTo>
                    <a:pt x="259" y="5"/>
                    <a:pt x="256" y="5"/>
                    <a:pt x="259" y="14"/>
                  </a:cubicBezTo>
                  <a:cubicBezTo>
                    <a:pt x="260" y="22"/>
                    <a:pt x="260" y="22"/>
                    <a:pt x="259" y="22"/>
                  </a:cubicBezTo>
                  <a:cubicBezTo>
                    <a:pt x="256" y="22"/>
                    <a:pt x="255" y="22"/>
                    <a:pt x="254" y="30"/>
                  </a:cubicBezTo>
                  <a:cubicBezTo>
                    <a:pt x="255" y="38"/>
                    <a:pt x="254" y="39"/>
                    <a:pt x="252" y="39"/>
                  </a:cubicBezTo>
                  <a:cubicBezTo>
                    <a:pt x="250" y="31"/>
                    <a:pt x="246" y="31"/>
                    <a:pt x="246" y="31"/>
                  </a:cubicBezTo>
                  <a:cubicBezTo>
                    <a:pt x="246" y="27"/>
                    <a:pt x="246" y="28"/>
                    <a:pt x="245" y="23"/>
                  </a:cubicBezTo>
                  <a:cubicBezTo>
                    <a:pt x="244" y="18"/>
                    <a:pt x="243" y="12"/>
                    <a:pt x="241" y="8"/>
                  </a:cubicBezTo>
                  <a:cubicBezTo>
                    <a:pt x="240" y="8"/>
                    <a:pt x="241" y="16"/>
                    <a:pt x="241" y="16"/>
                  </a:cubicBezTo>
                  <a:cubicBezTo>
                    <a:pt x="242" y="22"/>
                    <a:pt x="204" y="31"/>
                    <a:pt x="199" y="35"/>
                  </a:cubicBezTo>
                  <a:cubicBezTo>
                    <a:pt x="196" y="32"/>
                    <a:pt x="194" y="31"/>
                    <a:pt x="192" y="31"/>
                  </a:cubicBezTo>
                  <a:cubicBezTo>
                    <a:pt x="190" y="31"/>
                    <a:pt x="190" y="33"/>
                    <a:pt x="192" y="37"/>
                  </a:cubicBezTo>
                  <a:cubicBezTo>
                    <a:pt x="196" y="44"/>
                    <a:pt x="189" y="47"/>
                    <a:pt x="180" y="50"/>
                  </a:cubicBezTo>
                  <a:cubicBezTo>
                    <a:pt x="170" y="56"/>
                    <a:pt x="163" y="60"/>
                    <a:pt x="168" y="67"/>
                  </a:cubicBezTo>
                  <a:lnTo>
                    <a:pt x="163" y="69"/>
                  </a:lnTo>
                  <a:cubicBezTo>
                    <a:pt x="161" y="71"/>
                    <a:pt x="163" y="80"/>
                    <a:pt x="161" y="80"/>
                  </a:cubicBezTo>
                  <a:cubicBezTo>
                    <a:pt x="163" y="84"/>
                    <a:pt x="164" y="86"/>
                    <a:pt x="163" y="86"/>
                  </a:cubicBezTo>
                  <a:cubicBezTo>
                    <a:pt x="163" y="86"/>
                    <a:pt x="162" y="84"/>
                    <a:pt x="160" y="81"/>
                  </a:cubicBezTo>
                  <a:cubicBezTo>
                    <a:pt x="156" y="74"/>
                    <a:pt x="152" y="68"/>
                    <a:pt x="150" y="68"/>
                  </a:cubicBezTo>
                  <a:cubicBezTo>
                    <a:pt x="150" y="68"/>
                    <a:pt x="150" y="68"/>
                    <a:pt x="150" y="68"/>
                  </a:cubicBezTo>
                  <a:cubicBezTo>
                    <a:pt x="146" y="71"/>
                    <a:pt x="152" y="77"/>
                    <a:pt x="157" y="83"/>
                  </a:cubicBezTo>
                  <a:cubicBezTo>
                    <a:pt x="161" y="90"/>
                    <a:pt x="160" y="91"/>
                    <a:pt x="160" y="91"/>
                  </a:cubicBezTo>
                  <a:cubicBezTo>
                    <a:pt x="160" y="91"/>
                    <a:pt x="159" y="91"/>
                    <a:pt x="159" y="91"/>
                  </a:cubicBezTo>
                  <a:cubicBezTo>
                    <a:pt x="158" y="91"/>
                    <a:pt x="158" y="90"/>
                    <a:pt x="154" y="85"/>
                  </a:cubicBezTo>
                  <a:lnTo>
                    <a:pt x="144" y="73"/>
                  </a:lnTo>
                  <a:lnTo>
                    <a:pt x="143" y="73"/>
                  </a:lnTo>
                  <a:cubicBezTo>
                    <a:pt x="148" y="80"/>
                    <a:pt x="146" y="81"/>
                    <a:pt x="146" y="81"/>
                  </a:cubicBezTo>
                  <a:cubicBezTo>
                    <a:pt x="146" y="81"/>
                    <a:pt x="146" y="81"/>
                    <a:pt x="146" y="81"/>
                  </a:cubicBezTo>
                  <a:cubicBezTo>
                    <a:pt x="145" y="81"/>
                    <a:pt x="143" y="79"/>
                    <a:pt x="135" y="68"/>
                  </a:cubicBezTo>
                  <a:cubicBezTo>
                    <a:pt x="131" y="63"/>
                    <a:pt x="128" y="60"/>
                    <a:pt x="127" y="60"/>
                  </a:cubicBezTo>
                  <a:lnTo>
                    <a:pt x="127" y="60"/>
                  </a:lnTo>
                  <a:cubicBezTo>
                    <a:pt x="126" y="60"/>
                    <a:pt x="128" y="63"/>
                    <a:pt x="132" y="71"/>
                  </a:cubicBezTo>
                  <a:lnTo>
                    <a:pt x="135" y="80"/>
                  </a:lnTo>
                  <a:cubicBezTo>
                    <a:pt x="132" y="76"/>
                    <a:pt x="130" y="75"/>
                    <a:pt x="129" y="75"/>
                  </a:cubicBezTo>
                  <a:lnTo>
                    <a:pt x="129" y="75"/>
                  </a:lnTo>
                  <a:cubicBezTo>
                    <a:pt x="127" y="75"/>
                    <a:pt x="132" y="84"/>
                    <a:pt x="135" y="90"/>
                  </a:cubicBezTo>
                  <a:cubicBezTo>
                    <a:pt x="130" y="84"/>
                    <a:pt x="127" y="82"/>
                    <a:pt x="126" y="82"/>
                  </a:cubicBezTo>
                  <a:lnTo>
                    <a:pt x="126" y="82"/>
                  </a:lnTo>
                  <a:cubicBezTo>
                    <a:pt x="125" y="82"/>
                    <a:pt x="126" y="85"/>
                    <a:pt x="132" y="92"/>
                  </a:cubicBezTo>
                  <a:cubicBezTo>
                    <a:pt x="135" y="96"/>
                    <a:pt x="136" y="98"/>
                    <a:pt x="135" y="98"/>
                  </a:cubicBezTo>
                  <a:cubicBezTo>
                    <a:pt x="134" y="98"/>
                    <a:pt x="133" y="97"/>
                    <a:pt x="130" y="94"/>
                  </a:cubicBezTo>
                  <a:cubicBezTo>
                    <a:pt x="126" y="92"/>
                    <a:pt x="124" y="91"/>
                    <a:pt x="123" y="91"/>
                  </a:cubicBezTo>
                  <a:cubicBezTo>
                    <a:pt x="121" y="91"/>
                    <a:pt x="120" y="92"/>
                    <a:pt x="118" y="93"/>
                  </a:cubicBezTo>
                  <a:cubicBezTo>
                    <a:pt x="124" y="100"/>
                    <a:pt x="115" y="108"/>
                    <a:pt x="107" y="117"/>
                  </a:cubicBezTo>
                  <a:cubicBezTo>
                    <a:pt x="98" y="128"/>
                    <a:pt x="92" y="136"/>
                    <a:pt x="98" y="140"/>
                  </a:cubicBezTo>
                  <a:cubicBezTo>
                    <a:pt x="98" y="140"/>
                    <a:pt x="98" y="141"/>
                    <a:pt x="98" y="141"/>
                  </a:cubicBezTo>
                  <a:cubicBezTo>
                    <a:pt x="97" y="141"/>
                    <a:pt x="95" y="140"/>
                    <a:pt x="90" y="138"/>
                  </a:cubicBezTo>
                  <a:cubicBezTo>
                    <a:pt x="88" y="136"/>
                    <a:pt x="86" y="135"/>
                    <a:pt x="86" y="135"/>
                  </a:cubicBezTo>
                  <a:lnTo>
                    <a:pt x="86" y="135"/>
                  </a:lnTo>
                  <a:cubicBezTo>
                    <a:pt x="85" y="135"/>
                    <a:pt x="87" y="138"/>
                    <a:pt x="95" y="145"/>
                  </a:cubicBezTo>
                  <a:cubicBezTo>
                    <a:pt x="99" y="148"/>
                    <a:pt x="103" y="151"/>
                    <a:pt x="102" y="151"/>
                  </a:cubicBezTo>
                  <a:cubicBezTo>
                    <a:pt x="102" y="151"/>
                    <a:pt x="100" y="149"/>
                    <a:pt x="94" y="146"/>
                  </a:cubicBezTo>
                  <a:cubicBezTo>
                    <a:pt x="92" y="144"/>
                    <a:pt x="90" y="144"/>
                    <a:pt x="89" y="144"/>
                  </a:cubicBezTo>
                  <a:cubicBezTo>
                    <a:pt x="86" y="144"/>
                    <a:pt x="84" y="146"/>
                    <a:pt x="81" y="150"/>
                  </a:cubicBezTo>
                  <a:cubicBezTo>
                    <a:pt x="79" y="154"/>
                    <a:pt x="76" y="159"/>
                    <a:pt x="84" y="163"/>
                  </a:cubicBezTo>
                  <a:cubicBezTo>
                    <a:pt x="87" y="166"/>
                    <a:pt x="88" y="168"/>
                    <a:pt x="88" y="168"/>
                  </a:cubicBezTo>
                  <a:cubicBezTo>
                    <a:pt x="87" y="168"/>
                    <a:pt x="86" y="167"/>
                    <a:pt x="83" y="165"/>
                  </a:cubicBezTo>
                  <a:cubicBezTo>
                    <a:pt x="77" y="161"/>
                    <a:pt x="72" y="160"/>
                    <a:pt x="69" y="160"/>
                  </a:cubicBezTo>
                  <a:cubicBezTo>
                    <a:pt x="64" y="160"/>
                    <a:pt x="63" y="164"/>
                    <a:pt x="70" y="170"/>
                  </a:cubicBezTo>
                  <a:cubicBezTo>
                    <a:pt x="70" y="171"/>
                    <a:pt x="69" y="172"/>
                    <a:pt x="67" y="172"/>
                  </a:cubicBezTo>
                  <a:cubicBezTo>
                    <a:pt x="66" y="172"/>
                    <a:pt x="64" y="172"/>
                    <a:pt x="61" y="170"/>
                  </a:cubicBezTo>
                  <a:lnTo>
                    <a:pt x="61" y="170"/>
                  </a:lnTo>
                  <a:cubicBezTo>
                    <a:pt x="60" y="171"/>
                    <a:pt x="60" y="174"/>
                    <a:pt x="66" y="180"/>
                  </a:cubicBezTo>
                  <a:lnTo>
                    <a:pt x="61" y="191"/>
                  </a:lnTo>
                  <a:cubicBezTo>
                    <a:pt x="60" y="194"/>
                    <a:pt x="67" y="200"/>
                    <a:pt x="67" y="200"/>
                  </a:cubicBezTo>
                  <a:cubicBezTo>
                    <a:pt x="66" y="200"/>
                    <a:pt x="66" y="202"/>
                    <a:pt x="66" y="202"/>
                  </a:cubicBezTo>
                  <a:cubicBezTo>
                    <a:pt x="66" y="202"/>
                    <a:pt x="66" y="201"/>
                    <a:pt x="66" y="201"/>
                  </a:cubicBezTo>
                  <a:cubicBezTo>
                    <a:pt x="65" y="200"/>
                    <a:pt x="64" y="200"/>
                    <a:pt x="63" y="200"/>
                  </a:cubicBezTo>
                  <a:cubicBezTo>
                    <a:pt x="57" y="200"/>
                    <a:pt x="55" y="207"/>
                    <a:pt x="52" y="216"/>
                  </a:cubicBezTo>
                  <a:cubicBezTo>
                    <a:pt x="50" y="228"/>
                    <a:pt x="48" y="237"/>
                    <a:pt x="40" y="238"/>
                  </a:cubicBezTo>
                  <a:cubicBezTo>
                    <a:pt x="40" y="238"/>
                    <a:pt x="40" y="239"/>
                    <a:pt x="48" y="242"/>
                  </a:cubicBezTo>
                  <a:cubicBezTo>
                    <a:pt x="63" y="246"/>
                    <a:pt x="63" y="247"/>
                    <a:pt x="55" y="247"/>
                  </a:cubicBezTo>
                  <a:cubicBezTo>
                    <a:pt x="39" y="247"/>
                    <a:pt x="38" y="255"/>
                    <a:pt x="53" y="257"/>
                  </a:cubicBezTo>
                  <a:lnTo>
                    <a:pt x="46" y="256"/>
                  </a:lnTo>
                  <a:lnTo>
                    <a:pt x="46" y="256"/>
                  </a:lnTo>
                  <a:cubicBezTo>
                    <a:pt x="29" y="257"/>
                    <a:pt x="37" y="262"/>
                    <a:pt x="53" y="263"/>
                  </a:cubicBezTo>
                  <a:cubicBezTo>
                    <a:pt x="46" y="266"/>
                    <a:pt x="37" y="267"/>
                    <a:pt x="46" y="269"/>
                  </a:cubicBezTo>
                  <a:cubicBezTo>
                    <a:pt x="46" y="270"/>
                    <a:pt x="46" y="270"/>
                    <a:pt x="29" y="271"/>
                  </a:cubicBezTo>
                  <a:cubicBezTo>
                    <a:pt x="21" y="271"/>
                    <a:pt x="13" y="271"/>
                    <a:pt x="13" y="274"/>
                  </a:cubicBezTo>
                  <a:cubicBezTo>
                    <a:pt x="13" y="275"/>
                    <a:pt x="21" y="275"/>
                    <a:pt x="29" y="275"/>
                  </a:cubicBezTo>
                  <a:lnTo>
                    <a:pt x="29" y="278"/>
                  </a:lnTo>
                  <a:cubicBezTo>
                    <a:pt x="29" y="278"/>
                    <a:pt x="29" y="279"/>
                    <a:pt x="37" y="279"/>
                  </a:cubicBezTo>
                  <a:cubicBezTo>
                    <a:pt x="38" y="279"/>
                    <a:pt x="40" y="279"/>
                    <a:pt x="41" y="279"/>
                  </a:cubicBezTo>
                  <a:cubicBezTo>
                    <a:pt x="46" y="279"/>
                    <a:pt x="46" y="281"/>
                    <a:pt x="46" y="281"/>
                  </a:cubicBezTo>
                  <a:cubicBezTo>
                    <a:pt x="40" y="282"/>
                    <a:pt x="41" y="283"/>
                    <a:pt x="44" y="283"/>
                  </a:cubicBezTo>
                  <a:cubicBezTo>
                    <a:pt x="47" y="283"/>
                    <a:pt x="50" y="282"/>
                    <a:pt x="53" y="281"/>
                  </a:cubicBezTo>
                  <a:cubicBezTo>
                    <a:pt x="58" y="281"/>
                    <a:pt x="62" y="280"/>
                    <a:pt x="65" y="280"/>
                  </a:cubicBezTo>
                  <a:cubicBezTo>
                    <a:pt x="68" y="280"/>
                    <a:pt x="69" y="280"/>
                    <a:pt x="69" y="281"/>
                  </a:cubicBezTo>
                  <a:lnTo>
                    <a:pt x="86" y="279"/>
                  </a:lnTo>
                  <a:cubicBezTo>
                    <a:pt x="96" y="279"/>
                    <a:pt x="107" y="278"/>
                    <a:pt x="117" y="275"/>
                  </a:cubicBezTo>
                  <a:cubicBezTo>
                    <a:pt x="125" y="271"/>
                    <a:pt x="132" y="268"/>
                    <a:pt x="123" y="268"/>
                  </a:cubicBezTo>
                  <a:cubicBezTo>
                    <a:pt x="122" y="268"/>
                    <a:pt x="121" y="268"/>
                    <a:pt x="118" y="268"/>
                  </a:cubicBezTo>
                  <a:cubicBezTo>
                    <a:pt x="118" y="268"/>
                    <a:pt x="109" y="267"/>
                    <a:pt x="109" y="266"/>
                  </a:cubicBezTo>
                  <a:cubicBezTo>
                    <a:pt x="109" y="265"/>
                    <a:pt x="118" y="263"/>
                    <a:pt x="118" y="263"/>
                  </a:cubicBezTo>
                  <a:cubicBezTo>
                    <a:pt x="126" y="263"/>
                    <a:pt x="126" y="259"/>
                    <a:pt x="127" y="255"/>
                  </a:cubicBezTo>
                  <a:cubicBezTo>
                    <a:pt x="127" y="249"/>
                    <a:pt x="129" y="246"/>
                    <a:pt x="136" y="246"/>
                  </a:cubicBezTo>
                  <a:cubicBezTo>
                    <a:pt x="139" y="246"/>
                    <a:pt x="141" y="246"/>
                    <a:pt x="143" y="246"/>
                  </a:cubicBezTo>
                  <a:cubicBezTo>
                    <a:pt x="145" y="246"/>
                    <a:pt x="145" y="246"/>
                    <a:pt x="145" y="246"/>
                  </a:cubicBezTo>
                  <a:cubicBezTo>
                    <a:pt x="138" y="244"/>
                    <a:pt x="139" y="239"/>
                    <a:pt x="141" y="232"/>
                  </a:cubicBezTo>
                  <a:cubicBezTo>
                    <a:pt x="143" y="225"/>
                    <a:pt x="145" y="219"/>
                    <a:pt x="139" y="216"/>
                  </a:cubicBezTo>
                  <a:cubicBezTo>
                    <a:pt x="139" y="215"/>
                    <a:pt x="139" y="214"/>
                    <a:pt x="139" y="214"/>
                  </a:cubicBezTo>
                  <a:cubicBezTo>
                    <a:pt x="142" y="215"/>
                    <a:pt x="144" y="215"/>
                    <a:pt x="145" y="215"/>
                  </a:cubicBezTo>
                  <a:cubicBezTo>
                    <a:pt x="147" y="215"/>
                    <a:pt x="148" y="214"/>
                    <a:pt x="149" y="213"/>
                  </a:cubicBezTo>
                  <a:cubicBezTo>
                    <a:pt x="142" y="209"/>
                    <a:pt x="143" y="206"/>
                    <a:pt x="143" y="206"/>
                  </a:cubicBezTo>
                  <a:lnTo>
                    <a:pt x="143" y="206"/>
                  </a:lnTo>
                  <a:cubicBezTo>
                    <a:pt x="146" y="208"/>
                    <a:pt x="148" y="209"/>
                    <a:pt x="149" y="209"/>
                  </a:cubicBezTo>
                  <a:cubicBezTo>
                    <a:pt x="150" y="209"/>
                    <a:pt x="150" y="208"/>
                    <a:pt x="151" y="207"/>
                  </a:cubicBezTo>
                  <a:cubicBezTo>
                    <a:pt x="153" y="205"/>
                    <a:pt x="153" y="204"/>
                    <a:pt x="145" y="201"/>
                  </a:cubicBezTo>
                  <a:cubicBezTo>
                    <a:pt x="149" y="196"/>
                    <a:pt x="153" y="194"/>
                    <a:pt x="159" y="194"/>
                  </a:cubicBezTo>
                  <a:cubicBezTo>
                    <a:pt x="161" y="195"/>
                    <a:pt x="162" y="195"/>
                    <a:pt x="162" y="195"/>
                  </a:cubicBezTo>
                  <a:cubicBezTo>
                    <a:pt x="164" y="195"/>
                    <a:pt x="159" y="191"/>
                    <a:pt x="154" y="187"/>
                  </a:cubicBezTo>
                  <a:cubicBezTo>
                    <a:pt x="146" y="184"/>
                    <a:pt x="141" y="178"/>
                    <a:pt x="142" y="177"/>
                  </a:cubicBezTo>
                  <a:lnTo>
                    <a:pt x="142" y="177"/>
                  </a:lnTo>
                  <a:lnTo>
                    <a:pt x="155" y="186"/>
                  </a:lnTo>
                  <a:cubicBezTo>
                    <a:pt x="159" y="189"/>
                    <a:pt x="160" y="190"/>
                    <a:pt x="161" y="190"/>
                  </a:cubicBezTo>
                  <a:cubicBezTo>
                    <a:pt x="162" y="190"/>
                    <a:pt x="162" y="190"/>
                    <a:pt x="162" y="189"/>
                  </a:cubicBezTo>
                  <a:cubicBezTo>
                    <a:pt x="163" y="188"/>
                    <a:pt x="164" y="187"/>
                    <a:pt x="164" y="187"/>
                  </a:cubicBezTo>
                  <a:cubicBezTo>
                    <a:pt x="158" y="184"/>
                    <a:pt x="160" y="178"/>
                    <a:pt x="166" y="173"/>
                  </a:cubicBezTo>
                  <a:cubicBezTo>
                    <a:pt x="171" y="166"/>
                    <a:pt x="175" y="164"/>
                    <a:pt x="168" y="158"/>
                  </a:cubicBezTo>
                  <a:cubicBezTo>
                    <a:pt x="164" y="155"/>
                    <a:pt x="163" y="153"/>
                    <a:pt x="165" y="153"/>
                  </a:cubicBezTo>
                  <a:cubicBezTo>
                    <a:pt x="166" y="153"/>
                    <a:pt x="168" y="153"/>
                    <a:pt x="171" y="155"/>
                  </a:cubicBezTo>
                  <a:cubicBezTo>
                    <a:pt x="184" y="162"/>
                    <a:pt x="190" y="165"/>
                    <a:pt x="191" y="165"/>
                  </a:cubicBezTo>
                  <a:cubicBezTo>
                    <a:pt x="192" y="165"/>
                    <a:pt x="190" y="163"/>
                    <a:pt x="188" y="160"/>
                  </a:cubicBezTo>
                  <a:cubicBezTo>
                    <a:pt x="188" y="160"/>
                    <a:pt x="188" y="160"/>
                    <a:pt x="188" y="160"/>
                  </a:cubicBezTo>
                  <a:cubicBezTo>
                    <a:pt x="187" y="160"/>
                    <a:pt x="182" y="155"/>
                    <a:pt x="176" y="150"/>
                  </a:cubicBezTo>
                  <a:cubicBezTo>
                    <a:pt x="170" y="144"/>
                    <a:pt x="167" y="141"/>
                    <a:pt x="168" y="141"/>
                  </a:cubicBezTo>
                  <a:lnTo>
                    <a:pt x="168" y="141"/>
                  </a:lnTo>
                  <a:cubicBezTo>
                    <a:pt x="169" y="141"/>
                    <a:pt x="172" y="144"/>
                    <a:pt x="178" y="149"/>
                  </a:cubicBezTo>
                  <a:cubicBezTo>
                    <a:pt x="181" y="152"/>
                    <a:pt x="183" y="153"/>
                    <a:pt x="185" y="153"/>
                  </a:cubicBezTo>
                  <a:cubicBezTo>
                    <a:pt x="191" y="153"/>
                    <a:pt x="194" y="141"/>
                    <a:pt x="187" y="131"/>
                  </a:cubicBezTo>
                  <a:lnTo>
                    <a:pt x="187" y="131"/>
                  </a:lnTo>
                  <a:lnTo>
                    <a:pt x="191" y="138"/>
                  </a:lnTo>
                  <a:cubicBezTo>
                    <a:pt x="195" y="141"/>
                    <a:pt x="197" y="143"/>
                    <a:pt x="198" y="143"/>
                  </a:cubicBezTo>
                  <a:cubicBezTo>
                    <a:pt x="199" y="143"/>
                    <a:pt x="200" y="142"/>
                    <a:pt x="201" y="141"/>
                  </a:cubicBezTo>
                  <a:lnTo>
                    <a:pt x="204" y="139"/>
                  </a:lnTo>
                  <a:cubicBezTo>
                    <a:pt x="199" y="133"/>
                    <a:pt x="200" y="130"/>
                    <a:pt x="202" y="130"/>
                  </a:cubicBezTo>
                  <a:cubicBezTo>
                    <a:pt x="204" y="130"/>
                    <a:pt x="207" y="132"/>
                    <a:pt x="209" y="136"/>
                  </a:cubicBezTo>
                  <a:cubicBezTo>
                    <a:pt x="213" y="140"/>
                    <a:pt x="214" y="142"/>
                    <a:pt x="215" y="142"/>
                  </a:cubicBezTo>
                  <a:cubicBezTo>
                    <a:pt x="215" y="142"/>
                    <a:pt x="216" y="142"/>
                    <a:pt x="216" y="141"/>
                  </a:cubicBezTo>
                  <a:cubicBezTo>
                    <a:pt x="213" y="134"/>
                    <a:pt x="214" y="132"/>
                    <a:pt x="216" y="132"/>
                  </a:cubicBezTo>
                  <a:lnTo>
                    <a:pt x="216" y="132"/>
                  </a:lnTo>
                  <a:cubicBezTo>
                    <a:pt x="218" y="132"/>
                    <a:pt x="221" y="134"/>
                    <a:pt x="223" y="138"/>
                  </a:cubicBezTo>
                  <a:cubicBezTo>
                    <a:pt x="224" y="138"/>
                    <a:pt x="224" y="138"/>
                    <a:pt x="225" y="137"/>
                  </a:cubicBezTo>
                  <a:cubicBezTo>
                    <a:pt x="222" y="130"/>
                    <a:pt x="224" y="129"/>
                    <a:pt x="224" y="129"/>
                  </a:cubicBezTo>
                  <a:cubicBezTo>
                    <a:pt x="227" y="128"/>
                    <a:pt x="228" y="128"/>
                    <a:pt x="224" y="120"/>
                  </a:cubicBezTo>
                  <a:cubicBezTo>
                    <a:pt x="221" y="113"/>
                    <a:pt x="217" y="105"/>
                    <a:pt x="218" y="105"/>
                  </a:cubicBezTo>
                  <a:lnTo>
                    <a:pt x="218" y="105"/>
                  </a:lnTo>
                  <a:lnTo>
                    <a:pt x="222" y="112"/>
                  </a:lnTo>
                  <a:cubicBezTo>
                    <a:pt x="224" y="117"/>
                    <a:pt x="226" y="118"/>
                    <a:pt x="228" y="118"/>
                  </a:cubicBezTo>
                  <a:cubicBezTo>
                    <a:pt x="229" y="118"/>
                    <a:pt x="230" y="118"/>
                    <a:pt x="232" y="118"/>
                  </a:cubicBezTo>
                  <a:cubicBezTo>
                    <a:pt x="233" y="117"/>
                    <a:pt x="235" y="116"/>
                    <a:pt x="236" y="116"/>
                  </a:cubicBezTo>
                  <a:cubicBezTo>
                    <a:pt x="238" y="116"/>
                    <a:pt x="240" y="118"/>
                    <a:pt x="242" y="122"/>
                  </a:cubicBezTo>
                  <a:lnTo>
                    <a:pt x="240" y="114"/>
                  </a:lnTo>
                  <a:cubicBezTo>
                    <a:pt x="239" y="110"/>
                    <a:pt x="239" y="108"/>
                    <a:pt x="239" y="108"/>
                  </a:cubicBezTo>
                  <a:lnTo>
                    <a:pt x="239" y="108"/>
                  </a:lnTo>
                  <a:cubicBezTo>
                    <a:pt x="240" y="108"/>
                    <a:pt x="241" y="110"/>
                    <a:pt x="242" y="114"/>
                  </a:cubicBezTo>
                  <a:cubicBezTo>
                    <a:pt x="243" y="118"/>
                    <a:pt x="245" y="119"/>
                    <a:pt x="246" y="119"/>
                  </a:cubicBezTo>
                  <a:cubicBezTo>
                    <a:pt x="248" y="119"/>
                    <a:pt x="249" y="117"/>
                    <a:pt x="249" y="113"/>
                  </a:cubicBezTo>
                  <a:lnTo>
                    <a:pt x="250" y="112"/>
                  </a:lnTo>
                  <a:cubicBezTo>
                    <a:pt x="252" y="120"/>
                    <a:pt x="254" y="124"/>
                    <a:pt x="255" y="124"/>
                  </a:cubicBezTo>
                  <a:cubicBezTo>
                    <a:pt x="256" y="124"/>
                    <a:pt x="256" y="120"/>
                    <a:pt x="255" y="112"/>
                  </a:cubicBezTo>
                  <a:lnTo>
                    <a:pt x="255" y="112"/>
                  </a:lnTo>
                  <a:cubicBezTo>
                    <a:pt x="256" y="118"/>
                    <a:pt x="257" y="119"/>
                    <a:pt x="258" y="119"/>
                  </a:cubicBezTo>
                  <a:cubicBezTo>
                    <a:pt x="258" y="119"/>
                    <a:pt x="258" y="119"/>
                    <a:pt x="259" y="119"/>
                  </a:cubicBezTo>
                  <a:cubicBezTo>
                    <a:pt x="259" y="115"/>
                    <a:pt x="260" y="113"/>
                    <a:pt x="260" y="113"/>
                  </a:cubicBezTo>
                  <a:cubicBezTo>
                    <a:pt x="261" y="113"/>
                    <a:pt x="263" y="115"/>
                    <a:pt x="263" y="119"/>
                  </a:cubicBezTo>
                  <a:lnTo>
                    <a:pt x="264" y="119"/>
                  </a:lnTo>
                  <a:cubicBezTo>
                    <a:pt x="264" y="111"/>
                    <a:pt x="265" y="111"/>
                    <a:pt x="265" y="111"/>
                  </a:cubicBezTo>
                  <a:cubicBezTo>
                    <a:pt x="267" y="111"/>
                    <a:pt x="268" y="111"/>
                    <a:pt x="268" y="103"/>
                  </a:cubicBezTo>
                  <a:cubicBezTo>
                    <a:pt x="269" y="94"/>
                    <a:pt x="270" y="94"/>
                    <a:pt x="270" y="94"/>
                  </a:cubicBezTo>
                  <a:cubicBezTo>
                    <a:pt x="270" y="100"/>
                    <a:pt x="270" y="105"/>
                    <a:pt x="270" y="111"/>
                  </a:cubicBezTo>
                  <a:cubicBezTo>
                    <a:pt x="269" y="114"/>
                    <a:pt x="270" y="116"/>
                    <a:pt x="270" y="116"/>
                  </a:cubicBezTo>
                  <a:cubicBezTo>
                    <a:pt x="271" y="116"/>
                    <a:pt x="272" y="112"/>
                    <a:pt x="273" y="103"/>
                  </a:cubicBezTo>
                  <a:lnTo>
                    <a:pt x="273" y="103"/>
                  </a:lnTo>
                  <a:cubicBezTo>
                    <a:pt x="273" y="109"/>
                    <a:pt x="273" y="114"/>
                    <a:pt x="273" y="114"/>
                  </a:cubicBezTo>
                  <a:cubicBezTo>
                    <a:pt x="273" y="114"/>
                    <a:pt x="274" y="113"/>
                    <a:pt x="274" y="111"/>
                  </a:cubicBezTo>
                  <a:cubicBezTo>
                    <a:pt x="274" y="111"/>
                    <a:pt x="275" y="111"/>
                    <a:pt x="275" y="103"/>
                  </a:cubicBezTo>
                  <a:lnTo>
                    <a:pt x="279" y="103"/>
                  </a:lnTo>
                  <a:cubicBezTo>
                    <a:pt x="280" y="111"/>
                    <a:pt x="281" y="111"/>
                    <a:pt x="282" y="111"/>
                  </a:cubicBezTo>
                  <a:cubicBezTo>
                    <a:pt x="283" y="107"/>
                    <a:pt x="283" y="105"/>
                    <a:pt x="283" y="105"/>
                  </a:cubicBezTo>
                  <a:cubicBezTo>
                    <a:pt x="283" y="105"/>
                    <a:pt x="283" y="107"/>
                    <a:pt x="283" y="111"/>
                  </a:cubicBezTo>
                  <a:cubicBezTo>
                    <a:pt x="283" y="115"/>
                    <a:pt x="284" y="117"/>
                    <a:pt x="284" y="117"/>
                  </a:cubicBezTo>
                  <a:cubicBezTo>
                    <a:pt x="284" y="117"/>
                    <a:pt x="285" y="113"/>
                    <a:pt x="286" y="103"/>
                  </a:cubicBezTo>
                  <a:cubicBezTo>
                    <a:pt x="286" y="99"/>
                    <a:pt x="287" y="97"/>
                    <a:pt x="287" y="97"/>
                  </a:cubicBezTo>
                  <a:cubicBezTo>
                    <a:pt x="288" y="97"/>
                    <a:pt x="288" y="100"/>
                    <a:pt x="288" y="104"/>
                  </a:cubicBezTo>
                  <a:cubicBezTo>
                    <a:pt x="287" y="113"/>
                    <a:pt x="287" y="117"/>
                    <a:pt x="287" y="117"/>
                  </a:cubicBezTo>
                  <a:cubicBezTo>
                    <a:pt x="288" y="117"/>
                    <a:pt x="288" y="115"/>
                    <a:pt x="288" y="112"/>
                  </a:cubicBezTo>
                  <a:cubicBezTo>
                    <a:pt x="290" y="104"/>
                    <a:pt x="291" y="104"/>
                    <a:pt x="291" y="104"/>
                  </a:cubicBezTo>
                  <a:lnTo>
                    <a:pt x="291" y="104"/>
                  </a:lnTo>
                  <a:cubicBezTo>
                    <a:pt x="290" y="112"/>
                    <a:pt x="298" y="114"/>
                    <a:pt x="307" y="117"/>
                  </a:cubicBezTo>
                  <a:cubicBezTo>
                    <a:pt x="309" y="112"/>
                    <a:pt x="311" y="106"/>
                    <a:pt x="313" y="101"/>
                  </a:cubicBezTo>
                  <a:cubicBezTo>
                    <a:pt x="314" y="95"/>
                    <a:pt x="315" y="93"/>
                    <a:pt x="315" y="93"/>
                  </a:cubicBezTo>
                  <a:lnTo>
                    <a:pt x="315" y="93"/>
                  </a:lnTo>
                  <a:cubicBezTo>
                    <a:pt x="315" y="93"/>
                    <a:pt x="314" y="97"/>
                    <a:pt x="314" y="102"/>
                  </a:cubicBezTo>
                  <a:cubicBezTo>
                    <a:pt x="311" y="114"/>
                    <a:pt x="310" y="120"/>
                    <a:pt x="310" y="120"/>
                  </a:cubicBezTo>
                  <a:cubicBezTo>
                    <a:pt x="311" y="120"/>
                    <a:pt x="313" y="114"/>
                    <a:pt x="316" y="102"/>
                  </a:cubicBezTo>
                  <a:cubicBezTo>
                    <a:pt x="318" y="94"/>
                    <a:pt x="318" y="90"/>
                    <a:pt x="319" y="90"/>
                  </a:cubicBezTo>
                  <a:lnTo>
                    <a:pt x="319" y="90"/>
                  </a:lnTo>
                  <a:cubicBezTo>
                    <a:pt x="319" y="90"/>
                    <a:pt x="318" y="95"/>
                    <a:pt x="317" y="103"/>
                  </a:cubicBezTo>
                  <a:cubicBezTo>
                    <a:pt x="316" y="107"/>
                    <a:pt x="315" y="109"/>
                    <a:pt x="315" y="109"/>
                  </a:cubicBezTo>
                  <a:cubicBezTo>
                    <a:pt x="316" y="109"/>
                    <a:pt x="317" y="107"/>
                    <a:pt x="318" y="104"/>
                  </a:cubicBezTo>
                  <a:cubicBezTo>
                    <a:pt x="319" y="100"/>
                    <a:pt x="320" y="98"/>
                    <a:pt x="320" y="98"/>
                  </a:cubicBezTo>
                  <a:lnTo>
                    <a:pt x="320" y="98"/>
                  </a:lnTo>
                  <a:cubicBezTo>
                    <a:pt x="321" y="98"/>
                    <a:pt x="320" y="100"/>
                    <a:pt x="319" y="104"/>
                  </a:cubicBezTo>
                  <a:cubicBezTo>
                    <a:pt x="318" y="110"/>
                    <a:pt x="317" y="115"/>
                    <a:pt x="318" y="115"/>
                  </a:cubicBezTo>
                  <a:cubicBezTo>
                    <a:pt x="318" y="115"/>
                    <a:pt x="318" y="114"/>
                    <a:pt x="319" y="112"/>
                  </a:cubicBezTo>
                  <a:lnTo>
                    <a:pt x="319" y="112"/>
                  </a:lnTo>
                  <a:cubicBezTo>
                    <a:pt x="319" y="112"/>
                    <a:pt x="320" y="113"/>
                    <a:pt x="318" y="121"/>
                  </a:cubicBezTo>
                  <a:cubicBezTo>
                    <a:pt x="317" y="123"/>
                    <a:pt x="317" y="125"/>
                    <a:pt x="318" y="125"/>
                  </a:cubicBezTo>
                  <a:cubicBezTo>
                    <a:pt x="319" y="125"/>
                    <a:pt x="321" y="120"/>
                    <a:pt x="324" y="114"/>
                  </a:cubicBezTo>
                  <a:cubicBezTo>
                    <a:pt x="328" y="108"/>
                    <a:pt x="331" y="104"/>
                    <a:pt x="331" y="104"/>
                  </a:cubicBezTo>
                  <a:lnTo>
                    <a:pt x="331" y="104"/>
                  </a:lnTo>
                  <a:cubicBezTo>
                    <a:pt x="332" y="104"/>
                    <a:pt x="330" y="108"/>
                    <a:pt x="326" y="115"/>
                  </a:cubicBezTo>
                  <a:cubicBezTo>
                    <a:pt x="323" y="122"/>
                    <a:pt x="323" y="124"/>
                    <a:pt x="324" y="124"/>
                  </a:cubicBezTo>
                  <a:cubicBezTo>
                    <a:pt x="326" y="124"/>
                    <a:pt x="330" y="119"/>
                    <a:pt x="335" y="111"/>
                  </a:cubicBezTo>
                  <a:cubicBezTo>
                    <a:pt x="339" y="103"/>
                    <a:pt x="340" y="99"/>
                    <a:pt x="341" y="99"/>
                  </a:cubicBezTo>
                  <a:lnTo>
                    <a:pt x="341" y="99"/>
                  </a:lnTo>
                  <a:cubicBezTo>
                    <a:pt x="341" y="99"/>
                    <a:pt x="340" y="101"/>
                    <a:pt x="338" y="104"/>
                  </a:cubicBezTo>
                  <a:cubicBezTo>
                    <a:pt x="335" y="111"/>
                    <a:pt x="336" y="112"/>
                    <a:pt x="336" y="112"/>
                  </a:cubicBezTo>
                  <a:cubicBezTo>
                    <a:pt x="337" y="112"/>
                    <a:pt x="338" y="113"/>
                    <a:pt x="335" y="120"/>
                  </a:cubicBezTo>
                  <a:cubicBezTo>
                    <a:pt x="335" y="120"/>
                    <a:pt x="335" y="120"/>
                    <a:pt x="335" y="120"/>
                  </a:cubicBezTo>
                  <a:cubicBezTo>
                    <a:pt x="336" y="120"/>
                    <a:pt x="337" y="119"/>
                    <a:pt x="342" y="114"/>
                  </a:cubicBezTo>
                  <a:cubicBezTo>
                    <a:pt x="345" y="110"/>
                    <a:pt x="347" y="108"/>
                    <a:pt x="348" y="108"/>
                  </a:cubicBezTo>
                  <a:lnTo>
                    <a:pt x="348" y="108"/>
                  </a:lnTo>
                  <a:cubicBezTo>
                    <a:pt x="350" y="108"/>
                    <a:pt x="348" y="116"/>
                    <a:pt x="343" y="126"/>
                  </a:cubicBezTo>
                  <a:lnTo>
                    <a:pt x="350" y="119"/>
                  </a:lnTo>
                  <a:cubicBezTo>
                    <a:pt x="355" y="111"/>
                    <a:pt x="359" y="105"/>
                    <a:pt x="359" y="105"/>
                  </a:cubicBezTo>
                  <a:lnTo>
                    <a:pt x="359" y="105"/>
                  </a:lnTo>
                  <a:cubicBezTo>
                    <a:pt x="359" y="105"/>
                    <a:pt x="358" y="108"/>
                    <a:pt x="355" y="113"/>
                  </a:cubicBezTo>
                  <a:lnTo>
                    <a:pt x="351" y="120"/>
                  </a:lnTo>
                  <a:cubicBezTo>
                    <a:pt x="354" y="116"/>
                    <a:pt x="356" y="114"/>
                    <a:pt x="357" y="114"/>
                  </a:cubicBezTo>
                  <a:lnTo>
                    <a:pt x="357" y="114"/>
                  </a:lnTo>
                  <a:cubicBezTo>
                    <a:pt x="359" y="114"/>
                    <a:pt x="357" y="121"/>
                    <a:pt x="352" y="130"/>
                  </a:cubicBezTo>
                  <a:cubicBezTo>
                    <a:pt x="347" y="137"/>
                    <a:pt x="347" y="137"/>
                    <a:pt x="348" y="138"/>
                  </a:cubicBezTo>
                  <a:lnTo>
                    <a:pt x="352" y="131"/>
                  </a:lnTo>
                  <a:cubicBezTo>
                    <a:pt x="356" y="124"/>
                    <a:pt x="361" y="118"/>
                    <a:pt x="362" y="118"/>
                  </a:cubicBezTo>
                  <a:lnTo>
                    <a:pt x="362" y="118"/>
                  </a:lnTo>
                  <a:cubicBezTo>
                    <a:pt x="363" y="119"/>
                    <a:pt x="364" y="120"/>
                    <a:pt x="360" y="127"/>
                  </a:cubicBezTo>
                  <a:cubicBezTo>
                    <a:pt x="356" y="132"/>
                    <a:pt x="354" y="137"/>
                    <a:pt x="354" y="137"/>
                  </a:cubicBezTo>
                  <a:cubicBezTo>
                    <a:pt x="354" y="137"/>
                    <a:pt x="355" y="136"/>
                    <a:pt x="356" y="134"/>
                  </a:cubicBezTo>
                  <a:lnTo>
                    <a:pt x="356" y="134"/>
                  </a:lnTo>
                  <a:cubicBezTo>
                    <a:pt x="356" y="134"/>
                    <a:pt x="357" y="134"/>
                    <a:pt x="354" y="142"/>
                  </a:cubicBezTo>
                  <a:lnTo>
                    <a:pt x="356" y="145"/>
                  </a:lnTo>
                  <a:cubicBezTo>
                    <a:pt x="359" y="142"/>
                    <a:pt x="360" y="141"/>
                    <a:pt x="361" y="141"/>
                  </a:cubicBezTo>
                  <a:lnTo>
                    <a:pt x="361" y="141"/>
                  </a:lnTo>
                  <a:cubicBezTo>
                    <a:pt x="363" y="141"/>
                    <a:pt x="362" y="143"/>
                    <a:pt x="360" y="147"/>
                  </a:cubicBezTo>
                  <a:cubicBezTo>
                    <a:pt x="360" y="147"/>
                    <a:pt x="360" y="147"/>
                    <a:pt x="360" y="147"/>
                  </a:cubicBezTo>
                  <a:cubicBezTo>
                    <a:pt x="361" y="147"/>
                    <a:pt x="362" y="146"/>
                    <a:pt x="366" y="142"/>
                  </a:cubicBezTo>
                  <a:lnTo>
                    <a:pt x="366" y="142"/>
                  </a:lnTo>
                  <a:cubicBezTo>
                    <a:pt x="367" y="145"/>
                    <a:pt x="369" y="145"/>
                    <a:pt x="364" y="151"/>
                  </a:cubicBezTo>
                  <a:cubicBezTo>
                    <a:pt x="368" y="147"/>
                    <a:pt x="370" y="147"/>
                    <a:pt x="370" y="147"/>
                  </a:cubicBezTo>
                  <a:cubicBezTo>
                    <a:pt x="371" y="147"/>
                    <a:pt x="371" y="147"/>
                    <a:pt x="371" y="147"/>
                  </a:cubicBezTo>
                  <a:lnTo>
                    <a:pt x="373" y="149"/>
                  </a:lnTo>
                  <a:cubicBezTo>
                    <a:pt x="377" y="144"/>
                    <a:pt x="378" y="143"/>
                    <a:pt x="379" y="143"/>
                  </a:cubicBezTo>
                  <a:cubicBezTo>
                    <a:pt x="379" y="143"/>
                    <a:pt x="379" y="143"/>
                    <a:pt x="379" y="143"/>
                  </a:cubicBezTo>
                  <a:cubicBezTo>
                    <a:pt x="380" y="145"/>
                    <a:pt x="376" y="152"/>
                    <a:pt x="378" y="154"/>
                  </a:cubicBezTo>
                  <a:cubicBezTo>
                    <a:pt x="378" y="154"/>
                    <a:pt x="379" y="155"/>
                    <a:pt x="379" y="155"/>
                  </a:cubicBezTo>
                  <a:cubicBezTo>
                    <a:pt x="380" y="155"/>
                    <a:pt x="381" y="153"/>
                    <a:pt x="384" y="149"/>
                  </a:cubicBezTo>
                  <a:cubicBezTo>
                    <a:pt x="384" y="148"/>
                    <a:pt x="386" y="146"/>
                    <a:pt x="387" y="146"/>
                  </a:cubicBezTo>
                  <a:lnTo>
                    <a:pt x="387" y="146"/>
                  </a:lnTo>
                  <a:cubicBezTo>
                    <a:pt x="387" y="146"/>
                    <a:pt x="387" y="147"/>
                    <a:pt x="385" y="150"/>
                  </a:cubicBezTo>
                  <a:cubicBezTo>
                    <a:pt x="385" y="151"/>
                    <a:pt x="382" y="159"/>
                    <a:pt x="384" y="161"/>
                  </a:cubicBezTo>
                  <a:cubicBezTo>
                    <a:pt x="386" y="163"/>
                    <a:pt x="386" y="164"/>
                    <a:pt x="387" y="164"/>
                  </a:cubicBezTo>
                  <a:cubicBezTo>
                    <a:pt x="388" y="164"/>
                    <a:pt x="389" y="162"/>
                    <a:pt x="393" y="159"/>
                  </a:cubicBezTo>
                  <a:cubicBezTo>
                    <a:pt x="399" y="154"/>
                    <a:pt x="402" y="151"/>
                    <a:pt x="402" y="151"/>
                  </a:cubicBezTo>
                  <a:lnTo>
                    <a:pt x="402" y="151"/>
                  </a:lnTo>
                  <a:cubicBezTo>
                    <a:pt x="403" y="151"/>
                    <a:pt x="400" y="154"/>
                    <a:pt x="394" y="160"/>
                  </a:cubicBezTo>
                  <a:cubicBezTo>
                    <a:pt x="387" y="168"/>
                    <a:pt x="385" y="171"/>
                    <a:pt x="385" y="171"/>
                  </a:cubicBezTo>
                  <a:cubicBezTo>
                    <a:pt x="386" y="171"/>
                    <a:pt x="387" y="170"/>
                    <a:pt x="390" y="168"/>
                  </a:cubicBezTo>
                  <a:cubicBezTo>
                    <a:pt x="394" y="165"/>
                    <a:pt x="396" y="164"/>
                    <a:pt x="396" y="164"/>
                  </a:cubicBezTo>
                  <a:cubicBezTo>
                    <a:pt x="397" y="164"/>
                    <a:pt x="397" y="164"/>
                    <a:pt x="397" y="165"/>
                  </a:cubicBezTo>
                  <a:cubicBezTo>
                    <a:pt x="393" y="168"/>
                    <a:pt x="392" y="169"/>
                    <a:pt x="393" y="169"/>
                  </a:cubicBezTo>
                  <a:cubicBezTo>
                    <a:pt x="394" y="169"/>
                    <a:pt x="395" y="168"/>
                    <a:pt x="399" y="167"/>
                  </a:cubicBezTo>
                  <a:lnTo>
                    <a:pt x="399" y="167"/>
                  </a:lnTo>
                  <a:cubicBezTo>
                    <a:pt x="400" y="168"/>
                    <a:pt x="400" y="168"/>
                    <a:pt x="393" y="174"/>
                  </a:cubicBezTo>
                  <a:lnTo>
                    <a:pt x="394" y="175"/>
                  </a:lnTo>
                  <a:cubicBezTo>
                    <a:pt x="398" y="173"/>
                    <a:pt x="401" y="172"/>
                    <a:pt x="402" y="172"/>
                  </a:cubicBezTo>
                  <a:cubicBezTo>
                    <a:pt x="407" y="172"/>
                    <a:pt x="404" y="179"/>
                    <a:pt x="399" y="183"/>
                  </a:cubicBezTo>
                  <a:cubicBezTo>
                    <a:pt x="399" y="183"/>
                    <a:pt x="399" y="183"/>
                    <a:pt x="400" y="183"/>
                  </a:cubicBezTo>
                  <a:cubicBezTo>
                    <a:pt x="401" y="183"/>
                    <a:pt x="403" y="182"/>
                    <a:pt x="407" y="180"/>
                  </a:cubicBezTo>
                  <a:cubicBezTo>
                    <a:pt x="413" y="177"/>
                    <a:pt x="417" y="175"/>
                    <a:pt x="418" y="175"/>
                  </a:cubicBezTo>
                  <a:lnTo>
                    <a:pt x="418" y="175"/>
                  </a:lnTo>
                  <a:cubicBezTo>
                    <a:pt x="419" y="175"/>
                    <a:pt x="416" y="178"/>
                    <a:pt x="408" y="183"/>
                  </a:cubicBezTo>
                  <a:cubicBezTo>
                    <a:pt x="401" y="187"/>
                    <a:pt x="398" y="189"/>
                    <a:pt x="398" y="189"/>
                  </a:cubicBezTo>
                  <a:cubicBezTo>
                    <a:pt x="398" y="189"/>
                    <a:pt x="402" y="187"/>
                    <a:pt x="409" y="183"/>
                  </a:cubicBezTo>
                  <a:cubicBezTo>
                    <a:pt x="410" y="182"/>
                    <a:pt x="412" y="182"/>
                    <a:pt x="413" y="182"/>
                  </a:cubicBezTo>
                  <a:cubicBezTo>
                    <a:pt x="417" y="182"/>
                    <a:pt x="416" y="186"/>
                    <a:pt x="404" y="192"/>
                  </a:cubicBezTo>
                  <a:lnTo>
                    <a:pt x="390" y="200"/>
                  </a:lnTo>
                  <a:cubicBezTo>
                    <a:pt x="398" y="197"/>
                    <a:pt x="398" y="197"/>
                    <a:pt x="398" y="197"/>
                  </a:cubicBezTo>
                  <a:cubicBezTo>
                    <a:pt x="401" y="196"/>
                    <a:pt x="403" y="195"/>
                    <a:pt x="404" y="195"/>
                  </a:cubicBezTo>
                  <a:cubicBezTo>
                    <a:pt x="406" y="195"/>
                    <a:pt x="406" y="196"/>
                    <a:pt x="407" y="197"/>
                  </a:cubicBezTo>
                  <a:cubicBezTo>
                    <a:pt x="408" y="200"/>
                    <a:pt x="417" y="200"/>
                    <a:pt x="417" y="202"/>
                  </a:cubicBezTo>
                  <a:cubicBezTo>
                    <a:pt x="417" y="204"/>
                    <a:pt x="418" y="206"/>
                    <a:pt x="411" y="211"/>
                  </a:cubicBezTo>
                  <a:cubicBezTo>
                    <a:pt x="411" y="211"/>
                    <a:pt x="412" y="211"/>
                    <a:pt x="414" y="211"/>
                  </a:cubicBezTo>
                  <a:cubicBezTo>
                    <a:pt x="416" y="211"/>
                    <a:pt x="418" y="211"/>
                    <a:pt x="420" y="211"/>
                  </a:cubicBezTo>
                  <a:cubicBezTo>
                    <a:pt x="422" y="211"/>
                    <a:pt x="423" y="210"/>
                    <a:pt x="424" y="210"/>
                  </a:cubicBezTo>
                  <a:cubicBezTo>
                    <a:pt x="428" y="210"/>
                    <a:pt x="427" y="212"/>
                    <a:pt x="421" y="214"/>
                  </a:cubicBezTo>
                  <a:lnTo>
                    <a:pt x="421" y="215"/>
                  </a:lnTo>
                  <a:cubicBezTo>
                    <a:pt x="424" y="215"/>
                    <a:pt x="426" y="215"/>
                    <a:pt x="427" y="215"/>
                  </a:cubicBezTo>
                  <a:cubicBezTo>
                    <a:pt x="429" y="215"/>
                    <a:pt x="429" y="215"/>
                    <a:pt x="429" y="215"/>
                  </a:cubicBezTo>
                  <a:cubicBezTo>
                    <a:pt x="422" y="217"/>
                    <a:pt x="416" y="220"/>
                    <a:pt x="420" y="220"/>
                  </a:cubicBezTo>
                  <a:cubicBezTo>
                    <a:pt x="420" y="220"/>
                    <a:pt x="421" y="220"/>
                    <a:pt x="422" y="220"/>
                  </a:cubicBezTo>
                  <a:cubicBezTo>
                    <a:pt x="425" y="219"/>
                    <a:pt x="427" y="219"/>
                    <a:pt x="428" y="219"/>
                  </a:cubicBezTo>
                  <a:cubicBezTo>
                    <a:pt x="430" y="219"/>
                    <a:pt x="430" y="219"/>
                    <a:pt x="430" y="221"/>
                  </a:cubicBezTo>
                  <a:cubicBezTo>
                    <a:pt x="425" y="225"/>
                    <a:pt x="426" y="255"/>
                    <a:pt x="433" y="255"/>
                  </a:cubicBezTo>
                  <a:lnTo>
                    <a:pt x="431" y="258"/>
                  </a:lnTo>
                  <a:lnTo>
                    <a:pt x="431" y="260"/>
                  </a:lnTo>
                  <a:cubicBezTo>
                    <a:pt x="430" y="260"/>
                    <a:pt x="428" y="260"/>
                    <a:pt x="427" y="260"/>
                  </a:cubicBezTo>
                  <a:cubicBezTo>
                    <a:pt x="416" y="260"/>
                    <a:pt x="424" y="264"/>
                    <a:pt x="430" y="268"/>
                  </a:cubicBezTo>
                  <a:cubicBezTo>
                    <a:pt x="438" y="270"/>
                    <a:pt x="437" y="271"/>
                    <a:pt x="437" y="272"/>
                  </a:cubicBezTo>
                  <a:cubicBezTo>
                    <a:pt x="432" y="271"/>
                    <a:pt x="428" y="271"/>
                    <a:pt x="426" y="271"/>
                  </a:cubicBezTo>
                  <a:cubicBezTo>
                    <a:pt x="422" y="271"/>
                    <a:pt x="423" y="273"/>
                    <a:pt x="428" y="275"/>
                  </a:cubicBezTo>
                  <a:cubicBezTo>
                    <a:pt x="437" y="278"/>
                    <a:pt x="441" y="280"/>
                    <a:pt x="439" y="280"/>
                  </a:cubicBezTo>
                  <a:cubicBezTo>
                    <a:pt x="438" y="280"/>
                    <a:pt x="433" y="279"/>
                    <a:pt x="427" y="277"/>
                  </a:cubicBezTo>
                  <a:cubicBezTo>
                    <a:pt x="422" y="276"/>
                    <a:pt x="418" y="275"/>
                    <a:pt x="417" y="275"/>
                  </a:cubicBezTo>
                  <a:cubicBezTo>
                    <a:pt x="414" y="275"/>
                    <a:pt x="419" y="277"/>
                    <a:pt x="434" y="283"/>
                  </a:cubicBezTo>
                  <a:cubicBezTo>
                    <a:pt x="439" y="285"/>
                    <a:pt x="440" y="285"/>
                    <a:pt x="439" y="285"/>
                  </a:cubicBezTo>
                  <a:cubicBezTo>
                    <a:pt x="438" y="285"/>
                    <a:pt x="437" y="285"/>
                    <a:pt x="434" y="285"/>
                  </a:cubicBezTo>
                  <a:cubicBezTo>
                    <a:pt x="426" y="283"/>
                    <a:pt x="422" y="283"/>
                    <a:pt x="420" y="283"/>
                  </a:cubicBezTo>
                  <a:cubicBezTo>
                    <a:pt x="418" y="283"/>
                    <a:pt x="420" y="284"/>
                    <a:pt x="425" y="285"/>
                  </a:cubicBezTo>
                  <a:cubicBezTo>
                    <a:pt x="433" y="288"/>
                    <a:pt x="437" y="290"/>
                    <a:pt x="435" y="290"/>
                  </a:cubicBezTo>
                  <a:cubicBezTo>
                    <a:pt x="434" y="290"/>
                    <a:pt x="430" y="289"/>
                    <a:pt x="424" y="287"/>
                  </a:cubicBezTo>
                  <a:cubicBezTo>
                    <a:pt x="417" y="286"/>
                    <a:pt x="413" y="285"/>
                    <a:pt x="412" y="285"/>
                  </a:cubicBezTo>
                  <a:cubicBezTo>
                    <a:pt x="410" y="285"/>
                    <a:pt x="414" y="286"/>
                    <a:pt x="422" y="290"/>
                  </a:cubicBezTo>
                  <a:cubicBezTo>
                    <a:pt x="434" y="294"/>
                    <a:pt x="436" y="298"/>
                    <a:pt x="430" y="298"/>
                  </a:cubicBezTo>
                  <a:cubicBezTo>
                    <a:pt x="428" y="298"/>
                    <a:pt x="425" y="297"/>
                    <a:pt x="420" y="296"/>
                  </a:cubicBezTo>
                  <a:cubicBezTo>
                    <a:pt x="420" y="296"/>
                    <a:pt x="417" y="295"/>
                    <a:pt x="416" y="295"/>
                  </a:cubicBezTo>
                  <a:lnTo>
                    <a:pt x="416" y="295"/>
                  </a:lnTo>
                  <a:cubicBezTo>
                    <a:pt x="415" y="295"/>
                    <a:pt x="416" y="296"/>
                    <a:pt x="419" y="297"/>
                  </a:cubicBezTo>
                  <a:lnTo>
                    <a:pt x="411" y="295"/>
                  </a:lnTo>
                  <a:lnTo>
                    <a:pt x="410" y="297"/>
                  </a:lnTo>
                  <a:lnTo>
                    <a:pt x="418" y="300"/>
                  </a:lnTo>
                  <a:cubicBezTo>
                    <a:pt x="417" y="300"/>
                    <a:pt x="408" y="303"/>
                    <a:pt x="403" y="308"/>
                  </a:cubicBezTo>
                  <a:cubicBezTo>
                    <a:pt x="398" y="317"/>
                    <a:pt x="396" y="318"/>
                    <a:pt x="402" y="323"/>
                  </a:cubicBezTo>
                  <a:cubicBezTo>
                    <a:pt x="410" y="327"/>
                    <a:pt x="413" y="330"/>
                    <a:pt x="412" y="330"/>
                  </a:cubicBezTo>
                  <a:cubicBezTo>
                    <a:pt x="411" y="330"/>
                    <a:pt x="407" y="328"/>
                    <a:pt x="401" y="324"/>
                  </a:cubicBezTo>
                  <a:cubicBezTo>
                    <a:pt x="401" y="324"/>
                    <a:pt x="401" y="324"/>
                    <a:pt x="401" y="324"/>
                  </a:cubicBezTo>
                  <a:cubicBezTo>
                    <a:pt x="399" y="324"/>
                    <a:pt x="395" y="323"/>
                    <a:pt x="392" y="323"/>
                  </a:cubicBezTo>
                  <a:cubicBezTo>
                    <a:pt x="392" y="323"/>
                    <a:pt x="391" y="323"/>
                    <a:pt x="391" y="323"/>
                  </a:cubicBezTo>
                  <a:cubicBezTo>
                    <a:pt x="391" y="324"/>
                    <a:pt x="390" y="325"/>
                    <a:pt x="389" y="325"/>
                  </a:cubicBezTo>
                  <a:cubicBezTo>
                    <a:pt x="388" y="325"/>
                    <a:pt x="386" y="324"/>
                    <a:pt x="383" y="321"/>
                  </a:cubicBezTo>
                  <a:lnTo>
                    <a:pt x="382" y="322"/>
                  </a:lnTo>
                  <a:cubicBezTo>
                    <a:pt x="391" y="332"/>
                    <a:pt x="389" y="336"/>
                    <a:pt x="384" y="336"/>
                  </a:cubicBezTo>
                  <a:cubicBezTo>
                    <a:pt x="383" y="336"/>
                    <a:pt x="381" y="336"/>
                    <a:pt x="380" y="335"/>
                  </a:cubicBezTo>
                  <a:lnTo>
                    <a:pt x="380" y="335"/>
                  </a:lnTo>
                  <a:cubicBezTo>
                    <a:pt x="379" y="336"/>
                    <a:pt x="378" y="338"/>
                    <a:pt x="382" y="344"/>
                  </a:cubicBezTo>
                  <a:cubicBezTo>
                    <a:pt x="384" y="348"/>
                    <a:pt x="385" y="350"/>
                    <a:pt x="384" y="350"/>
                  </a:cubicBezTo>
                  <a:cubicBezTo>
                    <a:pt x="384" y="350"/>
                    <a:pt x="382" y="349"/>
                    <a:pt x="380" y="346"/>
                  </a:cubicBezTo>
                  <a:cubicBezTo>
                    <a:pt x="377" y="344"/>
                    <a:pt x="374" y="342"/>
                    <a:pt x="372" y="342"/>
                  </a:cubicBezTo>
                  <a:cubicBezTo>
                    <a:pt x="369" y="342"/>
                    <a:pt x="369" y="344"/>
                    <a:pt x="374" y="351"/>
                  </a:cubicBezTo>
                  <a:lnTo>
                    <a:pt x="369" y="345"/>
                  </a:lnTo>
                  <a:cubicBezTo>
                    <a:pt x="367" y="344"/>
                    <a:pt x="366" y="343"/>
                    <a:pt x="365" y="343"/>
                  </a:cubicBezTo>
                  <a:lnTo>
                    <a:pt x="365" y="343"/>
                  </a:lnTo>
                  <a:cubicBezTo>
                    <a:pt x="364" y="343"/>
                    <a:pt x="368" y="348"/>
                    <a:pt x="372" y="352"/>
                  </a:cubicBezTo>
                  <a:cubicBezTo>
                    <a:pt x="377" y="358"/>
                    <a:pt x="379" y="361"/>
                    <a:pt x="378" y="361"/>
                  </a:cubicBezTo>
                  <a:cubicBezTo>
                    <a:pt x="378" y="361"/>
                    <a:pt x="374" y="357"/>
                    <a:pt x="365" y="348"/>
                  </a:cubicBezTo>
                  <a:cubicBezTo>
                    <a:pt x="359" y="340"/>
                    <a:pt x="357" y="337"/>
                    <a:pt x="356" y="337"/>
                  </a:cubicBezTo>
                  <a:lnTo>
                    <a:pt x="356" y="337"/>
                  </a:lnTo>
                  <a:cubicBezTo>
                    <a:pt x="356" y="337"/>
                    <a:pt x="357" y="339"/>
                    <a:pt x="359" y="341"/>
                  </a:cubicBezTo>
                  <a:cubicBezTo>
                    <a:pt x="362" y="347"/>
                    <a:pt x="365" y="352"/>
                    <a:pt x="364" y="352"/>
                  </a:cubicBezTo>
                  <a:cubicBezTo>
                    <a:pt x="364" y="352"/>
                    <a:pt x="363" y="351"/>
                    <a:pt x="362" y="350"/>
                  </a:cubicBezTo>
                  <a:lnTo>
                    <a:pt x="362" y="350"/>
                  </a:lnTo>
                  <a:cubicBezTo>
                    <a:pt x="361" y="350"/>
                    <a:pt x="360" y="351"/>
                    <a:pt x="370" y="363"/>
                  </a:cubicBezTo>
                  <a:cubicBezTo>
                    <a:pt x="374" y="370"/>
                    <a:pt x="373" y="371"/>
                    <a:pt x="372" y="371"/>
                  </a:cubicBezTo>
                  <a:cubicBezTo>
                    <a:pt x="369" y="368"/>
                    <a:pt x="366" y="362"/>
                    <a:pt x="364" y="358"/>
                  </a:cubicBezTo>
                  <a:cubicBezTo>
                    <a:pt x="364" y="358"/>
                    <a:pt x="364" y="358"/>
                    <a:pt x="362" y="359"/>
                  </a:cubicBezTo>
                  <a:cubicBezTo>
                    <a:pt x="362" y="359"/>
                    <a:pt x="362" y="359"/>
                    <a:pt x="361" y="359"/>
                  </a:cubicBezTo>
                  <a:cubicBezTo>
                    <a:pt x="360" y="359"/>
                    <a:pt x="355" y="354"/>
                    <a:pt x="351" y="348"/>
                  </a:cubicBezTo>
                  <a:cubicBezTo>
                    <a:pt x="348" y="345"/>
                    <a:pt x="347" y="343"/>
                    <a:pt x="346" y="343"/>
                  </a:cubicBezTo>
                  <a:lnTo>
                    <a:pt x="346" y="343"/>
                  </a:lnTo>
                  <a:cubicBezTo>
                    <a:pt x="346" y="343"/>
                    <a:pt x="348" y="346"/>
                    <a:pt x="354" y="354"/>
                  </a:cubicBezTo>
                  <a:cubicBezTo>
                    <a:pt x="363" y="368"/>
                    <a:pt x="363" y="368"/>
                    <a:pt x="361" y="369"/>
                  </a:cubicBezTo>
                  <a:cubicBezTo>
                    <a:pt x="360" y="369"/>
                    <a:pt x="360" y="369"/>
                    <a:pt x="360" y="369"/>
                  </a:cubicBezTo>
                  <a:cubicBezTo>
                    <a:pt x="359" y="369"/>
                    <a:pt x="357" y="368"/>
                    <a:pt x="354" y="363"/>
                  </a:cubicBezTo>
                  <a:cubicBezTo>
                    <a:pt x="352" y="359"/>
                    <a:pt x="351" y="357"/>
                    <a:pt x="350" y="357"/>
                  </a:cubicBezTo>
                  <a:cubicBezTo>
                    <a:pt x="350" y="357"/>
                    <a:pt x="349" y="357"/>
                    <a:pt x="348" y="358"/>
                  </a:cubicBezTo>
                  <a:cubicBezTo>
                    <a:pt x="346" y="359"/>
                    <a:pt x="355" y="381"/>
                    <a:pt x="362" y="396"/>
                  </a:cubicBezTo>
                  <a:cubicBezTo>
                    <a:pt x="366" y="403"/>
                    <a:pt x="368" y="407"/>
                    <a:pt x="368" y="407"/>
                  </a:cubicBezTo>
                  <a:cubicBezTo>
                    <a:pt x="367" y="407"/>
                    <a:pt x="365" y="404"/>
                    <a:pt x="361" y="397"/>
                  </a:cubicBezTo>
                  <a:cubicBezTo>
                    <a:pt x="357" y="391"/>
                    <a:pt x="356" y="390"/>
                    <a:pt x="355" y="390"/>
                  </a:cubicBezTo>
                  <a:cubicBezTo>
                    <a:pt x="355" y="390"/>
                    <a:pt x="354" y="390"/>
                    <a:pt x="354" y="390"/>
                  </a:cubicBezTo>
                  <a:cubicBezTo>
                    <a:pt x="351" y="384"/>
                    <a:pt x="352" y="382"/>
                    <a:pt x="353" y="382"/>
                  </a:cubicBezTo>
                  <a:lnTo>
                    <a:pt x="350" y="376"/>
                  </a:lnTo>
                  <a:cubicBezTo>
                    <a:pt x="345" y="369"/>
                    <a:pt x="343" y="365"/>
                    <a:pt x="342" y="365"/>
                  </a:cubicBezTo>
                  <a:lnTo>
                    <a:pt x="342" y="365"/>
                  </a:lnTo>
                  <a:cubicBezTo>
                    <a:pt x="341" y="365"/>
                    <a:pt x="343" y="369"/>
                    <a:pt x="346" y="377"/>
                  </a:cubicBezTo>
                  <a:cubicBezTo>
                    <a:pt x="347" y="380"/>
                    <a:pt x="348" y="382"/>
                    <a:pt x="348" y="382"/>
                  </a:cubicBezTo>
                  <a:cubicBezTo>
                    <a:pt x="347" y="382"/>
                    <a:pt x="346" y="380"/>
                    <a:pt x="344" y="377"/>
                  </a:cubicBezTo>
                  <a:cubicBezTo>
                    <a:pt x="341" y="372"/>
                    <a:pt x="338" y="368"/>
                    <a:pt x="337" y="368"/>
                  </a:cubicBezTo>
                  <a:lnTo>
                    <a:pt x="337" y="368"/>
                  </a:lnTo>
                  <a:cubicBezTo>
                    <a:pt x="337" y="368"/>
                    <a:pt x="337" y="369"/>
                    <a:pt x="338" y="371"/>
                  </a:cubicBezTo>
                  <a:cubicBezTo>
                    <a:pt x="338" y="371"/>
                    <a:pt x="337" y="371"/>
                    <a:pt x="333" y="364"/>
                  </a:cubicBezTo>
                  <a:cubicBezTo>
                    <a:pt x="330" y="366"/>
                    <a:pt x="329" y="366"/>
                    <a:pt x="333" y="373"/>
                  </a:cubicBezTo>
                  <a:cubicBezTo>
                    <a:pt x="336" y="380"/>
                    <a:pt x="335" y="381"/>
                    <a:pt x="334" y="381"/>
                  </a:cubicBezTo>
                  <a:cubicBezTo>
                    <a:pt x="333" y="381"/>
                    <a:pt x="332" y="381"/>
                    <a:pt x="335" y="389"/>
                  </a:cubicBezTo>
                  <a:cubicBezTo>
                    <a:pt x="338" y="397"/>
                    <a:pt x="339" y="405"/>
                    <a:pt x="337" y="406"/>
                  </a:cubicBezTo>
                  <a:cubicBezTo>
                    <a:pt x="338" y="409"/>
                    <a:pt x="338" y="411"/>
                    <a:pt x="338" y="411"/>
                  </a:cubicBezTo>
                  <a:cubicBezTo>
                    <a:pt x="337" y="411"/>
                    <a:pt x="335" y="408"/>
                    <a:pt x="332" y="399"/>
                  </a:cubicBezTo>
                  <a:cubicBezTo>
                    <a:pt x="329" y="394"/>
                    <a:pt x="328" y="392"/>
                    <a:pt x="328" y="392"/>
                  </a:cubicBezTo>
                  <a:cubicBezTo>
                    <a:pt x="328" y="392"/>
                    <a:pt x="327" y="392"/>
                    <a:pt x="327" y="392"/>
                  </a:cubicBezTo>
                  <a:cubicBezTo>
                    <a:pt x="327" y="392"/>
                    <a:pt x="326" y="392"/>
                    <a:pt x="323" y="385"/>
                  </a:cubicBezTo>
                  <a:cubicBezTo>
                    <a:pt x="322" y="383"/>
                    <a:pt x="321" y="382"/>
                    <a:pt x="321" y="382"/>
                  </a:cubicBezTo>
                  <a:lnTo>
                    <a:pt x="321" y="382"/>
                  </a:lnTo>
                  <a:cubicBezTo>
                    <a:pt x="321" y="382"/>
                    <a:pt x="322" y="387"/>
                    <a:pt x="324" y="392"/>
                  </a:cubicBezTo>
                  <a:lnTo>
                    <a:pt x="328" y="408"/>
                  </a:lnTo>
                  <a:cubicBezTo>
                    <a:pt x="324" y="401"/>
                    <a:pt x="321" y="394"/>
                    <a:pt x="319" y="386"/>
                  </a:cubicBezTo>
                  <a:cubicBezTo>
                    <a:pt x="316" y="378"/>
                    <a:pt x="315" y="374"/>
                    <a:pt x="315" y="374"/>
                  </a:cubicBezTo>
                  <a:lnTo>
                    <a:pt x="315" y="374"/>
                  </a:lnTo>
                  <a:cubicBezTo>
                    <a:pt x="315" y="374"/>
                    <a:pt x="316" y="378"/>
                    <a:pt x="318" y="386"/>
                  </a:cubicBezTo>
                  <a:cubicBezTo>
                    <a:pt x="320" y="391"/>
                    <a:pt x="321" y="397"/>
                    <a:pt x="320" y="397"/>
                  </a:cubicBezTo>
                  <a:cubicBezTo>
                    <a:pt x="319" y="397"/>
                    <a:pt x="318" y="396"/>
                    <a:pt x="317" y="394"/>
                  </a:cubicBezTo>
                  <a:cubicBezTo>
                    <a:pt x="316" y="394"/>
                    <a:pt x="316" y="394"/>
                    <a:pt x="315" y="394"/>
                  </a:cubicBezTo>
                  <a:cubicBezTo>
                    <a:pt x="314" y="394"/>
                    <a:pt x="312" y="393"/>
                    <a:pt x="311" y="387"/>
                  </a:cubicBezTo>
                  <a:cubicBezTo>
                    <a:pt x="311" y="384"/>
                    <a:pt x="310" y="383"/>
                    <a:pt x="310" y="383"/>
                  </a:cubicBezTo>
                  <a:cubicBezTo>
                    <a:pt x="309" y="383"/>
                    <a:pt x="309" y="387"/>
                    <a:pt x="309" y="387"/>
                  </a:cubicBezTo>
                  <a:cubicBezTo>
                    <a:pt x="310" y="392"/>
                    <a:pt x="310" y="394"/>
                    <a:pt x="309" y="394"/>
                  </a:cubicBezTo>
                  <a:cubicBezTo>
                    <a:pt x="308" y="394"/>
                    <a:pt x="307" y="392"/>
                    <a:pt x="305" y="388"/>
                  </a:cubicBezTo>
                  <a:cubicBezTo>
                    <a:pt x="301" y="380"/>
                    <a:pt x="300" y="376"/>
                    <a:pt x="299" y="376"/>
                  </a:cubicBezTo>
                  <a:lnTo>
                    <a:pt x="299" y="376"/>
                  </a:lnTo>
                  <a:cubicBezTo>
                    <a:pt x="298" y="376"/>
                    <a:pt x="299" y="380"/>
                    <a:pt x="300" y="388"/>
                  </a:cubicBezTo>
                  <a:cubicBezTo>
                    <a:pt x="301" y="393"/>
                    <a:pt x="301" y="397"/>
                    <a:pt x="301" y="397"/>
                  </a:cubicBezTo>
                  <a:cubicBezTo>
                    <a:pt x="301" y="397"/>
                    <a:pt x="300" y="395"/>
                    <a:pt x="299" y="388"/>
                  </a:cubicBezTo>
                  <a:cubicBezTo>
                    <a:pt x="298" y="386"/>
                    <a:pt x="298" y="385"/>
                    <a:pt x="298" y="385"/>
                  </a:cubicBezTo>
                  <a:cubicBezTo>
                    <a:pt x="297" y="385"/>
                    <a:pt x="296" y="391"/>
                    <a:pt x="296" y="397"/>
                  </a:cubicBezTo>
                  <a:cubicBezTo>
                    <a:pt x="296" y="405"/>
                    <a:pt x="297" y="421"/>
                    <a:pt x="297" y="428"/>
                  </a:cubicBezTo>
                  <a:cubicBezTo>
                    <a:pt x="297" y="438"/>
                    <a:pt x="298" y="442"/>
                    <a:pt x="297" y="442"/>
                  </a:cubicBezTo>
                  <a:cubicBezTo>
                    <a:pt x="297" y="442"/>
                    <a:pt x="296" y="441"/>
                    <a:pt x="295" y="437"/>
                  </a:cubicBezTo>
                  <a:cubicBezTo>
                    <a:pt x="293" y="437"/>
                    <a:pt x="292" y="428"/>
                    <a:pt x="292" y="421"/>
                  </a:cubicBezTo>
                  <a:cubicBezTo>
                    <a:pt x="291" y="413"/>
                    <a:pt x="292" y="413"/>
                    <a:pt x="292" y="413"/>
                  </a:cubicBezTo>
                  <a:lnTo>
                    <a:pt x="293" y="413"/>
                  </a:lnTo>
                  <a:cubicBezTo>
                    <a:pt x="293" y="405"/>
                    <a:pt x="292" y="397"/>
                    <a:pt x="291" y="396"/>
                  </a:cubicBezTo>
                  <a:cubicBezTo>
                    <a:pt x="290" y="392"/>
                    <a:pt x="290" y="390"/>
                    <a:pt x="289" y="390"/>
                  </a:cubicBezTo>
                  <a:cubicBezTo>
                    <a:pt x="289" y="390"/>
                    <a:pt x="289" y="392"/>
                    <a:pt x="289" y="396"/>
                  </a:cubicBezTo>
                  <a:cubicBezTo>
                    <a:pt x="288" y="388"/>
                    <a:pt x="286" y="388"/>
                    <a:pt x="284" y="388"/>
                  </a:cubicBezTo>
                  <a:cubicBezTo>
                    <a:pt x="282" y="388"/>
                    <a:pt x="280" y="388"/>
                    <a:pt x="279" y="379"/>
                  </a:cubicBezTo>
                  <a:cubicBezTo>
                    <a:pt x="278" y="379"/>
                    <a:pt x="277" y="379"/>
                    <a:pt x="277" y="387"/>
                  </a:cubicBezTo>
                  <a:cubicBezTo>
                    <a:pt x="275" y="396"/>
                    <a:pt x="274" y="400"/>
                    <a:pt x="274" y="400"/>
                  </a:cubicBezTo>
                  <a:cubicBezTo>
                    <a:pt x="274" y="400"/>
                    <a:pt x="274" y="398"/>
                    <a:pt x="274" y="395"/>
                  </a:cubicBezTo>
                  <a:cubicBezTo>
                    <a:pt x="274" y="384"/>
                    <a:pt x="271" y="376"/>
                    <a:pt x="267" y="376"/>
                  </a:cubicBezTo>
                  <a:cubicBezTo>
                    <a:pt x="265" y="376"/>
                    <a:pt x="264" y="379"/>
                    <a:pt x="262" y="384"/>
                  </a:cubicBezTo>
                  <a:lnTo>
                    <a:pt x="261" y="384"/>
                  </a:lnTo>
                  <a:cubicBezTo>
                    <a:pt x="261" y="378"/>
                    <a:pt x="259" y="376"/>
                    <a:pt x="257" y="376"/>
                  </a:cubicBezTo>
                  <a:cubicBezTo>
                    <a:pt x="256" y="376"/>
                    <a:pt x="254" y="377"/>
                    <a:pt x="252" y="380"/>
                  </a:cubicBezTo>
                  <a:lnTo>
                    <a:pt x="250" y="379"/>
                  </a:lnTo>
                  <a:cubicBezTo>
                    <a:pt x="250" y="375"/>
                    <a:pt x="250" y="373"/>
                    <a:pt x="250" y="373"/>
                  </a:cubicBezTo>
                  <a:cubicBezTo>
                    <a:pt x="249" y="373"/>
                    <a:pt x="248" y="375"/>
                    <a:pt x="246" y="378"/>
                  </a:cubicBezTo>
                  <a:cubicBezTo>
                    <a:pt x="244" y="383"/>
                    <a:pt x="242" y="388"/>
                    <a:pt x="242" y="388"/>
                  </a:cubicBezTo>
                  <a:cubicBezTo>
                    <a:pt x="242" y="388"/>
                    <a:pt x="242" y="387"/>
                    <a:pt x="243" y="385"/>
                  </a:cubicBezTo>
                  <a:cubicBezTo>
                    <a:pt x="245" y="378"/>
                    <a:pt x="244" y="377"/>
                    <a:pt x="241" y="375"/>
                  </a:cubicBezTo>
                  <a:cubicBezTo>
                    <a:pt x="240" y="374"/>
                    <a:pt x="239" y="373"/>
                    <a:pt x="238" y="373"/>
                  </a:cubicBezTo>
                  <a:cubicBezTo>
                    <a:pt x="237" y="373"/>
                    <a:pt x="236" y="375"/>
                    <a:pt x="234" y="380"/>
                  </a:cubicBezTo>
                  <a:cubicBezTo>
                    <a:pt x="232" y="382"/>
                    <a:pt x="231" y="382"/>
                    <a:pt x="231" y="382"/>
                  </a:cubicBezTo>
                  <a:cubicBezTo>
                    <a:pt x="229" y="382"/>
                    <a:pt x="231" y="377"/>
                    <a:pt x="234" y="371"/>
                  </a:cubicBezTo>
                  <a:cubicBezTo>
                    <a:pt x="238" y="365"/>
                    <a:pt x="239" y="361"/>
                    <a:pt x="239" y="361"/>
                  </a:cubicBezTo>
                  <a:lnTo>
                    <a:pt x="239" y="361"/>
                  </a:lnTo>
                  <a:cubicBezTo>
                    <a:pt x="238" y="361"/>
                    <a:pt x="235" y="366"/>
                    <a:pt x="228" y="378"/>
                  </a:cubicBezTo>
                  <a:cubicBezTo>
                    <a:pt x="224" y="385"/>
                    <a:pt x="222" y="388"/>
                    <a:pt x="221" y="388"/>
                  </a:cubicBezTo>
                  <a:cubicBezTo>
                    <a:pt x="220" y="388"/>
                    <a:pt x="220" y="386"/>
                    <a:pt x="222" y="382"/>
                  </a:cubicBezTo>
                  <a:cubicBezTo>
                    <a:pt x="225" y="377"/>
                    <a:pt x="226" y="377"/>
                    <a:pt x="227" y="377"/>
                  </a:cubicBezTo>
                  <a:cubicBezTo>
                    <a:pt x="228" y="377"/>
                    <a:pt x="228" y="377"/>
                    <a:pt x="228" y="377"/>
                  </a:cubicBezTo>
                  <a:lnTo>
                    <a:pt x="235" y="363"/>
                  </a:lnTo>
                  <a:cubicBezTo>
                    <a:pt x="235" y="363"/>
                    <a:pt x="235" y="363"/>
                    <a:pt x="235" y="363"/>
                  </a:cubicBezTo>
                  <a:cubicBezTo>
                    <a:pt x="235" y="363"/>
                    <a:pt x="234" y="364"/>
                    <a:pt x="231" y="369"/>
                  </a:cubicBezTo>
                  <a:cubicBezTo>
                    <a:pt x="231" y="369"/>
                    <a:pt x="231" y="369"/>
                    <a:pt x="230" y="369"/>
                  </a:cubicBezTo>
                  <a:cubicBezTo>
                    <a:pt x="230" y="369"/>
                    <a:pt x="228" y="369"/>
                    <a:pt x="224" y="375"/>
                  </a:cubicBezTo>
                  <a:cubicBezTo>
                    <a:pt x="219" y="381"/>
                    <a:pt x="215" y="388"/>
                    <a:pt x="213" y="396"/>
                  </a:cubicBezTo>
                  <a:cubicBezTo>
                    <a:pt x="210" y="402"/>
                    <a:pt x="209" y="403"/>
                    <a:pt x="208" y="403"/>
                  </a:cubicBezTo>
                  <a:cubicBezTo>
                    <a:pt x="208" y="403"/>
                    <a:pt x="207" y="403"/>
                    <a:pt x="207" y="403"/>
                  </a:cubicBezTo>
                  <a:cubicBezTo>
                    <a:pt x="209" y="395"/>
                    <a:pt x="213" y="387"/>
                    <a:pt x="218" y="380"/>
                  </a:cubicBezTo>
                  <a:cubicBezTo>
                    <a:pt x="218" y="380"/>
                    <a:pt x="218" y="380"/>
                    <a:pt x="219" y="380"/>
                  </a:cubicBezTo>
                  <a:cubicBezTo>
                    <a:pt x="220" y="380"/>
                    <a:pt x="224" y="374"/>
                    <a:pt x="227" y="368"/>
                  </a:cubicBezTo>
                  <a:cubicBezTo>
                    <a:pt x="228" y="366"/>
                    <a:pt x="228" y="365"/>
                    <a:pt x="228" y="365"/>
                  </a:cubicBezTo>
                  <a:lnTo>
                    <a:pt x="228" y="365"/>
                  </a:lnTo>
                  <a:cubicBezTo>
                    <a:pt x="226" y="365"/>
                    <a:pt x="217" y="374"/>
                    <a:pt x="209" y="385"/>
                  </a:cubicBezTo>
                  <a:cubicBezTo>
                    <a:pt x="212" y="381"/>
                    <a:pt x="210" y="384"/>
                    <a:pt x="214" y="378"/>
                  </a:cubicBezTo>
                  <a:cubicBezTo>
                    <a:pt x="218" y="370"/>
                    <a:pt x="217" y="369"/>
                    <a:pt x="215" y="368"/>
                  </a:cubicBezTo>
                  <a:cubicBezTo>
                    <a:pt x="214" y="367"/>
                    <a:pt x="214" y="367"/>
                    <a:pt x="213" y="367"/>
                  </a:cubicBezTo>
                  <a:cubicBezTo>
                    <a:pt x="212" y="367"/>
                    <a:pt x="211" y="368"/>
                    <a:pt x="208" y="372"/>
                  </a:cubicBezTo>
                  <a:cubicBezTo>
                    <a:pt x="203" y="379"/>
                    <a:pt x="199" y="385"/>
                    <a:pt x="197" y="385"/>
                  </a:cubicBezTo>
                  <a:cubicBezTo>
                    <a:pt x="197" y="385"/>
                    <a:pt x="197" y="385"/>
                    <a:pt x="197" y="385"/>
                  </a:cubicBezTo>
                  <a:lnTo>
                    <a:pt x="197" y="385"/>
                  </a:lnTo>
                  <a:cubicBezTo>
                    <a:pt x="198" y="386"/>
                    <a:pt x="194" y="392"/>
                    <a:pt x="189" y="399"/>
                  </a:cubicBezTo>
                  <a:cubicBezTo>
                    <a:pt x="190" y="394"/>
                    <a:pt x="192" y="388"/>
                    <a:pt x="196" y="384"/>
                  </a:cubicBezTo>
                  <a:cubicBezTo>
                    <a:pt x="204" y="369"/>
                    <a:pt x="207" y="361"/>
                    <a:pt x="204" y="359"/>
                  </a:cubicBezTo>
                  <a:cubicBezTo>
                    <a:pt x="203" y="357"/>
                    <a:pt x="200" y="354"/>
                    <a:pt x="205" y="348"/>
                  </a:cubicBezTo>
                  <a:cubicBezTo>
                    <a:pt x="204" y="347"/>
                    <a:pt x="204" y="347"/>
                    <a:pt x="203" y="347"/>
                  </a:cubicBezTo>
                  <a:cubicBezTo>
                    <a:pt x="202" y="347"/>
                    <a:pt x="200" y="348"/>
                    <a:pt x="197" y="352"/>
                  </a:cubicBezTo>
                  <a:lnTo>
                    <a:pt x="196" y="350"/>
                  </a:lnTo>
                  <a:cubicBezTo>
                    <a:pt x="198" y="346"/>
                    <a:pt x="199" y="344"/>
                    <a:pt x="198" y="344"/>
                  </a:cubicBezTo>
                  <a:lnTo>
                    <a:pt x="198" y="344"/>
                  </a:lnTo>
                  <a:cubicBezTo>
                    <a:pt x="198" y="344"/>
                    <a:pt x="196" y="345"/>
                    <a:pt x="194" y="348"/>
                  </a:cubicBezTo>
                  <a:cubicBezTo>
                    <a:pt x="192" y="349"/>
                    <a:pt x="191" y="349"/>
                    <a:pt x="190" y="349"/>
                  </a:cubicBezTo>
                  <a:cubicBezTo>
                    <a:pt x="189" y="349"/>
                    <a:pt x="192" y="346"/>
                    <a:pt x="191" y="345"/>
                  </a:cubicBezTo>
                  <a:cubicBezTo>
                    <a:pt x="197" y="340"/>
                    <a:pt x="199" y="337"/>
                    <a:pt x="199" y="337"/>
                  </a:cubicBezTo>
                  <a:lnTo>
                    <a:pt x="199" y="337"/>
                  </a:lnTo>
                  <a:cubicBezTo>
                    <a:pt x="199" y="337"/>
                    <a:pt x="194" y="341"/>
                    <a:pt x="185" y="350"/>
                  </a:cubicBezTo>
                  <a:cubicBezTo>
                    <a:pt x="179" y="355"/>
                    <a:pt x="175" y="362"/>
                    <a:pt x="176" y="363"/>
                  </a:cubicBezTo>
                  <a:lnTo>
                    <a:pt x="178" y="367"/>
                  </a:lnTo>
                  <a:lnTo>
                    <a:pt x="169" y="369"/>
                  </a:lnTo>
                  <a:cubicBezTo>
                    <a:pt x="169" y="369"/>
                    <a:pt x="169" y="369"/>
                    <a:pt x="169" y="369"/>
                  </a:cubicBezTo>
                  <a:cubicBezTo>
                    <a:pt x="167" y="369"/>
                    <a:pt x="160" y="372"/>
                    <a:pt x="155" y="377"/>
                  </a:cubicBezTo>
                  <a:cubicBezTo>
                    <a:pt x="155" y="377"/>
                    <a:pt x="150" y="381"/>
                    <a:pt x="148" y="381"/>
                  </a:cubicBezTo>
                  <a:cubicBezTo>
                    <a:pt x="148" y="381"/>
                    <a:pt x="148" y="381"/>
                    <a:pt x="148" y="381"/>
                  </a:cubicBezTo>
                  <a:lnTo>
                    <a:pt x="160" y="370"/>
                  </a:lnTo>
                  <a:cubicBezTo>
                    <a:pt x="167" y="366"/>
                    <a:pt x="173" y="361"/>
                    <a:pt x="179" y="355"/>
                  </a:cubicBezTo>
                  <a:cubicBezTo>
                    <a:pt x="186" y="347"/>
                    <a:pt x="191" y="342"/>
                    <a:pt x="190" y="342"/>
                  </a:cubicBezTo>
                  <a:lnTo>
                    <a:pt x="190" y="342"/>
                  </a:lnTo>
                  <a:cubicBezTo>
                    <a:pt x="189" y="342"/>
                    <a:pt x="187" y="343"/>
                    <a:pt x="182" y="346"/>
                  </a:cubicBezTo>
                  <a:cubicBezTo>
                    <a:pt x="181" y="345"/>
                    <a:pt x="181" y="345"/>
                    <a:pt x="187" y="340"/>
                  </a:cubicBezTo>
                  <a:cubicBezTo>
                    <a:pt x="190" y="337"/>
                    <a:pt x="191" y="336"/>
                    <a:pt x="191" y="336"/>
                  </a:cubicBezTo>
                  <a:lnTo>
                    <a:pt x="191" y="336"/>
                  </a:lnTo>
                  <a:cubicBezTo>
                    <a:pt x="190" y="336"/>
                    <a:pt x="187" y="338"/>
                    <a:pt x="179" y="343"/>
                  </a:cubicBezTo>
                  <a:cubicBezTo>
                    <a:pt x="174" y="347"/>
                    <a:pt x="170" y="349"/>
                    <a:pt x="169" y="349"/>
                  </a:cubicBezTo>
                  <a:cubicBezTo>
                    <a:pt x="168" y="349"/>
                    <a:pt x="171" y="346"/>
                    <a:pt x="178" y="340"/>
                  </a:cubicBezTo>
                  <a:cubicBezTo>
                    <a:pt x="186" y="332"/>
                    <a:pt x="187" y="328"/>
                    <a:pt x="185" y="328"/>
                  </a:cubicBezTo>
                  <a:cubicBezTo>
                    <a:pt x="184" y="328"/>
                    <a:pt x="182" y="328"/>
                    <a:pt x="180" y="330"/>
                  </a:cubicBezTo>
                  <a:cubicBezTo>
                    <a:pt x="174" y="334"/>
                    <a:pt x="171" y="336"/>
                    <a:pt x="169" y="336"/>
                  </a:cubicBezTo>
                  <a:cubicBezTo>
                    <a:pt x="168" y="336"/>
                    <a:pt x="169" y="334"/>
                    <a:pt x="172" y="331"/>
                  </a:cubicBezTo>
                  <a:cubicBezTo>
                    <a:pt x="175" y="328"/>
                    <a:pt x="177" y="326"/>
                    <a:pt x="176" y="326"/>
                  </a:cubicBezTo>
                  <a:lnTo>
                    <a:pt x="176" y="326"/>
                  </a:lnTo>
                  <a:cubicBezTo>
                    <a:pt x="175" y="326"/>
                    <a:pt x="173" y="327"/>
                    <a:pt x="170" y="329"/>
                  </a:cubicBezTo>
                  <a:cubicBezTo>
                    <a:pt x="175" y="325"/>
                    <a:pt x="181" y="321"/>
                    <a:pt x="179" y="321"/>
                  </a:cubicBezTo>
                  <a:lnTo>
                    <a:pt x="179" y="321"/>
                  </a:lnTo>
                  <a:cubicBezTo>
                    <a:pt x="178" y="321"/>
                    <a:pt x="177" y="321"/>
                    <a:pt x="176" y="322"/>
                  </a:cubicBezTo>
                  <a:cubicBezTo>
                    <a:pt x="176" y="322"/>
                    <a:pt x="176" y="322"/>
                    <a:pt x="175" y="322"/>
                  </a:cubicBezTo>
                  <a:cubicBezTo>
                    <a:pt x="175" y="322"/>
                    <a:pt x="174" y="322"/>
                    <a:pt x="169" y="326"/>
                  </a:cubicBezTo>
                  <a:lnTo>
                    <a:pt x="154" y="333"/>
                  </a:lnTo>
                  <a:cubicBezTo>
                    <a:pt x="154" y="334"/>
                    <a:pt x="148" y="338"/>
                    <a:pt x="141" y="342"/>
                  </a:cubicBezTo>
                  <a:cubicBezTo>
                    <a:pt x="140" y="343"/>
                    <a:pt x="139" y="343"/>
                    <a:pt x="138" y="343"/>
                  </a:cubicBezTo>
                  <a:cubicBezTo>
                    <a:pt x="136" y="343"/>
                    <a:pt x="142" y="334"/>
                    <a:pt x="159" y="324"/>
                  </a:cubicBezTo>
                  <a:lnTo>
                    <a:pt x="172" y="314"/>
                  </a:lnTo>
                  <a:lnTo>
                    <a:pt x="158" y="322"/>
                  </a:lnTo>
                  <a:cubicBezTo>
                    <a:pt x="158" y="321"/>
                    <a:pt x="157" y="320"/>
                    <a:pt x="164" y="316"/>
                  </a:cubicBezTo>
                  <a:cubicBezTo>
                    <a:pt x="171" y="312"/>
                    <a:pt x="171" y="312"/>
                    <a:pt x="171" y="312"/>
                  </a:cubicBezTo>
                  <a:cubicBezTo>
                    <a:pt x="171" y="312"/>
                    <a:pt x="171" y="312"/>
                    <a:pt x="171" y="312"/>
                  </a:cubicBezTo>
                  <a:cubicBezTo>
                    <a:pt x="170" y="312"/>
                    <a:pt x="168" y="312"/>
                    <a:pt x="163" y="314"/>
                  </a:cubicBezTo>
                  <a:cubicBezTo>
                    <a:pt x="155" y="318"/>
                    <a:pt x="152" y="319"/>
                    <a:pt x="151" y="319"/>
                  </a:cubicBezTo>
                  <a:cubicBezTo>
                    <a:pt x="151" y="319"/>
                    <a:pt x="152" y="318"/>
                    <a:pt x="155" y="316"/>
                  </a:cubicBezTo>
                  <a:cubicBezTo>
                    <a:pt x="164" y="312"/>
                    <a:pt x="167" y="310"/>
                    <a:pt x="166" y="310"/>
                  </a:cubicBezTo>
                  <a:lnTo>
                    <a:pt x="166" y="310"/>
                  </a:lnTo>
                  <a:cubicBezTo>
                    <a:pt x="165" y="310"/>
                    <a:pt x="161" y="311"/>
                    <a:pt x="154" y="313"/>
                  </a:cubicBezTo>
                  <a:cubicBezTo>
                    <a:pt x="159" y="311"/>
                    <a:pt x="164" y="307"/>
                    <a:pt x="168" y="304"/>
                  </a:cubicBezTo>
                  <a:lnTo>
                    <a:pt x="168" y="304"/>
                  </a:lnTo>
                  <a:lnTo>
                    <a:pt x="161" y="307"/>
                  </a:lnTo>
                  <a:cubicBezTo>
                    <a:pt x="153" y="311"/>
                    <a:pt x="149" y="312"/>
                    <a:pt x="148" y="312"/>
                  </a:cubicBezTo>
                  <a:cubicBezTo>
                    <a:pt x="147" y="312"/>
                    <a:pt x="149" y="311"/>
                    <a:pt x="153" y="308"/>
                  </a:cubicBezTo>
                  <a:cubicBezTo>
                    <a:pt x="158" y="306"/>
                    <a:pt x="160" y="305"/>
                    <a:pt x="157" y="305"/>
                  </a:cubicBezTo>
                  <a:cubicBezTo>
                    <a:pt x="156" y="305"/>
                    <a:pt x="154" y="305"/>
                    <a:pt x="152" y="305"/>
                  </a:cubicBezTo>
                  <a:cubicBezTo>
                    <a:pt x="151" y="303"/>
                    <a:pt x="151" y="302"/>
                    <a:pt x="159" y="299"/>
                  </a:cubicBezTo>
                  <a:cubicBezTo>
                    <a:pt x="167" y="296"/>
                    <a:pt x="170" y="295"/>
                    <a:pt x="170" y="295"/>
                  </a:cubicBezTo>
                  <a:lnTo>
                    <a:pt x="170" y="295"/>
                  </a:lnTo>
                  <a:cubicBezTo>
                    <a:pt x="169" y="295"/>
                    <a:pt x="165" y="296"/>
                    <a:pt x="158" y="298"/>
                  </a:cubicBezTo>
                  <a:cubicBezTo>
                    <a:pt x="154" y="299"/>
                    <a:pt x="153" y="300"/>
                    <a:pt x="152" y="300"/>
                  </a:cubicBezTo>
                  <a:cubicBezTo>
                    <a:pt x="151" y="300"/>
                    <a:pt x="153" y="299"/>
                    <a:pt x="158" y="296"/>
                  </a:cubicBezTo>
                  <a:cubicBezTo>
                    <a:pt x="163" y="294"/>
                    <a:pt x="165" y="293"/>
                    <a:pt x="163" y="293"/>
                  </a:cubicBezTo>
                  <a:cubicBezTo>
                    <a:pt x="162" y="293"/>
                    <a:pt x="160" y="293"/>
                    <a:pt x="157" y="294"/>
                  </a:cubicBezTo>
                  <a:cubicBezTo>
                    <a:pt x="142" y="298"/>
                    <a:pt x="134" y="300"/>
                    <a:pt x="134" y="302"/>
                  </a:cubicBezTo>
                  <a:cubicBezTo>
                    <a:pt x="134" y="303"/>
                    <a:pt x="134" y="303"/>
                    <a:pt x="126" y="305"/>
                  </a:cubicBezTo>
                  <a:lnTo>
                    <a:pt x="126" y="303"/>
                  </a:lnTo>
                  <a:cubicBezTo>
                    <a:pt x="125" y="302"/>
                    <a:pt x="125" y="300"/>
                    <a:pt x="117" y="299"/>
                  </a:cubicBezTo>
                  <a:cubicBezTo>
                    <a:pt x="108" y="299"/>
                    <a:pt x="93" y="303"/>
                    <a:pt x="102" y="304"/>
                  </a:cubicBezTo>
                  <a:lnTo>
                    <a:pt x="94" y="307"/>
                  </a:lnTo>
                  <a:cubicBezTo>
                    <a:pt x="79" y="311"/>
                    <a:pt x="74" y="314"/>
                    <a:pt x="78" y="314"/>
                  </a:cubicBezTo>
                  <a:cubicBezTo>
                    <a:pt x="80" y="314"/>
                    <a:pt x="86" y="313"/>
                    <a:pt x="95" y="311"/>
                  </a:cubicBezTo>
                  <a:cubicBezTo>
                    <a:pt x="107" y="307"/>
                    <a:pt x="113" y="305"/>
                    <a:pt x="114" y="305"/>
                  </a:cubicBezTo>
                  <a:lnTo>
                    <a:pt x="114" y="305"/>
                  </a:lnTo>
                  <a:cubicBezTo>
                    <a:pt x="114" y="305"/>
                    <a:pt x="110" y="307"/>
                    <a:pt x="103" y="309"/>
                  </a:cubicBezTo>
                  <a:cubicBezTo>
                    <a:pt x="87" y="314"/>
                    <a:pt x="87" y="315"/>
                    <a:pt x="88" y="317"/>
                  </a:cubicBezTo>
                  <a:cubicBezTo>
                    <a:pt x="88" y="318"/>
                    <a:pt x="88" y="318"/>
                    <a:pt x="80" y="321"/>
                  </a:cubicBezTo>
                  <a:cubicBezTo>
                    <a:pt x="72" y="323"/>
                    <a:pt x="66" y="327"/>
                    <a:pt x="66" y="330"/>
                  </a:cubicBezTo>
                  <a:cubicBezTo>
                    <a:pt x="66" y="330"/>
                    <a:pt x="66" y="330"/>
                    <a:pt x="67" y="330"/>
                  </a:cubicBezTo>
                  <a:cubicBezTo>
                    <a:pt x="68" y="330"/>
                    <a:pt x="70" y="330"/>
                    <a:pt x="75" y="329"/>
                  </a:cubicBezTo>
                  <a:cubicBezTo>
                    <a:pt x="77" y="327"/>
                    <a:pt x="78" y="327"/>
                    <a:pt x="79" y="327"/>
                  </a:cubicBezTo>
                  <a:lnTo>
                    <a:pt x="79" y="327"/>
                  </a:lnTo>
                  <a:cubicBezTo>
                    <a:pt x="81" y="327"/>
                    <a:pt x="78" y="330"/>
                    <a:pt x="68" y="334"/>
                  </a:cubicBezTo>
                  <a:cubicBezTo>
                    <a:pt x="65" y="336"/>
                    <a:pt x="63" y="337"/>
                    <a:pt x="64" y="337"/>
                  </a:cubicBezTo>
                  <a:cubicBezTo>
                    <a:pt x="64" y="337"/>
                    <a:pt x="68" y="336"/>
                    <a:pt x="76" y="333"/>
                  </a:cubicBezTo>
                  <a:cubicBezTo>
                    <a:pt x="81" y="331"/>
                    <a:pt x="85" y="330"/>
                    <a:pt x="87" y="330"/>
                  </a:cubicBezTo>
                  <a:cubicBezTo>
                    <a:pt x="90" y="330"/>
                    <a:pt x="87" y="333"/>
                    <a:pt x="78" y="339"/>
                  </a:cubicBezTo>
                  <a:lnTo>
                    <a:pt x="79" y="341"/>
                  </a:lnTo>
                  <a:cubicBezTo>
                    <a:pt x="79" y="341"/>
                    <a:pt x="80" y="342"/>
                    <a:pt x="80" y="342"/>
                  </a:cubicBezTo>
                  <a:cubicBezTo>
                    <a:pt x="83" y="342"/>
                    <a:pt x="89" y="339"/>
                    <a:pt x="94" y="336"/>
                  </a:cubicBezTo>
                  <a:cubicBezTo>
                    <a:pt x="102" y="333"/>
                    <a:pt x="106" y="332"/>
                    <a:pt x="107" y="332"/>
                  </a:cubicBezTo>
                  <a:lnTo>
                    <a:pt x="107" y="332"/>
                  </a:lnTo>
                  <a:cubicBezTo>
                    <a:pt x="108" y="332"/>
                    <a:pt x="106" y="333"/>
                    <a:pt x="103" y="335"/>
                  </a:cubicBezTo>
                  <a:cubicBezTo>
                    <a:pt x="98" y="338"/>
                    <a:pt x="93" y="341"/>
                    <a:pt x="88" y="343"/>
                  </a:cubicBezTo>
                  <a:cubicBezTo>
                    <a:pt x="80" y="346"/>
                    <a:pt x="81" y="348"/>
                    <a:pt x="81" y="350"/>
                  </a:cubicBezTo>
                  <a:cubicBezTo>
                    <a:pt x="82" y="351"/>
                    <a:pt x="83" y="352"/>
                    <a:pt x="86" y="352"/>
                  </a:cubicBezTo>
                  <a:cubicBezTo>
                    <a:pt x="87" y="352"/>
                    <a:pt x="89" y="352"/>
                    <a:pt x="91" y="351"/>
                  </a:cubicBezTo>
                  <a:lnTo>
                    <a:pt x="91" y="351"/>
                  </a:lnTo>
                  <a:lnTo>
                    <a:pt x="84" y="354"/>
                  </a:lnTo>
                  <a:cubicBezTo>
                    <a:pt x="84" y="355"/>
                    <a:pt x="81" y="357"/>
                    <a:pt x="81" y="357"/>
                  </a:cubicBezTo>
                  <a:cubicBezTo>
                    <a:pt x="81" y="357"/>
                    <a:pt x="82" y="357"/>
                    <a:pt x="85" y="355"/>
                  </a:cubicBezTo>
                  <a:lnTo>
                    <a:pt x="85" y="355"/>
                  </a:lnTo>
                  <a:cubicBezTo>
                    <a:pt x="85" y="355"/>
                    <a:pt x="85" y="358"/>
                    <a:pt x="80" y="364"/>
                  </a:cubicBezTo>
                  <a:cubicBezTo>
                    <a:pt x="78" y="367"/>
                    <a:pt x="79" y="368"/>
                    <a:pt x="81" y="368"/>
                  </a:cubicBezTo>
                  <a:cubicBezTo>
                    <a:pt x="85" y="368"/>
                    <a:pt x="95" y="364"/>
                    <a:pt x="103" y="355"/>
                  </a:cubicBezTo>
                  <a:lnTo>
                    <a:pt x="104" y="357"/>
                  </a:lnTo>
                  <a:cubicBezTo>
                    <a:pt x="104" y="357"/>
                    <a:pt x="104" y="357"/>
                    <a:pt x="105" y="357"/>
                  </a:cubicBezTo>
                  <a:cubicBezTo>
                    <a:pt x="107" y="357"/>
                    <a:pt x="112" y="354"/>
                    <a:pt x="112" y="354"/>
                  </a:cubicBezTo>
                  <a:cubicBezTo>
                    <a:pt x="115" y="353"/>
                    <a:pt x="117" y="352"/>
                    <a:pt x="118" y="352"/>
                  </a:cubicBezTo>
                  <a:cubicBezTo>
                    <a:pt x="119" y="352"/>
                    <a:pt x="119" y="353"/>
                    <a:pt x="120" y="353"/>
                  </a:cubicBezTo>
                  <a:lnTo>
                    <a:pt x="106" y="361"/>
                  </a:lnTo>
                  <a:cubicBezTo>
                    <a:pt x="92" y="368"/>
                    <a:pt x="84" y="374"/>
                    <a:pt x="87" y="374"/>
                  </a:cubicBezTo>
                  <a:cubicBezTo>
                    <a:pt x="88" y="374"/>
                    <a:pt x="92" y="372"/>
                    <a:pt x="100" y="368"/>
                  </a:cubicBezTo>
                  <a:lnTo>
                    <a:pt x="100" y="368"/>
                  </a:lnTo>
                  <a:lnTo>
                    <a:pt x="94" y="372"/>
                  </a:lnTo>
                  <a:cubicBezTo>
                    <a:pt x="88" y="376"/>
                    <a:pt x="87" y="377"/>
                    <a:pt x="91" y="377"/>
                  </a:cubicBezTo>
                  <a:cubicBezTo>
                    <a:pt x="92" y="377"/>
                    <a:pt x="94" y="377"/>
                    <a:pt x="96" y="377"/>
                  </a:cubicBezTo>
                  <a:cubicBezTo>
                    <a:pt x="96" y="377"/>
                    <a:pt x="96" y="377"/>
                    <a:pt x="96" y="377"/>
                  </a:cubicBezTo>
                  <a:cubicBezTo>
                    <a:pt x="99" y="377"/>
                    <a:pt x="112" y="371"/>
                    <a:pt x="118" y="367"/>
                  </a:cubicBezTo>
                  <a:cubicBezTo>
                    <a:pt x="123" y="364"/>
                    <a:pt x="124" y="363"/>
                    <a:pt x="125" y="363"/>
                  </a:cubicBezTo>
                  <a:cubicBezTo>
                    <a:pt x="125" y="363"/>
                    <a:pt x="125" y="363"/>
                    <a:pt x="125" y="363"/>
                  </a:cubicBezTo>
                  <a:cubicBezTo>
                    <a:pt x="126" y="364"/>
                    <a:pt x="126" y="364"/>
                    <a:pt x="120" y="369"/>
                  </a:cubicBezTo>
                  <a:cubicBezTo>
                    <a:pt x="111" y="374"/>
                    <a:pt x="109" y="378"/>
                    <a:pt x="111" y="378"/>
                  </a:cubicBezTo>
                  <a:cubicBezTo>
                    <a:pt x="113" y="378"/>
                    <a:pt x="117" y="376"/>
                    <a:pt x="122" y="373"/>
                  </a:cubicBezTo>
                  <a:lnTo>
                    <a:pt x="122" y="373"/>
                  </a:lnTo>
                  <a:lnTo>
                    <a:pt x="115" y="378"/>
                  </a:lnTo>
                  <a:cubicBezTo>
                    <a:pt x="108" y="382"/>
                    <a:pt x="104" y="389"/>
                    <a:pt x="115" y="390"/>
                  </a:cubicBezTo>
                  <a:cubicBezTo>
                    <a:pt x="118" y="396"/>
                    <a:pt x="122" y="400"/>
                    <a:pt x="116" y="405"/>
                  </a:cubicBezTo>
                  <a:cubicBezTo>
                    <a:pt x="114" y="407"/>
                    <a:pt x="114" y="407"/>
                    <a:pt x="116" y="407"/>
                  </a:cubicBezTo>
                  <a:cubicBezTo>
                    <a:pt x="119" y="407"/>
                    <a:pt x="130" y="403"/>
                    <a:pt x="140" y="397"/>
                  </a:cubicBezTo>
                  <a:lnTo>
                    <a:pt x="140" y="397"/>
                  </a:lnTo>
                  <a:cubicBezTo>
                    <a:pt x="134" y="403"/>
                    <a:pt x="135" y="404"/>
                    <a:pt x="138" y="406"/>
                  </a:cubicBezTo>
                  <a:cubicBezTo>
                    <a:pt x="141" y="409"/>
                    <a:pt x="141" y="409"/>
                    <a:pt x="135" y="415"/>
                  </a:cubicBezTo>
                  <a:cubicBezTo>
                    <a:pt x="129" y="420"/>
                    <a:pt x="126" y="423"/>
                    <a:pt x="126" y="423"/>
                  </a:cubicBezTo>
                  <a:cubicBezTo>
                    <a:pt x="126" y="423"/>
                    <a:pt x="130" y="420"/>
                    <a:pt x="136" y="416"/>
                  </a:cubicBezTo>
                  <a:cubicBezTo>
                    <a:pt x="140" y="413"/>
                    <a:pt x="143" y="412"/>
                    <a:pt x="144" y="412"/>
                  </a:cubicBezTo>
                  <a:lnTo>
                    <a:pt x="144" y="412"/>
                  </a:lnTo>
                  <a:cubicBezTo>
                    <a:pt x="147" y="412"/>
                    <a:pt x="143" y="419"/>
                    <a:pt x="135" y="427"/>
                  </a:cubicBezTo>
                  <a:cubicBezTo>
                    <a:pt x="130" y="433"/>
                    <a:pt x="132" y="434"/>
                    <a:pt x="134" y="437"/>
                  </a:cubicBezTo>
                  <a:cubicBezTo>
                    <a:pt x="137" y="435"/>
                    <a:pt x="139" y="434"/>
                    <a:pt x="141" y="434"/>
                  </a:cubicBezTo>
                  <a:cubicBezTo>
                    <a:pt x="143" y="434"/>
                    <a:pt x="144" y="435"/>
                    <a:pt x="145" y="436"/>
                  </a:cubicBezTo>
                  <a:cubicBezTo>
                    <a:pt x="147" y="437"/>
                    <a:pt x="148" y="438"/>
                    <a:pt x="149" y="438"/>
                  </a:cubicBezTo>
                  <a:cubicBezTo>
                    <a:pt x="151" y="438"/>
                    <a:pt x="153" y="435"/>
                    <a:pt x="160" y="427"/>
                  </a:cubicBezTo>
                  <a:cubicBezTo>
                    <a:pt x="167" y="419"/>
                    <a:pt x="170" y="416"/>
                    <a:pt x="171" y="416"/>
                  </a:cubicBezTo>
                  <a:cubicBezTo>
                    <a:pt x="172" y="416"/>
                    <a:pt x="173" y="416"/>
                    <a:pt x="173" y="417"/>
                  </a:cubicBezTo>
                  <a:cubicBezTo>
                    <a:pt x="175" y="418"/>
                    <a:pt x="176" y="419"/>
                    <a:pt x="171" y="426"/>
                  </a:cubicBezTo>
                  <a:cubicBezTo>
                    <a:pt x="171" y="426"/>
                    <a:pt x="168" y="434"/>
                    <a:pt x="169" y="434"/>
                  </a:cubicBezTo>
                  <a:cubicBezTo>
                    <a:pt x="170" y="435"/>
                    <a:pt x="171" y="436"/>
                    <a:pt x="167" y="443"/>
                  </a:cubicBezTo>
                  <a:cubicBezTo>
                    <a:pt x="167" y="443"/>
                    <a:pt x="163" y="451"/>
                    <a:pt x="167" y="453"/>
                  </a:cubicBezTo>
                  <a:cubicBezTo>
                    <a:pt x="170" y="454"/>
                    <a:pt x="172" y="456"/>
                    <a:pt x="168" y="463"/>
                  </a:cubicBezTo>
                  <a:cubicBezTo>
                    <a:pt x="168" y="463"/>
                    <a:pt x="169" y="464"/>
                    <a:pt x="169" y="464"/>
                  </a:cubicBezTo>
                  <a:cubicBezTo>
                    <a:pt x="170" y="464"/>
                    <a:pt x="171" y="462"/>
                    <a:pt x="173" y="458"/>
                  </a:cubicBezTo>
                  <a:cubicBezTo>
                    <a:pt x="176" y="453"/>
                    <a:pt x="179" y="449"/>
                    <a:pt x="182" y="449"/>
                  </a:cubicBezTo>
                  <a:cubicBezTo>
                    <a:pt x="184" y="449"/>
                    <a:pt x="185" y="451"/>
                    <a:pt x="186" y="455"/>
                  </a:cubicBezTo>
                  <a:cubicBezTo>
                    <a:pt x="187" y="456"/>
                    <a:pt x="189" y="457"/>
                    <a:pt x="190" y="457"/>
                  </a:cubicBezTo>
                  <a:cubicBezTo>
                    <a:pt x="192" y="457"/>
                    <a:pt x="194" y="456"/>
                    <a:pt x="196" y="452"/>
                  </a:cubicBezTo>
                  <a:lnTo>
                    <a:pt x="196" y="452"/>
                  </a:lnTo>
                  <a:cubicBezTo>
                    <a:pt x="198" y="453"/>
                    <a:pt x="198" y="453"/>
                    <a:pt x="195" y="460"/>
                  </a:cubicBezTo>
                  <a:cubicBezTo>
                    <a:pt x="190" y="468"/>
                    <a:pt x="189" y="472"/>
                    <a:pt x="191" y="472"/>
                  </a:cubicBezTo>
                  <a:cubicBezTo>
                    <a:pt x="193" y="472"/>
                    <a:pt x="196" y="469"/>
                    <a:pt x="200" y="463"/>
                  </a:cubicBezTo>
                  <a:cubicBezTo>
                    <a:pt x="202" y="460"/>
                    <a:pt x="203" y="458"/>
                    <a:pt x="204" y="458"/>
                  </a:cubicBezTo>
                  <a:cubicBezTo>
                    <a:pt x="204" y="458"/>
                    <a:pt x="204" y="460"/>
                    <a:pt x="204" y="464"/>
                  </a:cubicBezTo>
                  <a:cubicBezTo>
                    <a:pt x="204" y="464"/>
                    <a:pt x="204" y="464"/>
                    <a:pt x="204" y="464"/>
                  </a:cubicBezTo>
                  <a:cubicBezTo>
                    <a:pt x="204" y="464"/>
                    <a:pt x="206" y="464"/>
                    <a:pt x="209" y="459"/>
                  </a:cubicBezTo>
                  <a:cubicBezTo>
                    <a:pt x="211" y="456"/>
                    <a:pt x="213" y="454"/>
                    <a:pt x="213" y="454"/>
                  </a:cubicBezTo>
                  <a:cubicBezTo>
                    <a:pt x="214" y="454"/>
                    <a:pt x="214" y="456"/>
                    <a:pt x="214" y="461"/>
                  </a:cubicBezTo>
                  <a:cubicBezTo>
                    <a:pt x="212" y="468"/>
                    <a:pt x="213" y="469"/>
                    <a:pt x="214" y="470"/>
                  </a:cubicBezTo>
                  <a:cubicBezTo>
                    <a:pt x="216" y="468"/>
                    <a:pt x="219" y="467"/>
                    <a:pt x="222" y="467"/>
                  </a:cubicBezTo>
                  <a:cubicBezTo>
                    <a:pt x="229" y="467"/>
                    <a:pt x="237" y="472"/>
                    <a:pt x="236" y="478"/>
                  </a:cubicBezTo>
                  <a:cubicBezTo>
                    <a:pt x="239" y="472"/>
                    <a:pt x="240" y="470"/>
                    <a:pt x="241" y="470"/>
                  </a:cubicBezTo>
                  <a:cubicBezTo>
                    <a:pt x="241" y="470"/>
                    <a:pt x="242" y="471"/>
                    <a:pt x="242" y="471"/>
                  </a:cubicBezTo>
                  <a:cubicBezTo>
                    <a:pt x="241" y="477"/>
                    <a:pt x="241" y="480"/>
                    <a:pt x="241" y="480"/>
                  </a:cubicBezTo>
                  <a:cubicBezTo>
                    <a:pt x="242" y="480"/>
                    <a:pt x="244" y="473"/>
                    <a:pt x="246" y="463"/>
                  </a:cubicBezTo>
                  <a:lnTo>
                    <a:pt x="244" y="463"/>
                  </a:lnTo>
                  <a:cubicBezTo>
                    <a:pt x="246" y="456"/>
                    <a:pt x="247" y="452"/>
                    <a:pt x="248" y="452"/>
                  </a:cubicBezTo>
                  <a:lnTo>
                    <a:pt x="248" y="452"/>
                  </a:lnTo>
                  <a:cubicBezTo>
                    <a:pt x="249" y="452"/>
                    <a:pt x="249" y="458"/>
                    <a:pt x="246" y="472"/>
                  </a:cubicBezTo>
                  <a:cubicBezTo>
                    <a:pt x="246" y="480"/>
                    <a:pt x="245" y="484"/>
                    <a:pt x="246" y="484"/>
                  </a:cubicBezTo>
                  <a:cubicBezTo>
                    <a:pt x="246" y="484"/>
                    <a:pt x="247" y="480"/>
                    <a:pt x="250" y="472"/>
                  </a:cubicBezTo>
                  <a:cubicBezTo>
                    <a:pt x="252" y="465"/>
                    <a:pt x="253" y="461"/>
                    <a:pt x="254" y="461"/>
                  </a:cubicBezTo>
                  <a:cubicBezTo>
                    <a:pt x="255" y="461"/>
                    <a:pt x="255" y="465"/>
                    <a:pt x="254" y="473"/>
                  </a:cubicBezTo>
                  <a:cubicBezTo>
                    <a:pt x="253" y="482"/>
                    <a:pt x="252" y="486"/>
                    <a:pt x="253" y="486"/>
                  </a:cubicBezTo>
                  <a:cubicBezTo>
                    <a:pt x="253" y="486"/>
                    <a:pt x="254" y="482"/>
                    <a:pt x="256" y="474"/>
                  </a:cubicBezTo>
                  <a:cubicBezTo>
                    <a:pt x="261" y="456"/>
                    <a:pt x="264" y="446"/>
                    <a:pt x="266" y="446"/>
                  </a:cubicBezTo>
                  <a:lnTo>
                    <a:pt x="266" y="446"/>
                  </a:lnTo>
                  <a:cubicBezTo>
                    <a:pt x="267" y="446"/>
                    <a:pt x="267" y="453"/>
                    <a:pt x="265" y="467"/>
                  </a:cubicBezTo>
                  <a:cubicBezTo>
                    <a:pt x="263" y="483"/>
                    <a:pt x="264" y="491"/>
                    <a:pt x="267" y="491"/>
                  </a:cubicBezTo>
                  <a:cubicBezTo>
                    <a:pt x="267" y="491"/>
                    <a:pt x="267" y="491"/>
                    <a:pt x="267" y="491"/>
                  </a:cubicBezTo>
                  <a:cubicBezTo>
                    <a:pt x="268" y="491"/>
                    <a:pt x="269" y="483"/>
                    <a:pt x="270" y="475"/>
                  </a:cubicBezTo>
                  <a:cubicBezTo>
                    <a:pt x="269" y="468"/>
                    <a:pt x="270" y="464"/>
                    <a:pt x="270" y="464"/>
                  </a:cubicBezTo>
                  <a:cubicBezTo>
                    <a:pt x="271" y="464"/>
                    <a:pt x="272" y="468"/>
                    <a:pt x="272" y="477"/>
                  </a:cubicBezTo>
                  <a:cubicBezTo>
                    <a:pt x="274" y="490"/>
                    <a:pt x="277" y="496"/>
                    <a:pt x="279" y="496"/>
                  </a:cubicBezTo>
                  <a:cubicBezTo>
                    <a:pt x="281" y="496"/>
                    <a:pt x="284" y="493"/>
                    <a:pt x="286" y="486"/>
                  </a:cubicBezTo>
                  <a:cubicBezTo>
                    <a:pt x="289" y="477"/>
                    <a:pt x="292" y="473"/>
                    <a:pt x="293" y="473"/>
                  </a:cubicBezTo>
                  <a:lnTo>
                    <a:pt x="293" y="473"/>
                  </a:lnTo>
                  <a:cubicBezTo>
                    <a:pt x="295" y="473"/>
                    <a:pt x="295" y="477"/>
                    <a:pt x="292" y="486"/>
                  </a:cubicBezTo>
                  <a:cubicBezTo>
                    <a:pt x="291" y="495"/>
                    <a:pt x="290" y="499"/>
                    <a:pt x="290" y="499"/>
                  </a:cubicBezTo>
                  <a:cubicBezTo>
                    <a:pt x="291" y="499"/>
                    <a:pt x="292" y="497"/>
                    <a:pt x="293" y="493"/>
                  </a:cubicBezTo>
                  <a:lnTo>
                    <a:pt x="302" y="493"/>
                  </a:lnTo>
                  <a:cubicBezTo>
                    <a:pt x="304" y="493"/>
                    <a:pt x="305" y="484"/>
                    <a:pt x="304" y="477"/>
                  </a:cubicBezTo>
                  <a:lnTo>
                    <a:pt x="304" y="477"/>
                  </a:lnTo>
                  <a:cubicBezTo>
                    <a:pt x="306" y="487"/>
                    <a:pt x="308" y="493"/>
                    <a:pt x="311" y="493"/>
                  </a:cubicBezTo>
                  <a:cubicBezTo>
                    <a:pt x="312" y="493"/>
                    <a:pt x="313" y="491"/>
                    <a:pt x="314" y="484"/>
                  </a:cubicBezTo>
                  <a:lnTo>
                    <a:pt x="317" y="483"/>
                  </a:lnTo>
                  <a:cubicBezTo>
                    <a:pt x="318" y="483"/>
                    <a:pt x="318" y="483"/>
                    <a:pt x="319" y="475"/>
                  </a:cubicBezTo>
                  <a:cubicBezTo>
                    <a:pt x="319" y="473"/>
                    <a:pt x="320" y="472"/>
                    <a:pt x="320" y="472"/>
                  </a:cubicBezTo>
                  <a:cubicBezTo>
                    <a:pt x="321" y="472"/>
                    <a:pt x="324" y="478"/>
                    <a:pt x="326" y="483"/>
                  </a:cubicBezTo>
                  <a:cubicBezTo>
                    <a:pt x="328" y="489"/>
                    <a:pt x="330" y="494"/>
                    <a:pt x="331" y="494"/>
                  </a:cubicBezTo>
                  <a:cubicBezTo>
                    <a:pt x="331" y="494"/>
                    <a:pt x="331" y="493"/>
                    <a:pt x="330" y="490"/>
                  </a:cubicBezTo>
                  <a:cubicBezTo>
                    <a:pt x="329" y="482"/>
                    <a:pt x="329" y="473"/>
                    <a:pt x="330" y="465"/>
                  </a:cubicBezTo>
                  <a:cubicBezTo>
                    <a:pt x="330" y="463"/>
                    <a:pt x="331" y="462"/>
                    <a:pt x="331" y="462"/>
                  </a:cubicBezTo>
                  <a:cubicBezTo>
                    <a:pt x="332" y="462"/>
                    <a:pt x="334" y="467"/>
                    <a:pt x="334" y="473"/>
                  </a:cubicBezTo>
                  <a:cubicBezTo>
                    <a:pt x="335" y="479"/>
                    <a:pt x="337" y="483"/>
                    <a:pt x="341" y="488"/>
                  </a:cubicBezTo>
                  <a:cubicBezTo>
                    <a:pt x="343" y="488"/>
                    <a:pt x="346" y="487"/>
                    <a:pt x="344" y="479"/>
                  </a:cubicBezTo>
                  <a:cubicBezTo>
                    <a:pt x="343" y="474"/>
                    <a:pt x="346" y="472"/>
                    <a:pt x="349" y="472"/>
                  </a:cubicBezTo>
                  <a:cubicBezTo>
                    <a:pt x="352" y="472"/>
                    <a:pt x="354" y="473"/>
                    <a:pt x="356" y="475"/>
                  </a:cubicBezTo>
                  <a:lnTo>
                    <a:pt x="360" y="474"/>
                  </a:lnTo>
                  <a:cubicBezTo>
                    <a:pt x="361" y="474"/>
                    <a:pt x="360" y="467"/>
                    <a:pt x="362" y="465"/>
                  </a:cubicBezTo>
                  <a:cubicBezTo>
                    <a:pt x="362" y="465"/>
                    <a:pt x="363" y="465"/>
                    <a:pt x="362" y="458"/>
                  </a:cubicBezTo>
                  <a:cubicBezTo>
                    <a:pt x="362" y="457"/>
                    <a:pt x="363" y="457"/>
                    <a:pt x="363" y="457"/>
                  </a:cubicBezTo>
                  <a:cubicBezTo>
                    <a:pt x="364" y="457"/>
                    <a:pt x="366" y="458"/>
                    <a:pt x="367" y="463"/>
                  </a:cubicBezTo>
                  <a:cubicBezTo>
                    <a:pt x="365" y="455"/>
                    <a:pt x="364" y="452"/>
                    <a:pt x="365" y="452"/>
                  </a:cubicBezTo>
                  <a:lnTo>
                    <a:pt x="365" y="452"/>
                  </a:lnTo>
                  <a:cubicBezTo>
                    <a:pt x="365" y="452"/>
                    <a:pt x="367" y="455"/>
                    <a:pt x="371" y="462"/>
                  </a:cubicBezTo>
                  <a:cubicBezTo>
                    <a:pt x="374" y="470"/>
                    <a:pt x="376" y="474"/>
                    <a:pt x="376" y="474"/>
                  </a:cubicBezTo>
                  <a:cubicBezTo>
                    <a:pt x="376" y="474"/>
                    <a:pt x="375" y="470"/>
                    <a:pt x="373" y="462"/>
                  </a:cubicBezTo>
                  <a:cubicBezTo>
                    <a:pt x="372" y="458"/>
                    <a:pt x="371" y="456"/>
                    <a:pt x="372" y="456"/>
                  </a:cubicBezTo>
                  <a:lnTo>
                    <a:pt x="372" y="456"/>
                  </a:lnTo>
                  <a:cubicBezTo>
                    <a:pt x="372" y="456"/>
                    <a:pt x="373" y="458"/>
                    <a:pt x="375" y="461"/>
                  </a:cubicBezTo>
                  <a:cubicBezTo>
                    <a:pt x="377" y="464"/>
                    <a:pt x="378" y="465"/>
                    <a:pt x="379" y="465"/>
                  </a:cubicBezTo>
                  <a:cubicBezTo>
                    <a:pt x="380" y="465"/>
                    <a:pt x="379" y="463"/>
                    <a:pt x="378" y="460"/>
                  </a:cubicBezTo>
                  <a:cubicBezTo>
                    <a:pt x="374" y="450"/>
                    <a:pt x="373" y="442"/>
                    <a:pt x="375" y="442"/>
                  </a:cubicBezTo>
                  <a:lnTo>
                    <a:pt x="375" y="442"/>
                  </a:lnTo>
                  <a:cubicBezTo>
                    <a:pt x="376" y="442"/>
                    <a:pt x="377" y="445"/>
                    <a:pt x="380" y="450"/>
                  </a:cubicBezTo>
                  <a:cubicBezTo>
                    <a:pt x="380" y="450"/>
                    <a:pt x="381" y="449"/>
                    <a:pt x="379" y="441"/>
                  </a:cubicBezTo>
                  <a:cubicBezTo>
                    <a:pt x="376" y="433"/>
                    <a:pt x="374" y="430"/>
                    <a:pt x="375" y="430"/>
                  </a:cubicBezTo>
                  <a:lnTo>
                    <a:pt x="375" y="430"/>
                  </a:lnTo>
                  <a:cubicBezTo>
                    <a:pt x="375" y="430"/>
                    <a:pt x="377" y="433"/>
                    <a:pt x="381" y="441"/>
                  </a:cubicBezTo>
                  <a:cubicBezTo>
                    <a:pt x="385" y="447"/>
                    <a:pt x="388" y="450"/>
                    <a:pt x="389" y="450"/>
                  </a:cubicBezTo>
                  <a:cubicBezTo>
                    <a:pt x="389" y="450"/>
                    <a:pt x="388" y="446"/>
                    <a:pt x="385" y="438"/>
                  </a:cubicBezTo>
                  <a:cubicBezTo>
                    <a:pt x="385" y="438"/>
                    <a:pt x="384" y="435"/>
                    <a:pt x="385" y="435"/>
                  </a:cubicBezTo>
                  <a:lnTo>
                    <a:pt x="385" y="435"/>
                  </a:lnTo>
                  <a:cubicBezTo>
                    <a:pt x="385" y="435"/>
                    <a:pt x="386" y="435"/>
                    <a:pt x="388" y="437"/>
                  </a:cubicBezTo>
                  <a:cubicBezTo>
                    <a:pt x="391" y="440"/>
                    <a:pt x="395" y="441"/>
                    <a:pt x="398" y="441"/>
                  </a:cubicBezTo>
                  <a:cubicBezTo>
                    <a:pt x="402" y="441"/>
                    <a:pt x="403" y="439"/>
                    <a:pt x="398" y="432"/>
                  </a:cubicBezTo>
                  <a:lnTo>
                    <a:pt x="400" y="430"/>
                  </a:lnTo>
                  <a:cubicBezTo>
                    <a:pt x="403" y="432"/>
                    <a:pt x="406" y="433"/>
                    <a:pt x="407" y="433"/>
                  </a:cubicBezTo>
                  <a:cubicBezTo>
                    <a:pt x="408" y="433"/>
                    <a:pt x="408" y="431"/>
                    <a:pt x="406" y="427"/>
                  </a:cubicBezTo>
                  <a:lnTo>
                    <a:pt x="402" y="419"/>
                  </a:lnTo>
                  <a:lnTo>
                    <a:pt x="402" y="419"/>
                  </a:lnTo>
                  <a:cubicBezTo>
                    <a:pt x="406" y="426"/>
                    <a:pt x="412" y="431"/>
                    <a:pt x="414" y="431"/>
                  </a:cubicBezTo>
                  <a:cubicBezTo>
                    <a:pt x="414" y="431"/>
                    <a:pt x="414" y="431"/>
                    <a:pt x="415" y="431"/>
                  </a:cubicBezTo>
                  <a:cubicBezTo>
                    <a:pt x="416" y="430"/>
                    <a:pt x="416" y="430"/>
                    <a:pt x="411" y="423"/>
                  </a:cubicBezTo>
                  <a:cubicBezTo>
                    <a:pt x="406" y="417"/>
                    <a:pt x="407" y="416"/>
                    <a:pt x="408" y="416"/>
                  </a:cubicBezTo>
                  <a:cubicBezTo>
                    <a:pt x="408" y="416"/>
                    <a:pt x="408" y="416"/>
                    <a:pt x="408" y="416"/>
                  </a:cubicBezTo>
                  <a:cubicBezTo>
                    <a:pt x="410" y="416"/>
                    <a:pt x="415" y="421"/>
                    <a:pt x="420" y="427"/>
                  </a:cubicBezTo>
                  <a:lnTo>
                    <a:pt x="421" y="426"/>
                  </a:lnTo>
                  <a:cubicBezTo>
                    <a:pt x="415" y="418"/>
                    <a:pt x="413" y="415"/>
                    <a:pt x="414" y="415"/>
                  </a:cubicBezTo>
                  <a:lnTo>
                    <a:pt x="414" y="415"/>
                  </a:lnTo>
                  <a:cubicBezTo>
                    <a:pt x="414" y="415"/>
                    <a:pt x="416" y="416"/>
                    <a:pt x="418" y="418"/>
                  </a:cubicBezTo>
                  <a:cubicBezTo>
                    <a:pt x="421" y="422"/>
                    <a:pt x="423" y="423"/>
                    <a:pt x="425" y="423"/>
                  </a:cubicBezTo>
                  <a:cubicBezTo>
                    <a:pt x="426" y="423"/>
                    <a:pt x="426" y="422"/>
                    <a:pt x="427" y="422"/>
                  </a:cubicBezTo>
                  <a:cubicBezTo>
                    <a:pt x="425" y="420"/>
                    <a:pt x="425" y="419"/>
                    <a:pt x="425" y="419"/>
                  </a:cubicBezTo>
                  <a:lnTo>
                    <a:pt x="425" y="419"/>
                  </a:lnTo>
                  <a:cubicBezTo>
                    <a:pt x="425" y="419"/>
                    <a:pt x="428" y="422"/>
                    <a:pt x="427" y="422"/>
                  </a:cubicBezTo>
                  <a:lnTo>
                    <a:pt x="431" y="428"/>
                  </a:lnTo>
                  <a:cubicBezTo>
                    <a:pt x="433" y="430"/>
                    <a:pt x="434" y="430"/>
                    <a:pt x="435" y="430"/>
                  </a:cubicBezTo>
                  <a:cubicBezTo>
                    <a:pt x="436" y="430"/>
                    <a:pt x="432" y="426"/>
                    <a:pt x="428" y="422"/>
                  </a:cubicBezTo>
                  <a:lnTo>
                    <a:pt x="430" y="419"/>
                  </a:lnTo>
                  <a:cubicBezTo>
                    <a:pt x="433" y="418"/>
                    <a:pt x="434" y="417"/>
                    <a:pt x="427" y="412"/>
                  </a:cubicBezTo>
                  <a:cubicBezTo>
                    <a:pt x="421" y="406"/>
                    <a:pt x="417" y="399"/>
                    <a:pt x="418" y="399"/>
                  </a:cubicBezTo>
                  <a:lnTo>
                    <a:pt x="418" y="399"/>
                  </a:lnTo>
                  <a:cubicBezTo>
                    <a:pt x="422" y="405"/>
                    <a:pt x="428" y="410"/>
                    <a:pt x="429" y="410"/>
                  </a:cubicBezTo>
                  <a:cubicBezTo>
                    <a:pt x="429" y="410"/>
                    <a:pt x="429" y="410"/>
                    <a:pt x="430" y="410"/>
                  </a:cubicBezTo>
                  <a:cubicBezTo>
                    <a:pt x="431" y="410"/>
                    <a:pt x="436" y="415"/>
                    <a:pt x="436" y="415"/>
                  </a:cubicBezTo>
                  <a:cubicBezTo>
                    <a:pt x="439" y="420"/>
                    <a:pt x="441" y="421"/>
                    <a:pt x="442" y="421"/>
                  </a:cubicBezTo>
                  <a:cubicBezTo>
                    <a:pt x="444" y="421"/>
                    <a:pt x="443" y="415"/>
                    <a:pt x="440" y="410"/>
                  </a:cubicBezTo>
                  <a:cubicBezTo>
                    <a:pt x="436" y="403"/>
                    <a:pt x="434" y="399"/>
                    <a:pt x="436" y="399"/>
                  </a:cubicBezTo>
                  <a:lnTo>
                    <a:pt x="436" y="399"/>
                  </a:lnTo>
                  <a:cubicBezTo>
                    <a:pt x="437" y="399"/>
                    <a:pt x="440" y="402"/>
                    <a:pt x="445" y="407"/>
                  </a:cubicBezTo>
                  <a:cubicBezTo>
                    <a:pt x="448" y="410"/>
                    <a:pt x="449" y="412"/>
                    <a:pt x="450" y="412"/>
                  </a:cubicBezTo>
                  <a:cubicBezTo>
                    <a:pt x="451" y="412"/>
                    <a:pt x="443" y="400"/>
                    <a:pt x="431" y="387"/>
                  </a:cubicBezTo>
                  <a:lnTo>
                    <a:pt x="415" y="369"/>
                  </a:lnTo>
                  <a:lnTo>
                    <a:pt x="433" y="386"/>
                  </a:lnTo>
                  <a:cubicBezTo>
                    <a:pt x="445" y="397"/>
                    <a:pt x="452" y="403"/>
                    <a:pt x="453" y="403"/>
                  </a:cubicBezTo>
                  <a:cubicBezTo>
                    <a:pt x="454" y="403"/>
                    <a:pt x="452" y="399"/>
                    <a:pt x="448" y="392"/>
                  </a:cubicBezTo>
                  <a:cubicBezTo>
                    <a:pt x="446" y="388"/>
                    <a:pt x="446" y="386"/>
                    <a:pt x="446" y="386"/>
                  </a:cubicBezTo>
                  <a:lnTo>
                    <a:pt x="446" y="386"/>
                  </a:lnTo>
                  <a:cubicBezTo>
                    <a:pt x="447" y="386"/>
                    <a:pt x="448" y="388"/>
                    <a:pt x="450" y="390"/>
                  </a:cubicBezTo>
                  <a:cubicBezTo>
                    <a:pt x="453" y="393"/>
                    <a:pt x="455" y="394"/>
                    <a:pt x="457" y="394"/>
                  </a:cubicBezTo>
                  <a:cubicBezTo>
                    <a:pt x="458" y="394"/>
                    <a:pt x="459" y="393"/>
                    <a:pt x="462" y="391"/>
                  </a:cubicBezTo>
                  <a:cubicBezTo>
                    <a:pt x="465" y="387"/>
                    <a:pt x="466" y="386"/>
                    <a:pt x="459" y="381"/>
                  </a:cubicBezTo>
                  <a:lnTo>
                    <a:pt x="462" y="378"/>
                  </a:lnTo>
                  <a:cubicBezTo>
                    <a:pt x="466" y="381"/>
                    <a:pt x="468" y="382"/>
                    <a:pt x="469" y="382"/>
                  </a:cubicBezTo>
                  <a:cubicBezTo>
                    <a:pt x="471" y="382"/>
                    <a:pt x="466" y="377"/>
                    <a:pt x="457" y="371"/>
                  </a:cubicBezTo>
                  <a:cubicBezTo>
                    <a:pt x="457" y="371"/>
                    <a:pt x="458" y="370"/>
                    <a:pt x="459" y="369"/>
                  </a:cubicBezTo>
                  <a:lnTo>
                    <a:pt x="465" y="373"/>
                  </a:lnTo>
                  <a:cubicBezTo>
                    <a:pt x="467" y="375"/>
                    <a:pt x="469" y="376"/>
                    <a:pt x="470" y="376"/>
                  </a:cubicBezTo>
                  <a:cubicBezTo>
                    <a:pt x="474" y="376"/>
                    <a:pt x="477" y="372"/>
                    <a:pt x="482" y="364"/>
                  </a:cubicBezTo>
                  <a:cubicBezTo>
                    <a:pt x="490" y="352"/>
                    <a:pt x="491" y="351"/>
                    <a:pt x="477" y="343"/>
                  </a:cubicBezTo>
                  <a:cubicBezTo>
                    <a:pt x="470" y="338"/>
                    <a:pt x="467" y="336"/>
                    <a:pt x="468" y="336"/>
                  </a:cubicBezTo>
                  <a:lnTo>
                    <a:pt x="468" y="336"/>
                  </a:lnTo>
                  <a:cubicBezTo>
                    <a:pt x="468" y="336"/>
                    <a:pt x="472" y="337"/>
                    <a:pt x="479" y="341"/>
                  </a:cubicBezTo>
                  <a:cubicBezTo>
                    <a:pt x="484" y="343"/>
                    <a:pt x="489" y="345"/>
                    <a:pt x="490" y="345"/>
                  </a:cubicBezTo>
                  <a:cubicBezTo>
                    <a:pt x="490" y="345"/>
                    <a:pt x="489" y="344"/>
                    <a:pt x="486" y="343"/>
                  </a:cubicBezTo>
                  <a:cubicBezTo>
                    <a:pt x="486" y="343"/>
                    <a:pt x="488" y="341"/>
                    <a:pt x="492" y="341"/>
                  </a:cubicBezTo>
                  <a:cubicBezTo>
                    <a:pt x="493" y="341"/>
                    <a:pt x="495" y="341"/>
                    <a:pt x="496" y="342"/>
                  </a:cubicBezTo>
                  <a:cubicBezTo>
                    <a:pt x="500" y="342"/>
                    <a:pt x="502" y="343"/>
                    <a:pt x="504" y="343"/>
                  </a:cubicBezTo>
                  <a:cubicBezTo>
                    <a:pt x="511" y="343"/>
                    <a:pt x="505" y="339"/>
                    <a:pt x="499" y="336"/>
                  </a:cubicBezTo>
                  <a:cubicBezTo>
                    <a:pt x="491" y="334"/>
                    <a:pt x="490" y="333"/>
                    <a:pt x="491" y="333"/>
                  </a:cubicBezTo>
                  <a:cubicBezTo>
                    <a:pt x="492" y="333"/>
                    <a:pt x="496" y="334"/>
                    <a:pt x="500" y="334"/>
                  </a:cubicBezTo>
                  <a:cubicBezTo>
                    <a:pt x="505" y="336"/>
                    <a:pt x="510" y="336"/>
                    <a:pt x="511" y="336"/>
                  </a:cubicBezTo>
                  <a:cubicBezTo>
                    <a:pt x="512" y="336"/>
                    <a:pt x="512" y="336"/>
                    <a:pt x="509" y="335"/>
                  </a:cubicBezTo>
                  <a:cubicBezTo>
                    <a:pt x="503" y="331"/>
                    <a:pt x="500" y="323"/>
                    <a:pt x="507" y="323"/>
                  </a:cubicBezTo>
                  <a:cubicBezTo>
                    <a:pt x="508" y="323"/>
                    <a:pt x="511" y="323"/>
                    <a:pt x="513" y="324"/>
                  </a:cubicBezTo>
                  <a:lnTo>
                    <a:pt x="514" y="321"/>
                  </a:lnTo>
                  <a:cubicBezTo>
                    <a:pt x="508" y="317"/>
                    <a:pt x="509" y="314"/>
                    <a:pt x="510" y="312"/>
                  </a:cubicBezTo>
                  <a:cubicBezTo>
                    <a:pt x="511" y="309"/>
                    <a:pt x="511" y="307"/>
                    <a:pt x="514" y="307"/>
                  </a:cubicBezTo>
                  <a:cubicBezTo>
                    <a:pt x="515" y="307"/>
                    <a:pt x="517" y="308"/>
                    <a:pt x="519" y="308"/>
                  </a:cubicBezTo>
                  <a:cubicBezTo>
                    <a:pt x="522" y="310"/>
                    <a:pt x="524" y="311"/>
                    <a:pt x="525" y="311"/>
                  </a:cubicBezTo>
                  <a:cubicBezTo>
                    <a:pt x="526" y="311"/>
                    <a:pt x="524" y="309"/>
                    <a:pt x="520" y="306"/>
                  </a:cubicBezTo>
                  <a:cubicBezTo>
                    <a:pt x="521" y="304"/>
                    <a:pt x="505" y="298"/>
                    <a:pt x="507" y="297"/>
                  </a:cubicBezTo>
                  <a:cubicBezTo>
                    <a:pt x="499" y="295"/>
                    <a:pt x="491" y="292"/>
                    <a:pt x="491" y="289"/>
                  </a:cubicBezTo>
                  <a:lnTo>
                    <a:pt x="491" y="289"/>
                  </a:lnTo>
                  <a:lnTo>
                    <a:pt x="499" y="292"/>
                  </a:lnTo>
                  <a:lnTo>
                    <a:pt x="514" y="295"/>
                  </a:lnTo>
                  <a:cubicBezTo>
                    <a:pt x="516" y="294"/>
                    <a:pt x="516" y="292"/>
                    <a:pt x="508" y="290"/>
                  </a:cubicBezTo>
                  <a:cubicBezTo>
                    <a:pt x="516" y="290"/>
                    <a:pt x="517" y="288"/>
                    <a:pt x="517" y="286"/>
                  </a:cubicBezTo>
                  <a:cubicBezTo>
                    <a:pt x="518" y="283"/>
                    <a:pt x="519" y="279"/>
                    <a:pt x="511" y="276"/>
                  </a:cubicBezTo>
                  <a:lnTo>
                    <a:pt x="511" y="276"/>
                  </a:lnTo>
                  <a:cubicBezTo>
                    <a:pt x="512" y="276"/>
                    <a:pt x="513" y="276"/>
                    <a:pt x="513" y="276"/>
                  </a:cubicBezTo>
                  <a:cubicBezTo>
                    <a:pt x="527" y="276"/>
                    <a:pt x="527" y="266"/>
                    <a:pt x="512" y="263"/>
                  </a:cubicBezTo>
                  <a:cubicBezTo>
                    <a:pt x="504" y="262"/>
                    <a:pt x="504" y="261"/>
                    <a:pt x="513" y="260"/>
                  </a:cubicBezTo>
                  <a:cubicBezTo>
                    <a:pt x="521" y="259"/>
                    <a:pt x="521" y="259"/>
                    <a:pt x="513" y="257"/>
                  </a:cubicBezTo>
                  <a:cubicBezTo>
                    <a:pt x="505" y="255"/>
                    <a:pt x="513" y="253"/>
                    <a:pt x="521" y="252"/>
                  </a:cubicBezTo>
                  <a:cubicBezTo>
                    <a:pt x="538" y="250"/>
                    <a:pt x="538" y="249"/>
                    <a:pt x="530" y="247"/>
                  </a:cubicBezTo>
                  <a:cubicBezTo>
                    <a:pt x="521" y="243"/>
                    <a:pt x="521" y="240"/>
                    <a:pt x="521" y="239"/>
                  </a:cubicBezTo>
                  <a:cubicBezTo>
                    <a:pt x="516" y="237"/>
                    <a:pt x="514" y="235"/>
                    <a:pt x="512" y="235"/>
                  </a:cubicBezTo>
                  <a:cubicBezTo>
                    <a:pt x="510" y="235"/>
                    <a:pt x="508" y="236"/>
                    <a:pt x="505" y="237"/>
                  </a:cubicBezTo>
                  <a:cubicBezTo>
                    <a:pt x="500" y="237"/>
                    <a:pt x="494" y="237"/>
                    <a:pt x="489" y="235"/>
                  </a:cubicBezTo>
                  <a:cubicBezTo>
                    <a:pt x="484" y="234"/>
                    <a:pt x="485" y="234"/>
                    <a:pt x="486" y="234"/>
                  </a:cubicBezTo>
                  <a:cubicBezTo>
                    <a:pt x="487" y="234"/>
                    <a:pt x="489" y="234"/>
                    <a:pt x="489" y="234"/>
                  </a:cubicBezTo>
                  <a:cubicBezTo>
                    <a:pt x="492" y="235"/>
                    <a:pt x="494" y="236"/>
                    <a:pt x="496" y="236"/>
                  </a:cubicBezTo>
                  <a:cubicBezTo>
                    <a:pt x="499" y="236"/>
                    <a:pt x="501" y="235"/>
                    <a:pt x="505" y="233"/>
                  </a:cubicBezTo>
                  <a:cubicBezTo>
                    <a:pt x="513" y="231"/>
                    <a:pt x="513" y="228"/>
                    <a:pt x="513" y="225"/>
                  </a:cubicBezTo>
                  <a:lnTo>
                    <a:pt x="512" y="220"/>
                  </a:lnTo>
                  <a:cubicBezTo>
                    <a:pt x="517" y="215"/>
                    <a:pt x="518" y="212"/>
                    <a:pt x="515" y="212"/>
                  </a:cubicBezTo>
                  <a:cubicBezTo>
                    <a:pt x="515" y="212"/>
                    <a:pt x="513" y="212"/>
                    <a:pt x="511" y="213"/>
                  </a:cubicBezTo>
                  <a:lnTo>
                    <a:pt x="503" y="214"/>
                  </a:lnTo>
                  <a:cubicBezTo>
                    <a:pt x="519" y="210"/>
                    <a:pt x="515" y="194"/>
                    <a:pt x="502" y="194"/>
                  </a:cubicBezTo>
                  <a:cubicBezTo>
                    <a:pt x="501" y="194"/>
                    <a:pt x="500" y="194"/>
                    <a:pt x="499" y="194"/>
                  </a:cubicBezTo>
                  <a:lnTo>
                    <a:pt x="507" y="192"/>
                  </a:lnTo>
                  <a:cubicBezTo>
                    <a:pt x="514" y="189"/>
                    <a:pt x="514" y="188"/>
                    <a:pt x="513" y="185"/>
                  </a:cubicBezTo>
                  <a:cubicBezTo>
                    <a:pt x="513" y="183"/>
                    <a:pt x="503" y="179"/>
                    <a:pt x="501" y="175"/>
                  </a:cubicBezTo>
                  <a:cubicBezTo>
                    <a:pt x="499" y="170"/>
                    <a:pt x="498" y="166"/>
                    <a:pt x="494" y="166"/>
                  </a:cubicBezTo>
                  <a:cubicBezTo>
                    <a:pt x="493" y="166"/>
                    <a:pt x="492" y="166"/>
                    <a:pt x="490" y="167"/>
                  </a:cubicBezTo>
                  <a:cubicBezTo>
                    <a:pt x="490" y="165"/>
                    <a:pt x="490" y="165"/>
                    <a:pt x="496" y="161"/>
                  </a:cubicBezTo>
                  <a:cubicBezTo>
                    <a:pt x="504" y="160"/>
                    <a:pt x="504" y="158"/>
                    <a:pt x="503" y="157"/>
                  </a:cubicBezTo>
                  <a:cubicBezTo>
                    <a:pt x="503" y="157"/>
                    <a:pt x="503" y="157"/>
                    <a:pt x="503" y="157"/>
                  </a:cubicBezTo>
                  <a:cubicBezTo>
                    <a:pt x="501" y="157"/>
                    <a:pt x="494" y="160"/>
                    <a:pt x="489" y="163"/>
                  </a:cubicBezTo>
                  <a:cubicBezTo>
                    <a:pt x="486" y="164"/>
                    <a:pt x="484" y="164"/>
                    <a:pt x="483" y="164"/>
                  </a:cubicBezTo>
                  <a:cubicBezTo>
                    <a:pt x="481" y="164"/>
                    <a:pt x="483" y="162"/>
                    <a:pt x="486" y="158"/>
                  </a:cubicBezTo>
                  <a:cubicBezTo>
                    <a:pt x="492" y="152"/>
                    <a:pt x="489" y="146"/>
                    <a:pt x="482" y="146"/>
                  </a:cubicBezTo>
                  <a:cubicBezTo>
                    <a:pt x="482" y="146"/>
                    <a:pt x="481" y="146"/>
                    <a:pt x="481" y="146"/>
                  </a:cubicBezTo>
                  <a:cubicBezTo>
                    <a:pt x="480" y="145"/>
                    <a:pt x="480" y="143"/>
                    <a:pt x="486" y="139"/>
                  </a:cubicBezTo>
                  <a:cubicBezTo>
                    <a:pt x="491" y="135"/>
                    <a:pt x="495" y="130"/>
                    <a:pt x="490" y="130"/>
                  </a:cubicBezTo>
                  <a:cubicBezTo>
                    <a:pt x="489" y="130"/>
                    <a:pt x="486" y="131"/>
                    <a:pt x="482" y="132"/>
                  </a:cubicBezTo>
                  <a:cubicBezTo>
                    <a:pt x="481" y="130"/>
                    <a:pt x="481" y="130"/>
                    <a:pt x="488" y="127"/>
                  </a:cubicBezTo>
                  <a:cubicBezTo>
                    <a:pt x="491" y="122"/>
                    <a:pt x="495" y="119"/>
                    <a:pt x="494" y="119"/>
                  </a:cubicBezTo>
                  <a:lnTo>
                    <a:pt x="494" y="119"/>
                  </a:lnTo>
                  <a:cubicBezTo>
                    <a:pt x="494" y="119"/>
                    <a:pt x="491" y="120"/>
                    <a:pt x="486" y="123"/>
                  </a:cubicBezTo>
                  <a:cubicBezTo>
                    <a:pt x="485" y="123"/>
                    <a:pt x="485" y="123"/>
                    <a:pt x="484" y="123"/>
                  </a:cubicBezTo>
                  <a:cubicBezTo>
                    <a:pt x="477" y="123"/>
                    <a:pt x="476" y="119"/>
                    <a:pt x="480" y="113"/>
                  </a:cubicBezTo>
                  <a:cubicBezTo>
                    <a:pt x="479" y="112"/>
                    <a:pt x="479" y="111"/>
                    <a:pt x="478" y="111"/>
                  </a:cubicBezTo>
                  <a:cubicBezTo>
                    <a:pt x="476" y="111"/>
                    <a:pt x="474" y="112"/>
                    <a:pt x="471" y="115"/>
                  </a:cubicBezTo>
                  <a:lnTo>
                    <a:pt x="464" y="120"/>
                  </a:lnTo>
                  <a:cubicBezTo>
                    <a:pt x="470" y="114"/>
                    <a:pt x="474" y="111"/>
                    <a:pt x="473" y="111"/>
                  </a:cubicBezTo>
                  <a:lnTo>
                    <a:pt x="473" y="111"/>
                  </a:lnTo>
                  <a:cubicBezTo>
                    <a:pt x="473" y="111"/>
                    <a:pt x="469" y="113"/>
                    <a:pt x="463" y="118"/>
                  </a:cubicBezTo>
                  <a:cubicBezTo>
                    <a:pt x="460" y="120"/>
                    <a:pt x="458" y="120"/>
                    <a:pt x="457" y="120"/>
                  </a:cubicBezTo>
                  <a:cubicBezTo>
                    <a:pt x="457" y="120"/>
                    <a:pt x="458" y="119"/>
                    <a:pt x="462" y="115"/>
                  </a:cubicBezTo>
                  <a:cubicBezTo>
                    <a:pt x="467" y="110"/>
                    <a:pt x="466" y="109"/>
                    <a:pt x="466" y="109"/>
                  </a:cubicBezTo>
                  <a:cubicBezTo>
                    <a:pt x="459" y="106"/>
                    <a:pt x="454" y="103"/>
                    <a:pt x="448" y="99"/>
                  </a:cubicBezTo>
                  <a:cubicBezTo>
                    <a:pt x="442" y="93"/>
                    <a:pt x="439" y="89"/>
                    <a:pt x="435" y="89"/>
                  </a:cubicBezTo>
                  <a:cubicBezTo>
                    <a:pt x="434" y="89"/>
                    <a:pt x="432" y="90"/>
                    <a:pt x="430" y="92"/>
                  </a:cubicBezTo>
                  <a:cubicBezTo>
                    <a:pt x="427" y="94"/>
                    <a:pt x="426" y="95"/>
                    <a:pt x="425" y="95"/>
                  </a:cubicBezTo>
                  <a:cubicBezTo>
                    <a:pt x="424" y="95"/>
                    <a:pt x="426" y="93"/>
                    <a:pt x="428" y="90"/>
                  </a:cubicBezTo>
                  <a:cubicBezTo>
                    <a:pt x="433" y="83"/>
                    <a:pt x="431" y="82"/>
                    <a:pt x="430" y="81"/>
                  </a:cubicBezTo>
                  <a:cubicBezTo>
                    <a:pt x="429" y="80"/>
                    <a:pt x="428" y="78"/>
                    <a:pt x="433" y="72"/>
                  </a:cubicBezTo>
                  <a:lnTo>
                    <a:pt x="433" y="72"/>
                  </a:lnTo>
                  <a:cubicBezTo>
                    <a:pt x="428" y="76"/>
                    <a:pt x="426" y="77"/>
                    <a:pt x="426" y="77"/>
                  </a:cubicBezTo>
                  <a:cubicBezTo>
                    <a:pt x="425" y="77"/>
                    <a:pt x="425" y="76"/>
                    <a:pt x="425" y="76"/>
                  </a:cubicBezTo>
                  <a:cubicBezTo>
                    <a:pt x="428" y="72"/>
                    <a:pt x="429" y="70"/>
                    <a:pt x="428" y="70"/>
                  </a:cubicBezTo>
                  <a:lnTo>
                    <a:pt x="428" y="70"/>
                  </a:lnTo>
                  <a:cubicBezTo>
                    <a:pt x="427" y="70"/>
                    <a:pt x="425" y="71"/>
                    <a:pt x="422" y="74"/>
                  </a:cubicBezTo>
                  <a:cubicBezTo>
                    <a:pt x="417" y="79"/>
                    <a:pt x="414" y="82"/>
                    <a:pt x="414" y="82"/>
                  </a:cubicBezTo>
                  <a:cubicBezTo>
                    <a:pt x="414" y="82"/>
                    <a:pt x="416" y="79"/>
                    <a:pt x="421" y="73"/>
                  </a:cubicBezTo>
                  <a:cubicBezTo>
                    <a:pt x="425" y="68"/>
                    <a:pt x="427" y="61"/>
                    <a:pt x="426" y="61"/>
                  </a:cubicBezTo>
                  <a:lnTo>
                    <a:pt x="426" y="61"/>
                  </a:lnTo>
                  <a:cubicBezTo>
                    <a:pt x="426" y="61"/>
                    <a:pt x="425" y="62"/>
                    <a:pt x="424" y="64"/>
                  </a:cubicBezTo>
                  <a:cubicBezTo>
                    <a:pt x="419" y="71"/>
                    <a:pt x="417" y="68"/>
                    <a:pt x="410" y="74"/>
                  </a:cubicBezTo>
                  <a:cubicBezTo>
                    <a:pt x="409" y="73"/>
                    <a:pt x="408" y="72"/>
                    <a:pt x="412" y="65"/>
                  </a:cubicBezTo>
                  <a:cubicBezTo>
                    <a:pt x="414" y="61"/>
                    <a:pt x="412" y="60"/>
                    <a:pt x="410" y="60"/>
                  </a:cubicBezTo>
                  <a:cubicBezTo>
                    <a:pt x="407" y="60"/>
                    <a:pt x="402" y="62"/>
                    <a:pt x="399" y="65"/>
                  </a:cubicBezTo>
                  <a:cubicBezTo>
                    <a:pt x="397" y="68"/>
                    <a:pt x="395" y="69"/>
                    <a:pt x="395" y="69"/>
                  </a:cubicBezTo>
                  <a:cubicBezTo>
                    <a:pt x="395" y="69"/>
                    <a:pt x="395" y="67"/>
                    <a:pt x="398" y="64"/>
                  </a:cubicBezTo>
                  <a:cubicBezTo>
                    <a:pt x="402" y="57"/>
                    <a:pt x="401" y="56"/>
                    <a:pt x="399" y="55"/>
                  </a:cubicBezTo>
                  <a:lnTo>
                    <a:pt x="399" y="55"/>
                  </a:lnTo>
                  <a:cubicBezTo>
                    <a:pt x="397" y="57"/>
                    <a:pt x="397" y="57"/>
                    <a:pt x="396" y="57"/>
                  </a:cubicBezTo>
                  <a:cubicBezTo>
                    <a:pt x="396" y="57"/>
                    <a:pt x="399" y="52"/>
                    <a:pt x="402" y="47"/>
                  </a:cubicBezTo>
                  <a:cubicBezTo>
                    <a:pt x="408" y="41"/>
                    <a:pt x="407" y="40"/>
                    <a:pt x="403" y="39"/>
                  </a:cubicBezTo>
                  <a:lnTo>
                    <a:pt x="403" y="39"/>
                  </a:lnTo>
                  <a:cubicBezTo>
                    <a:pt x="401" y="41"/>
                    <a:pt x="399" y="42"/>
                    <a:pt x="397" y="42"/>
                  </a:cubicBezTo>
                  <a:cubicBezTo>
                    <a:pt x="394" y="42"/>
                    <a:pt x="390" y="40"/>
                    <a:pt x="388" y="38"/>
                  </a:cubicBezTo>
                  <a:cubicBezTo>
                    <a:pt x="386" y="37"/>
                    <a:pt x="384" y="37"/>
                    <a:pt x="383" y="37"/>
                  </a:cubicBezTo>
                  <a:cubicBezTo>
                    <a:pt x="377" y="37"/>
                    <a:pt x="372" y="43"/>
                    <a:pt x="365" y="54"/>
                  </a:cubicBezTo>
                  <a:lnTo>
                    <a:pt x="356" y="68"/>
                  </a:lnTo>
                  <a:lnTo>
                    <a:pt x="364" y="53"/>
                  </a:lnTo>
                  <a:cubicBezTo>
                    <a:pt x="367" y="46"/>
                    <a:pt x="372" y="30"/>
                    <a:pt x="372" y="30"/>
                  </a:cubicBezTo>
                  <a:cubicBezTo>
                    <a:pt x="372" y="30"/>
                    <a:pt x="372" y="30"/>
                    <a:pt x="372" y="30"/>
                  </a:cubicBezTo>
                  <a:cubicBezTo>
                    <a:pt x="370" y="30"/>
                    <a:pt x="367" y="37"/>
                    <a:pt x="364" y="45"/>
                  </a:cubicBezTo>
                  <a:cubicBezTo>
                    <a:pt x="363" y="48"/>
                    <a:pt x="361" y="50"/>
                    <a:pt x="361" y="50"/>
                  </a:cubicBezTo>
                  <a:cubicBezTo>
                    <a:pt x="360" y="50"/>
                    <a:pt x="360" y="47"/>
                    <a:pt x="360" y="42"/>
                  </a:cubicBezTo>
                  <a:cubicBezTo>
                    <a:pt x="360" y="37"/>
                    <a:pt x="359" y="35"/>
                    <a:pt x="358" y="35"/>
                  </a:cubicBezTo>
                  <a:cubicBezTo>
                    <a:pt x="357" y="35"/>
                    <a:pt x="356" y="36"/>
                    <a:pt x="354" y="39"/>
                  </a:cubicBezTo>
                  <a:cubicBezTo>
                    <a:pt x="353" y="39"/>
                    <a:pt x="351" y="38"/>
                    <a:pt x="352" y="30"/>
                  </a:cubicBezTo>
                  <a:cubicBezTo>
                    <a:pt x="351" y="30"/>
                    <a:pt x="351" y="30"/>
                    <a:pt x="351" y="30"/>
                  </a:cubicBezTo>
                  <a:cubicBezTo>
                    <a:pt x="350" y="30"/>
                    <a:pt x="350" y="31"/>
                    <a:pt x="348" y="37"/>
                  </a:cubicBezTo>
                  <a:cubicBezTo>
                    <a:pt x="347" y="41"/>
                    <a:pt x="346" y="42"/>
                    <a:pt x="345" y="42"/>
                  </a:cubicBezTo>
                  <a:cubicBezTo>
                    <a:pt x="344" y="42"/>
                    <a:pt x="344" y="40"/>
                    <a:pt x="345" y="36"/>
                  </a:cubicBezTo>
                  <a:cubicBezTo>
                    <a:pt x="347" y="26"/>
                    <a:pt x="346" y="21"/>
                    <a:pt x="345" y="21"/>
                  </a:cubicBezTo>
                  <a:cubicBezTo>
                    <a:pt x="344" y="21"/>
                    <a:pt x="342" y="23"/>
                    <a:pt x="342" y="26"/>
                  </a:cubicBezTo>
                  <a:cubicBezTo>
                    <a:pt x="340" y="31"/>
                    <a:pt x="338" y="33"/>
                    <a:pt x="337" y="33"/>
                  </a:cubicBezTo>
                  <a:cubicBezTo>
                    <a:pt x="337" y="33"/>
                    <a:pt x="336" y="33"/>
                    <a:pt x="336" y="32"/>
                  </a:cubicBezTo>
                  <a:cubicBezTo>
                    <a:pt x="336" y="32"/>
                    <a:pt x="336" y="32"/>
                    <a:pt x="335" y="32"/>
                  </a:cubicBezTo>
                  <a:cubicBezTo>
                    <a:pt x="334" y="32"/>
                    <a:pt x="332" y="33"/>
                    <a:pt x="329" y="39"/>
                  </a:cubicBezTo>
                  <a:lnTo>
                    <a:pt x="326" y="38"/>
                  </a:lnTo>
                  <a:cubicBezTo>
                    <a:pt x="325" y="38"/>
                    <a:pt x="328" y="30"/>
                    <a:pt x="329" y="30"/>
                  </a:cubicBezTo>
                  <a:lnTo>
                    <a:pt x="330" y="22"/>
                  </a:lnTo>
                  <a:cubicBezTo>
                    <a:pt x="330" y="22"/>
                    <a:pt x="329" y="22"/>
                    <a:pt x="328" y="22"/>
                  </a:cubicBezTo>
                  <a:cubicBezTo>
                    <a:pt x="326" y="22"/>
                    <a:pt x="324" y="23"/>
                    <a:pt x="321" y="29"/>
                  </a:cubicBezTo>
                  <a:cubicBezTo>
                    <a:pt x="319" y="36"/>
                    <a:pt x="318" y="40"/>
                    <a:pt x="318" y="40"/>
                  </a:cubicBezTo>
                  <a:cubicBezTo>
                    <a:pt x="318" y="40"/>
                    <a:pt x="319" y="36"/>
                    <a:pt x="320" y="28"/>
                  </a:cubicBezTo>
                  <a:cubicBezTo>
                    <a:pt x="322" y="22"/>
                    <a:pt x="322" y="16"/>
                    <a:pt x="321" y="16"/>
                  </a:cubicBezTo>
                  <a:lnTo>
                    <a:pt x="321" y="16"/>
                  </a:lnTo>
                  <a:cubicBezTo>
                    <a:pt x="321" y="16"/>
                    <a:pt x="320" y="17"/>
                    <a:pt x="319" y="19"/>
                  </a:cubicBezTo>
                  <a:cubicBezTo>
                    <a:pt x="317" y="26"/>
                    <a:pt x="316" y="28"/>
                    <a:pt x="315" y="28"/>
                  </a:cubicBezTo>
                  <a:cubicBezTo>
                    <a:pt x="315" y="28"/>
                    <a:pt x="315" y="23"/>
                    <a:pt x="316" y="19"/>
                  </a:cubicBezTo>
                  <a:cubicBezTo>
                    <a:pt x="318" y="11"/>
                    <a:pt x="319" y="7"/>
                    <a:pt x="318" y="7"/>
                  </a:cubicBezTo>
                  <a:lnTo>
                    <a:pt x="318" y="7"/>
                  </a:lnTo>
                  <a:cubicBezTo>
                    <a:pt x="318" y="7"/>
                    <a:pt x="315" y="11"/>
                    <a:pt x="310" y="18"/>
                  </a:cubicBezTo>
                  <a:cubicBezTo>
                    <a:pt x="310" y="18"/>
                    <a:pt x="310" y="18"/>
                    <a:pt x="310" y="18"/>
                  </a:cubicBezTo>
                  <a:cubicBezTo>
                    <a:pt x="306" y="18"/>
                    <a:pt x="301" y="24"/>
                    <a:pt x="297" y="24"/>
                  </a:cubicBezTo>
                  <a:cubicBezTo>
                    <a:pt x="296" y="24"/>
                    <a:pt x="296" y="23"/>
                    <a:pt x="296" y="23"/>
                  </a:cubicBezTo>
                  <a:cubicBezTo>
                    <a:pt x="289" y="22"/>
                    <a:pt x="286" y="22"/>
                    <a:pt x="284" y="14"/>
                  </a:cubicBezTo>
                  <a:cubicBezTo>
                    <a:pt x="284" y="12"/>
                    <a:pt x="284" y="11"/>
                    <a:pt x="284" y="9"/>
                  </a:cubicBezTo>
                  <a:lnTo>
                    <a:pt x="284" y="9"/>
                  </a:lnTo>
                  <a:cubicBezTo>
                    <a:pt x="284" y="22"/>
                    <a:pt x="282" y="22"/>
                    <a:pt x="278" y="22"/>
                  </a:cubicBezTo>
                  <a:cubicBezTo>
                    <a:pt x="276" y="19"/>
                    <a:pt x="274" y="18"/>
                    <a:pt x="273" y="18"/>
                  </a:cubicBezTo>
                  <a:cubicBezTo>
                    <a:pt x="270" y="18"/>
                    <a:pt x="269" y="24"/>
                    <a:pt x="269" y="30"/>
                  </a:cubicBezTo>
                  <a:lnTo>
                    <a:pt x="271" y="30"/>
                  </a:lnTo>
                  <a:cubicBezTo>
                    <a:pt x="272" y="39"/>
                    <a:pt x="272" y="43"/>
                    <a:pt x="271" y="43"/>
                  </a:cubicBezTo>
                  <a:cubicBezTo>
                    <a:pt x="270" y="43"/>
                    <a:pt x="269" y="41"/>
                    <a:pt x="268" y="38"/>
                  </a:cubicBezTo>
                  <a:cubicBezTo>
                    <a:pt x="265" y="38"/>
                    <a:pt x="265" y="30"/>
                    <a:pt x="264" y="21"/>
                  </a:cubicBezTo>
                  <a:cubicBezTo>
                    <a:pt x="264" y="13"/>
                    <a:pt x="262" y="5"/>
                    <a:pt x="260" y="5"/>
                  </a:cubicBezTo>
                  <a:close/>
                  <a:moveTo>
                    <a:pt x="450" y="569"/>
                  </a:moveTo>
                  <a:cubicBezTo>
                    <a:pt x="449" y="569"/>
                    <a:pt x="449" y="569"/>
                    <a:pt x="448" y="570"/>
                  </a:cubicBezTo>
                  <a:cubicBezTo>
                    <a:pt x="448" y="575"/>
                    <a:pt x="450" y="581"/>
                    <a:pt x="453" y="585"/>
                  </a:cubicBezTo>
                  <a:cubicBezTo>
                    <a:pt x="454" y="588"/>
                    <a:pt x="455" y="589"/>
                    <a:pt x="456" y="589"/>
                  </a:cubicBezTo>
                  <a:cubicBezTo>
                    <a:pt x="457" y="589"/>
                    <a:pt x="457" y="585"/>
                    <a:pt x="454" y="575"/>
                  </a:cubicBezTo>
                  <a:cubicBezTo>
                    <a:pt x="451" y="571"/>
                    <a:pt x="451" y="569"/>
                    <a:pt x="450" y="56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29" name="Google Shape;12129;p47"/>
          <p:cNvSpPr/>
          <p:nvPr/>
        </p:nvSpPr>
        <p:spPr>
          <a:xfrm rot="1684322">
            <a:off x="6212218" y="4498781"/>
            <a:ext cx="72446" cy="76497"/>
          </a:xfrm>
          <a:custGeom>
            <a:avLst/>
            <a:gdLst/>
            <a:ahLst/>
            <a:cxnLst/>
            <a:rect l="l" t="t" r="r" b="b"/>
            <a:pathLst>
              <a:path w="769" h="812" extrusionOk="0">
                <a:moveTo>
                  <a:pt x="373" y="29"/>
                </a:moveTo>
                <a:cubicBezTo>
                  <a:pt x="371" y="29"/>
                  <a:pt x="371" y="33"/>
                  <a:pt x="372" y="33"/>
                </a:cubicBezTo>
                <a:cubicBezTo>
                  <a:pt x="372" y="33"/>
                  <a:pt x="372" y="32"/>
                  <a:pt x="373" y="29"/>
                </a:cubicBezTo>
                <a:close/>
                <a:moveTo>
                  <a:pt x="367" y="37"/>
                </a:moveTo>
                <a:lnTo>
                  <a:pt x="371" y="46"/>
                </a:lnTo>
                <a:lnTo>
                  <a:pt x="368" y="46"/>
                </a:lnTo>
                <a:cubicBezTo>
                  <a:pt x="366" y="46"/>
                  <a:pt x="366" y="46"/>
                  <a:pt x="365" y="38"/>
                </a:cubicBezTo>
                <a:lnTo>
                  <a:pt x="367" y="37"/>
                </a:lnTo>
                <a:close/>
                <a:moveTo>
                  <a:pt x="391" y="38"/>
                </a:moveTo>
                <a:lnTo>
                  <a:pt x="393" y="46"/>
                </a:lnTo>
                <a:lnTo>
                  <a:pt x="391" y="46"/>
                </a:lnTo>
                <a:cubicBezTo>
                  <a:pt x="388" y="46"/>
                  <a:pt x="388" y="46"/>
                  <a:pt x="388" y="38"/>
                </a:cubicBezTo>
                <a:close/>
                <a:moveTo>
                  <a:pt x="406" y="38"/>
                </a:moveTo>
                <a:cubicBezTo>
                  <a:pt x="412" y="39"/>
                  <a:pt x="412" y="39"/>
                  <a:pt x="409" y="47"/>
                </a:cubicBezTo>
                <a:cubicBezTo>
                  <a:pt x="407" y="50"/>
                  <a:pt x="406" y="52"/>
                  <a:pt x="405" y="52"/>
                </a:cubicBezTo>
                <a:cubicBezTo>
                  <a:pt x="404" y="52"/>
                  <a:pt x="404" y="50"/>
                  <a:pt x="404" y="46"/>
                </a:cubicBezTo>
                <a:cubicBezTo>
                  <a:pt x="404" y="38"/>
                  <a:pt x="404" y="38"/>
                  <a:pt x="406" y="38"/>
                </a:cubicBezTo>
                <a:close/>
                <a:moveTo>
                  <a:pt x="346" y="48"/>
                </a:moveTo>
                <a:cubicBezTo>
                  <a:pt x="347" y="52"/>
                  <a:pt x="349" y="58"/>
                  <a:pt x="350" y="64"/>
                </a:cubicBezTo>
                <a:lnTo>
                  <a:pt x="348" y="64"/>
                </a:lnTo>
                <a:cubicBezTo>
                  <a:pt x="346" y="64"/>
                  <a:pt x="345" y="56"/>
                  <a:pt x="345" y="56"/>
                </a:cubicBezTo>
                <a:cubicBezTo>
                  <a:pt x="345" y="56"/>
                  <a:pt x="342" y="48"/>
                  <a:pt x="346" y="48"/>
                </a:cubicBezTo>
                <a:close/>
                <a:moveTo>
                  <a:pt x="257" y="69"/>
                </a:moveTo>
                <a:cubicBezTo>
                  <a:pt x="258" y="69"/>
                  <a:pt x="258" y="70"/>
                  <a:pt x="259" y="72"/>
                </a:cubicBezTo>
                <a:lnTo>
                  <a:pt x="263" y="79"/>
                </a:lnTo>
                <a:cubicBezTo>
                  <a:pt x="264" y="85"/>
                  <a:pt x="264" y="91"/>
                  <a:pt x="264" y="91"/>
                </a:cubicBezTo>
                <a:cubicBezTo>
                  <a:pt x="263" y="91"/>
                  <a:pt x="263" y="91"/>
                  <a:pt x="262" y="88"/>
                </a:cubicBezTo>
                <a:cubicBezTo>
                  <a:pt x="259" y="84"/>
                  <a:pt x="258" y="78"/>
                  <a:pt x="257" y="73"/>
                </a:cubicBezTo>
                <a:cubicBezTo>
                  <a:pt x="257" y="73"/>
                  <a:pt x="257" y="69"/>
                  <a:pt x="257" y="69"/>
                </a:cubicBezTo>
                <a:close/>
                <a:moveTo>
                  <a:pt x="444" y="86"/>
                </a:moveTo>
                <a:cubicBezTo>
                  <a:pt x="444" y="86"/>
                  <a:pt x="444" y="86"/>
                  <a:pt x="445" y="86"/>
                </a:cubicBezTo>
                <a:lnTo>
                  <a:pt x="445" y="94"/>
                </a:lnTo>
                <a:cubicBezTo>
                  <a:pt x="442" y="102"/>
                  <a:pt x="440" y="102"/>
                  <a:pt x="440" y="102"/>
                </a:cubicBezTo>
                <a:cubicBezTo>
                  <a:pt x="439" y="101"/>
                  <a:pt x="439" y="101"/>
                  <a:pt x="440" y="93"/>
                </a:cubicBezTo>
                <a:cubicBezTo>
                  <a:pt x="440" y="93"/>
                  <a:pt x="442" y="86"/>
                  <a:pt x="444" y="86"/>
                </a:cubicBezTo>
                <a:close/>
                <a:moveTo>
                  <a:pt x="419" y="89"/>
                </a:moveTo>
                <a:cubicBezTo>
                  <a:pt x="419" y="89"/>
                  <a:pt x="419" y="89"/>
                  <a:pt x="419" y="89"/>
                </a:cubicBezTo>
                <a:lnTo>
                  <a:pt x="420" y="97"/>
                </a:lnTo>
                <a:lnTo>
                  <a:pt x="418" y="105"/>
                </a:lnTo>
                <a:lnTo>
                  <a:pt x="415" y="105"/>
                </a:lnTo>
                <a:cubicBezTo>
                  <a:pt x="416" y="97"/>
                  <a:pt x="417" y="89"/>
                  <a:pt x="419" y="89"/>
                </a:cubicBezTo>
                <a:close/>
                <a:moveTo>
                  <a:pt x="626" y="139"/>
                </a:moveTo>
                <a:cubicBezTo>
                  <a:pt x="626" y="139"/>
                  <a:pt x="626" y="139"/>
                  <a:pt x="626" y="139"/>
                </a:cubicBezTo>
                <a:lnTo>
                  <a:pt x="627" y="141"/>
                </a:lnTo>
                <a:cubicBezTo>
                  <a:pt x="624" y="144"/>
                  <a:pt x="620" y="148"/>
                  <a:pt x="614" y="151"/>
                </a:cubicBezTo>
                <a:lnTo>
                  <a:pt x="613" y="149"/>
                </a:lnTo>
                <a:cubicBezTo>
                  <a:pt x="618" y="144"/>
                  <a:pt x="623" y="139"/>
                  <a:pt x="626" y="139"/>
                </a:cubicBezTo>
                <a:close/>
                <a:moveTo>
                  <a:pt x="206" y="131"/>
                </a:moveTo>
                <a:cubicBezTo>
                  <a:pt x="209" y="131"/>
                  <a:pt x="217" y="144"/>
                  <a:pt x="219" y="151"/>
                </a:cubicBezTo>
                <a:cubicBezTo>
                  <a:pt x="218" y="152"/>
                  <a:pt x="218" y="152"/>
                  <a:pt x="217" y="152"/>
                </a:cubicBezTo>
                <a:cubicBezTo>
                  <a:pt x="216" y="152"/>
                  <a:pt x="215" y="151"/>
                  <a:pt x="212" y="147"/>
                </a:cubicBezTo>
                <a:cubicBezTo>
                  <a:pt x="207" y="140"/>
                  <a:pt x="203" y="133"/>
                  <a:pt x="206" y="131"/>
                </a:cubicBezTo>
                <a:cubicBezTo>
                  <a:pt x="206" y="131"/>
                  <a:pt x="206" y="131"/>
                  <a:pt x="206" y="131"/>
                </a:cubicBezTo>
                <a:close/>
                <a:moveTo>
                  <a:pt x="686" y="212"/>
                </a:moveTo>
                <a:cubicBezTo>
                  <a:pt x="689" y="212"/>
                  <a:pt x="691" y="215"/>
                  <a:pt x="691" y="216"/>
                </a:cubicBezTo>
                <a:cubicBezTo>
                  <a:pt x="687" y="220"/>
                  <a:pt x="682" y="223"/>
                  <a:pt x="679" y="223"/>
                </a:cubicBezTo>
                <a:cubicBezTo>
                  <a:pt x="678" y="223"/>
                  <a:pt x="677" y="222"/>
                  <a:pt x="677" y="222"/>
                </a:cubicBezTo>
                <a:cubicBezTo>
                  <a:pt x="675" y="217"/>
                  <a:pt x="675" y="217"/>
                  <a:pt x="681" y="213"/>
                </a:cubicBezTo>
                <a:cubicBezTo>
                  <a:pt x="683" y="212"/>
                  <a:pt x="684" y="212"/>
                  <a:pt x="686" y="212"/>
                </a:cubicBezTo>
                <a:close/>
                <a:moveTo>
                  <a:pt x="713" y="371"/>
                </a:moveTo>
                <a:cubicBezTo>
                  <a:pt x="722" y="371"/>
                  <a:pt x="729" y="371"/>
                  <a:pt x="729" y="373"/>
                </a:cubicBezTo>
                <a:lnTo>
                  <a:pt x="722" y="376"/>
                </a:lnTo>
                <a:lnTo>
                  <a:pt x="713" y="373"/>
                </a:lnTo>
                <a:lnTo>
                  <a:pt x="713" y="371"/>
                </a:lnTo>
                <a:close/>
                <a:moveTo>
                  <a:pt x="662" y="393"/>
                </a:moveTo>
                <a:cubicBezTo>
                  <a:pt x="670" y="395"/>
                  <a:pt x="678" y="396"/>
                  <a:pt x="678" y="398"/>
                </a:cubicBezTo>
                <a:lnTo>
                  <a:pt x="678" y="399"/>
                </a:lnTo>
                <a:cubicBezTo>
                  <a:pt x="672" y="398"/>
                  <a:pt x="667" y="397"/>
                  <a:pt x="662" y="396"/>
                </a:cubicBezTo>
                <a:lnTo>
                  <a:pt x="662" y="393"/>
                </a:lnTo>
                <a:close/>
                <a:moveTo>
                  <a:pt x="94" y="398"/>
                </a:moveTo>
                <a:cubicBezTo>
                  <a:pt x="97" y="398"/>
                  <a:pt x="99" y="398"/>
                  <a:pt x="99" y="399"/>
                </a:cubicBezTo>
                <a:cubicBezTo>
                  <a:pt x="108" y="401"/>
                  <a:pt x="107" y="402"/>
                  <a:pt x="101" y="402"/>
                </a:cubicBezTo>
                <a:cubicBezTo>
                  <a:pt x="96" y="402"/>
                  <a:pt x="89" y="402"/>
                  <a:pt x="82" y="400"/>
                </a:cubicBezTo>
                <a:cubicBezTo>
                  <a:pt x="67" y="398"/>
                  <a:pt x="67" y="398"/>
                  <a:pt x="82" y="398"/>
                </a:cubicBezTo>
                <a:cubicBezTo>
                  <a:pt x="86" y="398"/>
                  <a:pt x="90" y="398"/>
                  <a:pt x="94" y="398"/>
                </a:cubicBezTo>
                <a:close/>
                <a:moveTo>
                  <a:pt x="711" y="439"/>
                </a:moveTo>
                <a:cubicBezTo>
                  <a:pt x="712" y="439"/>
                  <a:pt x="714" y="439"/>
                  <a:pt x="718" y="441"/>
                </a:cubicBezTo>
                <a:cubicBezTo>
                  <a:pt x="724" y="442"/>
                  <a:pt x="728" y="444"/>
                  <a:pt x="733" y="446"/>
                </a:cubicBezTo>
                <a:cubicBezTo>
                  <a:pt x="733" y="447"/>
                  <a:pt x="733" y="447"/>
                  <a:pt x="732" y="447"/>
                </a:cubicBezTo>
                <a:cubicBezTo>
                  <a:pt x="729" y="447"/>
                  <a:pt x="716" y="442"/>
                  <a:pt x="710" y="441"/>
                </a:cubicBezTo>
                <a:lnTo>
                  <a:pt x="709" y="441"/>
                </a:lnTo>
                <a:cubicBezTo>
                  <a:pt x="710" y="439"/>
                  <a:pt x="710" y="439"/>
                  <a:pt x="711" y="439"/>
                </a:cubicBezTo>
                <a:close/>
                <a:moveTo>
                  <a:pt x="140" y="481"/>
                </a:moveTo>
                <a:cubicBezTo>
                  <a:pt x="142" y="481"/>
                  <a:pt x="143" y="482"/>
                  <a:pt x="143" y="483"/>
                </a:cubicBezTo>
                <a:cubicBezTo>
                  <a:pt x="144" y="485"/>
                  <a:pt x="144" y="485"/>
                  <a:pt x="136" y="489"/>
                </a:cubicBezTo>
                <a:cubicBezTo>
                  <a:pt x="136" y="489"/>
                  <a:pt x="134" y="489"/>
                  <a:pt x="132" y="489"/>
                </a:cubicBezTo>
                <a:cubicBezTo>
                  <a:pt x="130" y="489"/>
                  <a:pt x="128" y="489"/>
                  <a:pt x="127" y="488"/>
                </a:cubicBezTo>
                <a:lnTo>
                  <a:pt x="134" y="482"/>
                </a:lnTo>
                <a:cubicBezTo>
                  <a:pt x="137" y="481"/>
                  <a:pt x="139" y="481"/>
                  <a:pt x="140" y="481"/>
                </a:cubicBezTo>
                <a:close/>
                <a:moveTo>
                  <a:pt x="190" y="490"/>
                </a:moveTo>
                <a:lnTo>
                  <a:pt x="184" y="494"/>
                </a:lnTo>
                <a:lnTo>
                  <a:pt x="185" y="497"/>
                </a:lnTo>
                <a:cubicBezTo>
                  <a:pt x="192" y="492"/>
                  <a:pt x="192" y="492"/>
                  <a:pt x="191" y="491"/>
                </a:cubicBezTo>
                <a:lnTo>
                  <a:pt x="190" y="490"/>
                </a:lnTo>
                <a:close/>
                <a:moveTo>
                  <a:pt x="697" y="492"/>
                </a:moveTo>
                <a:cubicBezTo>
                  <a:pt x="705" y="496"/>
                  <a:pt x="712" y="499"/>
                  <a:pt x="710" y="501"/>
                </a:cubicBezTo>
                <a:lnTo>
                  <a:pt x="703" y="500"/>
                </a:lnTo>
                <a:lnTo>
                  <a:pt x="696" y="494"/>
                </a:lnTo>
                <a:lnTo>
                  <a:pt x="697" y="492"/>
                </a:lnTo>
                <a:close/>
                <a:moveTo>
                  <a:pt x="150" y="502"/>
                </a:moveTo>
                <a:cubicBezTo>
                  <a:pt x="152" y="502"/>
                  <a:pt x="152" y="503"/>
                  <a:pt x="153" y="505"/>
                </a:cubicBezTo>
                <a:cubicBezTo>
                  <a:pt x="154" y="507"/>
                  <a:pt x="155" y="509"/>
                  <a:pt x="147" y="512"/>
                </a:cubicBezTo>
                <a:lnTo>
                  <a:pt x="146" y="510"/>
                </a:lnTo>
                <a:cubicBezTo>
                  <a:pt x="149" y="509"/>
                  <a:pt x="149" y="509"/>
                  <a:pt x="149" y="509"/>
                </a:cubicBezTo>
                <a:lnTo>
                  <a:pt x="149" y="509"/>
                </a:lnTo>
                <a:cubicBezTo>
                  <a:pt x="149" y="509"/>
                  <a:pt x="143" y="511"/>
                  <a:pt x="139" y="515"/>
                </a:cubicBezTo>
                <a:lnTo>
                  <a:pt x="125" y="521"/>
                </a:lnTo>
                <a:cubicBezTo>
                  <a:pt x="124" y="519"/>
                  <a:pt x="130" y="514"/>
                  <a:pt x="137" y="510"/>
                </a:cubicBezTo>
                <a:cubicBezTo>
                  <a:pt x="146" y="505"/>
                  <a:pt x="149" y="502"/>
                  <a:pt x="150" y="502"/>
                </a:cubicBezTo>
                <a:close/>
                <a:moveTo>
                  <a:pt x="28" y="521"/>
                </a:moveTo>
                <a:cubicBezTo>
                  <a:pt x="23" y="521"/>
                  <a:pt x="17" y="522"/>
                  <a:pt x="12" y="524"/>
                </a:cubicBezTo>
                <a:lnTo>
                  <a:pt x="13" y="527"/>
                </a:lnTo>
                <a:cubicBezTo>
                  <a:pt x="13" y="528"/>
                  <a:pt x="14" y="528"/>
                  <a:pt x="15" y="528"/>
                </a:cubicBezTo>
                <a:cubicBezTo>
                  <a:pt x="18" y="528"/>
                  <a:pt x="24" y="526"/>
                  <a:pt x="29" y="524"/>
                </a:cubicBezTo>
                <a:lnTo>
                  <a:pt x="28" y="521"/>
                </a:lnTo>
                <a:close/>
                <a:moveTo>
                  <a:pt x="489" y="554"/>
                </a:moveTo>
                <a:cubicBezTo>
                  <a:pt x="486" y="556"/>
                  <a:pt x="486" y="556"/>
                  <a:pt x="492" y="562"/>
                </a:cubicBezTo>
                <a:lnTo>
                  <a:pt x="495" y="561"/>
                </a:lnTo>
                <a:cubicBezTo>
                  <a:pt x="491" y="554"/>
                  <a:pt x="491" y="554"/>
                  <a:pt x="489" y="554"/>
                </a:cubicBezTo>
                <a:close/>
                <a:moveTo>
                  <a:pt x="606" y="600"/>
                </a:moveTo>
                <a:lnTo>
                  <a:pt x="606" y="600"/>
                </a:lnTo>
                <a:cubicBezTo>
                  <a:pt x="607" y="600"/>
                  <a:pt x="609" y="602"/>
                  <a:pt x="607" y="603"/>
                </a:cubicBezTo>
                <a:cubicBezTo>
                  <a:pt x="605" y="601"/>
                  <a:pt x="605" y="600"/>
                  <a:pt x="606" y="600"/>
                </a:cubicBezTo>
                <a:close/>
                <a:moveTo>
                  <a:pt x="590" y="597"/>
                </a:moveTo>
                <a:cubicBezTo>
                  <a:pt x="596" y="603"/>
                  <a:pt x="600" y="609"/>
                  <a:pt x="598" y="610"/>
                </a:cubicBezTo>
                <a:lnTo>
                  <a:pt x="592" y="605"/>
                </a:lnTo>
                <a:lnTo>
                  <a:pt x="588" y="598"/>
                </a:lnTo>
                <a:lnTo>
                  <a:pt x="590" y="597"/>
                </a:lnTo>
                <a:close/>
                <a:moveTo>
                  <a:pt x="520" y="611"/>
                </a:moveTo>
                <a:lnTo>
                  <a:pt x="520" y="611"/>
                </a:lnTo>
                <a:cubicBezTo>
                  <a:pt x="521" y="614"/>
                  <a:pt x="521" y="615"/>
                  <a:pt x="521" y="615"/>
                </a:cubicBezTo>
                <a:cubicBezTo>
                  <a:pt x="520" y="615"/>
                  <a:pt x="518" y="612"/>
                  <a:pt x="520" y="611"/>
                </a:cubicBezTo>
                <a:close/>
                <a:moveTo>
                  <a:pt x="572" y="603"/>
                </a:moveTo>
                <a:cubicBezTo>
                  <a:pt x="573" y="603"/>
                  <a:pt x="577" y="606"/>
                  <a:pt x="583" y="612"/>
                </a:cubicBezTo>
                <a:cubicBezTo>
                  <a:pt x="587" y="619"/>
                  <a:pt x="587" y="619"/>
                  <a:pt x="585" y="620"/>
                </a:cubicBezTo>
                <a:cubicBezTo>
                  <a:pt x="581" y="617"/>
                  <a:pt x="577" y="612"/>
                  <a:pt x="574" y="608"/>
                </a:cubicBezTo>
                <a:cubicBezTo>
                  <a:pt x="571" y="605"/>
                  <a:pt x="571" y="603"/>
                  <a:pt x="572" y="603"/>
                </a:cubicBezTo>
                <a:close/>
                <a:moveTo>
                  <a:pt x="417" y="622"/>
                </a:moveTo>
                <a:lnTo>
                  <a:pt x="417" y="622"/>
                </a:lnTo>
                <a:cubicBezTo>
                  <a:pt x="417" y="628"/>
                  <a:pt x="418" y="633"/>
                  <a:pt x="418" y="633"/>
                </a:cubicBezTo>
                <a:cubicBezTo>
                  <a:pt x="418" y="633"/>
                  <a:pt x="418" y="632"/>
                  <a:pt x="418" y="630"/>
                </a:cubicBezTo>
                <a:lnTo>
                  <a:pt x="417" y="622"/>
                </a:lnTo>
                <a:close/>
                <a:moveTo>
                  <a:pt x="213" y="622"/>
                </a:moveTo>
                <a:cubicBezTo>
                  <a:pt x="214" y="622"/>
                  <a:pt x="214" y="622"/>
                  <a:pt x="215" y="622"/>
                </a:cubicBezTo>
                <a:cubicBezTo>
                  <a:pt x="217" y="623"/>
                  <a:pt x="211" y="630"/>
                  <a:pt x="202" y="634"/>
                </a:cubicBezTo>
                <a:lnTo>
                  <a:pt x="199" y="630"/>
                </a:lnTo>
                <a:cubicBezTo>
                  <a:pt x="204" y="625"/>
                  <a:pt x="210" y="622"/>
                  <a:pt x="213" y="622"/>
                </a:cubicBezTo>
                <a:close/>
                <a:moveTo>
                  <a:pt x="482" y="618"/>
                </a:moveTo>
                <a:lnTo>
                  <a:pt x="480" y="619"/>
                </a:lnTo>
                <a:cubicBezTo>
                  <a:pt x="483" y="623"/>
                  <a:pt x="485" y="629"/>
                  <a:pt x="487" y="634"/>
                </a:cubicBezTo>
                <a:cubicBezTo>
                  <a:pt x="489" y="632"/>
                  <a:pt x="487" y="625"/>
                  <a:pt x="487" y="625"/>
                </a:cubicBezTo>
                <a:cubicBezTo>
                  <a:pt x="487" y="625"/>
                  <a:pt x="484" y="618"/>
                  <a:pt x="482" y="618"/>
                </a:cubicBezTo>
                <a:close/>
                <a:moveTo>
                  <a:pt x="552" y="641"/>
                </a:moveTo>
                <a:cubicBezTo>
                  <a:pt x="554" y="641"/>
                  <a:pt x="558" y="647"/>
                  <a:pt x="558" y="647"/>
                </a:cubicBezTo>
                <a:cubicBezTo>
                  <a:pt x="560" y="650"/>
                  <a:pt x="560" y="650"/>
                  <a:pt x="559" y="650"/>
                </a:cubicBezTo>
                <a:cubicBezTo>
                  <a:pt x="558" y="650"/>
                  <a:pt x="556" y="649"/>
                  <a:pt x="554" y="649"/>
                </a:cubicBezTo>
                <a:cubicBezTo>
                  <a:pt x="554" y="649"/>
                  <a:pt x="554" y="649"/>
                  <a:pt x="553" y="649"/>
                </a:cubicBezTo>
                <a:cubicBezTo>
                  <a:pt x="548" y="644"/>
                  <a:pt x="548" y="644"/>
                  <a:pt x="551" y="641"/>
                </a:cubicBezTo>
                <a:cubicBezTo>
                  <a:pt x="551" y="641"/>
                  <a:pt x="551" y="641"/>
                  <a:pt x="552" y="641"/>
                </a:cubicBezTo>
                <a:close/>
                <a:moveTo>
                  <a:pt x="324" y="640"/>
                </a:moveTo>
                <a:cubicBezTo>
                  <a:pt x="325" y="640"/>
                  <a:pt x="325" y="640"/>
                  <a:pt x="326" y="640"/>
                </a:cubicBezTo>
                <a:lnTo>
                  <a:pt x="322" y="648"/>
                </a:lnTo>
                <a:lnTo>
                  <a:pt x="318" y="655"/>
                </a:lnTo>
                <a:lnTo>
                  <a:pt x="318" y="655"/>
                </a:lnTo>
                <a:lnTo>
                  <a:pt x="319" y="647"/>
                </a:lnTo>
                <a:cubicBezTo>
                  <a:pt x="321" y="641"/>
                  <a:pt x="322" y="640"/>
                  <a:pt x="324" y="640"/>
                </a:cubicBezTo>
                <a:close/>
                <a:moveTo>
                  <a:pt x="468" y="647"/>
                </a:moveTo>
                <a:cubicBezTo>
                  <a:pt x="470" y="647"/>
                  <a:pt x="470" y="647"/>
                  <a:pt x="473" y="655"/>
                </a:cubicBezTo>
                <a:lnTo>
                  <a:pt x="470" y="655"/>
                </a:lnTo>
                <a:lnTo>
                  <a:pt x="466" y="648"/>
                </a:lnTo>
                <a:lnTo>
                  <a:pt x="468" y="647"/>
                </a:lnTo>
                <a:close/>
                <a:moveTo>
                  <a:pt x="214" y="639"/>
                </a:moveTo>
                <a:cubicBezTo>
                  <a:pt x="212" y="639"/>
                  <a:pt x="208" y="642"/>
                  <a:pt x="206" y="646"/>
                </a:cubicBezTo>
                <a:cubicBezTo>
                  <a:pt x="201" y="653"/>
                  <a:pt x="202" y="654"/>
                  <a:pt x="207" y="657"/>
                </a:cubicBezTo>
                <a:cubicBezTo>
                  <a:pt x="207" y="657"/>
                  <a:pt x="208" y="658"/>
                  <a:pt x="208" y="658"/>
                </a:cubicBezTo>
                <a:cubicBezTo>
                  <a:pt x="211" y="658"/>
                  <a:pt x="216" y="654"/>
                  <a:pt x="216" y="654"/>
                </a:cubicBezTo>
                <a:cubicBezTo>
                  <a:pt x="220" y="647"/>
                  <a:pt x="218" y="646"/>
                  <a:pt x="217" y="644"/>
                </a:cubicBezTo>
                <a:cubicBezTo>
                  <a:pt x="217" y="640"/>
                  <a:pt x="216" y="639"/>
                  <a:pt x="214" y="639"/>
                </a:cubicBezTo>
                <a:close/>
                <a:moveTo>
                  <a:pt x="450" y="648"/>
                </a:moveTo>
                <a:cubicBezTo>
                  <a:pt x="452" y="648"/>
                  <a:pt x="454" y="655"/>
                  <a:pt x="455" y="667"/>
                </a:cubicBezTo>
                <a:lnTo>
                  <a:pt x="450" y="667"/>
                </a:lnTo>
                <a:cubicBezTo>
                  <a:pt x="449" y="659"/>
                  <a:pt x="448" y="651"/>
                  <a:pt x="449" y="651"/>
                </a:cubicBezTo>
                <a:cubicBezTo>
                  <a:pt x="449" y="649"/>
                  <a:pt x="450" y="648"/>
                  <a:pt x="450" y="648"/>
                </a:cubicBezTo>
                <a:close/>
                <a:moveTo>
                  <a:pt x="381" y="640"/>
                </a:moveTo>
                <a:lnTo>
                  <a:pt x="381" y="640"/>
                </a:lnTo>
                <a:cubicBezTo>
                  <a:pt x="381" y="640"/>
                  <a:pt x="380" y="643"/>
                  <a:pt x="378" y="653"/>
                </a:cubicBezTo>
                <a:cubicBezTo>
                  <a:pt x="375" y="660"/>
                  <a:pt x="373" y="668"/>
                  <a:pt x="373" y="668"/>
                </a:cubicBezTo>
                <a:cubicBezTo>
                  <a:pt x="371" y="668"/>
                  <a:pt x="374" y="660"/>
                  <a:pt x="377" y="645"/>
                </a:cubicBezTo>
                <a:cubicBezTo>
                  <a:pt x="379" y="642"/>
                  <a:pt x="380" y="640"/>
                  <a:pt x="381" y="640"/>
                </a:cubicBezTo>
                <a:close/>
                <a:moveTo>
                  <a:pt x="514" y="659"/>
                </a:moveTo>
                <a:cubicBezTo>
                  <a:pt x="515" y="659"/>
                  <a:pt x="517" y="660"/>
                  <a:pt x="519" y="665"/>
                </a:cubicBezTo>
                <a:cubicBezTo>
                  <a:pt x="519" y="665"/>
                  <a:pt x="522" y="673"/>
                  <a:pt x="520" y="674"/>
                </a:cubicBezTo>
                <a:cubicBezTo>
                  <a:pt x="517" y="674"/>
                  <a:pt x="513" y="667"/>
                  <a:pt x="513" y="667"/>
                </a:cubicBezTo>
                <a:lnTo>
                  <a:pt x="512" y="667"/>
                </a:lnTo>
                <a:cubicBezTo>
                  <a:pt x="510" y="660"/>
                  <a:pt x="512" y="659"/>
                  <a:pt x="512" y="659"/>
                </a:cubicBezTo>
                <a:cubicBezTo>
                  <a:pt x="513" y="659"/>
                  <a:pt x="513" y="659"/>
                  <a:pt x="514" y="659"/>
                </a:cubicBezTo>
                <a:close/>
                <a:moveTo>
                  <a:pt x="331" y="656"/>
                </a:moveTo>
                <a:cubicBezTo>
                  <a:pt x="331" y="656"/>
                  <a:pt x="330" y="660"/>
                  <a:pt x="328" y="667"/>
                </a:cubicBezTo>
                <a:cubicBezTo>
                  <a:pt x="327" y="675"/>
                  <a:pt x="322" y="683"/>
                  <a:pt x="317" y="689"/>
                </a:cubicBezTo>
                <a:lnTo>
                  <a:pt x="312" y="687"/>
                </a:lnTo>
                <a:lnTo>
                  <a:pt x="321" y="673"/>
                </a:lnTo>
                <a:cubicBezTo>
                  <a:pt x="327" y="661"/>
                  <a:pt x="330" y="656"/>
                  <a:pt x="331" y="656"/>
                </a:cubicBezTo>
                <a:close/>
                <a:moveTo>
                  <a:pt x="394" y="678"/>
                </a:moveTo>
                <a:cubicBezTo>
                  <a:pt x="394" y="686"/>
                  <a:pt x="393" y="695"/>
                  <a:pt x="391" y="695"/>
                </a:cubicBezTo>
                <a:lnTo>
                  <a:pt x="388" y="695"/>
                </a:lnTo>
                <a:cubicBezTo>
                  <a:pt x="388" y="690"/>
                  <a:pt x="390" y="684"/>
                  <a:pt x="392" y="678"/>
                </a:cubicBezTo>
                <a:close/>
                <a:moveTo>
                  <a:pt x="442" y="701"/>
                </a:moveTo>
                <a:lnTo>
                  <a:pt x="443" y="709"/>
                </a:lnTo>
                <a:cubicBezTo>
                  <a:pt x="441" y="709"/>
                  <a:pt x="440" y="713"/>
                  <a:pt x="439" y="713"/>
                </a:cubicBezTo>
                <a:cubicBezTo>
                  <a:pt x="439" y="713"/>
                  <a:pt x="438" y="712"/>
                  <a:pt x="438" y="710"/>
                </a:cubicBezTo>
                <a:cubicBezTo>
                  <a:pt x="436" y="710"/>
                  <a:pt x="439" y="701"/>
                  <a:pt x="442" y="701"/>
                </a:cubicBezTo>
                <a:close/>
                <a:moveTo>
                  <a:pt x="397" y="0"/>
                </a:moveTo>
                <a:cubicBezTo>
                  <a:pt x="397" y="0"/>
                  <a:pt x="397" y="2"/>
                  <a:pt x="397" y="5"/>
                </a:cubicBezTo>
                <a:cubicBezTo>
                  <a:pt x="397" y="19"/>
                  <a:pt x="396" y="21"/>
                  <a:pt x="391" y="21"/>
                </a:cubicBezTo>
                <a:cubicBezTo>
                  <a:pt x="390" y="21"/>
                  <a:pt x="389" y="21"/>
                  <a:pt x="387" y="21"/>
                </a:cubicBezTo>
                <a:cubicBezTo>
                  <a:pt x="385" y="19"/>
                  <a:pt x="383" y="18"/>
                  <a:pt x="382" y="18"/>
                </a:cubicBezTo>
                <a:cubicBezTo>
                  <a:pt x="378" y="18"/>
                  <a:pt x="374" y="23"/>
                  <a:pt x="373" y="29"/>
                </a:cubicBezTo>
                <a:lnTo>
                  <a:pt x="378" y="29"/>
                </a:lnTo>
                <a:cubicBezTo>
                  <a:pt x="378" y="39"/>
                  <a:pt x="378" y="43"/>
                  <a:pt x="376" y="43"/>
                </a:cubicBezTo>
                <a:cubicBezTo>
                  <a:pt x="375" y="43"/>
                  <a:pt x="373" y="41"/>
                  <a:pt x="372" y="38"/>
                </a:cubicBezTo>
                <a:cubicBezTo>
                  <a:pt x="369" y="38"/>
                  <a:pt x="368" y="29"/>
                  <a:pt x="368" y="21"/>
                </a:cubicBezTo>
                <a:cubicBezTo>
                  <a:pt x="367" y="13"/>
                  <a:pt x="364" y="5"/>
                  <a:pt x="362" y="5"/>
                </a:cubicBezTo>
                <a:cubicBezTo>
                  <a:pt x="359" y="5"/>
                  <a:pt x="357" y="6"/>
                  <a:pt x="359" y="14"/>
                </a:cubicBezTo>
                <a:cubicBezTo>
                  <a:pt x="360" y="22"/>
                  <a:pt x="360" y="22"/>
                  <a:pt x="358" y="22"/>
                </a:cubicBezTo>
                <a:cubicBezTo>
                  <a:pt x="356" y="22"/>
                  <a:pt x="353" y="22"/>
                  <a:pt x="351" y="31"/>
                </a:cubicBezTo>
                <a:cubicBezTo>
                  <a:pt x="353" y="39"/>
                  <a:pt x="350" y="39"/>
                  <a:pt x="348" y="39"/>
                </a:cubicBezTo>
                <a:cubicBezTo>
                  <a:pt x="345" y="33"/>
                  <a:pt x="342" y="32"/>
                  <a:pt x="341" y="32"/>
                </a:cubicBezTo>
                <a:cubicBezTo>
                  <a:pt x="340" y="32"/>
                  <a:pt x="340" y="32"/>
                  <a:pt x="340" y="32"/>
                </a:cubicBezTo>
                <a:lnTo>
                  <a:pt x="338" y="24"/>
                </a:lnTo>
                <a:cubicBezTo>
                  <a:pt x="337" y="19"/>
                  <a:pt x="336" y="13"/>
                  <a:pt x="333" y="9"/>
                </a:cubicBezTo>
                <a:cubicBezTo>
                  <a:pt x="330" y="9"/>
                  <a:pt x="332" y="17"/>
                  <a:pt x="332" y="17"/>
                </a:cubicBezTo>
                <a:cubicBezTo>
                  <a:pt x="333" y="23"/>
                  <a:pt x="275" y="38"/>
                  <a:pt x="268" y="41"/>
                </a:cubicBezTo>
                <a:cubicBezTo>
                  <a:pt x="266" y="39"/>
                  <a:pt x="263" y="38"/>
                  <a:pt x="261" y="38"/>
                </a:cubicBezTo>
                <a:cubicBezTo>
                  <a:pt x="257" y="38"/>
                  <a:pt x="256" y="41"/>
                  <a:pt x="259" y="45"/>
                </a:cubicBezTo>
                <a:cubicBezTo>
                  <a:pt x="263" y="52"/>
                  <a:pt x="252" y="58"/>
                  <a:pt x="238" y="64"/>
                </a:cubicBezTo>
                <a:cubicBezTo>
                  <a:pt x="222" y="72"/>
                  <a:pt x="212" y="78"/>
                  <a:pt x="217" y="85"/>
                </a:cubicBezTo>
                <a:lnTo>
                  <a:pt x="210" y="88"/>
                </a:lnTo>
                <a:cubicBezTo>
                  <a:pt x="206" y="91"/>
                  <a:pt x="207" y="101"/>
                  <a:pt x="206" y="102"/>
                </a:cubicBezTo>
                <a:cubicBezTo>
                  <a:pt x="207" y="106"/>
                  <a:pt x="207" y="108"/>
                  <a:pt x="206" y="108"/>
                </a:cubicBezTo>
                <a:cubicBezTo>
                  <a:pt x="205" y="108"/>
                  <a:pt x="204" y="107"/>
                  <a:pt x="203" y="103"/>
                </a:cubicBezTo>
                <a:cubicBezTo>
                  <a:pt x="199" y="97"/>
                  <a:pt x="195" y="91"/>
                  <a:pt x="193" y="91"/>
                </a:cubicBezTo>
                <a:cubicBezTo>
                  <a:pt x="193" y="91"/>
                  <a:pt x="192" y="91"/>
                  <a:pt x="192" y="92"/>
                </a:cubicBezTo>
                <a:cubicBezTo>
                  <a:pt x="188" y="94"/>
                  <a:pt x="192" y="101"/>
                  <a:pt x="198" y="107"/>
                </a:cubicBezTo>
                <a:cubicBezTo>
                  <a:pt x="202" y="114"/>
                  <a:pt x="200" y="115"/>
                  <a:pt x="200" y="115"/>
                </a:cubicBezTo>
                <a:cubicBezTo>
                  <a:pt x="200" y="116"/>
                  <a:pt x="199" y="116"/>
                  <a:pt x="199" y="116"/>
                </a:cubicBezTo>
                <a:cubicBezTo>
                  <a:pt x="198" y="116"/>
                  <a:pt x="197" y="114"/>
                  <a:pt x="193" y="110"/>
                </a:cubicBezTo>
                <a:lnTo>
                  <a:pt x="184" y="97"/>
                </a:lnTo>
                <a:lnTo>
                  <a:pt x="182" y="98"/>
                </a:lnTo>
                <a:cubicBezTo>
                  <a:pt x="187" y="105"/>
                  <a:pt x="184" y="106"/>
                  <a:pt x="184" y="106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83" y="107"/>
                  <a:pt x="181" y="105"/>
                  <a:pt x="173" y="95"/>
                </a:cubicBezTo>
                <a:cubicBezTo>
                  <a:pt x="168" y="89"/>
                  <a:pt x="165" y="87"/>
                  <a:pt x="164" y="87"/>
                </a:cubicBezTo>
                <a:lnTo>
                  <a:pt x="164" y="87"/>
                </a:lnTo>
                <a:cubicBezTo>
                  <a:pt x="163" y="87"/>
                  <a:pt x="164" y="91"/>
                  <a:pt x="169" y="98"/>
                </a:cubicBezTo>
                <a:lnTo>
                  <a:pt x="170" y="107"/>
                </a:lnTo>
                <a:cubicBezTo>
                  <a:pt x="167" y="105"/>
                  <a:pt x="165" y="104"/>
                  <a:pt x="164" y="104"/>
                </a:cubicBezTo>
                <a:lnTo>
                  <a:pt x="164" y="104"/>
                </a:lnTo>
                <a:cubicBezTo>
                  <a:pt x="161" y="104"/>
                  <a:pt x="165" y="114"/>
                  <a:pt x="167" y="120"/>
                </a:cubicBezTo>
                <a:cubicBezTo>
                  <a:pt x="162" y="115"/>
                  <a:pt x="159" y="113"/>
                  <a:pt x="157" y="113"/>
                </a:cubicBezTo>
                <a:lnTo>
                  <a:pt x="157" y="113"/>
                </a:lnTo>
                <a:cubicBezTo>
                  <a:pt x="155" y="113"/>
                  <a:pt x="157" y="117"/>
                  <a:pt x="162" y="124"/>
                </a:cubicBezTo>
                <a:cubicBezTo>
                  <a:pt x="165" y="128"/>
                  <a:pt x="166" y="130"/>
                  <a:pt x="165" y="130"/>
                </a:cubicBezTo>
                <a:cubicBezTo>
                  <a:pt x="164" y="130"/>
                  <a:pt x="162" y="129"/>
                  <a:pt x="158" y="128"/>
                </a:cubicBezTo>
                <a:cubicBezTo>
                  <a:pt x="155" y="126"/>
                  <a:pt x="153" y="125"/>
                  <a:pt x="152" y="125"/>
                </a:cubicBezTo>
                <a:cubicBezTo>
                  <a:pt x="149" y="125"/>
                  <a:pt x="148" y="127"/>
                  <a:pt x="146" y="129"/>
                </a:cubicBezTo>
                <a:cubicBezTo>
                  <a:pt x="150" y="137"/>
                  <a:pt x="137" y="148"/>
                  <a:pt x="125" y="162"/>
                </a:cubicBezTo>
                <a:cubicBezTo>
                  <a:pt x="110" y="179"/>
                  <a:pt x="101" y="192"/>
                  <a:pt x="109" y="196"/>
                </a:cubicBezTo>
                <a:cubicBezTo>
                  <a:pt x="108" y="197"/>
                  <a:pt x="108" y="198"/>
                  <a:pt x="107" y="198"/>
                </a:cubicBezTo>
                <a:cubicBezTo>
                  <a:pt x="105" y="198"/>
                  <a:pt x="103" y="197"/>
                  <a:pt x="99" y="195"/>
                </a:cubicBezTo>
                <a:cubicBezTo>
                  <a:pt x="97" y="194"/>
                  <a:pt x="95" y="193"/>
                  <a:pt x="95" y="193"/>
                </a:cubicBezTo>
                <a:lnTo>
                  <a:pt x="95" y="193"/>
                </a:lnTo>
                <a:cubicBezTo>
                  <a:pt x="93" y="193"/>
                  <a:pt x="95" y="196"/>
                  <a:pt x="104" y="204"/>
                </a:cubicBezTo>
                <a:cubicBezTo>
                  <a:pt x="107" y="208"/>
                  <a:pt x="111" y="211"/>
                  <a:pt x="110" y="211"/>
                </a:cubicBezTo>
                <a:cubicBezTo>
                  <a:pt x="110" y="211"/>
                  <a:pt x="108" y="209"/>
                  <a:pt x="102" y="206"/>
                </a:cubicBezTo>
                <a:cubicBezTo>
                  <a:pt x="100" y="205"/>
                  <a:pt x="99" y="204"/>
                  <a:pt x="97" y="204"/>
                </a:cubicBezTo>
                <a:cubicBezTo>
                  <a:pt x="93" y="204"/>
                  <a:pt x="91" y="208"/>
                  <a:pt x="87" y="214"/>
                </a:cubicBezTo>
                <a:cubicBezTo>
                  <a:pt x="83" y="220"/>
                  <a:pt x="79" y="229"/>
                  <a:pt x="86" y="232"/>
                </a:cubicBezTo>
                <a:cubicBezTo>
                  <a:pt x="89" y="236"/>
                  <a:pt x="90" y="238"/>
                  <a:pt x="90" y="238"/>
                </a:cubicBezTo>
                <a:cubicBezTo>
                  <a:pt x="89" y="238"/>
                  <a:pt x="88" y="237"/>
                  <a:pt x="84" y="234"/>
                </a:cubicBezTo>
                <a:cubicBezTo>
                  <a:pt x="81" y="231"/>
                  <a:pt x="77" y="230"/>
                  <a:pt x="73" y="230"/>
                </a:cubicBezTo>
                <a:cubicBezTo>
                  <a:pt x="66" y="230"/>
                  <a:pt x="62" y="236"/>
                  <a:pt x="69" y="245"/>
                </a:cubicBezTo>
                <a:cubicBezTo>
                  <a:pt x="68" y="247"/>
                  <a:pt x="68" y="248"/>
                  <a:pt x="66" y="248"/>
                </a:cubicBezTo>
                <a:cubicBezTo>
                  <a:pt x="64" y="248"/>
                  <a:pt x="63" y="248"/>
                  <a:pt x="60" y="247"/>
                </a:cubicBezTo>
                <a:lnTo>
                  <a:pt x="60" y="247"/>
                </a:lnTo>
                <a:cubicBezTo>
                  <a:pt x="59" y="249"/>
                  <a:pt x="58" y="252"/>
                  <a:pt x="62" y="261"/>
                </a:cubicBezTo>
                <a:cubicBezTo>
                  <a:pt x="61" y="263"/>
                  <a:pt x="58" y="272"/>
                  <a:pt x="55" y="277"/>
                </a:cubicBezTo>
                <a:cubicBezTo>
                  <a:pt x="54" y="281"/>
                  <a:pt x="60" y="289"/>
                  <a:pt x="60" y="289"/>
                </a:cubicBezTo>
                <a:lnTo>
                  <a:pt x="60" y="291"/>
                </a:lnTo>
                <a:cubicBezTo>
                  <a:pt x="59" y="291"/>
                  <a:pt x="58" y="291"/>
                  <a:pt x="58" y="291"/>
                </a:cubicBezTo>
                <a:cubicBezTo>
                  <a:pt x="51" y="291"/>
                  <a:pt x="47" y="302"/>
                  <a:pt x="43" y="317"/>
                </a:cubicBezTo>
                <a:cubicBezTo>
                  <a:pt x="40" y="334"/>
                  <a:pt x="36" y="347"/>
                  <a:pt x="28" y="350"/>
                </a:cubicBezTo>
                <a:cubicBezTo>
                  <a:pt x="28" y="350"/>
                  <a:pt x="28" y="352"/>
                  <a:pt x="36" y="355"/>
                </a:cubicBezTo>
                <a:cubicBezTo>
                  <a:pt x="52" y="360"/>
                  <a:pt x="52" y="362"/>
                  <a:pt x="43" y="363"/>
                </a:cubicBezTo>
                <a:cubicBezTo>
                  <a:pt x="28" y="364"/>
                  <a:pt x="26" y="374"/>
                  <a:pt x="40" y="377"/>
                </a:cubicBezTo>
                <a:lnTo>
                  <a:pt x="40" y="377"/>
                </a:lnTo>
                <a:cubicBezTo>
                  <a:pt x="38" y="377"/>
                  <a:pt x="36" y="377"/>
                  <a:pt x="34" y="377"/>
                </a:cubicBezTo>
                <a:lnTo>
                  <a:pt x="34" y="377"/>
                </a:lnTo>
                <a:cubicBezTo>
                  <a:pt x="17" y="379"/>
                  <a:pt x="25" y="387"/>
                  <a:pt x="41" y="389"/>
                </a:cubicBezTo>
                <a:cubicBezTo>
                  <a:pt x="33" y="391"/>
                  <a:pt x="25" y="395"/>
                  <a:pt x="33" y="397"/>
                </a:cubicBezTo>
                <a:cubicBezTo>
                  <a:pt x="33" y="399"/>
                  <a:pt x="33" y="399"/>
                  <a:pt x="17" y="399"/>
                </a:cubicBezTo>
                <a:cubicBezTo>
                  <a:pt x="9" y="400"/>
                  <a:pt x="0" y="400"/>
                  <a:pt x="0" y="402"/>
                </a:cubicBezTo>
                <a:cubicBezTo>
                  <a:pt x="0" y="404"/>
                  <a:pt x="4" y="405"/>
                  <a:pt x="8" y="405"/>
                </a:cubicBezTo>
                <a:cubicBezTo>
                  <a:pt x="11" y="405"/>
                  <a:pt x="14" y="405"/>
                  <a:pt x="17" y="405"/>
                </a:cubicBezTo>
                <a:lnTo>
                  <a:pt x="17" y="410"/>
                </a:lnTo>
                <a:cubicBezTo>
                  <a:pt x="17" y="410"/>
                  <a:pt x="17" y="412"/>
                  <a:pt x="21" y="412"/>
                </a:cubicBezTo>
                <a:cubicBezTo>
                  <a:pt x="22" y="412"/>
                  <a:pt x="23" y="412"/>
                  <a:pt x="25" y="411"/>
                </a:cubicBezTo>
                <a:cubicBezTo>
                  <a:pt x="33" y="411"/>
                  <a:pt x="33" y="414"/>
                  <a:pt x="33" y="416"/>
                </a:cubicBezTo>
                <a:cubicBezTo>
                  <a:pt x="28" y="417"/>
                  <a:pt x="29" y="418"/>
                  <a:pt x="32" y="418"/>
                </a:cubicBezTo>
                <a:cubicBezTo>
                  <a:pt x="35" y="418"/>
                  <a:pt x="38" y="417"/>
                  <a:pt x="41" y="416"/>
                </a:cubicBezTo>
                <a:cubicBezTo>
                  <a:pt x="44" y="415"/>
                  <a:pt x="48" y="415"/>
                  <a:pt x="51" y="415"/>
                </a:cubicBezTo>
                <a:cubicBezTo>
                  <a:pt x="55" y="415"/>
                  <a:pt x="58" y="416"/>
                  <a:pt x="58" y="417"/>
                </a:cubicBezTo>
                <a:lnTo>
                  <a:pt x="73" y="415"/>
                </a:lnTo>
                <a:cubicBezTo>
                  <a:pt x="75" y="415"/>
                  <a:pt x="77" y="415"/>
                  <a:pt x="79" y="415"/>
                </a:cubicBezTo>
                <a:cubicBezTo>
                  <a:pt x="88" y="415"/>
                  <a:pt x="97" y="413"/>
                  <a:pt x="106" y="409"/>
                </a:cubicBezTo>
                <a:cubicBezTo>
                  <a:pt x="114" y="400"/>
                  <a:pt x="121" y="396"/>
                  <a:pt x="106" y="396"/>
                </a:cubicBezTo>
                <a:cubicBezTo>
                  <a:pt x="106" y="396"/>
                  <a:pt x="98" y="393"/>
                  <a:pt x="98" y="391"/>
                </a:cubicBezTo>
                <a:cubicBezTo>
                  <a:pt x="98" y="390"/>
                  <a:pt x="106" y="388"/>
                  <a:pt x="106" y="388"/>
                </a:cubicBezTo>
                <a:cubicBezTo>
                  <a:pt x="114" y="388"/>
                  <a:pt x="115" y="381"/>
                  <a:pt x="116" y="371"/>
                </a:cubicBezTo>
                <a:cubicBezTo>
                  <a:pt x="116" y="361"/>
                  <a:pt x="117" y="355"/>
                  <a:pt x="126" y="354"/>
                </a:cubicBezTo>
                <a:cubicBezTo>
                  <a:pt x="134" y="354"/>
                  <a:pt x="135" y="352"/>
                  <a:pt x="135" y="352"/>
                </a:cubicBezTo>
                <a:cubicBezTo>
                  <a:pt x="127" y="351"/>
                  <a:pt x="128" y="341"/>
                  <a:pt x="133" y="328"/>
                </a:cubicBezTo>
                <a:cubicBezTo>
                  <a:pt x="136" y="316"/>
                  <a:pt x="141" y="304"/>
                  <a:pt x="134" y="300"/>
                </a:cubicBezTo>
                <a:lnTo>
                  <a:pt x="135" y="297"/>
                </a:lnTo>
                <a:cubicBezTo>
                  <a:pt x="137" y="298"/>
                  <a:pt x="139" y="298"/>
                  <a:pt x="140" y="298"/>
                </a:cubicBezTo>
                <a:cubicBezTo>
                  <a:pt x="143" y="298"/>
                  <a:pt x="144" y="296"/>
                  <a:pt x="145" y="294"/>
                </a:cubicBezTo>
                <a:cubicBezTo>
                  <a:pt x="139" y="287"/>
                  <a:pt x="141" y="284"/>
                  <a:pt x="141" y="284"/>
                </a:cubicBezTo>
                <a:lnTo>
                  <a:pt x="141" y="284"/>
                </a:lnTo>
                <a:cubicBezTo>
                  <a:pt x="143" y="285"/>
                  <a:pt x="145" y="285"/>
                  <a:pt x="146" y="285"/>
                </a:cubicBezTo>
                <a:cubicBezTo>
                  <a:pt x="149" y="285"/>
                  <a:pt x="149" y="283"/>
                  <a:pt x="151" y="281"/>
                </a:cubicBezTo>
                <a:cubicBezTo>
                  <a:pt x="153" y="278"/>
                  <a:pt x="154" y="277"/>
                  <a:pt x="146" y="273"/>
                </a:cubicBezTo>
                <a:cubicBezTo>
                  <a:pt x="147" y="271"/>
                  <a:pt x="154" y="259"/>
                  <a:pt x="164" y="259"/>
                </a:cubicBezTo>
                <a:cubicBezTo>
                  <a:pt x="165" y="259"/>
                  <a:pt x="166" y="259"/>
                  <a:pt x="167" y="259"/>
                </a:cubicBezTo>
                <a:cubicBezTo>
                  <a:pt x="170" y="259"/>
                  <a:pt x="165" y="255"/>
                  <a:pt x="160" y="250"/>
                </a:cubicBezTo>
                <a:cubicBezTo>
                  <a:pt x="153" y="245"/>
                  <a:pt x="147" y="240"/>
                  <a:pt x="148" y="238"/>
                </a:cubicBezTo>
                <a:lnTo>
                  <a:pt x="148" y="238"/>
                </a:lnTo>
                <a:cubicBezTo>
                  <a:pt x="148" y="238"/>
                  <a:pt x="155" y="242"/>
                  <a:pt x="162" y="247"/>
                </a:cubicBezTo>
                <a:cubicBezTo>
                  <a:pt x="166" y="250"/>
                  <a:pt x="167" y="251"/>
                  <a:pt x="168" y="251"/>
                </a:cubicBezTo>
                <a:cubicBezTo>
                  <a:pt x="169" y="251"/>
                  <a:pt x="169" y="250"/>
                  <a:pt x="170" y="249"/>
                </a:cubicBezTo>
                <a:lnTo>
                  <a:pt x="172" y="247"/>
                </a:lnTo>
                <a:cubicBezTo>
                  <a:pt x="165" y="242"/>
                  <a:pt x="171" y="233"/>
                  <a:pt x="180" y="223"/>
                </a:cubicBezTo>
                <a:cubicBezTo>
                  <a:pt x="190" y="210"/>
                  <a:pt x="194" y="205"/>
                  <a:pt x="189" y="201"/>
                </a:cubicBezTo>
                <a:cubicBezTo>
                  <a:pt x="184" y="196"/>
                  <a:pt x="184" y="195"/>
                  <a:pt x="189" y="195"/>
                </a:cubicBezTo>
                <a:cubicBezTo>
                  <a:pt x="190" y="195"/>
                  <a:pt x="192" y="195"/>
                  <a:pt x="194" y="195"/>
                </a:cubicBezTo>
                <a:cubicBezTo>
                  <a:pt x="208" y="199"/>
                  <a:pt x="214" y="201"/>
                  <a:pt x="216" y="201"/>
                </a:cubicBezTo>
                <a:cubicBezTo>
                  <a:pt x="218" y="201"/>
                  <a:pt x="217" y="199"/>
                  <a:pt x="216" y="196"/>
                </a:cubicBezTo>
                <a:cubicBezTo>
                  <a:pt x="216" y="196"/>
                  <a:pt x="215" y="196"/>
                  <a:pt x="215" y="196"/>
                </a:cubicBezTo>
                <a:cubicBezTo>
                  <a:pt x="212" y="196"/>
                  <a:pt x="207" y="191"/>
                  <a:pt x="202" y="186"/>
                </a:cubicBezTo>
                <a:cubicBezTo>
                  <a:pt x="196" y="180"/>
                  <a:pt x="194" y="176"/>
                  <a:pt x="195" y="176"/>
                </a:cubicBezTo>
                <a:lnTo>
                  <a:pt x="195" y="176"/>
                </a:lnTo>
                <a:cubicBezTo>
                  <a:pt x="196" y="176"/>
                  <a:pt x="200" y="179"/>
                  <a:pt x="206" y="184"/>
                </a:cubicBezTo>
                <a:cubicBezTo>
                  <a:pt x="208" y="186"/>
                  <a:pt x="210" y="187"/>
                  <a:pt x="212" y="187"/>
                </a:cubicBezTo>
                <a:cubicBezTo>
                  <a:pt x="222" y="187"/>
                  <a:pt x="231" y="168"/>
                  <a:pt x="225" y="157"/>
                </a:cubicBezTo>
                <a:cubicBezTo>
                  <a:pt x="223" y="155"/>
                  <a:pt x="222" y="153"/>
                  <a:pt x="222" y="153"/>
                </a:cubicBezTo>
                <a:lnTo>
                  <a:pt x="222" y="153"/>
                </a:lnTo>
                <a:cubicBezTo>
                  <a:pt x="222" y="153"/>
                  <a:pt x="224" y="156"/>
                  <a:pt x="230" y="164"/>
                </a:cubicBezTo>
                <a:cubicBezTo>
                  <a:pt x="233" y="167"/>
                  <a:pt x="234" y="168"/>
                  <a:pt x="236" y="168"/>
                </a:cubicBezTo>
                <a:cubicBezTo>
                  <a:pt x="237" y="168"/>
                  <a:pt x="239" y="167"/>
                  <a:pt x="243" y="165"/>
                </a:cubicBezTo>
                <a:lnTo>
                  <a:pt x="247" y="161"/>
                </a:lnTo>
                <a:cubicBezTo>
                  <a:pt x="242" y="153"/>
                  <a:pt x="245" y="150"/>
                  <a:pt x="249" y="150"/>
                </a:cubicBezTo>
                <a:cubicBezTo>
                  <a:pt x="252" y="150"/>
                  <a:pt x="255" y="152"/>
                  <a:pt x="257" y="155"/>
                </a:cubicBezTo>
                <a:cubicBezTo>
                  <a:pt x="261" y="159"/>
                  <a:pt x="262" y="160"/>
                  <a:pt x="263" y="160"/>
                </a:cubicBezTo>
                <a:cubicBezTo>
                  <a:pt x="264" y="160"/>
                  <a:pt x="265" y="160"/>
                  <a:pt x="266" y="159"/>
                </a:cubicBezTo>
                <a:cubicBezTo>
                  <a:pt x="264" y="150"/>
                  <a:pt x="267" y="146"/>
                  <a:pt x="270" y="146"/>
                </a:cubicBezTo>
                <a:cubicBezTo>
                  <a:pt x="273" y="146"/>
                  <a:pt x="277" y="149"/>
                  <a:pt x="279" y="152"/>
                </a:cubicBezTo>
                <a:cubicBezTo>
                  <a:pt x="280" y="151"/>
                  <a:pt x="281" y="151"/>
                  <a:pt x="282" y="150"/>
                </a:cubicBezTo>
                <a:cubicBezTo>
                  <a:pt x="280" y="142"/>
                  <a:pt x="283" y="141"/>
                  <a:pt x="284" y="140"/>
                </a:cubicBezTo>
                <a:cubicBezTo>
                  <a:pt x="290" y="138"/>
                  <a:pt x="291" y="138"/>
                  <a:pt x="286" y="131"/>
                </a:cubicBezTo>
                <a:cubicBezTo>
                  <a:pt x="283" y="123"/>
                  <a:pt x="279" y="116"/>
                  <a:pt x="281" y="115"/>
                </a:cubicBezTo>
                <a:lnTo>
                  <a:pt x="281" y="115"/>
                </a:lnTo>
                <a:lnTo>
                  <a:pt x="284" y="123"/>
                </a:lnTo>
                <a:cubicBezTo>
                  <a:pt x="286" y="126"/>
                  <a:pt x="288" y="128"/>
                  <a:pt x="291" y="128"/>
                </a:cubicBezTo>
                <a:cubicBezTo>
                  <a:pt x="293" y="128"/>
                  <a:pt x="296" y="126"/>
                  <a:pt x="300" y="125"/>
                </a:cubicBezTo>
                <a:cubicBezTo>
                  <a:pt x="304" y="124"/>
                  <a:pt x="307" y="123"/>
                  <a:pt x="309" y="123"/>
                </a:cubicBezTo>
                <a:cubicBezTo>
                  <a:pt x="312" y="123"/>
                  <a:pt x="314" y="124"/>
                  <a:pt x="317" y="129"/>
                </a:cubicBezTo>
                <a:lnTo>
                  <a:pt x="316" y="120"/>
                </a:lnTo>
                <a:cubicBezTo>
                  <a:pt x="315" y="116"/>
                  <a:pt x="315" y="113"/>
                  <a:pt x="316" y="113"/>
                </a:cubicBezTo>
                <a:cubicBezTo>
                  <a:pt x="317" y="113"/>
                  <a:pt x="318" y="115"/>
                  <a:pt x="319" y="119"/>
                </a:cubicBezTo>
                <a:cubicBezTo>
                  <a:pt x="321" y="122"/>
                  <a:pt x="323" y="123"/>
                  <a:pt x="326" y="123"/>
                </a:cubicBezTo>
                <a:cubicBezTo>
                  <a:pt x="328" y="123"/>
                  <a:pt x="331" y="121"/>
                  <a:pt x="331" y="116"/>
                </a:cubicBezTo>
                <a:lnTo>
                  <a:pt x="335" y="115"/>
                </a:lnTo>
                <a:cubicBezTo>
                  <a:pt x="337" y="123"/>
                  <a:pt x="340" y="126"/>
                  <a:pt x="341" y="126"/>
                </a:cubicBezTo>
                <a:cubicBezTo>
                  <a:pt x="343" y="126"/>
                  <a:pt x="344" y="122"/>
                  <a:pt x="344" y="113"/>
                </a:cubicBezTo>
                <a:lnTo>
                  <a:pt x="344" y="113"/>
                </a:lnTo>
                <a:cubicBezTo>
                  <a:pt x="345" y="121"/>
                  <a:pt x="347" y="121"/>
                  <a:pt x="348" y="121"/>
                </a:cubicBezTo>
                <a:cubicBezTo>
                  <a:pt x="349" y="116"/>
                  <a:pt x="352" y="114"/>
                  <a:pt x="354" y="114"/>
                </a:cubicBezTo>
                <a:cubicBezTo>
                  <a:pt x="357" y="114"/>
                  <a:pt x="359" y="116"/>
                  <a:pt x="359" y="120"/>
                </a:cubicBezTo>
                <a:lnTo>
                  <a:pt x="360" y="120"/>
                </a:lnTo>
                <a:cubicBezTo>
                  <a:pt x="362" y="112"/>
                  <a:pt x="363" y="111"/>
                  <a:pt x="365" y="111"/>
                </a:cubicBezTo>
                <a:cubicBezTo>
                  <a:pt x="366" y="111"/>
                  <a:pt x="368" y="111"/>
                  <a:pt x="369" y="103"/>
                </a:cubicBezTo>
                <a:cubicBezTo>
                  <a:pt x="371" y="94"/>
                  <a:pt x="373" y="94"/>
                  <a:pt x="373" y="94"/>
                </a:cubicBezTo>
                <a:lnTo>
                  <a:pt x="373" y="94"/>
                </a:lnTo>
                <a:cubicBezTo>
                  <a:pt x="374" y="94"/>
                  <a:pt x="373" y="102"/>
                  <a:pt x="372" y="111"/>
                </a:cubicBezTo>
                <a:cubicBezTo>
                  <a:pt x="371" y="114"/>
                  <a:pt x="371" y="116"/>
                  <a:pt x="372" y="116"/>
                </a:cubicBezTo>
                <a:cubicBezTo>
                  <a:pt x="373" y="116"/>
                  <a:pt x="376" y="111"/>
                  <a:pt x="378" y="102"/>
                </a:cubicBezTo>
                <a:cubicBezTo>
                  <a:pt x="381" y="94"/>
                  <a:pt x="382" y="90"/>
                  <a:pt x="382" y="90"/>
                </a:cubicBezTo>
                <a:lnTo>
                  <a:pt x="382" y="90"/>
                </a:lnTo>
                <a:cubicBezTo>
                  <a:pt x="383" y="90"/>
                  <a:pt x="382" y="94"/>
                  <a:pt x="381" y="102"/>
                </a:cubicBezTo>
                <a:cubicBezTo>
                  <a:pt x="379" y="108"/>
                  <a:pt x="378" y="114"/>
                  <a:pt x="379" y="114"/>
                </a:cubicBezTo>
                <a:cubicBezTo>
                  <a:pt x="379" y="114"/>
                  <a:pt x="380" y="113"/>
                  <a:pt x="381" y="111"/>
                </a:cubicBezTo>
                <a:cubicBezTo>
                  <a:pt x="381" y="111"/>
                  <a:pt x="384" y="111"/>
                  <a:pt x="384" y="103"/>
                </a:cubicBezTo>
                <a:lnTo>
                  <a:pt x="390" y="103"/>
                </a:lnTo>
                <a:cubicBezTo>
                  <a:pt x="393" y="111"/>
                  <a:pt x="394" y="111"/>
                  <a:pt x="396" y="111"/>
                </a:cubicBezTo>
                <a:cubicBezTo>
                  <a:pt x="397" y="107"/>
                  <a:pt x="398" y="105"/>
                  <a:pt x="398" y="105"/>
                </a:cubicBezTo>
                <a:cubicBezTo>
                  <a:pt x="399" y="105"/>
                  <a:pt x="399" y="107"/>
                  <a:pt x="400" y="111"/>
                </a:cubicBezTo>
                <a:cubicBezTo>
                  <a:pt x="399" y="114"/>
                  <a:pt x="399" y="116"/>
                  <a:pt x="400" y="116"/>
                </a:cubicBezTo>
                <a:cubicBezTo>
                  <a:pt x="400" y="116"/>
                  <a:pt x="401" y="113"/>
                  <a:pt x="402" y="103"/>
                </a:cubicBezTo>
                <a:cubicBezTo>
                  <a:pt x="403" y="99"/>
                  <a:pt x="404" y="98"/>
                  <a:pt x="405" y="98"/>
                </a:cubicBezTo>
                <a:cubicBezTo>
                  <a:pt x="406" y="98"/>
                  <a:pt x="407" y="100"/>
                  <a:pt x="408" y="104"/>
                </a:cubicBezTo>
                <a:cubicBezTo>
                  <a:pt x="406" y="113"/>
                  <a:pt x="406" y="118"/>
                  <a:pt x="407" y="118"/>
                </a:cubicBezTo>
                <a:cubicBezTo>
                  <a:pt x="408" y="118"/>
                  <a:pt x="408" y="116"/>
                  <a:pt x="409" y="112"/>
                </a:cubicBezTo>
                <a:cubicBezTo>
                  <a:pt x="410" y="106"/>
                  <a:pt x="412" y="105"/>
                  <a:pt x="413" y="105"/>
                </a:cubicBezTo>
                <a:cubicBezTo>
                  <a:pt x="413" y="105"/>
                  <a:pt x="413" y="105"/>
                  <a:pt x="413" y="105"/>
                </a:cubicBezTo>
                <a:cubicBezTo>
                  <a:pt x="412" y="113"/>
                  <a:pt x="428" y="115"/>
                  <a:pt x="443" y="120"/>
                </a:cubicBezTo>
                <a:cubicBezTo>
                  <a:pt x="445" y="120"/>
                  <a:pt x="449" y="112"/>
                  <a:pt x="451" y="105"/>
                </a:cubicBezTo>
                <a:cubicBezTo>
                  <a:pt x="453" y="99"/>
                  <a:pt x="453" y="96"/>
                  <a:pt x="453" y="96"/>
                </a:cubicBezTo>
                <a:lnTo>
                  <a:pt x="453" y="96"/>
                </a:lnTo>
                <a:cubicBezTo>
                  <a:pt x="453" y="96"/>
                  <a:pt x="452" y="101"/>
                  <a:pt x="452" y="105"/>
                </a:cubicBezTo>
                <a:cubicBezTo>
                  <a:pt x="450" y="117"/>
                  <a:pt x="450" y="123"/>
                  <a:pt x="451" y="123"/>
                </a:cubicBezTo>
                <a:cubicBezTo>
                  <a:pt x="452" y="123"/>
                  <a:pt x="454" y="118"/>
                  <a:pt x="456" y="106"/>
                </a:cubicBezTo>
                <a:cubicBezTo>
                  <a:pt x="457" y="99"/>
                  <a:pt x="458" y="95"/>
                  <a:pt x="459" y="95"/>
                </a:cubicBezTo>
                <a:lnTo>
                  <a:pt x="459" y="95"/>
                </a:lnTo>
                <a:cubicBezTo>
                  <a:pt x="459" y="95"/>
                  <a:pt x="459" y="99"/>
                  <a:pt x="458" y="107"/>
                </a:cubicBezTo>
                <a:cubicBezTo>
                  <a:pt x="458" y="112"/>
                  <a:pt x="458" y="113"/>
                  <a:pt x="458" y="113"/>
                </a:cubicBezTo>
                <a:cubicBezTo>
                  <a:pt x="459" y="113"/>
                  <a:pt x="460" y="112"/>
                  <a:pt x="461" y="109"/>
                </a:cubicBezTo>
                <a:cubicBezTo>
                  <a:pt x="462" y="105"/>
                  <a:pt x="463" y="103"/>
                  <a:pt x="464" y="103"/>
                </a:cubicBezTo>
                <a:lnTo>
                  <a:pt x="464" y="103"/>
                </a:lnTo>
                <a:cubicBezTo>
                  <a:pt x="465" y="103"/>
                  <a:pt x="465" y="105"/>
                  <a:pt x="464" y="110"/>
                </a:cubicBezTo>
                <a:cubicBezTo>
                  <a:pt x="463" y="115"/>
                  <a:pt x="462" y="121"/>
                  <a:pt x="463" y="121"/>
                </a:cubicBezTo>
                <a:cubicBezTo>
                  <a:pt x="463" y="121"/>
                  <a:pt x="464" y="120"/>
                  <a:pt x="465" y="119"/>
                </a:cubicBezTo>
                <a:cubicBezTo>
                  <a:pt x="465" y="119"/>
                  <a:pt x="466" y="119"/>
                  <a:pt x="466" y="128"/>
                </a:cubicBezTo>
                <a:cubicBezTo>
                  <a:pt x="466" y="130"/>
                  <a:pt x="466" y="131"/>
                  <a:pt x="466" y="131"/>
                </a:cubicBezTo>
                <a:cubicBezTo>
                  <a:pt x="468" y="131"/>
                  <a:pt x="471" y="126"/>
                  <a:pt x="474" y="121"/>
                </a:cubicBezTo>
                <a:cubicBezTo>
                  <a:pt x="479" y="115"/>
                  <a:pt x="482" y="112"/>
                  <a:pt x="483" y="112"/>
                </a:cubicBezTo>
                <a:lnTo>
                  <a:pt x="483" y="112"/>
                </a:lnTo>
                <a:cubicBezTo>
                  <a:pt x="484" y="112"/>
                  <a:pt x="482" y="116"/>
                  <a:pt x="478" y="123"/>
                </a:cubicBezTo>
                <a:cubicBezTo>
                  <a:pt x="475" y="130"/>
                  <a:pt x="476" y="133"/>
                  <a:pt x="478" y="133"/>
                </a:cubicBezTo>
                <a:cubicBezTo>
                  <a:pt x="480" y="133"/>
                  <a:pt x="486" y="128"/>
                  <a:pt x="491" y="121"/>
                </a:cubicBezTo>
                <a:cubicBezTo>
                  <a:pt x="495" y="112"/>
                  <a:pt x="497" y="109"/>
                  <a:pt x="497" y="109"/>
                </a:cubicBezTo>
                <a:lnTo>
                  <a:pt x="497" y="109"/>
                </a:lnTo>
                <a:cubicBezTo>
                  <a:pt x="497" y="109"/>
                  <a:pt x="496" y="111"/>
                  <a:pt x="495" y="114"/>
                </a:cubicBezTo>
                <a:cubicBezTo>
                  <a:pt x="492" y="121"/>
                  <a:pt x="494" y="122"/>
                  <a:pt x="494" y="122"/>
                </a:cubicBezTo>
                <a:cubicBezTo>
                  <a:pt x="496" y="123"/>
                  <a:pt x="497" y="124"/>
                  <a:pt x="494" y="131"/>
                </a:cubicBezTo>
                <a:cubicBezTo>
                  <a:pt x="494" y="131"/>
                  <a:pt x="494" y="131"/>
                  <a:pt x="494" y="131"/>
                </a:cubicBezTo>
                <a:cubicBezTo>
                  <a:pt x="495" y="131"/>
                  <a:pt x="497" y="131"/>
                  <a:pt x="503" y="126"/>
                </a:cubicBezTo>
                <a:cubicBezTo>
                  <a:pt x="506" y="122"/>
                  <a:pt x="509" y="120"/>
                  <a:pt x="511" y="120"/>
                </a:cubicBezTo>
                <a:cubicBezTo>
                  <a:pt x="514" y="120"/>
                  <a:pt x="513" y="129"/>
                  <a:pt x="508" y="140"/>
                </a:cubicBezTo>
                <a:lnTo>
                  <a:pt x="516" y="134"/>
                </a:lnTo>
                <a:cubicBezTo>
                  <a:pt x="522" y="127"/>
                  <a:pt x="527" y="122"/>
                  <a:pt x="528" y="122"/>
                </a:cubicBezTo>
                <a:lnTo>
                  <a:pt x="528" y="122"/>
                </a:lnTo>
                <a:cubicBezTo>
                  <a:pt x="528" y="122"/>
                  <a:pt x="527" y="124"/>
                  <a:pt x="524" y="130"/>
                </a:cubicBezTo>
                <a:lnTo>
                  <a:pt x="520" y="137"/>
                </a:lnTo>
                <a:cubicBezTo>
                  <a:pt x="523" y="133"/>
                  <a:pt x="525" y="131"/>
                  <a:pt x="527" y="131"/>
                </a:cubicBezTo>
                <a:cubicBezTo>
                  <a:pt x="530" y="131"/>
                  <a:pt x="530" y="140"/>
                  <a:pt x="524" y="149"/>
                </a:cubicBezTo>
                <a:cubicBezTo>
                  <a:pt x="520" y="156"/>
                  <a:pt x="520" y="156"/>
                  <a:pt x="521" y="157"/>
                </a:cubicBezTo>
                <a:lnTo>
                  <a:pt x="525" y="150"/>
                </a:lnTo>
                <a:cubicBezTo>
                  <a:pt x="529" y="144"/>
                  <a:pt x="533" y="137"/>
                  <a:pt x="535" y="137"/>
                </a:cubicBezTo>
                <a:cubicBezTo>
                  <a:pt x="535" y="137"/>
                  <a:pt x="535" y="137"/>
                  <a:pt x="535" y="138"/>
                </a:cubicBezTo>
                <a:cubicBezTo>
                  <a:pt x="538" y="139"/>
                  <a:pt x="539" y="140"/>
                  <a:pt x="534" y="147"/>
                </a:cubicBezTo>
                <a:cubicBezTo>
                  <a:pt x="533" y="152"/>
                  <a:pt x="530" y="158"/>
                  <a:pt x="531" y="158"/>
                </a:cubicBezTo>
                <a:cubicBezTo>
                  <a:pt x="531" y="158"/>
                  <a:pt x="532" y="157"/>
                  <a:pt x="533" y="156"/>
                </a:cubicBezTo>
                <a:lnTo>
                  <a:pt x="533" y="156"/>
                </a:lnTo>
                <a:cubicBezTo>
                  <a:pt x="533" y="156"/>
                  <a:pt x="534" y="157"/>
                  <a:pt x="531" y="165"/>
                </a:cubicBezTo>
                <a:lnTo>
                  <a:pt x="538" y="169"/>
                </a:lnTo>
                <a:cubicBezTo>
                  <a:pt x="540" y="167"/>
                  <a:pt x="542" y="166"/>
                  <a:pt x="543" y="166"/>
                </a:cubicBezTo>
                <a:cubicBezTo>
                  <a:pt x="545" y="166"/>
                  <a:pt x="545" y="168"/>
                  <a:pt x="542" y="172"/>
                </a:cubicBezTo>
                <a:cubicBezTo>
                  <a:pt x="542" y="172"/>
                  <a:pt x="543" y="173"/>
                  <a:pt x="544" y="173"/>
                </a:cubicBezTo>
                <a:cubicBezTo>
                  <a:pt x="546" y="173"/>
                  <a:pt x="548" y="172"/>
                  <a:pt x="551" y="170"/>
                </a:cubicBezTo>
                <a:lnTo>
                  <a:pt x="551" y="170"/>
                </a:lnTo>
                <a:cubicBezTo>
                  <a:pt x="554" y="172"/>
                  <a:pt x="556" y="174"/>
                  <a:pt x="550" y="180"/>
                </a:cubicBezTo>
                <a:cubicBezTo>
                  <a:pt x="548" y="183"/>
                  <a:pt x="547" y="185"/>
                  <a:pt x="547" y="185"/>
                </a:cubicBezTo>
                <a:cubicBezTo>
                  <a:pt x="547" y="185"/>
                  <a:pt x="549" y="184"/>
                  <a:pt x="552" y="181"/>
                </a:cubicBezTo>
                <a:cubicBezTo>
                  <a:pt x="555" y="178"/>
                  <a:pt x="556" y="177"/>
                  <a:pt x="557" y="177"/>
                </a:cubicBezTo>
                <a:cubicBezTo>
                  <a:pt x="558" y="177"/>
                  <a:pt x="559" y="178"/>
                  <a:pt x="560" y="178"/>
                </a:cubicBezTo>
                <a:lnTo>
                  <a:pt x="562" y="180"/>
                </a:lnTo>
                <a:cubicBezTo>
                  <a:pt x="566" y="176"/>
                  <a:pt x="567" y="175"/>
                  <a:pt x="568" y="175"/>
                </a:cubicBezTo>
                <a:cubicBezTo>
                  <a:pt x="568" y="175"/>
                  <a:pt x="569" y="176"/>
                  <a:pt x="569" y="176"/>
                </a:cubicBezTo>
                <a:cubicBezTo>
                  <a:pt x="571" y="177"/>
                  <a:pt x="570" y="187"/>
                  <a:pt x="571" y="188"/>
                </a:cubicBezTo>
                <a:cubicBezTo>
                  <a:pt x="573" y="190"/>
                  <a:pt x="574" y="191"/>
                  <a:pt x="575" y="191"/>
                </a:cubicBezTo>
                <a:cubicBezTo>
                  <a:pt x="576" y="191"/>
                  <a:pt x="577" y="190"/>
                  <a:pt x="579" y="186"/>
                </a:cubicBezTo>
                <a:cubicBezTo>
                  <a:pt x="579" y="185"/>
                  <a:pt x="580" y="182"/>
                  <a:pt x="581" y="182"/>
                </a:cubicBezTo>
                <a:lnTo>
                  <a:pt x="581" y="182"/>
                </a:lnTo>
                <a:cubicBezTo>
                  <a:pt x="582" y="182"/>
                  <a:pt x="582" y="183"/>
                  <a:pt x="580" y="187"/>
                </a:cubicBezTo>
                <a:cubicBezTo>
                  <a:pt x="581" y="188"/>
                  <a:pt x="580" y="198"/>
                  <a:pt x="584" y="203"/>
                </a:cubicBezTo>
                <a:cubicBezTo>
                  <a:pt x="586" y="206"/>
                  <a:pt x="588" y="207"/>
                  <a:pt x="589" y="207"/>
                </a:cubicBezTo>
                <a:cubicBezTo>
                  <a:pt x="590" y="207"/>
                  <a:pt x="592" y="206"/>
                  <a:pt x="595" y="203"/>
                </a:cubicBezTo>
                <a:cubicBezTo>
                  <a:pt x="600" y="197"/>
                  <a:pt x="603" y="195"/>
                  <a:pt x="604" y="195"/>
                </a:cubicBezTo>
                <a:lnTo>
                  <a:pt x="604" y="195"/>
                </a:lnTo>
                <a:cubicBezTo>
                  <a:pt x="605" y="195"/>
                  <a:pt x="602" y="198"/>
                  <a:pt x="596" y="205"/>
                </a:cubicBezTo>
                <a:cubicBezTo>
                  <a:pt x="590" y="214"/>
                  <a:pt x="588" y="217"/>
                  <a:pt x="589" y="217"/>
                </a:cubicBezTo>
                <a:cubicBezTo>
                  <a:pt x="590" y="217"/>
                  <a:pt x="591" y="216"/>
                  <a:pt x="594" y="214"/>
                </a:cubicBezTo>
                <a:cubicBezTo>
                  <a:pt x="597" y="212"/>
                  <a:pt x="599" y="211"/>
                  <a:pt x="600" y="211"/>
                </a:cubicBezTo>
                <a:cubicBezTo>
                  <a:pt x="601" y="211"/>
                  <a:pt x="601" y="212"/>
                  <a:pt x="602" y="213"/>
                </a:cubicBezTo>
                <a:cubicBezTo>
                  <a:pt x="597" y="216"/>
                  <a:pt x="597" y="218"/>
                  <a:pt x="601" y="218"/>
                </a:cubicBezTo>
                <a:cubicBezTo>
                  <a:pt x="602" y="218"/>
                  <a:pt x="604" y="218"/>
                  <a:pt x="606" y="217"/>
                </a:cubicBezTo>
                <a:lnTo>
                  <a:pt x="606" y="217"/>
                </a:lnTo>
                <a:cubicBezTo>
                  <a:pt x="607" y="218"/>
                  <a:pt x="607" y="218"/>
                  <a:pt x="600" y="224"/>
                </a:cubicBezTo>
                <a:lnTo>
                  <a:pt x="603" y="226"/>
                </a:lnTo>
                <a:cubicBezTo>
                  <a:pt x="605" y="225"/>
                  <a:pt x="607" y="225"/>
                  <a:pt x="609" y="225"/>
                </a:cubicBezTo>
                <a:cubicBezTo>
                  <a:pt x="618" y="225"/>
                  <a:pt x="616" y="236"/>
                  <a:pt x="612" y="241"/>
                </a:cubicBezTo>
                <a:cubicBezTo>
                  <a:pt x="612" y="241"/>
                  <a:pt x="612" y="242"/>
                  <a:pt x="614" y="242"/>
                </a:cubicBezTo>
                <a:cubicBezTo>
                  <a:pt x="615" y="242"/>
                  <a:pt x="617" y="241"/>
                  <a:pt x="621" y="240"/>
                </a:cubicBezTo>
                <a:cubicBezTo>
                  <a:pt x="627" y="237"/>
                  <a:pt x="630" y="236"/>
                  <a:pt x="632" y="236"/>
                </a:cubicBezTo>
                <a:cubicBezTo>
                  <a:pt x="634" y="236"/>
                  <a:pt x="631" y="238"/>
                  <a:pt x="623" y="243"/>
                </a:cubicBezTo>
                <a:cubicBezTo>
                  <a:pt x="615" y="248"/>
                  <a:pt x="611" y="250"/>
                  <a:pt x="612" y="250"/>
                </a:cubicBezTo>
                <a:cubicBezTo>
                  <a:pt x="613" y="250"/>
                  <a:pt x="616" y="249"/>
                  <a:pt x="623" y="245"/>
                </a:cubicBezTo>
                <a:cubicBezTo>
                  <a:pt x="624" y="245"/>
                  <a:pt x="625" y="245"/>
                  <a:pt x="627" y="245"/>
                </a:cubicBezTo>
                <a:cubicBezTo>
                  <a:pt x="632" y="245"/>
                  <a:pt x="633" y="252"/>
                  <a:pt x="621" y="258"/>
                </a:cubicBezTo>
                <a:lnTo>
                  <a:pt x="606" y="266"/>
                </a:lnTo>
                <a:cubicBezTo>
                  <a:pt x="610" y="264"/>
                  <a:pt x="612" y="264"/>
                  <a:pt x="614" y="264"/>
                </a:cubicBezTo>
                <a:cubicBezTo>
                  <a:pt x="615" y="264"/>
                  <a:pt x="615" y="264"/>
                  <a:pt x="615" y="264"/>
                </a:cubicBezTo>
                <a:cubicBezTo>
                  <a:pt x="618" y="263"/>
                  <a:pt x="619" y="263"/>
                  <a:pt x="621" y="263"/>
                </a:cubicBezTo>
                <a:cubicBezTo>
                  <a:pt x="623" y="263"/>
                  <a:pt x="624" y="264"/>
                  <a:pt x="625" y="268"/>
                </a:cubicBezTo>
                <a:cubicBezTo>
                  <a:pt x="627" y="270"/>
                  <a:pt x="637" y="273"/>
                  <a:pt x="639" y="278"/>
                </a:cubicBezTo>
                <a:cubicBezTo>
                  <a:pt x="642" y="282"/>
                  <a:pt x="640" y="288"/>
                  <a:pt x="635" y="291"/>
                </a:cubicBezTo>
                <a:cubicBezTo>
                  <a:pt x="635" y="293"/>
                  <a:pt x="636" y="295"/>
                  <a:pt x="645" y="295"/>
                </a:cubicBezTo>
                <a:cubicBezTo>
                  <a:pt x="646" y="295"/>
                  <a:pt x="647" y="295"/>
                  <a:pt x="648" y="295"/>
                </a:cubicBezTo>
                <a:cubicBezTo>
                  <a:pt x="653" y="295"/>
                  <a:pt x="653" y="298"/>
                  <a:pt x="646" y="300"/>
                </a:cubicBezTo>
                <a:lnTo>
                  <a:pt x="648" y="303"/>
                </a:lnTo>
                <a:cubicBezTo>
                  <a:pt x="655" y="304"/>
                  <a:pt x="657" y="305"/>
                  <a:pt x="657" y="305"/>
                </a:cubicBezTo>
                <a:cubicBezTo>
                  <a:pt x="650" y="307"/>
                  <a:pt x="643" y="311"/>
                  <a:pt x="647" y="311"/>
                </a:cubicBezTo>
                <a:cubicBezTo>
                  <a:pt x="647" y="311"/>
                  <a:pt x="648" y="311"/>
                  <a:pt x="649" y="310"/>
                </a:cubicBezTo>
                <a:cubicBezTo>
                  <a:pt x="651" y="310"/>
                  <a:pt x="652" y="310"/>
                  <a:pt x="653" y="310"/>
                </a:cubicBezTo>
                <a:cubicBezTo>
                  <a:pt x="657" y="310"/>
                  <a:pt x="658" y="311"/>
                  <a:pt x="659" y="314"/>
                </a:cubicBezTo>
                <a:cubicBezTo>
                  <a:pt x="655" y="325"/>
                  <a:pt x="655" y="337"/>
                  <a:pt x="658" y="349"/>
                </a:cubicBezTo>
                <a:cubicBezTo>
                  <a:pt x="658" y="363"/>
                  <a:pt x="660" y="378"/>
                  <a:pt x="663" y="378"/>
                </a:cubicBezTo>
                <a:lnTo>
                  <a:pt x="662" y="383"/>
                </a:lnTo>
                <a:cubicBezTo>
                  <a:pt x="662" y="385"/>
                  <a:pt x="662" y="389"/>
                  <a:pt x="662" y="389"/>
                </a:cubicBezTo>
                <a:cubicBezTo>
                  <a:pt x="660" y="389"/>
                  <a:pt x="659" y="389"/>
                  <a:pt x="658" y="389"/>
                </a:cubicBezTo>
                <a:cubicBezTo>
                  <a:pt x="647" y="389"/>
                  <a:pt x="654" y="396"/>
                  <a:pt x="660" y="402"/>
                </a:cubicBezTo>
                <a:cubicBezTo>
                  <a:pt x="667" y="406"/>
                  <a:pt x="667" y="408"/>
                  <a:pt x="667" y="409"/>
                </a:cubicBezTo>
                <a:cubicBezTo>
                  <a:pt x="664" y="409"/>
                  <a:pt x="661" y="409"/>
                  <a:pt x="659" y="409"/>
                </a:cubicBezTo>
                <a:cubicBezTo>
                  <a:pt x="650" y="409"/>
                  <a:pt x="650" y="412"/>
                  <a:pt x="657" y="417"/>
                </a:cubicBezTo>
                <a:cubicBezTo>
                  <a:pt x="666" y="421"/>
                  <a:pt x="669" y="422"/>
                  <a:pt x="667" y="422"/>
                </a:cubicBezTo>
                <a:cubicBezTo>
                  <a:pt x="665" y="422"/>
                  <a:pt x="661" y="422"/>
                  <a:pt x="655" y="420"/>
                </a:cubicBezTo>
                <a:cubicBezTo>
                  <a:pt x="651" y="419"/>
                  <a:pt x="648" y="418"/>
                  <a:pt x="646" y="418"/>
                </a:cubicBezTo>
                <a:cubicBezTo>
                  <a:pt x="642" y="418"/>
                  <a:pt x="646" y="422"/>
                  <a:pt x="661" y="429"/>
                </a:cubicBezTo>
                <a:cubicBezTo>
                  <a:pt x="666" y="432"/>
                  <a:pt x="668" y="433"/>
                  <a:pt x="665" y="433"/>
                </a:cubicBezTo>
                <a:cubicBezTo>
                  <a:pt x="664" y="433"/>
                  <a:pt x="663" y="433"/>
                  <a:pt x="660" y="433"/>
                </a:cubicBezTo>
                <a:cubicBezTo>
                  <a:pt x="654" y="432"/>
                  <a:pt x="650" y="432"/>
                  <a:pt x="648" y="432"/>
                </a:cubicBezTo>
                <a:cubicBezTo>
                  <a:pt x="645" y="432"/>
                  <a:pt x="646" y="432"/>
                  <a:pt x="651" y="434"/>
                </a:cubicBezTo>
                <a:cubicBezTo>
                  <a:pt x="661" y="439"/>
                  <a:pt x="664" y="441"/>
                  <a:pt x="659" y="441"/>
                </a:cubicBezTo>
                <a:cubicBezTo>
                  <a:pt x="657" y="441"/>
                  <a:pt x="654" y="441"/>
                  <a:pt x="649" y="439"/>
                </a:cubicBezTo>
                <a:cubicBezTo>
                  <a:pt x="643" y="439"/>
                  <a:pt x="639" y="438"/>
                  <a:pt x="637" y="438"/>
                </a:cubicBezTo>
                <a:cubicBezTo>
                  <a:pt x="635" y="438"/>
                  <a:pt x="638" y="440"/>
                  <a:pt x="648" y="444"/>
                </a:cubicBezTo>
                <a:cubicBezTo>
                  <a:pt x="659" y="450"/>
                  <a:pt x="659" y="456"/>
                  <a:pt x="651" y="456"/>
                </a:cubicBezTo>
                <a:cubicBezTo>
                  <a:pt x="649" y="456"/>
                  <a:pt x="646" y="456"/>
                  <a:pt x="643" y="455"/>
                </a:cubicBezTo>
                <a:cubicBezTo>
                  <a:pt x="642" y="456"/>
                  <a:pt x="633" y="455"/>
                  <a:pt x="641" y="457"/>
                </a:cubicBezTo>
                <a:lnTo>
                  <a:pt x="633" y="456"/>
                </a:lnTo>
                <a:lnTo>
                  <a:pt x="631" y="460"/>
                </a:lnTo>
                <a:lnTo>
                  <a:pt x="639" y="463"/>
                </a:lnTo>
                <a:cubicBezTo>
                  <a:pt x="631" y="469"/>
                  <a:pt x="624" y="474"/>
                  <a:pt x="618" y="482"/>
                </a:cubicBezTo>
                <a:cubicBezTo>
                  <a:pt x="608" y="499"/>
                  <a:pt x="604" y="501"/>
                  <a:pt x="613" y="505"/>
                </a:cubicBezTo>
                <a:cubicBezTo>
                  <a:pt x="622" y="509"/>
                  <a:pt x="624" y="512"/>
                  <a:pt x="621" y="512"/>
                </a:cubicBezTo>
                <a:cubicBezTo>
                  <a:pt x="620" y="512"/>
                  <a:pt x="616" y="511"/>
                  <a:pt x="611" y="508"/>
                </a:cubicBezTo>
                <a:cubicBezTo>
                  <a:pt x="610" y="508"/>
                  <a:pt x="610" y="508"/>
                  <a:pt x="608" y="508"/>
                </a:cubicBezTo>
                <a:cubicBezTo>
                  <a:pt x="607" y="508"/>
                  <a:pt x="606" y="508"/>
                  <a:pt x="605" y="508"/>
                </a:cubicBezTo>
                <a:cubicBezTo>
                  <a:pt x="602" y="508"/>
                  <a:pt x="599" y="508"/>
                  <a:pt x="598" y="510"/>
                </a:cubicBezTo>
                <a:cubicBezTo>
                  <a:pt x="597" y="512"/>
                  <a:pt x="595" y="514"/>
                  <a:pt x="593" y="514"/>
                </a:cubicBezTo>
                <a:cubicBezTo>
                  <a:pt x="592" y="514"/>
                  <a:pt x="589" y="513"/>
                  <a:pt x="587" y="510"/>
                </a:cubicBezTo>
                <a:lnTo>
                  <a:pt x="586" y="512"/>
                </a:lnTo>
                <a:cubicBezTo>
                  <a:pt x="594" y="524"/>
                  <a:pt x="588" y="533"/>
                  <a:pt x="580" y="533"/>
                </a:cubicBezTo>
                <a:cubicBezTo>
                  <a:pt x="579" y="533"/>
                  <a:pt x="579" y="533"/>
                  <a:pt x="578" y="533"/>
                </a:cubicBezTo>
                <a:cubicBezTo>
                  <a:pt x="575" y="535"/>
                  <a:pt x="574" y="536"/>
                  <a:pt x="576" y="544"/>
                </a:cubicBezTo>
                <a:cubicBezTo>
                  <a:pt x="578" y="549"/>
                  <a:pt x="579" y="551"/>
                  <a:pt x="577" y="551"/>
                </a:cubicBezTo>
                <a:cubicBezTo>
                  <a:pt x="576" y="551"/>
                  <a:pt x="575" y="550"/>
                  <a:pt x="571" y="548"/>
                </a:cubicBezTo>
                <a:cubicBezTo>
                  <a:pt x="569" y="546"/>
                  <a:pt x="566" y="545"/>
                  <a:pt x="564" y="545"/>
                </a:cubicBezTo>
                <a:cubicBezTo>
                  <a:pt x="559" y="545"/>
                  <a:pt x="556" y="548"/>
                  <a:pt x="563" y="556"/>
                </a:cubicBezTo>
                <a:lnTo>
                  <a:pt x="557" y="551"/>
                </a:lnTo>
                <a:cubicBezTo>
                  <a:pt x="555" y="550"/>
                  <a:pt x="554" y="549"/>
                  <a:pt x="554" y="549"/>
                </a:cubicBezTo>
                <a:lnTo>
                  <a:pt x="554" y="549"/>
                </a:lnTo>
                <a:cubicBezTo>
                  <a:pt x="552" y="549"/>
                  <a:pt x="555" y="554"/>
                  <a:pt x="559" y="560"/>
                </a:cubicBezTo>
                <a:cubicBezTo>
                  <a:pt x="564" y="565"/>
                  <a:pt x="566" y="569"/>
                  <a:pt x="565" y="569"/>
                </a:cubicBezTo>
                <a:cubicBezTo>
                  <a:pt x="564" y="569"/>
                  <a:pt x="559" y="564"/>
                  <a:pt x="550" y="555"/>
                </a:cubicBezTo>
                <a:cubicBezTo>
                  <a:pt x="544" y="548"/>
                  <a:pt x="541" y="545"/>
                  <a:pt x="541" y="545"/>
                </a:cubicBezTo>
                <a:lnTo>
                  <a:pt x="541" y="545"/>
                </a:lnTo>
                <a:cubicBezTo>
                  <a:pt x="541" y="545"/>
                  <a:pt x="542" y="547"/>
                  <a:pt x="544" y="549"/>
                </a:cubicBezTo>
                <a:cubicBezTo>
                  <a:pt x="547" y="555"/>
                  <a:pt x="550" y="561"/>
                  <a:pt x="548" y="561"/>
                </a:cubicBezTo>
                <a:cubicBezTo>
                  <a:pt x="547" y="561"/>
                  <a:pt x="546" y="561"/>
                  <a:pt x="544" y="560"/>
                </a:cubicBezTo>
                <a:lnTo>
                  <a:pt x="544" y="560"/>
                </a:lnTo>
                <a:cubicBezTo>
                  <a:pt x="543" y="561"/>
                  <a:pt x="541" y="562"/>
                  <a:pt x="551" y="574"/>
                </a:cubicBezTo>
                <a:cubicBezTo>
                  <a:pt x="556" y="581"/>
                  <a:pt x="554" y="582"/>
                  <a:pt x="552" y="583"/>
                </a:cubicBezTo>
                <a:cubicBezTo>
                  <a:pt x="549" y="580"/>
                  <a:pt x="547" y="574"/>
                  <a:pt x="544" y="570"/>
                </a:cubicBezTo>
                <a:lnTo>
                  <a:pt x="541" y="572"/>
                </a:lnTo>
                <a:cubicBezTo>
                  <a:pt x="541" y="572"/>
                  <a:pt x="541" y="572"/>
                  <a:pt x="540" y="572"/>
                </a:cubicBezTo>
                <a:cubicBezTo>
                  <a:pt x="538" y="572"/>
                  <a:pt x="532" y="568"/>
                  <a:pt x="528" y="561"/>
                </a:cubicBezTo>
                <a:cubicBezTo>
                  <a:pt x="525" y="559"/>
                  <a:pt x="524" y="557"/>
                  <a:pt x="523" y="557"/>
                </a:cubicBezTo>
                <a:lnTo>
                  <a:pt x="523" y="557"/>
                </a:lnTo>
                <a:cubicBezTo>
                  <a:pt x="522" y="557"/>
                  <a:pt x="524" y="561"/>
                  <a:pt x="531" y="568"/>
                </a:cubicBezTo>
                <a:cubicBezTo>
                  <a:pt x="540" y="582"/>
                  <a:pt x="540" y="582"/>
                  <a:pt x="537" y="584"/>
                </a:cubicBezTo>
                <a:cubicBezTo>
                  <a:pt x="536" y="585"/>
                  <a:pt x="535" y="585"/>
                  <a:pt x="534" y="585"/>
                </a:cubicBezTo>
                <a:cubicBezTo>
                  <a:pt x="533" y="585"/>
                  <a:pt x="531" y="584"/>
                  <a:pt x="529" y="580"/>
                </a:cubicBezTo>
                <a:cubicBezTo>
                  <a:pt x="526" y="575"/>
                  <a:pt x="525" y="573"/>
                  <a:pt x="523" y="573"/>
                </a:cubicBezTo>
                <a:cubicBezTo>
                  <a:pt x="523" y="573"/>
                  <a:pt x="522" y="573"/>
                  <a:pt x="521" y="574"/>
                </a:cubicBezTo>
                <a:cubicBezTo>
                  <a:pt x="516" y="576"/>
                  <a:pt x="523" y="601"/>
                  <a:pt x="529" y="616"/>
                </a:cubicBezTo>
                <a:cubicBezTo>
                  <a:pt x="533" y="623"/>
                  <a:pt x="535" y="627"/>
                  <a:pt x="534" y="627"/>
                </a:cubicBezTo>
                <a:cubicBezTo>
                  <a:pt x="534" y="627"/>
                  <a:pt x="532" y="623"/>
                  <a:pt x="528" y="617"/>
                </a:cubicBezTo>
                <a:cubicBezTo>
                  <a:pt x="524" y="612"/>
                  <a:pt x="523" y="611"/>
                  <a:pt x="521" y="611"/>
                </a:cubicBezTo>
                <a:cubicBezTo>
                  <a:pt x="521" y="611"/>
                  <a:pt x="520" y="611"/>
                  <a:pt x="520" y="611"/>
                </a:cubicBezTo>
                <a:cubicBezTo>
                  <a:pt x="516" y="604"/>
                  <a:pt x="517" y="603"/>
                  <a:pt x="520" y="603"/>
                </a:cubicBezTo>
                <a:lnTo>
                  <a:pt x="515" y="595"/>
                </a:lnTo>
                <a:cubicBezTo>
                  <a:pt x="511" y="589"/>
                  <a:pt x="509" y="586"/>
                  <a:pt x="508" y="586"/>
                </a:cubicBezTo>
                <a:lnTo>
                  <a:pt x="508" y="586"/>
                </a:lnTo>
                <a:cubicBezTo>
                  <a:pt x="507" y="586"/>
                  <a:pt x="508" y="590"/>
                  <a:pt x="511" y="598"/>
                </a:cubicBezTo>
                <a:cubicBezTo>
                  <a:pt x="511" y="602"/>
                  <a:pt x="512" y="604"/>
                  <a:pt x="511" y="604"/>
                </a:cubicBezTo>
                <a:cubicBezTo>
                  <a:pt x="511" y="604"/>
                  <a:pt x="509" y="602"/>
                  <a:pt x="507" y="600"/>
                </a:cubicBezTo>
                <a:cubicBezTo>
                  <a:pt x="504" y="595"/>
                  <a:pt x="500" y="591"/>
                  <a:pt x="499" y="591"/>
                </a:cubicBezTo>
                <a:lnTo>
                  <a:pt x="499" y="591"/>
                </a:lnTo>
                <a:cubicBezTo>
                  <a:pt x="498" y="591"/>
                  <a:pt x="498" y="592"/>
                  <a:pt x="500" y="594"/>
                </a:cubicBezTo>
                <a:cubicBezTo>
                  <a:pt x="500" y="594"/>
                  <a:pt x="499" y="594"/>
                  <a:pt x="499" y="594"/>
                </a:cubicBezTo>
                <a:cubicBezTo>
                  <a:pt x="498" y="594"/>
                  <a:pt x="495" y="594"/>
                  <a:pt x="492" y="589"/>
                </a:cubicBezTo>
                <a:cubicBezTo>
                  <a:pt x="488" y="590"/>
                  <a:pt x="486" y="591"/>
                  <a:pt x="489" y="599"/>
                </a:cubicBezTo>
                <a:cubicBezTo>
                  <a:pt x="493" y="605"/>
                  <a:pt x="491" y="607"/>
                  <a:pt x="489" y="607"/>
                </a:cubicBezTo>
                <a:cubicBezTo>
                  <a:pt x="487" y="608"/>
                  <a:pt x="486" y="608"/>
                  <a:pt x="488" y="616"/>
                </a:cubicBezTo>
                <a:cubicBezTo>
                  <a:pt x="492" y="623"/>
                  <a:pt x="493" y="631"/>
                  <a:pt x="488" y="632"/>
                </a:cubicBezTo>
                <a:cubicBezTo>
                  <a:pt x="488" y="636"/>
                  <a:pt x="488" y="639"/>
                  <a:pt x="487" y="639"/>
                </a:cubicBezTo>
                <a:cubicBezTo>
                  <a:pt x="486" y="639"/>
                  <a:pt x="484" y="635"/>
                  <a:pt x="480" y="627"/>
                </a:cubicBezTo>
                <a:cubicBezTo>
                  <a:pt x="478" y="622"/>
                  <a:pt x="477" y="621"/>
                  <a:pt x="475" y="621"/>
                </a:cubicBezTo>
                <a:cubicBezTo>
                  <a:pt x="475" y="621"/>
                  <a:pt x="474" y="621"/>
                  <a:pt x="474" y="621"/>
                </a:cubicBezTo>
                <a:cubicBezTo>
                  <a:pt x="474" y="621"/>
                  <a:pt x="471" y="621"/>
                  <a:pt x="468" y="614"/>
                </a:cubicBezTo>
                <a:cubicBezTo>
                  <a:pt x="467" y="612"/>
                  <a:pt x="466" y="611"/>
                  <a:pt x="466" y="611"/>
                </a:cubicBezTo>
                <a:lnTo>
                  <a:pt x="466" y="611"/>
                </a:lnTo>
                <a:cubicBezTo>
                  <a:pt x="465" y="611"/>
                  <a:pt x="467" y="617"/>
                  <a:pt x="468" y="622"/>
                </a:cubicBezTo>
                <a:lnTo>
                  <a:pt x="473" y="638"/>
                </a:lnTo>
                <a:cubicBezTo>
                  <a:pt x="470" y="638"/>
                  <a:pt x="465" y="623"/>
                  <a:pt x="462" y="616"/>
                </a:cubicBezTo>
                <a:cubicBezTo>
                  <a:pt x="459" y="608"/>
                  <a:pt x="457" y="604"/>
                  <a:pt x="457" y="604"/>
                </a:cubicBezTo>
                <a:lnTo>
                  <a:pt x="457" y="604"/>
                </a:lnTo>
                <a:cubicBezTo>
                  <a:pt x="457" y="604"/>
                  <a:pt x="458" y="608"/>
                  <a:pt x="460" y="616"/>
                </a:cubicBezTo>
                <a:cubicBezTo>
                  <a:pt x="462" y="621"/>
                  <a:pt x="462" y="628"/>
                  <a:pt x="460" y="628"/>
                </a:cubicBezTo>
                <a:cubicBezTo>
                  <a:pt x="460" y="628"/>
                  <a:pt x="458" y="627"/>
                  <a:pt x="457" y="625"/>
                </a:cubicBezTo>
                <a:cubicBezTo>
                  <a:pt x="456" y="625"/>
                  <a:pt x="454" y="625"/>
                  <a:pt x="453" y="625"/>
                </a:cubicBezTo>
                <a:cubicBezTo>
                  <a:pt x="451" y="625"/>
                  <a:pt x="449" y="624"/>
                  <a:pt x="448" y="619"/>
                </a:cubicBezTo>
                <a:cubicBezTo>
                  <a:pt x="447" y="616"/>
                  <a:pt x="446" y="615"/>
                  <a:pt x="446" y="615"/>
                </a:cubicBezTo>
                <a:cubicBezTo>
                  <a:pt x="445" y="615"/>
                  <a:pt x="445" y="619"/>
                  <a:pt x="445" y="619"/>
                </a:cubicBezTo>
                <a:cubicBezTo>
                  <a:pt x="445" y="624"/>
                  <a:pt x="444" y="626"/>
                  <a:pt x="442" y="626"/>
                </a:cubicBezTo>
                <a:cubicBezTo>
                  <a:pt x="441" y="626"/>
                  <a:pt x="439" y="624"/>
                  <a:pt x="436" y="621"/>
                </a:cubicBezTo>
                <a:cubicBezTo>
                  <a:pt x="429" y="613"/>
                  <a:pt x="427" y="609"/>
                  <a:pt x="426" y="609"/>
                </a:cubicBezTo>
                <a:lnTo>
                  <a:pt x="426" y="609"/>
                </a:lnTo>
                <a:cubicBezTo>
                  <a:pt x="425" y="609"/>
                  <a:pt x="425" y="613"/>
                  <a:pt x="427" y="621"/>
                </a:cubicBezTo>
                <a:cubicBezTo>
                  <a:pt x="427" y="626"/>
                  <a:pt x="428" y="631"/>
                  <a:pt x="427" y="631"/>
                </a:cubicBezTo>
                <a:cubicBezTo>
                  <a:pt x="427" y="631"/>
                  <a:pt x="426" y="628"/>
                  <a:pt x="424" y="621"/>
                </a:cubicBezTo>
                <a:cubicBezTo>
                  <a:pt x="424" y="619"/>
                  <a:pt x="423" y="619"/>
                  <a:pt x="423" y="619"/>
                </a:cubicBezTo>
                <a:cubicBezTo>
                  <a:pt x="421" y="619"/>
                  <a:pt x="420" y="624"/>
                  <a:pt x="418" y="630"/>
                </a:cubicBezTo>
                <a:cubicBezTo>
                  <a:pt x="418" y="641"/>
                  <a:pt x="418" y="653"/>
                  <a:pt x="419" y="663"/>
                </a:cubicBezTo>
                <a:cubicBezTo>
                  <a:pt x="419" y="672"/>
                  <a:pt x="420" y="677"/>
                  <a:pt x="419" y="677"/>
                </a:cubicBezTo>
                <a:cubicBezTo>
                  <a:pt x="418" y="677"/>
                  <a:pt x="417" y="674"/>
                  <a:pt x="414" y="671"/>
                </a:cubicBezTo>
                <a:cubicBezTo>
                  <a:pt x="412" y="671"/>
                  <a:pt x="410" y="663"/>
                  <a:pt x="410" y="655"/>
                </a:cubicBezTo>
                <a:cubicBezTo>
                  <a:pt x="410" y="647"/>
                  <a:pt x="411" y="647"/>
                  <a:pt x="411" y="647"/>
                </a:cubicBezTo>
                <a:lnTo>
                  <a:pt x="413" y="647"/>
                </a:lnTo>
                <a:cubicBezTo>
                  <a:pt x="413" y="639"/>
                  <a:pt x="412" y="630"/>
                  <a:pt x="409" y="630"/>
                </a:cubicBezTo>
                <a:cubicBezTo>
                  <a:pt x="408" y="626"/>
                  <a:pt x="407" y="624"/>
                  <a:pt x="406" y="624"/>
                </a:cubicBezTo>
                <a:cubicBezTo>
                  <a:pt x="406" y="624"/>
                  <a:pt x="405" y="626"/>
                  <a:pt x="405" y="630"/>
                </a:cubicBezTo>
                <a:cubicBezTo>
                  <a:pt x="403" y="622"/>
                  <a:pt x="400" y="622"/>
                  <a:pt x="396" y="622"/>
                </a:cubicBezTo>
                <a:cubicBezTo>
                  <a:pt x="393" y="622"/>
                  <a:pt x="387" y="622"/>
                  <a:pt x="386" y="613"/>
                </a:cubicBezTo>
                <a:cubicBezTo>
                  <a:pt x="386" y="613"/>
                  <a:pt x="385" y="613"/>
                  <a:pt x="384" y="613"/>
                </a:cubicBezTo>
                <a:cubicBezTo>
                  <a:pt x="382" y="613"/>
                  <a:pt x="382" y="614"/>
                  <a:pt x="381" y="621"/>
                </a:cubicBezTo>
                <a:cubicBezTo>
                  <a:pt x="380" y="630"/>
                  <a:pt x="379" y="634"/>
                  <a:pt x="378" y="634"/>
                </a:cubicBezTo>
                <a:cubicBezTo>
                  <a:pt x="378" y="634"/>
                  <a:pt x="378" y="632"/>
                  <a:pt x="378" y="629"/>
                </a:cubicBezTo>
                <a:cubicBezTo>
                  <a:pt x="378" y="618"/>
                  <a:pt x="369" y="609"/>
                  <a:pt x="362" y="609"/>
                </a:cubicBezTo>
                <a:cubicBezTo>
                  <a:pt x="358" y="609"/>
                  <a:pt x="355" y="611"/>
                  <a:pt x="354" y="616"/>
                </a:cubicBezTo>
                <a:lnTo>
                  <a:pt x="349" y="614"/>
                </a:lnTo>
                <a:cubicBezTo>
                  <a:pt x="349" y="609"/>
                  <a:pt x="345" y="606"/>
                  <a:pt x="341" y="606"/>
                </a:cubicBezTo>
                <a:cubicBezTo>
                  <a:pt x="339" y="606"/>
                  <a:pt x="336" y="607"/>
                  <a:pt x="335" y="610"/>
                </a:cubicBezTo>
                <a:cubicBezTo>
                  <a:pt x="332" y="609"/>
                  <a:pt x="331" y="609"/>
                  <a:pt x="329" y="608"/>
                </a:cubicBezTo>
                <a:cubicBezTo>
                  <a:pt x="329" y="603"/>
                  <a:pt x="329" y="600"/>
                  <a:pt x="327" y="600"/>
                </a:cubicBezTo>
                <a:cubicBezTo>
                  <a:pt x="326" y="600"/>
                  <a:pt x="325" y="602"/>
                  <a:pt x="322" y="605"/>
                </a:cubicBezTo>
                <a:cubicBezTo>
                  <a:pt x="319" y="610"/>
                  <a:pt x="317" y="615"/>
                  <a:pt x="317" y="615"/>
                </a:cubicBezTo>
                <a:cubicBezTo>
                  <a:pt x="317" y="615"/>
                  <a:pt x="317" y="614"/>
                  <a:pt x="318" y="612"/>
                </a:cubicBezTo>
                <a:cubicBezTo>
                  <a:pt x="321" y="604"/>
                  <a:pt x="318" y="603"/>
                  <a:pt x="311" y="600"/>
                </a:cubicBezTo>
                <a:cubicBezTo>
                  <a:pt x="308" y="599"/>
                  <a:pt x="307" y="598"/>
                  <a:pt x="306" y="598"/>
                </a:cubicBezTo>
                <a:cubicBezTo>
                  <a:pt x="304" y="598"/>
                  <a:pt x="304" y="600"/>
                  <a:pt x="303" y="604"/>
                </a:cubicBezTo>
                <a:cubicBezTo>
                  <a:pt x="301" y="605"/>
                  <a:pt x="299" y="606"/>
                  <a:pt x="298" y="606"/>
                </a:cubicBezTo>
                <a:cubicBezTo>
                  <a:pt x="294" y="606"/>
                  <a:pt x="297" y="600"/>
                  <a:pt x="300" y="594"/>
                </a:cubicBezTo>
                <a:cubicBezTo>
                  <a:pt x="304" y="588"/>
                  <a:pt x="306" y="584"/>
                  <a:pt x="305" y="584"/>
                </a:cubicBezTo>
                <a:lnTo>
                  <a:pt x="305" y="584"/>
                </a:lnTo>
                <a:cubicBezTo>
                  <a:pt x="303" y="584"/>
                  <a:pt x="299" y="588"/>
                  <a:pt x="293" y="599"/>
                </a:cubicBezTo>
                <a:cubicBezTo>
                  <a:pt x="288" y="606"/>
                  <a:pt x="284" y="609"/>
                  <a:pt x="283" y="609"/>
                </a:cubicBezTo>
                <a:cubicBezTo>
                  <a:pt x="282" y="609"/>
                  <a:pt x="282" y="606"/>
                  <a:pt x="284" y="603"/>
                </a:cubicBezTo>
                <a:cubicBezTo>
                  <a:pt x="286" y="599"/>
                  <a:pt x="288" y="598"/>
                  <a:pt x="289" y="598"/>
                </a:cubicBezTo>
                <a:cubicBezTo>
                  <a:pt x="290" y="598"/>
                  <a:pt x="290" y="598"/>
                  <a:pt x="291" y="599"/>
                </a:cubicBezTo>
                <a:lnTo>
                  <a:pt x="299" y="584"/>
                </a:lnTo>
                <a:cubicBezTo>
                  <a:pt x="298" y="584"/>
                  <a:pt x="298" y="584"/>
                  <a:pt x="298" y="584"/>
                </a:cubicBezTo>
                <a:cubicBezTo>
                  <a:pt x="297" y="584"/>
                  <a:pt x="296" y="585"/>
                  <a:pt x="292" y="590"/>
                </a:cubicBezTo>
                <a:cubicBezTo>
                  <a:pt x="292" y="590"/>
                  <a:pt x="292" y="590"/>
                  <a:pt x="292" y="590"/>
                </a:cubicBezTo>
                <a:cubicBezTo>
                  <a:pt x="291" y="590"/>
                  <a:pt x="289" y="590"/>
                  <a:pt x="285" y="594"/>
                </a:cubicBezTo>
                <a:cubicBezTo>
                  <a:pt x="279" y="600"/>
                  <a:pt x="275" y="608"/>
                  <a:pt x="273" y="616"/>
                </a:cubicBezTo>
                <a:cubicBezTo>
                  <a:pt x="271" y="621"/>
                  <a:pt x="270" y="622"/>
                  <a:pt x="269" y="622"/>
                </a:cubicBezTo>
                <a:cubicBezTo>
                  <a:pt x="268" y="622"/>
                  <a:pt x="267" y="622"/>
                  <a:pt x="266" y="621"/>
                </a:cubicBezTo>
                <a:cubicBezTo>
                  <a:pt x="267" y="613"/>
                  <a:pt x="271" y="605"/>
                  <a:pt x="277" y="600"/>
                </a:cubicBezTo>
                <a:cubicBezTo>
                  <a:pt x="279" y="600"/>
                  <a:pt x="283" y="593"/>
                  <a:pt x="288" y="586"/>
                </a:cubicBezTo>
                <a:cubicBezTo>
                  <a:pt x="288" y="585"/>
                  <a:pt x="288" y="584"/>
                  <a:pt x="287" y="584"/>
                </a:cubicBezTo>
                <a:cubicBezTo>
                  <a:pt x="284" y="584"/>
                  <a:pt x="273" y="592"/>
                  <a:pt x="265" y="601"/>
                </a:cubicBezTo>
                <a:cubicBezTo>
                  <a:pt x="266" y="599"/>
                  <a:pt x="268" y="597"/>
                  <a:pt x="270" y="594"/>
                </a:cubicBezTo>
                <a:cubicBezTo>
                  <a:pt x="274" y="586"/>
                  <a:pt x="271" y="585"/>
                  <a:pt x="267" y="583"/>
                </a:cubicBezTo>
                <a:cubicBezTo>
                  <a:pt x="266" y="582"/>
                  <a:pt x="265" y="581"/>
                  <a:pt x="263" y="581"/>
                </a:cubicBezTo>
                <a:cubicBezTo>
                  <a:pt x="262" y="581"/>
                  <a:pt x="261" y="582"/>
                  <a:pt x="258" y="585"/>
                </a:cubicBezTo>
                <a:cubicBezTo>
                  <a:pt x="254" y="592"/>
                  <a:pt x="249" y="598"/>
                  <a:pt x="247" y="598"/>
                </a:cubicBezTo>
                <a:cubicBezTo>
                  <a:pt x="247" y="598"/>
                  <a:pt x="247" y="598"/>
                  <a:pt x="247" y="598"/>
                </a:cubicBezTo>
                <a:lnTo>
                  <a:pt x="247" y="598"/>
                </a:lnTo>
                <a:cubicBezTo>
                  <a:pt x="248" y="599"/>
                  <a:pt x="244" y="606"/>
                  <a:pt x="239" y="612"/>
                </a:cubicBezTo>
                <a:cubicBezTo>
                  <a:pt x="240" y="605"/>
                  <a:pt x="242" y="600"/>
                  <a:pt x="244" y="595"/>
                </a:cubicBezTo>
                <a:cubicBezTo>
                  <a:pt x="250" y="580"/>
                  <a:pt x="253" y="571"/>
                  <a:pt x="247" y="565"/>
                </a:cubicBezTo>
                <a:cubicBezTo>
                  <a:pt x="243" y="563"/>
                  <a:pt x="240" y="556"/>
                  <a:pt x="244" y="552"/>
                </a:cubicBezTo>
                <a:cubicBezTo>
                  <a:pt x="243" y="551"/>
                  <a:pt x="242" y="550"/>
                  <a:pt x="241" y="550"/>
                </a:cubicBezTo>
                <a:cubicBezTo>
                  <a:pt x="240" y="550"/>
                  <a:pt x="238" y="551"/>
                  <a:pt x="235" y="554"/>
                </a:cubicBezTo>
                <a:lnTo>
                  <a:pt x="233" y="551"/>
                </a:lnTo>
                <a:cubicBezTo>
                  <a:pt x="235" y="546"/>
                  <a:pt x="235" y="544"/>
                  <a:pt x="233" y="544"/>
                </a:cubicBezTo>
                <a:lnTo>
                  <a:pt x="233" y="544"/>
                </a:lnTo>
                <a:cubicBezTo>
                  <a:pt x="232" y="544"/>
                  <a:pt x="230" y="545"/>
                  <a:pt x="228" y="547"/>
                </a:cubicBezTo>
                <a:cubicBezTo>
                  <a:pt x="227" y="548"/>
                  <a:pt x="226" y="548"/>
                  <a:pt x="225" y="548"/>
                </a:cubicBezTo>
                <a:cubicBezTo>
                  <a:pt x="223" y="548"/>
                  <a:pt x="226" y="544"/>
                  <a:pt x="225" y="543"/>
                </a:cubicBezTo>
                <a:cubicBezTo>
                  <a:pt x="229" y="536"/>
                  <a:pt x="231" y="533"/>
                  <a:pt x="231" y="533"/>
                </a:cubicBezTo>
                <a:lnTo>
                  <a:pt x="231" y="533"/>
                </a:lnTo>
                <a:cubicBezTo>
                  <a:pt x="230" y="533"/>
                  <a:pt x="226" y="537"/>
                  <a:pt x="217" y="546"/>
                </a:cubicBezTo>
                <a:cubicBezTo>
                  <a:pt x="211" y="552"/>
                  <a:pt x="208" y="561"/>
                  <a:pt x="209" y="562"/>
                </a:cubicBezTo>
                <a:lnTo>
                  <a:pt x="213" y="566"/>
                </a:lnTo>
                <a:lnTo>
                  <a:pt x="203" y="567"/>
                </a:lnTo>
                <a:cubicBezTo>
                  <a:pt x="203" y="567"/>
                  <a:pt x="203" y="567"/>
                  <a:pt x="202" y="567"/>
                </a:cubicBezTo>
                <a:cubicBezTo>
                  <a:pt x="199" y="567"/>
                  <a:pt x="192" y="569"/>
                  <a:pt x="187" y="574"/>
                </a:cubicBezTo>
                <a:cubicBezTo>
                  <a:pt x="187" y="574"/>
                  <a:pt x="182" y="578"/>
                  <a:pt x="180" y="578"/>
                </a:cubicBezTo>
                <a:cubicBezTo>
                  <a:pt x="180" y="578"/>
                  <a:pt x="180" y="578"/>
                  <a:pt x="180" y="577"/>
                </a:cubicBezTo>
                <a:lnTo>
                  <a:pt x="192" y="566"/>
                </a:lnTo>
                <a:cubicBezTo>
                  <a:pt x="199" y="563"/>
                  <a:pt x="206" y="557"/>
                  <a:pt x="211" y="552"/>
                </a:cubicBezTo>
                <a:cubicBezTo>
                  <a:pt x="218" y="543"/>
                  <a:pt x="222" y="536"/>
                  <a:pt x="219" y="536"/>
                </a:cubicBezTo>
                <a:lnTo>
                  <a:pt x="219" y="536"/>
                </a:lnTo>
                <a:cubicBezTo>
                  <a:pt x="218" y="536"/>
                  <a:pt x="216" y="537"/>
                  <a:pt x="212" y="540"/>
                </a:cubicBezTo>
                <a:cubicBezTo>
                  <a:pt x="211" y="539"/>
                  <a:pt x="211" y="539"/>
                  <a:pt x="216" y="533"/>
                </a:cubicBezTo>
                <a:cubicBezTo>
                  <a:pt x="219" y="530"/>
                  <a:pt x="220" y="528"/>
                  <a:pt x="219" y="528"/>
                </a:cubicBezTo>
                <a:lnTo>
                  <a:pt x="219" y="528"/>
                </a:lnTo>
                <a:cubicBezTo>
                  <a:pt x="218" y="528"/>
                  <a:pt x="214" y="530"/>
                  <a:pt x="207" y="535"/>
                </a:cubicBezTo>
                <a:cubicBezTo>
                  <a:pt x="201" y="538"/>
                  <a:pt x="198" y="540"/>
                  <a:pt x="196" y="540"/>
                </a:cubicBezTo>
                <a:cubicBezTo>
                  <a:pt x="195" y="540"/>
                  <a:pt x="197" y="536"/>
                  <a:pt x="204" y="529"/>
                </a:cubicBezTo>
                <a:cubicBezTo>
                  <a:pt x="212" y="520"/>
                  <a:pt x="211" y="514"/>
                  <a:pt x="208" y="514"/>
                </a:cubicBezTo>
                <a:cubicBezTo>
                  <a:pt x="206" y="514"/>
                  <a:pt x="205" y="515"/>
                  <a:pt x="203" y="516"/>
                </a:cubicBezTo>
                <a:cubicBezTo>
                  <a:pt x="198" y="519"/>
                  <a:pt x="195" y="521"/>
                  <a:pt x="193" y="521"/>
                </a:cubicBezTo>
                <a:cubicBezTo>
                  <a:pt x="190" y="521"/>
                  <a:pt x="190" y="518"/>
                  <a:pt x="193" y="514"/>
                </a:cubicBezTo>
                <a:cubicBezTo>
                  <a:pt x="197" y="510"/>
                  <a:pt x="198" y="507"/>
                  <a:pt x="195" y="507"/>
                </a:cubicBezTo>
                <a:cubicBezTo>
                  <a:pt x="194" y="507"/>
                  <a:pt x="192" y="508"/>
                  <a:pt x="190" y="509"/>
                </a:cubicBezTo>
                <a:cubicBezTo>
                  <a:pt x="196" y="505"/>
                  <a:pt x="201" y="501"/>
                  <a:pt x="198" y="501"/>
                </a:cubicBezTo>
                <a:cubicBezTo>
                  <a:pt x="198" y="501"/>
                  <a:pt x="197" y="501"/>
                  <a:pt x="196" y="501"/>
                </a:cubicBezTo>
                <a:cubicBezTo>
                  <a:pt x="196" y="501"/>
                  <a:pt x="195" y="501"/>
                  <a:pt x="195" y="501"/>
                </a:cubicBezTo>
                <a:cubicBezTo>
                  <a:pt x="194" y="501"/>
                  <a:pt x="192" y="502"/>
                  <a:pt x="188" y="506"/>
                </a:cubicBezTo>
                <a:lnTo>
                  <a:pt x="172" y="510"/>
                </a:lnTo>
                <a:cubicBezTo>
                  <a:pt x="173" y="512"/>
                  <a:pt x="166" y="516"/>
                  <a:pt x="160" y="520"/>
                </a:cubicBezTo>
                <a:cubicBezTo>
                  <a:pt x="159" y="521"/>
                  <a:pt x="158" y="521"/>
                  <a:pt x="157" y="521"/>
                </a:cubicBezTo>
                <a:cubicBezTo>
                  <a:pt x="154" y="521"/>
                  <a:pt x="158" y="510"/>
                  <a:pt x="175" y="498"/>
                </a:cubicBezTo>
                <a:lnTo>
                  <a:pt x="188" y="487"/>
                </a:lnTo>
                <a:lnTo>
                  <a:pt x="173" y="494"/>
                </a:lnTo>
                <a:cubicBezTo>
                  <a:pt x="172" y="492"/>
                  <a:pt x="171" y="490"/>
                  <a:pt x="179" y="487"/>
                </a:cubicBezTo>
                <a:cubicBezTo>
                  <a:pt x="185" y="483"/>
                  <a:pt x="185" y="483"/>
                  <a:pt x="185" y="481"/>
                </a:cubicBezTo>
                <a:cubicBezTo>
                  <a:pt x="185" y="481"/>
                  <a:pt x="185" y="481"/>
                  <a:pt x="185" y="481"/>
                </a:cubicBezTo>
                <a:cubicBezTo>
                  <a:pt x="184" y="481"/>
                  <a:pt x="182" y="481"/>
                  <a:pt x="178" y="483"/>
                </a:cubicBezTo>
                <a:cubicBezTo>
                  <a:pt x="170" y="487"/>
                  <a:pt x="166" y="489"/>
                  <a:pt x="165" y="489"/>
                </a:cubicBezTo>
                <a:cubicBezTo>
                  <a:pt x="165" y="489"/>
                  <a:pt x="167" y="487"/>
                  <a:pt x="170" y="485"/>
                </a:cubicBezTo>
                <a:cubicBezTo>
                  <a:pt x="178" y="480"/>
                  <a:pt x="181" y="477"/>
                  <a:pt x="178" y="477"/>
                </a:cubicBezTo>
                <a:cubicBezTo>
                  <a:pt x="176" y="477"/>
                  <a:pt x="173" y="478"/>
                  <a:pt x="167" y="480"/>
                </a:cubicBezTo>
                <a:cubicBezTo>
                  <a:pt x="160" y="483"/>
                  <a:pt x="156" y="485"/>
                  <a:pt x="156" y="485"/>
                </a:cubicBezTo>
                <a:cubicBezTo>
                  <a:pt x="155" y="485"/>
                  <a:pt x="159" y="482"/>
                  <a:pt x="166" y="478"/>
                </a:cubicBezTo>
                <a:cubicBezTo>
                  <a:pt x="173" y="474"/>
                  <a:pt x="180" y="470"/>
                  <a:pt x="180" y="468"/>
                </a:cubicBezTo>
                <a:lnTo>
                  <a:pt x="180" y="468"/>
                </a:lnTo>
                <a:lnTo>
                  <a:pt x="172" y="471"/>
                </a:lnTo>
                <a:cubicBezTo>
                  <a:pt x="165" y="474"/>
                  <a:pt x="162" y="475"/>
                  <a:pt x="160" y="475"/>
                </a:cubicBezTo>
                <a:cubicBezTo>
                  <a:pt x="158" y="475"/>
                  <a:pt x="159" y="473"/>
                  <a:pt x="163" y="471"/>
                </a:cubicBezTo>
                <a:cubicBezTo>
                  <a:pt x="171" y="468"/>
                  <a:pt x="171" y="466"/>
                  <a:pt x="162" y="465"/>
                </a:cubicBezTo>
                <a:cubicBezTo>
                  <a:pt x="161" y="462"/>
                  <a:pt x="160" y="460"/>
                  <a:pt x="167" y="457"/>
                </a:cubicBezTo>
                <a:cubicBezTo>
                  <a:pt x="176" y="454"/>
                  <a:pt x="180" y="453"/>
                  <a:pt x="179" y="453"/>
                </a:cubicBezTo>
                <a:lnTo>
                  <a:pt x="179" y="453"/>
                </a:lnTo>
                <a:cubicBezTo>
                  <a:pt x="178" y="453"/>
                  <a:pt x="174" y="454"/>
                  <a:pt x="166" y="455"/>
                </a:cubicBezTo>
                <a:cubicBezTo>
                  <a:pt x="164" y="456"/>
                  <a:pt x="162" y="456"/>
                  <a:pt x="161" y="456"/>
                </a:cubicBezTo>
                <a:cubicBezTo>
                  <a:pt x="159" y="456"/>
                  <a:pt x="160" y="454"/>
                  <a:pt x="165" y="450"/>
                </a:cubicBezTo>
                <a:cubicBezTo>
                  <a:pt x="173" y="446"/>
                  <a:pt x="173" y="446"/>
                  <a:pt x="164" y="446"/>
                </a:cubicBezTo>
                <a:cubicBezTo>
                  <a:pt x="148" y="451"/>
                  <a:pt x="142" y="453"/>
                  <a:pt x="142" y="455"/>
                </a:cubicBezTo>
                <a:cubicBezTo>
                  <a:pt x="142" y="457"/>
                  <a:pt x="142" y="457"/>
                  <a:pt x="135" y="460"/>
                </a:cubicBezTo>
                <a:cubicBezTo>
                  <a:pt x="135" y="460"/>
                  <a:pt x="134" y="457"/>
                  <a:pt x="134" y="455"/>
                </a:cubicBezTo>
                <a:cubicBezTo>
                  <a:pt x="133" y="453"/>
                  <a:pt x="133" y="452"/>
                  <a:pt x="124" y="450"/>
                </a:cubicBezTo>
                <a:cubicBezTo>
                  <a:pt x="122" y="449"/>
                  <a:pt x="119" y="449"/>
                  <a:pt x="117" y="449"/>
                </a:cubicBezTo>
                <a:cubicBezTo>
                  <a:pt x="109" y="449"/>
                  <a:pt x="102" y="451"/>
                  <a:pt x="109" y="453"/>
                </a:cubicBezTo>
                <a:lnTo>
                  <a:pt x="101" y="457"/>
                </a:lnTo>
                <a:cubicBezTo>
                  <a:pt x="85" y="461"/>
                  <a:pt x="81" y="465"/>
                  <a:pt x="87" y="465"/>
                </a:cubicBezTo>
                <a:cubicBezTo>
                  <a:pt x="89" y="465"/>
                  <a:pt x="95" y="464"/>
                  <a:pt x="102" y="462"/>
                </a:cubicBezTo>
                <a:cubicBezTo>
                  <a:pt x="114" y="459"/>
                  <a:pt x="120" y="457"/>
                  <a:pt x="121" y="457"/>
                </a:cubicBezTo>
                <a:lnTo>
                  <a:pt x="121" y="457"/>
                </a:lnTo>
                <a:cubicBezTo>
                  <a:pt x="122" y="457"/>
                  <a:pt x="119" y="459"/>
                  <a:pt x="111" y="462"/>
                </a:cubicBezTo>
                <a:cubicBezTo>
                  <a:pt x="96" y="466"/>
                  <a:pt x="96" y="469"/>
                  <a:pt x="97" y="471"/>
                </a:cubicBezTo>
                <a:cubicBezTo>
                  <a:pt x="98" y="473"/>
                  <a:pt x="97" y="473"/>
                  <a:pt x="90" y="475"/>
                </a:cubicBezTo>
                <a:cubicBezTo>
                  <a:pt x="82" y="479"/>
                  <a:pt x="74" y="483"/>
                  <a:pt x="75" y="485"/>
                </a:cubicBezTo>
                <a:cubicBezTo>
                  <a:pt x="76" y="487"/>
                  <a:pt x="76" y="488"/>
                  <a:pt x="77" y="488"/>
                </a:cubicBezTo>
                <a:cubicBezTo>
                  <a:pt x="79" y="488"/>
                  <a:pt x="81" y="487"/>
                  <a:pt x="84" y="485"/>
                </a:cubicBezTo>
                <a:cubicBezTo>
                  <a:pt x="86" y="484"/>
                  <a:pt x="88" y="484"/>
                  <a:pt x="89" y="484"/>
                </a:cubicBezTo>
                <a:lnTo>
                  <a:pt x="89" y="484"/>
                </a:lnTo>
                <a:cubicBezTo>
                  <a:pt x="91" y="484"/>
                  <a:pt x="88" y="488"/>
                  <a:pt x="78" y="493"/>
                </a:cubicBezTo>
                <a:cubicBezTo>
                  <a:pt x="74" y="496"/>
                  <a:pt x="73" y="498"/>
                  <a:pt x="74" y="498"/>
                </a:cubicBezTo>
                <a:cubicBezTo>
                  <a:pt x="75" y="498"/>
                  <a:pt x="79" y="496"/>
                  <a:pt x="87" y="493"/>
                </a:cubicBezTo>
                <a:cubicBezTo>
                  <a:pt x="91" y="492"/>
                  <a:pt x="95" y="491"/>
                  <a:pt x="97" y="491"/>
                </a:cubicBezTo>
                <a:cubicBezTo>
                  <a:pt x="101" y="491"/>
                  <a:pt x="99" y="495"/>
                  <a:pt x="89" y="500"/>
                </a:cubicBezTo>
                <a:lnTo>
                  <a:pt x="91" y="505"/>
                </a:lnTo>
                <a:cubicBezTo>
                  <a:pt x="92" y="506"/>
                  <a:pt x="92" y="506"/>
                  <a:pt x="94" y="506"/>
                </a:cubicBezTo>
                <a:cubicBezTo>
                  <a:pt x="96" y="506"/>
                  <a:pt x="101" y="504"/>
                  <a:pt x="107" y="501"/>
                </a:cubicBezTo>
                <a:cubicBezTo>
                  <a:pt x="115" y="498"/>
                  <a:pt x="118" y="496"/>
                  <a:pt x="119" y="496"/>
                </a:cubicBezTo>
                <a:lnTo>
                  <a:pt x="119" y="496"/>
                </a:lnTo>
                <a:cubicBezTo>
                  <a:pt x="120" y="496"/>
                  <a:pt x="118" y="497"/>
                  <a:pt x="115" y="500"/>
                </a:cubicBezTo>
                <a:cubicBezTo>
                  <a:pt x="111" y="503"/>
                  <a:pt x="106" y="507"/>
                  <a:pt x="101" y="509"/>
                </a:cubicBezTo>
                <a:cubicBezTo>
                  <a:pt x="93" y="512"/>
                  <a:pt x="95" y="515"/>
                  <a:pt x="96" y="517"/>
                </a:cubicBezTo>
                <a:cubicBezTo>
                  <a:pt x="97" y="519"/>
                  <a:pt x="98" y="521"/>
                  <a:pt x="101" y="521"/>
                </a:cubicBezTo>
                <a:cubicBezTo>
                  <a:pt x="103" y="521"/>
                  <a:pt x="104" y="521"/>
                  <a:pt x="106" y="520"/>
                </a:cubicBezTo>
                <a:lnTo>
                  <a:pt x="106" y="520"/>
                </a:lnTo>
                <a:lnTo>
                  <a:pt x="99" y="524"/>
                </a:lnTo>
                <a:cubicBezTo>
                  <a:pt x="100" y="525"/>
                  <a:pt x="96" y="528"/>
                  <a:pt x="97" y="528"/>
                </a:cubicBezTo>
                <a:cubicBezTo>
                  <a:pt x="97" y="528"/>
                  <a:pt x="98" y="527"/>
                  <a:pt x="100" y="526"/>
                </a:cubicBezTo>
                <a:lnTo>
                  <a:pt x="100" y="526"/>
                </a:lnTo>
                <a:cubicBezTo>
                  <a:pt x="100" y="526"/>
                  <a:pt x="101" y="528"/>
                  <a:pt x="97" y="537"/>
                </a:cubicBezTo>
                <a:cubicBezTo>
                  <a:pt x="94" y="541"/>
                  <a:pt x="96" y="543"/>
                  <a:pt x="100" y="543"/>
                </a:cubicBezTo>
                <a:cubicBezTo>
                  <a:pt x="105" y="543"/>
                  <a:pt x="114" y="539"/>
                  <a:pt x="120" y="530"/>
                </a:cubicBezTo>
                <a:lnTo>
                  <a:pt x="121" y="533"/>
                </a:lnTo>
                <a:cubicBezTo>
                  <a:pt x="122" y="533"/>
                  <a:pt x="122" y="533"/>
                  <a:pt x="122" y="533"/>
                </a:cubicBezTo>
                <a:cubicBezTo>
                  <a:pt x="124" y="533"/>
                  <a:pt x="129" y="530"/>
                  <a:pt x="129" y="530"/>
                </a:cubicBezTo>
                <a:cubicBezTo>
                  <a:pt x="132" y="528"/>
                  <a:pt x="134" y="528"/>
                  <a:pt x="135" y="528"/>
                </a:cubicBezTo>
                <a:cubicBezTo>
                  <a:pt x="137" y="528"/>
                  <a:pt x="138" y="529"/>
                  <a:pt x="138" y="530"/>
                </a:cubicBezTo>
                <a:lnTo>
                  <a:pt x="125" y="538"/>
                </a:lnTo>
                <a:cubicBezTo>
                  <a:pt x="109" y="545"/>
                  <a:pt x="102" y="552"/>
                  <a:pt x="107" y="552"/>
                </a:cubicBezTo>
                <a:cubicBezTo>
                  <a:pt x="109" y="552"/>
                  <a:pt x="113" y="550"/>
                  <a:pt x="120" y="547"/>
                </a:cubicBezTo>
                <a:lnTo>
                  <a:pt x="120" y="547"/>
                </a:lnTo>
                <a:lnTo>
                  <a:pt x="113" y="552"/>
                </a:lnTo>
                <a:cubicBezTo>
                  <a:pt x="106" y="555"/>
                  <a:pt x="108" y="557"/>
                  <a:pt x="117" y="557"/>
                </a:cubicBezTo>
                <a:cubicBezTo>
                  <a:pt x="117" y="558"/>
                  <a:pt x="118" y="558"/>
                  <a:pt x="118" y="558"/>
                </a:cubicBezTo>
                <a:cubicBezTo>
                  <a:pt x="122" y="558"/>
                  <a:pt x="135" y="552"/>
                  <a:pt x="141" y="548"/>
                </a:cubicBezTo>
                <a:cubicBezTo>
                  <a:pt x="144" y="546"/>
                  <a:pt x="146" y="545"/>
                  <a:pt x="147" y="545"/>
                </a:cubicBezTo>
                <a:cubicBezTo>
                  <a:pt x="148" y="545"/>
                  <a:pt x="148" y="546"/>
                  <a:pt x="148" y="546"/>
                </a:cubicBezTo>
                <a:cubicBezTo>
                  <a:pt x="150" y="548"/>
                  <a:pt x="150" y="548"/>
                  <a:pt x="143" y="553"/>
                </a:cubicBezTo>
                <a:cubicBezTo>
                  <a:pt x="134" y="559"/>
                  <a:pt x="132" y="562"/>
                  <a:pt x="135" y="562"/>
                </a:cubicBezTo>
                <a:cubicBezTo>
                  <a:pt x="137" y="562"/>
                  <a:pt x="141" y="561"/>
                  <a:pt x="146" y="558"/>
                </a:cubicBezTo>
                <a:lnTo>
                  <a:pt x="146" y="558"/>
                </a:lnTo>
                <a:lnTo>
                  <a:pt x="139" y="564"/>
                </a:lnTo>
                <a:cubicBezTo>
                  <a:pt x="134" y="568"/>
                  <a:pt x="128" y="575"/>
                  <a:pt x="142" y="581"/>
                </a:cubicBezTo>
                <a:cubicBezTo>
                  <a:pt x="148" y="589"/>
                  <a:pt x="153" y="594"/>
                  <a:pt x="147" y="600"/>
                </a:cubicBezTo>
                <a:cubicBezTo>
                  <a:pt x="145" y="602"/>
                  <a:pt x="146" y="603"/>
                  <a:pt x="148" y="603"/>
                </a:cubicBezTo>
                <a:cubicBezTo>
                  <a:pt x="153" y="603"/>
                  <a:pt x="165" y="600"/>
                  <a:pt x="174" y="595"/>
                </a:cubicBezTo>
                <a:lnTo>
                  <a:pt x="174" y="595"/>
                </a:lnTo>
                <a:cubicBezTo>
                  <a:pt x="169" y="601"/>
                  <a:pt x="171" y="602"/>
                  <a:pt x="174" y="605"/>
                </a:cubicBezTo>
                <a:cubicBezTo>
                  <a:pt x="179" y="611"/>
                  <a:pt x="179" y="611"/>
                  <a:pt x="173" y="617"/>
                </a:cubicBezTo>
                <a:cubicBezTo>
                  <a:pt x="167" y="622"/>
                  <a:pt x="163" y="625"/>
                  <a:pt x="164" y="625"/>
                </a:cubicBezTo>
                <a:cubicBezTo>
                  <a:pt x="165" y="625"/>
                  <a:pt x="168" y="623"/>
                  <a:pt x="175" y="619"/>
                </a:cubicBezTo>
                <a:cubicBezTo>
                  <a:pt x="179" y="616"/>
                  <a:pt x="181" y="615"/>
                  <a:pt x="183" y="615"/>
                </a:cubicBezTo>
                <a:cubicBezTo>
                  <a:pt x="187" y="615"/>
                  <a:pt x="185" y="623"/>
                  <a:pt x="176" y="632"/>
                </a:cubicBezTo>
                <a:cubicBezTo>
                  <a:pt x="172" y="638"/>
                  <a:pt x="173" y="640"/>
                  <a:pt x="178" y="644"/>
                </a:cubicBezTo>
                <a:cubicBezTo>
                  <a:pt x="180" y="642"/>
                  <a:pt x="182" y="641"/>
                  <a:pt x="184" y="641"/>
                </a:cubicBezTo>
                <a:cubicBezTo>
                  <a:pt x="187" y="641"/>
                  <a:pt x="190" y="644"/>
                  <a:pt x="192" y="646"/>
                </a:cubicBezTo>
                <a:cubicBezTo>
                  <a:pt x="195" y="648"/>
                  <a:pt x="196" y="649"/>
                  <a:pt x="198" y="649"/>
                </a:cubicBezTo>
                <a:cubicBezTo>
                  <a:pt x="200" y="649"/>
                  <a:pt x="202" y="646"/>
                  <a:pt x="208" y="638"/>
                </a:cubicBezTo>
                <a:cubicBezTo>
                  <a:pt x="214" y="630"/>
                  <a:pt x="218" y="628"/>
                  <a:pt x="220" y="628"/>
                </a:cubicBezTo>
                <a:cubicBezTo>
                  <a:pt x="221" y="628"/>
                  <a:pt x="222" y="628"/>
                  <a:pt x="224" y="629"/>
                </a:cubicBezTo>
                <a:cubicBezTo>
                  <a:pt x="226" y="631"/>
                  <a:pt x="228" y="632"/>
                  <a:pt x="222" y="639"/>
                </a:cubicBezTo>
                <a:cubicBezTo>
                  <a:pt x="222" y="639"/>
                  <a:pt x="220" y="647"/>
                  <a:pt x="222" y="648"/>
                </a:cubicBezTo>
                <a:cubicBezTo>
                  <a:pt x="224" y="650"/>
                  <a:pt x="226" y="651"/>
                  <a:pt x="221" y="658"/>
                </a:cubicBezTo>
                <a:cubicBezTo>
                  <a:pt x="221" y="658"/>
                  <a:pt x="219" y="666"/>
                  <a:pt x="224" y="669"/>
                </a:cubicBezTo>
                <a:cubicBezTo>
                  <a:pt x="228" y="672"/>
                  <a:pt x="233" y="675"/>
                  <a:pt x="228" y="682"/>
                </a:cubicBezTo>
                <a:cubicBezTo>
                  <a:pt x="229" y="682"/>
                  <a:pt x="229" y="682"/>
                  <a:pt x="230" y="682"/>
                </a:cubicBezTo>
                <a:cubicBezTo>
                  <a:pt x="231" y="682"/>
                  <a:pt x="232" y="681"/>
                  <a:pt x="235" y="676"/>
                </a:cubicBezTo>
                <a:cubicBezTo>
                  <a:pt x="237" y="672"/>
                  <a:pt x="240" y="669"/>
                  <a:pt x="243" y="669"/>
                </a:cubicBezTo>
                <a:cubicBezTo>
                  <a:pt x="245" y="669"/>
                  <a:pt x="247" y="671"/>
                  <a:pt x="249" y="676"/>
                </a:cubicBezTo>
                <a:cubicBezTo>
                  <a:pt x="252" y="677"/>
                  <a:pt x="255" y="679"/>
                  <a:pt x="258" y="679"/>
                </a:cubicBezTo>
                <a:cubicBezTo>
                  <a:pt x="260" y="679"/>
                  <a:pt x="262" y="678"/>
                  <a:pt x="264" y="675"/>
                </a:cubicBezTo>
                <a:lnTo>
                  <a:pt x="264" y="675"/>
                </a:lnTo>
                <a:cubicBezTo>
                  <a:pt x="266" y="676"/>
                  <a:pt x="266" y="676"/>
                  <a:pt x="263" y="683"/>
                </a:cubicBezTo>
                <a:cubicBezTo>
                  <a:pt x="258" y="691"/>
                  <a:pt x="258" y="696"/>
                  <a:pt x="261" y="696"/>
                </a:cubicBezTo>
                <a:cubicBezTo>
                  <a:pt x="263" y="696"/>
                  <a:pt x="267" y="693"/>
                  <a:pt x="272" y="687"/>
                </a:cubicBezTo>
                <a:cubicBezTo>
                  <a:pt x="273" y="684"/>
                  <a:pt x="275" y="683"/>
                  <a:pt x="275" y="683"/>
                </a:cubicBezTo>
                <a:cubicBezTo>
                  <a:pt x="276" y="683"/>
                  <a:pt x="277" y="685"/>
                  <a:pt x="276" y="690"/>
                </a:cubicBezTo>
                <a:cubicBezTo>
                  <a:pt x="276" y="690"/>
                  <a:pt x="277" y="690"/>
                  <a:pt x="277" y="690"/>
                </a:cubicBezTo>
                <a:cubicBezTo>
                  <a:pt x="279" y="690"/>
                  <a:pt x="281" y="689"/>
                  <a:pt x="284" y="685"/>
                </a:cubicBezTo>
                <a:cubicBezTo>
                  <a:pt x="287" y="682"/>
                  <a:pt x="288" y="680"/>
                  <a:pt x="289" y="680"/>
                </a:cubicBezTo>
                <a:cubicBezTo>
                  <a:pt x="290" y="680"/>
                  <a:pt x="290" y="683"/>
                  <a:pt x="291" y="687"/>
                </a:cubicBezTo>
                <a:cubicBezTo>
                  <a:pt x="289" y="695"/>
                  <a:pt x="291" y="696"/>
                  <a:pt x="293" y="697"/>
                </a:cubicBezTo>
                <a:cubicBezTo>
                  <a:pt x="295" y="696"/>
                  <a:pt x="297" y="696"/>
                  <a:pt x="300" y="696"/>
                </a:cubicBezTo>
                <a:cubicBezTo>
                  <a:pt x="311" y="696"/>
                  <a:pt x="326" y="702"/>
                  <a:pt x="327" y="709"/>
                </a:cubicBezTo>
                <a:cubicBezTo>
                  <a:pt x="330" y="703"/>
                  <a:pt x="331" y="701"/>
                  <a:pt x="332" y="701"/>
                </a:cubicBezTo>
                <a:cubicBezTo>
                  <a:pt x="332" y="701"/>
                  <a:pt x="333" y="702"/>
                  <a:pt x="333" y="702"/>
                </a:cubicBezTo>
                <a:cubicBezTo>
                  <a:pt x="333" y="709"/>
                  <a:pt x="333" y="711"/>
                  <a:pt x="334" y="711"/>
                </a:cubicBezTo>
                <a:cubicBezTo>
                  <a:pt x="336" y="711"/>
                  <a:pt x="338" y="705"/>
                  <a:pt x="340" y="695"/>
                </a:cubicBezTo>
                <a:lnTo>
                  <a:pt x="338" y="694"/>
                </a:lnTo>
                <a:lnTo>
                  <a:pt x="336" y="694"/>
                </a:lnTo>
                <a:cubicBezTo>
                  <a:pt x="337" y="687"/>
                  <a:pt x="339" y="684"/>
                  <a:pt x="341" y="684"/>
                </a:cubicBezTo>
                <a:cubicBezTo>
                  <a:pt x="343" y="684"/>
                  <a:pt x="344" y="690"/>
                  <a:pt x="341" y="704"/>
                </a:cubicBezTo>
                <a:cubicBezTo>
                  <a:pt x="341" y="712"/>
                  <a:pt x="340" y="716"/>
                  <a:pt x="341" y="716"/>
                </a:cubicBezTo>
                <a:cubicBezTo>
                  <a:pt x="342" y="716"/>
                  <a:pt x="343" y="712"/>
                  <a:pt x="346" y="705"/>
                </a:cubicBezTo>
                <a:cubicBezTo>
                  <a:pt x="349" y="698"/>
                  <a:pt x="351" y="694"/>
                  <a:pt x="352" y="694"/>
                </a:cubicBezTo>
                <a:cubicBezTo>
                  <a:pt x="353" y="694"/>
                  <a:pt x="353" y="698"/>
                  <a:pt x="353" y="706"/>
                </a:cubicBezTo>
                <a:cubicBezTo>
                  <a:pt x="351" y="714"/>
                  <a:pt x="351" y="718"/>
                  <a:pt x="351" y="718"/>
                </a:cubicBezTo>
                <a:cubicBezTo>
                  <a:pt x="352" y="718"/>
                  <a:pt x="353" y="714"/>
                  <a:pt x="356" y="706"/>
                </a:cubicBezTo>
                <a:cubicBezTo>
                  <a:pt x="361" y="689"/>
                  <a:pt x="366" y="679"/>
                  <a:pt x="368" y="679"/>
                </a:cubicBezTo>
                <a:cubicBezTo>
                  <a:pt x="370" y="679"/>
                  <a:pt x="370" y="686"/>
                  <a:pt x="368" y="701"/>
                </a:cubicBezTo>
                <a:cubicBezTo>
                  <a:pt x="367" y="717"/>
                  <a:pt x="368" y="724"/>
                  <a:pt x="372" y="726"/>
                </a:cubicBezTo>
                <a:cubicBezTo>
                  <a:pt x="374" y="726"/>
                  <a:pt x="375" y="718"/>
                  <a:pt x="375" y="710"/>
                </a:cubicBezTo>
                <a:cubicBezTo>
                  <a:pt x="374" y="701"/>
                  <a:pt x="375" y="697"/>
                  <a:pt x="376" y="697"/>
                </a:cubicBezTo>
                <a:cubicBezTo>
                  <a:pt x="377" y="697"/>
                  <a:pt x="378" y="701"/>
                  <a:pt x="381" y="710"/>
                </a:cubicBezTo>
                <a:cubicBezTo>
                  <a:pt x="384" y="724"/>
                  <a:pt x="387" y="730"/>
                  <a:pt x="391" y="730"/>
                </a:cubicBezTo>
                <a:cubicBezTo>
                  <a:pt x="394" y="730"/>
                  <a:pt x="397" y="726"/>
                  <a:pt x="400" y="719"/>
                </a:cubicBezTo>
                <a:cubicBezTo>
                  <a:pt x="405" y="711"/>
                  <a:pt x="409" y="707"/>
                  <a:pt x="412" y="707"/>
                </a:cubicBezTo>
                <a:cubicBezTo>
                  <a:pt x="414" y="707"/>
                  <a:pt x="414" y="711"/>
                  <a:pt x="411" y="719"/>
                </a:cubicBezTo>
                <a:cubicBezTo>
                  <a:pt x="408" y="729"/>
                  <a:pt x="406" y="733"/>
                  <a:pt x="407" y="733"/>
                </a:cubicBezTo>
                <a:cubicBezTo>
                  <a:pt x="407" y="733"/>
                  <a:pt x="409" y="730"/>
                  <a:pt x="411" y="727"/>
                </a:cubicBezTo>
                <a:lnTo>
                  <a:pt x="424" y="727"/>
                </a:lnTo>
                <a:cubicBezTo>
                  <a:pt x="427" y="727"/>
                  <a:pt x="429" y="719"/>
                  <a:pt x="428" y="711"/>
                </a:cubicBezTo>
                <a:lnTo>
                  <a:pt x="428" y="711"/>
                </a:lnTo>
                <a:cubicBezTo>
                  <a:pt x="430" y="720"/>
                  <a:pt x="433" y="727"/>
                  <a:pt x="436" y="727"/>
                </a:cubicBezTo>
                <a:cubicBezTo>
                  <a:pt x="438" y="727"/>
                  <a:pt x="440" y="724"/>
                  <a:pt x="441" y="718"/>
                </a:cubicBezTo>
                <a:lnTo>
                  <a:pt x="447" y="717"/>
                </a:lnTo>
                <a:cubicBezTo>
                  <a:pt x="449" y="717"/>
                  <a:pt x="449" y="717"/>
                  <a:pt x="450" y="708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4"/>
                  <a:pt x="456" y="710"/>
                  <a:pt x="459" y="715"/>
                </a:cubicBezTo>
                <a:cubicBezTo>
                  <a:pt x="462" y="721"/>
                  <a:pt x="465" y="726"/>
                  <a:pt x="466" y="726"/>
                </a:cubicBezTo>
                <a:cubicBezTo>
                  <a:pt x="467" y="726"/>
                  <a:pt x="467" y="725"/>
                  <a:pt x="466" y="722"/>
                </a:cubicBezTo>
                <a:cubicBezTo>
                  <a:pt x="466" y="713"/>
                  <a:pt x="467" y="705"/>
                  <a:pt x="468" y="696"/>
                </a:cubicBezTo>
                <a:cubicBezTo>
                  <a:pt x="468" y="694"/>
                  <a:pt x="469" y="693"/>
                  <a:pt x="470" y="693"/>
                </a:cubicBezTo>
                <a:cubicBezTo>
                  <a:pt x="471" y="693"/>
                  <a:pt x="473" y="698"/>
                  <a:pt x="473" y="704"/>
                </a:cubicBezTo>
                <a:cubicBezTo>
                  <a:pt x="475" y="712"/>
                  <a:pt x="475" y="712"/>
                  <a:pt x="482" y="719"/>
                </a:cubicBezTo>
                <a:cubicBezTo>
                  <a:pt x="484" y="718"/>
                  <a:pt x="489" y="717"/>
                  <a:pt x="487" y="709"/>
                </a:cubicBezTo>
                <a:cubicBezTo>
                  <a:pt x="486" y="704"/>
                  <a:pt x="491" y="701"/>
                  <a:pt x="496" y="701"/>
                </a:cubicBezTo>
                <a:cubicBezTo>
                  <a:pt x="499" y="701"/>
                  <a:pt x="502" y="702"/>
                  <a:pt x="504" y="704"/>
                </a:cubicBezTo>
                <a:lnTo>
                  <a:pt x="510" y="702"/>
                </a:lnTo>
                <a:cubicBezTo>
                  <a:pt x="512" y="702"/>
                  <a:pt x="512" y="693"/>
                  <a:pt x="514" y="692"/>
                </a:cubicBezTo>
                <a:cubicBezTo>
                  <a:pt x="514" y="692"/>
                  <a:pt x="516" y="692"/>
                  <a:pt x="515" y="683"/>
                </a:cubicBezTo>
                <a:cubicBezTo>
                  <a:pt x="516" y="683"/>
                  <a:pt x="517" y="683"/>
                  <a:pt x="517" y="683"/>
                </a:cubicBezTo>
                <a:cubicBezTo>
                  <a:pt x="520" y="683"/>
                  <a:pt x="521" y="684"/>
                  <a:pt x="523" y="690"/>
                </a:cubicBezTo>
                <a:cubicBezTo>
                  <a:pt x="521" y="681"/>
                  <a:pt x="520" y="677"/>
                  <a:pt x="521" y="677"/>
                </a:cubicBezTo>
                <a:lnTo>
                  <a:pt x="521" y="677"/>
                </a:lnTo>
                <a:cubicBezTo>
                  <a:pt x="522" y="677"/>
                  <a:pt x="524" y="680"/>
                  <a:pt x="529" y="687"/>
                </a:cubicBezTo>
                <a:cubicBezTo>
                  <a:pt x="531" y="695"/>
                  <a:pt x="533" y="698"/>
                  <a:pt x="533" y="698"/>
                </a:cubicBezTo>
                <a:cubicBezTo>
                  <a:pt x="533" y="698"/>
                  <a:pt x="533" y="694"/>
                  <a:pt x="531" y="686"/>
                </a:cubicBezTo>
                <a:cubicBezTo>
                  <a:pt x="530" y="682"/>
                  <a:pt x="530" y="680"/>
                  <a:pt x="531" y="680"/>
                </a:cubicBezTo>
                <a:lnTo>
                  <a:pt x="531" y="680"/>
                </a:lnTo>
                <a:cubicBezTo>
                  <a:pt x="531" y="680"/>
                  <a:pt x="533" y="681"/>
                  <a:pt x="535" y="684"/>
                </a:cubicBezTo>
                <a:cubicBezTo>
                  <a:pt x="537" y="688"/>
                  <a:pt x="538" y="689"/>
                  <a:pt x="539" y="689"/>
                </a:cubicBezTo>
                <a:cubicBezTo>
                  <a:pt x="540" y="689"/>
                  <a:pt x="539" y="687"/>
                  <a:pt x="538" y="683"/>
                </a:cubicBezTo>
                <a:cubicBezTo>
                  <a:pt x="535" y="673"/>
                  <a:pt x="535" y="665"/>
                  <a:pt x="538" y="665"/>
                </a:cubicBezTo>
                <a:cubicBezTo>
                  <a:pt x="539" y="665"/>
                  <a:pt x="541" y="667"/>
                  <a:pt x="543" y="672"/>
                </a:cubicBezTo>
                <a:cubicBezTo>
                  <a:pt x="543" y="672"/>
                  <a:pt x="546" y="671"/>
                  <a:pt x="544" y="663"/>
                </a:cubicBezTo>
                <a:cubicBezTo>
                  <a:pt x="542" y="655"/>
                  <a:pt x="540" y="651"/>
                  <a:pt x="540" y="651"/>
                </a:cubicBezTo>
                <a:lnTo>
                  <a:pt x="540" y="651"/>
                </a:lnTo>
                <a:cubicBezTo>
                  <a:pt x="541" y="651"/>
                  <a:pt x="543" y="654"/>
                  <a:pt x="547" y="662"/>
                </a:cubicBezTo>
                <a:cubicBezTo>
                  <a:pt x="551" y="668"/>
                  <a:pt x="554" y="671"/>
                  <a:pt x="555" y="671"/>
                </a:cubicBezTo>
                <a:cubicBezTo>
                  <a:pt x="557" y="671"/>
                  <a:pt x="556" y="667"/>
                  <a:pt x="553" y="658"/>
                </a:cubicBezTo>
                <a:cubicBezTo>
                  <a:pt x="553" y="658"/>
                  <a:pt x="552" y="654"/>
                  <a:pt x="554" y="654"/>
                </a:cubicBezTo>
                <a:cubicBezTo>
                  <a:pt x="554" y="654"/>
                  <a:pt x="555" y="655"/>
                  <a:pt x="557" y="656"/>
                </a:cubicBezTo>
                <a:cubicBezTo>
                  <a:pt x="560" y="658"/>
                  <a:pt x="564" y="658"/>
                  <a:pt x="567" y="658"/>
                </a:cubicBezTo>
                <a:cubicBezTo>
                  <a:pt x="574" y="658"/>
                  <a:pt x="579" y="655"/>
                  <a:pt x="572" y="647"/>
                </a:cubicBezTo>
                <a:lnTo>
                  <a:pt x="576" y="645"/>
                </a:lnTo>
                <a:cubicBezTo>
                  <a:pt x="579" y="646"/>
                  <a:pt x="582" y="647"/>
                  <a:pt x="583" y="647"/>
                </a:cubicBezTo>
                <a:cubicBezTo>
                  <a:pt x="586" y="647"/>
                  <a:pt x="586" y="645"/>
                  <a:pt x="585" y="640"/>
                </a:cubicBezTo>
                <a:lnTo>
                  <a:pt x="583" y="632"/>
                </a:lnTo>
                <a:lnTo>
                  <a:pt x="583" y="632"/>
                </a:lnTo>
                <a:cubicBezTo>
                  <a:pt x="587" y="638"/>
                  <a:pt x="592" y="643"/>
                  <a:pt x="594" y="643"/>
                </a:cubicBezTo>
                <a:cubicBezTo>
                  <a:pt x="595" y="643"/>
                  <a:pt x="595" y="643"/>
                  <a:pt x="595" y="643"/>
                </a:cubicBezTo>
                <a:cubicBezTo>
                  <a:pt x="597" y="641"/>
                  <a:pt x="597" y="641"/>
                  <a:pt x="593" y="635"/>
                </a:cubicBezTo>
                <a:cubicBezTo>
                  <a:pt x="586" y="629"/>
                  <a:pt x="588" y="628"/>
                  <a:pt x="589" y="627"/>
                </a:cubicBezTo>
                <a:cubicBezTo>
                  <a:pt x="590" y="626"/>
                  <a:pt x="590" y="626"/>
                  <a:pt x="591" y="626"/>
                </a:cubicBezTo>
                <a:cubicBezTo>
                  <a:pt x="594" y="626"/>
                  <a:pt x="599" y="631"/>
                  <a:pt x="604" y="637"/>
                </a:cubicBezTo>
                <a:lnTo>
                  <a:pt x="605" y="635"/>
                </a:lnTo>
                <a:cubicBezTo>
                  <a:pt x="599" y="627"/>
                  <a:pt x="598" y="624"/>
                  <a:pt x="599" y="624"/>
                </a:cubicBezTo>
                <a:lnTo>
                  <a:pt x="599" y="624"/>
                </a:lnTo>
                <a:cubicBezTo>
                  <a:pt x="599" y="624"/>
                  <a:pt x="601" y="625"/>
                  <a:pt x="603" y="627"/>
                </a:cubicBezTo>
                <a:cubicBezTo>
                  <a:pt x="606" y="630"/>
                  <a:pt x="608" y="630"/>
                  <a:pt x="610" y="630"/>
                </a:cubicBezTo>
                <a:cubicBezTo>
                  <a:pt x="612" y="630"/>
                  <a:pt x="613" y="630"/>
                  <a:pt x="614" y="629"/>
                </a:cubicBezTo>
                <a:cubicBezTo>
                  <a:pt x="612" y="627"/>
                  <a:pt x="611" y="626"/>
                  <a:pt x="612" y="626"/>
                </a:cubicBezTo>
                <a:lnTo>
                  <a:pt x="612" y="626"/>
                </a:lnTo>
                <a:cubicBezTo>
                  <a:pt x="612" y="626"/>
                  <a:pt x="615" y="628"/>
                  <a:pt x="614" y="629"/>
                </a:cubicBezTo>
                <a:lnTo>
                  <a:pt x="618" y="636"/>
                </a:lnTo>
                <a:cubicBezTo>
                  <a:pt x="620" y="637"/>
                  <a:pt x="621" y="637"/>
                  <a:pt x="622" y="637"/>
                </a:cubicBezTo>
                <a:cubicBezTo>
                  <a:pt x="624" y="637"/>
                  <a:pt x="619" y="632"/>
                  <a:pt x="615" y="628"/>
                </a:cubicBezTo>
                <a:lnTo>
                  <a:pt x="620" y="625"/>
                </a:lnTo>
                <a:cubicBezTo>
                  <a:pt x="622" y="623"/>
                  <a:pt x="623" y="621"/>
                  <a:pt x="616" y="617"/>
                </a:cubicBezTo>
                <a:cubicBezTo>
                  <a:pt x="611" y="611"/>
                  <a:pt x="606" y="604"/>
                  <a:pt x="607" y="603"/>
                </a:cubicBezTo>
                <a:lnTo>
                  <a:pt x="607" y="603"/>
                </a:lnTo>
                <a:cubicBezTo>
                  <a:pt x="612" y="608"/>
                  <a:pt x="617" y="614"/>
                  <a:pt x="619" y="614"/>
                </a:cubicBezTo>
                <a:cubicBezTo>
                  <a:pt x="619" y="614"/>
                  <a:pt x="619" y="614"/>
                  <a:pt x="620" y="613"/>
                </a:cubicBezTo>
                <a:cubicBezTo>
                  <a:pt x="620" y="613"/>
                  <a:pt x="620" y="613"/>
                  <a:pt x="620" y="613"/>
                </a:cubicBezTo>
                <a:cubicBezTo>
                  <a:pt x="623" y="613"/>
                  <a:pt x="627" y="618"/>
                  <a:pt x="627" y="618"/>
                </a:cubicBezTo>
                <a:cubicBezTo>
                  <a:pt x="630" y="623"/>
                  <a:pt x="632" y="624"/>
                  <a:pt x="634" y="624"/>
                </a:cubicBezTo>
                <a:cubicBezTo>
                  <a:pt x="637" y="624"/>
                  <a:pt x="637" y="616"/>
                  <a:pt x="634" y="611"/>
                </a:cubicBezTo>
                <a:cubicBezTo>
                  <a:pt x="630" y="603"/>
                  <a:pt x="629" y="599"/>
                  <a:pt x="631" y="599"/>
                </a:cubicBezTo>
                <a:lnTo>
                  <a:pt x="631" y="599"/>
                </a:lnTo>
                <a:cubicBezTo>
                  <a:pt x="632" y="599"/>
                  <a:pt x="635" y="602"/>
                  <a:pt x="640" y="607"/>
                </a:cubicBezTo>
                <a:cubicBezTo>
                  <a:pt x="642" y="609"/>
                  <a:pt x="644" y="611"/>
                  <a:pt x="645" y="611"/>
                </a:cubicBezTo>
                <a:cubicBezTo>
                  <a:pt x="647" y="611"/>
                  <a:pt x="640" y="599"/>
                  <a:pt x="629" y="584"/>
                </a:cubicBezTo>
                <a:lnTo>
                  <a:pt x="613" y="566"/>
                </a:lnTo>
                <a:lnTo>
                  <a:pt x="631" y="583"/>
                </a:lnTo>
                <a:cubicBezTo>
                  <a:pt x="644" y="594"/>
                  <a:pt x="650" y="599"/>
                  <a:pt x="652" y="599"/>
                </a:cubicBezTo>
                <a:cubicBezTo>
                  <a:pt x="654" y="599"/>
                  <a:pt x="652" y="594"/>
                  <a:pt x="649" y="586"/>
                </a:cubicBezTo>
                <a:cubicBezTo>
                  <a:pt x="647" y="581"/>
                  <a:pt x="647" y="579"/>
                  <a:pt x="647" y="579"/>
                </a:cubicBezTo>
                <a:lnTo>
                  <a:pt x="647" y="579"/>
                </a:lnTo>
                <a:cubicBezTo>
                  <a:pt x="648" y="579"/>
                  <a:pt x="649" y="581"/>
                  <a:pt x="652" y="583"/>
                </a:cubicBezTo>
                <a:cubicBezTo>
                  <a:pt x="654" y="585"/>
                  <a:pt x="656" y="586"/>
                  <a:pt x="658" y="586"/>
                </a:cubicBezTo>
                <a:cubicBezTo>
                  <a:pt x="660" y="586"/>
                  <a:pt x="662" y="585"/>
                  <a:pt x="664" y="582"/>
                </a:cubicBezTo>
                <a:cubicBezTo>
                  <a:pt x="670" y="576"/>
                  <a:pt x="671" y="574"/>
                  <a:pt x="666" y="568"/>
                </a:cubicBezTo>
                <a:lnTo>
                  <a:pt x="669" y="565"/>
                </a:lnTo>
                <a:cubicBezTo>
                  <a:pt x="673" y="567"/>
                  <a:pt x="675" y="568"/>
                  <a:pt x="676" y="568"/>
                </a:cubicBezTo>
                <a:cubicBezTo>
                  <a:pt x="680" y="568"/>
                  <a:pt x="675" y="562"/>
                  <a:pt x="664" y="556"/>
                </a:cubicBezTo>
                <a:lnTo>
                  <a:pt x="668" y="553"/>
                </a:lnTo>
                <a:lnTo>
                  <a:pt x="675" y="557"/>
                </a:lnTo>
                <a:cubicBezTo>
                  <a:pt x="676" y="558"/>
                  <a:pt x="678" y="559"/>
                  <a:pt x="679" y="559"/>
                </a:cubicBezTo>
                <a:cubicBezTo>
                  <a:pt x="684" y="559"/>
                  <a:pt x="688" y="554"/>
                  <a:pt x="696" y="542"/>
                </a:cubicBezTo>
                <a:cubicBezTo>
                  <a:pt x="708" y="522"/>
                  <a:pt x="709" y="520"/>
                  <a:pt x="695" y="512"/>
                </a:cubicBezTo>
                <a:cubicBezTo>
                  <a:pt x="688" y="507"/>
                  <a:pt x="685" y="504"/>
                  <a:pt x="687" y="504"/>
                </a:cubicBezTo>
                <a:lnTo>
                  <a:pt x="687" y="504"/>
                </a:lnTo>
                <a:cubicBezTo>
                  <a:pt x="688" y="504"/>
                  <a:pt x="692" y="506"/>
                  <a:pt x="698" y="509"/>
                </a:cubicBezTo>
                <a:cubicBezTo>
                  <a:pt x="702" y="511"/>
                  <a:pt x="707" y="512"/>
                  <a:pt x="708" y="512"/>
                </a:cubicBezTo>
                <a:cubicBezTo>
                  <a:pt x="710" y="512"/>
                  <a:pt x="709" y="512"/>
                  <a:pt x="706" y="510"/>
                </a:cubicBezTo>
                <a:cubicBezTo>
                  <a:pt x="706" y="510"/>
                  <a:pt x="708" y="507"/>
                  <a:pt x="714" y="507"/>
                </a:cubicBezTo>
                <a:cubicBezTo>
                  <a:pt x="714" y="507"/>
                  <a:pt x="715" y="507"/>
                  <a:pt x="716" y="507"/>
                </a:cubicBezTo>
                <a:cubicBezTo>
                  <a:pt x="734" y="507"/>
                  <a:pt x="728" y="501"/>
                  <a:pt x="721" y="498"/>
                </a:cubicBezTo>
                <a:cubicBezTo>
                  <a:pt x="712" y="495"/>
                  <a:pt x="711" y="495"/>
                  <a:pt x="713" y="495"/>
                </a:cubicBezTo>
                <a:cubicBezTo>
                  <a:pt x="714" y="495"/>
                  <a:pt x="718" y="495"/>
                  <a:pt x="722" y="496"/>
                </a:cubicBezTo>
                <a:cubicBezTo>
                  <a:pt x="726" y="496"/>
                  <a:pt x="731" y="497"/>
                  <a:pt x="733" y="497"/>
                </a:cubicBezTo>
                <a:cubicBezTo>
                  <a:pt x="735" y="497"/>
                  <a:pt x="736" y="496"/>
                  <a:pt x="732" y="494"/>
                </a:cubicBezTo>
                <a:cubicBezTo>
                  <a:pt x="727" y="490"/>
                  <a:pt x="725" y="476"/>
                  <a:pt x="733" y="476"/>
                </a:cubicBezTo>
                <a:cubicBezTo>
                  <a:pt x="735" y="476"/>
                  <a:pt x="736" y="477"/>
                  <a:pt x="738" y="478"/>
                </a:cubicBezTo>
                <a:lnTo>
                  <a:pt x="741" y="473"/>
                </a:lnTo>
                <a:cubicBezTo>
                  <a:pt x="733" y="470"/>
                  <a:pt x="735" y="465"/>
                  <a:pt x="736" y="461"/>
                </a:cubicBezTo>
                <a:cubicBezTo>
                  <a:pt x="738" y="457"/>
                  <a:pt x="738" y="454"/>
                  <a:pt x="742" y="454"/>
                </a:cubicBezTo>
                <a:cubicBezTo>
                  <a:pt x="743" y="454"/>
                  <a:pt x="745" y="455"/>
                  <a:pt x="746" y="455"/>
                </a:cubicBezTo>
                <a:cubicBezTo>
                  <a:pt x="749" y="457"/>
                  <a:pt x="750" y="458"/>
                  <a:pt x="751" y="458"/>
                </a:cubicBezTo>
                <a:cubicBezTo>
                  <a:pt x="753" y="458"/>
                  <a:pt x="752" y="455"/>
                  <a:pt x="749" y="451"/>
                </a:cubicBezTo>
                <a:cubicBezTo>
                  <a:pt x="750" y="448"/>
                  <a:pt x="734" y="442"/>
                  <a:pt x="735" y="439"/>
                </a:cubicBezTo>
                <a:cubicBezTo>
                  <a:pt x="727" y="437"/>
                  <a:pt x="719" y="433"/>
                  <a:pt x="719" y="431"/>
                </a:cubicBezTo>
                <a:lnTo>
                  <a:pt x="719" y="431"/>
                </a:lnTo>
                <a:lnTo>
                  <a:pt x="727" y="433"/>
                </a:lnTo>
                <a:lnTo>
                  <a:pt x="744" y="436"/>
                </a:lnTo>
                <a:cubicBezTo>
                  <a:pt x="744" y="434"/>
                  <a:pt x="745" y="432"/>
                  <a:pt x="736" y="429"/>
                </a:cubicBezTo>
                <a:cubicBezTo>
                  <a:pt x="745" y="429"/>
                  <a:pt x="746" y="426"/>
                  <a:pt x="747" y="422"/>
                </a:cubicBezTo>
                <a:cubicBezTo>
                  <a:pt x="749" y="417"/>
                  <a:pt x="750" y="411"/>
                  <a:pt x="742" y="408"/>
                </a:cubicBezTo>
                <a:cubicBezTo>
                  <a:pt x="758" y="408"/>
                  <a:pt x="760" y="392"/>
                  <a:pt x="744" y="388"/>
                </a:cubicBezTo>
                <a:cubicBezTo>
                  <a:pt x="735" y="388"/>
                  <a:pt x="736" y="386"/>
                  <a:pt x="744" y="383"/>
                </a:cubicBezTo>
                <a:cubicBezTo>
                  <a:pt x="752" y="381"/>
                  <a:pt x="753" y="381"/>
                  <a:pt x="745" y="379"/>
                </a:cubicBezTo>
                <a:cubicBezTo>
                  <a:pt x="736" y="376"/>
                  <a:pt x="745" y="373"/>
                  <a:pt x="753" y="371"/>
                </a:cubicBezTo>
                <a:cubicBezTo>
                  <a:pt x="769" y="369"/>
                  <a:pt x="769" y="365"/>
                  <a:pt x="761" y="363"/>
                </a:cubicBezTo>
                <a:cubicBezTo>
                  <a:pt x="753" y="359"/>
                  <a:pt x="753" y="353"/>
                  <a:pt x="753" y="351"/>
                </a:cubicBezTo>
                <a:cubicBezTo>
                  <a:pt x="747" y="348"/>
                  <a:pt x="745" y="346"/>
                  <a:pt x="742" y="346"/>
                </a:cubicBezTo>
                <a:cubicBezTo>
                  <a:pt x="741" y="346"/>
                  <a:pt x="739" y="346"/>
                  <a:pt x="736" y="347"/>
                </a:cubicBezTo>
                <a:cubicBezTo>
                  <a:pt x="731" y="347"/>
                  <a:pt x="726" y="346"/>
                  <a:pt x="721" y="346"/>
                </a:cubicBezTo>
                <a:cubicBezTo>
                  <a:pt x="716" y="344"/>
                  <a:pt x="717" y="342"/>
                  <a:pt x="718" y="342"/>
                </a:cubicBezTo>
                <a:cubicBezTo>
                  <a:pt x="719" y="342"/>
                  <a:pt x="721" y="343"/>
                  <a:pt x="721" y="344"/>
                </a:cubicBezTo>
                <a:cubicBezTo>
                  <a:pt x="723" y="345"/>
                  <a:pt x="725" y="346"/>
                  <a:pt x="727" y="346"/>
                </a:cubicBezTo>
                <a:cubicBezTo>
                  <a:pt x="729" y="346"/>
                  <a:pt x="731" y="344"/>
                  <a:pt x="736" y="342"/>
                </a:cubicBezTo>
                <a:cubicBezTo>
                  <a:pt x="745" y="339"/>
                  <a:pt x="744" y="334"/>
                  <a:pt x="743" y="332"/>
                </a:cubicBezTo>
                <a:lnTo>
                  <a:pt x="742" y="322"/>
                </a:lnTo>
                <a:cubicBezTo>
                  <a:pt x="748" y="314"/>
                  <a:pt x="748" y="311"/>
                  <a:pt x="744" y="311"/>
                </a:cubicBezTo>
                <a:cubicBezTo>
                  <a:pt x="743" y="311"/>
                  <a:pt x="742" y="311"/>
                  <a:pt x="741" y="312"/>
                </a:cubicBezTo>
                <a:lnTo>
                  <a:pt x="733" y="314"/>
                </a:lnTo>
                <a:cubicBezTo>
                  <a:pt x="749" y="308"/>
                  <a:pt x="742" y="282"/>
                  <a:pt x="728" y="282"/>
                </a:cubicBezTo>
                <a:cubicBezTo>
                  <a:pt x="727" y="282"/>
                  <a:pt x="727" y="282"/>
                  <a:pt x="726" y="282"/>
                </a:cubicBezTo>
                <a:lnTo>
                  <a:pt x="734" y="280"/>
                </a:lnTo>
                <a:cubicBezTo>
                  <a:pt x="742" y="278"/>
                  <a:pt x="741" y="276"/>
                  <a:pt x="740" y="270"/>
                </a:cubicBezTo>
                <a:cubicBezTo>
                  <a:pt x="740" y="268"/>
                  <a:pt x="728" y="261"/>
                  <a:pt x="725" y="254"/>
                </a:cubicBezTo>
                <a:cubicBezTo>
                  <a:pt x="722" y="246"/>
                  <a:pt x="720" y="240"/>
                  <a:pt x="715" y="240"/>
                </a:cubicBezTo>
                <a:cubicBezTo>
                  <a:pt x="714" y="240"/>
                  <a:pt x="713" y="240"/>
                  <a:pt x="712" y="241"/>
                </a:cubicBezTo>
                <a:cubicBezTo>
                  <a:pt x="710" y="239"/>
                  <a:pt x="710" y="239"/>
                  <a:pt x="718" y="235"/>
                </a:cubicBezTo>
                <a:cubicBezTo>
                  <a:pt x="726" y="234"/>
                  <a:pt x="726" y="232"/>
                  <a:pt x="725" y="230"/>
                </a:cubicBezTo>
                <a:cubicBezTo>
                  <a:pt x="725" y="229"/>
                  <a:pt x="724" y="229"/>
                  <a:pt x="723" y="229"/>
                </a:cubicBezTo>
                <a:cubicBezTo>
                  <a:pt x="720" y="229"/>
                  <a:pt x="715" y="232"/>
                  <a:pt x="709" y="234"/>
                </a:cubicBezTo>
                <a:cubicBezTo>
                  <a:pt x="707" y="235"/>
                  <a:pt x="705" y="236"/>
                  <a:pt x="704" y="236"/>
                </a:cubicBezTo>
                <a:cubicBezTo>
                  <a:pt x="701" y="236"/>
                  <a:pt x="702" y="233"/>
                  <a:pt x="706" y="227"/>
                </a:cubicBezTo>
                <a:cubicBezTo>
                  <a:pt x="710" y="221"/>
                  <a:pt x="706" y="210"/>
                  <a:pt x="697" y="210"/>
                </a:cubicBezTo>
                <a:cubicBezTo>
                  <a:pt x="696" y="207"/>
                  <a:pt x="695" y="205"/>
                  <a:pt x="701" y="202"/>
                </a:cubicBezTo>
                <a:cubicBezTo>
                  <a:pt x="706" y="196"/>
                  <a:pt x="710" y="189"/>
                  <a:pt x="702" y="189"/>
                </a:cubicBezTo>
                <a:cubicBezTo>
                  <a:pt x="700" y="189"/>
                  <a:pt x="698" y="190"/>
                  <a:pt x="695" y="190"/>
                </a:cubicBezTo>
                <a:cubicBezTo>
                  <a:pt x="694" y="188"/>
                  <a:pt x="694" y="188"/>
                  <a:pt x="700" y="184"/>
                </a:cubicBezTo>
                <a:cubicBezTo>
                  <a:pt x="704" y="179"/>
                  <a:pt x="708" y="176"/>
                  <a:pt x="707" y="176"/>
                </a:cubicBezTo>
                <a:lnTo>
                  <a:pt x="707" y="176"/>
                </a:lnTo>
                <a:cubicBezTo>
                  <a:pt x="706" y="176"/>
                  <a:pt x="703" y="177"/>
                  <a:pt x="698" y="179"/>
                </a:cubicBezTo>
                <a:cubicBezTo>
                  <a:pt x="688" y="179"/>
                  <a:pt x="685" y="174"/>
                  <a:pt x="688" y="165"/>
                </a:cubicBezTo>
                <a:cubicBezTo>
                  <a:pt x="687" y="163"/>
                  <a:pt x="686" y="162"/>
                  <a:pt x="684" y="162"/>
                </a:cubicBezTo>
                <a:cubicBezTo>
                  <a:pt x="683" y="162"/>
                  <a:pt x="681" y="163"/>
                  <a:pt x="678" y="165"/>
                </a:cubicBezTo>
                <a:cubicBezTo>
                  <a:pt x="675" y="167"/>
                  <a:pt x="673" y="169"/>
                  <a:pt x="671" y="170"/>
                </a:cubicBezTo>
                <a:lnTo>
                  <a:pt x="671" y="170"/>
                </a:lnTo>
                <a:cubicBezTo>
                  <a:pt x="678" y="163"/>
                  <a:pt x="681" y="160"/>
                  <a:pt x="680" y="160"/>
                </a:cubicBezTo>
                <a:lnTo>
                  <a:pt x="680" y="160"/>
                </a:lnTo>
                <a:cubicBezTo>
                  <a:pt x="679" y="160"/>
                  <a:pt x="675" y="162"/>
                  <a:pt x="669" y="166"/>
                </a:cubicBezTo>
                <a:cubicBezTo>
                  <a:pt x="666" y="168"/>
                  <a:pt x="664" y="169"/>
                  <a:pt x="664" y="169"/>
                </a:cubicBezTo>
                <a:cubicBezTo>
                  <a:pt x="662" y="169"/>
                  <a:pt x="663" y="167"/>
                  <a:pt x="667" y="164"/>
                </a:cubicBezTo>
                <a:cubicBezTo>
                  <a:pt x="672" y="157"/>
                  <a:pt x="670" y="155"/>
                  <a:pt x="670" y="155"/>
                </a:cubicBezTo>
                <a:cubicBezTo>
                  <a:pt x="662" y="150"/>
                  <a:pt x="654" y="146"/>
                  <a:pt x="646" y="139"/>
                </a:cubicBezTo>
                <a:cubicBezTo>
                  <a:pt x="637" y="128"/>
                  <a:pt x="632" y="123"/>
                  <a:pt x="628" y="123"/>
                </a:cubicBezTo>
                <a:cubicBezTo>
                  <a:pt x="626" y="123"/>
                  <a:pt x="625" y="123"/>
                  <a:pt x="623" y="125"/>
                </a:cubicBezTo>
                <a:cubicBezTo>
                  <a:pt x="620" y="127"/>
                  <a:pt x="618" y="128"/>
                  <a:pt x="617" y="128"/>
                </a:cubicBezTo>
                <a:cubicBezTo>
                  <a:pt x="616" y="128"/>
                  <a:pt x="616" y="126"/>
                  <a:pt x="618" y="122"/>
                </a:cubicBezTo>
                <a:cubicBezTo>
                  <a:pt x="623" y="114"/>
                  <a:pt x="621" y="112"/>
                  <a:pt x="618" y="111"/>
                </a:cubicBezTo>
                <a:cubicBezTo>
                  <a:pt x="617" y="109"/>
                  <a:pt x="615" y="107"/>
                  <a:pt x="621" y="101"/>
                </a:cubicBezTo>
                <a:lnTo>
                  <a:pt x="621" y="101"/>
                </a:lnTo>
                <a:cubicBezTo>
                  <a:pt x="615" y="104"/>
                  <a:pt x="614" y="105"/>
                  <a:pt x="613" y="105"/>
                </a:cubicBezTo>
                <a:cubicBezTo>
                  <a:pt x="612" y="105"/>
                  <a:pt x="612" y="104"/>
                  <a:pt x="612" y="104"/>
                </a:cubicBezTo>
                <a:cubicBezTo>
                  <a:pt x="614" y="100"/>
                  <a:pt x="615" y="98"/>
                  <a:pt x="613" y="98"/>
                </a:cubicBezTo>
                <a:cubicBezTo>
                  <a:pt x="612" y="98"/>
                  <a:pt x="610" y="99"/>
                  <a:pt x="607" y="101"/>
                </a:cubicBezTo>
                <a:cubicBezTo>
                  <a:pt x="602" y="106"/>
                  <a:pt x="599" y="109"/>
                  <a:pt x="599" y="109"/>
                </a:cubicBezTo>
                <a:cubicBezTo>
                  <a:pt x="598" y="109"/>
                  <a:pt x="601" y="105"/>
                  <a:pt x="606" y="98"/>
                </a:cubicBezTo>
                <a:cubicBezTo>
                  <a:pt x="609" y="94"/>
                  <a:pt x="610" y="87"/>
                  <a:pt x="609" y="87"/>
                </a:cubicBezTo>
                <a:lnTo>
                  <a:pt x="609" y="87"/>
                </a:lnTo>
                <a:cubicBezTo>
                  <a:pt x="608" y="87"/>
                  <a:pt x="608" y="88"/>
                  <a:pt x="607" y="89"/>
                </a:cubicBezTo>
                <a:cubicBezTo>
                  <a:pt x="602" y="95"/>
                  <a:pt x="598" y="93"/>
                  <a:pt x="592" y="97"/>
                </a:cubicBezTo>
                <a:cubicBezTo>
                  <a:pt x="589" y="96"/>
                  <a:pt x="587" y="95"/>
                  <a:pt x="592" y="88"/>
                </a:cubicBezTo>
                <a:cubicBezTo>
                  <a:pt x="594" y="84"/>
                  <a:pt x="588" y="81"/>
                  <a:pt x="583" y="81"/>
                </a:cubicBezTo>
                <a:cubicBezTo>
                  <a:pt x="579" y="81"/>
                  <a:pt x="576" y="82"/>
                  <a:pt x="574" y="84"/>
                </a:cubicBezTo>
                <a:cubicBezTo>
                  <a:pt x="571" y="87"/>
                  <a:pt x="570" y="88"/>
                  <a:pt x="569" y="88"/>
                </a:cubicBezTo>
                <a:cubicBezTo>
                  <a:pt x="568" y="88"/>
                  <a:pt x="569" y="86"/>
                  <a:pt x="571" y="83"/>
                </a:cubicBezTo>
                <a:cubicBezTo>
                  <a:pt x="576" y="76"/>
                  <a:pt x="574" y="75"/>
                  <a:pt x="571" y="74"/>
                </a:cubicBezTo>
                <a:cubicBezTo>
                  <a:pt x="570" y="75"/>
                  <a:pt x="569" y="76"/>
                  <a:pt x="569" y="76"/>
                </a:cubicBezTo>
                <a:cubicBezTo>
                  <a:pt x="567" y="76"/>
                  <a:pt x="570" y="70"/>
                  <a:pt x="574" y="65"/>
                </a:cubicBezTo>
                <a:cubicBezTo>
                  <a:pt x="580" y="59"/>
                  <a:pt x="578" y="58"/>
                  <a:pt x="574" y="56"/>
                </a:cubicBezTo>
                <a:cubicBezTo>
                  <a:pt x="572" y="58"/>
                  <a:pt x="569" y="58"/>
                  <a:pt x="567" y="58"/>
                </a:cubicBezTo>
                <a:cubicBezTo>
                  <a:pt x="562" y="58"/>
                  <a:pt x="557" y="54"/>
                  <a:pt x="552" y="51"/>
                </a:cubicBezTo>
                <a:cubicBezTo>
                  <a:pt x="549" y="50"/>
                  <a:pt x="547" y="49"/>
                  <a:pt x="544" y="49"/>
                </a:cubicBezTo>
                <a:cubicBezTo>
                  <a:pt x="537" y="49"/>
                  <a:pt x="531" y="56"/>
                  <a:pt x="523" y="65"/>
                </a:cubicBezTo>
                <a:lnTo>
                  <a:pt x="514" y="78"/>
                </a:lnTo>
                <a:lnTo>
                  <a:pt x="521" y="64"/>
                </a:lnTo>
                <a:cubicBezTo>
                  <a:pt x="524" y="56"/>
                  <a:pt x="526" y="48"/>
                  <a:pt x="529" y="40"/>
                </a:cubicBezTo>
                <a:cubicBezTo>
                  <a:pt x="529" y="40"/>
                  <a:pt x="528" y="40"/>
                  <a:pt x="528" y="40"/>
                </a:cubicBezTo>
                <a:cubicBezTo>
                  <a:pt x="526" y="40"/>
                  <a:pt x="523" y="47"/>
                  <a:pt x="520" y="54"/>
                </a:cubicBezTo>
                <a:cubicBezTo>
                  <a:pt x="518" y="57"/>
                  <a:pt x="517" y="59"/>
                  <a:pt x="516" y="59"/>
                </a:cubicBezTo>
                <a:cubicBezTo>
                  <a:pt x="515" y="59"/>
                  <a:pt x="514" y="56"/>
                  <a:pt x="513" y="50"/>
                </a:cubicBezTo>
                <a:cubicBezTo>
                  <a:pt x="512" y="45"/>
                  <a:pt x="511" y="43"/>
                  <a:pt x="510" y="43"/>
                </a:cubicBezTo>
                <a:cubicBezTo>
                  <a:pt x="509" y="43"/>
                  <a:pt x="507" y="44"/>
                  <a:pt x="505" y="47"/>
                </a:cubicBezTo>
                <a:cubicBezTo>
                  <a:pt x="502" y="46"/>
                  <a:pt x="500" y="45"/>
                  <a:pt x="501" y="37"/>
                </a:cubicBezTo>
                <a:cubicBezTo>
                  <a:pt x="500" y="36"/>
                  <a:pt x="500" y="36"/>
                  <a:pt x="499" y="36"/>
                </a:cubicBezTo>
                <a:cubicBezTo>
                  <a:pt x="498" y="36"/>
                  <a:pt x="497" y="38"/>
                  <a:pt x="495" y="43"/>
                </a:cubicBezTo>
                <a:cubicBezTo>
                  <a:pt x="494" y="47"/>
                  <a:pt x="493" y="48"/>
                  <a:pt x="492" y="48"/>
                </a:cubicBezTo>
                <a:cubicBezTo>
                  <a:pt x="491" y="48"/>
                  <a:pt x="491" y="46"/>
                  <a:pt x="491" y="41"/>
                </a:cubicBezTo>
                <a:cubicBezTo>
                  <a:pt x="493" y="31"/>
                  <a:pt x="490" y="26"/>
                  <a:pt x="487" y="26"/>
                </a:cubicBezTo>
                <a:cubicBezTo>
                  <a:pt x="486" y="26"/>
                  <a:pt x="485" y="27"/>
                  <a:pt x="484" y="30"/>
                </a:cubicBezTo>
                <a:cubicBezTo>
                  <a:pt x="482" y="36"/>
                  <a:pt x="480" y="37"/>
                  <a:pt x="479" y="37"/>
                </a:cubicBezTo>
                <a:cubicBezTo>
                  <a:pt x="478" y="37"/>
                  <a:pt x="478" y="37"/>
                  <a:pt x="477" y="37"/>
                </a:cubicBezTo>
                <a:cubicBezTo>
                  <a:pt x="476" y="36"/>
                  <a:pt x="475" y="36"/>
                  <a:pt x="475" y="36"/>
                </a:cubicBezTo>
                <a:cubicBezTo>
                  <a:pt x="473" y="36"/>
                  <a:pt x="471" y="37"/>
                  <a:pt x="468" y="42"/>
                </a:cubicBezTo>
                <a:lnTo>
                  <a:pt x="464" y="41"/>
                </a:lnTo>
                <a:cubicBezTo>
                  <a:pt x="460" y="40"/>
                  <a:pt x="465" y="33"/>
                  <a:pt x="467" y="33"/>
                </a:cubicBezTo>
                <a:lnTo>
                  <a:pt x="467" y="26"/>
                </a:lnTo>
                <a:cubicBezTo>
                  <a:pt x="465" y="25"/>
                  <a:pt x="464" y="25"/>
                  <a:pt x="463" y="25"/>
                </a:cubicBezTo>
                <a:cubicBezTo>
                  <a:pt x="461" y="25"/>
                  <a:pt x="459" y="26"/>
                  <a:pt x="456" y="31"/>
                </a:cubicBezTo>
                <a:cubicBezTo>
                  <a:pt x="453" y="38"/>
                  <a:pt x="452" y="42"/>
                  <a:pt x="451" y="42"/>
                </a:cubicBezTo>
                <a:cubicBezTo>
                  <a:pt x="451" y="42"/>
                  <a:pt x="452" y="38"/>
                  <a:pt x="454" y="30"/>
                </a:cubicBezTo>
                <a:cubicBezTo>
                  <a:pt x="454" y="24"/>
                  <a:pt x="454" y="18"/>
                  <a:pt x="452" y="18"/>
                </a:cubicBezTo>
                <a:cubicBezTo>
                  <a:pt x="452" y="18"/>
                  <a:pt x="451" y="19"/>
                  <a:pt x="450" y="21"/>
                </a:cubicBezTo>
                <a:cubicBezTo>
                  <a:pt x="448" y="27"/>
                  <a:pt x="446" y="30"/>
                  <a:pt x="445" y="30"/>
                </a:cubicBezTo>
                <a:cubicBezTo>
                  <a:pt x="444" y="30"/>
                  <a:pt x="444" y="25"/>
                  <a:pt x="445" y="20"/>
                </a:cubicBezTo>
                <a:cubicBezTo>
                  <a:pt x="447" y="12"/>
                  <a:pt x="449" y="8"/>
                  <a:pt x="448" y="8"/>
                </a:cubicBezTo>
                <a:lnTo>
                  <a:pt x="448" y="8"/>
                </a:lnTo>
                <a:cubicBezTo>
                  <a:pt x="447" y="8"/>
                  <a:pt x="444" y="11"/>
                  <a:pt x="438" y="18"/>
                </a:cubicBezTo>
                <a:cubicBezTo>
                  <a:pt x="433" y="18"/>
                  <a:pt x="424" y="23"/>
                  <a:pt x="416" y="23"/>
                </a:cubicBezTo>
                <a:cubicBezTo>
                  <a:pt x="415" y="23"/>
                  <a:pt x="415" y="23"/>
                  <a:pt x="414" y="23"/>
                </a:cubicBezTo>
                <a:cubicBezTo>
                  <a:pt x="404" y="22"/>
                  <a:pt x="400" y="21"/>
                  <a:pt x="397" y="13"/>
                </a:cubicBezTo>
                <a:cubicBezTo>
                  <a:pt x="398" y="4"/>
                  <a:pt x="397" y="0"/>
                  <a:pt x="397" y="0"/>
                </a:cubicBezTo>
                <a:close/>
                <a:moveTo>
                  <a:pt x="615" y="790"/>
                </a:moveTo>
                <a:cubicBezTo>
                  <a:pt x="615" y="790"/>
                  <a:pt x="615" y="790"/>
                  <a:pt x="614" y="791"/>
                </a:cubicBezTo>
                <a:cubicBezTo>
                  <a:pt x="614" y="796"/>
                  <a:pt x="615" y="802"/>
                  <a:pt x="617" y="807"/>
                </a:cubicBezTo>
                <a:cubicBezTo>
                  <a:pt x="619" y="810"/>
                  <a:pt x="620" y="811"/>
                  <a:pt x="621" y="811"/>
                </a:cubicBezTo>
                <a:cubicBezTo>
                  <a:pt x="623" y="811"/>
                  <a:pt x="624" y="807"/>
                  <a:pt x="621" y="796"/>
                </a:cubicBezTo>
                <a:cubicBezTo>
                  <a:pt x="617" y="791"/>
                  <a:pt x="617" y="790"/>
                  <a:pt x="615" y="79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30" name="Google Shape;12130;p47"/>
          <p:cNvSpPr/>
          <p:nvPr/>
        </p:nvSpPr>
        <p:spPr>
          <a:xfrm rot="1684322">
            <a:off x="5805097" y="3781803"/>
            <a:ext cx="50684" cy="55583"/>
          </a:xfrm>
          <a:custGeom>
            <a:avLst/>
            <a:gdLst/>
            <a:ahLst/>
            <a:cxnLst/>
            <a:rect l="l" t="t" r="r" b="b"/>
            <a:pathLst>
              <a:path w="538" h="590" extrusionOk="0">
                <a:moveTo>
                  <a:pt x="284" y="0"/>
                </a:moveTo>
                <a:cubicBezTo>
                  <a:pt x="284" y="0"/>
                  <a:pt x="284" y="2"/>
                  <a:pt x="284" y="4"/>
                </a:cubicBezTo>
                <a:lnTo>
                  <a:pt x="284" y="4"/>
                </a:lnTo>
                <a:cubicBezTo>
                  <a:pt x="284" y="2"/>
                  <a:pt x="284" y="0"/>
                  <a:pt x="284" y="0"/>
                </a:cubicBezTo>
                <a:close/>
                <a:moveTo>
                  <a:pt x="284" y="4"/>
                </a:moveTo>
                <a:cubicBezTo>
                  <a:pt x="284" y="5"/>
                  <a:pt x="284" y="7"/>
                  <a:pt x="284" y="9"/>
                </a:cubicBezTo>
                <a:lnTo>
                  <a:pt x="284" y="9"/>
                </a:lnTo>
                <a:cubicBezTo>
                  <a:pt x="284" y="8"/>
                  <a:pt x="284" y="7"/>
                  <a:pt x="284" y="5"/>
                </a:cubicBezTo>
                <a:cubicBezTo>
                  <a:pt x="284" y="5"/>
                  <a:pt x="284" y="4"/>
                  <a:pt x="284" y="4"/>
                </a:cubicBezTo>
                <a:close/>
                <a:moveTo>
                  <a:pt x="269" y="30"/>
                </a:moveTo>
                <a:lnTo>
                  <a:pt x="269" y="30"/>
                </a:lnTo>
                <a:cubicBezTo>
                  <a:pt x="267" y="30"/>
                  <a:pt x="267" y="34"/>
                  <a:pt x="268" y="34"/>
                </a:cubicBezTo>
                <a:cubicBezTo>
                  <a:pt x="268" y="34"/>
                  <a:pt x="268" y="33"/>
                  <a:pt x="269" y="30"/>
                </a:cubicBezTo>
                <a:close/>
                <a:moveTo>
                  <a:pt x="264" y="38"/>
                </a:moveTo>
                <a:lnTo>
                  <a:pt x="267" y="46"/>
                </a:lnTo>
                <a:lnTo>
                  <a:pt x="265" y="46"/>
                </a:lnTo>
                <a:cubicBezTo>
                  <a:pt x="263" y="46"/>
                  <a:pt x="263" y="46"/>
                  <a:pt x="263" y="38"/>
                </a:cubicBezTo>
                <a:close/>
                <a:moveTo>
                  <a:pt x="279" y="38"/>
                </a:moveTo>
                <a:lnTo>
                  <a:pt x="281" y="46"/>
                </a:lnTo>
                <a:lnTo>
                  <a:pt x="279" y="46"/>
                </a:lnTo>
                <a:cubicBezTo>
                  <a:pt x="278" y="46"/>
                  <a:pt x="278" y="46"/>
                  <a:pt x="278" y="38"/>
                </a:cubicBezTo>
                <a:close/>
                <a:moveTo>
                  <a:pt x="288" y="39"/>
                </a:moveTo>
                <a:cubicBezTo>
                  <a:pt x="288" y="39"/>
                  <a:pt x="289" y="39"/>
                  <a:pt x="289" y="39"/>
                </a:cubicBezTo>
                <a:cubicBezTo>
                  <a:pt x="292" y="39"/>
                  <a:pt x="292" y="39"/>
                  <a:pt x="290" y="47"/>
                </a:cubicBezTo>
                <a:cubicBezTo>
                  <a:pt x="289" y="51"/>
                  <a:pt x="288" y="53"/>
                  <a:pt x="288" y="53"/>
                </a:cubicBezTo>
                <a:cubicBezTo>
                  <a:pt x="287" y="53"/>
                  <a:pt x="287" y="51"/>
                  <a:pt x="288" y="47"/>
                </a:cubicBezTo>
                <a:cubicBezTo>
                  <a:pt x="288" y="40"/>
                  <a:pt x="288" y="39"/>
                  <a:pt x="288" y="39"/>
                </a:cubicBezTo>
                <a:close/>
                <a:moveTo>
                  <a:pt x="251" y="47"/>
                </a:moveTo>
                <a:cubicBezTo>
                  <a:pt x="252" y="53"/>
                  <a:pt x="254" y="57"/>
                  <a:pt x="254" y="63"/>
                </a:cubicBezTo>
                <a:lnTo>
                  <a:pt x="253" y="63"/>
                </a:lnTo>
                <a:cubicBezTo>
                  <a:pt x="252" y="63"/>
                  <a:pt x="251" y="55"/>
                  <a:pt x="251" y="55"/>
                </a:cubicBezTo>
                <a:cubicBezTo>
                  <a:pt x="251" y="55"/>
                  <a:pt x="250" y="47"/>
                  <a:pt x="251" y="47"/>
                </a:cubicBezTo>
                <a:close/>
                <a:moveTo>
                  <a:pt x="194" y="58"/>
                </a:moveTo>
                <a:lnTo>
                  <a:pt x="194" y="58"/>
                </a:lnTo>
                <a:cubicBezTo>
                  <a:pt x="194" y="58"/>
                  <a:pt x="195" y="59"/>
                  <a:pt x="196" y="62"/>
                </a:cubicBezTo>
                <a:lnTo>
                  <a:pt x="199" y="69"/>
                </a:lnTo>
                <a:cubicBezTo>
                  <a:pt x="201" y="75"/>
                  <a:pt x="202" y="81"/>
                  <a:pt x="202" y="81"/>
                </a:cubicBezTo>
                <a:cubicBezTo>
                  <a:pt x="202" y="81"/>
                  <a:pt x="201" y="80"/>
                  <a:pt x="200" y="77"/>
                </a:cubicBezTo>
                <a:cubicBezTo>
                  <a:pt x="198" y="73"/>
                  <a:pt x="196" y="67"/>
                  <a:pt x="195" y="63"/>
                </a:cubicBezTo>
                <a:cubicBezTo>
                  <a:pt x="195" y="63"/>
                  <a:pt x="194" y="58"/>
                  <a:pt x="194" y="58"/>
                </a:cubicBezTo>
                <a:close/>
                <a:moveTo>
                  <a:pt x="310" y="84"/>
                </a:moveTo>
                <a:lnTo>
                  <a:pt x="309" y="92"/>
                </a:lnTo>
                <a:cubicBezTo>
                  <a:pt x="307" y="100"/>
                  <a:pt x="307" y="100"/>
                  <a:pt x="307" y="100"/>
                </a:cubicBezTo>
                <a:cubicBezTo>
                  <a:pt x="306" y="100"/>
                  <a:pt x="306" y="100"/>
                  <a:pt x="307" y="92"/>
                </a:cubicBezTo>
                <a:cubicBezTo>
                  <a:pt x="307" y="92"/>
                  <a:pt x="309" y="84"/>
                  <a:pt x="310" y="84"/>
                </a:cubicBezTo>
                <a:close/>
                <a:moveTo>
                  <a:pt x="295" y="88"/>
                </a:moveTo>
                <a:lnTo>
                  <a:pt x="295" y="96"/>
                </a:lnTo>
                <a:lnTo>
                  <a:pt x="293" y="104"/>
                </a:lnTo>
                <a:lnTo>
                  <a:pt x="292" y="104"/>
                </a:lnTo>
                <a:cubicBezTo>
                  <a:pt x="292" y="99"/>
                  <a:pt x="293" y="94"/>
                  <a:pt x="295" y="88"/>
                </a:cubicBezTo>
                <a:close/>
                <a:moveTo>
                  <a:pt x="430" y="103"/>
                </a:moveTo>
                <a:cubicBezTo>
                  <a:pt x="430" y="103"/>
                  <a:pt x="430" y="103"/>
                  <a:pt x="430" y="103"/>
                </a:cubicBezTo>
                <a:lnTo>
                  <a:pt x="431" y="104"/>
                </a:lnTo>
                <a:cubicBezTo>
                  <a:pt x="427" y="108"/>
                  <a:pt x="424" y="111"/>
                  <a:pt x="419" y="114"/>
                </a:cubicBezTo>
                <a:lnTo>
                  <a:pt x="418" y="113"/>
                </a:lnTo>
                <a:cubicBezTo>
                  <a:pt x="423" y="108"/>
                  <a:pt x="428" y="103"/>
                  <a:pt x="430" y="103"/>
                </a:cubicBezTo>
                <a:close/>
                <a:moveTo>
                  <a:pt x="167" y="106"/>
                </a:moveTo>
                <a:cubicBezTo>
                  <a:pt x="173" y="111"/>
                  <a:pt x="178" y="118"/>
                  <a:pt x="181" y="126"/>
                </a:cubicBezTo>
                <a:cubicBezTo>
                  <a:pt x="181" y="126"/>
                  <a:pt x="181" y="126"/>
                  <a:pt x="180" y="126"/>
                </a:cubicBezTo>
                <a:cubicBezTo>
                  <a:pt x="180" y="126"/>
                  <a:pt x="179" y="125"/>
                  <a:pt x="175" y="120"/>
                </a:cubicBezTo>
                <a:cubicBezTo>
                  <a:pt x="170" y="113"/>
                  <a:pt x="166" y="106"/>
                  <a:pt x="167" y="106"/>
                </a:cubicBezTo>
                <a:close/>
                <a:moveTo>
                  <a:pt x="471" y="149"/>
                </a:moveTo>
                <a:cubicBezTo>
                  <a:pt x="473" y="149"/>
                  <a:pt x="474" y="151"/>
                  <a:pt x="474" y="151"/>
                </a:cubicBezTo>
                <a:cubicBezTo>
                  <a:pt x="469" y="156"/>
                  <a:pt x="463" y="158"/>
                  <a:pt x="461" y="158"/>
                </a:cubicBezTo>
                <a:cubicBezTo>
                  <a:pt x="460" y="158"/>
                  <a:pt x="460" y="158"/>
                  <a:pt x="459" y="158"/>
                </a:cubicBezTo>
                <a:cubicBezTo>
                  <a:pt x="458" y="156"/>
                  <a:pt x="458" y="156"/>
                  <a:pt x="465" y="151"/>
                </a:cubicBezTo>
                <a:cubicBezTo>
                  <a:pt x="468" y="150"/>
                  <a:pt x="470" y="149"/>
                  <a:pt x="471" y="149"/>
                </a:cubicBezTo>
                <a:close/>
                <a:moveTo>
                  <a:pt x="481" y="251"/>
                </a:moveTo>
                <a:cubicBezTo>
                  <a:pt x="489" y="251"/>
                  <a:pt x="498" y="251"/>
                  <a:pt x="498" y="253"/>
                </a:cubicBezTo>
                <a:lnTo>
                  <a:pt x="489" y="255"/>
                </a:lnTo>
                <a:lnTo>
                  <a:pt x="481" y="253"/>
                </a:lnTo>
                <a:lnTo>
                  <a:pt x="481" y="251"/>
                </a:lnTo>
                <a:close/>
                <a:moveTo>
                  <a:pt x="430" y="263"/>
                </a:moveTo>
                <a:cubicBezTo>
                  <a:pt x="436" y="263"/>
                  <a:pt x="442" y="265"/>
                  <a:pt x="447" y="266"/>
                </a:cubicBezTo>
                <a:lnTo>
                  <a:pt x="447" y="267"/>
                </a:lnTo>
                <a:cubicBezTo>
                  <a:pt x="438" y="266"/>
                  <a:pt x="430" y="265"/>
                  <a:pt x="430" y="265"/>
                </a:cubicBezTo>
                <a:lnTo>
                  <a:pt x="430" y="263"/>
                </a:lnTo>
                <a:close/>
                <a:moveTo>
                  <a:pt x="99" y="269"/>
                </a:moveTo>
                <a:cubicBezTo>
                  <a:pt x="103" y="269"/>
                  <a:pt x="107" y="269"/>
                  <a:pt x="111" y="270"/>
                </a:cubicBezTo>
                <a:cubicBezTo>
                  <a:pt x="120" y="271"/>
                  <a:pt x="118" y="272"/>
                  <a:pt x="112" y="272"/>
                </a:cubicBezTo>
                <a:cubicBezTo>
                  <a:pt x="108" y="272"/>
                  <a:pt x="101" y="271"/>
                  <a:pt x="94" y="270"/>
                </a:cubicBezTo>
                <a:cubicBezTo>
                  <a:pt x="78" y="269"/>
                  <a:pt x="78" y="269"/>
                  <a:pt x="94" y="269"/>
                </a:cubicBezTo>
                <a:cubicBezTo>
                  <a:pt x="95" y="269"/>
                  <a:pt x="97" y="269"/>
                  <a:pt x="99" y="269"/>
                </a:cubicBezTo>
                <a:close/>
                <a:moveTo>
                  <a:pt x="482" y="294"/>
                </a:moveTo>
                <a:cubicBezTo>
                  <a:pt x="483" y="294"/>
                  <a:pt x="485" y="295"/>
                  <a:pt x="490" y="296"/>
                </a:cubicBezTo>
                <a:cubicBezTo>
                  <a:pt x="494" y="297"/>
                  <a:pt x="500" y="298"/>
                  <a:pt x="504" y="302"/>
                </a:cubicBezTo>
                <a:cubicBezTo>
                  <a:pt x="496" y="299"/>
                  <a:pt x="489" y="297"/>
                  <a:pt x="482" y="295"/>
                </a:cubicBezTo>
                <a:lnTo>
                  <a:pt x="481" y="295"/>
                </a:lnTo>
                <a:cubicBezTo>
                  <a:pt x="481" y="294"/>
                  <a:pt x="482" y="294"/>
                  <a:pt x="482" y="294"/>
                </a:cubicBezTo>
                <a:close/>
                <a:moveTo>
                  <a:pt x="173" y="316"/>
                </a:moveTo>
                <a:lnTo>
                  <a:pt x="167" y="321"/>
                </a:lnTo>
                <a:lnTo>
                  <a:pt x="167" y="322"/>
                </a:lnTo>
                <a:cubicBezTo>
                  <a:pt x="175" y="317"/>
                  <a:pt x="175" y="317"/>
                  <a:pt x="173" y="316"/>
                </a:cubicBezTo>
                <a:close/>
                <a:moveTo>
                  <a:pt x="130" y="318"/>
                </a:moveTo>
                <a:cubicBezTo>
                  <a:pt x="131" y="318"/>
                  <a:pt x="131" y="319"/>
                  <a:pt x="131" y="320"/>
                </a:cubicBezTo>
                <a:cubicBezTo>
                  <a:pt x="132" y="321"/>
                  <a:pt x="132" y="321"/>
                  <a:pt x="124" y="324"/>
                </a:cubicBezTo>
                <a:cubicBezTo>
                  <a:pt x="124" y="324"/>
                  <a:pt x="121" y="325"/>
                  <a:pt x="118" y="325"/>
                </a:cubicBezTo>
                <a:cubicBezTo>
                  <a:pt x="117" y="325"/>
                  <a:pt x="115" y="325"/>
                  <a:pt x="115" y="324"/>
                </a:cubicBezTo>
                <a:lnTo>
                  <a:pt x="123" y="321"/>
                </a:lnTo>
                <a:cubicBezTo>
                  <a:pt x="127" y="319"/>
                  <a:pt x="129" y="318"/>
                  <a:pt x="130" y="318"/>
                </a:cubicBezTo>
                <a:close/>
                <a:moveTo>
                  <a:pt x="475" y="329"/>
                </a:moveTo>
                <a:cubicBezTo>
                  <a:pt x="483" y="332"/>
                  <a:pt x="490" y="335"/>
                  <a:pt x="490" y="336"/>
                </a:cubicBezTo>
                <a:lnTo>
                  <a:pt x="482" y="335"/>
                </a:lnTo>
                <a:lnTo>
                  <a:pt x="475" y="330"/>
                </a:lnTo>
                <a:lnTo>
                  <a:pt x="475" y="329"/>
                </a:lnTo>
                <a:close/>
                <a:moveTo>
                  <a:pt x="324" y="333"/>
                </a:moveTo>
                <a:cubicBezTo>
                  <a:pt x="323" y="333"/>
                  <a:pt x="323" y="333"/>
                  <a:pt x="327" y="341"/>
                </a:cubicBezTo>
                <a:lnTo>
                  <a:pt x="328" y="340"/>
                </a:lnTo>
                <a:cubicBezTo>
                  <a:pt x="325" y="333"/>
                  <a:pt x="325" y="333"/>
                  <a:pt x="324" y="333"/>
                </a:cubicBezTo>
                <a:close/>
                <a:moveTo>
                  <a:pt x="135" y="332"/>
                </a:moveTo>
                <a:cubicBezTo>
                  <a:pt x="136" y="332"/>
                  <a:pt x="136" y="332"/>
                  <a:pt x="136" y="333"/>
                </a:cubicBezTo>
                <a:cubicBezTo>
                  <a:pt x="138" y="334"/>
                  <a:pt x="138" y="335"/>
                  <a:pt x="131" y="339"/>
                </a:cubicBezTo>
                <a:lnTo>
                  <a:pt x="130" y="338"/>
                </a:lnTo>
                <a:cubicBezTo>
                  <a:pt x="132" y="336"/>
                  <a:pt x="133" y="336"/>
                  <a:pt x="133" y="336"/>
                </a:cubicBezTo>
                <a:lnTo>
                  <a:pt x="133" y="336"/>
                </a:lnTo>
                <a:cubicBezTo>
                  <a:pt x="132" y="336"/>
                  <a:pt x="127" y="338"/>
                  <a:pt x="123" y="341"/>
                </a:cubicBezTo>
                <a:lnTo>
                  <a:pt x="108" y="349"/>
                </a:lnTo>
                <a:cubicBezTo>
                  <a:pt x="108" y="348"/>
                  <a:pt x="114" y="342"/>
                  <a:pt x="122" y="339"/>
                </a:cubicBezTo>
                <a:cubicBezTo>
                  <a:pt x="131" y="334"/>
                  <a:pt x="134" y="332"/>
                  <a:pt x="135" y="332"/>
                </a:cubicBezTo>
                <a:close/>
                <a:moveTo>
                  <a:pt x="16" y="360"/>
                </a:moveTo>
                <a:cubicBezTo>
                  <a:pt x="12" y="360"/>
                  <a:pt x="6" y="361"/>
                  <a:pt x="1" y="363"/>
                </a:cubicBezTo>
                <a:lnTo>
                  <a:pt x="2" y="366"/>
                </a:lnTo>
                <a:cubicBezTo>
                  <a:pt x="2" y="366"/>
                  <a:pt x="3" y="366"/>
                  <a:pt x="3" y="366"/>
                </a:cubicBezTo>
                <a:cubicBezTo>
                  <a:pt x="6" y="366"/>
                  <a:pt x="11" y="364"/>
                  <a:pt x="17" y="362"/>
                </a:cubicBezTo>
                <a:lnTo>
                  <a:pt x="16" y="360"/>
                </a:lnTo>
                <a:close/>
                <a:moveTo>
                  <a:pt x="354" y="390"/>
                </a:moveTo>
                <a:lnTo>
                  <a:pt x="354" y="390"/>
                </a:lnTo>
                <a:cubicBezTo>
                  <a:pt x="356" y="393"/>
                  <a:pt x="356" y="393"/>
                  <a:pt x="356" y="393"/>
                </a:cubicBezTo>
                <a:cubicBezTo>
                  <a:pt x="355" y="393"/>
                  <a:pt x="353" y="391"/>
                  <a:pt x="354" y="390"/>
                </a:cubicBezTo>
                <a:close/>
                <a:moveTo>
                  <a:pt x="293" y="380"/>
                </a:moveTo>
                <a:lnTo>
                  <a:pt x="295" y="397"/>
                </a:lnTo>
                <a:cubicBezTo>
                  <a:pt x="295" y="392"/>
                  <a:pt x="295" y="392"/>
                  <a:pt x="295" y="388"/>
                </a:cubicBezTo>
                <a:lnTo>
                  <a:pt x="293" y="380"/>
                </a:lnTo>
                <a:close/>
                <a:moveTo>
                  <a:pt x="416" y="396"/>
                </a:moveTo>
                <a:cubicBezTo>
                  <a:pt x="416" y="396"/>
                  <a:pt x="419" y="399"/>
                  <a:pt x="418" y="399"/>
                </a:cubicBezTo>
                <a:cubicBezTo>
                  <a:pt x="416" y="397"/>
                  <a:pt x="416" y="396"/>
                  <a:pt x="416" y="396"/>
                </a:cubicBezTo>
                <a:close/>
                <a:moveTo>
                  <a:pt x="402" y="390"/>
                </a:moveTo>
                <a:cubicBezTo>
                  <a:pt x="408" y="396"/>
                  <a:pt x="412" y="403"/>
                  <a:pt x="411" y="404"/>
                </a:cubicBezTo>
                <a:lnTo>
                  <a:pt x="406" y="398"/>
                </a:lnTo>
                <a:lnTo>
                  <a:pt x="401" y="390"/>
                </a:lnTo>
                <a:close/>
                <a:moveTo>
                  <a:pt x="330" y="390"/>
                </a:moveTo>
                <a:lnTo>
                  <a:pt x="330" y="390"/>
                </a:lnTo>
                <a:cubicBezTo>
                  <a:pt x="332" y="396"/>
                  <a:pt x="334" y="400"/>
                  <a:pt x="336" y="406"/>
                </a:cubicBezTo>
                <a:cubicBezTo>
                  <a:pt x="337" y="405"/>
                  <a:pt x="335" y="398"/>
                  <a:pt x="335" y="398"/>
                </a:cubicBezTo>
                <a:cubicBezTo>
                  <a:pt x="335" y="398"/>
                  <a:pt x="332" y="390"/>
                  <a:pt x="330" y="390"/>
                </a:cubicBezTo>
                <a:close/>
                <a:moveTo>
                  <a:pt x="390" y="392"/>
                </a:moveTo>
                <a:cubicBezTo>
                  <a:pt x="390" y="392"/>
                  <a:pt x="393" y="395"/>
                  <a:pt x="399" y="401"/>
                </a:cubicBezTo>
                <a:cubicBezTo>
                  <a:pt x="404" y="408"/>
                  <a:pt x="404" y="408"/>
                  <a:pt x="403" y="409"/>
                </a:cubicBezTo>
                <a:cubicBezTo>
                  <a:pt x="399" y="406"/>
                  <a:pt x="396" y="401"/>
                  <a:pt x="392" y="397"/>
                </a:cubicBezTo>
                <a:cubicBezTo>
                  <a:pt x="390" y="394"/>
                  <a:pt x="389" y="392"/>
                  <a:pt x="390" y="392"/>
                </a:cubicBezTo>
                <a:close/>
                <a:moveTo>
                  <a:pt x="167" y="413"/>
                </a:moveTo>
                <a:cubicBezTo>
                  <a:pt x="167" y="413"/>
                  <a:pt x="168" y="413"/>
                  <a:pt x="168" y="413"/>
                </a:cubicBezTo>
                <a:cubicBezTo>
                  <a:pt x="169" y="414"/>
                  <a:pt x="163" y="419"/>
                  <a:pt x="155" y="424"/>
                </a:cubicBezTo>
                <a:lnTo>
                  <a:pt x="153" y="422"/>
                </a:lnTo>
                <a:cubicBezTo>
                  <a:pt x="158" y="417"/>
                  <a:pt x="165" y="413"/>
                  <a:pt x="167" y="413"/>
                </a:cubicBezTo>
                <a:close/>
                <a:moveTo>
                  <a:pt x="326" y="417"/>
                </a:moveTo>
                <a:cubicBezTo>
                  <a:pt x="327" y="417"/>
                  <a:pt x="327" y="417"/>
                  <a:pt x="329" y="425"/>
                </a:cubicBezTo>
                <a:lnTo>
                  <a:pt x="328" y="425"/>
                </a:lnTo>
                <a:lnTo>
                  <a:pt x="325" y="417"/>
                </a:lnTo>
                <a:close/>
                <a:moveTo>
                  <a:pt x="241" y="411"/>
                </a:moveTo>
                <a:cubicBezTo>
                  <a:pt x="241" y="411"/>
                  <a:pt x="242" y="411"/>
                  <a:pt x="242" y="412"/>
                </a:cubicBezTo>
                <a:lnTo>
                  <a:pt x="240" y="419"/>
                </a:lnTo>
                <a:lnTo>
                  <a:pt x="236" y="426"/>
                </a:lnTo>
                <a:lnTo>
                  <a:pt x="236" y="426"/>
                </a:lnTo>
                <a:lnTo>
                  <a:pt x="237" y="418"/>
                </a:lnTo>
                <a:cubicBezTo>
                  <a:pt x="239" y="413"/>
                  <a:pt x="240" y="411"/>
                  <a:pt x="241" y="411"/>
                </a:cubicBezTo>
                <a:close/>
                <a:moveTo>
                  <a:pt x="381" y="423"/>
                </a:moveTo>
                <a:cubicBezTo>
                  <a:pt x="383" y="423"/>
                  <a:pt x="387" y="428"/>
                  <a:pt x="387" y="428"/>
                </a:cubicBezTo>
                <a:cubicBezTo>
                  <a:pt x="388" y="431"/>
                  <a:pt x="388" y="432"/>
                  <a:pt x="388" y="432"/>
                </a:cubicBezTo>
                <a:cubicBezTo>
                  <a:pt x="387" y="432"/>
                  <a:pt x="385" y="430"/>
                  <a:pt x="384" y="430"/>
                </a:cubicBezTo>
                <a:cubicBezTo>
                  <a:pt x="379" y="424"/>
                  <a:pt x="379" y="424"/>
                  <a:pt x="381" y="423"/>
                </a:cubicBezTo>
                <a:cubicBezTo>
                  <a:pt x="381" y="423"/>
                  <a:pt x="381" y="423"/>
                  <a:pt x="381" y="423"/>
                </a:cubicBezTo>
                <a:close/>
                <a:moveTo>
                  <a:pt x="275" y="405"/>
                </a:moveTo>
                <a:cubicBezTo>
                  <a:pt x="275" y="405"/>
                  <a:pt x="275" y="409"/>
                  <a:pt x="273" y="419"/>
                </a:cubicBezTo>
                <a:lnTo>
                  <a:pt x="269" y="435"/>
                </a:lnTo>
                <a:cubicBezTo>
                  <a:pt x="268" y="434"/>
                  <a:pt x="270" y="426"/>
                  <a:pt x="273" y="410"/>
                </a:cubicBezTo>
                <a:cubicBezTo>
                  <a:pt x="274" y="407"/>
                  <a:pt x="275" y="405"/>
                  <a:pt x="275" y="405"/>
                </a:cubicBezTo>
                <a:close/>
                <a:moveTo>
                  <a:pt x="315" y="416"/>
                </a:moveTo>
                <a:cubicBezTo>
                  <a:pt x="316" y="416"/>
                  <a:pt x="318" y="423"/>
                  <a:pt x="319" y="435"/>
                </a:cubicBezTo>
                <a:lnTo>
                  <a:pt x="317" y="435"/>
                </a:lnTo>
                <a:cubicBezTo>
                  <a:pt x="315" y="427"/>
                  <a:pt x="314" y="419"/>
                  <a:pt x="315" y="419"/>
                </a:cubicBezTo>
                <a:cubicBezTo>
                  <a:pt x="315" y="417"/>
                  <a:pt x="315" y="416"/>
                  <a:pt x="315" y="416"/>
                </a:cubicBezTo>
                <a:close/>
                <a:moveTo>
                  <a:pt x="165" y="427"/>
                </a:moveTo>
                <a:cubicBezTo>
                  <a:pt x="163" y="427"/>
                  <a:pt x="159" y="431"/>
                  <a:pt x="157" y="435"/>
                </a:cubicBezTo>
                <a:cubicBezTo>
                  <a:pt x="151" y="441"/>
                  <a:pt x="153" y="442"/>
                  <a:pt x="155" y="444"/>
                </a:cubicBezTo>
                <a:cubicBezTo>
                  <a:pt x="156" y="444"/>
                  <a:pt x="156" y="444"/>
                  <a:pt x="156" y="444"/>
                </a:cubicBezTo>
                <a:cubicBezTo>
                  <a:pt x="158" y="444"/>
                  <a:pt x="163" y="440"/>
                  <a:pt x="163" y="440"/>
                </a:cubicBezTo>
                <a:cubicBezTo>
                  <a:pt x="168" y="434"/>
                  <a:pt x="167" y="433"/>
                  <a:pt x="164" y="432"/>
                </a:cubicBezTo>
                <a:cubicBezTo>
                  <a:pt x="166" y="428"/>
                  <a:pt x="166" y="427"/>
                  <a:pt x="165" y="427"/>
                </a:cubicBezTo>
                <a:close/>
                <a:moveTo>
                  <a:pt x="357" y="433"/>
                </a:moveTo>
                <a:cubicBezTo>
                  <a:pt x="358" y="433"/>
                  <a:pt x="359" y="435"/>
                  <a:pt x="362" y="440"/>
                </a:cubicBezTo>
                <a:cubicBezTo>
                  <a:pt x="362" y="440"/>
                  <a:pt x="365" y="447"/>
                  <a:pt x="363" y="449"/>
                </a:cubicBezTo>
                <a:cubicBezTo>
                  <a:pt x="362" y="449"/>
                  <a:pt x="357" y="442"/>
                  <a:pt x="357" y="442"/>
                </a:cubicBezTo>
                <a:cubicBezTo>
                  <a:pt x="354" y="434"/>
                  <a:pt x="355" y="434"/>
                  <a:pt x="355" y="434"/>
                </a:cubicBezTo>
                <a:cubicBezTo>
                  <a:pt x="356" y="434"/>
                  <a:pt x="356" y="433"/>
                  <a:pt x="357" y="433"/>
                </a:cubicBezTo>
                <a:close/>
                <a:moveTo>
                  <a:pt x="244" y="425"/>
                </a:moveTo>
                <a:cubicBezTo>
                  <a:pt x="244" y="425"/>
                  <a:pt x="243" y="429"/>
                  <a:pt x="242" y="436"/>
                </a:cubicBezTo>
                <a:cubicBezTo>
                  <a:pt x="240" y="444"/>
                  <a:pt x="236" y="452"/>
                  <a:pt x="232" y="459"/>
                </a:cubicBezTo>
                <a:lnTo>
                  <a:pt x="228" y="458"/>
                </a:lnTo>
                <a:lnTo>
                  <a:pt x="236" y="443"/>
                </a:lnTo>
                <a:cubicBezTo>
                  <a:pt x="242" y="431"/>
                  <a:pt x="244" y="425"/>
                  <a:pt x="244" y="425"/>
                </a:cubicBezTo>
                <a:close/>
                <a:moveTo>
                  <a:pt x="282" y="444"/>
                </a:moveTo>
                <a:cubicBezTo>
                  <a:pt x="281" y="453"/>
                  <a:pt x="281" y="461"/>
                  <a:pt x="280" y="461"/>
                </a:cubicBezTo>
                <a:lnTo>
                  <a:pt x="278" y="461"/>
                </a:lnTo>
                <a:cubicBezTo>
                  <a:pt x="279" y="455"/>
                  <a:pt x="279" y="450"/>
                  <a:pt x="280" y="444"/>
                </a:cubicBezTo>
                <a:close/>
                <a:moveTo>
                  <a:pt x="313" y="468"/>
                </a:moveTo>
                <a:lnTo>
                  <a:pt x="314" y="475"/>
                </a:lnTo>
                <a:cubicBezTo>
                  <a:pt x="313" y="476"/>
                  <a:pt x="312" y="480"/>
                  <a:pt x="311" y="480"/>
                </a:cubicBezTo>
                <a:cubicBezTo>
                  <a:pt x="311" y="480"/>
                  <a:pt x="311" y="479"/>
                  <a:pt x="310" y="477"/>
                </a:cubicBezTo>
                <a:cubicBezTo>
                  <a:pt x="309" y="477"/>
                  <a:pt x="311" y="468"/>
                  <a:pt x="313" y="468"/>
                </a:cubicBezTo>
                <a:close/>
                <a:moveTo>
                  <a:pt x="260" y="5"/>
                </a:moveTo>
                <a:cubicBezTo>
                  <a:pt x="259" y="5"/>
                  <a:pt x="256" y="5"/>
                  <a:pt x="259" y="14"/>
                </a:cubicBezTo>
                <a:cubicBezTo>
                  <a:pt x="260" y="22"/>
                  <a:pt x="260" y="22"/>
                  <a:pt x="259" y="22"/>
                </a:cubicBezTo>
                <a:cubicBezTo>
                  <a:pt x="256" y="22"/>
                  <a:pt x="255" y="22"/>
                  <a:pt x="254" y="30"/>
                </a:cubicBezTo>
                <a:cubicBezTo>
                  <a:pt x="255" y="38"/>
                  <a:pt x="254" y="39"/>
                  <a:pt x="252" y="39"/>
                </a:cubicBezTo>
                <a:cubicBezTo>
                  <a:pt x="250" y="31"/>
                  <a:pt x="246" y="31"/>
                  <a:pt x="246" y="31"/>
                </a:cubicBezTo>
                <a:cubicBezTo>
                  <a:pt x="246" y="27"/>
                  <a:pt x="246" y="28"/>
                  <a:pt x="245" y="23"/>
                </a:cubicBezTo>
                <a:cubicBezTo>
                  <a:pt x="244" y="18"/>
                  <a:pt x="243" y="12"/>
                  <a:pt x="241" y="8"/>
                </a:cubicBezTo>
                <a:cubicBezTo>
                  <a:pt x="240" y="8"/>
                  <a:pt x="241" y="16"/>
                  <a:pt x="241" y="16"/>
                </a:cubicBezTo>
                <a:cubicBezTo>
                  <a:pt x="242" y="22"/>
                  <a:pt x="204" y="31"/>
                  <a:pt x="199" y="35"/>
                </a:cubicBezTo>
                <a:cubicBezTo>
                  <a:pt x="196" y="32"/>
                  <a:pt x="194" y="31"/>
                  <a:pt x="192" y="31"/>
                </a:cubicBezTo>
                <a:cubicBezTo>
                  <a:pt x="190" y="31"/>
                  <a:pt x="190" y="33"/>
                  <a:pt x="192" y="37"/>
                </a:cubicBezTo>
                <a:cubicBezTo>
                  <a:pt x="196" y="44"/>
                  <a:pt x="189" y="47"/>
                  <a:pt x="180" y="50"/>
                </a:cubicBezTo>
                <a:cubicBezTo>
                  <a:pt x="170" y="56"/>
                  <a:pt x="163" y="60"/>
                  <a:pt x="168" y="67"/>
                </a:cubicBezTo>
                <a:lnTo>
                  <a:pt x="163" y="69"/>
                </a:lnTo>
                <a:cubicBezTo>
                  <a:pt x="161" y="71"/>
                  <a:pt x="163" y="80"/>
                  <a:pt x="161" y="80"/>
                </a:cubicBezTo>
                <a:cubicBezTo>
                  <a:pt x="163" y="84"/>
                  <a:pt x="164" y="86"/>
                  <a:pt x="163" y="86"/>
                </a:cubicBezTo>
                <a:cubicBezTo>
                  <a:pt x="163" y="86"/>
                  <a:pt x="162" y="84"/>
                  <a:pt x="160" y="81"/>
                </a:cubicBezTo>
                <a:cubicBezTo>
                  <a:pt x="156" y="74"/>
                  <a:pt x="152" y="68"/>
                  <a:pt x="150" y="68"/>
                </a:cubicBezTo>
                <a:cubicBezTo>
                  <a:pt x="150" y="68"/>
                  <a:pt x="150" y="68"/>
                  <a:pt x="150" y="68"/>
                </a:cubicBezTo>
                <a:cubicBezTo>
                  <a:pt x="146" y="71"/>
                  <a:pt x="152" y="77"/>
                  <a:pt x="157" y="83"/>
                </a:cubicBezTo>
                <a:cubicBezTo>
                  <a:pt x="161" y="90"/>
                  <a:pt x="160" y="91"/>
                  <a:pt x="160" y="91"/>
                </a:cubicBezTo>
                <a:cubicBezTo>
                  <a:pt x="160" y="91"/>
                  <a:pt x="159" y="91"/>
                  <a:pt x="159" y="91"/>
                </a:cubicBezTo>
                <a:cubicBezTo>
                  <a:pt x="158" y="91"/>
                  <a:pt x="158" y="90"/>
                  <a:pt x="154" y="85"/>
                </a:cubicBezTo>
                <a:lnTo>
                  <a:pt x="144" y="73"/>
                </a:lnTo>
                <a:lnTo>
                  <a:pt x="143" y="73"/>
                </a:lnTo>
                <a:cubicBezTo>
                  <a:pt x="148" y="80"/>
                  <a:pt x="146" y="81"/>
                  <a:pt x="146" y="81"/>
                </a:cubicBezTo>
                <a:cubicBezTo>
                  <a:pt x="146" y="81"/>
                  <a:pt x="146" y="81"/>
                  <a:pt x="146" y="81"/>
                </a:cubicBezTo>
                <a:cubicBezTo>
                  <a:pt x="145" y="81"/>
                  <a:pt x="143" y="79"/>
                  <a:pt x="135" y="68"/>
                </a:cubicBezTo>
                <a:cubicBezTo>
                  <a:pt x="131" y="63"/>
                  <a:pt x="128" y="60"/>
                  <a:pt x="127" y="60"/>
                </a:cubicBezTo>
                <a:lnTo>
                  <a:pt x="127" y="60"/>
                </a:lnTo>
                <a:cubicBezTo>
                  <a:pt x="126" y="60"/>
                  <a:pt x="128" y="63"/>
                  <a:pt x="132" y="71"/>
                </a:cubicBezTo>
                <a:lnTo>
                  <a:pt x="135" y="80"/>
                </a:lnTo>
                <a:cubicBezTo>
                  <a:pt x="132" y="76"/>
                  <a:pt x="130" y="75"/>
                  <a:pt x="129" y="75"/>
                </a:cubicBezTo>
                <a:lnTo>
                  <a:pt x="129" y="75"/>
                </a:lnTo>
                <a:cubicBezTo>
                  <a:pt x="127" y="75"/>
                  <a:pt x="132" y="84"/>
                  <a:pt x="135" y="90"/>
                </a:cubicBezTo>
                <a:cubicBezTo>
                  <a:pt x="130" y="84"/>
                  <a:pt x="127" y="82"/>
                  <a:pt x="126" y="82"/>
                </a:cubicBezTo>
                <a:lnTo>
                  <a:pt x="126" y="82"/>
                </a:lnTo>
                <a:cubicBezTo>
                  <a:pt x="125" y="82"/>
                  <a:pt x="126" y="85"/>
                  <a:pt x="132" y="92"/>
                </a:cubicBezTo>
                <a:cubicBezTo>
                  <a:pt x="135" y="96"/>
                  <a:pt x="136" y="98"/>
                  <a:pt x="135" y="98"/>
                </a:cubicBezTo>
                <a:cubicBezTo>
                  <a:pt x="134" y="98"/>
                  <a:pt x="133" y="97"/>
                  <a:pt x="130" y="94"/>
                </a:cubicBezTo>
                <a:cubicBezTo>
                  <a:pt x="126" y="92"/>
                  <a:pt x="124" y="91"/>
                  <a:pt x="123" y="91"/>
                </a:cubicBezTo>
                <a:cubicBezTo>
                  <a:pt x="121" y="91"/>
                  <a:pt x="120" y="92"/>
                  <a:pt x="118" y="93"/>
                </a:cubicBezTo>
                <a:cubicBezTo>
                  <a:pt x="124" y="100"/>
                  <a:pt x="115" y="108"/>
                  <a:pt x="107" y="117"/>
                </a:cubicBezTo>
                <a:cubicBezTo>
                  <a:pt x="98" y="128"/>
                  <a:pt x="92" y="136"/>
                  <a:pt x="98" y="140"/>
                </a:cubicBezTo>
                <a:cubicBezTo>
                  <a:pt x="98" y="140"/>
                  <a:pt x="98" y="141"/>
                  <a:pt x="98" y="141"/>
                </a:cubicBezTo>
                <a:cubicBezTo>
                  <a:pt x="97" y="141"/>
                  <a:pt x="95" y="140"/>
                  <a:pt x="90" y="138"/>
                </a:cubicBezTo>
                <a:cubicBezTo>
                  <a:pt x="88" y="136"/>
                  <a:pt x="86" y="135"/>
                  <a:pt x="86" y="135"/>
                </a:cubicBezTo>
                <a:lnTo>
                  <a:pt x="86" y="135"/>
                </a:lnTo>
                <a:cubicBezTo>
                  <a:pt x="85" y="135"/>
                  <a:pt x="87" y="138"/>
                  <a:pt x="95" y="145"/>
                </a:cubicBezTo>
                <a:cubicBezTo>
                  <a:pt x="99" y="148"/>
                  <a:pt x="103" y="151"/>
                  <a:pt x="102" y="151"/>
                </a:cubicBezTo>
                <a:cubicBezTo>
                  <a:pt x="102" y="151"/>
                  <a:pt x="100" y="149"/>
                  <a:pt x="94" y="146"/>
                </a:cubicBezTo>
                <a:cubicBezTo>
                  <a:pt x="92" y="144"/>
                  <a:pt x="90" y="144"/>
                  <a:pt x="89" y="144"/>
                </a:cubicBezTo>
                <a:cubicBezTo>
                  <a:pt x="86" y="144"/>
                  <a:pt x="84" y="146"/>
                  <a:pt x="81" y="150"/>
                </a:cubicBezTo>
                <a:cubicBezTo>
                  <a:pt x="79" y="154"/>
                  <a:pt x="76" y="159"/>
                  <a:pt x="84" y="163"/>
                </a:cubicBezTo>
                <a:cubicBezTo>
                  <a:pt x="87" y="166"/>
                  <a:pt x="88" y="168"/>
                  <a:pt x="88" y="168"/>
                </a:cubicBezTo>
                <a:cubicBezTo>
                  <a:pt x="87" y="168"/>
                  <a:pt x="86" y="167"/>
                  <a:pt x="83" y="165"/>
                </a:cubicBezTo>
                <a:cubicBezTo>
                  <a:pt x="77" y="161"/>
                  <a:pt x="72" y="160"/>
                  <a:pt x="69" y="160"/>
                </a:cubicBezTo>
                <a:cubicBezTo>
                  <a:pt x="64" y="160"/>
                  <a:pt x="63" y="164"/>
                  <a:pt x="70" y="170"/>
                </a:cubicBezTo>
                <a:cubicBezTo>
                  <a:pt x="70" y="171"/>
                  <a:pt x="69" y="172"/>
                  <a:pt x="67" y="172"/>
                </a:cubicBezTo>
                <a:cubicBezTo>
                  <a:pt x="66" y="172"/>
                  <a:pt x="64" y="172"/>
                  <a:pt x="61" y="170"/>
                </a:cubicBezTo>
                <a:lnTo>
                  <a:pt x="61" y="170"/>
                </a:lnTo>
                <a:cubicBezTo>
                  <a:pt x="60" y="171"/>
                  <a:pt x="60" y="174"/>
                  <a:pt x="66" y="180"/>
                </a:cubicBezTo>
                <a:lnTo>
                  <a:pt x="61" y="191"/>
                </a:lnTo>
                <a:cubicBezTo>
                  <a:pt x="60" y="194"/>
                  <a:pt x="67" y="200"/>
                  <a:pt x="67" y="200"/>
                </a:cubicBezTo>
                <a:cubicBezTo>
                  <a:pt x="66" y="200"/>
                  <a:pt x="66" y="202"/>
                  <a:pt x="66" y="202"/>
                </a:cubicBezTo>
                <a:cubicBezTo>
                  <a:pt x="66" y="202"/>
                  <a:pt x="66" y="201"/>
                  <a:pt x="66" y="201"/>
                </a:cubicBezTo>
                <a:cubicBezTo>
                  <a:pt x="65" y="200"/>
                  <a:pt x="64" y="200"/>
                  <a:pt x="63" y="200"/>
                </a:cubicBezTo>
                <a:cubicBezTo>
                  <a:pt x="57" y="200"/>
                  <a:pt x="55" y="207"/>
                  <a:pt x="52" y="216"/>
                </a:cubicBezTo>
                <a:cubicBezTo>
                  <a:pt x="50" y="228"/>
                  <a:pt x="48" y="237"/>
                  <a:pt x="40" y="238"/>
                </a:cubicBezTo>
                <a:cubicBezTo>
                  <a:pt x="40" y="238"/>
                  <a:pt x="40" y="239"/>
                  <a:pt x="48" y="242"/>
                </a:cubicBezTo>
                <a:cubicBezTo>
                  <a:pt x="63" y="246"/>
                  <a:pt x="63" y="247"/>
                  <a:pt x="55" y="247"/>
                </a:cubicBezTo>
                <a:cubicBezTo>
                  <a:pt x="39" y="247"/>
                  <a:pt x="38" y="255"/>
                  <a:pt x="53" y="257"/>
                </a:cubicBezTo>
                <a:lnTo>
                  <a:pt x="46" y="256"/>
                </a:lnTo>
                <a:lnTo>
                  <a:pt x="46" y="256"/>
                </a:lnTo>
                <a:cubicBezTo>
                  <a:pt x="29" y="257"/>
                  <a:pt x="37" y="262"/>
                  <a:pt x="53" y="263"/>
                </a:cubicBezTo>
                <a:cubicBezTo>
                  <a:pt x="46" y="266"/>
                  <a:pt x="37" y="267"/>
                  <a:pt x="46" y="269"/>
                </a:cubicBezTo>
                <a:cubicBezTo>
                  <a:pt x="46" y="270"/>
                  <a:pt x="46" y="270"/>
                  <a:pt x="29" y="271"/>
                </a:cubicBezTo>
                <a:cubicBezTo>
                  <a:pt x="21" y="271"/>
                  <a:pt x="13" y="271"/>
                  <a:pt x="13" y="274"/>
                </a:cubicBezTo>
                <a:cubicBezTo>
                  <a:pt x="13" y="275"/>
                  <a:pt x="21" y="275"/>
                  <a:pt x="29" y="275"/>
                </a:cubicBezTo>
                <a:lnTo>
                  <a:pt x="29" y="278"/>
                </a:lnTo>
                <a:cubicBezTo>
                  <a:pt x="29" y="278"/>
                  <a:pt x="29" y="279"/>
                  <a:pt x="37" y="279"/>
                </a:cubicBezTo>
                <a:cubicBezTo>
                  <a:pt x="38" y="279"/>
                  <a:pt x="40" y="279"/>
                  <a:pt x="41" y="279"/>
                </a:cubicBezTo>
                <a:cubicBezTo>
                  <a:pt x="46" y="279"/>
                  <a:pt x="46" y="281"/>
                  <a:pt x="46" y="281"/>
                </a:cubicBezTo>
                <a:cubicBezTo>
                  <a:pt x="40" y="282"/>
                  <a:pt x="41" y="283"/>
                  <a:pt x="44" y="283"/>
                </a:cubicBezTo>
                <a:cubicBezTo>
                  <a:pt x="47" y="283"/>
                  <a:pt x="50" y="282"/>
                  <a:pt x="53" y="281"/>
                </a:cubicBezTo>
                <a:cubicBezTo>
                  <a:pt x="58" y="281"/>
                  <a:pt x="62" y="280"/>
                  <a:pt x="65" y="280"/>
                </a:cubicBezTo>
                <a:cubicBezTo>
                  <a:pt x="68" y="280"/>
                  <a:pt x="69" y="280"/>
                  <a:pt x="69" y="281"/>
                </a:cubicBezTo>
                <a:lnTo>
                  <a:pt x="86" y="279"/>
                </a:lnTo>
                <a:cubicBezTo>
                  <a:pt x="96" y="279"/>
                  <a:pt x="107" y="278"/>
                  <a:pt x="117" y="275"/>
                </a:cubicBezTo>
                <a:cubicBezTo>
                  <a:pt x="125" y="271"/>
                  <a:pt x="132" y="268"/>
                  <a:pt x="123" y="268"/>
                </a:cubicBezTo>
                <a:cubicBezTo>
                  <a:pt x="122" y="268"/>
                  <a:pt x="121" y="268"/>
                  <a:pt x="118" y="268"/>
                </a:cubicBezTo>
                <a:cubicBezTo>
                  <a:pt x="118" y="268"/>
                  <a:pt x="109" y="267"/>
                  <a:pt x="109" y="266"/>
                </a:cubicBezTo>
                <a:cubicBezTo>
                  <a:pt x="109" y="265"/>
                  <a:pt x="118" y="263"/>
                  <a:pt x="118" y="263"/>
                </a:cubicBezTo>
                <a:cubicBezTo>
                  <a:pt x="126" y="263"/>
                  <a:pt x="126" y="259"/>
                  <a:pt x="127" y="255"/>
                </a:cubicBezTo>
                <a:cubicBezTo>
                  <a:pt x="127" y="249"/>
                  <a:pt x="129" y="246"/>
                  <a:pt x="136" y="246"/>
                </a:cubicBezTo>
                <a:cubicBezTo>
                  <a:pt x="139" y="246"/>
                  <a:pt x="141" y="246"/>
                  <a:pt x="143" y="246"/>
                </a:cubicBezTo>
                <a:cubicBezTo>
                  <a:pt x="145" y="246"/>
                  <a:pt x="145" y="246"/>
                  <a:pt x="145" y="246"/>
                </a:cubicBezTo>
                <a:cubicBezTo>
                  <a:pt x="138" y="244"/>
                  <a:pt x="139" y="239"/>
                  <a:pt x="141" y="232"/>
                </a:cubicBezTo>
                <a:cubicBezTo>
                  <a:pt x="143" y="225"/>
                  <a:pt x="145" y="219"/>
                  <a:pt x="139" y="216"/>
                </a:cubicBezTo>
                <a:cubicBezTo>
                  <a:pt x="139" y="215"/>
                  <a:pt x="139" y="214"/>
                  <a:pt x="139" y="214"/>
                </a:cubicBezTo>
                <a:cubicBezTo>
                  <a:pt x="142" y="215"/>
                  <a:pt x="144" y="215"/>
                  <a:pt x="145" y="215"/>
                </a:cubicBezTo>
                <a:cubicBezTo>
                  <a:pt x="147" y="215"/>
                  <a:pt x="148" y="214"/>
                  <a:pt x="149" y="213"/>
                </a:cubicBezTo>
                <a:cubicBezTo>
                  <a:pt x="142" y="209"/>
                  <a:pt x="143" y="206"/>
                  <a:pt x="143" y="206"/>
                </a:cubicBezTo>
                <a:lnTo>
                  <a:pt x="143" y="206"/>
                </a:lnTo>
                <a:cubicBezTo>
                  <a:pt x="146" y="208"/>
                  <a:pt x="148" y="209"/>
                  <a:pt x="149" y="209"/>
                </a:cubicBezTo>
                <a:cubicBezTo>
                  <a:pt x="150" y="209"/>
                  <a:pt x="150" y="208"/>
                  <a:pt x="151" y="207"/>
                </a:cubicBezTo>
                <a:cubicBezTo>
                  <a:pt x="153" y="205"/>
                  <a:pt x="153" y="204"/>
                  <a:pt x="145" y="201"/>
                </a:cubicBezTo>
                <a:cubicBezTo>
                  <a:pt x="149" y="196"/>
                  <a:pt x="153" y="194"/>
                  <a:pt x="159" y="194"/>
                </a:cubicBezTo>
                <a:cubicBezTo>
                  <a:pt x="161" y="195"/>
                  <a:pt x="162" y="195"/>
                  <a:pt x="162" y="195"/>
                </a:cubicBezTo>
                <a:cubicBezTo>
                  <a:pt x="164" y="195"/>
                  <a:pt x="159" y="191"/>
                  <a:pt x="154" y="187"/>
                </a:cubicBezTo>
                <a:cubicBezTo>
                  <a:pt x="146" y="184"/>
                  <a:pt x="141" y="178"/>
                  <a:pt x="142" y="177"/>
                </a:cubicBezTo>
                <a:lnTo>
                  <a:pt x="142" y="177"/>
                </a:lnTo>
                <a:lnTo>
                  <a:pt x="155" y="186"/>
                </a:lnTo>
                <a:cubicBezTo>
                  <a:pt x="159" y="189"/>
                  <a:pt x="160" y="190"/>
                  <a:pt x="161" y="190"/>
                </a:cubicBezTo>
                <a:cubicBezTo>
                  <a:pt x="162" y="190"/>
                  <a:pt x="162" y="190"/>
                  <a:pt x="162" y="189"/>
                </a:cubicBezTo>
                <a:cubicBezTo>
                  <a:pt x="163" y="188"/>
                  <a:pt x="164" y="187"/>
                  <a:pt x="164" y="187"/>
                </a:cubicBezTo>
                <a:cubicBezTo>
                  <a:pt x="158" y="184"/>
                  <a:pt x="160" y="178"/>
                  <a:pt x="166" y="173"/>
                </a:cubicBezTo>
                <a:cubicBezTo>
                  <a:pt x="171" y="166"/>
                  <a:pt x="175" y="164"/>
                  <a:pt x="168" y="158"/>
                </a:cubicBezTo>
                <a:cubicBezTo>
                  <a:pt x="164" y="155"/>
                  <a:pt x="163" y="153"/>
                  <a:pt x="165" y="153"/>
                </a:cubicBezTo>
                <a:cubicBezTo>
                  <a:pt x="166" y="153"/>
                  <a:pt x="168" y="153"/>
                  <a:pt x="171" y="155"/>
                </a:cubicBezTo>
                <a:cubicBezTo>
                  <a:pt x="184" y="162"/>
                  <a:pt x="190" y="165"/>
                  <a:pt x="191" y="165"/>
                </a:cubicBezTo>
                <a:cubicBezTo>
                  <a:pt x="192" y="165"/>
                  <a:pt x="190" y="163"/>
                  <a:pt x="188" y="160"/>
                </a:cubicBezTo>
                <a:cubicBezTo>
                  <a:pt x="188" y="160"/>
                  <a:pt x="188" y="160"/>
                  <a:pt x="188" y="160"/>
                </a:cubicBezTo>
                <a:cubicBezTo>
                  <a:pt x="187" y="160"/>
                  <a:pt x="182" y="155"/>
                  <a:pt x="176" y="150"/>
                </a:cubicBezTo>
                <a:cubicBezTo>
                  <a:pt x="170" y="144"/>
                  <a:pt x="167" y="141"/>
                  <a:pt x="168" y="141"/>
                </a:cubicBezTo>
                <a:lnTo>
                  <a:pt x="168" y="141"/>
                </a:lnTo>
                <a:cubicBezTo>
                  <a:pt x="169" y="141"/>
                  <a:pt x="172" y="144"/>
                  <a:pt x="178" y="149"/>
                </a:cubicBezTo>
                <a:cubicBezTo>
                  <a:pt x="181" y="152"/>
                  <a:pt x="183" y="153"/>
                  <a:pt x="185" y="153"/>
                </a:cubicBezTo>
                <a:cubicBezTo>
                  <a:pt x="191" y="153"/>
                  <a:pt x="194" y="141"/>
                  <a:pt x="187" y="131"/>
                </a:cubicBezTo>
                <a:lnTo>
                  <a:pt x="187" y="131"/>
                </a:lnTo>
                <a:lnTo>
                  <a:pt x="191" y="138"/>
                </a:lnTo>
                <a:cubicBezTo>
                  <a:pt x="195" y="141"/>
                  <a:pt x="197" y="143"/>
                  <a:pt x="198" y="143"/>
                </a:cubicBezTo>
                <a:cubicBezTo>
                  <a:pt x="199" y="143"/>
                  <a:pt x="200" y="142"/>
                  <a:pt x="201" y="141"/>
                </a:cubicBezTo>
                <a:lnTo>
                  <a:pt x="204" y="139"/>
                </a:lnTo>
                <a:cubicBezTo>
                  <a:pt x="199" y="133"/>
                  <a:pt x="200" y="130"/>
                  <a:pt x="202" y="130"/>
                </a:cubicBezTo>
                <a:cubicBezTo>
                  <a:pt x="204" y="130"/>
                  <a:pt x="207" y="132"/>
                  <a:pt x="209" y="136"/>
                </a:cubicBezTo>
                <a:cubicBezTo>
                  <a:pt x="213" y="140"/>
                  <a:pt x="214" y="142"/>
                  <a:pt x="215" y="142"/>
                </a:cubicBezTo>
                <a:cubicBezTo>
                  <a:pt x="215" y="142"/>
                  <a:pt x="216" y="142"/>
                  <a:pt x="216" y="141"/>
                </a:cubicBezTo>
                <a:cubicBezTo>
                  <a:pt x="213" y="134"/>
                  <a:pt x="214" y="132"/>
                  <a:pt x="216" y="132"/>
                </a:cubicBezTo>
                <a:lnTo>
                  <a:pt x="216" y="132"/>
                </a:lnTo>
                <a:cubicBezTo>
                  <a:pt x="218" y="132"/>
                  <a:pt x="221" y="134"/>
                  <a:pt x="223" y="138"/>
                </a:cubicBezTo>
                <a:cubicBezTo>
                  <a:pt x="224" y="138"/>
                  <a:pt x="224" y="138"/>
                  <a:pt x="225" y="137"/>
                </a:cubicBezTo>
                <a:cubicBezTo>
                  <a:pt x="222" y="130"/>
                  <a:pt x="224" y="129"/>
                  <a:pt x="224" y="129"/>
                </a:cubicBezTo>
                <a:cubicBezTo>
                  <a:pt x="227" y="128"/>
                  <a:pt x="228" y="128"/>
                  <a:pt x="224" y="120"/>
                </a:cubicBezTo>
                <a:cubicBezTo>
                  <a:pt x="221" y="113"/>
                  <a:pt x="217" y="105"/>
                  <a:pt x="218" y="105"/>
                </a:cubicBezTo>
                <a:lnTo>
                  <a:pt x="218" y="105"/>
                </a:lnTo>
                <a:lnTo>
                  <a:pt x="222" y="112"/>
                </a:lnTo>
                <a:cubicBezTo>
                  <a:pt x="224" y="117"/>
                  <a:pt x="226" y="118"/>
                  <a:pt x="228" y="118"/>
                </a:cubicBezTo>
                <a:cubicBezTo>
                  <a:pt x="229" y="118"/>
                  <a:pt x="230" y="118"/>
                  <a:pt x="232" y="118"/>
                </a:cubicBezTo>
                <a:cubicBezTo>
                  <a:pt x="233" y="117"/>
                  <a:pt x="235" y="116"/>
                  <a:pt x="236" y="116"/>
                </a:cubicBezTo>
                <a:cubicBezTo>
                  <a:pt x="238" y="116"/>
                  <a:pt x="240" y="118"/>
                  <a:pt x="242" y="122"/>
                </a:cubicBezTo>
                <a:lnTo>
                  <a:pt x="240" y="114"/>
                </a:lnTo>
                <a:cubicBezTo>
                  <a:pt x="239" y="110"/>
                  <a:pt x="239" y="108"/>
                  <a:pt x="239" y="108"/>
                </a:cubicBezTo>
                <a:lnTo>
                  <a:pt x="239" y="108"/>
                </a:lnTo>
                <a:cubicBezTo>
                  <a:pt x="240" y="108"/>
                  <a:pt x="241" y="110"/>
                  <a:pt x="242" y="114"/>
                </a:cubicBezTo>
                <a:cubicBezTo>
                  <a:pt x="243" y="118"/>
                  <a:pt x="245" y="119"/>
                  <a:pt x="246" y="119"/>
                </a:cubicBezTo>
                <a:cubicBezTo>
                  <a:pt x="248" y="119"/>
                  <a:pt x="249" y="117"/>
                  <a:pt x="249" y="113"/>
                </a:cubicBezTo>
                <a:lnTo>
                  <a:pt x="250" y="112"/>
                </a:lnTo>
                <a:cubicBezTo>
                  <a:pt x="252" y="120"/>
                  <a:pt x="254" y="124"/>
                  <a:pt x="255" y="124"/>
                </a:cubicBezTo>
                <a:cubicBezTo>
                  <a:pt x="256" y="124"/>
                  <a:pt x="256" y="120"/>
                  <a:pt x="255" y="112"/>
                </a:cubicBezTo>
                <a:lnTo>
                  <a:pt x="255" y="112"/>
                </a:lnTo>
                <a:cubicBezTo>
                  <a:pt x="256" y="118"/>
                  <a:pt x="257" y="119"/>
                  <a:pt x="258" y="119"/>
                </a:cubicBezTo>
                <a:cubicBezTo>
                  <a:pt x="258" y="119"/>
                  <a:pt x="258" y="119"/>
                  <a:pt x="259" y="119"/>
                </a:cubicBezTo>
                <a:cubicBezTo>
                  <a:pt x="259" y="115"/>
                  <a:pt x="260" y="113"/>
                  <a:pt x="260" y="113"/>
                </a:cubicBezTo>
                <a:cubicBezTo>
                  <a:pt x="261" y="113"/>
                  <a:pt x="263" y="115"/>
                  <a:pt x="263" y="119"/>
                </a:cubicBezTo>
                <a:lnTo>
                  <a:pt x="264" y="119"/>
                </a:lnTo>
                <a:cubicBezTo>
                  <a:pt x="264" y="111"/>
                  <a:pt x="265" y="111"/>
                  <a:pt x="265" y="111"/>
                </a:cubicBezTo>
                <a:cubicBezTo>
                  <a:pt x="267" y="111"/>
                  <a:pt x="268" y="111"/>
                  <a:pt x="268" y="103"/>
                </a:cubicBezTo>
                <a:cubicBezTo>
                  <a:pt x="269" y="94"/>
                  <a:pt x="270" y="94"/>
                  <a:pt x="270" y="94"/>
                </a:cubicBezTo>
                <a:cubicBezTo>
                  <a:pt x="270" y="100"/>
                  <a:pt x="270" y="105"/>
                  <a:pt x="270" y="111"/>
                </a:cubicBezTo>
                <a:cubicBezTo>
                  <a:pt x="269" y="114"/>
                  <a:pt x="270" y="116"/>
                  <a:pt x="270" y="116"/>
                </a:cubicBezTo>
                <a:cubicBezTo>
                  <a:pt x="271" y="116"/>
                  <a:pt x="272" y="112"/>
                  <a:pt x="273" y="103"/>
                </a:cubicBezTo>
                <a:lnTo>
                  <a:pt x="273" y="103"/>
                </a:lnTo>
                <a:cubicBezTo>
                  <a:pt x="273" y="109"/>
                  <a:pt x="273" y="114"/>
                  <a:pt x="273" y="114"/>
                </a:cubicBezTo>
                <a:cubicBezTo>
                  <a:pt x="273" y="114"/>
                  <a:pt x="274" y="113"/>
                  <a:pt x="274" y="111"/>
                </a:cubicBezTo>
                <a:cubicBezTo>
                  <a:pt x="274" y="111"/>
                  <a:pt x="275" y="111"/>
                  <a:pt x="275" y="103"/>
                </a:cubicBezTo>
                <a:lnTo>
                  <a:pt x="279" y="103"/>
                </a:lnTo>
                <a:cubicBezTo>
                  <a:pt x="280" y="111"/>
                  <a:pt x="281" y="111"/>
                  <a:pt x="282" y="111"/>
                </a:cubicBezTo>
                <a:cubicBezTo>
                  <a:pt x="283" y="107"/>
                  <a:pt x="283" y="105"/>
                  <a:pt x="283" y="105"/>
                </a:cubicBezTo>
                <a:cubicBezTo>
                  <a:pt x="283" y="105"/>
                  <a:pt x="283" y="107"/>
                  <a:pt x="283" y="111"/>
                </a:cubicBezTo>
                <a:cubicBezTo>
                  <a:pt x="283" y="115"/>
                  <a:pt x="284" y="117"/>
                  <a:pt x="284" y="117"/>
                </a:cubicBezTo>
                <a:cubicBezTo>
                  <a:pt x="284" y="117"/>
                  <a:pt x="285" y="113"/>
                  <a:pt x="286" y="103"/>
                </a:cubicBezTo>
                <a:cubicBezTo>
                  <a:pt x="286" y="99"/>
                  <a:pt x="287" y="97"/>
                  <a:pt x="287" y="97"/>
                </a:cubicBezTo>
                <a:cubicBezTo>
                  <a:pt x="288" y="97"/>
                  <a:pt x="288" y="100"/>
                  <a:pt x="288" y="104"/>
                </a:cubicBezTo>
                <a:cubicBezTo>
                  <a:pt x="287" y="113"/>
                  <a:pt x="287" y="117"/>
                  <a:pt x="287" y="117"/>
                </a:cubicBezTo>
                <a:cubicBezTo>
                  <a:pt x="288" y="117"/>
                  <a:pt x="288" y="115"/>
                  <a:pt x="288" y="112"/>
                </a:cubicBezTo>
                <a:cubicBezTo>
                  <a:pt x="290" y="104"/>
                  <a:pt x="291" y="104"/>
                  <a:pt x="291" y="104"/>
                </a:cubicBezTo>
                <a:lnTo>
                  <a:pt x="291" y="104"/>
                </a:lnTo>
                <a:cubicBezTo>
                  <a:pt x="290" y="112"/>
                  <a:pt x="298" y="114"/>
                  <a:pt x="307" y="117"/>
                </a:cubicBezTo>
                <a:cubicBezTo>
                  <a:pt x="309" y="112"/>
                  <a:pt x="311" y="106"/>
                  <a:pt x="313" y="101"/>
                </a:cubicBezTo>
                <a:cubicBezTo>
                  <a:pt x="314" y="95"/>
                  <a:pt x="315" y="93"/>
                  <a:pt x="315" y="93"/>
                </a:cubicBezTo>
                <a:lnTo>
                  <a:pt x="315" y="93"/>
                </a:lnTo>
                <a:cubicBezTo>
                  <a:pt x="315" y="93"/>
                  <a:pt x="314" y="97"/>
                  <a:pt x="314" y="102"/>
                </a:cubicBezTo>
                <a:cubicBezTo>
                  <a:pt x="311" y="114"/>
                  <a:pt x="310" y="120"/>
                  <a:pt x="310" y="120"/>
                </a:cubicBezTo>
                <a:cubicBezTo>
                  <a:pt x="311" y="120"/>
                  <a:pt x="313" y="114"/>
                  <a:pt x="316" y="102"/>
                </a:cubicBezTo>
                <a:cubicBezTo>
                  <a:pt x="318" y="94"/>
                  <a:pt x="318" y="90"/>
                  <a:pt x="319" y="90"/>
                </a:cubicBezTo>
                <a:lnTo>
                  <a:pt x="319" y="90"/>
                </a:lnTo>
                <a:cubicBezTo>
                  <a:pt x="319" y="90"/>
                  <a:pt x="318" y="95"/>
                  <a:pt x="317" y="103"/>
                </a:cubicBezTo>
                <a:cubicBezTo>
                  <a:pt x="316" y="107"/>
                  <a:pt x="315" y="109"/>
                  <a:pt x="315" y="109"/>
                </a:cubicBezTo>
                <a:cubicBezTo>
                  <a:pt x="316" y="109"/>
                  <a:pt x="317" y="107"/>
                  <a:pt x="318" y="104"/>
                </a:cubicBezTo>
                <a:cubicBezTo>
                  <a:pt x="319" y="100"/>
                  <a:pt x="320" y="98"/>
                  <a:pt x="320" y="98"/>
                </a:cubicBezTo>
                <a:lnTo>
                  <a:pt x="320" y="98"/>
                </a:lnTo>
                <a:cubicBezTo>
                  <a:pt x="321" y="98"/>
                  <a:pt x="320" y="100"/>
                  <a:pt x="319" y="104"/>
                </a:cubicBezTo>
                <a:cubicBezTo>
                  <a:pt x="318" y="110"/>
                  <a:pt x="317" y="115"/>
                  <a:pt x="318" y="115"/>
                </a:cubicBezTo>
                <a:cubicBezTo>
                  <a:pt x="318" y="115"/>
                  <a:pt x="318" y="114"/>
                  <a:pt x="319" y="112"/>
                </a:cubicBezTo>
                <a:lnTo>
                  <a:pt x="319" y="112"/>
                </a:lnTo>
                <a:cubicBezTo>
                  <a:pt x="319" y="112"/>
                  <a:pt x="320" y="113"/>
                  <a:pt x="318" y="121"/>
                </a:cubicBezTo>
                <a:cubicBezTo>
                  <a:pt x="317" y="123"/>
                  <a:pt x="317" y="125"/>
                  <a:pt x="318" y="125"/>
                </a:cubicBezTo>
                <a:cubicBezTo>
                  <a:pt x="319" y="125"/>
                  <a:pt x="321" y="120"/>
                  <a:pt x="324" y="114"/>
                </a:cubicBezTo>
                <a:cubicBezTo>
                  <a:pt x="328" y="108"/>
                  <a:pt x="331" y="104"/>
                  <a:pt x="331" y="104"/>
                </a:cubicBezTo>
                <a:lnTo>
                  <a:pt x="331" y="104"/>
                </a:lnTo>
                <a:cubicBezTo>
                  <a:pt x="332" y="104"/>
                  <a:pt x="330" y="108"/>
                  <a:pt x="326" y="115"/>
                </a:cubicBezTo>
                <a:cubicBezTo>
                  <a:pt x="323" y="122"/>
                  <a:pt x="323" y="124"/>
                  <a:pt x="324" y="124"/>
                </a:cubicBezTo>
                <a:cubicBezTo>
                  <a:pt x="326" y="124"/>
                  <a:pt x="330" y="119"/>
                  <a:pt x="335" y="111"/>
                </a:cubicBezTo>
                <a:cubicBezTo>
                  <a:pt x="339" y="103"/>
                  <a:pt x="340" y="99"/>
                  <a:pt x="341" y="99"/>
                </a:cubicBezTo>
                <a:lnTo>
                  <a:pt x="341" y="99"/>
                </a:lnTo>
                <a:cubicBezTo>
                  <a:pt x="341" y="99"/>
                  <a:pt x="340" y="101"/>
                  <a:pt x="338" y="104"/>
                </a:cubicBezTo>
                <a:cubicBezTo>
                  <a:pt x="335" y="111"/>
                  <a:pt x="336" y="112"/>
                  <a:pt x="336" y="112"/>
                </a:cubicBezTo>
                <a:cubicBezTo>
                  <a:pt x="337" y="112"/>
                  <a:pt x="338" y="113"/>
                  <a:pt x="335" y="120"/>
                </a:cubicBezTo>
                <a:cubicBezTo>
                  <a:pt x="335" y="120"/>
                  <a:pt x="335" y="120"/>
                  <a:pt x="335" y="120"/>
                </a:cubicBezTo>
                <a:cubicBezTo>
                  <a:pt x="336" y="120"/>
                  <a:pt x="337" y="119"/>
                  <a:pt x="342" y="114"/>
                </a:cubicBezTo>
                <a:cubicBezTo>
                  <a:pt x="345" y="110"/>
                  <a:pt x="347" y="108"/>
                  <a:pt x="348" y="108"/>
                </a:cubicBezTo>
                <a:lnTo>
                  <a:pt x="348" y="108"/>
                </a:lnTo>
                <a:cubicBezTo>
                  <a:pt x="350" y="108"/>
                  <a:pt x="348" y="116"/>
                  <a:pt x="343" y="126"/>
                </a:cubicBezTo>
                <a:lnTo>
                  <a:pt x="350" y="119"/>
                </a:lnTo>
                <a:cubicBezTo>
                  <a:pt x="355" y="111"/>
                  <a:pt x="359" y="105"/>
                  <a:pt x="359" y="105"/>
                </a:cubicBezTo>
                <a:lnTo>
                  <a:pt x="359" y="105"/>
                </a:lnTo>
                <a:cubicBezTo>
                  <a:pt x="359" y="105"/>
                  <a:pt x="358" y="108"/>
                  <a:pt x="355" y="113"/>
                </a:cubicBezTo>
                <a:lnTo>
                  <a:pt x="351" y="120"/>
                </a:lnTo>
                <a:cubicBezTo>
                  <a:pt x="354" y="116"/>
                  <a:pt x="356" y="114"/>
                  <a:pt x="357" y="114"/>
                </a:cubicBezTo>
                <a:lnTo>
                  <a:pt x="357" y="114"/>
                </a:lnTo>
                <a:cubicBezTo>
                  <a:pt x="359" y="114"/>
                  <a:pt x="357" y="121"/>
                  <a:pt x="352" y="130"/>
                </a:cubicBezTo>
                <a:cubicBezTo>
                  <a:pt x="347" y="137"/>
                  <a:pt x="347" y="137"/>
                  <a:pt x="348" y="138"/>
                </a:cubicBezTo>
                <a:lnTo>
                  <a:pt x="352" y="131"/>
                </a:lnTo>
                <a:cubicBezTo>
                  <a:pt x="356" y="124"/>
                  <a:pt x="361" y="118"/>
                  <a:pt x="362" y="118"/>
                </a:cubicBezTo>
                <a:lnTo>
                  <a:pt x="362" y="118"/>
                </a:lnTo>
                <a:cubicBezTo>
                  <a:pt x="363" y="119"/>
                  <a:pt x="364" y="120"/>
                  <a:pt x="360" y="127"/>
                </a:cubicBezTo>
                <a:cubicBezTo>
                  <a:pt x="356" y="132"/>
                  <a:pt x="354" y="137"/>
                  <a:pt x="354" y="137"/>
                </a:cubicBezTo>
                <a:cubicBezTo>
                  <a:pt x="354" y="137"/>
                  <a:pt x="355" y="136"/>
                  <a:pt x="356" y="134"/>
                </a:cubicBezTo>
                <a:lnTo>
                  <a:pt x="356" y="134"/>
                </a:lnTo>
                <a:cubicBezTo>
                  <a:pt x="356" y="134"/>
                  <a:pt x="357" y="134"/>
                  <a:pt x="354" y="142"/>
                </a:cubicBezTo>
                <a:lnTo>
                  <a:pt x="356" y="145"/>
                </a:lnTo>
                <a:cubicBezTo>
                  <a:pt x="359" y="142"/>
                  <a:pt x="360" y="141"/>
                  <a:pt x="361" y="141"/>
                </a:cubicBezTo>
                <a:lnTo>
                  <a:pt x="361" y="141"/>
                </a:lnTo>
                <a:cubicBezTo>
                  <a:pt x="363" y="141"/>
                  <a:pt x="362" y="143"/>
                  <a:pt x="360" y="147"/>
                </a:cubicBezTo>
                <a:cubicBezTo>
                  <a:pt x="360" y="147"/>
                  <a:pt x="360" y="147"/>
                  <a:pt x="360" y="147"/>
                </a:cubicBezTo>
                <a:cubicBezTo>
                  <a:pt x="361" y="147"/>
                  <a:pt x="362" y="146"/>
                  <a:pt x="366" y="142"/>
                </a:cubicBezTo>
                <a:lnTo>
                  <a:pt x="366" y="142"/>
                </a:lnTo>
                <a:cubicBezTo>
                  <a:pt x="367" y="145"/>
                  <a:pt x="369" y="145"/>
                  <a:pt x="364" y="151"/>
                </a:cubicBezTo>
                <a:cubicBezTo>
                  <a:pt x="368" y="147"/>
                  <a:pt x="370" y="147"/>
                  <a:pt x="370" y="147"/>
                </a:cubicBezTo>
                <a:cubicBezTo>
                  <a:pt x="371" y="147"/>
                  <a:pt x="371" y="147"/>
                  <a:pt x="371" y="147"/>
                </a:cubicBezTo>
                <a:lnTo>
                  <a:pt x="373" y="149"/>
                </a:lnTo>
                <a:cubicBezTo>
                  <a:pt x="377" y="144"/>
                  <a:pt x="378" y="143"/>
                  <a:pt x="379" y="143"/>
                </a:cubicBezTo>
                <a:cubicBezTo>
                  <a:pt x="379" y="143"/>
                  <a:pt x="379" y="143"/>
                  <a:pt x="379" y="143"/>
                </a:cubicBezTo>
                <a:cubicBezTo>
                  <a:pt x="380" y="145"/>
                  <a:pt x="376" y="152"/>
                  <a:pt x="378" y="154"/>
                </a:cubicBezTo>
                <a:cubicBezTo>
                  <a:pt x="378" y="154"/>
                  <a:pt x="379" y="155"/>
                  <a:pt x="379" y="155"/>
                </a:cubicBezTo>
                <a:cubicBezTo>
                  <a:pt x="380" y="155"/>
                  <a:pt x="381" y="153"/>
                  <a:pt x="384" y="149"/>
                </a:cubicBezTo>
                <a:cubicBezTo>
                  <a:pt x="384" y="148"/>
                  <a:pt x="386" y="146"/>
                  <a:pt x="387" y="146"/>
                </a:cubicBezTo>
                <a:lnTo>
                  <a:pt x="387" y="146"/>
                </a:lnTo>
                <a:cubicBezTo>
                  <a:pt x="387" y="146"/>
                  <a:pt x="387" y="147"/>
                  <a:pt x="385" y="150"/>
                </a:cubicBezTo>
                <a:cubicBezTo>
                  <a:pt x="385" y="151"/>
                  <a:pt x="382" y="159"/>
                  <a:pt x="384" y="161"/>
                </a:cubicBezTo>
                <a:cubicBezTo>
                  <a:pt x="386" y="163"/>
                  <a:pt x="386" y="164"/>
                  <a:pt x="387" y="164"/>
                </a:cubicBezTo>
                <a:cubicBezTo>
                  <a:pt x="388" y="164"/>
                  <a:pt x="389" y="162"/>
                  <a:pt x="393" y="159"/>
                </a:cubicBezTo>
                <a:cubicBezTo>
                  <a:pt x="399" y="154"/>
                  <a:pt x="402" y="151"/>
                  <a:pt x="402" y="151"/>
                </a:cubicBezTo>
                <a:lnTo>
                  <a:pt x="402" y="151"/>
                </a:lnTo>
                <a:cubicBezTo>
                  <a:pt x="403" y="151"/>
                  <a:pt x="400" y="154"/>
                  <a:pt x="394" y="160"/>
                </a:cubicBezTo>
                <a:cubicBezTo>
                  <a:pt x="387" y="168"/>
                  <a:pt x="385" y="171"/>
                  <a:pt x="385" y="171"/>
                </a:cubicBezTo>
                <a:cubicBezTo>
                  <a:pt x="386" y="171"/>
                  <a:pt x="387" y="170"/>
                  <a:pt x="390" y="168"/>
                </a:cubicBezTo>
                <a:cubicBezTo>
                  <a:pt x="394" y="165"/>
                  <a:pt x="396" y="164"/>
                  <a:pt x="396" y="164"/>
                </a:cubicBezTo>
                <a:cubicBezTo>
                  <a:pt x="397" y="164"/>
                  <a:pt x="397" y="164"/>
                  <a:pt x="397" y="165"/>
                </a:cubicBezTo>
                <a:cubicBezTo>
                  <a:pt x="393" y="168"/>
                  <a:pt x="392" y="169"/>
                  <a:pt x="393" y="169"/>
                </a:cubicBezTo>
                <a:cubicBezTo>
                  <a:pt x="394" y="169"/>
                  <a:pt x="395" y="168"/>
                  <a:pt x="399" y="167"/>
                </a:cubicBezTo>
                <a:lnTo>
                  <a:pt x="399" y="167"/>
                </a:lnTo>
                <a:cubicBezTo>
                  <a:pt x="400" y="168"/>
                  <a:pt x="400" y="168"/>
                  <a:pt x="393" y="174"/>
                </a:cubicBezTo>
                <a:lnTo>
                  <a:pt x="394" y="175"/>
                </a:lnTo>
                <a:cubicBezTo>
                  <a:pt x="398" y="173"/>
                  <a:pt x="401" y="172"/>
                  <a:pt x="402" y="172"/>
                </a:cubicBezTo>
                <a:cubicBezTo>
                  <a:pt x="407" y="172"/>
                  <a:pt x="404" y="179"/>
                  <a:pt x="399" y="183"/>
                </a:cubicBezTo>
                <a:cubicBezTo>
                  <a:pt x="399" y="183"/>
                  <a:pt x="399" y="183"/>
                  <a:pt x="400" y="183"/>
                </a:cubicBezTo>
                <a:cubicBezTo>
                  <a:pt x="401" y="183"/>
                  <a:pt x="403" y="182"/>
                  <a:pt x="407" y="180"/>
                </a:cubicBezTo>
                <a:cubicBezTo>
                  <a:pt x="413" y="177"/>
                  <a:pt x="417" y="175"/>
                  <a:pt x="418" y="175"/>
                </a:cubicBezTo>
                <a:lnTo>
                  <a:pt x="418" y="175"/>
                </a:lnTo>
                <a:cubicBezTo>
                  <a:pt x="419" y="175"/>
                  <a:pt x="416" y="178"/>
                  <a:pt x="408" y="183"/>
                </a:cubicBezTo>
                <a:cubicBezTo>
                  <a:pt x="401" y="187"/>
                  <a:pt x="398" y="189"/>
                  <a:pt x="398" y="189"/>
                </a:cubicBezTo>
                <a:cubicBezTo>
                  <a:pt x="398" y="189"/>
                  <a:pt x="402" y="187"/>
                  <a:pt x="409" y="183"/>
                </a:cubicBezTo>
                <a:cubicBezTo>
                  <a:pt x="410" y="182"/>
                  <a:pt x="412" y="182"/>
                  <a:pt x="413" y="182"/>
                </a:cubicBezTo>
                <a:cubicBezTo>
                  <a:pt x="417" y="182"/>
                  <a:pt x="416" y="186"/>
                  <a:pt x="404" y="192"/>
                </a:cubicBezTo>
                <a:lnTo>
                  <a:pt x="390" y="200"/>
                </a:lnTo>
                <a:cubicBezTo>
                  <a:pt x="398" y="197"/>
                  <a:pt x="398" y="197"/>
                  <a:pt x="398" y="197"/>
                </a:cubicBezTo>
                <a:cubicBezTo>
                  <a:pt x="401" y="196"/>
                  <a:pt x="403" y="195"/>
                  <a:pt x="404" y="195"/>
                </a:cubicBezTo>
                <a:cubicBezTo>
                  <a:pt x="406" y="195"/>
                  <a:pt x="406" y="196"/>
                  <a:pt x="407" y="197"/>
                </a:cubicBezTo>
                <a:cubicBezTo>
                  <a:pt x="408" y="200"/>
                  <a:pt x="417" y="200"/>
                  <a:pt x="417" y="202"/>
                </a:cubicBezTo>
                <a:cubicBezTo>
                  <a:pt x="417" y="204"/>
                  <a:pt x="418" y="206"/>
                  <a:pt x="411" y="211"/>
                </a:cubicBezTo>
                <a:cubicBezTo>
                  <a:pt x="411" y="211"/>
                  <a:pt x="412" y="211"/>
                  <a:pt x="414" y="211"/>
                </a:cubicBezTo>
                <a:cubicBezTo>
                  <a:pt x="416" y="211"/>
                  <a:pt x="418" y="211"/>
                  <a:pt x="420" y="211"/>
                </a:cubicBezTo>
                <a:cubicBezTo>
                  <a:pt x="422" y="211"/>
                  <a:pt x="423" y="210"/>
                  <a:pt x="424" y="210"/>
                </a:cubicBezTo>
                <a:cubicBezTo>
                  <a:pt x="428" y="210"/>
                  <a:pt x="427" y="212"/>
                  <a:pt x="421" y="214"/>
                </a:cubicBezTo>
                <a:lnTo>
                  <a:pt x="421" y="215"/>
                </a:lnTo>
                <a:cubicBezTo>
                  <a:pt x="424" y="215"/>
                  <a:pt x="426" y="215"/>
                  <a:pt x="427" y="215"/>
                </a:cubicBezTo>
                <a:cubicBezTo>
                  <a:pt x="429" y="215"/>
                  <a:pt x="429" y="215"/>
                  <a:pt x="429" y="215"/>
                </a:cubicBezTo>
                <a:cubicBezTo>
                  <a:pt x="422" y="217"/>
                  <a:pt x="416" y="220"/>
                  <a:pt x="420" y="220"/>
                </a:cubicBezTo>
                <a:cubicBezTo>
                  <a:pt x="420" y="220"/>
                  <a:pt x="421" y="220"/>
                  <a:pt x="422" y="220"/>
                </a:cubicBezTo>
                <a:cubicBezTo>
                  <a:pt x="425" y="219"/>
                  <a:pt x="427" y="219"/>
                  <a:pt x="428" y="219"/>
                </a:cubicBezTo>
                <a:cubicBezTo>
                  <a:pt x="430" y="219"/>
                  <a:pt x="430" y="219"/>
                  <a:pt x="430" y="221"/>
                </a:cubicBezTo>
                <a:cubicBezTo>
                  <a:pt x="425" y="225"/>
                  <a:pt x="426" y="255"/>
                  <a:pt x="433" y="255"/>
                </a:cubicBezTo>
                <a:lnTo>
                  <a:pt x="431" y="258"/>
                </a:lnTo>
                <a:lnTo>
                  <a:pt x="431" y="260"/>
                </a:lnTo>
                <a:cubicBezTo>
                  <a:pt x="430" y="260"/>
                  <a:pt x="428" y="260"/>
                  <a:pt x="427" y="260"/>
                </a:cubicBezTo>
                <a:cubicBezTo>
                  <a:pt x="416" y="260"/>
                  <a:pt x="424" y="264"/>
                  <a:pt x="430" y="268"/>
                </a:cubicBezTo>
                <a:cubicBezTo>
                  <a:pt x="438" y="270"/>
                  <a:pt x="437" y="271"/>
                  <a:pt x="437" y="272"/>
                </a:cubicBezTo>
                <a:cubicBezTo>
                  <a:pt x="432" y="271"/>
                  <a:pt x="428" y="271"/>
                  <a:pt x="426" y="271"/>
                </a:cubicBezTo>
                <a:cubicBezTo>
                  <a:pt x="422" y="271"/>
                  <a:pt x="423" y="273"/>
                  <a:pt x="428" y="275"/>
                </a:cubicBezTo>
                <a:cubicBezTo>
                  <a:pt x="437" y="278"/>
                  <a:pt x="441" y="280"/>
                  <a:pt x="439" y="280"/>
                </a:cubicBezTo>
                <a:cubicBezTo>
                  <a:pt x="438" y="280"/>
                  <a:pt x="433" y="279"/>
                  <a:pt x="427" y="277"/>
                </a:cubicBezTo>
                <a:cubicBezTo>
                  <a:pt x="422" y="276"/>
                  <a:pt x="418" y="275"/>
                  <a:pt x="417" y="275"/>
                </a:cubicBezTo>
                <a:cubicBezTo>
                  <a:pt x="414" y="275"/>
                  <a:pt x="419" y="277"/>
                  <a:pt x="434" y="283"/>
                </a:cubicBezTo>
                <a:cubicBezTo>
                  <a:pt x="439" y="285"/>
                  <a:pt x="440" y="285"/>
                  <a:pt x="439" y="285"/>
                </a:cubicBezTo>
                <a:cubicBezTo>
                  <a:pt x="438" y="285"/>
                  <a:pt x="437" y="285"/>
                  <a:pt x="434" y="285"/>
                </a:cubicBezTo>
                <a:cubicBezTo>
                  <a:pt x="426" y="283"/>
                  <a:pt x="422" y="283"/>
                  <a:pt x="420" y="283"/>
                </a:cubicBezTo>
                <a:cubicBezTo>
                  <a:pt x="418" y="283"/>
                  <a:pt x="420" y="284"/>
                  <a:pt x="425" y="285"/>
                </a:cubicBezTo>
                <a:cubicBezTo>
                  <a:pt x="433" y="288"/>
                  <a:pt x="437" y="290"/>
                  <a:pt x="435" y="290"/>
                </a:cubicBezTo>
                <a:cubicBezTo>
                  <a:pt x="434" y="290"/>
                  <a:pt x="430" y="289"/>
                  <a:pt x="424" y="287"/>
                </a:cubicBezTo>
                <a:cubicBezTo>
                  <a:pt x="417" y="286"/>
                  <a:pt x="413" y="285"/>
                  <a:pt x="412" y="285"/>
                </a:cubicBezTo>
                <a:cubicBezTo>
                  <a:pt x="410" y="285"/>
                  <a:pt x="414" y="286"/>
                  <a:pt x="422" y="290"/>
                </a:cubicBezTo>
                <a:cubicBezTo>
                  <a:pt x="434" y="294"/>
                  <a:pt x="436" y="298"/>
                  <a:pt x="430" y="298"/>
                </a:cubicBezTo>
                <a:cubicBezTo>
                  <a:pt x="428" y="298"/>
                  <a:pt x="425" y="297"/>
                  <a:pt x="420" y="296"/>
                </a:cubicBezTo>
                <a:cubicBezTo>
                  <a:pt x="420" y="296"/>
                  <a:pt x="417" y="295"/>
                  <a:pt x="416" y="295"/>
                </a:cubicBezTo>
                <a:lnTo>
                  <a:pt x="416" y="295"/>
                </a:lnTo>
                <a:cubicBezTo>
                  <a:pt x="415" y="295"/>
                  <a:pt x="416" y="296"/>
                  <a:pt x="419" y="297"/>
                </a:cubicBezTo>
                <a:lnTo>
                  <a:pt x="411" y="295"/>
                </a:lnTo>
                <a:lnTo>
                  <a:pt x="410" y="297"/>
                </a:lnTo>
                <a:lnTo>
                  <a:pt x="418" y="300"/>
                </a:lnTo>
                <a:cubicBezTo>
                  <a:pt x="417" y="300"/>
                  <a:pt x="408" y="303"/>
                  <a:pt x="403" y="308"/>
                </a:cubicBezTo>
                <a:cubicBezTo>
                  <a:pt x="398" y="317"/>
                  <a:pt x="396" y="318"/>
                  <a:pt x="402" y="323"/>
                </a:cubicBezTo>
                <a:cubicBezTo>
                  <a:pt x="410" y="327"/>
                  <a:pt x="413" y="330"/>
                  <a:pt x="412" y="330"/>
                </a:cubicBezTo>
                <a:cubicBezTo>
                  <a:pt x="411" y="330"/>
                  <a:pt x="407" y="328"/>
                  <a:pt x="401" y="324"/>
                </a:cubicBezTo>
                <a:cubicBezTo>
                  <a:pt x="401" y="324"/>
                  <a:pt x="401" y="324"/>
                  <a:pt x="401" y="324"/>
                </a:cubicBezTo>
                <a:cubicBezTo>
                  <a:pt x="399" y="324"/>
                  <a:pt x="395" y="323"/>
                  <a:pt x="392" y="323"/>
                </a:cubicBezTo>
                <a:cubicBezTo>
                  <a:pt x="392" y="323"/>
                  <a:pt x="391" y="323"/>
                  <a:pt x="391" y="323"/>
                </a:cubicBezTo>
                <a:cubicBezTo>
                  <a:pt x="391" y="324"/>
                  <a:pt x="390" y="325"/>
                  <a:pt x="389" y="325"/>
                </a:cubicBezTo>
                <a:cubicBezTo>
                  <a:pt x="388" y="325"/>
                  <a:pt x="386" y="324"/>
                  <a:pt x="383" y="321"/>
                </a:cubicBezTo>
                <a:lnTo>
                  <a:pt x="382" y="322"/>
                </a:lnTo>
                <a:cubicBezTo>
                  <a:pt x="391" y="332"/>
                  <a:pt x="389" y="336"/>
                  <a:pt x="384" y="336"/>
                </a:cubicBezTo>
                <a:cubicBezTo>
                  <a:pt x="383" y="336"/>
                  <a:pt x="381" y="336"/>
                  <a:pt x="380" y="335"/>
                </a:cubicBezTo>
                <a:lnTo>
                  <a:pt x="380" y="335"/>
                </a:lnTo>
                <a:cubicBezTo>
                  <a:pt x="379" y="336"/>
                  <a:pt x="378" y="338"/>
                  <a:pt x="382" y="344"/>
                </a:cubicBezTo>
                <a:cubicBezTo>
                  <a:pt x="384" y="348"/>
                  <a:pt x="385" y="350"/>
                  <a:pt x="384" y="350"/>
                </a:cubicBezTo>
                <a:cubicBezTo>
                  <a:pt x="384" y="350"/>
                  <a:pt x="382" y="349"/>
                  <a:pt x="380" y="346"/>
                </a:cubicBezTo>
                <a:cubicBezTo>
                  <a:pt x="377" y="344"/>
                  <a:pt x="374" y="342"/>
                  <a:pt x="372" y="342"/>
                </a:cubicBezTo>
                <a:cubicBezTo>
                  <a:pt x="369" y="342"/>
                  <a:pt x="369" y="344"/>
                  <a:pt x="374" y="351"/>
                </a:cubicBezTo>
                <a:lnTo>
                  <a:pt x="369" y="345"/>
                </a:lnTo>
                <a:cubicBezTo>
                  <a:pt x="367" y="344"/>
                  <a:pt x="366" y="343"/>
                  <a:pt x="365" y="343"/>
                </a:cubicBezTo>
                <a:lnTo>
                  <a:pt x="365" y="343"/>
                </a:lnTo>
                <a:cubicBezTo>
                  <a:pt x="364" y="343"/>
                  <a:pt x="368" y="348"/>
                  <a:pt x="372" y="352"/>
                </a:cubicBezTo>
                <a:cubicBezTo>
                  <a:pt x="377" y="358"/>
                  <a:pt x="379" y="361"/>
                  <a:pt x="378" y="361"/>
                </a:cubicBezTo>
                <a:cubicBezTo>
                  <a:pt x="378" y="361"/>
                  <a:pt x="374" y="357"/>
                  <a:pt x="365" y="348"/>
                </a:cubicBezTo>
                <a:cubicBezTo>
                  <a:pt x="359" y="340"/>
                  <a:pt x="357" y="337"/>
                  <a:pt x="356" y="337"/>
                </a:cubicBezTo>
                <a:lnTo>
                  <a:pt x="356" y="337"/>
                </a:lnTo>
                <a:cubicBezTo>
                  <a:pt x="356" y="337"/>
                  <a:pt x="357" y="339"/>
                  <a:pt x="359" y="341"/>
                </a:cubicBezTo>
                <a:cubicBezTo>
                  <a:pt x="362" y="347"/>
                  <a:pt x="365" y="352"/>
                  <a:pt x="364" y="352"/>
                </a:cubicBezTo>
                <a:cubicBezTo>
                  <a:pt x="364" y="352"/>
                  <a:pt x="363" y="351"/>
                  <a:pt x="362" y="350"/>
                </a:cubicBezTo>
                <a:lnTo>
                  <a:pt x="362" y="350"/>
                </a:lnTo>
                <a:cubicBezTo>
                  <a:pt x="361" y="350"/>
                  <a:pt x="360" y="351"/>
                  <a:pt x="370" y="363"/>
                </a:cubicBezTo>
                <a:cubicBezTo>
                  <a:pt x="374" y="370"/>
                  <a:pt x="373" y="371"/>
                  <a:pt x="372" y="371"/>
                </a:cubicBezTo>
                <a:cubicBezTo>
                  <a:pt x="369" y="368"/>
                  <a:pt x="366" y="362"/>
                  <a:pt x="364" y="358"/>
                </a:cubicBezTo>
                <a:cubicBezTo>
                  <a:pt x="364" y="358"/>
                  <a:pt x="364" y="358"/>
                  <a:pt x="362" y="359"/>
                </a:cubicBezTo>
                <a:cubicBezTo>
                  <a:pt x="362" y="359"/>
                  <a:pt x="362" y="359"/>
                  <a:pt x="361" y="359"/>
                </a:cubicBezTo>
                <a:cubicBezTo>
                  <a:pt x="360" y="359"/>
                  <a:pt x="355" y="354"/>
                  <a:pt x="351" y="348"/>
                </a:cubicBezTo>
                <a:cubicBezTo>
                  <a:pt x="348" y="345"/>
                  <a:pt x="347" y="343"/>
                  <a:pt x="346" y="343"/>
                </a:cubicBezTo>
                <a:lnTo>
                  <a:pt x="346" y="343"/>
                </a:lnTo>
                <a:cubicBezTo>
                  <a:pt x="346" y="343"/>
                  <a:pt x="348" y="346"/>
                  <a:pt x="354" y="354"/>
                </a:cubicBezTo>
                <a:cubicBezTo>
                  <a:pt x="363" y="368"/>
                  <a:pt x="363" y="368"/>
                  <a:pt x="361" y="369"/>
                </a:cubicBezTo>
                <a:cubicBezTo>
                  <a:pt x="360" y="369"/>
                  <a:pt x="360" y="369"/>
                  <a:pt x="360" y="369"/>
                </a:cubicBezTo>
                <a:cubicBezTo>
                  <a:pt x="359" y="369"/>
                  <a:pt x="357" y="368"/>
                  <a:pt x="354" y="363"/>
                </a:cubicBezTo>
                <a:cubicBezTo>
                  <a:pt x="352" y="359"/>
                  <a:pt x="351" y="357"/>
                  <a:pt x="350" y="357"/>
                </a:cubicBezTo>
                <a:cubicBezTo>
                  <a:pt x="350" y="357"/>
                  <a:pt x="349" y="357"/>
                  <a:pt x="348" y="358"/>
                </a:cubicBezTo>
                <a:cubicBezTo>
                  <a:pt x="346" y="359"/>
                  <a:pt x="355" y="381"/>
                  <a:pt x="362" y="396"/>
                </a:cubicBezTo>
                <a:cubicBezTo>
                  <a:pt x="366" y="403"/>
                  <a:pt x="368" y="407"/>
                  <a:pt x="368" y="407"/>
                </a:cubicBezTo>
                <a:cubicBezTo>
                  <a:pt x="367" y="407"/>
                  <a:pt x="365" y="404"/>
                  <a:pt x="361" y="397"/>
                </a:cubicBezTo>
                <a:cubicBezTo>
                  <a:pt x="357" y="391"/>
                  <a:pt x="356" y="390"/>
                  <a:pt x="355" y="390"/>
                </a:cubicBezTo>
                <a:cubicBezTo>
                  <a:pt x="355" y="390"/>
                  <a:pt x="354" y="390"/>
                  <a:pt x="354" y="390"/>
                </a:cubicBezTo>
                <a:cubicBezTo>
                  <a:pt x="351" y="384"/>
                  <a:pt x="352" y="382"/>
                  <a:pt x="353" y="382"/>
                </a:cubicBezTo>
                <a:lnTo>
                  <a:pt x="350" y="376"/>
                </a:lnTo>
                <a:cubicBezTo>
                  <a:pt x="345" y="369"/>
                  <a:pt x="343" y="365"/>
                  <a:pt x="342" y="365"/>
                </a:cubicBezTo>
                <a:lnTo>
                  <a:pt x="342" y="365"/>
                </a:lnTo>
                <a:cubicBezTo>
                  <a:pt x="341" y="365"/>
                  <a:pt x="343" y="369"/>
                  <a:pt x="346" y="377"/>
                </a:cubicBezTo>
                <a:cubicBezTo>
                  <a:pt x="347" y="380"/>
                  <a:pt x="348" y="382"/>
                  <a:pt x="348" y="382"/>
                </a:cubicBezTo>
                <a:cubicBezTo>
                  <a:pt x="347" y="382"/>
                  <a:pt x="346" y="380"/>
                  <a:pt x="344" y="377"/>
                </a:cubicBezTo>
                <a:cubicBezTo>
                  <a:pt x="341" y="372"/>
                  <a:pt x="338" y="368"/>
                  <a:pt x="337" y="368"/>
                </a:cubicBezTo>
                <a:lnTo>
                  <a:pt x="337" y="368"/>
                </a:lnTo>
                <a:cubicBezTo>
                  <a:pt x="337" y="368"/>
                  <a:pt x="337" y="369"/>
                  <a:pt x="338" y="371"/>
                </a:cubicBezTo>
                <a:cubicBezTo>
                  <a:pt x="338" y="371"/>
                  <a:pt x="337" y="371"/>
                  <a:pt x="333" y="364"/>
                </a:cubicBezTo>
                <a:cubicBezTo>
                  <a:pt x="330" y="366"/>
                  <a:pt x="329" y="366"/>
                  <a:pt x="333" y="373"/>
                </a:cubicBezTo>
                <a:cubicBezTo>
                  <a:pt x="336" y="380"/>
                  <a:pt x="335" y="381"/>
                  <a:pt x="334" y="381"/>
                </a:cubicBezTo>
                <a:cubicBezTo>
                  <a:pt x="333" y="381"/>
                  <a:pt x="332" y="381"/>
                  <a:pt x="335" y="389"/>
                </a:cubicBezTo>
                <a:cubicBezTo>
                  <a:pt x="338" y="397"/>
                  <a:pt x="339" y="405"/>
                  <a:pt x="337" y="406"/>
                </a:cubicBezTo>
                <a:cubicBezTo>
                  <a:pt x="338" y="409"/>
                  <a:pt x="338" y="411"/>
                  <a:pt x="338" y="411"/>
                </a:cubicBezTo>
                <a:cubicBezTo>
                  <a:pt x="337" y="411"/>
                  <a:pt x="335" y="408"/>
                  <a:pt x="332" y="399"/>
                </a:cubicBezTo>
                <a:cubicBezTo>
                  <a:pt x="329" y="394"/>
                  <a:pt x="328" y="392"/>
                  <a:pt x="328" y="392"/>
                </a:cubicBezTo>
                <a:cubicBezTo>
                  <a:pt x="328" y="392"/>
                  <a:pt x="327" y="392"/>
                  <a:pt x="327" y="392"/>
                </a:cubicBezTo>
                <a:cubicBezTo>
                  <a:pt x="327" y="392"/>
                  <a:pt x="326" y="392"/>
                  <a:pt x="323" y="385"/>
                </a:cubicBezTo>
                <a:cubicBezTo>
                  <a:pt x="322" y="383"/>
                  <a:pt x="321" y="382"/>
                  <a:pt x="321" y="382"/>
                </a:cubicBezTo>
                <a:lnTo>
                  <a:pt x="321" y="382"/>
                </a:lnTo>
                <a:cubicBezTo>
                  <a:pt x="321" y="382"/>
                  <a:pt x="322" y="387"/>
                  <a:pt x="324" y="392"/>
                </a:cubicBezTo>
                <a:lnTo>
                  <a:pt x="328" y="408"/>
                </a:lnTo>
                <a:cubicBezTo>
                  <a:pt x="324" y="401"/>
                  <a:pt x="321" y="394"/>
                  <a:pt x="319" y="386"/>
                </a:cubicBezTo>
                <a:cubicBezTo>
                  <a:pt x="316" y="378"/>
                  <a:pt x="315" y="374"/>
                  <a:pt x="315" y="374"/>
                </a:cubicBezTo>
                <a:lnTo>
                  <a:pt x="315" y="374"/>
                </a:lnTo>
                <a:cubicBezTo>
                  <a:pt x="315" y="374"/>
                  <a:pt x="316" y="378"/>
                  <a:pt x="318" y="386"/>
                </a:cubicBezTo>
                <a:cubicBezTo>
                  <a:pt x="320" y="391"/>
                  <a:pt x="321" y="397"/>
                  <a:pt x="320" y="397"/>
                </a:cubicBezTo>
                <a:cubicBezTo>
                  <a:pt x="319" y="397"/>
                  <a:pt x="318" y="396"/>
                  <a:pt x="317" y="394"/>
                </a:cubicBezTo>
                <a:cubicBezTo>
                  <a:pt x="316" y="394"/>
                  <a:pt x="316" y="394"/>
                  <a:pt x="315" y="394"/>
                </a:cubicBezTo>
                <a:cubicBezTo>
                  <a:pt x="314" y="394"/>
                  <a:pt x="312" y="393"/>
                  <a:pt x="311" y="387"/>
                </a:cubicBezTo>
                <a:cubicBezTo>
                  <a:pt x="311" y="384"/>
                  <a:pt x="310" y="383"/>
                  <a:pt x="310" y="383"/>
                </a:cubicBezTo>
                <a:cubicBezTo>
                  <a:pt x="309" y="383"/>
                  <a:pt x="309" y="387"/>
                  <a:pt x="309" y="387"/>
                </a:cubicBezTo>
                <a:cubicBezTo>
                  <a:pt x="310" y="392"/>
                  <a:pt x="310" y="394"/>
                  <a:pt x="309" y="394"/>
                </a:cubicBezTo>
                <a:cubicBezTo>
                  <a:pt x="308" y="394"/>
                  <a:pt x="307" y="392"/>
                  <a:pt x="305" y="388"/>
                </a:cubicBezTo>
                <a:cubicBezTo>
                  <a:pt x="301" y="380"/>
                  <a:pt x="300" y="376"/>
                  <a:pt x="299" y="376"/>
                </a:cubicBezTo>
                <a:lnTo>
                  <a:pt x="299" y="376"/>
                </a:lnTo>
                <a:cubicBezTo>
                  <a:pt x="298" y="376"/>
                  <a:pt x="299" y="380"/>
                  <a:pt x="300" y="388"/>
                </a:cubicBezTo>
                <a:cubicBezTo>
                  <a:pt x="301" y="393"/>
                  <a:pt x="301" y="397"/>
                  <a:pt x="301" y="397"/>
                </a:cubicBezTo>
                <a:cubicBezTo>
                  <a:pt x="301" y="397"/>
                  <a:pt x="300" y="395"/>
                  <a:pt x="299" y="388"/>
                </a:cubicBezTo>
                <a:cubicBezTo>
                  <a:pt x="298" y="386"/>
                  <a:pt x="298" y="385"/>
                  <a:pt x="298" y="385"/>
                </a:cubicBezTo>
                <a:cubicBezTo>
                  <a:pt x="297" y="385"/>
                  <a:pt x="296" y="391"/>
                  <a:pt x="296" y="397"/>
                </a:cubicBezTo>
                <a:cubicBezTo>
                  <a:pt x="296" y="405"/>
                  <a:pt x="297" y="421"/>
                  <a:pt x="297" y="428"/>
                </a:cubicBezTo>
                <a:cubicBezTo>
                  <a:pt x="297" y="438"/>
                  <a:pt x="298" y="442"/>
                  <a:pt x="297" y="442"/>
                </a:cubicBezTo>
                <a:cubicBezTo>
                  <a:pt x="297" y="442"/>
                  <a:pt x="296" y="441"/>
                  <a:pt x="295" y="437"/>
                </a:cubicBezTo>
                <a:cubicBezTo>
                  <a:pt x="293" y="437"/>
                  <a:pt x="292" y="428"/>
                  <a:pt x="292" y="421"/>
                </a:cubicBezTo>
                <a:cubicBezTo>
                  <a:pt x="291" y="413"/>
                  <a:pt x="292" y="413"/>
                  <a:pt x="292" y="413"/>
                </a:cubicBezTo>
                <a:lnTo>
                  <a:pt x="293" y="413"/>
                </a:lnTo>
                <a:cubicBezTo>
                  <a:pt x="293" y="405"/>
                  <a:pt x="292" y="397"/>
                  <a:pt x="291" y="396"/>
                </a:cubicBezTo>
                <a:cubicBezTo>
                  <a:pt x="290" y="392"/>
                  <a:pt x="290" y="390"/>
                  <a:pt x="289" y="390"/>
                </a:cubicBezTo>
                <a:cubicBezTo>
                  <a:pt x="289" y="390"/>
                  <a:pt x="289" y="392"/>
                  <a:pt x="289" y="396"/>
                </a:cubicBezTo>
                <a:cubicBezTo>
                  <a:pt x="288" y="388"/>
                  <a:pt x="286" y="388"/>
                  <a:pt x="284" y="388"/>
                </a:cubicBezTo>
                <a:cubicBezTo>
                  <a:pt x="282" y="388"/>
                  <a:pt x="280" y="388"/>
                  <a:pt x="279" y="379"/>
                </a:cubicBezTo>
                <a:cubicBezTo>
                  <a:pt x="278" y="379"/>
                  <a:pt x="277" y="379"/>
                  <a:pt x="277" y="387"/>
                </a:cubicBezTo>
                <a:cubicBezTo>
                  <a:pt x="275" y="396"/>
                  <a:pt x="274" y="400"/>
                  <a:pt x="274" y="400"/>
                </a:cubicBezTo>
                <a:cubicBezTo>
                  <a:pt x="274" y="400"/>
                  <a:pt x="274" y="398"/>
                  <a:pt x="274" y="395"/>
                </a:cubicBezTo>
                <a:cubicBezTo>
                  <a:pt x="274" y="384"/>
                  <a:pt x="271" y="376"/>
                  <a:pt x="267" y="376"/>
                </a:cubicBezTo>
                <a:cubicBezTo>
                  <a:pt x="265" y="376"/>
                  <a:pt x="264" y="379"/>
                  <a:pt x="262" y="384"/>
                </a:cubicBezTo>
                <a:lnTo>
                  <a:pt x="261" y="384"/>
                </a:lnTo>
                <a:cubicBezTo>
                  <a:pt x="261" y="378"/>
                  <a:pt x="259" y="376"/>
                  <a:pt x="257" y="376"/>
                </a:cubicBezTo>
                <a:cubicBezTo>
                  <a:pt x="256" y="376"/>
                  <a:pt x="254" y="377"/>
                  <a:pt x="252" y="380"/>
                </a:cubicBezTo>
                <a:lnTo>
                  <a:pt x="250" y="379"/>
                </a:lnTo>
                <a:cubicBezTo>
                  <a:pt x="250" y="375"/>
                  <a:pt x="250" y="373"/>
                  <a:pt x="250" y="373"/>
                </a:cubicBezTo>
                <a:cubicBezTo>
                  <a:pt x="249" y="373"/>
                  <a:pt x="248" y="375"/>
                  <a:pt x="246" y="378"/>
                </a:cubicBezTo>
                <a:cubicBezTo>
                  <a:pt x="244" y="383"/>
                  <a:pt x="242" y="388"/>
                  <a:pt x="242" y="388"/>
                </a:cubicBezTo>
                <a:cubicBezTo>
                  <a:pt x="242" y="388"/>
                  <a:pt x="242" y="387"/>
                  <a:pt x="243" y="385"/>
                </a:cubicBezTo>
                <a:cubicBezTo>
                  <a:pt x="245" y="378"/>
                  <a:pt x="244" y="377"/>
                  <a:pt x="241" y="375"/>
                </a:cubicBezTo>
                <a:cubicBezTo>
                  <a:pt x="240" y="374"/>
                  <a:pt x="239" y="373"/>
                  <a:pt x="238" y="373"/>
                </a:cubicBezTo>
                <a:cubicBezTo>
                  <a:pt x="237" y="373"/>
                  <a:pt x="236" y="375"/>
                  <a:pt x="234" y="380"/>
                </a:cubicBezTo>
                <a:cubicBezTo>
                  <a:pt x="232" y="382"/>
                  <a:pt x="231" y="382"/>
                  <a:pt x="231" y="382"/>
                </a:cubicBezTo>
                <a:cubicBezTo>
                  <a:pt x="229" y="382"/>
                  <a:pt x="231" y="377"/>
                  <a:pt x="234" y="371"/>
                </a:cubicBezTo>
                <a:cubicBezTo>
                  <a:pt x="238" y="365"/>
                  <a:pt x="239" y="361"/>
                  <a:pt x="239" y="361"/>
                </a:cubicBezTo>
                <a:lnTo>
                  <a:pt x="239" y="361"/>
                </a:lnTo>
                <a:cubicBezTo>
                  <a:pt x="238" y="361"/>
                  <a:pt x="235" y="366"/>
                  <a:pt x="228" y="378"/>
                </a:cubicBezTo>
                <a:cubicBezTo>
                  <a:pt x="224" y="385"/>
                  <a:pt x="222" y="388"/>
                  <a:pt x="221" y="388"/>
                </a:cubicBezTo>
                <a:cubicBezTo>
                  <a:pt x="220" y="388"/>
                  <a:pt x="220" y="386"/>
                  <a:pt x="222" y="382"/>
                </a:cubicBezTo>
                <a:cubicBezTo>
                  <a:pt x="225" y="377"/>
                  <a:pt x="226" y="377"/>
                  <a:pt x="227" y="377"/>
                </a:cubicBezTo>
                <a:cubicBezTo>
                  <a:pt x="228" y="377"/>
                  <a:pt x="228" y="377"/>
                  <a:pt x="228" y="377"/>
                </a:cubicBezTo>
                <a:lnTo>
                  <a:pt x="235" y="363"/>
                </a:lnTo>
                <a:cubicBezTo>
                  <a:pt x="235" y="363"/>
                  <a:pt x="235" y="363"/>
                  <a:pt x="235" y="363"/>
                </a:cubicBezTo>
                <a:cubicBezTo>
                  <a:pt x="235" y="363"/>
                  <a:pt x="234" y="364"/>
                  <a:pt x="231" y="369"/>
                </a:cubicBezTo>
                <a:cubicBezTo>
                  <a:pt x="231" y="369"/>
                  <a:pt x="231" y="369"/>
                  <a:pt x="230" y="369"/>
                </a:cubicBezTo>
                <a:cubicBezTo>
                  <a:pt x="230" y="369"/>
                  <a:pt x="228" y="369"/>
                  <a:pt x="224" y="375"/>
                </a:cubicBezTo>
                <a:cubicBezTo>
                  <a:pt x="219" y="381"/>
                  <a:pt x="215" y="388"/>
                  <a:pt x="213" y="396"/>
                </a:cubicBezTo>
                <a:cubicBezTo>
                  <a:pt x="210" y="402"/>
                  <a:pt x="209" y="403"/>
                  <a:pt x="208" y="403"/>
                </a:cubicBezTo>
                <a:cubicBezTo>
                  <a:pt x="208" y="403"/>
                  <a:pt x="207" y="403"/>
                  <a:pt x="207" y="403"/>
                </a:cubicBezTo>
                <a:cubicBezTo>
                  <a:pt x="209" y="395"/>
                  <a:pt x="213" y="387"/>
                  <a:pt x="218" y="380"/>
                </a:cubicBezTo>
                <a:cubicBezTo>
                  <a:pt x="218" y="380"/>
                  <a:pt x="218" y="380"/>
                  <a:pt x="219" y="380"/>
                </a:cubicBezTo>
                <a:cubicBezTo>
                  <a:pt x="220" y="380"/>
                  <a:pt x="224" y="374"/>
                  <a:pt x="227" y="368"/>
                </a:cubicBezTo>
                <a:cubicBezTo>
                  <a:pt x="228" y="366"/>
                  <a:pt x="228" y="365"/>
                  <a:pt x="228" y="365"/>
                </a:cubicBezTo>
                <a:lnTo>
                  <a:pt x="228" y="365"/>
                </a:lnTo>
                <a:cubicBezTo>
                  <a:pt x="226" y="365"/>
                  <a:pt x="217" y="374"/>
                  <a:pt x="209" y="385"/>
                </a:cubicBezTo>
                <a:cubicBezTo>
                  <a:pt x="212" y="381"/>
                  <a:pt x="210" y="384"/>
                  <a:pt x="214" y="378"/>
                </a:cubicBezTo>
                <a:cubicBezTo>
                  <a:pt x="218" y="370"/>
                  <a:pt x="217" y="369"/>
                  <a:pt x="215" y="368"/>
                </a:cubicBezTo>
                <a:cubicBezTo>
                  <a:pt x="214" y="367"/>
                  <a:pt x="214" y="367"/>
                  <a:pt x="213" y="367"/>
                </a:cubicBezTo>
                <a:cubicBezTo>
                  <a:pt x="212" y="367"/>
                  <a:pt x="211" y="368"/>
                  <a:pt x="208" y="372"/>
                </a:cubicBezTo>
                <a:cubicBezTo>
                  <a:pt x="203" y="379"/>
                  <a:pt x="199" y="385"/>
                  <a:pt x="197" y="385"/>
                </a:cubicBezTo>
                <a:cubicBezTo>
                  <a:pt x="197" y="385"/>
                  <a:pt x="197" y="385"/>
                  <a:pt x="197" y="385"/>
                </a:cubicBezTo>
                <a:lnTo>
                  <a:pt x="197" y="385"/>
                </a:lnTo>
                <a:cubicBezTo>
                  <a:pt x="198" y="386"/>
                  <a:pt x="194" y="392"/>
                  <a:pt x="189" y="399"/>
                </a:cubicBezTo>
                <a:cubicBezTo>
                  <a:pt x="190" y="394"/>
                  <a:pt x="192" y="388"/>
                  <a:pt x="196" y="384"/>
                </a:cubicBezTo>
                <a:cubicBezTo>
                  <a:pt x="204" y="369"/>
                  <a:pt x="207" y="361"/>
                  <a:pt x="204" y="359"/>
                </a:cubicBezTo>
                <a:cubicBezTo>
                  <a:pt x="203" y="357"/>
                  <a:pt x="200" y="354"/>
                  <a:pt x="205" y="348"/>
                </a:cubicBezTo>
                <a:cubicBezTo>
                  <a:pt x="204" y="347"/>
                  <a:pt x="204" y="347"/>
                  <a:pt x="203" y="347"/>
                </a:cubicBezTo>
                <a:cubicBezTo>
                  <a:pt x="202" y="347"/>
                  <a:pt x="200" y="348"/>
                  <a:pt x="197" y="352"/>
                </a:cubicBezTo>
                <a:lnTo>
                  <a:pt x="196" y="350"/>
                </a:lnTo>
                <a:cubicBezTo>
                  <a:pt x="198" y="346"/>
                  <a:pt x="199" y="344"/>
                  <a:pt x="198" y="344"/>
                </a:cubicBezTo>
                <a:lnTo>
                  <a:pt x="198" y="344"/>
                </a:lnTo>
                <a:cubicBezTo>
                  <a:pt x="198" y="344"/>
                  <a:pt x="196" y="345"/>
                  <a:pt x="194" y="348"/>
                </a:cubicBezTo>
                <a:cubicBezTo>
                  <a:pt x="192" y="349"/>
                  <a:pt x="191" y="349"/>
                  <a:pt x="190" y="349"/>
                </a:cubicBezTo>
                <a:cubicBezTo>
                  <a:pt x="189" y="349"/>
                  <a:pt x="192" y="346"/>
                  <a:pt x="191" y="345"/>
                </a:cubicBezTo>
                <a:cubicBezTo>
                  <a:pt x="197" y="340"/>
                  <a:pt x="199" y="337"/>
                  <a:pt x="199" y="337"/>
                </a:cubicBezTo>
                <a:lnTo>
                  <a:pt x="199" y="337"/>
                </a:lnTo>
                <a:cubicBezTo>
                  <a:pt x="199" y="337"/>
                  <a:pt x="194" y="341"/>
                  <a:pt x="185" y="350"/>
                </a:cubicBezTo>
                <a:cubicBezTo>
                  <a:pt x="179" y="355"/>
                  <a:pt x="175" y="362"/>
                  <a:pt x="176" y="363"/>
                </a:cubicBezTo>
                <a:lnTo>
                  <a:pt x="178" y="367"/>
                </a:lnTo>
                <a:lnTo>
                  <a:pt x="169" y="369"/>
                </a:lnTo>
                <a:cubicBezTo>
                  <a:pt x="169" y="369"/>
                  <a:pt x="169" y="369"/>
                  <a:pt x="169" y="369"/>
                </a:cubicBezTo>
                <a:cubicBezTo>
                  <a:pt x="167" y="369"/>
                  <a:pt x="160" y="372"/>
                  <a:pt x="155" y="377"/>
                </a:cubicBezTo>
                <a:cubicBezTo>
                  <a:pt x="155" y="377"/>
                  <a:pt x="150" y="381"/>
                  <a:pt x="148" y="381"/>
                </a:cubicBezTo>
                <a:cubicBezTo>
                  <a:pt x="148" y="381"/>
                  <a:pt x="148" y="381"/>
                  <a:pt x="148" y="381"/>
                </a:cubicBezTo>
                <a:lnTo>
                  <a:pt x="160" y="370"/>
                </a:lnTo>
                <a:cubicBezTo>
                  <a:pt x="167" y="366"/>
                  <a:pt x="173" y="361"/>
                  <a:pt x="179" y="355"/>
                </a:cubicBezTo>
                <a:cubicBezTo>
                  <a:pt x="186" y="347"/>
                  <a:pt x="191" y="342"/>
                  <a:pt x="190" y="342"/>
                </a:cubicBezTo>
                <a:lnTo>
                  <a:pt x="190" y="342"/>
                </a:lnTo>
                <a:cubicBezTo>
                  <a:pt x="189" y="342"/>
                  <a:pt x="187" y="343"/>
                  <a:pt x="182" y="346"/>
                </a:cubicBezTo>
                <a:cubicBezTo>
                  <a:pt x="181" y="345"/>
                  <a:pt x="181" y="345"/>
                  <a:pt x="187" y="340"/>
                </a:cubicBezTo>
                <a:cubicBezTo>
                  <a:pt x="190" y="337"/>
                  <a:pt x="191" y="336"/>
                  <a:pt x="191" y="336"/>
                </a:cubicBezTo>
                <a:lnTo>
                  <a:pt x="191" y="336"/>
                </a:lnTo>
                <a:cubicBezTo>
                  <a:pt x="190" y="336"/>
                  <a:pt x="187" y="338"/>
                  <a:pt x="179" y="343"/>
                </a:cubicBezTo>
                <a:cubicBezTo>
                  <a:pt x="174" y="347"/>
                  <a:pt x="170" y="349"/>
                  <a:pt x="169" y="349"/>
                </a:cubicBezTo>
                <a:cubicBezTo>
                  <a:pt x="168" y="349"/>
                  <a:pt x="171" y="346"/>
                  <a:pt x="178" y="340"/>
                </a:cubicBezTo>
                <a:cubicBezTo>
                  <a:pt x="186" y="332"/>
                  <a:pt x="187" y="328"/>
                  <a:pt x="185" y="328"/>
                </a:cubicBezTo>
                <a:cubicBezTo>
                  <a:pt x="184" y="328"/>
                  <a:pt x="182" y="328"/>
                  <a:pt x="180" y="330"/>
                </a:cubicBezTo>
                <a:cubicBezTo>
                  <a:pt x="174" y="334"/>
                  <a:pt x="171" y="336"/>
                  <a:pt x="169" y="336"/>
                </a:cubicBezTo>
                <a:cubicBezTo>
                  <a:pt x="168" y="336"/>
                  <a:pt x="169" y="334"/>
                  <a:pt x="172" y="331"/>
                </a:cubicBezTo>
                <a:cubicBezTo>
                  <a:pt x="175" y="328"/>
                  <a:pt x="177" y="326"/>
                  <a:pt x="176" y="326"/>
                </a:cubicBezTo>
                <a:lnTo>
                  <a:pt x="176" y="326"/>
                </a:lnTo>
                <a:cubicBezTo>
                  <a:pt x="175" y="326"/>
                  <a:pt x="173" y="327"/>
                  <a:pt x="170" y="329"/>
                </a:cubicBezTo>
                <a:cubicBezTo>
                  <a:pt x="175" y="325"/>
                  <a:pt x="181" y="321"/>
                  <a:pt x="179" y="321"/>
                </a:cubicBezTo>
                <a:lnTo>
                  <a:pt x="179" y="321"/>
                </a:lnTo>
                <a:cubicBezTo>
                  <a:pt x="178" y="321"/>
                  <a:pt x="177" y="321"/>
                  <a:pt x="176" y="322"/>
                </a:cubicBezTo>
                <a:cubicBezTo>
                  <a:pt x="176" y="322"/>
                  <a:pt x="176" y="322"/>
                  <a:pt x="175" y="322"/>
                </a:cubicBezTo>
                <a:cubicBezTo>
                  <a:pt x="175" y="322"/>
                  <a:pt x="174" y="322"/>
                  <a:pt x="169" y="326"/>
                </a:cubicBezTo>
                <a:lnTo>
                  <a:pt x="154" y="333"/>
                </a:lnTo>
                <a:cubicBezTo>
                  <a:pt x="154" y="334"/>
                  <a:pt x="148" y="338"/>
                  <a:pt x="141" y="342"/>
                </a:cubicBezTo>
                <a:cubicBezTo>
                  <a:pt x="140" y="343"/>
                  <a:pt x="139" y="343"/>
                  <a:pt x="138" y="343"/>
                </a:cubicBezTo>
                <a:cubicBezTo>
                  <a:pt x="136" y="343"/>
                  <a:pt x="142" y="334"/>
                  <a:pt x="159" y="324"/>
                </a:cubicBezTo>
                <a:lnTo>
                  <a:pt x="172" y="314"/>
                </a:lnTo>
                <a:lnTo>
                  <a:pt x="158" y="322"/>
                </a:lnTo>
                <a:cubicBezTo>
                  <a:pt x="158" y="321"/>
                  <a:pt x="157" y="320"/>
                  <a:pt x="164" y="316"/>
                </a:cubicBezTo>
                <a:cubicBezTo>
                  <a:pt x="171" y="312"/>
                  <a:pt x="171" y="312"/>
                  <a:pt x="171" y="312"/>
                </a:cubicBezTo>
                <a:cubicBezTo>
                  <a:pt x="171" y="312"/>
                  <a:pt x="171" y="312"/>
                  <a:pt x="171" y="312"/>
                </a:cubicBezTo>
                <a:cubicBezTo>
                  <a:pt x="170" y="312"/>
                  <a:pt x="168" y="312"/>
                  <a:pt x="163" y="314"/>
                </a:cubicBezTo>
                <a:cubicBezTo>
                  <a:pt x="155" y="318"/>
                  <a:pt x="152" y="319"/>
                  <a:pt x="151" y="319"/>
                </a:cubicBezTo>
                <a:cubicBezTo>
                  <a:pt x="151" y="319"/>
                  <a:pt x="152" y="318"/>
                  <a:pt x="155" y="316"/>
                </a:cubicBezTo>
                <a:cubicBezTo>
                  <a:pt x="164" y="312"/>
                  <a:pt x="167" y="310"/>
                  <a:pt x="166" y="310"/>
                </a:cubicBezTo>
                <a:lnTo>
                  <a:pt x="166" y="310"/>
                </a:lnTo>
                <a:cubicBezTo>
                  <a:pt x="165" y="310"/>
                  <a:pt x="161" y="311"/>
                  <a:pt x="154" y="313"/>
                </a:cubicBezTo>
                <a:cubicBezTo>
                  <a:pt x="159" y="311"/>
                  <a:pt x="164" y="307"/>
                  <a:pt x="168" y="304"/>
                </a:cubicBezTo>
                <a:lnTo>
                  <a:pt x="168" y="304"/>
                </a:lnTo>
                <a:lnTo>
                  <a:pt x="161" y="307"/>
                </a:lnTo>
                <a:cubicBezTo>
                  <a:pt x="153" y="311"/>
                  <a:pt x="149" y="312"/>
                  <a:pt x="148" y="312"/>
                </a:cubicBezTo>
                <a:cubicBezTo>
                  <a:pt x="147" y="312"/>
                  <a:pt x="149" y="311"/>
                  <a:pt x="153" y="308"/>
                </a:cubicBezTo>
                <a:cubicBezTo>
                  <a:pt x="158" y="306"/>
                  <a:pt x="160" y="305"/>
                  <a:pt x="157" y="305"/>
                </a:cubicBezTo>
                <a:cubicBezTo>
                  <a:pt x="156" y="305"/>
                  <a:pt x="154" y="305"/>
                  <a:pt x="152" y="305"/>
                </a:cubicBezTo>
                <a:cubicBezTo>
                  <a:pt x="151" y="303"/>
                  <a:pt x="151" y="302"/>
                  <a:pt x="159" y="299"/>
                </a:cubicBezTo>
                <a:cubicBezTo>
                  <a:pt x="167" y="296"/>
                  <a:pt x="170" y="295"/>
                  <a:pt x="170" y="295"/>
                </a:cubicBezTo>
                <a:lnTo>
                  <a:pt x="170" y="295"/>
                </a:lnTo>
                <a:cubicBezTo>
                  <a:pt x="169" y="295"/>
                  <a:pt x="165" y="296"/>
                  <a:pt x="158" y="298"/>
                </a:cubicBezTo>
                <a:cubicBezTo>
                  <a:pt x="154" y="299"/>
                  <a:pt x="153" y="300"/>
                  <a:pt x="152" y="300"/>
                </a:cubicBezTo>
                <a:cubicBezTo>
                  <a:pt x="151" y="300"/>
                  <a:pt x="153" y="299"/>
                  <a:pt x="158" y="296"/>
                </a:cubicBezTo>
                <a:cubicBezTo>
                  <a:pt x="163" y="294"/>
                  <a:pt x="165" y="293"/>
                  <a:pt x="163" y="293"/>
                </a:cubicBezTo>
                <a:cubicBezTo>
                  <a:pt x="162" y="293"/>
                  <a:pt x="160" y="293"/>
                  <a:pt x="157" y="294"/>
                </a:cubicBezTo>
                <a:cubicBezTo>
                  <a:pt x="142" y="298"/>
                  <a:pt x="134" y="300"/>
                  <a:pt x="134" y="302"/>
                </a:cubicBezTo>
                <a:cubicBezTo>
                  <a:pt x="134" y="303"/>
                  <a:pt x="134" y="303"/>
                  <a:pt x="126" y="305"/>
                </a:cubicBezTo>
                <a:lnTo>
                  <a:pt x="126" y="303"/>
                </a:lnTo>
                <a:cubicBezTo>
                  <a:pt x="125" y="302"/>
                  <a:pt x="125" y="300"/>
                  <a:pt x="117" y="299"/>
                </a:cubicBezTo>
                <a:cubicBezTo>
                  <a:pt x="108" y="299"/>
                  <a:pt x="93" y="303"/>
                  <a:pt x="102" y="304"/>
                </a:cubicBezTo>
                <a:lnTo>
                  <a:pt x="94" y="307"/>
                </a:lnTo>
                <a:cubicBezTo>
                  <a:pt x="79" y="311"/>
                  <a:pt x="74" y="314"/>
                  <a:pt x="78" y="314"/>
                </a:cubicBezTo>
                <a:cubicBezTo>
                  <a:pt x="80" y="314"/>
                  <a:pt x="86" y="313"/>
                  <a:pt x="95" y="311"/>
                </a:cubicBezTo>
                <a:cubicBezTo>
                  <a:pt x="107" y="307"/>
                  <a:pt x="113" y="305"/>
                  <a:pt x="114" y="305"/>
                </a:cubicBezTo>
                <a:lnTo>
                  <a:pt x="114" y="305"/>
                </a:lnTo>
                <a:cubicBezTo>
                  <a:pt x="114" y="305"/>
                  <a:pt x="110" y="307"/>
                  <a:pt x="103" y="309"/>
                </a:cubicBezTo>
                <a:cubicBezTo>
                  <a:pt x="87" y="314"/>
                  <a:pt x="87" y="315"/>
                  <a:pt x="88" y="317"/>
                </a:cubicBezTo>
                <a:cubicBezTo>
                  <a:pt x="88" y="318"/>
                  <a:pt x="88" y="318"/>
                  <a:pt x="80" y="321"/>
                </a:cubicBezTo>
                <a:cubicBezTo>
                  <a:pt x="72" y="323"/>
                  <a:pt x="66" y="327"/>
                  <a:pt x="66" y="330"/>
                </a:cubicBezTo>
                <a:cubicBezTo>
                  <a:pt x="66" y="330"/>
                  <a:pt x="66" y="330"/>
                  <a:pt x="67" y="330"/>
                </a:cubicBezTo>
                <a:cubicBezTo>
                  <a:pt x="68" y="330"/>
                  <a:pt x="70" y="330"/>
                  <a:pt x="75" y="329"/>
                </a:cubicBezTo>
                <a:cubicBezTo>
                  <a:pt x="77" y="327"/>
                  <a:pt x="78" y="327"/>
                  <a:pt x="79" y="327"/>
                </a:cubicBezTo>
                <a:lnTo>
                  <a:pt x="79" y="327"/>
                </a:lnTo>
                <a:cubicBezTo>
                  <a:pt x="81" y="327"/>
                  <a:pt x="78" y="330"/>
                  <a:pt x="68" y="334"/>
                </a:cubicBezTo>
                <a:cubicBezTo>
                  <a:pt x="65" y="336"/>
                  <a:pt x="63" y="337"/>
                  <a:pt x="64" y="337"/>
                </a:cubicBezTo>
                <a:cubicBezTo>
                  <a:pt x="64" y="337"/>
                  <a:pt x="68" y="336"/>
                  <a:pt x="76" y="333"/>
                </a:cubicBezTo>
                <a:cubicBezTo>
                  <a:pt x="81" y="331"/>
                  <a:pt x="85" y="330"/>
                  <a:pt x="87" y="330"/>
                </a:cubicBezTo>
                <a:cubicBezTo>
                  <a:pt x="90" y="330"/>
                  <a:pt x="87" y="333"/>
                  <a:pt x="78" y="339"/>
                </a:cubicBezTo>
                <a:lnTo>
                  <a:pt x="79" y="341"/>
                </a:lnTo>
                <a:cubicBezTo>
                  <a:pt x="79" y="341"/>
                  <a:pt x="80" y="342"/>
                  <a:pt x="80" y="342"/>
                </a:cubicBezTo>
                <a:cubicBezTo>
                  <a:pt x="83" y="342"/>
                  <a:pt x="89" y="339"/>
                  <a:pt x="94" y="336"/>
                </a:cubicBezTo>
                <a:cubicBezTo>
                  <a:pt x="102" y="333"/>
                  <a:pt x="106" y="332"/>
                  <a:pt x="107" y="332"/>
                </a:cubicBezTo>
                <a:lnTo>
                  <a:pt x="107" y="332"/>
                </a:lnTo>
                <a:cubicBezTo>
                  <a:pt x="108" y="332"/>
                  <a:pt x="106" y="333"/>
                  <a:pt x="103" y="335"/>
                </a:cubicBezTo>
                <a:cubicBezTo>
                  <a:pt x="98" y="338"/>
                  <a:pt x="93" y="341"/>
                  <a:pt x="88" y="343"/>
                </a:cubicBezTo>
                <a:cubicBezTo>
                  <a:pt x="80" y="346"/>
                  <a:pt x="81" y="348"/>
                  <a:pt x="81" y="350"/>
                </a:cubicBezTo>
                <a:cubicBezTo>
                  <a:pt x="82" y="351"/>
                  <a:pt x="83" y="352"/>
                  <a:pt x="86" y="352"/>
                </a:cubicBezTo>
                <a:cubicBezTo>
                  <a:pt x="87" y="352"/>
                  <a:pt x="89" y="352"/>
                  <a:pt x="91" y="351"/>
                </a:cubicBezTo>
                <a:lnTo>
                  <a:pt x="91" y="351"/>
                </a:lnTo>
                <a:lnTo>
                  <a:pt x="84" y="354"/>
                </a:lnTo>
                <a:cubicBezTo>
                  <a:pt x="84" y="355"/>
                  <a:pt x="81" y="357"/>
                  <a:pt x="81" y="357"/>
                </a:cubicBezTo>
                <a:cubicBezTo>
                  <a:pt x="81" y="357"/>
                  <a:pt x="82" y="357"/>
                  <a:pt x="85" y="355"/>
                </a:cubicBezTo>
                <a:lnTo>
                  <a:pt x="85" y="355"/>
                </a:lnTo>
                <a:cubicBezTo>
                  <a:pt x="85" y="355"/>
                  <a:pt x="85" y="358"/>
                  <a:pt x="80" y="364"/>
                </a:cubicBezTo>
                <a:cubicBezTo>
                  <a:pt x="78" y="367"/>
                  <a:pt x="79" y="368"/>
                  <a:pt x="81" y="368"/>
                </a:cubicBezTo>
                <a:cubicBezTo>
                  <a:pt x="85" y="368"/>
                  <a:pt x="95" y="364"/>
                  <a:pt x="103" y="355"/>
                </a:cubicBezTo>
                <a:lnTo>
                  <a:pt x="104" y="357"/>
                </a:lnTo>
                <a:cubicBezTo>
                  <a:pt x="104" y="357"/>
                  <a:pt x="104" y="357"/>
                  <a:pt x="105" y="357"/>
                </a:cubicBezTo>
                <a:cubicBezTo>
                  <a:pt x="107" y="357"/>
                  <a:pt x="112" y="354"/>
                  <a:pt x="112" y="354"/>
                </a:cubicBezTo>
                <a:cubicBezTo>
                  <a:pt x="115" y="353"/>
                  <a:pt x="117" y="352"/>
                  <a:pt x="118" y="352"/>
                </a:cubicBezTo>
                <a:cubicBezTo>
                  <a:pt x="119" y="352"/>
                  <a:pt x="119" y="353"/>
                  <a:pt x="120" y="353"/>
                </a:cubicBezTo>
                <a:lnTo>
                  <a:pt x="106" y="361"/>
                </a:lnTo>
                <a:cubicBezTo>
                  <a:pt x="92" y="368"/>
                  <a:pt x="84" y="374"/>
                  <a:pt x="87" y="374"/>
                </a:cubicBezTo>
                <a:cubicBezTo>
                  <a:pt x="88" y="374"/>
                  <a:pt x="92" y="372"/>
                  <a:pt x="100" y="368"/>
                </a:cubicBezTo>
                <a:lnTo>
                  <a:pt x="100" y="368"/>
                </a:lnTo>
                <a:lnTo>
                  <a:pt x="94" y="372"/>
                </a:lnTo>
                <a:cubicBezTo>
                  <a:pt x="88" y="376"/>
                  <a:pt x="87" y="377"/>
                  <a:pt x="91" y="377"/>
                </a:cubicBezTo>
                <a:cubicBezTo>
                  <a:pt x="92" y="377"/>
                  <a:pt x="94" y="377"/>
                  <a:pt x="96" y="377"/>
                </a:cubicBezTo>
                <a:cubicBezTo>
                  <a:pt x="96" y="377"/>
                  <a:pt x="96" y="377"/>
                  <a:pt x="96" y="377"/>
                </a:cubicBezTo>
                <a:cubicBezTo>
                  <a:pt x="99" y="377"/>
                  <a:pt x="112" y="371"/>
                  <a:pt x="118" y="367"/>
                </a:cubicBezTo>
                <a:cubicBezTo>
                  <a:pt x="123" y="364"/>
                  <a:pt x="124" y="363"/>
                  <a:pt x="125" y="363"/>
                </a:cubicBezTo>
                <a:cubicBezTo>
                  <a:pt x="125" y="363"/>
                  <a:pt x="125" y="363"/>
                  <a:pt x="125" y="363"/>
                </a:cubicBezTo>
                <a:cubicBezTo>
                  <a:pt x="126" y="364"/>
                  <a:pt x="126" y="364"/>
                  <a:pt x="120" y="369"/>
                </a:cubicBezTo>
                <a:cubicBezTo>
                  <a:pt x="111" y="374"/>
                  <a:pt x="109" y="378"/>
                  <a:pt x="111" y="378"/>
                </a:cubicBezTo>
                <a:cubicBezTo>
                  <a:pt x="113" y="378"/>
                  <a:pt x="117" y="376"/>
                  <a:pt x="122" y="373"/>
                </a:cubicBezTo>
                <a:lnTo>
                  <a:pt x="122" y="373"/>
                </a:lnTo>
                <a:lnTo>
                  <a:pt x="115" y="378"/>
                </a:lnTo>
                <a:cubicBezTo>
                  <a:pt x="108" y="382"/>
                  <a:pt x="104" y="389"/>
                  <a:pt x="115" y="390"/>
                </a:cubicBezTo>
                <a:cubicBezTo>
                  <a:pt x="118" y="396"/>
                  <a:pt x="122" y="400"/>
                  <a:pt x="116" y="405"/>
                </a:cubicBezTo>
                <a:cubicBezTo>
                  <a:pt x="114" y="407"/>
                  <a:pt x="114" y="407"/>
                  <a:pt x="116" y="407"/>
                </a:cubicBezTo>
                <a:cubicBezTo>
                  <a:pt x="119" y="407"/>
                  <a:pt x="130" y="403"/>
                  <a:pt x="140" y="397"/>
                </a:cubicBezTo>
                <a:lnTo>
                  <a:pt x="140" y="397"/>
                </a:lnTo>
                <a:cubicBezTo>
                  <a:pt x="134" y="403"/>
                  <a:pt x="135" y="404"/>
                  <a:pt x="138" y="406"/>
                </a:cubicBezTo>
                <a:cubicBezTo>
                  <a:pt x="141" y="409"/>
                  <a:pt x="141" y="409"/>
                  <a:pt x="135" y="415"/>
                </a:cubicBezTo>
                <a:cubicBezTo>
                  <a:pt x="129" y="420"/>
                  <a:pt x="126" y="423"/>
                  <a:pt x="126" y="423"/>
                </a:cubicBezTo>
                <a:cubicBezTo>
                  <a:pt x="126" y="423"/>
                  <a:pt x="130" y="420"/>
                  <a:pt x="136" y="416"/>
                </a:cubicBezTo>
                <a:cubicBezTo>
                  <a:pt x="140" y="413"/>
                  <a:pt x="143" y="412"/>
                  <a:pt x="144" y="412"/>
                </a:cubicBezTo>
                <a:lnTo>
                  <a:pt x="144" y="412"/>
                </a:lnTo>
                <a:cubicBezTo>
                  <a:pt x="147" y="412"/>
                  <a:pt x="143" y="419"/>
                  <a:pt x="135" y="427"/>
                </a:cubicBezTo>
                <a:cubicBezTo>
                  <a:pt x="130" y="433"/>
                  <a:pt x="132" y="434"/>
                  <a:pt x="134" y="437"/>
                </a:cubicBezTo>
                <a:cubicBezTo>
                  <a:pt x="137" y="435"/>
                  <a:pt x="139" y="434"/>
                  <a:pt x="141" y="434"/>
                </a:cubicBezTo>
                <a:cubicBezTo>
                  <a:pt x="143" y="434"/>
                  <a:pt x="144" y="435"/>
                  <a:pt x="145" y="436"/>
                </a:cubicBezTo>
                <a:cubicBezTo>
                  <a:pt x="147" y="437"/>
                  <a:pt x="148" y="438"/>
                  <a:pt x="149" y="438"/>
                </a:cubicBezTo>
                <a:cubicBezTo>
                  <a:pt x="151" y="438"/>
                  <a:pt x="153" y="435"/>
                  <a:pt x="160" y="427"/>
                </a:cubicBezTo>
                <a:cubicBezTo>
                  <a:pt x="167" y="419"/>
                  <a:pt x="170" y="416"/>
                  <a:pt x="171" y="416"/>
                </a:cubicBezTo>
                <a:cubicBezTo>
                  <a:pt x="172" y="416"/>
                  <a:pt x="173" y="416"/>
                  <a:pt x="173" y="417"/>
                </a:cubicBezTo>
                <a:cubicBezTo>
                  <a:pt x="175" y="418"/>
                  <a:pt x="176" y="419"/>
                  <a:pt x="171" y="426"/>
                </a:cubicBezTo>
                <a:cubicBezTo>
                  <a:pt x="171" y="426"/>
                  <a:pt x="168" y="434"/>
                  <a:pt x="169" y="434"/>
                </a:cubicBezTo>
                <a:cubicBezTo>
                  <a:pt x="170" y="435"/>
                  <a:pt x="171" y="436"/>
                  <a:pt x="167" y="443"/>
                </a:cubicBezTo>
                <a:cubicBezTo>
                  <a:pt x="167" y="443"/>
                  <a:pt x="163" y="451"/>
                  <a:pt x="167" y="453"/>
                </a:cubicBezTo>
                <a:cubicBezTo>
                  <a:pt x="170" y="454"/>
                  <a:pt x="172" y="456"/>
                  <a:pt x="168" y="463"/>
                </a:cubicBezTo>
                <a:cubicBezTo>
                  <a:pt x="168" y="463"/>
                  <a:pt x="169" y="464"/>
                  <a:pt x="169" y="464"/>
                </a:cubicBezTo>
                <a:cubicBezTo>
                  <a:pt x="170" y="464"/>
                  <a:pt x="171" y="462"/>
                  <a:pt x="173" y="458"/>
                </a:cubicBezTo>
                <a:cubicBezTo>
                  <a:pt x="176" y="453"/>
                  <a:pt x="179" y="449"/>
                  <a:pt x="182" y="449"/>
                </a:cubicBezTo>
                <a:cubicBezTo>
                  <a:pt x="184" y="449"/>
                  <a:pt x="185" y="451"/>
                  <a:pt x="186" y="455"/>
                </a:cubicBezTo>
                <a:cubicBezTo>
                  <a:pt x="187" y="456"/>
                  <a:pt x="189" y="457"/>
                  <a:pt x="190" y="457"/>
                </a:cubicBezTo>
                <a:cubicBezTo>
                  <a:pt x="192" y="457"/>
                  <a:pt x="194" y="456"/>
                  <a:pt x="196" y="452"/>
                </a:cubicBezTo>
                <a:lnTo>
                  <a:pt x="196" y="452"/>
                </a:lnTo>
                <a:cubicBezTo>
                  <a:pt x="198" y="453"/>
                  <a:pt x="198" y="453"/>
                  <a:pt x="195" y="460"/>
                </a:cubicBezTo>
                <a:cubicBezTo>
                  <a:pt x="190" y="468"/>
                  <a:pt x="189" y="472"/>
                  <a:pt x="191" y="472"/>
                </a:cubicBezTo>
                <a:cubicBezTo>
                  <a:pt x="193" y="472"/>
                  <a:pt x="196" y="469"/>
                  <a:pt x="200" y="463"/>
                </a:cubicBezTo>
                <a:cubicBezTo>
                  <a:pt x="202" y="460"/>
                  <a:pt x="203" y="458"/>
                  <a:pt x="204" y="458"/>
                </a:cubicBezTo>
                <a:cubicBezTo>
                  <a:pt x="204" y="458"/>
                  <a:pt x="204" y="460"/>
                  <a:pt x="204" y="464"/>
                </a:cubicBezTo>
                <a:cubicBezTo>
                  <a:pt x="204" y="464"/>
                  <a:pt x="204" y="464"/>
                  <a:pt x="204" y="464"/>
                </a:cubicBezTo>
                <a:cubicBezTo>
                  <a:pt x="204" y="464"/>
                  <a:pt x="206" y="464"/>
                  <a:pt x="209" y="459"/>
                </a:cubicBezTo>
                <a:cubicBezTo>
                  <a:pt x="211" y="456"/>
                  <a:pt x="213" y="454"/>
                  <a:pt x="213" y="454"/>
                </a:cubicBezTo>
                <a:cubicBezTo>
                  <a:pt x="214" y="454"/>
                  <a:pt x="214" y="456"/>
                  <a:pt x="214" y="461"/>
                </a:cubicBezTo>
                <a:cubicBezTo>
                  <a:pt x="212" y="468"/>
                  <a:pt x="213" y="469"/>
                  <a:pt x="214" y="470"/>
                </a:cubicBezTo>
                <a:cubicBezTo>
                  <a:pt x="216" y="468"/>
                  <a:pt x="219" y="467"/>
                  <a:pt x="222" y="467"/>
                </a:cubicBezTo>
                <a:cubicBezTo>
                  <a:pt x="229" y="467"/>
                  <a:pt x="237" y="472"/>
                  <a:pt x="236" y="478"/>
                </a:cubicBezTo>
                <a:cubicBezTo>
                  <a:pt x="239" y="472"/>
                  <a:pt x="240" y="470"/>
                  <a:pt x="241" y="470"/>
                </a:cubicBezTo>
                <a:cubicBezTo>
                  <a:pt x="241" y="470"/>
                  <a:pt x="242" y="471"/>
                  <a:pt x="242" y="471"/>
                </a:cubicBezTo>
                <a:cubicBezTo>
                  <a:pt x="241" y="477"/>
                  <a:pt x="241" y="480"/>
                  <a:pt x="241" y="480"/>
                </a:cubicBezTo>
                <a:cubicBezTo>
                  <a:pt x="242" y="480"/>
                  <a:pt x="244" y="473"/>
                  <a:pt x="246" y="463"/>
                </a:cubicBezTo>
                <a:lnTo>
                  <a:pt x="244" y="463"/>
                </a:lnTo>
                <a:cubicBezTo>
                  <a:pt x="246" y="456"/>
                  <a:pt x="247" y="452"/>
                  <a:pt x="248" y="452"/>
                </a:cubicBezTo>
                <a:lnTo>
                  <a:pt x="248" y="452"/>
                </a:lnTo>
                <a:cubicBezTo>
                  <a:pt x="249" y="452"/>
                  <a:pt x="249" y="458"/>
                  <a:pt x="246" y="472"/>
                </a:cubicBezTo>
                <a:cubicBezTo>
                  <a:pt x="246" y="480"/>
                  <a:pt x="245" y="484"/>
                  <a:pt x="246" y="484"/>
                </a:cubicBezTo>
                <a:cubicBezTo>
                  <a:pt x="246" y="484"/>
                  <a:pt x="247" y="480"/>
                  <a:pt x="250" y="472"/>
                </a:cubicBezTo>
                <a:cubicBezTo>
                  <a:pt x="252" y="465"/>
                  <a:pt x="253" y="461"/>
                  <a:pt x="254" y="461"/>
                </a:cubicBezTo>
                <a:cubicBezTo>
                  <a:pt x="255" y="461"/>
                  <a:pt x="255" y="465"/>
                  <a:pt x="254" y="473"/>
                </a:cubicBezTo>
                <a:cubicBezTo>
                  <a:pt x="253" y="482"/>
                  <a:pt x="252" y="486"/>
                  <a:pt x="253" y="486"/>
                </a:cubicBezTo>
                <a:cubicBezTo>
                  <a:pt x="253" y="486"/>
                  <a:pt x="254" y="482"/>
                  <a:pt x="256" y="474"/>
                </a:cubicBezTo>
                <a:cubicBezTo>
                  <a:pt x="261" y="456"/>
                  <a:pt x="264" y="446"/>
                  <a:pt x="266" y="446"/>
                </a:cubicBezTo>
                <a:lnTo>
                  <a:pt x="266" y="446"/>
                </a:lnTo>
                <a:cubicBezTo>
                  <a:pt x="267" y="446"/>
                  <a:pt x="267" y="453"/>
                  <a:pt x="265" y="467"/>
                </a:cubicBezTo>
                <a:cubicBezTo>
                  <a:pt x="263" y="483"/>
                  <a:pt x="264" y="491"/>
                  <a:pt x="267" y="491"/>
                </a:cubicBezTo>
                <a:cubicBezTo>
                  <a:pt x="267" y="491"/>
                  <a:pt x="267" y="491"/>
                  <a:pt x="267" y="491"/>
                </a:cubicBezTo>
                <a:cubicBezTo>
                  <a:pt x="268" y="491"/>
                  <a:pt x="269" y="483"/>
                  <a:pt x="270" y="475"/>
                </a:cubicBezTo>
                <a:cubicBezTo>
                  <a:pt x="269" y="468"/>
                  <a:pt x="270" y="464"/>
                  <a:pt x="270" y="464"/>
                </a:cubicBezTo>
                <a:cubicBezTo>
                  <a:pt x="271" y="464"/>
                  <a:pt x="272" y="468"/>
                  <a:pt x="272" y="477"/>
                </a:cubicBezTo>
                <a:cubicBezTo>
                  <a:pt x="274" y="490"/>
                  <a:pt x="277" y="496"/>
                  <a:pt x="279" y="496"/>
                </a:cubicBezTo>
                <a:cubicBezTo>
                  <a:pt x="281" y="496"/>
                  <a:pt x="284" y="493"/>
                  <a:pt x="286" y="486"/>
                </a:cubicBezTo>
                <a:cubicBezTo>
                  <a:pt x="289" y="477"/>
                  <a:pt x="292" y="473"/>
                  <a:pt x="293" y="473"/>
                </a:cubicBezTo>
                <a:lnTo>
                  <a:pt x="293" y="473"/>
                </a:lnTo>
                <a:cubicBezTo>
                  <a:pt x="295" y="473"/>
                  <a:pt x="295" y="477"/>
                  <a:pt x="292" y="486"/>
                </a:cubicBezTo>
                <a:cubicBezTo>
                  <a:pt x="291" y="495"/>
                  <a:pt x="290" y="499"/>
                  <a:pt x="290" y="499"/>
                </a:cubicBezTo>
                <a:cubicBezTo>
                  <a:pt x="291" y="499"/>
                  <a:pt x="292" y="497"/>
                  <a:pt x="293" y="493"/>
                </a:cubicBezTo>
                <a:lnTo>
                  <a:pt x="302" y="493"/>
                </a:lnTo>
                <a:cubicBezTo>
                  <a:pt x="304" y="493"/>
                  <a:pt x="305" y="484"/>
                  <a:pt x="304" y="477"/>
                </a:cubicBezTo>
                <a:lnTo>
                  <a:pt x="304" y="477"/>
                </a:lnTo>
                <a:cubicBezTo>
                  <a:pt x="306" y="487"/>
                  <a:pt x="308" y="493"/>
                  <a:pt x="311" y="493"/>
                </a:cubicBezTo>
                <a:cubicBezTo>
                  <a:pt x="312" y="493"/>
                  <a:pt x="313" y="491"/>
                  <a:pt x="314" y="484"/>
                </a:cubicBezTo>
                <a:lnTo>
                  <a:pt x="317" y="483"/>
                </a:lnTo>
                <a:cubicBezTo>
                  <a:pt x="318" y="483"/>
                  <a:pt x="318" y="483"/>
                  <a:pt x="319" y="475"/>
                </a:cubicBezTo>
                <a:cubicBezTo>
                  <a:pt x="319" y="473"/>
                  <a:pt x="320" y="472"/>
                  <a:pt x="320" y="472"/>
                </a:cubicBezTo>
                <a:cubicBezTo>
                  <a:pt x="321" y="472"/>
                  <a:pt x="324" y="478"/>
                  <a:pt x="326" y="483"/>
                </a:cubicBezTo>
                <a:cubicBezTo>
                  <a:pt x="328" y="489"/>
                  <a:pt x="330" y="494"/>
                  <a:pt x="331" y="494"/>
                </a:cubicBezTo>
                <a:cubicBezTo>
                  <a:pt x="331" y="494"/>
                  <a:pt x="331" y="493"/>
                  <a:pt x="330" y="490"/>
                </a:cubicBezTo>
                <a:cubicBezTo>
                  <a:pt x="329" y="482"/>
                  <a:pt x="329" y="473"/>
                  <a:pt x="330" y="465"/>
                </a:cubicBezTo>
                <a:cubicBezTo>
                  <a:pt x="330" y="463"/>
                  <a:pt x="331" y="462"/>
                  <a:pt x="331" y="462"/>
                </a:cubicBezTo>
                <a:cubicBezTo>
                  <a:pt x="332" y="462"/>
                  <a:pt x="334" y="467"/>
                  <a:pt x="334" y="473"/>
                </a:cubicBezTo>
                <a:cubicBezTo>
                  <a:pt x="335" y="479"/>
                  <a:pt x="337" y="483"/>
                  <a:pt x="341" y="488"/>
                </a:cubicBezTo>
                <a:cubicBezTo>
                  <a:pt x="343" y="488"/>
                  <a:pt x="346" y="487"/>
                  <a:pt x="344" y="479"/>
                </a:cubicBezTo>
                <a:cubicBezTo>
                  <a:pt x="343" y="474"/>
                  <a:pt x="346" y="472"/>
                  <a:pt x="349" y="472"/>
                </a:cubicBezTo>
                <a:cubicBezTo>
                  <a:pt x="352" y="472"/>
                  <a:pt x="354" y="473"/>
                  <a:pt x="356" y="475"/>
                </a:cubicBezTo>
                <a:lnTo>
                  <a:pt x="360" y="474"/>
                </a:lnTo>
                <a:cubicBezTo>
                  <a:pt x="361" y="474"/>
                  <a:pt x="360" y="467"/>
                  <a:pt x="362" y="465"/>
                </a:cubicBezTo>
                <a:cubicBezTo>
                  <a:pt x="362" y="465"/>
                  <a:pt x="363" y="465"/>
                  <a:pt x="362" y="458"/>
                </a:cubicBezTo>
                <a:cubicBezTo>
                  <a:pt x="362" y="457"/>
                  <a:pt x="363" y="457"/>
                  <a:pt x="363" y="457"/>
                </a:cubicBezTo>
                <a:cubicBezTo>
                  <a:pt x="364" y="457"/>
                  <a:pt x="366" y="458"/>
                  <a:pt x="367" y="463"/>
                </a:cubicBezTo>
                <a:cubicBezTo>
                  <a:pt x="365" y="455"/>
                  <a:pt x="364" y="452"/>
                  <a:pt x="365" y="452"/>
                </a:cubicBezTo>
                <a:lnTo>
                  <a:pt x="365" y="452"/>
                </a:lnTo>
                <a:cubicBezTo>
                  <a:pt x="365" y="452"/>
                  <a:pt x="367" y="455"/>
                  <a:pt x="371" y="462"/>
                </a:cubicBezTo>
                <a:cubicBezTo>
                  <a:pt x="374" y="470"/>
                  <a:pt x="376" y="474"/>
                  <a:pt x="376" y="474"/>
                </a:cubicBezTo>
                <a:cubicBezTo>
                  <a:pt x="376" y="474"/>
                  <a:pt x="375" y="470"/>
                  <a:pt x="373" y="462"/>
                </a:cubicBezTo>
                <a:cubicBezTo>
                  <a:pt x="372" y="458"/>
                  <a:pt x="371" y="456"/>
                  <a:pt x="372" y="456"/>
                </a:cubicBezTo>
                <a:lnTo>
                  <a:pt x="372" y="456"/>
                </a:lnTo>
                <a:cubicBezTo>
                  <a:pt x="372" y="456"/>
                  <a:pt x="373" y="458"/>
                  <a:pt x="375" y="461"/>
                </a:cubicBezTo>
                <a:cubicBezTo>
                  <a:pt x="377" y="464"/>
                  <a:pt x="378" y="465"/>
                  <a:pt x="379" y="465"/>
                </a:cubicBezTo>
                <a:cubicBezTo>
                  <a:pt x="380" y="465"/>
                  <a:pt x="379" y="463"/>
                  <a:pt x="378" y="460"/>
                </a:cubicBezTo>
                <a:cubicBezTo>
                  <a:pt x="374" y="450"/>
                  <a:pt x="373" y="442"/>
                  <a:pt x="375" y="442"/>
                </a:cubicBezTo>
                <a:lnTo>
                  <a:pt x="375" y="442"/>
                </a:lnTo>
                <a:cubicBezTo>
                  <a:pt x="376" y="442"/>
                  <a:pt x="377" y="445"/>
                  <a:pt x="380" y="450"/>
                </a:cubicBezTo>
                <a:cubicBezTo>
                  <a:pt x="380" y="450"/>
                  <a:pt x="381" y="449"/>
                  <a:pt x="379" y="441"/>
                </a:cubicBezTo>
                <a:cubicBezTo>
                  <a:pt x="376" y="433"/>
                  <a:pt x="374" y="430"/>
                  <a:pt x="375" y="430"/>
                </a:cubicBezTo>
                <a:lnTo>
                  <a:pt x="375" y="430"/>
                </a:lnTo>
                <a:cubicBezTo>
                  <a:pt x="375" y="430"/>
                  <a:pt x="377" y="433"/>
                  <a:pt x="381" y="441"/>
                </a:cubicBezTo>
                <a:cubicBezTo>
                  <a:pt x="385" y="447"/>
                  <a:pt x="388" y="450"/>
                  <a:pt x="389" y="450"/>
                </a:cubicBezTo>
                <a:cubicBezTo>
                  <a:pt x="389" y="450"/>
                  <a:pt x="388" y="446"/>
                  <a:pt x="385" y="438"/>
                </a:cubicBezTo>
                <a:cubicBezTo>
                  <a:pt x="385" y="438"/>
                  <a:pt x="384" y="435"/>
                  <a:pt x="385" y="435"/>
                </a:cubicBezTo>
                <a:lnTo>
                  <a:pt x="385" y="435"/>
                </a:lnTo>
                <a:cubicBezTo>
                  <a:pt x="385" y="435"/>
                  <a:pt x="386" y="435"/>
                  <a:pt x="388" y="437"/>
                </a:cubicBezTo>
                <a:cubicBezTo>
                  <a:pt x="391" y="440"/>
                  <a:pt x="395" y="441"/>
                  <a:pt x="398" y="441"/>
                </a:cubicBezTo>
                <a:cubicBezTo>
                  <a:pt x="402" y="441"/>
                  <a:pt x="403" y="439"/>
                  <a:pt x="398" y="432"/>
                </a:cubicBezTo>
                <a:lnTo>
                  <a:pt x="400" y="430"/>
                </a:lnTo>
                <a:cubicBezTo>
                  <a:pt x="403" y="432"/>
                  <a:pt x="406" y="433"/>
                  <a:pt x="407" y="433"/>
                </a:cubicBezTo>
                <a:cubicBezTo>
                  <a:pt x="408" y="433"/>
                  <a:pt x="408" y="431"/>
                  <a:pt x="406" y="427"/>
                </a:cubicBezTo>
                <a:lnTo>
                  <a:pt x="402" y="419"/>
                </a:lnTo>
                <a:lnTo>
                  <a:pt x="402" y="419"/>
                </a:lnTo>
                <a:cubicBezTo>
                  <a:pt x="406" y="426"/>
                  <a:pt x="412" y="431"/>
                  <a:pt x="414" y="431"/>
                </a:cubicBezTo>
                <a:cubicBezTo>
                  <a:pt x="414" y="431"/>
                  <a:pt x="414" y="431"/>
                  <a:pt x="415" y="431"/>
                </a:cubicBezTo>
                <a:cubicBezTo>
                  <a:pt x="416" y="430"/>
                  <a:pt x="416" y="430"/>
                  <a:pt x="411" y="423"/>
                </a:cubicBezTo>
                <a:cubicBezTo>
                  <a:pt x="406" y="417"/>
                  <a:pt x="407" y="416"/>
                  <a:pt x="408" y="416"/>
                </a:cubicBezTo>
                <a:cubicBezTo>
                  <a:pt x="408" y="416"/>
                  <a:pt x="408" y="416"/>
                  <a:pt x="408" y="416"/>
                </a:cubicBezTo>
                <a:cubicBezTo>
                  <a:pt x="410" y="416"/>
                  <a:pt x="415" y="421"/>
                  <a:pt x="420" y="427"/>
                </a:cubicBezTo>
                <a:lnTo>
                  <a:pt x="421" y="426"/>
                </a:lnTo>
                <a:cubicBezTo>
                  <a:pt x="415" y="418"/>
                  <a:pt x="413" y="415"/>
                  <a:pt x="414" y="415"/>
                </a:cubicBezTo>
                <a:lnTo>
                  <a:pt x="414" y="415"/>
                </a:lnTo>
                <a:cubicBezTo>
                  <a:pt x="414" y="415"/>
                  <a:pt x="416" y="416"/>
                  <a:pt x="418" y="418"/>
                </a:cubicBezTo>
                <a:cubicBezTo>
                  <a:pt x="421" y="422"/>
                  <a:pt x="423" y="423"/>
                  <a:pt x="425" y="423"/>
                </a:cubicBezTo>
                <a:cubicBezTo>
                  <a:pt x="426" y="423"/>
                  <a:pt x="426" y="422"/>
                  <a:pt x="427" y="422"/>
                </a:cubicBezTo>
                <a:cubicBezTo>
                  <a:pt x="425" y="420"/>
                  <a:pt x="425" y="419"/>
                  <a:pt x="425" y="419"/>
                </a:cubicBezTo>
                <a:lnTo>
                  <a:pt x="425" y="419"/>
                </a:lnTo>
                <a:cubicBezTo>
                  <a:pt x="425" y="419"/>
                  <a:pt x="428" y="422"/>
                  <a:pt x="427" y="422"/>
                </a:cubicBezTo>
                <a:lnTo>
                  <a:pt x="431" y="428"/>
                </a:lnTo>
                <a:cubicBezTo>
                  <a:pt x="433" y="430"/>
                  <a:pt x="434" y="430"/>
                  <a:pt x="435" y="430"/>
                </a:cubicBezTo>
                <a:cubicBezTo>
                  <a:pt x="436" y="430"/>
                  <a:pt x="432" y="426"/>
                  <a:pt x="428" y="422"/>
                </a:cubicBezTo>
                <a:lnTo>
                  <a:pt x="430" y="419"/>
                </a:lnTo>
                <a:cubicBezTo>
                  <a:pt x="433" y="418"/>
                  <a:pt x="434" y="417"/>
                  <a:pt x="427" y="412"/>
                </a:cubicBezTo>
                <a:cubicBezTo>
                  <a:pt x="421" y="406"/>
                  <a:pt x="417" y="399"/>
                  <a:pt x="418" y="399"/>
                </a:cubicBezTo>
                <a:lnTo>
                  <a:pt x="418" y="399"/>
                </a:lnTo>
                <a:cubicBezTo>
                  <a:pt x="422" y="405"/>
                  <a:pt x="428" y="410"/>
                  <a:pt x="429" y="410"/>
                </a:cubicBezTo>
                <a:cubicBezTo>
                  <a:pt x="429" y="410"/>
                  <a:pt x="429" y="410"/>
                  <a:pt x="430" y="410"/>
                </a:cubicBezTo>
                <a:cubicBezTo>
                  <a:pt x="431" y="410"/>
                  <a:pt x="436" y="415"/>
                  <a:pt x="436" y="415"/>
                </a:cubicBezTo>
                <a:cubicBezTo>
                  <a:pt x="439" y="420"/>
                  <a:pt x="441" y="421"/>
                  <a:pt x="442" y="421"/>
                </a:cubicBezTo>
                <a:cubicBezTo>
                  <a:pt x="444" y="421"/>
                  <a:pt x="443" y="415"/>
                  <a:pt x="440" y="410"/>
                </a:cubicBezTo>
                <a:cubicBezTo>
                  <a:pt x="436" y="403"/>
                  <a:pt x="434" y="399"/>
                  <a:pt x="436" y="399"/>
                </a:cubicBezTo>
                <a:lnTo>
                  <a:pt x="436" y="399"/>
                </a:lnTo>
                <a:cubicBezTo>
                  <a:pt x="437" y="399"/>
                  <a:pt x="440" y="402"/>
                  <a:pt x="445" y="407"/>
                </a:cubicBezTo>
                <a:cubicBezTo>
                  <a:pt x="448" y="410"/>
                  <a:pt x="449" y="412"/>
                  <a:pt x="450" y="412"/>
                </a:cubicBezTo>
                <a:cubicBezTo>
                  <a:pt x="451" y="412"/>
                  <a:pt x="443" y="400"/>
                  <a:pt x="431" y="387"/>
                </a:cubicBezTo>
                <a:lnTo>
                  <a:pt x="415" y="369"/>
                </a:lnTo>
                <a:lnTo>
                  <a:pt x="433" y="386"/>
                </a:lnTo>
                <a:cubicBezTo>
                  <a:pt x="445" y="397"/>
                  <a:pt x="452" y="403"/>
                  <a:pt x="453" y="403"/>
                </a:cubicBezTo>
                <a:cubicBezTo>
                  <a:pt x="454" y="403"/>
                  <a:pt x="452" y="399"/>
                  <a:pt x="448" y="392"/>
                </a:cubicBezTo>
                <a:cubicBezTo>
                  <a:pt x="446" y="388"/>
                  <a:pt x="446" y="386"/>
                  <a:pt x="446" y="386"/>
                </a:cubicBezTo>
                <a:lnTo>
                  <a:pt x="446" y="386"/>
                </a:lnTo>
                <a:cubicBezTo>
                  <a:pt x="447" y="386"/>
                  <a:pt x="448" y="388"/>
                  <a:pt x="450" y="390"/>
                </a:cubicBezTo>
                <a:cubicBezTo>
                  <a:pt x="453" y="393"/>
                  <a:pt x="455" y="394"/>
                  <a:pt x="457" y="394"/>
                </a:cubicBezTo>
                <a:cubicBezTo>
                  <a:pt x="458" y="394"/>
                  <a:pt x="459" y="393"/>
                  <a:pt x="462" y="391"/>
                </a:cubicBezTo>
                <a:cubicBezTo>
                  <a:pt x="465" y="387"/>
                  <a:pt x="466" y="386"/>
                  <a:pt x="459" y="381"/>
                </a:cubicBezTo>
                <a:lnTo>
                  <a:pt x="462" y="378"/>
                </a:lnTo>
                <a:cubicBezTo>
                  <a:pt x="466" y="381"/>
                  <a:pt x="468" y="382"/>
                  <a:pt x="469" y="382"/>
                </a:cubicBezTo>
                <a:cubicBezTo>
                  <a:pt x="471" y="382"/>
                  <a:pt x="466" y="377"/>
                  <a:pt x="457" y="371"/>
                </a:cubicBezTo>
                <a:cubicBezTo>
                  <a:pt x="457" y="371"/>
                  <a:pt x="458" y="370"/>
                  <a:pt x="459" y="369"/>
                </a:cubicBezTo>
                <a:lnTo>
                  <a:pt x="465" y="373"/>
                </a:lnTo>
                <a:cubicBezTo>
                  <a:pt x="467" y="375"/>
                  <a:pt x="469" y="376"/>
                  <a:pt x="470" y="376"/>
                </a:cubicBezTo>
                <a:cubicBezTo>
                  <a:pt x="474" y="376"/>
                  <a:pt x="477" y="372"/>
                  <a:pt x="482" y="364"/>
                </a:cubicBezTo>
                <a:cubicBezTo>
                  <a:pt x="490" y="352"/>
                  <a:pt x="491" y="351"/>
                  <a:pt x="477" y="343"/>
                </a:cubicBezTo>
                <a:cubicBezTo>
                  <a:pt x="470" y="338"/>
                  <a:pt x="467" y="336"/>
                  <a:pt x="468" y="336"/>
                </a:cubicBezTo>
                <a:lnTo>
                  <a:pt x="468" y="336"/>
                </a:lnTo>
                <a:cubicBezTo>
                  <a:pt x="468" y="336"/>
                  <a:pt x="472" y="337"/>
                  <a:pt x="479" y="341"/>
                </a:cubicBezTo>
                <a:cubicBezTo>
                  <a:pt x="484" y="343"/>
                  <a:pt x="489" y="345"/>
                  <a:pt x="490" y="345"/>
                </a:cubicBezTo>
                <a:cubicBezTo>
                  <a:pt x="490" y="345"/>
                  <a:pt x="489" y="344"/>
                  <a:pt x="486" y="343"/>
                </a:cubicBezTo>
                <a:cubicBezTo>
                  <a:pt x="486" y="343"/>
                  <a:pt x="488" y="341"/>
                  <a:pt x="492" y="341"/>
                </a:cubicBezTo>
                <a:cubicBezTo>
                  <a:pt x="493" y="341"/>
                  <a:pt x="495" y="341"/>
                  <a:pt x="496" y="342"/>
                </a:cubicBezTo>
                <a:cubicBezTo>
                  <a:pt x="500" y="342"/>
                  <a:pt x="502" y="343"/>
                  <a:pt x="504" y="343"/>
                </a:cubicBezTo>
                <a:cubicBezTo>
                  <a:pt x="511" y="343"/>
                  <a:pt x="505" y="339"/>
                  <a:pt x="499" y="336"/>
                </a:cubicBezTo>
                <a:cubicBezTo>
                  <a:pt x="491" y="334"/>
                  <a:pt x="490" y="333"/>
                  <a:pt x="491" y="333"/>
                </a:cubicBezTo>
                <a:cubicBezTo>
                  <a:pt x="492" y="333"/>
                  <a:pt x="496" y="334"/>
                  <a:pt x="500" y="334"/>
                </a:cubicBezTo>
                <a:cubicBezTo>
                  <a:pt x="505" y="336"/>
                  <a:pt x="510" y="336"/>
                  <a:pt x="511" y="336"/>
                </a:cubicBezTo>
                <a:cubicBezTo>
                  <a:pt x="512" y="336"/>
                  <a:pt x="512" y="336"/>
                  <a:pt x="509" y="335"/>
                </a:cubicBezTo>
                <a:cubicBezTo>
                  <a:pt x="503" y="331"/>
                  <a:pt x="500" y="323"/>
                  <a:pt x="507" y="323"/>
                </a:cubicBezTo>
                <a:cubicBezTo>
                  <a:pt x="508" y="323"/>
                  <a:pt x="511" y="323"/>
                  <a:pt x="513" y="324"/>
                </a:cubicBezTo>
                <a:lnTo>
                  <a:pt x="514" y="321"/>
                </a:lnTo>
                <a:cubicBezTo>
                  <a:pt x="508" y="317"/>
                  <a:pt x="509" y="314"/>
                  <a:pt x="510" y="312"/>
                </a:cubicBezTo>
                <a:cubicBezTo>
                  <a:pt x="511" y="309"/>
                  <a:pt x="511" y="307"/>
                  <a:pt x="514" y="307"/>
                </a:cubicBezTo>
                <a:cubicBezTo>
                  <a:pt x="515" y="307"/>
                  <a:pt x="517" y="308"/>
                  <a:pt x="519" y="308"/>
                </a:cubicBezTo>
                <a:cubicBezTo>
                  <a:pt x="522" y="310"/>
                  <a:pt x="524" y="311"/>
                  <a:pt x="525" y="311"/>
                </a:cubicBezTo>
                <a:cubicBezTo>
                  <a:pt x="526" y="311"/>
                  <a:pt x="524" y="309"/>
                  <a:pt x="520" y="306"/>
                </a:cubicBezTo>
                <a:cubicBezTo>
                  <a:pt x="521" y="304"/>
                  <a:pt x="505" y="298"/>
                  <a:pt x="507" y="297"/>
                </a:cubicBezTo>
                <a:cubicBezTo>
                  <a:pt x="499" y="295"/>
                  <a:pt x="491" y="292"/>
                  <a:pt x="491" y="289"/>
                </a:cubicBezTo>
                <a:lnTo>
                  <a:pt x="491" y="289"/>
                </a:lnTo>
                <a:lnTo>
                  <a:pt x="499" y="292"/>
                </a:lnTo>
                <a:lnTo>
                  <a:pt x="514" y="295"/>
                </a:lnTo>
                <a:cubicBezTo>
                  <a:pt x="516" y="294"/>
                  <a:pt x="516" y="292"/>
                  <a:pt x="508" y="290"/>
                </a:cubicBezTo>
                <a:cubicBezTo>
                  <a:pt x="516" y="290"/>
                  <a:pt x="517" y="288"/>
                  <a:pt x="517" y="286"/>
                </a:cubicBezTo>
                <a:cubicBezTo>
                  <a:pt x="518" y="283"/>
                  <a:pt x="519" y="279"/>
                  <a:pt x="511" y="276"/>
                </a:cubicBezTo>
                <a:lnTo>
                  <a:pt x="511" y="276"/>
                </a:lnTo>
                <a:cubicBezTo>
                  <a:pt x="512" y="276"/>
                  <a:pt x="513" y="276"/>
                  <a:pt x="513" y="276"/>
                </a:cubicBezTo>
                <a:cubicBezTo>
                  <a:pt x="527" y="276"/>
                  <a:pt x="527" y="266"/>
                  <a:pt x="512" y="263"/>
                </a:cubicBezTo>
                <a:cubicBezTo>
                  <a:pt x="504" y="262"/>
                  <a:pt x="504" y="261"/>
                  <a:pt x="513" y="260"/>
                </a:cubicBezTo>
                <a:cubicBezTo>
                  <a:pt x="521" y="259"/>
                  <a:pt x="521" y="259"/>
                  <a:pt x="513" y="257"/>
                </a:cubicBezTo>
                <a:cubicBezTo>
                  <a:pt x="505" y="255"/>
                  <a:pt x="513" y="253"/>
                  <a:pt x="521" y="252"/>
                </a:cubicBezTo>
                <a:cubicBezTo>
                  <a:pt x="538" y="250"/>
                  <a:pt x="538" y="249"/>
                  <a:pt x="530" y="247"/>
                </a:cubicBezTo>
                <a:cubicBezTo>
                  <a:pt x="521" y="243"/>
                  <a:pt x="521" y="240"/>
                  <a:pt x="521" y="239"/>
                </a:cubicBezTo>
                <a:cubicBezTo>
                  <a:pt x="516" y="237"/>
                  <a:pt x="514" y="235"/>
                  <a:pt x="512" y="235"/>
                </a:cubicBezTo>
                <a:cubicBezTo>
                  <a:pt x="510" y="235"/>
                  <a:pt x="508" y="236"/>
                  <a:pt x="505" y="237"/>
                </a:cubicBezTo>
                <a:cubicBezTo>
                  <a:pt x="500" y="237"/>
                  <a:pt x="494" y="237"/>
                  <a:pt x="489" y="235"/>
                </a:cubicBezTo>
                <a:cubicBezTo>
                  <a:pt x="484" y="234"/>
                  <a:pt x="485" y="234"/>
                  <a:pt x="486" y="234"/>
                </a:cubicBezTo>
                <a:cubicBezTo>
                  <a:pt x="487" y="234"/>
                  <a:pt x="489" y="234"/>
                  <a:pt x="489" y="234"/>
                </a:cubicBezTo>
                <a:cubicBezTo>
                  <a:pt x="492" y="235"/>
                  <a:pt x="494" y="236"/>
                  <a:pt x="496" y="236"/>
                </a:cubicBezTo>
                <a:cubicBezTo>
                  <a:pt x="499" y="236"/>
                  <a:pt x="501" y="235"/>
                  <a:pt x="505" y="233"/>
                </a:cubicBezTo>
                <a:cubicBezTo>
                  <a:pt x="513" y="231"/>
                  <a:pt x="513" y="228"/>
                  <a:pt x="513" y="225"/>
                </a:cubicBezTo>
                <a:lnTo>
                  <a:pt x="512" y="220"/>
                </a:lnTo>
                <a:cubicBezTo>
                  <a:pt x="517" y="215"/>
                  <a:pt x="518" y="212"/>
                  <a:pt x="515" y="212"/>
                </a:cubicBezTo>
                <a:cubicBezTo>
                  <a:pt x="515" y="212"/>
                  <a:pt x="513" y="212"/>
                  <a:pt x="511" y="213"/>
                </a:cubicBezTo>
                <a:lnTo>
                  <a:pt x="503" y="214"/>
                </a:lnTo>
                <a:cubicBezTo>
                  <a:pt x="519" y="210"/>
                  <a:pt x="515" y="194"/>
                  <a:pt x="502" y="194"/>
                </a:cubicBezTo>
                <a:cubicBezTo>
                  <a:pt x="501" y="194"/>
                  <a:pt x="500" y="194"/>
                  <a:pt x="499" y="194"/>
                </a:cubicBezTo>
                <a:lnTo>
                  <a:pt x="507" y="192"/>
                </a:lnTo>
                <a:cubicBezTo>
                  <a:pt x="514" y="189"/>
                  <a:pt x="514" y="188"/>
                  <a:pt x="513" y="185"/>
                </a:cubicBezTo>
                <a:cubicBezTo>
                  <a:pt x="513" y="183"/>
                  <a:pt x="503" y="179"/>
                  <a:pt x="501" y="175"/>
                </a:cubicBezTo>
                <a:cubicBezTo>
                  <a:pt x="499" y="170"/>
                  <a:pt x="498" y="166"/>
                  <a:pt x="494" y="166"/>
                </a:cubicBezTo>
                <a:cubicBezTo>
                  <a:pt x="493" y="166"/>
                  <a:pt x="492" y="166"/>
                  <a:pt x="490" y="167"/>
                </a:cubicBezTo>
                <a:cubicBezTo>
                  <a:pt x="490" y="165"/>
                  <a:pt x="490" y="165"/>
                  <a:pt x="496" y="161"/>
                </a:cubicBezTo>
                <a:cubicBezTo>
                  <a:pt x="504" y="160"/>
                  <a:pt x="504" y="158"/>
                  <a:pt x="503" y="157"/>
                </a:cubicBezTo>
                <a:cubicBezTo>
                  <a:pt x="503" y="157"/>
                  <a:pt x="503" y="157"/>
                  <a:pt x="503" y="157"/>
                </a:cubicBezTo>
                <a:cubicBezTo>
                  <a:pt x="501" y="157"/>
                  <a:pt x="494" y="160"/>
                  <a:pt x="489" y="163"/>
                </a:cubicBezTo>
                <a:cubicBezTo>
                  <a:pt x="486" y="164"/>
                  <a:pt x="484" y="164"/>
                  <a:pt x="483" y="164"/>
                </a:cubicBezTo>
                <a:cubicBezTo>
                  <a:pt x="481" y="164"/>
                  <a:pt x="483" y="162"/>
                  <a:pt x="486" y="158"/>
                </a:cubicBezTo>
                <a:cubicBezTo>
                  <a:pt x="492" y="152"/>
                  <a:pt x="489" y="146"/>
                  <a:pt x="482" y="146"/>
                </a:cubicBezTo>
                <a:cubicBezTo>
                  <a:pt x="482" y="146"/>
                  <a:pt x="481" y="146"/>
                  <a:pt x="481" y="146"/>
                </a:cubicBezTo>
                <a:cubicBezTo>
                  <a:pt x="480" y="145"/>
                  <a:pt x="480" y="143"/>
                  <a:pt x="486" y="139"/>
                </a:cubicBezTo>
                <a:cubicBezTo>
                  <a:pt x="491" y="135"/>
                  <a:pt x="495" y="130"/>
                  <a:pt x="490" y="130"/>
                </a:cubicBezTo>
                <a:cubicBezTo>
                  <a:pt x="489" y="130"/>
                  <a:pt x="486" y="131"/>
                  <a:pt x="482" y="132"/>
                </a:cubicBezTo>
                <a:cubicBezTo>
                  <a:pt x="481" y="130"/>
                  <a:pt x="481" y="130"/>
                  <a:pt x="488" y="127"/>
                </a:cubicBezTo>
                <a:cubicBezTo>
                  <a:pt x="491" y="122"/>
                  <a:pt x="495" y="119"/>
                  <a:pt x="494" y="119"/>
                </a:cubicBezTo>
                <a:lnTo>
                  <a:pt x="494" y="119"/>
                </a:lnTo>
                <a:cubicBezTo>
                  <a:pt x="494" y="119"/>
                  <a:pt x="491" y="120"/>
                  <a:pt x="486" y="123"/>
                </a:cubicBezTo>
                <a:cubicBezTo>
                  <a:pt x="485" y="123"/>
                  <a:pt x="485" y="123"/>
                  <a:pt x="484" y="123"/>
                </a:cubicBezTo>
                <a:cubicBezTo>
                  <a:pt x="477" y="123"/>
                  <a:pt x="476" y="119"/>
                  <a:pt x="480" y="113"/>
                </a:cubicBezTo>
                <a:cubicBezTo>
                  <a:pt x="479" y="112"/>
                  <a:pt x="479" y="111"/>
                  <a:pt x="478" y="111"/>
                </a:cubicBezTo>
                <a:cubicBezTo>
                  <a:pt x="476" y="111"/>
                  <a:pt x="474" y="112"/>
                  <a:pt x="471" y="115"/>
                </a:cubicBezTo>
                <a:lnTo>
                  <a:pt x="464" y="120"/>
                </a:lnTo>
                <a:cubicBezTo>
                  <a:pt x="470" y="114"/>
                  <a:pt x="474" y="111"/>
                  <a:pt x="473" y="111"/>
                </a:cubicBezTo>
                <a:lnTo>
                  <a:pt x="473" y="111"/>
                </a:lnTo>
                <a:cubicBezTo>
                  <a:pt x="473" y="111"/>
                  <a:pt x="469" y="113"/>
                  <a:pt x="463" y="118"/>
                </a:cubicBezTo>
                <a:cubicBezTo>
                  <a:pt x="460" y="120"/>
                  <a:pt x="458" y="120"/>
                  <a:pt x="457" y="120"/>
                </a:cubicBezTo>
                <a:cubicBezTo>
                  <a:pt x="457" y="120"/>
                  <a:pt x="458" y="119"/>
                  <a:pt x="462" y="115"/>
                </a:cubicBezTo>
                <a:cubicBezTo>
                  <a:pt x="467" y="110"/>
                  <a:pt x="466" y="109"/>
                  <a:pt x="466" y="109"/>
                </a:cubicBezTo>
                <a:cubicBezTo>
                  <a:pt x="459" y="106"/>
                  <a:pt x="454" y="103"/>
                  <a:pt x="448" y="99"/>
                </a:cubicBezTo>
                <a:cubicBezTo>
                  <a:pt x="442" y="93"/>
                  <a:pt x="439" y="89"/>
                  <a:pt x="435" y="89"/>
                </a:cubicBezTo>
                <a:cubicBezTo>
                  <a:pt x="434" y="89"/>
                  <a:pt x="432" y="90"/>
                  <a:pt x="430" y="92"/>
                </a:cubicBezTo>
                <a:cubicBezTo>
                  <a:pt x="427" y="94"/>
                  <a:pt x="426" y="95"/>
                  <a:pt x="425" y="95"/>
                </a:cubicBezTo>
                <a:cubicBezTo>
                  <a:pt x="424" y="95"/>
                  <a:pt x="426" y="93"/>
                  <a:pt x="428" y="90"/>
                </a:cubicBezTo>
                <a:cubicBezTo>
                  <a:pt x="433" y="83"/>
                  <a:pt x="431" y="82"/>
                  <a:pt x="430" y="81"/>
                </a:cubicBezTo>
                <a:cubicBezTo>
                  <a:pt x="429" y="80"/>
                  <a:pt x="428" y="78"/>
                  <a:pt x="433" y="72"/>
                </a:cubicBezTo>
                <a:lnTo>
                  <a:pt x="433" y="72"/>
                </a:lnTo>
                <a:cubicBezTo>
                  <a:pt x="428" y="76"/>
                  <a:pt x="426" y="77"/>
                  <a:pt x="426" y="77"/>
                </a:cubicBezTo>
                <a:cubicBezTo>
                  <a:pt x="425" y="77"/>
                  <a:pt x="425" y="76"/>
                  <a:pt x="425" y="76"/>
                </a:cubicBezTo>
                <a:cubicBezTo>
                  <a:pt x="428" y="72"/>
                  <a:pt x="429" y="70"/>
                  <a:pt x="428" y="70"/>
                </a:cubicBezTo>
                <a:lnTo>
                  <a:pt x="428" y="70"/>
                </a:lnTo>
                <a:cubicBezTo>
                  <a:pt x="427" y="70"/>
                  <a:pt x="425" y="71"/>
                  <a:pt x="422" y="74"/>
                </a:cubicBezTo>
                <a:cubicBezTo>
                  <a:pt x="417" y="79"/>
                  <a:pt x="414" y="82"/>
                  <a:pt x="414" y="82"/>
                </a:cubicBezTo>
                <a:cubicBezTo>
                  <a:pt x="414" y="82"/>
                  <a:pt x="416" y="79"/>
                  <a:pt x="421" y="73"/>
                </a:cubicBezTo>
                <a:cubicBezTo>
                  <a:pt x="425" y="68"/>
                  <a:pt x="427" y="61"/>
                  <a:pt x="426" y="61"/>
                </a:cubicBezTo>
                <a:lnTo>
                  <a:pt x="426" y="61"/>
                </a:lnTo>
                <a:cubicBezTo>
                  <a:pt x="426" y="61"/>
                  <a:pt x="425" y="62"/>
                  <a:pt x="424" y="64"/>
                </a:cubicBezTo>
                <a:cubicBezTo>
                  <a:pt x="419" y="71"/>
                  <a:pt x="417" y="68"/>
                  <a:pt x="410" y="74"/>
                </a:cubicBezTo>
                <a:cubicBezTo>
                  <a:pt x="409" y="73"/>
                  <a:pt x="408" y="72"/>
                  <a:pt x="412" y="65"/>
                </a:cubicBezTo>
                <a:cubicBezTo>
                  <a:pt x="414" y="61"/>
                  <a:pt x="412" y="60"/>
                  <a:pt x="410" y="60"/>
                </a:cubicBezTo>
                <a:cubicBezTo>
                  <a:pt x="407" y="60"/>
                  <a:pt x="402" y="62"/>
                  <a:pt x="399" y="65"/>
                </a:cubicBezTo>
                <a:cubicBezTo>
                  <a:pt x="397" y="68"/>
                  <a:pt x="395" y="69"/>
                  <a:pt x="395" y="69"/>
                </a:cubicBezTo>
                <a:cubicBezTo>
                  <a:pt x="395" y="69"/>
                  <a:pt x="395" y="67"/>
                  <a:pt x="398" y="64"/>
                </a:cubicBezTo>
                <a:cubicBezTo>
                  <a:pt x="402" y="57"/>
                  <a:pt x="401" y="56"/>
                  <a:pt x="399" y="55"/>
                </a:cubicBezTo>
                <a:lnTo>
                  <a:pt x="399" y="55"/>
                </a:lnTo>
                <a:cubicBezTo>
                  <a:pt x="397" y="57"/>
                  <a:pt x="397" y="57"/>
                  <a:pt x="396" y="57"/>
                </a:cubicBezTo>
                <a:cubicBezTo>
                  <a:pt x="396" y="57"/>
                  <a:pt x="399" y="52"/>
                  <a:pt x="402" y="47"/>
                </a:cubicBezTo>
                <a:cubicBezTo>
                  <a:pt x="408" y="41"/>
                  <a:pt x="407" y="40"/>
                  <a:pt x="403" y="39"/>
                </a:cubicBezTo>
                <a:lnTo>
                  <a:pt x="403" y="39"/>
                </a:lnTo>
                <a:cubicBezTo>
                  <a:pt x="401" y="41"/>
                  <a:pt x="399" y="42"/>
                  <a:pt x="397" y="42"/>
                </a:cubicBezTo>
                <a:cubicBezTo>
                  <a:pt x="394" y="42"/>
                  <a:pt x="390" y="40"/>
                  <a:pt x="388" y="38"/>
                </a:cubicBezTo>
                <a:cubicBezTo>
                  <a:pt x="386" y="37"/>
                  <a:pt x="384" y="37"/>
                  <a:pt x="383" y="37"/>
                </a:cubicBezTo>
                <a:cubicBezTo>
                  <a:pt x="377" y="37"/>
                  <a:pt x="372" y="43"/>
                  <a:pt x="365" y="54"/>
                </a:cubicBezTo>
                <a:lnTo>
                  <a:pt x="356" y="68"/>
                </a:lnTo>
                <a:lnTo>
                  <a:pt x="364" y="53"/>
                </a:lnTo>
                <a:cubicBezTo>
                  <a:pt x="367" y="46"/>
                  <a:pt x="372" y="30"/>
                  <a:pt x="372" y="30"/>
                </a:cubicBezTo>
                <a:cubicBezTo>
                  <a:pt x="372" y="30"/>
                  <a:pt x="372" y="30"/>
                  <a:pt x="372" y="30"/>
                </a:cubicBezTo>
                <a:cubicBezTo>
                  <a:pt x="370" y="30"/>
                  <a:pt x="367" y="37"/>
                  <a:pt x="364" y="45"/>
                </a:cubicBezTo>
                <a:cubicBezTo>
                  <a:pt x="363" y="48"/>
                  <a:pt x="361" y="50"/>
                  <a:pt x="361" y="50"/>
                </a:cubicBezTo>
                <a:cubicBezTo>
                  <a:pt x="360" y="50"/>
                  <a:pt x="360" y="47"/>
                  <a:pt x="360" y="42"/>
                </a:cubicBezTo>
                <a:cubicBezTo>
                  <a:pt x="360" y="37"/>
                  <a:pt x="359" y="35"/>
                  <a:pt x="358" y="35"/>
                </a:cubicBezTo>
                <a:cubicBezTo>
                  <a:pt x="357" y="35"/>
                  <a:pt x="356" y="36"/>
                  <a:pt x="354" y="39"/>
                </a:cubicBezTo>
                <a:cubicBezTo>
                  <a:pt x="353" y="39"/>
                  <a:pt x="351" y="38"/>
                  <a:pt x="352" y="30"/>
                </a:cubicBezTo>
                <a:cubicBezTo>
                  <a:pt x="351" y="30"/>
                  <a:pt x="351" y="30"/>
                  <a:pt x="351" y="30"/>
                </a:cubicBezTo>
                <a:cubicBezTo>
                  <a:pt x="350" y="30"/>
                  <a:pt x="350" y="31"/>
                  <a:pt x="348" y="37"/>
                </a:cubicBezTo>
                <a:cubicBezTo>
                  <a:pt x="347" y="41"/>
                  <a:pt x="346" y="42"/>
                  <a:pt x="345" y="42"/>
                </a:cubicBezTo>
                <a:cubicBezTo>
                  <a:pt x="344" y="42"/>
                  <a:pt x="344" y="40"/>
                  <a:pt x="345" y="36"/>
                </a:cubicBezTo>
                <a:cubicBezTo>
                  <a:pt x="347" y="26"/>
                  <a:pt x="346" y="21"/>
                  <a:pt x="345" y="21"/>
                </a:cubicBezTo>
                <a:cubicBezTo>
                  <a:pt x="344" y="21"/>
                  <a:pt x="342" y="23"/>
                  <a:pt x="342" y="26"/>
                </a:cubicBezTo>
                <a:cubicBezTo>
                  <a:pt x="340" y="31"/>
                  <a:pt x="338" y="33"/>
                  <a:pt x="337" y="33"/>
                </a:cubicBezTo>
                <a:cubicBezTo>
                  <a:pt x="337" y="33"/>
                  <a:pt x="336" y="33"/>
                  <a:pt x="336" y="32"/>
                </a:cubicBezTo>
                <a:cubicBezTo>
                  <a:pt x="336" y="32"/>
                  <a:pt x="336" y="32"/>
                  <a:pt x="335" y="32"/>
                </a:cubicBezTo>
                <a:cubicBezTo>
                  <a:pt x="334" y="32"/>
                  <a:pt x="332" y="33"/>
                  <a:pt x="329" y="39"/>
                </a:cubicBezTo>
                <a:lnTo>
                  <a:pt x="326" y="38"/>
                </a:lnTo>
                <a:cubicBezTo>
                  <a:pt x="325" y="38"/>
                  <a:pt x="328" y="30"/>
                  <a:pt x="329" y="30"/>
                </a:cubicBezTo>
                <a:lnTo>
                  <a:pt x="330" y="22"/>
                </a:lnTo>
                <a:cubicBezTo>
                  <a:pt x="330" y="22"/>
                  <a:pt x="329" y="22"/>
                  <a:pt x="328" y="22"/>
                </a:cubicBezTo>
                <a:cubicBezTo>
                  <a:pt x="326" y="22"/>
                  <a:pt x="324" y="23"/>
                  <a:pt x="321" y="29"/>
                </a:cubicBezTo>
                <a:cubicBezTo>
                  <a:pt x="319" y="36"/>
                  <a:pt x="318" y="40"/>
                  <a:pt x="318" y="40"/>
                </a:cubicBezTo>
                <a:cubicBezTo>
                  <a:pt x="318" y="40"/>
                  <a:pt x="319" y="36"/>
                  <a:pt x="320" y="28"/>
                </a:cubicBezTo>
                <a:cubicBezTo>
                  <a:pt x="322" y="22"/>
                  <a:pt x="322" y="16"/>
                  <a:pt x="321" y="16"/>
                </a:cubicBezTo>
                <a:lnTo>
                  <a:pt x="321" y="16"/>
                </a:lnTo>
                <a:cubicBezTo>
                  <a:pt x="321" y="16"/>
                  <a:pt x="320" y="17"/>
                  <a:pt x="319" y="19"/>
                </a:cubicBezTo>
                <a:cubicBezTo>
                  <a:pt x="317" y="26"/>
                  <a:pt x="316" y="28"/>
                  <a:pt x="315" y="28"/>
                </a:cubicBezTo>
                <a:cubicBezTo>
                  <a:pt x="315" y="28"/>
                  <a:pt x="315" y="23"/>
                  <a:pt x="316" y="19"/>
                </a:cubicBezTo>
                <a:cubicBezTo>
                  <a:pt x="318" y="11"/>
                  <a:pt x="319" y="7"/>
                  <a:pt x="318" y="7"/>
                </a:cubicBezTo>
                <a:lnTo>
                  <a:pt x="318" y="7"/>
                </a:lnTo>
                <a:cubicBezTo>
                  <a:pt x="318" y="7"/>
                  <a:pt x="315" y="11"/>
                  <a:pt x="310" y="18"/>
                </a:cubicBezTo>
                <a:cubicBezTo>
                  <a:pt x="310" y="18"/>
                  <a:pt x="310" y="18"/>
                  <a:pt x="310" y="18"/>
                </a:cubicBezTo>
                <a:cubicBezTo>
                  <a:pt x="306" y="18"/>
                  <a:pt x="301" y="24"/>
                  <a:pt x="297" y="24"/>
                </a:cubicBezTo>
                <a:cubicBezTo>
                  <a:pt x="296" y="24"/>
                  <a:pt x="296" y="23"/>
                  <a:pt x="296" y="23"/>
                </a:cubicBezTo>
                <a:cubicBezTo>
                  <a:pt x="289" y="22"/>
                  <a:pt x="286" y="22"/>
                  <a:pt x="284" y="14"/>
                </a:cubicBezTo>
                <a:cubicBezTo>
                  <a:pt x="284" y="12"/>
                  <a:pt x="284" y="11"/>
                  <a:pt x="284" y="9"/>
                </a:cubicBezTo>
                <a:lnTo>
                  <a:pt x="284" y="9"/>
                </a:lnTo>
                <a:cubicBezTo>
                  <a:pt x="284" y="22"/>
                  <a:pt x="282" y="22"/>
                  <a:pt x="278" y="22"/>
                </a:cubicBezTo>
                <a:cubicBezTo>
                  <a:pt x="276" y="19"/>
                  <a:pt x="274" y="18"/>
                  <a:pt x="273" y="18"/>
                </a:cubicBezTo>
                <a:cubicBezTo>
                  <a:pt x="270" y="18"/>
                  <a:pt x="269" y="24"/>
                  <a:pt x="269" y="30"/>
                </a:cubicBezTo>
                <a:lnTo>
                  <a:pt x="271" y="30"/>
                </a:lnTo>
                <a:cubicBezTo>
                  <a:pt x="272" y="39"/>
                  <a:pt x="272" y="43"/>
                  <a:pt x="271" y="43"/>
                </a:cubicBezTo>
                <a:cubicBezTo>
                  <a:pt x="270" y="43"/>
                  <a:pt x="269" y="41"/>
                  <a:pt x="268" y="38"/>
                </a:cubicBezTo>
                <a:cubicBezTo>
                  <a:pt x="265" y="38"/>
                  <a:pt x="265" y="30"/>
                  <a:pt x="264" y="21"/>
                </a:cubicBezTo>
                <a:cubicBezTo>
                  <a:pt x="264" y="13"/>
                  <a:pt x="262" y="5"/>
                  <a:pt x="260" y="5"/>
                </a:cubicBezTo>
                <a:close/>
                <a:moveTo>
                  <a:pt x="450" y="569"/>
                </a:moveTo>
                <a:cubicBezTo>
                  <a:pt x="449" y="569"/>
                  <a:pt x="449" y="569"/>
                  <a:pt x="448" y="570"/>
                </a:cubicBezTo>
                <a:cubicBezTo>
                  <a:pt x="448" y="575"/>
                  <a:pt x="450" y="581"/>
                  <a:pt x="453" y="585"/>
                </a:cubicBezTo>
                <a:cubicBezTo>
                  <a:pt x="454" y="588"/>
                  <a:pt x="455" y="589"/>
                  <a:pt x="456" y="589"/>
                </a:cubicBezTo>
                <a:cubicBezTo>
                  <a:pt x="457" y="589"/>
                  <a:pt x="457" y="585"/>
                  <a:pt x="454" y="575"/>
                </a:cubicBezTo>
                <a:cubicBezTo>
                  <a:pt x="451" y="571"/>
                  <a:pt x="451" y="569"/>
                  <a:pt x="450" y="56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131" name="Google Shape;12131;p47"/>
          <p:cNvPicPr preferRelativeResize="0"/>
          <p:nvPr/>
        </p:nvPicPr>
        <p:blipFill rotWithShape="1">
          <a:blip r:embed="rId3">
            <a:alphaModFix/>
          </a:blip>
          <a:srcRect l="16859" t="-1058" r="16866" b="252"/>
          <a:stretch/>
        </p:blipFill>
        <p:spPr>
          <a:xfrm rot="16200000">
            <a:off x="36315" y="-71199"/>
            <a:ext cx="5178384" cy="5251014"/>
          </a:xfrm>
          <a:prstGeom prst="flowChartDocument">
            <a:avLst/>
          </a:prstGeom>
          <a:noFill/>
          <a:ln>
            <a:noFill/>
          </a:ln>
        </p:spPr>
      </p:pic>
      <p:sp>
        <p:nvSpPr>
          <p:cNvPr id="12132" name="Google Shape;12132;p47"/>
          <p:cNvSpPr/>
          <p:nvPr/>
        </p:nvSpPr>
        <p:spPr>
          <a:xfrm rot="5400000" flipH="1">
            <a:off x="438235" y="-409425"/>
            <a:ext cx="1027812" cy="1846669"/>
          </a:xfrm>
          <a:custGeom>
            <a:avLst/>
            <a:gdLst/>
            <a:ahLst/>
            <a:cxnLst/>
            <a:rect l="l" t="t" r="r" b="b"/>
            <a:pathLst>
              <a:path w="4982" h="10569" extrusionOk="0">
                <a:moveTo>
                  <a:pt x="4982" y="0"/>
                </a:moveTo>
                <a:cubicBezTo>
                  <a:pt x="4223" y="161"/>
                  <a:pt x="4159" y="1002"/>
                  <a:pt x="3518" y="1002"/>
                </a:cubicBezTo>
                <a:cubicBezTo>
                  <a:pt x="3403" y="1002"/>
                  <a:pt x="3270" y="975"/>
                  <a:pt x="3111" y="912"/>
                </a:cubicBezTo>
                <a:cubicBezTo>
                  <a:pt x="2817" y="796"/>
                  <a:pt x="2502" y="727"/>
                  <a:pt x="2197" y="727"/>
                </a:cubicBezTo>
                <a:cubicBezTo>
                  <a:pt x="1414" y="727"/>
                  <a:pt x="694" y="1181"/>
                  <a:pt x="550" y="2466"/>
                </a:cubicBezTo>
                <a:cubicBezTo>
                  <a:pt x="349" y="4251"/>
                  <a:pt x="2941" y="5534"/>
                  <a:pt x="1901" y="6387"/>
                </a:cubicBezTo>
                <a:cubicBezTo>
                  <a:pt x="0" y="7947"/>
                  <a:pt x="1278" y="9143"/>
                  <a:pt x="1990" y="10568"/>
                </a:cubicBezTo>
                <a:lnTo>
                  <a:pt x="4982" y="10568"/>
                </a:lnTo>
                <a:lnTo>
                  <a:pt x="4982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33" name="Google Shape;12133;p47"/>
          <p:cNvSpPr/>
          <p:nvPr/>
        </p:nvSpPr>
        <p:spPr>
          <a:xfrm rot="10800000" flipH="1">
            <a:off x="0" y="364447"/>
            <a:ext cx="948586" cy="1303126"/>
          </a:xfrm>
          <a:custGeom>
            <a:avLst/>
            <a:gdLst/>
            <a:ahLst/>
            <a:cxnLst/>
            <a:rect l="l" t="t" r="r" b="b"/>
            <a:pathLst>
              <a:path w="10250" h="14081" extrusionOk="0">
                <a:moveTo>
                  <a:pt x="464" y="1"/>
                </a:moveTo>
                <a:cubicBezTo>
                  <a:pt x="311" y="1"/>
                  <a:pt x="156" y="21"/>
                  <a:pt x="0" y="63"/>
                </a:cubicBezTo>
                <a:lnTo>
                  <a:pt x="0" y="14081"/>
                </a:lnTo>
                <a:lnTo>
                  <a:pt x="8372" y="14081"/>
                </a:lnTo>
                <a:cubicBezTo>
                  <a:pt x="10250" y="10505"/>
                  <a:pt x="8261" y="8835"/>
                  <a:pt x="6056" y="8835"/>
                </a:cubicBezTo>
                <a:cubicBezTo>
                  <a:pt x="5843" y="8835"/>
                  <a:pt x="5628" y="8851"/>
                  <a:pt x="5413" y="8882"/>
                </a:cubicBezTo>
                <a:cubicBezTo>
                  <a:pt x="5266" y="8904"/>
                  <a:pt x="5124" y="8914"/>
                  <a:pt x="4988" y="8914"/>
                </a:cubicBezTo>
                <a:cubicBezTo>
                  <a:pt x="2877" y="8914"/>
                  <a:pt x="2084" y="6458"/>
                  <a:pt x="3020" y="4741"/>
                </a:cubicBezTo>
                <a:cubicBezTo>
                  <a:pt x="3943" y="3049"/>
                  <a:pt x="2361" y="1"/>
                  <a:pt x="46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34" name="Google Shape;12134;p47"/>
          <p:cNvSpPr/>
          <p:nvPr/>
        </p:nvSpPr>
        <p:spPr>
          <a:xfrm>
            <a:off x="3075" y="-2"/>
            <a:ext cx="1185587" cy="785874"/>
          </a:xfrm>
          <a:custGeom>
            <a:avLst/>
            <a:gdLst/>
            <a:ahLst/>
            <a:cxnLst/>
            <a:rect l="l" t="t" r="r" b="b"/>
            <a:pathLst>
              <a:path w="6285" h="4166" extrusionOk="0">
                <a:moveTo>
                  <a:pt x="0" y="1"/>
                </a:moveTo>
                <a:lnTo>
                  <a:pt x="0" y="4165"/>
                </a:lnTo>
                <a:cubicBezTo>
                  <a:pt x="1196" y="3798"/>
                  <a:pt x="996" y="2045"/>
                  <a:pt x="2096" y="2045"/>
                </a:cubicBezTo>
                <a:cubicBezTo>
                  <a:pt x="2129" y="2045"/>
                  <a:pt x="2163" y="2047"/>
                  <a:pt x="2199" y="2050"/>
                </a:cubicBezTo>
                <a:cubicBezTo>
                  <a:pt x="2774" y="2103"/>
                  <a:pt x="3572" y="2499"/>
                  <a:pt x="4323" y="2499"/>
                </a:cubicBezTo>
                <a:cubicBezTo>
                  <a:pt x="5159" y="2499"/>
                  <a:pt x="5937" y="2008"/>
                  <a:pt x="62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135" name="Google Shape;12135;p47"/>
          <p:cNvGrpSpPr/>
          <p:nvPr/>
        </p:nvGrpSpPr>
        <p:grpSpPr>
          <a:xfrm>
            <a:off x="22763" y="16153"/>
            <a:ext cx="889129" cy="770026"/>
            <a:chOff x="26409" y="15789"/>
            <a:chExt cx="1192661" cy="1032898"/>
          </a:xfrm>
        </p:grpSpPr>
        <p:sp>
          <p:nvSpPr>
            <p:cNvPr id="12136" name="Google Shape;12136;p47"/>
            <p:cNvSpPr/>
            <p:nvPr/>
          </p:nvSpPr>
          <p:spPr>
            <a:xfrm>
              <a:off x="132864" y="1027036"/>
              <a:ext cx="15583" cy="1000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0"/>
                  </a:moveTo>
                  <a:cubicBezTo>
                    <a:pt x="33" y="0"/>
                    <a:pt x="4" y="25"/>
                    <a:pt x="0" y="60"/>
                  </a:cubicBezTo>
                  <a:cubicBezTo>
                    <a:pt x="33" y="43"/>
                    <a:pt x="65" y="26"/>
                    <a:pt x="95" y="7"/>
                  </a:cubicBezTo>
                  <a:cubicBezTo>
                    <a:pt x="85" y="2"/>
                    <a:pt x="75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47"/>
            <p:cNvSpPr/>
            <p:nvPr/>
          </p:nvSpPr>
          <p:spPr>
            <a:xfrm>
              <a:off x="79718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47"/>
            <p:cNvSpPr/>
            <p:nvPr/>
          </p:nvSpPr>
          <p:spPr>
            <a:xfrm>
              <a:off x="26409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47"/>
            <p:cNvSpPr/>
            <p:nvPr/>
          </p:nvSpPr>
          <p:spPr>
            <a:xfrm>
              <a:off x="186010" y="973726"/>
              <a:ext cx="17387" cy="19027"/>
            </a:xfrm>
            <a:custGeom>
              <a:avLst/>
              <a:gdLst/>
              <a:ahLst/>
              <a:cxnLst/>
              <a:rect l="l" t="t" r="r" b="b"/>
              <a:pathLst>
                <a:path w="106" h="116" extrusionOk="0">
                  <a:moveTo>
                    <a:pt x="66" y="1"/>
                  </a:moveTo>
                  <a:cubicBezTo>
                    <a:pt x="33" y="1"/>
                    <a:pt x="1" y="28"/>
                    <a:pt x="1" y="66"/>
                  </a:cubicBezTo>
                  <a:cubicBezTo>
                    <a:pt x="1" y="85"/>
                    <a:pt x="10" y="103"/>
                    <a:pt x="23" y="115"/>
                  </a:cubicBezTo>
                  <a:cubicBezTo>
                    <a:pt x="51" y="84"/>
                    <a:pt x="79" y="49"/>
                    <a:pt x="105" y="14"/>
                  </a:cubicBezTo>
                  <a:cubicBezTo>
                    <a:pt x="93" y="5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47"/>
            <p:cNvSpPr/>
            <p:nvPr/>
          </p:nvSpPr>
          <p:spPr>
            <a:xfrm>
              <a:off x="132864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47"/>
            <p:cNvSpPr/>
            <p:nvPr/>
          </p:nvSpPr>
          <p:spPr>
            <a:xfrm>
              <a:off x="79718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47"/>
            <p:cNvSpPr/>
            <p:nvPr/>
          </p:nvSpPr>
          <p:spPr>
            <a:xfrm>
              <a:off x="26409" y="973726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47"/>
            <p:cNvSpPr/>
            <p:nvPr/>
          </p:nvSpPr>
          <p:spPr>
            <a:xfrm>
              <a:off x="186010" y="920580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47"/>
            <p:cNvSpPr/>
            <p:nvPr/>
          </p:nvSpPr>
          <p:spPr>
            <a:xfrm>
              <a:off x="132864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47"/>
            <p:cNvSpPr/>
            <p:nvPr/>
          </p:nvSpPr>
          <p:spPr>
            <a:xfrm>
              <a:off x="79718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47"/>
            <p:cNvSpPr/>
            <p:nvPr/>
          </p:nvSpPr>
          <p:spPr>
            <a:xfrm>
              <a:off x="26409" y="920580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47"/>
            <p:cNvSpPr/>
            <p:nvPr/>
          </p:nvSpPr>
          <p:spPr>
            <a:xfrm>
              <a:off x="235055" y="867270"/>
              <a:ext cx="15583" cy="20668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0"/>
                  </a:moveTo>
                  <a:cubicBezTo>
                    <a:pt x="22" y="0"/>
                    <a:pt x="1" y="95"/>
                    <a:pt x="63" y="125"/>
                  </a:cubicBezTo>
                  <a:cubicBezTo>
                    <a:pt x="75" y="85"/>
                    <a:pt x="85" y="43"/>
                    <a:pt x="94" y="1"/>
                  </a:cubicBezTo>
                  <a:cubicBezTo>
                    <a:pt x="93" y="1"/>
                    <a:pt x="93" y="0"/>
                    <a:pt x="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47"/>
            <p:cNvSpPr/>
            <p:nvPr/>
          </p:nvSpPr>
          <p:spPr>
            <a:xfrm>
              <a:off x="186010" y="867270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47"/>
            <p:cNvSpPr/>
            <p:nvPr/>
          </p:nvSpPr>
          <p:spPr>
            <a:xfrm>
              <a:off x="132864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47"/>
            <p:cNvSpPr/>
            <p:nvPr/>
          </p:nvSpPr>
          <p:spPr>
            <a:xfrm>
              <a:off x="79718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47"/>
            <p:cNvSpPr/>
            <p:nvPr/>
          </p:nvSpPr>
          <p:spPr>
            <a:xfrm>
              <a:off x="26409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47"/>
            <p:cNvSpPr/>
            <p:nvPr/>
          </p:nvSpPr>
          <p:spPr>
            <a:xfrm>
              <a:off x="237679" y="814124"/>
              <a:ext cx="20340" cy="21652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6" y="0"/>
                  </a:moveTo>
                  <a:cubicBezTo>
                    <a:pt x="32" y="0"/>
                    <a:pt x="1" y="43"/>
                    <a:pt x="13" y="84"/>
                  </a:cubicBezTo>
                  <a:cubicBezTo>
                    <a:pt x="21" y="114"/>
                    <a:pt x="48" y="132"/>
                    <a:pt x="75" y="132"/>
                  </a:cubicBezTo>
                  <a:cubicBezTo>
                    <a:pt x="88" y="132"/>
                    <a:pt x="100" y="128"/>
                    <a:pt x="112" y="120"/>
                  </a:cubicBezTo>
                  <a:cubicBezTo>
                    <a:pt x="116" y="87"/>
                    <a:pt x="120" y="54"/>
                    <a:pt x="123" y="20"/>
                  </a:cubicBezTo>
                  <a:cubicBezTo>
                    <a:pt x="111" y="8"/>
                    <a:pt x="94" y="0"/>
                    <a:pt x="7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47"/>
            <p:cNvSpPr/>
            <p:nvPr/>
          </p:nvSpPr>
          <p:spPr>
            <a:xfrm>
              <a:off x="186010" y="814124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47"/>
            <p:cNvSpPr/>
            <p:nvPr/>
          </p:nvSpPr>
          <p:spPr>
            <a:xfrm>
              <a:off x="132864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47"/>
            <p:cNvSpPr/>
            <p:nvPr/>
          </p:nvSpPr>
          <p:spPr>
            <a:xfrm>
              <a:off x="79718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12156;p47"/>
            <p:cNvSpPr/>
            <p:nvPr/>
          </p:nvSpPr>
          <p:spPr>
            <a:xfrm>
              <a:off x="26409" y="814124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7" name="Google Shape;12157;p47"/>
            <p:cNvSpPr/>
            <p:nvPr/>
          </p:nvSpPr>
          <p:spPr>
            <a:xfrm>
              <a:off x="239319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12158;p47"/>
            <p:cNvSpPr/>
            <p:nvPr/>
          </p:nvSpPr>
          <p:spPr>
            <a:xfrm>
              <a:off x="186010" y="760979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47"/>
            <p:cNvSpPr/>
            <p:nvPr/>
          </p:nvSpPr>
          <p:spPr>
            <a:xfrm>
              <a:off x="132864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47"/>
            <p:cNvSpPr/>
            <p:nvPr/>
          </p:nvSpPr>
          <p:spPr>
            <a:xfrm>
              <a:off x="79718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47"/>
            <p:cNvSpPr/>
            <p:nvPr/>
          </p:nvSpPr>
          <p:spPr>
            <a:xfrm>
              <a:off x="26409" y="760979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47"/>
            <p:cNvSpPr/>
            <p:nvPr/>
          </p:nvSpPr>
          <p:spPr>
            <a:xfrm>
              <a:off x="239319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47"/>
            <p:cNvSpPr/>
            <p:nvPr/>
          </p:nvSpPr>
          <p:spPr>
            <a:xfrm>
              <a:off x="186010" y="70750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47"/>
            <p:cNvSpPr/>
            <p:nvPr/>
          </p:nvSpPr>
          <p:spPr>
            <a:xfrm>
              <a:off x="132864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47"/>
            <p:cNvSpPr/>
            <p:nvPr/>
          </p:nvSpPr>
          <p:spPr>
            <a:xfrm>
              <a:off x="79718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47"/>
            <p:cNvSpPr/>
            <p:nvPr/>
          </p:nvSpPr>
          <p:spPr>
            <a:xfrm>
              <a:off x="26409" y="70750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47"/>
            <p:cNvSpPr/>
            <p:nvPr/>
          </p:nvSpPr>
          <p:spPr>
            <a:xfrm>
              <a:off x="239319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47"/>
            <p:cNvSpPr/>
            <p:nvPr/>
          </p:nvSpPr>
          <p:spPr>
            <a:xfrm>
              <a:off x="186010" y="654359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47"/>
            <p:cNvSpPr/>
            <p:nvPr/>
          </p:nvSpPr>
          <p:spPr>
            <a:xfrm>
              <a:off x="132864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47"/>
            <p:cNvSpPr/>
            <p:nvPr/>
          </p:nvSpPr>
          <p:spPr>
            <a:xfrm>
              <a:off x="79718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47"/>
            <p:cNvSpPr/>
            <p:nvPr/>
          </p:nvSpPr>
          <p:spPr>
            <a:xfrm>
              <a:off x="26409" y="654359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47"/>
            <p:cNvSpPr/>
            <p:nvPr/>
          </p:nvSpPr>
          <p:spPr>
            <a:xfrm>
              <a:off x="292465" y="601213"/>
              <a:ext cx="15091" cy="17879"/>
            </a:xfrm>
            <a:custGeom>
              <a:avLst/>
              <a:gdLst/>
              <a:ahLst/>
              <a:cxnLst/>
              <a:rect l="l" t="t" r="r" b="b"/>
              <a:pathLst>
                <a:path w="92" h="109" extrusionOk="0">
                  <a:moveTo>
                    <a:pt x="67" y="0"/>
                  </a:moveTo>
                  <a:cubicBezTo>
                    <a:pt x="32" y="0"/>
                    <a:pt x="1" y="28"/>
                    <a:pt x="1" y="66"/>
                  </a:cubicBezTo>
                  <a:cubicBezTo>
                    <a:pt x="1" y="82"/>
                    <a:pt x="6" y="96"/>
                    <a:pt x="17" y="109"/>
                  </a:cubicBezTo>
                  <a:cubicBezTo>
                    <a:pt x="39" y="73"/>
                    <a:pt x="65" y="38"/>
                    <a:pt x="92" y="5"/>
                  </a:cubicBezTo>
                  <a:cubicBezTo>
                    <a:pt x="84" y="2"/>
                    <a:pt x="75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47"/>
            <p:cNvSpPr/>
            <p:nvPr/>
          </p:nvSpPr>
          <p:spPr>
            <a:xfrm>
              <a:off x="239319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47"/>
            <p:cNvSpPr/>
            <p:nvPr/>
          </p:nvSpPr>
          <p:spPr>
            <a:xfrm>
              <a:off x="186010" y="601213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47"/>
            <p:cNvSpPr/>
            <p:nvPr/>
          </p:nvSpPr>
          <p:spPr>
            <a:xfrm>
              <a:off x="132864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47"/>
            <p:cNvSpPr/>
            <p:nvPr/>
          </p:nvSpPr>
          <p:spPr>
            <a:xfrm>
              <a:off x="79718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47"/>
            <p:cNvSpPr/>
            <p:nvPr/>
          </p:nvSpPr>
          <p:spPr>
            <a:xfrm>
              <a:off x="26409" y="601213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47"/>
            <p:cNvSpPr/>
            <p:nvPr/>
          </p:nvSpPr>
          <p:spPr>
            <a:xfrm>
              <a:off x="341838" y="547903"/>
              <a:ext cx="25589" cy="19520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1"/>
                  </a:moveTo>
                  <a:cubicBezTo>
                    <a:pt x="26" y="1"/>
                    <a:pt x="0" y="82"/>
                    <a:pt x="51" y="119"/>
                  </a:cubicBezTo>
                  <a:cubicBezTo>
                    <a:pt x="83" y="101"/>
                    <a:pt x="118" y="83"/>
                    <a:pt x="155" y="67"/>
                  </a:cubicBezTo>
                  <a:cubicBezTo>
                    <a:pt x="155" y="30"/>
                    <a:pt x="126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47"/>
            <p:cNvSpPr/>
            <p:nvPr/>
          </p:nvSpPr>
          <p:spPr>
            <a:xfrm>
              <a:off x="292465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4" y="1"/>
                    <a:pt x="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47"/>
            <p:cNvSpPr/>
            <p:nvPr/>
          </p:nvSpPr>
          <p:spPr>
            <a:xfrm>
              <a:off x="239319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47"/>
            <p:cNvSpPr/>
            <p:nvPr/>
          </p:nvSpPr>
          <p:spPr>
            <a:xfrm>
              <a:off x="186010" y="547903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12182;p47"/>
            <p:cNvSpPr/>
            <p:nvPr/>
          </p:nvSpPr>
          <p:spPr>
            <a:xfrm>
              <a:off x="132864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47"/>
            <p:cNvSpPr/>
            <p:nvPr/>
          </p:nvSpPr>
          <p:spPr>
            <a:xfrm>
              <a:off x="79718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47"/>
            <p:cNvSpPr/>
            <p:nvPr/>
          </p:nvSpPr>
          <p:spPr>
            <a:xfrm>
              <a:off x="26409" y="547903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12185;p47"/>
            <p:cNvSpPr/>
            <p:nvPr/>
          </p:nvSpPr>
          <p:spPr>
            <a:xfrm>
              <a:off x="830319" y="494758"/>
              <a:ext cx="5413" cy="1476"/>
            </a:xfrm>
            <a:custGeom>
              <a:avLst/>
              <a:gdLst/>
              <a:ahLst/>
              <a:cxnLst/>
              <a:rect l="l" t="t" r="r" b="b"/>
              <a:pathLst>
                <a:path w="33" h="9" extrusionOk="0">
                  <a:moveTo>
                    <a:pt x="32" y="1"/>
                  </a:moveTo>
                  <a:cubicBezTo>
                    <a:pt x="21" y="1"/>
                    <a:pt x="10" y="4"/>
                    <a:pt x="1" y="8"/>
                  </a:cubicBezTo>
                  <a:cubicBezTo>
                    <a:pt x="11" y="6"/>
                    <a:pt x="22" y="4"/>
                    <a:pt x="3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6" name="Google Shape;12186;p47"/>
            <p:cNvSpPr/>
            <p:nvPr/>
          </p:nvSpPr>
          <p:spPr>
            <a:xfrm>
              <a:off x="769956" y="494758"/>
              <a:ext cx="23128" cy="13614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2"/>
                    <a:pt x="12" y="83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1"/>
                    <a:pt x="75" y="1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47"/>
            <p:cNvSpPr/>
            <p:nvPr/>
          </p:nvSpPr>
          <p:spPr>
            <a:xfrm>
              <a:off x="714186" y="494758"/>
              <a:ext cx="29361" cy="19684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1"/>
                  </a:moveTo>
                  <a:cubicBezTo>
                    <a:pt x="27" y="1"/>
                    <a:pt x="1" y="83"/>
                    <a:pt x="54" y="120"/>
                  </a:cubicBezTo>
                  <a:cubicBezTo>
                    <a:pt x="82" y="116"/>
                    <a:pt x="110" y="114"/>
                    <a:pt x="138" y="111"/>
                  </a:cubicBezTo>
                  <a:cubicBezTo>
                    <a:pt x="179" y="69"/>
                    <a:pt x="148" y="1"/>
                    <a:pt x="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8" name="Google Shape;12188;p47"/>
            <p:cNvSpPr/>
            <p:nvPr/>
          </p:nvSpPr>
          <p:spPr>
            <a:xfrm>
              <a:off x="664977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47"/>
            <p:cNvSpPr/>
            <p:nvPr/>
          </p:nvSpPr>
          <p:spPr>
            <a:xfrm>
              <a:off x="611831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0" name="Google Shape;12190;p47"/>
            <p:cNvSpPr/>
            <p:nvPr/>
          </p:nvSpPr>
          <p:spPr>
            <a:xfrm>
              <a:off x="558686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1" name="Google Shape;12191;p47"/>
            <p:cNvSpPr/>
            <p:nvPr/>
          </p:nvSpPr>
          <p:spPr>
            <a:xfrm>
              <a:off x="505376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2" y="132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2" name="Google Shape;12192;p47"/>
            <p:cNvSpPr/>
            <p:nvPr/>
          </p:nvSpPr>
          <p:spPr>
            <a:xfrm>
              <a:off x="452230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47"/>
            <p:cNvSpPr/>
            <p:nvPr/>
          </p:nvSpPr>
          <p:spPr>
            <a:xfrm>
              <a:off x="398920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12194;p47"/>
            <p:cNvSpPr/>
            <p:nvPr/>
          </p:nvSpPr>
          <p:spPr>
            <a:xfrm>
              <a:off x="345611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12195;p47"/>
            <p:cNvSpPr/>
            <p:nvPr/>
          </p:nvSpPr>
          <p:spPr>
            <a:xfrm>
              <a:off x="292465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47"/>
            <p:cNvSpPr/>
            <p:nvPr/>
          </p:nvSpPr>
          <p:spPr>
            <a:xfrm>
              <a:off x="239319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47"/>
            <p:cNvSpPr/>
            <p:nvPr/>
          </p:nvSpPr>
          <p:spPr>
            <a:xfrm>
              <a:off x="186010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47"/>
            <p:cNvSpPr/>
            <p:nvPr/>
          </p:nvSpPr>
          <p:spPr>
            <a:xfrm>
              <a:off x="132864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47"/>
            <p:cNvSpPr/>
            <p:nvPr/>
          </p:nvSpPr>
          <p:spPr>
            <a:xfrm>
              <a:off x="79718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47"/>
            <p:cNvSpPr/>
            <p:nvPr/>
          </p:nvSpPr>
          <p:spPr>
            <a:xfrm>
              <a:off x="26409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47"/>
            <p:cNvSpPr/>
            <p:nvPr/>
          </p:nvSpPr>
          <p:spPr>
            <a:xfrm>
              <a:off x="928081" y="441612"/>
              <a:ext cx="24440" cy="17387"/>
            </a:xfrm>
            <a:custGeom>
              <a:avLst/>
              <a:gdLst/>
              <a:ahLst/>
              <a:cxnLst/>
              <a:rect l="l" t="t" r="r" b="b"/>
              <a:pathLst>
                <a:path w="149" h="106" extrusionOk="0">
                  <a:moveTo>
                    <a:pt x="84" y="0"/>
                  </a:moveTo>
                  <a:cubicBezTo>
                    <a:pt x="30" y="0"/>
                    <a:pt x="0" y="63"/>
                    <a:pt x="34" y="105"/>
                  </a:cubicBezTo>
                  <a:cubicBezTo>
                    <a:pt x="72" y="88"/>
                    <a:pt x="110" y="69"/>
                    <a:pt x="148" y="51"/>
                  </a:cubicBezTo>
                  <a:cubicBezTo>
                    <a:pt x="142" y="21"/>
                    <a:pt x="116" y="0"/>
                    <a:pt x="85" y="0"/>
                  </a:cubicBezTo>
                  <a:cubicBezTo>
                    <a:pt x="85" y="0"/>
                    <a:pt x="84" y="0"/>
                    <a:pt x="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47"/>
            <p:cNvSpPr/>
            <p:nvPr/>
          </p:nvSpPr>
          <p:spPr>
            <a:xfrm>
              <a:off x="87788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47"/>
            <p:cNvSpPr/>
            <p:nvPr/>
          </p:nvSpPr>
          <p:spPr>
            <a:xfrm>
              <a:off x="82474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47"/>
            <p:cNvSpPr/>
            <p:nvPr/>
          </p:nvSpPr>
          <p:spPr>
            <a:xfrm>
              <a:off x="77143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47"/>
            <p:cNvSpPr/>
            <p:nvPr/>
          </p:nvSpPr>
          <p:spPr>
            <a:xfrm>
              <a:off x="718287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47"/>
            <p:cNvSpPr/>
            <p:nvPr/>
          </p:nvSpPr>
          <p:spPr>
            <a:xfrm>
              <a:off x="664977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47"/>
            <p:cNvSpPr/>
            <p:nvPr/>
          </p:nvSpPr>
          <p:spPr>
            <a:xfrm>
              <a:off x="611831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47"/>
            <p:cNvSpPr/>
            <p:nvPr/>
          </p:nvSpPr>
          <p:spPr>
            <a:xfrm>
              <a:off x="558686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47"/>
            <p:cNvSpPr/>
            <p:nvPr/>
          </p:nvSpPr>
          <p:spPr>
            <a:xfrm>
              <a:off x="505376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12210;p47"/>
            <p:cNvSpPr/>
            <p:nvPr/>
          </p:nvSpPr>
          <p:spPr>
            <a:xfrm>
              <a:off x="452230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1" name="Google Shape;12211;p47"/>
            <p:cNvSpPr/>
            <p:nvPr/>
          </p:nvSpPr>
          <p:spPr>
            <a:xfrm>
              <a:off x="398920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12212;p47"/>
            <p:cNvSpPr/>
            <p:nvPr/>
          </p:nvSpPr>
          <p:spPr>
            <a:xfrm>
              <a:off x="345611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12213;p47"/>
            <p:cNvSpPr/>
            <p:nvPr/>
          </p:nvSpPr>
          <p:spPr>
            <a:xfrm>
              <a:off x="292465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12214;p47"/>
            <p:cNvSpPr/>
            <p:nvPr/>
          </p:nvSpPr>
          <p:spPr>
            <a:xfrm>
              <a:off x="239319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47"/>
            <p:cNvSpPr/>
            <p:nvPr/>
          </p:nvSpPr>
          <p:spPr>
            <a:xfrm>
              <a:off x="186010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47"/>
            <p:cNvSpPr/>
            <p:nvPr/>
          </p:nvSpPr>
          <p:spPr>
            <a:xfrm>
              <a:off x="132864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47"/>
            <p:cNvSpPr/>
            <p:nvPr/>
          </p:nvSpPr>
          <p:spPr>
            <a:xfrm>
              <a:off x="7971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47"/>
            <p:cNvSpPr/>
            <p:nvPr/>
          </p:nvSpPr>
          <p:spPr>
            <a:xfrm>
              <a:off x="26409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12219;p47"/>
            <p:cNvSpPr/>
            <p:nvPr/>
          </p:nvSpPr>
          <p:spPr>
            <a:xfrm>
              <a:off x="1037653" y="388302"/>
              <a:ext cx="15911" cy="12302"/>
            </a:xfrm>
            <a:custGeom>
              <a:avLst/>
              <a:gdLst/>
              <a:ahLst/>
              <a:cxnLst/>
              <a:rect l="l" t="t" r="r" b="b"/>
              <a:pathLst>
                <a:path w="97" h="75" extrusionOk="0">
                  <a:moveTo>
                    <a:pt x="65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69"/>
                    <a:pt x="0" y="72"/>
                    <a:pt x="1" y="75"/>
                  </a:cubicBezTo>
                  <a:cubicBezTo>
                    <a:pt x="33" y="53"/>
                    <a:pt x="65" y="32"/>
                    <a:pt x="97" y="8"/>
                  </a:cubicBezTo>
                  <a:cubicBezTo>
                    <a:pt x="87" y="4"/>
                    <a:pt x="7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12220;p47"/>
            <p:cNvSpPr/>
            <p:nvPr/>
          </p:nvSpPr>
          <p:spPr>
            <a:xfrm>
              <a:off x="98450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47"/>
            <p:cNvSpPr/>
            <p:nvPr/>
          </p:nvSpPr>
          <p:spPr>
            <a:xfrm>
              <a:off x="931033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7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47"/>
            <p:cNvSpPr/>
            <p:nvPr/>
          </p:nvSpPr>
          <p:spPr>
            <a:xfrm>
              <a:off x="87788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47"/>
            <p:cNvSpPr/>
            <p:nvPr/>
          </p:nvSpPr>
          <p:spPr>
            <a:xfrm>
              <a:off x="82474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47"/>
            <p:cNvSpPr/>
            <p:nvPr/>
          </p:nvSpPr>
          <p:spPr>
            <a:xfrm>
              <a:off x="77143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47"/>
            <p:cNvSpPr/>
            <p:nvPr/>
          </p:nvSpPr>
          <p:spPr>
            <a:xfrm>
              <a:off x="71828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47"/>
            <p:cNvSpPr/>
            <p:nvPr/>
          </p:nvSpPr>
          <p:spPr>
            <a:xfrm>
              <a:off x="664977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47"/>
            <p:cNvSpPr/>
            <p:nvPr/>
          </p:nvSpPr>
          <p:spPr>
            <a:xfrm>
              <a:off x="611831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47"/>
            <p:cNvSpPr/>
            <p:nvPr/>
          </p:nvSpPr>
          <p:spPr>
            <a:xfrm>
              <a:off x="558686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47"/>
            <p:cNvSpPr/>
            <p:nvPr/>
          </p:nvSpPr>
          <p:spPr>
            <a:xfrm>
              <a:off x="505376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47"/>
            <p:cNvSpPr/>
            <p:nvPr/>
          </p:nvSpPr>
          <p:spPr>
            <a:xfrm>
              <a:off x="452230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47"/>
            <p:cNvSpPr/>
            <p:nvPr/>
          </p:nvSpPr>
          <p:spPr>
            <a:xfrm>
              <a:off x="398920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47"/>
            <p:cNvSpPr/>
            <p:nvPr/>
          </p:nvSpPr>
          <p:spPr>
            <a:xfrm>
              <a:off x="345611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47"/>
            <p:cNvSpPr/>
            <p:nvPr/>
          </p:nvSpPr>
          <p:spPr>
            <a:xfrm>
              <a:off x="292465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1"/>
                    <a:pt x="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47"/>
            <p:cNvSpPr/>
            <p:nvPr/>
          </p:nvSpPr>
          <p:spPr>
            <a:xfrm>
              <a:off x="239319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47"/>
            <p:cNvSpPr/>
            <p:nvPr/>
          </p:nvSpPr>
          <p:spPr>
            <a:xfrm>
              <a:off x="186010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47"/>
            <p:cNvSpPr/>
            <p:nvPr/>
          </p:nvSpPr>
          <p:spPr>
            <a:xfrm>
              <a:off x="132864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47"/>
            <p:cNvSpPr/>
            <p:nvPr/>
          </p:nvSpPr>
          <p:spPr>
            <a:xfrm>
              <a:off x="7971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47"/>
            <p:cNvSpPr/>
            <p:nvPr/>
          </p:nvSpPr>
          <p:spPr>
            <a:xfrm>
              <a:off x="26409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47"/>
            <p:cNvSpPr/>
            <p:nvPr/>
          </p:nvSpPr>
          <p:spPr>
            <a:xfrm>
              <a:off x="1086533" y="335156"/>
              <a:ext cx="25425" cy="20668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3" y="0"/>
                  </a:moveTo>
                  <a:cubicBezTo>
                    <a:pt x="22" y="0"/>
                    <a:pt x="0" y="97"/>
                    <a:pt x="66" y="125"/>
                  </a:cubicBezTo>
                  <a:cubicBezTo>
                    <a:pt x="96" y="100"/>
                    <a:pt x="125" y="74"/>
                    <a:pt x="154" y="47"/>
                  </a:cubicBezTo>
                  <a:cubicBezTo>
                    <a:pt x="147" y="19"/>
                    <a:pt x="122" y="0"/>
                    <a:pt x="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47"/>
            <p:cNvSpPr/>
            <p:nvPr/>
          </p:nvSpPr>
          <p:spPr>
            <a:xfrm>
              <a:off x="1037653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47"/>
            <p:cNvSpPr/>
            <p:nvPr/>
          </p:nvSpPr>
          <p:spPr>
            <a:xfrm>
              <a:off x="98450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47"/>
            <p:cNvSpPr/>
            <p:nvPr/>
          </p:nvSpPr>
          <p:spPr>
            <a:xfrm>
              <a:off x="931033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47"/>
            <p:cNvSpPr/>
            <p:nvPr/>
          </p:nvSpPr>
          <p:spPr>
            <a:xfrm>
              <a:off x="87788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47"/>
            <p:cNvSpPr/>
            <p:nvPr/>
          </p:nvSpPr>
          <p:spPr>
            <a:xfrm>
              <a:off x="82474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47"/>
            <p:cNvSpPr/>
            <p:nvPr/>
          </p:nvSpPr>
          <p:spPr>
            <a:xfrm>
              <a:off x="77143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47"/>
            <p:cNvSpPr/>
            <p:nvPr/>
          </p:nvSpPr>
          <p:spPr>
            <a:xfrm>
              <a:off x="71828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47"/>
            <p:cNvSpPr/>
            <p:nvPr/>
          </p:nvSpPr>
          <p:spPr>
            <a:xfrm>
              <a:off x="664977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47"/>
            <p:cNvSpPr/>
            <p:nvPr/>
          </p:nvSpPr>
          <p:spPr>
            <a:xfrm>
              <a:off x="611831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47"/>
            <p:cNvSpPr/>
            <p:nvPr/>
          </p:nvSpPr>
          <p:spPr>
            <a:xfrm>
              <a:off x="558686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47"/>
            <p:cNvSpPr/>
            <p:nvPr/>
          </p:nvSpPr>
          <p:spPr>
            <a:xfrm>
              <a:off x="505376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47"/>
            <p:cNvSpPr/>
            <p:nvPr/>
          </p:nvSpPr>
          <p:spPr>
            <a:xfrm>
              <a:off x="452230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47"/>
            <p:cNvSpPr/>
            <p:nvPr/>
          </p:nvSpPr>
          <p:spPr>
            <a:xfrm>
              <a:off x="398920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47"/>
            <p:cNvSpPr/>
            <p:nvPr/>
          </p:nvSpPr>
          <p:spPr>
            <a:xfrm>
              <a:off x="345611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47"/>
            <p:cNvSpPr/>
            <p:nvPr/>
          </p:nvSpPr>
          <p:spPr>
            <a:xfrm>
              <a:off x="292465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47"/>
            <p:cNvSpPr/>
            <p:nvPr/>
          </p:nvSpPr>
          <p:spPr>
            <a:xfrm>
              <a:off x="239319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47"/>
            <p:cNvSpPr/>
            <p:nvPr/>
          </p:nvSpPr>
          <p:spPr>
            <a:xfrm>
              <a:off x="186010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47"/>
            <p:cNvSpPr/>
            <p:nvPr/>
          </p:nvSpPr>
          <p:spPr>
            <a:xfrm>
              <a:off x="132864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47"/>
            <p:cNvSpPr/>
            <p:nvPr/>
          </p:nvSpPr>
          <p:spPr>
            <a:xfrm>
              <a:off x="7971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47"/>
            <p:cNvSpPr/>
            <p:nvPr/>
          </p:nvSpPr>
          <p:spPr>
            <a:xfrm>
              <a:off x="26409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47"/>
            <p:cNvSpPr/>
            <p:nvPr/>
          </p:nvSpPr>
          <p:spPr>
            <a:xfrm>
              <a:off x="1139843" y="282010"/>
              <a:ext cx="24933" cy="21160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90" y="0"/>
                  </a:moveTo>
                  <a:cubicBezTo>
                    <a:pt x="15" y="0"/>
                    <a:pt x="1" y="108"/>
                    <a:pt x="75" y="128"/>
                  </a:cubicBezTo>
                  <a:cubicBezTo>
                    <a:pt x="101" y="99"/>
                    <a:pt x="127" y="69"/>
                    <a:pt x="151" y="40"/>
                  </a:cubicBezTo>
                  <a:cubicBezTo>
                    <a:pt x="141" y="15"/>
                    <a:pt x="118" y="0"/>
                    <a:pt x="92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47"/>
            <p:cNvSpPr/>
            <p:nvPr/>
          </p:nvSpPr>
          <p:spPr>
            <a:xfrm>
              <a:off x="1090798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47"/>
            <p:cNvSpPr/>
            <p:nvPr/>
          </p:nvSpPr>
          <p:spPr>
            <a:xfrm>
              <a:off x="1037653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47"/>
            <p:cNvSpPr/>
            <p:nvPr/>
          </p:nvSpPr>
          <p:spPr>
            <a:xfrm>
              <a:off x="98450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47"/>
            <p:cNvSpPr/>
            <p:nvPr/>
          </p:nvSpPr>
          <p:spPr>
            <a:xfrm>
              <a:off x="931033" y="281846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47"/>
            <p:cNvSpPr/>
            <p:nvPr/>
          </p:nvSpPr>
          <p:spPr>
            <a:xfrm>
              <a:off x="87788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47"/>
            <p:cNvSpPr/>
            <p:nvPr/>
          </p:nvSpPr>
          <p:spPr>
            <a:xfrm>
              <a:off x="82474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47"/>
            <p:cNvSpPr/>
            <p:nvPr/>
          </p:nvSpPr>
          <p:spPr>
            <a:xfrm>
              <a:off x="77143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47"/>
            <p:cNvSpPr/>
            <p:nvPr/>
          </p:nvSpPr>
          <p:spPr>
            <a:xfrm>
              <a:off x="71828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47"/>
            <p:cNvSpPr/>
            <p:nvPr/>
          </p:nvSpPr>
          <p:spPr>
            <a:xfrm>
              <a:off x="664977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47"/>
            <p:cNvSpPr/>
            <p:nvPr/>
          </p:nvSpPr>
          <p:spPr>
            <a:xfrm>
              <a:off x="611831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47"/>
            <p:cNvSpPr/>
            <p:nvPr/>
          </p:nvSpPr>
          <p:spPr>
            <a:xfrm>
              <a:off x="558686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47"/>
            <p:cNvSpPr/>
            <p:nvPr/>
          </p:nvSpPr>
          <p:spPr>
            <a:xfrm>
              <a:off x="505376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47"/>
            <p:cNvSpPr/>
            <p:nvPr/>
          </p:nvSpPr>
          <p:spPr>
            <a:xfrm>
              <a:off x="452230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47"/>
            <p:cNvSpPr/>
            <p:nvPr/>
          </p:nvSpPr>
          <p:spPr>
            <a:xfrm>
              <a:off x="39892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47"/>
            <p:cNvSpPr/>
            <p:nvPr/>
          </p:nvSpPr>
          <p:spPr>
            <a:xfrm>
              <a:off x="345611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6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47"/>
            <p:cNvSpPr/>
            <p:nvPr/>
          </p:nvSpPr>
          <p:spPr>
            <a:xfrm>
              <a:off x="292465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47"/>
            <p:cNvSpPr/>
            <p:nvPr/>
          </p:nvSpPr>
          <p:spPr>
            <a:xfrm>
              <a:off x="23931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47"/>
            <p:cNvSpPr/>
            <p:nvPr/>
          </p:nvSpPr>
          <p:spPr>
            <a:xfrm>
              <a:off x="18601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47"/>
            <p:cNvSpPr/>
            <p:nvPr/>
          </p:nvSpPr>
          <p:spPr>
            <a:xfrm>
              <a:off x="132864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47"/>
            <p:cNvSpPr/>
            <p:nvPr/>
          </p:nvSpPr>
          <p:spPr>
            <a:xfrm>
              <a:off x="7971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47"/>
            <p:cNvSpPr/>
            <p:nvPr/>
          </p:nvSpPr>
          <p:spPr>
            <a:xfrm>
              <a:off x="2640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47"/>
            <p:cNvSpPr/>
            <p:nvPr/>
          </p:nvSpPr>
          <p:spPr>
            <a:xfrm>
              <a:off x="1197254" y="228865"/>
              <a:ext cx="9678" cy="14599"/>
            </a:xfrm>
            <a:custGeom>
              <a:avLst/>
              <a:gdLst/>
              <a:ahLst/>
              <a:cxnLst/>
              <a:rect l="l" t="t" r="r" b="b"/>
              <a:pathLst>
                <a:path w="59" h="89" extrusionOk="0">
                  <a:moveTo>
                    <a:pt x="59" y="0"/>
                  </a:moveTo>
                  <a:lnTo>
                    <a:pt x="59" y="0"/>
                  </a:lnTo>
                  <a:cubicBezTo>
                    <a:pt x="26" y="3"/>
                    <a:pt x="0" y="32"/>
                    <a:pt x="0" y="65"/>
                  </a:cubicBezTo>
                  <a:cubicBezTo>
                    <a:pt x="0" y="73"/>
                    <a:pt x="2" y="81"/>
                    <a:pt x="5" y="89"/>
                  </a:cubicBezTo>
                  <a:cubicBezTo>
                    <a:pt x="24" y="59"/>
                    <a:pt x="42" y="29"/>
                    <a:pt x="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47"/>
            <p:cNvSpPr/>
            <p:nvPr/>
          </p:nvSpPr>
          <p:spPr>
            <a:xfrm>
              <a:off x="1140335" y="228537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47"/>
            <p:cNvSpPr/>
            <p:nvPr/>
          </p:nvSpPr>
          <p:spPr>
            <a:xfrm>
              <a:off x="1090798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47"/>
            <p:cNvSpPr/>
            <p:nvPr/>
          </p:nvSpPr>
          <p:spPr>
            <a:xfrm>
              <a:off x="1037653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47"/>
            <p:cNvSpPr/>
            <p:nvPr/>
          </p:nvSpPr>
          <p:spPr>
            <a:xfrm>
              <a:off x="98450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47"/>
            <p:cNvSpPr/>
            <p:nvPr/>
          </p:nvSpPr>
          <p:spPr>
            <a:xfrm>
              <a:off x="931033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47"/>
            <p:cNvSpPr/>
            <p:nvPr/>
          </p:nvSpPr>
          <p:spPr>
            <a:xfrm>
              <a:off x="87788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47"/>
            <p:cNvSpPr/>
            <p:nvPr/>
          </p:nvSpPr>
          <p:spPr>
            <a:xfrm>
              <a:off x="82474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47"/>
            <p:cNvSpPr/>
            <p:nvPr/>
          </p:nvSpPr>
          <p:spPr>
            <a:xfrm>
              <a:off x="77143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47"/>
            <p:cNvSpPr/>
            <p:nvPr/>
          </p:nvSpPr>
          <p:spPr>
            <a:xfrm>
              <a:off x="71828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47"/>
            <p:cNvSpPr/>
            <p:nvPr/>
          </p:nvSpPr>
          <p:spPr>
            <a:xfrm>
              <a:off x="664977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47"/>
            <p:cNvSpPr/>
            <p:nvPr/>
          </p:nvSpPr>
          <p:spPr>
            <a:xfrm>
              <a:off x="611831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47"/>
            <p:cNvSpPr/>
            <p:nvPr/>
          </p:nvSpPr>
          <p:spPr>
            <a:xfrm>
              <a:off x="558686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47"/>
            <p:cNvSpPr/>
            <p:nvPr/>
          </p:nvSpPr>
          <p:spPr>
            <a:xfrm>
              <a:off x="505376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2" y="133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47"/>
            <p:cNvSpPr/>
            <p:nvPr/>
          </p:nvSpPr>
          <p:spPr>
            <a:xfrm>
              <a:off x="452230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47"/>
            <p:cNvSpPr/>
            <p:nvPr/>
          </p:nvSpPr>
          <p:spPr>
            <a:xfrm>
              <a:off x="398920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47"/>
            <p:cNvSpPr/>
            <p:nvPr/>
          </p:nvSpPr>
          <p:spPr>
            <a:xfrm>
              <a:off x="345611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47"/>
            <p:cNvSpPr/>
            <p:nvPr/>
          </p:nvSpPr>
          <p:spPr>
            <a:xfrm>
              <a:off x="292465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47"/>
            <p:cNvSpPr/>
            <p:nvPr/>
          </p:nvSpPr>
          <p:spPr>
            <a:xfrm>
              <a:off x="239319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47"/>
            <p:cNvSpPr/>
            <p:nvPr/>
          </p:nvSpPr>
          <p:spPr>
            <a:xfrm>
              <a:off x="186010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47"/>
            <p:cNvSpPr/>
            <p:nvPr/>
          </p:nvSpPr>
          <p:spPr>
            <a:xfrm>
              <a:off x="132864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47"/>
            <p:cNvSpPr/>
            <p:nvPr/>
          </p:nvSpPr>
          <p:spPr>
            <a:xfrm>
              <a:off x="7971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47"/>
            <p:cNvSpPr/>
            <p:nvPr/>
          </p:nvSpPr>
          <p:spPr>
            <a:xfrm>
              <a:off x="26409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47"/>
            <p:cNvSpPr/>
            <p:nvPr/>
          </p:nvSpPr>
          <p:spPr>
            <a:xfrm>
              <a:off x="1193481" y="175391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47"/>
            <p:cNvSpPr/>
            <p:nvPr/>
          </p:nvSpPr>
          <p:spPr>
            <a:xfrm>
              <a:off x="1140335" y="17539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47"/>
            <p:cNvSpPr/>
            <p:nvPr/>
          </p:nvSpPr>
          <p:spPr>
            <a:xfrm>
              <a:off x="1090798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47"/>
            <p:cNvSpPr/>
            <p:nvPr/>
          </p:nvSpPr>
          <p:spPr>
            <a:xfrm>
              <a:off x="1037653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47"/>
            <p:cNvSpPr/>
            <p:nvPr/>
          </p:nvSpPr>
          <p:spPr>
            <a:xfrm>
              <a:off x="98450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47"/>
            <p:cNvSpPr/>
            <p:nvPr/>
          </p:nvSpPr>
          <p:spPr>
            <a:xfrm>
              <a:off x="931033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47"/>
            <p:cNvSpPr/>
            <p:nvPr/>
          </p:nvSpPr>
          <p:spPr>
            <a:xfrm>
              <a:off x="87788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47"/>
            <p:cNvSpPr/>
            <p:nvPr/>
          </p:nvSpPr>
          <p:spPr>
            <a:xfrm>
              <a:off x="82474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47"/>
            <p:cNvSpPr/>
            <p:nvPr/>
          </p:nvSpPr>
          <p:spPr>
            <a:xfrm>
              <a:off x="77143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47"/>
            <p:cNvSpPr/>
            <p:nvPr/>
          </p:nvSpPr>
          <p:spPr>
            <a:xfrm>
              <a:off x="71828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47"/>
            <p:cNvSpPr/>
            <p:nvPr/>
          </p:nvSpPr>
          <p:spPr>
            <a:xfrm>
              <a:off x="664977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47"/>
            <p:cNvSpPr/>
            <p:nvPr/>
          </p:nvSpPr>
          <p:spPr>
            <a:xfrm>
              <a:off x="611831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47"/>
            <p:cNvSpPr/>
            <p:nvPr/>
          </p:nvSpPr>
          <p:spPr>
            <a:xfrm>
              <a:off x="558686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47"/>
            <p:cNvSpPr/>
            <p:nvPr/>
          </p:nvSpPr>
          <p:spPr>
            <a:xfrm>
              <a:off x="505376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47"/>
            <p:cNvSpPr/>
            <p:nvPr/>
          </p:nvSpPr>
          <p:spPr>
            <a:xfrm>
              <a:off x="452230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1"/>
                    <a:pt x="153" y="62"/>
                    <a:pt x="113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47"/>
            <p:cNvSpPr/>
            <p:nvPr/>
          </p:nvSpPr>
          <p:spPr>
            <a:xfrm>
              <a:off x="398920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47"/>
            <p:cNvSpPr/>
            <p:nvPr/>
          </p:nvSpPr>
          <p:spPr>
            <a:xfrm>
              <a:off x="345611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47"/>
            <p:cNvSpPr/>
            <p:nvPr/>
          </p:nvSpPr>
          <p:spPr>
            <a:xfrm>
              <a:off x="292465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47"/>
            <p:cNvSpPr/>
            <p:nvPr/>
          </p:nvSpPr>
          <p:spPr>
            <a:xfrm>
              <a:off x="239319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47"/>
            <p:cNvSpPr/>
            <p:nvPr/>
          </p:nvSpPr>
          <p:spPr>
            <a:xfrm>
              <a:off x="186010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47"/>
            <p:cNvSpPr/>
            <p:nvPr/>
          </p:nvSpPr>
          <p:spPr>
            <a:xfrm>
              <a:off x="132864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47"/>
            <p:cNvSpPr/>
            <p:nvPr/>
          </p:nvSpPr>
          <p:spPr>
            <a:xfrm>
              <a:off x="7971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47"/>
            <p:cNvSpPr/>
            <p:nvPr/>
          </p:nvSpPr>
          <p:spPr>
            <a:xfrm>
              <a:off x="26409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47"/>
            <p:cNvSpPr/>
            <p:nvPr/>
          </p:nvSpPr>
          <p:spPr>
            <a:xfrm>
              <a:off x="1193481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47"/>
            <p:cNvSpPr/>
            <p:nvPr/>
          </p:nvSpPr>
          <p:spPr>
            <a:xfrm>
              <a:off x="114033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47"/>
            <p:cNvSpPr/>
            <p:nvPr/>
          </p:nvSpPr>
          <p:spPr>
            <a:xfrm>
              <a:off x="1090798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47"/>
            <p:cNvSpPr/>
            <p:nvPr/>
          </p:nvSpPr>
          <p:spPr>
            <a:xfrm>
              <a:off x="1037653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47"/>
            <p:cNvSpPr/>
            <p:nvPr/>
          </p:nvSpPr>
          <p:spPr>
            <a:xfrm>
              <a:off x="98450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47"/>
            <p:cNvSpPr/>
            <p:nvPr/>
          </p:nvSpPr>
          <p:spPr>
            <a:xfrm>
              <a:off x="931033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47"/>
            <p:cNvSpPr/>
            <p:nvPr/>
          </p:nvSpPr>
          <p:spPr>
            <a:xfrm>
              <a:off x="87788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47"/>
            <p:cNvSpPr/>
            <p:nvPr/>
          </p:nvSpPr>
          <p:spPr>
            <a:xfrm>
              <a:off x="82474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47"/>
            <p:cNvSpPr/>
            <p:nvPr/>
          </p:nvSpPr>
          <p:spPr>
            <a:xfrm>
              <a:off x="77143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47"/>
            <p:cNvSpPr/>
            <p:nvPr/>
          </p:nvSpPr>
          <p:spPr>
            <a:xfrm>
              <a:off x="71828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47"/>
            <p:cNvSpPr/>
            <p:nvPr/>
          </p:nvSpPr>
          <p:spPr>
            <a:xfrm>
              <a:off x="664977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2339;p47"/>
            <p:cNvSpPr/>
            <p:nvPr/>
          </p:nvSpPr>
          <p:spPr>
            <a:xfrm>
              <a:off x="611831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47"/>
            <p:cNvSpPr/>
            <p:nvPr/>
          </p:nvSpPr>
          <p:spPr>
            <a:xfrm>
              <a:off x="558686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47"/>
            <p:cNvSpPr/>
            <p:nvPr/>
          </p:nvSpPr>
          <p:spPr>
            <a:xfrm>
              <a:off x="505376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47"/>
            <p:cNvSpPr/>
            <p:nvPr/>
          </p:nvSpPr>
          <p:spPr>
            <a:xfrm>
              <a:off x="452230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47"/>
            <p:cNvSpPr/>
            <p:nvPr/>
          </p:nvSpPr>
          <p:spPr>
            <a:xfrm>
              <a:off x="39892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47"/>
            <p:cNvSpPr/>
            <p:nvPr/>
          </p:nvSpPr>
          <p:spPr>
            <a:xfrm>
              <a:off x="345611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12345;p47"/>
            <p:cNvSpPr/>
            <p:nvPr/>
          </p:nvSpPr>
          <p:spPr>
            <a:xfrm>
              <a:off x="29246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47"/>
            <p:cNvSpPr/>
            <p:nvPr/>
          </p:nvSpPr>
          <p:spPr>
            <a:xfrm>
              <a:off x="23931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47"/>
            <p:cNvSpPr/>
            <p:nvPr/>
          </p:nvSpPr>
          <p:spPr>
            <a:xfrm>
              <a:off x="18601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47"/>
            <p:cNvSpPr/>
            <p:nvPr/>
          </p:nvSpPr>
          <p:spPr>
            <a:xfrm>
              <a:off x="132864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47"/>
            <p:cNvSpPr/>
            <p:nvPr/>
          </p:nvSpPr>
          <p:spPr>
            <a:xfrm>
              <a:off x="7971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47"/>
            <p:cNvSpPr/>
            <p:nvPr/>
          </p:nvSpPr>
          <p:spPr>
            <a:xfrm>
              <a:off x="2640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47"/>
            <p:cNvSpPr/>
            <p:nvPr/>
          </p:nvSpPr>
          <p:spPr>
            <a:xfrm>
              <a:off x="1193481" y="6893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47"/>
            <p:cNvSpPr/>
            <p:nvPr/>
          </p:nvSpPr>
          <p:spPr>
            <a:xfrm>
              <a:off x="1140335" y="6893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47"/>
            <p:cNvSpPr/>
            <p:nvPr/>
          </p:nvSpPr>
          <p:spPr>
            <a:xfrm>
              <a:off x="1090798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47"/>
            <p:cNvSpPr/>
            <p:nvPr/>
          </p:nvSpPr>
          <p:spPr>
            <a:xfrm>
              <a:off x="1037653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47"/>
            <p:cNvSpPr/>
            <p:nvPr/>
          </p:nvSpPr>
          <p:spPr>
            <a:xfrm>
              <a:off x="98450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47"/>
            <p:cNvSpPr/>
            <p:nvPr/>
          </p:nvSpPr>
          <p:spPr>
            <a:xfrm>
              <a:off x="931033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47"/>
            <p:cNvSpPr/>
            <p:nvPr/>
          </p:nvSpPr>
          <p:spPr>
            <a:xfrm>
              <a:off x="87788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47"/>
            <p:cNvSpPr/>
            <p:nvPr/>
          </p:nvSpPr>
          <p:spPr>
            <a:xfrm>
              <a:off x="82474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47"/>
            <p:cNvSpPr/>
            <p:nvPr/>
          </p:nvSpPr>
          <p:spPr>
            <a:xfrm>
              <a:off x="77143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47"/>
            <p:cNvSpPr/>
            <p:nvPr/>
          </p:nvSpPr>
          <p:spPr>
            <a:xfrm>
              <a:off x="71828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47"/>
            <p:cNvSpPr/>
            <p:nvPr/>
          </p:nvSpPr>
          <p:spPr>
            <a:xfrm>
              <a:off x="664977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47"/>
            <p:cNvSpPr/>
            <p:nvPr/>
          </p:nvSpPr>
          <p:spPr>
            <a:xfrm>
              <a:off x="611831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47"/>
            <p:cNvSpPr/>
            <p:nvPr/>
          </p:nvSpPr>
          <p:spPr>
            <a:xfrm>
              <a:off x="558686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2364;p47"/>
            <p:cNvSpPr/>
            <p:nvPr/>
          </p:nvSpPr>
          <p:spPr>
            <a:xfrm>
              <a:off x="505376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47"/>
            <p:cNvSpPr/>
            <p:nvPr/>
          </p:nvSpPr>
          <p:spPr>
            <a:xfrm>
              <a:off x="452230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47"/>
            <p:cNvSpPr/>
            <p:nvPr/>
          </p:nvSpPr>
          <p:spPr>
            <a:xfrm>
              <a:off x="398920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47"/>
            <p:cNvSpPr/>
            <p:nvPr/>
          </p:nvSpPr>
          <p:spPr>
            <a:xfrm>
              <a:off x="345611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47"/>
            <p:cNvSpPr/>
            <p:nvPr/>
          </p:nvSpPr>
          <p:spPr>
            <a:xfrm>
              <a:off x="292465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47"/>
            <p:cNvSpPr/>
            <p:nvPr/>
          </p:nvSpPr>
          <p:spPr>
            <a:xfrm>
              <a:off x="239319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2370;p47"/>
            <p:cNvSpPr/>
            <p:nvPr/>
          </p:nvSpPr>
          <p:spPr>
            <a:xfrm>
              <a:off x="186010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1" name="Google Shape;12371;p47"/>
            <p:cNvSpPr/>
            <p:nvPr/>
          </p:nvSpPr>
          <p:spPr>
            <a:xfrm>
              <a:off x="132864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12372;p47"/>
            <p:cNvSpPr/>
            <p:nvPr/>
          </p:nvSpPr>
          <p:spPr>
            <a:xfrm>
              <a:off x="7971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12373;p47"/>
            <p:cNvSpPr/>
            <p:nvPr/>
          </p:nvSpPr>
          <p:spPr>
            <a:xfrm>
              <a:off x="26409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4" name="Google Shape;12374;p47"/>
            <p:cNvSpPr/>
            <p:nvPr/>
          </p:nvSpPr>
          <p:spPr>
            <a:xfrm>
              <a:off x="1193481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12375;p47"/>
            <p:cNvSpPr/>
            <p:nvPr/>
          </p:nvSpPr>
          <p:spPr>
            <a:xfrm>
              <a:off x="1140335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12376;p47"/>
            <p:cNvSpPr/>
            <p:nvPr/>
          </p:nvSpPr>
          <p:spPr>
            <a:xfrm>
              <a:off x="1090798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2377;p47"/>
            <p:cNvSpPr/>
            <p:nvPr/>
          </p:nvSpPr>
          <p:spPr>
            <a:xfrm>
              <a:off x="1037653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2378;p47"/>
            <p:cNvSpPr/>
            <p:nvPr/>
          </p:nvSpPr>
          <p:spPr>
            <a:xfrm>
              <a:off x="98450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12379;p47"/>
            <p:cNvSpPr/>
            <p:nvPr/>
          </p:nvSpPr>
          <p:spPr>
            <a:xfrm>
              <a:off x="931033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12380;p47"/>
            <p:cNvSpPr/>
            <p:nvPr/>
          </p:nvSpPr>
          <p:spPr>
            <a:xfrm>
              <a:off x="87788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2381;p47"/>
            <p:cNvSpPr/>
            <p:nvPr/>
          </p:nvSpPr>
          <p:spPr>
            <a:xfrm>
              <a:off x="82474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2" name="Google Shape;12382;p47"/>
            <p:cNvSpPr/>
            <p:nvPr/>
          </p:nvSpPr>
          <p:spPr>
            <a:xfrm>
              <a:off x="77143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3" name="Google Shape;12383;p47"/>
            <p:cNvSpPr/>
            <p:nvPr/>
          </p:nvSpPr>
          <p:spPr>
            <a:xfrm>
              <a:off x="71828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12384;p47"/>
            <p:cNvSpPr/>
            <p:nvPr/>
          </p:nvSpPr>
          <p:spPr>
            <a:xfrm>
              <a:off x="664977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12385;p47"/>
            <p:cNvSpPr/>
            <p:nvPr/>
          </p:nvSpPr>
          <p:spPr>
            <a:xfrm>
              <a:off x="611831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2386;p47"/>
            <p:cNvSpPr/>
            <p:nvPr/>
          </p:nvSpPr>
          <p:spPr>
            <a:xfrm>
              <a:off x="558686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12387;p47"/>
            <p:cNvSpPr/>
            <p:nvPr/>
          </p:nvSpPr>
          <p:spPr>
            <a:xfrm>
              <a:off x="505376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12388;p47"/>
            <p:cNvSpPr/>
            <p:nvPr/>
          </p:nvSpPr>
          <p:spPr>
            <a:xfrm>
              <a:off x="452230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2389;p47"/>
            <p:cNvSpPr/>
            <p:nvPr/>
          </p:nvSpPr>
          <p:spPr>
            <a:xfrm>
              <a:off x="398920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2390;p47"/>
            <p:cNvSpPr/>
            <p:nvPr/>
          </p:nvSpPr>
          <p:spPr>
            <a:xfrm>
              <a:off x="345611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2391;p47"/>
            <p:cNvSpPr/>
            <p:nvPr/>
          </p:nvSpPr>
          <p:spPr>
            <a:xfrm>
              <a:off x="288856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1"/>
                  </a:moveTo>
                  <a:cubicBezTo>
                    <a:pt x="29" y="1"/>
                    <a:pt x="0" y="72"/>
                    <a:pt x="42" y="112"/>
                  </a:cubicBezTo>
                  <a:cubicBezTo>
                    <a:pt x="55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4" y="1"/>
                    <a:pt x="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12392;p47"/>
            <p:cNvSpPr/>
            <p:nvPr/>
          </p:nvSpPr>
          <p:spPr>
            <a:xfrm>
              <a:off x="239319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12393;p47"/>
            <p:cNvSpPr/>
            <p:nvPr/>
          </p:nvSpPr>
          <p:spPr>
            <a:xfrm>
              <a:off x="186010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4" name="Google Shape;12394;p47"/>
            <p:cNvSpPr/>
            <p:nvPr/>
          </p:nvSpPr>
          <p:spPr>
            <a:xfrm>
              <a:off x="129091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5" name="Google Shape;12395;p47"/>
            <p:cNvSpPr/>
            <p:nvPr/>
          </p:nvSpPr>
          <p:spPr>
            <a:xfrm>
              <a:off x="7971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12396;p47"/>
            <p:cNvSpPr/>
            <p:nvPr/>
          </p:nvSpPr>
          <p:spPr>
            <a:xfrm>
              <a:off x="26409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" name="Google Shape;22465;p74">
            <a:extLst>
              <a:ext uri="{FF2B5EF4-FFF2-40B4-BE49-F238E27FC236}">
                <a16:creationId xmlns:a16="http://schemas.microsoft.com/office/drawing/2014/main" id="{C7B169B0-F5E7-8062-75D0-32E4D98DEB2E}"/>
              </a:ext>
            </a:extLst>
          </p:cNvPr>
          <p:cNvGrpSpPr/>
          <p:nvPr/>
        </p:nvGrpSpPr>
        <p:grpSpPr>
          <a:xfrm>
            <a:off x="1947220" y="63844"/>
            <a:ext cx="2085819" cy="285210"/>
            <a:chOff x="238125" y="2506075"/>
            <a:chExt cx="7115411" cy="673075"/>
          </a:xfrm>
        </p:grpSpPr>
        <p:sp>
          <p:nvSpPr>
            <p:cNvPr id="3" name="Google Shape;22466;p74">
              <a:extLst>
                <a:ext uri="{FF2B5EF4-FFF2-40B4-BE49-F238E27FC236}">
                  <a16:creationId xmlns:a16="http://schemas.microsoft.com/office/drawing/2014/main" id="{0D9FA3D1-8238-3839-923A-B406FE7D344E}"/>
                </a:ext>
              </a:extLst>
            </p:cNvPr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22467;p74">
              <a:extLst>
                <a:ext uri="{FF2B5EF4-FFF2-40B4-BE49-F238E27FC236}">
                  <a16:creationId xmlns:a16="http://schemas.microsoft.com/office/drawing/2014/main" id="{0ED85A2B-9BF8-6869-01D9-AACDC92A7049}"/>
                </a:ext>
              </a:extLst>
            </p:cNvPr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22468;p74">
              <a:extLst>
                <a:ext uri="{FF2B5EF4-FFF2-40B4-BE49-F238E27FC236}">
                  <a16:creationId xmlns:a16="http://schemas.microsoft.com/office/drawing/2014/main" id="{5CD931ED-40E3-C9F0-E2C0-18FED2D413F7}"/>
                </a:ext>
              </a:extLst>
            </p:cNvPr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22469;p74">
              <a:extLst>
                <a:ext uri="{FF2B5EF4-FFF2-40B4-BE49-F238E27FC236}">
                  <a16:creationId xmlns:a16="http://schemas.microsoft.com/office/drawing/2014/main" id="{3E5ACD31-B840-43A8-7FE2-73153AA2756E}"/>
                </a:ext>
              </a:extLst>
            </p:cNvPr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22470;p74">
              <a:extLst>
                <a:ext uri="{FF2B5EF4-FFF2-40B4-BE49-F238E27FC236}">
                  <a16:creationId xmlns:a16="http://schemas.microsoft.com/office/drawing/2014/main" id="{5165DB8D-8694-B7D2-335F-B244D11FB00B}"/>
                </a:ext>
              </a:extLst>
            </p:cNvPr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" name="Google Shape;22389;p74">
            <a:extLst>
              <a:ext uri="{FF2B5EF4-FFF2-40B4-BE49-F238E27FC236}">
                <a16:creationId xmlns:a16="http://schemas.microsoft.com/office/drawing/2014/main" id="{EF64112A-FC72-7C82-3EC8-6F380EC7AD72}"/>
              </a:ext>
            </a:extLst>
          </p:cNvPr>
          <p:cNvGrpSpPr/>
          <p:nvPr/>
        </p:nvGrpSpPr>
        <p:grpSpPr>
          <a:xfrm>
            <a:off x="113742" y="4541686"/>
            <a:ext cx="1675129" cy="525345"/>
            <a:chOff x="5194708" y="3484366"/>
            <a:chExt cx="3148148" cy="987304"/>
          </a:xfrm>
        </p:grpSpPr>
        <p:grpSp>
          <p:nvGrpSpPr>
            <p:cNvPr id="9" name="Google Shape;22390;p74">
              <a:extLst>
                <a:ext uri="{FF2B5EF4-FFF2-40B4-BE49-F238E27FC236}">
                  <a16:creationId xmlns:a16="http://schemas.microsoft.com/office/drawing/2014/main" id="{8D3F40B3-C673-2E72-946A-82EB4D124B40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22" name="Google Shape;22391;p74">
                <a:extLst>
                  <a:ext uri="{FF2B5EF4-FFF2-40B4-BE49-F238E27FC236}">
                    <a16:creationId xmlns:a16="http://schemas.microsoft.com/office/drawing/2014/main" id="{94AC2A33-489F-2AB4-BFE4-6C2D7C1DAD01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2392;p74">
                <a:extLst>
                  <a:ext uri="{FF2B5EF4-FFF2-40B4-BE49-F238E27FC236}">
                    <a16:creationId xmlns:a16="http://schemas.microsoft.com/office/drawing/2014/main" id="{12D92433-7878-3D7E-B04A-5C6945E46FCF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2393;p74">
                <a:extLst>
                  <a:ext uri="{FF2B5EF4-FFF2-40B4-BE49-F238E27FC236}">
                    <a16:creationId xmlns:a16="http://schemas.microsoft.com/office/drawing/2014/main" id="{2D8A44FB-B208-A16F-CC03-415C4C22C023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" name="Google Shape;22394;p74">
              <a:extLst>
                <a:ext uri="{FF2B5EF4-FFF2-40B4-BE49-F238E27FC236}">
                  <a16:creationId xmlns:a16="http://schemas.microsoft.com/office/drawing/2014/main" id="{1A533AB4-9793-CE85-C6D8-842B1A37020F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19" name="Google Shape;22395;p74">
                <a:extLst>
                  <a:ext uri="{FF2B5EF4-FFF2-40B4-BE49-F238E27FC236}">
                    <a16:creationId xmlns:a16="http://schemas.microsoft.com/office/drawing/2014/main" id="{763AB004-D000-A221-E853-F7F2D3887FFF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2396;p74">
                <a:extLst>
                  <a:ext uri="{FF2B5EF4-FFF2-40B4-BE49-F238E27FC236}">
                    <a16:creationId xmlns:a16="http://schemas.microsoft.com/office/drawing/2014/main" id="{552F050A-6137-8E90-A570-768713E45CE0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2397;p74">
                <a:extLst>
                  <a:ext uri="{FF2B5EF4-FFF2-40B4-BE49-F238E27FC236}">
                    <a16:creationId xmlns:a16="http://schemas.microsoft.com/office/drawing/2014/main" id="{BDEC1246-92DB-9E2E-1928-641BFC81C69A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" name="Google Shape;22398;p74">
              <a:extLst>
                <a:ext uri="{FF2B5EF4-FFF2-40B4-BE49-F238E27FC236}">
                  <a16:creationId xmlns:a16="http://schemas.microsoft.com/office/drawing/2014/main" id="{5B6406C9-0A24-0AA6-CDC8-C99EA5413DCA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16" name="Google Shape;22399;p74">
                <a:extLst>
                  <a:ext uri="{FF2B5EF4-FFF2-40B4-BE49-F238E27FC236}">
                    <a16:creationId xmlns:a16="http://schemas.microsoft.com/office/drawing/2014/main" id="{54B99AF5-440C-9437-9EA6-FB2DCFFD6E26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22400;p74">
                <a:extLst>
                  <a:ext uri="{FF2B5EF4-FFF2-40B4-BE49-F238E27FC236}">
                    <a16:creationId xmlns:a16="http://schemas.microsoft.com/office/drawing/2014/main" id="{174769D9-B871-EA88-5ADC-AECA3465097B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22401;p74">
                <a:extLst>
                  <a:ext uri="{FF2B5EF4-FFF2-40B4-BE49-F238E27FC236}">
                    <a16:creationId xmlns:a16="http://schemas.microsoft.com/office/drawing/2014/main" id="{E330072E-9443-D248-5375-22F205946A29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22402;p74">
              <a:extLst>
                <a:ext uri="{FF2B5EF4-FFF2-40B4-BE49-F238E27FC236}">
                  <a16:creationId xmlns:a16="http://schemas.microsoft.com/office/drawing/2014/main" id="{6EC5A477-4FB1-3A0F-78DC-A793D395FFF3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13" name="Google Shape;22403;p74">
                <a:extLst>
                  <a:ext uri="{FF2B5EF4-FFF2-40B4-BE49-F238E27FC236}">
                    <a16:creationId xmlns:a16="http://schemas.microsoft.com/office/drawing/2014/main" id="{A7E53EA0-1026-FADF-4CED-628493E821F7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22404;p74">
                <a:extLst>
                  <a:ext uri="{FF2B5EF4-FFF2-40B4-BE49-F238E27FC236}">
                    <a16:creationId xmlns:a16="http://schemas.microsoft.com/office/drawing/2014/main" id="{D077C198-F2B3-A577-FE6F-9045049753D0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22405;p74">
                <a:extLst>
                  <a:ext uri="{FF2B5EF4-FFF2-40B4-BE49-F238E27FC236}">
                    <a16:creationId xmlns:a16="http://schemas.microsoft.com/office/drawing/2014/main" id="{37A843F7-9C23-A848-0206-47DFFF2986ED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5" name="Google Shape;25832;p82">
            <a:extLst>
              <a:ext uri="{FF2B5EF4-FFF2-40B4-BE49-F238E27FC236}">
                <a16:creationId xmlns:a16="http://schemas.microsoft.com/office/drawing/2014/main" id="{44CC1671-F433-F5EE-F69F-C8BFB717D7C9}"/>
              </a:ext>
            </a:extLst>
          </p:cNvPr>
          <p:cNvGrpSpPr/>
          <p:nvPr/>
        </p:nvGrpSpPr>
        <p:grpSpPr>
          <a:xfrm>
            <a:off x="1027553" y="4086317"/>
            <a:ext cx="356205" cy="356205"/>
            <a:chOff x="-44512325" y="3176075"/>
            <a:chExt cx="300900" cy="300900"/>
          </a:xfrm>
        </p:grpSpPr>
        <p:sp>
          <p:nvSpPr>
            <p:cNvPr id="26" name="Google Shape;25833;p82">
              <a:extLst>
                <a:ext uri="{FF2B5EF4-FFF2-40B4-BE49-F238E27FC236}">
                  <a16:creationId xmlns:a16="http://schemas.microsoft.com/office/drawing/2014/main" id="{15F9C0CA-5202-383F-6FA1-7702DE66F985}"/>
                </a:ext>
              </a:extLst>
            </p:cNvPr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5834;p82">
              <a:extLst>
                <a:ext uri="{FF2B5EF4-FFF2-40B4-BE49-F238E27FC236}">
                  <a16:creationId xmlns:a16="http://schemas.microsoft.com/office/drawing/2014/main" id="{BB9816E2-973E-8780-077A-78515C3F5B35}"/>
                </a:ext>
              </a:extLst>
            </p:cNvPr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5835;p82">
              <a:extLst>
                <a:ext uri="{FF2B5EF4-FFF2-40B4-BE49-F238E27FC236}">
                  <a16:creationId xmlns:a16="http://schemas.microsoft.com/office/drawing/2014/main" id="{D928DBFF-9C1D-C353-19D7-EFD94DBD84A6}"/>
                </a:ext>
              </a:extLst>
            </p:cNvPr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" name="Google Shape;25669;p82">
            <a:extLst>
              <a:ext uri="{FF2B5EF4-FFF2-40B4-BE49-F238E27FC236}">
                <a16:creationId xmlns:a16="http://schemas.microsoft.com/office/drawing/2014/main" id="{6A0285CC-3B32-0C4F-7F1E-FBC34C1F005F}"/>
              </a:ext>
            </a:extLst>
          </p:cNvPr>
          <p:cNvGrpSpPr/>
          <p:nvPr/>
        </p:nvGrpSpPr>
        <p:grpSpPr>
          <a:xfrm>
            <a:off x="147983" y="4085248"/>
            <a:ext cx="355258" cy="356205"/>
            <a:chOff x="-46409700" y="3569100"/>
            <a:chExt cx="300100" cy="300900"/>
          </a:xfrm>
        </p:grpSpPr>
        <p:sp>
          <p:nvSpPr>
            <p:cNvPr id="30" name="Google Shape;25670;p82">
              <a:extLst>
                <a:ext uri="{FF2B5EF4-FFF2-40B4-BE49-F238E27FC236}">
                  <a16:creationId xmlns:a16="http://schemas.microsoft.com/office/drawing/2014/main" id="{896EE73D-29C0-897D-DEF8-0A87AB6F5C0C}"/>
                </a:ext>
              </a:extLst>
            </p:cNvPr>
            <p:cNvSpPr/>
            <p:nvPr/>
          </p:nvSpPr>
          <p:spPr>
            <a:xfrm>
              <a:off x="-46234850" y="3569100"/>
              <a:ext cx="18125" cy="52800"/>
            </a:xfrm>
            <a:custGeom>
              <a:avLst/>
              <a:gdLst/>
              <a:ahLst/>
              <a:cxnLst/>
              <a:rect l="l" t="t" r="r" b="b"/>
              <a:pathLst>
                <a:path w="725" h="2112" extrusionOk="0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25671;p82">
              <a:extLst>
                <a:ext uri="{FF2B5EF4-FFF2-40B4-BE49-F238E27FC236}">
                  <a16:creationId xmlns:a16="http://schemas.microsoft.com/office/drawing/2014/main" id="{AD8723E4-5F00-E79D-4EDA-69FA38B886E4}"/>
                </a:ext>
              </a:extLst>
            </p:cNvPr>
            <p:cNvSpPr/>
            <p:nvPr/>
          </p:nvSpPr>
          <p:spPr>
            <a:xfrm>
              <a:off x="-46270300" y="3745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25672;p82">
              <a:extLst>
                <a:ext uri="{FF2B5EF4-FFF2-40B4-BE49-F238E27FC236}">
                  <a16:creationId xmlns:a16="http://schemas.microsoft.com/office/drawing/2014/main" id="{6F9D1954-CC64-0FC9-E5BC-9356A0956669}"/>
                </a:ext>
              </a:extLst>
            </p:cNvPr>
            <p:cNvSpPr/>
            <p:nvPr/>
          </p:nvSpPr>
          <p:spPr>
            <a:xfrm>
              <a:off x="-46305750" y="3710875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25673;p82">
              <a:extLst>
                <a:ext uri="{FF2B5EF4-FFF2-40B4-BE49-F238E27FC236}">
                  <a16:creationId xmlns:a16="http://schemas.microsoft.com/office/drawing/2014/main" id="{0BF378C7-BC8B-0B7B-E381-4E2F9139DB53}"/>
                </a:ext>
              </a:extLst>
            </p:cNvPr>
            <p:cNvSpPr/>
            <p:nvPr/>
          </p:nvSpPr>
          <p:spPr>
            <a:xfrm>
              <a:off x="-46409700" y="3569900"/>
              <a:ext cx="300100" cy="300100"/>
            </a:xfrm>
            <a:custGeom>
              <a:avLst/>
              <a:gdLst/>
              <a:ahLst/>
              <a:cxnLst/>
              <a:rect l="l" t="t" r="r" b="b"/>
              <a:pathLst>
                <a:path w="12004" h="12004" extrusionOk="0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25674;p82">
              <a:extLst>
                <a:ext uri="{FF2B5EF4-FFF2-40B4-BE49-F238E27FC236}">
                  <a16:creationId xmlns:a16="http://schemas.microsoft.com/office/drawing/2014/main" id="{B39DFCA6-1730-4819-FD21-43716CF95831}"/>
                </a:ext>
              </a:extLst>
            </p:cNvPr>
            <p:cNvSpPr/>
            <p:nvPr/>
          </p:nvSpPr>
          <p:spPr>
            <a:xfrm>
              <a:off x="-46341175" y="3569100"/>
              <a:ext cx="159125" cy="87450"/>
            </a:xfrm>
            <a:custGeom>
              <a:avLst/>
              <a:gdLst/>
              <a:ahLst/>
              <a:cxnLst/>
              <a:rect l="l" t="t" r="r" b="b"/>
              <a:pathLst>
                <a:path w="636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" name="Google Shape;25757;p82">
            <a:extLst>
              <a:ext uri="{FF2B5EF4-FFF2-40B4-BE49-F238E27FC236}">
                <a16:creationId xmlns:a16="http://schemas.microsoft.com/office/drawing/2014/main" id="{C00979F9-DA92-FDD3-D3DF-422BC215D89E}"/>
              </a:ext>
            </a:extLst>
          </p:cNvPr>
          <p:cNvGrpSpPr/>
          <p:nvPr/>
        </p:nvGrpSpPr>
        <p:grpSpPr>
          <a:xfrm>
            <a:off x="617881" y="4095543"/>
            <a:ext cx="312375" cy="357596"/>
            <a:chOff x="-44895900" y="3929450"/>
            <a:chExt cx="263875" cy="302075"/>
          </a:xfrm>
        </p:grpSpPr>
        <p:sp>
          <p:nvSpPr>
            <p:cNvPr id="36" name="Google Shape;25758;p82">
              <a:extLst>
                <a:ext uri="{FF2B5EF4-FFF2-40B4-BE49-F238E27FC236}">
                  <a16:creationId xmlns:a16="http://schemas.microsoft.com/office/drawing/2014/main" id="{2211B5AA-32C4-C043-BC33-500C9A2CAD82}"/>
                </a:ext>
              </a:extLst>
            </p:cNvPr>
            <p:cNvSpPr/>
            <p:nvPr/>
          </p:nvSpPr>
          <p:spPr>
            <a:xfrm>
              <a:off x="-44813975" y="4100750"/>
              <a:ext cx="101625" cy="50425"/>
            </a:xfrm>
            <a:custGeom>
              <a:avLst/>
              <a:gdLst/>
              <a:ahLst/>
              <a:cxnLst/>
              <a:rect l="l" t="t" r="r" b="b"/>
              <a:pathLst>
                <a:path w="4065" h="2017" extrusionOk="0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25759;p82">
              <a:extLst>
                <a:ext uri="{FF2B5EF4-FFF2-40B4-BE49-F238E27FC236}">
                  <a16:creationId xmlns:a16="http://schemas.microsoft.com/office/drawing/2014/main" id="{A2C15114-66B3-1D69-D674-6BE16DDA7384}"/>
                </a:ext>
              </a:extLst>
            </p:cNvPr>
            <p:cNvSpPr/>
            <p:nvPr/>
          </p:nvSpPr>
          <p:spPr>
            <a:xfrm>
              <a:off x="-44885650" y="3929450"/>
              <a:ext cx="244175" cy="87825"/>
            </a:xfrm>
            <a:custGeom>
              <a:avLst/>
              <a:gdLst/>
              <a:ahLst/>
              <a:cxnLst/>
              <a:rect l="l" t="t" r="r" b="b"/>
              <a:pathLst>
                <a:path w="9767" h="3513" extrusionOk="0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25760;p82">
              <a:extLst>
                <a:ext uri="{FF2B5EF4-FFF2-40B4-BE49-F238E27FC236}">
                  <a16:creationId xmlns:a16="http://schemas.microsoft.com/office/drawing/2014/main" id="{A62BF83A-BB27-D3CA-5413-EBF37E6E6C2C}"/>
                </a:ext>
              </a:extLst>
            </p:cNvPr>
            <p:cNvSpPr/>
            <p:nvPr/>
          </p:nvSpPr>
          <p:spPr>
            <a:xfrm>
              <a:off x="-44825000" y="4006225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25761;p82">
              <a:extLst>
                <a:ext uri="{FF2B5EF4-FFF2-40B4-BE49-F238E27FC236}">
                  <a16:creationId xmlns:a16="http://schemas.microsoft.com/office/drawing/2014/main" id="{62D2EB2C-DE58-3ED3-2EBD-D1B4AC603E15}"/>
                </a:ext>
              </a:extLst>
            </p:cNvPr>
            <p:cNvSpPr/>
            <p:nvPr/>
          </p:nvSpPr>
          <p:spPr>
            <a:xfrm>
              <a:off x="-44754900" y="4005450"/>
              <a:ext cx="122875" cy="222925"/>
            </a:xfrm>
            <a:custGeom>
              <a:avLst/>
              <a:gdLst/>
              <a:ahLst/>
              <a:cxnLst/>
              <a:rect l="l" t="t" r="r" b="b"/>
              <a:pathLst>
                <a:path w="4915" h="8917" extrusionOk="0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25762;p82">
              <a:extLst>
                <a:ext uri="{FF2B5EF4-FFF2-40B4-BE49-F238E27FC236}">
                  <a16:creationId xmlns:a16="http://schemas.microsoft.com/office/drawing/2014/main" id="{3FCAC925-A7B0-9D61-11C7-45BE68D74BD6}"/>
                </a:ext>
              </a:extLst>
            </p:cNvPr>
            <p:cNvSpPr/>
            <p:nvPr/>
          </p:nvSpPr>
          <p:spPr>
            <a:xfrm>
              <a:off x="-44754900" y="4006225"/>
              <a:ext cx="52775" cy="105575"/>
            </a:xfrm>
            <a:custGeom>
              <a:avLst/>
              <a:gdLst/>
              <a:ahLst/>
              <a:cxnLst/>
              <a:rect l="l" t="t" r="r" b="b"/>
              <a:pathLst>
                <a:path w="2111" h="4223" extrusionOk="0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25763;p82">
              <a:extLst>
                <a:ext uri="{FF2B5EF4-FFF2-40B4-BE49-F238E27FC236}">
                  <a16:creationId xmlns:a16="http://schemas.microsoft.com/office/drawing/2014/main" id="{D9305DC2-DE8C-2187-EDC9-B6A36C1EADFC}"/>
                </a:ext>
              </a:extLst>
            </p:cNvPr>
            <p:cNvSpPr/>
            <p:nvPr/>
          </p:nvSpPr>
          <p:spPr>
            <a:xfrm>
              <a:off x="-44895900" y="4006225"/>
              <a:ext cx="122900" cy="225300"/>
            </a:xfrm>
            <a:custGeom>
              <a:avLst/>
              <a:gdLst/>
              <a:ahLst/>
              <a:cxnLst/>
              <a:rect l="l" t="t" r="r" b="b"/>
              <a:pathLst>
                <a:path w="4916" h="9012" extrusionOk="0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" name="Google Shape;23264;p76">
            <a:extLst>
              <a:ext uri="{FF2B5EF4-FFF2-40B4-BE49-F238E27FC236}">
                <a16:creationId xmlns:a16="http://schemas.microsoft.com/office/drawing/2014/main" id="{E7E1F101-11C9-7001-B5CE-A6A1066AB4C7}"/>
              </a:ext>
            </a:extLst>
          </p:cNvPr>
          <p:cNvGrpSpPr/>
          <p:nvPr/>
        </p:nvGrpSpPr>
        <p:grpSpPr>
          <a:xfrm>
            <a:off x="147327" y="3618594"/>
            <a:ext cx="345600" cy="345600"/>
            <a:chOff x="1706078" y="2092648"/>
            <a:chExt cx="660913" cy="637296"/>
          </a:xfrm>
        </p:grpSpPr>
        <p:sp>
          <p:nvSpPr>
            <p:cNvPr id="43" name="Google Shape;23265;p76">
              <a:extLst>
                <a:ext uri="{FF2B5EF4-FFF2-40B4-BE49-F238E27FC236}">
                  <a16:creationId xmlns:a16="http://schemas.microsoft.com/office/drawing/2014/main" id="{95D31153-0869-CFA6-BB11-A776B0FFBF6F}"/>
                </a:ext>
              </a:extLst>
            </p:cNvPr>
            <p:cNvSpPr/>
            <p:nvPr/>
          </p:nvSpPr>
          <p:spPr>
            <a:xfrm>
              <a:off x="1745332" y="2158066"/>
              <a:ext cx="571867" cy="571878"/>
            </a:xfrm>
            <a:custGeom>
              <a:avLst/>
              <a:gdLst/>
              <a:ahLst/>
              <a:cxnLst/>
              <a:rect l="l" t="t" r="r" b="b"/>
              <a:pathLst>
                <a:path w="107747" h="107749" extrusionOk="0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4" name="Google Shape;23266;p76">
              <a:extLst>
                <a:ext uri="{FF2B5EF4-FFF2-40B4-BE49-F238E27FC236}">
                  <a16:creationId xmlns:a16="http://schemas.microsoft.com/office/drawing/2014/main" id="{434A38FA-7E39-CB30-53F3-55A56C9FB40E}"/>
                </a:ext>
              </a:extLst>
            </p:cNvPr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45" name="Google Shape;23267;p76">
                <a:extLst>
                  <a:ext uri="{FF2B5EF4-FFF2-40B4-BE49-F238E27FC236}">
                    <a16:creationId xmlns:a16="http://schemas.microsoft.com/office/drawing/2014/main" id="{77902250-56A9-3F2D-285F-BE43B0F4E6CB}"/>
                  </a:ext>
                </a:extLst>
              </p:cNvPr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extrusionOk="0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23268;p76">
                <a:extLst>
                  <a:ext uri="{FF2B5EF4-FFF2-40B4-BE49-F238E27FC236}">
                    <a16:creationId xmlns:a16="http://schemas.microsoft.com/office/drawing/2014/main" id="{F3639F95-1D04-1C37-0D74-D1F4CE397975}"/>
                  </a:ext>
                </a:extLst>
              </p:cNvPr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avLst/>
                <a:gdLst/>
                <a:ahLst/>
                <a:cxnLst/>
                <a:rect l="l" t="t" r="r" b="b"/>
                <a:pathLst>
                  <a:path w="62027" h="52191" extrusionOk="0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23269;p76">
                <a:extLst>
                  <a:ext uri="{FF2B5EF4-FFF2-40B4-BE49-F238E27FC236}">
                    <a16:creationId xmlns:a16="http://schemas.microsoft.com/office/drawing/2014/main" id="{695F21B5-2934-1478-138B-1D35A544D8AB}"/>
                  </a:ext>
                </a:extLst>
              </p:cNvPr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avLst/>
                <a:gdLst/>
                <a:ahLst/>
                <a:cxnLst/>
                <a:rect l="l" t="t" r="r" b="b"/>
                <a:pathLst>
                  <a:path w="62507" h="52211" extrusionOk="0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3" name="Google Shape;9083;p34"/>
          <p:cNvSpPr txBox="1">
            <a:spLocks noGrp="1"/>
          </p:cNvSpPr>
          <p:nvPr>
            <p:ph type="title"/>
          </p:nvPr>
        </p:nvSpPr>
        <p:spPr>
          <a:xfrm>
            <a:off x="713250" y="2430100"/>
            <a:ext cx="7717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4400" dirty="0"/>
              <a:t>Virtual Keyboard Definition</a:t>
            </a:r>
            <a:endParaRPr dirty="0"/>
          </a:p>
        </p:txBody>
      </p:sp>
      <p:grpSp>
        <p:nvGrpSpPr>
          <p:cNvPr id="2" name="Google Shape;22389;p74">
            <a:extLst>
              <a:ext uri="{FF2B5EF4-FFF2-40B4-BE49-F238E27FC236}">
                <a16:creationId xmlns:a16="http://schemas.microsoft.com/office/drawing/2014/main" id="{4FEA1DED-BCF3-EF51-288E-6B12EFF875E1}"/>
              </a:ext>
            </a:extLst>
          </p:cNvPr>
          <p:cNvGrpSpPr/>
          <p:nvPr/>
        </p:nvGrpSpPr>
        <p:grpSpPr>
          <a:xfrm>
            <a:off x="7380197" y="4482976"/>
            <a:ext cx="1675129" cy="525345"/>
            <a:chOff x="5194708" y="3484366"/>
            <a:chExt cx="3148148" cy="987304"/>
          </a:xfrm>
        </p:grpSpPr>
        <p:grpSp>
          <p:nvGrpSpPr>
            <p:cNvPr id="3" name="Google Shape;22390;p74">
              <a:extLst>
                <a:ext uri="{FF2B5EF4-FFF2-40B4-BE49-F238E27FC236}">
                  <a16:creationId xmlns:a16="http://schemas.microsoft.com/office/drawing/2014/main" id="{1E38C49C-E643-F81C-8233-8AE6D7B27A90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16" name="Google Shape;22391;p74">
                <a:extLst>
                  <a:ext uri="{FF2B5EF4-FFF2-40B4-BE49-F238E27FC236}">
                    <a16:creationId xmlns:a16="http://schemas.microsoft.com/office/drawing/2014/main" id="{FAF7B1AE-8782-8F40-E053-9FA0B7F3442E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22392;p74">
                <a:extLst>
                  <a:ext uri="{FF2B5EF4-FFF2-40B4-BE49-F238E27FC236}">
                    <a16:creationId xmlns:a16="http://schemas.microsoft.com/office/drawing/2014/main" id="{8FE96F25-75C9-3622-BCBD-5AC0394775E0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22393;p74">
                <a:extLst>
                  <a:ext uri="{FF2B5EF4-FFF2-40B4-BE49-F238E27FC236}">
                    <a16:creationId xmlns:a16="http://schemas.microsoft.com/office/drawing/2014/main" id="{DDC3E532-C534-0395-4FA6-A841858D3338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" name="Google Shape;22394;p74">
              <a:extLst>
                <a:ext uri="{FF2B5EF4-FFF2-40B4-BE49-F238E27FC236}">
                  <a16:creationId xmlns:a16="http://schemas.microsoft.com/office/drawing/2014/main" id="{3D48699E-0A77-7193-ED5D-7876DFEEA72E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13" name="Google Shape;22395;p74">
                <a:extLst>
                  <a:ext uri="{FF2B5EF4-FFF2-40B4-BE49-F238E27FC236}">
                    <a16:creationId xmlns:a16="http://schemas.microsoft.com/office/drawing/2014/main" id="{864FB0D8-014A-C122-DACB-D8A547FC18F0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22396;p74">
                <a:extLst>
                  <a:ext uri="{FF2B5EF4-FFF2-40B4-BE49-F238E27FC236}">
                    <a16:creationId xmlns:a16="http://schemas.microsoft.com/office/drawing/2014/main" id="{B3FBCC6E-B6B8-AEAF-3A18-BA6F6324B23A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22397;p74">
                <a:extLst>
                  <a:ext uri="{FF2B5EF4-FFF2-40B4-BE49-F238E27FC236}">
                    <a16:creationId xmlns:a16="http://schemas.microsoft.com/office/drawing/2014/main" id="{8DC9933D-791D-19E6-EB11-E38FAF66D746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" name="Google Shape;22398;p74">
              <a:extLst>
                <a:ext uri="{FF2B5EF4-FFF2-40B4-BE49-F238E27FC236}">
                  <a16:creationId xmlns:a16="http://schemas.microsoft.com/office/drawing/2014/main" id="{242423AC-E628-EAD5-CE4A-A9673323F345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10" name="Google Shape;22399;p74">
                <a:extLst>
                  <a:ext uri="{FF2B5EF4-FFF2-40B4-BE49-F238E27FC236}">
                    <a16:creationId xmlns:a16="http://schemas.microsoft.com/office/drawing/2014/main" id="{137AE676-226A-B7C5-99F6-4F1420E103F6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" name="Google Shape;22400;p74">
                <a:extLst>
                  <a:ext uri="{FF2B5EF4-FFF2-40B4-BE49-F238E27FC236}">
                    <a16:creationId xmlns:a16="http://schemas.microsoft.com/office/drawing/2014/main" id="{FFBA296F-E8CC-32B6-0602-0D3F3E7DE2C0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" name="Google Shape;22401;p74">
                <a:extLst>
                  <a:ext uri="{FF2B5EF4-FFF2-40B4-BE49-F238E27FC236}">
                    <a16:creationId xmlns:a16="http://schemas.microsoft.com/office/drawing/2014/main" id="{7C3F477F-776F-025E-7BBC-E4251C1FD88E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" name="Google Shape;22402;p74">
              <a:extLst>
                <a:ext uri="{FF2B5EF4-FFF2-40B4-BE49-F238E27FC236}">
                  <a16:creationId xmlns:a16="http://schemas.microsoft.com/office/drawing/2014/main" id="{39DF338A-52A6-020C-8925-961C5D2F382B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7" name="Google Shape;22403;p74">
                <a:extLst>
                  <a:ext uri="{FF2B5EF4-FFF2-40B4-BE49-F238E27FC236}">
                    <a16:creationId xmlns:a16="http://schemas.microsoft.com/office/drawing/2014/main" id="{DEB90661-A192-9AB2-EBB7-BD45516C2267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" name="Google Shape;22404;p74">
                <a:extLst>
                  <a:ext uri="{FF2B5EF4-FFF2-40B4-BE49-F238E27FC236}">
                    <a16:creationId xmlns:a16="http://schemas.microsoft.com/office/drawing/2014/main" id="{BAE63F7A-A9A7-C6A8-2AE2-1FD663F684C9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" name="Google Shape;22405;p74">
                <a:extLst>
                  <a:ext uri="{FF2B5EF4-FFF2-40B4-BE49-F238E27FC236}">
                    <a16:creationId xmlns:a16="http://schemas.microsoft.com/office/drawing/2014/main" id="{EDEFED09-4EF9-7A57-D83C-A51D5C74A3AA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9" name="Google Shape;22465;p74">
            <a:extLst>
              <a:ext uri="{FF2B5EF4-FFF2-40B4-BE49-F238E27FC236}">
                <a16:creationId xmlns:a16="http://schemas.microsoft.com/office/drawing/2014/main" id="{92ACCAA6-862C-7B66-26D8-36DB420E5C1C}"/>
              </a:ext>
            </a:extLst>
          </p:cNvPr>
          <p:cNvGrpSpPr/>
          <p:nvPr/>
        </p:nvGrpSpPr>
        <p:grpSpPr>
          <a:xfrm>
            <a:off x="88674" y="4592504"/>
            <a:ext cx="2085819" cy="285210"/>
            <a:chOff x="238125" y="2506075"/>
            <a:chExt cx="7115411" cy="673075"/>
          </a:xfrm>
        </p:grpSpPr>
        <p:sp>
          <p:nvSpPr>
            <p:cNvPr id="20" name="Google Shape;22466;p74">
              <a:extLst>
                <a:ext uri="{FF2B5EF4-FFF2-40B4-BE49-F238E27FC236}">
                  <a16:creationId xmlns:a16="http://schemas.microsoft.com/office/drawing/2014/main" id="{E65D85AC-2239-65E5-6154-5087555477B4}"/>
                </a:ext>
              </a:extLst>
            </p:cNvPr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2467;p74">
              <a:extLst>
                <a:ext uri="{FF2B5EF4-FFF2-40B4-BE49-F238E27FC236}">
                  <a16:creationId xmlns:a16="http://schemas.microsoft.com/office/drawing/2014/main" id="{9331CABF-4733-4646-060E-CA7831126842}"/>
                </a:ext>
              </a:extLst>
            </p:cNvPr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468;p74">
              <a:extLst>
                <a:ext uri="{FF2B5EF4-FFF2-40B4-BE49-F238E27FC236}">
                  <a16:creationId xmlns:a16="http://schemas.microsoft.com/office/drawing/2014/main" id="{BB9B826F-91EC-8779-3236-FB16D337E692}"/>
                </a:ext>
              </a:extLst>
            </p:cNvPr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2469;p74">
              <a:extLst>
                <a:ext uri="{FF2B5EF4-FFF2-40B4-BE49-F238E27FC236}">
                  <a16:creationId xmlns:a16="http://schemas.microsoft.com/office/drawing/2014/main" id="{909C8C7B-EA78-E6BB-4BE3-7B9B18AE274B}"/>
                </a:ext>
              </a:extLst>
            </p:cNvPr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2470;p74">
              <a:extLst>
                <a:ext uri="{FF2B5EF4-FFF2-40B4-BE49-F238E27FC236}">
                  <a16:creationId xmlns:a16="http://schemas.microsoft.com/office/drawing/2014/main" id="{C7EE4821-F074-6B28-28A3-66EF74B3F28D}"/>
                </a:ext>
              </a:extLst>
            </p:cNvPr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" name="Google Shape;25812;p82">
            <a:extLst>
              <a:ext uri="{FF2B5EF4-FFF2-40B4-BE49-F238E27FC236}">
                <a16:creationId xmlns:a16="http://schemas.microsoft.com/office/drawing/2014/main" id="{D1CF7636-B881-AEBC-4B49-D43631F4909B}"/>
              </a:ext>
            </a:extLst>
          </p:cNvPr>
          <p:cNvGrpSpPr/>
          <p:nvPr/>
        </p:nvGrpSpPr>
        <p:grpSpPr>
          <a:xfrm>
            <a:off x="96362" y="3722199"/>
            <a:ext cx="345600" cy="345600"/>
            <a:chOff x="-47523400" y="3973950"/>
            <a:chExt cx="300100" cy="228425"/>
          </a:xfrm>
        </p:grpSpPr>
        <p:sp>
          <p:nvSpPr>
            <p:cNvPr id="26" name="Google Shape;25813;p82">
              <a:extLst>
                <a:ext uri="{FF2B5EF4-FFF2-40B4-BE49-F238E27FC236}">
                  <a16:creationId xmlns:a16="http://schemas.microsoft.com/office/drawing/2014/main" id="{99D869DA-63F3-7851-5E02-D5D2BE831B18}"/>
                </a:ext>
              </a:extLst>
            </p:cNvPr>
            <p:cNvSpPr/>
            <p:nvPr/>
          </p:nvSpPr>
          <p:spPr>
            <a:xfrm>
              <a:off x="-47417075" y="4061375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5814;p82">
              <a:extLst>
                <a:ext uri="{FF2B5EF4-FFF2-40B4-BE49-F238E27FC236}">
                  <a16:creationId xmlns:a16="http://schemas.microsoft.com/office/drawing/2014/main" id="{1182B9B6-EEE6-A6F7-5677-E1B14497DDD8}"/>
                </a:ext>
              </a:extLst>
            </p:cNvPr>
            <p:cNvSpPr/>
            <p:nvPr/>
          </p:nvSpPr>
          <p:spPr>
            <a:xfrm>
              <a:off x="-47417875" y="4061375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5815;p82">
              <a:extLst>
                <a:ext uri="{FF2B5EF4-FFF2-40B4-BE49-F238E27FC236}">
                  <a16:creationId xmlns:a16="http://schemas.microsoft.com/office/drawing/2014/main" id="{42582E1A-8FF3-C071-3A63-95077733C914}"/>
                </a:ext>
              </a:extLst>
            </p:cNvPr>
            <p:cNvSpPr/>
            <p:nvPr/>
          </p:nvSpPr>
          <p:spPr>
            <a:xfrm>
              <a:off x="-47453300" y="40267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5816;p82">
              <a:extLst>
                <a:ext uri="{FF2B5EF4-FFF2-40B4-BE49-F238E27FC236}">
                  <a16:creationId xmlns:a16="http://schemas.microsoft.com/office/drawing/2014/main" id="{F79F6908-90F4-F56E-74C9-B23F0546A8C2}"/>
                </a:ext>
              </a:extLst>
            </p:cNvPr>
            <p:cNvSpPr/>
            <p:nvPr/>
          </p:nvSpPr>
          <p:spPr>
            <a:xfrm>
              <a:off x="-47506875" y="3973950"/>
              <a:ext cx="264675" cy="174875"/>
            </a:xfrm>
            <a:custGeom>
              <a:avLst/>
              <a:gdLst/>
              <a:ahLst/>
              <a:cxnLst/>
              <a:rect l="l" t="t" r="r" b="b"/>
              <a:pathLst>
                <a:path w="10587" h="6995" extrusionOk="0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25817;p82">
              <a:extLst>
                <a:ext uri="{FF2B5EF4-FFF2-40B4-BE49-F238E27FC236}">
                  <a16:creationId xmlns:a16="http://schemas.microsoft.com/office/drawing/2014/main" id="{4DF67937-9A89-E2D8-848A-8BA7C13CB989}"/>
                </a:ext>
              </a:extLst>
            </p:cNvPr>
            <p:cNvSpPr/>
            <p:nvPr/>
          </p:nvSpPr>
          <p:spPr>
            <a:xfrm>
              <a:off x="-47523400" y="4166900"/>
              <a:ext cx="300100" cy="35475"/>
            </a:xfrm>
            <a:custGeom>
              <a:avLst/>
              <a:gdLst/>
              <a:ahLst/>
              <a:cxnLst/>
              <a:rect l="l" t="t" r="r" b="b"/>
              <a:pathLst>
                <a:path w="12004" h="1419" extrusionOk="0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25832;p82">
            <a:extLst>
              <a:ext uri="{FF2B5EF4-FFF2-40B4-BE49-F238E27FC236}">
                <a16:creationId xmlns:a16="http://schemas.microsoft.com/office/drawing/2014/main" id="{460F150A-637E-C5CC-1A15-9A1000B7DCD3}"/>
              </a:ext>
            </a:extLst>
          </p:cNvPr>
          <p:cNvGrpSpPr/>
          <p:nvPr/>
        </p:nvGrpSpPr>
        <p:grpSpPr>
          <a:xfrm>
            <a:off x="535147" y="4152522"/>
            <a:ext cx="356205" cy="356205"/>
            <a:chOff x="-44512325" y="3176075"/>
            <a:chExt cx="300900" cy="300900"/>
          </a:xfrm>
        </p:grpSpPr>
        <p:sp>
          <p:nvSpPr>
            <p:cNvPr id="34" name="Google Shape;25833;p82">
              <a:extLst>
                <a:ext uri="{FF2B5EF4-FFF2-40B4-BE49-F238E27FC236}">
                  <a16:creationId xmlns:a16="http://schemas.microsoft.com/office/drawing/2014/main" id="{29B361DD-BCF6-B7A0-5643-DB3C2EC6FDE3}"/>
                </a:ext>
              </a:extLst>
            </p:cNvPr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25834;p82">
              <a:extLst>
                <a:ext uri="{FF2B5EF4-FFF2-40B4-BE49-F238E27FC236}">
                  <a16:creationId xmlns:a16="http://schemas.microsoft.com/office/drawing/2014/main" id="{6879BAA3-119F-7945-41AF-412968E43056}"/>
                </a:ext>
              </a:extLst>
            </p:cNvPr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25835;p82">
              <a:extLst>
                <a:ext uri="{FF2B5EF4-FFF2-40B4-BE49-F238E27FC236}">
                  <a16:creationId xmlns:a16="http://schemas.microsoft.com/office/drawing/2014/main" id="{0DEAE13A-AB04-1CDE-19F8-D1C5AC666EA9}"/>
                </a:ext>
              </a:extLst>
            </p:cNvPr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" name="Google Shape;25669;p82">
            <a:extLst>
              <a:ext uri="{FF2B5EF4-FFF2-40B4-BE49-F238E27FC236}">
                <a16:creationId xmlns:a16="http://schemas.microsoft.com/office/drawing/2014/main" id="{04992369-F695-2654-435D-859E198B7A53}"/>
              </a:ext>
            </a:extLst>
          </p:cNvPr>
          <p:cNvGrpSpPr/>
          <p:nvPr/>
        </p:nvGrpSpPr>
        <p:grpSpPr>
          <a:xfrm>
            <a:off x="104140" y="4152049"/>
            <a:ext cx="355258" cy="356205"/>
            <a:chOff x="-46409700" y="3569100"/>
            <a:chExt cx="300100" cy="300900"/>
          </a:xfrm>
        </p:grpSpPr>
        <p:sp>
          <p:nvSpPr>
            <p:cNvPr id="38" name="Google Shape;25670;p82">
              <a:extLst>
                <a:ext uri="{FF2B5EF4-FFF2-40B4-BE49-F238E27FC236}">
                  <a16:creationId xmlns:a16="http://schemas.microsoft.com/office/drawing/2014/main" id="{CE352352-82DE-401A-D409-E42890E76082}"/>
                </a:ext>
              </a:extLst>
            </p:cNvPr>
            <p:cNvSpPr/>
            <p:nvPr/>
          </p:nvSpPr>
          <p:spPr>
            <a:xfrm>
              <a:off x="-46234850" y="3569100"/>
              <a:ext cx="18125" cy="52800"/>
            </a:xfrm>
            <a:custGeom>
              <a:avLst/>
              <a:gdLst/>
              <a:ahLst/>
              <a:cxnLst/>
              <a:rect l="l" t="t" r="r" b="b"/>
              <a:pathLst>
                <a:path w="725" h="2112" extrusionOk="0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25671;p82">
              <a:extLst>
                <a:ext uri="{FF2B5EF4-FFF2-40B4-BE49-F238E27FC236}">
                  <a16:creationId xmlns:a16="http://schemas.microsoft.com/office/drawing/2014/main" id="{0D560A4F-E97E-40BE-DB70-6AFBA595B8CE}"/>
                </a:ext>
              </a:extLst>
            </p:cNvPr>
            <p:cNvSpPr/>
            <p:nvPr/>
          </p:nvSpPr>
          <p:spPr>
            <a:xfrm>
              <a:off x="-46270300" y="3745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25672;p82">
              <a:extLst>
                <a:ext uri="{FF2B5EF4-FFF2-40B4-BE49-F238E27FC236}">
                  <a16:creationId xmlns:a16="http://schemas.microsoft.com/office/drawing/2014/main" id="{CDAA0994-6A4A-4596-CD97-4D15DA83EAEC}"/>
                </a:ext>
              </a:extLst>
            </p:cNvPr>
            <p:cNvSpPr/>
            <p:nvPr/>
          </p:nvSpPr>
          <p:spPr>
            <a:xfrm>
              <a:off x="-46305750" y="3710875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25673;p82">
              <a:extLst>
                <a:ext uri="{FF2B5EF4-FFF2-40B4-BE49-F238E27FC236}">
                  <a16:creationId xmlns:a16="http://schemas.microsoft.com/office/drawing/2014/main" id="{8BACC2C0-6D79-EB63-74CB-E286F3325FEA}"/>
                </a:ext>
              </a:extLst>
            </p:cNvPr>
            <p:cNvSpPr/>
            <p:nvPr/>
          </p:nvSpPr>
          <p:spPr>
            <a:xfrm>
              <a:off x="-46409700" y="3569900"/>
              <a:ext cx="300100" cy="300100"/>
            </a:xfrm>
            <a:custGeom>
              <a:avLst/>
              <a:gdLst/>
              <a:ahLst/>
              <a:cxnLst/>
              <a:rect l="l" t="t" r="r" b="b"/>
              <a:pathLst>
                <a:path w="12004" h="12004" extrusionOk="0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25674;p82">
              <a:extLst>
                <a:ext uri="{FF2B5EF4-FFF2-40B4-BE49-F238E27FC236}">
                  <a16:creationId xmlns:a16="http://schemas.microsoft.com/office/drawing/2014/main" id="{20D10FD9-58E7-FBDA-98D7-AD19CF149FF8}"/>
                </a:ext>
              </a:extLst>
            </p:cNvPr>
            <p:cNvSpPr/>
            <p:nvPr/>
          </p:nvSpPr>
          <p:spPr>
            <a:xfrm>
              <a:off x="-46341175" y="3569100"/>
              <a:ext cx="159125" cy="87450"/>
            </a:xfrm>
            <a:custGeom>
              <a:avLst/>
              <a:gdLst/>
              <a:ahLst/>
              <a:cxnLst/>
              <a:rect l="l" t="t" r="r" b="b"/>
              <a:pathLst>
                <a:path w="636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" name="Google Shape;25757;p82">
            <a:extLst>
              <a:ext uri="{FF2B5EF4-FFF2-40B4-BE49-F238E27FC236}">
                <a16:creationId xmlns:a16="http://schemas.microsoft.com/office/drawing/2014/main" id="{C73422CA-6323-452D-90BE-05AC5F7C89FE}"/>
              </a:ext>
            </a:extLst>
          </p:cNvPr>
          <p:cNvGrpSpPr/>
          <p:nvPr/>
        </p:nvGrpSpPr>
        <p:grpSpPr>
          <a:xfrm>
            <a:off x="4181672" y="1624875"/>
            <a:ext cx="780655" cy="841800"/>
            <a:chOff x="-44895900" y="3929450"/>
            <a:chExt cx="263875" cy="302075"/>
          </a:xfrm>
        </p:grpSpPr>
        <p:sp>
          <p:nvSpPr>
            <p:cNvPr id="44" name="Google Shape;25758;p82">
              <a:extLst>
                <a:ext uri="{FF2B5EF4-FFF2-40B4-BE49-F238E27FC236}">
                  <a16:creationId xmlns:a16="http://schemas.microsoft.com/office/drawing/2014/main" id="{E5AA1EFE-A3EC-E611-9866-A835ACC9E3D7}"/>
                </a:ext>
              </a:extLst>
            </p:cNvPr>
            <p:cNvSpPr/>
            <p:nvPr/>
          </p:nvSpPr>
          <p:spPr>
            <a:xfrm>
              <a:off x="-44813975" y="4100750"/>
              <a:ext cx="101625" cy="50425"/>
            </a:xfrm>
            <a:custGeom>
              <a:avLst/>
              <a:gdLst/>
              <a:ahLst/>
              <a:cxnLst/>
              <a:rect l="l" t="t" r="r" b="b"/>
              <a:pathLst>
                <a:path w="4065" h="2017" extrusionOk="0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25759;p82">
              <a:extLst>
                <a:ext uri="{FF2B5EF4-FFF2-40B4-BE49-F238E27FC236}">
                  <a16:creationId xmlns:a16="http://schemas.microsoft.com/office/drawing/2014/main" id="{86229257-2AE5-6CEE-59D9-FAEF390BCA59}"/>
                </a:ext>
              </a:extLst>
            </p:cNvPr>
            <p:cNvSpPr/>
            <p:nvPr/>
          </p:nvSpPr>
          <p:spPr>
            <a:xfrm>
              <a:off x="-44885650" y="3929450"/>
              <a:ext cx="244175" cy="87825"/>
            </a:xfrm>
            <a:custGeom>
              <a:avLst/>
              <a:gdLst/>
              <a:ahLst/>
              <a:cxnLst/>
              <a:rect l="l" t="t" r="r" b="b"/>
              <a:pathLst>
                <a:path w="9767" h="3513" extrusionOk="0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25760;p82">
              <a:extLst>
                <a:ext uri="{FF2B5EF4-FFF2-40B4-BE49-F238E27FC236}">
                  <a16:creationId xmlns:a16="http://schemas.microsoft.com/office/drawing/2014/main" id="{FF71BEAF-65A5-02DF-4208-079B344B0141}"/>
                </a:ext>
              </a:extLst>
            </p:cNvPr>
            <p:cNvSpPr/>
            <p:nvPr/>
          </p:nvSpPr>
          <p:spPr>
            <a:xfrm>
              <a:off x="-44825000" y="4006225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25761;p82">
              <a:extLst>
                <a:ext uri="{FF2B5EF4-FFF2-40B4-BE49-F238E27FC236}">
                  <a16:creationId xmlns:a16="http://schemas.microsoft.com/office/drawing/2014/main" id="{89DC64AC-D56D-4BE5-E309-5E2BF218FEDC}"/>
                </a:ext>
              </a:extLst>
            </p:cNvPr>
            <p:cNvSpPr/>
            <p:nvPr/>
          </p:nvSpPr>
          <p:spPr>
            <a:xfrm>
              <a:off x="-44754900" y="4005450"/>
              <a:ext cx="122875" cy="222925"/>
            </a:xfrm>
            <a:custGeom>
              <a:avLst/>
              <a:gdLst/>
              <a:ahLst/>
              <a:cxnLst/>
              <a:rect l="l" t="t" r="r" b="b"/>
              <a:pathLst>
                <a:path w="4915" h="8917" extrusionOk="0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25762;p82">
              <a:extLst>
                <a:ext uri="{FF2B5EF4-FFF2-40B4-BE49-F238E27FC236}">
                  <a16:creationId xmlns:a16="http://schemas.microsoft.com/office/drawing/2014/main" id="{373B7EE6-C85C-4599-BF27-42E064F901C4}"/>
                </a:ext>
              </a:extLst>
            </p:cNvPr>
            <p:cNvSpPr/>
            <p:nvPr/>
          </p:nvSpPr>
          <p:spPr>
            <a:xfrm>
              <a:off x="-44754900" y="4006225"/>
              <a:ext cx="52775" cy="105575"/>
            </a:xfrm>
            <a:custGeom>
              <a:avLst/>
              <a:gdLst/>
              <a:ahLst/>
              <a:cxnLst/>
              <a:rect l="l" t="t" r="r" b="b"/>
              <a:pathLst>
                <a:path w="2111" h="4223" extrusionOk="0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25763;p82">
              <a:extLst>
                <a:ext uri="{FF2B5EF4-FFF2-40B4-BE49-F238E27FC236}">
                  <a16:creationId xmlns:a16="http://schemas.microsoft.com/office/drawing/2014/main" id="{9021F764-5E6C-5708-9069-1C6A89ED3B3A}"/>
                </a:ext>
              </a:extLst>
            </p:cNvPr>
            <p:cNvSpPr/>
            <p:nvPr/>
          </p:nvSpPr>
          <p:spPr>
            <a:xfrm>
              <a:off x="-44895900" y="4006225"/>
              <a:ext cx="122900" cy="225300"/>
            </a:xfrm>
            <a:custGeom>
              <a:avLst/>
              <a:gdLst/>
              <a:ahLst/>
              <a:cxnLst/>
              <a:rect l="l" t="t" r="r" b="b"/>
              <a:pathLst>
                <a:path w="4916" h="9012" extrusionOk="0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" name="Google Shape;23264;p76">
            <a:extLst>
              <a:ext uri="{FF2B5EF4-FFF2-40B4-BE49-F238E27FC236}">
                <a16:creationId xmlns:a16="http://schemas.microsoft.com/office/drawing/2014/main" id="{A7C57595-7A6F-3F1E-E3A8-CCB283478540}"/>
              </a:ext>
            </a:extLst>
          </p:cNvPr>
          <p:cNvGrpSpPr/>
          <p:nvPr/>
        </p:nvGrpSpPr>
        <p:grpSpPr>
          <a:xfrm>
            <a:off x="557309" y="3732442"/>
            <a:ext cx="345600" cy="345600"/>
            <a:chOff x="1706078" y="2092648"/>
            <a:chExt cx="660913" cy="637296"/>
          </a:xfrm>
        </p:grpSpPr>
        <p:sp>
          <p:nvSpPr>
            <p:cNvPr id="32" name="Google Shape;23265;p76">
              <a:extLst>
                <a:ext uri="{FF2B5EF4-FFF2-40B4-BE49-F238E27FC236}">
                  <a16:creationId xmlns:a16="http://schemas.microsoft.com/office/drawing/2014/main" id="{7D25CDB9-AE6C-C6DF-D57D-197496F131ED}"/>
                </a:ext>
              </a:extLst>
            </p:cNvPr>
            <p:cNvSpPr/>
            <p:nvPr/>
          </p:nvSpPr>
          <p:spPr>
            <a:xfrm>
              <a:off x="1745332" y="2158066"/>
              <a:ext cx="571867" cy="571878"/>
            </a:xfrm>
            <a:custGeom>
              <a:avLst/>
              <a:gdLst/>
              <a:ahLst/>
              <a:cxnLst/>
              <a:rect l="l" t="t" r="r" b="b"/>
              <a:pathLst>
                <a:path w="107747" h="107749" extrusionOk="0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0" name="Google Shape;23266;p76">
              <a:extLst>
                <a:ext uri="{FF2B5EF4-FFF2-40B4-BE49-F238E27FC236}">
                  <a16:creationId xmlns:a16="http://schemas.microsoft.com/office/drawing/2014/main" id="{61F710D5-F99C-4CFE-B519-E73165C9E162}"/>
                </a:ext>
              </a:extLst>
            </p:cNvPr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51" name="Google Shape;23267;p76">
                <a:extLst>
                  <a:ext uri="{FF2B5EF4-FFF2-40B4-BE49-F238E27FC236}">
                    <a16:creationId xmlns:a16="http://schemas.microsoft.com/office/drawing/2014/main" id="{AFC8DC8F-0EC5-D01A-9AE6-7DEC8D624273}"/>
                  </a:ext>
                </a:extLst>
              </p:cNvPr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extrusionOk="0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23268;p76">
                <a:extLst>
                  <a:ext uri="{FF2B5EF4-FFF2-40B4-BE49-F238E27FC236}">
                    <a16:creationId xmlns:a16="http://schemas.microsoft.com/office/drawing/2014/main" id="{F3720ABF-3B47-ABB2-E144-B202B6E9CFA2}"/>
                  </a:ext>
                </a:extLst>
              </p:cNvPr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avLst/>
                <a:gdLst/>
                <a:ahLst/>
                <a:cxnLst/>
                <a:rect l="l" t="t" r="r" b="b"/>
                <a:pathLst>
                  <a:path w="62027" h="52191" extrusionOk="0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23269;p76">
                <a:extLst>
                  <a:ext uri="{FF2B5EF4-FFF2-40B4-BE49-F238E27FC236}">
                    <a16:creationId xmlns:a16="http://schemas.microsoft.com/office/drawing/2014/main" id="{814A1284-83C9-0653-8693-868588045889}"/>
                  </a:ext>
                </a:extLst>
              </p:cNvPr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avLst/>
                <a:gdLst/>
                <a:ahLst/>
                <a:cxnLst/>
                <a:rect l="l" t="t" r="r" b="b"/>
                <a:pathLst>
                  <a:path w="62507" h="52211" extrusionOk="0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4398374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 advClick="0" advTm="0">
        <p159:morph option="byObject"/>
      </p:transition>
    </mc:Choice>
    <mc:Fallback xmlns="">
      <p:transition spd="slow" advClick="0" advTm="0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5" name="Google Shape;8985;p33"/>
          <p:cNvSpPr txBox="1">
            <a:spLocks noGrp="1"/>
          </p:cNvSpPr>
          <p:nvPr>
            <p:ph type="title"/>
          </p:nvPr>
        </p:nvSpPr>
        <p:spPr>
          <a:xfrm>
            <a:off x="720081" y="88519"/>
            <a:ext cx="6236417" cy="785663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algn="l"/>
            <a:r>
              <a:rPr lang="en-ID" sz="3200" dirty="0"/>
              <a:t>Virtual Keyboard Definition</a:t>
            </a:r>
          </a:p>
        </p:txBody>
      </p:sp>
      <p:grpSp>
        <p:nvGrpSpPr>
          <p:cNvPr id="8986" name="Google Shape;8986;p33"/>
          <p:cNvGrpSpPr/>
          <p:nvPr/>
        </p:nvGrpSpPr>
        <p:grpSpPr>
          <a:xfrm>
            <a:off x="191622" y="951264"/>
            <a:ext cx="4063694" cy="3240972"/>
            <a:chOff x="593066" y="951257"/>
            <a:chExt cx="4063694" cy="3240972"/>
          </a:xfrm>
        </p:grpSpPr>
        <p:sp>
          <p:nvSpPr>
            <p:cNvPr id="8987" name="Google Shape;8987;p33"/>
            <p:cNvSpPr/>
            <p:nvPr/>
          </p:nvSpPr>
          <p:spPr>
            <a:xfrm>
              <a:off x="3340843" y="2450683"/>
              <a:ext cx="67028" cy="55540"/>
            </a:xfrm>
            <a:custGeom>
              <a:avLst/>
              <a:gdLst/>
              <a:ahLst/>
              <a:cxnLst/>
              <a:rect l="l" t="t" r="r" b="b"/>
              <a:pathLst>
                <a:path w="671" h="556" extrusionOk="0">
                  <a:moveTo>
                    <a:pt x="236" y="0"/>
                  </a:moveTo>
                  <a:cubicBezTo>
                    <a:pt x="235" y="1"/>
                    <a:pt x="239" y="9"/>
                    <a:pt x="242" y="16"/>
                  </a:cubicBezTo>
                  <a:lnTo>
                    <a:pt x="244" y="15"/>
                  </a:lnTo>
                  <a:cubicBezTo>
                    <a:pt x="243" y="10"/>
                    <a:pt x="241" y="5"/>
                    <a:pt x="239" y="0"/>
                  </a:cubicBezTo>
                  <a:close/>
                  <a:moveTo>
                    <a:pt x="288" y="111"/>
                  </a:moveTo>
                  <a:lnTo>
                    <a:pt x="293" y="118"/>
                  </a:lnTo>
                  <a:cubicBezTo>
                    <a:pt x="297" y="125"/>
                    <a:pt x="296" y="126"/>
                    <a:pt x="295" y="126"/>
                  </a:cubicBezTo>
                  <a:cubicBezTo>
                    <a:pt x="294" y="126"/>
                    <a:pt x="294" y="126"/>
                    <a:pt x="294" y="126"/>
                  </a:cubicBezTo>
                  <a:cubicBezTo>
                    <a:pt x="293" y="126"/>
                    <a:pt x="293" y="125"/>
                    <a:pt x="290" y="119"/>
                  </a:cubicBezTo>
                  <a:cubicBezTo>
                    <a:pt x="290" y="119"/>
                    <a:pt x="287" y="111"/>
                    <a:pt x="288" y="111"/>
                  </a:cubicBezTo>
                  <a:close/>
                  <a:moveTo>
                    <a:pt x="266" y="104"/>
                  </a:moveTo>
                  <a:cubicBezTo>
                    <a:pt x="267" y="104"/>
                    <a:pt x="272" y="111"/>
                    <a:pt x="277" y="117"/>
                  </a:cubicBezTo>
                  <a:cubicBezTo>
                    <a:pt x="286" y="130"/>
                    <a:pt x="286" y="130"/>
                    <a:pt x="283" y="131"/>
                  </a:cubicBezTo>
                  <a:cubicBezTo>
                    <a:pt x="283" y="132"/>
                    <a:pt x="283" y="132"/>
                    <a:pt x="283" y="132"/>
                  </a:cubicBezTo>
                  <a:cubicBezTo>
                    <a:pt x="282" y="132"/>
                    <a:pt x="281" y="131"/>
                    <a:pt x="278" y="126"/>
                  </a:cubicBezTo>
                  <a:lnTo>
                    <a:pt x="279" y="126"/>
                  </a:lnTo>
                  <a:cubicBezTo>
                    <a:pt x="280" y="128"/>
                    <a:pt x="280" y="128"/>
                    <a:pt x="280" y="128"/>
                  </a:cubicBezTo>
                  <a:cubicBezTo>
                    <a:pt x="280" y="128"/>
                    <a:pt x="278" y="123"/>
                    <a:pt x="274" y="118"/>
                  </a:cubicBezTo>
                  <a:lnTo>
                    <a:pt x="265" y="104"/>
                  </a:lnTo>
                  <a:cubicBezTo>
                    <a:pt x="266" y="104"/>
                    <a:pt x="266" y="104"/>
                    <a:pt x="266" y="104"/>
                  </a:cubicBezTo>
                  <a:close/>
                  <a:moveTo>
                    <a:pt x="184" y="145"/>
                  </a:moveTo>
                  <a:cubicBezTo>
                    <a:pt x="182" y="145"/>
                    <a:pt x="181" y="147"/>
                    <a:pt x="180" y="148"/>
                  </a:cubicBezTo>
                  <a:cubicBezTo>
                    <a:pt x="179" y="149"/>
                    <a:pt x="185" y="155"/>
                    <a:pt x="185" y="155"/>
                  </a:cubicBezTo>
                  <a:cubicBezTo>
                    <a:pt x="188" y="157"/>
                    <a:pt x="190" y="158"/>
                    <a:pt x="192" y="158"/>
                  </a:cubicBezTo>
                  <a:cubicBezTo>
                    <a:pt x="193" y="158"/>
                    <a:pt x="193" y="158"/>
                    <a:pt x="194" y="157"/>
                  </a:cubicBezTo>
                  <a:cubicBezTo>
                    <a:pt x="195" y="158"/>
                    <a:pt x="196" y="158"/>
                    <a:pt x="197" y="158"/>
                  </a:cubicBezTo>
                  <a:cubicBezTo>
                    <a:pt x="201" y="158"/>
                    <a:pt x="195" y="153"/>
                    <a:pt x="190" y="149"/>
                  </a:cubicBezTo>
                  <a:cubicBezTo>
                    <a:pt x="187" y="147"/>
                    <a:pt x="185" y="145"/>
                    <a:pt x="184" y="145"/>
                  </a:cubicBezTo>
                  <a:close/>
                  <a:moveTo>
                    <a:pt x="201" y="147"/>
                  </a:moveTo>
                  <a:cubicBezTo>
                    <a:pt x="208" y="152"/>
                    <a:pt x="213" y="159"/>
                    <a:pt x="213" y="161"/>
                  </a:cubicBezTo>
                  <a:cubicBezTo>
                    <a:pt x="213" y="161"/>
                    <a:pt x="212" y="161"/>
                    <a:pt x="212" y="161"/>
                  </a:cubicBezTo>
                  <a:cubicBezTo>
                    <a:pt x="210" y="161"/>
                    <a:pt x="204" y="155"/>
                    <a:pt x="200" y="149"/>
                  </a:cubicBezTo>
                  <a:lnTo>
                    <a:pt x="201" y="147"/>
                  </a:lnTo>
                  <a:close/>
                  <a:moveTo>
                    <a:pt x="586" y="146"/>
                  </a:moveTo>
                  <a:cubicBezTo>
                    <a:pt x="587" y="146"/>
                    <a:pt x="583" y="147"/>
                    <a:pt x="576" y="152"/>
                  </a:cubicBezTo>
                  <a:lnTo>
                    <a:pt x="575" y="152"/>
                  </a:lnTo>
                  <a:cubicBezTo>
                    <a:pt x="569" y="155"/>
                    <a:pt x="563" y="158"/>
                    <a:pt x="561" y="158"/>
                  </a:cubicBezTo>
                  <a:cubicBezTo>
                    <a:pt x="561" y="158"/>
                    <a:pt x="561" y="158"/>
                    <a:pt x="560" y="158"/>
                  </a:cubicBezTo>
                  <a:cubicBezTo>
                    <a:pt x="557" y="160"/>
                    <a:pt x="555" y="161"/>
                    <a:pt x="554" y="161"/>
                  </a:cubicBezTo>
                  <a:cubicBezTo>
                    <a:pt x="554" y="161"/>
                    <a:pt x="564" y="155"/>
                    <a:pt x="575" y="150"/>
                  </a:cubicBezTo>
                  <a:cubicBezTo>
                    <a:pt x="582" y="147"/>
                    <a:pt x="586" y="146"/>
                    <a:pt x="586" y="146"/>
                  </a:cubicBezTo>
                  <a:close/>
                  <a:moveTo>
                    <a:pt x="317" y="152"/>
                  </a:moveTo>
                  <a:cubicBezTo>
                    <a:pt x="320" y="159"/>
                    <a:pt x="322" y="162"/>
                    <a:pt x="322" y="162"/>
                  </a:cubicBezTo>
                  <a:cubicBezTo>
                    <a:pt x="322" y="162"/>
                    <a:pt x="320" y="159"/>
                    <a:pt x="317" y="152"/>
                  </a:cubicBezTo>
                  <a:close/>
                  <a:moveTo>
                    <a:pt x="298" y="161"/>
                  </a:moveTo>
                  <a:cubicBezTo>
                    <a:pt x="301" y="166"/>
                    <a:pt x="302" y="168"/>
                    <a:pt x="302" y="168"/>
                  </a:cubicBezTo>
                  <a:cubicBezTo>
                    <a:pt x="302" y="168"/>
                    <a:pt x="302" y="168"/>
                    <a:pt x="302" y="167"/>
                  </a:cubicBezTo>
                  <a:lnTo>
                    <a:pt x="304" y="167"/>
                  </a:lnTo>
                  <a:lnTo>
                    <a:pt x="298" y="161"/>
                  </a:lnTo>
                  <a:close/>
                  <a:moveTo>
                    <a:pt x="241" y="143"/>
                  </a:moveTo>
                  <a:cubicBezTo>
                    <a:pt x="241" y="143"/>
                    <a:pt x="246" y="148"/>
                    <a:pt x="252" y="154"/>
                  </a:cubicBezTo>
                  <a:cubicBezTo>
                    <a:pt x="256" y="161"/>
                    <a:pt x="262" y="166"/>
                    <a:pt x="268" y="172"/>
                  </a:cubicBezTo>
                  <a:cubicBezTo>
                    <a:pt x="269" y="173"/>
                    <a:pt x="269" y="173"/>
                    <a:pt x="270" y="174"/>
                  </a:cubicBezTo>
                  <a:lnTo>
                    <a:pt x="270" y="174"/>
                  </a:lnTo>
                  <a:cubicBezTo>
                    <a:pt x="266" y="171"/>
                    <a:pt x="262" y="168"/>
                    <a:pt x="260" y="168"/>
                  </a:cubicBezTo>
                  <a:cubicBezTo>
                    <a:pt x="260" y="168"/>
                    <a:pt x="260" y="168"/>
                    <a:pt x="260" y="168"/>
                  </a:cubicBezTo>
                  <a:lnTo>
                    <a:pt x="258" y="171"/>
                  </a:lnTo>
                  <a:lnTo>
                    <a:pt x="254" y="163"/>
                  </a:lnTo>
                  <a:cubicBezTo>
                    <a:pt x="255" y="162"/>
                    <a:pt x="251" y="155"/>
                    <a:pt x="245" y="149"/>
                  </a:cubicBezTo>
                  <a:cubicBezTo>
                    <a:pt x="245" y="149"/>
                    <a:pt x="240" y="143"/>
                    <a:pt x="241" y="143"/>
                  </a:cubicBezTo>
                  <a:close/>
                  <a:moveTo>
                    <a:pt x="201" y="223"/>
                  </a:moveTo>
                  <a:lnTo>
                    <a:pt x="209" y="226"/>
                  </a:lnTo>
                  <a:cubicBezTo>
                    <a:pt x="217" y="228"/>
                    <a:pt x="216" y="229"/>
                    <a:pt x="216" y="230"/>
                  </a:cubicBezTo>
                  <a:lnTo>
                    <a:pt x="208" y="228"/>
                  </a:lnTo>
                  <a:lnTo>
                    <a:pt x="201" y="223"/>
                  </a:lnTo>
                  <a:close/>
                  <a:moveTo>
                    <a:pt x="170" y="214"/>
                  </a:moveTo>
                  <a:lnTo>
                    <a:pt x="184" y="222"/>
                  </a:lnTo>
                  <a:cubicBezTo>
                    <a:pt x="196" y="229"/>
                    <a:pt x="202" y="231"/>
                    <a:pt x="201" y="231"/>
                  </a:cubicBezTo>
                  <a:cubicBezTo>
                    <a:pt x="201" y="231"/>
                    <a:pt x="197" y="230"/>
                    <a:pt x="190" y="228"/>
                  </a:cubicBezTo>
                  <a:cubicBezTo>
                    <a:pt x="182" y="226"/>
                    <a:pt x="176" y="221"/>
                    <a:pt x="169" y="217"/>
                  </a:cubicBezTo>
                  <a:cubicBezTo>
                    <a:pt x="169" y="215"/>
                    <a:pt x="170" y="214"/>
                    <a:pt x="170" y="214"/>
                  </a:cubicBezTo>
                  <a:close/>
                  <a:moveTo>
                    <a:pt x="191" y="253"/>
                  </a:moveTo>
                  <a:cubicBezTo>
                    <a:pt x="193" y="253"/>
                    <a:pt x="201" y="256"/>
                    <a:pt x="214" y="259"/>
                  </a:cubicBezTo>
                  <a:cubicBezTo>
                    <a:pt x="218" y="261"/>
                    <a:pt x="220" y="263"/>
                    <a:pt x="219" y="263"/>
                  </a:cubicBezTo>
                  <a:cubicBezTo>
                    <a:pt x="218" y="263"/>
                    <a:pt x="214" y="261"/>
                    <a:pt x="206" y="259"/>
                  </a:cubicBezTo>
                  <a:lnTo>
                    <a:pt x="190" y="254"/>
                  </a:lnTo>
                  <a:cubicBezTo>
                    <a:pt x="190" y="253"/>
                    <a:pt x="190" y="253"/>
                    <a:pt x="191" y="253"/>
                  </a:cubicBezTo>
                  <a:close/>
                  <a:moveTo>
                    <a:pt x="164" y="259"/>
                  </a:moveTo>
                  <a:cubicBezTo>
                    <a:pt x="169" y="259"/>
                    <a:pt x="175" y="261"/>
                    <a:pt x="180" y="263"/>
                  </a:cubicBezTo>
                  <a:lnTo>
                    <a:pt x="179" y="264"/>
                  </a:lnTo>
                  <a:cubicBezTo>
                    <a:pt x="171" y="263"/>
                    <a:pt x="163" y="261"/>
                    <a:pt x="163" y="260"/>
                  </a:cubicBezTo>
                  <a:lnTo>
                    <a:pt x="164" y="259"/>
                  </a:lnTo>
                  <a:close/>
                  <a:moveTo>
                    <a:pt x="226" y="283"/>
                  </a:moveTo>
                  <a:lnTo>
                    <a:pt x="234" y="284"/>
                  </a:lnTo>
                  <a:lnTo>
                    <a:pt x="242" y="284"/>
                  </a:lnTo>
                  <a:lnTo>
                    <a:pt x="226" y="283"/>
                  </a:lnTo>
                  <a:close/>
                  <a:moveTo>
                    <a:pt x="144" y="285"/>
                  </a:moveTo>
                  <a:cubicBezTo>
                    <a:pt x="146" y="285"/>
                    <a:pt x="152" y="287"/>
                    <a:pt x="151" y="288"/>
                  </a:cubicBezTo>
                  <a:lnTo>
                    <a:pt x="143" y="288"/>
                  </a:lnTo>
                  <a:cubicBezTo>
                    <a:pt x="143" y="287"/>
                    <a:pt x="135" y="285"/>
                    <a:pt x="143" y="285"/>
                  </a:cubicBezTo>
                  <a:cubicBezTo>
                    <a:pt x="143" y="285"/>
                    <a:pt x="144" y="285"/>
                    <a:pt x="144" y="285"/>
                  </a:cubicBezTo>
                  <a:close/>
                  <a:moveTo>
                    <a:pt x="184" y="296"/>
                  </a:moveTo>
                  <a:cubicBezTo>
                    <a:pt x="189" y="296"/>
                    <a:pt x="195" y="296"/>
                    <a:pt x="200" y="297"/>
                  </a:cubicBezTo>
                  <a:cubicBezTo>
                    <a:pt x="208" y="299"/>
                    <a:pt x="200" y="300"/>
                    <a:pt x="184" y="300"/>
                  </a:cubicBezTo>
                  <a:lnTo>
                    <a:pt x="184" y="296"/>
                  </a:lnTo>
                  <a:close/>
                  <a:moveTo>
                    <a:pt x="199" y="306"/>
                  </a:moveTo>
                  <a:lnTo>
                    <a:pt x="199" y="307"/>
                  </a:lnTo>
                  <a:cubicBezTo>
                    <a:pt x="200" y="309"/>
                    <a:pt x="199" y="309"/>
                    <a:pt x="191" y="310"/>
                  </a:cubicBezTo>
                  <a:lnTo>
                    <a:pt x="191" y="309"/>
                  </a:lnTo>
                  <a:lnTo>
                    <a:pt x="199" y="306"/>
                  </a:lnTo>
                  <a:close/>
                  <a:moveTo>
                    <a:pt x="586" y="307"/>
                  </a:moveTo>
                  <a:cubicBezTo>
                    <a:pt x="587" y="307"/>
                    <a:pt x="589" y="307"/>
                    <a:pt x="593" y="307"/>
                  </a:cubicBezTo>
                  <a:cubicBezTo>
                    <a:pt x="601" y="310"/>
                    <a:pt x="609" y="312"/>
                    <a:pt x="609" y="313"/>
                  </a:cubicBezTo>
                  <a:cubicBezTo>
                    <a:pt x="600" y="313"/>
                    <a:pt x="592" y="311"/>
                    <a:pt x="585" y="307"/>
                  </a:cubicBezTo>
                  <a:cubicBezTo>
                    <a:pt x="585" y="307"/>
                    <a:pt x="585" y="307"/>
                    <a:pt x="586" y="307"/>
                  </a:cubicBezTo>
                  <a:close/>
                  <a:moveTo>
                    <a:pt x="282" y="317"/>
                  </a:moveTo>
                  <a:cubicBezTo>
                    <a:pt x="281" y="317"/>
                    <a:pt x="279" y="317"/>
                    <a:pt x="274" y="319"/>
                  </a:cubicBezTo>
                  <a:lnTo>
                    <a:pt x="274" y="320"/>
                  </a:lnTo>
                  <a:cubicBezTo>
                    <a:pt x="282" y="318"/>
                    <a:pt x="282" y="318"/>
                    <a:pt x="282" y="318"/>
                  </a:cubicBezTo>
                  <a:cubicBezTo>
                    <a:pt x="282" y="317"/>
                    <a:pt x="282" y="317"/>
                    <a:pt x="282" y="317"/>
                  </a:cubicBezTo>
                  <a:close/>
                  <a:moveTo>
                    <a:pt x="175" y="331"/>
                  </a:moveTo>
                  <a:cubicBezTo>
                    <a:pt x="177" y="331"/>
                    <a:pt x="178" y="331"/>
                    <a:pt x="178" y="331"/>
                  </a:cubicBezTo>
                  <a:cubicBezTo>
                    <a:pt x="178" y="332"/>
                    <a:pt x="178" y="333"/>
                    <a:pt x="170" y="336"/>
                  </a:cubicBezTo>
                  <a:cubicBezTo>
                    <a:pt x="170" y="336"/>
                    <a:pt x="167" y="336"/>
                    <a:pt x="164" y="336"/>
                  </a:cubicBezTo>
                  <a:cubicBezTo>
                    <a:pt x="163" y="336"/>
                    <a:pt x="162" y="336"/>
                    <a:pt x="162" y="336"/>
                  </a:cubicBezTo>
                  <a:cubicBezTo>
                    <a:pt x="161" y="334"/>
                    <a:pt x="169" y="331"/>
                    <a:pt x="169" y="331"/>
                  </a:cubicBezTo>
                  <a:cubicBezTo>
                    <a:pt x="172" y="331"/>
                    <a:pt x="173" y="331"/>
                    <a:pt x="175" y="331"/>
                  </a:cubicBezTo>
                  <a:close/>
                  <a:moveTo>
                    <a:pt x="267" y="334"/>
                  </a:moveTo>
                  <a:cubicBezTo>
                    <a:pt x="266" y="334"/>
                    <a:pt x="263" y="335"/>
                    <a:pt x="254" y="339"/>
                  </a:cubicBezTo>
                  <a:cubicBezTo>
                    <a:pt x="251" y="340"/>
                    <a:pt x="249" y="341"/>
                    <a:pt x="247" y="342"/>
                  </a:cubicBezTo>
                  <a:lnTo>
                    <a:pt x="247" y="342"/>
                  </a:lnTo>
                  <a:cubicBezTo>
                    <a:pt x="246" y="341"/>
                    <a:pt x="246" y="340"/>
                    <a:pt x="245" y="340"/>
                  </a:cubicBezTo>
                  <a:lnTo>
                    <a:pt x="245" y="340"/>
                  </a:lnTo>
                  <a:cubicBezTo>
                    <a:pt x="239" y="342"/>
                    <a:pt x="239" y="342"/>
                    <a:pt x="239" y="343"/>
                  </a:cubicBezTo>
                  <a:cubicBezTo>
                    <a:pt x="239" y="344"/>
                    <a:pt x="239" y="345"/>
                    <a:pt x="240" y="345"/>
                  </a:cubicBezTo>
                  <a:cubicBezTo>
                    <a:pt x="241" y="345"/>
                    <a:pt x="243" y="344"/>
                    <a:pt x="247" y="342"/>
                  </a:cubicBezTo>
                  <a:lnTo>
                    <a:pt x="247" y="342"/>
                  </a:lnTo>
                  <a:cubicBezTo>
                    <a:pt x="248" y="343"/>
                    <a:pt x="248" y="344"/>
                    <a:pt x="249" y="346"/>
                  </a:cubicBezTo>
                  <a:cubicBezTo>
                    <a:pt x="252" y="341"/>
                    <a:pt x="258" y="339"/>
                    <a:pt x="262" y="337"/>
                  </a:cubicBezTo>
                  <a:cubicBezTo>
                    <a:pt x="266" y="335"/>
                    <a:pt x="268" y="334"/>
                    <a:pt x="267" y="334"/>
                  </a:cubicBezTo>
                  <a:close/>
                  <a:moveTo>
                    <a:pt x="270" y="343"/>
                  </a:moveTo>
                  <a:cubicBezTo>
                    <a:pt x="270" y="343"/>
                    <a:pt x="268" y="344"/>
                    <a:pt x="265" y="346"/>
                  </a:cubicBezTo>
                  <a:cubicBezTo>
                    <a:pt x="260" y="347"/>
                    <a:pt x="255" y="349"/>
                    <a:pt x="254" y="349"/>
                  </a:cubicBezTo>
                  <a:cubicBezTo>
                    <a:pt x="253" y="349"/>
                    <a:pt x="254" y="348"/>
                    <a:pt x="256" y="347"/>
                  </a:cubicBezTo>
                  <a:cubicBezTo>
                    <a:pt x="256" y="346"/>
                    <a:pt x="256" y="346"/>
                    <a:pt x="256" y="346"/>
                  </a:cubicBezTo>
                  <a:cubicBezTo>
                    <a:pt x="255" y="346"/>
                    <a:pt x="253" y="346"/>
                    <a:pt x="249" y="348"/>
                  </a:cubicBezTo>
                  <a:lnTo>
                    <a:pt x="249" y="348"/>
                  </a:lnTo>
                  <a:cubicBezTo>
                    <a:pt x="249" y="348"/>
                    <a:pt x="249" y="348"/>
                    <a:pt x="249" y="348"/>
                  </a:cubicBezTo>
                  <a:lnTo>
                    <a:pt x="249" y="348"/>
                  </a:lnTo>
                  <a:cubicBezTo>
                    <a:pt x="243" y="349"/>
                    <a:pt x="239" y="351"/>
                    <a:pt x="234" y="353"/>
                  </a:cubicBezTo>
                  <a:cubicBezTo>
                    <a:pt x="234" y="354"/>
                    <a:pt x="234" y="354"/>
                    <a:pt x="234" y="354"/>
                  </a:cubicBezTo>
                  <a:cubicBezTo>
                    <a:pt x="235" y="354"/>
                    <a:pt x="237" y="353"/>
                    <a:pt x="242" y="351"/>
                  </a:cubicBezTo>
                  <a:cubicBezTo>
                    <a:pt x="245" y="350"/>
                    <a:pt x="247" y="349"/>
                    <a:pt x="249" y="348"/>
                  </a:cubicBezTo>
                  <a:lnTo>
                    <a:pt x="249" y="348"/>
                  </a:lnTo>
                  <a:cubicBezTo>
                    <a:pt x="249" y="351"/>
                    <a:pt x="249" y="353"/>
                    <a:pt x="249" y="355"/>
                  </a:cubicBezTo>
                  <a:lnTo>
                    <a:pt x="249" y="355"/>
                  </a:lnTo>
                  <a:cubicBezTo>
                    <a:pt x="252" y="354"/>
                    <a:pt x="255" y="352"/>
                    <a:pt x="259" y="350"/>
                  </a:cubicBezTo>
                  <a:cubicBezTo>
                    <a:pt x="268" y="345"/>
                    <a:pt x="271" y="343"/>
                    <a:pt x="270" y="343"/>
                  </a:cubicBezTo>
                  <a:close/>
                  <a:moveTo>
                    <a:pt x="182" y="353"/>
                  </a:moveTo>
                  <a:cubicBezTo>
                    <a:pt x="182" y="353"/>
                    <a:pt x="182" y="354"/>
                    <a:pt x="182" y="355"/>
                  </a:cubicBezTo>
                  <a:cubicBezTo>
                    <a:pt x="182" y="356"/>
                    <a:pt x="176" y="359"/>
                    <a:pt x="176" y="359"/>
                  </a:cubicBezTo>
                  <a:cubicBezTo>
                    <a:pt x="174" y="360"/>
                    <a:pt x="173" y="360"/>
                    <a:pt x="173" y="360"/>
                  </a:cubicBezTo>
                  <a:cubicBezTo>
                    <a:pt x="170" y="360"/>
                    <a:pt x="175" y="357"/>
                    <a:pt x="175" y="356"/>
                  </a:cubicBezTo>
                  <a:cubicBezTo>
                    <a:pt x="179" y="354"/>
                    <a:pt x="181" y="353"/>
                    <a:pt x="182" y="353"/>
                  </a:cubicBezTo>
                  <a:close/>
                  <a:moveTo>
                    <a:pt x="600" y="352"/>
                  </a:moveTo>
                  <a:cubicBezTo>
                    <a:pt x="600" y="352"/>
                    <a:pt x="601" y="352"/>
                    <a:pt x="603" y="352"/>
                  </a:cubicBezTo>
                  <a:cubicBezTo>
                    <a:pt x="608" y="355"/>
                    <a:pt x="612" y="357"/>
                    <a:pt x="618" y="360"/>
                  </a:cubicBezTo>
                  <a:cubicBezTo>
                    <a:pt x="618" y="360"/>
                    <a:pt x="621" y="363"/>
                    <a:pt x="620" y="363"/>
                  </a:cubicBezTo>
                  <a:cubicBezTo>
                    <a:pt x="620" y="363"/>
                    <a:pt x="619" y="362"/>
                    <a:pt x="617" y="361"/>
                  </a:cubicBezTo>
                  <a:lnTo>
                    <a:pt x="609" y="358"/>
                  </a:lnTo>
                  <a:cubicBezTo>
                    <a:pt x="603" y="354"/>
                    <a:pt x="598" y="352"/>
                    <a:pt x="600" y="352"/>
                  </a:cubicBezTo>
                  <a:close/>
                  <a:moveTo>
                    <a:pt x="209" y="366"/>
                  </a:moveTo>
                  <a:cubicBezTo>
                    <a:pt x="210" y="366"/>
                    <a:pt x="207" y="369"/>
                    <a:pt x="197" y="374"/>
                  </a:cubicBezTo>
                  <a:cubicBezTo>
                    <a:pt x="193" y="376"/>
                    <a:pt x="191" y="377"/>
                    <a:pt x="190" y="377"/>
                  </a:cubicBezTo>
                  <a:cubicBezTo>
                    <a:pt x="190" y="377"/>
                    <a:pt x="190" y="376"/>
                    <a:pt x="189" y="376"/>
                  </a:cubicBezTo>
                  <a:cubicBezTo>
                    <a:pt x="194" y="373"/>
                    <a:pt x="199" y="370"/>
                    <a:pt x="204" y="368"/>
                  </a:cubicBezTo>
                  <a:cubicBezTo>
                    <a:pt x="206" y="367"/>
                    <a:pt x="208" y="366"/>
                    <a:pt x="209" y="366"/>
                  </a:cubicBezTo>
                  <a:close/>
                  <a:moveTo>
                    <a:pt x="208" y="377"/>
                  </a:moveTo>
                  <a:lnTo>
                    <a:pt x="208" y="378"/>
                  </a:lnTo>
                  <a:cubicBezTo>
                    <a:pt x="202" y="381"/>
                    <a:pt x="196" y="384"/>
                    <a:pt x="194" y="384"/>
                  </a:cubicBezTo>
                  <a:cubicBezTo>
                    <a:pt x="194" y="384"/>
                    <a:pt x="194" y="384"/>
                    <a:pt x="194" y="384"/>
                  </a:cubicBezTo>
                  <a:lnTo>
                    <a:pt x="200" y="379"/>
                  </a:lnTo>
                  <a:lnTo>
                    <a:pt x="208" y="377"/>
                  </a:lnTo>
                  <a:close/>
                  <a:moveTo>
                    <a:pt x="24" y="392"/>
                  </a:moveTo>
                  <a:cubicBezTo>
                    <a:pt x="19" y="392"/>
                    <a:pt x="13" y="393"/>
                    <a:pt x="7" y="394"/>
                  </a:cubicBezTo>
                  <a:cubicBezTo>
                    <a:pt x="2" y="395"/>
                    <a:pt x="1" y="397"/>
                    <a:pt x="7" y="397"/>
                  </a:cubicBezTo>
                  <a:cubicBezTo>
                    <a:pt x="9" y="397"/>
                    <a:pt x="13" y="397"/>
                    <a:pt x="18" y="396"/>
                  </a:cubicBezTo>
                  <a:cubicBezTo>
                    <a:pt x="24" y="394"/>
                    <a:pt x="24" y="394"/>
                    <a:pt x="24" y="392"/>
                  </a:cubicBezTo>
                  <a:close/>
                  <a:moveTo>
                    <a:pt x="577" y="395"/>
                  </a:moveTo>
                  <a:cubicBezTo>
                    <a:pt x="578" y="395"/>
                    <a:pt x="584" y="399"/>
                    <a:pt x="584" y="399"/>
                  </a:cubicBezTo>
                  <a:cubicBezTo>
                    <a:pt x="584" y="399"/>
                    <a:pt x="591" y="404"/>
                    <a:pt x="590" y="405"/>
                  </a:cubicBezTo>
                  <a:cubicBezTo>
                    <a:pt x="584" y="402"/>
                    <a:pt x="580" y="399"/>
                    <a:pt x="575" y="396"/>
                  </a:cubicBezTo>
                  <a:lnTo>
                    <a:pt x="576" y="395"/>
                  </a:lnTo>
                  <a:cubicBezTo>
                    <a:pt x="576" y="395"/>
                    <a:pt x="576" y="395"/>
                    <a:pt x="577" y="395"/>
                  </a:cubicBezTo>
                  <a:close/>
                  <a:moveTo>
                    <a:pt x="519" y="396"/>
                  </a:moveTo>
                  <a:cubicBezTo>
                    <a:pt x="525" y="402"/>
                    <a:pt x="530" y="407"/>
                    <a:pt x="529" y="408"/>
                  </a:cubicBezTo>
                  <a:lnTo>
                    <a:pt x="523" y="403"/>
                  </a:lnTo>
                  <a:lnTo>
                    <a:pt x="519" y="396"/>
                  </a:lnTo>
                  <a:close/>
                  <a:moveTo>
                    <a:pt x="582" y="415"/>
                  </a:moveTo>
                  <a:cubicBezTo>
                    <a:pt x="583" y="415"/>
                    <a:pt x="584" y="416"/>
                    <a:pt x="588" y="419"/>
                  </a:cubicBezTo>
                  <a:lnTo>
                    <a:pt x="587" y="420"/>
                  </a:lnTo>
                  <a:lnTo>
                    <a:pt x="581" y="416"/>
                  </a:lnTo>
                  <a:lnTo>
                    <a:pt x="581" y="415"/>
                  </a:lnTo>
                  <a:cubicBezTo>
                    <a:pt x="581" y="415"/>
                    <a:pt x="581" y="415"/>
                    <a:pt x="582" y="415"/>
                  </a:cubicBezTo>
                  <a:close/>
                  <a:moveTo>
                    <a:pt x="515" y="410"/>
                  </a:moveTo>
                  <a:cubicBezTo>
                    <a:pt x="515" y="410"/>
                    <a:pt x="516" y="412"/>
                    <a:pt x="520" y="416"/>
                  </a:cubicBezTo>
                  <a:cubicBezTo>
                    <a:pt x="520" y="416"/>
                    <a:pt x="526" y="422"/>
                    <a:pt x="525" y="423"/>
                  </a:cubicBezTo>
                  <a:lnTo>
                    <a:pt x="518" y="417"/>
                  </a:lnTo>
                  <a:cubicBezTo>
                    <a:pt x="513" y="411"/>
                    <a:pt x="514" y="411"/>
                    <a:pt x="514" y="411"/>
                  </a:cubicBezTo>
                  <a:cubicBezTo>
                    <a:pt x="514" y="410"/>
                    <a:pt x="514" y="410"/>
                    <a:pt x="515" y="410"/>
                  </a:cubicBezTo>
                  <a:close/>
                  <a:moveTo>
                    <a:pt x="589" y="425"/>
                  </a:moveTo>
                  <a:cubicBezTo>
                    <a:pt x="588" y="425"/>
                    <a:pt x="589" y="425"/>
                    <a:pt x="591" y="428"/>
                  </a:cubicBezTo>
                  <a:cubicBezTo>
                    <a:pt x="591" y="427"/>
                    <a:pt x="589" y="425"/>
                    <a:pt x="589" y="425"/>
                  </a:cubicBezTo>
                  <a:close/>
                  <a:moveTo>
                    <a:pt x="573" y="424"/>
                  </a:moveTo>
                  <a:cubicBezTo>
                    <a:pt x="573" y="424"/>
                    <a:pt x="575" y="425"/>
                    <a:pt x="578" y="429"/>
                  </a:cubicBezTo>
                  <a:lnTo>
                    <a:pt x="578" y="430"/>
                  </a:lnTo>
                  <a:lnTo>
                    <a:pt x="571" y="425"/>
                  </a:lnTo>
                  <a:lnTo>
                    <a:pt x="572" y="424"/>
                  </a:lnTo>
                  <a:cubicBezTo>
                    <a:pt x="572" y="424"/>
                    <a:pt x="572" y="424"/>
                    <a:pt x="573" y="424"/>
                  </a:cubicBezTo>
                  <a:close/>
                  <a:moveTo>
                    <a:pt x="561" y="426"/>
                  </a:moveTo>
                  <a:cubicBezTo>
                    <a:pt x="562" y="426"/>
                    <a:pt x="564" y="427"/>
                    <a:pt x="566" y="430"/>
                  </a:cubicBezTo>
                  <a:cubicBezTo>
                    <a:pt x="572" y="435"/>
                    <a:pt x="572" y="435"/>
                    <a:pt x="572" y="436"/>
                  </a:cubicBezTo>
                  <a:cubicBezTo>
                    <a:pt x="571" y="437"/>
                    <a:pt x="570" y="438"/>
                    <a:pt x="570" y="438"/>
                  </a:cubicBezTo>
                  <a:cubicBezTo>
                    <a:pt x="569" y="438"/>
                    <a:pt x="567" y="436"/>
                    <a:pt x="564" y="432"/>
                  </a:cubicBezTo>
                  <a:cubicBezTo>
                    <a:pt x="561" y="428"/>
                    <a:pt x="561" y="426"/>
                    <a:pt x="561" y="426"/>
                  </a:cubicBezTo>
                  <a:close/>
                  <a:moveTo>
                    <a:pt x="319" y="432"/>
                  </a:moveTo>
                  <a:cubicBezTo>
                    <a:pt x="316" y="438"/>
                    <a:pt x="312" y="446"/>
                    <a:pt x="311" y="446"/>
                  </a:cubicBezTo>
                  <a:cubicBezTo>
                    <a:pt x="311" y="446"/>
                    <a:pt x="311" y="446"/>
                    <a:pt x="311" y="445"/>
                  </a:cubicBezTo>
                  <a:lnTo>
                    <a:pt x="310" y="445"/>
                  </a:lnTo>
                  <a:cubicBezTo>
                    <a:pt x="313" y="441"/>
                    <a:pt x="316" y="436"/>
                    <a:pt x="318" y="432"/>
                  </a:cubicBezTo>
                  <a:close/>
                  <a:moveTo>
                    <a:pt x="594" y="450"/>
                  </a:moveTo>
                  <a:cubicBezTo>
                    <a:pt x="595" y="451"/>
                    <a:pt x="597" y="453"/>
                    <a:pt x="599" y="454"/>
                  </a:cubicBezTo>
                  <a:cubicBezTo>
                    <a:pt x="601" y="456"/>
                    <a:pt x="602" y="457"/>
                    <a:pt x="603" y="458"/>
                  </a:cubicBezTo>
                  <a:lnTo>
                    <a:pt x="603" y="458"/>
                  </a:lnTo>
                  <a:cubicBezTo>
                    <a:pt x="602" y="457"/>
                    <a:pt x="600" y="455"/>
                    <a:pt x="594" y="450"/>
                  </a:cubicBezTo>
                  <a:close/>
                  <a:moveTo>
                    <a:pt x="603" y="458"/>
                  </a:moveTo>
                  <a:cubicBezTo>
                    <a:pt x="603" y="458"/>
                    <a:pt x="603" y="458"/>
                    <a:pt x="603" y="458"/>
                  </a:cubicBezTo>
                  <a:cubicBezTo>
                    <a:pt x="603" y="458"/>
                    <a:pt x="603" y="458"/>
                    <a:pt x="603" y="458"/>
                  </a:cubicBezTo>
                  <a:close/>
                  <a:moveTo>
                    <a:pt x="243" y="454"/>
                  </a:moveTo>
                  <a:lnTo>
                    <a:pt x="244" y="456"/>
                  </a:lnTo>
                  <a:cubicBezTo>
                    <a:pt x="239" y="461"/>
                    <a:pt x="235" y="467"/>
                    <a:pt x="233" y="467"/>
                  </a:cubicBezTo>
                  <a:cubicBezTo>
                    <a:pt x="233" y="467"/>
                    <a:pt x="233" y="467"/>
                    <a:pt x="233" y="467"/>
                  </a:cubicBezTo>
                  <a:lnTo>
                    <a:pt x="237" y="460"/>
                  </a:lnTo>
                  <a:lnTo>
                    <a:pt x="243" y="454"/>
                  </a:lnTo>
                  <a:close/>
                  <a:moveTo>
                    <a:pt x="273" y="469"/>
                  </a:moveTo>
                  <a:cubicBezTo>
                    <a:pt x="273" y="470"/>
                    <a:pt x="273" y="470"/>
                    <a:pt x="269" y="477"/>
                  </a:cubicBezTo>
                  <a:cubicBezTo>
                    <a:pt x="267" y="481"/>
                    <a:pt x="263" y="486"/>
                    <a:pt x="259" y="489"/>
                  </a:cubicBezTo>
                  <a:cubicBezTo>
                    <a:pt x="263" y="482"/>
                    <a:pt x="268" y="476"/>
                    <a:pt x="273" y="469"/>
                  </a:cubicBezTo>
                  <a:close/>
                  <a:moveTo>
                    <a:pt x="310" y="482"/>
                  </a:moveTo>
                  <a:lnTo>
                    <a:pt x="311" y="484"/>
                  </a:lnTo>
                  <a:cubicBezTo>
                    <a:pt x="308" y="490"/>
                    <a:pt x="305" y="497"/>
                    <a:pt x="304" y="497"/>
                  </a:cubicBezTo>
                  <a:cubicBezTo>
                    <a:pt x="304" y="497"/>
                    <a:pt x="304" y="497"/>
                    <a:pt x="304" y="497"/>
                  </a:cubicBezTo>
                  <a:lnTo>
                    <a:pt x="305" y="489"/>
                  </a:lnTo>
                  <a:lnTo>
                    <a:pt x="310" y="482"/>
                  </a:lnTo>
                  <a:close/>
                  <a:moveTo>
                    <a:pt x="447" y="493"/>
                  </a:moveTo>
                  <a:cubicBezTo>
                    <a:pt x="449" y="500"/>
                    <a:pt x="452" y="508"/>
                    <a:pt x="451" y="508"/>
                  </a:cubicBezTo>
                  <a:lnTo>
                    <a:pt x="449" y="509"/>
                  </a:lnTo>
                  <a:cubicBezTo>
                    <a:pt x="447" y="504"/>
                    <a:pt x="447" y="498"/>
                    <a:pt x="446" y="493"/>
                  </a:cubicBezTo>
                  <a:close/>
                  <a:moveTo>
                    <a:pt x="396" y="505"/>
                  </a:moveTo>
                  <a:cubicBezTo>
                    <a:pt x="398" y="505"/>
                    <a:pt x="398" y="505"/>
                    <a:pt x="398" y="513"/>
                  </a:cubicBezTo>
                  <a:cubicBezTo>
                    <a:pt x="398" y="522"/>
                    <a:pt x="396" y="522"/>
                    <a:pt x="393" y="522"/>
                  </a:cubicBezTo>
                  <a:cubicBezTo>
                    <a:pt x="392" y="513"/>
                    <a:pt x="394" y="505"/>
                    <a:pt x="396" y="505"/>
                  </a:cubicBezTo>
                  <a:close/>
                  <a:moveTo>
                    <a:pt x="270" y="60"/>
                  </a:moveTo>
                  <a:cubicBezTo>
                    <a:pt x="270" y="60"/>
                    <a:pt x="272" y="63"/>
                    <a:pt x="276" y="72"/>
                  </a:cubicBezTo>
                  <a:cubicBezTo>
                    <a:pt x="279" y="80"/>
                    <a:pt x="280" y="84"/>
                    <a:pt x="279" y="84"/>
                  </a:cubicBezTo>
                  <a:cubicBezTo>
                    <a:pt x="278" y="84"/>
                    <a:pt x="275" y="80"/>
                    <a:pt x="271" y="74"/>
                  </a:cubicBezTo>
                  <a:lnTo>
                    <a:pt x="269" y="75"/>
                  </a:lnTo>
                  <a:cubicBezTo>
                    <a:pt x="268" y="76"/>
                    <a:pt x="271" y="83"/>
                    <a:pt x="274" y="91"/>
                  </a:cubicBezTo>
                  <a:cubicBezTo>
                    <a:pt x="279" y="99"/>
                    <a:pt x="281" y="102"/>
                    <a:pt x="281" y="102"/>
                  </a:cubicBezTo>
                  <a:cubicBezTo>
                    <a:pt x="281" y="102"/>
                    <a:pt x="280" y="101"/>
                    <a:pt x="278" y="99"/>
                  </a:cubicBezTo>
                  <a:cubicBezTo>
                    <a:pt x="274" y="94"/>
                    <a:pt x="271" y="90"/>
                    <a:pt x="269" y="84"/>
                  </a:cubicBezTo>
                  <a:cubicBezTo>
                    <a:pt x="265" y="79"/>
                    <a:pt x="264" y="79"/>
                    <a:pt x="263" y="79"/>
                  </a:cubicBezTo>
                  <a:cubicBezTo>
                    <a:pt x="263" y="79"/>
                    <a:pt x="262" y="79"/>
                    <a:pt x="262" y="79"/>
                  </a:cubicBezTo>
                  <a:cubicBezTo>
                    <a:pt x="260" y="80"/>
                    <a:pt x="258" y="81"/>
                    <a:pt x="262" y="88"/>
                  </a:cubicBezTo>
                  <a:lnTo>
                    <a:pt x="258" y="81"/>
                  </a:lnTo>
                  <a:cubicBezTo>
                    <a:pt x="257" y="81"/>
                    <a:pt x="257" y="81"/>
                    <a:pt x="257" y="81"/>
                  </a:cubicBezTo>
                  <a:cubicBezTo>
                    <a:pt x="256" y="81"/>
                    <a:pt x="255" y="78"/>
                    <a:pt x="255" y="78"/>
                  </a:cubicBezTo>
                  <a:lnTo>
                    <a:pt x="255" y="78"/>
                  </a:lnTo>
                  <a:cubicBezTo>
                    <a:pt x="254" y="78"/>
                    <a:pt x="255" y="79"/>
                    <a:pt x="256" y="82"/>
                  </a:cubicBezTo>
                  <a:cubicBezTo>
                    <a:pt x="256" y="82"/>
                    <a:pt x="255" y="82"/>
                    <a:pt x="247" y="78"/>
                  </a:cubicBezTo>
                  <a:cubicBezTo>
                    <a:pt x="247" y="77"/>
                    <a:pt x="246" y="76"/>
                    <a:pt x="245" y="76"/>
                  </a:cubicBezTo>
                  <a:cubicBezTo>
                    <a:pt x="243" y="76"/>
                    <a:pt x="248" y="89"/>
                    <a:pt x="259" y="99"/>
                  </a:cubicBezTo>
                  <a:lnTo>
                    <a:pt x="258" y="100"/>
                  </a:lnTo>
                  <a:cubicBezTo>
                    <a:pt x="256" y="101"/>
                    <a:pt x="261" y="108"/>
                    <a:pt x="261" y="108"/>
                  </a:cubicBezTo>
                  <a:cubicBezTo>
                    <a:pt x="265" y="115"/>
                    <a:pt x="264" y="115"/>
                    <a:pt x="263" y="116"/>
                  </a:cubicBezTo>
                  <a:lnTo>
                    <a:pt x="254" y="102"/>
                  </a:lnTo>
                  <a:cubicBezTo>
                    <a:pt x="247" y="90"/>
                    <a:pt x="241" y="84"/>
                    <a:pt x="240" y="84"/>
                  </a:cubicBezTo>
                  <a:lnTo>
                    <a:pt x="240" y="84"/>
                  </a:lnTo>
                  <a:cubicBezTo>
                    <a:pt x="239" y="84"/>
                    <a:pt x="241" y="88"/>
                    <a:pt x="246" y="97"/>
                  </a:cubicBezTo>
                  <a:lnTo>
                    <a:pt x="242" y="90"/>
                  </a:lnTo>
                  <a:cubicBezTo>
                    <a:pt x="240" y="87"/>
                    <a:pt x="238" y="86"/>
                    <a:pt x="238" y="86"/>
                  </a:cubicBezTo>
                  <a:cubicBezTo>
                    <a:pt x="236" y="86"/>
                    <a:pt x="237" y="88"/>
                    <a:pt x="239" y="93"/>
                  </a:cubicBezTo>
                  <a:cubicBezTo>
                    <a:pt x="241" y="100"/>
                    <a:pt x="245" y="108"/>
                    <a:pt x="251" y="113"/>
                  </a:cubicBezTo>
                  <a:cubicBezTo>
                    <a:pt x="255" y="120"/>
                    <a:pt x="254" y="121"/>
                    <a:pt x="254" y="121"/>
                  </a:cubicBezTo>
                  <a:cubicBezTo>
                    <a:pt x="254" y="122"/>
                    <a:pt x="254" y="122"/>
                    <a:pt x="253" y="122"/>
                  </a:cubicBezTo>
                  <a:cubicBezTo>
                    <a:pt x="253" y="122"/>
                    <a:pt x="252" y="120"/>
                    <a:pt x="249" y="116"/>
                  </a:cubicBezTo>
                  <a:cubicBezTo>
                    <a:pt x="244" y="109"/>
                    <a:pt x="241" y="107"/>
                    <a:pt x="240" y="107"/>
                  </a:cubicBezTo>
                  <a:cubicBezTo>
                    <a:pt x="238" y="107"/>
                    <a:pt x="240" y="111"/>
                    <a:pt x="245" y="118"/>
                  </a:cubicBezTo>
                  <a:lnTo>
                    <a:pt x="240" y="111"/>
                  </a:lnTo>
                  <a:cubicBezTo>
                    <a:pt x="237" y="108"/>
                    <a:pt x="234" y="105"/>
                    <a:pt x="231" y="105"/>
                  </a:cubicBezTo>
                  <a:cubicBezTo>
                    <a:pt x="229" y="105"/>
                    <a:pt x="228" y="106"/>
                    <a:pt x="227" y="111"/>
                  </a:cubicBezTo>
                  <a:cubicBezTo>
                    <a:pt x="225" y="113"/>
                    <a:pt x="222" y="115"/>
                    <a:pt x="220" y="115"/>
                  </a:cubicBezTo>
                  <a:cubicBezTo>
                    <a:pt x="218" y="115"/>
                    <a:pt x="216" y="114"/>
                    <a:pt x="214" y="111"/>
                  </a:cubicBezTo>
                  <a:cubicBezTo>
                    <a:pt x="213" y="110"/>
                    <a:pt x="212" y="110"/>
                    <a:pt x="212" y="110"/>
                  </a:cubicBezTo>
                  <a:lnTo>
                    <a:pt x="212" y="110"/>
                  </a:lnTo>
                  <a:cubicBezTo>
                    <a:pt x="210" y="110"/>
                    <a:pt x="216" y="123"/>
                    <a:pt x="225" y="135"/>
                  </a:cubicBezTo>
                  <a:cubicBezTo>
                    <a:pt x="221" y="132"/>
                    <a:pt x="219" y="131"/>
                    <a:pt x="218" y="131"/>
                  </a:cubicBezTo>
                  <a:cubicBezTo>
                    <a:pt x="217" y="131"/>
                    <a:pt x="217" y="131"/>
                    <a:pt x="216" y="132"/>
                  </a:cubicBezTo>
                  <a:cubicBezTo>
                    <a:pt x="215" y="133"/>
                    <a:pt x="214" y="134"/>
                    <a:pt x="213" y="134"/>
                  </a:cubicBezTo>
                  <a:cubicBezTo>
                    <a:pt x="212" y="134"/>
                    <a:pt x="210" y="133"/>
                    <a:pt x="207" y="130"/>
                  </a:cubicBezTo>
                  <a:cubicBezTo>
                    <a:pt x="202" y="124"/>
                    <a:pt x="199" y="121"/>
                    <a:pt x="199" y="121"/>
                  </a:cubicBezTo>
                  <a:lnTo>
                    <a:pt x="199" y="121"/>
                  </a:lnTo>
                  <a:cubicBezTo>
                    <a:pt x="198" y="121"/>
                    <a:pt x="201" y="124"/>
                    <a:pt x="206" y="131"/>
                  </a:cubicBezTo>
                  <a:cubicBezTo>
                    <a:pt x="211" y="137"/>
                    <a:pt x="212" y="139"/>
                    <a:pt x="210" y="139"/>
                  </a:cubicBezTo>
                  <a:cubicBezTo>
                    <a:pt x="208" y="139"/>
                    <a:pt x="202" y="136"/>
                    <a:pt x="195" y="130"/>
                  </a:cubicBezTo>
                  <a:cubicBezTo>
                    <a:pt x="192" y="127"/>
                    <a:pt x="190" y="126"/>
                    <a:pt x="189" y="126"/>
                  </a:cubicBezTo>
                  <a:cubicBezTo>
                    <a:pt x="188" y="126"/>
                    <a:pt x="187" y="127"/>
                    <a:pt x="186" y="128"/>
                  </a:cubicBezTo>
                  <a:cubicBezTo>
                    <a:pt x="191" y="135"/>
                    <a:pt x="189" y="137"/>
                    <a:pt x="187" y="139"/>
                  </a:cubicBezTo>
                  <a:cubicBezTo>
                    <a:pt x="185" y="143"/>
                    <a:pt x="185" y="143"/>
                    <a:pt x="197" y="153"/>
                  </a:cubicBezTo>
                  <a:cubicBezTo>
                    <a:pt x="210" y="163"/>
                    <a:pt x="209" y="163"/>
                    <a:pt x="208" y="165"/>
                  </a:cubicBezTo>
                  <a:cubicBezTo>
                    <a:pt x="208" y="166"/>
                    <a:pt x="207" y="166"/>
                    <a:pt x="206" y="166"/>
                  </a:cubicBezTo>
                  <a:cubicBezTo>
                    <a:pt x="205" y="166"/>
                    <a:pt x="203" y="165"/>
                    <a:pt x="199" y="163"/>
                  </a:cubicBezTo>
                  <a:cubicBezTo>
                    <a:pt x="199" y="163"/>
                    <a:pt x="193" y="160"/>
                    <a:pt x="192" y="160"/>
                  </a:cubicBezTo>
                  <a:cubicBezTo>
                    <a:pt x="192" y="160"/>
                    <a:pt x="191" y="160"/>
                    <a:pt x="191" y="161"/>
                  </a:cubicBezTo>
                  <a:cubicBezTo>
                    <a:pt x="191" y="161"/>
                    <a:pt x="190" y="162"/>
                    <a:pt x="189" y="162"/>
                  </a:cubicBezTo>
                  <a:cubicBezTo>
                    <a:pt x="188" y="162"/>
                    <a:pt x="186" y="161"/>
                    <a:pt x="182" y="158"/>
                  </a:cubicBezTo>
                  <a:cubicBezTo>
                    <a:pt x="182" y="158"/>
                    <a:pt x="179" y="157"/>
                    <a:pt x="176" y="157"/>
                  </a:cubicBezTo>
                  <a:cubicBezTo>
                    <a:pt x="175" y="157"/>
                    <a:pt x="174" y="157"/>
                    <a:pt x="173" y="158"/>
                  </a:cubicBezTo>
                  <a:cubicBezTo>
                    <a:pt x="172" y="160"/>
                    <a:pt x="171" y="161"/>
                    <a:pt x="169" y="161"/>
                  </a:cubicBezTo>
                  <a:cubicBezTo>
                    <a:pt x="168" y="161"/>
                    <a:pt x="166" y="160"/>
                    <a:pt x="162" y="158"/>
                  </a:cubicBezTo>
                  <a:lnTo>
                    <a:pt x="162" y="158"/>
                  </a:lnTo>
                  <a:cubicBezTo>
                    <a:pt x="162" y="161"/>
                    <a:pt x="162" y="161"/>
                    <a:pt x="169" y="164"/>
                  </a:cubicBezTo>
                  <a:cubicBezTo>
                    <a:pt x="176" y="168"/>
                    <a:pt x="181" y="174"/>
                    <a:pt x="171" y="175"/>
                  </a:cubicBezTo>
                  <a:cubicBezTo>
                    <a:pt x="170" y="177"/>
                    <a:pt x="168" y="181"/>
                    <a:pt x="176" y="185"/>
                  </a:cubicBezTo>
                  <a:cubicBezTo>
                    <a:pt x="175" y="186"/>
                    <a:pt x="175" y="186"/>
                    <a:pt x="174" y="186"/>
                  </a:cubicBezTo>
                  <a:cubicBezTo>
                    <a:pt x="174" y="186"/>
                    <a:pt x="172" y="185"/>
                    <a:pt x="167" y="183"/>
                  </a:cubicBezTo>
                  <a:cubicBezTo>
                    <a:pt x="161" y="180"/>
                    <a:pt x="158" y="179"/>
                    <a:pt x="156" y="179"/>
                  </a:cubicBezTo>
                  <a:cubicBezTo>
                    <a:pt x="154" y="179"/>
                    <a:pt x="156" y="182"/>
                    <a:pt x="164" y="187"/>
                  </a:cubicBezTo>
                  <a:cubicBezTo>
                    <a:pt x="169" y="190"/>
                    <a:pt x="170" y="192"/>
                    <a:pt x="168" y="192"/>
                  </a:cubicBezTo>
                  <a:cubicBezTo>
                    <a:pt x="167" y="192"/>
                    <a:pt x="165" y="192"/>
                    <a:pt x="162" y="191"/>
                  </a:cubicBezTo>
                  <a:lnTo>
                    <a:pt x="162" y="191"/>
                  </a:lnTo>
                  <a:cubicBezTo>
                    <a:pt x="162" y="191"/>
                    <a:pt x="162" y="192"/>
                    <a:pt x="169" y="196"/>
                  </a:cubicBezTo>
                  <a:cubicBezTo>
                    <a:pt x="176" y="201"/>
                    <a:pt x="176" y="201"/>
                    <a:pt x="167" y="201"/>
                  </a:cubicBezTo>
                  <a:cubicBezTo>
                    <a:pt x="163" y="199"/>
                    <a:pt x="161" y="199"/>
                    <a:pt x="160" y="199"/>
                  </a:cubicBezTo>
                  <a:cubicBezTo>
                    <a:pt x="159" y="199"/>
                    <a:pt x="158" y="199"/>
                    <a:pt x="158" y="200"/>
                  </a:cubicBezTo>
                  <a:cubicBezTo>
                    <a:pt x="164" y="205"/>
                    <a:pt x="158" y="220"/>
                    <a:pt x="151" y="220"/>
                  </a:cubicBezTo>
                  <a:cubicBezTo>
                    <a:pt x="150" y="220"/>
                    <a:pt x="150" y="220"/>
                    <a:pt x="150" y="220"/>
                  </a:cubicBezTo>
                  <a:lnTo>
                    <a:pt x="150" y="220"/>
                  </a:lnTo>
                  <a:cubicBezTo>
                    <a:pt x="158" y="223"/>
                    <a:pt x="158" y="223"/>
                    <a:pt x="157" y="224"/>
                  </a:cubicBezTo>
                  <a:cubicBezTo>
                    <a:pt x="153" y="224"/>
                    <a:pt x="150" y="223"/>
                    <a:pt x="149" y="223"/>
                  </a:cubicBezTo>
                  <a:cubicBezTo>
                    <a:pt x="145" y="223"/>
                    <a:pt x="151" y="227"/>
                    <a:pt x="163" y="230"/>
                  </a:cubicBezTo>
                  <a:lnTo>
                    <a:pt x="164" y="229"/>
                  </a:lnTo>
                  <a:lnTo>
                    <a:pt x="164" y="228"/>
                  </a:lnTo>
                  <a:cubicBezTo>
                    <a:pt x="174" y="230"/>
                    <a:pt x="177" y="233"/>
                    <a:pt x="173" y="233"/>
                  </a:cubicBezTo>
                  <a:cubicBezTo>
                    <a:pt x="171" y="233"/>
                    <a:pt x="165" y="232"/>
                    <a:pt x="155" y="229"/>
                  </a:cubicBezTo>
                  <a:cubicBezTo>
                    <a:pt x="149" y="228"/>
                    <a:pt x="144" y="227"/>
                    <a:pt x="143" y="227"/>
                  </a:cubicBezTo>
                  <a:cubicBezTo>
                    <a:pt x="141" y="227"/>
                    <a:pt x="145" y="228"/>
                    <a:pt x="154" y="232"/>
                  </a:cubicBezTo>
                  <a:cubicBezTo>
                    <a:pt x="163" y="236"/>
                    <a:pt x="167" y="238"/>
                    <a:pt x="164" y="238"/>
                  </a:cubicBezTo>
                  <a:cubicBezTo>
                    <a:pt x="163" y="238"/>
                    <a:pt x="159" y="237"/>
                    <a:pt x="153" y="236"/>
                  </a:cubicBezTo>
                  <a:cubicBezTo>
                    <a:pt x="146" y="234"/>
                    <a:pt x="143" y="233"/>
                    <a:pt x="142" y="233"/>
                  </a:cubicBezTo>
                  <a:cubicBezTo>
                    <a:pt x="140" y="233"/>
                    <a:pt x="144" y="235"/>
                    <a:pt x="152" y="238"/>
                  </a:cubicBezTo>
                  <a:cubicBezTo>
                    <a:pt x="173" y="245"/>
                    <a:pt x="183" y="249"/>
                    <a:pt x="178" y="249"/>
                  </a:cubicBezTo>
                  <a:cubicBezTo>
                    <a:pt x="175" y="249"/>
                    <a:pt x="169" y="248"/>
                    <a:pt x="159" y="246"/>
                  </a:cubicBezTo>
                  <a:cubicBezTo>
                    <a:pt x="149" y="244"/>
                    <a:pt x="142" y="243"/>
                    <a:pt x="138" y="243"/>
                  </a:cubicBezTo>
                  <a:cubicBezTo>
                    <a:pt x="135" y="243"/>
                    <a:pt x="134" y="243"/>
                    <a:pt x="134" y="244"/>
                  </a:cubicBezTo>
                  <a:cubicBezTo>
                    <a:pt x="133" y="246"/>
                    <a:pt x="141" y="247"/>
                    <a:pt x="150" y="249"/>
                  </a:cubicBezTo>
                  <a:cubicBezTo>
                    <a:pt x="166" y="250"/>
                    <a:pt x="166" y="251"/>
                    <a:pt x="149" y="251"/>
                  </a:cubicBezTo>
                  <a:cubicBezTo>
                    <a:pt x="124" y="251"/>
                    <a:pt x="123" y="256"/>
                    <a:pt x="139" y="263"/>
                  </a:cubicBezTo>
                  <a:cubicBezTo>
                    <a:pt x="148" y="268"/>
                    <a:pt x="152" y="271"/>
                    <a:pt x="148" y="271"/>
                  </a:cubicBezTo>
                  <a:cubicBezTo>
                    <a:pt x="146" y="271"/>
                    <a:pt x="143" y="270"/>
                    <a:pt x="138" y="268"/>
                  </a:cubicBezTo>
                  <a:cubicBezTo>
                    <a:pt x="129" y="265"/>
                    <a:pt x="125" y="264"/>
                    <a:pt x="125" y="264"/>
                  </a:cubicBezTo>
                  <a:cubicBezTo>
                    <a:pt x="124" y="264"/>
                    <a:pt x="126" y="265"/>
                    <a:pt x="130" y="267"/>
                  </a:cubicBezTo>
                  <a:cubicBezTo>
                    <a:pt x="129" y="270"/>
                    <a:pt x="129" y="274"/>
                    <a:pt x="129" y="275"/>
                  </a:cubicBezTo>
                  <a:cubicBezTo>
                    <a:pt x="129" y="276"/>
                    <a:pt x="136" y="278"/>
                    <a:pt x="144" y="279"/>
                  </a:cubicBezTo>
                  <a:cubicBezTo>
                    <a:pt x="127" y="279"/>
                    <a:pt x="120" y="283"/>
                    <a:pt x="135" y="286"/>
                  </a:cubicBezTo>
                  <a:lnTo>
                    <a:pt x="135" y="290"/>
                  </a:lnTo>
                  <a:cubicBezTo>
                    <a:pt x="135" y="291"/>
                    <a:pt x="135" y="291"/>
                    <a:pt x="143" y="293"/>
                  </a:cubicBezTo>
                  <a:cubicBezTo>
                    <a:pt x="151" y="294"/>
                    <a:pt x="143" y="295"/>
                    <a:pt x="135" y="297"/>
                  </a:cubicBezTo>
                  <a:cubicBezTo>
                    <a:pt x="126" y="299"/>
                    <a:pt x="118" y="301"/>
                    <a:pt x="126" y="301"/>
                  </a:cubicBezTo>
                  <a:cubicBezTo>
                    <a:pt x="135" y="301"/>
                    <a:pt x="143" y="302"/>
                    <a:pt x="151" y="304"/>
                  </a:cubicBezTo>
                  <a:cubicBezTo>
                    <a:pt x="159" y="305"/>
                    <a:pt x="151" y="306"/>
                    <a:pt x="143" y="306"/>
                  </a:cubicBezTo>
                  <a:cubicBezTo>
                    <a:pt x="142" y="306"/>
                    <a:pt x="141" y="306"/>
                    <a:pt x="140" y="306"/>
                  </a:cubicBezTo>
                  <a:cubicBezTo>
                    <a:pt x="135" y="306"/>
                    <a:pt x="131" y="308"/>
                    <a:pt x="126" y="310"/>
                  </a:cubicBezTo>
                  <a:cubicBezTo>
                    <a:pt x="126" y="312"/>
                    <a:pt x="126" y="314"/>
                    <a:pt x="135" y="314"/>
                  </a:cubicBezTo>
                  <a:cubicBezTo>
                    <a:pt x="136" y="314"/>
                    <a:pt x="136" y="314"/>
                    <a:pt x="137" y="314"/>
                  </a:cubicBezTo>
                  <a:cubicBezTo>
                    <a:pt x="143" y="314"/>
                    <a:pt x="143" y="322"/>
                    <a:pt x="135" y="324"/>
                  </a:cubicBezTo>
                  <a:cubicBezTo>
                    <a:pt x="135" y="324"/>
                    <a:pt x="135" y="327"/>
                    <a:pt x="136" y="328"/>
                  </a:cubicBezTo>
                  <a:cubicBezTo>
                    <a:pt x="136" y="330"/>
                    <a:pt x="144" y="330"/>
                    <a:pt x="144" y="331"/>
                  </a:cubicBezTo>
                  <a:cubicBezTo>
                    <a:pt x="144" y="331"/>
                    <a:pt x="144" y="332"/>
                    <a:pt x="153" y="332"/>
                  </a:cubicBezTo>
                  <a:cubicBezTo>
                    <a:pt x="153" y="334"/>
                    <a:pt x="153" y="336"/>
                    <a:pt x="145" y="337"/>
                  </a:cubicBezTo>
                  <a:cubicBezTo>
                    <a:pt x="151" y="336"/>
                    <a:pt x="155" y="336"/>
                    <a:pt x="156" y="336"/>
                  </a:cubicBezTo>
                  <a:cubicBezTo>
                    <a:pt x="160" y="336"/>
                    <a:pt x="156" y="337"/>
                    <a:pt x="147" y="340"/>
                  </a:cubicBezTo>
                  <a:cubicBezTo>
                    <a:pt x="137" y="342"/>
                    <a:pt x="133" y="343"/>
                    <a:pt x="134" y="343"/>
                  </a:cubicBezTo>
                  <a:cubicBezTo>
                    <a:pt x="135" y="343"/>
                    <a:pt x="139" y="342"/>
                    <a:pt x="147" y="341"/>
                  </a:cubicBezTo>
                  <a:cubicBezTo>
                    <a:pt x="154" y="341"/>
                    <a:pt x="154" y="341"/>
                    <a:pt x="147" y="344"/>
                  </a:cubicBezTo>
                  <a:cubicBezTo>
                    <a:pt x="141" y="345"/>
                    <a:pt x="139" y="347"/>
                    <a:pt x="141" y="347"/>
                  </a:cubicBezTo>
                  <a:cubicBezTo>
                    <a:pt x="142" y="347"/>
                    <a:pt x="144" y="346"/>
                    <a:pt x="147" y="346"/>
                  </a:cubicBezTo>
                  <a:cubicBezTo>
                    <a:pt x="151" y="345"/>
                    <a:pt x="155" y="345"/>
                    <a:pt x="158" y="345"/>
                  </a:cubicBezTo>
                  <a:cubicBezTo>
                    <a:pt x="166" y="345"/>
                    <a:pt x="167" y="347"/>
                    <a:pt x="155" y="349"/>
                  </a:cubicBezTo>
                  <a:cubicBezTo>
                    <a:pt x="155" y="349"/>
                    <a:pt x="156" y="350"/>
                    <a:pt x="161" y="350"/>
                  </a:cubicBezTo>
                  <a:cubicBezTo>
                    <a:pt x="162" y="350"/>
                    <a:pt x="163" y="350"/>
                    <a:pt x="164" y="350"/>
                  </a:cubicBezTo>
                  <a:cubicBezTo>
                    <a:pt x="172" y="349"/>
                    <a:pt x="176" y="348"/>
                    <a:pt x="176" y="348"/>
                  </a:cubicBezTo>
                  <a:cubicBezTo>
                    <a:pt x="177" y="348"/>
                    <a:pt x="173" y="349"/>
                    <a:pt x="164" y="351"/>
                  </a:cubicBezTo>
                  <a:cubicBezTo>
                    <a:pt x="155" y="355"/>
                    <a:pt x="151" y="357"/>
                    <a:pt x="155" y="357"/>
                  </a:cubicBezTo>
                  <a:cubicBezTo>
                    <a:pt x="157" y="357"/>
                    <a:pt x="161" y="357"/>
                    <a:pt x="166" y="356"/>
                  </a:cubicBezTo>
                  <a:cubicBezTo>
                    <a:pt x="166" y="356"/>
                    <a:pt x="167" y="356"/>
                    <a:pt x="168" y="356"/>
                  </a:cubicBezTo>
                  <a:cubicBezTo>
                    <a:pt x="170" y="356"/>
                    <a:pt x="171" y="356"/>
                    <a:pt x="167" y="358"/>
                  </a:cubicBezTo>
                  <a:cubicBezTo>
                    <a:pt x="161" y="362"/>
                    <a:pt x="156" y="370"/>
                    <a:pt x="162" y="370"/>
                  </a:cubicBezTo>
                  <a:cubicBezTo>
                    <a:pt x="163" y="370"/>
                    <a:pt x="166" y="370"/>
                    <a:pt x="169" y="368"/>
                  </a:cubicBezTo>
                  <a:lnTo>
                    <a:pt x="170" y="370"/>
                  </a:lnTo>
                  <a:cubicBezTo>
                    <a:pt x="165" y="375"/>
                    <a:pt x="164" y="376"/>
                    <a:pt x="168" y="376"/>
                  </a:cubicBezTo>
                  <a:cubicBezTo>
                    <a:pt x="169" y="376"/>
                    <a:pt x="171" y="376"/>
                    <a:pt x="172" y="376"/>
                  </a:cubicBezTo>
                  <a:lnTo>
                    <a:pt x="180" y="374"/>
                  </a:lnTo>
                  <a:lnTo>
                    <a:pt x="180" y="374"/>
                  </a:lnTo>
                  <a:cubicBezTo>
                    <a:pt x="172" y="377"/>
                    <a:pt x="166" y="382"/>
                    <a:pt x="167" y="383"/>
                  </a:cubicBezTo>
                  <a:cubicBezTo>
                    <a:pt x="167" y="383"/>
                    <a:pt x="167" y="383"/>
                    <a:pt x="167" y="383"/>
                  </a:cubicBezTo>
                  <a:cubicBezTo>
                    <a:pt x="168" y="383"/>
                    <a:pt x="170" y="383"/>
                    <a:pt x="175" y="380"/>
                  </a:cubicBezTo>
                  <a:cubicBezTo>
                    <a:pt x="178" y="378"/>
                    <a:pt x="180" y="377"/>
                    <a:pt x="181" y="377"/>
                  </a:cubicBezTo>
                  <a:cubicBezTo>
                    <a:pt x="182" y="377"/>
                    <a:pt x="182" y="378"/>
                    <a:pt x="182" y="379"/>
                  </a:cubicBezTo>
                  <a:cubicBezTo>
                    <a:pt x="182" y="380"/>
                    <a:pt x="176" y="385"/>
                    <a:pt x="169" y="388"/>
                  </a:cubicBezTo>
                  <a:lnTo>
                    <a:pt x="169" y="389"/>
                  </a:lnTo>
                  <a:cubicBezTo>
                    <a:pt x="177" y="386"/>
                    <a:pt x="181" y="384"/>
                    <a:pt x="181" y="384"/>
                  </a:cubicBezTo>
                  <a:cubicBezTo>
                    <a:pt x="182" y="384"/>
                    <a:pt x="181" y="386"/>
                    <a:pt x="177" y="387"/>
                  </a:cubicBezTo>
                  <a:cubicBezTo>
                    <a:pt x="170" y="392"/>
                    <a:pt x="171" y="394"/>
                    <a:pt x="171" y="395"/>
                  </a:cubicBezTo>
                  <a:cubicBezTo>
                    <a:pt x="173" y="394"/>
                    <a:pt x="174" y="394"/>
                    <a:pt x="175" y="394"/>
                  </a:cubicBezTo>
                  <a:cubicBezTo>
                    <a:pt x="176" y="394"/>
                    <a:pt x="173" y="395"/>
                    <a:pt x="172" y="395"/>
                  </a:cubicBezTo>
                  <a:cubicBezTo>
                    <a:pt x="172" y="395"/>
                    <a:pt x="171" y="395"/>
                    <a:pt x="171" y="395"/>
                  </a:cubicBezTo>
                  <a:lnTo>
                    <a:pt x="164" y="398"/>
                  </a:lnTo>
                  <a:cubicBezTo>
                    <a:pt x="162" y="400"/>
                    <a:pt x="161" y="401"/>
                    <a:pt x="162" y="401"/>
                  </a:cubicBezTo>
                  <a:cubicBezTo>
                    <a:pt x="162" y="401"/>
                    <a:pt x="167" y="398"/>
                    <a:pt x="172" y="396"/>
                  </a:cubicBezTo>
                  <a:cubicBezTo>
                    <a:pt x="172" y="396"/>
                    <a:pt x="172" y="397"/>
                    <a:pt x="173" y="398"/>
                  </a:cubicBezTo>
                  <a:cubicBezTo>
                    <a:pt x="173" y="399"/>
                    <a:pt x="174" y="400"/>
                    <a:pt x="175" y="400"/>
                  </a:cubicBezTo>
                  <a:cubicBezTo>
                    <a:pt x="176" y="400"/>
                    <a:pt x="178" y="399"/>
                    <a:pt x="181" y="396"/>
                  </a:cubicBezTo>
                  <a:cubicBezTo>
                    <a:pt x="187" y="393"/>
                    <a:pt x="194" y="389"/>
                    <a:pt x="196" y="389"/>
                  </a:cubicBezTo>
                  <a:cubicBezTo>
                    <a:pt x="196" y="389"/>
                    <a:pt x="196" y="389"/>
                    <a:pt x="196" y="389"/>
                  </a:cubicBezTo>
                  <a:cubicBezTo>
                    <a:pt x="198" y="388"/>
                    <a:pt x="199" y="388"/>
                    <a:pt x="199" y="388"/>
                  </a:cubicBezTo>
                  <a:lnTo>
                    <a:pt x="199" y="388"/>
                  </a:lnTo>
                  <a:cubicBezTo>
                    <a:pt x="200" y="388"/>
                    <a:pt x="198" y="390"/>
                    <a:pt x="196" y="390"/>
                  </a:cubicBezTo>
                  <a:cubicBezTo>
                    <a:pt x="196" y="390"/>
                    <a:pt x="196" y="389"/>
                    <a:pt x="196" y="389"/>
                  </a:cubicBezTo>
                  <a:cubicBezTo>
                    <a:pt x="189" y="394"/>
                    <a:pt x="181" y="397"/>
                    <a:pt x="182" y="398"/>
                  </a:cubicBezTo>
                  <a:cubicBezTo>
                    <a:pt x="182" y="401"/>
                    <a:pt x="176" y="404"/>
                    <a:pt x="176" y="404"/>
                  </a:cubicBezTo>
                  <a:cubicBezTo>
                    <a:pt x="166" y="409"/>
                    <a:pt x="167" y="411"/>
                    <a:pt x="172" y="411"/>
                  </a:cubicBezTo>
                  <a:cubicBezTo>
                    <a:pt x="174" y="411"/>
                    <a:pt x="177" y="410"/>
                    <a:pt x="179" y="410"/>
                  </a:cubicBezTo>
                  <a:cubicBezTo>
                    <a:pt x="185" y="407"/>
                    <a:pt x="189" y="406"/>
                    <a:pt x="190" y="406"/>
                  </a:cubicBezTo>
                  <a:cubicBezTo>
                    <a:pt x="192" y="406"/>
                    <a:pt x="189" y="408"/>
                    <a:pt x="181" y="413"/>
                  </a:cubicBezTo>
                  <a:cubicBezTo>
                    <a:pt x="176" y="416"/>
                    <a:pt x="175" y="417"/>
                    <a:pt x="176" y="417"/>
                  </a:cubicBezTo>
                  <a:cubicBezTo>
                    <a:pt x="178" y="417"/>
                    <a:pt x="190" y="412"/>
                    <a:pt x="204" y="404"/>
                  </a:cubicBezTo>
                  <a:lnTo>
                    <a:pt x="225" y="392"/>
                  </a:lnTo>
                  <a:lnTo>
                    <a:pt x="225" y="392"/>
                  </a:lnTo>
                  <a:lnTo>
                    <a:pt x="204" y="405"/>
                  </a:lnTo>
                  <a:cubicBezTo>
                    <a:pt x="187" y="417"/>
                    <a:pt x="181" y="422"/>
                    <a:pt x="183" y="422"/>
                  </a:cubicBezTo>
                  <a:cubicBezTo>
                    <a:pt x="185" y="422"/>
                    <a:pt x="188" y="421"/>
                    <a:pt x="194" y="419"/>
                  </a:cubicBezTo>
                  <a:cubicBezTo>
                    <a:pt x="197" y="418"/>
                    <a:pt x="199" y="417"/>
                    <a:pt x="199" y="417"/>
                  </a:cubicBezTo>
                  <a:cubicBezTo>
                    <a:pt x="200" y="417"/>
                    <a:pt x="199" y="418"/>
                    <a:pt x="195" y="421"/>
                  </a:cubicBezTo>
                  <a:cubicBezTo>
                    <a:pt x="188" y="425"/>
                    <a:pt x="189" y="426"/>
                    <a:pt x="191" y="431"/>
                  </a:cubicBezTo>
                  <a:cubicBezTo>
                    <a:pt x="193" y="433"/>
                    <a:pt x="193" y="434"/>
                    <a:pt x="195" y="434"/>
                  </a:cubicBezTo>
                  <a:cubicBezTo>
                    <a:pt x="196" y="434"/>
                    <a:pt x="198" y="433"/>
                    <a:pt x="201" y="431"/>
                  </a:cubicBezTo>
                  <a:lnTo>
                    <a:pt x="203" y="433"/>
                  </a:lnTo>
                  <a:cubicBezTo>
                    <a:pt x="198" y="438"/>
                    <a:pt x="197" y="440"/>
                    <a:pt x="198" y="440"/>
                  </a:cubicBezTo>
                  <a:cubicBezTo>
                    <a:pt x="199" y="440"/>
                    <a:pt x="205" y="436"/>
                    <a:pt x="212" y="430"/>
                  </a:cubicBezTo>
                  <a:lnTo>
                    <a:pt x="213" y="432"/>
                  </a:lnTo>
                  <a:lnTo>
                    <a:pt x="207" y="438"/>
                  </a:lnTo>
                  <a:cubicBezTo>
                    <a:pt x="200" y="443"/>
                    <a:pt x="203" y="445"/>
                    <a:pt x="209" y="454"/>
                  </a:cubicBezTo>
                  <a:cubicBezTo>
                    <a:pt x="214" y="459"/>
                    <a:pt x="216" y="462"/>
                    <a:pt x="219" y="462"/>
                  </a:cubicBezTo>
                  <a:cubicBezTo>
                    <a:pt x="222" y="462"/>
                    <a:pt x="225" y="459"/>
                    <a:pt x="231" y="453"/>
                  </a:cubicBezTo>
                  <a:cubicBezTo>
                    <a:pt x="237" y="449"/>
                    <a:pt x="240" y="446"/>
                    <a:pt x="241" y="446"/>
                  </a:cubicBezTo>
                  <a:lnTo>
                    <a:pt x="241" y="446"/>
                  </a:lnTo>
                  <a:cubicBezTo>
                    <a:pt x="241" y="446"/>
                    <a:pt x="239" y="449"/>
                    <a:pt x="233" y="456"/>
                  </a:cubicBezTo>
                  <a:cubicBezTo>
                    <a:pt x="229" y="460"/>
                    <a:pt x="225" y="465"/>
                    <a:pt x="226" y="465"/>
                  </a:cubicBezTo>
                  <a:cubicBezTo>
                    <a:pt x="226" y="465"/>
                    <a:pt x="227" y="464"/>
                    <a:pt x="228" y="462"/>
                  </a:cubicBezTo>
                  <a:lnTo>
                    <a:pt x="228" y="462"/>
                  </a:lnTo>
                  <a:cubicBezTo>
                    <a:pt x="228" y="462"/>
                    <a:pt x="231" y="465"/>
                    <a:pt x="226" y="471"/>
                  </a:cubicBezTo>
                  <a:cubicBezTo>
                    <a:pt x="222" y="479"/>
                    <a:pt x="222" y="482"/>
                    <a:pt x="223" y="482"/>
                  </a:cubicBezTo>
                  <a:cubicBezTo>
                    <a:pt x="225" y="482"/>
                    <a:pt x="228" y="479"/>
                    <a:pt x="231" y="476"/>
                  </a:cubicBezTo>
                  <a:cubicBezTo>
                    <a:pt x="234" y="470"/>
                    <a:pt x="236" y="468"/>
                    <a:pt x="236" y="468"/>
                  </a:cubicBezTo>
                  <a:lnTo>
                    <a:pt x="236" y="468"/>
                  </a:lnTo>
                  <a:cubicBezTo>
                    <a:pt x="236" y="468"/>
                    <a:pt x="234" y="472"/>
                    <a:pt x="232" y="477"/>
                  </a:cubicBezTo>
                  <a:cubicBezTo>
                    <a:pt x="228" y="482"/>
                    <a:pt x="225" y="487"/>
                    <a:pt x="226" y="487"/>
                  </a:cubicBezTo>
                  <a:cubicBezTo>
                    <a:pt x="226" y="487"/>
                    <a:pt x="227" y="487"/>
                    <a:pt x="228" y="485"/>
                  </a:cubicBezTo>
                  <a:cubicBezTo>
                    <a:pt x="231" y="483"/>
                    <a:pt x="235" y="482"/>
                    <a:pt x="237" y="482"/>
                  </a:cubicBezTo>
                  <a:cubicBezTo>
                    <a:pt x="241" y="482"/>
                    <a:pt x="242" y="484"/>
                    <a:pt x="236" y="493"/>
                  </a:cubicBezTo>
                  <a:lnTo>
                    <a:pt x="239" y="494"/>
                  </a:lnTo>
                  <a:cubicBezTo>
                    <a:pt x="242" y="491"/>
                    <a:pt x="244" y="490"/>
                    <a:pt x="245" y="490"/>
                  </a:cubicBezTo>
                  <a:cubicBezTo>
                    <a:pt x="247" y="490"/>
                    <a:pt x="248" y="490"/>
                    <a:pt x="249" y="491"/>
                  </a:cubicBezTo>
                  <a:cubicBezTo>
                    <a:pt x="251" y="493"/>
                    <a:pt x="252" y="494"/>
                    <a:pt x="247" y="500"/>
                  </a:cubicBezTo>
                  <a:cubicBezTo>
                    <a:pt x="244" y="504"/>
                    <a:pt x="243" y="505"/>
                    <a:pt x="244" y="505"/>
                  </a:cubicBezTo>
                  <a:cubicBezTo>
                    <a:pt x="245" y="505"/>
                    <a:pt x="247" y="505"/>
                    <a:pt x="250" y="503"/>
                  </a:cubicBezTo>
                  <a:cubicBezTo>
                    <a:pt x="250" y="503"/>
                    <a:pt x="250" y="503"/>
                    <a:pt x="250" y="503"/>
                  </a:cubicBezTo>
                  <a:cubicBezTo>
                    <a:pt x="252" y="503"/>
                    <a:pt x="260" y="491"/>
                    <a:pt x="262" y="491"/>
                  </a:cubicBezTo>
                  <a:cubicBezTo>
                    <a:pt x="262" y="491"/>
                    <a:pt x="262" y="491"/>
                    <a:pt x="262" y="491"/>
                  </a:cubicBezTo>
                  <a:cubicBezTo>
                    <a:pt x="267" y="485"/>
                    <a:pt x="272" y="479"/>
                    <a:pt x="273" y="479"/>
                  </a:cubicBezTo>
                  <a:lnTo>
                    <a:pt x="273" y="479"/>
                  </a:lnTo>
                  <a:lnTo>
                    <a:pt x="270" y="487"/>
                  </a:lnTo>
                  <a:cubicBezTo>
                    <a:pt x="265" y="494"/>
                    <a:pt x="261" y="500"/>
                    <a:pt x="261" y="500"/>
                  </a:cubicBezTo>
                  <a:cubicBezTo>
                    <a:pt x="261" y="500"/>
                    <a:pt x="261" y="500"/>
                    <a:pt x="262" y="500"/>
                  </a:cubicBezTo>
                  <a:cubicBezTo>
                    <a:pt x="263" y="500"/>
                    <a:pt x="264" y="500"/>
                    <a:pt x="268" y="495"/>
                  </a:cubicBezTo>
                  <a:lnTo>
                    <a:pt x="268" y="495"/>
                  </a:lnTo>
                  <a:cubicBezTo>
                    <a:pt x="264" y="503"/>
                    <a:pt x="265" y="504"/>
                    <a:pt x="268" y="505"/>
                  </a:cubicBezTo>
                  <a:cubicBezTo>
                    <a:pt x="269" y="506"/>
                    <a:pt x="270" y="507"/>
                    <a:pt x="272" y="507"/>
                  </a:cubicBezTo>
                  <a:cubicBezTo>
                    <a:pt x="274" y="507"/>
                    <a:pt x="276" y="505"/>
                    <a:pt x="279" y="502"/>
                  </a:cubicBezTo>
                  <a:lnTo>
                    <a:pt x="279" y="502"/>
                  </a:lnTo>
                  <a:cubicBezTo>
                    <a:pt x="275" y="511"/>
                    <a:pt x="276" y="516"/>
                    <a:pt x="280" y="516"/>
                  </a:cubicBezTo>
                  <a:cubicBezTo>
                    <a:pt x="282" y="516"/>
                    <a:pt x="285" y="514"/>
                    <a:pt x="289" y="508"/>
                  </a:cubicBezTo>
                  <a:cubicBezTo>
                    <a:pt x="291" y="505"/>
                    <a:pt x="292" y="503"/>
                    <a:pt x="292" y="503"/>
                  </a:cubicBezTo>
                  <a:lnTo>
                    <a:pt x="292" y="503"/>
                  </a:lnTo>
                  <a:cubicBezTo>
                    <a:pt x="293" y="503"/>
                    <a:pt x="292" y="505"/>
                    <a:pt x="291" y="509"/>
                  </a:cubicBezTo>
                  <a:cubicBezTo>
                    <a:pt x="290" y="513"/>
                    <a:pt x="289" y="515"/>
                    <a:pt x="290" y="515"/>
                  </a:cubicBezTo>
                  <a:cubicBezTo>
                    <a:pt x="290" y="515"/>
                    <a:pt x="291" y="514"/>
                    <a:pt x="293" y="511"/>
                  </a:cubicBezTo>
                  <a:cubicBezTo>
                    <a:pt x="295" y="509"/>
                    <a:pt x="295" y="508"/>
                    <a:pt x="296" y="508"/>
                  </a:cubicBezTo>
                  <a:lnTo>
                    <a:pt x="296" y="508"/>
                  </a:lnTo>
                  <a:cubicBezTo>
                    <a:pt x="297" y="508"/>
                    <a:pt x="296" y="514"/>
                    <a:pt x="295" y="519"/>
                  </a:cubicBezTo>
                  <a:cubicBezTo>
                    <a:pt x="291" y="529"/>
                    <a:pt x="291" y="533"/>
                    <a:pt x="292" y="533"/>
                  </a:cubicBezTo>
                  <a:cubicBezTo>
                    <a:pt x="293" y="533"/>
                    <a:pt x="294" y="532"/>
                    <a:pt x="296" y="530"/>
                  </a:cubicBezTo>
                  <a:cubicBezTo>
                    <a:pt x="299" y="525"/>
                    <a:pt x="301" y="524"/>
                    <a:pt x="303" y="524"/>
                  </a:cubicBezTo>
                  <a:cubicBezTo>
                    <a:pt x="304" y="524"/>
                    <a:pt x="305" y="525"/>
                    <a:pt x="306" y="525"/>
                  </a:cubicBezTo>
                  <a:cubicBezTo>
                    <a:pt x="311" y="518"/>
                    <a:pt x="313" y="519"/>
                    <a:pt x="314" y="511"/>
                  </a:cubicBezTo>
                  <a:cubicBezTo>
                    <a:pt x="316" y="506"/>
                    <a:pt x="318" y="502"/>
                    <a:pt x="320" y="496"/>
                  </a:cubicBezTo>
                  <a:cubicBezTo>
                    <a:pt x="322" y="494"/>
                    <a:pt x="323" y="493"/>
                    <a:pt x="324" y="493"/>
                  </a:cubicBezTo>
                  <a:cubicBezTo>
                    <a:pt x="325" y="493"/>
                    <a:pt x="323" y="497"/>
                    <a:pt x="322" y="497"/>
                  </a:cubicBezTo>
                  <a:cubicBezTo>
                    <a:pt x="317" y="504"/>
                    <a:pt x="318" y="504"/>
                    <a:pt x="316" y="512"/>
                  </a:cubicBezTo>
                  <a:cubicBezTo>
                    <a:pt x="315" y="521"/>
                    <a:pt x="318" y="522"/>
                    <a:pt x="319" y="522"/>
                  </a:cubicBezTo>
                  <a:lnTo>
                    <a:pt x="325" y="524"/>
                  </a:lnTo>
                  <a:cubicBezTo>
                    <a:pt x="325" y="529"/>
                    <a:pt x="326" y="531"/>
                    <a:pt x="328" y="531"/>
                  </a:cubicBezTo>
                  <a:cubicBezTo>
                    <a:pt x="328" y="531"/>
                    <a:pt x="329" y="530"/>
                    <a:pt x="330" y="526"/>
                  </a:cubicBezTo>
                  <a:lnTo>
                    <a:pt x="333" y="518"/>
                  </a:lnTo>
                  <a:lnTo>
                    <a:pt x="333" y="518"/>
                  </a:lnTo>
                  <a:cubicBezTo>
                    <a:pt x="331" y="527"/>
                    <a:pt x="335" y="533"/>
                    <a:pt x="340" y="533"/>
                  </a:cubicBezTo>
                  <a:cubicBezTo>
                    <a:pt x="344" y="533"/>
                    <a:pt x="348" y="530"/>
                    <a:pt x="350" y="523"/>
                  </a:cubicBezTo>
                  <a:lnTo>
                    <a:pt x="350" y="523"/>
                  </a:lnTo>
                  <a:cubicBezTo>
                    <a:pt x="350" y="527"/>
                    <a:pt x="350" y="526"/>
                    <a:pt x="348" y="531"/>
                  </a:cubicBezTo>
                  <a:cubicBezTo>
                    <a:pt x="347" y="539"/>
                    <a:pt x="348" y="540"/>
                    <a:pt x="352" y="540"/>
                  </a:cubicBezTo>
                  <a:cubicBezTo>
                    <a:pt x="352" y="540"/>
                    <a:pt x="352" y="540"/>
                    <a:pt x="352" y="540"/>
                  </a:cubicBezTo>
                  <a:cubicBezTo>
                    <a:pt x="354" y="540"/>
                    <a:pt x="359" y="534"/>
                    <a:pt x="363" y="534"/>
                  </a:cubicBezTo>
                  <a:cubicBezTo>
                    <a:pt x="364" y="534"/>
                    <a:pt x="364" y="534"/>
                    <a:pt x="364" y="534"/>
                  </a:cubicBezTo>
                  <a:cubicBezTo>
                    <a:pt x="366" y="534"/>
                    <a:pt x="367" y="535"/>
                    <a:pt x="368" y="535"/>
                  </a:cubicBezTo>
                  <a:cubicBezTo>
                    <a:pt x="372" y="535"/>
                    <a:pt x="375" y="533"/>
                    <a:pt x="375" y="527"/>
                  </a:cubicBezTo>
                  <a:cubicBezTo>
                    <a:pt x="376" y="527"/>
                    <a:pt x="376" y="527"/>
                    <a:pt x="376" y="536"/>
                  </a:cubicBezTo>
                  <a:cubicBezTo>
                    <a:pt x="374" y="544"/>
                    <a:pt x="375" y="544"/>
                    <a:pt x="376" y="544"/>
                  </a:cubicBezTo>
                  <a:cubicBezTo>
                    <a:pt x="379" y="544"/>
                    <a:pt x="379" y="536"/>
                    <a:pt x="380" y="528"/>
                  </a:cubicBezTo>
                  <a:cubicBezTo>
                    <a:pt x="380" y="524"/>
                    <a:pt x="380" y="522"/>
                    <a:pt x="381" y="522"/>
                  </a:cubicBezTo>
                  <a:cubicBezTo>
                    <a:pt x="381" y="522"/>
                    <a:pt x="382" y="524"/>
                    <a:pt x="383" y="528"/>
                  </a:cubicBezTo>
                  <a:cubicBezTo>
                    <a:pt x="385" y="533"/>
                    <a:pt x="387" y="535"/>
                    <a:pt x="390" y="535"/>
                  </a:cubicBezTo>
                  <a:cubicBezTo>
                    <a:pt x="392" y="535"/>
                    <a:pt x="394" y="533"/>
                    <a:pt x="396" y="530"/>
                  </a:cubicBezTo>
                  <a:cubicBezTo>
                    <a:pt x="397" y="530"/>
                    <a:pt x="398" y="530"/>
                    <a:pt x="398" y="537"/>
                  </a:cubicBezTo>
                  <a:cubicBezTo>
                    <a:pt x="399" y="542"/>
                    <a:pt x="401" y="547"/>
                    <a:pt x="402" y="547"/>
                  </a:cubicBezTo>
                  <a:cubicBezTo>
                    <a:pt x="404" y="547"/>
                    <a:pt x="405" y="544"/>
                    <a:pt x="406" y="537"/>
                  </a:cubicBezTo>
                  <a:cubicBezTo>
                    <a:pt x="407" y="537"/>
                    <a:pt x="407" y="537"/>
                    <a:pt x="408" y="545"/>
                  </a:cubicBezTo>
                  <a:cubicBezTo>
                    <a:pt x="409" y="550"/>
                    <a:pt x="409" y="555"/>
                    <a:pt x="410" y="555"/>
                  </a:cubicBezTo>
                  <a:cubicBezTo>
                    <a:pt x="410" y="555"/>
                    <a:pt x="410" y="553"/>
                    <a:pt x="410" y="545"/>
                  </a:cubicBezTo>
                  <a:cubicBezTo>
                    <a:pt x="412" y="541"/>
                    <a:pt x="413" y="539"/>
                    <a:pt x="415" y="539"/>
                  </a:cubicBezTo>
                  <a:cubicBezTo>
                    <a:pt x="417" y="539"/>
                    <a:pt x="419" y="541"/>
                    <a:pt x="421" y="545"/>
                  </a:cubicBezTo>
                  <a:cubicBezTo>
                    <a:pt x="422" y="545"/>
                    <a:pt x="425" y="544"/>
                    <a:pt x="424" y="536"/>
                  </a:cubicBezTo>
                  <a:lnTo>
                    <a:pt x="422" y="528"/>
                  </a:lnTo>
                  <a:lnTo>
                    <a:pt x="422" y="528"/>
                  </a:lnTo>
                  <a:cubicBezTo>
                    <a:pt x="424" y="536"/>
                    <a:pt x="425" y="540"/>
                    <a:pt x="425" y="540"/>
                  </a:cubicBezTo>
                  <a:cubicBezTo>
                    <a:pt x="426" y="540"/>
                    <a:pt x="426" y="536"/>
                    <a:pt x="426" y="528"/>
                  </a:cubicBezTo>
                  <a:cubicBezTo>
                    <a:pt x="425" y="525"/>
                    <a:pt x="425" y="523"/>
                    <a:pt x="426" y="523"/>
                  </a:cubicBezTo>
                  <a:lnTo>
                    <a:pt x="426" y="523"/>
                  </a:lnTo>
                  <a:cubicBezTo>
                    <a:pt x="426" y="523"/>
                    <a:pt x="426" y="525"/>
                    <a:pt x="427" y="528"/>
                  </a:cubicBezTo>
                  <a:cubicBezTo>
                    <a:pt x="429" y="536"/>
                    <a:pt x="430" y="536"/>
                    <a:pt x="430" y="536"/>
                  </a:cubicBezTo>
                  <a:cubicBezTo>
                    <a:pt x="433" y="536"/>
                    <a:pt x="438" y="526"/>
                    <a:pt x="445" y="526"/>
                  </a:cubicBezTo>
                  <a:cubicBezTo>
                    <a:pt x="457" y="524"/>
                    <a:pt x="461" y="522"/>
                    <a:pt x="459" y="515"/>
                  </a:cubicBezTo>
                  <a:cubicBezTo>
                    <a:pt x="459" y="510"/>
                    <a:pt x="459" y="508"/>
                    <a:pt x="459" y="508"/>
                  </a:cubicBezTo>
                  <a:lnTo>
                    <a:pt x="459" y="508"/>
                  </a:lnTo>
                  <a:cubicBezTo>
                    <a:pt x="459" y="508"/>
                    <a:pt x="460" y="510"/>
                    <a:pt x="462" y="514"/>
                  </a:cubicBezTo>
                  <a:cubicBezTo>
                    <a:pt x="464" y="520"/>
                    <a:pt x="466" y="521"/>
                    <a:pt x="468" y="521"/>
                  </a:cubicBezTo>
                  <a:cubicBezTo>
                    <a:pt x="468" y="521"/>
                    <a:pt x="468" y="521"/>
                    <a:pt x="468" y="521"/>
                  </a:cubicBezTo>
                  <a:cubicBezTo>
                    <a:pt x="469" y="521"/>
                    <a:pt x="469" y="521"/>
                    <a:pt x="469" y="521"/>
                  </a:cubicBezTo>
                  <a:cubicBezTo>
                    <a:pt x="470" y="521"/>
                    <a:pt x="471" y="521"/>
                    <a:pt x="474" y="527"/>
                  </a:cubicBezTo>
                  <a:cubicBezTo>
                    <a:pt x="473" y="519"/>
                    <a:pt x="473" y="519"/>
                    <a:pt x="474" y="519"/>
                  </a:cubicBezTo>
                  <a:cubicBezTo>
                    <a:pt x="475" y="523"/>
                    <a:pt x="476" y="525"/>
                    <a:pt x="476" y="525"/>
                  </a:cubicBezTo>
                  <a:cubicBezTo>
                    <a:pt x="477" y="525"/>
                    <a:pt x="477" y="523"/>
                    <a:pt x="476" y="518"/>
                  </a:cubicBezTo>
                  <a:cubicBezTo>
                    <a:pt x="475" y="511"/>
                    <a:pt x="474" y="507"/>
                    <a:pt x="474" y="507"/>
                  </a:cubicBezTo>
                  <a:lnTo>
                    <a:pt x="474" y="507"/>
                  </a:lnTo>
                  <a:cubicBezTo>
                    <a:pt x="474" y="507"/>
                    <a:pt x="476" y="511"/>
                    <a:pt x="479" y="518"/>
                  </a:cubicBezTo>
                  <a:cubicBezTo>
                    <a:pt x="480" y="523"/>
                    <a:pt x="484" y="528"/>
                    <a:pt x="485" y="528"/>
                  </a:cubicBezTo>
                  <a:cubicBezTo>
                    <a:pt x="485" y="528"/>
                    <a:pt x="485" y="527"/>
                    <a:pt x="484" y="525"/>
                  </a:cubicBezTo>
                  <a:cubicBezTo>
                    <a:pt x="481" y="517"/>
                    <a:pt x="484" y="516"/>
                    <a:pt x="482" y="508"/>
                  </a:cubicBezTo>
                  <a:cubicBezTo>
                    <a:pt x="483" y="508"/>
                    <a:pt x="483" y="508"/>
                    <a:pt x="484" y="508"/>
                  </a:cubicBezTo>
                  <a:cubicBezTo>
                    <a:pt x="485" y="508"/>
                    <a:pt x="486" y="509"/>
                    <a:pt x="488" y="515"/>
                  </a:cubicBezTo>
                  <a:cubicBezTo>
                    <a:pt x="489" y="517"/>
                    <a:pt x="490" y="517"/>
                    <a:pt x="491" y="517"/>
                  </a:cubicBezTo>
                  <a:cubicBezTo>
                    <a:pt x="494" y="517"/>
                    <a:pt x="496" y="510"/>
                    <a:pt x="494" y="504"/>
                  </a:cubicBezTo>
                  <a:cubicBezTo>
                    <a:pt x="493" y="500"/>
                    <a:pt x="492" y="498"/>
                    <a:pt x="492" y="498"/>
                  </a:cubicBezTo>
                  <a:lnTo>
                    <a:pt x="492" y="498"/>
                  </a:lnTo>
                  <a:cubicBezTo>
                    <a:pt x="493" y="498"/>
                    <a:pt x="494" y="499"/>
                    <a:pt x="495" y="503"/>
                  </a:cubicBezTo>
                  <a:cubicBezTo>
                    <a:pt x="498" y="509"/>
                    <a:pt x="499" y="509"/>
                    <a:pt x="501" y="509"/>
                  </a:cubicBezTo>
                  <a:cubicBezTo>
                    <a:pt x="501" y="509"/>
                    <a:pt x="502" y="509"/>
                    <a:pt x="502" y="509"/>
                  </a:cubicBezTo>
                  <a:cubicBezTo>
                    <a:pt x="501" y="507"/>
                    <a:pt x="501" y="506"/>
                    <a:pt x="501" y="506"/>
                  </a:cubicBezTo>
                  <a:lnTo>
                    <a:pt x="501" y="506"/>
                  </a:lnTo>
                  <a:cubicBezTo>
                    <a:pt x="502" y="506"/>
                    <a:pt x="504" y="511"/>
                    <a:pt x="507" y="516"/>
                  </a:cubicBezTo>
                  <a:cubicBezTo>
                    <a:pt x="508" y="522"/>
                    <a:pt x="509" y="523"/>
                    <a:pt x="511" y="523"/>
                  </a:cubicBezTo>
                  <a:cubicBezTo>
                    <a:pt x="512" y="523"/>
                    <a:pt x="512" y="523"/>
                    <a:pt x="513" y="523"/>
                  </a:cubicBezTo>
                  <a:cubicBezTo>
                    <a:pt x="511" y="515"/>
                    <a:pt x="517" y="512"/>
                    <a:pt x="520" y="511"/>
                  </a:cubicBezTo>
                  <a:cubicBezTo>
                    <a:pt x="527" y="507"/>
                    <a:pt x="525" y="499"/>
                    <a:pt x="519" y="484"/>
                  </a:cubicBezTo>
                  <a:lnTo>
                    <a:pt x="512" y="469"/>
                  </a:lnTo>
                  <a:lnTo>
                    <a:pt x="520" y="482"/>
                  </a:lnTo>
                  <a:cubicBezTo>
                    <a:pt x="525" y="490"/>
                    <a:pt x="534" y="503"/>
                    <a:pt x="534" y="503"/>
                  </a:cubicBezTo>
                  <a:cubicBezTo>
                    <a:pt x="536" y="503"/>
                    <a:pt x="531" y="495"/>
                    <a:pt x="527" y="488"/>
                  </a:cubicBezTo>
                  <a:cubicBezTo>
                    <a:pt x="524" y="484"/>
                    <a:pt x="524" y="482"/>
                    <a:pt x="525" y="482"/>
                  </a:cubicBezTo>
                  <a:cubicBezTo>
                    <a:pt x="525" y="482"/>
                    <a:pt x="527" y="483"/>
                    <a:pt x="530" y="486"/>
                  </a:cubicBezTo>
                  <a:cubicBezTo>
                    <a:pt x="533" y="488"/>
                    <a:pt x="535" y="490"/>
                    <a:pt x="536" y="490"/>
                  </a:cubicBezTo>
                  <a:cubicBezTo>
                    <a:pt x="538" y="490"/>
                    <a:pt x="538" y="488"/>
                    <a:pt x="536" y="484"/>
                  </a:cubicBezTo>
                  <a:cubicBezTo>
                    <a:pt x="536" y="483"/>
                    <a:pt x="536" y="483"/>
                    <a:pt x="537" y="483"/>
                  </a:cubicBezTo>
                  <a:cubicBezTo>
                    <a:pt x="538" y="483"/>
                    <a:pt x="540" y="484"/>
                    <a:pt x="544" y="488"/>
                  </a:cubicBezTo>
                  <a:cubicBezTo>
                    <a:pt x="545" y="487"/>
                    <a:pt x="545" y="487"/>
                    <a:pt x="540" y="480"/>
                  </a:cubicBezTo>
                  <a:cubicBezTo>
                    <a:pt x="538" y="477"/>
                    <a:pt x="537" y="475"/>
                    <a:pt x="538" y="475"/>
                  </a:cubicBezTo>
                  <a:lnTo>
                    <a:pt x="538" y="475"/>
                  </a:lnTo>
                  <a:cubicBezTo>
                    <a:pt x="538" y="475"/>
                    <a:pt x="540" y="476"/>
                    <a:pt x="543" y="479"/>
                  </a:cubicBezTo>
                  <a:cubicBezTo>
                    <a:pt x="548" y="485"/>
                    <a:pt x="552" y="488"/>
                    <a:pt x="554" y="488"/>
                  </a:cubicBezTo>
                  <a:cubicBezTo>
                    <a:pt x="555" y="488"/>
                    <a:pt x="555" y="486"/>
                    <a:pt x="553" y="482"/>
                  </a:cubicBezTo>
                  <a:cubicBezTo>
                    <a:pt x="548" y="476"/>
                    <a:pt x="549" y="475"/>
                    <a:pt x="550" y="474"/>
                  </a:cubicBezTo>
                  <a:cubicBezTo>
                    <a:pt x="551" y="474"/>
                    <a:pt x="553" y="472"/>
                    <a:pt x="549" y="466"/>
                  </a:cubicBezTo>
                  <a:lnTo>
                    <a:pt x="551" y="463"/>
                  </a:lnTo>
                  <a:cubicBezTo>
                    <a:pt x="552" y="463"/>
                    <a:pt x="552" y="463"/>
                    <a:pt x="552" y="463"/>
                  </a:cubicBezTo>
                  <a:cubicBezTo>
                    <a:pt x="553" y="463"/>
                    <a:pt x="556" y="470"/>
                    <a:pt x="555" y="471"/>
                  </a:cubicBezTo>
                  <a:lnTo>
                    <a:pt x="562" y="477"/>
                  </a:lnTo>
                  <a:cubicBezTo>
                    <a:pt x="564" y="475"/>
                    <a:pt x="565" y="474"/>
                    <a:pt x="560" y="467"/>
                  </a:cubicBezTo>
                  <a:cubicBezTo>
                    <a:pt x="556" y="460"/>
                    <a:pt x="554" y="457"/>
                    <a:pt x="554" y="457"/>
                  </a:cubicBezTo>
                  <a:lnTo>
                    <a:pt x="554" y="457"/>
                  </a:lnTo>
                  <a:cubicBezTo>
                    <a:pt x="554" y="457"/>
                    <a:pt x="557" y="460"/>
                    <a:pt x="562" y="466"/>
                  </a:cubicBezTo>
                  <a:cubicBezTo>
                    <a:pt x="565" y="470"/>
                    <a:pt x="569" y="473"/>
                    <a:pt x="571" y="473"/>
                  </a:cubicBezTo>
                  <a:cubicBezTo>
                    <a:pt x="571" y="473"/>
                    <a:pt x="571" y="472"/>
                    <a:pt x="569" y="470"/>
                  </a:cubicBezTo>
                  <a:cubicBezTo>
                    <a:pt x="565" y="464"/>
                    <a:pt x="564" y="462"/>
                    <a:pt x="564" y="462"/>
                  </a:cubicBezTo>
                  <a:lnTo>
                    <a:pt x="564" y="462"/>
                  </a:lnTo>
                  <a:cubicBezTo>
                    <a:pt x="565" y="462"/>
                    <a:pt x="569" y="465"/>
                    <a:pt x="572" y="468"/>
                  </a:cubicBezTo>
                  <a:cubicBezTo>
                    <a:pt x="576" y="474"/>
                    <a:pt x="578" y="478"/>
                    <a:pt x="579" y="478"/>
                  </a:cubicBezTo>
                  <a:cubicBezTo>
                    <a:pt x="580" y="478"/>
                    <a:pt x="579" y="474"/>
                    <a:pt x="575" y="466"/>
                  </a:cubicBezTo>
                  <a:cubicBezTo>
                    <a:pt x="577" y="463"/>
                    <a:pt x="576" y="453"/>
                    <a:pt x="580" y="451"/>
                  </a:cubicBezTo>
                  <a:cubicBezTo>
                    <a:pt x="582" y="448"/>
                    <a:pt x="584" y="446"/>
                    <a:pt x="587" y="446"/>
                  </a:cubicBezTo>
                  <a:cubicBezTo>
                    <a:pt x="588" y="446"/>
                    <a:pt x="590" y="447"/>
                    <a:pt x="593" y="449"/>
                  </a:cubicBezTo>
                  <a:cubicBezTo>
                    <a:pt x="593" y="449"/>
                    <a:pt x="594" y="449"/>
                    <a:pt x="594" y="450"/>
                  </a:cubicBezTo>
                  <a:lnTo>
                    <a:pt x="594" y="450"/>
                  </a:lnTo>
                  <a:cubicBezTo>
                    <a:pt x="588" y="443"/>
                    <a:pt x="589" y="443"/>
                    <a:pt x="591" y="440"/>
                  </a:cubicBezTo>
                  <a:lnTo>
                    <a:pt x="591" y="440"/>
                  </a:lnTo>
                  <a:cubicBezTo>
                    <a:pt x="592" y="440"/>
                    <a:pt x="593" y="440"/>
                    <a:pt x="593" y="440"/>
                  </a:cubicBezTo>
                  <a:cubicBezTo>
                    <a:pt x="599" y="440"/>
                    <a:pt x="596" y="433"/>
                    <a:pt x="591" y="428"/>
                  </a:cubicBezTo>
                  <a:lnTo>
                    <a:pt x="588" y="430"/>
                  </a:lnTo>
                  <a:cubicBezTo>
                    <a:pt x="580" y="423"/>
                    <a:pt x="578" y="420"/>
                    <a:pt x="580" y="420"/>
                  </a:cubicBezTo>
                  <a:cubicBezTo>
                    <a:pt x="581" y="420"/>
                    <a:pt x="583" y="421"/>
                    <a:pt x="585" y="422"/>
                  </a:cubicBezTo>
                  <a:cubicBezTo>
                    <a:pt x="585" y="422"/>
                    <a:pt x="585" y="422"/>
                    <a:pt x="586" y="422"/>
                  </a:cubicBezTo>
                  <a:cubicBezTo>
                    <a:pt x="587" y="422"/>
                    <a:pt x="593" y="427"/>
                    <a:pt x="599" y="431"/>
                  </a:cubicBezTo>
                  <a:cubicBezTo>
                    <a:pt x="604" y="436"/>
                    <a:pt x="611" y="439"/>
                    <a:pt x="613" y="439"/>
                  </a:cubicBezTo>
                  <a:cubicBezTo>
                    <a:pt x="613" y="439"/>
                    <a:pt x="613" y="439"/>
                    <a:pt x="613" y="439"/>
                  </a:cubicBezTo>
                  <a:cubicBezTo>
                    <a:pt x="614" y="438"/>
                    <a:pt x="615" y="436"/>
                    <a:pt x="609" y="433"/>
                  </a:cubicBezTo>
                  <a:cubicBezTo>
                    <a:pt x="602" y="428"/>
                    <a:pt x="602" y="428"/>
                    <a:pt x="603" y="426"/>
                  </a:cubicBezTo>
                  <a:cubicBezTo>
                    <a:pt x="603" y="425"/>
                    <a:pt x="604" y="424"/>
                    <a:pt x="599" y="419"/>
                  </a:cubicBezTo>
                  <a:cubicBezTo>
                    <a:pt x="593" y="413"/>
                    <a:pt x="593" y="412"/>
                    <a:pt x="594" y="412"/>
                  </a:cubicBezTo>
                  <a:lnTo>
                    <a:pt x="594" y="412"/>
                  </a:lnTo>
                  <a:cubicBezTo>
                    <a:pt x="597" y="413"/>
                    <a:pt x="600" y="414"/>
                    <a:pt x="601" y="414"/>
                  </a:cubicBezTo>
                  <a:cubicBezTo>
                    <a:pt x="603" y="414"/>
                    <a:pt x="603" y="413"/>
                    <a:pt x="603" y="413"/>
                  </a:cubicBezTo>
                  <a:lnTo>
                    <a:pt x="610" y="417"/>
                  </a:lnTo>
                  <a:cubicBezTo>
                    <a:pt x="614" y="421"/>
                    <a:pt x="619" y="423"/>
                    <a:pt x="624" y="425"/>
                  </a:cubicBezTo>
                  <a:cubicBezTo>
                    <a:pt x="626" y="424"/>
                    <a:pt x="619" y="420"/>
                    <a:pt x="619" y="420"/>
                  </a:cubicBezTo>
                  <a:cubicBezTo>
                    <a:pt x="612" y="415"/>
                    <a:pt x="631" y="386"/>
                    <a:pt x="633" y="383"/>
                  </a:cubicBezTo>
                  <a:cubicBezTo>
                    <a:pt x="642" y="383"/>
                    <a:pt x="643" y="379"/>
                    <a:pt x="636" y="377"/>
                  </a:cubicBezTo>
                  <a:cubicBezTo>
                    <a:pt x="629" y="374"/>
                    <a:pt x="631" y="367"/>
                    <a:pt x="636" y="359"/>
                  </a:cubicBezTo>
                  <a:cubicBezTo>
                    <a:pt x="639" y="350"/>
                    <a:pt x="641" y="343"/>
                    <a:pt x="633" y="341"/>
                  </a:cubicBezTo>
                  <a:cubicBezTo>
                    <a:pt x="633" y="341"/>
                    <a:pt x="634" y="340"/>
                    <a:pt x="634" y="337"/>
                  </a:cubicBezTo>
                  <a:cubicBezTo>
                    <a:pt x="636" y="334"/>
                    <a:pt x="629" y="330"/>
                    <a:pt x="629" y="329"/>
                  </a:cubicBezTo>
                  <a:cubicBezTo>
                    <a:pt x="625" y="327"/>
                    <a:pt x="623" y="326"/>
                    <a:pt x="624" y="326"/>
                  </a:cubicBezTo>
                  <a:cubicBezTo>
                    <a:pt x="625" y="326"/>
                    <a:pt x="627" y="326"/>
                    <a:pt x="630" y="328"/>
                  </a:cubicBezTo>
                  <a:cubicBezTo>
                    <a:pt x="636" y="329"/>
                    <a:pt x="643" y="330"/>
                    <a:pt x="645" y="330"/>
                  </a:cubicBezTo>
                  <a:cubicBezTo>
                    <a:pt x="645" y="330"/>
                    <a:pt x="646" y="330"/>
                    <a:pt x="646" y="330"/>
                  </a:cubicBezTo>
                  <a:cubicBezTo>
                    <a:pt x="647" y="327"/>
                    <a:pt x="639" y="325"/>
                    <a:pt x="631" y="323"/>
                  </a:cubicBezTo>
                  <a:cubicBezTo>
                    <a:pt x="623" y="321"/>
                    <a:pt x="623" y="320"/>
                    <a:pt x="623" y="320"/>
                  </a:cubicBezTo>
                  <a:cubicBezTo>
                    <a:pt x="623" y="319"/>
                    <a:pt x="623" y="319"/>
                    <a:pt x="624" y="319"/>
                  </a:cubicBezTo>
                  <a:cubicBezTo>
                    <a:pt x="625" y="319"/>
                    <a:pt x="627" y="320"/>
                    <a:pt x="631" y="321"/>
                  </a:cubicBezTo>
                  <a:lnTo>
                    <a:pt x="647" y="324"/>
                  </a:lnTo>
                  <a:lnTo>
                    <a:pt x="648" y="323"/>
                  </a:lnTo>
                  <a:cubicBezTo>
                    <a:pt x="640" y="321"/>
                    <a:pt x="640" y="320"/>
                    <a:pt x="640" y="320"/>
                  </a:cubicBezTo>
                  <a:cubicBezTo>
                    <a:pt x="640" y="319"/>
                    <a:pt x="640" y="319"/>
                    <a:pt x="641" y="319"/>
                  </a:cubicBezTo>
                  <a:cubicBezTo>
                    <a:pt x="642" y="319"/>
                    <a:pt x="646" y="320"/>
                    <a:pt x="656" y="322"/>
                  </a:cubicBezTo>
                  <a:cubicBezTo>
                    <a:pt x="661" y="323"/>
                    <a:pt x="665" y="324"/>
                    <a:pt x="667" y="324"/>
                  </a:cubicBezTo>
                  <a:cubicBezTo>
                    <a:pt x="671" y="324"/>
                    <a:pt x="667" y="322"/>
                    <a:pt x="657" y="319"/>
                  </a:cubicBezTo>
                  <a:lnTo>
                    <a:pt x="650" y="314"/>
                  </a:lnTo>
                  <a:lnTo>
                    <a:pt x="650" y="314"/>
                  </a:lnTo>
                  <a:cubicBezTo>
                    <a:pt x="652" y="315"/>
                    <a:pt x="654" y="315"/>
                    <a:pt x="655" y="315"/>
                  </a:cubicBezTo>
                  <a:cubicBezTo>
                    <a:pt x="662" y="315"/>
                    <a:pt x="649" y="309"/>
                    <a:pt x="642" y="307"/>
                  </a:cubicBezTo>
                  <a:lnTo>
                    <a:pt x="642" y="307"/>
                  </a:lnTo>
                  <a:cubicBezTo>
                    <a:pt x="646" y="308"/>
                    <a:pt x="649" y="308"/>
                    <a:pt x="651" y="308"/>
                  </a:cubicBezTo>
                  <a:cubicBezTo>
                    <a:pt x="658" y="308"/>
                    <a:pt x="655" y="306"/>
                    <a:pt x="643" y="303"/>
                  </a:cubicBezTo>
                  <a:cubicBezTo>
                    <a:pt x="636" y="302"/>
                    <a:pt x="636" y="301"/>
                    <a:pt x="645" y="301"/>
                  </a:cubicBezTo>
                  <a:cubicBezTo>
                    <a:pt x="652" y="301"/>
                    <a:pt x="652" y="299"/>
                    <a:pt x="654" y="296"/>
                  </a:cubicBezTo>
                  <a:cubicBezTo>
                    <a:pt x="646" y="294"/>
                    <a:pt x="647" y="284"/>
                    <a:pt x="648" y="273"/>
                  </a:cubicBezTo>
                  <a:cubicBezTo>
                    <a:pt x="649" y="260"/>
                    <a:pt x="648" y="251"/>
                    <a:pt x="640" y="251"/>
                  </a:cubicBezTo>
                  <a:cubicBezTo>
                    <a:pt x="640" y="250"/>
                    <a:pt x="640" y="250"/>
                    <a:pt x="648" y="248"/>
                  </a:cubicBezTo>
                  <a:cubicBezTo>
                    <a:pt x="657" y="248"/>
                    <a:pt x="657" y="247"/>
                    <a:pt x="640" y="246"/>
                  </a:cubicBezTo>
                  <a:cubicBezTo>
                    <a:pt x="632" y="246"/>
                    <a:pt x="624" y="246"/>
                    <a:pt x="640" y="245"/>
                  </a:cubicBezTo>
                  <a:cubicBezTo>
                    <a:pt x="649" y="245"/>
                    <a:pt x="648" y="241"/>
                    <a:pt x="648" y="236"/>
                  </a:cubicBezTo>
                  <a:cubicBezTo>
                    <a:pt x="648" y="232"/>
                    <a:pt x="648" y="227"/>
                    <a:pt x="641" y="227"/>
                  </a:cubicBezTo>
                  <a:cubicBezTo>
                    <a:pt x="640" y="227"/>
                    <a:pt x="640" y="227"/>
                    <a:pt x="639" y="227"/>
                  </a:cubicBezTo>
                  <a:cubicBezTo>
                    <a:pt x="631" y="226"/>
                    <a:pt x="631" y="226"/>
                    <a:pt x="639" y="226"/>
                  </a:cubicBezTo>
                  <a:cubicBezTo>
                    <a:pt x="656" y="224"/>
                    <a:pt x="663" y="215"/>
                    <a:pt x="646" y="214"/>
                  </a:cubicBezTo>
                  <a:cubicBezTo>
                    <a:pt x="646" y="213"/>
                    <a:pt x="646" y="212"/>
                    <a:pt x="654" y="210"/>
                  </a:cubicBezTo>
                  <a:cubicBezTo>
                    <a:pt x="654" y="209"/>
                    <a:pt x="654" y="208"/>
                    <a:pt x="645" y="204"/>
                  </a:cubicBezTo>
                  <a:cubicBezTo>
                    <a:pt x="645" y="203"/>
                    <a:pt x="643" y="198"/>
                    <a:pt x="642" y="195"/>
                  </a:cubicBezTo>
                  <a:cubicBezTo>
                    <a:pt x="642" y="192"/>
                    <a:pt x="633" y="192"/>
                    <a:pt x="633" y="192"/>
                  </a:cubicBezTo>
                  <a:cubicBezTo>
                    <a:pt x="633" y="190"/>
                    <a:pt x="633" y="189"/>
                    <a:pt x="633" y="189"/>
                  </a:cubicBezTo>
                  <a:lnTo>
                    <a:pt x="633" y="189"/>
                  </a:lnTo>
                  <a:cubicBezTo>
                    <a:pt x="633" y="189"/>
                    <a:pt x="633" y="189"/>
                    <a:pt x="633" y="190"/>
                  </a:cubicBezTo>
                  <a:cubicBezTo>
                    <a:pt x="641" y="187"/>
                    <a:pt x="640" y="181"/>
                    <a:pt x="637" y="172"/>
                  </a:cubicBezTo>
                  <a:cubicBezTo>
                    <a:pt x="633" y="162"/>
                    <a:pt x="630" y="154"/>
                    <a:pt x="637" y="149"/>
                  </a:cubicBezTo>
                  <a:cubicBezTo>
                    <a:pt x="637" y="149"/>
                    <a:pt x="637" y="149"/>
                    <a:pt x="634" y="149"/>
                  </a:cubicBezTo>
                  <a:cubicBezTo>
                    <a:pt x="633" y="149"/>
                    <a:pt x="631" y="149"/>
                    <a:pt x="629" y="149"/>
                  </a:cubicBezTo>
                  <a:cubicBezTo>
                    <a:pt x="621" y="152"/>
                    <a:pt x="618" y="153"/>
                    <a:pt x="616" y="153"/>
                  </a:cubicBezTo>
                  <a:cubicBezTo>
                    <a:pt x="615" y="153"/>
                    <a:pt x="616" y="152"/>
                    <a:pt x="620" y="149"/>
                  </a:cubicBezTo>
                  <a:cubicBezTo>
                    <a:pt x="630" y="144"/>
                    <a:pt x="631" y="139"/>
                    <a:pt x="626" y="139"/>
                  </a:cubicBezTo>
                  <a:cubicBezTo>
                    <a:pt x="624" y="139"/>
                    <a:pt x="621" y="140"/>
                    <a:pt x="617" y="141"/>
                  </a:cubicBezTo>
                  <a:lnTo>
                    <a:pt x="623" y="138"/>
                  </a:lnTo>
                  <a:cubicBezTo>
                    <a:pt x="630" y="133"/>
                    <a:pt x="631" y="131"/>
                    <a:pt x="628" y="131"/>
                  </a:cubicBezTo>
                  <a:cubicBezTo>
                    <a:pt x="626" y="131"/>
                    <a:pt x="620" y="133"/>
                    <a:pt x="613" y="136"/>
                  </a:cubicBezTo>
                  <a:cubicBezTo>
                    <a:pt x="618" y="131"/>
                    <a:pt x="624" y="127"/>
                    <a:pt x="622" y="127"/>
                  </a:cubicBezTo>
                  <a:cubicBezTo>
                    <a:pt x="621" y="127"/>
                    <a:pt x="620" y="127"/>
                    <a:pt x="619" y="128"/>
                  </a:cubicBezTo>
                  <a:cubicBezTo>
                    <a:pt x="618" y="127"/>
                    <a:pt x="618" y="127"/>
                    <a:pt x="632" y="118"/>
                  </a:cubicBezTo>
                  <a:cubicBezTo>
                    <a:pt x="639" y="115"/>
                    <a:pt x="646" y="110"/>
                    <a:pt x="645" y="109"/>
                  </a:cubicBezTo>
                  <a:cubicBezTo>
                    <a:pt x="645" y="109"/>
                    <a:pt x="644" y="108"/>
                    <a:pt x="644" y="108"/>
                  </a:cubicBezTo>
                  <a:cubicBezTo>
                    <a:pt x="642" y="108"/>
                    <a:pt x="635" y="112"/>
                    <a:pt x="630" y="116"/>
                  </a:cubicBezTo>
                  <a:lnTo>
                    <a:pt x="629" y="112"/>
                  </a:lnTo>
                  <a:cubicBezTo>
                    <a:pt x="629" y="112"/>
                    <a:pt x="629" y="112"/>
                    <a:pt x="628" y="112"/>
                  </a:cubicBezTo>
                  <a:cubicBezTo>
                    <a:pt x="628" y="112"/>
                    <a:pt x="626" y="113"/>
                    <a:pt x="621" y="116"/>
                  </a:cubicBezTo>
                  <a:cubicBezTo>
                    <a:pt x="617" y="118"/>
                    <a:pt x="615" y="119"/>
                    <a:pt x="614" y="119"/>
                  </a:cubicBezTo>
                  <a:cubicBezTo>
                    <a:pt x="613" y="119"/>
                    <a:pt x="613" y="118"/>
                    <a:pt x="613" y="118"/>
                  </a:cubicBezTo>
                  <a:cubicBezTo>
                    <a:pt x="615" y="116"/>
                    <a:pt x="616" y="116"/>
                    <a:pt x="616" y="116"/>
                  </a:cubicBezTo>
                  <a:lnTo>
                    <a:pt x="616" y="116"/>
                  </a:lnTo>
                  <a:cubicBezTo>
                    <a:pt x="615" y="116"/>
                    <a:pt x="610" y="119"/>
                    <a:pt x="606" y="122"/>
                  </a:cubicBezTo>
                  <a:cubicBezTo>
                    <a:pt x="601" y="126"/>
                    <a:pt x="594" y="129"/>
                    <a:pt x="592" y="129"/>
                  </a:cubicBezTo>
                  <a:cubicBezTo>
                    <a:pt x="592" y="129"/>
                    <a:pt x="592" y="129"/>
                    <a:pt x="592" y="129"/>
                  </a:cubicBezTo>
                  <a:lnTo>
                    <a:pt x="578" y="138"/>
                  </a:lnTo>
                  <a:cubicBezTo>
                    <a:pt x="568" y="144"/>
                    <a:pt x="559" y="150"/>
                    <a:pt x="551" y="158"/>
                  </a:cubicBezTo>
                  <a:cubicBezTo>
                    <a:pt x="549" y="163"/>
                    <a:pt x="545" y="168"/>
                    <a:pt x="547" y="168"/>
                  </a:cubicBezTo>
                  <a:cubicBezTo>
                    <a:pt x="548" y="168"/>
                    <a:pt x="550" y="167"/>
                    <a:pt x="555" y="164"/>
                  </a:cubicBezTo>
                  <a:cubicBezTo>
                    <a:pt x="555" y="164"/>
                    <a:pt x="560" y="162"/>
                    <a:pt x="562" y="162"/>
                  </a:cubicBezTo>
                  <a:cubicBezTo>
                    <a:pt x="562" y="162"/>
                    <a:pt x="563" y="163"/>
                    <a:pt x="563" y="163"/>
                  </a:cubicBezTo>
                  <a:cubicBezTo>
                    <a:pt x="564" y="163"/>
                    <a:pt x="557" y="168"/>
                    <a:pt x="557" y="168"/>
                  </a:cubicBezTo>
                  <a:cubicBezTo>
                    <a:pt x="549" y="172"/>
                    <a:pt x="551" y="175"/>
                    <a:pt x="554" y="180"/>
                  </a:cubicBezTo>
                  <a:cubicBezTo>
                    <a:pt x="556" y="185"/>
                    <a:pt x="556" y="189"/>
                    <a:pt x="549" y="192"/>
                  </a:cubicBezTo>
                  <a:cubicBezTo>
                    <a:pt x="543" y="196"/>
                    <a:pt x="543" y="198"/>
                    <a:pt x="543" y="198"/>
                  </a:cubicBezTo>
                  <a:cubicBezTo>
                    <a:pt x="544" y="197"/>
                    <a:pt x="545" y="197"/>
                    <a:pt x="547" y="197"/>
                  </a:cubicBezTo>
                  <a:cubicBezTo>
                    <a:pt x="551" y="197"/>
                    <a:pt x="552" y="201"/>
                    <a:pt x="554" y="207"/>
                  </a:cubicBezTo>
                  <a:cubicBezTo>
                    <a:pt x="555" y="212"/>
                    <a:pt x="556" y="218"/>
                    <a:pt x="562" y="218"/>
                  </a:cubicBezTo>
                  <a:cubicBezTo>
                    <a:pt x="563" y="218"/>
                    <a:pt x="563" y="218"/>
                    <a:pt x="564" y="218"/>
                  </a:cubicBezTo>
                  <a:lnTo>
                    <a:pt x="565" y="219"/>
                  </a:lnTo>
                  <a:cubicBezTo>
                    <a:pt x="557" y="221"/>
                    <a:pt x="557" y="223"/>
                    <a:pt x="557" y="224"/>
                  </a:cubicBezTo>
                  <a:cubicBezTo>
                    <a:pt x="565" y="226"/>
                    <a:pt x="566" y="227"/>
                    <a:pt x="566" y="227"/>
                  </a:cubicBezTo>
                  <a:cubicBezTo>
                    <a:pt x="558" y="229"/>
                    <a:pt x="558" y="230"/>
                    <a:pt x="558" y="231"/>
                  </a:cubicBezTo>
                  <a:cubicBezTo>
                    <a:pt x="558" y="233"/>
                    <a:pt x="558" y="234"/>
                    <a:pt x="561" y="234"/>
                  </a:cubicBezTo>
                  <a:cubicBezTo>
                    <a:pt x="562" y="234"/>
                    <a:pt x="564" y="234"/>
                    <a:pt x="566" y="233"/>
                  </a:cubicBezTo>
                  <a:lnTo>
                    <a:pt x="566" y="233"/>
                  </a:lnTo>
                  <a:cubicBezTo>
                    <a:pt x="567" y="238"/>
                    <a:pt x="564" y="244"/>
                    <a:pt x="559" y="245"/>
                  </a:cubicBezTo>
                  <a:cubicBezTo>
                    <a:pt x="551" y="247"/>
                    <a:pt x="559" y="247"/>
                    <a:pt x="567" y="247"/>
                  </a:cubicBezTo>
                  <a:cubicBezTo>
                    <a:pt x="569" y="247"/>
                    <a:pt x="570" y="246"/>
                    <a:pt x="572" y="246"/>
                  </a:cubicBezTo>
                  <a:cubicBezTo>
                    <a:pt x="576" y="246"/>
                    <a:pt x="580" y="247"/>
                    <a:pt x="584" y="248"/>
                  </a:cubicBezTo>
                  <a:lnTo>
                    <a:pt x="567" y="249"/>
                  </a:lnTo>
                  <a:cubicBezTo>
                    <a:pt x="559" y="249"/>
                    <a:pt x="559" y="249"/>
                    <a:pt x="559" y="250"/>
                  </a:cubicBezTo>
                  <a:lnTo>
                    <a:pt x="559" y="253"/>
                  </a:lnTo>
                  <a:cubicBezTo>
                    <a:pt x="567" y="253"/>
                    <a:pt x="567" y="257"/>
                    <a:pt x="567" y="264"/>
                  </a:cubicBezTo>
                  <a:cubicBezTo>
                    <a:pt x="566" y="273"/>
                    <a:pt x="566" y="276"/>
                    <a:pt x="574" y="276"/>
                  </a:cubicBezTo>
                  <a:cubicBezTo>
                    <a:pt x="582" y="277"/>
                    <a:pt x="582" y="278"/>
                    <a:pt x="574" y="281"/>
                  </a:cubicBezTo>
                  <a:cubicBezTo>
                    <a:pt x="548" y="284"/>
                    <a:pt x="548" y="284"/>
                    <a:pt x="556" y="286"/>
                  </a:cubicBezTo>
                  <a:cubicBezTo>
                    <a:pt x="559" y="286"/>
                    <a:pt x="562" y="285"/>
                    <a:pt x="564" y="285"/>
                  </a:cubicBezTo>
                  <a:cubicBezTo>
                    <a:pt x="567" y="285"/>
                    <a:pt x="570" y="286"/>
                    <a:pt x="573" y="286"/>
                  </a:cubicBezTo>
                  <a:cubicBezTo>
                    <a:pt x="584" y="288"/>
                    <a:pt x="587" y="289"/>
                    <a:pt x="582" y="289"/>
                  </a:cubicBezTo>
                  <a:cubicBezTo>
                    <a:pt x="579" y="289"/>
                    <a:pt x="576" y="289"/>
                    <a:pt x="572" y="288"/>
                  </a:cubicBezTo>
                  <a:cubicBezTo>
                    <a:pt x="571" y="288"/>
                    <a:pt x="571" y="288"/>
                    <a:pt x="570" y="288"/>
                  </a:cubicBezTo>
                  <a:cubicBezTo>
                    <a:pt x="556" y="288"/>
                    <a:pt x="562" y="302"/>
                    <a:pt x="576" y="306"/>
                  </a:cubicBezTo>
                  <a:lnTo>
                    <a:pt x="568" y="304"/>
                  </a:lnTo>
                  <a:cubicBezTo>
                    <a:pt x="566" y="304"/>
                    <a:pt x="565" y="304"/>
                    <a:pt x="564" y="304"/>
                  </a:cubicBezTo>
                  <a:cubicBezTo>
                    <a:pt x="560" y="304"/>
                    <a:pt x="560" y="305"/>
                    <a:pt x="559" y="307"/>
                  </a:cubicBezTo>
                  <a:lnTo>
                    <a:pt x="558" y="310"/>
                  </a:lnTo>
                  <a:cubicBezTo>
                    <a:pt x="570" y="313"/>
                    <a:pt x="567" y="316"/>
                    <a:pt x="561" y="316"/>
                  </a:cubicBezTo>
                  <a:cubicBezTo>
                    <a:pt x="560" y="316"/>
                    <a:pt x="558" y="316"/>
                    <a:pt x="556" y="315"/>
                  </a:cubicBezTo>
                  <a:cubicBezTo>
                    <a:pt x="552" y="315"/>
                    <a:pt x="550" y="314"/>
                    <a:pt x="549" y="314"/>
                  </a:cubicBezTo>
                  <a:cubicBezTo>
                    <a:pt x="548" y="314"/>
                    <a:pt x="548" y="315"/>
                    <a:pt x="548" y="315"/>
                  </a:cubicBezTo>
                  <a:cubicBezTo>
                    <a:pt x="558" y="321"/>
                    <a:pt x="556" y="324"/>
                    <a:pt x="552" y="324"/>
                  </a:cubicBezTo>
                  <a:cubicBezTo>
                    <a:pt x="550" y="324"/>
                    <a:pt x="547" y="323"/>
                    <a:pt x="545" y="322"/>
                  </a:cubicBezTo>
                  <a:lnTo>
                    <a:pt x="545" y="324"/>
                  </a:lnTo>
                  <a:cubicBezTo>
                    <a:pt x="551" y="328"/>
                    <a:pt x="550" y="329"/>
                    <a:pt x="550" y="330"/>
                  </a:cubicBezTo>
                  <a:cubicBezTo>
                    <a:pt x="549" y="332"/>
                    <a:pt x="548" y="333"/>
                    <a:pt x="557" y="336"/>
                  </a:cubicBezTo>
                  <a:cubicBezTo>
                    <a:pt x="564" y="339"/>
                    <a:pt x="572" y="342"/>
                    <a:pt x="571" y="343"/>
                  </a:cubicBezTo>
                  <a:lnTo>
                    <a:pt x="564" y="340"/>
                  </a:lnTo>
                  <a:cubicBezTo>
                    <a:pt x="561" y="339"/>
                    <a:pt x="559" y="338"/>
                    <a:pt x="558" y="338"/>
                  </a:cubicBezTo>
                  <a:cubicBezTo>
                    <a:pt x="555" y="338"/>
                    <a:pt x="554" y="340"/>
                    <a:pt x="553" y="342"/>
                  </a:cubicBezTo>
                  <a:cubicBezTo>
                    <a:pt x="551" y="345"/>
                    <a:pt x="550" y="346"/>
                    <a:pt x="548" y="346"/>
                  </a:cubicBezTo>
                  <a:cubicBezTo>
                    <a:pt x="547" y="346"/>
                    <a:pt x="545" y="346"/>
                    <a:pt x="543" y="344"/>
                  </a:cubicBezTo>
                  <a:lnTo>
                    <a:pt x="543" y="344"/>
                  </a:lnTo>
                  <a:lnTo>
                    <a:pt x="549" y="350"/>
                  </a:lnTo>
                  <a:cubicBezTo>
                    <a:pt x="552" y="353"/>
                    <a:pt x="554" y="354"/>
                    <a:pt x="553" y="354"/>
                  </a:cubicBezTo>
                  <a:cubicBezTo>
                    <a:pt x="553" y="354"/>
                    <a:pt x="551" y="353"/>
                    <a:pt x="548" y="351"/>
                  </a:cubicBezTo>
                  <a:cubicBezTo>
                    <a:pt x="546" y="350"/>
                    <a:pt x="544" y="350"/>
                    <a:pt x="543" y="350"/>
                  </a:cubicBezTo>
                  <a:cubicBezTo>
                    <a:pt x="540" y="350"/>
                    <a:pt x="540" y="353"/>
                    <a:pt x="544" y="357"/>
                  </a:cubicBezTo>
                  <a:cubicBezTo>
                    <a:pt x="544" y="358"/>
                    <a:pt x="543" y="358"/>
                    <a:pt x="543" y="358"/>
                  </a:cubicBezTo>
                  <a:cubicBezTo>
                    <a:pt x="537" y="355"/>
                    <a:pt x="533" y="353"/>
                    <a:pt x="532" y="353"/>
                  </a:cubicBezTo>
                  <a:cubicBezTo>
                    <a:pt x="530" y="353"/>
                    <a:pt x="532" y="356"/>
                    <a:pt x="540" y="362"/>
                  </a:cubicBezTo>
                  <a:cubicBezTo>
                    <a:pt x="536" y="359"/>
                    <a:pt x="534" y="358"/>
                    <a:pt x="533" y="358"/>
                  </a:cubicBezTo>
                  <a:cubicBezTo>
                    <a:pt x="533" y="358"/>
                    <a:pt x="532" y="359"/>
                    <a:pt x="532" y="359"/>
                  </a:cubicBezTo>
                  <a:cubicBezTo>
                    <a:pt x="536" y="363"/>
                    <a:pt x="536" y="366"/>
                    <a:pt x="534" y="366"/>
                  </a:cubicBezTo>
                  <a:cubicBezTo>
                    <a:pt x="533" y="366"/>
                    <a:pt x="531" y="365"/>
                    <a:pt x="529" y="364"/>
                  </a:cubicBezTo>
                  <a:lnTo>
                    <a:pt x="528" y="364"/>
                  </a:lnTo>
                  <a:cubicBezTo>
                    <a:pt x="535" y="369"/>
                    <a:pt x="534" y="370"/>
                    <a:pt x="532" y="370"/>
                  </a:cubicBezTo>
                  <a:cubicBezTo>
                    <a:pt x="532" y="371"/>
                    <a:pt x="531" y="373"/>
                    <a:pt x="537" y="378"/>
                  </a:cubicBezTo>
                  <a:cubicBezTo>
                    <a:pt x="544" y="384"/>
                    <a:pt x="543" y="385"/>
                    <a:pt x="543" y="385"/>
                  </a:cubicBezTo>
                  <a:cubicBezTo>
                    <a:pt x="542" y="385"/>
                    <a:pt x="542" y="385"/>
                    <a:pt x="542" y="385"/>
                  </a:cubicBezTo>
                  <a:cubicBezTo>
                    <a:pt x="541" y="385"/>
                    <a:pt x="535" y="379"/>
                    <a:pt x="530" y="374"/>
                  </a:cubicBezTo>
                  <a:cubicBezTo>
                    <a:pt x="529" y="371"/>
                    <a:pt x="527" y="370"/>
                    <a:pt x="527" y="370"/>
                  </a:cubicBezTo>
                  <a:lnTo>
                    <a:pt x="527" y="370"/>
                  </a:lnTo>
                  <a:cubicBezTo>
                    <a:pt x="526" y="370"/>
                    <a:pt x="527" y="374"/>
                    <a:pt x="534" y="382"/>
                  </a:cubicBezTo>
                  <a:cubicBezTo>
                    <a:pt x="539" y="388"/>
                    <a:pt x="541" y="392"/>
                    <a:pt x="541" y="392"/>
                  </a:cubicBezTo>
                  <a:cubicBezTo>
                    <a:pt x="541" y="392"/>
                    <a:pt x="538" y="389"/>
                    <a:pt x="534" y="383"/>
                  </a:cubicBezTo>
                  <a:cubicBezTo>
                    <a:pt x="530" y="378"/>
                    <a:pt x="526" y="374"/>
                    <a:pt x="525" y="374"/>
                  </a:cubicBezTo>
                  <a:lnTo>
                    <a:pt x="525" y="374"/>
                  </a:lnTo>
                  <a:cubicBezTo>
                    <a:pt x="525" y="374"/>
                    <a:pt x="525" y="375"/>
                    <a:pt x="527" y="377"/>
                  </a:cubicBezTo>
                  <a:cubicBezTo>
                    <a:pt x="527" y="377"/>
                    <a:pt x="526" y="378"/>
                    <a:pt x="531" y="384"/>
                  </a:cubicBezTo>
                  <a:lnTo>
                    <a:pt x="530" y="386"/>
                  </a:lnTo>
                  <a:cubicBezTo>
                    <a:pt x="526" y="384"/>
                    <a:pt x="524" y="383"/>
                    <a:pt x="522" y="383"/>
                  </a:cubicBezTo>
                  <a:cubicBezTo>
                    <a:pt x="521" y="383"/>
                    <a:pt x="521" y="383"/>
                    <a:pt x="521" y="384"/>
                  </a:cubicBezTo>
                  <a:cubicBezTo>
                    <a:pt x="524" y="387"/>
                    <a:pt x="525" y="388"/>
                    <a:pt x="524" y="388"/>
                  </a:cubicBezTo>
                  <a:cubicBezTo>
                    <a:pt x="524" y="388"/>
                    <a:pt x="522" y="387"/>
                    <a:pt x="519" y="385"/>
                  </a:cubicBezTo>
                  <a:lnTo>
                    <a:pt x="519" y="385"/>
                  </a:lnTo>
                  <a:cubicBezTo>
                    <a:pt x="520" y="386"/>
                    <a:pt x="522" y="388"/>
                    <a:pt x="525" y="390"/>
                  </a:cubicBezTo>
                  <a:cubicBezTo>
                    <a:pt x="527" y="394"/>
                    <a:pt x="528" y="396"/>
                    <a:pt x="527" y="396"/>
                  </a:cubicBezTo>
                  <a:cubicBezTo>
                    <a:pt x="527" y="396"/>
                    <a:pt x="525" y="395"/>
                    <a:pt x="522" y="393"/>
                  </a:cubicBezTo>
                  <a:cubicBezTo>
                    <a:pt x="516" y="386"/>
                    <a:pt x="513" y="384"/>
                    <a:pt x="512" y="384"/>
                  </a:cubicBezTo>
                  <a:lnTo>
                    <a:pt x="512" y="384"/>
                  </a:lnTo>
                  <a:cubicBezTo>
                    <a:pt x="512" y="384"/>
                    <a:pt x="513" y="385"/>
                    <a:pt x="516" y="388"/>
                  </a:cubicBezTo>
                  <a:cubicBezTo>
                    <a:pt x="521" y="394"/>
                    <a:pt x="520" y="395"/>
                    <a:pt x="520" y="395"/>
                  </a:cubicBezTo>
                  <a:cubicBezTo>
                    <a:pt x="518" y="393"/>
                    <a:pt x="517" y="393"/>
                    <a:pt x="515" y="393"/>
                  </a:cubicBezTo>
                  <a:cubicBezTo>
                    <a:pt x="510" y="393"/>
                    <a:pt x="506" y="396"/>
                    <a:pt x="501" y="399"/>
                  </a:cubicBezTo>
                  <a:cubicBezTo>
                    <a:pt x="502" y="405"/>
                    <a:pt x="505" y="410"/>
                    <a:pt x="509" y="414"/>
                  </a:cubicBezTo>
                  <a:cubicBezTo>
                    <a:pt x="513" y="419"/>
                    <a:pt x="515" y="421"/>
                    <a:pt x="514" y="421"/>
                  </a:cubicBezTo>
                  <a:cubicBezTo>
                    <a:pt x="514" y="421"/>
                    <a:pt x="511" y="418"/>
                    <a:pt x="508" y="414"/>
                  </a:cubicBezTo>
                  <a:cubicBezTo>
                    <a:pt x="500" y="405"/>
                    <a:pt x="496" y="401"/>
                    <a:pt x="495" y="401"/>
                  </a:cubicBezTo>
                  <a:lnTo>
                    <a:pt x="495" y="401"/>
                  </a:lnTo>
                  <a:cubicBezTo>
                    <a:pt x="495" y="401"/>
                    <a:pt x="499" y="405"/>
                    <a:pt x="507" y="415"/>
                  </a:cubicBezTo>
                  <a:cubicBezTo>
                    <a:pt x="512" y="421"/>
                    <a:pt x="514" y="425"/>
                    <a:pt x="514" y="425"/>
                  </a:cubicBezTo>
                  <a:cubicBezTo>
                    <a:pt x="514" y="425"/>
                    <a:pt x="511" y="422"/>
                    <a:pt x="505" y="416"/>
                  </a:cubicBezTo>
                  <a:cubicBezTo>
                    <a:pt x="503" y="413"/>
                    <a:pt x="501" y="412"/>
                    <a:pt x="501" y="412"/>
                  </a:cubicBezTo>
                  <a:lnTo>
                    <a:pt x="501" y="412"/>
                  </a:lnTo>
                  <a:cubicBezTo>
                    <a:pt x="501" y="412"/>
                    <a:pt x="502" y="413"/>
                    <a:pt x="503" y="417"/>
                  </a:cubicBezTo>
                  <a:cubicBezTo>
                    <a:pt x="505" y="421"/>
                    <a:pt x="507" y="422"/>
                    <a:pt x="506" y="422"/>
                  </a:cubicBezTo>
                  <a:cubicBezTo>
                    <a:pt x="506" y="422"/>
                    <a:pt x="505" y="421"/>
                    <a:pt x="502" y="417"/>
                  </a:cubicBezTo>
                  <a:cubicBezTo>
                    <a:pt x="500" y="415"/>
                    <a:pt x="498" y="413"/>
                    <a:pt x="497" y="412"/>
                  </a:cubicBezTo>
                  <a:lnTo>
                    <a:pt x="497" y="412"/>
                  </a:lnTo>
                  <a:cubicBezTo>
                    <a:pt x="497" y="412"/>
                    <a:pt x="496" y="412"/>
                    <a:pt x="496" y="412"/>
                  </a:cubicBezTo>
                  <a:cubicBezTo>
                    <a:pt x="496" y="412"/>
                    <a:pt x="494" y="411"/>
                    <a:pt x="490" y="406"/>
                  </a:cubicBezTo>
                  <a:cubicBezTo>
                    <a:pt x="488" y="405"/>
                    <a:pt x="488" y="404"/>
                    <a:pt x="487" y="404"/>
                  </a:cubicBezTo>
                  <a:lnTo>
                    <a:pt x="487" y="404"/>
                  </a:lnTo>
                  <a:cubicBezTo>
                    <a:pt x="486" y="404"/>
                    <a:pt x="490" y="409"/>
                    <a:pt x="492" y="415"/>
                  </a:cubicBezTo>
                  <a:cubicBezTo>
                    <a:pt x="495" y="423"/>
                    <a:pt x="496" y="427"/>
                    <a:pt x="495" y="427"/>
                  </a:cubicBezTo>
                  <a:cubicBezTo>
                    <a:pt x="495" y="427"/>
                    <a:pt x="492" y="423"/>
                    <a:pt x="489" y="416"/>
                  </a:cubicBezTo>
                  <a:cubicBezTo>
                    <a:pt x="486" y="411"/>
                    <a:pt x="484" y="409"/>
                    <a:pt x="484" y="409"/>
                  </a:cubicBezTo>
                  <a:lnTo>
                    <a:pt x="484" y="409"/>
                  </a:lnTo>
                  <a:cubicBezTo>
                    <a:pt x="482" y="409"/>
                    <a:pt x="484" y="416"/>
                    <a:pt x="489" y="425"/>
                  </a:cubicBezTo>
                  <a:cubicBezTo>
                    <a:pt x="493" y="434"/>
                    <a:pt x="495" y="437"/>
                    <a:pt x="495" y="437"/>
                  </a:cubicBezTo>
                  <a:cubicBezTo>
                    <a:pt x="495" y="437"/>
                    <a:pt x="494" y="436"/>
                    <a:pt x="492" y="433"/>
                  </a:cubicBezTo>
                  <a:cubicBezTo>
                    <a:pt x="488" y="426"/>
                    <a:pt x="488" y="426"/>
                    <a:pt x="488" y="426"/>
                  </a:cubicBezTo>
                  <a:cubicBezTo>
                    <a:pt x="487" y="427"/>
                    <a:pt x="487" y="427"/>
                    <a:pt x="486" y="427"/>
                  </a:cubicBezTo>
                  <a:cubicBezTo>
                    <a:pt x="485" y="427"/>
                    <a:pt x="484" y="426"/>
                    <a:pt x="481" y="421"/>
                  </a:cubicBezTo>
                  <a:lnTo>
                    <a:pt x="481" y="421"/>
                  </a:lnTo>
                  <a:cubicBezTo>
                    <a:pt x="481" y="421"/>
                    <a:pt x="481" y="421"/>
                    <a:pt x="482" y="430"/>
                  </a:cubicBezTo>
                  <a:cubicBezTo>
                    <a:pt x="485" y="436"/>
                    <a:pt x="485" y="438"/>
                    <a:pt x="484" y="438"/>
                  </a:cubicBezTo>
                  <a:cubicBezTo>
                    <a:pt x="482" y="438"/>
                    <a:pt x="478" y="433"/>
                    <a:pt x="473" y="424"/>
                  </a:cubicBezTo>
                  <a:lnTo>
                    <a:pt x="473" y="424"/>
                  </a:lnTo>
                  <a:lnTo>
                    <a:pt x="475" y="433"/>
                  </a:lnTo>
                  <a:cubicBezTo>
                    <a:pt x="479" y="442"/>
                    <a:pt x="481" y="449"/>
                    <a:pt x="480" y="449"/>
                  </a:cubicBezTo>
                  <a:cubicBezTo>
                    <a:pt x="480" y="449"/>
                    <a:pt x="479" y="446"/>
                    <a:pt x="476" y="441"/>
                  </a:cubicBezTo>
                  <a:lnTo>
                    <a:pt x="473" y="433"/>
                  </a:lnTo>
                  <a:lnTo>
                    <a:pt x="473" y="433"/>
                  </a:lnTo>
                  <a:cubicBezTo>
                    <a:pt x="475" y="440"/>
                    <a:pt x="475" y="442"/>
                    <a:pt x="474" y="442"/>
                  </a:cubicBezTo>
                  <a:cubicBezTo>
                    <a:pt x="472" y="442"/>
                    <a:pt x="468" y="437"/>
                    <a:pt x="464" y="428"/>
                  </a:cubicBezTo>
                  <a:cubicBezTo>
                    <a:pt x="461" y="421"/>
                    <a:pt x="461" y="421"/>
                    <a:pt x="461" y="421"/>
                  </a:cubicBezTo>
                  <a:lnTo>
                    <a:pt x="461" y="421"/>
                  </a:lnTo>
                  <a:lnTo>
                    <a:pt x="464" y="429"/>
                  </a:lnTo>
                  <a:cubicBezTo>
                    <a:pt x="467" y="435"/>
                    <a:pt x="471" y="443"/>
                    <a:pt x="470" y="443"/>
                  </a:cubicBezTo>
                  <a:cubicBezTo>
                    <a:pt x="469" y="444"/>
                    <a:pt x="469" y="444"/>
                    <a:pt x="469" y="444"/>
                  </a:cubicBezTo>
                  <a:cubicBezTo>
                    <a:pt x="468" y="444"/>
                    <a:pt x="466" y="442"/>
                    <a:pt x="464" y="436"/>
                  </a:cubicBezTo>
                  <a:cubicBezTo>
                    <a:pt x="461" y="432"/>
                    <a:pt x="458" y="427"/>
                    <a:pt x="458" y="427"/>
                  </a:cubicBezTo>
                  <a:lnTo>
                    <a:pt x="458" y="427"/>
                  </a:lnTo>
                  <a:cubicBezTo>
                    <a:pt x="458" y="427"/>
                    <a:pt x="458" y="428"/>
                    <a:pt x="458" y="430"/>
                  </a:cubicBezTo>
                  <a:cubicBezTo>
                    <a:pt x="458" y="430"/>
                    <a:pt x="458" y="430"/>
                    <a:pt x="458" y="430"/>
                  </a:cubicBezTo>
                  <a:cubicBezTo>
                    <a:pt x="458" y="430"/>
                    <a:pt x="457" y="429"/>
                    <a:pt x="454" y="423"/>
                  </a:cubicBezTo>
                  <a:cubicBezTo>
                    <a:pt x="453" y="424"/>
                    <a:pt x="452" y="424"/>
                    <a:pt x="451" y="424"/>
                  </a:cubicBezTo>
                  <a:cubicBezTo>
                    <a:pt x="452" y="428"/>
                    <a:pt x="452" y="431"/>
                    <a:pt x="451" y="431"/>
                  </a:cubicBezTo>
                  <a:cubicBezTo>
                    <a:pt x="450" y="431"/>
                    <a:pt x="449" y="429"/>
                    <a:pt x="447" y="425"/>
                  </a:cubicBezTo>
                  <a:cubicBezTo>
                    <a:pt x="447" y="425"/>
                    <a:pt x="446" y="425"/>
                    <a:pt x="447" y="433"/>
                  </a:cubicBezTo>
                  <a:cubicBezTo>
                    <a:pt x="447" y="433"/>
                    <a:pt x="447" y="434"/>
                    <a:pt x="446" y="434"/>
                  </a:cubicBezTo>
                  <a:cubicBezTo>
                    <a:pt x="445" y="434"/>
                    <a:pt x="444" y="432"/>
                    <a:pt x="443" y="426"/>
                  </a:cubicBezTo>
                  <a:cubicBezTo>
                    <a:pt x="441" y="423"/>
                    <a:pt x="440" y="421"/>
                    <a:pt x="440" y="421"/>
                  </a:cubicBezTo>
                  <a:lnTo>
                    <a:pt x="440" y="421"/>
                  </a:lnTo>
                  <a:cubicBezTo>
                    <a:pt x="440" y="421"/>
                    <a:pt x="440" y="423"/>
                    <a:pt x="442" y="428"/>
                  </a:cubicBezTo>
                  <a:cubicBezTo>
                    <a:pt x="444" y="434"/>
                    <a:pt x="443" y="435"/>
                    <a:pt x="442" y="435"/>
                  </a:cubicBezTo>
                  <a:lnTo>
                    <a:pt x="440" y="435"/>
                  </a:lnTo>
                  <a:cubicBezTo>
                    <a:pt x="443" y="443"/>
                    <a:pt x="443" y="443"/>
                    <a:pt x="442" y="443"/>
                  </a:cubicBezTo>
                  <a:cubicBezTo>
                    <a:pt x="441" y="443"/>
                    <a:pt x="441" y="443"/>
                    <a:pt x="441" y="443"/>
                  </a:cubicBezTo>
                  <a:cubicBezTo>
                    <a:pt x="440" y="443"/>
                    <a:pt x="435" y="436"/>
                    <a:pt x="435" y="436"/>
                  </a:cubicBezTo>
                  <a:cubicBezTo>
                    <a:pt x="431" y="438"/>
                    <a:pt x="431" y="438"/>
                    <a:pt x="435" y="445"/>
                  </a:cubicBezTo>
                  <a:cubicBezTo>
                    <a:pt x="436" y="445"/>
                    <a:pt x="436" y="449"/>
                    <a:pt x="436" y="449"/>
                  </a:cubicBezTo>
                  <a:cubicBezTo>
                    <a:pt x="435" y="449"/>
                    <a:pt x="435" y="448"/>
                    <a:pt x="434" y="445"/>
                  </a:cubicBezTo>
                  <a:cubicBezTo>
                    <a:pt x="433" y="445"/>
                    <a:pt x="429" y="439"/>
                    <a:pt x="425" y="439"/>
                  </a:cubicBezTo>
                  <a:cubicBezTo>
                    <a:pt x="425" y="439"/>
                    <a:pt x="425" y="439"/>
                    <a:pt x="425" y="439"/>
                  </a:cubicBezTo>
                  <a:cubicBezTo>
                    <a:pt x="421" y="439"/>
                    <a:pt x="421" y="439"/>
                    <a:pt x="422" y="447"/>
                  </a:cubicBezTo>
                  <a:cubicBezTo>
                    <a:pt x="425" y="455"/>
                    <a:pt x="426" y="459"/>
                    <a:pt x="425" y="459"/>
                  </a:cubicBezTo>
                  <a:cubicBezTo>
                    <a:pt x="425" y="459"/>
                    <a:pt x="424" y="455"/>
                    <a:pt x="421" y="447"/>
                  </a:cubicBezTo>
                  <a:cubicBezTo>
                    <a:pt x="419" y="438"/>
                    <a:pt x="418" y="434"/>
                    <a:pt x="417" y="434"/>
                  </a:cubicBezTo>
                  <a:lnTo>
                    <a:pt x="417" y="434"/>
                  </a:lnTo>
                  <a:cubicBezTo>
                    <a:pt x="417" y="434"/>
                    <a:pt x="418" y="436"/>
                    <a:pt x="418" y="440"/>
                  </a:cubicBezTo>
                  <a:cubicBezTo>
                    <a:pt x="418" y="448"/>
                    <a:pt x="418" y="448"/>
                    <a:pt x="417" y="448"/>
                  </a:cubicBezTo>
                  <a:cubicBezTo>
                    <a:pt x="416" y="444"/>
                    <a:pt x="416" y="442"/>
                    <a:pt x="415" y="442"/>
                  </a:cubicBezTo>
                  <a:cubicBezTo>
                    <a:pt x="415" y="442"/>
                    <a:pt x="414" y="444"/>
                    <a:pt x="413" y="448"/>
                  </a:cubicBezTo>
                  <a:cubicBezTo>
                    <a:pt x="413" y="448"/>
                    <a:pt x="413" y="448"/>
                    <a:pt x="412" y="440"/>
                  </a:cubicBezTo>
                  <a:lnTo>
                    <a:pt x="410" y="440"/>
                  </a:lnTo>
                  <a:cubicBezTo>
                    <a:pt x="410" y="447"/>
                    <a:pt x="409" y="449"/>
                    <a:pt x="407" y="449"/>
                  </a:cubicBezTo>
                  <a:cubicBezTo>
                    <a:pt x="405" y="449"/>
                    <a:pt x="403" y="445"/>
                    <a:pt x="402" y="440"/>
                  </a:cubicBezTo>
                  <a:cubicBezTo>
                    <a:pt x="402" y="440"/>
                    <a:pt x="401" y="440"/>
                    <a:pt x="400" y="448"/>
                  </a:cubicBezTo>
                  <a:cubicBezTo>
                    <a:pt x="400" y="456"/>
                    <a:pt x="400" y="460"/>
                    <a:pt x="399" y="460"/>
                  </a:cubicBezTo>
                  <a:cubicBezTo>
                    <a:pt x="399" y="460"/>
                    <a:pt x="399" y="456"/>
                    <a:pt x="399" y="448"/>
                  </a:cubicBezTo>
                  <a:cubicBezTo>
                    <a:pt x="398" y="440"/>
                    <a:pt x="398" y="436"/>
                    <a:pt x="398" y="436"/>
                  </a:cubicBezTo>
                  <a:cubicBezTo>
                    <a:pt x="398" y="436"/>
                    <a:pt x="398" y="440"/>
                    <a:pt x="398" y="448"/>
                  </a:cubicBezTo>
                  <a:cubicBezTo>
                    <a:pt x="397" y="451"/>
                    <a:pt x="396" y="453"/>
                    <a:pt x="395" y="453"/>
                  </a:cubicBezTo>
                  <a:cubicBezTo>
                    <a:pt x="394" y="453"/>
                    <a:pt x="393" y="449"/>
                    <a:pt x="393" y="440"/>
                  </a:cubicBezTo>
                  <a:lnTo>
                    <a:pt x="393" y="423"/>
                  </a:lnTo>
                  <a:cubicBezTo>
                    <a:pt x="392" y="430"/>
                    <a:pt x="392" y="431"/>
                    <a:pt x="391" y="431"/>
                  </a:cubicBezTo>
                  <a:cubicBezTo>
                    <a:pt x="391" y="431"/>
                    <a:pt x="391" y="431"/>
                    <a:pt x="391" y="431"/>
                  </a:cubicBezTo>
                  <a:cubicBezTo>
                    <a:pt x="391" y="438"/>
                    <a:pt x="390" y="439"/>
                    <a:pt x="389" y="439"/>
                  </a:cubicBezTo>
                  <a:cubicBezTo>
                    <a:pt x="389" y="439"/>
                    <a:pt x="388" y="439"/>
                    <a:pt x="388" y="439"/>
                  </a:cubicBezTo>
                  <a:cubicBezTo>
                    <a:pt x="387" y="439"/>
                    <a:pt x="382" y="447"/>
                    <a:pt x="380" y="447"/>
                  </a:cubicBezTo>
                  <a:cubicBezTo>
                    <a:pt x="379" y="447"/>
                    <a:pt x="375" y="445"/>
                    <a:pt x="376" y="438"/>
                  </a:cubicBezTo>
                  <a:cubicBezTo>
                    <a:pt x="376" y="437"/>
                    <a:pt x="376" y="437"/>
                    <a:pt x="376" y="437"/>
                  </a:cubicBezTo>
                  <a:cubicBezTo>
                    <a:pt x="375" y="437"/>
                    <a:pt x="373" y="439"/>
                    <a:pt x="371" y="444"/>
                  </a:cubicBezTo>
                  <a:cubicBezTo>
                    <a:pt x="370" y="448"/>
                    <a:pt x="369" y="450"/>
                    <a:pt x="369" y="450"/>
                  </a:cubicBezTo>
                  <a:cubicBezTo>
                    <a:pt x="368" y="450"/>
                    <a:pt x="368" y="448"/>
                    <a:pt x="369" y="444"/>
                  </a:cubicBezTo>
                  <a:lnTo>
                    <a:pt x="368" y="443"/>
                  </a:lnTo>
                  <a:cubicBezTo>
                    <a:pt x="364" y="451"/>
                    <a:pt x="364" y="451"/>
                    <a:pt x="364" y="451"/>
                  </a:cubicBezTo>
                  <a:cubicBezTo>
                    <a:pt x="365" y="445"/>
                    <a:pt x="366" y="439"/>
                    <a:pt x="365" y="439"/>
                  </a:cubicBezTo>
                  <a:lnTo>
                    <a:pt x="365" y="439"/>
                  </a:lnTo>
                  <a:cubicBezTo>
                    <a:pt x="365" y="439"/>
                    <a:pt x="364" y="440"/>
                    <a:pt x="363" y="442"/>
                  </a:cubicBezTo>
                  <a:cubicBezTo>
                    <a:pt x="362" y="450"/>
                    <a:pt x="361" y="450"/>
                    <a:pt x="359" y="450"/>
                  </a:cubicBezTo>
                  <a:cubicBezTo>
                    <a:pt x="359" y="444"/>
                    <a:pt x="341" y="435"/>
                    <a:pt x="332" y="435"/>
                  </a:cubicBezTo>
                  <a:cubicBezTo>
                    <a:pt x="329" y="435"/>
                    <a:pt x="328" y="435"/>
                    <a:pt x="327" y="436"/>
                  </a:cubicBezTo>
                  <a:lnTo>
                    <a:pt x="325" y="434"/>
                  </a:lnTo>
                  <a:lnTo>
                    <a:pt x="323" y="433"/>
                  </a:lnTo>
                  <a:cubicBezTo>
                    <a:pt x="326" y="426"/>
                    <a:pt x="326" y="424"/>
                    <a:pt x="324" y="424"/>
                  </a:cubicBezTo>
                  <a:cubicBezTo>
                    <a:pt x="322" y="424"/>
                    <a:pt x="319" y="426"/>
                    <a:pt x="316" y="429"/>
                  </a:cubicBezTo>
                  <a:cubicBezTo>
                    <a:pt x="312" y="433"/>
                    <a:pt x="310" y="435"/>
                    <a:pt x="310" y="435"/>
                  </a:cubicBezTo>
                  <a:cubicBezTo>
                    <a:pt x="309" y="435"/>
                    <a:pt x="309" y="435"/>
                    <a:pt x="309" y="434"/>
                  </a:cubicBezTo>
                  <a:cubicBezTo>
                    <a:pt x="314" y="425"/>
                    <a:pt x="315" y="421"/>
                    <a:pt x="313" y="421"/>
                  </a:cubicBezTo>
                  <a:cubicBezTo>
                    <a:pt x="313" y="421"/>
                    <a:pt x="311" y="422"/>
                    <a:pt x="309" y="424"/>
                  </a:cubicBezTo>
                  <a:cubicBezTo>
                    <a:pt x="304" y="431"/>
                    <a:pt x="302" y="434"/>
                    <a:pt x="301" y="434"/>
                  </a:cubicBezTo>
                  <a:cubicBezTo>
                    <a:pt x="300" y="434"/>
                    <a:pt x="302" y="430"/>
                    <a:pt x="307" y="423"/>
                  </a:cubicBezTo>
                  <a:cubicBezTo>
                    <a:pt x="311" y="417"/>
                    <a:pt x="313" y="413"/>
                    <a:pt x="312" y="413"/>
                  </a:cubicBezTo>
                  <a:lnTo>
                    <a:pt x="312" y="413"/>
                  </a:lnTo>
                  <a:cubicBezTo>
                    <a:pt x="312" y="413"/>
                    <a:pt x="307" y="417"/>
                    <a:pt x="299" y="428"/>
                  </a:cubicBezTo>
                  <a:cubicBezTo>
                    <a:pt x="296" y="431"/>
                    <a:pt x="295" y="432"/>
                    <a:pt x="295" y="432"/>
                  </a:cubicBezTo>
                  <a:cubicBezTo>
                    <a:pt x="295" y="432"/>
                    <a:pt x="296" y="430"/>
                    <a:pt x="298" y="426"/>
                  </a:cubicBezTo>
                  <a:cubicBezTo>
                    <a:pt x="303" y="418"/>
                    <a:pt x="305" y="414"/>
                    <a:pt x="304" y="414"/>
                  </a:cubicBezTo>
                  <a:lnTo>
                    <a:pt x="304" y="414"/>
                  </a:lnTo>
                  <a:cubicBezTo>
                    <a:pt x="304" y="414"/>
                    <a:pt x="303" y="416"/>
                    <a:pt x="301" y="419"/>
                  </a:cubicBezTo>
                  <a:cubicBezTo>
                    <a:pt x="297" y="424"/>
                    <a:pt x="294" y="427"/>
                    <a:pt x="293" y="427"/>
                  </a:cubicBezTo>
                  <a:cubicBezTo>
                    <a:pt x="292" y="427"/>
                    <a:pt x="294" y="423"/>
                    <a:pt x="299" y="416"/>
                  </a:cubicBezTo>
                  <a:cubicBezTo>
                    <a:pt x="303" y="409"/>
                    <a:pt x="305" y="405"/>
                    <a:pt x="304" y="405"/>
                  </a:cubicBezTo>
                  <a:lnTo>
                    <a:pt x="304" y="405"/>
                  </a:lnTo>
                  <a:cubicBezTo>
                    <a:pt x="304" y="405"/>
                    <a:pt x="301" y="408"/>
                    <a:pt x="296" y="414"/>
                  </a:cubicBezTo>
                  <a:cubicBezTo>
                    <a:pt x="291" y="420"/>
                    <a:pt x="288" y="422"/>
                    <a:pt x="287" y="422"/>
                  </a:cubicBezTo>
                  <a:cubicBezTo>
                    <a:pt x="285" y="422"/>
                    <a:pt x="287" y="418"/>
                    <a:pt x="292" y="411"/>
                  </a:cubicBezTo>
                  <a:cubicBezTo>
                    <a:pt x="292" y="410"/>
                    <a:pt x="293" y="407"/>
                    <a:pt x="293" y="407"/>
                  </a:cubicBezTo>
                  <a:lnTo>
                    <a:pt x="293" y="407"/>
                  </a:lnTo>
                  <a:cubicBezTo>
                    <a:pt x="293" y="407"/>
                    <a:pt x="292" y="407"/>
                    <a:pt x="290" y="410"/>
                  </a:cubicBezTo>
                  <a:lnTo>
                    <a:pt x="295" y="402"/>
                  </a:lnTo>
                  <a:lnTo>
                    <a:pt x="293" y="401"/>
                  </a:lnTo>
                  <a:lnTo>
                    <a:pt x="288" y="407"/>
                  </a:lnTo>
                  <a:cubicBezTo>
                    <a:pt x="288" y="406"/>
                    <a:pt x="289" y="396"/>
                    <a:pt x="284" y="392"/>
                  </a:cubicBezTo>
                  <a:cubicBezTo>
                    <a:pt x="280" y="387"/>
                    <a:pt x="278" y="384"/>
                    <a:pt x="276" y="384"/>
                  </a:cubicBezTo>
                  <a:cubicBezTo>
                    <a:pt x="275" y="384"/>
                    <a:pt x="273" y="386"/>
                    <a:pt x="271" y="388"/>
                  </a:cubicBezTo>
                  <a:cubicBezTo>
                    <a:pt x="266" y="393"/>
                    <a:pt x="263" y="396"/>
                    <a:pt x="262" y="396"/>
                  </a:cubicBezTo>
                  <a:cubicBezTo>
                    <a:pt x="261" y="396"/>
                    <a:pt x="264" y="392"/>
                    <a:pt x="270" y="386"/>
                  </a:cubicBezTo>
                  <a:cubicBezTo>
                    <a:pt x="270" y="385"/>
                    <a:pt x="274" y="378"/>
                    <a:pt x="273" y="377"/>
                  </a:cubicBezTo>
                  <a:cubicBezTo>
                    <a:pt x="272" y="376"/>
                    <a:pt x="271" y="374"/>
                    <a:pt x="278" y="369"/>
                  </a:cubicBezTo>
                  <a:lnTo>
                    <a:pt x="278" y="368"/>
                  </a:lnTo>
                  <a:cubicBezTo>
                    <a:pt x="272" y="371"/>
                    <a:pt x="268" y="373"/>
                    <a:pt x="266" y="373"/>
                  </a:cubicBezTo>
                  <a:cubicBezTo>
                    <a:pt x="262" y="373"/>
                    <a:pt x="262" y="369"/>
                    <a:pt x="265" y="365"/>
                  </a:cubicBezTo>
                  <a:cubicBezTo>
                    <a:pt x="265" y="364"/>
                    <a:pt x="265" y="363"/>
                    <a:pt x="263" y="363"/>
                  </a:cubicBezTo>
                  <a:cubicBezTo>
                    <a:pt x="262" y="363"/>
                    <a:pt x="260" y="364"/>
                    <a:pt x="256" y="365"/>
                  </a:cubicBezTo>
                  <a:cubicBezTo>
                    <a:pt x="253" y="366"/>
                    <a:pt x="251" y="367"/>
                    <a:pt x="251" y="367"/>
                  </a:cubicBezTo>
                  <a:cubicBezTo>
                    <a:pt x="250" y="367"/>
                    <a:pt x="252" y="366"/>
                    <a:pt x="255" y="362"/>
                  </a:cubicBezTo>
                  <a:cubicBezTo>
                    <a:pt x="260" y="359"/>
                    <a:pt x="264" y="355"/>
                    <a:pt x="261" y="355"/>
                  </a:cubicBezTo>
                  <a:cubicBezTo>
                    <a:pt x="260" y="355"/>
                    <a:pt x="257" y="356"/>
                    <a:pt x="253" y="358"/>
                  </a:cubicBezTo>
                  <a:lnTo>
                    <a:pt x="260" y="352"/>
                  </a:lnTo>
                  <a:cubicBezTo>
                    <a:pt x="262" y="351"/>
                    <a:pt x="263" y="350"/>
                    <a:pt x="262" y="350"/>
                  </a:cubicBezTo>
                  <a:cubicBezTo>
                    <a:pt x="261" y="350"/>
                    <a:pt x="256" y="352"/>
                    <a:pt x="252" y="355"/>
                  </a:cubicBezTo>
                  <a:cubicBezTo>
                    <a:pt x="251" y="355"/>
                    <a:pt x="250" y="356"/>
                    <a:pt x="249" y="356"/>
                  </a:cubicBezTo>
                  <a:lnTo>
                    <a:pt x="249" y="356"/>
                  </a:lnTo>
                  <a:cubicBezTo>
                    <a:pt x="249" y="356"/>
                    <a:pt x="249" y="356"/>
                    <a:pt x="249" y="355"/>
                  </a:cubicBezTo>
                  <a:lnTo>
                    <a:pt x="249" y="355"/>
                  </a:lnTo>
                  <a:cubicBezTo>
                    <a:pt x="244" y="358"/>
                    <a:pt x="241" y="360"/>
                    <a:pt x="242" y="360"/>
                  </a:cubicBezTo>
                  <a:cubicBezTo>
                    <a:pt x="242" y="360"/>
                    <a:pt x="245" y="358"/>
                    <a:pt x="249" y="356"/>
                  </a:cubicBezTo>
                  <a:lnTo>
                    <a:pt x="249" y="356"/>
                  </a:lnTo>
                  <a:cubicBezTo>
                    <a:pt x="247" y="364"/>
                    <a:pt x="240" y="369"/>
                    <a:pt x="232" y="369"/>
                  </a:cubicBezTo>
                  <a:cubicBezTo>
                    <a:pt x="225" y="369"/>
                    <a:pt x="219" y="365"/>
                    <a:pt x="216" y="357"/>
                  </a:cubicBezTo>
                  <a:cubicBezTo>
                    <a:pt x="214" y="349"/>
                    <a:pt x="217" y="342"/>
                    <a:pt x="222" y="338"/>
                  </a:cubicBezTo>
                  <a:lnTo>
                    <a:pt x="222" y="338"/>
                  </a:lnTo>
                  <a:cubicBezTo>
                    <a:pt x="219" y="339"/>
                    <a:pt x="216" y="340"/>
                    <a:pt x="213" y="341"/>
                  </a:cubicBezTo>
                  <a:cubicBezTo>
                    <a:pt x="205" y="343"/>
                    <a:pt x="201" y="344"/>
                    <a:pt x="201" y="344"/>
                  </a:cubicBezTo>
                  <a:cubicBezTo>
                    <a:pt x="200" y="344"/>
                    <a:pt x="204" y="343"/>
                    <a:pt x="213" y="340"/>
                  </a:cubicBezTo>
                  <a:cubicBezTo>
                    <a:pt x="221" y="338"/>
                    <a:pt x="221" y="337"/>
                    <a:pt x="219" y="336"/>
                  </a:cubicBezTo>
                  <a:lnTo>
                    <a:pt x="219" y="336"/>
                  </a:lnTo>
                  <a:cubicBezTo>
                    <a:pt x="217" y="336"/>
                    <a:pt x="216" y="336"/>
                    <a:pt x="216" y="336"/>
                  </a:cubicBezTo>
                  <a:cubicBezTo>
                    <a:pt x="215" y="336"/>
                    <a:pt x="218" y="335"/>
                    <a:pt x="219" y="335"/>
                  </a:cubicBezTo>
                  <a:cubicBezTo>
                    <a:pt x="219" y="335"/>
                    <a:pt x="219" y="335"/>
                    <a:pt x="219" y="336"/>
                  </a:cubicBezTo>
                  <a:cubicBezTo>
                    <a:pt x="223" y="335"/>
                    <a:pt x="225" y="334"/>
                    <a:pt x="226" y="334"/>
                  </a:cubicBezTo>
                  <a:cubicBezTo>
                    <a:pt x="228" y="334"/>
                    <a:pt x="228" y="335"/>
                    <a:pt x="228" y="335"/>
                  </a:cubicBezTo>
                  <a:lnTo>
                    <a:pt x="228" y="335"/>
                  </a:lnTo>
                  <a:cubicBezTo>
                    <a:pt x="229" y="335"/>
                    <a:pt x="230" y="335"/>
                    <a:pt x="231" y="335"/>
                  </a:cubicBezTo>
                  <a:lnTo>
                    <a:pt x="231" y="335"/>
                  </a:lnTo>
                  <a:lnTo>
                    <a:pt x="228" y="336"/>
                  </a:lnTo>
                  <a:cubicBezTo>
                    <a:pt x="228" y="335"/>
                    <a:pt x="228" y="335"/>
                    <a:pt x="228" y="335"/>
                  </a:cubicBezTo>
                  <a:lnTo>
                    <a:pt x="228" y="335"/>
                  </a:lnTo>
                  <a:cubicBezTo>
                    <a:pt x="226" y="336"/>
                    <a:pt x="224" y="337"/>
                    <a:pt x="222" y="338"/>
                  </a:cubicBezTo>
                  <a:lnTo>
                    <a:pt x="222" y="338"/>
                  </a:lnTo>
                  <a:cubicBezTo>
                    <a:pt x="227" y="337"/>
                    <a:pt x="233" y="336"/>
                    <a:pt x="238" y="335"/>
                  </a:cubicBezTo>
                  <a:lnTo>
                    <a:pt x="238" y="335"/>
                  </a:lnTo>
                  <a:cubicBezTo>
                    <a:pt x="240" y="336"/>
                    <a:pt x="243" y="337"/>
                    <a:pt x="245" y="340"/>
                  </a:cubicBezTo>
                  <a:lnTo>
                    <a:pt x="245" y="340"/>
                  </a:lnTo>
                  <a:cubicBezTo>
                    <a:pt x="245" y="339"/>
                    <a:pt x="246" y="339"/>
                    <a:pt x="246" y="339"/>
                  </a:cubicBezTo>
                  <a:cubicBezTo>
                    <a:pt x="253" y="336"/>
                    <a:pt x="253" y="336"/>
                    <a:pt x="253" y="334"/>
                  </a:cubicBezTo>
                  <a:cubicBezTo>
                    <a:pt x="248" y="334"/>
                    <a:pt x="243" y="335"/>
                    <a:pt x="238" y="335"/>
                  </a:cubicBezTo>
                  <a:lnTo>
                    <a:pt x="238" y="335"/>
                  </a:lnTo>
                  <a:cubicBezTo>
                    <a:pt x="236" y="335"/>
                    <a:pt x="235" y="335"/>
                    <a:pt x="233" y="335"/>
                  </a:cubicBezTo>
                  <a:cubicBezTo>
                    <a:pt x="232" y="335"/>
                    <a:pt x="232" y="335"/>
                    <a:pt x="231" y="335"/>
                  </a:cubicBezTo>
                  <a:lnTo>
                    <a:pt x="231" y="335"/>
                  </a:lnTo>
                  <a:lnTo>
                    <a:pt x="236" y="333"/>
                  </a:lnTo>
                  <a:cubicBezTo>
                    <a:pt x="245" y="330"/>
                    <a:pt x="249" y="328"/>
                    <a:pt x="246" y="328"/>
                  </a:cubicBezTo>
                  <a:cubicBezTo>
                    <a:pt x="245" y="328"/>
                    <a:pt x="241" y="329"/>
                    <a:pt x="235" y="330"/>
                  </a:cubicBezTo>
                  <a:cubicBezTo>
                    <a:pt x="232" y="330"/>
                    <a:pt x="230" y="331"/>
                    <a:pt x="229" y="331"/>
                  </a:cubicBezTo>
                  <a:cubicBezTo>
                    <a:pt x="229" y="331"/>
                    <a:pt x="231" y="330"/>
                    <a:pt x="235" y="329"/>
                  </a:cubicBezTo>
                  <a:cubicBezTo>
                    <a:pt x="241" y="326"/>
                    <a:pt x="247" y="324"/>
                    <a:pt x="245" y="324"/>
                  </a:cubicBezTo>
                  <a:cubicBezTo>
                    <a:pt x="245" y="324"/>
                    <a:pt x="244" y="324"/>
                    <a:pt x="242" y="324"/>
                  </a:cubicBezTo>
                  <a:cubicBezTo>
                    <a:pt x="242" y="324"/>
                    <a:pt x="242" y="323"/>
                    <a:pt x="250" y="320"/>
                  </a:cubicBezTo>
                  <a:cubicBezTo>
                    <a:pt x="250" y="319"/>
                    <a:pt x="250" y="319"/>
                    <a:pt x="248" y="319"/>
                  </a:cubicBezTo>
                  <a:cubicBezTo>
                    <a:pt x="247" y="319"/>
                    <a:pt x="245" y="319"/>
                    <a:pt x="242" y="320"/>
                  </a:cubicBezTo>
                  <a:cubicBezTo>
                    <a:pt x="239" y="320"/>
                    <a:pt x="238" y="320"/>
                    <a:pt x="236" y="320"/>
                  </a:cubicBezTo>
                  <a:cubicBezTo>
                    <a:pt x="234" y="320"/>
                    <a:pt x="234" y="320"/>
                    <a:pt x="234" y="320"/>
                  </a:cubicBezTo>
                  <a:cubicBezTo>
                    <a:pt x="233" y="319"/>
                    <a:pt x="233" y="318"/>
                    <a:pt x="230" y="318"/>
                  </a:cubicBezTo>
                  <a:cubicBezTo>
                    <a:pt x="229" y="318"/>
                    <a:pt x="227" y="318"/>
                    <a:pt x="225" y="319"/>
                  </a:cubicBezTo>
                  <a:cubicBezTo>
                    <a:pt x="221" y="320"/>
                    <a:pt x="217" y="320"/>
                    <a:pt x="214" y="320"/>
                  </a:cubicBezTo>
                  <a:cubicBezTo>
                    <a:pt x="211" y="320"/>
                    <a:pt x="209" y="320"/>
                    <a:pt x="208" y="319"/>
                  </a:cubicBezTo>
                  <a:lnTo>
                    <a:pt x="208" y="319"/>
                  </a:lnTo>
                  <a:cubicBezTo>
                    <a:pt x="208" y="319"/>
                    <a:pt x="209" y="319"/>
                    <a:pt x="209" y="319"/>
                  </a:cubicBezTo>
                  <a:cubicBezTo>
                    <a:pt x="211" y="319"/>
                    <a:pt x="216" y="318"/>
                    <a:pt x="216" y="318"/>
                  </a:cubicBezTo>
                  <a:cubicBezTo>
                    <a:pt x="216" y="318"/>
                    <a:pt x="225" y="316"/>
                    <a:pt x="225" y="315"/>
                  </a:cubicBezTo>
                  <a:cubicBezTo>
                    <a:pt x="219" y="315"/>
                    <a:pt x="214" y="316"/>
                    <a:pt x="208" y="319"/>
                  </a:cubicBezTo>
                  <a:cubicBezTo>
                    <a:pt x="200" y="319"/>
                    <a:pt x="200" y="318"/>
                    <a:pt x="217" y="314"/>
                  </a:cubicBezTo>
                  <a:cubicBezTo>
                    <a:pt x="225" y="313"/>
                    <a:pt x="225" y="313"/>
                    <a:pt x="225" y="312"/>
                  </a:cubicBezTo>
                  <a:cubicBezTo>
                    <a:pt x="225" y="312"/>
                    <a:pt x="225" y="311"/>
                    <a:pt x="233" y="309"/>
                  </a:cubicBezTo>
                  <a:cubicBezTo>
                    <a:pt x="237" y="308"/>
                    <a:pt x="237" y="308"/>
                    <a:pt x="235" y="308"/>
                  </a:cubicBezTo>
                  <a:cubicBezTo>
                    <a:pt x="233" y="308"/>
                    <a:pt x="229" y="308"/>
                    <a:pt x="225" y="309"/>
                  </a:cubicBezTo>
                  <a:lnTo>
                    <a:pt x="208" y="311"/>
                  </a:lnTo>
                  <a:cubicBezTo>
                    <a:pt x="216" y="309"/>
                    <a:pt x="224" y="306"/>
                    <a:pt x="233" y="306"/>
                  </a:cubicBezTo>
                  <a:cubicBezTo>
                    <a:pt x="242" y="305"/>
                    <a:pt x="246" y="304"/>
                    <a:pt x="244" y="304"/>
                  </a:cubicBezTo>
                  <a:cubicBezTo>
                    <a:pt x="243" y="304"/>
                    <a:pt x="239" y="305"/>
                    <a:pt x="233" y="305"/>
                  </a:cubicBezTo>
                  <a:cubicBezTo>
                    <a:pt x="230" y="306"/>
                    <a:pt x="226" y="306"/>
                    <a:pt x="224" y="306"/>
                  </a:cubicBezTo>
                  <a:cubicBezTo>
                    <a:pt x="220" y="306"/>
                    <a:pt x="219" y="305"/>
                    <a:pt x="224" y="303"/>
                  </a:cubicBezTo>
                  <a:cubicBezTo>
                    <a:pt x="224" y="302"/>
                    <a:pt x="224" y="300"/>
                    <a:pt x="233" y="300"/>
                  </a:cubicBezTo>
                  <a:cubicBezTo>
                    <a:pt x="241" y="299"/>
                    <a:pt x="233" y="297"/>
                    <a:pt x="233" y="297"/>
                  </a:cubicBezTo>
                  <a:cubicBezTo>
                    <a:pt x="225" y="297"/>
                    <a:pt x="225" y="295"/>
                    <a:pt x="233" y="293"/>
                  </a:cubicBezTo>
                  <a:cubicBezTo>
                    <a:pt x="250" y="290"/>
                    <a:pt x="250" y="290"/>
                    <a:pt x="233" y="288"/>
                  </a:cubicBezTo>
                  <a:cubicBezTo>
                    <a:pt x="225" y="288"/>
                    <a:pt x="217" y="288"/>
                    <a:pt x="234" y="287"/>
                  </a:cubicBezTo>
                  <a:cubicBezTo>
                    <a:pt x="242" y="287"/>
                    <a:pt x="234" y="286"/>
                    <a:pt x="226" y="284"/>
                  </a:cubicBezTo>
                  <a:cubicBezTo>
                    <a:pt x="218" y="282"/>
                    <a:pt x="201" y="281"/>
                    <a:pt x="194" y="279"/>
                  </a:cubicBezTo>
                  <a:cubicBezTo>
                    <a:pt x="177" y="278"/>
                    <a:pt x="177" y="278"/>
                    <a:pt x="186" y="277"/>
                  </a:cubicBezTo>
                  <a:cubicBezTo>
                    <a:pt x="186" y="276"/>
                    <a:pt x="190" y="276"/>
                    <a:pt x="195" y="276"/>
                  </a:cubicBezTo>
                  <a:cubicBezTo>
                    <a:pt x="197" y="276"/>
                    <a:pt x="200" y="276"/>
                    <a:pt x="203" y="276"/>
                  </a:cubicBezTo>
                  <a:cubicBezTo>
                    <a:pt x="210" y="277"/>
                    <a:pt x="210" y="278"/>
                    <a:pt x="210" y="278"/>
                  </a:cubicBezTo>
                  <a:lnTo>
                    <a:pt x="210" y="279"/>
                  </a:lnTo>
                  <a:cubicBezTo>
                    <a:pt x="214" y="279"/>
                    <a:pt x="218" y="280"/>
                    <a:pt x="221" y="280"/>
                  </a:cubicBezTo>
                  <a:cubicBezTo>
                    <a:pt x="224" y="280"/>
                    <a:pt x="226" y="279"/>
                    <a:pt x="226" y="278"/>
                  </a:cubicBezTo>
                  <a:cubicBezTo>
                    <a:pt x="235" y="278"/>
                    <a:pt x="235" y="278"/>
                    <a:pt x="227" y="277"/>
                  </a:cubicBezTo>
                  <a:cubicBezTo>
                    <a:pt x="235" y="277"/>
                    <a:pt x="235" y="275"/>
                    <a:pt x="236" y="274"/>
                  </a:cubicBezTo>
                  <a:cubicBezTo>
                    <a:pt x="236" y="272"/>
                    <a:pt x="237" y="269"/>
                    <a:pt x="245" y="269"/>
                  </a:cubicBezTo>
                  <a:cubicBezTo>
                    <a:pt x="245" y="268"/>
                    <a:pt x="245" y="267"/>
                    <a:pt x="237" y="265"/>
                  </a:cubicBezTo>
                  <a:cubicBezTo>
                    <a:pt x="227" y="263"/>
                    <a:pt x="224" y="262"/>
                    <a:pt x="225" y="262"/>
                  </a:cubicBezTo>
                  <a:cubicBezTo>
                    <a:pt x="225" y="262"/>
                    <a:pt x="227" y="262"/>
                    <a:pt x="231" y="263"/>
                  </a:cubicBezTo>
                  <a:cubicBezTo>
                    <a:pt x="233" y="263"/>
                    <a:pt x="234" y="263"/>
                    <a:pt x="236" y="263"/>
                  </a:cubicBezTo>
                  <a:cubicBezTo>
                    <a:pt x="249" y="263"/>
                    <a:pt x="256" y="256"/>
                    <a:pt x="243" y="251"/>
                  </a:cubicBezTo>
                  <a:lnTo>
                    <a:pt x="243" y="249"/>
                  </a:lnTo>
                  <a:cubicBezTo>
                    <a:pt x="244" y="249"/>
                    <a:pt x="245" y="249"/>
                    <a:pt x="246" y="249"/>
                  </a:cubicBezTo>
                  <a:cubicBezTo>
                    <a:pt x="252" y="249"/>
                    <a:pt x="252" y="245"/>
                    <a:pt x="246" y="241"/>
                  </a:cubicBezTo>
                  <a:lnTo>
                    <a:pt x="247" y="239"/>
                  </a:lnTo>
                  <a:cubicBezTo>
                    <a:pt x="250" y="239"/>
                    <a:pt x="252" y="240"/>
                    <a:pt x="254" y="240"/>
                  </a:cubicBezTo>
                  <a:cubicBezTo>
                    <a:pt x="256" y="240"/>
                    <a:pt x="254" y="239"/>
                    <a:pt x="250" y="236"/>
                  </a:cubicBezTo>
                  <a:cubicBezTo>
                    <a:pt x="245" y="232"/>
                    <a:pt x="239" y="230"/>
                    <a:pt x="240" y="230"/>
                  </a:cubicBezTo>
                  <a:lnTo>
                    <a:pt x="240" y="230"/>
                  </a:lnTo>
                  <a:cubicBezTo>
                    <a:pt x="240" y="230"/>
                    <a:pt x="241" y="230"/>
                    <a:pt x="243" y="231"/>
                  </a:cubicBezTo>
                  <a:cubicBezTo>
                    <a:pt x="246" y="233"/>
                    <a:pt x="248" y="233"/>
                    <a:pt x="249" y="233"/>
                  </a:cubicBezTo>
                  <a:cubicBezTo>
                    <a:pt x="251" y="233"/>
                    <a:pt x="251" y="232"/>
                    <a:pt x="252" y="230"/>
                  </a:cubicBezTo>
                  <a:cubicBezTo>
                    <a:pt x="254" y="227"/>
                    <a:pt x="254" y="227"/>
                    <a:pt x="246" y="223"/>
                  </a:cubicBezTo>
                  <a:cubicBezTo>
                    <a:pt x="245" y="221"/>
                    <a:pt x="245" y="220"/>
                    <a:pt x="246" y="220"/>
                  </a:cubicBezTo>
                  <a:cubicBezTo>
                    <a:pt x="248" y="220"/>
                    <a:pt x="252" y="222"/>
                    <a:pt x="256" y="224"/>
                  </a:cubicBezTo>
                  <a:cubicBezTo>
                    <a:pt x="262" y="228"/>
                    <a:pt x="266" y="229"/>
                    <a:pt x="266" y="229"/>
                  </a:cubicBezTo>
                  <a:cubicBezTo>
                    <a:pt x="267" y="229"/>
                    <a:pt x="262" y="226"/>
                    <a:pt x="250" y="219"/>
                  </a:cubicBezTo>
                  <a:cubicBezTo>
                    <a:pt x="241" y="213"/>
                    <a:pt x="238" y="210"/>
                    <a:pt x="240" y="210"/>
                  </a:cubicBezTo>
                  <a:cubicBezTo>
                    <a:pt x="240" y="210"/>
                    <a:pt x="242" y="211"/>
                    <a:pt x="244" y="212"/>
                  </a:cubicBezTo>
                  <a:cubicBezTo>
                    <a:pt x="251" y="217"/>
                    <a:pt x="251" y="217"/>
                    <a:pt x="250" y="218"/>
                  </a:cubicBezTo>
                  <a:lnTo>
                    <a:pt x="264" y="226"/>
                  </a:lnTo>
                  <a:cubicBezTo>
                    <a:pt x="265" y="224"/>
                    <a:pt x="265" y="224"/>
                    <a:pt x="259" y="220"/>
                  </a:cubicBezTo>
                  <a:cubicBezTo>
                    <a:pt x="259" y="220"/>
                    <a:pt x="259" y="219"/>
                    <a:pt x="252" y="214"/>
                  </a:cubicBezTo>
                  <a:cubicBezTo>
                    <a:pt x="246" y="210"/>
                    <a:pt x="239" y="205"/>
                    <a:pt x="232" y="202"/>
                  </a:cubicBezTo>
                  <a:cubicBezTo>
                    <a:pt x="224" y="199"/>
                    <a:pt x="224" y="198"/>
                    <a:pt x="225" y="198"/>
                  </a:cubicBezTo>
                  <a:lnTo>
                    <a:pt x="225" y="198"/>
                  </a:lnTo>
                  <a:cubicBezTo>
                    <a:pt x="233" y="200"/>
                    <a:pt x="241" y="203"/>
                    <a:pt x="246" y="209"/>
                  </a:cubicBezTo>
                  <a:cubicBezTo>
                    <a:pt x="246" y="210"/>
                    <a:pt x="253" y="213"/>
                    <a:pt x="260" y="218"/>
                  </a:cubicBezTo>
                  <a:cubicBezTo>
                    <a:pt x="261" y="218"/>
                    <a:pt x="261" y="219"/>
                    <a:pt x="262" y="219"/>
                  </a:cubicBezTo>
                  <a:cubicBezTo>
                    <a:pt x="263" y="219"/>
                    <a:pt x="254" y="208"/>
                    <a:pt x="243" y="200"/>
                  </a:cubicBezTo>
                  <a:lnTo>
                    <a:pt x="243" y="200"/>
                  </a:lnTo>
                  <a:lnTo>
                    <a:pt x="250" y="204"/>
                  </a:lnTo>
                  <a:cubicBezTo>
                    <a:pt x="253" y="207"/>
                    <a:pt x="255" y="207"/>
                    <a:pt x="256" y="207"/>
                  </a:cubicBezTo>
                  <a:cubicBezTo>
                    <a:pt x="258" y="207"/>
                    <a:pt x="258" y="207"/>
                    <a:pt x="259" y="205"/>
                  </a:cubicBezTo>
                  <a:cubicBezTo>
                    <a:pt x="260" y="204"/>
                    <a:pt x="261" y="203"/>
                    <a:pt x="254" y="199"/>
                  </a:cubicBezTo>
                  <a:cubicBezTo>
                    <a:pt x="247" y="194"/>
                    <a:pt x="241" y="190"/>
                    <a:pt x="241" y="189"/>
                  </a:cubicBezTo>
                  <a:cubicBezTo>
                    <a:pt x="241" y="189"/>
                    <a:pt x="241" y="189"/>
                    <a:pt x="241" y="189"/>
                  </a:cubicBezTo>
                  <a:cubicBezTo>
                    <a:pt x="239" y="189"/>
                    <a:pt x="233" y="185"/>
                    <a:pt x="227" y="180"/>
                  </a:cubicBezTo>
                  <a:lnTo>
                    <a:pt x="227" y="180"/>
                  </a:lnTo>
                  <a:cubicBezTo>
                    <a:pt x="233" y="182"/>
                    <a:pt x="237" y="184"/>
                    <a:pt x="243" y="186"/>
                  </a:cubicBezTo>
                  <a:cubicBezTo>
                    <a:pt x="254" y="193"/>
                    <a:pt x="260" y="197"/>
                    <a:pt x="264" y="197"/>
                  </a:cubicBezTo>
                  <a:cubicBezTo>
                    <a:pt x="266" y="197"/>
                    <a:pt x="267" y="196"/>
                    <a:pt x="268" y="195"/>
                  </a:cubicBezTo>
                  <a:cubicBezTo>
                    <a:pt x="268" y="195"/>
                    <a:pt x="269" y="194"/>
                    <a:pt x="271" y="194"/>
                  </a:cubicBezTo>
                  <a:cubicBezTo>
                    <a:pt x="273" y="194"/>
                    <a:pt x="275" y="194"/>
                    <a:pt x="278" y="196"/>
                  </a:cubicBezTo>
                  <a:cubicBezTo>
                    <a:pt x="279" y="195"/>
                    <a:pt x="279" y="195"/>
                    <a:pt x="273" y="190"/>
                  </a:cubicBezTo>
                  <a:lnTo>
                    <a:pt x="274" y="187"/>
                  </a:lnTo>
                  <a:cubicBezTo>
                    <a:pt x="277" y="190"/>
                    <a:pt x="279" y="191"/>
                    <a:pt x="280" y="191"/>
                  </a:cubicBezTo>
                  <a:cubicBezTo>
                    <a:pt x="281" y="191"/>
                    <a:pt x="280" y="189"/>
                    <a:pt x="277" y="186"/>
                  </a:cubicBezTo>
                  <a:cubicBezTo>
                    <a:pt x="274" y="183"/>
                    <a:pt x="274" y="183"/>
                    <a:pt x="275" y="183"/>
                  </a:cubicBezTo>
                  <a:cubicBezTo>
                    <a:pt x="276" y="183"/>
                    <a:pt x="278" y="184"/>
                    <a:pt x="279" y="184"/>
                  </a:cubicBezTo>
                  <a:cubicBezTo>
                    <a:pt x="284" y="188"/>
                    <a:pt x="287" y="191"/>
                    <a:pt x="288" y="191"/>
                  </a:cubicBezTo>
                  <a:cubicBezTo>
                    <a:pt x="288" y="191"/>
                    <a:pt x="284" y="187"/>
                    <a:pt x="276" y="178"/>
                  </a:cubicBezTo>
                  <a:lnTo>
                    <a:pt x="276" y="178"/>
                  </a:lnTo>
                  <a:cubicBezTo>
                    <a:pt x="279" y="181"/>
                    <a:pt x="281" y="182"/>
                    <a:pt x="282" y="182"/>
                  </a:cubicBezTo>
                  <a:cubicBezTo>
                    <a:pt x="283" y="182"/>
                    <a:pt x="281" y="180"/>
                    <a:pt x="277" y="175"/>
                  </a:cubicBezTo>
                  <a:cubicBezTo>
                    <a:pt x="278" y="175"/>
                    <a:pt x="278" y="175"/>
                    <a:pt x="283" y="180"/>
                  </a:cubicBezTo>
                  <a:cubicBezTo>
                    <a:pt x="286" y="182"/>
                    <a:pt x="287" y="184"/>
                    <a:pt x="288" y="184"/>
                  </a:cubicBezTo>
                  <a:cubicBezTo>
                    <a:pt x="288" y="184"/>
                    <a:pt x="286" y="180"/>
                    <a:pt x="280" y="173"/>
                  </a:cubicBezTo>
                  <a:cubicBezTo>
                    <a:pt x="275" y="166"/>
                    <a:pt x="272" y="163"/>
                    <a:pt x="273" y="163"/>
                  </a:cubicBezTo>
                  <a:lnTo>
                    <a:pt x="273" y="163"/>
                  </a:lnTo>
                  <a:cubicBezTo>
                    <a:pt x="274" y="163"/>
                    <a:pt x="277" y="165"/>
                    <a:pt x="282" y="171"/>
                  </a:cubicBezTo>
                  <a:cubicBezTo>
                    <a:pt x="289" y="177"/>
                    <a:pt x="293" y="179"/>
                    <a:pt x="294" y="179"/>
                  </a:cubicBezTo>
                  <a:cubicBezTo>
                    <a:pt x="295" y="179"/>
                    <a:pt x="294" y="177"/>
                    <a:pt x="292" y="174"/>
                  </a:cubicBezTo>
                  <a:cubicBezTo>
                    <a:pt x="285" y="166"/>
                    <a:pt x="284" y="162"/>
                    <a:pt x="286" y="162"/>
                  </a:cubicBezTo>
                  <a:cubicBezTo>
                    <a:pt x="287" y="162"/>
                    <a:pt x="288" y="163"/>
                    <a:pt x="290" y="165"/>
                  </a:cubicBezTo>
                  <a:cubicBezTo>
                    <a:pt x="293" y="168"/>
                    <a:pt x="294" y="170"/>
                    <a:pt x="294" y="170"/>
                  </a:cubicBezTo>
                  <a:cubicBezTo>
                    <a:pt x="295" y="170"/>
                    <a:pt x="294" y="168"/>
                    <a:pt x="292" y="164"/>
                  </a:cubicBezTo>
                  <a:lnTo>
                    <a:pt x="292" y="164"/>
                  </a:lnTo>
                  <a:cubicBezTo>
                    <a:pt x="295" y="168"/>
                    <a:pt x="299" y="173"/>
                    <a:pt x="300" y="173"/>
                  </a:cubicBezTo>
                  <a:cubicBezTo>
                    <a:pt x="300" y="173"/>
                    <a:pt x="299" y="172"/>
                    <a:pt x="298" y="169"/>
                  </a:cubicBezTo>
                  <a:cubicBezTo>
                    <a:pt x="298" y="169"/>
                    <a:pt x="299" y="169"/>
                    <a:pt x="293" y="163"/>
                  </a:cubicBezTo>
                  <a:lnTo>
                    <a:pt x="286" y="148"/>
                  </a:lnTo>
                  <a:cubicBezTo>
                    <a:pt x="286" y="148"/>
                    <a:pt x="286" y="148"/>
                    <a:pt x="286" y="148"/>
                  </a:cubicBezTo>
                  <a:cubicBezTo>
                    <a:pt x="285" y="148"/>
                    <a:pt x="280" y="142"/>
                    <a:pt x="276" y="136"/>
                  </a:cubicBezTo>
                  <a:cubicBezTo>
                    <a:pt x="274" y="134"/>
                    <a:pt x="274" y="133"/>
                    <a:pt x="275" y="133"/>
                  </a:cubicBezTo>
                  <a:cubicBezTo>
                    <a:pt x="277" y="133"/>
                    <a:pt x="284" y="139"/>
                    <a:pt x="295" y="153"/>
                  </a:cubicBezTo>
                  <a:lnTo>
                    <a:pt x="306" y="166"/>
                  </a:lnTo>
                  <a:lnTo>
                    <a:pt x="297" y="152"/>
                  </a:lnTo>
                  <a:cubicBezTo>
                    <a:pt x="297" y="152"/>
                    <a:pt x="297" y="151"/>
                    <a:pt x="297" y="151"/>
                  </a:cubicBezTo>
                  <a:cubicBezTo>
                    <a:pt x="298" y="151"/>
                    <a:pt x="299" y="152"/>
                    <a:pt x="302" y="158"/>
                  </a:cubicBezTo>
                  <a:cubicBezTo>
                    <a:pt x="306" y="163"/>
                    <a:pt x="307" y="164"/>
                    <a:pt x="307" y="164"/>
                  </a:cubicBezTo>
                  <a:cubicBezTo>
                    <a:pt x="307" y="164"/>
                    <a:pt x="308" y="164"/>
                    <a:pt x="308" y="164"/>
                  </a:cubicBezTo>
                  <a:cubicBezTo>
                    <a:pt x="308" y="164"/>
                    <a:pt x="308" y="164"/>
                    <a:pt x="305" y="157"/>
                  </a:cubicBezTo>
                  <a:cubicBezTo>
                    <a:pt x="299" y="148"/>
                    <a:pt x="297" y="145"/>
                    <a:pt x="297" y="145"/>
                  </a:cubicBezTo>
                  <a:lnTo>
                    <a:pt x="297" y="145"/>
                  </a:lnTo>
                  <a:cubicBezTo>
                    <a:pt x="298" y="145"/>
                    <a:pt x="299" y="147"/>
                    <a:pt x="301" y="149"/>
                  </a:cubicBezTo>
                  <a:cubicBezTo>
                    <a:pt x="306" y="156"/>
                    <a:pt x="308" y="159"/>
                    <a:pt x="308" y="159"/>
                  </a:cubicBezTo>
                  <a:cubicBezTo>
                    <a:pt x="309" y="159"/>
                    <a:pt x="307" y="156"/>
                    <a:pt x="304" y="148"/>
                  </a:cubicBezTo>
                  <a:cubicBezTo>
                    <a:pt x="300" y="141"/>
                    <a:pt x="298" y="137"/>
                    <a:pt x="298" y="137"/>
                  </a:cubicBezTo>
                  <a:lnTo>
                    <a:pt x="298" y="137"/>
                  </a:lnTo>
                  <a:cubicBezTo>
                    <a:pt x="298" y="137"/>
                    <a:pt x="300" y="141"/>
                    <a:pt x="305" y="148"/>
                  </a:cubicBezTo>
                  <a:cubicBezTo>
                    <a:pt x="307" y="153"/>
                    <a:pt x="310" y="157"/>
                    <a:pt x="314" y="162"/>
                  </a:cubicBezTo>
                  <a:lnTo>
                    <a:pt x="310" y="155"/>
                  </a:lnTo>
                  <a:cubicBezTo>
                    <a:pt x="305" y="146"/>
                    <a:pt x="304" y="142"/>
                    <a:pt x="305" y="142"/>
                  </a:cubicBezTo>
                  <a:lnTo>
                    <a:pt x="305" y="142"/>
                  </a:lnTo>
                  <a:cubicBezTo>
                    <a:pt x="305" y="142"/>
                    <a:pt x="306" y="143"/>
                    <a:pt x="308" y="146"/>
                  </a:cubicBezTo>
                  <a:cubicBezTo>
                    <a:pt x="310" y="150"/>
                    <a:pt x="311" y="152"/>
                    <a:pt x="311" y="152"/>
                  </a:cubicBezTo>
                  <a:cubicBezTo>
                    <a:pt x="312" y="152"/>
                    <a:pt x="311" y="149"/>
                    <a:pt x="310" y="145"/>
                  </a:cubicBezTo>
                  <a:cubicBezTo>
                    <a:pt x="313" y="145"/>
                    <a:pt x="314" y="145"/>
                    <a:pt x="317" y="152"/>
                  </a:cubicBezTo>
                  <a:cubicBezTo>
                    <a:pt x="316" y="147"/>
                    <a:pt x="315" y="146"/>
                    <a:pt x="316" y="146"/>
                  </a:cubicBezTo>
                  <a:lnTo>
                    <a:pt x="316" y="146"/>
                  </a:lnTo>
                  <a:cubicBezTo>
                    <a:pt x="316" y="146"/>
                    <a:pt x="317" y="147"/>
                    <a:pt x="319" y="150"/>
                  </a:cubicBezTo>
                  <a:cubicBezTo>
                    <a:pt x="322" y="154"/>
                    <a:pt x="323" y="156"/>
                    <a:pt x="323" y="156"/>
                  </a:cubicBezTo>
                  <a:cubicBezTo>
                    <a:pt x="323" y="156"/>
                    <a:pt x="323" y="154"/>
                    <a:pt x="322" y="150"/>
                  </a:cubicBezTo>
                  <a:cubicBezTo>
                    <a:pt x="319" y="143"/>
                    <a:pt x="316" y="135"/>
                    <a:pt x="311" y="128"/>
                  </a:cubicBezTo>
                  <a:cubicBezTo>
                    <a:pt x="310" y="128"/>
                    <a:pt x="310" y="128"/>
                    <a:pt x="307" y="120"/>
                  </a:cubicBezTo>
                  <a:lnTo>
                    <a:pt x="309" y="120"/>
                  </a:lnTo>
                  <a:cubicBezTo>
                    <a:pt x="310" y="119"/>
                    <a:pt x="311" y="119"/>
                    <a:pt x="310" y="111"/>
                  </a:cubicBezTo>
                  <a:cubicBezTo>
                    <a:pt x="310" y="104"/>
                    <a:pt x="307" y="93"/>
                    <a:pt x="305" y="93"/>
                  </a:cubicBezTo>
                  <a:cubicBezTo>
                    <a:pt x="305" y="93"/>
                    <a:pt x="305" y="94"/>
                    <a:pt x="305" y="95"/>
                  </a:cubicBezTo>
                  <a:lnTo>
                    <a:pt x="301" y="89"/>
                  </a:lnTo>
                  <a:cubicBezTo>
                    <a:pt x="297" y="78"/>
                    <a:pt x="294" y="72"/>
                    <a:pt x="293" y="72"/>
                  </a:cubicBezTo>
                  <a:lnTo>
                    <a:pt x="293" y="72"/>
                  </a:lnTo>
                  <a:cubicBezTo>
                    <a:pt x="292" y="72"/>
                    <a:pt x="293" y="78"/>
                    <a:pt x="298" y="90"/>
                  </a:cubicBezTo>
                  <a:cubicBezTo>
                    <a:pt x="303" y="102"/>
                    <a:pt x="305" y="108"/>
                    <a:pt x="305" y="108"/>
                  </a:cubicBezTo>
                  <a:cubicBezTo>
                    <a:pt x="305" y="108"/>
                    <a:pt x="303" y="104"/>
                    <a:pt x="300" y="98"/>
                  </a:cubicBezTo>
                  <a:cubicBezTo>
                    <a:pt x="295" y="83"/>
                    <a:pt x="292" y="83"/>
                    <a:pt x="291" y="83"/>
                  </a:cubicBezTo>
                  <a:cubicBezTo>
                    <a:pt x="291" y="83"/>
                    <a:pt x="291" y="84"/>
                    <a:pt x="290" y="84"/>
                  </a:cubicBezTo>
                  <a:cubicBezTo>
                    <a:pt x="290" y="84"/>
                    <a:pt x="289" y="82"/>
                    <a:pt x="287" y="76"/>
                  </a:cubicBezTo>
                  <a:cubicBezTo>
                    <a:pt x="284" y="69"/>
                    <a:pt x="280" y="63"/>
                    <a:pt x="278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77" y="63"/>
                    <a:pt x="277" y="63"/>
                    <a:pt x="280" y="71"/>
                  </a:cubicBezTo>
                  <a:cubicBezTo>
                    <a:pt x="282" y="74"/>
                    <a:pt x="282" y="76"/>
                    <a:pt x="282" y="76"/>
                  </a:cubicBezTo>
                  <a:cubicBezTo>
                    <a:pt x="281" y="76"/>
                    <a:pt x="278" y="72"/>
                    <a:pt x="273" y="64"/>
                  </a:cubicBezTo>
                  <a:cubicBezTo>
                    <a:pt x="271" y="61"/>
                    <a:pt x="270" y="60"/>
                    <a:pt x="270" y="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33"/>
            <p:cNvSpPr/>
            <p:nvPr/>
          </p:nvSpPr>
          <p:spPr>
            <a:xfrm>
              <a:off x="3103892" y="2072380"/>
              <a:ext cx="289089" cy="281797"/>
            </a:xfrm>
            <a:custGeom>
              <a:avLst/>
              <a:gdLst/>
              <a:ahLst/>
              <a:cxnLst/>
              <a:rect l="l" t="t" r="r" b="b"/>
              <a:pathLst>
                <a:path w="2894" h="2821" extrusionOk="0">
                  <a:moveTo>
                    <a:pt x="1199" y="1"/>
                  </a:moveTo>
                  <a:cubicBezTo>
                    <a:pt x="518" y="1"/>
                    <a:pt x="0" y="491"/>
                    <a:pt x="0" y="491"/>
                  </a:cubicBezTo>
                  <a:cubicBezTo>
                    <a:pt x="141" y="945"/>
                    <a:pt x="1057" y="795"/>
                    <a:pt x="1511" y="939"/>
                  </a:cubicBezTo>
                  <a:cubicBezTo>
                    <a:pt x="1965" y="1081"/>
                    <a:pt x="1887" y="1452"/>
                    <a:pt x="1833" y="1618"/>
                  </a:cubicBezTo>
                  <a:cubicBezTo>
                    <a:pt x="1779" y="1784"/>
                    <a:pt x="1755" y="2032"/>
                    <a:pt x="1794" y="2297"/>
                  </a:cubicBezTo>
                  <a:cubicBezTo>
                    <a:pt x="1834" y="2563"/>
                    <a:pt x="2248" y="2820"/>
                    <a:pt x="2248" y="2820"/>
                  </a:cubicBezTo>
                  <a:cubicBezTo>
                    <a:pt x="2435" y="2619"/>
                    <a:pt x="2735" y="2617"/>
                    <a:pt x="2748" y="2617"/>
                  </a:cubicBezTo>
                  <a:cubicBezTo>
                    <a:pt x="2748" y="2617"/>
                    <a:pt x="2748" y="2617"/>
                    <a:pt x="2748" y="2617"/>
                  </a:cubicBezTo>
                  <a:cubicBezTo>
                    <a:pt x="2893" y="1761"/>
                    <a:pt x="2871" y="1245"/>
                    <a:pt x="2663" y="866"/>
                  </a:cubicBezTo>
                  <a:cubicBezTo>
                    <a:pt x="2456" y="487"/>
                    <a:pt x="2011" y="49"/>
                    <a:pt x="1288" y="3"/>
                  </a:cubicBezTo>
                  <a:cubicBezTo>
                    <a:pt x="1258" y="1"/>
                    <a:pt x="1228" y="1"/>
                    <a:pt x="1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33"/>
            <p:cNvSpPr/>
            <p:nvPr/>
          </p:nvSpPr>
          <p:spPr>
            <a:xfrm>
              <a:off x="3307178" y="2687734"/>
              <a:ext cx="776065" cy="1504081"/>
            </a:xfrm>
            <a:custGeom>
              <a:avLst/>
              <a:gdLst/>
              <a:ahLst/>
              <a:cxnLst/>
              <a:rect l="l" t="t" r="r" b="b"/>
              <a:pathLst>
                <a:path w="7769" h="15057" extrusionOk="0">
                  <a:moveTo>
                    <a:pt x="762" y="14"/>
                  </a:moveTo>
                  <a:lnTo>
                    <a:pt x="785" y="23"/>
                  </a:lnTo>
                  <a:lnTo>
                    <a:pt x="808" y="23"/>
                  </a:lnTo>
                  <a:cubicBezTo>
                    <a:pt x="808" y="14"/>
                    <a:pt x="808" y="14"/>
                    <a:pt x="785" y="14"/>
                  </a:cubicBezTo>
                  <a:close/>
                  <a:moveTo>
                    <a:pt x="3140" y="50"/>
                  </a:moveTo>
                  <a:cubicBezTo>
                    <a:pt x="3148" y="50"/>
                    <a:pt x="3156" y="51"/>
                    <a:pt x="3165" y="51"/>
                  </a:cubicBezTo>
                  <a:lnTo>
                    <a:pt x="3163" y="59"/>
                  </a:lnTo>
                  <a:lnTo>
                    <a:pt x="3140" y="67"/>
                  </a:lnTo>
                  <a:lnTo>
                    <a:pt x="3116" y="57"/>
                  </a:lnTo>
                  <a:cubicBezTo>
                    <a:pt x="3116" y="52"/>
                    <a:pt x="3127" y="50"/>
                    <a:pt x="3140" y="50"/>
                  </a:cubicBezTo>
                  <a:close/>
                  <a:moveTo>
                    <a:pt x="461" y="56"/>
                  </a:moveTo>
                  <a:cubicBezTo>
                    <a:pt x="484" y="56"/>
                    <a:pt x="484" y="56"/>
                    <a:pt x="484" y="65"/>
                  </a:cubicBezTo>
                  <a:cubicBezTo>
                    <a:pt x="469" y="70"/>
                    <a:pt x="453" y="73"/>
                    <a:pt x="438" y="74"/>
                  </a:cubicBezTo>
                  <a:lnTo>
                    <a:pt x="415" y="65"/>
                  </a:lnTo>
                  <a:cubicBezTo>
                    <a:pt x="415" y="56"/>
                    <a:pt x="438" y="56"/>
                    <a:pt x="461" y="56"/>
                  </a:cubicBezTo>
                  <a:close/>
                  <a:moveTo>
                    <a:pt x="715" y="57"/>
                  </a:moveTo>
                  <a:cubicBezTo>
                    <a:pt x="738" y="57"/>
                    <a:pt x="761" y="57"/>
                    <a:pt x="761" y="66"/>
                  </a:cubicBezTo>
                  <a:lnTo>
                    <a:pt x="738" y="66"/>
                  </a:lnTo>
                  <a:cubicBezTo>
                    <a:pt x="738" y="63"/>
                    <a:pt x="736" y="62"/>
                    <a:pt x="734" y="62"/>
                  </a:cubicBezTo>
                  <a:cubicBezTo>
                    <a:pt x="728" y="62"/>
                    <a:pt x="722" y="68"/>
                    <a:pt x="738" y="74"/>
                  </a:cubicBezTo>
                  <a:lnTo>
                    <a:pt x="737" y="92"/>
                  </a:lnTo>
                  <a:cubicBezTo>
                    <a:pt x="715" y="91"/>
                    <a:pt x="691" y="83"/>
                    <a:pt x="691" y="74"/>
                  </a:cubicBezTo>
                  <a:cubicBezTo>
                    <a:pt x="669" y="57"/>
                    <a:pt x="669" y="57"/>
                    <a:pt x="715" y="57"/>
                  </a:cubicBezTo>
                  <a:close/>
                  <a:moveTo>
                    <a:pt x="2053" y="86"/>
                  </a:moveTo>
                  <a:cubicBezTo>
                    <a:pt x="2076" y="86"/>
                    <a:pt x="2076" y="95"/>
                    <a:pt x="2029" y="103"/>
                  </a:cubicBezTo>
                  <a:lnTo>
                    <a:pt x="1983" y="103"/>
                  </a:lnTo>
                  <a:cubicBezTo>
                    <a:pt x="1983" y="95"/>
                    <a:pt x="2030" y="86"/>
                    <a:pt x="2053" y="86"/>
                  </a:cubicBezTo>
                  <a:close/>
                  <a:moveTo>
                    <a:pt x="3277" y="70"/>
                  </a:moveTo>
                  <a:cubicBezTo>
                    <a:pt x="3281" y="70"/>
                    <a:pt x="3281" y="74"/>
                    <a:pt x="3280" y="82"/>
                  </a:cubicBezTo>
                  <a:cubicBezTo>
                    <a:pt x="3279" y="91"/>
                    <a:pt x="3278" y="98"/>
                    <a:pt x="3231" y="105"/>
                  </a:cubicBezTo>
                  <a:lnTo>
                    <a:pt x="3185" y="103"/>
                  </a:lnTo>
                  <a:lnTo>
                    <a:pt x="3233" y="88"/>
                  </a:lnTo>
                  <a:cubicBezTo>
                    <a:pt x="3259" y="76"/>
                    <a:pt x="3271" y="70"/>
                    <a:pt x="3277" y="70"/>
                  </a:cubicBezTo>
                  <a:close/>
                  <a:moveTo>
                    <a:pt x="2157" y="100"/>
                  </a:moveTo>
                  <a:cubicBezTo>
                    <a:pt x="2134" y="100"/>
                    <a:pt x="2122" y="105"/>
                    <a:pt x="2121" y="112"/>
                  </a:cubicBezTo>
                  <a:cubicBezTo>
                    <a:pt x="2121" y="120"/>
                    <a:pt x="2145" y="121"/>
                    <a:pt x="2191" y="121"/>
                  </a:cubicBezTo>
                  <a:cubicBezTo>
                    <a:pt x="2207" y="120"/>
                    <a:pt x="2222" y="117"/>
                    <a:pt x="2237" y="112"/>
                  </a:cubicBezTo>
                  <a:cubicBezTo>
                    <a:pt x="2237" y="104"/>
                    <a:pt x="2214" y="104"/>
                    <a:pt x="2191" y="103"/>
                  </a:cubicBezTo>
                  <a:cubicBezTo>
                    <a:pt x="2178" y="101"/>
                    <a:pt x="2166" y="100"/>
                    <a:pt x="2157" y="100"/>
                  </a:cubicBezTo>
                  <a:close/>
                  <a:moveTo>
                    <a:pt x="3775" y="137"/>
                  </a:moveTo>
                  <a:cubicBezTo>
                    <a:pt x="3823" y="144"/>
                    <a:pt x="3823" y="144"/>
                    <a:pt x="3795" y="152"/>
                  </a:cubicBezTo>
                  <a:cubicBezTo>
                    <a:pt x="3778" y="152"/>
                    <a:pt x="3761" y="153"/>
                    <a:pt x="3745" y="156"/>
                  </a:cubicBezTo>
                  <a:cubicBezTo>
                    <a:pt x="3722" y="150"/>
                    <a:pt x="3748" y="147"/>
                    <a:pt x="3775" y="137"/>
                  </a:cubicBezTo>
                  <a:close/>
                  <a:moveTo>
                    <a:pt x="389" y="184"/>
                  </a:moveTo>
                  <a:cubicBezTo>
                    <a:pt x="389" y="184"/>
                    <a:pt x="366" y="193"/>
                    <a:pt x="366" y="200"/>
                  </a:cubicBezTo>
                  <a:lnTo>
                    <a:pt x="389" y="200"/>
                  </a:lnTo>
                  <a:cubicBezTo>
                    <a:pt x="412" y="200"/>
                    <a:pt x="412" y="193"/>
                    <a:pt x="413" y="184"/>
                  </a:cubicBezTo>
                  <a:close/>
                  <a:moveTo>
                    <a:pt x="3944" y="229"/>
                  </a:moveTo>
                  <a:lnTo>
                    <a:pt x="3967" y="236"/>
                  </a:lnTo>
                  <a:cubicBezTo>
                    <a:pt x="3964" y="242"/>
                    <a:pt x="3962" y="247"/>
                    <a:pt x="3953" y="247"/>
                  </a:cubicBezTo>
                  <a:cubicBezTo>
                    <a:pt x="3949" y="247"/>
                    <a:pt x="3944" y="247"/>
                    <a:pt x="3937" y="244"/>
                  </a:cubicBezTo>
                  <a:lnTo>
                    <a:pt x="3915" y="237"/>
                  </a:lnTo>
                  <a:cubicBezTo>
                    <a:pt x="3918" y="230"/>
                    <a:pt x="3944" y="229"/>
                    <a:pt x="3944" y="229"/>
                  </a:cubicBezTo>
                  <a:close/>
                  <a:moveTo>
                    <a:pt x="4255" y="291"/>
                  </a:moveTo>
                  <a:cubicBezTo>
                    <a:pt x="4252" y="299"/>
                    <a:pt x="4247" y="306"/>
                    <a:pt x="4247" y="306"/>
                  </a:cubicBezTo>
                  <a:cubicBezTo>
                    <a:pt x="4246" y="308"/>
                    <a:pt x="4246" y="309"/>
                    <a:pt x="4246" y="309"/>
                  </a:cubicBezTo>
                  <a:cubicBezTo>
                    <a:pt x="4246" y="309"/>
                    <a:pt x="4248" y="304"/>
                    <a:pt x="4252" y="299"/>
                  </a:cubicBezTo>
                  <a:lnTo>
                    <a:pt x="4255" y="291"/>
                  </a:lnTo>
                  <a:close/>
                  <a:moveTo>
                    <a:pt x="4329" y="447"/>
                  </a:moveTo>
                  <a:cubicBezTo>
                    <a:pt x="4329" y="448"/>
                    <a:pt x="4329" y="448"/>
                    <a:pt x="4329" y="448"/>
                  </a:cubicBezTo>
                  <a:lnTo>
                    <a:pt x="4329" y="448"/>
                  </a:lnTo>
                  <a:cubicBezTo>
                    <a:pt x="4329" y="448"/>
                    <a:pt x="4329" y="448"/>
                    <a:pt x="4329" y="448"/>
                  </a:cubicBezTo>
                  <a:lnTo>
                    <a:pt x="4329" y="447"/>
                  </a:lnTo>
                  <a:close/>
                  <a:moveTo>
                    <a:pt x="4325" y="444"/>
                  </a:moveTo>
                  <a:cubicBezTo>
                    <a:pt x="4331" y="444"/>
                    <a:pt x="4360" y="454"/>
                    <a:pt x="4374" y="463"/>
                  </a:cubicBezTo>
                  <a:lnTo>
                    <a:pt x="4369" y="471"/>
                  </a:lnTo>
                  <a:cubicBezTo>
                    <a:pt x="4351" y="459"/>
                    <a:pt x="4326" y="455"/>
                    <a:pt x="4329" y="448"/>
                  </a:cubicBezTo>
                  <a:lnTo>
                    <a:pt x="4329" y="448"/>
                  </a:lnTo>
                  <a:cubicBezTo>
                    <a:pt x="4324" y="445"/>
                    <a:pt x="4323" y="444"/>
                    <a:pt x="4325" y="444"/>
                  </a:cubicBezTo>
                  <a:close/>
                  <a:moveTo>
                    <a:pt x="4521" y="505"/>
                  </a:moveTo>
                  <a:cubicBezTo>
                    <a:pt x="4526" y="505"/>
                    <a:pt x="4531" y="507"/>
                    <a:pt x="4540" y="512"/>
                  </a:cubicBezTo>
                  <a:cubicBezTo>
                    <a:pt x="4565" y="518"/>
                    <a:pt x="4579" y="538"/>
                    <a:pt x="4550" y="539"/>
                  </a:cubicBezTo>
                  <a:lnTo>
                    <a:pt x="4511" y="512"/>
                  </a:lnTo>
                  <a:cubicBezTo>
                    <a:pt x="4513" y="508"/>
                    <a:pt x="4516" y="505"/>
                    <a:pt x="4521" y="505"/>
                  </a:cubicBezTo>
                  <a:close/>
                  <a:moveTo>
                    <a:pt x="4691" y="627"/>
                  </a:moveTo>
                  <a:lnTo>
                    <a:pt x="4709" y="641"/>
                  </a:lnTo>
                  <a:cubicBezTo>
                    <a:pt x="4728" y="657"/>
                    <a:pt x="4728" y="657"/>
                    <a:pt x="4723" y="663"/>
                  </a:cubicBezTo>
                  <a:lnTo>
                    <a:pt x="4704" y="648"/>
                  </a:lnTo>
                  <a:lnTo>
                    <a:pt x="4691" y="627"/>
                  </a:lnTo>
                  <a:close/>
                  <a:moveTo>
                    <a:pt x="4903" y="783"/>
                  </a:moveTo>
                  <a:lnTo>
                    <a:pt x="4903" y="783"/>
                  </a:lnTo>
                  <a:cubicBezTo>
                    <a:pt x="4897" y="789"/>
                    <a:pt x="4908" y="812"/>
                    <a:pt x="4908" y="812"/>
                  </a:cubicBezTo>
                  <a:cubicBezTo>
                    <a:pt x="4918" y="821"/>
                    <a:pt x="4924" y="823"/>
                    <a:pt x="4928" y="823"/>
                  </a:cubicBezTo>
                  <a:cubicBezTo>
                    <a:pt x="4930" y="823"/>
                    <a:pt x="4931" y="822"/>
                    <a:pt x="4931" y="822"/>
                  </a:cubicBezTo>
                  <a:cubicBezTo>
                    <a:pt x="4931" y="822"/>
                    <a:pt x="4938" y="816"/>
                    <a:pt x="4920" y="800"/>
                  </a:cubicBezTo>
                  <a:lnTo>
                    <a:pt x="4903" y="783"/>
                  </a:lnTo>
                  <a:close/>
                  <a:moveTo>
                    <a:pt x="4959" y="926"/>
                  </a:moveTo>
                  <a:cubicBezTo>
                    <a:pt x="4967" y="926"/>
                    <a:pt x="4978" y="939"/>
                    <a:pt x="4978" y="939"/>
                  </a:cubicBezTo>
                  <a:cubicBezTo>
                    <a:pt x="4993" y="957"/>
                    <a:pt x="5009" y="975"/>
                    <a:pt x="5002" y="980"/>
                  </a:cubicBezTo>
                  <a:cubicBezTo>
                    <a:pt x="5002" y="980"/>
                    <a:pt x="5001" y="981"/>
                    <a:pt x="5000" y="981"/>
                  </a:cubicBezTo>
                  <a:cubicBezTo>
                    <a:pt x="4996" y="981"/>
                    <a:pt x="4990" y="979"/>
                    <a:pt x="4981" y="968"/>
                  </a:cubicBezTo>
                  <a:cubicBezTo>
                    <a:pt x="4971" y="955"/>
                    <a:pt x="4962" y="942"/>
                    <a:pt x="4956" y="927"/>
                  </a:cubicBezTo>
                  <a:cubicBezTo>
                    <a:pt x="4957" y="927"/>
                    <a:pt x="4958" y="926"/>
                    <a:pt x="4959" y="926"/>
                  </a:cubicBezTo>
                  <a:close/>
                  <a:moveTo>
                    <a:pt x="5219" y="1066"/>
                  </a:moveTo>
                  <a:cubicBezTo>
                    <a:pt x="5218" y="1066"/>
                    <a:pt x="5220" y="1072"/>
                    <a:pt x="5223" y="1083"/>
                  </a:cubicBezTo>
                  <a:cubicBezTo>
                    <a:pt x="5238" y="1102"/>
                    <a:pt x="5252" y="1123"/>
                    <a:pt x="5252" y="1123"/>
                  </a:cubicBezTo>
                  <a:cubicBezTo>
                    <a:pt x="5259" y="1117"/>
                    <a:pt x="5259" y="1117"/>
                    <a:pt x="5244" y="1098"/>
                  </a:cubicBezTo>
                  <a:cubicBezTo>
                    <a:pt x="5228" y="1076"/>
                    <a:pt x="5221" y="1066"/>
                    <a:pt x="5219" y="1066"/>
                  </a:cubicBezTo>
                  <a:close/>
                  <a:moveTo>
                    <a:pt x="5002" y="1264"/>
                  </a:moveTo>
                  <a:cubicBezTo>
                    <a:pt x="5000" y="1264"/>
                    <a:pt x="4999" y="1264"/>
                    <a:pt x="4998" y="1265"/>
                  </a:cubicBezTo>
                  <a:cubicBezTo>
                    <a:pt x="4990" y="1270"/>
                    <a:pt x="5003" y="1286"/>
                    <a:pt x="5030" y="1295"/>
                  </a:cubicBezTo>
                  <a:cubicBezTo>
                    <a:pt x="5037" y="1290"/>
                    <a:pt x="5037" y="1290"/>
                    <a:pt x="5024" y="1273"/>
                  </a:cubicBezTo>
                  <a:cubicBezTo>
                    <a:pt x="5024" y="1273"/>
                    <a:pt x="5011" y="1264"/>
                    <a:pt x="5002" y="1264"/>
                  </a:cubicBezTo>
                  <a:close/>
                  <a:moveTo>
                    <a:pt x="5220" y="1265"/>
                  </a:moveTo>
                  <a:lnTo>
                    <a:pt x="5220" y="1265"/>
                  </a:lnTo>
                  <a:cubicBezTo>
                    <a:pt x="5222" y="1265"/>
                    <a:pt x="5228" y="1275"/>
                    <a:pt x="5241" y="1298"/>
                  </a:cubicBezTo>
                  <a:cubicBezTo>
                    <a:pt x="5253" y="1318"/>
                    <a:pt x="5247" y="1321"/>
                    <a:pt x="5247" y="1321"/>
                  </a:cubicBezTo>
                  <a:cubicBezTo>
                    <a:pt x="5246" y="1322"/>
                    <a:pt x="5245" y="1322"/>
                    <a:pt x="5245" y="1322"/>
                  </a:cubicBezTo>
                  <a:cubicBezTo>
                    <a:pt x="5238" y="1322"/>
                    <a:pt x="5233" y="1300"/>
                    <a:pt x="5222" y="1282"/>
                  </a:cubicBezTo>
                  <a:cubicBezTo>
                    <a:pt x="5220" y="1271"/>
                    <a:pt x="5219" y="1265"/>
                    <a:pt x="5220" y="1265"/>
                  </a:cubicBezTo>
                  <a:close/>
                  <a:moveTo>
                    <a:pt x="5476" y="1605"/>
                  </a:moveTo>
                  <a:cubicBezTo>
                    <a:pt x="5478" y="1611"/>
                    <a:pt x="5480" y="1615"/>
                    <a:pt x="5480" y="1615"/>
                  </a:cubicBezTo>
                  <a:cubicBezTo>
                    <a:pt x="5480" y="1615"/>
                    <a:pt x="5479" y="1612"/>
                    <a:pt x="5477" y="1606"/>
                  </a:cubicBezTo>
                  <a:cubicBezTo>
                    <a:pt x="5476" y="1606"/>
                    <a:pt x="5476" y="1606"/>
                    <a:pt x="5476" y="1605"/>
                  </a:cubicBezTo>
                  <a:close/>
                  <a:moveTo>
                    <a:pt x="5430" y="1624"/>
                  </a:moveTo>
                  <a:cubicBezTo>
                    <a:pt x="5437" y="1624"/>
                    <a:pt x="5445" y="1645"/>
                    <a:pt x="5437" y="1671"/>
                  </a:cubicBezTo>
                  <a:cubicBezTo>
                    <a:pt x="5435" y="1672"/>
                    <a:pt x="5434" y="1673"/>
                    <a:pt x="5432" y="1673"/>
                  </a:cubicBezTo>
                  <a:cubicBezTo>
                    <a:pt x="5429" y="1673"/>
                    <a:pt x="5427" y="1668"/>
                    <a:pt x="5422" y="1652"/>
                  </a:cubicBezTo>
                  <a:cubicBezTo>
                    <a:pt x="5422" y="1652"/>
                    <a:pt x="5420" y="1627"/>
                    <a:pt x="5428" y="1624"/>
                  </a:cubicBezTo>
                  <a:cubicBezTo>
                    <a:pt x="5429" y="1624"/>
                    <a:pt x="5429" y="1624"/>
                    <a:pt x="5430" y="1624"/>
                  </a:cubicBezTo>
                  <a:close/>
                  <a:moveTo>
                    <a:pt x="5480" y="1781"/>
                  </a:moveTo>
                  <a:lnTo>
                    <a:pt x="5497" y="1800"/>
                  </a:lnTo>
                  <a:lnTo>
                    <a:pt x="5503" y="1824"/>
                  </a:lnTo>
                  <a:cubicBezTo>
                    <a:pt x="5501" y="1824"/>
                    <a:pt x="5498" y="1825"/>
                    <a:pt x="5496" y="1825"/>
                  </a:cubicBezTo>
                  <a:cubicBezTo>
                    <a:pt x="5490" y="1825"/>
                    <a:pt x="5485" y="1821"/>
                    <a:pt x="5480" y="1806"/>
                  </a:cubicBezTo>
                  <a:lnTo>
                    <a:pt x="5480" y="1781"/>
                  </a:lnTo>
                  <a:close/>
                  <a:moveTo>
                    <a:pt x="5744" y="3264"/>
                  </a:moveTo>
                  <a:lnTo>
                    <a:pt x="5756" y="3285"/>
                  </a:lnTo>
                  <a:lnTo>
                    <a:pt x="5759" y="3309"/>
                  </a:lnTo>
                  <a:cubicBezTo>
                    <a:pt x="5758" y="3309"/>
                    <a:pt x="5756" y="3309"/>
                    <a:pt x="5754" y="3309"/>
                  </a:cubicBezTo>
                  <a:cubicBezTo>
                    <a:pt x="5748" y="3309"/>
                    <a:pt x="5742" y="3306"/>
                    <a:pt x="5739" y="3288"/>
                  </a:cubicBezTo>
                  <a:lnTo>
                    <a:pt x="5744" y="3264"/>
                  </a:lnTo>
                  <a:close/>
                  <a:moveTo>
                    <a:pt x="5832" y="3824"/>
                  </a:moveTo>
                  <a:cubicBezTo>
                    <a:pt x="5837" y="3824"/>
                    <a:pt x="5847" y="3832"/>
                    <a:pt x="5853" y="3832"/>
                  </a:cubicBezTo>
                  <a:cubicBezTo>
                    <a:pt x="5853" y="3832"/>
                    <a:pt x="5853" y="3832"/>
                    <a:pt x="5853" y="3832"/>
                  </a:cubicBezTo>
                  <a:lnTo>
                    <a:pt x="5853" y="3832"/>
                  </a:lnTo>
                  <a:cubicBezTo>
                    <a:pt x="5857" y="3854"/>
                    <a:pt x="5857" y="3854"/>
                    <a:pt x="5849" y="3855"/>
                  </a:cubicBezTo>
                  <a:cubicBezTo>
                    <a:pt x="5849" y="3855"/>
                    <a:pt x="5849" y="3855"/>
                    <a:pt x="5848" y="3855"/>
                  </a:cubicBezTo>
                  <a:cubicBezTo>
                    <a:pt x="5839" y="3855"/>
                    <a:pt x="5828" y="3835"/>
                    <a:pt x="5828" y="3835"/>
                  </a:cubicBezTo>
                  <a:cubicBezTo>
                    <a:pt x="5826" y="3827"/>
                    <a:pt x="5828" y="3824"/>
                    <a:pt x="5832" y="3824"/>
                  </a:cubicBezTo>
                  <a:close/>
                  <a:moveTo>
                    <a:pt x="5956" y="4189"/>
                  </a:moveTo>
                  <a:cubicBezTo>
                    <a:pt x="5964" y="4189"/>
                    <a:pt x="5976" y="4211"/>
                    <a:pt x="5976" y="4211"/>
                  </a:cubicBezTo>
                  <a:lnTo>
                    <a:pt x="5979" y="4233"/>
                  </a:lnTo>
                  <a:cubicBezTo>
                    <a:pt x="5977" y="4234"/>
                    <a:pt x="5976" y="4234"/>
                    <a:pt x="5974" y="4234"/>
                  </a:cubicBezTo>
                  <a:cubicBezTo>
                    <a:pt x="5968" y="4234"/>
                    <a:pt x="5962" y="4231"/>
                    <a:pt x="5959" y="4213"/>
                  </a:cubicBezTo>
                  <a:lnTo>
                    <a:pt x="5956" y="4190"/>
                  </a:lnTo>
                  <a:cubicBezTo>
                    <a:pt x="5956" y="4190"/>
                    <a:pt x="5956" y="4189"/>
                    <a:pt x="5956" y="4189"/>
                  </a:cubicBezTo>
                  <a:close/>
                  <a:moveTo>
                    <a:pt x="5961" y="4492"/>
                  </a:moveTo>
                  <a:lnTo>
                    <a:pt x="5974" y="4514"/>
                  </a:lnTo>
                  <a:lnTo>
                    <a:pt x="5977" y="4536"/>
                  </a:lnTo>
                  <a:cubicBezTo>
                    <a:pt x="5975" y="4536"/>
                    <a:pt x="5973" y="4537"/>
                    <a:pt x="5972" y="4537"/>
                  </a:cubicBezTo>
                  <a:cubicBezTo>
                    <a:pt x="5965" y="4537"/>
                    <a:pt x="5959" y="4534"/>
                    <a:pt x="5957" y="4516"/>
                  </a:cubicBezTo>
                  <a:lnTo>
                    <a:pt x="5961" y="4492"/>
                  </a:lnTo>
                  <a:close/>
                  <a:moveTo>
                    <a:pt x="6220" y="6077"/>
                  </a:moveTo>
                  <a:cubicBezTo>
                    <a:pt x="6225" y="6077"/>
                    <a:pt x="6232" y="6092"/>
                    <a:pt x="6235" y="6108"/>
                  </a:cubicBezTo>
                  <a:cubicBezTo>
                    <a:pt x="6242" y="6154"/>
                    <a:pt x="6242" y="6154"/>
                    <a:pt x="6234" y="6155"/>
                  </a:cubicBezTo>
                  <a:cubicBezTo>
                    <a:pt x="6234" y="6155"/>
                    <a:pt x="6234" y="6155"/>
                    <a:pt x="6233" y="6155"/>
                  </a:cubicBezTo>
                  <a:cubicBezTo>
                    <a:pt x="6225" y="6155"/>
                    <a:pt x="6218" y="6110"/>
                    <a:pt x="6214" y="6088"/>
                  </a:cubicBezTo>
                  <a:cubicBezTo>
                    <a:pt x="6215" y="6080"/>
                    <a:pt x="6218" y="6077"/>
                    <a:pt x="6220" y="6077"/>
                  </a:cubicBezTo>
                  <a:close/>
                  <a:moveTo>
                    <a:pt x="6376" y="7020"/>
                  </a:moveTo>
                  <a:cubicBezTo>
                    <a:pt x="6384" y="7020"/>
                    <a:pt x="6395" y="7040"/>
                    <a:pt x="6395" y="7040"/>
                  </a:cubicBezTo>
                  <a:lnTo>
                    <a:pt x="6400" y="7064"/>
                  </a:lnTo>
                  <a:cubicBezTo>
                    <a:pt x="6398" y="7064"/>
                    <a:pt x="6396" y="7064"/>
                    <a:pt x="6394" y="7064"/>
                  </a:cubicBezTo>
                  <a:cubicBezTo>
                    <a:pt x="6388" y="7064"/>
                    <a:pt x="6382" y="7061"/>
                    <a:pt x="6378" y="7043"/>
                  </a:cubicBezTo>
                  <a:lnTo>
                    <a:pt x="6375" y="7020"/>
                  </a:lnTo>
                  <a:cubicBezTo>
                    <a:pt x="6375" y="7020"/>
                    <a:pt x="6376" y="7020"/>
                    <a:pt x="6376" y="7020"/>
                  </a:cubicBezTo>
                  <a:close/>
                  <a:moveTo>
                    <a:pt x="6748" y="8925"/>
                  </a:moveTo>
                  <a:cubicBezTo>
                    <a:pt x="6756" y="8925"/>
                    <a:pt x="6759" y="8947"/>
                    <a:pt x="6759" y="8947"/>
                  </a:cubicBezTo>
                  <a:cubicBezTo>
                    <a:pt x="6763" y="8969"/>
                    <a:pt x="6763" y="8969"/>
                    <a:pt x="6754" y="8971"/>
                  </a:cubicBezTo>
                  <a:cubicBezTo>
                    <a:pt x="6754" y="8971"/>
                    <a:pt x="6754" y="8971"/>
                    <a:pt x="6754" y="8971"/>
                  </a:cubicBezTo>
                  <a:cubicBezTo>
                    <a:pt x="6753" y="8971"/>
                    <a:pt x="6746" y="8970"/>
                    <a:pt x="6742" y="8949"/>
                  </a:cubicBezTo>
                  <a:lnTo>
                    <a:pt x="6748" y="8925"/>
                  </a:lnTo>
                  <a:cubicBezTo>
                    <a:pt x="6748" y="8925"/>
                    <a:pt x="6748" y="8925"/>
                    <a:pt x="6748" y="8925"/>
                  </a:cubicBezTo>
                  <a:close/>
                  <a:moveTo>
                    <a:pt x="6800" y="9197"/>
                  </a:moveTo>
                  <a:lnTo>
                    <a:pt x="6813" y="9218"/>
                  </a:lnTo>
                  <a:lnTo>
                    <a:pt x="6816" y="9242"/>
                  </a:lnTo>
                  <a:cubicBezTo>
                    <a:pt x="6814" y="9242"/>
                    <a:pt x="6813" y="9243"/>
                    <a:pt x="6811" y="9243"/>
                  </a:cubicBezTo>
                  <a:cubicBezTo>
                    <a:pt x="6805" y="9243"/>
                    <a:pt x="6798" y="9239"/>
                    <a:pt x="6796" y="9221"/>
                  </a:cubicBezTo>
                  <a:lnTo>
                    <a:pt x="6800" y="9197"/>
                  </a:lnTo>
                  <a:close/>
                  <a:moveTo>
                    <a:pt x="6771" y="9373"/>
                  </a:moveTo>
                  <a:cubicBezTo>
                    <a:pt x="6772" y="9373"/>
                    <a:pt x="6775" y="9378"/>
                    <a:pt x="6780" y="9387"/>
                  </a:cubicBezTo>
                  <a:lnTo>
                    <a:pt x="6779" y="9387"/>
                  </a:lnTo>
                  <a:cubicBezTo>
                    <a:pt x="6791" y="9408"/>
                    <a:pt x="6796" y="9431"/>
                    <a:pt x="6787" y="9432"/>
                  </a:cubicBezTo>
                  <a:cubicBezTo>
                    <a:pt x="6785" y="9432"/>
                    <a:pt x="6784" y="9432"/>
                    <a:pt x="6783" y="9432"/>
                  </a:cubicBezTo>
                  <a:cubicBezTo>
                    <a:pt x="6779" y="9432"/>
                    <a:pt x="6778" y="9429"/>
                    <a:pt x="6774" y="9410"/>
                  </a:cubicBezTo>
                  <a:cubicBezTo>
                    <a:pt x="6770" y="9384"/>
                    <a:pt x="6769" y="9373"/>
                    <a:pt x="6771" y="9373"/>
                  </a:cubicBezTo>
                  <a:close/>
                  <a:moveTo>
                    <a:pt x="6759" y="9507"/>
                  </a:moveTo>
                  <a:cubicBezTo>
                    <a:pt x="6758" y="9507"/>
                    <a:pt x="6757" y="9507"/>
                    <a:pt x="6757" y="9507"/>
                  </a:cubicBezTo>
                  <a:cubicBezTo>
                    <a:pt x="6756" y="9508"/>
                    <a:pt x="6756" y="9510"/>
                    <a:pt x="6756" y="9511"/>
                  </a:cubicBezTo>
                  <a:lnTo>
                    <a:pt x="6756" y="9511"/>
                  </a:lnTo>
                  <a:cubicBezTo>
                    <a:pt x="6757" y="9509"/>
                    <a:pt x="6759" y="9508"/>
                    <a:pt x="6761" y="9507"/>
                  </a:cubicBezTo>
                  <a:lnTo>
                    <a:pt x="6761" y="9507"/>
                  </a:lnTo>
                  <a:cubicBezTo>
                    <a:pt x="6760" y="9507"/>
                    <a:pt x="6760" y="9507"/>
                    <a:pt x="6759" y="9507"/>
                  </a:cubicBezTo>
                  <a:close/>
                  <a:moveTo>
                    <a:pt x="6756" y="9511"/>
                  </a:moveTo>
                  <a:cubicBezTo>
                    <a:pt x="6753" y="9514"/>
                    <a:pt x="6752" y="9517"/>
                    <a:pt x="6753" y="9517"/>
                  </a:cubicBezTo>
                  <a:cubicBezTo>
                    <a:pt x="6753" y="9517"/>
                    <a:pt x="6754" y="9516"/>
                    <a:pt x="6756" y="9511"/>
                  </a:cubicBezTo>
                  <a:close/>
                  <a:moveTo>
                    <a:pt x="6806" y="9546"/>
                  </a:moveTo>
                  <a:lnTo>
                    <a:pt x="6809" y="9568"/>
                  </a:lnTo>
                  <a:cubicBezTo>
                    <a:pt x="6813" y="9591"/>
                    <a:pt x="6813" y="9591"/>
                    <a:pt x="6805" y="9593"/>
                  </a:cubicBezTo>
                  <a:lnTo>
                    <a:pt x="6801" y="9570"/>
                  </a:lnTo>
                  <a:lnTo>
                    <a:pt x="6806" y="9546"/>
                  </a:lnTo>
                  <a:close/>
                  <a:moveTo>
                    <a:pt x="6819" y="9731"/>
                  </a:moveTo>
                  <a:cubicBezTo>
                    <a:pt x="6821" y="9742"/>
                    <a:pt x="6824" y="9748"/>
                    <a:pt x="6825" y="9748"/>
                  </a:cubicBezTo>
                  <a:cubicBezTo>
                    <a:pt x="6826" y="9748"/>
                    <a:pt x="6826" y="9742"/>
                    <a:pt x="6819" y="9731"/>
                  </a:cubicBezTo>
                  <a:close/>
                  <a:moveTo>
                    <a:pt x="6843" y="9774"/>
                  </a:moveTo>
                  <a:lnTo>
                    <a:pt x="6846" y="9796"/>
                  </a:lnTo>
                  <a:cubicBezTo>
                    <a:pt x="6851" y="9820"/>
                    <a:pt x="6851" y="9820"/>
                    <a:pt x="6842" y="9821"/>
                  </a:cubicBezTo>
                  <a:lnTo>
                    <a:pt x="6838" y="9797"/>
                  </a:lnTo>
                  <a:lnTo>
                    <a:pt x="6843" y="9774"/>
                  </a:lnTo>
                  <a:close/>
                  <a:moveTo>
                    <a:pt x="6897" y="9999"/>
                  </a:moveTo>
                  <a:lnTo>
                    <a:pt x="6900" y="10022"/>
                  </a:lnTo>
                  <a:cubicBezTo>
                    <a:pt x="6905" y="10044"/>
                    <a:pt x="6896" y="10046"/>
                    <a:pt x="6896" y="10046"/>
                  </a:cubicBezTo>
                  <a:cubicBezTo>
                    <a:pt x="6896" y="10046"/>
                    <a:pt x="6896" y="10046"/>
                    <a:pt x="6895" y="10046"/>
                  </a:cubicBezTo>
                  <a:cubicBezTo>
                    <a:pt x="6894" y="10046"/>
                    <a:pt x="6887" y="10045"/>
                    <a:pt x="6883" y="10024"/>
                  </a:cubicBezTo>
                  <a:cubicBezTo>
                    <a:pt x="6883" y="10024"/>
                    <a:pt x="6889" y="10000"/>
                    <a:pt x="6897" y="9999"/>
                  </a:cubicBezTo>
                  <a:close/>
                  <a:moveTo>
                    <a:pt x="7037" y="10911"/>
                  </a:moveTo>
                  <a:cubicBezTo>
                    <a:pt x="7049" y="10933"/>
                    <a:pt x="7062" y="10955"/>
                    <a:pt x="7054" y="10956"/>
                  </a:cubicBezTo>
                  <a:cubicBezTo>
                    <a:pt x="7054" y="10956"/>
                    <a:pt x="7054" y="10956"/>
                    <a:pt x="7054" y="10956"/>
                  </a:cubicBezTo>
                  <a:cubicBezTo>
                    <a:pt x="7052" y="10956"/>
                    <a:pt x="7044" y="10955"/>
                    <a:pt x="7032" y="10935"/>
                  </a:cubicBezTo>
                  <a:cubicBezTo>
                    <a:pt x="7032" y="10935"/>
                    <a:pt x="7021" y="10913"/>
                    <a:pt x="7029" y="10912"/>
                  </a:cubicBezTo>
                  <a:lnTo>
                    <a:pt x="7037" y="10911"/>
                  </a:lnTo>
                  <a:close/>
                  <a:moveTo>
                    <a:pt x="7186" y="11667"/>
                  </a:moveTo>
                  <a:cubicBezTo>
                    <a:pt x="7192" y="11667"/>
                    <a:pt x="7201" y="11677"/>
                    <a:pt x="7210" y="11702"/>
                  </a:cubicBezTo>
                  <a:cubicBezTo>
                    <a:pt x="7214" y="11726"/>
                    <a:pt x="7214" y="11726"/>
                    <a:pt x="7205" y="11727"/>
                  </a:cubicBezTo>
                  <a:cubicBezTo>
                    <a:pt x="7205" y="11727"/>
                    <a:pt x="7205" y="11727"/>
                    <a:pt x="7205" y="11727"/>
                  </a:cubicBezTo>
                  <a:cubicBezTo>
                    <a:pt x="7197" y="11727"/>
                    <a:pt x="7185" y="11706"/>
                    <a:pt x="7181" y="11683"/>
                  </a:cubicBezTo>
                  <a:cubicBezTo>
                    <a:pt x="7179" y="11673"/>
                    <a:pt x="7181" y="11667"/>
                    <a:pt x="7186" y="11667"/>
                  </a:cubicBezTo>
                  <a:close/>
                  <a:moveTo>
                    <a:pt x="7725" y="14869"/>
                  </a:moveTo>
                  <a:cubicBezTo>
                    <a:pt x="7732" y="14869"/>
                    <a:pt x="7737" y="14873"/>
                    <a:pt x="7740" y="14890"/>
                  </a:cubicBezTo>
                  <a:cubicBezTo>
                    <a:pt x="7753" y="14912"/>
                    <a:pt x="7754" y="14923"/>
                    <a:pt x="7750" y="14923"/>
                  </a:cubicBezTo>
                  <a:cubicBezTo>
                    <a:pt x="7745" y="14923"/>
                    <a:pt x="7735" y="14913"/>
                    <a:pt x="7723" y="14892"/>
                  </a:cubicBezTo>
                  <a:cubicBezTo>
                    <a:pt x="7702" y="14872"/>
                    <a:pt x="7702" y="14872"/>
                    <a:pt x="7719" y="14870"/>
                  </a:cubicBezTo>
                  <a:cubicBezTo>
                    <a:pt x="7721" y="14870"/>
                    <a:pt x="7723" y="14869"/>
                    <a:pt x="7725" y="14869"/>
                  </a:cubicBezTo>
                  <a:close/>
                  <a:moveTo>
                    <a:pt x="2676" y="0"/>
                  </a:moveTo>
                  <a:cubicBezTo>
                    <a:pt x="2665" y="0"/>
                    <a:pt x="2645" y="7"/>
                    <a:pt x="2632" y="21"/>
                  </a:cubicBezTo>
                  <a:cubicBezTo>
                    <a:pt x="2618" y="31"/>
                    <a:pt x="2597" y="35"/>
                    <a:pt x="2582" y="35"/>
                  </a:cubicBezTo>
                  <a:cubicBezTo>
                    <a:pt x="2570" y="35"/>
                    <a:pt x="2562" y="33"/>
                    <a:pt x="2562" y="29"/>
                  </a:cubicBezTo>
                  <a:cubicBezTo>
                    <a:pt x="2562" y="22"/>
                    <a:pt x="2577" y="21"/>
                    <a:pt x="2595" y="21"/>
                  </a:cubicBezTo>
                  <a:cubicBezTo>
                    <a:pt x="2599" y="21"/>
                    <a:pt x="2604" y="21"/>
                    <a:pt x="2608" y="21"/>
                  </a:cubicBezTo>
                  <a:lnTo>
                    <a:pt x="2608" y="3"/>
                  </a:lnTo>
                  <a:cubicBezTo>
                    <a:pt x="2606" y="3"/>
                    <a:pt x="2604" y="3"/>
                    <a:pt x="2602" y="3"/>
                  </a:cubicBezTo>
                  <a:cubicBezTo>
                    <a:pt x="2588" y="3"/>
                    <a:pt x="2575" y="6"/>
                    <a:pt x="2562" y="12"/>
                  </a:cubicBezTo>
                  <a:cubicBezTo>
                    <a:pt x="2546" y="12"/>
                    <a:pt x="2531" y="15"/>
                    <a:pt x="2516" y="20"/>
                  </a:cubicBezTo>
                  <a:cubicBezTo>
                    <a:pt x="2493" y="29"/>
                    <a:pt x="2493" y="37"/>
                    <a:pt x="2516" y="46"/>
                  </a:cubicBezTo>
                  <a:cubicBezTo>
                    <a:pt x="2539" y="55"/>
                    <a:pt x="2515" y="55"/>
                    <a:pt x="2493" y="55"/>
                  </a:cubicBezTo>
                  <a:cubicBezTo>
                    <a:pt x="2447" y="46"/>
                    <a:pt x="2447" y="37"/>
                    <a:pt x="2470" y="29"/>
                  </a:cubicBezTo>
                  <a:cubicBezTo>
                    <a:pt x="2493" y="29"/>
                    <a:pt x="2493" y="20"/>
                    <a:pt x="2494" y="12"/>
                  </a:cubicBezTo>
                  <a:cubicBezTo>
                    <a:pt x="2494" y="10"/>
                    <a:pt x="2489" y="10"/>
                    <a:pt x="2482" y="10"/>
                  </a:cubicBezTo>
                  <a:cubicBezTo>
                    <a:pt x="2453" y="10"/>
                    <a:pt x="2374" y="23"/>
                    <a:pt x="2355" y="37"/>
                  </a:cubicBezTo>
                  <a:cubicBezTo>
                    <a:pt x="2355" y="35"/>
                    <a:pt x="2355" y="32"/>
                    <a:pt x="2355" y="29"/>
                  </a:cubicBezTo>
                  <a:cubicBezTo>
                    <a:pt x="2355" y="20"/>
                    <a:pt x="2309" y="20"/>
                    <a:pt x="2263" y="20"/>
                  </a:cubicBezTo>
                  <a:cubicBezTo>
                    <a:pt x="2217" y="20"/>
                    <a:pt x="2193" y="20"/>
                    <a:pt x="2193" y="28"/>
                  </a:cubicBezTo>
                  <a:cubicBezTo>
                    <a:pt x="2193" y="37"/>
                    <a:pt x="2192" y="45"/>
                    <a:pt x="2170" y="45"/>
                  </a:cubicBezTo>
                  <a:cubicBezTo>
                    <a:pt x="2192" y="45"/>
                    <a:pt x="2192" y="54"/>
                    <a:pt x="2192" y="61"/>
                  </a:cubicBezTo>
                  <a:cubicBezTo>
                    <a:pt x="2168" y="58"/>
                    <a:pt x="2146" y="52"/>
                    <a:pt x="2124" y="45"/>
                  </a:cubicBezTo>
                  <a:cubicBezTo>
                    <a:pt x="2078" y="28"/>
                    <a:pt x="2032" y="19"/>
                    <a:pt x="1940" y="19"/>
                  </a:cubicBezTo>
                  <a:cubicBezTo>
                    <a:pt x="1892" y="19"/>
                    <a:pt x="1824" y="19"/>
                    <a:pt x="1800" y="10"/>
                  </a:cubicBezTo>
                  <a:cubicBezTo>
                    <a:pt x="1754" y="10"/>
                    <a:pt x="1732" y="10"/>
                    <a:pt x="1731" y="18"/>
                  </a:cubicBezTo>
                  <a:lnTo>
                    <a:pt x="1685" y="18"/>
                  </a:lnTo>
                  <a:cubicBezTo>
                    <a:pt x="1674" y="14"/>
                    <a:pt x="1657" y="12"/>
                    <a:pt x="1642" y="12"/>
                  </a:cubicBezTo>
                  <a:cubicBezTo>
                    <a:pt x="1628" y="12"/>
                    <a:pt x="1617" y="14"/>
                    <a:pt x="1617" y="18"/>
                  </a:cubicBezTo>
                  <a:cubicBezTo>
                    <a:pt x="1609" y="21"/>
                    <a:pt x="1601" y="22"/>
                    <a:pt x="1593" y="22"/>
                  </a:cubicBezTo>
                  <a:cubicBezTo>
                    <a:pt x="1577" y="22"/>
                    <a:pt x="1562" y="18"/>
                    <a:pt x="1547" y="18"/>
                  </a:cubicBezTo>
                  <a:cubicBezTo>
                    <a:pt x="1526" y="10"/>
                    <a:pt x="1515" y="6"/>
                    <a:pt x="1511" y="6"/>
                  </a:cubicBezTo>
                  <a:cubicBezTo>
                    <a:pt x="1506" y="6"/>
                    <a:pt x="1511" y="12"/>
                    <a:pt x="1523" y="25"/>
                  </a:cubicBezTo>
                  <a:cubicBezTo>
                    <a:pt x="1523" y="34"/>
                    <a:pt x="1569" y="43"/>
                    <a:pt x="1593" y="43"/>
                  </a:cubicBezTo>
                  <a:lnTo>
                    <a:pt x="1661" y="43"/>
                  </a:lnTo>
                  <a:lnTo>
                    <a:pt x="1592" y="51"/>
                  </a:lnTo>
                  <a:cubicBezTo>
                    <a:pt x="1569" y="51"/>
                    <a:pt x="1522" y="60"/>
                    <a:pt x="1522" y="68"/>
                  </a:cubicBezTo>
                  <a:cubicBezTo>
                    <a:pt x="1522" y="68"/>
                    <a:pt x="1522" y="77"/>
                    <a:pt x="1500" y="77"/>
                  </a:cubicBezTo>
                  <a:cubicBezTo>
                    <a:pt x="1500" y="77"/>
                    <a:pt x="1500" y="68"/>
                    <a:pt x="1500" y="60"/>
                  </a:cubicBezTo>
                  <a:cubicBezTo>
                    <a:pt x="1523" y="51"/>
                    <a:pt x="1523" y="43"/>
                    <a:pt x="1523" y="34"/>
                  </a:cubicBezTo>
                  <a:cubicBezTo>
                    <a:pt x="1509" y="24"/>
                    <a:pt x="1477" y="16"/>
                    <a:pt x="1455" y="16"/>
                  </a:cubicBezTo>
                  <a:cubicBezTo>
                    <a:pt x="1441" y="16"/>
                    <a:pt x="1431" y="19"/>
                    <a:pt x="1431" y="25"/>
                  </a:cubicBezTo>
                  <a:cubicBezTo>
                    <a:pt x="1429" y="26"/>
                    <a:pt x="1426" y="26"/>
                    <a:pt x="1424" y="26"/>
                  </a:cubicBezTo>
                  <a:cubicBezTo>
                    <a:pt x="1411" y="26"/>
                    <a:pt x="1398" y="23"/>
                    <a:pt x="1385" y="17"/>
                  </a:cubicBezTo>
                  <a:cubicBezTo>
                    <a:pt x="1385" y="13"/>
                    <a:pt x="1382" y="11"/>
                    <a:pt x="1375" y="11"/>
                  </a:cubicBezTo>
                  <a:cubicBezTo>
                    <a:pt x="1366" y="11"/>
                    <a:pt x="1353" y="15"/>
                    <a:pt x="1339" y="25"/>
                  </a:cubicBezTo>
                  <a:cubicBezTo>
                    <a:pt x="1329" y="34"/>
                    <a:pt x="1317" y="38"/>
                    <a:pt x="1305" y="38"/>
                  </a:cubicBezTo>
                  <a:cubicBezTo>
                    <a:pt x="1292" y="38"/>
                    <a:pt x="1280" y="34"/>
                    <a:pt x="1270" y="25"/>
                  </a:cubicBezTo>
                  <a:cubicBezTo>
                    <a:pt x="1243" y="15"/>
                    <a:pt x="1200" y="11"/>
                    <a:pt x="1169" y="11"/>
                  </a:cubicBezTo>
                  <a:cubicBezTo>
                    <a:pt x="1148" y="11"/>
                    <a:pt x="1132" y="13"/>
                    <a:pt x="1132" y="17"/>
                  </a:cubicBezTo>
                  <a:cubicBezTo>
                    <a:pt x="1131" y="26"/>
                    <a:pt x="1108" y="30"/>
                    <a:pt x="1084" y="30"/>
                  </a:cubicBezTo>
                  <a:cubicBezTo>
                    <a:pt x="1067" y="30"/>
                    <a:pt x="1049" y="28"/>
                    <a:pt x="1039" y="24"/>
                  </a:cubicBezTo>
                  <a:cubicBezTo>
                    <a:pt x="1027" y="20"/>
                    <a:pt x="1015" y="18"/>
                    <a:pt x="1003" y="18"/>
                  </a:cubicBezTo>
                  <a:cubicBezTo>
                    <a:pt x="991" y="18"/>
                    <a:pt x="980" y="20"/>
                    <a:pt x="969" y="24"/>
                  </a:cubicBezTo>
                  <a:cubicBezTo>
                    <a:pt x="969" y="18"/>
                    <a:pt x="958" y="12"/>
                    <a:pt x="943" y="12"/>
                  </a:cubicBezTo>
                  <a:cubicBezTo>
                    <a:pt x="937" y="12"/>
                    <a:pt x="930" y="13"/>
                    <a:pt x="923" y="15"/>
                  </a:cubicBezTo>
                  <a:cubicBezTo>
                    <a:pt x="923" y="15"/>
                    <a:pt x="901" y="15"/>
                    <a:pt x="923" y="24"/>
                  </a:cubicBezTo>
                  <a:lnTo>
                    <a:pt x="877" y="41"/>
                  </a:lnTo>
                  <a:cubicBezTo>
                    <a:pt x="900" y="41"/>
                    <a:pt x="900" y="50"/>
                    <a:pt x="900" y="58"/>
                  </a:cubicBezTo>
                  <a:cubicBezTo>
                    <a:pt x="900" y="60"/>
                    <a:pt x="894" y="61"/>
                    <a:pt x="884" y="61"/>
                  </a:cubicBezTo>
                  <a:cubicBezTo>
                    <a:pt x="856" y="61"/>
                    <a:pt x="796" y="52"/>
                    <a:pt x="762" y="32"/>
                  </a:cubicBezTo>
                  <a:lnTo>
                    <a:pt x="716" y="15"/>
                  </a:lnTo>
                  <a:cubicBezTo>
                    <a:pt x="716" y="23"/>
                    <a:pt x="716" y="32"/>
                    <a:pt x="716" y="32"/>
                  </a:cubicBezTo>
                  <a:cubicBezTo>
                    <a:pt x="692" y="32"/>
                    <a:pt x="670" y="32"/>
                    <a:pt x="670" y="23"/>
                  </a:cubicBezTo>
                  <a:cubicBezTo>
                    <a:pt x="670" y="15"/>
                    <a:pt x="670" y="15"/>
                    <a:pt x="646" y="15"/>
                  </a:cubicBezTo>
                  <a:cubicBezTo>
                    <a:pt x="646" y="15"/>
                    <a:pt x="624" y="15"/>
                    <a:pt x="624" y="23"/>
                  </a:cubicBezTo>
                  <a:cubicBezTo>
                    <a:pt x="623" y="33"/>
                    <a:pt x="623" y="37"/>
                    <a:pt x="618" y="37"/>
                  </a:cubicBezTo>
                  <a:cubicBezTo>
                    <a:pt x="615" y="37"/>
                    <a:pt x="609" y="35"/>
                    <a:pt x="600" y="32"/>
                  </a:cubicBezTo>
                  <a:cubicBezTo>
                    <a:pt x="590" y="23"/>
                    <a:pt x="577" y="19"/>
                    <a:pt x="565" y="19"/>
                  </a:cubicBezTo>
                  <a:cubicBezTo>
                    <a:pt x="553" y="19"/>
                    <a:pt x="541" y="23"/>
                    <a:pt x="531" y="31"/>
                  </a:cubicBezTo>
                  <a:cubicBezTo>
                    <a:pt x="531" y="40"/>
                    <a:pt x="531" y="45"/>
                    <a:pt x="528" y="45"/>
                  </a:cubicBezTo>
                  <a:cubicBezTo>
                    <a:pt x="525" y="45"/>
                    <a:pt x="519" y="40"/>
                    <a:pt x="508" y="31"/>
                  </a:cubicBezTo>
                  <a:cubicBezTo>
                    <a:pt x="508" y="23"/>
                    <a:pt x="485" y="14"/>
                    <a:pt x="462" y="14"/>
                  </a:cubicBezTo>
                  <a:lnTo>
                    <a:pt x="462" y="23"/>
                  </a:lnTo>
                  <a:cubicBezTo>
                    <a:pt x="462" y="33"/>
                    <a:pt x="454" y="37"/>
                    <a:pt x="443" y="37"/>
                  </a:cubicBezTo>
                  <a:cubicBezTo>
                    <a:pt x="435" y="37"/>
                    <a:pt x="425" y="35"/>
                    <a:pt x="415" y="31"/>
                  </a:cubicBezTo>
                  <a:cubicBezTo>
                    <a:pt x="416" y="27"/>
                    <a:pt x="410" y="25"/>
                    <a:pt x="399" y="25"/>
                  </a:cubicBezTo>
                  <a:cubicBezTo>
                    <a:pt x="387" y="25"/>
                    <a:pt x="370" y="27"/>
                    <a:pt x="347" y="31"/>
                  </a:cubicBezTo>
                  <a:cubicBezTo>
                    <a:pt x="301" y="31"/>
                    <a:pt x="277" y="31"/>
                    <a:pt x="277" y="22"/>
                  </a:cubicBezTo>
                  <a:cubicBezTo>
                    <a:pt x="277" y="14"/>
                    <a:pt x="277" y="9"/>
                    <a:pt x="274" y="9"/>
                  </a:cubicBezTo>
                  <a:cubicBezTo>
                    <a:pt x="271" y="9"/>
                    <a:pt x="266" y="14"/>
                    <a:pt x="255" y="22"/>
                  </a:cubicBezTo>
                  <a:cubicBezTo>
                    <a:pt x="243" y="27"/>
                    <a:pt x="237" y="29"/>
                    <a:pt x="228" y="29"/>
                  </a:cubicBezTo>
                  <a:cubicBezTo>
                    <a:pt x="220" y="29"/>
                    <a:pt x="208" y="27"/>
                    <a:pt x="185" y="22"/>
                  </a:cubicBezTo>
                  <a:cubicBezTo>
                    <a:pt x="173" y="18"/>
                    <a:pt x="167" y="15"/>
                    <a:pt x="162" y="15"/>
                  </a:cubicBezTo>
                  <a:cubicBezTo>
                    <a:pt x="156" y="15"/>
                    <a:pt x="150" y="18"/>
                    <a:pt x="139" y="22"/>
                  </a:cubicBezTo>
                  <a:cubicBezTo>
                    <a:pt x="138" y="39"/>
                    <a:pt x="138" y="48"/>
                    <a:pt x="162" y="48"/>
                  </a:cubicBezTo>
                  <a:cubicBezTo>
                    <a:pt x="184" y="48"/>
                    <a:pt x="184" y="48"/>
                    <a:pt x="184" y="56"/>
                  </a:cubicBezTo>
                  <a:lnTo>
                    <a:pt x="138" y="56"/>
                  </a:lnTo>
                  <a:cubicBezTo>
                    <a:pt x="107" y="56"/>
                    <a:pt x="76" y="58"/>
                    <a:pt x="46" y="65"/>
                  </a:cubicBezTo>
                  <a:cubicBezTo>
                    <a:pt x="8" y="70"/>
                    <a:pt x="1" y="83"/>
                    <a:pt x="23" y="83"/>
                  </a:cubicBezTo>
                  <a:cubicBezTo>
                    <a:pt x="29" y="83"/>
                    <a:pt x="36" y="82"/>
                    <a:pt x="45" y="80"/>
                  </a:cubicBezTo>
                  <a:lnTo>
                    <a:pt x="68" y="89"/>
                  </a:lnTo>
                  <a:cubicBezTo>
                    <a:pt x="68" y="102"/>
                    <a:pt x="79" y="109"/>
                    <a:pt x="91" y="109"/>
                  </a:cubicBezTo>
                  <a:cubicBezTo>
                    <a:pt x="102" y="109"/>
                    <a:pt x="114" y="102"/>
                    <a:pt x="114" y="89"/>
                  </a:cubicBezTo>
                  <a:cubicBezTo>
                    <a:pt x="114" y="75"/>
                    <a:pt x="114" y="69"/>
                    <a:pt x="118" y="69"/>
                  </a:cubicBezTo>
                  <a:cubicBezTo>
                    <a:pt x="121" y="69"/>
                    <a:pt x="127" y="73"/>
                    <a:pt x="137" y="80"/>
                  </a:cubicBezTo>
                  <a:cubicBezTo>
                    <a:pt x="137" y="98"/>
                    <a:pt x="160" y="98"/>
                    <a:pt x="183" y="98"/>
                  </a:cubicBezTo>
                  <a:cubicBezTo>
                    <a:pt x="206" y="98"/>
                    <a:pt x="206" y="98"/>
                    <a:pt x="206" y="106"/>
                  </a:cubicBezTo>
                  <a:cubicBezTo>
                    <a:pt x="206" y="115"/>
                    <a:pt x="229" y="124"/>
                    <a:pt x="252" y="124"/>
                  </a:cubicBezTo>
                  <a:cubicBezTo>
                    <a:pt x="275" y="124"/>
                    <a:pt x="275" y="124"/>
                    <a:pt x="275" y="115"/>
                  </a:cubicBezTo>
                  <a:cubicBezTo>
                    <a:pt x="266" y="112"/>
                    <a:pt x="268" y="110"/>
                    <a:pt x="275" y="110"/>
                  </a:cubicBezTo>
                  <a:cubicBezTo>
                    <a:pt x="286" y="110"/>
                    <a:pt x="308" y="114"/>
                    <a:pt x="321" y="124"/>
                  </a:cubicBezTo>
                  <a:cubicBezTo>
                    <a:pt x="331" y="128"/>
                    <a:pt x="336" y="130"/>
                    <a:pt x="340" y="130"/>
                  </a:cubicBezTo>
                  <a:cubicBezTo>
                    <a:pt x="344" y="130"/>
                    <a:pt x="344" y="126"/>
                    <a:pt x="344" y="115"/>
                  </a:cubicBezTo>
                  <a:cubicBezTo>
                    <a:pt x="344" y="107"/>
                    <a:pt x="356" y="103"/>
                    <a:pt x="370" y="103"/>
                  </a:cubicBezTo>
                  <a:cubicBezTo>
                    <a:pt x="384" y="103"/>
                    <a:pt x="402" y="107"/>
                    <a:pt x="414" y="116"/>
                  </a:cubicBezTo>
                  <a:lnTo>
                    <a:pt x="460" y="116"/>
                  </a:lnTo>
                  <a:cubicBezTo>
                    <a:pt x="482" y="116"/>
                    <a:pt x="484" y="107"/>
                    <a:pt x="484" y="100"/>
                  </a:cubicBezTo>
                  <a:cubicBezTo>
                    <a:pt x="484" y="89"/>
                    <a:pt x="484" y="85"/>
                    <a:pt x="488" y="85"/>
                  </a:cubicBezTo>
                  <a:cubicBezTo>
                    <a:pt x="491" y="85"/>
                    <a:pt x="497" y="87"/>
                    <a:pt x="506" y="91"/>
                  </a:cubicBezTo>
                  <a:cubicBezTo>
                    <a:pt x="530" y="100"/>
                    <a:pt x="530" y="107"/>
                    <a:pt x="530" y="107"/>
                  </a:cubicBezTo>
                  <a:cubicBezTo>
                    <a:pt x="530" y="116"/>
                    <a:pt x="552" y="116"/>
                    <a:pt x="576" y="116"/>
                  </a:cubicBezTo>
                  <a:cubicBezTo>
                    <a:pt x="598" y="116"/>
                    <a:pt x="644" y="116"/>
                    <a:pt x="645" y="108"/>
                  </a:cubicBezTo>
                  <a:lnTo>
                    <a:pt x="645" y="108"/>
                  </a:lnTo>
                  <a:lnTo>
                    <a:pt x="644" y="116"/>
                  </a:lnTo>
                  <a:cubicBezTo>
                    <a:pt x="660" y="116"/>
                    <a:pt x="665" y="120"/>
                    <a:pt x="667" y="120"/>
                  </a:cubicBezTo>
                  <a:cubicBezTo>
                    <a:pt x="667" y="120"/>
                    <a:pt x="667" y="119"/>
                    <a:pt x="667" y="116"/>
                  </a:cubicBezTo>
                  <a:cubicBezTo>
                    <a:pt x="691" y="117"/>
                    <a:pt x="713" y="121"/>
                    <a:pt x="737" y="125"/>
                  </a:cubicBezTo>
                  <a:cubicBezTo>
                    <a:pt x="746" y="127"/>
                    <a:pt x="756" y="128"/>
                    <a:pt x="765" y="128"/>
                  </a:cubicBezTo>
                  <a:cubicBezTo>
                    <a:pt x="805" y="128"/>
                    <a:pt x="839" y="114"/>
                    <a:pt x="783" y="100"/>
                  </a:cubicBezTo>
                  <a:lnTo>
                    <a:pt x="807" y="100"/>
                  </a:lnTo>
                  <a:cubicBezTo>
                    <a:pt x="829" y="100"/>
                    <a:pt x="830" y="92"/>
                    <a:pt x="830" y="92"/>
                  </a:cubicBezTo>
                  <a:cubicBezTo>
                    <a:pt x="830" y="83"/>
                    <a:pt x="853" y="83"/>
                    <a:pt x="876" y="83"/>
                  </a:cubicBezTo>
                  <a:cubicBezTo>
                    <a:pt x="876" y="83"/>
                    <a:pt x="876" y="92"/>
                    <a:pt x="875" y="100"/>
                  </a:cubicBezTo>
                  <a:cubicBezTo>
                    <a:pt x="861" y="115"/>
                    <a:pt x="871" y="124"/>
                    <a:pt x="887" y="124"/>
                  </a:cubicBezTo>
                  <a:cubicBezTo>
                    <a:pt x="898" y="124"/>
                    <a:pt x="911" y="119"/>
                    <a:pt x="921" y="108"/>
                  </a:cubicBezTo>
                  <a:lnTo>
                    <a:pt x="921" y="117"/>
                  </a:lnTo>
                  <a:cubicBezTo>
                    <a:pt x="921" y="121"/>
                    <a:pt x="927" y="123"/>
                    <a:pt x="939" y="123"/>
                  </a:cubicBezTo>
                  <a:cubicBezTo>
                    <a:pt x="950" y="123"/>
                    <a:pt x="968" y="121"/>
                    <a:pt x="991" y="117"/>
                  </a:cubicBezTo>
                  <a:cubicBezTo>
                    <a:pt x="1014" y="117"/>
                    <a:pt x="1038" y="101"/>
                    <a:pt x="1038" y="92"/>
                  </a:cubicBezTo>
                  <a:cubicBezTo>
                    <a:pt x="1038" y="84"/>
                    <a:pt x="1060" y="84"/>
                    <a:pt x="1060" y="84"/>
                  </a:cubicBezTo>
                  <a:cubicBezTo>
                    <a:pt x="1084" y="84"/>
                    <a:pt x="1084" y="84"/>
                    <a:pt x="1084" y="92"/>
                  </a:cubicBezTo>
                  <a:cubicBezTo>
                    <a:pt x="1084" y="101"/>
                    <a:pt x="1096" y="105"/>
                    <a:pt x="1110" y="105"/>
                  </a:cubicBezTo>
                  <a:cubicBezTo>
                    <a:pt x="1125" y="105"/>
                    <a:pt x="1142" y="101"/>
                    <a:pt x="1153" y="93"/>
                  </a:cubicBezTo>
                  <a:lnTo>
                    <a:pt x="1153" y="93"/>
                  </a:lnTo>
                  <a:lnTo>
                    <a:pt x="1152" y="101"/>
                  </a:lnTo>
                  <a:cubicBezTo>
                    <a:pt x="1152" y="107"/>
                    <a:pt x="1164" y="113"/>
                    <a:pt x="1212" y="113"/>
                  </a:cubicBezTo>
                  <a:cubicBezTo>
                    <a:pt x="1232" y="113"/>
                    <a:pt x="1258" y="112"/>
                    <a:pt x="1291" y="110"/>
                  </a:cubicBezTo>
                  <a:cubicBezTo>
                    <a:pt x="1383" y="110"/>
                    <a:pt x="1453" y="111"/>
                    <a:pt x="1453" y="119"/>
                  </a:cubicBezTo>
                  <a:cubicBezTo>
                    <a:pt x="1453" y="120"/>
                    <a:pt x="1456" y="121"/>
                    <a:pt x="1462" y="121"/>
                  </a:cubicBezTo>
                  <a:cubicBezTo>
                    <a:pt x="1486" y="121"/>
                    <a:pt x="1554" y="107"/>
                    <a:pt x="1591" y="94"/>
                  </a:cubicBezTo>
                  <a:cubicBezTo>
                    <a:pt x="1591" y="102"/>
                    <a:pt x="1614" y="102"/>
                    <a:pt x="1660" y="102"/>
                  </a:cubicBezTo>
                  <a:cubicBezTo>
                    <a:pt x="1730" y="103"/>
                    <a:pt x="1730" y="103"/>
                    <a:pt x="1730" y="111"/>
                  </a:cubicBezTo>
                  <a:cubicBezTo>
                    <a:pt x="1718" y="119"/>
                    <a:pt x="1712" y="123"/>
                    <a:pt x="1715" y="123"/>
                  </a:cubicBezTo>
                  <a:cubicBezTo>
                    <a:pt x="1718" y="123"/>
                    <a:pt x="1729" y="119"/>
                    <a:pt x="1752" y="111"/>
                  </a:cubicBezTo>
                  <a:cubicBezTo>
                    <a:pt x="1761" y="104"/>
                    <a:pt x="1776" y="102"/>
                    <a:pt x="1792" y="102"/>
                  </a:cubicBezTo>
                  <a:cubicBezTo>
                    <a:pt x="1818" y="102"/>
                    <a:pt x="1845" y="109"/>
                    <a:pt x="1844" y="120"/>
                  </a:cubicBezTo>
                  <a:cubicBezTo>
                    <a:pt x="1844" y="129"/>
                    <a:pt x="1868" y="129"/>
                    <a:pt x="1914" y="129"/>
                  </a:cubicBezTo>
                  <a:cubicBezTo>
                    <a:pt x="1937" y="120"/>
                    <a:pt x="1983" y="120"/>
                    <a:pt x="2029" y="120"/>
                  </a:cubicBezTo>
                  <a:cubicBezTo>
                    <a:pt x="2043" y="120"/>
                    <a:pt x="2054" y="120"/>
                    <a:pt x="2063" y="120"/>
                  </a:cubicBezTo>
                  <a:cubicBezTo>
                    <a:pt x="2099" y="120"/>
                    <a:pt x="2099" y="117"/>
                    <a:pt x="2099" y="103"/>
                  </a:cubicBezTo>
                  <a:cubicBezTo>
                    <a:pt x="2099" y="86"/>
                    <a:pt x="2122" y="86"/>
                    <a:pt x="2168" y="86"/>
                  </a:cubicBezTo>
                  <a:cubicBezTo>
                    <a:pt x="2192" y="87"/>
                    <a:pt x="2214" y="87"/>
                    <a:pt x="2214" y="95"/>
                  </a:cubicBezTo>
                  <a:cubicBezTo>
                    <a:pt x="2229" y="101"/>
                    <a:pt x="2245" y="103"/>
                    <a:pt x="2260" y="104"/>
                  </a:cubicBezTo>
                  <a:cubicBezTo>
                    <a:pt x="2284" y="104"/>
                    <a:pt x="2306" y="104"/>
                    <a:pt x="2306" y="113"/>
                  </a:cubicBezTo>
                  <a:cubicBezTo>
                    <a:pt x="2326" y="118"/>
                    <a:pt x="2346" y="121"/>
                    <a:pt x="2367" y="121"/>
                  </a:cubicBezTo>
                  <a:cubicBezTo>
                    <a:pt x="2370" y="121"/>
                    <a:pt x="2373" y="121"/>
                    <a:pt x="2376" y="121"/>
                  </a:cubicBezTo>
                  <a:cubicBezTo>
                    <a:pt x="2422" y="121"/>
                    <a:pt x="2468" y="122"/>
                    <a:pt x="2468" y="130"/>
                  </a:cubicBezTo>
                  <a:cubicBezTo>
                    <a:pt x="2490" y="130"/>
                    <a:pt x="2490" y="130"/>
                    <a:pt x="2490" y="122"/>
                  </a:cubicBezTo>
                  <a:cubicBezTo>
                    <a:pt x="2491" y="116"/>
                    <a:pt x="2503" y="110"/>
                    <a:pt x="2542" y="110"/>
                  </a:cubicBezTo>
                  <a:cubicBezTo>
                    <a:pt x="2559" y="110"/>
                    <a:pt x="2579" y="111"/>
                    <a:pt x="2606" y="113"/>
                  </a:cubicBezTo>
                  <a:cubicBezTo>
                    <a:pt x="2615" y="113"/>
                    <a:pt x="2626" y="113"/>
                    <a:pt x="2636" y="113"/>
                  </a:cubicBezTo>
                  <a:cubicBezTo>
                    <a:pt x="2678" y="113"/>
                    <a:pt x="2722" y="112"/>
                    <a:pt x="2723" y="105"/>
                  </a:cubicBezTo>
                  <a:cubicBezTo>
                    <a:pt x="2745" y="105"/>
                    <a:pt x="2745" y="105"/>
                    <a:pt x="2745" y="114"/>
                  </a:cubicBezTo>
                  <a:cubicBezTo>
                    <a:pt x="2745" y="123"/>
                    <a:pt x="2757" y="127"/>
                    <a:pt x="2774" y="127"/>
                  </a:cubicBezTo>
                  <a:cubicBezTo>
                    <a:pt x="2791" y="127"/>
                    <a:pt x="2814" y="123"/>
                    <a:pt x="2837" y="114"/>
                  </a:cubicBezTo>
                  <a:cubicBezTo>
                    <a:pt x="2837" y="110"/>
                    <a:pt x="2843" y="107"/>
                    <a:pt x="2852" y="107"/>
                  </a:cubicBezTo>
                  <a:cubicBezTo>
                    <a:pt x="2860" y="107"/>
                    <a:pt x="2872" y="110"/>
                    <a:pt x="2883" y="114"/>
                  </a:cubicBezTo>
                  <a:cubicBezTo>
                    <a:pt x="2899" y="114"/>
                    <a:pt x="2914" y="111"/>
                    <a:pt x="2930" y="106"/>
                  </a:cubicBezTo>
                  <a:cubicBezTo>
                    <a:pt x="2941" y="102"/>
                    <a:pt x="2947" y="100"/>
                    <a:pt x="2955" y="100"/>
                  </a:cubicBezTo>
                  <a:cubicBezTo>
                    <a:pt x="2964" y="100"/>
                    <a:pt x="2976" y="102"/>
                    <a:pt x="2999" y="106"/>
                  </a:cubicBezTo>
                  <a:cubicBezTo>
                    <a:pt x="2999" y="114"/>
                    <a:pt x="3022" y="114"/>
                    <a:pt x="3045" y="114"/>
                  </a:cubicBezTo>
                  <a:cubicBezTo>
                    <a:pt x="3055" y="113"/>
                    <a:pt x="3076" y="112"/>
                    <a:pt x="3102" y="112"/>
                  </a:cubicBezTo>
                  <a:cubicBezTo>
                    <a:pt x="3193" y="112"/>
                    <a:pt x="3351" y="121"/>
                    <a:pt x="3368" y="135"/>
                  </a:cubicBezTo>
                  <a:cubicBezTo>
                    <a:pt x="3376" y="132"/>
                    <a:pt x="3385" y="131"/>
                    <a:pt x="3394" y="131"/>
                  </a:cubicBezTo>
                  <a:cubicBezTo>
                    <a:pt x="3401" y="131"/>
                    <a:pt x="3408" y="132"/>
                    <a:pt x="3415" y="133"/>
                  </a:cubicBezTo>
                  <a:cubicBezTo>
                    <a:pt x="3424" y="142"/>
                    <a:pt x="3434" y="146"/>
                    <a:pt x="3442" y="146"/>
                  </a:cubicBezTo>
                  <a:cubicBezTo>
                    <a:pt x="3453" y="146"/>
                    <a:pt x="3461" y="140"/>
                    <a:pt x="3462" y="131"/>
                  </a:cubicBezTo>
                  <a:lnTo>
                    <a:pt x="3439" y="128"/>
                  </a:lnTo>
                  <a:lnTo>
                    <a:pt x="3416" y="124"/>
                  </a:lnTo>
                  <a:cubicBezTo>
                    <a:pt x="3417" y="118"/>
                    <a:pt x="3426" y="116"/>
                    <a:pt x="3437" y="116"/>
                  </a:cubicBezTo>
                  <a:cubicBezTo>
                    <a:pt x="3458" y="116"/>
                    <a:pt x="3487" y="126"/>
                    <a:pt x="3484" y="142"/>
                  </a:cubicBezTo>
                  <a:cubicBezTo>
                    <a:pt x="3495" y="153"/>
                    <a:pt x="3499" y="158"/>
                    <a:pt x="3506" y="158"/>
                  </a:cubicBezTo>
                  <a:cubicBezTo>
                    <a:pt x="3511" y="158"/>
                    <a:pt x="3518" y="155"/>
                    <a:pt x="3529" y="149"/>
                  </a:cubicBezTo>
                  <a:cubicBezTo>
                    <a:pt x="3537" y="145"/>
                    <a:pt x="3546" y="143"/>
                    <a:pt x="3554" y="143"/>
                  </a:cubicBezTo>
                  <a:cubicBezTo>
                    <a:pt x="3571" y="143"/>
                    <a:pt x="3587" y="150"/>
                    <a:pt x="3598" y="165"/>
                  </a:cubicBezTo>
                  <a:cubicBezTo>
                    <a:pt x="3595" y="174"/>
                    <a:pt x="3594" y="178"/>
                    <a:pt x="3598" y="178"/>
                  </a:cubicBezTo>
                  <a:cubicBezTo>
                    <a:pt x="3601" y="178"/>
                    <a:pt x="3608" y="175"/>
                    <a:pt x="3620" y="170"/>
                  </a:cubicBezTo>
                  <a:cubicBezTo>
                    <a:pt x="3641" y="162"/>
                    <a:pt x="3664" y="157"/>
                    <a:pt x="3684" y="157"/>
                  </a:cubicBezTo>
                  <a:cubicBezTo>
                    <a:pt x="3717" y="157"/>
                    <a:pt x="3742" y="168"/>
                    <a:pt x="3736" y="188"/>
                  </a:cubicBezTo>
                  <a:cubicBezTo>
                    <a:pt x="3731" y="205"/>
                    <a:pt x="3750" y="218"/>
                    <a:pt x="3773" y="226"/>
                  </a:cubicBezTo>
                  <a:cubicBezTo>
                    <a:pt x="3778" y="228"/>
                    <a:pt x="3783" y="229"/>
                    <a:pt x="3786" y="229"/>
                  </a:cubicBezTo>
                  <a:cubicBezTo>
                    <a:pt x="3796" y="229"/>
                    <a:pt x="3798" y="223"/>
                    <a:pt x="3799" y="217"/>
                  </a:cubicBezTo>
                  <a:cubicBezTo>
                    <a:pt x="3793" y="208"/>
                    <a:pt x="3792" y="203"/>
                    <a:pt x="3797" y="203"/>
                  </a:cubicBezTo>
                  <a:cubicBezTo>
                    <a:pt x="3803" y="203"/>
                    <a:pt x="3821" y="213"/>
                    <a:pt x="3843" y="232"/>
                  </a:cubicBezTo>
                  <a:cubicBezTo>
                    <a:pt x="3900" y="279"/>
                    <a:pt x="3944" y="289"/>
                    <a:pt x="4014" y="303"/>
                  </a:cubicBezTo>
                  <a:cubicBezTo>
                    <a:pt x="4090" y="320"/>
                    <a:pt x="4147" y="343"/>
                    <a:pt x="4124" y="343"/>
                  </a:cubicBezTo>
                  <a:cubicBezTo>
                    <a:pt x="4119" y="343"/>
                    <a:pt x="4111" y="342"/>
                    <a:pt x="4099" y="340"/>
                  </a:cubicBezTo>
                  <a:cubicBezTo>
                    <a:pt x="4082" y="338"/>
                    <a:pt x="4070" y="338"/>
                    <a:pt x="4065" y="338"/>
                  </a:cubicBezTo>
                  <a:cubicBezTo>
                    <a:pt x="4055" y="338"/>
                    <a:pt x="4066" y="340"/>
                    <a:pt x="4096" y="347"/>
                  </a:cubicBezTo>
                  <a:cubicBezTo>
                    <a:pt x="4132" y="361"/>
                    <a:pt x="4165" y="378"/>
                    <a:pt x="4199" y="397"/>
                  </a:cubicBezTo>
                  <a:cubicBezTo>
                    <a:pt x="4212" y="404"/>
                    <a:pt x="4226" y="408"/>
                    <a:pt x="4236" y="408"/>
                  </a:cubicBezTo>
                  <a:cubicBezTo>
                    <a:pt x="4242" y="408"/>
                    <a:pt x="4247" y="406"/>
                    <a:pt x="4248" y="404"/>
                  </a:cubicBezTo>
                  <a:cubicBezTo>
                    <a:pt x="4261" y="429"/>
                    <a:pt x="4295" y="458"/>
                    <a:pt x="4345" y="466"/>
                  </a:cubicBezTo>
                  <a:cubicBezTo>
                    <a:pt x="4359" y="473"/>
                    <a:pt x="4372" y="482"/>
                    <a:pt x="4384" y="491"/>
                  </a:cubicBezTo>
                  <a:cubicBezTo>
                    <a:pt x="4396" y="501"/>
                    <a:pt x="4412" y="507"/>
                    <a:pt x="4428" y="509"/>
                  </a:cubicBezTo>
                  <a:cubicBezTo>
                    <a:pt x="4451" y="515"/>
                    <a:pt x="4466" y="535"/>
                    <a:pt x="4480" y="555"/>
                  </a:cubicBezTo>
                  <a:cubicBezTo>
                    <a:pt x="4493" y="571"/>
                    <a:pt x="4505" y="589"/>
                    <a:pt x="4511" y="589"/>
                  </a:cubicBezTo>
                  <a:cubicBezTo>
                    <a:pt x="4512" y="589"/>
                    <a:pt x="4513" y="588"/>
                    <a:pt x="4514" y="587"/>
                  </a:cubicBezTo>
                  <a:cubicBezTo>
                    <a:pt x="4515" y="586"/>
                    <a:pt x="4517" y="586"/>
                    <a:pt x="4519" y="586"/>
                  </a:cubicBezTo>
                  <a:cubicBezTo>
                    <a:pt x="4533" y="586"/>
                    <a:pt x="4566" y="601"/>
                    <a:pt x="4585" y="608"/>
                  </a:cubicBezTo>
                  <a:cubicBezTo>
                    <a:pt x="4605" y="614"/>
                    <a:pt x="4617" y="631"/>
                    <a:pt x="4606" y="631"/>
                  </a:cubicBezTo>
                  <a:cubicBezTo>
                    <a:pt x="4604" y="631"/>
                    <a:pt x="4602" y="630"/>
                    <a:pt x="4598" y="629"/>
                  </a:cubicBezTo>
                  <a:lnTo>
                    <a:pt x="4598" y="629"/>
                  </a:lnTo>
                  <a:cubicBezTo>
                    <a:pt x="4593" y="636"/>
                    <a:pt x="4593" y="636"/>
                    <a:pt x="4623" y="672"/>
                  </a:cubicBezTo>
                  <a:cubicBezTo>
                    <a:pt x="4639" y="684"/>
                    <a:pt x="4670" y="709"/>
                    <a:pt x="4680" y="709"/>
                  </a:cubicBezTo>
                  <a:cubicBezTo>
                    <a:pt x="4681" y="709"/>
                    <a:pt x="4682" y="708"/>
                    <a:pt x="4682" y="708"/>
                  </a:cubicBezTo>
                  <a:cubicBezTo>
                    <a:pt x="4683" y="707"/>
                    <a:pt x="4683" y="707"/>
                    <a:pt x="4684" y="707"/>
                  </a:cubicBezTo>
                  <a:cubicBezTo>
                    <a:pt x="4699" y="707"/>
                    <a:pt x="4792" y="796"/>
                    <a:pt x="4802" y="816"/>
                  </a:cubicBezTo>
                  <a:lnTo>
                    <a:pt x="4835" y="849"/>
                  </a:lnTo>
                  <a:cubicBezTo>
                    <a:pt x="4852" y="865"/>
                    <a:pt x="4876" y="874"/>
                    <a:pt x="4891" y="891"/>
                  </a:cubicBezTo>
                  <a:cubicBezTo>
                    <a:pt x="4901" y="904"/>
                    <a:pt x="4913" y="913"/>
                    <a:pt x="4928" y="921"/>
                  </a:cubicBezTo>
                  <a:cubicBezTo>
                    <a:pt x="4943" y="939"/>
                    <a:pt x="4958" y="955"/>
                    <a:pt x="4952" y="961"/>
                  </a:cubicBezTo>
                  <a:cubicBezTo>
                    <a:pt x="4981" y="968"/>
                    <a:pt x="4981" y="968"/>
                    <a:pt x="4983" y="996"/>
                  </a:cubicBezTo>
                  <a:cubicBezTo>
                    <a:pt x="4970" y="1007"/>
                    <a:pt x="4970" y="1007"/>
                    <a:pt x="4998" y="1014"/>
                  </a:cubicBezTo>
                  <a:cubicBezTo>
                    <a:pt x="5020" y="1026"/>
                    <a:pt x="5020" y="1025"/>
                    <a:pt x="5028" y="1049"/>
                  </a:cubicBezTo>
                  <a:cubicBezTo>
                    <a:pt x="5022" y="1054"/>
                    <a:pt x="5032" y="1068"/>
                    <a:pt x="5039" y="1068"/>
                  </a:cubicBezTo>
                  <a:cubicBezTo>
                    <a:pt x="5040" y="1068"/>
                    <a:pt x="5041" y="1068"/>
                    <a:pt x="5041" y="1068"/>
                  </a:cubicBezTo>
                  <a:cubicBezTo>
                    <a:pt x="5069" y="1075"/>
                    <a:pt x="5118" y="1127"/>
                    <a:pt x="5103" y="1137"/>
                  </a:cubicBezTo>
                  <a:cubicBezTo>
                    <a:pt x="5113" y="1150"/>
                    <a:pt x="5125" y="1161"/>
                    <a:pt x="5138" y="1170"/>
                  </a:cubicBezTo>
                  <a:cubicBezTo>
                    <a:pt x="5166" y="1179"/>
                    <a:pt x="5166" y="1179"/>
                    <a:pt x="5152" y="1188"/>
                  </a:cubicBezTo>
                  <a:cubicBezTo>
                    <a:pt x="5150" y="1213"/>
                    <a:pt x="5166" y="1238"/>
                    <a:pt x="5190" y="1247"/>
                  </a:cubicBezTo>
                  <a:cubicBezTo>
                    <a:pt x="5203" y="1257"/>
                    <a:pt x="5211" y="1271"/>
                    <a:pt x="5214" y="1286"/>
                  </a:cubicBezTo>
                  <a:cubicBezTo>
                    <a:pt x="5231" y="1326"/>
                    <a:pt x="5283" y="1430"/>
                    <a:pt x="5295" y="1430"/>
                  </a:cubicBezTo>
                  <a:cubicBezTo>
                    <a:pt x="5296" y="1430"/>
                    <a:pt x="5297" y="1429"/>
                    <a:pt x="5297" y="1427"/>
                  </a:cubicBezTo>
                  <a:lnTo>
                    <a:pt x="5317" y="1469"/>
                  </a:lnTo>
                  <a:cubicBezTo>
                    <a:pt x="5331" y="1514"/>
                    <a:pt x="5341" y="1534"/>
                    <a:pt x="5359" y="1552"/>
                  </a:cubicBezTo>
                  <a:lnTo>
                    <a:pt x="5377" y="1570"/>
                  </a:lnTo>
                  <a:cubicBezTo>
                    <a:pt x="5369" y="1574"/>
                    <a:pt x="5372" y="1597"/>
                    <a:pt x="5381" y="1618"/>
                  </a:cubicBezTo>
                  <a:cubicBezTo>
                    <a:pt x="5387" y="1635"/>
                    <a:pt x="5388" y="1639"/>
                    <a:pt x="5392" y="1639"/>
                  </a:cubicBezTo>
                  <a:cubicBezTo>
                    <a:pt x="5393" y="1639"/>
                    <a:pt x="5395" y="1638"/>
                    <a:pt x="5397" y="1637"/>
                  </a:cubicBezTo>
                  <a:cubicBezTo>
                    <a:pt x="5397" y="1630"/>
                    <a:pt x="5398" y="1626"/>
                    <a:pt x="5399" y="1626"/>
                  </a:cubicBezTo>
                  <a:cubicBezTo>
                    <a:pt x="5402" y="1626"/>
                    <a:pt x="5408" y="1641"/>
                    <a:pt x="5414" y="1655"/>
                  </a:cubicBezTo>
                  <a:cubicBezTo>
                    <a:pt x="5422" y="1678"/>
                    <a:pt x="5422" y="1703"/>
                    <a:pt x="5414" y="1705"/>
                  </a:cubicBezTo>
                  <a:lnTo>
                    <a:pt x="5423" y="1727"/>
                  </a:lnTo>
                  <a:cubicBezTo>
                    <a:pt x="5425" y="1727"/>
                    <a:pt x="5426" y="1726"/>
                    <a:pt x="5428" y="1726"/>
                  </a:cubicBezTo>
                  <a:cubicBezTo>
                    <a:pt x="5440" y="1726"/>
                    <a:pt x="5446" y="1743"/>
                    <a:pt x="5438" y="1746"/>
                  </a:cubicBezTo>
                  <a:cubicBezTo>
                    <a:pt x="5441" y="1769"/>
                    <a:pt x="5446" y="1792"/>
                    <a:pt x="5455" y="1814"/>
                  </a:cubicBezTo>
                  <a:cubicBezTo>
                    <a:pt x="5456" y="1814"/>
                    <a:pt x="5456" y="1813"/>
                    <a:pt x="5456" y="1813"/>
                  </a:cubicBezTo>
                  <a:cubicBezTo>
                    <a:pt x="5462" y="1813"/>
                    <a:pt x="5463" y="1823"/>
                    <a:pt x="5461" y="1823"/>
                  </a:cubicBezTo>
                  <a:cubicBezTo>
                    <a:pt x="5460" y="1823"/>
                    <a:pt x="5458" y="1821"/>
                    <a:pt x="5455" y="1814"/>
                  </a:cubicBezTo>
                  <a:lnTo>
                    <a:pt x="5447" y="1816"/>
                  </a:lnTo>
                  <a:cubicBezTo>
                    <a:pt x="5447" y="1833"/>
                    <a:pt x="5450" y="1837"/>
                    <a:pt x="5455" y="1837"/>
                  </a:cubicBezTo>
                  <a:cubicBezTo>
                    <a:pt x="5457" y="1837"/>
                    <a:pt x="5460" y="1837"/>
                    <a:pt x="5462" y="1836"/>
                  </a:cubicBezTo>
                  <a:lnTo>
                    <a:pt x="5475" y="1881"/>
                  </a:lnTo>
                  <a:cubicBezTo>
                    <a:pt x="5479" y="1896"/>
                    <a:pt x="5484" y="1911"/>
                    <a:pt x="5487" y="1911"/>
                  </a:cubicBezTo>
                  <a:cubicBezTo>
                    <a:pt x="5488" y="1911"/>
                    <a:pt x="5489" y="1908"/>
                    <a:pt x="5490" y="1900"/>
                  </a:cubicBezTo>
                  <a:cubicBezTo>
                    <a:pt x="5492" y="1899"/>
                    <a:pt x="5495" y="1899"/>
                    <a:pt x="5497" y="1899"/>
                  </a:cubicBezTo>
                  <a:cubicBezTo>
                    <a:pt x="5502" y="1899"/>
                    <a:pt x="5508" y="1902"/>
                    <a:pt x="5512" y="1919"/>
                  </a:cubicBezTo>
                  <a:cubicBezTo>
                    <a:pt x="5513" y="1919"/>
                    <a:pt x="5513" y="1919"/>
                    <a:pt x="5513" y="1919"/>
                  </a:cubicBezTo>
                  <a:cubicBezTo>
                    <a:pt x="5518" y="1919"/>
                    <a:pt x="5519" y="1929"/>
                    <a:pt x="5517" y="1929"/>
                  </a:cubicBezTo>
                  <a:cubicBezTo>
                    <a:pt x="5516" y="1929"/>
                    <a:pt x="5515" y="1926"/>
                    <a:pt x="5512" y="1919"/>
                  </a:cubicBezTo>
                  <a:cubicBezTo>
                    <a:pt x="5505" y="1920"/>
                    <a:pt x="5496" y="1922"/>
                    <a:pt x="5502" y="1945"/>
                  </a:cubicBezTo>
                  <a:cubicBezTo>
                    <a:pt x="5509" y="1967"/>
                    <a:pt x="5500" y="1970"/>
                    <a:pt x="5500" y="1970"/>
                  </a:cubicBezTo>
                  <a:cubicBezTo>
                    <a:pt x="5498" y="1968"/>
                    <a:pt x="5496" y="1967"/>
                    <a:pt x="5495" y="1967"/>
                  </a:cubicBezTo>
                  <a:cubicBezTo>
                    <a:pt x="5483" y="1967"/>
                    <a:pt x="5515" y="2040"/>
                    <a:pt x="5524" y="2059"/>
                  </a:cubicBezTo>
                  <a:cubicBezTo>
                    <a:pt x="5549" y="2102"/>
                    <a:pt x="5554" y="2124"/>
                    <a:pt x="5537" y="2128"/>
                  </a:cubicBezTo>
                  <a:cubicBezTo>
                    <a:pt x="5520" y="2131"/>
                    <a:pt x="5545" y="2173"/>
                    <a:pt x="5575" y="2192"/>
                  </a:cubicBezTo>
                  <a:lnTo>
                    <a:pt x="5604" y="2212"/>
                  </a:lnTo>
                  <a:lnTo>
                    <a:pt x="5579" y="2215"/>
                  </a:lnTo>
                  <a:cubicBezTo>
                    <a:pt x="5549" y="2243"/>
                    <a:pt x="5551" y="2243"/>
                    <a:pt x="5579" y="2309"/>
                  </a:cubicBezTo>
                  <a:cubicBezTo>
                    <a:pt x="5594" y="2353"/>
                    <a:pt x="5594" y="2353"/>
                    <a:pt x="5585" y="2354"/>
                  </a:cubicBezTo>
                  <a:cubicBezTo>
                    <a:pt x="5578" y="2355"/>
                    <a:pt x="5581" y="2378"/>
                    <a:pt x="5592" y="2446"/>
                  </a:cubicBezTo>
                  <a:cubicBezTo>
                    <a:pt x="5603" y="2513"/>
                    <a:pt x="5607" y="2537"/>
                    <a:pt x="5615" y="2537"/>
                  </a:cubicBezTo>
                  <a:cubicBezTo>
                    <a:pt x="5615" y="2537"/>
                    <a:pt x="5615" y="2537"/>
                    <a:pt x="5616" y="2537"/>
                  </a:cubicBezTo>
                  <a:lnTo>
                    <a:pt x="5624" y="2582"/>
                  </a:lnTo>
                  <a:cubicBezTo>
                    <a:pt x="5613" y="2602"/>
                    <a:pt x="5620" y="2634"/>
                    <a:pt x="5631" y="2634"/>
                  </a:cubicBezTo>
                  <a:cubicBezTo>
                    <a:pt x="5634" y="2634"/>
                    <a:pt x="5636" y="2632"/>
                    <a:pt x="5639" y="2627"/>
                  </a:cubicBezTo>
                  <a:cubicBezTo>
                    <a:pt x="5639" y="2627"/>
                    <a:pt x="5643" y="2649"/>
                    <a:pt x="5646" y="2672"/>
                  </a:cubicBezTo>
                  <a:lnTo>
                    <a:pt x="5638" y="2673"/>
                  </a:lnTo>
                  <a:cubicBezTo>
                    <a:pt x="5629" y="2674"/>
                    <a:pt x="5637" y="2720"/>
                    <a:pt x="5667" y="2902"/>
                  </a:cubicBezTo>
                  <a:cubicBezTo>
                    <a:pt x="5700" y="3099"/>
                    <a:pt x="5704" y="3128"/>
                    <a:pt x="5719" y="3128"/>
                  </a:cubicBezTo>
                  <a:cubicBezTo>
                    <a:pt x="5720" y="3128"/>
                    <a:pt x="5720" y="3128"/>
                    <a:pt x="5721" y="3128"/>
                  </a:cubicBezTo>
                  <a:cubicBezTo>
                    <a:pt x="5741" y="3149"/>
                    <a:pt x="5746" y="3171"/>
                    <a:pt x="5729" y="3173"/>
                  </a:cubicBezTo>
                  <a:cubicBezTo>
                    <a:pt x="5720" y="3174"/>
                    <a:pt x="5716" y="3197"/>
                    <a:pt x="5723" y="3197"/>
                  </a:cubicBezTo>
                  <a:cubicBezTo>
                    <a:pt x="5723" y="3197"/>
                    <a:pt x="5723" y="3197"/>
                    <a:pt x="5723" y="3197"/>
                  </a:cubicBezTo>
                  <a:cubicBezTo>
                    <a:pt x="5728" y="3220"/>
                    <a:pt x="5729" y="3244"/>
                    <a:pt x="5727" y="3266"/>
                  </a:cubicBezTo>
                  <a:cubicBezTo>
                    <a:pt x="5721" y="3335"/>
                    <a:pt x="5733" y="3358"/>
                    <a:pt x="5741" y="3358"/>
                  </a:cubicBezTo>
                  <a:cubicBezTo>
                    <a:pt x="5741" y="3358"/>
                    <a:pt x="5741" y="3358"/>
                    <a:pt x="5741" y="3358"/>
                  </a:cubicBezTo>
                  <a:cubicBezTo>
                    <a:pt x="5745" y="3350"/>
                    <a:pt x="5748" y="3347"/>
                    <a:pt x="5749" y="3347"/>
                  </a:cubicBezTo>
                  <a:cubicBezTo>
                    <a:pt x="5752" y="3347"/>
                    <a:pt x="5749" y="3364"/>
                    <a:pt x="5745" y="3381"/>
                  </a:cubicBezTo>
                  <a:cubicBezTo>
                    <a:pt x="5740" y="3404"/>
                    <a:pt x="5736" y="3428"/>
                    <a:pt x="5744" y="3428"/>
                  </a:cubicBezTo>
                  <a:cubicBezTo>
                    <a:pt x="5744" y="3428"/>
                    <a:pt x="5744" y="3428"/>
                    <a:pt x="5745" y="3428"/>
                  </a:cubicBezTo>
                  <a:cubicBezTo>
                    <a:pt x="5756" y="3449"/>
                    <a:pt x="5787" y="3585"/>
                    <a:pt x="5770" y="3587"/>
                  </a:cubicBezTo>
                  <a:cubicBezTo>
                    <a:pt x="5770" y="3587"/>
                    <a:pt x="5774" y="3610"/>
                    <a:pt x="5777" y="3632"/>
                  </a:cubicBezTo>
                  <a:cubicBezTo>
                    <a:pt x="5777" y="3632"/>
                    <a:pt x="5777" y="3632"/>
                    <a:pt x="5778" y="3632"/>
                  </a:cubicBezTo>
                  <a:cubicBezTo>
                    <a:pt x="5786" y="3632"/>
                    <a:pt x="5794" y="3677"/>
                    <a:pt x="5801" y="3722"/>
                  </a:cubicBezTo>
                  <a:cubicBezTo>
                    <a:pt x="5809" y="3768"/>
                    <a:pt x="5812" y="3790"/>
                    <a:pt x="5804" y="3791"/>
                  </a:cubicBezTo>
                  <a:cubicBezTo>
                    <a:pt x="5801" y="3786"/>
                    <a:pt x="5799" y="3783"/>
                    <a:pt x="5798" y="3783"/>
                  </a:cubicBezTo>
                  <a:cubicBezTo>
                    <a:pt x="5794" y="3783"/>
                    <a:pt x="5799" y="3804"/>
                    <a:pt x="5811" y="3837"/>
                  </a:cubicBezTo>
                  <a:cubicBezTo>
                    <a:pt x="5815" y="3860"/>
                    <a:pt x="5836" y="3881"/>
                    <a:pt x="5839" y="3903"/>
                  </a:cubicBezTo>
                  <a:cubicBezTo>
                    <a:pt x="5839" y="3903"/>
                    <a:pt x="5839" y="3903"/>
                    <a:pt x="5840" y="3903"/>
                  </a:cubicBezTo>
                  <a:cubicBezTo>
                    <a:pt x="5848" y="3903"/>
                    <a:pt x="5860" y="3924"/>
                    <a:pt x="5864" y="3946"/>
                  </a:cubicBezTo>
                  <a:lnTo>
                    <a:pt x="5856" y="3947"/>
                  </a:lnTo>
                  <a:lnTo>
                    <a:pt x="5839" y="3951"/>
                  </a:lnTo>
                  <a:cubicBezTo>
                    <a:pt x="5842" y="3972"/>
                    <a:pt x="5845" y="3994"/>
                    <a:pt x="5854" y="3994"/>
                  </a:cubicBezTo>
                  <a:cubicBezTo>
                    <a:pt x="5854" y="3994"/>
                    <a:pt x="5854" y="3994"/>
                    <a:pt x="5855" y="3994"/>
                  </a:cubicBezTo>
                  <a:lnTo>
                    <a:pt x="5855" y="3994"/>
                  </a:lnTo>
                  <a:cubicBezTo>
                    <a:pt x="5850" y="4018"/>
                    <a:pt x="5853" y="4041"/>
                    <a:pt x="5861" y="4086"/>
                  </a:cubicBezTo>
                  <a:cubicBezTo>
                    <a:pt x="5868" y="4132"/>
                    <a:pt x="5876" y="4178"/>
                    <a:pt x="5888" y="4200"/>
                  </a:cubicBezTo>
                  <a:cubicBezTo>
                    <a:pt x="5875" y="4224"/>
                    <a:pt x="5897" y="4361"/>
                    <a:pt x="5917" y="4381"/>
                  </a:cubicBezTo>
                  <a:cubicBezTo>
                    <a:pt x="5918" y="4381"/>
                    <a:pt x="5918" y="4381"/>
                    <a:pt x="5918" y="4381"/>
                  </a:cubicBezTo>
                  <a:cubicBezTo>
                    <a:pt x="5927" y="4381"/>
                    <a:pt x="5930" y="4404"/>
                    <a:pt x="5925" y="4427"/>
                  </a:cubicBezTo>
                  <a:cubicBezTo>
                    <a:pt x="5921" y="4451"/>
                    <a:pt x="5921" y="4451"/>
                    <a:pt x="5933" y="4473"/>
                  </a:cubicBezTo>
                  <a:cubicBezTo>
                    <a:pt x="5944" y="4495"/>
                    <a:pt x="5940" y="4518"/>
                    <a:pt x="5935" y="4542"/>
                  </a:cubicBezTo>
                  <a:cubicBezTo>
                    <a:pt x="5923" y="4564"/>
                    <a:pt x="5924" y="4591"/>
                    <a:pt x="5938" y="4611"/>
                  </a:cubicBezTo>
                  <a:cubicBezTo>
                    <a:pt x="5951" y="4648"/>
                    <a:pt x="5960" y="4686"/>
                    <a:pt x="5966" y="4725"/>
                  </a:cubicBezTo>
                  <a:cubicBezTo>
                    <a:pt x="5977" y="4756"/>
                    <a:pt x="5982" y="4777"/>
                    <a:pt x="5985" y="4777"/>
                  </a:cubicBezTo>
                  <a:cubicBezTo>
                    <a:pt x="5987" y="4777"/>
                    <a:pt x="5988" y="4774"/>
                    <a:pt x="5989" y="4767"/>
                  </a:cubicBezTo>
                  <a:cubicBezTo>
                    <a:pt x="5989" y="4767"/>
                    <a:pt x="5990" y="4767"/>
                    <a:pt x="5990" y="4767"/>
                  </a:cubicBezTo>
                  <a:cubicBezTo>
                    <a:pt x="5999" y="4767"/>
                    <a:pt x="6011" y="4789"/>
                    <a:pt x="6011" y="4789"/>
                  </a:cubicBezTo>
                  <a:cubicBezTo>
                    <a:pt x="6020" y="4814"/>
                    <a:pt x="6020" y="4825"/>
                    <a:pt x="6019" y="4825"/>
                  </a:cubicBezTo>
                  <a:cubicBezTo>
                    <a:pt x="6018" y="4825"/>
                    <a:pt x="6015" y="4820"/>
                    <a:pt x="6014" y="4811"/>
                  </a:cubicBezTo>
                  <a:cubicBezTo>
                    <a:pt x="6007" y="4792"/>
                    <a:pt x="6004" y="4786"/>
                    <a:pt x="6002" y="4786"/>
                  </a:cubicBezTo>
                  <a:cubicBezTo>
                    <a:pt x="6000" y="4786"/>
                    <a:pt x="6000" y="4799"/>
                    <a:pt x="5997" y="4813"/>
                  </a:cubicBezTo>
                  <a:cubicBezTo>
                    <a:pt x="5993" y="4837"/>
                    <a:pt x="5999" y="4883"/>
                    <a:pt x="6004" y="4905"/>
                  </a:cubicBezTo>
                  <a:cubicBezTo>
                    <a:pt x="6007" y="4929"/>
                    <a:pt x="6015" y="4974"/>
                    <a:pt x="6018" y="4997"/>
                  </a:cubicBezTo>
                  <a:cubicBezTo>
                    <a:pt x="6021" y="5064"/>
                    <a:pt x="6025" y="5088"/>
                    <a:pt x="6032" y="5088"/>
                  </a:cubicBezTo>
                  <a:cubicBezTo>
                    <a:pt x="6033" y="5088"/>
                    <a:pt x="6033" y="5088"/>
                    <a:pt x="6033" y="5088"/>
                  </a:cubicBezTo>
                  <a:cubicBezTo>
                    <a:pt x="6043" y="5087"/>
                    <a:pt x="6047" y="5086"/>
                    <a:pt x="6047" y="5086"/>
                  </a:cubicBezTo>
                  <a:lnTo>
                    <a:pt x="6047" y="5086"/>
                  </a:lnTo>
                  <a:cubicBezTo>
                    <a:pt x="6047" y="5086"/>
                    <a:pt x="6045" y="5086"/>
                    <a:pt x="6042" y="5087"/>
                  </a:cubicBezTo>
                  <a:cubicBezTo>
                    <a:pt x="6028" y="5112"/>
                    <a:pt x="6070" y="5362"/>
                    <a:pt x="6090" y="5383"/>
                  </a:cubicBezTo>
                  <a:lnTo>
                    <a:pt x="6082" y="5384"/>
                  </a:lnTo>
                  <a:cubicBezTo>
                    <a:pt x="6073" y="5385"/>
                    <a:pt x="6077" y="5408"/>
                    <a:pt x="6085" y="5454"/>
                  </a:cubicBezTo>
                  <a:cubicBezTo>
                    <a:pt x="6088" y="5476"/>
                    <a:pt x="6111" y="5566"/>
                    <a:pt x="6123" y="5634"/>
                  </a:cubicBezTo>
                  <a:cubicBezTo>
                    <a:pt x="6137" y="5725"/>
                    <a:pt x="6148" y="5793"/>
                    <a:pt x="6157" y="5793"/>
                  </a:cubicBezTo>
                  <a:cubicBezTo>
                    <a:pt x="6157" y="5793"/>
                    <a:pt x="6157" y="5793"/>
                    <a:pt x="6157" y="5793"/>
                  </a:cubicBezTo>
                  <a:lnTo>
                    <a:pt x="6157" y="5793"/>
                  </a:lnTo>
                  <a:cubicBezTo>
                    <a:pt x="6161" y="5816"/>
                    <a:pt x="6161" y="5816"/>
                    <a:pt x="6153" y="5817"/>
                  </a:cubicBezTo>
                  <a:cubicBezTo>
                    <a:pt x="6149" y="5811"/>
                    <a:pt x="6147" y="5808"/>
                    <a:pt x="6146" y="5808"/>
                  </a:cubicBezTo>
                  <a:cubicBezTo>
                    <a:pt x="6143" y="5808"/>
                    <a:pt x="6145" y="5825"/>
                    <a:pt x="6147" y="5841"/>
                  </a:cubicBezTo>
                  <a:cubicBezTo>
                    <a:pt x="6151" y="5858"/>
                    <a:pt x="6156" y="5861"/>
                    <a:pt x="6163" y="5861"/>
                  </a:cubicBezTo>
                  <a:cubicBezTo>
                    <a:pt x="6165" y="5861"/>
                    <a:pt x="6167" y="5861"/>
                    <a:pt x="6169" y="5861"/>
                  </a:cubicBezTo>
                  <a:cubicBezTo>
                    <a:pt x="6169" y="5861"/>
                    <a:pt x="6169" y="5861"/>
                    <a:pt x="6169" y="5861"/>
                  </a:cubicBezTo>
                  <a:cubicBezTo>
                    <a:pt x="6177" y="5861"/>
                    <a:pt x="6181" y="5883"/>
                    <a:pt x="6180" y="5929"/>
                  </a:cubicBezTo>
                  <a:cubicBezTo>
                    <a:pt x="6181" y="5991"/>
                    <a:pt x="6191" y="6053"/>
                    <a:pt x="6209" y="6111"/>
                  </a:cubicBezTo>
                  <a:cubicBezTo>
                    <a:pt x="6214" y="6135"/>
                    <a:pt x="6217" y="6157"/>
                    <a:pt x="6209" y="6158"/>
                  </a:cubicBezTo>
                  <a:cubicBezTo>
                    <a:pt x="6201" y="6198"/>
                    <a:pt x="6208" y="6238"/>
                    <a:pt x="6227" y="6273"/>
                  </a:cubicBezTo>
                  <a:cubicBezTo>
                    <a:pt x="6230" y="6295"/>
                    <a:pt x="6230" y="6295"/>
                    <a:pt x="6223" y="6296"/>
                  </a:cubicBezTo>
                  <a:cubicBezTo>
                    <a:pt x="6218" y="6320"/>
                    <a:pt x="6209" y="6321"/>
                    <a:pt x="6230" y="6342"/>
                  </a:cubicBezTo>
                  <a:cubicBezTo>
                    <a:pt x="6247" y="6393"/>
                    <a:pt x="6256" y="6447"/>
                    <a:pt x="6256" y="6502"/>
                  </a:cubicBezTo>
                  <a:cubicBezTo>
                    <a:pt x="6259" y="6523"/>
                    <a:pt x="6263" y="6545"/>
                    <a:pt x="6271" y="6545"/>
                  </a:cubicBezTo>
                  <a:cubicBezTo>
                    <a:pt x="6271" y="6545"/>
                    <a:pt x="6272" y="6545"/>
                    <a:pt x="6272" y="6545"/>
                  </a:cubicBezTo>
                  <a:lnTo>
                    <a:pt x="6280" y="6544"/>
                  </a:lnTo>
                  <a:lnTo>
                    <a:pt x="6280" y="6544"/>
                  </a:lnTo>
                  <a:cubicBezTo>
                    <a:pt x="6267" y="6570"/>
                    <a:pt x="6267" y="6570"/>
                    <a:pt x="6288" y="6590"/>
                  </a:cubicBezTo>
                  <a:cubicBezTo>
                    <a:pt x="6288" y="6590"/>
                    <a:pt x="6288" y="6590"/>
                    <a:pt x="6288" y="6590"/>
                  </a:cubicBezTo>
                  <a:cubicBezTo>
                    <a:pt x="6297" y="6590"/>
                    <a:pt x="6300" y="6611"/>
                    <a:pt x="6291" y="6613"/>
                  </a:cubicBezTo>
                  <a:cubicBezTo>
                    <a:pt x="6289" y="6628"/>
                    <a:pt x="6289" y="6644"/>
                    <a:pt x="6291" y="6660"/>
                  </a:cubicBezTo>
                  <a:cubicBezTo>
                    <a:pt x="6294" y="6682"/>
                    <a:pt x="6321" y="6795"/>
                    <a:pt x="6340" y="6909"/>
                  </a:cubicBezTo>
                  <a:cubicBezTo>
                    <a:pt x="6369" y="7090"/>
                    <a:pt x="6381" y="7158"/>
                    <a:pt x="6389" y="7158"/>
                  </a:cubicBezTo>
                  <a:cubicBezTo>
                    <a:pt x="6390" y="7158"/>
                    <a:pt x="6390" y="7158"/>
                    <a:pt x="6390" y="7158"/>
                  </a:cubicBezTo>
                  <a:cubicBezTo>
                    <a:pt x="6402" y="7180"/>
                    <a:pt x="6402" y="7180"/>
                    <a:pt x="6396" y="7204"/>
                  </a:cubicBezTo>
                  <a:cubicBezTo>
                    <a:pt x="6393" y="7227"/>
                    <a:pt x="6394" y="7251"/>
                    <a:pt x="6400" y="7273"/>
                  </a:cubicBezTo>
                  <a:cubicBezTo>
                    <a:pt x="6403" y="7296"/>
                    <a:pt x="6407" y="7319"/>
                    <a:pt x="6399" y="7320"/>
                  </a:cubicBezTo>
                  <a:cubicBezTo>
                    <a:pt x="6408" y="7333"/>
                    <a:pt x="6413" y="7348"/>
                    <a:pt x="6414" y="7364"/>
                  </a:cubicBezTo>
                  <a:cubicBezTo>
                    <a:pt x="6407" y="7365"/>
                    <a:pt x="6410" y="7389"/>
                    <a:pt x="6422" y="7410"/>
                  </a:cubicBezTo>
                  <a:cubicBezTo>
                    <a:pt x="6442" y="7430"/>
                    <a:pt x="6442" y="7430"/>
                    <a:pt x="6426" y="7433"/>
                  </a:cubicBezTo>
                  <a:cubicBezTo>
                    <a:pt x="6419" y="7434"/>
                    <a:pt x="6420" y="7485"/>
                    <a:pt x="6423" y="7485"/>
                  </a:cubicBezTo>
                  <a:cubicBezTo>
                    <a:pt x="6423" y="7485"/>
                    <a:pt x="6424" y="7483"/>
                    <a:pt x="6424" y="7480"/>
                  </a:cubicBezTo>
                  <a:cubicBezTo>
                    <a:pt x="6425" y="7480"/>
                    <a:pt x="6425" y="7480"/>
                    <a:pt x="6425" y="7480"/>
                  </a:cubicBezTo>
                  <a:cubicBezTo>
                    <a:pt x="6434" y="7480"/>
                    <a:pt x="6440" y="7524"/>
                    <a:pt x="6452" y="7546"/>
                  </a:cubicBezTo>
                  <a:cubicBezTo>
                    <a:pt x="6457" y="7568"/>
                    <a:pt x="6460" y="7591"/>
                    <a:pt x="6451" y="7592"/>
                  </a:cubicBezTo>
                  <a:cubicBezTo>
                    <a:pt x="6447" y="7617"/>
                    <a:pt x="6474" y="7729"/>
                    <a:pt x="6486" y="7750"/>
                  </a:cubicBezTo>
                  <a:cubicBezTo>
                    <a:pt x="6486" y="7750"/>
                    <a:pt x="6487" y="7750"/>
                    <a:pt x="6487" y="7750"/>
                  </a:cubicBezTo>
                  <a:cubicBezTo>
                    <a:pt x="6495" y="7750"/>
                    <a:pt x="6498" y="7773"/>
                    <a:pt x="6490" y="7774"/>
                  </a:cubicBezTo>
                  <a:cubicBezTo>
                    <a:pt x="6482" y="7775"/>
                    <a:pt x="6485" y="7797"/>
                    <a:pt x="6490" y="7820"/>
                  </a:cubicBezTo>
                  <a:cubicBezTo>
                    <a:pt x="6501" y="7841"/>
                    <a:pt x="6493" y="7843"/>
                    <a:pt x="6484" y="7844"/>
                  </a:cubicBezTo>
                  <a:cubicBezTo>
                    <a:pt x="6481" y="7838"/>
                    <a:pt x="6479" y="7836"/>
                    <a:pt x="6477" y="7836"/>
                  </a:cubicBezTo>
                  <a:cubicBezTo>
                    <a:pt x="6474" y="7836"/>
                    <a:pt x="6478" y="7857"/>
                    <a:pt x="6483" y="7890"/>
                  </a:cubicBezTo>
                  <a:cubicBezTo>
                    <a:pt x="6495" y="7913"/>
                    <a:pt x="6511" y="8004"/>
                    <a:pt x="6522" y="8072"/>
                  </a:cubicBezTo>
                  <a:cubicBezTo>
                    <a:pt x="6540" y="8185"/>
                    <a:pt x="6552" y="8207"/>
                    <a:pt x="6577" y="8250"/>
                  </a:cubicBezTo>
                  <a:lnTo>
                    <a:pt x="6597" y="8271"/>
                  </a:lnTo>
                  <a:lnTo>
                    <a:pt x="6580" y="8273"/>
                  </a:lnTo>
                  <a:cubicBezTo>
                    <a:pt x="6573" y="8274"/>
                    <a:pt x="6559" y="8300"/>
                    <a:pt x="6559" y="8300"/>
                  </a:cubicBezTo>
                  <a:cubicBezTo>
                    <a:pt x="6562" y="8317"/>
                    <a:pt x="6568" y="8320"/>
                    <a:pt x="6574" y="8320"/>
                  </a:cubicBezTo>
                  <a:cubicBezTo>
                    <a:pt x="6576" y="8320"/>
                    <a:pt x="6578" y="8320"/>
                    <a:pt x="6579" y="8320"/>
                  </a:cubicBezTo>
                  <a:cubicBezTo>
                    <a:pt x="6579" y="8320"/>
                    <a:pt x="6580" y="8320"/>
                    <a:pt x="6580" y="8320"/>
                  </a:cubicBezTo>
                  <a:cubicBezTo>
                    <a:pt x="6588" y="8320"/>
                    <a:pt x="6592" y="8342"/>
                    <a:pt x="6590" y="8388"/>
                  </a:cubicBezTo>
                  <a:cubicBezTo>
                    <a:pt x="6589" y="8434"/>
                    <a:pt x="6594" y="8458"/>
                    <a:pt x="6605" y="8479"/>
                  </a:cubicBezTo>
                  <a:cubicBezTo>
                    <a:pt x="6611" y="8502"/>
                    <a:pt x="6612" y="8525"/>
                    <a:pt x="6608" y="8549"/>
                  </a:cubicBezTo>
                  <a:cubicBezTo>
                    <a:pt x="6611" y="8567"/>
                    <a:pt x="6612" y="8570"/>
                    <a:pt x="6617" y="8570"/>
                  </a:cubicBezTo>
                  <a:cubicBezTo>
                    <a:pt x="6618" y="8570"/>
                    <a:pt x="6619" y="8570"/>
                    <a:pt x="6621" y="8570"/>
                  </a:cubicBezTo>
                  <a:cubicBezTo>
                    <a:pt x="6621" y="8570"/>
                    <a:pt x="6621" y="8570"/>
                    <a:pt x="6621" y="8570"/>
                  </a:cubicBezTo>
                  <a:cubicBezTo>
                    <a:pt x="6629" y="8570"/>
                    <a:pt x="6633" y="8593"/>
                    <a:pt x="6627" y="8616"/>
                  </a:cubicBezTo>
                  <a:cubicBezTo>
                    <a:pt x="6615" y="8641"/>
                    <a:pt x="6626" y="8708"/>
                    <a:pt x="6634" y="8708"/>
                  </a:cubicBezTo>
                  <a:cubicBezTo>
                    <a:pt x="6634" y="8708"/>
                    <a:pt x="6634" y="8708"/>
                    <a:pt x="6634" y="8708"/>
                  </a:cubicBezTo>
                  <a:cubicBezTo>
                    <a:pt x="6634" y="8708"/>
                    <a:pt x="6635" y="8708"/>
                    <a:pt x="6635" y="8708"/>
                  </a:cubicBezTo>
                  <a:cubicBezTo>
                    <a:pt x="6643" y="8708"/>
                    <a:pt x="6647" y="8730"/>
                    <a:pt x="6650" y="8753"/>
                  </a:cubicBezTo>
                  <a:cubicBezTo>
                    <a:pt x="6653" y="8777"/>
                    <a:pt x="6659" y="8799"/>
                    <a:pt x="6670" y="8820"/>
                  </a:cubicBezTo>
                  <a:cubicBezTo>
                    <a:pt x="6673" y="8843"/>
                    <a:pt x="6678" y="8865"/>
                    <a:pt x="6678" y="8865"/>
                  </a:cubicBezTo>
                  <a:cubicBezTo>
                    <a:pt x="6679" y="8872"/>
                    <a:pt x="6679" y="8875"/>
                    <a:pt x="6677" y="8875"/>
                  </a:cubicBezTo>
                  <a:cubicBezTo>
                    <a:pt x="6675" y="8875"/>
                    <a:pt x="6668" y="8860"/>
                    <a:pt x="6666" y="8844"/>
                  </a:cubicBezTo>
                  <a:lnTo>
                    <a:pt x="6660" y="8867"/>
                  </a:lnTo>
                  <a:cubicBezTo>
                    <a:pt x="6668" y="8913"/>
                    <a:pt x="6671" y="8936"/>
                    <a:pt x="6684" y="8957"/>
                  </a:cubicBezTo>
                  <a:cubicBezTo>
                    <a:pt x="6705" y="8978"/>
                    <a:pt x="6705" y="8978"/>
                    <a:pt x="6688" y="8981"/>
                  </a:cubicBezTo>
                  <a:cubicBezTo>
                    <a:pt x="6679" y="8982"/>
                    <a:pt x="6675" y="9005"/>
                    <a:pt x="6687" y="9027"/>
                  </a:cubicBezTo>
                  <a:cubicBezTo>
                    <a:pt x="6707" y="9048"/>
                    <a:pt x="6703" y="9072"/>
                    <a:pt x="6694" y="9073"/>
                  </a:cubicBezTo>
                  <a:cubicBezTo>
                    <a:pt x="6687" y="9066"/>
                    <a:pt x="6683" y="9062"/>
                    <a:pt x="6681" y="9062"/>
                  </a:cubicBezTo>
                  <a:cubicBezTo>
                    <a:pt x="6677" y="9062"/>
                    <a:pt x="6684" y="9081"/>
                    <a:pt x="6705" y="9141"/>
                  </a:cubicBezTo>
                  <a:cubicBezTo>
                    <a:pt x="6713" y="9187"/>
                    <a:pt x="6736" y="9277"/>
                    <a:pt x="6748" y="9345"/>
                  </a:cubicBezTo>
                  <a:cubicBezTo>
                    <a:pt x="6762" y="9436"/>
                    <a:pt x="6770" y="9481"/>
                    <a:pt x="6765" y="9506"/>
                  </a:cubicBezTo>
                  <a:cubicBezTo>
                    <a:pt x="6764" y="9506"/>
                    <a:pt x="6762" y="9506"/>
                    <a:pt x="6761" y="9507"/>
                  </a:cubicBezTo>
                  <a:lnTo>
                    <a:pt x="6761" y="9507"/>
                  </a:lnTo>
                  <a:cubicBezTo>
                    <a:pt x="6774" y="9509"/>
                    <a:pt x="6778" y="9534"/>
                    <a:pt x="6788" y="9595"/>
                  </a:cubicBezTo>
                  <a:cubicBezTo>
                    <a:pt x="6791" y="9665"/>
                    <a:pt x="6807" y="9710"/>
                    <a:pt x="6819" y="9731"/>
                  </a:cubicBezTo>
                  <a:cubicBezTo>
                    <a:pt x="6816" y="9708"/>
                    <a:pt x="6811" y="9685"/>
                    <a:pt x="6811" y="9685"/>
                  </a:cubicBezTo>
                  <a:cubicBezTo>
                    <a:pt x="6812" y="9685"/>
                    <a:pt x="6813" y="9685"/>
                    <a:pt x="6814" y="9685"/>
                  </a:cubicBezTo>
                  <a:cubicBezTo>
                    <a:pt x="6829" y="9685"/>
                    <a:pt x="6833" y="9707"/>
                    <a:pt x="6832" y="9752"/>
                  </a:cubicBezTo>
                  <a:cubicBezTo>
                    <a:pt x="6835" y="9775"/>
                    <a:pt x="6826" y="9776"/>
                    <a:pt x="6818" y="9777"/>
                  </a:cubicBezTo>
                  <a:cubicBezTo>
                    <a:pt x="6809" y="9778"/>
                    <a:pt x="6805" y="9803"/>
                    <a:pt x="6809" y="9825"/>
                  </a:cubicBezTo>
                  <a:cubicBezTo>
                    <a:pt x="6812" y="9841"/>
                    <a:pt x="6814" y="9857"/>
                    <a:pt x="6817" y="9857"/>
                  </a:cubicBezTo>
                  <a:cubicBezTo>
                    <a:pt x="6818" y="9857"/>
                    <a:pt x="6819" y="9854"/>
                    <a:pt x="6820" y="9847"/>
                  </a:cubicBezTo>
                  <a:cubicBezTo>
                    <a:pt x="6822" y="9846"/>
                    <a:pt x="6823" y="9846"/>
                    <a:pt x="6824" y="9846"/>
                  </a:cubicBezTo>
                  <a:cubicBezTo>
                    <a:pt x="6830" y="9846"/>
                    <a:pt x="6830" y="9850"/>
                    <a:pt x="6833" y="9869"/>
                  </a:cubicBezTo>
                  <a:cubicBezTo>
                    <a:pt x="6835" y="9892"/>
                    <a:pt x="6842" y="9915"/>
                    <a:pt x="6853" y="9936"/>
                  </a:cubicBezTo>
                  <a:cubicBezTo>
                    <a:pt x="6853" y="9936"/>
                    <a:pt x="6854" y="9936"/>
                    <a:pt x="6854" y="9936"/>
                  </a:cubicBezTo>
                  <a:cubicBezTo>
                    <a:pt x="6861" y="9936"/>
                    <a:pt x="6865" y="9959"/>
                    <a:pt x="6869" y="9980"/>
                  </a:cubicBezTo>
                  <a:cubicBezTo>
                    <a:pt x="6866" y="10004"/>
                    <a:pt x="6868" y="10027"/>
                    <a:pt x="6871" y="10050"/>
                  </a:cubicBezTo>
                  <a:lnTo>
                    <a:pt x="6863" y="10051"/>
                  </a:lnTo>
                  <a:cubicBezTo>
                    <a:pt x="6854" y="10052"/>
                    <a:pt x="6850" y="10077"/>
                    <a:pt x="6850" y="10077"/>
                  </a:cubicBezTo>
                  <a:cubicBezTo>
                    <a:pt x="6854" y="10097"/>
                    <a:pt x="6861" y="10098"/>
                    <a:pt x="6862" y="10098"/>
                  </a:cubicBezTo>
                  <a:cubicBezTo>
                    <a:pt x="6862" y="10098"/>
                    <a:pt x="6862" y="10098"/>
                    <a:pt x="6862" y="10098"/>
                  </a:cubicBezTo>
                  <a:cubicBezTo>
                    <a:pt x="6864" y="10098"/>
                    <a:pt x="6871" y="10132"/>
                    <a:pt x="6881" y="10183"/>
                  </a:cubicBezTo>
                  <a:cubicBezTo>
                    <a:pt x="6890" y="10236"/>
                    <a:pt x="6902" y="10307"/>
                    <a:pt x="6916" y="10378"/>
                  </a:cubicBezTo>
                  <a:cubicBezTo>
                    <a:pt x="6939" y="10524"/>
                    <a:pt x="6965" y="10678"/>
                    <a:pt x="6971" y="10712"/>
                  </a:cubicBezTo>
                  <a:cubicBezTo>
                    <a:pt x="6970" y="10752"/>
                    <a:pt x="6978" y="10808"/>
                    <a:pt x="6984" y="10808"/>
                  </a:cubicBezTo>
                  <a:cubicBezTo>
                    <a:pt x="6985" y="10808"/>
                    <a:pt x="6986" y="10806"/>
                    <a:pt x="6986" y="10802"/>
                  </a:cubicBezTo>
                  <a:cubicBezTo>
                    <a:pt x="6987" y="10802"/>
                    <a:pt x="6987" y="10802"/>
                    <a:pt x="6987" y="10802"/>
                  </a:cubicBezTo>
                  <a:cubicBezTo>
                    <a:pt x="6995" y="10802"/>
                    <a:pt x="7013" y="10916"/>
                    <a:pt x="7036" y="11053"/>
                  </a:cubicBezTo>
                  <a:cubicBezTo>
                    <a:pt x="7061" y="11211"/>
                    <a:pt x="7079" y="11324"/>
                    <a:pt x="7088" y="11324"/>
                  </a:cubicBezTo>
                  <a:cubicBezTo>
                    <a:pt x="7088" y="11324"/>
                    <a:pt x="7089" y="11324"/>
                    <a:pt x="7089" y="11324"/>
                  </a:cubicBezTo>
                  <a:lnTo>
                    <a:pt x="7100" y="11392"/>
                  </a:lnTo>
                  <a:cubicBezTo>
                    <a:pt x="7108" y="11438"/>
                    <a:pt x="7123" y="11482"/>
                    <a:pt x="7127" y="11505"/>
                  </a:cubicBezTo>
                  <a:cubicBezTo>
                    <a:pt x="7136" y="11521"/>
                    <a:pt x="7140" y="11537"/>
                    <a:pt x="7137" y="11537"/>
                  </a:cubicBezTo>
                  <a:cubicBezTo>
                    <a:pt x="7136" y="11537"/>
                    <a:pt x="7134" y="11534"/>
                    <a:pt x="7130" y="11528"/>
                  </a:cubicBezTo>
                  <a:cubicBezTo>
                    <a:pt x="7122" y="11529"/>
                    <a:pt x="7113" y="11530"/>
                    <a:pt x="7118" y="11553"/>
                  </a:cubicBezTo>
                  <a:cubicBezTo>
                    <a:pt x="7123" y="11592"/>
                    <a:pt x="7131" y="11597"/>
                    <a:pt x="7138" y="11597"/>
                  </a:cubicBezTo>
                  <a:cubicBezTo>
                    <a:pt x="7139" y="11597"/>
                    <a:pt x="7140" y="11597"/>
                    <a:pt x="7141" y="11597"/>
                  </a:cubicBezTo>
                  <a:cubicBezTo>
                    <a:pt x="7141" y="11597"/>
                    <a:pt x="7142" y="11597"/>
                    <a:pt x="7142" y="11597"/>
                  </a:cubicBezTo>
                  <a:cubicBezTo>
                    <a:pt x="7150" y="11597"/>
                    <a:pt x="7154" y="11618"/>
                    <a:pt x="7154" y="11618"/>
                  </a:cubicBezTo>
                  <a:cubicBezTo>
                    <a:pt x="7158" y="11640"/>
                    <a:pt x="7158" y="11640"/>
                    <a:pt x="7149" y="11642"/>
                  </a:cubicBezTo>
                  <a:lnTo>
                    <a:pt x="7132" y="11645"/>
                  </a:lnTo>
                  <a:lnTo>
                    <a:pt x="7136" y="11667"/>
                  </a:lnTo>
                  <a:cubicBezTo>
                    <a:pt x="7136" y="11667"/>
                    <a:pt x="7136" y="11667"/>
                    <a:pt x="7136" y="11667"/>
                  </a:cubicBezTo>
                  <a:cubicBezTo>
                    <a:pt x="7145" y="11667"/>
                    <a:pt x="7148" y="11689"/>
                    <a:pt x="7148" y="11689"/>
                  </a:cubicBezTo>
                  <a:cubicBezTo>
                    <a:pt x="7152" y="11711"/>
                    <a:pt x="7152" y="11711"/>
                    <a:pt x="7135" y="11714"/>
                  </a:cubicBezTo>
                  <a:cubicBezTo>
                    <a:pt x="7118" y="11717"/>
                    <a:pt x="7122" y="11739"/>
                    <a:pt x="7142" y="11759"/>
                  </a:cubicBezTo>
                  <a:lnTo>
                    <a:pt x="7158" y="11804"/>
                  </a:lnTo>
                  <a:cubicBezTo>
                    <a:pt x="7146" y="11829"/>
                    <a:pt x="7169" y="11873"/>
                    <a:pt x="7182" y="11894"/>
                  </a:cubicBezTo>
                  <a:cubicBezTo>
                    <a:pt x="7168" y="11916"/>
                    <a:pt x="7173" y="11946"/>
                    <a:pt x="7193" y="11962"/>
                  </a:cubicBezTo>
                  <a:cubicBezTo>
                    <a:pt x="7193" y="11962"/>
                    <a:pt x="7193" y="11962"/>
                    <a:pt x="7194" y="11962"/>
                  </a:cubicBezTo>
                  <a:cubicBezTo>
                    <a:pt x="7202" y="11962"/>
                    <a:pt x="7205" y="11984"/>
                    <a:pt x="7201" y="12007"/>
                  </a:cubicBezTo>
                  <a:cubicBezTo>
                    <a:pt x="7196" y="12032"/>
                    <a:pt x="7200" y="12054"/>
                    <a:pt x="7207" y="12100"/>
                  </a:cubicBezTo>
                  <a:cubicBezTo>
                    <a:pt x="7219" y="12122"/>
                    <a:pt x="7246" y="12281"/>
                    <a:pt x="7275" y="12463"/>
                  </a:cubicBezTo>
                  <a:cubicBezTo>
                    <a:pt x="7308" y="12667"/>
                    <a:pt x="7331" y="12804"/>
                    <a:pt x="7340" y="12804"/>
                  </a:cubicBezTo>
                  <a:cubicBezTo>
                    <a:pt x="7340" y="12804"/>
                    <a:pt x="7340" y="12804"/>
                    <a:pt x="7340" y="12804"/>
                  </a:cubicBezTo>
                  <a:lnTo>
                    <a:pt x="7340" y="12804"/>
                  </a:lnTo>
                  <a:cubicBezTo>
                    <a:pt x="7343" y="12819"/>
                    <a:pt x="7343" y="12835"/>
                    <a:pt x="7339" y="12851"/>
                  </a:cubicBezTo>
                  <a:cubicBezTo>
                    <a:pt x="7330" y="12852"/>
                    <a:pt x="7333" y="12874"/>
                    <a:pt x="7354" y="12895"/>
                  </a:cubicBezTo>
                  <a:cubicBezTo>
                    <a:pt x="7367" y="12916"/>
                    <a:pt x="7375" y="12915"/>
                    <a:pt x="7358" y="12917"/>
                  </a:cubicBezTo>
                  <a:cubicBezTo>
                    <a:pt x="7350" y="12919"/>
                    <a:pt x="7357" y="12964"/>
                    <a:pt x="7372" y="13055"/>
                  </a:cubicBezTo>
                  <a:cubicBezTo>
                    <a:pt x="7383" y="13123"/>
                    <a:pt x="7398" y="13213"/>
                    <a:pt x="7406" y="13213"/>
                  </a:cubicBezTo>
                  <a:cubicBezTo>
                    <a:pt x="7406" y="13213"/>
                    <a:pt x="7406" y="13213"/>
                    <a:pt x="7406" y="13213"/>
                  </a:cubicBezTo>
                  <a:cubicBezTo>
                    <a:pt x="7415" y="13240"/>
                    <a:pt x="7419" y="13251"/>
                    <a:pt x="7418" y="13251"/>
                  </a:cubicBezTo>
                  <a:cubicBezTo>
                    <a:pt x="7418" y="13251"/>
                    <a:pt x="7415" y="13245"/>
                    <a:pt x="7410" y="13237"/>
                  </a:cubicBezTo>
                  <a:cubicBezTo>
                    <a:pt x="7409" y="13235"/>
                    <a:pt x="7407" y="13234"/>
                    <a:pt x="7406" y="13234"/>
                  </a:cubicBezTo>
                  <a:cubicBezTo>
                    <a:pt x="7391" y="13234"/>
                    <a:pt x="7402" y="13336"/>
                    <a:pt x="7427" y="13397"/>
                  </a:cubicBezTo>
                  <a:cubicBezTo>
                    <a:pt x="7432" y="13420"/>
                    <a:pt x="7435" y="13443"/>
                    <a:pt x="7426" y="13444"/>
                  </a:cubicBezTo>
                  <a:cubicBezTo>
                    <a:pt x="7433" y="13482"/>
                    <a:pt x="7442" y="13519"/>
                    <a:pt x="7454" y="13556"/>
                  </a:cubicBezTo>
                  <a:cubicBezTo>
                    <a:pt x="7458" y="13579"/>
                    <a:pt x="7472" y="13671"/>
                    <a:pt x="7480" y="13716"/>
                  </a:cubicBezTo>
                  <a:cubicBezTo>
                    <a:pt x="7486" y="13746"/>
                    <a:pt x="7494" y="13776"/>
                    <a:pt x="7504" y="13805"/>
                  </a:cubicBezTo>
                  <a:lnTo>
                    <a:pt x="7507" y="13829"/>
                  </a:lnTo>
                  <a:cubicBezTo>
                    <a:pt x="7498" y="13830"/>
                    <a:pt x="7517" y="13943"/>
                    <a:pt x="7543" y="14103"/>
                  </a:cubicBezTo>
                  <a:cubicBezTo>
                    <a:pt x="7570" y="14263"/>
                    <a:pt x="7591" y="14399"/>
                    <a:pt x="7587" y="14424"/>
                  </a:cubicBezTo>
                  <a:cubicBezTo>
                    <a:pt x="7590" y="14439"/>
                    <a:pt x="7596" y="14454"/>
                    <a:pt x="7602" y="14467"/>
                  </a:cubicBezTo>
                  <a:cubicBezTo>
                    <a:pt x="7621" y="14485"/>
                    <a:pt x="7628" y="14510"/>
                    <a:pt x="7623" y="14535"/>
                  </a:cubicBezTo>
                  <a:cubicBezTo>
                    <a:pt x="7609" y="14560"/>
                    <a:pt x="7625" y="14651"/>
                    <a:pt x="7645" y="14671"/>
                  </a:cubicBezTo>
                  <a:lnTo>
                    <a:pt x="7636" y="14673"/>
                  </a:lnTo>
                  <a:cubicBezTo>
                    <a:pt x="7624" y="14698"/>
                    <a:pt x="7643" y="14765"/>
                    <a:pt x="7664" y="14785"/>
                  </a:cubicBezTo>
                  <a:cubicBezTo>
                    <a:pt x="7658" y="14809"/>
                    <a:pt x="7654" y="14833"/>
                    <a:pt x="7666" y="14854"/>
                  </a:cubicBezTo>
                  <a:cubicBezTo>
                    <a:pt x="7670" y="14878"/>
                    <a:pt x="7670" y="14878"/>
                    <a:pt x="7653" y="14880"/>
                  </a:cubicBezTo>
                  <a:cubicBezTo>
                    <a:pt x="7645" y="14881"/>
                    <a:pt x="7636" y="14882"/>
                    <a:pt x="7640" y="14905"/>
                  </a:cubicBezTo>
                  <a:cubicBezTo>
                    <a:pt x="7643" y="14923"/>
                    <a:pt x="7649" y="14927"/>
                    <a:pt x="7655" y="14927"/>
                  </a:cubicBezTo>
                  <a:cubicBezTo>
                    <a:pt x="7657" y="14927"/>
                    <a:pt x="7659" y="14926"/>
                    <a:pt x="7661" y="14926"/>
                  </a:cubicBezTo>
                  <a:cubicBezTo>
                    <a:pt x="7661" y="14926"/>
                    <a:pt x="7664" y="14949"/>
                    <a:pt x="7669" y="14971"/>
                  </a:cubicBezTo>
                  <a:cubicBezTo>
                    <a:pt x="7669" y="14971"/>
                    <a:pt x="7672" y="14992"/>
                    <a:pt x="7679" y="14992"/>
                  </a:cubicBezTo>
                  <a:cubicBezTo>
                    <a:pt x="7679" y="14992"/>
                    <a:pt x="7680" y="14992"/>
                    <a:pt x="7680" y="14992"/>
                  </a:cubicBezTo>
                  <a:cubicBezTo>
                    <a:pt x="7680" y="14992"/>
                    <a:pt x="7680" y="14992"/>
                    <a:pt x="7680" y="14992"/>
                  </a:cubicBezTo>
                  <a:cubicBezTo>
                    <a:pt x="7689" y="14992"/>
                    <a:pt x="7692" y="15015"/>
                    <a:pt x="7697" y="15037"/>
                  </a:cubicBezTo>
                  <a:cubicBezTo>
                    <a:pt x="7691" y="15038"/>
                    <a:pt x="7694" y="15047"/>
                    <a:pt x="7698" y="15047"/>
                  </a:cubicBezTo>
                  <a:cubicBezTo>
                    <a:pt x="7700" y="15047"/>
                    <a:pt x="7703" y="15044"/>
                    <a:pt x="7704" y="15036"/>
                  </a:cubicBezTo>
                  <a:cubicBezTo>
                    <a:pt x="7706" y="15036"/>
                    <a:pt x="7708" y="15036"/>
                    <a:pt x="7710" y="15036"/>
                  </a:cubicBezTo>
                  <a:cubicBezTo>
                    <a:pt x="7717" y="15036"/>
                    <a:pt x="7722" y="15039"/>
                    <a:pt x="7725" y="15056"/>
                  </a:cubicBezTo>
                  <a:lnTo>
                    <a:pt x="7741" y="15054"/>
                  </a:lnTo>
                  <a:cubicBezTo>
                    <a:pt x="7758" y="15052"/>
                    <a:pt x="7767" y="15050"/>
                    <a:pt x="7768" y="15004"/>
                  </a:cubicBezTo>
                  <a:cubicBezTo>
                    <a:pt x="7762" y="14913"/>
                    <a:pt x="7759" y="14844"/>
                    <a:pt x="7744" y="14844"/>
                  </a:cubicBezTo>
                  <a:cubicBezTo>
                    <a:pt x="7743" y="14844"/>
                    <a:pt x="7743" y="14844"/>
                    <a:pt x="7743" y="14844"/>
                  </a:cubicBezTo>
                  <a:cubicBezTo>
                    <a:pt x="7735" y="14830"/>
                    <a:pt x="7729" y="14815"/>
                    <a:pt x="7726" y="14799"/>
                  </a:cubicBezTo>
                  <a:cubicBezTo>
                    <a:pt x="7725" y="14784"/>
                    <a:pt x="7725" y="14768"/>
                    <a:pt x="7727" y="14752"/>
                  </a:cubicBezTo>
                  <a:cubicBezTo>
                    <a:pt x="7736" y="14751"/>
                    <a:pt x="7721" y="14660"/>
                    <a:pt x="7702" y="14547"/>
                  </a:cubicBezTo>
                  <a:cubicBezTo>
                    <a:pt x="7680" y="14410"/>
                    <a:pt x="7669" y="14342"/>
                    <a:pt x="7673" y="14318"/>
                  </a:cubicBezTo>
                  <a:cubicBezTo>
                    <a:pt x="7676" y="14302"/>
                    <a:pt x="7676" y="14287"/>
                    <a:pt x="7674" y="14271"/>
                  </a:cubicBezTo>
                  <a:lnTo>
                    <a:pt x="7674" y="14271"/>
                  </a:lnTo>
                  <a:cubicBezTo>
                    <a:pt x="7674" y="14271"/>
                    <a:pt x="7674" y="14271"/>
                    <a:pt x="7674" y="14271"/>
                  </a:cubicBezTo>
                  <a:cubicBezTo>
                    <a:pt x="7666" y="14271"/>
                    <a:pt x="7644" y="14135"/>
                    <a:pt x="7617" y="13976"/>
                  </a:cubicBezTo>
                  <a:cubicBezTo>
                    <a:pt x="7591" y="13817"/>
                    <a:pt x="7565" y="13658"/>
                    <a:pt x="7556" y="13658"/>
                  </a:cubicBezTo>
                  <a:cubicBezTo>
                    <a:pt x="7556" y="13658"/>
                    <a:pt x="7556" y="13658"/>
                    <a:pt x="7556" y="13658"/>
                  </a:cubicBezTo>
                  <a:cubicBezTo>
                    <a:pt x="7553" y="13635"/>
                    <a:pt x="7550" y="13613"/>
                    <a:pt x="7550" y="13613"/>
                  </a:cubicBezTo>
                  <a:cubicBezTo>
                    <a:pt x="7557" y="13611"/>
                    <a:pt x="7551" y="13565"/>
                    <a:pt x="7543" y="13521"/>
                  </a:cubicBezTo>
                  <a:cubicBezTo>
                    <a:pt x="7533" y="13491"/>
                    <a:pt x="7525" y="13461"/>
                    <a:pt x="7519" y="13431"/>
                  </a:cubicBezTo>
                  <a:cubicBezTo>
                    <a:pt x="7528" y="13430"/>
                    <a:pt x="7524" y="13406"/>
                    <a:pt x="7517" y="13361"/>
                  </a:cubicBezTo>
                  <a:cubicBezTo>
                    <a:pt x="7509" y="13316"/>
                    <a:pt x="7506" y="13294"/>
                    <a:pt x="7498" y="13294"/>
                  </a:cubicBezTo>
                  <a:cubicBezTo>
                    <a:pt x="7497" y="13294"/>
                    <a:pt x="7497" y="13294"/>
                    <a:pt x="7497" y="13294"/>
                  </a:cubicBezTo>
                  <a:cubicBezTo>
                    <a:pt x="7494" y="13271"/>
                    <a:pt x="7468" y="13112"/>
                    <a:pt x="7464" y="13043"/>
                  </a:cubicBezTo>
                  <a:cubicBezTo>
                    <a:pt x="7469" y="13018"/>
                    <a:pt x="7458" y="12997"/>
                    <a:pt x="7445" y="12975"/>
                  </a:cubicBezTo>
                  <a:cubicBezTo>
                    <a:pt x="7445" y="12975"/>
                    <a:pt x="7445" y="12975"/>
                    <a:pt x="7445" y="12975"/>
                  </a:cubicBezTo>
                  <a:cubicBezTo>
                    <a:pt x="7436" y="12975"/>
                    <a:pt x="7424" y="12955"/>
                    <a:pt x="7421" y="12932"/>
                  </a:cubicBezTo>
                  <a:lnTo>
                    <a:pt x="7437" y="12929"/>
                  </a:lnTo>
                  <a:cubicBezTo>
                    <a:pt x="7442" y="12938"/>
                    <a:pt x="7445" y="12943"/>
                    <a:pt x="7447" y="12943"/>
                  </a:cubicBezTo>
                  <a:cubicBezTo>
                    <a:pt x="7448" y="12943"/>
                    <a:pt x="7447" y="12932"/>
                    <a:pt x="7442" y="12906"/>
                  </a:cubicBezTo>
                  <a:lnTo>
                    <a:pt x="7435" y="12860"/>
                  </a:lnTo>
                  <a:cubicBezTo>
                    <a:pt x="7435" y="12860"/>
                    <a:pt x="7435" y="12860"/>
                    <a:pt x="7435" y="12860"/>
                  </a:cubicBezTo>
                  <a:cubicBezTo>
                    <a:pt x="7426" y="12860"/>
                    <a:pt x="7407" y="12747"/>
                    <a:pt x="7381" y="12588"/>
                  </a:cubicBezTo>
                  <a:cubicBezTo>
                    <a:pt x="7348" y="12385"/>
                    <a:pt x="7337" y="12316"/>
                    <a:pt x="7329" y="12316"/>
                  </a:cubicBezTo>
                  <a:cubicBezTo>
                    <a:pt x="7329" y="12316"/>
                    <a:pt x="7329" y="12316"/>
                    <a:pt x="7329" y="12316"/>
                  </a:cubicBezTo>
                  <a:cubicBezTo>
                    <a:pt x="7328" y="12316"/>
                    <a:pt x="7328" y="12316"/>
                    <a:pt x="7328" y="12316"/>
                  </a:cubicBezTo>
                  <a:cubicBezTo>
                    <a:pt x="7319" y="12316"/>
                    <a:pt x="7316" y="12293"/>
                    <a:pt x="7314" y="12225"/>
                  </a:cubicBezTo>
                  <a:cubicBezTo>
                    <a:pt x="7316" y="12085"/>
                    <a:pt x="7316" y="12085"/>
                    <a:pt x="7304" y="12063"/>
                  </a:cubicBezTo>
                  <a:lnTo>
                    <a:pt x="7304" y="12063"/>
                  </a:lnTo>
                  <a:cubicBezTo>
                    <a:pt x="7308" y="12086"/>
                    <a:pt x="7299" y="12087"/>
                    <a:pt x="7292" y="12088"/>
                  </a:cubicBezTo>
                  <a:cubicBezTo>
                    <a:pt x="7291" y="12088"/>
                    <a:pt x="7290" y="12088"/>
                    <a:pt x="7289" y="12088"/>
                  </a:cubicBezTo>
                  <a:cubicBezTo>
                    <a:pt x="7274" y="12088"/>
                    <a:pt x="7271" y="12067"/>
                    <a:pt x="7284" y="12042"/>
                  </a:cubicBezTo>
                  <a:cubicBezTo>
                    <a:pt x="7301" y="12040"/>
                    <a:pt x="7237" y="11700"/>
                    <a:pt x="7215" y="11680"/>
                  </a:cubicBezTo>
                  <a:lnTo>
                    <a:pt x="7224" y="11679"/>
                  </a:lnTo>
                  <a:cubicBezTo>
                    <a:pt x="7232" y="11677"/>
                    <a:pt x="7229" y="11654"/>
                    <a:pt x="7214" y="11563"/>
                  </a:cubicBezTo>
                  <a:lnTo>
                    <a:pt x="7203" y="11495"/>
                  </a:lnTo>
                  <a:cubicBezTo>
                    <a:pt x="7203" y="11495"/>
                    <a:pt x="7203" y="11495"/>
                    <a:pt x="7203" y="11495"/>
                  </a:cubicBezTo>
                  <a:cubicBezTo>
                    <a:pt x="7186" y="11495"/>
                    <a:pt x="7172" y="11359"/>
                    <a:pt x="7181" y="11358"/>
                  </a:cubicBezTo>
                  <a:cubicBezTo>
                    <a:pt x="7185" y="11334"/>
                    <a:pt x="7185" y="11334"/>
                    <a:pt x="7177" y="11288"/>
                  </a:cubicBezTo>
                  <a:cubicBezTo>
                    <a:pt x="7149" y="11223"/>
                    <a:pt x="7139" y="11108"/>
                    <a:pt x="7148" y="11106"/>
                  </a:cubicBezTo>
                  <a:lnTo>
                    <a:pt x="7140" y="11060"/>
                  </a:lnTo>
                  <a:cubicBezTo>
                    <a:pt x="7128" y="11039"/>
                    <a:pt x="7121" y="10993"/>
                    <a:pt x="7117" y="10971"/>
                  </a:cubicBezTo>
                  <a:cubicBezTo>
                    <a:pt x="7108" y="10920"/>
                    <a:pt x="7104" y="10894"/>
                    <a:pt x="7101" y="10894"/>
                  </a:cubicBezTo>
                  <a:cubicBezTo>
                    <a:pt x="7100" y="10894"/>
                    <a:pt x="7099" y="10897"/>
                    <a:pt x="7098" y="10903"/>
                  </a:cubicBezTo>
                  <a:cubicBezTo>
                    <a:pt x="7096" y="10904"/>
                    <a:pt x="7094" y="10904"/>
                    <a:pt x="7092" y="10904"/>
                  </a:cubicBezTo>
                  <a:cubicBezTo>
                    <a:pt x="7085" y="10904"/>
                    <a:pt x="7080" y="10901"/>
                    <a:pt x="7076" y="10883"/>
                  </a:cubicBezTo>
                  <a:lnTo>
                    <a:pt x="7085" y="10882"/>
                  </a:lnTo>
                  <a:cubicBezTo>
                    <a:pt x="7093" y="10881"/>
                    <a:pt x="7082" y="10813"/>
                    <a:pt x="7067" y="10722"/>
                  </a:cubicBezTo>
                  <a:cubicBezTo>
                    <a:pt x="7049" y="10607"/>
                    <a:pt x="7041" y="10562"/>
                    <a:pt x="7046" y="10538"/>
                  </a:cubicBezTo>
                  <a:lnTo>
                    <a:pt x="7034" y="10516"/>
                  </a:lnTo>
                  <a:cubicBezTo>
                    <a:pt x="7022" y="10495"/>
                    <a:pt x="7018" y="10473"/>
                    <a:pt x="7027" y="10472"/>
                  </a:cubicBezTo>
                  <a:cubicBezTo>
                    <a:pt x="7031" y="10447"/>
                    <a:pt x="7017" y="10356"/>
                    <a:pt x="7000" y="10311"/>
                  </a:cubicBezTo>
                  <a:lnTo>
                    <a:pt x="6993" y="10266"/>
                  </a:lnTo>
                  <a:cubicBezTo>
                    <a:pt x="7007" y="10240"/>
                    <a:pt x="6995" y="10172"/>
                    <a:pt x="6974" y="10152"/>
                  </a:cubicBezTo>
                  <a:cubicBezTo>
                    <a:pt x="6983" y="10151"/>
                    <a:pt x="6979" y="10128"/>
                    <a:pt x="6975" y="10106"/>
                  </a:cubicBezTo>
                  <a:cubicBezTo>
                    <a:pt x="6960" y="10061"/>
                    <a:pt x="6945" y="9970"/>
                    <a:pt x="6953" y="9969"/>
                  </a:cubicBezTo>
                  <a:lnTo>
                    <a:pt x="6949" y="9947"/>
                  </a:lnTo>
                  <a:cubicBezTo>
                    <a:pt x="6938" y="9925"/>
                    <a:pt x="6931" y="9903"/>
                    <a:pt x="6929" y="9879"/>
                  </a:cubicBezTo>
                  <a:cubicBezTo>
                    <a:pt x="6927" y="9856"/>
                    <a:pt x="6920" y="9833"/>
                    <a:pt x="6910" y="9812"/>
                  </a:cubicBezTo>
                  <a:cubicBezTo>
                    <a:pt x="6902" y="9797"/>
                    <a:pt x="6897" y="9783"/>
                    <a:pt x="6894" y="9767"/>
                  </a:cubicBezTo>
                  <a:cubicBezTo>
                    <a:pt x="6893" y="9760"/>
                    <a:pt x="6893" y="9757"/>
                    <a:pt x="6895" y="9757"/>
                  </a:cubicBezTo>
                  <a:cubicBezTo>
                    <a:pt x="6897" y="9757"/>
                    <a:pt x="6906" y="9772"/>
                    <a:pt x="6915" y="9787"/>
                  </a:cubicBezTo>
                  <a:cubicBezTo>
                    <a:pt x="6918" y="9797"/>
                    <a:pt x="6920" y="9802"/>
                    <a:pt x="6921" y="9802"/>
                  </a:cubicBezTo>
                  <a:cubicBezTo>
                    <a:pt x="6925" y="9802"/>
                    <a:pt x="6913" y="9749"/>
                    <a:pt x="6891" y="9697"/>
                  </a:cubicBezTo>
                  <a:cubicBezTo>
                    <a:pt x="6876" y="9662"/>
                    <a:pt x="6869" y="9645"/>
                    <a:pt x="6870" y="9645"/>
                  </a:cubicBezTo>
                  <a:lnTo>
                    <a:pt x="6870" y="9645"/>
                  </a:lnTo>
                  <a:cubicBezTo>
                    <a:pt x="6871" y="9645"/>
                    <a:pt x="6877" y="9656"/>
                    <a:pt x="6888" y="9675"/>
                  </a:cubicBezTo>
                  <a:cubicBezTo>
                    <a:pt x="6895" y="9687"/>
                    <a:pt x="6902" y="9700"/>
                    <a:pt x="6903" y="9700"/>
                  </a:cubicBezTo>
                  <a:cubicBezTo>
                    <a:pt x="6905" y="9700"/>
                    <a:pt x="6903" y="9693"/>
                    <a:pt x="6896" y="9674"/>
                  </a:cubicBezTo>
                  <a:cubicBezTo>
                    <a:pt x="6896" y="9674"/>
                    <a:pt x="6889" y="9629"/>
                    <a:pt x="6880" y="9629"/>
                  </a:cubicBezTo>
                  <a:cubicBezTo>
                    <a:pt x="6880" y="9629"/>
                    <a:pt x="6880" y="9629"/>
                    <a:pt x="6880" y="9629"/>
                  </a:cubicBezTo>
                  <a:lnTo>
                    <a:pt x="6869" y="9562"/>
                  </a:lnTo>
                  <a:cubicBezTo>
                    <a:pt x="6870" y="9530"/>
                    <a:pt x="6868" y="9499"/>
                    <a:pt x="6862" y="9469"/>
                  </a:cubicBezTo>
                  <a:cubicBezTo>
                    <a:pt x="6851" y="9447"/>
                    <a:pt x="6851" y="9447"/>
                    <a:pt x="6855" y="9424"/>
                  </a:cubicBezTo>
                  <a:cubicBezTo>
                    <a:pt x="6863" y="9423"/>
                    <a:pt x="6860" y="9401"/>
                    <a:pt x="6845" y="9401"/>
                  </a:cubicBezTo>
                  <a:cubicBezTo>
                    <a:pt x="6844" y="9401"/>
                    <a:pt x="6844" y="9401"/>
                    <a:pt x="6843" y="9401"/>
                  </a:cubicBezTo>
                  <a:cubicBezTo>
                    <a:pt x="6831" y="9381"/>
                    <a:pt x="6827" y="9356"/>
                    <a:pt x="6832" y="9333"/>
                  </a:cubicBezTo>
                  <a:cubicBezTo>
                    <a:pt x="6848" y="9331"/>
                    <a:pt x="6845" y="9309"/>
                    <a:pt x="6837" y="9309"/>
                  </a:cubicBezTo>
                  <a:cubicBezTo>
                    <a:pt x="6837" y="9309"/>
                    <a:pt x="6836" y="9309"/>
                    <a:pt x="6836" y="9309"/>
                  </a:cubicBezTo>
                  <a:cubicBezTo>
                    <a:pt x="6828" y="9296"/>
                    <a:pt x="6824" y="9280"/>
                    <a:pt x="6820" y="9266"/>
                  </a:cubicBezTo>
                  <a:cubicBezTo>
                    <a:pt x="6828" y="9264"/>
                    <a:pt x="6796" y="9059"/>
                    <a:pt x="6762" y="8854"/>
                  </a:cubicBezTo>
                  <a:cubicBezTo>
                    <a:pt x="6758" y="8833"/>
                    <a:pt x="6747" y="8811"/>
                    <a:pt x="6739" y="8811"/>
                  </a:cubicBezTo>
                  <a:cubicBezTo>
                    <a:pt x="6738" y="8811"/>
                    <a:pt x="6738" y="8811"/>
                    <a:pt x="6737" y="8811"/>
                  </a:cubicBezTo>
                  <a:cubicBezTo>
                    <a:pt x="6734" y="8812"/>
                    <a:pt x="6732" y="8812"/>
                    <a:pt x="6730" y="8812"/>
                  </a:cubicBezTo>
                  <a:cubicBezTo>
                    <a:pt x="6724" y="8812"/>
                    <a:pt x="6731" y="8807"/>
                    <a:pt x="6734" y="8788"/>
                  </a:cubicBezTo>
                  <a:cubicBezTo>
                    <a:pt x="6751" y="8767"/>
                    <a:pt x="6750" y="8735"/>
                    <a:pt x="6738" y="8735"/>
                  </a:cubicBezTo>
                  <a:cubicBezTo>
                    <a:pt x="6735" y="8735"/>
                    <a:pt x="6731" y="8737"/>
                    <a:pt x="6726" y="8743"/>
                  </a:cubicBezTo>
                  <a:cubicBezTo>
                    <a:pt x="6721" y="8753"/>
                    <a:pt x="6717" y="8759"/>
                    <a:pt x="6716" y="8759"/>
                  </a:cubicBezTo>
                  <a:cubicBezTo>
                    <a:pt x="6715" y="8759"/>
                    <a:pt x="6717" y="8747"/>
                    <a:pt x="6723" y="8719"/>
                  </a:cubicBezTo>
                  <a:cubicBezTo>
                    <a:pt x="6727" y="8696"/>
                    <a:pt x="6727" y="8696"/>
                    <a:pt x="6715" y="8674"/>
                  </a:cubicBezTo>
                  <a:cubicBezTo>
                    <a:pt x="6715" y="8674"/>
                    <a:pt x="6715" y="8674"/>
                    <a:pt x="6714" y="8674"/>
                  </a:cubicBezTo>
                  <a:cubicBezTo>
                    <a:pt x="6707" y="8674"/>
                    <a:pt x="6703" y="8652"/>
                    <a:pt x="6712" y="8651"/>
                  </a:cubicBezTo>
                  <a:cubicBezTo>
                    <a:pt x="6716" y="8628"/>
                    <a:pt x="6720" y="8605"/>
                    <a:pt x="6713" y="8605"/>
                  </a:cubicBezTo>
                  <a:cubicBezTo>
                    <a:pt x="6713" y="8605"/>
                    <a:pt x="6713" y="8605"/>
                    <a:pt x="6713" y="8605"/>
                  </a:cubicBezTo>
                  <a:cubicBezTo>
                    <a:pt x="6711" y="8589"/>
                    <a:pt x="6711" y="8573"/>
                    <a:pt x="6714" y="8558"/>
                  </a:cubicBezTo>
                  <a:cubicBezTo>
                    <a:pt x="6718" y="8534"/>
                    <a:pt x="6706" y="8513"/>
                    <a:pt x="6694" y="8490"/>
                  </a:cubicBezTo>
                  <a:cubicBezTo>
                    <a:pt x="6672" y="8440"/>
                    <a:pt x="6665" y="8415"/>
                    <a:pt x="6672" y="8415"/>
                  </a:cubicBezTo>
                  <a:cubicBezTo>
                    <a:pt x="6674" y="8415"/>
                    <a:pt x="6678" y="8417"/>
                    <a:pt x="6682" y="8422"/>
                  </a:cubicBezTo>
                  <a:cubicBezTo>
                    <a:pt x="6684" y="8424"/>
                    <a:pt x="6686" y="8425"/>
                    <a:pt x="6687" y="8425"/>
                  </a:cubicBezTo>
                  <a:cubicBezTo>
                    <a:pt x="6698" y="8425"/>
                    <a:pt x="6674" y="8328"/>
                    <a:pt x="6656" y="8310"/>
                  </a:cubicBezTo>
                  <a:cubicBezTo>
                    <a:pt x="6635" y="8290"/>
                    <a:pt x="6635" y="8290"/>
                    <a:pt x="6643" y="8289"/>
                  </a:cubicBezTo>
                  <a:cubicBezTo>
                    <a:pt x="6652" y="8287"/>
                    <a:pt x="6648" y="8264"/>
                    <a:pt x="6648" y="8264"/>
                  </a:cubicBezTo>
                  <a:cubicBezTo>
                    <a:pt x="6644" y="8241"/>
                    <a:pt x="6641" y="8219"/>
                    <a:pt x="6649" y="8218"/>
                  </a:cubicBezTo>
                  <a:cubicBezTo>
                    <a:pt x="6644" y="8194"/>
                    <a:pt x="6638" y="8172"/>
                    <a:pt x="6630" y="8151"/>
                  </a:cubicBezTo>
                  <a:cubicBezTo>
                    <a:pt x="6605" y="8107"/>
                    <a:pt x="6603" y="8037"/>
                    <a:pt x="6615" y="8013"/>
                  </a:cubicBezTo>
                  <a:lnTo>
                    <a:pt x="6599" y="7968"/>
                  </a:lnTo>
                  <a:cubicBezTo>
                    <a:pt x="6579" y="7948"/>
                    <a:pt x="6567" y="7926"/>
                    <a:pt x="6584" y="7924"/>
                  </a:cubicBezTo>
                  <a:lnTo>
                    <a:pt x="6592" y="7923"/>
                  </a:lnTo>
                  <a:cubicBezTo>
                    <a:pt x="6571" y="7903"/>
                    <a:pt x="6565" y="7810"/>
                    <a:pt x="6582" y="7807"/>
                  </a:cubicBezTo>
                  <a:cubicBezTo>
                    <a:pt x="6590" y="7806"/>
                    <a:pt x="6590" y="7806"/>
                    <a:pt x="6587" y="7784"/>
                  </a:cubicBezTo>
                  <a:lnTo>
                    <a:pt x="6587" y="7784"/>
                  </a:lnTo>
                  <a:lnTo>
                    <a:pt x="6578" y="7785"/>
                  </a:lnTo>
                  <a:cubicBezTo>
                    <a:pt x="6576" y="7785"/>
                    <a:pt x="6575" y="7785"/>
                    <a:pt x="6573" y="7785"/>
                  </a:cubicBezTo>
                  <a:cubicBezTo>
                    <a:pt x="6567" y="7785"/>
                    <a:pt x="6561" y="7782"/>
                    <a:pt x="6558" y="7765"/>
                  </a:cubicBezTo>
                  <a:cubicBezTo>
                    <a:pt x="6553" y="7741"/>
                    <a:pt x="6550" y="7719"/>
                    <a:pt x="6559" y="7718"/>
                  </a:cubicBezTo>
                  <a:cubicBezTo>
                    <a:pt x="6563" y="7695"/>
                    <a:pt x="6568" y="7670"/>
                    <a:pt x="6560" y="7670"/>
                  </a:cubicBezTo>
                  <a:cubicBezTo>
                    <a:pt x="6559" y="7670"/>
                    <a:pt x="6559" y="7670"/>
                    <a:pt x="6559" y="7670"/>
                  </a:cubicBezTo>
                  <a:cubicBezTo>
                    <a:pt x="6558" y="7656"/>
                    <a:pt x="6558" y="7640"/>
                    <a:pt x="6560" y="7624"/>
                  </a:cubicBezTo>
                  <a:cubicBezTo>
                    <a:pt x="6557" y="7601"/>
                    <a:pt x="6553" y="7578"/>
                    <a:pt x="6546" y="7534"/>
                  </a:cubicBezTo>
                  <a:cubicBezTo>
                    <a:pt x="6533" y="7511"/>
                    <a:pt x="6527" y="7466"/>
                    <a:pt x="6534" y="7465"/>
                  </a:cubicBezTo>
                  <a:cubicBezTo>
                    <a:pt x="6531" y="7442"/>
                    <a:pt x="6524" y="7419"/>
                    <a:pt x="6515" y="7398"/>
                  </a:cubicBezTo>
                  <a:cubicBezTo>
                    <a:pt x="6507" y="7352"/>
                    <a:pt x="6504" y="7329"/>
                    <a:pt x="6512" y="7328"/>
                  </a:cubicBezTo>
                  <a:cubicBezTo>
                    <a:pt x="6521" y="7327"/>
                    <a:pt x="6521" y="7327"/>
                    <a:pt x="6509" y="7305"/>
                  </a:cubicBezTo>
                  <a:cubicBezTo>
                    <a:pt x="6508" y="7305"/>
                    <a:pt x="6508" y="7305"/>
                    <a:pt x="6507" y="7305"/>
                  </a:cubicBezTo>
                  <a:cubicBezTo>
                    <a:pt x="6499" y="7305"/>
                    <a:pt x="6496" y="7282"/>
                    <a:pt x="6493" y="7261"/>
                  </a:cubicBezTo>
                  <a:cubicBezTo>
                    <a:pt x="6488" y="7239"/>
                    <a:pt x="6485" y="7215"/>
                    <a:pt x="6485" y="7215"/>
                  </a:cubicBezTo>
                  <a:cubicBezTo>
                    <a:pt x="6483" y="7215"/>
                    <a:pt x="6482" y="7215"/>
                    <a:pt x="6481" y="7215"/>
                  </a:cubicBezTo>
                  <a:cubicBezTo>
                    <a:pt x="6476" y="7215"/>
                    <a:pt x="6475" y="7212"/>
                    <a:pt x="6473" y="7194"/>
                  </a:cubicBezTo>
                  <a:cubicBezTo>
                    <a:pt x="6469" y="7171"/>
                    <a:pt x="6466" y="7102"/>
                    <a:pt x="6463" y="7079"/>
                  </a:cubicBezTo>
                  <a:cubicBezTo>
                    <a:pt x="6456" y="7036"/>
                    <a:pt x="6453" y="7020"/>
                    <a:pt x="6451" y="7020"/>
                  </a:cubicBezTo>
                  <a:cubicBezTo>
                    <a:pt x="6450" y="7020"/>
                    <a:pt x="6449" y="7026"/>
                    <a:pt x="6447" y="7034"/>
                  </a:cubicBezTo>
                  <a:cubicBezTo>
                    <a:pt x="6448" y="7044"/>
                    <a:pt x="6448" y="7049"/>
                    <a:pt x="6447" y="7049"/>
                  </a:cubicBezTo>
                  <a:cubicBezTo>
                    <a:pt x="6445" y="7049"/>
                    <a:pt x="6442" y="7039"/>
                    <a:pt x="6442" y="7012"/>
                  </a:cubicBezTo>
                  <a:cubicBezTo>
                    <a:pt x="6439" y="6988"/>
                    <a:pt x="6437" y="6919"/>
                    <a:pt x="6426" y="6852"/>
                  </a:cubicBezTo>
                  <a:cubicBezTo>
                    <a:pt x="6411" y="6769"/>
                    <a:pt x="6410" y="6760"/>
                    <a:pt x="6404" y="6760"/>
                  </a:cubicBezTo>
                  <a:cubicBezTo>
                    <a:pt x="6404" y="6760"/>
                    <a:pt x="6403" y="6761"/>
                    <a:pt x="6402" y="6761"/>
                  </a:cubicBezTo>
                  <a:cubicBezTo>
                    <a:pt x="6398" y="6769"/>
                    <a:pt x="6395" y="6772"/>
                    <a:pt x="6393" y="6772"/>
                  </a:cubicBezTo>
                  <a:cubicBezTo>
                    <a:pt x="6388" y="6772"/>
                    <a:pt x="6389" y="6755"/>
                    <a:pt x="6399" y="6738"/>
                  </a:cubicBezTo>
                  <a:cubicBezTo>
                    <a:pt x="6407" y="6691"/>
                    <a:pt x="6404" y="6669"/>
                    <a:pt x="6396" y="6669"/>
                  </a:cubicBezTo>
                  <a:cubicBezTo>
                    <a:pt x="6396" y="6669"/>
                    <a:pt x="6396" y="6669"/>
                    <a:pt x="6395" y="6669"/>
                  </a:cubicBezTo>
                  <a:cubicBezTo>
                    <a:pt x="6386" y="6655"/>
                    <a:pt x="6381" y="6641"/>
                    <a:pt x="6380" y="6625"/>
                  </a:cubicBezTo>
                  <a:cubicBezTo>
                    <a:pt x="6389" y="6624"/>
                    <a:pt x="6384" y="6600"/>
                    <a:pt x="6368" y="6556"/>
                  </a:cubicBezTo>
                  <a:cubicBezTo>
                    <a:pt x="6365" y="6533"/>
                    <a:pt x="6365" y="6533"/>
                    <a:pt x="6373" y="6532"/>
                  </a:cubicBezTo>
                  <a:cubicBezTo>
                    <a:pt x="6373" y="6532"/>
                    <a:pt x="6369" y="6509"/>
                    <a:pt x="6366" y="6487"/>
                  </a:cubicBezTo>
                  <a:cubicBezTo>
                    <a:pt x="6341" y="6443"/>
                    <a:pt x="6327" y="6305"/>
                    <a:pt x="6332" y="6282"/>
                  </a:cubicBezTo>
                  <a:cubicBezTo>
                    <a:pt x="6329" y="6266"/>
                    <a:pt x="6323" y="6251"/>
                    <a:pt x="6317" y="6237"/>
                  </a:cubicBezTo>
                  <a:cubicBezTo>
                    <a:pt x="6295" y="6217"/>
                    <a:pt x="6292" y="6194"/>
                    <a:pt x="6309" y="6192"/>
                  </a:cubicBezTo>
                  <a:cubicBezTo>
                    <a:pt x="6326" y="6190"/>
                    <a:pt x="6326" y="6190"/>
                    <a:pt x="6306" y="6168"/>
                  </a:cubicBezTo>
                  <a:cubicBezTo>
                    <a:pt x="6294" y="6149"/>
                    <a:pt x="6277" y="6052"/>
                    <a:pt x="6290" y="6052"/>
                  </a:cubicBezTo>
                  <a:cubicBezTo>
                    <a:pt x="6291" y="6052"/>
                    <a:pt x="6293" y="6052"/>
                    <a:pt x="6294" y="6054"/>
                  </a:cubicBezTo>
                  <a:lnTo>
                    <a:pt x="6311" y="6052"/>
                  </a:lnTo>
                  <a:cubicBezTo>
                    <a:pt x="6304" y="6038"/>
                    <a:pt x="6299" y="6023"/>
                    <a:pt x="6295" y="6007"/>
                  </a:cubicBezTo>
                  <a:cubicBezTo>
                    <a:pt x="6295" y="6007"/>
                    <a:pt x="6295" y="6007"/>
                    <a:pt x="6295" y="6007"/>
                  </a:cubicBezTo>
                  <a:cubicBezTo>
                    <a:pt x="6287" y="6007"/>
                    <a:pt x="6283" y="5984"/>
                    <a:pt x="6273" y="5917"/>
                  </a:cubicBezTo>
                  <a:cubicBezTo>
                    <a:pt x="6265" y="5872"/>
                    <a:pt x="6242" y="5781"/>
                    <a:pt x="6234" y="5736"/>
                  </a:cubicBezTo>
                  <a:cubicBezTo>
                    <a:pt x="6227" y="5690"/>
                    <a:pt x="6216" y="5622"/>
                    <a:pt x="6220" y="5598"/>
                  </a:cubicBezTo>
                  <a:cubicBezTo>
                    <a:pt x="6216" y="5568"/>
                    <a:pt x="6208" y="5538"/>
                    <a:pt x="6197" y="5509"/>
                  </a:cubicBezTo>
                  <a:cubicBezTo>
                    <a:pt x="6184" y="5486"/>
                    <a:pt x="6178" y="5441"/>
                    <a:pt x="6186" y="5440"/>
                  </a:cubicBezTo>
                  <a:lnTo>
                    <a:pt x="6182" y="5418"/>
                  </a:lnTo>
                  <a:cubicBezTo>
                    <a:pt x="6173" y="5395"/>
                    <a:pt x="6168" y="5373"/>
                    <a:pt x="6162" y="5351"/>
                  </a:cubicBezTo>
                  <a:cubicBezTo>
                    <a:pt x="6171" y="5349"/>
                    <a:pt x="6175" y="5325"/>
                    <a:pt x="6163" y="5303"/>
                  </a:cubicBezTo>
                  <a:lnTo>
                    <a:pt x="6163" y="5303"/>
                  </a:lnTo>
                  <a:cubicBezTo>
                    <a:pt x="6163" y="5303"/>
                    <a:pt x="6163" y="5304"/>
                    <a:pt x="6163" y="5304"/>
                  </a:cubicBezTo>
                  <a:cubicBezTo>
                    <a:pt x="6155" y="5304"/>
                    <a:pt x="6151" y="5281"/>
                    <a:pt x="6144" y="5236"/>
                  </a:cubicBezTo>
                  <a:cubicBezTo>
                    <a:pt x="6144" y="5213"/>
                    <a:pt x="6114" y="5013"/>
                    <a:pt x="6082" y="4820"/>
                  </a:cubicBezTo>
                  <a:cubicBezTo>
                    <a:pt x="6065" y="4724"/>
                    <a:pt x="6050" y="4628"/>
                    <a:pt x="6037" y="4556"/>
                  </a:cubicBezTo>
                  <a:cubicBezTo>
                    <a:pt x="6031" y="4522"/>
                    <a:pt x="6025" y="4491"/>
                    <a:pt x="6022" y="4471"/>
                  </a:cubicBezTo>
                  <a:cubicBezTo>
                    <a:pt x="6019" y="4460"/>
                    <a:pt x="6017" y="4450"/>
                    <a:pt x="6013" y="4440"/>
                  </a:cubicBezTo>
                  <a:cubicBezTo>
                    <a:pt x="6013" y="4440"/>
                    <a:pt x="6009" y="4416"/>
                    <a:pt x="6002" y="4371"/>
                  </a:cubicBezTo>
                  <a:cubicBezTo>
                    <a:pt x="5998" y="4348"/>
                    <a:pt x="5990" y="4303"/>
                    <a:pt x="5990" y="4303"/>
                  </a:cubicBezTo>
                  <a:cubicBezTo>
                    <a:pt x="6007" y="4301"/>
                    <a:pt x="5980" y="4187"/>
                    <a:pt x="5961" y="4120"/>
                  </a:cubicBezTo>
                  <a:cubicBezTo>
                    <a:pt x="5950" y="4100"/>
                    <a:pt x="5944" y="4076"/>
                    <a:pt x="5941" y="4053"/>
                  </a:cubicBezTo>
                  <a:cubicBezTo>
                    <a:pt x="5958" y="4050"/>
                    <a:pt x="5947" y="3982"/>
                    <a:pt x="5931" y="3938"/>
                  </a:cubicBezTo>
                  <a:cubicBezTo>
                    <a:pt x="5911" y="3918"/>
                    <a:pt x="5907" y="3895"/>
                    <a:pt x="5924" y="3892"/>
                  </a:cubicBezTo>
                  <a:cubicBezTo>
                    <a:pt x="5941" y="3890"/>
                    <a:pt x="5933" y="3845"/>
                    <a:pt x="5901" y="3803"/>
                  </a:cubicBezTo>
                  <a:cubicBezTo>
                    <a:pt x="5888" y="3781"/>
                    <a:pt x="5888" y="3781"/>
                    <a:pt x="5893" y="3758"/>
                  </a:cubicBezTo>
                  <a:cubicBezTo>
                    <a:pt x="5906" y="3732"/>
                    <a:pt x="5903" y="3710"/>
                    <a:pt x="5894" y="3710"/>
                  </a:cubicBezTo>
                  <a:cubicBezTo>
                    <a:pt x="5894" y="3710"/>
                    <a:pt x="5894" y="3711"/>
                    <a:pt x="5894" y="3711"/>
                  </a:cubicBezTo>
                  <a:cubicBezTo>
                    <a:pt x="5874" y="3694"/>
                    <a:pt x="5869" y="3665"/>
                    <a:pt x="5883" y="3642"/>
                  </a:cubicBezTo>
                  <a:cubicBezTo>
                    <a:pt x="5892" y="3594"/>
                    <a:pt x="5892" y="3594"/>
                    <a:pt x="5871" y="3574"/>
                  </a:cubicBezTo>
                  <a:cubicBezTo>
                    <a:pt x="5851" y="3553"/>
                    <a:pt x="5836" y="3463"/>
                    <a:pt x="5849" y="3437"/>
                  </a:cubicBezTo>
                  <a:cubicBezTo>
                    <a:pt x="5846" y="3415"/>
                    <a:pt x="5850" y="3392"/>
                    <a:pt x="5843" y="3392"/>
                  </a:cubicBezTo>
                  <a:cubicBezTo>
                    <a:pt x="5843" y="3392"/>
                    <a:pt x="5842" y="3392"/>
                    <a:pt x="5842" y="3392"/>
                  </a:cubicBezTo>
                  <a:lnTo>
                    <a:pt x="5847" y="3367"/>
                  </a:lnTo>
                  <a:cubicBezTo>
                    <a:pt x="5842" y="3345"/>
                    <a:pt x="5839" y="3322"/>
                    <a:pt x="5839" y="3322"/>
                  </a:cubicBezTo>
                  <a:lnTo>
                    <a:pt x="5831" y="3324"/>
                  </a:lnTo>
                  <a:cubicBezTo>
                    <a:pt x="5827" y="3300"/>
                    <a:pt x="5813" y="3163"/>
                    <a:pt x="5787" y="3003"/>
                  </a:cubicBezTo>
                  <a:cubicBezTo>
                    <a:pt x="5752" y="2790"/>
                    <a:pt x="5741" y="2726"/>
                    <a:pt x="5736" y="2726"/>
                  </a:cubicBezTo>
                  <a:cubicBezTo>
                    <a:pt x="5735" y="2726"/>
                    <a:pt x="5734" y="2728"/>
                    <a:pt x="5733" y="2731"/>
                  </a:cubicBezTo>
                  <a:cubicBezTo>
                    <a:pt x="5731" y="2736"/>
                    <a:pt x="5728" y="2738"/>
                    <a:pt x="5726" y="2738"/>
                  </a:cubicBezTo>
                  <a:cubicBezTo>
                    <a:pt x="5718" y="2738"/>
                    <a:pt x="5716" y="2706"/>
                    <a:pt x="5727" y="2685"/>
                  </a:cubicBezTo>
                  <a:cubicBezTo>
                    <a:pt x="5722" y="2663"/>
                    <a:pt x="5723" y="2616"/>
                    <a:pt x="5717" y="2571"/>
                  </a:cubicBezTo>
                  <a:cubicBezTo>
                    <a:pt x="5709" y="2525"/>
                    <a:pt x="5701" y="2480"/>
                    <a:pt x="5710" y="2479"/>
                  </a:cubicBezTo>
                  <a:lnTo>
                    <a:pt x="5705" y="2455"/>
                  </a:lnTo>
                  <a:cubicBezTo>
                    <a:pt x="5681" y="2412"/>
                    <a:pt x="5661" y="2277"/>
                    <a:pt x="5655" y="2204"/>
                  </a:cubicBezTo>
                  <a:cubicBezTo>
                    <a:pt x="5649" y="2165"/>
                    <a:pt x="5639" y="2125"/>
                    <a:pt x="5625" y="2088"/>
                  </a:cubicBezTo>
                  <a:cubicBezTo>
                    <a:pt x="5608" y="2042"/>
                    <a:pt x="5608" y="2042"/>
                    <a:pt x="5611" y="2018"/>
                  </a:cubicBezTo>
                  <a:cubicBezTo>
                    <a:pt x="5620" y="2016"/>
                    <a:pt x="5590" y="1879"/>
                    <a:pt x="5573" y="1879"/>
                  </a:cubicBezTo>
                  <a:cubicBezTo>
                    <a:pt x="5572" y="1879"/>
                    <a:pt x="5572" y="1879"/>
                    <a:pt x="5572" y="1879"/>
                  </a:cubicBezTo>
                  <a:lnTo>
                    <a:pt x="5573" y="1853"/>
                  </a:lnTo>
                  <a:cubicBezTo>
                    <a:pt x="5575" y="1828"/>
                    <a:pt x="5562" y="1809"/>
                    <a:pt x="5553" y="1809"/>
                  </a:cubicBezTo>
                  <a:cubicBezTo>
                    <a:pt x="5553" y="1809"/>
                    <a:pt x="5552" y="1809"/>
                    <a:pt x="5552" y="1809"/>
                  </a:cubicBezTo>
                  <a:cubicBezTo>
                    <a:pt x="5550" y="1809"/>
                    <a:pt x="5549" y="1810"/>
                    <a:pt x="5548" y="1810"/>
                  </a:cubicBezTo>
                  <a:cubicBezTo>
                    <a:pt x="5535" y="1810"/>
                    <a:pt x="5532" y="1789"/>
                    <a:pt x="5545" y="1761"/>
                  </a:cubicBezTo>
                  <a:cubicBezTo>
                    <a:pt x="5560" y="1756"/>
                    <a:pt x="5554" y="1736"/>
                    <a:pt x="5546" y="1736"/>
                  </a:cubicBezTo>
                  <a:cubicBezTo>
                    <a:pt x="5545" y="1736"/>
                    <a:pt x="5544" y="1736"/>
                    <a:pt x="5544" y="1736"/>
                  </a:cubicBezTo>
                  <a:cubicBezTo>
                    <a:pt x="5527" y="1716"/>
                    <a:pt x="5511" y="1696"/>
                    <a:pt x="5510" y="1671"/>
                  </a:cubicBezTo>
                  <a:cubicBezTo>
                    <a:pt x="5502" y="1651"/>
                    <a:pt x="5494" y="1631"/>
                    <a:pt x="5481" y="1631"/>
                  </a:cubicBezTo>
                  <a:cubicBezTo>
                    <a:pt x="5480" y="1631"/>
                    <a:pt x="5478" y="1631"/>
                    <a:pt x="5477" y="1632"/>
                  </a:cubicBezTo>
                  <a:cubicBezTo>
                    <a:pt x="5476" y="1632"/>
                    <a:pt x="5475" y="1632"/>
                    <a:pt x="5475" y="1632"/>
                  </a:cubicBezTo>
                  <a:cubicBezTo>
                    <a:pt x="5468" y="1632"/>
                    <a:pt x="5460" y="1611"/>
                    <a:pt x="5452" y="1590"/>
                  </a:cubicBezTo>
                  <a:cubicBezTo>
                    <a:pt x="5454" y="1589"/>
                    <a:pt x="5456" y="1589"/>
                    <a:pt x="5457" y="1589"/>
                  </a:cubicBezTo>
                  <a:cubicBezTo>
                    <a:pt x="5461" y="1589"/>
                    <a:pt x="5465" y="1592"/>
                    <a:pt x="5476" y="1605"/>
                  </a:cubicBezTo>
                  <a:lnTo>
                    <a:pt x="5476" y="1605"/>
                  </a:lnTo>
                  <a:cubicBezTo>
                    <a:pt x="5472" y="1596"/>
                    <a:pt x="5466" y="1581"/>
                    <a:pt x="5459" y="1561"/>
                  </a:cubicBezTo>
                  <a:cubicBezTo>
                    <a:pt x="5447" y="1540"/>
                    <a:pt x="5434" y="1494"/>
                    <a:pt x="5442" y="1489"/>
                  </a:cubicBezTo>
                  <a:cubicBezTo>
                    <a:pt x="5440" y="1473"/>
                    <a:pt x="5434" y="1458"/>
                    <a:pt x="5430" y="1458"/>
                  </a:cubicBezTo>
                  <a:cubicBezTo>
                    <a:pt x="5427" y="1458"/>
                    <a:pt x="5425" y="1462"/>
                    <a:pt x="5424" y="1471"/>
                  </a:cubicBezTo>
                  <a:cubicBezTo>
                    <a:pt x="5419" y="1474"/>
                    <a:pt x="5416" y="1475"/>
                    <a:pt x="5413" y="1475"/>
                  </a:cubicBezTo>
                  <a:cubicBezTo>
                    <a:pt x="5406" y="1475"/>
                    <a:pt x="5402" y="1466"/>
                    <a:pt x="5387" y="1436"/>
                  </a:cubicBezTo>
                  <a:cubicBezTo>
                    <a:pt x="5376" y="1414"/>
                    <a:pt x="5365" y="1393"/>
                    <a:pt x="5373" y="1388"/>
                  </a:cubicBezTo>
                  <a:cubicBezTo>
                    <a:pt x="5380" y="1385"/>
                    <a:pt x="5382" y="1384"/>
                    <a:pt x="5358" y="1342"/>
                  </a:cubicBezTo>
                  <a:cubicBezTo>
                    <a:pt x="5321" y="1280"/>
                    <a:pt x="5260" y="1231"/>
                    <a:pt x="5234" y="1220"/>
                  </a:cubicBezTo>
                  <a:cubicBezTo>
                    <a:pt x="5229" y="1223"/>
                    <a:pt x="5226" y="1225"/>
                    <a:pt x="5224" y="1225"/>
                  </a:cubicBezTo>
                  <a:cubicBezTo>
                    <a:pt x="5220" y="1225"/>
                    <a:pt x="5220" y="1219"/>
                    <a:pt x="5222" y="1200"/>
                  </a:cubicBezTo>
                  <a:cubicBezTo>
                    <a:pt x="5229" y="1195"/>
                    <a:pt x="5216" y="1175"/>
                    <a:pt x="5202" y="1156"/>
                  </a:cubicBezTo>
                  <a:cubicBezTo>
                    <a:pt x="5201" y="1157"/>
                    <a:pt x="5201" y="1157"/>
                    <a:pt x="5200" y="1157"/>
                  </a:cubicBezTo>
                  <a:cubicBezTo>
                    <a:pt x="5196" y="1157"/>
                    <a:pt x="5193" y="1149"/>
                    <a:pt x="5195" y="1149"/>
                  </a:cubicBezTo>
                  <a:cubicBezTo>
                    <a:pt x="5196" y="1149"/>
                    <a:pt x="5198" y="1151"/>
                    <a:pt x="5202" y="1156"/>
                  </a:cubicBezTo>
                  <a:cubicBezTo>
                    <a:pt x="5202" y="1156"/>
                    <a:pt x="5203" y="1156"/>
                    <a:pt x="5204" y="1156"/>
                  </a:cubicBezTo>
                  <a:cubicBezTo>
                    <a:pt x="5212" y="1156"/>
                    <a:pt x="5225" y="1172"/>
                    <a:pt x="5235" y="1191"/>
                  </a:cubicBezTo>
                  <a:lnTo>
                    <a:pt x="5243" y="1187"/>
                  </a:lnTo>
                  <a:cubicBezTo>
                    <a:pt x="5245" y="1156"/>
                    <a:pt x="5230" y="1137"/>
                    <a:pt x="5202" y="1127"/>
                  </a:cubicBezTo>
                  <a:cubicBezTo>
                    <a:pt x="5180" y="1112"/>
                    <a:pt x="5180" y="1112"/>
                    <a:pt x="5174" y="1089"/>
                  </a:cubicBezTo>
                  <a:cubicBezTo>
                    <a:pt x="5167" y="1067"/>
                    <a:pt x="5160" y="1044"/>
                    <a:pt x="5153" y="1044"/>
                  </a:cubicBezTo>
                  <a:cubicBezTo>
                    <a:pt x="5153" y="1044"/>
                    <a:pt x="5152" y="1045"/>
                    <a:pt x="5151" y="1045"/>
                  </a:cubicBezTo>
                  <a:cubicBezTo>
                    <a:pt x="5137" y="1025"/>
                    <a:pt x="5125" y="1004"/>
                    <a:pt x="5115" y="981"/>
                  </a:cubicBezTo>
                  <a:cubicBezTo>
                    <a:pt x="5088" y="948"/>
                    <a:pt x="5072" y="931"/>
                    <a:pt x="5064" y="931"/>
                  </a:cubicBezTo>
                  <a:cubicBezTo>
                    <a:pt x="5063" y="931"/>
                    <a:pt x="5062" y="931"/>
                    <a:pt x="5061" y="932"/>
                  </a:cubicBezTo>
                  <a:cubicBezTo>
                    <a:pt x="5061" y="933"/>
                    <a:pt x="5060" y="933"/>
                    <a:pt x="5059" y="933"/>
                  </a:cubicBezTo>
                  <a:cubicBezTo>
                    <a:pt x="5051" y="933"/>
                    <a:pt x="5037" y="917"/>
                    <a:pt x="5023" y="902"/>
                  </a:cubicBezTo>
                  <a:cubicBezTo>
                    <a:pt x="5010" y="886"/>
                    <a:pt x="4996" y="870"/>
                    <a:pt x="4988" y="870"/>
                  </a:cubicBezTo>
                  <a:cubicBezTo>
                    <a:pt x="4987" y="870"/>
                    <a:pt x="4986" y="871"/>
                    <a:pt x="4985" y="871"/>
                  </a:cubicBezTo>
                  <a:cubicBezTo>
                    <a:pt x="4984" y="872"/>
                    <a:pt x="4983" y="873"/>
                    <a:pt x="4981" y="873"/>
                  </a:cubicBezTo>
                  <a:cubicBezTo>
                    <a:pt x="4972" y="873"/>
                    <a:pt x="4952" y="859"/>
                    <a:pt x="4925" y="829"/>
                  </a:cubicBezTo>
                  <a:cubicBezTo>
                    <a:pt x="4884" y="802"/>
                    <a:pt x="4884" y="802"/>
                    <a:pt x="4880" y="774"/>
                  </a:cubicBezTo>
                  <a:cubicBezTo>
                    <a:pt x="4885" y="768"/>
                    <a:pt x="4869" y="751"/>
                    <a:pt x="4851" y="734"/>
                  </a:cubicBezTo>
                  <a:cubicBezTo>
                    <a:pt x="4839" y="723"/>
                    <a:pt x="4829" y="710"/>
                    <a:pt x="4823" y="695"/>
                  </a:cubicBezTo>
                  <a:cubicBezTo>
                    <a:pt x="4816" y="683"/>
                    <a:pt x="4811" y="680"/>
                    <a:pt x="4808" y="680"/>
                  </a:cubicBezTo>
                  <a:cubicBezTo>
                    <a:pt x="4804" y="680"/>
                    <a:pt x="4802" y="682"/>
                    <a:pt x="4799" y="685"/>
                  </a:cubicBezTo>
                  <a:lnTo>
                    <a:pt x="4788" y="697"/>
                  </a:lnTo>
                  <a:cubicBezTo>
                    <a:pt x="4771" y="681"/>
                    <a:pt x="4764" y="653"/>
                    <a:pt x="4769" y="647"/>
                  </a:cubicBezTo>
                  <a:cubicBezTo>
                    <a:pt x="4765" y="630"/>
                    <a:pt x="4763" y="624"/>
                    <a:pt x="4760" y="624"/>
                  </a:cubicBezTo>
                  <a:cubicBezTo>
                    <a:pt x="4758" y="624"/>
                    <a:pt x="4755" y="627"/>
                    <a:pt x="4751" y="632"/>
                  </a:cubicBezTo>
                  <a:cubicBezTo>
                    <a:pt x="4750" y="633"/>
                    <a:pt x="4748" y="634"/>
                    <a:pt x="4746" y="634"/>
                  </a:cubicBezTo>
                  <a:cubicBezTo>
                    <a:pt x="4736" y="634"/>
                    <a:pt x="4715" y="623"/>
                    <a:pt x="4689" y="593"/>
                  </a:cubicBezTo>
                  <a:cubicBezTo>
                    <a:pt x="4651" y="564"/>
                    <a:pt x="4614" y="534"/>
                    <a:pt x="4618" y="527"/>
                  </a:cubicBezTo>
                  <a:cubicBezTo>
                    <a:pt x="4609" y="513"/>
                    <a:pt x="4596" y="503"/>
                    <a:pt x="4580" y="499"/>
                  </a:cubicBezTo>
                  <a:cubicBezTo>
                    <a:pt x="4554" y="492"/>
                    <a:pt x="4535" y="479"/>
                    <a:pt x="4480" y="433"/>
                  </a:cubicBezTo>
                  <a:cubicBezTo>
                    <a:pt x="4418" y="377"/>
                    <a:pt x="4397" y="361"/>
                    <a:pt x="4387" y="361"/>
                  </a:cubicBezTo>
                  <a:cubicBezTo>
                    <a:pt x="4383" y="361"/>
                    <a:pt x="4381" y="364"/>
                    <a:pt x="4378" y="369"/>
                  </a:cubicBezTo>
                  <a:cubicBezTo>
                    <a:pt x="4376" y="372"/>
                    <a:pt x="4374" y="375"/>
                    <a:pt x="4371" y="375"/>
                  </a:cubicBezTo>
                  <a:cubicBezTo>
                    <a:pt x="4368" y="375"/>
                    <a:pt x="4364" y="371"/>
                    <a:pt x="4357" y="358"/>
                  </a:cubicBezTo>
                  <a:cubicBezTo>
                    <a:pt x="4340" y="338"/>
                    <a:pt x="4314" y="334"/>
                    <a:pt x="4268" y="318"/>
                  </a:cubicBezTo>
                  <a:cubicBezTo>
                    <a:pt x="4266" y="318"/>
                    <a:pt x="4264" y="317"/>
                    <a:pt x="4261" y="317"/>
                  </a:cubicBezTo>
                  <a:cubicBezTo>
                    <a:pt x="4248" y="317"/>
                    <a:pt x="4236" y="325"/>
                    <a:pt x="4231" y="337"/>
                  </a:cubicBezTo>
                  <a:cubicBezTo>
                    <a:pt x="4228" y="343"/>
                    <a:pt x="4226" y="347"/>
                    <a:pt x="4222" y="347"/>
                  </a:cubicBezTo>
                  <a:cubicBezTo>
                    <a:pt x="4217" y="347"/>
                    <a:pt x="4208" y="340"/>
                    <a:pt x="4185" y="323"/>
                  </a:cubicBezTo>
                  <a:cubicBezTo>
                    <a:pt x="4164" y="313"/>
                    <a:pt x="4146" y="296"/>
                    <a:pt x="4149" y="288"/>
                  </a:cubicBezTo>
                  <a:cubicBezTo>
                    <a:pt x="4151" y="286"/>
                    <a:pt x="4153" y="285"/>
                    <a:pt x="4156" y="285"/>
                  </a:cubicBezTo>
                  <a:cubicBezTo>
                    <a:pt x="4164" y="285"/>
                    <a:pt x="4175" y="290"/>
                    <a:pt x="4175" y="290"/>
                  </a:cubicBezTo>
                  <a:lnTo>
                    <a:pt x="4198" y="299"/>
                  </a:lnTo>
                  <a:cubicBezTo>
                    <a:pt x="4201" y="292"/>
                    <a:pt x="4206" y="285"/>
                    <a:pt x="4161" y="266"/>
                  </a:cubicBezTo>
                  <a:cubicBezTo>
                    <a:pt x="4147" y="252"/>
                    <a:pt x="4131" y="244"/>
                    <a:pt x="4123" y="244"/>
                  </a:cubicBezTo>
                  <a:cubicBezTo>
                    <a:pt x="4120" y="244"/>
                    <a:pt x="4118" y="245"/>
                    <a:pt x="4117" y="246"/>
                  </a:cubicBezTo>
                  <a:cubicBezTo>
                    <a:pt x="4099" y="229"/>
                    <a:pt x="4054" y="209"/>
                    <a:pt x="4010" y="190"/>
                  </a:cubicBezTo>
                  <a:cubicBezTo>
                    <a:pt x="3966" y="174"/>
                    <a:pt x="3897" y="152"/>
                    <a:pt x="3877" y="135"/>
                  </a:cubicBezTo>
                  <a:cubicBezTo>
                    <a:pt x="3843" y="125"/>
                    <a:pt x="3822" y="118"/>
                    <a:pt x="3812" y="118"/>
                  </a:cubicBezTo>
                  <a:cubicBezTo>
                    <a:pt x="3808" y="118"/>
                    <a:pt x="3806" y="119"/>
                    <a:pt x="3805" y="121"/>
                  </a:cubicBezTo>
                  <a:cubicBezTo>
                    <a:pt x="3803" y="128"/>
                    <a:pt x="3798" y="131"/>
                    <a:pt x="3793" y="131"/>
                  </a:cubicBezTo>
                  <a:cubicBezTo>
                    <a:pt x="3786" y="131"/>
                    <a:pt x="3779" y="126"/>
                    <a:pt x="3780" y="122"/>
                  </a:cubicBezTo>
                  <a:cubicBezTo>
                    <a:pt x="3771" y="110"/>
                    <a:pt x="3691" y="85"/>
                    <a:pt x="3609" y="64"/>
                  </a:cubicBezTo>
                  <a:cubicBezTo>
                    <a:pt x="3549" y="45"/>
                    <a:pt x="3486" y="39"/>
                    <a:pt x="3453" y="39"/>
                  </a:cubicBezTo>
                  <a:cubicBezTo>
                    <a:pt x="3441" y="39"/>
                    <a:pt x="3433" y="40"/>
                    <a:pt x="3429" y="41"/>
                  </a:cubicBezTo>
                  <a:lnTo>
                    <a:pt x="3382" y="34"/>
                  </a:lnTo>
                  <a:cubicBezTo>
                    <a:pt x="3349" y="21"/>
                    <a:pt x="3266" y="15"/>
                    <a:pt x="3212" y="15"/>
                  </a:cubicBezTo>
                  <a:cubicBezTo>
                    <a:pt x="3190" y="15"/>
                    <a:pt x="3173" y="16"/>
                    <a:pt x="3166" y="18"/>
                  </a:cubicBezTo>
                  <a:lnTo>
                    <a:pt x="3094" y="14"/>
                  </a:lnTo>
                  <a:cubicBezTo>
                    <a:pt x="3070" y="9"/>
                    <a:pt x="3053" y="7"/>
                    <a:pt x="3039" y="7"/>
                  </a:cubicBezTo>
                  <a:cubicBezTo>
                    <a:pt x="3024" y="7"/>
                    <a:pt x="3013" y="9"/>
                    <a:pt x="3001" y="13"/>
                  </a:cubicBezTo>
                  <a:cubicBezTo>
                    <a:pt x="2984" y="19"/>
                    <a:pt x="2979" y="25"/>
                    <a:pt x="2978" y="25"/>
                  </a:cubicBezTo>
                  <a:cubicBezTo>
                    <a:pt x="2977" y="25"/>
                    <a:pt x="2977" y="24"/>
                    <a:pt x="2977" y="21"/>
                  </a:cubicBezTo>
                  <a:cubicBezTo>
                    <a:pt x="2977" y="13"/>
                    <a:pt x="2931" y="13"/>
                    <a:pt x="2839" y="12"/>
                  </a:cubicBezTo>
                  <a:cubicBezTo>
                    <a:pt x="2747" y="12"/>
                    <a:pt x="2747" y="12"/>
                    <a:pt x="2770" y="21"/>
                  </a:cubicBezTo>
                  <a:cubicBezTo>
                    <a:pt x="2743" y="23"/>
                    <a:pt x="2724" y="24"/>
                    <a:pt x="2711" y="24"/>
                  </a:cubicBezTo>
                  <a:cubicBezTo>
                    <a:pt x="2678" y="24"/>
                    <a:pt x="2678" y="18"/>
                    <a:pt x="2678" y="12"/>
                  </a:cubicBezTo>
                  <a:cubicBezTo>
                    <a:pt x="2688" y="5"/>
                    <a:pt x="2685" y="0"/>
                    <a:pt x="26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33"/>
            <p:cNvSpPr/>
            <p:nvPr/>
          </p:nvSpPr>
          <p:spPr>
            <a:xfrm>
              <a:off x="2512911" y="3209386"/>
              <a:ext cx="78615" cy="982842"/>
            </a:xfrm>
            <a:custGeom>
              <a:avLst/>
              <a:gdLst/>
              <a:ahLst/>
              <a:cxnLst/>
              <a:rect l="l" t="t" r="r" b="b"/>
              <a:pathLst>
                <a:path w="787" h="9839" extrusionOk="0">
                  <a:moveTo>
                    <a:pt x="679" y="61"/>
                  </a:moveTo>
                  <a:cubicBezTo>
                    <a:pt x="683" y="61"/>
                    <a:pt x="692" y="68"/>
                    <a:pt x="700" y="80"/>
                  </a:cubicBezTo>
                  <a:cubicBezTo>
                    <a:pt x="712" y="91"/>
                    <a:pt x="715" y="93"/>
                    <a:pt x="708" y="93"/>
                  </a:cubicBezTo>
                  <a:cubicBezTo>
                    <a:pt x="705" y="93"/>
                    <a:pt x="702" y="93"/>
                    <a:pt x="699" y="93"/>
                  </a:cubicBezTo>
                  <a:cubicBezTo>
                    <a:pt x="691" y="92"/>
                    <a:pt x="682" y="90"/>
                    <a:pt x="683" y="79"/>
                  </a:cubicBezTo>
                  <a:cubicBezTo>
                    <a:pt x="675" y="67"/>
                    <a:pt x="675" y="61"/>
                    <a:pt x="679" y="61"/>
                  </a:cubicBezTo>
                  <a:close/>
                  <a:moveTo>
                    <a:pt x="581" y="1689"/>
                  </a:moveTo>
                  <a:cubicBezTo>
                    <a:pt x="590" y="1690"/>
                    <a:pt x="598" y="1702"/>
                    <a:pt x="597" y="1714"/>
                  </a:cubicBezTo>
                  <a:cubicBezTo>
                    <a:pt x="596" y="1718"/>
                    <a:pt x="593" y="1721"/>
                    <a:pt x="590" y="1721"/>
                  </a:cubicBezTo>
                  <a:cubicBezTo>
                    <a:pt x="584" y="1721"/>
                    <a:pt x="576" y="1715"/>
                    <a:pt x="572" y="1700"/>
                  </a:cubicBezTo>
                  <a:cubicBezTo>
                    <a:pt x="573" y="1689"/>
                    <a:pt x="573" y="1689"/>
                    <a:pt x="581" y="1689"/>
                  </a:cubicBezTo>
                  <a:close/>
                  <a:moveTo>
                    <a:pt x="577" y="2085"/>
                  </a:moveTo>
                  <a:cubicBezTo>
                    <a:pt x="577" y="2085"/>
                    <a:pt x="577" y="2085"/>
                    <a:pt x="578" y="2085"/>
                  </a:cubicBezTo>
                  <a:cubicBezTo>
                    <a:pt x="585" y="2086"/>
                    <a:pt x="591" y="2092"/>
                    <a:pt x="594" y="2098"/>
                  </a:cubicBezTo>
                  <a:cubicBezTo>
                    <a:pt x="594" y="2098"/>
                    <a:pt x="602" y="2110"/>
                    <a:pt x="593" y="2110"/>
                  </a:cubicBezTo>
                  <a:lnTo>
                    <a:pt x="584" y="2109"/>
                  </a:lnTo>
                  <a:cubicBezTo>
                    <a:pt x="578" y="2097"/>
                    <a:pt x="570" y="2085"/>
                    <a:pt x="577" y="2085"/>
                  </a:cubicBezTo>
                  <a:close/>
                  <a:moveTo>
                    <a:pt x="553" y="2548"/>
                  </a:moveTo>
                  <a:cubicBezTo>
                    <a:pt x="553" y="2548"/>
                    <a:pt x="561" y="2549"/>
                    <a:pt x="560" y="2561"/>
                  </a:cubicBezTo>
                  <a:cubicBezTo>
                    <a:pt x="560" y="2561"/>
                    <a:pt x="551" y="2571"/>
                    <a:pt x="543" y="2571"/>
                  </a:cubicBezTo>
                  <a:cubicBezTo>
                    <a:pt x="543" y="2571"/>
                    <a:pt x="542" y="2571"/>
                    <a:pt x="542" y="2571"/>
                  </a:cubicBezTo>
                  <a:lnTo>
                    <a:pt x="543" y="2559"/>
                  </a:lnTo>
                  <a:cubicBezTo>
                    <a:pt x="544" y="2548"/>
                    <a:pt x="553" y="2548"/>
                    <a:pt x="553" y="2548"/>
                  </a:cubicBezTo>
                  <a:close/>
                  <a:moveTo>
                    <a:pt x="556" y="2666"/>
                  </a:moveTo>
                  <a:cubicBezTo>
                    <a:pt x="557" y="2666"/>
                    <a:pt x="559" y="2666"/>
                    <a:pt x="561" y="2666"/>
                  </a:cubicBezTo>
                  <a:lnTo>
                    <a:pt x="560" y="2677"/>
                  </a:lnTo>
                  <a:lnTo>
                    <a:pt x="551" y="2688"/>
                  </a:lnTo>
                  <a:lnTo>
                    <a:pt x="552" y="2676"/>
                  </a:lnTo>
                  <a:cubicBezTo>
                    <a:pt x="552" y="2668"/>
                    <a:pt x="552" y="2666"/>
                    <a:pt x="556" y="2666"/>
                  </a:cubicBezTo>
                  <a:close/>
                  <a:moveTo>
                    <a:pt x="563" y="2704"/>
                  </a:moveTo>
                  <a:cubicBezTo>
                    <a:pt x="562" y="2704"/>
                    <a:pt x="563" y="2707"/>
                    <a:pt x="566" y="2713"/>
                  </a:cubicBezTo>
                  <a:cubicBezTo>
                    <a:pt x="566" y="2707"/>
                    <a:pt x="564" y="2704"/>
                    <a:pt x="563" y="2704"/>
                  </a:cubicBezTo>
                  <a:close/>
                  <a:moveTo>
                    <a:pt x="547" y="2781"/>
                  </a:moveTo>
                  <a:cubicBezTo>
                    <a:pt x="549" y="2781"/>
                    <a:pt x="550" y="2781"/>
                    <a:pt x="552" y="2782"/>
                  </a:cubicBezTo>
                  <a:lnTo>
                    <a:pt x="552" y="2793"/>
                  </a:lnTo>
                  <a:lnTo>
                    <a:pt x="542" y="2804"/>
                  </a:lnTo>
                  <a:lnTo>
                    <a:pt x="542" y="2804"/>
                  </a:lnTo>
                  <a:lnTo>
                    <a:pt x="543" y="2793"/>
                  </a:lnTo>
                  <a:cubicBezTo>
                    <a:pt x="544" y="2783"/>
                    <a:pt x="544" y="2781"/>
                    <a:pt x="547" y="2781"/>
                  </a:cubicBezTo>
                  <a:close/>
                  <a:moveTo>
                    <a:pt x="588" y="2827"/>
                  </a:moveTo>
                  <a:cubicBezTo>
                    <a:pt x="588" y="2827"/>
                    <a:pt x="586" y="2828"/>
                    <a:pt x="584" y="2830"/>
                  </a:cubicBezTo>
                  <a:lnTo>
                    <a:pt x="584" y="2830"/>
                  </a:lnTo>
                  <a:cubicBezTo>
                    <a:pt x="588" y="2829"/>
                    <a:pt x="589" y="2827"/>
                    <a:pt x="588" y="2827"/>
                  </a:cubicBezTo>
                  <a:close/>
                  <a:moveTo>
                    <a:pt x="537" y="2862"/>
                  </a:moveTo>
                  <a:cubicBezTo>
                    <a:pt x="537" y="2862"/>
                    <a:pt x="538" y="2862"/>
                    <a:pt x="538" y="2862"/>
                  </a:cubicBezTo>
                  <a:cubicBezTo>
                    <a:pt x="546" y="2862"/>
                    <a:pt x="546" y="2862"/>
                    <a:pt x="545" y="2874"/>
                  </a:cubicBezTo>
                  <a:cubicBezTo>
                    <a:pt x="544" y="2887"/>
                    <a:pt x="544" y="2893"/>
                    <a:pt x="542" y="2893"/>
                  </a:cubicBezTo>
                  <a:cubicBezTo>
                    <a:pt x="541" y="2893"/>
                    <a:pt x="539" y="2890"/>
                    <a:pt x="536" y="2885"/>
                  </a:cubicBezTo>
                  <a:cubicBezTo>
                    <a:pt x="529" y="2873"/>
                    <a:pt x="529" y="2862"/>
                    <a:pt x="537" y="2862"/>
                  </a:cubicBezTo>
                  <a:close/>
                  <a:moveTo>
                    <a:pt x="471" y="2950"/>
                  </a:moveTo>
                  <a:cubicBezTo>
                    <a:pt x="480" y="2951"/>
                    <a:pt x="489" y="2951"/>
                    <a:pt x="488" y="2962"/>
                  </a:cubicBezTo>
                  <a:lnTo>
                    <a:pt x="479" y="2973"/>
                  </a:lnTo>
                  <a:lnTo>
                    <a:pt x="471" y="2961"/>
                  </a:lnTo>
                  <a:lnTo>
                    <a:pt x="471" y="2950"/>
                  </a:lnTo>
                  <a:close/>
                  <a:moveTo>
                    <a:pt x="474" y="3090"/>
                  </a:moveTo>
                  <a:cubicBezTo>
                    <a:pt x="475" y="3090"/>
                    <a:pt x="477" y="3090"/>
                    <a:pt x="479" y="3090"/>
                  </a:cubicBezTo>
                  <a:cubicBezTo>
                    <a:pt x="479" y="3090"/>
                    <a:pt x="487" y="3090"/>
                    <a:pt x="486" y="3102"/>
                  </a:cubicBezTo>
                  <a:lnTo>
                    <a:pt x="477" y="3114"/>
                  </a:lnTo>
                  <a:cubicBezTo>
                    <a:pt x="468" y="3113"/>
                    <a:pt x="469" y="3101"/>
                    <a:pt x="469" y="3101"/>
                  </a:cubicBezTo>
                  <a:cubicBezTo>
                    <a:pt x="470" y="3092"/>
                    <a:pt x="470" y="3090"/>
                    <a:pt x="474" y="3090"/>
                  </a:cubicBezTo>
                  <a:close/>
                  <a:moveTo>
                    <a:pt x="450" y="4066"/>
                  </a:moveTo>
                  <a:cubicBezTo>
                    <a:pt x="458" y="4066"/>
                    <a:pt x="467" y="4067"/>
                    <a:pt x="465" y="4078"/>
                  </a:cubicBezTo>
                  <a:lnTo>
                    <a:pt x="464" y="4090"/>
                  </a:lnTo>
                  <a:cubicBezTo>
                    <a:pt x="456" y="4090"/>
                    <a:pt x="449" y="4077"/>
                    <a:pt x="449" y="4077"/>
                  </a:cubicBezTo>
                  <a:lnTo>
                    <a:pt x="450" y="4066"/>
                  </a:lnTo>
                  <a:close/>
                  <a:moveTo>
                    <a:pt x="432" y="4529"/>
                  </a:moveTo>
                  <a:cubicBezTo>
                    <a:pt x="441" y="4530"/>
                    <a:pt x="438" y="4554"/>
                    <a:pt x="438" y="4565"/>
                  </a:cubicBezTo>
                  <a:cubicBezTo>
                    <a:pt x="436" y="4568"/>
                    <a:pt x="433" y="4570"/>
                    <a:pt x="431" y="4570"/>
                  </a:cubicBezTo>
                  <a:cubicBezTo>
                    <a:pt x="425" y="4570"/>
                    <a:pt x="422" y="4561"/>
                    <a:pt x="422" y="4553"/>
                  </a:cubicBezTo>
                  <a:lnTo>
                    <a:pt x="422" y="4552"/>
                  </a:lnTo>
                  <a:cubicBezTo>
                    <a:pt x="424" y="4529"/>
                    <a:pt x="424" y="4529"/>
                    <a:pt x="432" y="4529"/>
                  </a:cubicBezTo>
                  <a:close/>
                  <a:moveTo>
                    <a:pt x="363" y="5350"/>
                  </a:moveTo>
                  <a:cubicBezTo>
                    <a:pt x="371" y="5352"/>
                    <a:pt x="380" y="5353"/>
                    <a:pt x="379" y="5364"/>
                  </a:cubicBezTo>
                  <a:lnTo>
                    <a:pt x="370" y="5375"/>
                  </a:lnTo>
                  <a:lnTo>
                    <a:pt x="362" y="5363"/>
                  </a:lnTo>
                  <a:lnTo>
                    <a:pt x="363" y="5350"/>
                  </a:lnTo>
                  <a:close/>
                  <a:moveTo>
                    <a:pt x="300" y="5497"/>
                  </a:moveTo>
                  <a:cubicBezTo>
                    <a:pt x="309" y="5499"/>
                    <a:pt x="318" y="5499"/>
                    <a:pt x="317" y="5510"/>
                  </a:cubicBezTo>
                  <a:lnTo>
                    <a:pt x="316" y="5522"/>
                  </a:lnTo>
                  <a:cubicBezTo>
                    <a:pt x="308" y="5521"/>
                    <a:pt x="300" y="5509"/>
                    <a:pt x="300" y="5509"/>
                  </a:cubicBezTo>
                  <a:lnTo>
                    <a:pt x="300" y="5497"/>
                  </a:lnTo>
                  <a:close/>
                  <a:moveTo>
                    <a:pt x="354" y="5699"/>
                  </a:moveTo>
                  <a:cubicBezTo>
                    <a:pt x="363" y="5700"/>
                    <a:pt x="371" y="5713"/>
                    <a:pt x="371" y="5713"/>
                  </a:cubicBezTo>
                  <a:cubicBezTo>
                    <a:pt x="371" y="5716"/>
                    <a:pt x="369" y="5717"/>
                    <a:pt x="367" y="5717"/>
                  </a:cubicBezTo>
                  <a:cubicBezTo>
                    <a:pt x="361" y="5717"/>
                    <a:pt x="351" y="5711"/>
                    <a:pt x="345" y="5711"/>
                  </a:cubicBezTo>
                  <a:cubicBezTo>
                    <a:pt x="346" y="5699"/>
                    <a:pt x="346" y="5699"/>
                    <a:pt x="354" y="5699"/>
                  </a:cubicBezTo>
                  <a:close/>
                  <a:moveTo>
                    <a:pt x="334" y="5978"/>
                  </a:moveTo>
                  <a:cubicBezTo>
                    <a:pt x="342" y="5978"/>
                    <a:pt x="351" y="5979"/>
                    <a:pt x="350" y="5990"/>
                  </a:cubicBezTo>
                  <a:lnTo>
                    <a:pt x="341" y="6001"/>
                  </a:lnTo>
                  <a:lnTo>
                    <a:pt x="333" y="5989"/>
                  </a:lnTo>
                  <a:lnTo>
                    <a:pt x="334" y="5978"/>
                  </a:lnTo>
                  <a:close/>
                  <a:moveTo>
                    <a:pt x="281" y="6678"/>
                  </a:moveTo>
                  <a:cubicBezTo>
                    <a:pt x="282" y="6678"/>
                    <a:pt x="283" y="6679"/>
                    <a:pt x="283" y="6683"/>
                  </a:cubicBezTo>
                  <a:cubicBezTo>
                    <a:pt x="277" y="6683"/>
                    <a:pt x="279" y="6678"/>
                    <a:pt x="281" y="6678"/>
                  </a:cubicBezTo>
                  <a:close/>
                  <a:moveTo>
                    <a:pt x="261" y="6728"/>
                  </a:moveTo>
                  <a:cubicBezTo>
                    <a:pt x="270" y="6729"/>
                    <a:pt x="279" y="6729"/>
                    <a:pt x="278" y="6741"/>
                  </a:cubicBezTo>
                  <a:lnTo>
                    <a:pt x="268" y="6753"/>
                  </a:lnTo>
                  <a:lnTo>
                    <a:pt x="261" y="6740"/>
                  </a:lnTo>
                  <a:lnTo>
                    <a:pt x="261" y="6728"/>
                  </a:lnTo>
                  <a:close/>
                  <a:moveTo>
                    <a:pt x="203" y="6825"/>
                  </a:moveTo>
                  <a:lnTo>
                    <a:pt x="203" y="6825"/>
                  </a:lnTo>
                  <a:cubicBezTo>
                    <a:pt x="203" y="6825"/>
                    <a:pt x="203" y="6826"/>
                    <a:pt x="203" y="6829"/>
                  </a:cubicBezTo>
                  <a:cubicBezTo>
                    <a:pt x="203" y="6829"/>
                    <a:pt x="203" y="6829"/>
                    <a:pt x="203" y="6829"/>
                  </a:cubicBezTo>
                  <a:lnTo>
                    <a:pt x="203" y="6829"/>
                  </a:lnTo>
                  <a:cubicBezTo>
                    <a:pt x="203" y="6826"/>
                    <a:pt x="203" y="6825"/>
                    <a:pt x="203" y="6825"/>
                  </a:cubicBezTo>
                  <a:close/>
                  <a:moveTo>
                    <a:pt x="265" y="6810"/>
                  </a:moveTo>
                  <a:cubicBezTo>
                    <a:pt x="272" y="6811"/>
                    <a:pt x="272" y="6811"/>
                    <a:pt x="271" y="6822"/>
                  </a:cubicBezTo>
                  <a:cubicBezTo>
                    <a:pt x="271" y="6822"/>
                    <a:pt x="263" y="6832"/>
                    <a:pt x="256" y="6832"/>
                  </a:cubicBezTo>
                  <a:cubicBezTo>
                    <a:pt x="255" y="6832"/>
                    <a:pt x="255" y="6832"/>
                    <a:pt x="255" y="6832"/>
                  </a:cubicBezTo>
                  <a:cubicBezTo>
                    <a:pt x="246" y="6832"/>
                    <a:pt x="247" y="6820"/>
                    <a:pt x="265" y="6810"/>
                  </a:cubicBezTo>
                  <a:close/>
                  <a:moveTo>
                    <a:pt x="266" y="7008"/>
                  </a:moveTo>
                  <a:cubicBezTo>
                    <a:pt x="267" y="7008"/>
                    <a:pt x="267" y="7008"/>
                    <a:pt x="267" y="7008"/>
                  </a:cubicBezTo>
                  <a:cubicBezTo>
                    <a:pt x="275" y="7008"/>
                    <a:pt x="266" y="7020"/>
                    <a:pt x="265" y="7031"/>
                  </a:cubicBezTo>
                  <a:cubicBezTo>
                    <a:pt x="261" y="7035"/>
                    <a:pt x="259" y="7038"/>
                    <a:pt x="258" y="7038"/>
                  </a:cubicBezTo>
                  <a:cubicBezTo>
                    <a:pt x="256" y="7038"/>
                    <a:pt x="257" y="7033"/>
                    <a:pt x="258" y="7019"/>
                  </a:cubicBezTo>
                  <a:cubicBezTo>
                    <a:pt x="258" y="7009"/>
                    <a:pt x="264" y="7008"/>
                    <a:pt x="266" y="7008"/>
                  </a:cubicBezTo>
                  <a:close/>
                  <a:moveTo>
                    <a:pt x="150" y="7080"/>
                  </a:moveTo>
                  <a:cubicBezTo>
                    <a:pt x="142" y="7080"/>
                    <a:pt x="142" y="7080"/>
                    <a:pt x="141" y="7091"/>
                  </a:cubicBezTo>
                  <a:cubicBezTo>
                    <a:pt x="140" y="7105"/>
                    <a:pt x="139" y="7111"/>
                    <a:pt x="141" y="7111"/>
                  </a:cubicBezTo>
                  <a:cubicBezTo>
                    <a:pt x="142" y="7111"/>
                    <a:pt x="145" y="7108"/>
                    <a:pt x="149" y="7104"/>
                  </a:cubicBezTo>
                  <a:lnTo>
                    <a:pt x="150" y="7080"/>
                  </a:lnTo>
                  <a:close/>
                  <a:moveTo>
                    <a:pt x="432" y="7090"/>
                  </a:moveTo>
                  <a:cubicBezTo>
                    <a:pt x="423" y="7090"/>
                    <a:pt x="423" y="7090"/>
                    <a:pt x="422" y="7102"/>
                  </a:cubicBezTo>
                  <a:cubicBezTo>
                    <a:pt x="423" y="7102"/>
                    <a:pt x="430" y="7114"/>
                    <a:pt x="438" y="7115"/>
                  </a:cubicBezTo>
                  <a:cubicBezTo>
                    <a:pt x="446" y="7115"/>
                    <a:pt x="447" y="7104"/>
                    <a:pt x="432" y="7090"/>
                  </a:cubicBezTo>
                  <a:close/>
                  <a:moveTo>
                    <a:pt x="251" y="7216"/>
                  </a:moveTo>
                  <a:cubicBezTo>
                    <a:pt x="251" y="7216"/>
                    <a:pt x="260" y="7217"/>
                    <a:pt x="259" y="7228"/>
                  </a:cubicBezTo>
                  <a:cubicBezTo>
                    <a:pt x="258" y="7237"/>
                    <a:pt x="255" y="7245"/>
                    <a:pt x="249" y="7251"/>
                  </a:cubicBezTo>
                  <a:cubicBezTo>
                    <a:pt x="240" y="7251"/>
                    <a:pt x="241" y="7238"/>
                    <a:pt x="241" y="7238"/>
                  </a:cubicBezTo>
                  <a:cubicBezTo>
                    <a:pt x="242" y="7227"/>
                    <a:pt x="243" y="7216"/>
                    <a:pt x="251" y="7216"/>
                  </a:cubicBezTo>
                  <a:close/>
                  <a:moveTo>
                    <a:pt x="193" y="7293"/>
                  </a:moveTo>
                  <a:cubicBezTo>
                    <a:pt x="192" y="7293"/>
                    <a:pt x="186" y="7294"/>
                    <a:pt x="185" y="7305"/>
                  </a:cubicBezTo>
                  <a:lnTo>
                    <a:pt x="184" y="7316"/>
                  </a:lnTo>
                  <a:cubicBezTo>
                    <a:pt x="184" y="7316"/>
                    <a:pt x="185" y="7316"/>
                    <a:pt x="185" y="7316"/>
                  </a:cubicBezTo>
                  <a:cubicBezTo>
                    <a:pt x="194" y="7316"/>
                    <a:pt x="202" y="7306"/>
                    <a:pt x="202" y="7306"/>
                  </a:cubicBezTo>
                  <a:cubicBezTo>
                    <a:pt x="203" y="7295"/>
                    <a:pt x="194" y="7293"/>
                    <a:pt x="194" y="7293"/>
                  </a:cubicBezTo>
                  <a:cubicBezTo>
                    <a:pt x="194" y="7293"/>
                    <a:pt x="194" y="7293"/>
                    <a:pt x="193" y="7293"/>
                  </a:cubicBezTo>
                  <a:close/>
                  <a:moveTo>
                    <a:pt x="211" y="7422"/>
                  </a:moveTo>
                  <a:lnTo>
                    <a:pt x="210" y="7435"/>
                  </a:lnTo>
                  <a:lnTo>
                    <a:pt x="201" y="7445"/>
                  </a:lnTo>
                  <a:lnTo>
                    <a:pt x="202" y="7434"/>
                  </a:lnTo>
                  <a:cubicBezTo>
                    <a:pt x="202" y="7422"/>
                    <a:pt x="202" y="7422"/>
                    <a:pt x="211" y="7422"/>
                  </a:cubicBezTo>
                  <a:close/>
                  <a:moveTo>
                    <a:pt x="198" y="7522"/>
                  </a:moveTo>
                  <a:cubicBezTo>
                    <a:pt x="202" y="7522"/>
                    <a:pt x="206" y="7524"/>
                    <a:pt x="212" y="7528"/>
                  </a:cubicBezTo>
                  <a:lnTo>
                    <a:pt x="210" y="7550"/>
                  </a:lnTo>
                  <a:cubicBezTo>
                    <a:pt x="201" y="7550"/>
                    <a:pt x="193" y="7549"/>
                    <a:pt x="194" y="7538"/>
                  </a:cubicBezTo>
                  <a:cubicBezTo>
                    <a:pt x="189" y="7530"/>
                    <a:pt x="191" y="7522"/>
                    <a:pt x="198" y="7522"/>
                  </a:cubicBezTo>
                  <a:close/>
                  <a:moveTo>
                    <a:pt x="247" y="7623"/>
                  </a:moveTo>
                  <a:cubicBezTo>
                    <a:pt x="247" y="7636"/>
                    <a:pt x="253" y="7647"/>
                    <a:pt x="246" y="7647"/>
                  </a:cubicBezTo>
                  <a:cubicBezTo>
                    <a:pt x="245" y="7649"/>
                    <a:pt x="245" y="7650"/>
                    <a:pt x="244" y="7650"/>
                  </a:cubicBezTo>
                  <a:cubicBezTo>
                    <a:pt x="242" y="7650"/>
                    <a:pt x="238" y="7632"/>
                    <a:pt x="239" y="7623"/>
                  </a:cubicBezTo>
                  <a:close/>
                  <a:moveTo>
                    <a:pt x="138" y="7708"/>
                  </a:moveTo>
                  <a:lnTo>
                    <a:pt x="156" y="7710"/>
                  </a:lnTo>
                  <a:cubicBezTo>
                    <a:pt x="164" y="7710"/>
                    <a:pt x="156" y="7710"/>
                    <a:pt x="147" y="7708"/>
                  </a:cubicBezTo>
                  <a:close/>
                  <a:moveTo>
                    <a:pt x="196" y="7852"/>
                  </a:moveTo>
                  <a:cubicBezTo>
                    <a:pt x="204" y="7853"/>
                    <a:pt x="213" y="7853"/>
                    <a:pt x="212" y="7866"/>
                  </a:cubicBezTo>
                  <a:lnTo>
                    <a:pt x="211" y="7877"/>
                  </a:lnTo>
                  <a:cubicBezTo>
                    <a:pt x="203" y="7877"/>
                    <a:pt x="195" y="7864"/>
                    <a:pt x="195" y="7864"/>
                  </a:cubicBezTo>
                  <a:lnTo>
                    <a:pt x="196" y="7852"/>
                  </a:lnTo>
                  <a:close/>
                  <a:moveTo>
                    <a:pt x="151" y="7935"/>
                  </a:moveTo>
                  <a:cubicBezTo>
                    <a:pt x="153" y="7935"/>
                    <a:pt x="157" y="7938"/>
                    <a:pt x="164" y="7943"/>
                  </a:cubicBezTo>
                  <a:lnTo>
                    <a:pt x="179" y="7968"/>
                  </a:lnTo>
                  <a:cubicBezTo>
                    <a:pt x="179" y="7971"/>
                    <a:pt x="178" y="7972"/>
                    <a:pt x="177" y="7972"/>
                  </a:cubicBezTo>
                  <a:cubicBezTo>
                    <a:pt x="173" y="7972"/>
                    <a:pt x="166" y="7963"/>
                    <a:pt x="155" y="7954"/>
                  </a:cubicBezTo>
                  <a:cubicBezTo>
                    <a:pt x="151" y="7940"/>
                    <a:pt x="149" y="7935"/>
                    <a:pt x="151" y="7935"/>
                  </a:cubicBezTo>
                  <a:close/>
                  <a:moveTo>
                    <a:pt x="163" y="8199"/>
                  </a:moveTo>
                  <a:cubicBezTo>
                    <a:pt x="165" y="8199"/>
                    <a:pt x="167" y="8200"/>
                    <a:pt x="170" y="8200"/>
                  </a:cubicBezTo>
                  <a:cubicBezTo>
                    <a:pt x="179" y="8200"/>
                    <a:pt x="187" y="8201"/>
                    <a:pt x="194" y="8224"/>
                  </a:cubicBezTo>
                  <a:lnTo>
                    <a:pt x="193" y="8248"/>
                  </a:lnTo>
                  <a:cubicBezTo>
                    <a:pt x="193" y="8248"/>
                    <a:pt x="185" y="8236"/>
                    <a:pt x="177" y="8223"/>
                  </a:cubicBezTo>
                  <a:cubicBezTo>
                    <a:pt x="158" y="8203"/>
                    <a:pt x="154" y="8199"/>
                    <a:pt x="163" y="8199"/>
                  </a:cubicBezTo>
                  <a:close/>
                  <a:moveTo>
                    <a:pt x="149" y="8256"/>
                  </a:moveTo>
                  <a:lnTo>
                    <a:pt x="157" y="8268"/>
                  </a:lnTo>
                  <a:lnTo>
                    <a:pt x="148" y="8279"/>
                  </a:lnTo>
                  <a:cubicBezTo>
                    <a:pt x="139" y="8278"/>
                    <a:pt x="140" y="8267"/>
                    <a:pt x="141" y="8256"/>
                  </a:cubicBezTo>
                  <a:close/>
                  <a:moveTo>
                    <a:pt x="174" y="8724"/>
                  </a:moveTo>
                  <a:cubicBezTo>
                    <a:pt x="166" y="8724"/>
                    <a:pt x="165" y="8735"/>
                    <a:pt x="165" y="8746"/>
                  </a:cubicBezTo>
                  <a:cubicBezTo>
                    <a:pt x="155" y="8769"/>
                    <a:pt x="161" y="8781"/>
                    <a:pt x="170" y="8782"/>
                  </a:cubicBezTo>
                  <a:cubicBezTo>
                    <a:pt x="179" y="8782"/>
                    <a:pt x="179" y="8771"/>
                    <a:pt x="182" y="8747"/>
                  </a:cubicBezTo>
                  <a:cubicBezTo>
                    <a:pt x="182" y="8739"/>
                    <a:pt x="179" y="8730"/>
                    <a:pt x="175" y="8724"/>
                  </a:cubicBezTo>
                  <a:cubicBezTo>
                    <a:pt x="174" y="8724"/>
                    <a:pt x="174" y="8724"/>
                    <a:pt x="174" y="8724"/>
                  </a:cubicBezTo>
                  <a:close/>
                  <a:moveTo>
                    <a:pt x="147" y="8807"/>
                  </a:moveTo>
                  <a:cubicBezTo>
                    <a:pt x="150" y="8807"/>
                    <a:pt x="154" y="8813"/>
                    <a:pt x="158" y="8827"/>
                  </a:cubicBezTo>
                  <a:lnTo>
                    <a:pt x="157" y="8850"/>
                  </a:lnTo>
                  <a:cubicBezTo>
                    <a:pt x="148" y="8849"/>
                    <a:pt x="141" y="8826"/>
                    <a:pt x="142" y="8815"/>
                  </a:cubicBezTo>
                  <a:cubicBezTo>
                    <a:pt x="143" y="8810"/>
                    <a:pt x="144" y="8807"/>
                    <a:pt x="147" y="8807"/>
                  </a:cubicBezTo>
                  <a:close/>
                  <a:moveTo>
                    <a:pt x="32" y="9434"/>
                  </a:moveTo>
                  <a:cubicBezTo>
                    <a:pt x="28" y="9434"/>
                    <a:pt x="28" y="9437"/>
                    <a:pt x="28" y="9446"/>
                  </a:cubicBezTo>
                  <a:lnTo>
                    <a:pt x="27" y="9457"/>
                  </a:lnTo>
                  <a:lnTo>
                    <a:pt x="36" y="9446"/>
                  </a:lnTo>
                  <a:lnTo>
                    <a:pt x="37" y="9435"/>
                  </a:lnTo>
                  <a:cubicBezTo>
                    <a:pt x="35" y="9435"/>
                    <a:pt x="33" y="9434"/>
                    <a:pt x="32" y="9434"/>
                  </a:cubicBezTo>
                  <a:close/>
                  <a:moveTo>
                    <a:pt x="77" y="9461"/>
                  </a:moveTo>
                  <a:lnTo>
                    <a:pt x="77" y="9473"/>
                  </a:lnTo>
                  <a:cubicBezTo>
                    <a:pt x="77" y="9473"/>
                    <a:pt x="76" y="9473"/>
                    <a:pt x="76" y="9473"/>
                  </a:cubicBezTo>
                  <a:cubicBezTo>
                    <a:pt x="71" y="9473"/>
                    <a:pt x="73" y="9478"/>
                    <a:pt x="77" y="9478"/>
                  </a:cubicBezTo>
                  <a:cubicBezTo>
                    <a:pt x="80" y="9478"/>
                    <a:pt x="82" y="9477"/>
                    <a:pt x="85" y="9473"/>
                  </a:cubicBezTo>
                  <a:lnTo>
                    <a:pt x="102" y="9475"/>
                  </a:lnTo>
                  <a:cubicBezTo>
                    <a:pt x="101" y="9486"/>
                    <a:pt x="93" y="9497"/>
                    <a:pt x="85" y="9497"/>
                  </a:cubicBezTo>
                  <a:cubicBezTo>
                    <a:pt x="85" y="9497"/>
                    <a:pt x="84" y="9497"/>
                    <a:pt x="84" y="9497"/>
                  </a:cubicBezTo>
                  <a:cubicBezTo>
                    <a:pt x="77" y="9501"/>
                    <a:pt x="73" y="9503"/>
                    <a:pt x="70" y="9503"/>
                  </a:cubicBezTo>
                  <a:cubicBezTo>
                    <a:pt x="66" y="9503"/>
                    <a:pt x="66" y="9497"/>
                    <a:pt x="67" y="9483"/>
                  </a:cubicBezTo>
                  <a:cubicBezTo>
                    <a:pt x="68" y="9472"/>
                    <a:pt x="69" y="9461"/>
                    <a:pt x="77" y="9461"/>
                  </a:cubicBezTo>
                  <a:close/>
                  <a:moveTo>
                    <a:pt x="67" y="9600"/>
                  </a:moveTo>
                  <a:cubicBezTo>
                    <a:pt x="72" y="9608"/>
                    <a:pt x="74" y="9615"/>
                    <a:pt x="74" y="9624"/>
                  </a:cubicBezTo>
                  <a:lnTo>
                    <a:pt x="65" y="9635"/>
                  </a:lnTo>
                  <a:cubicBezTo>
                    <a:pt x="56" y="9635"/>
                    <a:pt x="57" y="9622"/>
                    <a:pt x="58" y="9611"/>
                  </a:cubicBezTo>
                  <a:cubicBezTo>
                    <a:pt x="59" y="9600"/>
                    <a:pt x="59" y="9600"/>
                    <a:pt x="67" y="9600"/>
                  </a:cubicBezTo>
                  <a:close/>
                  <a:moveTo>
                    <a:pt x="184" y="9644"/>
                  </a:moveTo>
                  <a:lnTo>
                    <a:pt x="183" y="9656"/>
                  </a:lnTo>
                  <a:cubicBezTo>
                    <a:pt x="183" y="9656"/>
                    <a:pt x="191" y="9668"/>
                    <a:pt x="198" y="9668"/>
                  </a:cubicBezTo>
                  <a:lnTo>
                    <a:pt x="200" y="9657"/>
                  </a:lnTo>
                  <a:cubicBezTo>
                    <a:pt x="201" y="9646"/>
                    <a:pt x="192" y="9645"/>
                    <a:pt x="184" y="9644"/>
                  </a:cubicBezTo>
                  <a:close/>
                  <a:moveTo>
                    <a:pt x="704" y="1"/>
                  </a:moveTo>
                  <a:cubicBezTo>
                    <a:pt x="693" y="1"/>
                    <a:pt x="686" y="5"/>
                    <a:pt x="679" y="22"/>
                  </a:cubicBezTo>
                  <a:cubicBezTo>
                    <a:pt x="667" y="67"/>
                    <a:pt x="656" y="102"/>
                    <a:pt x="673" y="103"/>
                  </a:cubicBezTo>
                  <a:cubicBezTo>
                    <a:pt x="677" y="110"/>
                    <a:pt x="680" y="118"/>
                    <a:pt x="680" y="126"/>
                  </a:cubicBezTo>
                  <a:cubicBezTo>
                    <a:pt x="679" y="135"/>
                    <a:pt x="675" y="143"/>
                    <a:pt x="670" y="149"/>
                  </a:cubicBezTo>
                  <a:cubicBezTo>
                    <a:pt x="661" y="149"/>
                    <a:pt x="657" y="195"/>
                    <a:pt x="653" y="253"/>
                  </a:cubicBezTo>
                  <a:cubicBezTo>
                    <a:pt x="648" y="322"/>
                    <a:pt x="646" y="356"/>
                    <a:pt x="636" y="368"/>
                  </a:cubicBezTo>
                  <a:cubicBezTo>
                    <a:pt x="630" y="374"/>
                    <a:pt x="627" y="382"/>
                    <a:pt x="626" y="390"/>
                  </a:cubicBezTo>
                  <a:cubicBezTo>
                    <a:pt x="635" y="391"/>
                    <a:pt x="629" y="461"/>
                    <a:pt x="624" y="541"/>
                  </a:cubicBezTo>
                  <a:cubicBezTo>
                    <a:pt x="617" y="622"/>
                    <a:pt x="611" y="703"/>
                    <a:pt x="620" y="704"/>
                  </a:cubicBezTo>
                  <a:lnTo>
                    <a:pt x="618" y="728"/>
                  </a:lnTo>
                  <a:cubicBezTo>
                    <a:pt x="618" y="728"/>
                    <a:pt x="618" y="728"/>
                    <a:pt x="617" y="728"/>
                  </a:cubicBezTo>
                  <a:cubicBezTo>
                    <a:pt x="610" y="728"/>
                    <a:pt x="608" y="751"/>
                    <a:pt x="607" y="772"/>
                  </a:cubicBezTo>
                  <a:cubicBezTo>
                    <a:pt x="610" y="788"/>
                    <a:pt x="612" y="804"/>
                    <a:pt x="611" y="820"/>
                  </a:cubicBezTo>
                  <a:cubicBezTo>
                    <a:pt x="611" y="820"/>
                    <a:pt x="611" y="820"/>
                    <a:pt x="610" y="820"/>
                  </a:cubicBezTo>
                  <a:cubicBezTo>
                    <a:pt x="603" y="820"/>
                    <a:pt x="602" y="832"/>
                    <a:pt x="600" y="853"/>
                  </a:cubicBezTo>
                  <a:cubicBezTo>
                    <a:pt x="599" y="877"/>
                    <a:pt x="598" y="888"/>
                    <a:pt x="607" y="889"/>
                  </a:cubicBezTo>
                  <a:cubicBezTo>
                    <a:pt x="606" y="900"/>
                    <a:pt x="600" y="981"/>
                    <a:pt x="589" y="1016"/>
                  </a:cubicBezTo>
                  <a:cubicBezTo>
                    <a:pt x="579" y="1027"/>
                    <a:pt x="587" y="1038"/>
                    <a:pt x="594" y="1051"/>
                  </a:cubicBezTo>
                  <a:cubicBezTo>
                    <a:pt x="603" y="1052"/>
                    <a:pt x="610" y="1064"/>
                    <a:pt x="610" y="1075"/>
                  </a:cubicBezTo>
                  <a:lnTo>
                    <a:pt x="592" y="1074"/>
                  </a:lnTo>
                  <a:cubicBezTo>
                    <a:pt x="589" y="1069"/>
                    <a:pt x="588" y="1066"/>
                    <a:pt x="587" y="1066"/>
                  </a:cubicBezTo>
                  <a:cubicBezTo>
                    <a:pt x="585" y="1066"/>
                    <a:pt x="584" y="1072"/>
                    <a:pt x="583" y="1085"/>
                  </a:cubicBezTo>
                  <a:lnTo>
                    <a:pt x="582" y="1108"/>
                  </a:lnTo>
                  <a:cubicBezTo>
                    <a:pt x="590" y="1109"/>
                    <a:pt x="585" y="1167"/>
                    <a:pt x="580" y="1248"/>
                  </a:cubicBezTo>
                  <a:cubicBezTo>
                    <a:pt x="572" y="1352"/>
                    <a:pt x="570" y="1387"/>
                    <a:pt x="578" y="1387"/>
                  </a:cubicBezTo>
                  <a:cubicBezTo>
                    <a:pt x="587" y="1388"/>
                    <a:pt x="585" y="1400"/>
                    <a:pt x="574" y="1433"/>
                  </a:cubicBezTo>
                  <a:cubicBezTo>
                    <a:pt x="544" y="1502"/>
                    <a:pt x="544" y="1502"/>
                    <a:pt x="552" y="1513"/>
                  </a:cubicBezTo>
                  <a:cubicBezTo>
                    <a:pt x="553" y="1504"/>
                    <a:pt x="558" y="1503"/>
                    <a:pt x="565" y="1503"/>
                  </a:cubicBezTo>
                  <a:cubicBezTo>
                    <a:pt x="567" y="1503"/>
                    <a:pt x="568" y="1503"/>
                    <a:pt x="570" y="1503"/>
                  </a:cubicBezTo>
                  <a:cubicBezTo>
                    <a:pt x="587" y="1505"/>
                    <a:pt x="585" y="1516"/>
                    <a:pt x="567" y="1526"/>
                  </a:cubicBezTo>
                  <a:cubicBezTo>
                    <a:pt x="567" y="1526"/>
                    <a:pt x="567" y="1526"/>
                    <a:pt x="567" y="1526"/>
                  </a:cubicBezTo>
                  <a:cubicBezTo>
                    <a:pt x="551" y="1526"/>
                    <a:pt x="546" y="1699"/>
                    <a:pt x="563" y="1713"/>
                  </a:cubicBezTo>
                  <a:lnTo>
                    <a:pt x="554" y="1711"/>
                  </a:lnTo>
                  <a:cubicBezTo>
                    <a:pt x="554" y="1711"/>
                    <a:pt x="553" y="1711"/>
                    <a:pt x="553" y="1711"/>
                  </a:cubicBezTo>
                  <a:cubicBezTo>
                    <a:pt x="546" y="1711"/>
                    <a:pt x="545" y="1724"/>
                    <a:pt x="542" y="1769"/>
                  </a:cubicBezTo>
                  <a:cubicBezTo>
                    <a:pt x="539" y="1792"/>
                    <a:pt x="539" y="1803"/>
                    <a:pt x="539" y="1803"/>
                  </a:cubicBezTo>
                  <a:cubicBezTo>
                    <a:pt x="556" y="1805"/>
                    <a:pt x="543" y="1873"/>
                    <a:pt x="534" y="1873"/>
                  </a:cubicBezTo>
                  <a:cubicBezTo>
                    <a:pt x="534" y="1873"/>
                    <a:pt x="534" y="1873"/>
                    <a:pt x="534" y="1873"/>
                  </a:cubicBezTo>
                  <a:cubicBezTo>
                    <a:pt x="525" y="1884"/>
                    <a:pt x="525" y="1884"/>
                    <a:pt x="523" y="1907"/>
                  </a:cubicBezTo>
                  <a:cubicBezTo>
                    <a:pt x="537" y="1943"/>
                    <a:pt x="525" y="2000"/>
                    <a:pt x="516" y="2000"/>
                  </a:cubicBezTo>
                  <a:lnTo>
                    <a:pt x="515" y="2022"/>
                  </a:lnTo>
                  <a:cubicBezTo>
                    <a:pt x="520" y="2038"/>
                    <a:pt x="521" y="2054"/>
                    <a:pt x="519" y="2069"/>
                  </a:cubicBezTo>
                  <a:cubicBezTo>
                    <a:pt x="518" y="2096"/>
                    <a:pt x="516" y="2109"/>
                    <a:pt x="520" y="2109"/>
                  </a:cubicBezTo>
                  <a:cubicBezTo>
                    <a:pt x="521" y="2109"/>
                    <a:pt x="523" y="2108"/>
                    <a:pt x="525" y="2105"/>
                  </a:cubicBezTo>
                  <a:cubicBezTo>
                    <a:pt x="534" y="2105"/>
                    <a:pt x="543" y="2106"/>
                    <a:pt x="542" y="2117"/>
                  </a:cubicBezTo>
                  <a:lnTo>
                    <a:pt x="533" y="2117"/>
                  </a:lnTo>
                  <a:cubicBezTo>
                    <a:pt x="533" y="2117"/>
                    <a:pt x="532" y="2117"/>
                    <a:pt x="532" y="2117"/>
                  </a:cubicBezTo>
                  <a:cubicBezTo>
                    <a:pt x="525" y="2117"/>
                    <a:pt x="521" y="2152"/>
                    <a:pt x="518" y="2197"/>
                  </a:cubicBezTo>
                  <a:cubicBezTo>
                    <a:pt x="515" y="2255"/>
                    <a:pt x="513" y="2279"/>
                    <a:pt x="504" y="2289"/>
                  </a:cubicBezTo>
                  <a:lnTo>
                    <a:pt x="510" y="2301"/>
                  </a:lnTo>
                  <a:cubicBezTo>
                    <a:pt x="518" y="2314"/>
                    <a:pt x="518" y="2325"/>
                    <a:pt x="509" y="2325"/>
                  </a:cubicBezTo>
                  <a:cubicBezTo>
                    <a:pt x="500" y="2336"/>
                    <a:pt x="497" y="2382"/>
                    <a:pt x="504" y="2406"/>
                  </a:cubicBezTo>
                  <a:lnTo>
                    <a:pt x="501" y="2429"/>
                  </a:lnTo>
                  <a:cubicBezTo>
                    <a:pt x="483" y="2443"/>
                    <a:pt x="481" y="2470"/>
                    <a:pt x="497" y="2487"/>
                  </a:cubicBezTo>
                  <a:cubicBezTo>
                    <a:pt x="489" y="2487"/>
                    <a:pt x="488" y="2498"/>
                    <a:pt x="487" y="2509"/>
                  </a:cubicBezTo>
                  <a:cubicBezTo>
                    <a:pt x="493" y="2533"/>
                    <a:pt x="490" y="2579"/>
                    <a:pt x="483" y="2579"/>
                  </a:cubicBezTo>
                  <a:cubicBezTo>
                    <a:pt x="482" y="2579"/>
                    <a:pt x="482" y="2579"/>
                    <a:pt x="482" y="2579"/>
                  </a:cubicBezTo>
                  <a:lnTo>
                    <a:pt x="481" y="2591"/>
                  </a:lnTo>
                  <a:cubicBezTo>
                    <a:pt x="487" y="2601"/>
                    <a:pt x="489" y="2613"/>
                    <a:pt x="487" y="2626"/>
                  </a:cubicBezTo>
                  <a:cubicBezTo>
                    <a:pt x="484" y="2638"/>
                    <a:pt x="487" y="2650"/>
                    <a:pt x="493" y="2662"/>
                  </a:cubicBezTo>
                  <a:cubicBezTo>
                    <a:pt x="498" y="2668"/>
                    <a:pt x="500" y="2676"/>
                    <a:pt x="500" y="2685"/>
                  </a:cubicBezTo>
                  <a:cubicBezTo>
                    <a:pt x="500" y="2688"/>
                    <a:pt x="499" y="2690"/>
                    <a:pt x="498" y="2690"/>
                  </a:cubicBezTo>
                  <a:cubicBezTo>
                    <a:pt x="495" y="2690"/>
                    <a:pt x="489" y="2681"/>
                    <a:pt x="483" y="2672"/>
                  </a:cubicBezTo>
                  <a:cubicBezTo>
                    <a:pt x="482" y="2666"/>
                    <a:pt x="481" y="2664"/>
                    <a:pt x="480" y="2664"/>
                  </a:cubicBezTo>
                  <a:cubicBezTo>
                    <a:pt x="476" y="2664"/>
                    <a:pt x="478" y="2691"/>
                    <a:pt x="489" y="2719"/>
                  </a:cubicBezTo>
                  <a:cubicBezTo>
                    <a:pt x="497" y="2739"/>
                    <a:pt x="501" y="2747"/>
                    <a:pt x="500" y="2747"/>
                  </a:cubicBezTo>
                  <a:cubicBezTo>
                    <a:pt x="499" y="2747"/>
                    <a:pt x="495" y="2742"/>
                    <a:pt x="488" y="2731"/>
                  </a:cubicBezTo>
                  <a:cubicBezTo>
                    <a:pt x="483" y="2724"/>
                    <a:pt x="479" y="2717"/>
                    <a:pt x="477" y="2717"/>
                  </a:cubicBezTo>
                  <a:cubicBezTo>
                    <a:pt x="476" y="2717"/>
                    <a:pt x="476" y="2720"/>
                    <a:pt x="479" y="2730"/>
                  </a:cubicBezTo>
                  <a:cubicBezTo>
                    <a:pt x="479" y="2730"/>
                    <a:pt x="478" y="2754"/>
                    <a:pt x="486" y="2754"/>
                  </a:cubicBezTo>
                  <a:cubicBezTo>
                    <a:pt x="486" y="2766"/>
                    <a:pt x="484" y="2777"/>
                    <a:pt x="483" y="2788"/>
                  </a:cubicBezTo>
                  <a:cubicBezTo>
                    <a:pt x="477" y="2803"/>
                    <a:pt x="472" y="2819"/>
                    <a:pt x="472" y="2834"/>
                  </a:cubicBezTo>
                  <a:cubicBezTo>
                    <a:pt x="479" y="2847"/>
                    <a:pt x="479" y="2847"/>
                    <a:pt x="470" y="2858"/>
                  </a:cubicBezTo>
                  <a:cubicBezTo>
                    <a:pt x="469" y="2858"/>
                    <a:pt x="469" y="2858"/>
                    <a:pt x="469" y="2858"/>
                  </a:cubicBezTo>
                  <a:cubicBezTo>
                    <a:pt x="461" y="2858"/>
                    <a:pt x="462" y="2868"/>
                    <a:pt x="478" y="2869"/>
                  </a:cubicBezTo>
                  <a:cubicBezTo>
                    <a:pt x="486" y="2880"/>
                    <a:pt x="484" y="2895"/>
                    <a:pt x="475" y="2904"/>
                  </a:cubicBezTo>
                  <a:cubicBezTo>
                    <a:pt x="475" y="2904"/>
                    <a:pt x="474" y="2904"/>
                    <a:pt x="473" y="2904"/>
                  </a:cubicBezTo>
                  <a:cubicBezTo>
                    <a:pt x="458" y="2904"/>
                    <a:pt x="458" y="2915"/>
                    <a:pt x="465" y="2915"/>
                  </a:cubicBezTo>
                  <a:cubicBezTo>
                    <a:pt x="470" y="2922"/>
                    <a:pt x="472" y="2931"/>
                    <a:pt x="472" y="2939"/>
                  </a:cubicBezTo>
                  <a:cubicBezTo>
                    <a:pt x="464" y="2939"/>
                    <a:pt x="456" y="3043"/>
                    <a:pt x="449" y="3146"/>
                  </a:cubicBezTo>
                  <a:cubicBezTo>
                    <a:pt x="447" y="3159"/>
                    <a:pt x="455" y="3171"/>
                    <a:pt x="464" y="3171"/>
                  </a:cubicBezTo>
                  <a:cubicBezTo>
                    <a:pt x="481" y="3172"/>
                    <a:pt x="472" y="3172"/>
                    <a:pt x="463" y="3183"/>
                  </a:cubicBezTo>
                  <a:cubicBezTo>
                    <a:pt x="441" y="3191"/>
                    <a:pt x="436" y="3208"/>
                    <a:pt x="450" y="3208"/>
                  </a:cubicBezTo>
                  <a:cubicBezTo>
                    <a:pt x="453" y="3208"/>
                    <a:pt x="457" y="3207"/>
                    <a:pt x="461" y="3206"/>
                  </a:cubicBezTo>
                  <a:cubicBezTo>
                    <a:pt x="468" y="3202"/>
                    <a:pt x="472" y="3199"/>
                    <a:pt x="474" y="3199"/>
                  </a:cubicBezTo>
                  <a:cubicBezTo>
                    <a:pt x="476" y="3199"/>
                    <a:pt x="472" y="3205"/>
                    <a:pt x="461" y="3218"/>
                  </a:cubicBezTo>
                  <a:cubicBezTo>
                    <a:pt x="451" y="3228"/>
                    <a:pt x="451" y="3228"/>
                    <a:pt x="459" y="3240"/>
                  </a:cubicBezTo>
                  <a:cubicBezTo>
                    <a:pt x="467" y="3240"/>
                    <a:pt x="467" y="3253"/>
                    <a:pt x="459" y="3253"/>
                  </a:cubicBezTo>
                  <a:cubicBezTo>
                    <a:pt x="458" y="3253"/>
                    <a:pt x="458" y="3253"/>
                    <a:pt x="458" y="3253"/>
                  </a:cubicBezTo>
                  <a:cubicBezTo>
                    <a:pt x="449" y="3263"/>
                    <a:pt x="440" y="3274"/>
                    <a:pt x="447" y="3275"/>
                  </a:cubicBezTo>
                  <a:cubicBezTo>
                    <a:pt x="446" y="3283"/>
                    <a:pt x="443" y="3291"/>
                    <a:pt x="437" y="3298"/>
                  </a:cubicBezTo>
                  <a:cubicBezTo>
                    <a:pt x="428" y="3308"/>
                    <a:pt x="436" y="3320"/>
                    <a:pt x="443" y="3332"/>
                  </a:cubicBezTo>
                  <a:cubicBezTo>
                    <a:pt x="454" y="3359"/>
                    <a:pt x="457" y="3372"/>
                    <a:pt x="451" y="3372"/>
                  </a:cubicBezTo>
                  <a:cubicBezTo>
                    <a:pt x="448" y="3372"/>
                    <a:pt x="445" y="3371"/>
                    <a:pt x="441" y="3367"/>
                  </a:cubicBezTo>
                  <a:cubicBezTo>
                    <a:pt x="439" y="3366"/>
                    <a:pt x="438" y="3365"/>
                    <a:pt x="437" y="3365"/>
                  </a:cubicBezTo>
                  <a:cubicBezTo>
                    <a:pt x="426" y="3365"/>
                    <a:pt x="431" y="3414"/>
                    <a:pt x="445" y="3425"/>
                  </a:cubicBezTo>
                  <a:cubicBezTo>
                    <a:pt x="457" y="3436"/>
                    <a:pt x="460" y="3438"/>
                    <a:pt x="457" y="3438"/>
                  </a:cubicBezTo>
                  <a:cubicBezTo>
                    <a:pt x="456" y="3438"/>
                    <a:pt x="455" y="3438"/>
                    <a:pt x="453" y="3438"/>
                  </a:cubicBezTo>
                  <a:cubicBezTo>
                    <a:pt x="444" y="3438"/>
                    <a:pt x="443" y="3449"/>
                    <a:pt x="443" y="3449"/>
                  </a:cubicBezTo>
                  <a:cubicBezTo>
                    <a:pt x="443" y="3460"/>
                    <a:pt x="442" y="3471"/>
                    <a:pt x="433" y="3471"/>
                  </a:cubicBezTo>
                  <a:cubicBezTo>
                    <a:pt x="433" y="3484"/>
                    <a:pt x="435" y="3495"/>
                    <a:pt x="440" y="3506"/>
                  </a:cubicBezTo>
                  <a:cubicBezTo>
                    <a:pt x="453" y="3530"/>
                    <a:pt x="446" y="3559"/>
                    <a:pt x="425" y="3576"/>
                  </a:cubicBezTo>
                  <a:lnTo>
                    <a:pt x="433" y="3599"/>
                  </a:lnTo>
                  <a:cubicBezTo>
                    <a:pt x="448" y="3611"/>
                    <a:pt x="456" y="3623"/>
                    <a:pt x="442" y="3623"/>
                  </a:cubicBezTo>
                  <a:cubicBezTo>
                    <a:pt x="441" y="3623"/>
                    <a:pt x="440" y="3623"/>
                    <a:pt x="440" y="3623"/>
                  </a:cubicBezTo>
                  <a:lnTo>
                    <a:pt x="431" y="3623"/>
                  </a:lnTo>
                  <a:cubicBezTo>
                    <a:pt x="446" y="3635"/>
                    <a:pt x="435" y="3680"/>
                    <a:pt x="419" y="3680"/>
                  </a:cubicBezTo>
                  <a:cubicBezTo>
                    <a:pt x="419" y="3680"/>
                    <a:pt x="418" y="3680"/>
                    <a:pt x="418" y="3680"/>
                  </a:cubicBezTo>
                  <a:cubicBezTo>
                    <a:pt x="416" y="3680"/>
                    <a:pt x="414" y="3680"/>
                    <a:pt x="413" y="3680"/>
                  </a:cubicBezTo>
                  <a:cubicBezTo>
                    <a:pt x="409" y="3680"/>
                    <a:pt x="409" y="3682"/>
                    <a:pt x="408" y="3690"/>
                  </a:cubicBezTo>
                  <a:lnTo>
                    <a:pt x="417" y="3691"/>
                  </a:lnTo>
                  <a:cubicBezTo>
                    <a:pt x="425" y="3692"/>
                    <a:pt x="434" y="3692"/>
                    <a:pt x="433" y="3704"/>
                  </a:cubicBezTo>
                  <a:cubicBezTo>
                    <a:pt x="433" y="3715"/>
                    <a:pt x="432" y="3726"/>
                    <a:pt x="424" y="3726"/>
                  </a:cubicBezTo>
                  <a:cubicBezTo>
                    <a:pt x="424" y="3726"/>
                    <a:pt x="423" y="3726"/>
                    <a:pt x="423" y="3726"/>
                  </a:cubicBezTo>
                  <a:cubicBezTo>
                    <a:pt x="414" y="3737"/>
                    <a:pt x="405" y="3749"/>
                    <a:pt x="413" y="3749"/>
                  </a:cubicBezTo>
                  <a:cubicBezTo>
                    <a:pt x="412" y="3758"/>
                    <a:pt x="408" y="3765"/>
                    <a:pt x="403" y="3771"/>
                  </a:cubicBezTo>
                  <a:lnTo>
                    <a:pt x="399" y="3818"/>
                  </a:lnTo>
                  <a:cubicBezTo>
                    <a:pt x="407" y="3830"/>
                    <a:pt x="405" y="3853"/>
                    <a:pt x="397" y="3853"/>
                  </a:cubicBezTo>
                  <a:cubicBezTo>
                    <a:pt x="396" y="3864"/>
                    <a:pt x="398" y="3876"/>
                    <a:pt x="403" y="3888"/>
                  </a:cubicBezTo>
                  <a:cubicBezTo>
                    <a:pt x="400" y="3911"/>
                    <a:pt x="400" y="3922"/>
                    <a:pt x="391" y="3922"/>
                  </a:cubicBezTo>
                  <a:cubicBezTo>
                    <a:pt x="390" y="3922"/>
                    <a:pt x="388" y="3922"/>
                    <a:pt x="387" y="3922"/>
                  </a:cubicBezTo>
                  <a:cubicBezTo>
                    <a:pt x="384" y="3922"/>
                    <a:pt x="385" y="3924"/>
                    <a:pt x="390" y="3934"/>
                  </a:cubicBezTo>
                  <a:cubicBezTo>
                    <a:pt x="399" y="3934"/>
                    <a:pt x="398" y="3946"/>
                    <a:pt x="397" y="3957"/>
                  </a:cubicBezTo>
                  <a:lnTo>
                    <a:pt x="396" y="3981"/>
                  </a:lnTo>
                  <a:cubicBezTo>
                    <a:pt x="404" y="3981"/>
                    <a:pt x="404" y="3981"/>
                    <a:pt x="404" y="3993"/>
                  </a:cubicBezTo>
                  <a:cubicBezTo>
                    <a:pt x="403" y="4004"/>
                    <a:pt x="391" y="4038"/>
                    <a:pt x="390" y="4050"/>
                  </a:cubicBezTo>
                  <a:cubicBezTo>
                    <a:pt x="389" y="4073"/>
                    <a:pt x="388" y="4081"/>
                    <a:pt x="390" y="4081"/>
                  </a:cubicBezTo>
                  <a:cubicBezTo>
                    <a:pt x="392" y="4081"/>
                    <a:pt x="394" y="4078"/>
                    <a:pt x="397" y="4074"/>
                  </a:cubicBezTo>
                  <a:cubicBezTo>
                    <a:pt x="397" y="4069"/>
                    <a:pt x="399" y="4067"/>
                    <a:pt x="400" y="4067"/>
                  </a:cubicBezTo>
                  <a:cubicBezTo>
                    <a:pt x="402" y="4067"/>
                    <a:pt x="403" y="4072"/>
                    <a:pt x="397" y="4085"/>
                  </a:cubicBezTo>
                  <a:cubicBezTo>
                    <a:pt x="396" y="4097"/>
                    <a:pt x="385" y="4131"/>
                    <a:pt x="382" y="4166"/>
                  </a:cubicBezTo>
                  <a:cubicBezTo>
                    <a:pt x="379" y="4212"/>
                    <a:pt x="379" y="4212"/>
                    <a:pt x="387" y="4213"/>
                  </a:cubicBezTo>
                  <a:cubicBezTo>
                    <a:pt x="392" y="4210"/>
                    <a:pt x="395" y="4209"/>
                    <a:pt x="397" y="4209"/>
                  </a:cubicBezTo>
                  <a:cubicBezTo>
                    <a:pt x="403" y="4209"/>
                    <a:pt x="399" y="4217"/>
                    <a:pt x="387" y="4224"/>
                  </a:cubicBezTo>
                  <a:cubicBezTo>
                    <a:pt x="368" y="4246"/>
                    <a:pt x="367" y="4258"/>
                    <a:pt x="376" y="4258"/>
                  </a:cubicBezTo>
                  <a:cubicBezTo>
                    <a:pt x="382" y="4270"/>
                    <a:pt x="382" y="4270"/>
                    <a:pt x="382" y="4283"/>
                  </a:cubicBezTo>
                  <a:cubicBezTo>
                    <a:pt x="382" y="4282"/>
                    <a:pt x="382" y="4282"/>
                    <a:pt x="381" y="4282"/>
                  </a:cubicBezTo>
                  <a:cubicBezTo>
                    <a:pt x="373" y="4282"/>
                    <a:pt x="373" y="4294"/>
                    <a:pt x="379" y="4317"/>
                  </a:cubicBezTo>
                  <a:cubicBezTo>
                    <a:pt x="379" y="4326"/>
                    <a:pt x="379" y="4328"/>
                    <a:pt x="375" y="4328"/>
                  </a:cubicBezTo>
                  <a:cubicBezTo>
                    <a:pt x="374" y="4328"/>
                    <a:pt x="372" y="4328"/>
                    <a:pt x="370" y="4327"/>
                  </a:cubicBezTo>
                  <a:lnTo>
                    <a:pt x="369" y="4351"/>
                  </a:lnTo>
                  <a:cubicBezTo>
                    <a:pt x="384" y="4376"/>
                    <a:pt x="370" y="4444"/>
                    <a:pt x="361" y="4455"/>
                  </a:cubicBezTo>
                  <a:cubicBezTo>
                    <a:pt x="361" y="4463"/>
                    <a:pt x="363" y="4472"/>
                    <a:pt x="368" y="4479"/>
                  </a:cubicBezTo>
                  <a:cubicBezTo>
                    <a:pt x="383" y="4492"/>
                    <a:pt x="382" y="4502"/>
                    <a:pt x="368" y="4502"/>
                  </a:cubicBezTo>
                  <a:cubicBezTo>
                    <a:pt x="367" y="4502"/>
                    <a:pt x="366" y="4502"/>
                    <a:pt x="366" y="4502"/>
                  </a:cubicBezTo>
                  <a:cubicBezTo>
                    <a:pt x="361" y="4502"/>
                    <a:pt x="358" y="4502"/>
                    <a:pt x="355" y="4502"/>
                  </a:cubicBezTo>
                  <a:cubicBezTo>
                    <a:pt x="350" y="4502"/>
                    <a:pt x="353" y="4504"/>
                    <a:pt x="366" y="4514"/>
                  </a:cubicBezTo>
                  <a:cubicBezTo>
                    <a:pt x="372" y="4525"/>
                    <a:pt x="370" y="4573"/>
                    <a:pt x="357" y="4573"/>
                  </a:cubicBezTo>
                  <a:cubicBezTo>
                    <a:pt x="355" y="4573"/>
                    <a:pt x="354" y="4572"/>
                    <a:pt x="352" y="4571"/>
                  </a:cubicBezTo>
                  <a:lnTo>
                    <a:pt x="335" y="4570"/>
                  </a:lnTo>
                  <a:lnTo>
                    <a:pt x="335" y="4570"/>
                  </a:lnTo>
                  <a:cubicBezTo>
                    <a:pt x="340" y="4576"/>
                    <a:pt x="342" y="4585"/>
                    <a:pt x="342" y="4593"/>
                  </a:cubicBezTo>
                  <a:cubicBezTo>
                    <a:pt x="351" y="4594"/>
                    <a:pt x="350" y="4606"/>
                    <a:pt x="348" y="4640"/>
                  </a:cubicBezTo>
                  <a:cubicBezTo>
                    <a:pt x="345" y="4664"/>
                    <a:pt x="351" y="4710"/>
                    <a:pt x="349" y="4733"/>
                  </a:cubicBezTo>
                  <a:cubicBezTo>
                    <a:pt x="348" y="4757"/>
                    <a:pt x="344" y="4792"/>
                    <a:pt x="335" y="4802"/>
                  </a:cubicBezTo>
                  <a:cubicBezTo>
                    <a:pt x="334" y="4818"/>
                    <a:pt x="335" y="4834"/>
                    <a:pt x="340" y="4849"/>
                  </a:cubicBezTo>
                  <a:cubicBezTo>
                    <a:pt x="347" y="4861"/>
                    <a:pt x="347" y="4884"/>
                    <a:pt x="338" y="4884"/>
                  </a:cubicBezTo>
                  <a:cubicBezTo>
                    <a:pt x="338" y="4884"/>
                    <a:pt x="338" y="4884"/>
                    <a:pt x="338" y="4884"/>
                  </a:cubicBezTo>
                  <a:lnTo>
                    <a:pt x="336" y="4895"/>
                  </a:lnTo>
                  <a:cubicBezTo>
                    <a:pt x="341" y="4907"/>
                    <a:pt x="343" y="4919"/>
                    <a:pt x="343" y="4931"/>
                  </a:cubicBezTo>
                  <a:cubicBezTo>
                    <a:pt x="332" y="4931"/>
                    <a:pt x="325" y="4944"/>
                    <a:pt x="333" y="4953"/>
                  </a:cubicBezTo>
                  <a:cubicBezTo>
                    <a:pt x="341" y="4954"/>
                    <a:pt x="340" y="4966"/>
                    <a:pt x="339" y="4989"/>
                  </a:cubicBezTo>
                  <a:cubicBezTo>
                    <a:pt x="329" y="5012"/>
                    <a:pt x="300" y="5393"/>
                    <a:pt x="308" y="5394"/>
                  </a:cubicBezTo>
                  <a:lnTo>
                    <a:pt x="306" y="5429"/>
                  </a:lnTo>
                  <a:lnTo>
                    <a:pt x="304" y="5464"/>
                  </a:lnTo>
                  <a:cubicBezTo>
                    <a:pt x="304" y="5464"/>
                    <a:pt x="303" y="5464"/>
                    <a:pt x="303" y="5464"/>
                  </a:cubicBezTo>
                  <a:cubicBezTo>
                    <a:pt x="287" y="5464"/>
                    <a:pt x="291" y="5522"/>
                    <a:pt x="297" y="5556"/>
                  </a:cubicBezTo>
                  <a:cubicBezTo>
                    <a:pt x="303" y="5567"/>
                    <a:pt x="305" y="5579"/>
                    <a:pt x="303" y="5592"/>
                  </a:cubicBezTo>
                  <a:cubicBezTo>
                    <a:pt x="302" y="5592"/>
                    <a:pt x="302" y="5592"/>
                    <a:pt x="301" y="5592"/>
                  </a:cubicBezTo>
                  <a:cubicBezTo>
                    <a:pt x="286" y="5592"/>
                    <a:pt x="284" y="5625"/>
                    <a:pt x="290" y="5649"/>
                  </a:cubicBezTo>
                  <a:cubicBezTo>
                    <a:pt x="305" y="5661"/>
                    <a:pt x="305" y="5671"/>
                    <a:pt x="290" y="5671"/>
                  </a:cubicBezTo>
                  <a:cubicBezTo>
                    <a:pt x="290" y="5671"/>
                    <a:pt x="289" y="5671"/>
                    <a:pt x="288" y="5671"/>
                  </a:cubicBezTo>
                  <a:cubicBezTo>
                    <a:pt x="288" y="5671"/>
                    <a:pt x="287" y="5671"/>
                    <a:pt x="287" y="5671"/>
                  </a:cubicBezTo>
                  <a:cubicBezTo>
                    <a:pt x="271" y="5671"/>
                    <a:pt x="270" y="5694"/>
                    <a:pt x="294" y="5718"/>
                  </a:cubicBezTo>
                  <a:cubicBezTo>
                    <a:pt x="300" y="5731"/>
                    <a:pt x="300" y="5731"/>
                    <a:pt x="292" y="5742"/>
                  </a:cubicBezTo>
                  <a:cubicBezTo>
                    <a:pt x="274" y="5752"/>
                    <a:pt x="272" y="5763"/>
                    <a:pt x="281" y="5764"/>
                  </a:cubicBezTo>
                  <a:cubicBezTo>
                    <a:pt x="297" y="5777"/>
                    <a:pt x="297" y="5789"/>
                    <a:pt x="279" y="5799"/>
                  </a:cubicBezTo>
                  <a:cubicBezTo>
                    <a:pt x="260" y="5821"/>
                    <a:pt x="260" y="5821"/>
                    <a:pt x="276" y="5834"/>
                  </a:cubicBezTo>
                  <a:cubicBezTo>
                    <a:pt x="293" y="5846"/>
                    <a:pt x="289" y="5892"/>
                    <a:pt x="271" y="5904"/>
                  </a:cubicBezTo>
                  <a:cubicBezTo>
                    <a:pt x="270" y="5915"/>
                    <a:pt x="261" y="5926"/>
                    <a:pt x="269" y="5926"/>
                  </a:cubicBezTo>
                  <a:lnTo>
                    <a:pt x="260" y="5937"/>
                  </a:lnTo>
                  <a:lnTo>
                    <a:pt x="259" y="5961"/>
                  </a:lnTo>
                  <a:lnTo>
                    <a:pt x="267" y="5961"/>
                  </a:lnTo>
                  <a:cubicBezTo>
                    <a:pt x="266" y="5973"/>
                    <a:pt x="252" y="6041"/>
                    <a:pt x="247" y="6122"/>
                  </a:cubicBezTo>
                  <a:cubicBezTo>
                    <a:pt x="239" y="6232"/>
                    <a:pt x="236" y="6264"/>
                    <a:pt x="241" y="6264"/>
                  </a:cubicBezTo>
                  <a:cubicBezTo>
                    <a:pt x="242" y="6264"/>
                    <a:pt x="243" y="6263"/>
                    <a:pt x="244" y="6261"/>
                  </a:cubicBezTo>
                  <a:cubicBezTo>
                    <a:pt x="247" y="6260"/>
                    <a:pt x="250" y="6259"/>
                    <a:pt x="252" y="6259"/>
                  </a:cubicBezTo>
                  <a:cubicBezTo>
                    <a:pt x="261" y="6259"/>
                    <a:pt x="258" y="6277"/>
                    <a:pt x="243" y="6285"/>
                  </a:cubicBezTo>
                  <a:cubicBezTo>
                    <a:pt x="242" y="6296"/>
                    <a:pt x="232" y="6319"/>
                    <a:pt x="230" y="6342"/>
                  </a:cubicBezTo>
                  <a:cubicBezTo>
                    <a:pt x="229" y="6366"/>
                    <a:pt x="226" y="6388"/>
                    <a:pt x="219" y="6388"/>
                  </a:cubicBezTo>
                  <a:lnTo>
                    <a:pt x="217" y="6399"/>
                  </a:lnTo>
                  <a:cubicBezTo>
                    <a:pt x="233" y="6424"/>
                    <a:pt x="228" y="6494"/>
                    <a:pt x="216" y="6527"/>
                  </a:cubicBezTo>
                  <a:cubicBezTo>
                    <a:pt x="214" y="6547"/>
                    <a:pt x="215" y="6566"/>
                    <a:pt x="221" y="6586"/>
                  </a:cubicBezTo>
                  <a:cubicBezTo>
                    <a:pt x="228" y="6610"/>
                    <a:pt x="228" y="6610"/>
                    <a:pt x="219" y="6620"/>
                  </a:cubicBezTo>
                  <a:cubicBezTo>
                    <a:pt x="210" y="6620"/>
                    <a:pt x="196" y="6689"/>
                    <a:pt x="213" y="6690"/>
                  </a:cubicBezTo>
                  <a:lnTo>
                    <a:pt x="204" y="6701"/>
                  </a:lnTo>
                  <a:cubicBezTo>
                    <a:pt x="195" y="6709"/>
                    <a:pt x="200" y="6722"/>
                    <a:pt x="211" y="6725"/>
                  </a:cubicBezTo>
                  <a:cubicBezTo>
                    <a:pt x="228" y="6726"/>
                    <a:pt x="226" y="6738"/>
                    <a:pt x="201" y="6747"/>
                  </a:cubicBezTo>
                  <a:cubicBezTo>
                    <a:pt x="200" y="6747"/>
                    <a:pt x="199" y="6747"/>
                    <a:pt x="198" y="6747"/>
                  </a:cubicBezTo>
                  <a:cubicBezTo>
                    <a:pt x="184" y="6747"/>
                    <a:pt x="183" y="6757"/>
                    <a:pt x="192" y="6758"/>
                  </a:cubicBezTo>
                  <a:cubicBezTo>
                    <a:pt x="198" y="6771"/>
                    <a:pt x="206" y="6783"/>
                    <a:pt x="197" y="6793"/>
                  </a:cubicBezTo>
                  <a:cubicBezTo>
                    <a:pt x="196" y="6805"/>
                    <a:pt x="195" y="6817"/>
                    <a:pt x="212" y="6818"/>
                  </a:cubicBezTo>
                  <a:cubicBezTo>
                    <a:pt x="221" y="6819"/>
                    <a:pt x="220" y="6830"/>
                    <a:pt x="219" y="6842"/>
                  </a:cubicBezTo>
                  <a:cubicBezTo>
                    <a:pt x="211" y="6841"/>
                    <a:pt x="211" y="6841"/>
                    <a:pt x="203" y="6829"/>
                  </a:cubicBezTo>
                  <a:lnTo>
                    <a:pt x="203" y="6829"/>
                  </a:lnTo>
                  <a:cubicBezTo>
                    <a:pt x="203" y="6834"/>
                    <a:pt x="202" y="6842"/>
                    <a:pt x="202" y="6853"/>
                  </a:cubicBezTo>
                  <a:cubicBezTo>
                    <a:pt x="201" y="6863"/>
                    <a:pt x="191" y="6885"/>
                    <a:pt x="182" y="6885"/>
                  </a:cubicBezTo>
                  <a:cubicBezTo>
                    <a:pt x="182" y="6885"/>
                    <a:pt x="182" y="6885"/>
                    <a:pt x="182" y="6885"/>
                  </a:cubicBezTo>
                  <a:cubicBezTo>
                    <a:pt x="175" y="6893"/>
                    <a:pt x="173" y="6901"/>
                    <a:pt x="179" y="6901"/>
                  </a:cubicBezTo>
                  <a:cubicBezTo>
                    <a:pt x="181" y="6901"/>
                    <a:pt x="185" y="6900"/>
                    <a:pt x="189" y="6897"/>
                  </a:cubicBezTo>
                  <a:cubicBezTo>
                    <a:pt x="206" y="6900"/>
                    <a:pt x="206" y="6900"/>
                    <a:pt x="205" y="6922"/>
                  </a:cubicBezTo>
                  <a:cubicBezTo>
                    <a:pt x="204" y="6933"/>
                    <a:pt x="203" y="6945"/>
                    <a:pt x="196" y="6945"/>
                  </a:cubicBezTo>
                  <a:cubicBezTo>
                    <a:pt x="196" y="6945"/>
                    <a:pt x="195" y="6945"/>
                    <a:pt x="195" y="6945"/>
                  </a:cubicBezTo>
                  <a:cubicBezTo>
                    <a:pt x="186" y="6945"/>
                    <a:pt x="186" y="6945"/>
                    <a:pt x="184" y="6967"/>
                  </a:cubicBezTo>
                  <a:cubicBezTo>
                    <a:pt x="184" y="6999"/>
                    <a:pt x="197" y="7030"/>
                    <a:pt x="221" y="7051"/>
                  </a:cubicBezTo>
                  <a:cubicBezTo>
                    <a:pt x="238" y="7053"/>
                    <a:pt x="238" y="7053"/>
                    <a:pt x="220" y="7063"/>
                  </a:cubicBezTo>
                  <a:cubicBezTo>
                    <a:pt x="219" y="7063"/>
                    <a:pt x="219" y="7063"/>
                    <a:pt x="219" y="7063"/>
                  </a:cubicBezTo>
                  <a:cubicBezTo>
                    <a:pt x="212" y="7063"/>
                    <a:pt x="211" y="7074"/>
                    <a:pt x="210" y="7086"/>
                  </a:cubicBezTo>
                  <a:cubicBezTo>
                    <a:pt x="216" y="7086"/>
                    <a:pt x="213" y="7091"/>
                    <a:pt x="211" y="7091"/>
                  </a:cubicBezTo>
                  <a:cubicBezTo>
                    <a:pt x="210" y="7091"/>
                    <a:pt x="209" y="7090"/>
                    <a:pt x="210" y="7086"/>
                  </a:cubicBezTo>
                  <a:cubicBezTo>
                    <a:pt x="201" y="7085"/>
                    <a:pt x="202" y="7074"/>
                    <a:pt x="203" y="7061"/>
                  </a:cubicBezTo>
                  <a:lnTo>
                    <a:pt x="194" y="7061"/>
                  </a:lnTo>
                  <a:cubicBezTo>
                    <a:pt x="177" y="7071"/>
                    <a:pt x="176" y="7083"/>
                    <a:pt x="192" y="7096"/>
                  </a:cubicBezTo>
                  <a:cubicBezTo>
                    <a:pt x="200" y="7108"/>
                    <a:pt x="200" y="7108"/>
                    <a:pt x="191" y="7118"/>
                  </a:cubicBezTo>
                  <a:cubicBezTo>
                    <a:pt x="180" y="7130"/>
                    <a:pt x="171" y="7141"/>
                    <a:pt x="180" y="7141"/>
                  </a:cubicBezTo>
                  <a:cubicBezTo>
                    <a:pt x="179" y="7153"/>
                    <a:pt x="175" y="7166"/>
                    <a:pt x="169" y="7176"/>
                  </a:cubicBezTo>
                  <a:cubicBezTo>
                    <a:pt x="167" y="7198"/>
                    <a:pt x="166" y="7210"/>
                    <a:pt x="175" y="7210"/>
                  </a:cubicBezTo>
                  <a:cubicBezTo>
                    <a:pt x="184" y="7212"/>
                    <a:pt x="183" y="7223"/>
                    <a:pt x="182" y="7235"/>
                  </a:cubicBezTo>
                  <a:cubicBezTo>
                    <a:pt x="180" y="7246"/>
                    <a:pt x="180" y="7258"/>
                    <a:pt x="188" y="7259"/>
                  </a:cubicBezTo>
                  <a:cubicBezTo>
                    <a:pt x="197" y="7259"/>
                    <a:pt x="204" y="7271"/>
                    <a:pt x="203" y="7295"/>
                  </a:cubicBezTo>
                  <a:cubicBezTo>
                    <a:pt x="210" y="7318"/>
                    <a:pt x="210" y="7318"/>
                    <a:pt x="192" y="7328"/>
                  </a:cubicBezTo>
                  <a:cubicBezTo>
                    <a:pt x="184" y="7328"/>
                    <a:pt x="183" y="7339"/>
                    <a:pt x="182" y="7351"/>
                  </a:cubicBezTo>
                  <a:cubicBezTo>
                    <a:pt x="180" y="7360"/>
                    <a:pt x="177" y="7367"/>
                    <a:pt x="171" y="7373"/>
                  </a:cubicBezTo>
                  <a:cubicBezTo>
                    <a:pt x="163" y="7384"/>
                    <a:pt x="170" y="7385"/>
                    <a:pt x="179" y="7385"/>
                  </a:cubicBezTo>
                  <a:lnTo>
                    <a:pt x="196" y="7387"/>
                  </a:lnTo>
                  <a:cubicBezTo>
                    <a:pt x="195" y="7398"/>
                    <a:pt x="179" y="7408"/>
                    <a:pt x="171" y="7408"/>
                  </a:cubicBezTo>
                  <a:cubicBezTo>
                    <a:pt x="170" y="7408"/>
                    <a:pt x="170" y="7408"/>
                    <a:pt x="169" y="7408"/>
                  </a:cubicBezTo>
                  <a:cubicBezTo>
                    <a:pt x="151" y="7418"/>
                    <a:pt x="151" y="7418"/>
                    <a:pt x="168" y="7420"/>
                  </a:cubicBezTo>
                  <a:cubicBezTo>
                    <a:pt x="176" y="7420"/>
                    <a:pt x="184" y="7433"/>
                    <a:pt x="174" y="7455"/>
                  </a:cubicBezTo>
                  <a:cubicBezTo>
                    <a:pt x="173" y="7478"/>
                    <a:pt x="170" y="7501"/>
                    <a:pt x="163" y="7501"/>
                  </a:cubicBezTo>
                  <a:cubicBezTo>
                    <a:pt x="157" y="7508"/>
                    <a:pt x="156" y="7517"/>
                    <a:pt x="160" y="7524"/>
                  </a:cubicBezTo>
                  <a:cubicBezTo>
                    <a:pt x="168" y="7536"/>
                    <a:pt x="167" y="7548"/>
                    <a:pt x="156" y="7582"/>
                  </a:cubicBezTo>
                  <a:cubicBezTo>
                    <a:pt x="134" y="7639"/>
                    <a:pt x="134" y="7639"/>
                    <a:pt x="152" y="7640"/>
                  </a:cubicBezTo>
                  <a:cubicBezTo>
                    <a:pt x="160" y="7640"/>
                    <a:pt x="169" y="7641"/>
                    <a:pt x="151" y="7651"/>
                  </a:cubicBezTo>
                  <a:cubicBezTo>
                    <a:pt x="141" y="7662"/>
                    <a:pt x="149" y="7675"/>
                    <a:pt x="156" y="7698"/>
                  </a:cubicBezTo>
                  <a:cubicBezTo>
                    <a:pt x="165" y="7707"/>
                    <a:pt x="177" y="7713"/>
                    <a:pt x="189" y="7713"/>
                  </a:cubicBezTo>
                  <a:cubicBezTo>
                    <a:pt x="206" y="7714"/>
                    <a:pt x="206" y="7714"/>
                    <a:pt x="196" y="7737"/>
                  </a:cubicBezTo>
                  <a:cubicBezTo>
                    <a:pt x="195" y="7747"/>
                    <a:pt x="187" y="7758"/>
                    <a:pt x="178" y="7758"/>
                  </a:cubicBezTo>
                  <a:cubicBezTo>
                    <a:pt x="178" y="7758"/>
                    <a:pt x="178" y="7758"/>
                    <a:pt x="177" y="7758"/>
                  </a:cubicBezTo>
                  <a:cubicBezTo>
                    <a:pt x="169" y="7758"/>
                    <a:pt x="169" y="7745"/>
                    <a:pt x="169" y="7745"/>
                  </a:cubicBezTo>
                  <a:lnTo>
                    <a:pt x="170" y="7734"/>
                  </a:lnTo>
                  <a:cubicBezTo>
                    <a:pt x="169" y="7734"/>
                    <a:pt x="167" y="7734"/>
                    <a:pt x="166" y="7734"/>
                  </a:cubicBezTo>
                  <a:cubicBezTo>
                    <a:pt x="160" y="7734"/>
                    <a:pt x="153" y="7737"/>
                    <a:pt x="152" y="7756"/>
                  </a:cubicBezTo>
                  <a:cubicBezTo>
                    <a:pt x="142" y="7767"/>
                    <a:pt x="141" y="7778"/>
                    <a:pt x="150" y="7779"/>
                  </a:cubicBezTo>
                  <a:cubicBezTo>
                    <a:pt x="141" y="7790"/>
                    <a:pt x="139" y="7813"/>
                    <a:pt x="138" y="7836"/>
                  </a:cubicBezTo>
                  <a:cubicBezTo>
                    <a:pt x="136" y="7860"/>
                    <a:pt x="133" y="7895"/>
                    <a:pt x="124" y="7905"/>
                  </a:cubicBezTo>
                  <a:cubicBezTo>
                    <a:pt x="122" y="7928"/>
                    <a:pt x="121" y="7940"/>
                    <a:pt x="130" y="7941"/>
                  </a:cubicBezTo>
                  <a:cubicBezTo>
                    <a:pt x="147" y="7942"/>
                    <a:pt x="146" y="7953"/>
                    <a:pt x="138" y="7953"/>
                  </a:cubicBezTo>
                  <a:cubicBezTo>
                    <a:pt x="120" y="7963"/>
                    <a:pt x="100" y="8113"/>
                    <a:pt x="117" y="8126"/>
                  </a:cubicBezTo>
                  <a:cubicBezTo>
                    <a:pt x="117" y="8126"/>
                    <a:pt x="115" y="8137"/>
                    <a:pt x="114" y="8149"/>
                  </a:cubicBezTo>
                  <a:cubicBezTo>
                    <a:pt x="104" y="8172"/>
                    <a:pt x="99" y="8241"/>
                    <a:pt x="106" y="8254"/>
                  </a:cubicBezTo>
                  <a:lnTo>
                    <a:pt x="104" y="8287"/>
                  </a:lnTo>
                  <a:cubicBezTo>
                    <a:pt x="94" y="8310"/>
                    <a:pt x="93" y="8322"/>
                    <a:pt x="101" y="8334"/>
                  </a:cubicBezTo>
                  <a:cubicBezTo>
                    <a:pt x="109" y="8347"/>
                    <a:pt x="117" y="8347"/>
                    <a:pt x="109" y="8347"/>
                  </a:cubicBezTo>
                  <a:cubicBezTo>
                    <a:pt x="108" y="8347"/>
                    <a:pt x="108" y="8347"/>
                    <a:pt x="108" y="8347"/>
                  </a:cubicBezTo>
                  <a:cubicBezTo>
                    <a:pt x="100" y="8347"/>
                    <a:pt x="99" y="8370"/>
                    <a:pt x="95" y="8415"/>
                  </a:cubicBezTo>
                  <a:cubicBezTo>
                    <a:pt x="93" y="8447"/>
                    <a:pt x="92" y="8456"/>
                    <a:pt x="95" y="8456"/>
                  </a:cubicBezTo>
                  <a:cubicBezTo>
                    <a:pt x="96" y="8456"/>
                    <a:pt x="98" y="8454"/>
                    <a:pt x="101" y="8451"/>
                  </a:cubicBezTo>
                  <a:lnTo>
                    <a:pt x="101" y="8451"/>
                  </a:lnTo>
                  <a:cubicBezTo>
                    <a:pt x="105" y="8491"/>
                    <a:pt x="99" y="8496"/>
                    <a:pt x="92" y="8496"/>
                  </a:cubicBezTo>
                  <a:cubicBezTo>
                    <a:pt x="91" y="8496"/>
                    <a:pt x="90" y="8496"/>
                    <a:pt x="88" y="8496"/>
                  </a:cubicBezTo>
                  <a:cubicBezTo>
                    <a:pt x="85" y="8493"/>
                    <a:pt x="83" y="8492"/>
                    <a:pt x="81" y="8492"/>
                  </a:cubicBezTo>
                  <a:cubicBezTo>
                    <a:pt x="73" y="8492"/>
                    <a:pt x="76" y="8509"/>
                    <a:pt x="95" y="8520"/>
                  </a:cubicBezTo>
                  <a:cubicBezTo>
                    <a:pt x="112" y="8533"/>
                    <a:pt x="110" y="8555"/>
                    <a:pt x="102" y="8555"/>
                  </a:cubicBezTo>
                  <a:cubicBezTo>
                    <a:pt x="102" y="8555"/>
                    <a:pt x="102" y="8555"/>
                    <a:pt x="102" y="8555"/>
                  </a:cubicBezTo>
                  <a:cubicBezTo>
                    <a:pt x="93" y="8554"/>
                    <a:pt x="94" y="8543"/>
                    <a:pt x="95" y="8532"/>
                  </a:cubicBezTo>
                  <a:lnTo>
                    <a:pt x="77" y="8531"/>
                  </a:lnTo>
                  <a:lnTo>
                    <a:pt x="77" y="8531"/>
                  </a:lnTo>
                  <a:cubicBezTo>
                    <a:pt x="77" y="8542"/>
                    <a:pt x="77" y="8542"/>
                    <a:pt x="85" y="8554"/>
                  </a:cubicBezTo>
                  <a:cubicBezTo>
                    <a:pt x="84" y="8562"/>
                    <a:pt x="87" y="8571"/>
                    <a:pt x="92" y="8578"/>
                  </a:cubicBezTo>
                  <a:cubicBezTo>
                    <a:pt x="95" y="8584"/>
                    <a:pt x="100" y="8588"/>
                    <a:pt x="104" y="8588"/>
                  </a:cubicBezTo>
                  <a:cubicBezTo>
                    <a:pt x="108" y="8588"/>
                    <a:pt x="112" y="8585"/>
                    <a:pt x="117" y="8580"/>
                  </a:cubicBezTo>
                  <a:cubicBezTo>
                    <a:pt x="119" y="8577"/>
                    <a:pt x="121" y="8575"/>
                    <a:pt x="123" y="8575"/>
                  </a:cubicBezTo>
                  <a:cubicBezTo>
                    <a:pt x="126" y="8575"/>
                    <a:pt x="125" y="8584"/>
                    <a:pt x="124" y="8592"/>
                  </a:cubicBezTo>
                  <a:cubicBezTo>
                    <a:pt x="119" y="8605"/>
                    <a:pt x="113" y="8610"/>
                    <a:pt x="109" y="8610"/>
                  </a:cubicBezTo>
                  <a:cubicBezTo>
                    <a:pt x="105" y="8610"/>
                    <a:pt x="102" y="8607"/>
                    <a:pt x="99" y="8601"/>
                  </a:cubicBezTo>
                  <a:cubicBezTo>
                    <a:pt x="99" y="8590"/>
                    <a:pt x="91" y="8589"/>
                    <a:pt x="82" y="8589"/>
                  </a:cubicBezTo>
                  <a:cubicBezTo>
                    <a:pt x="82" y="8589"/>
                    <a:pt x="82" y="8589"/>
                    <a:pt x="82" y="8589"/>
                  </a:cubicBezTo>
                  <a:cubicBezTo>
                    <a:pt x="74" y="8589"/>
                    <a:pt x="86" y="8646"/>
                    <a:pt x="101" y="8660"/>
                  </a:cubicBezTo>
                  <a:lnTo>
                    <a:pt x="101" y="8660"/>
                  </a:lnTo>
                  <a:cubicBezTo>
                    <a:pt x="99" y="8660"/>
                    <a:pt x="97" y="8660"/>
                    <a:pt x="94" y="8660"/>
                  </a:cubicBezTo>
                  <a:cubicBezTo>
                    <a:pt x="94" y="8660"/>
                    <a:pt x="94" y="8660"/>
                    <a:pt x="93" y="8660"/>
                  </a:cubicBezTo>
                  <a:cubicBezTo>
                    <a:pt x="85" y="8660"/>
                    <a:pt x="84" y="8683"/>
                    <a:pt x="82" y="8706"/>
                  </a:cubicBezTo>
                  <a:cubicBezTo>
                    <a:pt x="81" y="8728"/>
                    <a:pt x="80" y="8740"/>
                    <a:pt x="88" y="8740"/>
                  </a:cubicBezTo>
                  <a:cubicBezTo>
                    <a:pt x="96" y="8742"/>
                    <a:pt x="105" y="8742"/>
                    <a:pt x="104" y="8754"/>
                  </a:cubicBezTo>
                  <a:cubicBezTo>
                    <a:pt x="105" y="8745"/>
                    <a:pt x="109" y="8743"/>
                    <a:pt x="115" y="8743"/>
                  </a:cubicBezTo>
                  <a:cubicBezTo>
                    <a:pt x="117" y="8743"/>
                    <a:pt x="120" y="8744"/>
                    <a:pt x="122" y="8744"/>
                  </a:cubicBezTo>
                  <a:cubicBezTo>
                    <a:pt x="117" y="8755"/>
                    <a:pt x="110" y="8766"/>
                    <a:pt x="102" y="8776"/>
                  </a:cubicBezTo>
                  <a:cubicBezTo>
                    <a:pt x="84" y="8799"/>
                    <a:pt x="74" y="8821"/>
                    <a:pt x="71" y="8867"/>
                  </a:cubicBezTo>
                  <a:cubicBezTo>
                    <a:pt x="68" y="8891"/>
                    <a:pt x="66" y="8926"/>
                    <a:pt x="56" y="8936"/>
                  </a:cubicBezTo>
                  <a:cubicBezTo>
                    <a:pt x="55" y="8959"/>
                    <a:pt x="54" y="8970"/>
                    <a:pt x="63" y="8972"/>
                  </a:cubicBezTo>
                  <a:lnTo>
                    <a:pt x="60" y="8995"/>
                  </a:lnTo>
                  <a:cubicBezTo>
                    <a:pt x="51" y="9005"/>
                    <a:pt x="49" y="9029"/>
                    <a:pt x="58" y="9030"/>
                  </a:cubicBezTo>
                  <a:cubicBezTo>
                    <a:pt x="66" y="9041"/>
                    <a:pt x="56" y="9052"/>
                    <a:pt x="56" y="9064"/>
                  </a:cubicBezTo>
                  <a:cubicBezTo>
                    <a:pt x="45" y="9077"/>
                    <a:pt x="40" y="9082"/>
                    <a:pt x="44" y="9082"/>
                  </a:cubicBezTo>
                  <a:cubicBezTo>
                    <a:pt x="47" y="9082"/>
                    <a:pt x="53" y="9080"/>
                    <a:pt x="64" y="9076"/>
                  </a:cubicBezTo>
                  <a:cubicBezTo>
                    <a:pt x="64" y="9076"/>
                    <a:pt x="64" y="9076"/>
                    <a:pt x="64" y="9076"/>
                  </a:cubicBezTo>
                  <a:cubicBezTo>
                    <a:pt x="72" y="9076"/>
                    <a:pt x="82" y="9054"/>
                    <a:pt x="83" y="9043"/>
                  </a:cubicBezTo>
                  <a:lnTo>
                    <a:pt x="85" y="9009"/>
                  </a:lnTo>
                  <a:lnTo>
                    <a:pt x="92" y="9043"/>
                  </a:lnTo>
                  <a:cubicBezTo>
                    <a:pt x="91" y="9056"/>
                    <a:pt x="97" y="9079"/>
                    <a:pt x="105" y="9079"/>
                  </a:cubicBezTo>
                  <a:cubicBezTo>
                    <a:pt x="105" y="9079"/>
                    <a:pt x="114" y="9080"/>
                    <a:pt x="113" y="9092"/>
                  </a:cubicBezTo>
                  <a:lnTo>
                    <a:pt x="96" y="9090"/>
                  </a:lnTo>
                  <a:cubicBezTo>
                    <a:pt x="92" y="9082"/>
                    <a:pt x="83" y="9077"/>
                    <a:pt x="74" y="9077"/>
                  </a:cubicBezTo>
                  <a:cubicBezTo>
                    <a:pt x="73" y="9077"/>
                    <a:pt x="73" y="9077"/>
                    <a:pt x="72" y="9077"/>
                  </a:cubicBezTo>
                  <a:cubicBezTo>
                    <a:pt x="54" y="9087"/>
                    <a:pt x="42" y="9121"/>
                    <a:pt x="59" y="9123"/>
                  </a:cubicBezTo>
                  <a:cubicBezTo>
                    <a:pt x="59" y="9134"/>
                    <a:pt x="59" y="9134"/>
                    <a:pt x="49" y="9145"/>
                  </a:cubicBezTo>
                  <a:cubicBezTo>
                    <a:pt x="49" y="9145"/>
                    <a:pt x="49" y="9145"/>
                    <a:pt x="48" y="9145"/>
                  </a:cubicBezTo>
                  <a:cubicBezTo>
                    <a:pt x="41" y="9145"/>
                    <a:pt x="41" y="9156"/>
                    <a:pt x="56" y="9169"/>
                  </a:cubicBezTo>
                  <a:cubicBezTo>
                    <a:pt x="73" y="9181"/>
                    <a:pt x="72" y="9194"/>
                    <a:pt x="54" y="9204"/>
                  </a:cubicBezTo>
                  <a:cubicBezTo>
                    <a:pt x="35" y="9225"/>
                    <a:pt x="31" y="9272"/>
                    <a:pt x="40" y="9272"/>
                  </a:cubicBezTo>
                  <a:cubicBezTo>
                    <a:pt x="57" y="9273"/>
                    <a:pt x="55" y="9308"/>
                    <a:pt x="46" y="9319"/>
                  </a:cubicBezTo>
                  <a:cubicBezTo>
                    <a:pt x="36" y="9328"/>
                    <a:pt x="35" y="9343"/>
                    <a:pt x="42" y="9354"/>
                  </a:cubicBezTo>
                  <a:cubicBezTo>
                    <a:pt x="31" y="9354"/>
                    <a:pt x="26" y="9368"/>
                    <a:pt x="32" y="9377"/>
                  </a:cubicBezTo>
                  <a:cubicBezTo>
                    <a:pt x="32" y="9377"/>
                    <a:pt x="32" y="9382"/>
                    <a:pt x="35" y="9382"/>
                  </a:cubicBezTo>
                  <a:cubicBezTo>
                    <a:pt x="36" y="9382"/>
                    <a:pt x="38" y="9380"/>
                    <a:pt x="41" y="9377"/>
                  </a:cubicBezTo>
                  <a:lnTo>
                    <a:pt x="56" y="9401"/>
                  </a:lnTo>
                  <a:cubicBezTo>
                    <a:pt x="57" y="9392"/>
                    <a:pt x="63" y="9391"/>
                    <a:pt x="70" y="9391"/>
                  </a:cubicBezTo>
                  <a:cubicBezTo>
                    <a:pt x="71" y="9391"/>
                    <a:pt x="73" y="9391"/>
                    <a:pt x="74" y="9391"/>
                  </a:cubicBezTo>
                  <a:cubicBezTo>
                    <a:pt x="83" y="9392"/>
                    <a:pt x="71" y="9437"/>
                    <a:pt x="44" y="9458"/>
                  </a:cubicBezTo>
                  <a:lnTo>
                    <a:pt x="25" y="9481"/>
                  </a:lnTo>
                  <a:lnTo>
                    <a:pt x="41" y="9482"/>
                  </a:lnTo>
                  <a:cubicBezTo>
                    <a:pt x="41" y="9493"/>
                    <a:pt x="40" y="9505"/>
                    <a:pt x="32" y="9505"/>
                  </a:cubicBezTo>
                  <a:cubicBezTo>
                    <a:pt x="32" y="9505"/>
                    <a:pt x="32" y="9504"/>
                    <a:pt x="31" y="9504"/>
                  </a:cubicBezTo>
                  <a:cubicBezTo>
                    <a:pt x="29" y="9504"/>
                    <a:pt x="28" y="9504"/>
                    <a:pt x="27" y="9504"/>
                  </a:cubicBezTo>
                  <a:cubicBezTo>
                    <a:pt x="23" y="9504"/>
                    <a:pt x="23" y="9506"/>
                    <a:pt x="22" y="9516"/>
                  </a:cubicBezTo>
                  <a:cubicBezTo>
                    <a:pt x="22" y="9516"/>
                    <a:pt x="21" y="9527"/>
                    <a:pt x="30" y="9528"/>
                  </a:cubicBezTo>
                  <a:cubicBezTo>
                    <a:pt x="47" y="9529"/>
                    <a:pt x="47" y="9529"/>
                    <a:pt x="38" y="9540"/>
                  </a:cubicBezTo>
                  <a:cubicBezTo>
                    <a:pt x="20" y="9550"/>
                    <a:pt x="19" y="9562"/>
                    <a:pt x="35" y="9575"/>
                  </a:cubicBezTo>
                  <a:cubicBezTo>
                    <a:pt x="53" y="9576"/>
                    <a:pt x="53" y="9576"/>
                    <a:pt x="35" y="9586"/>
                  </a:cubicBezTo>
                  <a:cubicBezTo>
                    <a:pt x="34" y="9586"/>
                    <a:pt x="34" y="9586"/>
                    <a:pt x="33" y="9586"/>
                  </a:cubicBezTo>
                  <a:cubicBezTo>
                    <a:pt x="25" y="9586"/>
                    <a:pt x="17" y="9597"/>
                    <a:pt x="16" y="9608"/>
                  </a:cubicBezTo>
                  <a:lnTo>
                    <a:pt x="25" y="9609"/>
                  </a:lnTo>
                  <a:cubicBezTo>
                    <a:pt x="41" y="9610"/>
                    <a:pt x="40" y="9621"/>
                    <a:pt x="31" y="9632"/>
                  </a:cubicBezTo>
                  <a:cubicBezTo>
                    <a:pt x="22" y="9632"/>
                    <a:pt x="21" y="9644"/>
                    <a:pt x="28" y="9667"/>
                  </a:cubicBezTo>
                  <a:cubicBezTo>
                    <a:pt x="27" y="9690"/>
                    <a:pt x="26" y="9701"/>
                    <a:pt x="18" y="9701"/>
                  </a:cubicBezTo>
                  <a:cubicBezTo>
                    <a:pt x="17" y="9701"/>
                    <a:pt x="17" y="9701"/>
                    <a:pt x="17" y="9701"/>
                  </a:cubicBezTo>
                  <a:cubicBezTo>
                    <a:pt x="13" y="9700"/>
                    <a:pt x="10" y="9700"/>
                    <a:pt x="8" y="9700"/>
                  </a:cubicBezTo>
                  <a:cubicBezTo>
                    <a:pt x="1" y="9700"/>
                    <a:pt x="4" y="9703"/>
                    <a:pt x="17" y="9713"/>
                  </a:cubicBezTo>
                  <a:cubicBezTo>
                    <a:pt x="25" y="9725"/>
                    <a:pt x="25" y="9725"/>
                    <a:pt x="13" y="9748"/>
                  </a:cubicBezTo>
                  <a:cubicBezTo>
                    <a:pt x="4" y="9758"/>
                    <a:pt x="4" y="9758"/>
                    <a:pt x="12" y="9770"/>
                  </a:cubicBezTo>
                  <a:cubicBezTo>
                    <a:pt x="17" y="9771"/>
                    <a:pt x="22" y="9771"/>
                    <a:pt x="26" y="9771"/>
                  </a:cubicBezTo>
                  <a:cubicBezTo>
                    <a:pt x="34" y="9771"/>
                    <a:pt x="38" y="9769"/>
                    <a:pt x="38" y="9761"/>
                  </a:cubicBezTo>
                  <a:cubicBezTo>
                    <a:pt x="39" y="9752"/>
                    <a:pt x="39" y="9750"/>
                    <a:pt x="43" y="9750"/>
                  </a:cubicBezTo>
                  <a:cubicBezTo>
                    <a:pt x="44" y="9750"/>
                    <a:pt x="46" y="9750"/>
                    <a:pt x="48" y="9750"/>
                  </a:cubicBezTo>
                  <a:lnTo>
                    <a:pt x="46" y="9774"/>
                  </a:lnTo>
                  <a:cubicBezTo>
                    <a:pt x="45" y="9789"/>
                    <a:pt x="46" y="9805"/>
                    <a:pt x="51" y="9821"/>
                  </a:cubicBezTo>
                  <a:cubicBezTo>
                    <a:pt x="55" y="9832"/>
                    <a:pt x="61" y="9838"/>
                    <a:pt x="65" y="9838"/>
                  </a:cubicBezTo>
                  <a:cubicBezTo>
                    <a:pt x="69" y="9838"/>
                    <a:pt x="72" y="9833"/>
                    <a:pt x="68" y="9821"/>
                  </a:cubicBezTo>
                  <a:lnTo>
                    <a:pt x="77" y="9811"/>
                  </a:lnTo>
                  <a:cubicBezTo>
                    <a:pt x="78" y="9811"/>
                    <a:pt x="80" y="9811"/>
                    <a:pt x="81" y="9811"/>
                  </a:cubicBezTo>
                  <a:cubicBezTo>
                    <a:pt x="103" y="9811"/>
                    <a:pt x="103" y="9789"/>
                    <a:pt x="80" y="9787"/>
                  </a:cubicBezTo>
                  <a:cubicBezTo>
                    <a:pt x="54" y="9785"/>
                    <a:pt x="54" y="9785"/>
                    <a:pt x="72" y="9775"/>
                  </a:cubicBezTo>
                  <a:lnTo>
                    <a:pt x="72" y="9775"/>
                  </a:lnTo>
                  <a:cubicBezTo>
                    <a:pt x="72" y="9775"/>
                    <a:pt x="73" y="9775"/>
                    <a:pt x="74" y="9775"/>
                  </a:cubicBezTo>
                  <a:cubicBezTo>
                    <a:pt x="89" y="9775"/>
                    <a:pt x="90" y="9764"/>
                    <a:pt x="91" y="9753"/>
                  </a:cubicBezTo>
                  <a:cubicBezTo>
                    <a:pt x="91" y="9744"/>
                    <a:pt x="91" y="9742"/>
                    <a:pt x="95" y="9742"/>
                  </a:cubicBezTo>
                  <a:cubicBezTo>
                    <a:pt x="96" y="9742"/>
                    <a:pt x="98" y="9742"/>
                    <a:pt x="100" y="9742"/>
                  </a:cubicBezTo>
                  <a:cubicBezTo>
                    <a:pt x="100" y="9742"/>
                    <a:pt x="100" y="9742"/>
                    <a:pt x="101" y="9742"/>
                  </a:cubicBezTo>
                  <a:cubicBezTo>
                    <a:pt x="108" y="9742"/>
                    <a:pt x="118" y="9732"/>
                    <a:pt x="119" y="9721"/>
                  </a:cubicBezTo>
                  <a:cubicBezTo>
                    <a:pt x="119" y="9709"/>
                    <a:pt x="119" y="9709"/>
                    <a:pt x="111" y="9709"/>
                  </a:cubicBezTo>
                  <a:cubicBezTo>
                    <a:pt x="109" y="9710"/>
                    <a:pt x="108" y="9711"/>
                    <a:pt x="107" y="9711"/>
                  </a:cubicBezTo>
                  <a:cubicBezTo>
                    <a:pt x="102" y="9711"/>
                    <a:pt x="106" y="9694"/>
                    <a:pt x="121" y="9686"/>
                  </a:cubicBezTo>
                  <a:cubicBezTo>
                    <a:pt x="130" y="9675"/>
                    <a:pt x="130" y="9675"/>
                    <a:pt x="113" y="9674"/>
                  </a:cubicBezTo>
                  <a:cubicBezTo>
                    <a:pt x="96" y="9673"/>
                    <a:pt x="97" y="9649"/>
                    <a:pt x="115" y="9639"/>
                  </a:cubicBezTo>
                  <a:lnTo>
                    <a:pt x="118" y="9615"/>
                  </a:lnTo>
                  <a:cubicBezTo>
                    <a:pt x="119" y="9604"/>
                    <a:pt x="110" y="9603"/>
                    <a:pt x="101" y="9603"/>
                  </a:cubicBezTo>
                  <a:cubicBezTo>
                    <a:pt x="84" y="9601"/>
                    <a:pt x="84" y="9601"/>
                    <a:pt x="94" y="9591"/>
                  </a:cubicBezTo>
                  <a:cubicBezTo>
                    <a:pt x="97" y="9584"/>
                    <a:pt x="104" y="9581"/>
                    <a:pt x="112" y="9581"/>
                  </a:cubicBezTo>
                  <a:cubicBezTo>
                    <a:pt x="120" y="9581"/>
                    <a:pt x="121" y="9570"/>
                    <a:pt x="122" y="9558"/>
                  </a:cubicBezTo>
                  <a:cubicBezTo>
                    <a:pt x="122" y="9546"/>
                    <a:pt x="124" y="9524"/>
                    <a:pt x="115" y="9522"/>
                  </a:cubicBezTo>
                  <a:lnTo>
                    <a:pt x="115" y="9522"/>
                  </a:lnTo>
                  <a:lnTo>
                    <a:pt x="124" y="9524"/>
                  </a:lnTo>
                  <a:cubicBezTo>
                    <a:pt x="125" y="9511"/>
                    <a:pt x="133" y="9512"/>
                    <a:pt x="125" y="9511"/>
                  </a:cubicBezTo>
                  <a:cubicBezTo>
                    <a:pt x="127" y="9500"/>
                    <a:pt x="131" y="9489"/>
                    <a:pt x="137" y="9478"/>
                  </a:cubicBezTo>
                  <a:cubicBezTo>
                    <a:pt x="144" y="9462"/>
                    <a:pt x="139" y="9439"/>
                    <a:pt x="128" y="9439"/>
                  </a:cubicBezTo>
                  <a:cubicBezTo>
                    <a:pt x="124" y="9439"/>
                    <a:pt x="118" y="9443"/>
                    <a:pt x="113" y="9452"/>
                  </a:cubicBezTo>
                  <a:lnTo>
                    <a:pt x="113" y="9452"/>
                  </a:lnTo>
                  <a:cubicBezTo>
                    <a:pt x="113" y="9449"/>
                    <a:pt x="113" y="9445"/>
                    <a:pt x="113" y="9440"/>
                  </a:cubicBezTo>
                  <a:cubicBezTo>
                    <a:pt x="114" y="9429"/>
                    <a:pt x="105" y="9428"/>
                    <a:pt x="105" y="9428"/>
                  </a:cubicBezTo>
                  <a:cubicBezTo>
                    <a:pt x="97" y="9428"/>
                    <a:pt x="97" y="9416"/>
                    <a:pt x="99" y="9405"/>
                  </a:cubicBezTo>
                  <a:lnTo>
                    <a:pt x="99" y="9405"/>
                  </a:lnTo>
                  <a:lnTo>
                    <a:pt x="115" y="9406"/>
                  </a:lnTo>
                  <a:cubicBezTo>
                    <a:pt x="121" y="9409"/>
                    <a:pt x="125" y="9410"/>
                    <a:pt x="129" y="9410"/>
                  </a:cubicBezTo>
                  <a:cubicBezTo>
                    <a:pt x="143" y="9410"/>
                    <a:pt x="145" y="9394"/>
                    <a:pt x="126" y="9384"/>
                  </a:cubicBezTo>
                  <a:lnTo>
                    <a:pt x="126" y="9384"/>
                  </a:lnTo>
                  <a:cubicBezTo>
                    <a:pt x="128" y="9384"/>
                    <a:pt x="131" y="9384"/>
                    <a:pt x="134" y="9384"/>
                  </a:cubicBezTo>
                  <a:cubicBezTo>
                    <a:pt x="143" y="9384"/>
                    <a:pt x="143" y="9373"/>
                    <a:pt x="137" y="9350"/>
                  </a:cubicBezTo>
                  <a:cubicBezTo>
                    <a:pt x="138" y="9338"/>
                    <a:pt x="122" y="9325"/>
                    <a:pt x="113" y="9324"/>
                  </a:cubicBezTo>
                  <a:cubicBezTo>
                    <a:pt x="104" y="9324"/>
                    <a:pt x="105" y="9313"/>
                    <a:pt x="105" y="9313"/>
                  </a:cubicBezTo>
                  <a:cubicBezTo>
                    <a:pt x="106" y="9303"/>
                    <a:pt x="106" y="9301"/>
                    <a:pt x="110" y="9301"/>
                  </a:cubicBezTo>
                  <a:cubicBezTo>
                    <a:pt x="112" y="9301"/>
                    <a:pt x="113" y="9301"/>
                    <a:pt x="115" y="9301"/>
                  </a:cubicBezTo>
                  <a:cubicBezTo>
                    <a:pt x="116" y="9301"/>
                    <a:pt x="116" y="9301"/>
                    <a:pt x="117" y="9301"/>
                  </a:cubicBezTo>
                  <a:cubicBezTo>
                    <a:pt x="132" y="9301"/>
                    <a:pt x="133" y="9279"/>
                    <a:pt x="118" y="9267"/>
                  </a:cubicBezTo>
                  <a:lnTo>
                    <a:pt x="125" y="9267"/>
                  </a:lnTo>
                  <a:cubicBezTo>
                    <a:pt x="126" y="9267"/>
                    <a:pt x="126" y="9267"/>
                    <a:pt x="127" y="9267"/>
                  </a:cubicBezTo>
                  <a:cubicBezTo>
                    <a:pt x="135" y="9267"/>
                    <a:pt x="143" y="9254"/>
                    <a:pt x="139" y="9198"/>
                  </a:cubicBezTo>
                  <a:cubicBezTo>
                    <a:pt x="143" y="9153"/>
                    <a:pt x="146" y="9119"/>
                    <a:pt x="153" y="9119"/>
                  </a:cubicBezTo>
                  <a:cubicBezTo>
                    <a:pt x="153" y="9119"/>
                    <a:pt x="153" y="9119"/>
                    <a:pt x="154" y="9119"/>
                  </a:cubicBezTo>
                  <a:cubicBezTo>
                    <a:pt x="163" y="9119"/>
                    <a:pt x="149" y="9071"/>
                    <a:pt x="133" y="9047"/>
                  </a:cubicBezTo>
                  <a:cubicBezTo>
                    <a:pt x="142" y="9047"/>
                    <a:pt x="143" y="9036"/>
                    <a:pt x="145" y="9013"/>
                  </a:cubicBezTo>
                  <a:cubicBezTo>
                    <a:pt x="147" y="8978"/>
                    <a:pt x="147" y="8978"/>
                    <a:pt x="156" y="8978"/>
                  </a:cubicBezTo>
                  <a:cubicBezTo>
                    <a:pt x="162" y="8984"/>
                    <a:pt x="166" y="8987"/>
                    <a:pt x="167" y="8987"/>
                  </a:cubicBezTo>
                  <a:cubicBezTo>
                    <a:pt x="169" y="8987"/>
                    <a:pt x="165" y="8981"/>
                    <a:pt x="157" y="8967"/>
                  </a:cubicBezTo>
                  <a:cubicBezTo>
                    <a:pt x="140" y="8954"/>
                    <a:pt x="151" y="8921"/>
                    <a:pt x="167" y="8921"/>
                  </a:cubicBezTo>
                  <a:cubicBezTo>
                    <a:pt x="168" y="8921"/>
                    <a:pt x="168" y="8921"/>
                    <a:pt x="168" y="8921"/>
                  </a:cubicBezTo>
                  <a:cubicBezTo>
                    <a:pt x="169" y="8921"/>
                    <a:pt x="169" y="8921"/>
                    <a:pt x="169" y="8921"/>
                  </a:cubicBezTo>
                  <a:cubicBezTo>
                    <a:pt x="177" y="8921"/>
                    <a:pt x="178" y="8909"/>
                    <a:pt x="179" y="8887"/>
                  </a:cubicBezTo>
                  <a:cubicBezTo>
                    <a:pt x="171" y="8875"/>
                    <a:pt x="174" y="8852"/>
                    <a:pt x="175" y="8829"/>
                  </a:cubicBezTo>
                  <a:cubicBezTo>
                    <a:pt x="178" y="8794"/>
                    <a:pt x="178" y="8794"/>
                    <a:pt x="161" y="8792"/>
                  </a:cubicBezTo>
                  <a:cubicBezTo>
                    <a:pt x="143" y="8791"/>
                    <a:pt x="145" y="8780"/>
                    <a:pt x="147" y="8756"/>
                  </a:cubicBezTo>
                  <a:cubicBezTo>
                    <a:pt x="147" y="8745"/>
                    <a:pt x="148" y="8734"/>
                    <a:pt x="157" y="8734"/>
                  </a:cubicBezTo>
                  <a:cubicBezTo>
                    <a:pt x="163" y="8728"/>
                    <a:pt x="166" y="8720"/>
                    <a:pt x="167" y="8711"/>
                  </a:cubicBezTo>
                  <a:cubicBezTo>
                    <a:pt x="168" y="8700"/>
                    <a:pt x="168" y="8689"/>
                    <a:pt x="177" y="8689"/>
                  </a:cubicBezTo>
                  <a:cubicBezTo>
                    <a:pt x="184" y="8679"/>
                    <a:pt x="188" y="8668"/>
                    <a:pt x="188" y="8655"/>
                  </a:cubicBezTo>
                  <a:cubicBezTo>
                    <a:pt x="189" y="8632"/>
                    <a:pt x="192" y="8609"/>
                    <a:pt x="200" y="8609"/>
                  </a:cubicBezTo>
                  <a:cubicBezTo>
                    <a:pt x="201" y="8598"/>
                    <a:pt x="201" y="8598"/>
                    <a:pt x="193" y="8597"/>
                  </a:cubicBezTo>
                  <a:cubicBezTo>
                    <a:pt x="184" y="8597"/>
                    <a:pt x="176" y="8585"/>
                    <a:pt x="188" y="8539"/>
                  </a:cubicBezTo>
                  <a:cubicBezTo>
                    <a:pt x="189" y="8516"/>
                    <a:pt x="193" y="8481"/>
                    <a:pt x="184" y="8480"/>
                  </a:cubicBezTo>
                  <a:cubicBezTo>
                    <a:pt x="185" y="8469"/>
                    <a:pt x="185" y="8469"/>
                    <a:pt x="193" y="8469"/>
                  </a:cubicBezTo>
                  <a:cubicBezTo>
                    <a:pt x="194" y="8469"/>
                    <a:pt x="194" y="8469"/>
                    <a:pt x="195" y="8469"/>
                  </a:cubicBezTo>
                  <a:cubicBezTo>
                    <a:pt x="211" y="8469"/>
                    <a:pt x="211" y="8447"/>
                    <a:pt x="196" y="8423"/>
                  </a:cubicBezTo>
                  <a:cubicBezTo>
                    <a:pt x="188" y="8422"/>
                    <a:pt x="189" y="8411"/>
                    <a:pt x="198" y="8399"/>
                  </a:cubicBezTo>
                  <a:cubicBezTo>
                    <a:pt x="198" y="8392"/>
                    <a:pt x="196" y="8383"/>
                    <a:pt x="192" y="8376"/>
                  </a:cubicBezTo>
                  <a:cubicBezTo>
                    <a:pt x="184" y="8364"/>
                    <a:pt x="184" y="8364"/>
                    <a:pt x="194" y="8341"/>
                  </a:cubicBezTo>
                  <a:cubicBezTo>
                    <a:pt x="194" y="8341"/>
                    <a:pt x="195" y="8341"/>
                    <a:pt x="195" y="8341"/>
                  </a:cubicBezTo>
                  <a:cubicBezTo>
                    <a:pt x="203" y="8341"/>
                    <a:pt x="204" y="8329"/>
                    <a:pt x="204" y="8319"/>
                  </a:cubicBezTo>
                  <a:cubicBezTo>
                    <a:pt x="197" y="8295"/>
                    <a:pt x="207" y="8167"/>
                    <a:pt x="216" y="8157"/>
                  </a:cubicBezTo>
                  <a:cubicBezTo>
                    <a:pt x="209" y="8145"/>
                    <a:pt x="209" y="8145"/>
                    <a:pt x="210" y="8132"/>
                  </a:cubicBezTo>
                  <a:cubicBezTo>
                    <a:pt x="228" y="8122"/>
                    <a:pt x="220" y="8110"/>
                    <a:pt x="203" y="8109"/>
                  </a:cubicBezTo>
                  <a:lnTo>
                    <a:pt x="202" y="8121"/>
                  </a:lnTo>
                  <a:lnTo>
                    <a:pt x="201" y="8132"/>
                  </a:lnTo>
                  <a:cubicBezTo>
                    <a:pt x="184" y="8131"/>
                    <a:pt x="186" y="8099"/>
                    <a:pt x="210" y="8099"/>
                  </a:cubicBezTo>
                  <a:cubicBezTo>
                    <a:pt x="210" y="8099"/>
                    <a:pt x="211" y="8099"/>
                    <a:pt x="212" y="8099"/>
                  </a:cubicBezTo>
                  <a:cubicBezTo>
                    <a:pt x="230" y="8088"/>
                    <a:pt x="230" y="8088"/>
                    <a:pt x="214" y="8075"/>
                  </a:cubicBezTo>
                  <a:cubicBezTo>
                    <a:pt x="197" y="8062"/>
                    <a:pt x="198" y="8051"/>
                    <a:pt x="216" y="8041"/>
                  </a:cubicBezTo>
                  <a:cubicBezTo>
                    <a:pt x="220" y="8041"/>
                    <a:pt x="223" y="8041"/>
                    <a:pt x="225" y="8041"/>
                  </a:cubicBezTo>
                  <a:cubicBezTo>
                    <a:pt x="232" y="8041"/>
                    <a:pt x="230" y="8039"/>
                    <a:pt x="217" y="8029"/>
                  </a:cubicBezTo>
                  <a:cubicBezTo>
                    <a:pt x="186" y="8004"/>
                    <a:pt x="180" y="7970"/>
                    <a:pt x="210" y="7970"/>
                  </a:cubicBezTo>
                  <a:cubicBezTo>
                    <a:pt x="211" y="7970"/>
                    <a:pt x="212" y="7970"/>
                    <a:pt x="213" y="7970"/>
                  </a:cubicBezTo>
                  <a:cubicBezTo>
                    <a:pt x="215" y="7970"/>
                    <a:pt x="217" y="7970"/>
                    <a:pt x="218" y="7970"/>
                  </a:cubicBezTo>
                  <a:cubicBezTo>
                    <a:pt x="230" y="7970"/>
                    <a:pt x="239" y="7961"/>
                    <a:pt x="240" y="7950"/>
                  </a:cubicBezTo>
                  <a:cubicBezTo>
                    <a:pt x="241" y="7937"/>
                    <a:pt x="232" y="7937"/>
                    <a:pt x="224" y="7936"/>
                  </a:cubicBezTo>
                  <a:cubicBezTo>
                    <a:pt x="220" y="7939"/>
                    <a:pt x="216" y="7940"/>
                    <a:pt x="214" y="7940"/>
                  </a:cubicBezTo>
                  <a:cubicBezTo>
                    <a:pt x="208" y="7940"/>
                    <a:pt x="212" y="7929"/>
                    <a:pt x="225" y="7913"/>
                  </a:cubicBezTo>
                  <a:cubicBezTo>
                    <a:pt x="253" y="7880"/>
                    <a:pt x="256" y="7858"/>
                    <a:pt x="241" y="7821"/>
                  </a:cubicBezTo>
                  <a:cubicBezTo>
                    <a:pt x="231" y="7787"/>
                    <a:pt x="230" y="7760"/>
                    <a:pt x="235" y="7760"/>
                  </a:cubicBezTo>
                  <a:cubicBezTo>
                    <a:pt x="237" y="7760"/>
                    <a:pt x="240" y="7764"/>
                    <a:pt x="244" y="7775"/>
                  </a:cubicBezTo>
                  <a:cubicBezTo>
                    <a:pt x="252" y="7787"/>
                    <a:pt x="256" y="7793"/>
                    <a:pt x="257" y="7793"/>
                  </a:cubicBezTo>
                  <a:cubicBezTo>
                    <a:pt x="258" y="7793"/>
                    <a:pt x="257" y="7787"/>
                    <a:pt x="253" y="7776"/>
                  </a:cubicBezTo>
                  <a:cubicBezTo>
                    <a:pt x="255" y="7752"/>
                    <a:pt x="257" y="7730"/>
                    <a:pt x="257" y="7717"/>
                  </a:cubicBezTo>
                  <a:cubicBezTo>
                    <a:pt x="258" y="7706"/>
                    <a:pt x="250" y="7694"/>
                    <a:pt x="242" y="7693"/>
                  </a:cubicBezTo>
                  <a:cubicBezTo>
                    <a:pt x="262" y="7682"/>
                    <a:pt x="269" y="7655"/>
                    <a:pt x="255" y="7636"/>
                  </a:cubicBezTo>
                  <a:cubicBezTo>
                    <a:pt x="256" y="7624"/>
                    <a:pt x="257" y="7613"/>
                    <a:pt x="257" y="7613"/>
                  </a:cubicBezTo>
                  <a:cubicBezTo>
                    <a:pt x="257" y="7601"/>
                    <a:pt x="257" y="7601"/>
                    <a:pt x="250" y="7590"/>
                  </a:cubicBezTo>
                  <a:cubicBezTo>
                    <a:pt x="242" y="7577"/>
                    <a:pt x="251" y="7566"/>
                    <a:pt x="260" y="7555"/>
                  </a:cubicBezTo>
                  <a:cubicBezTo>
                    <a:pt x="270" y="7544"/>
                    <a:pt x="279" y="7533"/>
                    <a:pt x="270" y="7532"/>
                  </a:cubicBezTo>
                  <a:cubicBezTo>
                    <a:pt x="262" y="7532"/>
                    <a:pt x="256" y="7508"/>
                    <a:pt x="248" y="7495"/>
                  </a:cubicBezTo>
                  <a:cubicBezTo>
                    <a:pt x="242" y="7488"/>
                    <a:pt x="245" y="7480"/>
                    <a:pt x="250" y="7480"/>
                  </a:cubicBezTo>
                  <a:cubicBezTo>
                    <a:pt x="252" y="7480"/>
                    <a:pt x="255" y="7481"/>
                    <a:pt x="257" y="7485"/>
                  </a:cubicBezTo>
                  <a:cubicBezTo>
                    <a:pt x="266" y="7485"/>
                    <a:pt x="266" y="7485"/>
                    <a:pt x="276" y="7463"/>
                  </a:cubicBezTo>
                  <a:cubicBezTo>
                    <a:pt x="277" y="7452"/>
                    <a:pt x="278" y="7428"/>
                    <a:pt x="270" y="7428"/>
                  </a:cubicBezTo>
                  <a:cubicBezTo>
                    <a:pt x="261" y="7427"/>
                    <a:pt x="267" y="7357"/>
                    <a:pt x="276" y="7347"/>
                  </a:cubicBezTo>
                  <a:lnTo>
                    <a:pt x="278" y="7324"/>
                  </a:lnTo>
                  <a:cubicBezTo>
                    <a:pt x="278" y="7312"/>
                    <a:pt x="271" y="7300"/>
                    <a:pt x="271" y="7288"/>
                  </a:cubicBezTo>
                  <a:cubicBezTo>
                    <a:pt x="271" y="7280"/>
                    <a:pt x="269" y="7271"/>
                    <a:pt x="265" y="7264"/>
                  </a:cubicBezTo>
                  <a:cubicBezTo>
                    <a:pt x="266" y="7253"/>
                    <a:pt x="267" y="7242"/>
                    <a:pt x="274" y="7242"/>
                  </a:cubicBezTo>
                  <a:cubicBezTo>
                    <a:pt x="274" y="7242"/>
                    <a:pt x="274" y="7242"/>
                    <a:pt x="275" y="7242"/>
                  </a:cubicBezTo>
                  <a:cubicBezTo>
                    <a:pt x="259" y="7229"/>
                    <a:pt x="259" y="7229"/>
                    <a:pt x="277" y="7218"/>
                  </a:cubicBezTo>
                  <a:cubicBezTo>
                    <a:pt x="282" y="7219"/>
                    <a:pt x="285" y="7219"/>
                    <a:pt x="287" y="7219"/>
                  </a:cubicBezTo>
                  <a:cubicBezTo>
                    <a:pt x="292" y="7219"/>
                    <a:pt x="289" y="7217"/>
                    <a:pt x="278" y="7207"/>
                  </a:cubicBezTo>
                  <a:cubicBezTo>
                    <a:pt x="270" y="7195"/>
                    <a:pt x="270" y="7195"/>
                    <a:pt x="279" y="7183"/>
                  </a:cubicBezTo>
                  <a:cubicBezTo>
                    <a:pt x="280" y="7184"/>
                    <a:pt x="281" y="7184"/>
                    <a:pt x="281" y="7184"/>
                  </a:cubicBezTo>
                  <a:cubicBezTo>
                    <a:pt x="288" y="7184"/>
                    <a:pt x="289" y="7172"/>
                    <a:pt x="280" y="7172"/>
                  </a:cubicBezTo>
                  <a:cubicBezTo>
                    <a:pt x="265" y="7160"/>
                    <a:pt x="258" y="7125"/>
                    <a:pt x="274" y="7125"/>
                  </a:cubicBezTo>
                  <a:cubicBezTo>
                    <a:pt x="274" y="7125"/>
                    <a:pt x="274" y="7125"/>
                    <a:pt x="275" y="7125"/>
                  </a:cubicBezTo>
                  <a:cubicBezTo>
                    <a:pt x="275" y="7117"/>
                    <a:pt x="272" y="7108"/>
                    <a:pt x="268" y="7102"/>
                  </a:cubicBezTo>
                  <a:cubicBezTo>
                    <a:pt x="256" y="7092"/>
                    <a:pt x="253" y="7090"/>
                    <a:pt x="260" y="7090"/>
                  </a:cubicBezTo>
                  <a:cubicBezTo>
                    <a:pt x="262" y="7090"/>
                    <a:pt x="265" y="7090"/>
                    <a:pt x="269" y="7090"/>
                  </a:cubicBezTo>
                  <a:cubicBezTo>
                    <a:pt x="287" y="7080"/>
                    <a:pt x="288" y="7068"/>
                    <a:pt x="271" y="7056"/>
                  </a:cubicBezTo>
                  <a:cubicBezTo>
                    <a:pt x="267" y="7048"/>
                    <a:pt x="268" y="7039"/>
                    <a:pt x="274" y="7032"/>
                  </a:cubicBezTo>
                  <a:cubicBezTo>
                    <a:pt x="283" y="7011"/>
                    <a:pt x="295" y="6950"/>
                    <a:pt x="282" y="6950"/>
                  </a:cubicBezTo>
                  <a:cubicBezTo>
                    <a:pt x="281" y="6950"/>
                    <a:pt x="280" y="6951"/>
                    <a:pt x="279" y="6951"/>
                  </a:cubicBezTo>
                  <a:lnTo>
                    <a:pt x="281" y="6928"/>
                  </a:lnTo>
                  <a:cubicBezTo>
                    <a:pt x="292" y="6905"/>
                    <a:pt x="293" y="6894"/>
                    <a:pt x="285" y="6882"/>
                  </a:cubicBezTo>
                  <a:lnTo>
                    <a:pt x="277" y="6869"/>
                  </a:lnTo>
                  <a:lnTo>
                    <a:pt x="277" y="6869"/>
                  </a:lnTo>
                  <a:cubicBezTo>
                    <a:pt x="277" y="6869"/>
                    <a:pt x="278" y="6869"/>
                    <a:pt x="278" y="6869"/>
                  </a:cubicBezTo>
                  <a:cubicBezTo>
                    <a:pt x="287" y="6869"/>
                    <a:pt x="295" y="6859"/>
                    <a:pt x="296" y="6848"/>
                  </a:cubicBezTo>
                  <a:cubicBezTo>
                    <a:pt x="296" y="6836"/>
                    <a:pt x="296" y="6836"/>
                    <a:pt x="288" y="6836"/>
                  </a:cubicBezTo>
                  <a:cubicBezTo>
                    <a:pt x="285" y="6838"/>
                    <a:pt x="283" y="6840"/>
                    <a:pt x="282" y="6840"/>
                  </a:cubicBezTo>
                  <a:cubicBezTo>
                    <a:pt x="279" y="6840"/>
                    <a:pt x="279" y="6832"/>
                    <a:pt x="280" y="6823"/>
                  </a:cubicBezTo>
                  <a:cubicBezTo>
                    <a:pt x="281" y="6812"/>
                    <a:pt x="290" y="6801"/>
                    <a:pt x="299" y="6801"/>
                  </a:cubicBezTo>
                  <a:lnTo>
                    <a:pt x="299" y="6790"/>
                  </a:lnTo>
                  <a:cubicBezTo>
                    <a:pt x="283" y="6789"/>
                    <a:pt x="284" y="6777"/>
                    <a:pt x="293" y="6777"/>
                  </a:cubicBezTo>
                  <a:cubicBezTo>
                    <a:pt x="299" y="6768"/>
                    <a:pt x="304" y="6756"/>
                    <a:pt x="303" y="6744"/>
                  </a:cubicBezTo>
                  <a:cubicBezTo>
                    <a:pt x="298" y="6743"/>
                    <a:pt x="300" y="6738"/>
                    <a:pt x="301" y="6738"/>
                  </a:cubicBezTo>
                  <a:cubicBezTo>
                    <a:pt x="302" y="6738"/>
                    <a:pt x="303" y="6740"/>
                    <a:pt x="303" y="6744"/>
                  </a:cubicBezTo>
                  <a:lnTo>
                    <a:pt x="312" y="6744"/>
                  </a:lnTo>
                  <a:cubicBezTo>
                    <a:pt x="321" y="6734"/>
                    <a:pt x="313" y="6733"/>
                    <a:pt x="304" y="6733"/>
                  </a:cubicBezTo>
                  <a:lnTo>
                    <a:pt x="306" y="6709"/>
                  </a:lnTo>
                  <a:cubicBezTo>
                    <a:pt x="306" y="6701"/>
                    <a:pt x="307" y="6692"/>
                    <a:pt x="304" y="6692"/>
                  </a:cubicBezTo>
                  <a:cubicBezTo>
                    <a:pt x="302" y="6692"/>
                    <a:pt x="301" y="6693"/>
                    <a:pt x="298" y="6697"/>
                  </a:cubicBezTo>
                  <a:cubicBezTo>
                    <a:pt x="289" y="6695"/>
                    <a:pt x="281" y="6695"/>
                    <a:pt x="283" y="6683"/>
                  </a:cubicBezTo>
                  <a:lnTo>
                    <a:pt x="283" y="6683"/>
                  </a:lnTo>
                  <a:cubicBezTo>
                    <a:pt x="285" y="6683"/>
                    <a:pt x="287" y="6684"/>
                    <a:pt x="289" y="6684"/>
                  </a:cubicBezTo>
                  <a:cubicBezTo>
                    <a:pt x="295" y="6684"/>
                    <a:pt x="299" y="6682"/>
                    <a:pt x="299" y="6673"/>
                  </a:cubicBezTo>
                  <a:cubicBezTo>
                    <a:pt x="300" y="6664"/>
                    <a:pt x="307" y="6663"/>
                    <a:pt x="309" y="6663"/>
                  </a:cubicBezTo>
                  <a:cubicBezTo>
                    <a:pt x="309" y="6663"/>
                    <a:pt x="309" y="6663"/>
                    <a:pt x="309" y="6663"/>
                  </a:cubicBezTo>
                  <a:cubicBezTo>
                    <a:pt x="311" y="6664"/>
                    <a:pt x="313" y="6665"/>
                    <a:pt x="314" y="6665"/>
                  </a:cubicBezTo>
                  <a:cubicBezTo>
                    <a:pt x="324" y="6665"/>
                    <a:pt x="320" y="6627"/>
                    <a:pt x="313" y="6616"/>
                  </a:cubicBezTo>
                  <a:cubicBezTo>
                    <a:pt x="298" y="6593"/>
                    <a:pt x="298" y="6581"/>
                    <a:pt x="313" y="6581"/>
                  </a:cubicBezTo>
                  <a:cubicBezTo>
                    <a:pt x="314" y="6581"/>
                    <a:pt x="314" y="6581"/>
                    <a:pt x="315" y="6581"/>
                  </a:cubicBezTo>
                  <a:cubicBezTo>
                    <a:pt x="316" y="6581"/>
                    <a:pt x="316" y="6581"/>
                    <a:pt x="317" y="6581"/>
                  </a:cubicBezTo>
                  <a:cubicBezTo>
                    <a:pt x="331" y="6581"/>
                    <a:pt x="316" y="6558"/>
                    <a:pt x="293" y="6545"/>
                  </a:cubicBezTo>
                  <a:lnTo>
                    <a:pt x="268" y="6532"/>
                  </a:lnTo>
                  <a:lnTo>
                    <a:pt x="293" y="6533"/>
                  </a:lnTo>
                  <a:cubicBezTo>
                    <a:pt x="327" y="6524"/>
                    <a:pt x="327" y="6524"/>
                    <a:pt x="314" y="6488"/>
                  </a:cubicBezTo>
                  <a:cubicBezTo>
                    <a:pt x="308" y="6469"/>
                    <a:pt x="307" y="6465"/>
                    <a:pt x="312" y="6465"/>
                  </a:cubicBezTo>
                  <a:cubicBezTo>
                    <a:pt x="313" y="6465"/>
                    <a:pt x="314" y="6465"/>
                    <a:pt x="315" y="6466"/>
                  </a:cubicBezTo>
                  <a:cubicBezTo>
                    <a:pt x="324" y="6466"/>
                    <a:pt x="324" y="6454"/>
                    <a:pt x="327" y="6420"/>
                  </a:cubicBezTo>
                  <a:cubicBezTo>
                    <a:pt x="330" y="6385"/>
                    <a:pt x="331" y="6374"/>
                    <a:pt x="322" y="6372"/>
                  </a:cubicBezTo>
                  <a:lnTo>
                    <a:pt x="324" y="6349"/>
                  </a:lnTo>
                  <a:cubicBezTo>
                    <a:pt x="339" y="6340"/>
                    <a:pt x="337" y="6323"/>
                    <a:pt x="325" y="6323"/>
                  </a:cubicBezTo>
                  <a:cubicBezTo>
                    <a:pt x="323" y="6323"/>
                    <a:pt x="320" y="6324"/>
                    <a:pt x="317" y="6325"/>
                  </a:cubicBezTo>
                  <a:lnTo>
                    <a:pt x="318" y="6303"/>
                  </a:lnTo>
                  <a:lnTo>
                    <a:pt x="327" y="6303"/>
                  </a:lnTo>
                  <a:cubicBezTo>
                    <a:pt x="328" y="6303"/>
                    <a:pt x="328" y="6303"/>
                    <a:pt x="328" y="6303"/>
                  </a:cubicBezTo>
                  <a:cubicBezTo>
                    <a:pt x="335" y="6303"/>
                    <a:pt x="338" y="6278"/>
                    <a:pt x="344" y="6188"/>
                  </a:cubicBezTo>
                  <a:cubicBezTo>
                    <a:pt x="352" y="6084"/>
                    <a:pt x="353" y="6072"/>
                    <a:pt x="335" y="6071"/>
                  </a:cubicBezTo>
                  <a:cubicBezTo>
                    <a:pt x="321" y="6059"/>
                    <a:pt x="321" y="6048"/>
                    <a:pt x="334" y="6048"/>
                  </a:cubicBezTo>
                  <a:cubicBezTo>
                    <a:pt x="335" y="6048"/>
                    <a:pt x="336" y="6048"/>
                    <a:pt x="338" y="6048"/>
                  </a:cubicBezTo>
                  <a:cubicBezTo>
                    <a:pt x="345" y="6048"/>
                    <a:pt x="355" y="6037"/>
                    <a:pt x="346" y="6037"/>
                  </a:cubicBezTo>
                  <a:cubicBezTo>
                    <a:pt x="348" y="6025"/>
                    <a:pt x="351" y="6013"/>
                    <a:pt x="358" y="6002"/>
                  </a:cubicBezTo>
                  <a:cubicBezTo>
                    <a:pt x="378" y="5970"/>
                    <a:pt x="370" y="5957"/>
                    <a:pt x="361" y="5956"/>
                  </a:cubicBezTo>
                  <a:lnTo>
                    <a:pt x="361" y="5956"/>
                  </a:lnTo>
                  <a:cubicBezTo>
                    <a:pt x="356" y="5959"/>
                    <a:pt x="353" y="5960"/>
                    <a:pt x="352" y="5960"/>
                  </a:cubicBezTo>
                  <a:cubicBezTo>
                    <a:pt x="349" y="5960"/>
                    <a:pt x="356" y="5953"/>
                    <a:pt x="362" y="5945"/>
                  </a:cubicBezTo>
                  <a:cubicBezTo>
                    <a:pt x="371" y="5934"/>
                    <a:pt x="381" y="5923"/>
                    <a:pt x="372" y="5923"/>
                  </a:cubicBezTo>
                  <a:cubicBezTo>
                    <a:pt x="365" y="5910"/>
                    <a:pt x="361" y="5842"/>
                    <a:pt x="377" y="5842"/>
                  </a:cubicBezTo>
                  <a:cubicBezTo>
                    <a:pt x="378" y="5842"/>
                    <a:pt x="378" y="5842"/>
                    <a:pt x="378" y="5842"/>
                  </a:cubicBezTo>
                  <a:lnTo>
                    <a:pt x="380" y="5818"/>
                  </a:lnTo>
                  <a:cubicBezTo>
                    <a:pt x="371" y="5817"/>
                    <a:pt x="373" y="5795"/>
                    <a:pt x="375" y="5771"/>
                  </a:cubicBezTo>
                  <a:cubicBezTo>
                    <a:pt x="377" y="5750"/>
                    <a:pt x="378" y="5737"/>
                    <a:pt x="385" y="5737"/>
                  </a:cubicBezTo>
                  <a:cubicBezTo>
                    <a:pt x="385" y="5737"/>
                    <a:pt x="385" y="5737"/>
                    <a:pt x="386" y="5737"/>
                  </a:cubicBezTo>
                  <a:cubicBezTo>
                    <a:pt x="388" y="5741"/>
                    <a:pt x="390" y="5742"/>
                    <a:pt x="391" y="5742"/>
                  </a:cubicBezTo>
                  <a:cubicBezTo>
                    <a:pt x="394" y="5742"/>
                    <a:pt x="393" y="5731"/>
                    <a:pt x="388" y="5714"/>
                  </a:cubicBezTo>
                  <a:cubicBezTo>
                    <a:pt x="388" y="5703"/>
                    <a:pt x="372" y="5689"/>
                    <a:pt x="373" y="5678"/>
                  </a:cubicBezTo>
                  <a:cubicBezTo>
                    <a:pt x="364" y="5677"/>
                    <a:pt x="357" y="5666"/>
                    <a:pt x="358" y="5653"/>
                  </a:cubicBezTo>
                  <a:lnTo>
                    <a:pt x="358" y="5653"/>
                  </a:lnTo>
                  <a:lnTo>
                    <a:pt x="367" y="5654"/>
                  </a:lnTo>
                  <a:lnTo>
                    <a:pt x="384" y="5656"/>
                  </a:lnTo>
                  <a:cubicBezTo>
                    <a:pt x="385" y="5644"/>
                    <a:pt x="385" y="5632"/>
                    <a:pt x="377" y="5632"/>
                  </a:cubicBezTo>
                  <a:cubicBezTo>
                    <a:pt x="386" y="5621"/>
                    <a:pt x="387" y="5610"/>
                    <a:pt x="388" y="5586"/>
                  </a:cubicBezTo>
                  <a:cubicBezTo>
                    <a:pt x="390" y="5562"/>
                    <a:pt x="391" y="5540"/>
                    <a:pt x="385" y="5528"/>
                  </a:cubicBezTo>
                  <a:cubicBezTo>
                    <a:pt x="403" y="5518"/>
                    <a:pt x="407" y="5448"/>
                    <a:pt x="391" y="5435"/>
                  </a:cubicBezTo>
                  <a:cubicBezTo>
                    <a:pt x="382" y="5435"/>
                    <a:pt x="384" y="5423"/>
                    <a:pt x="392" y="5412"/>
                  </a:cubicBezTo>
                  <a:cubicBezTo>
                    <a:pt x="403" y="5401"/>
                    <a:pt x="403" y="5401"/>
                    <a:pt x="395" y="5389"/>
                  </a:cubicBezTo>
                  <a:cubicBezTo>
                    <a:pt x="387" y="5376"/>
                    <a:pt x="396" y="5366"/>
                    <a:pt x="406" y="5355"/>
                  </a:cubicBezTo>
                  <a:cubicBezTo>
                    <a:pt x="424" y="5345"/>
                    <a:pt x="424" y="5333"/>
                    <a:pt x="417" y="5320"/>
                  </a:cubicBezTo>
                  <a:cubicBezTo>
                    <a:pt x="412" y="5301"/>
                    <a:pt x="410" y="5282"/>
                    <a:pt x="413" y="5262"/>
                  </a:cubicBezTo>
                  <a:cubicBezTo>
                    <a:pt x="408" y="5244"/>
                    <a:pt x="406" y="5233"/>
                    <a:pt x="402" y="5233"/>
                  </a:cubicBezTo>
                  <a:cubicBezTo>
                    <a:pt x="401" y="5233"/>
                    <a:pt x="399" y="5235"/>
                    <a:pt x="397" y="5237"/>
                  </a:cubicBezTo>
                  <a:cubicBezTo>
                    <a:pt x="389" y="5237"/>
                    <a:pt x="381" y="5225"/>
                    <a:pt x="381" y="5225"/>
                  </a:cubicBezTo>
                  <a:cubicBezTo>
                    <a:pt x="377" y="5211"/>
                    <a:pt x="378" y="5205"/>
                    <a:pt x="380" y="5205"/>
                  </a:cubicBezTo>
                  <a:cubicBezTo>
                    <a:pt x="381" y="5205"/>
                    <a:pt x="382" y="5208"/>
                    <a:pt x="382" y="5214"/>
                  </a:cubicBezTo>
                  <a:cubicBezTo>
                    <a:pt x="385" y="5224"/>
                    <a:pt x="387" y="5227"/>
                    <a:pt x="389" y="5227"/>
                  </a:cubicBezTo>
                  <a:cubicBezTo>
                    <a:pt x="391" y="5227"/>
                    <a:pt x="393" y="5221"/>
                    <a:pt x="399" y="5215"/>
                  </a:cubicBezTo>
                  <a:cubicBezTo>
                    <a:pt x="407" y="5200"/>
                    <a:pt x="410" y="5184"/>
                    <a:pt x="410" y="5169"/>
                  </a:cubicBezTo>
                  <a:cubicBezTo>
                    <a:pt x="412" y="5158"/>
                    <a:pt x="414" y="5134"/>
                    <a:pt x="414" y="5123"/>
                  </a:cubicBezTo>
                  <a:cubicBezTo>
                    <a:pt x="425" y="5089"/>
                    <a:pt x="426" y="5077"/>
                    <a:pt x="417" y="5077"/>
                  </a:cubicBezTo>
                  <a:cubicBezTo>
                    <a:pt x="407" y="5075"/>
                    <a:pt x="403" y="5075"/>
                    <a:pt x="403" y="5075"/>
                  </a:cubicBezTo>
                  <a:lnTo>
                    <a:pt x="403" y="5075"/>
                  </a:lnTo>
                  <a:cubicBezTo>
                    <a:pt x="403" y="5075"/>
                    <a:pt x="406" y="5075"/>
                    <a:pt x="409" y="5076"/>
                  </a:cubicBezTo>
                  <a:cubicBezTo>
                    <a:pt x="427" y="5066"/>
                    <a:pt x="436" y="4938"/>
                    <a:pt x="421" y="4925"/>
                  </a:cubicBezTo>
                  <a:lnTo>
                    <a:pt x="421" y="4925"/>
                  </a:lnTo>
                  <a:lnTo>
                    <a:pt x="428" y="4926"/>
                  </a:lnTo>
                  <a:cubicBezTo>
                    <a:pt x="437" y="4926"/>
                    <a:pt x="438" y="4915"/>
                    <a:pt x="440" y="4892"/>
                  </a:cubicBezTo>
                  <a:cubicBezTo>
                    <a:pt x="441" y="4880"/>
                    <a:pt x="435" y="4833"/>
                    <a:pt x="438" y="4799"/>
                  </a:cubicBezTo>
                  <a:cubicBezTo>
                    <a:pt x="442" y="4753"/>
                    <a:pt x="444" y="4718"/>
                    <a:pt x="435" y="4717"/>
                  </a:cubicBezTo>
                  <a:cubicBezTo>
                    <a:pt x="436" y="4705"/>
                    <a:pt x="436" y="4705"/>
                    <a:pt x="445" y="4705"/>
                  </a:cubicBezTo>
                  <a:cubicBezTo>
                    <a:pt x="447" y="4709"/>
                    <a:pt x="449" y="4711"/>
                    <a:pt x="450" y="4711"/>
                  </a:cubicBezTo>
                  <a:cubicBezTo>
                    <a:pt x="453" y="4711"/>
                    <a:pt x="453" y="4703"/>
                    <a:pt x="454" y="4695"/>
                  </a:cubicBezTo>
                  <a:cubicBezTo>
                    <a:pt x="455" y="4683"/>
                    <a:pt x="446" y="4683"/>
                    <a:pt x="438" y="4682"/>
                  </a:cubicBezTo>
                  <a:cubicBezTo>
                    <a:pt x="430" y="4682"/>
                    <a:pt x="431" y="4670"/>
                    <a:pt x="441" y="4647"/>
                  </a:cubicBezTo>
                  <a:cubicBezTo>
                    <a:pt x="451" y="4618"/>
                    <a:pt x="454" y="4585"/>
                    <a:pt x="447" y="4555"/>
                  </a:cubicBezTo>
                  <a:cubicBezTo>
                    <a:pt x="449" y="4543"/>
                    <a:pt x="449" y="4533"/>
                    <a:pt x="456" y="4533"/>
                  </a:cubicBezTo>
                  <a:cubicBezTo>
                    <a:pt x="457" y="4533"/>
                    <a:pt x="457" y="4533"/>
                    <a:pt x="458" y="4533"/>
                  </a:cubicBezTo>
                  <a:cubicBezTo>
                    <a:pt x="472" y="4516"/>
                    <a:pt x="473" y="4492"/>
                    <a:pt x="462" y="4474"/>
                  </a:cubicBezTo>
                  <a:cubicBezTo>
                    <a:pt x="463" y="4463"/>
                    <a:pt x="463" y="4463"/>
                    <a:pt x="471" y="4463"/>
                  </a:cubicBezTo>
                  <a:cubicBezTo>
                    <a:pt x="480" y="4453"/>
                    <a:pt x="489" y="4453"/>
                    <a:pt x="473" y="4441"/>
                  </a:cubicBezTo>
                  <a:cubicBezTo>
                    <a:pt x="467" y="4414"/>
                    <a:pt x="469" y="4386"/>
                    <a:pt x="479" y="4360"/>
                  </a:cubicBezTo>
                  <a:cubicBezTo>
                    <a:pt x="480" y="4348"/>
                    <a:pt x="480" y="4336"/>
                    <a:pt x="472" y="4335"/>
                  </a:cubicBezTo>
                  <a:cubicBezTo>
                    <a:pt x="469" y="4335"/>
                    <a:pt x="466" y="4335"/>
                    <a:pt x="464" y="4335"/>
                  </a:cubicBezTo>
                  <a:lnTo>
                    <a:pt x="464" y="4335"/>
                  </a:lnTo>
                  <a:cubicBezTo>
                    <a:pt x="481" y="4325"/>
                    <a:pt x="481" y="4325"/>
                    <a:pt x="465" y="4312"/>
                  </a:cubicBezTo>
                  <a:cubicBezTo>
                    <a:pt x="457" y="4312"/>
                    <a:pt x="457" y="4300"/>
                    <a:pt x="465" y="4300"/>
                  </a:cubicBezTo>
                  <a:cubicBezTo>
                    <a:pt x="466" y="4300"/>
                    <a:pt x="466" y="4300"/>
                    <a:pt x="467" y="4300"/>
                  </a:cubicBezTo>
                  <a:cubicBezTo>
                    <a:pt x="472" y="4294"/>
                    <a:pt x="475" y="4286"/>
                    <a:pt x="477" y="4278"/>
                  </a:cubicBezTo>
                  <a:cubicBezTo>
                    <a:pt x="477" y="4267"/>
                    <a:pt x="473" y="4207"/>
                    <a:pt x="478" y="4150"/>
                  </a:cubicBezTo>
                  <a:cubicBezTo>
                    <a:pt x="484" y="4057"/>
                    <a:pt x="487" y="4022"/>
                    <a:pt x="478" y="4022"/>
                  </a:cubicBezTo>
                  <a:cubicBezTo>
                    <a:pt x="470" y="4010"/>
                    <a:pt x="470" y="4010"/>
                    <a:pt x="480" y="3999"/>
                  </a:cubicBezTo>
                  <a:cubicBezTo>
                    <a:pt x="488" y="3989"/>
                    <a:pt x="491" y="3977"/>
                    <a:pt x="491" y="3965"/>
                  </a:cubicBezTo>
                  <a:cubicBezTo>
                    <a:pt x="491" y="3953"/>
                    <a:pt x="492" y="3943"/>
                    <a:pt x="500" y="3943"/>
                  </a:cubicBezTo>
                  <a:cubicBezTo>
                    <a:pt x="500" y="3943"/>
                    <a:pt x="501" y="3943"/>
                    <a:pt x="501" y="3943"/>
                  </a:cubicBezTo>
                  <a:cubicBezTo>
                    <a:pt x="493" y="3930"/>
                    <a:pt x="493" y="3930"/>
                    <a:pt x="495" y="3918"/>
                  </a:cubicBezTo>
                  <a:lnTo>
                    <a:pt x="495" y="3918"/>
                  </a:lnTo>
                  <a:cubicBezTo>
                    <a:pt x="495" y="3918"/>
                    <a:pt x="495" y="3918"/>
                    <a:pt x="496" y="3918"/>
                  </a:cubicBezTo>
                  <a:cubicBezTo>
                    <a:pt x="503" y="3918"/>
                    <a:pt x="503" y="3907"/>
                    <a:pt x="496" y="3896"/>
                  </a:cubicBezTo>
                  <a:cubicBezTo>
                    <a:pt x="483" y="3885"/>
                    <a:pt x="481" y="3883"/>
                    <a:pt x="488" y="3883"/>
                  </a:cubicBezTo>
                  <a:cubicBezTo>
                    <a:pt x="490" y="3883"/>
                    <a:pt x="493" y="3883"/>
                    <a:pt x="497" y="3883"/>
                  </a:cubicBezTo>
                  <a:cubicBezTo>
                    <a:pt x="497" y="3883"/>
                    <a:pt x="497" y="3883"/>
                    <a:pt x="497" y="3883"/>
                  </a:cubicBezTo>
                  <a:cubicBezTo>
                    <a:pt x="505" y="3883"/>
                    <a:pt x="513" y="3859"/>
                    <a:pt x="509" y="3859"/>
                  </a:cubicBezTo>
                  <a:cubicBezTo>
                    <a:pt x="509" y="3859"/>
                    <a:pt x="508" y="3859"/>
                    <a:pt x="507" y="3861"/>
                  </a:cubicBezTo>
                  <a:cubicBezTo>
                    <a:pt x="499" y="3861"/>
                    <a:pt x="500" y="3837"/>
                    <a:pt x="492" y="3825"/>
                  </a:cubicBezTo>
                  <a:cubicBezTo>
                    <a:pt x="493" y="3814"/>
                    <a:pt x="495" y="3802"/>
                    <a:pt x="502" y="3802"/>
                  </a:cubicBezTo>
                  <a:cubicBezTo>
                    <a:pt x="513" y="3792"/>
                    <a:pt x="508" y="3733"/>
                    <a:pt x="500" y="3722"/>
                  </a:cubicBezTo>
                  <a:cubicBezTo>
                    <a:pt x="492" y="3722"/>
                    <a:pt x="492" y="3709"/>
                    <a:pt x="500" y="3709"/>
                  </a:cubicBezTo>
                  <a:cubicBezTo>
                    <a:pt x="501" y="3709"/>
                    <a:pt x="501" y="3709"/>
                    <a:pt x="501" y="3709"/>
                  </a:cubicBezTo>
                  <a:cubicBezTo>
                    <a:pt x="502" y="3709"/>
                    <a:pt x="502" y="3709"/>
                    <a:pt x="502" y="3709"/>
                  </a:cubicBezTo>
                  <a:cubicBezTo>
                    <a:pt x="509" y="3709"/>
                    <a:pt x="510" y="3698"/>
                    <a:pt x="511" y="3687"/>
                  </a:cubicBezTo>
                  <a:cubicBezTo>
                    <a:pt x="505" y="3676"/>
                    <a:pt x="510" y="3676"/>
                    <a:pt x="517" y="3676"/>
                  </a:cubicBezTo>
                  <a:cubicBezTo>
                    <a:pt x="518" y="3676"/>
                    <a:pt x="519" y="3676"/>
                    <a:pt x="520" y="3676"/>
                  </a:cubicBezTo>
                  <a:cubicBezTo>
                    <a:pt x="523" y="3679"/>
                    <a:pt x="524" y="3681"/>
                    <a:pt x="526" y="3681"/>
                  </a:cubicBezTo>
                  <a:cubicBezTo>
                    <a:pt x="529" y="3681"/>
                    <a:pt x="530" y="3670"/>
                    <a:pt x="530" y="3653"/>
                  </a:cubicBezTo>
                  <a:cubicBezTo>
                    <a:pt x="524" y="3642"/>
                    <a:pt x="527" y="3595"/>
                    <a:pt x="529" y="3560"/>
                  </a:cubicBezTo>
                  <a:cubicBezTo>
                    <a:pt x="534" y="3503"/>
                    <a:pt x="526" y="3491"/>
                    <a:pt x="510" y="3466"/>
                  </a:cubicBezTo>
                  <a:lnTo>
                    <a:pt x="495" y="3452"/>
                  </a:lnTo>
                  <a:lnTo>
                    <a:pt x="495" y="3452"/>
                  </a:lnTo>
                  <a:lnTo>
                    <a:pt x="511" y="3455"/>
                  </a:lnTo>
                  <a:cubicBezTo>
                    <a:pt x="520" y="3452"/>
                    <a:pt x="529" y="3450"/>
                    <a:pt x="537" y="3445"/>
                  </a:cubicBezTo>
                  <a:cubicBezTo>
                    <a:pt x="538" y="3433"/>
                    <a:pt x="530" y="3432"/>
                    <a:pt x="521" y="3432"/>
                  </a:cubicBezTo>
                  <a:cubicBezTo>
                    <a:pt x="513" y="3431"/>
                    <a:pt x="514" y="3420"/>
                    <a:pt x="524" y="3397"/>
                  </a:cubicBezTo>
                  <a:cubicBezTo>
                    <a:pt x="534" y="3375"/>
                    <a:pt x="535" y="3363"/>
                    <a:pt x="527" y="3350"/>
                  </a:cubicBezTo>
                  <a:cubicBezTo>
                    <a:pt x="527" y="3339"/>
                    <a:pt x="530" y="3327"/>
                    <a:pt x="538" y="3317"/>
                  </a:cubicBezTo>
                  <a:cubicBezTo>
                    <a:pt x="539" y="3305"/>
                    <a:pt x="539" y="3305"/>
                    <a:pt x="530" y="3304"/>
                  </a:cubicBezTo>
                  <a:cubicBezTo>
                    <a:pt x="523" y="3304"/>
                    <a:pt x="524" y="3292"/>
                    <a:pt x="533" y="3282"/>
                  </a:cubicBezTo>
                  <a:cubicBezTo>
                    <a:pt x="551" y="3271"/>
                    <a:pt x="553" y="3237"/>
                    <a:pt x="545" y="3236"/>
                  </a:cubicBezTo>
                  <a:cubicBezTo>
                    <a:pt x="536" y="3235"/>
                    <a:pt x="537" y="3224"/>
                    <a:pt x="537" y="3212"/>
                  </a:cubicBezTo>
                  <a:cubicBezTo>
                    <a:pt x="539" y="3200"/>
                    <a:pt x="538" y="3188"/>
                    <a:pt x="532" y="3176"/>
                  </a:cubicBezTo>
                  <a:cubicBezTo>
                    <a:pt x="533" y="3165"/>
                    <a:pt x="534" y="3153"/>
                    <a:pt x="534" y="3153"/>
                  </a:cubicBezTo>
                  <a:cubicBezTo>
                    <a:pt x="534" y="3150"/>
                    <a:pt x="534" y="3148"/>
                    <a:pt x="535" y="3148"/>
                  </a:cubicBezTo>
                  <a:cubicBezTo>
                    <a:pt x="538" y="3148"/>
                    <a:pt x="542" y="3157"/>
                    <a:pt x="542" y="3165"/>
                  </a:cubicBezTo>
                  <a:lnTo>
                    <a:pt x="551" y="3155"/>
                  </a:lnTo>
                  <a:cubicBezTo>
                    <a:pt x="552" y="3132"/>
                    <a:pt x="553" y="3120"/>
                    <a:pt x="545" y="3108"/>
                  </a:cubicBezTo>
                  <a:cubicBezTo>
                    <a:pt x="533" y="3098"/>
                    <a:pt x="530" y="3095"/>
                    <a:pt x="537" y="3095"/>
                  </a:cubicBezTo>
                  <a:cubicBezTo>
                    <a:pt x="539" y="3095"/>
                    <a:pt x="542" y="3095"/>
                    <a:pt x="546" y="3096"/>
                  </a:cubicBezTo>
                  <a:cubicBezTo>
                    <a:pt x="557" y="3096"/>
                    <a:pt x="564" y="3082"/>
                    <a:pt x="556" y="3073"/>
                  </a:cubicBezTo>
                  <a:cubicBezTo>
                    <a:pt x="541" y="3061"/>
                    <a:pt x="549" y="3051"/>
                    <a:pt x="557" y="3051"/>
                  </a:cubicBezTo>
                  <a:cubicBezTo>
                    <a:pt x="558" y="3051"/>
                    <a:pt x="558" y="3051"/>
                    <a:pt x="559" y="3051"/>
                  </a:cubicBezTo>
                  <a:cubicBezTo>
                    <a:pt x="564" y="3055"/>
                    <a:pt x="567" y="3058"/>
                    <a:pt x="569" y="3058"/>
                  </a:cubicBezTo>
                  <a:cubicBezTo>
                    <a:pt x="573" y="3058"/>
                    <a:pt x="570" y="3047"/>
                    <a:pt x="561" y="3016"/>
                  </a:cubicBezTo>
                  <a:cubicBezTo>
                    <a:pt x="562" y="2992"/>
                    <a:pt x="557" y="2945"/>
                    <a:pt x="560" y="2911"/>
                  </a:cubicBezTo>
                  <a:cubicBezTo>
                    <a:pt x="563" y="2865"/>
                    <a:pt x="565" y="2842"/>
                    <a:pt x="574" y="2831"/>
                  </a:cubicBezTo>
                  <a:cubicBezTo>
                    <a:pt x="575" y="2831"/>
                    <a:pt x="576" y="2831"/>
                    <a:pt x="577" y="2831"/>
                  </a:cubicBezTo>
                  <a:cubicBezTo>
                    <a:pt x="578" y="2831"/>
                    <a:pt x="580" y="2831"/>
                    <a:pt x="581" y="2831"/>
                  </a:cubicBezTo>
                  <a:lnTo>
                    <a:pt x="581" y="2831"/>
                  </a:lnTo>
                  <a:cubicBezTo>
                    <a:pt x="582" y="2831"/>
                    <a:pt x="582" y="2831"/>
                    <a:pt x="583" y="2831"/>
                  </a:cubicBezTo>
                  <a:cubicBezTo>
                    <a:pt x="583" y="2831"/>
                    <a:pt x="584" y="2830"/>
                    <a:pt x="584" y="2830"/>
                  </a:cubicBezTo>
                  <a:lnTo>
                    <a:pt x="584" y="2830"/>
                  </a:lnTo>
                  <a:cubicBezTo>
                    <a:pt x="583" y="2830"/>
                    <a:pt x="582" y="2831"/>
                    <a:pt x="581" y="2831"/>
                  </a:cubicBezTo>
                  <a:lnTo>
                    <a:pt x="581" y="2831"/>
                  </a:lnTo>
                  <a:cubicBezTo>
                    <a:pt x="565" y="2829"/>
                    <a:pt x="567" y="2817"/>
                    <a:pt x="570" y="2784"/>
                  </a:cubicBezTo>
                  <a:cubicBezTo>
                    <a:pt x="579" y="2761"/>
                    <a:pt x="578" y="2736"/>
                    <a:pt x="566" y="2713"/>
                  </a:cubicBezTo>
                  <a:lnTo>
                    <a:pt x="564" y="2737"/>
                  </a:lnTo>
                  <a:cubicBezTo>
                    <a:pt x="547" y="2736"/>
                    <a:pt x="548" y="2724"/>
                    <a:pt x="559" y="2701"/>
                  </a:cubicBezTo>
                  <a:cubicBezTo>
                    <a:pt x="559" y="2691"/>
                    <a:pt x="565" y="2691"/>
                    <a:pt x="572" y="2691"/>
                  </a:cubicBezTo>
                  <a:cubicBezTo>
                    <a:pt x="573" y="2691"/>
                    <a:pt x="575" y="2691"/>
                    <a:pt x="576" y="2691"/>
                  </a:cubicBezTo>
                  <a:cubicBezTo>
                    <a:pt x="577" y="2691"/>
                    <a:pt x="577" y="2691"/>
                    <a:pt x="578" y="2691"/>
                  </a:cubicBezTo>
                  <a:cubicBezTo>
                    <a:pt x="585" y="2691"/>
                    <a:pt x="594" y="2680"/>
                    <a:pt x="594" y="2669"/>
                  </a:cubicBezTo>
                  <a:cubicBezTo>
                    <a:pt x="595" y="2661"/>
                    <a:pt x="596" y="2653"/>
                    <a:pt x="593" y="2653"/>
                  </a:cubicBezTo>
                  <a:cubicBezTo>
                    <a:pt x="591" y="2653"/>
                    <a:pt x="589" y="2654"/>
                    <a:pt x="587" y="2657"/>
                  </a:cubicBezTo>
                  <a:cubicBezTo>
                    <a:pt x="579" y="2656"/>
                    <a:pt x="579" y="2656"/>
                    <a:pt x="580" y="2645"/>
                  </a:cubicBezTo>
                  <a:cubicBezTo>
                    <a:pt x="582" y="2632"/>
                    <a:pt x="580" y="2620"/>
                    <a:pt x="573" y="2610"/>
                  </a:cubicBezTo>
                  <a:cubicBezTo>
                    <a:pt x="565" y="2609"/>
                    <a:pt x="566" y="2598"/>
                    <a:pt x="566" y="2585"/>
                  </a:cubicBezTo>
                  <a:cubicBezTo>
                    <a:pt x="573" y="2575"/>
                    <a:pt x="576" y="2564"/>
                    <a:pt x="578" y="2552"/>
                  </a:cubicBezTo>
                  <a:lnTo>
                    <a:pt x="587" y="2553"/>
                  </a:lnTo>
                  <a:cubicBezTo>
                    <a:pt x="594" y="2553"/>
                    <a:pt x="604" y="2542"/>
                    <a:pt x="604" y="2542"/>
                  </a:cubicBezTo>
                  <a:cubicBezTo>
                    <a:pt x="604" y="2530"/>
                    <a:pt x="597" y="2529"/>
                    <a:pt x="597" y="2529"/>
                  </a:cubicBezTo>
                  <a:cubicBezTo>
                    <a:pt x="588" y="2529"/>
                    <a:pt x="608" y="2251"/>
                    <a:pt x="611" y="2216"/>
                  </a:cubicBezTo>
                  <a:cubicBezTo>
                    <a:pt x="620" y="2197"/>
                    <a:pt x="623" y="2168"/>
                    <a:pt x="618" y="2168"/>
                  </a:cubicBezTo>
                  <a:cubicBezTo>
                    <a:pt x="617" y="2168"/>
                    <a:pt x="616" y="2169"/>
                    <a:pt x="615" y="2170"/>
                  </a:cubicBezTo>
                  <a:cubicBezTo>
                    <a:pt x="606" y="2169"/>
                    <a:pt x="610" y="2112"/>
                    <a:pt x="616" y="2042"/>
                  </a:cubicBezTo>
                  <a:cubicBezTo>
                    <a:pt x="621" y="1962"/>
                    <a:pt x="626" y="1903"/>
                    <a:pt x="617" y="1903"/>
                  </a:cubicBezTo>
                  <a:lnTo>
                    <a:pt x="619" y="1868"/>
                  </a:lnTo>
                  <a:cubicBezTo>
                    <a:pt x="621" y="1845"/>
                    <a:pt x="615" y="1821"/>
                    <a:pt x="616" y="1809"/>
                  </a:cubicBezTo>
                  <a:cubicBezTo>
                    <a:pt x="610" y="1801"/>
                    <a:pt x="609" y="1793"/>
                    <a:pt x="611" y="1793"/>
                  </a:cubicBezTo>
                  <a:cubicBezTo>
                    <a:pt x="612" y="1793"/>
                    <a:pt x="614" y="1794"/>
                    <a:pt x="616" y="1798"/>
                  </a:cubicBezTo>
                  <a:cubicBezTo>
                    <a:pt x="618" y="1798"/>
                    <a:pt x="620" y="1798"/>
                    <a:pt x="622" y="1798"/>
                  </a:cubicBezTo>
                  <a:cubicBezTo>
                    <a:pt x="628" y="1798"/>
                    <a:pt x="634" y="1796"/>
                    <a:pt x="634" y="1788"/>
                  </a:cubicBezTo>
                  <a:cubicBezTo>
                    <a:pt x="636" y="1764"/>
                    <a:pt x="627" y="1764"/>
                    <a:pt x="619" y="1763"/>
                  </a:cubicBezTo>
                  <a:cubicBezTo>
                    <a:pt x="610" y="1763"/>
                    <a:pt x="611" y="1751"/>
                    <a:pt x="611" y="1751"/>
                  </a:cubicBezTo>
                  <a:cubicBezTo>
                    <a:pt x="612" y="1742"/>
                    <a:pt x="612" y="1740"/>
                    <a:pt x="616" y="1740"/>
                  </a:cubicBezTo>
                  <a:cubicBezTo>
                    <a:pt x="617" y="1740"/>
                    <a:pt x="618" y="1740"/>
                    <a:pt x="620" y="1741"/>
                  </a:cubicBezTo>
                  <a:lnTo>
                    <a:pt x="637" y="1742"/>
                  </a:lnTo>
                  <a:lnTo>
                    <a:pt x="638" y="1729"/>
                  </a:lnTo>
                  <a:cubicBezTo>
                    <a:pt x="630" y="1729"/>
                    <a:pt x="630" y="1717"/>
                    <a:pt x="630" y="1717"/>
                  </a:cubicBezTo>
                  <a:cubicBezTo>
                    <a:pt x="631" y="1709"/>
                    <a:pt x="631" y="1706"/>
                    <a:pt x="639" y="1706"/>
                  </a:cubicBezTo>
                  <a:cubicBezTo>
                    <a:pt x="641" y="1706"/>
                    <a:pt x="644" y="1707"/>
                    <a:pt x="648" y="1707"/>
                  </a:cubicBezTo>
                  <a:cubicBezTo>
                    <a:pt x="650" y="1707"/>
                    <a:pt x="651" y="1707"/>
                    <a:pt x="652" y="1707"/>
                  </a:cubicBezTo>
                  <a:cubicBezTo>
                    <a:pt x="665" y="1707"/>
                    <a:pt x="665" y="1696"/>
                    <a:pt x="650" y="1684"/>
                  </a:cubicBezTo>
                  <a:lnTo>
                    <a:pt x="644" y="1660"/>
                  </a:lnTo>
                  <a:cubicBezTo>
                    <a:pt x="662" y="1650"/>
                    <a:pt x="646" y="1626"/>
                    <a:pt x="638" y="1614"/>
                  </a:cubicBezTo>
                  <a:cubicBezTo>
                    <a:pt x="656" y="1603"/>
                    <a:pt x="657" y="1591"/>
                    <a:pt x="640" y="1579"/>
                  </a:cubicBezTo>
                  <a:cubicBezTo>
                    <a:pt x="633" y="1578"/>
                    <a:pt x="634" y="1567"/>
                    <a:pt x="643" y="1555"/>
                  </a:cubicBezTo>
                  <a:cubicBezTo>
                    <a:pt x="652" y="1544"/>
                    <a:pt x="653" y="1533"/>
                    <a:pt x="655" y="1509"/>
                  </a:cubicBezTo>
                  <a:cubicBezTo>
                    <a:pt x="647" y="1497"/>
                    <a:pt x="653" y="1416"/>
                    <a:pt x="659" y="1324"/>
                  </a:cubicBezTo>
                  <a:cubicBezTo>
                    <a:pt x="667" y="1220"/>
                    <a:pt x="673" y="1151"/>
                    <a:pt x="664" y="1149"/>
                  </a:cubicBezTo>
                  <a:cubicBezTo>
                    <a:pt x="665" y="1138"/>
                    <a:pt x="665" y="1138"/>
                    <a:pt x="674" y="1127"/>
                  </a:cubicBezTo>
                  <a:cubicBezTo>
                    <a:pt x="674" y="1127"/>
                    <a:pt x="675" y="1127"/>
                    <a:pt x="675" y="1127"/>
                  </a:cubicBezTo>
                  <a:cubicBezTo>
                    <a:pt x="683" y="1127"/>
                    <a:pt x="682" y="1116"/>
                    <a:pt x="667" y="1103"/>
                  </a:cubicBezTo>
                  <a:cubicBezTo>
                    <a:pt x="661" y="1094"/>
                    <a:pt x="655" y="1092"/>
                    <a:pt x="660" y="1092"/>
                  </a:cubicBezTo>
                  <a:cubicBezTo>
                    <a:pt x="662" y="1092"/>
                    <a:pt x="665" y="1092"/>
                    <a:pt x="668" y="1092"/>
                  </a:cubicBezTo>
                  <a:cubicBezTo>
                    <a:pt x="676" y="1092"/>
                    <a:pt x="679" y="1070"/>
                    <a:pt x="682" y="1023"/>
                  </a:cubicBezTo>
                  <a:cubicBezTo>
                    <a:pt x="684" y="989"/>
                    <a:pt x="688" y="942"/>
                    <a:pt x="680" y="942"/>
                  </a:cubicBezTo>
                  <a:cubicBezTo>
                    <a:pt x="676" y="927"/>
                    <a:pt x="674" y="921"/>
                    <a:pt x="675" y="921"/>
                  </a:cubicBezTo>
                  <a:lnTo>
                    <a:pt x="675" y="921"/>
                  </a:lnTo>
                  <a:cubicBezTo>
                    <a:pt x="675" y="921"/>
                    <a:pt x="677" y="924"/>
                    <a:pt x="680" y="930"/>
                  </a:cubicBezTo>
                  <a:cubicBezTo>
                    <a:pt x="681" y="931"/>
                    <a:pt x="683" y="932"/>
                    <a:pt x="685" y="932"/>
                  </a:cubicBezTo>
                  <a:cubicBezTo>
                    <a:pt x="699" y="932"/>
                    <a:pt x="707" y="882"/>
                    <a:pt x="694" y="850"/>
                  </a:cubicBezTo>
                  <a:cubicBezTo>
                    <a:pt x="695" y="838"/>
                    <a:pt x="696" y="827"/>
                    <a:pt x="703" y="827"/>
                  </a:cubicBezTo>
                  <a:cubicBezTo>
                    <a:pt x="704" y="827"/>
                    <a:pt x="704" y="827"/>
                    <a:pt x="704" y="827"/>
                  </a:cubicBezTo>
                  <a:cubicBezTo>
                    <a:pt x="707" y="807"/>
                    <a:pt x="704" y="788"/>
                    <a:pt x="701" y="769"/>
                  </a:cubicBezTo>
                  <a:cubicBezTo>
                    <a:pt x="701" y="757"/>
                    <a:pt x="704" y="711"/>
                    <a:pt x="707" y="687"/>
                  </a:cubicBezTo>
                  <a:cubicBezTo>
                    <a:pt x="708" y="672"/>
                    <a:pt x="705" y="656"/>
                    <a:pt x="701" y="640"/>
                  </a:cubicBezTo>
                  <a:cubicBezTo>
                    <a:pt x="701" y="636"/>
                    <a:pt x="702" y="632"/>
                    <a:pt x="702" y="629"/>
                  </a:cubicBezTo>
                  <a:lnTo>
                    <a:pt x="702" y="629"/>
                  </a:lnTo>
                  <a:cubicBezTo>
                    <a:pt x="702" y="629"/>
                    <a:pt x="702" y="629"/>
                    <a:pt x="702" y="629"/>
                  </a:cubicBezTo>
                  <a:cubicBezTo>
                    <a:pt x="711" y="629"/>
                    <a:pt x="716" y="571"/>
                    <a:pt x="721" y="491"/>
                  </a:cubicBezTo>
                  <a:cubicBezTo>
                    <a:pt x="727" y="410"/>
                    <a:pt x="732" y="341"/>
                    <a:pt x="741" y="329"/>
                  </a:cubicBezTo>
                  <a:cubicBezTo>
                    <a:pt x="741" y="322"/>
                    <a:pt x="739" y="313"/>
                    <a:pt x="735" y="306"/>
                  </a:cubicBezTo>
                  <a:cubicBezTo>
                    <a:pt x="719" y="292"/>
                    <a:pt x="719" y="281"/>
                    <a:pt x="729" y="270"/>
                  </a:cubicBezTo>
                  <a:cubicBezTo>
                    <a:pt x="747" y="260"/>
                    <a:pt x="750" y="214"/>
                    <a:pt x="734" y="201"/>
                  </a:cubicBezTo>
                  <a:lnTo>
                    <a:pt x="734" y="201"/>
                  </a:lnTo>
                  <a:cubicBezTo>
                    <a:pt x="736" y="201"/>
                    <a:pt x="739" y="201"/>
                    <a:pt x="742" y="201"/>
                  </a:cubicBezTo>
                  <a:cubicBezTo>
                    <a:pt x="760" y="191"/>
                    <a:pt x="754" y="156"/>
                    <a:pt x="738" y="143"/>
                  </a:cubicBezTo>
                  <a:cubicBezTo>
                    <a:pt x="747" y="132"/>
                    <a:pt x="757" y="121"/>
                    <a:pt x="749" y="108"/>
                  </a:cubicBezTo>
                  <a:cubicBezTo>
                    <a:pt x="750" y="100"/>
                    <a:pt x="750" y="98"/>
                    <a:pt x="758" y="98"/>
                  </a:cubicBezTo>
                  <a:cubicBezTo>
                    <a:pt x="760" y="98"/>
                    <a:pt x="763" y="98"/>
                    <a:pt x="767" y="98"/>
                  </a:cubicBezTo>
                  <a:cubicBezTo>
                    <a:pt x="769" y="99"/>
                    <a:pt x="771" y="99"/>
                    <a:pt x="773" y="99"/>
                  </a:cubicBezTo>
                  <a:cubicBezTo>
                    <a:pt x="779" y="99"/>
                    <a:pt x="784" y="97"/>
                    <a:pt x="785" y="88"/>
                  </a:cubicBezTo>
                  <a:cubicBezTo>
                    <a:pt x="786" y="77"/>
                    <a:pt x="777" y="76"/>
                    <a:pt x="768" y="76"/>
                  </a:cubicBezTo>
                  <a:cubicBezTo>
                    <a:pt x="768" y="76"/>
                    <a:pt x="769" y="64"/>
                    <a:pt x="771" y="52"/>
                  </a:cubicBezTo>
                  <a:cubicBezTo>
                    <a:pt x="771" y="52"/>
                    <a:pt x="772" y="41"/>
                    <a:pt x="763" y="40"/>
                  </a:cubicBezTo>
                  <a:cubicBezTo>
                    <a:pt x="755" y="39"/>
                    <a:pt x="755" y="28"/>
                    <a:pt x="756" y="16"/>
                  </a:cubicBezTo>
                  <a:cubicBezTo>
                    <a:pt x="762" y="16"/>
                    <a:pt x="760" y="11"/>
                    <a:pt x="755" y="11"/>
                  </a:cubicBezTo>
                  <a:cubicBezTo>
                    <a:pt x="753" y="11"/>
                    <a:pt x="750" y="12"/>
                    <a:pt x="747" y="15"/>
                  </a:cubicBezTo>
                  <a:cubicBezTo>
                    <a:pt x="739" y="15"/>
                    <a:pt x="730" y="14"/>
                    <a:pt x="731" y="3"/>
                  </a:cubicBezTo>
                  <a:lnTo>
                    <a:pt x="714" y="2"/>
                  </a:lnTo>
                  <a:cubicBezTo>
                    <a:pt x="710" y="1"/>
                    <a:pt x="707" y="1"/>
                    <a:pt x="7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33"/>
            <p:cNvSpPr/>
            <p:nvPr/>
          </p:nvSpPr>
          <p:spPr>
            <a:xfrm>
              <a:off x="3572101" y="3210086"/>
              <a:ext cx="81512" cy="980245"/>
            </a:xfrm>
            <a:custGeom>
              <a:avLst/>
              <a:gdLst/>
              <a:ahLst/>
              <a:cxnLst/>
              <a:rect l="l" t="t" r="r" b="b"/>
              <a:pathLst>
                <a:path w="816" h="9813" extrusionOk="0">
                  <a:moveTo>
                    <a:pt x="19" y="67"/>
                  </a:moveTo>
                  <a:cubicBezTo>
                    <a:pt x="23" y="67"/>
                    <a:pt x="32" y="72"/>
                    <a:pt x="41" y="82"/>
                  </a:cubicBezTo>
                  <a:cubicBezTo>
                    <a:pt x="58" y="94"/>
                    <a:pt x="58" y="94"/>
                    <a:pt x="41" y="95"/>
                  </a:cubicBezTo>
                  <a:cubicBezTo>
                    <a:pt x="40" y="95"/>
                    <a:pt x="39" y="95"/>
                    <a:pt x="38" y="95"/>
                  </a:cubicBezTo>
                  <a:cubicBezTo>
                    <a:pt x="31" y="95"/>
                    <a:pt x="24" y="94"/>
                    <a:pt x="23" y="83"/>
                  </a:cubicBezTo>
                  <a:cubicBezTo>
                    <a:pt x="14" y="73"/>
                    <a:pt x="14" y="67"/>
                    <a:pt x="19" y="67"/>
                  </a:cubicBezTo>
                  <a:close/>
                  <a:moveTo>
                    <a:pt x="137" y="1689"/>
                  </a:moveTo>
                  <a:cubicBezTo>
                    <a:pt x="146" y="1689"/>
                    <a:pt x="155" y="1700"/>
                    <a:pt x="155" y="1711"/>
                  </a:cubicBezTo>
                  <a:cubicBezTo>
                    <a:pt x="155" y="1716"/>
                    <a:pt x="152" y="1719"/>
                    <a:pt x="148" y="1719"/>
                  </a:cubicBezTo>
                  <a:cubicBezTo>
                    <a:pt x="143" y="1719"/>
                    <a:pt x="135" y="1714"/>
                    <a:pt x="129" y="1701"/>
                  </a:cubicBezTo>
                  <a:cubicBezTo>
                    <a:pt x="128" y="1690"/>
                    <a:pt x="128" y="1690"/>
                    <a:pt x="137" y="1689"/>
                  </a:cubicBezTo>
                  <a:close/>
                  <a:moveTo>
                    <a:pt x="186" y="2080"/>
                  </a:moveTo>
                  <a:cubicBezTo>
                    <a:pt x="193" y="2081"/>
                    <a:pt x="200" y="2085"/>
                    <a:pt x="204" y="2091"/>
                  </a:cubicBezTo>
                  <a:cubicBezTo>
                    <a:pt x="204" y="2091"/>
                    <a:pt x="213" y="2102"/>
                    <a:pt x="204" y="2103"/>
                  </a:cubicBezTo>
                  <a:lnTo>
                    <a:pt x="196" y="2103"/>
                  </a:lnTo>
                  <a:cubicBezTo>
                    <a:pt x="186" y="2091"/>
                    <a:pt x="177" y="2080"/>
                    <a:pt x="186" y="2080"/>
                  </a:cubicBezTo>
                  <a:close/>
                  <a:moveTo>
                    <a:pt x="223" y="2542"/>
                  </a:moveTo>
                  <a:cubicBezTo>
                    <a:pt x="224" y="2542"/>
                    <a:pt x="230" y="2543"/>
                    <a:pt x="231" y="2554"/>
                  </a:cubicBezTo>
                  <a:cubicBezTo>
                    <a:pt x="231" y="2554"/>
                    <a:pt x="223" y="2565"/>
                    <a:pt x="214" y="2566"/>
                  </a:cubicBezTo>
                  <a:lnTo>
                    <a:pt x="214" y="2554"/>
                  </a:lnTo>
                  <a:cubicBezTo>
                    <a:pt x="213" y="2542"/>
                    <a:pt x="222" y="2542"/>
                    <a:pt x="222" y="2542"/>
                  </a:cubicBezTo>
                  <a:cubicBezTo>
                    <a:pt x="222" y="2542"/>
                    <a:pt x="222" y="2542"/>
                    <a:pt x="223" y="2542"/>
                  </a:cubicBezTo>
                  <a:close/>
                  <a:moveTo>
                    <a:pt x="246" y="2657"/>
                  </a:moveTo>
                  <a:lnTo>
                    <a:pt x="247" y="2668"/>
                  </a:lnTo>
                  <a:lnTo>
                    <a:pt x="239" y="2680"/>
                  </a:lnTo>
                  <a:lnTo>
                    <a:pt x="238" y="2669"/>
                  </a:lnTo>
                  <a:cubicBezTo>
                    <a:pt x="238" y="2657"/>
                    <a:pt x="238" y="2657"/>
                    <a:pt x="246" y="2657"/>
                  </a:cubicBezTo>
                  <a:close/>
                  <a:moveTo>
                    <a:pt x="253" y="2694"/>
                  </a:moveTo>
                  <a:cubicBezTo>
                    <a:pt x="252" y="2694"/>
                    <a:pt x="252" y="2697"/>
                    <a:pt x="257" y="2703"/>
                  </a:cubicBezTo>
                  <a:cubicBezTo>
                    <a:pt x="256" y="2697"/>
                    <a:pt x="254" y="2694"/>
                    <a:pt x="253" y="2694"/>
                  </a:cubicBezTo>
                  <a:close/>
                  <a:moveTo>
                    <a:pt x="252" y="2772"/>
                  </a:moveTo>
                  <a:lnTo>
                    <a:pt x="253" y="2784"/>
                  </a:lnTo>
                  <a:lnTo>
                    <a:pt x="246" y="2796"/>
                  </a:lnTo>
                  <a:lnTo>
                    <a:pt x="244" y="2785"/>
                  </a:lnTo>
                  <a:cubicBezTo>
                    <a:pt x="244" y="2772"/>
                    <a:pt x="244" y="2772"/>
                    <a:pt x="252" y="2772"/>
                  </a:cubicBezTo>
                  <a:close/>
                  <a:moveTo>
                    <a:pt x="294" y="2811"/>
                  </a:moveTo>
                  <a:cubicBezTo>
                    <a:pt x="294" y="2811"/>
                    <a:pt x="292" y="2812"/>
                    <a:pt x="290" y="2815"/>
                  </a:cubicBezTo>
                  <a:lnTo>
                    <a:pt x="290" y="2815"/>
                  </a:lnTo>
                  <a:cubicBezTo>
                    <a:pt x="294" y="2813"/>
                    <a:pt x="295" y="2811"/>
                    <a:pt x="294" y="2811"/>
                  </a:cubicBezTo>
                  <a:close/>
                  <a:moveTo>
                    <a:pt x="249" y="2853"/>
                  </a:moveTo>
                  <a:cubicBezTo>
                    <a:pt x="257" y="2853"/>
                    <a:pt x="258" y="2853"/>
                    <a:pt x="258" y="2864"/>
                  </a:cubicBezTo>
                  <a:cubicBezTo>
                    <a:pt x="259" y="2878"/>
                    <a:pt x="259" y="2884"/>
                    <a:pt x="257" y="2884"/>
                  </a:cubicBezTo>
                  <a:cubicBezTo>
                    <a:pt x="256" y="2884"/>
                    <a:pt x="254" y="2881"/>
                    <a:pt x="250" y="2877"/>
                  </a:cubicBezTo>
                  <a:cubicBezTo>
                    <a:pt x="241" y="2865"/>
                    <a:pt x="240" y="2854"/>
                    <a:pt x="249" y="2853"/>
                  </a:cubicBezTo>
                  <a:close/>
                  <a:moveTo>
                    <a:pt x="201" y="2949"/>
                  </a:moveTo>
                  <a:cubicBezTo>
                    <a:pt x="207" y="2949"/>
                    <a:pt x="212" y="2951"/>
                    <a:pt x="213" y="2960"/>
                  </a:cubicBezTo>
                  <a:lnTo>
                    <a:pt x="205" y="2972"/>
                  </a:lnTo>
                  <a:lnTo>
                    <a:pt x="195" y="2961"/>
                  </a:lnTo>
                  <a:lnTo>
                    <a:pt x="195" y="2950"/>
                  </a:lnTo>
                  <a:cubicBezTo>
                    <a:pt x="197" y="2949"/>
                    <a:pt x="199" y="2949"/>
                    <a:pt x="201" y="2949"/>
                  </a:cubicBezTo>
                  <a:close/>
                  <a:moveTo>
                    <a:pt x="220" y="3086"/>
                  </a:moveTo>
                  <a:cubicBezTo>
                    <a:pt x="220" y="3086"/>
                    <a:pt x="229" y="3086"/>
                    <a:pt x="230" y="3098"/>
                  </a:cubicBezTo>
                  <a:lnTo>
                    <a:pt x="222" y="3110"/>
                  </a:lnTo>
                  <a:cubicBezTo>
                    <a:pt x="213" y="3110"/>
                    <a:pt x="212" y="3099"/>
                    <a:pt x="212" y="3099"/>
                  </a:cubicBezTo>
                  <a:cubicBezTo>
                    <a:pt x="212" y="3088"/>
                    <a:pt x="212" y="3088"/>
                    <a:pt x="220" y="3086"/>
                  </a:cubicBezTo>
                  <a:close/>
                  <a:moveTo>
                    <a:pt x="321" y="4055"/>
                  </a:moveTo>
                  <a:cubicBezTo>
                    <a:pt x="329" y="4055"/>
                    <a:pt x="338" y="4055"/>
                    <a:pt x="339" y="4066"/>
                  </a:cubicBezTo>
                  <a:lnTo>
                    <a:pt x="339" y="4077"/>
                  </a:lnTo>
                  <a:cubicBezTo>
                    <a:pt x="338" y="4077"/>
                    <a:pt x="338" y="4077"/>
                    <a:pt x="338" y="4077"/>
                  </a:cubicBezTo>
                  <a:cubicBezTo>
                    <a:pt x="330" y="4077"/>
                    <a:pt x="322" y="4067"/>
                    <a:pt x="322" y="4067"/>
                  </a:cubicBezTo>
                  <a:lnTo>
                    <a:pt x="321" y="4055"/>
                  </a:lnTo>
                  <a:close/>
                  <a:moveTo>
                    <a:pt x="366" y="4517"/>
                  </a:moveTo>
                  <a:cubicBezTo>
                    <a:pt x="374" y="4517"/>
                    <a:pt x="375" y="4539"/>
                    <a:pt x="376" y="4550"/>
                  </a:cubicBezTo>
                  <a:cubicBezTo>
                    <a:pt x="373" y="4554"/>
                    <a:pt x="371" y="4556"/>
                    <a:pt x="368" y="4556"/>
                  </a:cubicBezTo>
                  <a:cubicBezTo>
                    <a:pt x="363" y="4556"/>
                    <a:pt x="359" y="4548"/>
                    <a:pt x="358" y="4540"/>
                  </a:cubicBezTo>
                  <a:cubicBezTo>
                    <a:pt x="357" y="4517"/>
                    <a:pt x="357" y="4517"/>
                    <a:pt x="366" y="4517"/>
                  </a:cubicBezTo>
                  <a:cubicBezTo>
                    <a:pt x="366" y="4517"/>
                    <a:pt x="366" y="4517"/>
                    <a:pt x="366" y="4517"/>
                  </a:cubicBezTo>
                  <a:close/>
                  <a:moveTo>
                    <a:pt x="410" y="5337"/>
                  </a:moveTo>
                  <a:cubicBezTo>
                    <a:pt x="416" y="5337"/>
                    <a:pt x="423" y="5338"/>
                    <a:pt x="423" y="5348"/>
                  </a:cubicBezTo>
                  <a:lnTo>
                    <a:pt x="416" y="5359"/>
                  </a:lnTo>
                  <a:lnTo>
                    <a:pt x="406" y="5349"/>
                  </a:lnTo>
                  <a:lnTo>
                    <a:pt x="406" y="5337"/>
                  </a:lnTo>
                  <a:cubicBezTo>
                    <a:pt x="407" y="5337"/>
                    <a:pt x="408" y="5337"/>
                    <a:pt x="410" y="5337"/>
                  </a:cubicBezTo>
                  <a:close/>
                  <a:moveTo>
                    <a:pt x="370" y="5490"/>
                  </a:moveTo>
                  <a:cubicBezTo>
                    <a:pt x="376" y="5490"/>
                    <a:pt x="380" y="5492"/>
                    <a:pt x="381" y="5501"/>
                  </a:cubicBezTo>
                  <a:lnTo>
                    <a:pt x="382" y="5512"/>
                  </a:lnTo>
                  <a:cubicBezTo>
                    <a:pt x="382" y="5512"/>
                    <a:pt x="382" y="5512"/>
                    <a:pt x="381" y="5512"/>
                  </a:cubicBezTo>
                  <a:cubicBezTo>
                    <a:pt x="373" y="5512"/>
                    <a:pt x="364" y="5502"/>
                    <a:pt x="364" y="5502"/>
                  </a:cubicBezTo>
                  <a:lnTo>
                    <a:pt x="363" y="5490"/>
                  </a:lnTo>
                  <a:cubicBezTo>
                    <a:pt x="366" y="5490"/>
                    <a:pt x="368" y="5490"/>
                    <a:pt x="370" y="5490"/>
                  </a:cubicBezTo>
                  <a:close/>
                  <a:moveTo>
                    <a:pt x="443" y="5682"/>
                  </a:moveTo>
                  <a:cubicBezTo>
                    <a:pt x="452" y="5682"/>
                    <a:pt x="461" y="5693"/>
                    <a:pt x="461" y="5693"/>
                  </a:cubicBezTo>
                  <a:cubicBezTo>
                    <a:pt x="461" y="5697"/>
                    <a:pt x="459" y="5699"/>
                    <a:pt x="456" y="5699"/>
                  </a:cubicBezTo>
                  <a:cubicBezTo>
                    <a:pt x="450" y="5699"/>
                    <a:pt x="441" y="5695"/>
                    <a:pt x="435" y="5695"/>
                  </a:cubicBezTo>
                  <a:cubicBezTo>
                    <a:pt x="435" y="5683"/>
                    <a:pt x="435" y="5683"/>
                    <a:pt x="443" y="5682"/>
                  </a:cubicBezTo>
                  <a:close/>
                  <a:moveTo>
                    <a:pt x="466" y="5960"/>
                  </a:moveTo>
                  <a:cubicBezTo>
                    <a:pt x="472" y="5960"/>
                    <a:pt x="477" y="5962"/>
                    <a:pt x="478" y="5971"/>
                  </a:cubicBezTo>
                  <a:lnTo>
                    <a:pt x="470" y="5983"/>
                  </a:lnTo>
                  <a:lnTo>
                    <a:pt x="461" y="5972"/>
                  </a:lnTo>
                  <a:lnTo>
                    <a:pt x="460" y="5960"/>
                  </a:lnTo>
                  <a:cubicBezTo>
                    <a:pt x="462" y="5960"/>
                    <a:pt x="464" y="5960"/>
                    <a:pt x="466" y="5960"/>
                  </a:cubicBezTo>
                  <a:close/>
                  <a:moveTo>
                    <a:pt x="492" y="6712"/>
                  </a:moveTo>
                  <a:cubicBezTo>
                    <a:pt x="499" y="6712"/>
                    <a:pt x="505" y="6713"/>
                    <a:pt x="506" y="6722"/>
                  </a:cubicBezTo>
                  <a:lnTo>
                    <a:pt x="498" y="6734"/>
                  </a:lnTo>
                  <a:lnTo>
                    <a:pt x="488" y="6723"/>
                  </a:lnTo>
                  <a:lnTo>
                    <a:pt x="488" y="6712"/>
                  </a:lnTo>
                  <a:cubicBezTo>
                    <a:pt x="489" y="6712"/>
                    <a:pt x="491" y="6712"/>
                    <a:pt x="492" y="6712"/>
                  </a:cubicBezTo>
                  <a:close/>
                  <a:moveTo>
                    <a:pt x="506" y="6792"/>
                  </a:moveTo>
                  <a:cubicBezTo>
                    <a:pt x="509" y="6792"/>
                    <a:pt x="509" y="6795"/>
                    <a:pt x="510" y="6804"/>
                  </a:cubicBezTo>
                  <a:cubicBezTo>
                    <a:pt x="510" y="6804"/>
                    <a:pt x="502" y="6815"/>
                    <a:pt x="493" y="6816"/>
                  </a:cubicBezTo>
                  <a:cubicBezTo>
                    <a:pt x="486" y="6816"/>
                    <a:pt x="485" y="6805"/>
                    <a:pt x="501" y="6793"/>
                  </a:cubicBezTo>
                  <a:cubicBezTo>
                    <a:pt x="503" y="6793"/>
                    <a:pt x="505" y="6792"/>
                    <a:pt x="506" y="6792"/>
                  </a:cubicBezTo>
                  <a:close/>
                  <a:moveTo>
                    <a:pt x="529" y="6988"/>
                  </a:moveTo>
                  <a:cubicBezTo>
                    <a:pt x="538" y="6988"/>
                    <a:pt x="531" y="6999"/>
                    <a:pt x="532" y="7012"/>
                  </a:cubicBezTo>
                  <a:cubicBezTo>
                    <a:pt x="528" y="7016"/>
                    <a:pt x="526" y="7019"/>
                    <a:pt x="525" y="7019"/>
                  </a:cubicBezTo>
                  <a:cubicBezTo>
                    <a:pt x="523" y="7019"/>
                    <a:pt x="523" y="7013"/>
                    <a:pt x="522" y="7000"/>
                  </a:cubicBezTo>
                  <a:cubicBezTo>
                    <a:pt x="522" y="6988"/>
                    <a:pt x="529" y="6988"/>
                    <a:pt x="529" y="6988"/>
                  </a:cubicBezTo>
                  <a:close/>
                  <a:moveTo>
                    <a:pt x="704" y="7047"/>
                  </a:moveTo>
                  <a:cubicBezTo>
                    <a:pt x="695" y="7049"/>
                    <a:pt x="695" y="7049"/>
                    <a:pt x="697" y="7060"/>
                  </a:cubicBezTo>
                  <a:cubicBezTo>
                    <a:pt x="697" y="7060"/>
                    <a:pt x="706" y="7071"/>
                    <a:pt x="713" y="7071"/>
                  </a:cubicBezTo>
                  <a:cubicBezTo>
                    <a:pt x="722" y="7070"/>
                    <a:pt x="721" y="7059"/>
                    <a:pt x="704" y="7047"/>
                  </a:cubicBezTo>
                  <a:close/>
                  <a:moveTo>
                    <a:pt x="424" y="7076"/>
                  </a:moveTo>
                  <a:cubicBezTo>
                    <a:pt x="415" y="7076"/>
                    <a:pt x="415" y="7076"/>
                    <a:pt x="416" y="7087"/>
                  </a:cubicBezTo>
                  <a:cubicBezTo>
                    <a:pt x="417" y="7100"/>
                    <a:pt x="417" y="7106"/>
                    <a:pt x="419" y="7106"/>
                  </a:cubicBezTo>
                  <a:cubicBezTo>
                    <a:pt x="420" y="7106"/>
                    <a:pt x="422" y="7103"/>
                    <a:pt x="425" y="7098"/>
                  </a:cubicBezTo>
                  <a:lnTo>
                    <a:pt x="424" y="7076"/>
                  </a:lnTo>
                  <a:close/>
                  <a:moveTo>
                    <a:pt x="542" y="7196"/>
                  </a:moveTo>
                  <a:cubicBezTo>
                    <a:pt x="542" y="7196"/>
                    <a:pt x="551" y="7196"/>
                    <a:pt x="552" y="7207"/>
                  </a:cubicBezTo>
                  <a:cubicBezTo>
                    <a:pt x="551" y="7216"/>
                    <a:pt x="548" y="7224"/>
                    <a:pt x="544" y="7230"/>
                  </a:cubicBezTo>
                  <a:cubicBezTo>
                    <a:pt x="544" y="7230"/>
                    <a:pt x="543" y="7230"/>
                    <a:pt x="543" y="7230"/>
                  </a:cubicBezTo>
                  <a:cubicBezTo>
                    <a:pt x="536" y="7230"/>
                    <a:pt x="535" y="7219"/>
                    <a:pt x="535" y="7219"/>
                  </a:cubicBezTo>
                  <a:cubicBezTo>
                    <a:pt x="534" y="7208"/>
                    <a:pt x="534" y="7197"/>
                    <a:pt x="542" y="7196"/>
                  </a:cubicBezTo>
                  <a:close/>
                  <a:moveTo>
                    <a:pt x="496" y="7280"/>
                  </a:moveTo>
                  <a:cubicBezTo>
                    <a:pt x="496" y="7280"/>
                    <a:pt x="488" y="7280"/>
                    <a:pt x="488" y="7292"/>
                  </a:cubicBezTo>
                  <a:lnTo>
                    <a:pt x="489" y="7303"/>
                  </a:lnTo>
                  <a:cubicBezTo>
                    <a:pt x="497" y="7303"/>
                    <a:pt x="505" y="7291"/>
                    <a:pt x="505" y="7291"/>
                  </a:cubicBezTo>
                  <a:cubicBezTo>
                    <a:pt x="505" y="7280"/>
                    <a:pt x="496" y="7280"/>
                    <a:pt x="496" y="7280"/>
                  </a:cubicBezTo>
                  <a:close/>
                  <a:moveTo>
                    <a:pt x="529" y="7405"/>
                  </a:moveTo>
                  <a:lnTo>
                    <a:pt x="529" y="7417"/>
                  </a:lnTo>
                  <a:lnTo>
                    <a:pt x="522" y="7429"/>
                  </a:lnTo>
                  <a:lnTo>
                    <a:pt x="522" y="7418"/>
                  </a:lnTo>
                  <a:cubicBezTo>
                    <a:pt x="520" y="7405"/>
                    <a:pt x="520" y="7405"/>
                    <a:pt x="529" y="7405"/>
                  </a:cubicBezTo>
                  <a:close/>
                  <a:moveTo>
                    <a:pt x="532" y="7505"/>
                  </a:moveTo>
                  <a:cubicBezTo>
                    <a:pt x="535" y="7505"/>
                    <a:pt x="539" y="7506"/>
                    <a:pt x="544" y="7509"/>
                  </a:cubicBezTo>
                  <a:lnTo>
                    <a:pt x="545" y="7532"/>
                  </a:lnTo>
                  <a:cubicBezTo>
                    <a:pt x="544" y="7532"/>
                    <a:pt x="542" y="7532"/>
                    <a:pt x="541" y="7532"/>
                  </a:cubicBezTo>
                  <a:cubicBezTo>
                    <a:pt x="534" y="7532"/>
                    <a:pt x="528" y="7531"/>
                    <a:pt x="527" y="7521"/>
                  </a:cubicBezTo>
                  <a:cubicBezTo>
                    <a:pt x="521" y="7513"/>
                    <a:pt x="523" y="7505"/>
                    <a:pt x="532" y="7505"/>
                  </a:cubicBezTo>
                  <a:close/>
                  <a:moveTo>
                    <a:pt x="592" y="7599"/>
                  </a:moveTo>
                  <a:cubicBezTo>
                    <a:pt x="592" y="7611"/>
                    <a:pt x="601" y="7622"/>
                    <a:pt x="593" y="7622"/>
                  </a:cubicBezTo>
                  <a:cubicBezTo>
                    <a:pt x="593" y="7624"/>
                    <a:pt x="593" y="7625"/>
                    <a:pt x="592" y="7625"/>
                  </a:cubicBezTo>
                  <a:cubicBezTo>
                    <a:pt x="590" y="7625"/>
                    <a:pt x="584" y="7608"/>
                    <a:pt x="583" y="7599"/>
                  </a:cubicBezTo>
                  <a:close/>
                  <a:moveTo>
                    <a:pt x="513" y="7696"/>
                  </a:moveTo>
                  <a:lnTo>
                    <a:pt x="496" y="7697"/>
                  </a:lnTo>
                  <a:lnTo>
                    <a:pt x="504" y="7697"/>
                  </a:lnTo>
                  <a:lnTo>
                    <a:pt x="513" y="7696"/>
                  </a:lnTo>
                  <a:close/>
                  <a:moveTo>
                    <a:pt x="576" y="7832"/>
                  </a:moveTo>
                  <a:cubicBezTo>
                    <a:pt x="582" y="7832"/>
                    <a:pt x="589" y="7832"/>
                    <a:pt x="589" y="7843"/>
                  </a:cubicBezTo>
                  <a:lnTo>
                    <a:pt x="590" y="7854"/>
                  </a:lnTo>
                  <a:cubicBezTo>
                    <a:pt x="581" y="7854"/>
                    <a:pt x="572" y="7844"/>
                    <a:pt x="572" y="7844"/>
                  </a:cubicBezTo>
                  <a:lnTo>
                    <a:pt x="572" y="7832"/>
                  </a:lnTo>
                  <a:cubicBezTo>
                    <a:pt x="573" y="7832"/>
                    <a:pt x="574" y="7832"/>
                    <a:pt x="576" y="7832"/>
                  </a:cubicBezTo>
                  <a:close/>
                  <a:moveTo>
                    <a:pt x="538" y="7919"/>
                  </a:moveTo>
                  <a:cubicBezTo>
                    <a:pt x="540" y="7919"/>
                    <a:pt x="544" y="7921"/>
                    <a:pt x="552" y="7926"/>
                  </a:cubicBezTo>
                  <a:cubicBezTo>
                    <a:pt x="561" y="7937"/>
                    <a:pt x="570" y="7948"/>
                    <a:pt x="570" y="7948"/>
                  </a:cubicBezTo>
                  <a:cubicBezTo>
                    <a:pt x="570" y="7952"/>
                    <a:pt x="570" y="7953"/>
                    <a:pt x="568" y="7953"/>
                  </a:cubicBezTo>
                  <a:cubicBezTo>
                    <a:pt x="565" y="7953"/>
                    <a:pt x="557" y="7945"/>
                    <a:pt x="544" y="7938"/>
                  </a:cubicBezTo>
                  <a:cubicBezTo>
                    <a:pt x="538" y="7924"/>
                    <a:pt x="536" y="7919"/>
                    <a:pt x="538" y="7919"/>
                  </a:cubicBezTo>
                  <a:close/>
                  <a:moveTo>
                    <a:pt x="595" y="8178"/>
                  </a:moveTo>
                  <a:cubicBezTo>
                    <a:pt x="603" y="8178"/>
                    <a:pt x="610" y="8179"/>
                    <a:pt x="619" y="8201"/>
                  </a:cubicBezTo>
                  <a:cubicBezTo>
                    <a:pt x="620" y="8212"/>
                    <a:pt x="620" y="8223"/>
                    <a:pt x="620" y="8223"/>
                  </a:cubicBezTo>
                  <a:lnTo>
                    <a:pt x="602" y="8201"/>
                  </a:lnTo>
                  <a:cubicBezTo>
                    <a:pt x="575" y="8179"/>
                    <a:pt x="575" y="8179"/>
                    <a:pt x="592" y="8178"/>
                  </a:cubicBezTo>
                  <a:cubicBezTo>
                    <a:pt x="593" y="8178"/>
                    <a:pt x="594" y="8178"/>
                    <a:pt x="595" y="8178"/>
                  </a:cubicBezTo>
                  <a:close/>
                  <a:moveTo>
                    <a:pt x="579" y="8238"/>
                  </a:moveTo>
                  <a:lnTo>
                    <a:pt x="588" y="8248"/>
                  </a:lnTo>
                  <a:lnTo>
                    <a:pt x="580" y="8260"/>
                  </a:lnTo>
                  <a:cubicBezTo>
                    <a:pt x="580" y="8260"/>
                    <a:pt x="579" y="8260"/>
                    <a:pt x="579" y="8260"/>
                  </a:cubicBezTo>
                  <a:cubicBezTo>
                    <a:pt x="572" y="8260"/>
                    <a:pt x="571" y="8248"/>
                    <a:pt x="570" y="8238"/>
                  </a:cubicBezTo>
                  <a:close/>
                  <a:moveTo>
                    <a:pt x="666" y="8696"/>
                  </a:moveTo>
                  <a:cubicBezTo>
                    <a:pt x="657" y="8696"/>
                    <a:pt x="658" y="8708"/>
                    <a:pt x="658" y="8720"/>
                  </a:cubicBezTo>
                  <a:cubicBezTo>
                    <a:pt x="652" y="8743"/>
                    <a:pt x="660" y="8754"/>
                    <a:pt x="668" y="8754"/>
                  </a:cubicBezTo>
                  <a:cubicBezTo>
                    <a:pt x="669" y="8754"/>
                    <a:pt x="669" y="8754"/>
                    <a:pt x="670" y="8754"/>
                  </a:cubicBezTo>
                  <a:cubicBezTo>
                    <a:pt x="677" y="8754"/>
                    <a:pt x="677" y="8741"/>
                    <a:pt x="675" y="8719"/>
                  </a:cubicBezTo>
                  <a:cubicBezTo>
                    <a:pt x="674" y="8710"/>
                    <a:pt x="671" y="8702"/>
                    <a:pt x="666" y="8696"/>
                  </a:cubicBezTo>
                  <a:close/>
                  <a:moveTo>
                    <a:pt x="649" y="8782"/>
                  </a:moveTo>
                  <a:cubicBezTo>
                    <a:pt x="652" y="8782"/>
                    <a:pt x="658" y="8788"/>
                    <a:pt x="663" y="8801"/>
                  </a:cubicBezTo>
                  <a:lnTo>
                    <a:pt x="665" y="8823"/>
                  </a:lnTo>
                  <a:cubicBezTo>
                    <a:pt x="665" y="8823"/>
                    <a:pt x="665" y="8823"/>
                    <a:pt x="664" y="8823"/>
                  </a:cubicBezTo>
                  <a:cubicBezTo>
                    <a:pt x="656" y="8823"/>
                    <a:pt x="646" y="8802"/>
                    <a:pt x="646" y="8790"/>
                  </a:cubicBezTo>
                  <a:cubicBezTo>
                    <a:pt x="646" y="8785"/>
                    <a:pt x="647" y="8782"/>
                    <a:pt x="649" y="8782"/>
                  </a:cubicBezTo>
                  <a:close/>
                  <a:moveTo>
                    <a:pt x="624" y="9417"/>
                  </a:moveTo>
                  <a:cubicBezTo>
                    <a:pt x="615" y="9418"/>
                    <a:pt x="615" y="9418"/>
                    <a:pt x="616" y="9429"/>
                  </a:cubicBezTo>
                  <a:lnTo>
                    <a:pt x="616" y="9440"/>
                  </a:lnTo>
                  <a:lnTo>
                    <a:pt x="624" y="9429"/>
                  </a:lnTo>
                  <a:lnTo>
                    <a:pt x="624" y="9417"/>
                  </a:lnTo>
                  <a:close/>
                  <a:moveTo>
                    <a:pt x="667" y="9438"/>
                  </a:moveTo>
                  <a:lnTo>
                    <a:pt x="668" y="9449"/>
                  </a:lnTo>
                  <a:cubicBezTo>
                    <a:pt x="663" y="9450"/>
                    <a:pt x="664" y="9454"/>
                    <a:pt x="668" y="9454"/>
                  </a:cubicBezTo>
                  <a:cubicBezTo>
                    <a:pt x="671" y="9454"/>
                    <a:pt x="674" y="9453"/>
                    <a:pt x="676" y="9449"/>
                  </a:cubicBezTo>
                  <a:cubicBezTo>
                    <a:pt x="685" y="9448"/>
                    <a:pt x="693" y="9448"/>
                    <a:pt x="693" y="9448"/>
                  </a:cubicBezTo>
                  <a:lnTo>
                    <a:pt x="693" y="9448"/>
                  </a:lnTo>
                  <a:cubicBezTo>
                    <a:pt x="694" y="9459"/>
                    <a:pt x="686" y="9472"/>
                    <a:pt x="677" y="9472"/>
                  </a:cubicBezTo>
                  <a:cubicBezTo>
                    <a:pt x="671" y="9477"/>
                    <a:pt x="667" y="9480"/>
                    <a:pt x="665" y="9480"/>
                  </a:cubicBezTo>
                  <a:cubicBezTo>
                    <a:pt x="662" y="9480"/>
                    <a:pt x="661" y="9474"/>
                    <a:pt x="661" y="9462"/>
                  </a:cubicBezTo>
                  <a:cubicBezTo>
                    <a:pt x="660" y="9450"/>
                    <a:pt x="658" y="9438"/>
                    <a:pt x="667" y="9438"/>
                  </a:cubicBezTo>
                  <a:close/>
                  <a:moveTo>
                    <a:pt x="675" y="9576"/>
                  </a:moveTo>
                  <a:cubicBezTo>
                    <a:pt x="681" y="9583"/>
                    <a:pt x="684" y="9591"/>
                    <a:pt x="685" y="9600"/>
                  </a:cubicBezTo>
                  <a:lnTo>
                    <a:pt x="677" y="9611"/>
                  </a:lnTo>
                  <a:cubicBezTo>
                    <a:pt x="677" y="9611"/>
                    <a:pt x="677" y="9611"/>
                    <a:pt x="676" y="9611"/>
                  </a:cubicBezTo>
                  <a:cubicBezTo>
                    <a:pt x="670" y="9611"/>
                    <a:pt x="668" y="9599"/>
                    <a:pt x="667" y="9588"/>
                  </a:cubicBezTo>
                  <a:cubicBezTo>
                    <a:pt x="667" y="9577"/>
                    <a:pt x="667" y="9577"/>
                    <a:pt x="675" y="9576"/>
                  </a:cubicBezTo>
                  <a:close/>
                  <a:moveTo>
                    <a:pt x="803" y="9605"/>
                  </a:moveTo>
                  <a:cubicBezTo>
                    <a:pt x="801" y="9605"/>
                    <a:pt x="799" y="9605"/>
                    <a:pt x="796" y="9605"/>
                  </a:cubicBezTo>
                  <a:lnTo>
                    <a:pt x="797" y="9616"/>
                  </a:lnTo>
                  <a:cubicBezTo>
                    <a:pt x="797" y="9616"/>
                    <a:pt x="806" y="9627"/>
                    <a:pt x="814" y="9627"/>
                  </a:cubicBezTo>
                  <a:cubicBezTo>
                    <a:pt x="815" y="9627"/>
                    <a:pt x="815" y="9626"/>
                    <a:pt x="815" y="9626"/>
                  </a:cubicBezTo>
                  <a:lnTo>
                    <a:pt x="814" y="9615"/>
                  </a:lnTo>
                  <a:cubicBezTo>
                    <a:pt x="813" y="9607"/>
                    <a:pt x="809" y="9605"/>
                    <a:pt x="803" y="9605"/>
                  </a:cubicBezTo>
                  <a:close/>
                  <a:moveTo>
                    <a:pt x="62" y="0"/>
                  </a:moveTo>
                  <a:cubicBezTo>
                    <a:pt x="62" y="0"/>
                    <a:pt x="54" y="2"/>
                    <a:pt x="45" y="2"/>
                  </a:cubicBezTo>
                  <a:cubicBezTo>
                    <a:pt x="28" y="3"/>
                    <a:pt x="19" y="3"/>
                    <a:pt x="12" y="26"/>
                  </a:cubicBezTo>
                  <a:cubicBezTo>
                    <a:pt x="7" y="73"/>
                    <a:pt x="0" y="107"/>
                    <a:pt x="16" y="107"/>
                  </a:cubicBezTo>
                  <a:cubicBezTo>
                    <a:pt x="16" y="107"/>
                    <a:pt x="16" y="107"/>
                    <a:pt x="17" y="107"/>
                  </a:cubicBezTo>
                  <a:cubicBezTo>
                    <a:pt x="29" y="120"/>
                    <a:pt x="30" y="140"/>
                    <a:pt x="20" y="154"/>
                  </a:cubicBezTo>
                  <a:cubicBezTo>
                    <a:pt x="11" y="154"/>
                    <a:pt x="13" y="200"/>
                    <a:pt x="18" y="258"/>
                  </a:cubicBezTo>
                  <a:cubicBezTo>
                    <a:pt x="21" y="328"/>
                    <a:pt x="23" y="363"/>
                    <a:pt x="16" y="374"/>
                  </a:cubicBezTo>
                  <a:cubicBezTo>
                    <a:pt x="11" y="382"/>
                    <a:pt x="9" y="390"/>
                    <a:pt x="9" y="398"/>
                  </a:cubicBezTo>
                  <a:cubicBezTo>
                    <a:pt x="17" y="398"/>
                    <a:pt x="21" y="467"/>
                    <a:pt x="26" y="548"/>
                  </a:cubicBezTo>
                  <a:cubicBezTo>
                    <a:pt x="31" y="629"/>
                    <a:pt x="36" y="709"/>
                    <a:pt x="45" y="709"/>
                  </a:cubicBezTo>
                  <a:cubicBezTo>
                    <a:pt x="45" y="721"/>
                    <a:pt x="46" y="732"/>
                    <a:pt x="46" y="732"/>
                  </a:cubicBezTo>
                  <a:cubicBezTo>
                    <a:pt x="37" y="733"/>
                    <a:pt x="38" y="755"/>
                    <a:pt x="40" y="779"/>
                  </a:cubicBezTo>
                  <a:cubicBezTo>
                    <a:pt x="46" y="794"/>
                    <a:pt x="50" y="808"/>
                    <a:pt x="52" y="825"/>
                  </a:cubicBezTo>
                  <a:cubicBezTo>
                    <a:pt x="43" y="825"/>
                    <a:pt x="44" y="836"/>
                    <a:pt x="45" y="860"/>
                  </a:cubicBezTo>
                  <a:cubicBezTo>
                    <a:pt x="46" y="881"/>
                    <a:pt x="47" y="893"/>
                    <a:pt x="54" y="893"/>
                  </a:cubicBezTo>
                  <a:cubicBezTo>
                    <a:pt x="54" y="893"/>
                    <a:pt x="55" y="893"/>
                    <a:pt x="55" y="893"/>
                  </a:cubicBezTo>
                  <a:cubicBezTo>
                    <a:pt x="56" y="906"/>
                    <a:pt x="60" y="986"/>
                    <a:pt x="55" y="1021"/>
                  </a:cubicBezTo>
                  <a:cubicBezTo>
                    <a:pt x="47" y="1034"/>
                    <a:pt x="56" y="1045"/>
                    <a:pt x="65" y="1056"/>
                  </a:cubicBezTo>
                  <a:cubicBezTo>
                    <a:pt x="65" y="1056"/>
                    <a:pt x="66" y="1056"/>
                    <a:pt x="66" y="1056"/>
                  </a:cubicBezTo>
                  <a:cubicBezTo>
                    <a:pt x="75" y="1056"/>
                    <a:pt x="83" y="1067"/>
                    <a:pt x="83" y="1077"/>
                  </a:cubicBezTo>
                  <a:lnTo>
                    <a:pt x="66" y="1078"/>
                  </a:lnTo>
                  <a:cubicBezTo>
                    <a:pt x="62" y="1074"/>
                    <a:pt x="60" y="1071"/>
                    <a:pt x="59" y="1071"/>
                  </a:cubicBezTo>
                  <a:cubicBezTo>
                    <a:pt x="57" y="1071"/>
                    <a:pt x="58" y="1077"/>
                    <a:pt x="58" y="1091"/>
                  </a:cubicBezTo>
                  <a:cubicBezTo>
                    <a:pt x="59" y="1102"/>
                    <a:pt x="59" y="1113"/>
                    <a:pt x="59" y="1113"/>
                  </a:cubicBezTo>
                  <a:cubicBezTo>
                    <a:pt x="68" y="1113"/>
                    <a:pt x="72" y="1172"/>
                    <a:pt x="76" y="1252"/>
                  </a:cubicBezTo>
                  <a:cubicBezTo>
                    <a:pt x="83" y="1356"/>
                    <a:pt x="85" y="1390"/>
                    <a:pt x="93" y="1390"/>
                  </a:cubicBezTo>
                  <a:cubicBezTo>
                    <a:pt x="93" y="1390"/>
                    <a:pt x="94" y="1390"/>
                    <a:pt x="94" y="1390"/>
                  </a:cubicBezTo>
                  <a:cubicBezTo>
                    <a:pt x="102" y="1390"/>
                    <a:pt x="103" y="1403"/>
                    <a:pt x="96" y="1436"/>
                  </a:cubicBezTo>
                  <a:cubicBezTo>
                    <a:pt x="75" y="1507"/>
                    <a:pt x="75" y="1507"/>
                    <a:pt x="84" y="1518"/>
                  </a:cubicBezTo>
                  <a:cubicBezTo>
                    <a:pt x="83" y="1507"/>
                    <a:pt x="92" y="1506"/>
                    <a:pt x="101" y="1506"/>
                  </a:cubicBezTo>
                  <a:cubicBezTo>
                    <a:pt x="102" y="1506"/>
                    <a:pt x="102" y="1506"/>
                    <a:pt x="103" y="1506"/>
                  </a:cubicBezTo>
                  <a:cubicBezTo>
                    <a:pt x="118" y="1506"/>
                    <a:pt x="117" y="1517"/>
                    <a:pt x="102" y="1528"/>
                  </a:cubicBezTo>
                  <a:cubicBezTo>
                    <a:pt x="85" y="1529"/>
                    <a:pt x="104" y="1702"/>
                    <a:pt x="121" y="1713"/>
                  </a:cubicBezTo>
                  <a:lnTo>
                    <a:pt x="113" y="1713"/>
                  </a:lnTo>
                  <a:cubicBezTo>
                    <a:pt x="104" y="1715"/>
                    <a:pt x="105" y="1726"/>
                    <a:pt x="108" y="1772"/>
                  </a:cubicBezTo>
                  <a:lnTo>
                    <a:pt x="110" y="1806"/>
                  </a:lnTo>
                  <a:cubicBezTo>
                    <a:pt x="110" y="1806"/>
                    <a:pt x="110" y="1806"/>
                    <a:pt x="110" y="1806"/>
                  </a:cubicBezTo>
                  <a:cubicBezTo>
                    <a:pt x="127" y="1806"/>
                    <a:pt x="122" y="1875"/>
                    <a:pt x="114" y="1876"/>
                  </a:cubicBezTo>
                  <a:cubicBezTo>
                    <a:pt x="106" y="1888"/>
                    <a:pt x="106" y="1888"/>
                    <a:pt x="108" y="1911"/>
                  </a:cubicBezTo>
                  <a:cubicBezTo>
                    <a:pt x="127" y="1944"/>
                    <a:pt x="122" y="2003"/>
                    <a:pt x="113" y="2004"/>
                  </a:cubicBezTo>
                  <a:lnTo>
                    <a:pt x="114" y="2026"/>
                  </a:lnTo>
                  <a:cubicBezTo>
                    <a:pt x="122" y="2041"/>
                    <a:pt x="127" y="2057"/>
                    <a:pt x="126" y="2072"/>
                  </a:cubicBezTo>
                  <a:cubicBezTo>
                    <a:pt x="127" y="2098"/>
                    <a:pt x="128" y="2111"/>
                    <a:pt x="132" y="2111"/>
                  </a:cubicBezTo>
                  <a:cubicBezTo>
                    <a:pt x="133" y="2111"/>
                    <a:pt x="135" y="2109"/>
                    <a:pt x="137" y="2106"/>
                  </a:cubicBezTo>
                  <a:cubicBezTo>
                    <a:pt x="145" y="2106"/>
                    <a:pt x="154" y="2106"/>
                    <a:pt x="154" y="2117"/>
                  </a:cubicBezTo>
                  <a:lnTo>
                    <a:pt x="146" y="2117"/>
                  </a:lnTo>
                  <a:cubicBezTo>
                    <a:pt x="137" y="2118"/>
                    <a:pt x="139" y="2153"/>
                    <a:pt x="142" y="2199"/>
                  </a:cubicBezTo>
                  <a:cubicBezTo>
                    <a:pt x="146" y="2256"/>
                    <a:pt x="147" y="2280"/>
                    <a:pt x="139" y="2292"/>
                  </a:cubicBezTo>
                  <a:lnTo>
                    <a:pt x="148" y="2303"/>
                  </a:lnTo>
                  <a:cubicBezTo>
                    <a:pt x="157" y="2314"/>
                    <a:pt x="158" y="2326"/>
                    <a:pt x="149" y="2326"/>
                  </a:cubicBezTo>
                  <a:cubicBezTo>
                    <a:pt x="141" y="2338"/>
                    <a:pt x="145" y="2384"/>
                    <a:pt x="155" y="2407"/>
                  </a:cubicBezTo>
                  <a:cubicBezTo>
                    <a:pt x="155" y="2419"/>
                    <a:pt x="156" y="2430"/>
                    <a:pt x="156" y="2430"/>
                  </a:cubicBezTo>
                  <a:cubicBezTo>
                    <a:pt x="140" y="2447"/>
                    <a:pt x="141" y="2473"/>
                    <a:pt x="159" y="2487"/>
                  </a:cubicBezTo>
                  <a:cubicBezTo>
                    <a:pt x="150" y="2489"/>
                    <a:pt x="151" y="2500"/>
                    <a:pt x="152" y="2511"/>
                  </a:cubicBezTo>
                  <a:cubicBezTo>
                    <a:pt x="161" y="2535"/>
                    <a:pt x="165" y="2581"/>
                    <a:pt x="156" y="2581"/>
                  </a:cubicBezTo>
                  <a:lnTo>
                    <a:pt x="157" y="2592"/>
                  </a:lnTo>
                  <a:cubicBezTo>
                    <a:pt x="165" y="2602"/>
                    <a:pt x="168" y="2614"/>
                    <a:pt x="167" y="2627"/>
                  </a:cubicBezTo>
                  <a:cubicBezTo>
                    <a:pt x="167" y="2639"/>
                    <a:pt x="170" y="2651"/>
                    <a:pt x="178" y="2660"/>
                  </a:cubicBezTo>
                  <a:cubicBezTo>
                    <a:pt x="184" y="2667"/>
                    <a:pt x="187" y="2675"/>
                    <a:pt x="188" y="2684"/>
                  </a:cubicBezTo>
                  <a:cubicBezTo>
                    <a:pt x="188" y="2687"/>
                    <a:pt x="188" y="2688"/>
                    <a:pt x="186" y="2688"/>
                  </a:cubicBezTo>
                  <a:cubicBezTo>
                    <a:pt x="183" y="2688"/>
                    <a:pt x="177" y="2680"/>
                    <a:pt x="170" y="2673"/>
                  </a:cubicBezTo>
                  <a:cubicBezTo>
                    <a:pt x="168" y="2668"/>
                    <a:pt x="167" y="2665"/>
                    <a:pt x="166" y="2665"/>
                  </a:cubicBezTo>
                  <a:cubicBezTo>
                    <a:pt x="162" y="2665"/>
                    <a:pt x="167" y="2692"/>
                    <a:pt x="182" y="2719"/>
                  </a:cubicBezTo>
                  <a:cubicBezTo>
                    <a:pt x="192" y="2737"/>
                    <a:pt x="197" y="2745"/>
                    <a:pt x="196" y="2745"/>
                  </a:cubicBezTo>
                  <a:cubicBezTo>
                    <a:pt x="195" y="2745"/>
                    <a:pt x="190" y="2740"/>
                    <a:pt x="182" y="2730"/>
                  </a:cubicBezTo>
                  <a:cubicBezTo>
                    <a:pt x="177" y="2723"/>
                    <a:pt x="171" y="2717"/>
                    <a:pt x="170" y="2717"/>
                  </a:cubicBezTo>
                  <a:cubicBezTo>
                    <a:pt x="169" y="2717"/>
                    <a:pt x="169" y="2721"/>
                    <a:pt x="174" y="2731"/>
                  </a:cubicBezTo>
                  <a:cubicBezTo>
                    <a:pt x="174" y="2731"/>
                    <a:pt x="175" y="2753"/>
                    <a:pt x="184" y="2753"/>
                  </a:cubicBezTo>
                  <a:cubicBezTo>
                    <a:pt x="184" y="2764"/>
                    <a:pt x="185" y="2776"/>
                    <a:pt x="186" y="2788"/>
                  </a:cubicBezTo>
                  <a:cubicBezTo>
                    <a:pt x="181" y="2803"/>
                    <a:pt x="178" y="2818"/>
                    <a:pt x="179" y="2834"/>
                  </a:cubicBezTo>
                  <a:cubicBezTo>
                    <a:pt x="189" y="2845"/>
                    <a:pt x="189" y="2845"/>
                    <a:pt x="182" y="2858"/>
                  </a:cubicBezTo>
                  <a:cubicBezTo>
                    <a:pt x="173" y="2858"/>
                    <a:pt x="174" y="2869"/>
                    <a:pt x="189" y="2869"/>
                  </a:cubicBezTo>
                  <a:cubicBezTo>
                    <a:pt x="189" y="2869"/>
                    <a:pt x="190" y="2869"/>
                    <a:pt x="191" y="2869"/>
                  </a:cubicBezTo>
                  <a:cubicBezTo>
                    <a:pt x="200" y="2878"/>
                    <a:pt x="201" y="2892"/>
                    <a:pt x="193" y="2904"/>
                  </a:cubicBezTo>
                  <a:cubicBezTo>
                    <a:pt x="177" y="2905"/>
                    <a:pt x="176" y="2915"/>
                    <a:pt x="184" y="2915"/>
                  </a:cubicBezTo>
                  <a:cubicBezTo>
                    <a:pt x="184" y="2915"/>
                    <a:pt x="185" y="2915"/>
                    <a:pt x="185" y="2915"/>
                  </a:cubicBezTo>
                  <a:cubicBezTo>
                    <a:pt x="191" y="2922"/>
                    <a:pt x="194" y="2929"/>
                    <a:pt x="194" y="2938"/>
                  </a:cubicBezTo>
                  <a:cubicBezTo>
                    <a:pt x="186" y="2938"/>
                    <a:pt x="192" y="3043"/>
                    <a:pt x="198" y="3146"/>
                  </a:cubicBezTo>
                  <a:cubicBezTo>
                    <a:pt x="200" y="3158"/>
                    <a:pt x="208" y="3168"/>
                    <a:pt x="215" y="3168"/>
                  </a:cubicBezTo>
                  <a:cubicBezTo>
                    <a:pt x="216" y="3168"/>
                    <a:pt x="216" y="3168"/>
                    <a:pt x="216" y="3168"/>
                  </a:cubicBezTo>
                  <a:cubicBezTo>
                    <a:pt x="220" y="3168"/>
                    <a:pt x="222" y="3168"/>
                    <a:pt x="224" y="3168"/>
                  </a:cubicBezTo>
                  <a:cubicBezTo>
                    <a:pt x="231" y="3168"/>
                    <a:pt x="224" y="3170"/>
                    <a:pt x="218" y="3180"/>
                  </a:cubicBezTo>
                  <a:cubicBezTo>
                    <a:pt x="198" y="3190"/>
                    <a:pt x="195" y="3207"/>
                    <a:pt x="206" y="3207"/>
                  </a:cubicBezTo>
                  <a:cubicBezTo>
                    <a:pt x="209" y="3207"/>
                    <a:pt x="213" y="3206"/>
                    <a:pt x="219" y="3203"/>
                  </a:cubicBezTo>
                  <a:cubicBezTo>
                    <a:pt x="226" y="3198"/>
                    <a:pt x="230" y="3195"/>
                    <a:pt x="231" y="3195"/>
                  </a:cubicBezTo>
                  <a:cubicBezTo>
                    <a:pt x="233" y="3195"/>
                    <a:pt x="229" y="3201"/>
                    <a:pt x="220" y="3214"/>
                  </a:cubicBezTo>
                  <a:cubicBezTo>
                    <a:pt x="212" y="3227"/>
                    <a:pt x="212" y="3227"/>
                    <a:pt x="221" y="3238"/>
                  </a:cubicBezTo>
                  <a:cubicBezTo>
                    <a:pt x="221" y="3238"/>
                    <a:pt x="222" y="3238"/>
                    <a:pt x="222" y="3238"/>
                  </a:cubicBezTo>
                  <a:cubicBezTo>
                    <a:pt x="230" y="3238"/>
                    <a:pt x="230" y="3249"/>
                    <a:pt x="223" y="3249"/>
                  </a:cubicBezTo>
                  <a:cubicBezTo>
                    <a:pt x="223" y="3249"/>
                    <a:pt x="222" y="3249"/>
                    <a:pt x="222" y="3249"/>
                  </a:cubicBezTo>
                  <a:cubicBezTo>
                    <a:pt x="215" y="3261"/>
                    <a:pt x="207" y="3273"/>
                    <a:pt x="213" y="3273"/>
                  </a:cubicBezTo>
                  <a:cubicBezTo>
                    <a:pt x="214" y="3273"/>
                    <a:pt x="214" y="3273"/>
                    <a:pt x="214" y="3273"/>
                  </a:cubicBezTo>
                  <a:lnTo>
                    <a:pt x="214" y="3273"/>
                  </a:lnTo>
                  <a:cubicBezTo>
                    <a:pt x="214" y="3282"/>
                    <a:pt x="212" y="3289"/>
                    <a:pt x="207" y="3296"/>
                  </a:cubicBezTo>
                  <a:cubicBezTo>
                    <a:pt x="200" y="3309"/>
                    <a:pt x="209" y="3320"/>
                    <a:pt x="218" y="3331"/>
                  </a:cubicBezTo>
                  <a:cubicBezTo>
                    <a:pt x="232" y="3357"/>
                    <a:pt x="236" y="3369"/>
                    <a:pt x="229" y="3369"/>
                  </a:cubicBezTo>
                  <a:cubicBezTo>
                    <a:pt x="227" y="3369"/>
                    <a:pt x="224" y="3368"/>
                    <a:pt x="220" y="3366"/>
                  </a:cubicBezTo>
                  <a:cubicBezTo>
                    <a:pt x="218" y="3365"/>
                    <a:pt x="217" y="3364"/>
                    <a:pt x="216" y="3364"/>
                  </a:cubicBezTo>
                  <a:cubicBezTo>
                    <a:pt x="204" y="3364"/>
                    <a:pt x="216" y="3413"/>
                    <a:pt x="232" y="3423"/>
                  </a:cubicBezTo>
                  <a:cubicBezTo>
                    <a:pt x="250" y="3433"/>
                    <a:pt x="250" y="3433"/>
                    <a:pt x="241" y="3434"/>
                  </a:cubicBezTo>
                  <a:cubicBezTo>
                    <a:pt x="233" y="3434"/>
                    <a:pt x="233" y="3445"/>
                    <a:pt x="233" y="3445"/>
                  </a:cubicBezTo>
                  <a:cubicBezTo>
                    <a:pt x="234" y="3458"/>
                    <a:pt x="234" y="3469"/>
                    <a:pt x="227" y="3469"/>
                  </a:cubicBezTo>
                  <a:cubicBezTo>
                    <a:pt x="228" y="3481"/>
                    <a:pt x="231" y="3493"/>
                    <a:pt x="237" y="3504"/>
                  </a:cubicBezTo>
                  <a:cubicBezTo>
                    <a:pt x="253" y="3525"/>
                    <a:pt x="251" y="3554"/>
                    <a:pt x="232" y="3573"/>
                  </a:cubicBezTo>
                  <a:lnTo>
                    <a:pt x="242" y="3596"/>
                  </a:lnTo>
                  <a:cubicBezTo>
                    <a:pt x="260" y="3607"/>
                    <a:pt x="269" y="3618"/>
                    <a:pt x="252" y="3618"/>
                  </a:cubicBezTo>
                  <a:lnTo>
                    <a:pt x="243" y="3619"/>
                  </a:lnTo>
                  <a:cubicBezTo>
                    <a:pt x="261" y="3629"/>
                    <a:pt x="256" y="3677"/>
                    <a:pt x="239" y="3678"/>
                  </a:cubicBezTo>
                  <a:cubicBezTo>
                    <a:pt x="230" y="3678"/>
                    <a:pt x="230" y="3678"/>
                    <a:pt x="231" y="3690"/>
                  </a:cubicBezTo>
                  <a:lnTo>
                    <a:pt x="239" y="3689"/>
                  </a:lnTo>
                  <a:cubicBezTo>
                    <a:pt x="240" y="3689"/>
                    <a:pt x="242" y="3689"/>
                    <a:pt x="243" y="3689"/>
                  </a:cubicBezTo>
                  <a:cubicBezTo>
                    <a:pt x="250" y="3689"/>
                    <a:pt x="256" y="3690"/>
                    <a:pt x="257" y="3700"/>
                  </a:cubicBezTo>
                  <a:cubicBezTo>
                    <a:pt x="258" y="3711"/>
                    <a:pt x="258" y="3722"/>
                    <a:pt x="250" y="3724"/>
                  </a:cubicBezTo>
                  <a:cubicBezTo>
                    <a:pt x="242" y="3735"/>
                    <a:pt x="234" y="3747"/>
                    <a:pt x="242" y="3747"/>
                  </a:cubicBezTo>
                  <a:cubicBezTo>
                    <a:pt x="242" y="3755"/>
                    <a:pt x="240" y="3763"/>
                    <a:pt x="235" y="3771"/>
                  </a:cubicBezTo>
                  <a:cubicBezTo>
                    <a:pt x="237" y="3782"/>
                    <a:pt x="237" y="3793"/>
                    <a:pt x="239" y="3817"/>
                  </a:cubicBezTo>
                  <a:cubicBezTo>
                    <a:pt x="248" y="3828"/>
                    <a:pt x="249" y="3850"/>
                    <a:pt x="240" y="3852"/>
                  </a:cubicBezTo>
                  <a:cubicBezTo>
                    <a:pt x="241" y="3864"/>
                    <a:pt x="244" y="3875"/>
                    <a:pt x="251" y="3885"/>
                  </a:cubicBezTo>
                  <a:cubicBezTo>
                    <a:pt x="252" y="3909"/>
                    <a:pt x="253" y="3920"/>
                    <a:pt x="244" y="3920"/>
                  </a:cubicBezTo>
                  <a:cubicBezTo>
                    <a:pt x="237" y="3921"/>
                    <a:pt x="237" y="3921"/>
                    <a:pt x="246" y="3932"/>
                  </a:cubicBezTo>
                  <a:cubicBezTo>
                    <a:pt x="246" y="3932"/>
                    <a:pt x="246" y="3932"/>
                    <a:pt x="247" y="3932"/>
                  </a:cubicBezTo>
                  <a:cubicBezTo>
                    <a:pt x="254" y="3932"/>
                    <a:pt x="255" y="3944"/>
                    <a:pt x="255" y="3955"/>
                  </a:cubicBezTo>
                  <a:cubicBezTo>
                    <a:pt x="256" y="3966"/>
                    <a:pt x="257" y="3978"/>
                    <a:pt x="257" y="3978"/>
                  </a:cubicBezTo>
                  <a:cubicBezTo>
                    <a:pt x="259" y="3978"/>
                    <a:pt x="260" y="3978"/>
                    <a:pt x="261" y="3978"/>
                  </a:cubicBezTo>
                  <a:cubicBezTo>
                    <a:pt x="265" y="3978"/>
                    <a:pt x="265" y="3980"/>
                    <a:pt x="266" y="3988"/>
                  </a:cubicBezTo>
                  <a:cubicBezTo>
                    <a:pt x="267" y="4001"/>
                    <a:pt x="260" y="4035"/>
                    <a:pt x="260" y="4047"/>
                  </a:cubicBezTo>
                  <a:cubicBezTo>
                    <a:pt x="262" y="4069"/>
                    <a:pt x="262" y="4077"/>
                    <a:pt x="264" y="4077"/>
                  </a:cubicBezTo>
                  <a:cubicBezTo>
                    <a:pt x="266" y="4077"/>
                    <a:pt x="267" y="4074"/>
                    <a:pt x="270" y="4070"/>
                  </a:cubicBezTo>
                  <a:cubicBezTo>
                    <a:pt x="270" y="4065"/>
                    <a:pt x="272" y="4062"/>
                    <a:pt x="273" y="4062"/>
                  </a:cubicBezTo>
                  <a:cubicBezTo>
                    <a:pt x="274" y="4062"/>
                    <a:pt x="275" y="4068"/>
                    <a:pt x="271" y="4081"/>
                  </a:cubicBezTo>
                  <a:cubicBezTo>
                    <a:pt x="271" y="4093"/>
                    <a:pt x="266" y="4127"/>
                    <a:pt x="267" y="4162"/>
                  </a:cubicBezTo>
                  <a:cubicBezTo>
                    <a:pt x="270" y="4203"/>
                    <a:pt x="270" y="4209"/>
                    <a:pt x="275" y="4209"/>
                  </a:cubicBezTo>
                  <a:cubicBezTo>
                    <a:pt x="276" y="4209"/>
                    <a:pt x="277" y="4208"/>
                    <a:pt x="278" y="4208"/>
                  </a:cubicBezTo>
                  <a:cubicBezTo>
                    <a:pt x="283" y="4204"/>
                    <a:pt x="287" y="4203"/>
                    <a:pt x="289" y="4203"/>
                  </a:cubicBezTo>
                  <a:cubicBezTo>
                    <a:pt x="294" y="4203"/>
                    <a:pt x="291" y="4211"/>
                    <a:pt x="279" y="4219"/>
                  </a:cubicBezTo>
                  <a:cubicBezTo>
                    <a:pt x="264" y="4244"/>
                    <a:pt x="265" y="4255"/>
                    <a:pt x="273" y="4255"/>
                  </a:cubicBezTo>
                  <a:cubicBezTo>
                    <a:pt x="283" y="4267"/>
                    <a:pt x="283" y="4267"/>
                    <a:pt x="283" y="4278"/>
                  </a:cubicBezTo>
                  <a:cubicBezTo>
                    <a:pt x="275" y="4278"/>
                    <a:pt x="275" y="4290"/>
                    <a:pt x="285" y="4313"/>
                  </a:cubicBezTo>
                  <a:cubicBezTo>
                    <a:pt x="286" y="4324"/>
                    <a:pt x="286" y="4324"/>
                    <a:pt x="277" y="4324"/>
                  </a:cubicBezTo>
                  <a:lnTo>
                    <a:pt x="278" y="4347"/>
                  </a:lnTo>
                  <a:cubicBezTo>
                    <a:pt x="297" y="4370"/>
                    <a:pt x="293" y="4439"/>
                    <a:pt x="285" y="4452"/>
                  </a:cubicBezTo>
                  <a:cubicBezTo>
                    <a:pt x="286" y="4460"/>
                    <a:pt x="289" y="4467"/>
                    <a:pt x="295" y="4474"/>
                  </a:cubicBezTo>
                  <a:cubicBezTo>
                    <a:pt x="312" y="4484"/>
                    <a:pt x="313" y="4497"/>
                    <a:pt x="296" y="4498"/>
                  </a:cubicBezTo>
                  <a:cubicBezTo>
                    <a:pt x="279" y="4498"/>
                    <a:pt x="279" y="4498"/>
                    <a:pt x="296" y="4509"/>
                  </a:cubicBezTo>
                  <a:cubicBezTo>
                    <a:pt x="305" y="4519"/>
                    <a:pt x="309" y="4568"/>
                    <a:pt x="296" y="4568"/>
                  </a:cubicBezTo>
                  <a:cubicBezTo>
                    <a:pt x="294" y="4568"/>
                    <a:pt x="293" y="4568"/>
                    <a:pt x="292" y="4567"/>
                  </a:cubicBezTo>
                  <a:cubicBezTo>
                    <a:pt x="283" y="4567"/>
                    <a:pt x="275" y="4568"/>
                    <a:pt x="275" y="4568"/>
                  </a:cubicBezTo>
                  <a:cubicBezTo>
                    <a:pt x="280" y="4574"/>
                    <a:pt x="284" y="4582"/>
                    <a:pt x="284" y="4591"/>
                  </a:cubicBezTo>
                  <a:cubicBezTo>
                    <a:pt x="284" y="4591"/>
                    <a:pt x="284" y="4591"/>
                    <a:pt x="285" y="4591"/>
                  </a:cubicBezTo>
                  <a:cubicBezTo>
                    <a:pt x="293" y="4591"/>
                    <a:pt x="294" y="4603"/>
                    <a:pt x="295" y="4637"/>
                  </a:cubicBezTo>
                  <a:cubicBezTo>
                    <a:pt x="297" y="4659"/>
                    <a:pt x="308" y="4705"/>
                    <a:pt x="310" y="4729"/>
                  </a:cubicBezTo>
                  <a:cubicBezTo>
                    <a:pt x="311" y="4751"/>
                    <a:pt x="313" y="4786"/>
                    <a:pt x="305" y="4798"/>
                  </a:cubicBezTo>
                  <a:cubicBezTo>
                    <a:pt x="306" y="4814"/>
                    <a:pt x="310" y="4830"/>
                    <a:pt x="316" y="4844"/>
                  </a:cubicBezTo>
                  <a:cubicBezTo>
                    <a:pt x="325" y="4854"/>
                    <a:pt x="327" y="4878"/>
                    <a:pt x="318" y="4878"/>
                  </a:cubicBezTo>
                  <a:lnTo>
                    <a:pt x="320" y="4890"/>
                  </a:lnTo>
                  <a:cubicBezTo>
                    <a:pt x="324" y="4900"/>
                    <a:pt x="327" y="4913"/>
                    <a:pt x="330" y="4924"/>
                  </a:cubicBezTo>
                  <a:cubicBezTo>
                    <a:pt x="318" y="4926"/>
                    <a:pt x="314" y="4940"/>
                    <a:pt x="323" y="4947"/>
                  </a:cubicBezTo>
                  <a:cubicBezTo>
                    <a:pt x="331" y="4947"/>
                    <a:pt x="332" y="4959"/>
                    <a:pt x="333" y="4982"/>
                  </a:cubicBezTo>
                  <a:cubicBezTo>
                    <a:pt x="326" y="5006"/>
                    <a:pt x="349" y="5386"/>
                    <a:pt x="358" y="5386"/>
                  </a:cubicBezTo>
                  <a:cubicBezTo>
                    <a:pt x="358" y="5386"/>
                    <a:pt x="358" y="5386"/>
                    <a:pt x="358" y="5386"/>
                  </a:cubicBezTo>
                  <a:lnTo>
                    <a:pt x="359" y="5421"/>
                  </a:lnTo>
                  <a:cubicBezTo>
                    <a:pt x="360" y="5432"/>
                    <a:pt x="361" y="5456"/>
                    <a:pt x="361" y="5456"/>
                  </a:cubicBezTo>
                  <a:cubicBezTo>
                    <a:pt x="344" y="5457"/>
                    <a:pt x="357" y="5514"/>
                    <a:pt x="367" y="5548"/>
                  </a:cubicBezTo>
                  <a:cubicBezTo>
                    <a:pt x="375" y="5558"/>
                    <a:pt x="378" y="5570"/>
                    <a:pt x="378" y="5582"/>
                  </a:cubicBezTo>
                  <a:cubicBezTo>
                    <a:pt x="360" y="5584"/>
                    <a:pt x="362" y="5618"/>
                    <a:pt x="372" y="5641"/>
                  </a:cubicBezTo>
                  <a:cubicBezTo>
                    <a:pt x="390" y="5651"/>
                    <a:pt x="390" y="5663"/>
                    <a:pt x="373" y="5663"/>
                  </a:cubicBezTo>
                  <a:cubicBezTo>
                    <a:pt x="357" y="5664"/>
                    <a:pt x="358" y="5688"/>
                    <a:pt x="385" y="5709"/>
                  </a:cubicBezTo>
                  <a:cubicBezTo>
                    <a:pt x="395" y="5720"/>
                    <a:pt x="395" y="5720"/>
                    <a:pt x="387" y="5733"/>
                  </a:cubicBezTo>
                  <a:cubicBezTo>
                    <a:pt x="370" y="5745"/>
                    <a:pt x="371" y="5756"/>
                    <a:pt x="379" y="5756"/>
                  </a:cubicBezTo>
                  <a:cubicBezTo>
                    <a:pt x="397" y="5766"/>
                    <a:pt x="398" y="5779"/>
                    <a:pt x="381" y="5791"/>
                  </a:cubicBezTo>
                  <a:cubicBezTo>
                    <a:pt x="366" y="5815"/>
                    <a:pt x="366" y="5815"/>
                    <a:pt x="384" y="5826"/>
                  </a:cubicBezTo>
                  <a:cubicBezTo>
                    <a:pt x="402" y="5836"/>
                    <a:pt x="404" y="5882"/>
                    <a:pt x="388" y="5894"/>
                  </a:cubicBezTo>
                  <a:cubicBezTo>
                    <a:pt x="388" y="5907"/>
                    <a:pt x="380" y="5918"/>
                    <a:pt x="389" y="5918"/>
                  </a:cubicBezTo>
                  <a:lnTo>
                    <a:pt x="381" y="5930"/>
                  </a:lnTo>
                  <a:lnTo>
                    <a:pt x="382" y="5953"/>
                  </a:lnTo>
                  <a:lnTo>
                    <a:pt x="391" y="5953"/>
                  </a:lnTo>
                  <a:cubicBezTo>
                    <a:pt x="391" y="5964"/>
                    <a:pt x="387" y="6033"/>
                    <a:pt x="393" y="6115"/>
                  </a:cubicBezTo>
                  <a:cubicBezTo>
                    <a:pt x="398" y="6224"/>
                    <a:pt x="401" y="6256"/>
                    <a:pt x="406" y="6256"/>
                  </a:cubicBezTo>
                  <a:cubicBezTo>
                    <a:pt x="407" y="6256"/>
                    <a:pt x="408" y="6255"/>
                    <a:pt x="409" y="6253"/>
                  </a:cubicBezTo>
                  <a:cubicBezTo>
                    <a:pt x="413" y="6251"/>
                    <a:pt x="415" y="6250"/>
                    <a:pt x="417" y="6250"/>
                  </a:cubicBezTo>
                  <a:cubicBezTo>
                    <a:pt x="425" y="6250"/>
                    <a:pt x="424" y="6266"/>
                    <a:pt x="410" y="6276"/>
                  </a:cubicBezTo>
                  <a:cubicBezTo>
                    <a:pt x="412" y="6288"/>
                    <a:pt x="404" y="6312"/>
                    <a:pt x="405" y="6334"/>
                  </a:cubicBezTo>
                  <a:cubicBezTo>
                    <a:pt x="407" y="6358"/>
                    <a:pt x="408" y="6380"/>
                    <a:pt x="399" y="6381"/>
                  </a:cubicBezTo>
                  <a:lnTo>
                    <a:pt x="400" y="6392"/>
                  </a:lnTo>
                  <a:cubicBezTo>
                    <a:pt x="418" y="6415"/>
                    <a:pt x="423" y="6484"/>
                    <a:pt x="416" y="6519"/>
                  </a:cubicBezTo>
                  <a:cubicBezTo>
                    <a:pt x="416" y="6539"/>
                    <a:pt x="421" y="6558"/>
                    <a:pt x="428" y="6576"/>
                  </a:cubicBezTo>
                  <a:cubicBezTo>
                    <a:pt x="439" y="6599"/>
                    <a:pt x="439" y="6599"/>
                    <a:pt x="431" y="6611"/>
                  </a:cubicBezTo>
                  <a:cubicBezTo>
                    <a:pt x="422" y="6611"/>
                    <a:pt x="417" y="6681"/>
                    <a:pt x="435" y="6681"/>
                  </a:cubicBezTo>
                  <a:cubicBezTo>
                    <a:pt x="435" y="6681"/>
                    <a:pt x="435" y="6681"/>
                    <a:pt x="435" y="6681"/>
                  </a:cubicBezTo>
                  <a:lnTo>
                    <a:pt x="435" y="6681"/>
                  </a:lnTo>
                  <a:lnTo>
                    <a:pt x="427" y="6693"/>
                  </a:lnTo>
                  <a:cubicBezTo>
                    <a:pt x="419" y="6701"/>
                    <a:pt x="425" y="6714"/>
                    <a:pt x="436" y="6715"/>
                  </a:cubicBezTo>
                  <a:cubicBezTo>
                    <a:pt x="437" y="6715"/>
                    <a:pt x="438" y="6715"/>
                    <a:pt x="439" y="6715"/>
                  </a:cubicBezTo>
                  <a:cubicBezTo>
                    <a:pt x="453" y="6715"/>
                    <a:pt x="453" y="6726"/>
                    <a:pt x="430" y="6739"/>
                  </a:cubicBezTo>
                  <a:cubicBezTo>
                    <a:pt x="414" y="6740"/>
                    <a:pt x="413" y="6750"/>
                    <a:pt x="420" y="6750"/>
                  </a:cubicBezTo>
                  <a:cubicBezTo>
                    <a:pt x="421" y="6750"/>
                    <a:pt x="421" y="6750"/>
                    <a:pt x="422" y="6750"/>
                  </a:cubicBezTo>
                  <a:cubicBezTo>
                    <a:pt x="431" y="6761"/>
                    <a:pt x="440" y="6773"/>
                    <a:pt x="432" y="6785"/>
                  </a:cubicBezTo>
                  <a:cubicBezTo>
                    <a:pt x="433" y="6796"/>
                    <a:pt x="434" y="6807"/>
                    <a:pt x="449" y="6807"/>
                  </a:cubicBezTo>
                  <a:cubicBezTo>
                    <a:pt x="449" y="6807"/>
                    <a:pt x="450" y="6807"/>
                    <a:pt x="451" y="6807"/>
                  </a:cubicBezTo>
                  <a:cubicBezTo>
                    <a:pt x="451" y="6807"/>
                    <a:pt x="452" y="6807"/>
                    <a:pt x="452" y="6807"/>
                  </a:cubicBezTo>
                  <a:cubicBezTo>
                    <a:pt x="459" y="6807"/>
                    <a:pt x="460" y="6819"/>
                    <a:pt x="461" y="6830"/>
                  </a:cubicBezTo>
                  <a:cubicBezTo>
                    <a:pt x="452" y="6830"/>
                    <a:pt x="452" y="6830"/>
                    <a:pt x="443" y="6819"/>
                  </a:cubicBezTo>
                  <a:lnTo>
                    <a:pt x="443" y="6819"/>
                  </a:lnTo>
                  <a:lnTo>
                    <a:pt x="444" y="6842"/>
                  </a:lnTo>
                  <a:cubicBezTo>
                    <a:pt x="445" y="6853"/>
                    <a:pt x="437" y="6877"/>
                    <a:pt x="430" y="6878"/>
                  </a:cubicBezTo>
                  <a:cubicBezTo>
                    <a:pt x="424" y="6886"/>
                    <a:pt x="422" y="6894"/>
                    <a:pt x="428" y="6894"/>
                  </a:cubicBezTo>
                  <a:cubicBezTo>
                    <a:pt x="430" y="6894"/>
                    <a:pt x="434" y="6893"/>
                    <a:pt x="439" y="6889"/>
                  </a:cubicBezTo>
                  <a:cubicBezTo>
                    <a:pt x="442" y="6889"/>
                    <a:pt x="444" y="6889"/>
                    <a:pt x="446" y="6889"/>
                  </a:cubicBezTo>
                  <a:cubicBezTo>
                    <a:pt x="455" y="6889"/>
                    <a:pt x="456" y="6892"/>
                    <a:pt x="456" y="6911"/>
                  </a:cubicBezTo>
                  <a:cubicBezTo>
                    <a:pt x="458" y="6923"/>
                    <a:pt x="459" y="6934"/>
                    <a:pt x="450" y="6934"/>
                  </a:cubicBezTo>
                  <a:cubicBezTo>
                    <a:pt x="441" y="6935"/>
                    <a:pt x="441" y="6935"/>
                    <a:pt x="443" y="6958"/>
                  </a:cubicBezTo>
                  <a:cubicBezTo>
                    <a:pt x="446" y="6990"/>
                    <a:pt x="463" y="7018"/>
                    <a:pt x="490" y="7036"/>
                  </a:cubicBezTo>
                  <a:cubicBezTo>
                    <a:pt x="507" y="7036"/>
                    <a:pt x="507" y="7036"/>
                    <a:pt x="490" y="7049"/>
                  </a:cubicBezTo>
                  <a:cubicBezTo>
                    <a:pt x="482" y="7049"/>
                    <a:pt x="482" y="7060"/>
                    <a:pt x="483" y="7072"/>
                  </a:cubicBezTo>
                  <a:cubicBezTo>
                    <a:pt x="484" y="7072"/>
                    <a:pt x="484" y="7072"/>
                    <a:pt x="484" y="7072"/>
                  </a:cubicBezTo>
                  <a:cubicBezTo>
                    <a:pt x="489" y="7072"/>
                    <a:pt x="488" y="7077"/>
                    <a:pt x="486" y="7077"/>
                  </a:cubicBezTo>
                  <a:cubicBezTo>
                    <a:pt x="485" y="7077"/>
                    <a:pt x="484" y="7076"/>
                    <a:pt x="483" y="7072"/>
                  </a:cubicBezTo>
                  <a:cubicBezTo>
                    <a:pt x="476" y="7072"/>
                    <a:pt x="474" y="7061"/>
                    <a:pt x="473" y="7050"/>
                  </a:cubicBezTo>
                  <a:lnTo>
                    <a:pt x="465" y="7050"/>
                  </a:lnTo>
                  <a:cubicBezTo>
                    <a:pt x="449" y="7062"/>
                    <a:pt x="450" y="7073"/>
                    <a:pt x="468" y="7084"/>
                  </a:cubicBezTo>
                  <a:cubicBezTo>
                    <a:pt x="477" y="7096"/>
                    <a:pt x="477" y="7096"/>
                    <a:pt x="469" y="7107"/>
                  </a:cubicBezTo>
                  <a:cubicBezTo>
                    <a:pt x="461" y="7119"/>
                    <a:pt x="454" y="7131"/>
                    <a:pt x="461" y="7131"/>
                  </a:cubicBezTo>
                  <a:cubicBezTo>
                    <a:pt x="461" y="7131"/>
                    <a:pt x="462" y="7131"/>
                    <a:pt x="462" y="7130"/>
                  </a:cubicBezTo>
                  <a:lnTo>
                    <a:pt x="462" y="7130"/>
                  </a:lnTo>
                  <a:cubicBezTo>
                    <a:pt x="462" y="7143"/>
                    <a:pt x="460" y="7155"/>
                    <a:pt x="455" y="7166"/>
                  </a:cubicBezTo>
                  <a:cubicBezTo>
                    <a:pt x="456" y="7188"/>
                    <a:pt x="458" y="7200"/>
                    <a:pt x="464" y="7200"/>
                  </a:cubicBezTo>
                  <a:cubicBezTo>
                    <a:pt x="465" y="7200"/>
                    <a:pt x="465" y="7200"/>
                    <a:pt x="465" y="7200"/>
                  </a:cubicBezTo>
                  <a:cubicBezTo>
                    <a:pt x="474" y="7200"/>
                    <a:pt x="474" y="7211"/>
                    <a:pt x="476" y="7222"/>
                  </a:cubicBezTo>
                  <a:cubicBezTo>
                    <a:pt x="476" y="7235"/>
                    <a:pt x="477" y="7246"/>
                    <a:pt x="486" y="7246"/>
                  </a:cubicBezTo>
                  <a:cubicBezTo>
                    <a:pt x="486" y="7246"/>
                    <a:pt x="486" y="7246"/>
                    <a:pt x="487" y="7246"/>
                  </a:cubicBezTo>
                  <a:cubicBezTo>
                    <a:pt x="494" y="7246"/>
                    <a:pt x="503" y="7257"/>
                    <a:pt x="505" y="7280"/>
                  </a:cubicBezTo>
                  <a:cubicBezTo>
                    <a:pt x="514" y="7302"/>
                    <a:pt x="514" y="7302"/>
                    <a:pt x="498" y="7314"/>
                  </a:cubicBezTo>
                  <a:cubicBezTo>
                    <a:pt x="489" y="7314"/>
                    <a:pt x="490" y="7327"/>
                    <a:pt x="491" y="7338"/>
                  </a:cubicBezTo>
                  <a:cubicBezTo>
                    <a:pt x="491" y="7346"/>
                    <a:pt x="488" y="7355"/>
                    <a:pt x="483" y="7362"/>
                  </a:cubicBezTo>
                  <a:cubicBezTo>
                    <a:pt x="477" y="7372"/>
                    <a:pt x="482" y="7373"/>
                    <a:pt x="489" y="7373"/>
                  </a:cubicBezTo>
                  <a:cubicBezTo>
                    <a:pt x="490" y="7373"/>
                    <a:pt x="491" y="7373"/>
                    <a:pt x="492" y="7373"/>
                  </a:cubicBezTo>
                  <a:lnTo>
                    <a:pt x="510" y="7372"/>
                  </a:lnTo>
                  <a:lnTo>
                    <a:pt x="510" y="7372"/>
                  </a:lnTo>
                  <a:cubicBezTo>
                    <a:pt x="510" y="7383"/>
                    <a:pt x="495" y="7395"/>
                    <a:pt x="486" y="7396"/>
                  </a:cubicBezTo>
                  <a:cubicBezTo>
                    <a:pt x="474" y="7406"/>
                    <a:pt x="471" y="7408"/>
                    <a:pt x="478" y="7408"/>
                  </a:cubicBezTo>
                  <a:cubicBezTo>
                    <a:pt x="480" y="7408"/>
                    <a:pt x="483" y="7408"/>
                    <a:pt x="487" y="7408"/>
                  </a:cubicBezTo>
                  <a:cubicBezTo>
                    <a:pt x="495" y="7408"/>
                    <a:pt x="504" y="7419"/>
                    <a:pt x="497" y="7442"/>
                  </a:cubicBezTo>
                  <a:cubicBezTo>
                    <a:pt x="498" y="7465"/>
                    <a:pt x="500" y="7488"/>
                    <a:pt x="491" y="7488"/>
                  </a:cubicBezTo>
                  <a:cubicBezTo>
                    <a:pt x="487" y="7496"/>
                    <a:pt x="488" y="7505"/>
                    <a:pt x="492" y="7512"/>
                  </a:cubicBezTo>
                  <a:cubicBezTo>
                    <a:pt x="501" y="7523"/>
                    <a:pt x="502" y="7534"/>
                    <a:pt x="496" y="7569"/>
                  </a:cubicBezTo>
                  <a:cubicBezTo>
                    <a:pt x="484" y="7621"/>
                    <a:pt x="482" y="7628"/>
                    <a:pt x="494" y="7628"/>
                  </a:cubicBezTo>
                  <a:cubicBezTo>
                    <a:pt x="495" y="7628"/>
                    <a:pt x="497" y="7628"/>
                    <a:pt x="499" y="7627"/>
                  </a:cubicBezTo>
                  <a:cubicBezTo>
                    <a:pt x="501" y="7627"/>
                    <a:pt x="503" y="7627"/>
                    <a:pt x="505" y="7627"/>
                  </a:cubicBezTo>
                  <a:cubicBezTo>
                    <a:pt x="511" y="7627"/>
                    <a:pt x="513" y="7629"/>
                    <a:pt x="500" y="7639"/>
                  </a:cubicBezTo>
                  <a:cubicBezTo>
                    <a:pt x="492" y="7651"/>
                    <a:pt x="501" y="7662"/>
                    <a:pt x="511" y="7685"/>
                  </a:cubicBezTo>
                  <a:cubicBezTo>
                    <a:pt x="519" y="7691"/>
                    <a:pt x="529" y="7695"/>
                    <a:pt x="540" y="7695"/>
                  </a:cubicBezTo>
                  <a:cubicBezTo>
                    <a:pt x="542" y="7695"/>
                    <a:pt x="544" y="7695"/>
                    <a:pt x="546" y="7695"/>
                  </a:cubicBezTo>
                  <a:cubicBezTo>
                    <a:pt x="549" y="7695"/>
                    <a:pt x="552" y="7694"/>
                    <a:pt x="554" y="7694"/>
                  </a:cubicBezTo>
                  <a:cubicBezTo>
                    <a:pt x="563" y="7694"/>
                    <a:pt x="562" y="7698"/>
                    <a:pt x="556" y="7717"/>
                  </a:cubicBezTo>
                  <a:cubicBezTo>
                    <a:pt x="556" y="7728"/>
                    <a:pt x="548" y="7741"/>
                    <a:pt x="541" y="7741"/>
                  </a:cubicBezTo>
                  <a:cubicBezTo>
                    <a:pt x="540" y="7741"/>
                    <a:pt x="540" y="7741"/>
                    <a:pt x="539" y="7741"/>
                  </a:cubicBezTo>
                  <a:cubicBezTo>
                    <a:pt x="532" y="7741"/>
                    <a:pt x="532" y="7730"/>
                    <a:pt x="532" y="7730"/>
                  </a:cubicBezTo>
                  <a:lnTo>
                    <a:pt x="531" y="7718"/>
                  </a:lnTo>
                  <a:cubicBezTo>
                    <a:pt x="522" y="7718"/>
                    <a:pt x="514" y="7719"/>
                    <a:pt x="515" y="7742"/>
                  </a:cubicBezTo>
                  <a:cubicBezTo>
                    <a:pt x="507" y="7754"/>
                    <a:pt x="508" y="7765"/>
                    <a:pt x="516" y="7765"/>
                  </a:cubicBezTo>
                  <a:cubicBezTo>
                    <a:pt x="508" y="7778"/>
                    <a:pt x="510" y="7800"/>
                    <a:pt x="511" y="7824"/>
                  </a:cubicBezTo>
                  <a:cubicBezTo>
                    <a:pt x="513" y="7847"/>
                    <a:pt x="515" y="7881"/>
                    <a:pt x="507" y="7893"/>
                  </a:cubicBezTo>
                  <a:cubicBezTo>
                    <a:pt x="508" y="7917"/>
                    <a:pt x="509" y="7928"/>
                    <a:pt x="517" y="7928"/>
                  </a:cubicBezTo>
                  <a:cubicBezTo>
                    <a:pt x="518" y="7928"/>
                    <a:pt x="519" y="7928"/>
                    <a:pt x="519" y="7928"/>
                  </a:cubicBezTo>
                  <a:cubicBezTo>
                    <a:pt x="534" y="7928"/>
                    <a:pt x="535" y="7938"/>
                    <a:pt x="527" y="7939"/>
                  </a:cubicBezTo>
                  <a:cubicBezTo>
                    <a:pt x="510" y="7952"/>
                    <a:pt x="510" y="8102"/>
                    <a:pt x="528" y="8112"/>
                  </a:cubicBezTo>
                  <a:lnTo>
                    <a:pt x="529" y="8136"/>
                  </a:lnTo>
                  <a:cubicBezTo>
                    <a:pt x="523" y="8159"/>
                    <a:pt x="527" y="8229"/>
                    <a:pt x="536" y="8240"/>
                  </a:cubicBezTo>
                  <a:lnTo>
                    <a:pt x="538" y="8275"/>
                  </a:lnTo>
                  <a:cubicBezTo>
                    <a:pt x="531" y="8298"/>
                    <a:pt x="532" y="8309"/>
                    <a:pt x="541" y="8321"/>
                  </a:cubicBezTo>
                  <a:cubicBezTo>
                    <a:pt x="551" y="8332"/>
                    <a:pt x="559" y="8331"/>
                    <a:pt x="550" y="8332"/>
                  </a:cubicBezTo>
                  <a:cubicBezTo>
                    <a:pt x="542" y="8332"/>
                    <a:pt x="543" y="8355"/>
                    <a:pt x="546" y="8401"/>
                  </a:cubicBezTo>
                  <a:cubicBezTo>
                    <a:pt x="548" y="8432"/>
                    <a:pt x="548" y="8442"/>
                    <a:pt x="551" y="8442"/>
                  </a:cubicBezTo>
                  <a:cubicBezTo>
                    <a:pt x="552" y="8442"/>
                    <a:pt x="554" y="8439"/>
                    <a:pt x="556" y="8435"/>
                  </a:cubicBezTo>
                  <a:lnTo>
                    <a:pt x="556" y="8435"/>
                  </a:lnTo>
                  <a:cubicBezTo>
                    <a:pt x="568" y="8481"/>
                    <a:pt x="560" y="8482"/>
                    <a:pt x="551" y="8482"/>
                  </a:cubicBezTo>
                  <a:cubicBezTo>
                    <a:pt x="548" y="8480"/>
                    <a:pt x="545" y="8480"/>
                    <a:pt x="543" y="8480"/>
                  </a:cubicBezTo>
                  <a:cubicBezTo>
                    <a:pt x="534" y="8480"/>
                    <a:pt x="539" y="8496"/>
                    <a:pt x="561" y="8505"/>
                  </a:cubicBezTo>
                  <a:cubicBezTo>
                    <a:pt x="578" y="8516"/>
                    <a:pt x="580" y="8538"/>
                    <a:pt x="571" y="8539"/>
                  </a:cubicBezTo>
                  <a:cubicBezTo>
                    <a:pt x="563" y="8539"/>
                    <a:pt x="562" y="8528"/>
                    <a:pt x="561" y="8517"/>
                  </a:cubicBezTo>
                  <a:lnTo>
                    <a:pt x="544" y="8517"/>
                  </a:lnTo>
                  <a:cubicBezTo>
                    <a:pt x="545" y="8529"/>
                    <a:pt x="545" y="8529"/>
                    <a:pt x="554" y="8541"/>
                  </a:cubicBezTo>
                  <a:cubicBezTo>
                    <a:pt x="555" y="8548"/>
                    <a:pt x="559" y="8556"/>
                    <a:pt x="564" y="8563"/>
                  </a:cubicBezTo>
                  <a:cubicBezTo>
                    <a:pt x="568" y="8568"/>
                    <a:pt x="573" y="8571"/>
                    <a:pt x="577" y="8571"/>
                  </a:cubicBezTo>
                  <a:cubicBezTo>
                    <a:pt x="581" y="8571"/>
                    <a:pt x="586" y="8568"/>
                    <a:pt x="590" y="8562"/>
                  </a:cubicBezTo>
                  <a:cubicBezTo>
                    <a:pt x="592" y="8558"/>
                    <a:pt x="594" y="8556"/>
                    <a:pt x="595" y="8556"/>
                  </a:cubicBezTo>
                  <a:cubicBezTo>
                    <a:pt x="597" y="8556"/>
                    <a:pt x="598" y="8564"/>
                    <a:pt x="599" y="8572"/>
                  </a:cubicBezTo>
                  <a:cubicBezTo>
                    <a:pt x="594" y="8586"/>
                    <a:pt x="589" y="8592"/>
                    <a:pt x="584" y="8592"/>
                  </a:cubicBezTo>
                  <a:cubicBezTo>
                    <a:pt x="581" y="8592"/>
                    <a:pt x="578" y="8590"/>
                    <a:pt x="574" y="8585"/>
                  </a:cubicBezTo>
                  <a:cubicBezTo>
                    <a:pt x="573" y="8574"/>
                    <a:pt x="564" y="8574"/>
                    <a:pt x="556" y="8574"/>
                  </a:cubicBezTo>
                  <a:cubicBezTo>
                    <a:pt x="547" y="8575"/>
                    <a:pt x="568" y="8633"/>
                    <a:pt x="585" y="8643"/>
                  </a:cubicBezTo>
                  <a:lnTo>
                    <a:pt x="578" y="8643"/>
                  </a:lnTo>
                  <a:cubicBezTo>
                    <a:pt x="569" y="8644"/>
                    <a:pt x="570" y="8666"/>
                    <a:pt x="572" y="8690"/>
                  </a:cubicBezTo>
                  <a:cubicBezTo>
                    <a:pt x="573" y="8713"/>
                    <a:pt x="573" y="8725"/>
                    <a:pt x="582" y="8725"/>
                  </a:cubicBezTo>
                  <a:cubicBezTo>
                    <a:pt x="584" y="8724"/>
                    <a:pt x="586" y="8724"/>
                    <a:pt x="588" y="8724"/>
                  </a:cubicBezTo>
                  <a:cubicBezTo>
                    <a:pt x="594" y="8724"/>
                    <a:pt x="599" y="8726"/>
                    <a:pt x="600" y="8735"/>
                  </a:cubicBezTo>
                  <a:cubicBezTo>
                    <a:pt x="599" y="8723"/>
                    <a:pt x="608" y="8722"/>
                    <a:pt x="616" y="8722"/>
                  </a:cubicBezTo>
                  <a:cubicBezTo>
                    <a:pt x="612" y="8735"/>
                    <a:pt x="608" y="8747"/>
                    <a:pt x="601" y="8758"/>
                  </a:cubicBezTo>
                  <a:cubicBezTo>
                    <a:pt x="585" y="8782"/>
                    <a:pt x="579" y="8805"/>
                    <a:pt x="581" y="8851"/>
                  </a:cubicBezTo>
                  <a:cubicBezTo>
                    <a:pt x="582" y="8875"/>
                    <a:pt x="584" y="8910"/>
                    <a:pt x="577" y="8921"/>
                  </a:cubicBezTo>
                  <a:cubicBezTo>
                    <a:pt x="578" y="8944"/>
                    <a:pt x="579" y="8956"/>
                    <a:pt x="588" y="8956"/>
                  </a:cubicBezTo>
                  <a:lnTo>
                    <a:pt x="589" y="8979"/>
                  </a:lnTo>
                  <a:cubicBezTo>
                    <a:pt x="581" y="8990"/>
                    <a:pt x="582" y="9013"/>
                    <a:pt x="590" y="9013"/>
                  </a:cubicBezTo>
                  <a:cubicBezTo>
                    <a:pt x="591" y="9013"/>
                    <a:pt x="591" y="9013"/>
                    <a:pt x="591" y="9013"/>
                  </a:cubicBezTo>
                  <a:cubicBezTo>
                    <a:pt x="600" y="9024"/>
                    <a:pt x="592" y="9036"/>
                    <a:pt x="593" y="9048"/>
                  </a:cubicBezTo>
                  <a:cubicBezTo>
                    <a:pt x="584" y="9062"/>
                    <a:pt x="580" y="9068"/>
                    <a:pt x="584" y="9068"/>
                  </a:cubicBezTo>
                  <a:cubicBezTo>
                    <a:pt x="586" y="9068"/>
                    <a:pt x="592" y="9065"/>
                    <a:pt x="602" y="9059"/>
                  </a:cubicBezTo>
                  <a:cubicBezTo>
                    <a:pt x="610" y="9059"/>
                    <a:pt x="618" y="9035"/>
                    <a:pt x="617" y="9024"/>
                  </a:cubicBezTo>
                  <a:lnTo>
                    <a:pt x="615" y="8989"/>
                  </a:lnTo>
                  <a:lnTo>
                    <a:pt x="626" y="9023"/>
                  </a:lnTo>
                  <a:cubicBezTo>
                    <a:pt x="626" y="9034"/>
                    <a:pt x="636" y="9057"/>
                    <a:pt x="645" y="9057"/>
                  </a:cubicBezTo>
                  <a:cubicBezTo>
                    <a:pt x="645" y="9057"/>
                    <a:pt x="653" y="9057"/>
                    <a:pt x="654" y="9068"/>
                  </a:cubicBezTo>
                  <a:lnTo>
                    <a:pt x="637" y="9069"/>
                  </a:lnTo>
                  <a:cubicBezTo>
                    <a:pt x="632" y="9062"/>
                    <a:pt x="624" y="9058"/>
                    <a:pt x="616" y="9058"/>
                  </a:cubicBezTo>
                  <a:cubicBezTo>
                    <a:pt x="614" y="9058"/>
                    <a:pt x="612" y="9058"/>
                    <a:pt x="610" y="9059"/>
                  </a:cubicBezTo>
                  <a:cubicBezTo>
                    <a:pt x="595" y="9071"/>
                    <a:pt x="588" y="9105"/>
                    <a:pt x="604" y="9105"/>
                  </a:cubicBezTo>
                  <a:cubicBezTo>
                    <a:pt x="604" y="9105"/>
                    <a:pt x="604" y="9105"/>
                    <a:pt x="605" y="9105"/>
                  </a:cubicBezTo>
                  <a:lnTo>
                    <a:pt x="605" y="9105"/>
                  </a:lnTo>
                  <a:cubicBezTo>
                    <a:pt x="606" y="9117"/>
                    <a:pt x="606" y="9117"/>
                    <a:pt x="598" y="9128"/>
                  </a:cubicBezTo>
                  <a:cubicBezTo>
                    <a:pt x="589" y="9129"/>
                    <a:pt x="590" y="9141"/>
                    <a:pt x="608" y="9151"/>
                  </a:cubicBezTo>
                  <a:cubicBezTo>
                    <a:pt x="625" y="9162"/>
                    <a:pt x="626" y="9173"/>
                    <a:pt x="609" y="9186"/>
                  </a:cubicBezTo>
                  <a:cubicBezTo>
                    <a:pt x="594" y="9210"/>
                    <a:pt x="597" y="9256"/>
                    <a:pt x="606" y="9256"/>
                  </a:cubicBezTo>
                  <a:cubicBezTo>
                    <a:pt x="606" y="9256"/>
                    <a:pt x="606" y="9256"/>
                    <a:pt x="606" y="9256"/>
                  </a:cubicBezTo>
                  <a:cubicBezTo>
                    <a:pt x="623" y="9256"/>
                    <a:pt x="625" y="9290"/>
                    <a:pt x="617" y="9301"/>
                  </a:cubicBezTo>
                  <a:cubicBezTo>
                    <a:pt x="609" y="9312"/>
                    <a:pt x="609" y="9327"/>
                    <a:pt x="618" y="9336"/>
                  </a:cubicBezTo>
                  <a:cubicBezTo>
                    <a:pt x="607" y="9338"/>
                    <a:pt x="603" y="9352"/>
                    <a:pt x="611" y="9359"/>
                  </a:cubicBezTo>
                  <a:cubicBezTo>
                    <a:pt x="611" y="9359"/>
                    <a:pt x="612" y="9365"/>
                    <a:pt x="614" y="9365"/>
                  </a:cubicBezTo>
                  <a:cubicBezTo>
                    <a:pt x="616" y="9365"/>
                    <a:pt x="618" y="9364"/>
                    <a:pt x="620" y="9359"/>
                  </a:cubicBezTo>
                  <a:lnTo>
                    <a:pt x="638" y="9382"/>
                  </a:lnTo>
                  <a:cubicBezTo>
                    <a:pt x="637" y="9370"/>
                    <a:pt x="646" y="9370"/>
                    <a:pt x="655" y="9370"/>
                  </a:cubicBezTo>
                  <a:cubicBezTo>
                    <a:pt x="655" y="9370"/>
                    <a:pt x="655" y="9370"/>
                    <a:pt x="655" y="9370"/>
                  </a:cubicBezTo>
                  <a:cubicBezTo>
                    <a:pt x="663" y="9370"/>
                    <a:pt x="657" y="9416"/>
                    <a:pt x="634" y="9440"/>
                  </a:cubicBezTo>
                  <a:lnTo>
                    <a:pt x="618" y="9464"/>
                  </a:lnTo>
                  <a:lnTo>
                    <a:pt x="635" y="9463"/>
                  </a:lnTo>
                  <a:lnTo>
                    <a:pt x="635" y="9463"/>
                  </a:lnTo>
                  <a:cubicBezTo>
                    <a:pt x="635" y="9474"/>
                    <a:pt x="636" y="9486"/>
                    <a:pt x="627" y="9486"/>
                  </a:cubicBezTo>
                  <a:cubicBezTo>
                    <a:pt x="619" y="9487"/>
                    <a:pt x="619" y="9487"/>
                    <a:pt x="619" y="9499"/>
                  </a:cubicBezTo>
                  <a:cubicBezTo>
                    <a:pt x="619" y="9499"/>
                    <a:pt x="620" y="9510"/>
                    <a:pt x="629" y="9510"/>
                  </a:cubicBezTo>
                  <a:cubicBezTo>
                    <a:pt x="633" y="9510"/>
                    <a:pt x="636" y="9509"/>
                    <a:pt x="638" y="9509"/>
                  </a:cubicBezTo>
                  <a:cubicBezTo>
                    <a:pt x="646" y="9509"/>
                    <a:pt x="644" y="9512"/>
                    <a:pt x="638" y="9521"/>
                  </a:cubicBezTo>
                  <a:cubicBezTo>
                    <a:pt x="621" y="9533"/>
                    <a:pt x="623" y="9545"/>
                    <a:pt x="640" y="9556"/>
                  </a:cubicBezTo>
                  <a:cubicBezTo>
                    <a:pt x="644" y="9556"/>
                    <a:pt x="647" y="9555"/>
                    <a:pt x="649" y="9555"/>
                  </a:cubicBezTo>
                  <a:cubicBezTo>
                    <a:pt x="656" y="9555"/>
                    <a:pt x="653" y="9558"/>
                    <a:pt x="640" y="9567"/>
                  </a:cubicBezTo>
                  <a:cubicBezTo>
                    <a:pt x="633" y="9567"/>
                    <a:pt x="625" y="9579"/>
                    <a:pt x="625" y="9591"/>
                  </a:cubicBezTo>
                  <a:lnTo>
                    <a:pt x="634" y="9591"/>
                  </a:lnTo>
                  <a:cubicBezTo>
                    <a:pt x="634" y="9590"/>
                    <a:pt x="635" y="9590"/>
                    <a:pt x="636" y="9590"/>
                  </a:cubicBezTo>
                  <a:cubicBezTo>
                    <a:pt x="651" y="9590"/>
                    <a:pt x="651" y="9601"/>
                    <a:pt x="644" y="9613"/>
                  </a:cubicBezTo>
                  <a:cubicBezTo>
                    <a:pt x="635" y="9613"/>
                    <a:pt x="636" y="9625"/>
                    <a:pt x="646" y="9648"/>
                  </a:cubicBezTo>
                  <a:cubicBezTo>
                    <a:pt x="647" y="9671"/>
                    <a:pt x="647" y="9683"/>
                    <a:pt x="639" y="9683"/>
                  </a:cubicBezTo>
                  <a:cubicBezTo>
                    <a:pt x="623" y="9684"/>
                    <a:pt x="623" y="9684"/>
                    <a:pt x="639" y="9695"/>
                  </a:cubicBezTo>
                  <a:cubicBezTo>
                    <a:pt x="649" y="9705"/>
                    <a:pt x="649" y="9705"/>
                    <a:pt x="642" y="9729"/>
                  </a:cubicBezTo>
                  <a:cubicBezTo>
                    <a:pt x="634" y="9741"/>
                    <a:pt x="634" y="9741"/>
                    <a:pt x="643" y="9752"/>
                  </a:cubicBezTo>
                  <a:cubicBezTo>
                    <a:pt x="661" y="9751"/>
                    <a:pt x="668" y="9751"/>
                    <a:pt x="668" y="9739"/>
                  </a:cubicBezTo>
                  <a:cubicBezTo>
                    <a:pt x="667" y="9727"/>
                    <a:pt x="667" y="9727"/>
                    <a:pt x="676" y="9727"/>
                  </a:cubicBezTo>
                  <a:cubicBezTo>
                    <a:pt x="676" y="9727"/>
                    <a:pt x="676" y="9739"/>
                    <a:pt x="677" y="9750"/>
                  </a:cubicBezTo>
                  <a:cubicBezTo>
                    <a:pt x="677" y="9766"/>
                    <a:pt x="682" y="9781"/>
                    <a:pt x="689" y="9796"/>
                  </a:cubicBezTo>
                  <a:cubicBezTo>
                    <a:pt x="694" y="9807"/>
                    <a:pt x="700" y="9813"/>
                    <a:pt x="705" y="9813"/>
                  </a:cubicBezTo>
                  <a:cubicBezTo>
                    <a:pt x="709" y="9813"/>
                    <a:pt x="711" y="9807"/>
                    <a:pt x="706" y="9795"/>
                  </a:cubicBezTo>
                  <a:lnTo>
                    <a:pt x="713" y="9783"/>
                  </a:lnTo>
                  <a:cubicBezTo>
                    <a:pt x="739" y="9781"/>
                    <a:pt x="738" y="9760"/>
                    <a:pt x="714" y="9760"/>
                  </a:cubicBezTo>
                  <a:cubicBezTo>
                    <a:pt x="713" y="9760"/>
                    <a:pt x="713" y="9760"/>
                    <a:pt x="712" y="9760"/>
                  </a:cubicBezTo>
                  <a:cubicBezTo>
                    <a:pt x="706" y="9760"/>
                    <a:pt x="702" y="9760"/>
                    <a:pt x="698" y="9760"/>
                  </a:cubicBezTo>
                  <a:cubicBezTo>
                    <a:pt x="687" y="9760"/>
                    <a:pt x="690" y="9758"/>
                    <a:pt x="703" y="9749"/>
                  </a:cubicBezTo>
                  <a:cubicBezTo>
                    <a:pt x="720" y="9748"/>
                    <a:pt x="719" y="9736"/>
                    <a:pt x="719" y="9725"/>
                  </a:cubicBezTo>
                  <a:cubicBezTo>
                    <a:pt x="718" y="9713"/>
                    <a:pt x="718" y="9713"/>
                    <a:pt x="727" y="9713"/>
                  </a:cubicBezTo>
                  <a:cubicBezTo>
                    <a:pt x="735" y="9713"/>
                    <a:pt x="743" y="9700"/>
                    <a:pt x="741" y="9689"/>
                  </a:cubicBezTo>
                  <a:cubicBezTo>
                    <a:pt x="741" y="9680"/>
                    <a:pt x="741" y="9678"/>
                    <a:pt x="737" y="9678"/>
                  </a:cubicBezTo>
                  <a:cubicBezTo>
                    <a:pt x="736" y="9678"/>
                    <a:pt x="735" y="9678"/>
                    <a:pt x="732" y="9678"/>
                  </a:cubicBezTo>
                  <a:cubicBezTo>
                    <a:pt x="731" y="9680"/>
                    <a:pt x="730" y="9681"/>
                    <a:pt x="729" y="9681"/>
                  </a:cubicBezTo>
                  <a:cubicBezTo>
                    <a:pt x="725" y="9681"/>
                    <a:pt x="727" y="9664"/>
                    <a:pt x="740" y="9654"/>
                  </a:cubicBezTo>
                  <a:cubicBezTo>
                    <a:pt x="746" y="9645"/>
                    <a:pt x="748" y="9643"/>
                    <a:pt x="740" y="9643"/>
                  </a:cubicBezTo>
                  <a:cubicBezTo>
                    <a:pt x="738" y="9643"/>
                    <a:pt x="734" y="9643"/>
                    <a:pt x="730" y="9643"/>
                  </a:cubicBezTo>
                  <a:cubicBezTo>
                    <a:pt x="730" y="9643"/>
                    <a:pt x="729" y="9643"/>
                    <a:pt x="729" y="9643"/>
                  </a:cubicBezTo>
                  <a:cubicBezTo>
                    <a:pt x="713" y="9643"/>
                    <a:pt x="713" y="9621"/>
                    <a:pt x="729" y="9608"/>
                  </a:cubicBezTo>
                  <a:lnTo>
                    <a:pt x="727" y="9585"/>
                  </a:lnTo>
                  <a:cubicBezTo>
                    <a:pt x="727" y="9576"/>
                    <a:pt x="722" y="9574"/>
                    <a:pt x="716" y="9574"/>
                  </a:cubicBezTo>
                  <a:cubicBezTo>
                    <a:pt x="714" y="9574"/>
                    <a:pt x="712" y="9575"/>
                    <a:pt x="710" y="9575"/>
                  </a:cubicBezTo>
                  <a:cubicBezTo>
                    <a:pt x="706" y="9575"/>
                    <a:pt x="703" y="9575"/>
                    <a:pt x="700" y="9575"/>
                  </a:cubicBezTo>
                  <a:cubicBezTo>
                    <a:pt x="692" y="9575"/>
                    <a:pt x="694" y="9573"/>
                    <a:pt x="700" y="9564"/>
                  </a:cubicBezTo>
                  <a:cubicBezTo>
                    <a:pt x="703" y="9557"/>
                    <a:pt x="710" y="9552"/>
                    <a:pt x="717" y="9551"/>
                  </a:cubicBezTo>
                  <a:cubicBezTo>
                    <a:pt x="726" y="9550"/>
                    <a:pt x="725" y="9539"/>
                    <a:pt x="723" y="9528"/>
                  </a:cubicBezTo>
                  <a:cubicBezTo>
                    <a:pt x="723" y="9515"/>
                    <a:pt x="721" y="9493"/>
                    <a:pt x="713" y="9493"/>
                  </a:cubicBezTo>
                  <a:lnTo>
                    <a:pt x="721" y="9493"/>
                  </a:lnTo>
                  <a:cubicBezTo>
                    <a:pt x="721" y="9484"/>
                    <a:pt x="726" y="9481"/>
                    <a:pt x="724" y="9481"/>
                  </a:cubicBezTo>
                  <a:cubicBezTo>
                    <a:pt x="724" y="9481"/>
                    <a:pt x="723" y="9482"/>
                    <a:pt x="721" y="9482"/>
                  </a:cubicBezTo>
                  <a:cubicBezTo>
                    <a:pt x="721" y="9469"/>
                    <a:pt x="723" y="9457"/>
                    <a:pt x="728" y="9446"/>
                  </a:cubicBezTo>
                  <a:cubicBezTo>
                    <a:pt x="733" y="9430"/>
                    <a:pt x="725" y="9409"/>
                    <a:pt x="715" y="9409"/>
                  </a:cubicBezTo>
                  <a:cubicBezTo>
                    <a:pt x="711" y="9409"/>
                    <a:pt x="706" y="9413"/>
                    <a:pt x="701" y="9425"/>
                  </a:cubicBezTo>
                  <a:lnTo>
                    <a:pt x="700" y="9413"/>
                  </a:lnTo>
                  <a:cubicBezTo>
                    <a:pt x="699" y="9403"/>
                    <a:pt x="693" y="9402"/>
                    <a:pt x="691" y="9402"/>
                  </a:cubicBezTo>
                  <a:cubicBezTo>
                    <a:pt x="691" y="9402"/>
                    <a:pt x="691" y="9402"/>
                    <a:pt x="691" y="9402"/>
                  </a:cubicBezTo>
                  <a:cubicBezTo>
                    <a:pt x="682" y="9402"/>
                    <a:pt x="682" y="9391"/>
                    <a:pt x="681" y="9380"/>
                  </a:cubicBezTo>
                  <a:lnTo>
                    <a:pt x="698" y="9379"/>
                  </a:lnTo>
                  <a:cubicBezTo>
                    <a:pt x="702" y="9380"/>
                    <a:pt x="706" y="9381"/>
                    <a:pt x="710" y="9381"/>
                  </a:cubicBezTo>
                  <a:cubicBezTo>
                    <a:pt x="726" y="9381"/>
                    <a:pt x="727" y="9363"/>
                    <a:pt x="706" y="9355"/>
                  </a:cubicBezTo>
                  <a:cubicBezTo>
                    <a:pt x="697" y="9355"/>
                    <a:pt x="706" y="9355"/>
                    <a:pt x="713" y="9354"/>
                  </a:cubicBezTo>
                  <a:cubicBezTo>
                    <a:pt x="722" y="9354"/>
                    <a:pt x="721" y="9343"/>
                    <a:pt x="711" y="9319"/>
                  </a:cubicBezTo>
                  <a:cubicBezTo>
                    <a:pt x="711" y="9308"/>
                    <a:pt x="693" y="9298"/>
                    <a:pt x="684" y="9298"/>
                  </a:cubicBezTo>
                  <a:cubicBezTo>
                    <a:pt x="684" y="9298"/>
                    <a:pt x="684" y="9298"/>
                    <a:pt x="683" y="9298"/>
                  </a:cubicBezTo>
                  <a:cubicBezTo>
                    <a:pt x="676" y="9298"/>
                    <a:pt x="675" y="9287"/>
                    <a:pt x="675" y="9287"/>
                  </a:cubicBezTo>
                  <a:cubicBezTo>
                    <a:pt x="675" y="9275"/>
                    <a:pt x="675" y="9275"/>
                    <a:pt x="683" y="9275"/>
                  </a:cubicBezTo>
                  <a:cubicBezTo>
                    <a:pt x="700" y="9274"/>
                    <a:pt x="699" y="9251"/>
                    <a:pt x="681" y="9241"/>
                  </a:cubicBezTo>
                  <a:lnTo>
                    <a:pt x="690" y="9239"/>
                  </a:lnTo>
                  <a:cubicBezTo>
                    <a:pt x="698" y="9239"/>
                    <a:pt x="706" y="9227"/>
                    <a:pt x="694" y="9170"/>
                  </a:cubicBezTo>
                  <a:cubicBezTo>
                    <a:pt x="691" y="9124"/>
                    <a:pt x="689" y="9089"/>
                    <a:pt x="698" y="9088"/>
                  </a:cubicBezTo>
                  <a:cubicBezTo>
                    <a:pt x="707" y="9088"/>
                    <a:pt x="686" y="9043"/>
                    <a:pt x="668" y="9021"/>
                  </a:cubicBezTo>
                  <a:cubicBezTo>
                    <a:pt x="676" y="9021"/>
                    <a:pt x="676" y="9008"/>
                    <a:pt x="674" y="8986"/>
                  </a:cubicBezTo>
                  <a:cubicBezTo>
                    <a:pt x="672" y="8951"/>
                    <a:pt x="672" y="8951"/>
                    <a:pt x="681" y="8950"/>
                  </a:cubicBezTo>
                  <a:cubicBezTo>
                    <a:pt x="688" y="8955"/>
                    <a:pt x="693" y="8957"/>
                    <a:pt x="694" y="8957"/>
                  </a:cubicBezTo>
                  <a:cubicBezTo>
                    <a:pt x="696" y="8957"/>
                    <a:pt x="691" y="8952"/>
                    <a:pt x="680" y="8939"/>
                  </a:cubicBezTo>
                  <a:cubicBezTo>
                    <a:pt x="663" y="8929"/>
                    <a:pt x="668" y="8893"/>
                    <a:pt x="686" y="8892"/>
                  </a:cubicBezTo>
                  <a:cubicBezTo>
                    <a:pt x="694" y="8892"/>
                    <a:pt x="694" y="8880"/>
                    <a:pt x="692" y="8857"/>
                  </a:cubicBezTo>
                  <a:cubicBezTo>
                    <a:pt x="683" y="8846"/>
                    <a:pt x="682" y="8823"/>
                    <a:pt x="681" y="8800"/>
                  </a:cubicBezTo>
                  <a:cubicBezTo>
                    <a:pt x="679" y="8770"/>
                    <a:pt x="679" y="8766"/>
                    <a:pt x="668" y="8766"/>
                  </a:cubicBezTo>
                  <a:cubicBezTo>
                    <a:pt x="666" y="8766"/>
                    <a:pt x="664" y="8766"/>
                    <a:pt x="662" y="8766"/>
                  </a:cubicBezTo>
                  <a:cubicBezTo>
                    <a:pt x="661" y="8766"/>
                    <a:pt x="660" y="8766"/>
                    <a:pt x="660" y="8766"/>
                  </a:cubicBezTo>
                  <a:cubicBezTo>
                    <a:pt x="644" y="8766"/>
                    <a:pt x="644" y="8754"/>
                    <a:pt x="643" y="8732"/>
                  </a:cubicBezTo>
                  <a:cubicBezTo>
                    <a:pt x="642" y="8721"/>
                    <a:pt x="640" y="8709"/>
                    <a:pt x="649" y="8709"/>
                  </a:cubicBezTo>
                  <a:cubicBezTo>
                    <a:pt x="654" y="8702"/>
                    <a:pt x="656" y="8693"/>
                    <a:pt x="656" y="8685"/>
                  </a:cubicBezTo>
                  <a:cubicBezTo>
                    <a:pt x="656" y="8674"/>
                    <a:pt x="655" y="8662"/>
                    <a:pt x="664" y="8662"/>
                  </a:cubicBezTo>
                  <a:cubicBezTo>
                    <a:pt x="670" y="8650"/>
                    <a:pt x="672" y="8638"/>
                    <a:pt x="670" y="8627"/>
                  </a:cubicBezTo>
                  <a:cubicBezTo>
                    <a:pt x="668" y="8603"/>
                    <a:pt x="667" y="8580"/>
                    <a:pt x="676" y="8580"/>
                  </a:cubicBezTo>
                  <a:cubicBezTo>
                    <a:pt x="675" y="8569"/>
                    <a:pt x="675" y="8569"/>
                    <a:pt x="666" y="8569"/>
                  </a:cubicBezTo>
                  <a:cubicBezTo>
                    <a:pt x="658" y="8569"/>
                    <a:pt x="649" y="8559"/>
                    <a:pt x="655" y="8511"/>
                  </a:cubicBezTo>
                  <a:cubicBezTo>
                    <a:pt x="653" y="8488"/>
                    <a:pt x="652" y="8454"/>
                    <a:pt x="643" y="8454"/>
                  </a:cubicBezTo>
                  <a:cubicBezTo>
                    <a:pt x="643" y="8454"/>
                    <a:pt x="643" y="8454"/>
                    <a:pt x="643" y="8454"/>
                  </a:cubicBezTo>
                  <a:cubicBezTo>
                    <a:pt x="642" y="8443"/>
                    <a:pt x="642" y="8443"/>
                    <a:pt x="651" y="8442"/>
                  </a:cubicBezTo>
                  <a:cubicBezTo>
                    <a:pt x="667" y="8441"/>
                    <a:pt x="666" y="8418"/>
                    <a:pt x="648" y="8396"/>
                  </a:cubicBezTo>
                  <a:cubicBezTo>
                    <a:pt x="639" y="8396"/>
                    <a:pt x="638" y="8385"/>
                    <a:pt x="646" y="8372"/>
                  </a:cubicBezTo>
                  <a:cubicBezTo>
                    <a:pt x="645" y="8364"/>
                    <a:pt x="642" y="8357"/>
                    <a:pt x="637" y="8350"/>
                  </a:cubicBezTo>
                  <a:cubicBezTo>
                    <a:pt x="627" y="8339"/>
                    <a:pt x="627" y="8339"/>
                    <a:pt x="635" y="8315"/>
                  </a:cubicBezTo>
                  <a:cubicBezTo>
                    <a:pt x="643" y="8315"/>
                    <a:pt x="643" y="8304"/>
                    <a:pt x="642" y="8292"/>
                  </a:cubicBezTo>
                  <a:cubicBezTo>
                    <a:pt x="631" y="8269"/>
                    <a:pt x="624" y="8142"/>
                    <a:pt x="631" y="8130"/>
                  </a:cubicBezTo>
                  <a:cubicBezTo>
                    <a:pt x="623" y="8119"/>
                    <a:pt x="623" y="8119"/>
                    <a:pt x="623" y="8108"/>
                  </a:cubicBezTo>
                  <a:cubicBezTo>
                    <a:pt x="637" y="8096"/>
                    <a:pt x="630" y="8085"/>
                    <a:pt x="615" y="8085"/>
                  </a:cubicBezTo>
                  <a:cubicBezTo>
                    <a:pt x="614" y="8085"/>
                    <a:pt x="613" y="8085"/>
                    <a:pt x="612" y="8085"/>
                  </a:cubicBezTo>
                  <a:lnTo>
                    <a:pt x="614" y="8096"/>
                  </a:lnTo>
                  <a:lnTo>
                    <a:pt x="614" y="8108"/>
                  </a:lnTo>
                  <a:cubicBezTo>
                    <a:pt x="613" y="8108"/>
                    <a:pt x="613" y="8108"/>
                    <a:pt x="613" y="8108"/>
                  </a:cubicBezTo>
                  <a:cubicBezTo>
                    <a:pt x="597" y="8108"/>
                    <a:pt x="595" y="8074"/>
                    <a:pt x="620" y="8073"/>
                  </a:cubicBezTo>
                  <a:cubicBezTo>
                    <a:pt x="636" y="8060"/>
                    <a:pt x="636" y="8060"/>
                    <a:pt x="619" y="8049"/>
                  </a:cubicBezTo>
                  <a:cubicBezTo>
                    <a:pt x="601" y="8039"/>
                    <a:pt x="600" y="8028"/>
                    <a:pt x="617" y="8016"/>
                  </a:cubicBezTo>
                  <a:cubicBezTo>
                    <a:pt x="634" y="8014"/>
                    <a:pt x="634" y="8014"/>
                    <a:pt x="616" y="8003"/>
                  </a:cubicBezTo>
                  <a:cubicBezTo>
                    <a:pt x="581" y="7982"/>
                    <a:pt x="570" y="7948"/>
                    <a:pt x="603" y="7946"/>
                  </a:cubicBezTo>
                  <a:lnTo>
                    <a:pt x="603" y="7946"/>
                  </a:lnTo>
                  <a:cubicBezTo>
                    <a:pt x="604" y="7946"/>
                    <a:pt x="605" y="7946"/>
                    <a:pt x="605" y="7946"/>
                  </a:cubicBezTo>
                  <a:cubicBezTo>
                    <a:pt x="619" y="7946"/>
                    <a:pt x="629" y="7934"/>
                    <a:pt x="628" y="7921"/>
                  </a:cubicBezTo>
                  <a:cubicBezTo>
                    <a:pt x="627" y="7913"/>
                    <a:pt x="623" y="7911"/>
                    <a:pt x="616" y="7911"/>
                  </a:cubicBezTo>
                  <a:cubicBezTo>
                    <a:pt x="614" y="7911"/>
                    <a:pt x="612" y="7911"/>
                    <a:pt x="610" y="7911"/>
                  </a:cubicBezTo>
                  <a:cubicBezTo>
                    <a:pt x="606" y="7915"/>
                    <a:pt x="603" y="7916"/>
                    <a:pt x="600" y="7916"/>
                  </a:cubicBezTo>
                  <a:cubicBezTo>
                    <a:pt x="595" y="7916"/>
                    <a:pt x="598" y="7905"/>
                    <a:pt x="609" y="7888"/>
                  </a:cubicBezTo>
                  <a:cubicBezTo>
                    <a:pt x="633" y="7852"/>
                    <a:pt x="631" y="7828"/>
                    <a:pt x="612" y="7795"/>
                  </a:cubicBezTo>
                  <a:cubicBezTo>
                    <a:pt x="598" y="7762"/>
                    <a:pt x="593" y="7735"/>
                    <a:pt x="598" y="7735"/>
                  </a:cubicBezTo>
                  <a:cubicBezTo>
                    <a:pt x="600" y="7735"/>
                    <a:pt x="604" y="7739"/>
                    <a:pt x="609" y="7749"/>
                  </a:cubicBezTo>
                  <a:cubicBezTo>
                    <a:pt x="619" y="7760"/>
                    <a:pt x="623" y="7765"/>
                    <a:pt x="624" y="7765"/>
                  </a:cubicBezTo>
                  <a:cubicBezTo>
                    <a:pt x="626" y="7765"/>
                    <a:pt x="623" y="7760"/>
                    <a:pt x="618" y="7749"/>
                  </a:cubicBezTo>
                  <a:cubicBezTo>
                    <a:pt x="616" y="7725"/>
                    <a:pt x="615" y="7701"/>
                    <a:pt x="615" y="7690"/>
                  </a:cubicBezTo>
                  <a:cubicBezTo>
                    <a:pt x="614" y="7679"/>
                    <a:pt x="605" y="7668"/>
                    <a:pt x="596" y="7668"/>
                  </a:cubicBezTo>
                  <a:cubicBezTo>
                    <a:pt x="615" y="7654"/>
                    <a:pt x="617" y="7627"/>
                    <a:pt x="601" y="7611"/>
                  </a:cubicBezTo>
                  <a:lnTo>
                    <a:pt x="600" y="7587"/>
                  </a:lnTo>
                  <a:cubicBezTo>
                    <a:pt x="599" y="7576"/>
                    <a:pt x="599" y="7576"/>
                    <a:pt x="590" y="7565"/>
                  </a:cubicBezTo>
                  <a:cubicBezTo>
                    <a:pt x="581" y="7553"/>
                    <a:pt x="588" y="7541"/>
                    <a:pt x="596" y="7529"/>
                  </a:cubicBezTo>
                  <a:cubicBezTo>
                    <a:pt x="603" y="7517"/>
                    <a:pt x="611" y="7505"/>
                    <a:pt x="603" y="7505"/>
                  </a:cubicBezTo>
                  <a:cubicBezTo>
                    <a:pt x="603" y="7505"/>
                    <a:pt x="603" y="7505"/>
                    <a:pt x="603" y="7505"/>
                  </a:cubicBezTo>
                  <a:cubicBezTo>
                    <a:pt x="594" y="7505"/>
                    <a:pt x="584" y="7484"/>
                    <a:pt x="575" y="7473"/>
                  </a:cubicBezTo>
                  <a:cubicBezTo>
                    <a:pt x="569" y="7465"/>
                    <a:pt x="571" y="7456"/>
                    <a:pt x="576" y="7456"/>
                  </a:cubicBezTo>
                  <a:cubicBezTo>
                    <a:pt x="578" y="7456"/>
                    <a:pt x="581" y="7457"/>
                    <a:pt x="583" y="7460"/>
                  </a:cubicBezTo>
                  <a:cubicBezTo>
                    <a:pt x="592" y="7460"/>
                    <a:pt x="592" y="7460"/>
                    <a:pt x="599" y="7437"/>
                  </a:cubicBezTo>
                  <a:cubicBezTo>
                    <a:pt x="599" y="7424"/>
                    <a:pt x="597" y="7402"/>
                    <a:pt x="589" y="7402"/>
                  </a:cubicBezTo>
                  <a:cubicBezTo>
                    <a:pt x="589" y="7402"/>
                    <a:pt x="589" y="7402"/>
                    <a:pt x="589" y="7402"/>
                  </a:cubicBezTo>
                  <a:cubicBezTo>
                    <a:pt x="580" y="7402"/>
                    <a:pt x="575" y="7333"/>
                    <a:pt x="583" y="7321"/>
                  </a:cubicBezTo>
                  <a:cubicBezTo>
                    <a:pt x="583" y="7321"/>
                    <a:pt x="583" y="7310"/>
                    <a:pt x="582" y="7298"/>
                  </a:cubicBezTo>
                  <a:cubicBezTo>
                    <a:pt x="582" y="7286"/>
                    <a:pt x="572" y="7275"/>
                    <a:pt x="572" y="7264"/>
                  </a:cubicBezTo>
                  <a:cubicBezTo>
                    <a:pt x="571" y="7256"/>
                    <a:pt x="568" y="7248"/>
                    <a:pt x="562" y="7242"/>
                  </a:cubicBezTo>
                  <a:cubicBezTo>
                    <a:pt x="561" y="7229"/>
                    <a:pt x="561" y="7218"/>
                    <a:pt x="569" y="7218"/>
                  </a:cubicBezTo>
                  <a:cubicBezTo>
                    <a:pt x="552" y="7207"/>
                    <a:pt x="552" y="7207"/>
                    <a:pt x="568" y="7194"/>
                  </a:cubicBezTo>
                  <a:cubicBezTo>
                    <a:pt x="584" y="7193"/>
                    <a:pt x="584" y="7193"/>
                    <a:pt x="566" y="7183"/>
                  </a:cubicBezTo>
                  <a:cubicBezTo>
                    <a:pt x="557" y="7172"/>
                    <a:pt x="557" y="7172"/>
                    <a:pt x="565" y="7160"/>
                  </a:cubicBezTo>
                  <a:lnTo>
                    <a:pt x="565" y="7160"/>
                  </a:lnTo>
                  <a:cubicBezTo>
                    <a:pt x="566" y="7160"/>
                    <a:pt x="566" y="7160"/>
                    <a:pt x="566" y="7160"/>
                  </a:cubicBezTo>
                  <a:cubicBezTo>
                    <a:pt x="574" y="7160"/>
                    <a:pt x="573" y="7148"/>
                    <a:pt x="566" y="7148"/>
                  </a:cubicBezTo>
                  <a:cubicBezTo>
                    <a:pt x="566" y="7148"/>
                    <a:pt x="566" y="7148"/>
                    <a:pt x="565" y="7148"/>
                  </a:cubicBezTo>
                  <a:cubicBezTo>
                    <a:pt x="547" y="7138"/>
                    <a:pt x="536" y="7104"/>
                    <a:pt x="554" y="7102"/>
                  </a:cubicBezTo>
                  <a:cubicBezTo>
                    <a:pt x="553" y="7095"/>
                    <a:pt x="550" y="7087"/>
                    <a:pt x="544" y="7080"/>
                  </a:cubicBezTo>
                  <a:cubicBezTo>
                    <a:pt x="526" y="7070"/>
                    <a:pt x="526" y="7070"/>
                    <a:pt x="543" y="7069"/>
                  </a:cubicBezTo>
                  <a:cubicBezTo>
                    <a:pt x="560" y="7056"/>
                    <a:pt x="559" y="7044"/>
                    <a:pt x="541" y="7034"/>
                  </a:cubicBezTo>
                  <a:cubicBezTo>
                    <a:pt x="536" y="7027"/>
                    <a:pt x="535" y="7018"/>
                    <a:pt x="539" y="7010"/>
                  </a:cubicBezTo>
                  <a:cubicBezTo>
                    <a:pt x="547" y="6989"/>
                    <a:pt x="550" y="6928"/>
                    <a:pt x="538" y="6928"/>
                  </a:cubicBezTo>
                  <a:cubicBezTo>
                    <a:pt x="537" y="6928"/>
                    <a:pt x="536" y="6929"/>
                    <a:pt x="535" y="6930"/>
                  </a:cubicBezTo>
                  <a:lnTo>
                    <a:pt x="534" y="6907"/>
                  </a:lnTo>
                  <a:cubicBezTo>
                    <a:pt x="541" y="6883"/>
                    <a:pt x="539" y="6871"/>
                    <a:pt x="531" y="6860"/>
                  </a:cubicBezTo>
                  <a:lnTo>
                    <a:pt x="522" y="6849"/>
                  </a:lnTo>
                  <a:cubicBezTo>
                    <a:pt x="529" y="6849"/>
                    <a:pt x="537" y="6837"/>
                    <a:pt x="537" y="6825"/>
                  </a:cubicBezTo>
                  <a:cubicBezTo>
                    <a:pt x="536" y="6814"/>
                    <a:pt x="536" y="6814"/>
                    <a:pt x="528" y="6814"/>
                  </a:cubicBezTo>
                  <a:cubicBezTo>
                    <a:pt x="526" y="6818"/>
                    <a:pt x="524" y="6819"/>
                    <a:pt x="523" y="6819"/>
                  </a:cubicBezTo>
                  <a:cubicBezTo>
                    <a:pt x="520" y="6819"/>
                    <a:pt x="519" y="6811"/>
                    <a:pt x="518" y="6803"/>
                  </a:cubicBezTo>
                  <a:cubicBezTo>
                    <a:pt x="518" y="6792"/>
                    <a:pt x="526" y="6779"/>
                    <a:pt x="534" y="6779"/>
                  </a:cubicBezTo>
                  <a:lnTo>
                    <a:pt x="534" y="6767"/>
                  </a:lnTo>
                  <a:cubicBezTo>
                    <a:pt x="533" y="6767"/>
                    <a:pt x="532" y="6767"/>
                    <a:pt x="532" y="6767"/>
                  </a:cubicBezTo>
                  <a:cubicBezTo>
                    <a:pt x="517" y="6767"/>
                    <a:pt x="516" y="6757"/>
                    <a:pt x="525" y="6757"/>
                  </a:cubicBezTo>
                  <a:cubicBezTo>
                    <a:pt x="531" y="6746"/>
                    <a:pt x="533" y="6733"/>
                    <a:pt x="531" y="6721"/>
                  </a:cubicBezTo>
                  <a:lnTo>
                    <a:pt x="531" y="6721"/>
                  </a:lnTo>
                  <a:cubicBezTo>
                    <a:pt x="530" y="6721"/>
                    <a:pt x="530" y="6721"/>
                    <a:pt x="530" y="6721"/>
                  </a:cubicBezTo>
                  <a:cubicBezTo>
                    <a:pt x="525" y="6721"/>
                    <a:pt x="527" y="6716"/>
                    <a:pt x="529" y="6716"/>
                  </a:cubicBezTo>
                  <a:cubicBezTo>
                    <a:pt x="530" y="6716"/>
                    <a:pt x="531" y="6717"/>
                    <a:pt x="531" y="6721"/>
                  </a:cubicBezTo>
                  <a:lnTo>
                    <a:pt x="539" y="6721"/>
                  </a:lnTo>
                  <a:cubicBezTo>
                    <a:pt x="546" y="6711"/>
                    <a:pt x="541" y="6710"/>
                    <a:pt x="534" y="6710"/>
                  </a:cubicBezTo>
                  <a:cubicBezTo>
                    <a:pt x="533" y="6710"/>
                    <a:pt x="532" y="6710"/>
                    <a:pt x="531" y="6710"/>
                  </a:cubicBezTo>
                  <a:lnTo>
                    <a:pt x="528" y="6686"/>
                  </a:lnTo>
                  <a:cubicBezTo>
                    <a:pt x="528" y="6678"/>
                    <a:pt x="528" y="6670"/>
                    <a:pt x="525" y="6670"/>
                  </a:cubicBezTo>
                  <a:cubicBezTo>
                    <a:pt x="523" y="6670"/>
                    <a:pt x="522" y="6672"/>
                    <a:pt x="519" y="6675"/>
                  </a:cubicBezTo>
                  <a:cubicBezTo>
                    <a:pt x="517" y="6675"/>
                    <a:pt x="515" y="6676"/>
                    <a:pt x="514" y="6676"/>
                  </a:cubicBezTo>
                  <a:cubicBezTo>
                    <a:pt x="508" y="6676"/>
                    <a:pt x="502" y="6673"/>
                    <a:pt x="501" y="6665"/>
                  </a:cubicBezTo>
                  <a:cubicBezTo>
                    <a:pt x="496" y="6665"/>
                    <a:pt x="498" y="6660"/>
                    <a:pt x="500" y="6660"/>
                  </a:cubicBezTo>
                  <a:cubicBezTo>
                    <a:pt x="500" y="6660"/>
                    <a:pt x="501" y="6661"/>
                    <a:pt x="501" y="6665"/>
                  </a:cubicBezTo>
                  <a:cubicBezTo>
                    <a:pt x="510" y="6665"/>
                    <a:pt x="519" y="6664"/>
                    <a:pt x="518" y="6653"/>
                  </a:cubicBezTo>
                  <a:cubicBezTo>
                    <a:pt x="517" y="6641"/>
                    <a:pt x="526" y="6640"/>
                    <a:pt x="526" y="6640"/>
                  </a:cubicBezTo>
                  <a:cubicBezTo>
                    <a:pt x="528" y="6641"/>
                    <a:pt x="530" y="6642"/>
                    <a:pt x="531" y="6642"/>
                  </a:cubicBezTo>
                  <a:cubicBezTo>
                    <a:pt x="542" y="6642"/>
                    <a:pt x="532" y="6604"/>
                    <a:pt x="523" y="6594"/>
                  </a:cubicBezTo>
                  <a:cubicBezTo>
                    <a:pt x="505" y="6572"/>
                    <a:pt x="504" y="6561"/>
                    <a:pt x="522" y="6559"/>
                  </a:cubicBezTo>
                  <a:cubicBezTo>
                    <a:pt x="538" y="6558"/>
                    <a:pt x="519" y="6536"/>
                    <a:pt x="493" y="6526"/>
                  </a:cubicBezTo>
                  <a:lnTo>
                    <a:pt x="468" y="6516"/>
                  </a:lnTo>
                  <a:lnTo>
                    <a:pt x="492" y="6515"/>
                  </a:lnTo>
                  <a:cubicBezTo>
                    <a:pt x="526" y="6501"/>
                    <a:pt x="526" y="6501"/>
                    <a:pt x="507" y="6468"/>
                  </a:cubicBezTo>
                  <a:cubicBezTo>
                    <a:pt x="497" y="6445"/>
                    <a:pt x="497" y="6445"/>
                    <a:pt x="506" y="6444"/>
                  </a:cubicBezTo>
                  <a:cubicBezTo>
                    <a:pt x="514" y="6444"/>
                    <a:pt x="514" y="6433"/>
                    <a:pt x="511" y="6398"/>
                  </a:cubicBezTo>
                  <a:cubicBezTo>
                    <a:pt x="509" y="6363"/>
                    <a:pt x="508" y="6352"/>
                    <a:pt x="500" y="6352"/>
                  </a:cubicBezTo>
                  <a:cubicBezTo>
                    <a:pt x="500" y="6352"/>
                    <a:pt x="499" y="6341"/>
                    <a:pt x="499" y="6328"/>
                  </a:cubicBezTo>
                  <a:cubicBezTo>
                    <a:pt x="512" y="6319"/>
                    <a:pt x="508" y="6302"/>
                    <a:pt x="498" y="6302"/>
                  </a:cubicBezTo>
                  <a:cubicBezTo>
                    <a:pt x="495" y="6302"/>
                    <a:pt x="492" y="6303"/>
                    <a:pt x="489" y="6306"/>
                  </a:cubicBezTo>
                  <a:lnTo>
                    <a:pt x="488" y="6284"/>
                  </a:lnTo>
                  <a:lnTo>
                    <a:pt x="496" y="6282"/>
                  </a:lnTo>
                  <a:cubicBezTo>
                    <a:pt x="505" y="6282"/>
                    <a:pt x="504" y="6259"/>
                    <a:pt x="498" y="6167"/>
                  </a:cubicBezTo>
                  <a:cubicBezTo>
                    <a:pt x="492" y="6067"/>
                    <a:pt x="491" y="6052"/>
                    <a:pt x="476" y="6052"/>
                  </a:cubicBezTo>
                  <a:cubicBezTo>
                    <a:pt x="476" y="6052"/>
                    <a:pt x="475" y="6052"/>
                    <a:pt x="474" y="6052"/>
                  </a:cubicBezTo>
                  <a:cubicBezTo>
                    <a:pt x="456" y="6041"/>
                    <a:pt x="455" y="6030"/>
                    <a:pt x="472" y="6029"/>
                  </a:cubicBezTo>
                  <a:cubicBezTo>
                    <a:pt x="481" y="6029"/>
                    <a:pt x="489" y="6017"/>
                    <a:pt x="480" y="6017"/>
                  </a:cubicBezTo>
                  <a:cubicBezTo>
                    <a:pt x="480" y="6005"/>
                    <a:pt x="481" y="5993"/>
                    <a:pt x="487" y="5982"/>
                  </a:cubicBezTo>
                  <a:cubicBezTo>
                    <a:pt x="501" y="5947"/>
                    <a:pt x="493" y="5936"/>
                    <a:pt x="485" y="5936"/>
                  </a:cubicBezTo>
                  <a:cubicBezTo>
                    <a:pt x="484" y="5936"/>
                    <a:pt x="484" y="5936"/>
                    <a:pt x="483" y="5936"/>
                  </a:cubicBezTo>
                  <a:cubicBezTo>
                    <a:pt x="479" y="5939"/>
                    <a:pt x="476" y="5941"/>
                    <a:pt x="475" y="5941"/>
                  </a:cubicBezTo>
                  <a:cubicBezTo>
                    <a:pt x="472" y="5941"/>
                    <a:pt x="478" y="5932"/>
                    <a:pt x="483" y="5925"/>
                  </a:cubicBezTo>
                  <a:cubicBezTo>
                    <a:pt x="491" y="5913"/>
                    <a:pt x="498" y="5901"/>
                    <a:pt x="491" y="5901"/>
                  </a:cubicBezTo>
                  <a:cubicBezTo>
                    <a:pt x="491" y="5901"/>
                    <a:pt x="491" y="5901"/>
                    <a:pt x="490" y="5901"/>
                  </a:cubicBezTo>
                  <a:cubicBezTo>
                    <a:pt x="481" y="5890"/>
                    <a:pt x="469" y="5820"/>
                    <a:pt x="486" y="5819"/>
                  </a:cubicBezTo>
                  <a:lnTo>
                    <a:pt x="485" y="5797"/>
                  </a:lnTo>
                  <a:cubicBezTo>
                    <a:pt x="476" y="5797"/>
                    <a:pt x="474" y="5774"/>
                    <a:pt x="473" y="5751"/>
                  </a:cubicBezTo>
                  <a:cubicBezTo>
                    <a:pt x="471" y="5727"/>
                    <a:pt x="471" y="5716"/>
                    <a:pt x="479" y="5716"/>
                  </a:cubicBezTo>
                  <a:cubicBezTo>
                    <a:pt x="482" y="5719"/>
                    <a:pt x="483" y="5720"/>
                    <a:pt x="485" y="5720"/>
                  </a:cubicBezTo>
                  <a:cubicBezTo>
                    <a:pt x="488" y="5720"/>
                    <a:pt x="485" y="5709"/>
                    <a:pt x="478" y="5692"/>
                  </a:cubicBezTo>
                  <a:cubicBezTo>
                    <a:pt x="478" y="5681"/>
                    <a:pt x="460" y="5670"/>
                    <a:pt x="459" y="5659"/>
                  </a:cubicBezTo>
                  <a:cubicBezTo>
                    <a:pt x="458" y="5659"/>
                    <a:pt x="458" y="5659"/>
                    <a:pt x="458" y="5659"/>
                  </a:cubicBezTo>
                  <a:cubicBezTo>
                    <a:pt x="450" y="5659"/>
                    <a:pt x="441" y="5648"/>
                    <a:pt x="441" y="5636"/>
                  </a:cubicBezTo>
                  <a:lnTo>
                    <a:pt x="449" y="5636"/>
                  </a:lnTo>
                  <a:lnTo>
                    <a:pt x="465" y="5635"/>
                  </a:lnTo>
                  <a:cubicBezTo>
                    <a:pt x="465" y="5624"/>
                    <a:pt x="464" y="5613"/>
                    <a:pt x="456" y="5613"/>
                  </a:cubicBezTo>
                  <a:cubicBezTo>
                    <a:pt x="464" y="5600"/>
                    <a:pt x="463" y="5589"/>
                    <a:pt x="462" y="5566"/>
                  </a:cubicBezTo>
                  <a:cubicBezTo>
                    <a:pt x="461" y="5543"/>
                    <a:pt x="459" y="5520"/>
                    <a:pt x="450" y="5508"/>
                  </a:cubicBezTo>
                  <a:cubicBezTo>
                    <a:pt x="467" y="5496"/>
                    <a:pt x="462" y="5426"/>
                    <a:pt x="444" y="5416"/>
                  </a:cubicBezTo>
                  <a:cubicBezTo>
                    <a:pt x="436" y="5416"/>
                    <a:pt x="435" y="5405"/>
                    <a:pt x="443" y="5393"/>
                  </a:cubicBezTo>
                  <a:cubicBezTo>
                    <a:pt x="451" y="5382"/>
                    <a:pt x="451" y="5382"/>
                    <a:pt x="442" y="5370"/>
                  </a:cubicBezTo>
                  <a:cubicBezTo>
                    <a:pt x="433" y="5359"/>
                    <a:pt x="441" y="5347"/>
                    <a:pt x="449" y="5335"/>
                  </a:cubicBezTo>
                  <a:cubicBezTo>
                    <a:pt x="464" y="5322"/>
                    <a:pt x="463" y="5311"/>
                    <a:pt x="454" y="5300"/>
                  </a:cubicBezTo>
                  <a:cubicBezTo>
                    <a:pt x="448" y="5282"/>
                    <a:pt x="443" y="5263"/>
                    <a:pt x="443" y="5243"/>
                  </a:cubicBezTo>
                  <a:cubicBezTo>
                    <a:pt x="436" y="5226"/>
                    <a:pt x="433" y="5216"/>
                    <a:pt x="429" y="5216"/>
                  </a:cubicBezTo>
                  <a:cubicBezTo>
                    <a:pt x="428" y="5216"/>
                    <a:pt x="426" y="5217"/>
                    <a:pt x="424" y="5220"/>
                  </a:cubicBezTo>
                  <a:cubicBezTo>
                    <a:pt x="424" y="5220"/>
                    <a:pt x="423" y="5220"/>
                    <a:pt x="423" y="5220"/>
                  </a:cubicBezTo>
                  <a:cubicBezTo>
                    <a:pt x="415" y="5220"/>
                    <a:pt x="406" y="5210"/>
                    <a:pt x="406" y="5210"/>
                  </a:cubicBezTo>
                  <a:cubicBezTo>
                    <a:pt x="401" y="5196"/>
                    <a:pt x="401" y="5191"/>
                    <a:pt x="403" y="5191"/>
                  </a:cubicBezTo>
                  <a:cubicBezTo>
                    <a:pt x="404" y="5191"/>
                    <a:pt x="406" y="5193"/>
                    <a:pt x="406" y="5198"/>
                  </a:cubicBezTo>
                  <a:cubicBezTo>
                    <a:pt x="410" y="5207"/>
                    <a:pt x="412" y="5211"/>
                    <a:pt x="414" y="5211"/>
                  </a:cubicBezTo>
                  <a:cubicBezTo>
                    <a:pt x="417" y="5211"/>
                    <a:pt x="418" y="5204"/>
                    <a:pt x="423" y="5198"/>
                  </a:cubicBezTo>
                  <a:cubicBezTo>
                    <a:pt x="428" y="5182"/>
                    <a:pt x="431" y="5166"/>
                    <a:pt x="428" y="5151"/>
                  </a:cubicBezTo>
                  <a:cubicBezTo>
                    <a:pt x="428" y="5139"/>
                    <a:pt x="426" y="5116"/>
                    <a:pt x="426" y="5105"/>
                  </a:cubicBezTo>
                  <a:cubicBezTo>
                    <a:pt x="432" y="5070"/>
                    <a:pt x="432" y="5058"/>
                    <a:pt x="424" y="5058"/>
                  </a:cubicBezTo>
                  <a:cubicBezTo>
                    <a:pt x="424" y="5058"/>
                    <a:pt x="423" y="5058"/>
                    <a:pt x="423" y="5059"/>
                  </a:cubicBezTo>
                  <a:lnTo>
                    <a:pt x="415" y="5059"/>
                  </a:lnTo>
                  <a:cubicBezTo>
                    <a:pt x="431" y="5046"/>
                    <a:pt x="423" y="4919"/>
                    <a:pt x="406" y="4908"/>
                  </a:cubicBezTo>
                  <a:lnTo>
                    <a:pt x="414" y="4908"/>
                  </a:lnTo>
                  <a:cubicBezTo>
                    <a:pt x="423" y="4907"/>
                    <a:pt x="422" y="4896"/>
                    <a:pt x="421" y="4872"/>
                  </a:cubicBezTo>
                  <a:cubicBezTo>
                    <a:pt x="419" y="4861"/>
                    <a:pt x="408" y="4815"/>
                    <a:pt x="406" y="4780"/>
                  </a:cubicBezTo>
                  <a:cubicBezTo>
                    <a:pt x="404" y="4735"/>
                    <a:pt x="402" y="4701"/>
                    <a:pt x="393" y="4701"/>
                  </a:cubicBezTo>
                  <a:cubicBezTo>
                    <a:pt x="393" y="4701"/>
                    <a:pt x="393" y="4701"/>
                    <a:pt x="393" y="4701"/>
                  </a:cubicBezTo>
                  <a:cubicBezTo>
                    <a:pt x="393" y="4688"/>
                    <a:pt x="393" y="4688"/>
                    <a:pt x="400" y="4688"/>
                  </a:cubicBezTo>
                  <a:cubicBezTo>
                    <a:pt x="403" y="4692"/>
                    <a:pt x="405" y="4693"/>
                    <a:pt x="407" y="4693"/>
                  </a:cubicBezTo>
                  <a:cubicBezTo>
                    <a:pt x="410" y="4693"/>
                    <a:pt x="409" y="4685"/>
                    <a:pt x="408" y="4676"/>
                  </a:cubicBezTo>
                  <a:cubicBezTo>
                    <a:pt x="408" y="4667"/>
                    <a:pt x="403" y="4665"/>
                    <a:pt x="397" y="4665"/>
                  </a:cubicBezTo>
                  <a:cubicBezTo>
                    <a:pt x="395" y="4665"/>
                    <a:pt x="393" y="4666"/>
                    <a:pt x="391" y="4666"/>
                  </a:cubicBezTo>
                  <a:cubicBezTo>
                    <a:pt x="382" y="4666"/>
                    <a:pt x="381" y="4655"/>
                    <a:pt x="389" y="4631"/>
                  </a:cubicBezTo>
                  <a:cubicBezTo>
                    <a:pt x="396" y="4601"/>
                    <a:pt x="394" y="4568"/>
                    <a:pt x="384" y="4539"/>
                  </a:cubicBezTo>
                  <a:cubicBezTo>
                    <a:pt x="382" y="4527"/>
                    <a:pt x="382" y="4516"/>
                    <a:pt x="390" y="4514"/>
                  </a:cubicBezTo>
                  <a:cubicBezTo>
                    <a:pt x="403" y="4498"/>
                    <a:pt x="402" y="4473"/>
                    <a:pt x="387" y="4457"/>
                  </a:cubicBezTo>
                  <a:cubicBezTo>
                    <a:pt x="387" y="4446"/>
                    <a:pt x="387" y="4446"/>
                    <a:pt x="395" y="4445"/>
                  </a:cubicBezTo>
                  <a:cubicBezTo>
                    <a:pt x="403" y="4434"/>
                    <a:pt x="412" y="4433"/>
                    <a:pt x="394" y="4422"/>
                  </a:cubicBezTo>
                  <a:cubicBezTo>
                    <a:pt x="384" y="4397"/>
                    <a:pt x="381" y="4368"/>
                    <a:pt x="389" y="4342"/>
                  </a:cubicBezTo>
                  <a:cubicBezTo>
                    <a:pt x="388" y="4329"/>
                    <a:pt x="387" y="4318"/>
                    <a:pt x="379" y="4318"/>
                  </a:cubicBezTo>
                  <a:cubicBezTo>
                    <a:pt x="376" y="4319"/>
                    <a:pt x="373" y="4319"/>
                    <a:pt x="371" y="4319"/>
                  </a:cubicBezTo>
                  <a:lnTo>
                    <a:pt x="371" y="4319"/>
                  </a:lnTo>
                  <a:cubicBezTo>
                    <a:pt x="387" y="4307"/>
                    <a:pt x="387" y="4307"/>
                    <a:pt x="369" y="4296"/>
                  </a:cubicBezTo>
                  <a:cubicBezTo>
                    <a:pt x="369" y="4296"/>
                    <a:pt x="368" y="4296"/>
                    <a:pt x="368" y="4296"/>
                  </a:cubicBezTo>
                  <a:cubicBezTo>
                    <a:pt x="360" y="4296"/>
                    <a:pt x="360" y="4285"/>
                    <a:pt x="368" y="4285"/>
                  </a:cubicBezTo>
                  <a:cubicBezTo>
                    <a:pt x="373" y="4278"/>
                    <a:pt x="376" y="4269"/>
                    <a:pt x="376" y="4261"/>
                  </a:cubicBezTo>
                  <a:cubicBezTo>
                    <a:pt x="375" y="4250"/>
                    <a:pt x="362" y="4193"/>
                    <a:pt x="359" y="4134"/>
                  </a:cubicBezTo>
                  <a:cubicBezTo>
                    <a:pt x="353" y="4042"/>
                    <a:pt x="352" y="4007"/>
                    <a:pt x="343" y="4007"/>
                  </a:cubicBezTo>
                  <a:cubicBezTo>
                    <a:pt x="334" y="3996"/>
                    <a:pt x="334" y="3996"/>
                    <a:pt x="342" y="3985"/>
                  </a:cubicBezTo>
                  <a:cubicBezTo>
                    <a:pt x="348" y="3974"/>
                    <a:pt x="350" y="3961"/>
                    <a:pt x="349" y="3949"/>
                  </a:cubicBezTo>
                  <a:cubicBezTo>
                    <a:pt x="348" y="3938"/>
                    <a:pt x="347" y="3927"/>
                    <a:pt x="356" y="3926"/>
                  </a:cubicBezTo>
                  <a:cubicBezTo>
                    <a:pt x="347" y="3914"/>
                    <a:pt x="347" y="3914"/>
                    <a:pt x="345" y="3903"/>
                  </a:cubicBezTo>
                  <a:cubicBezTo>
                    <a:pt x="354" y="3903"/>
                    <a:pt x="353" y="3891"/>
                    <a:pt x="344" y="3880"/>
                  </a:cubicBezTo>
                  <a:cubicBezTo>
                    <a:pt x="326" y="3869"/>
                    <a:pt x="326" y="3869"/>
                    <a:pt x="343" y="3868"/>
                  </a:cubicBezTo>
                  <a:cubicBezTo>
                    <a:pt x="351" y="3868"/>
                    <a:pt x="357" y="3842"/>
                    <a:pt x="354" y="3842"/>
                  </a:cubicBezTo>
                  <a:cubicBezTo>
                    <a:pt x="353" y="3842"/>
                    <a:pt x="352" y="3843"/>
                    <a:pt x="351" y="3845"/>
                  </a:cubicBezTo>
                  <a:cubicBezTo>
                    <a:pt x="351" y="3845"/>
                    <a:pt x="351" y="3845"/>
                    <a:pt x="350" y="3845"/>
                  </a:cubicBezTo>
                  <a:cubicBezTo>
                    <a:pt x="342" y="3845"/>
                    <a:pt x="341" y="3822"/>
                    <a:pt x="332" y="3811"/>
                  </a:cubicBezTo>
                  <a:cubicBezTo>
                    <a:pt x="331" y="3800"/>
                    <a:pt x="330" y="3788"/>
                    <a:pt x="339" y="3788"/>
                  </a:cubicBezTo>
                  <a:cubicBezTo>
                    <a:pt x="347" y="3775"/>
                    <a:pt x="334" y="3718"/>
                    <a:pt x="325" y="3707"/>
                  </a:cubicBezTo>
                  <a:cubicBezTo>
                    <a:pt x="325" y="3707"/>
                    <a:pt x="324" y="3707"/>
                    <a:pt x="324" y="3707"/>
                  </a:cubicBezTo>
                  <a:cubicBezTo>
                    <a:pt x="317" y="3707"/>
                    <a:pt x="317" y="3696"/>
                    <a:pt x="324" y="3696"/>
                  </a:cubicBezTo>
                  <a:cubicBezTo>
                    <a:pt x="333" y="3696"/>
                    <a:pt x="332" y="3683"/>
                    <a:pt x="332" y="3672"/>
                  </a:cubicBezTo>
                  <a:cubicBezTo>
                    <a:pt x="323" y="3661"/>
                    <a:pt x="331" y="3661"/>
                    <a:pt x="340" y="3660"/>
                  </a:cubicBezTo>
                  <a:cubicBezTo>
                    <a:pt x="342" y="3663"/>
                    <a:pt x="344" y="3664"/>
                    <a:pt x="345" y="3664"/>
                  </a:cubicBezTo>
                  <a:cubicBezTo>
                    <a:pt x="348" y="3664"/>
                    <a:pt x="347" y="3653"/>
                    <a:pt x="347" y="3636"/>
                  </a:cubicBezTo>
                  <a:cubicBezTo>
                    <a:pt x="338" y="3625"/>
                    <a:pt x="335" y="3579"/>
                    <a:pt x="333" y="3544"/>
                  </a:cubicBezTo>
                  <a:cubicBezTo>
                    <a:pt x="330" y="3487"/>
                    <a:pt x="320" y="3476"/>
                    <a:pt x="302" y="3453"/>
                  </a:cubicBezTo>
                  <a:lnTo>
                    <a:pt x="284" y="3443"/>
                  </a:lnTo>
                  <a:lnTo>
                    <a:pt x="301" y="3442"/>
                  </a:lnTo>
                  <a:cubicBezTo>
                    <a:pt x="310" y="3440"/>
                    <a:pt x="318" y="3435"/>
                    <a:pt x="326" y="3429"/>
                  </a:cubicBezTo>
                  <a:cubicBezTo>
                    <a:pt x="325" y="3420"/>
                    <a:pt x="320" y="3418"/>
                    <a:pt x="314" y="3418"/>
                  </a:cubicBezTo>
                  <a:cubicBezTo>
                    <a:pt x="312" y="3418"/>
                    <a:pt x="310" y="3418"/>
                    <a:pt x="308" y="3418"/>
                  </a:cubicBezTo>
                  <a:cubicBezTo>
                    <a:pt x="299" y="3418"/>
                    <a:pt x="299" y="3407"/>
                    <a:pt x="306" y="3384"/>
                  </a:cubicBezTo>
                  <a:cubicBezTo>
                    <a:pt x="313" y="3360"/>
                    <a:pt x="313" y="3349"/>
                    <a:pt x="303" y="3338"/>
                  </a:cubicBezTo>
                  <a:cubicBezTo>
                    <a:pt x="302" y="3325"/>
                    <a:pt x="304" y="3313"/>
                    <a:pt x="310" y="3302"/>
                  </a:cubicBezTo>
                  <a:cubicBezTo>
                    <a:pt x="310" y="3293"/>
                    <a:pt x="310" y="3291"/>
                    <a:pt x="306" y="3291"/>
                  </a:cubicBezTo>
                  <a:cubicBezTo>
                    <a:pt x="304" y="3291"/>
                    <a:pt x="303" y="3291"/>
                    <a:pt x="301" y="3292"/>
                  </a:cubicBezTo>
                  <a:cubicBezTo>
                    <a:pt x="292" y="3292"/>
                    <a:pt x="292" y="3281"/>
                    <a:pt x="299" y="3268"/>
                  </a:cubicBezTo>
                  <a:cubicBezTo>
                    <a:pt x="315" y="3256"/>
                    <a:pt x="313" y="3221"/>
                    <a:pt x="305" y="3221"/>
                  </a:cubicBezTo>
                  <a:cubicBezTo>
                    <a:pt x="305" y="3221"/>
                    <a:pt x="304" y="3221"/>
                    <a:pt x="304" y="3221"/>
                  </a:cubicBezTo>
                  <a:cubicBezTo>
                    <a:pt x="296" y="3221"/>
                    <a:pt x="296" y="3209"/>
                    <a:pt x="295" y="3199"/>
                  </a:cubicBezTo>
                  <a:cubicBezTo>
                    <a:pt x="296" y="3186"/>
                    <a:pt x="292" y="3174"/>
                    <a:pt x="285" y="3165"/>
                  </a:cubicBezTo>
                  <a:cubicBezTo>
                    <a:pt x="284" y="3153"/>
                    <a:pt x="283" y="3141"/>
                    <a:pt x="283" y="3141"/>
                  </a:cubicBezTo>
                  <a:cubicBezTo>
                    <a:pt x="283" y="3138"/>
                    <a:pt x="283" y="3137"/>
                    <a:pt x="284" y="3137"/>
                  </a:cubicBezTo>
                  <a:cubicBezTo>
                    <a:pt x="287" y="3137"/>
                    <a:pt x="292" y="3145"/>
                    <a:pt x="293" y="3153"/>
                  </a:cubicBezTo>
                  <a:lnTo>
                    <a:pt x="301" y="3140"/>
                  </a:lnTo>
                  <a:cubicBezTo>
                    <a:pt x="298" y="3118"/>
                    <a:pt x="298" y="3106"/>
                    <a:pt x="289" y="3094"/>
                  </a:cubicBezTo>
                  <a:cubicBezTo>
                    <a:pt x="271" y="3084"/>
                    <a:pt x="271" y="3084"/>
                    <a:pt x="288" y="3083"/>
                  </a:cubicBezTo>
                  <a:cubicBezTo>
                    <a:pt x="299" y="3081"/>
                    <a:pt x="304" y="3067"/>
                    <a:pt x="295" y="3060"/>
                  </a:cubicBezTo>
                  <a:cubicBezTo>
                    <a:pt x="278" y="3049"/>
                    <a:pt x="285" y="3037"/>
                    <a:pt x="294" y="3036"/>
                  </a:cubicBezTo>
                  <a:lnTo>
                    <a:pt x="294" y="3036"/>
                  </a:lnTo>
                  <a:cubicBezTo>
                    <a:pt x="300" y="3040"/>
                    <a:pt x="304" y="3042"/>
                    <a:pt x="306" y="3042"/>
                  </a:cubicBezTo>
                  <a:cubicBezTo>
                    <a:pt x="310" y="3042"/>
                    <a:pt x="305" y="3032"/>
                    <a:pt x="292" y="3002"/>
                  </a:cubicBezTo>
                  <a:cubicBezTo>
                    <a:pt x="290" y="2979"/>
                    <a:pt x="279" y="2933"/>
                    <a:pt x="277" y="2898"/>
                  </a:cubicBezTo>
                  <a:cubicBezTo>
                    <a:pt x="275" y="2852"/>
                    <a:pt x="273" y="2830"/>
                    <a:pt x="280" y="2817"/>
                  </a:cubicBezTo>
                  <a:cubicBezTo>
                    <a:pt x="283" y="2817"/>
                    <a:pt x="285" y="2817"/>
                    <a:pt x="287" y="2816"/>
                  </a:cubicBezTo>
                  <a:lnTo>
                    <a:pt x="287" y="2816"/>
                  </a:lnTo>
                  <a:cubicBezTo>
                    <a:pt x="287" y="2816"/>
                    <a:pt x="287" y="2816"/>
                    <a:pt x="287" y="2816"/>
                  </a:cubicBezTo>
                  <a:cubicBezTo>
                    <a:pt x="288" y="2816"/>
                    <a:pt x="289" y="2816"/>
                    <a:pt x="289" y="2816"/>
                  </a:cubicBezTo>
                  <a:cubicBezTo>
                    <a:pt x="290" y="2816"/>
                    <a:pt x="290" y="2815"/>
                    <a:pt x="290" y="2815"/>
                  </a:cubicBezTo>
                  <a:lnTo>
                    <a:pt x="290" y="2815"/>
                  </a:lnTo>
                  <a:cubicBezTo>
                    <a:pt x="289" y="2816"/>
                    <a:pt x="288" y="2816"/>
                    <a:pt x="287" y="2816"/>
                  </a:cubicBezTo>
                  <a:lnTo>
                    <a:pt x="287" y="2816"/>
                  </a:lnTo>
                  <a:cubicBezTo>
                    <a:pt x="272" y="2816"/>
                    <a:pt x="271" y="2804"/>
                    <a:pt x="269" y="2771"/>
                  </a:cubicBezTo>
                  <a:cubicBezTo>
                    <a:pt x="276" y="2748"/>
                    <a:pt x="271" y="2722"/>
                    <a:pt x="257" y="2703"/>
                  </a:cubicBezTo>
                  <a:lnTo>
                    <a:pt x="257" y="2703"/>
                  </a:lnTo>
                  <a:cubicBezTo>
                    <a:pt x="258" y="2714"/>
                    <a:pt x="258" y="2725"/>
                    <a:pt x="258" y="2725"/>
                  </a:cubicBezTo>
                  <a:cubicBezTo>
                    <a:pt x="257" y="2725"/>
                    <a:pt x="256" y="2725"/>
                    <a:pt x="256" y="2725"/>
                  </a:cubicBezTo>
                  <a:cubicBezTo>
                    <a:pt x="241" y="2725"/>
                    <a:pt x="241" y="2714"/>
                    <a:pt x="248" y="2692"/>
                  </a:cubicBezTo>
                  <a:cubicBezTo>
                    <a:pt x="247" y="2679"/>
                    <a:pt x="256" y="2679"/>
                    <a:pt x="264" y="2679"/>
                  </a:cubicBezTo>
                  <a:cubicBezTo>
                    <a:pt x="273" y="2678"/>
                    <a:pt x="280" y="2667"/>
                    <a:pt x="279" y="2655"/>
                  </a:cubicBezTo>
                  <a:cubicBezTo>
                    <a:pt x="279" y="2647"/>
                    <a:pt x="279" y="2639"/>
                    <a:pt x="276" y="2639"/>
                  </a:cubicBezTo>
                  <a:cubicBezTo>
                    <a:pt x="274" y="2639"/>
                    <a:pt x="273" y="2640"/>
                    <a:pt x="270" y="2643"/>
                  </a:cubicBezTo>
                  <a:cubicBezTo>
                    <a:pt x="268" y="2644"/>
                    <a:pt x="267" y="2644"/>
                    <a:pt x="266" y="2644"/>
                  </a:cubicBezTo>
                  <a:cubicBezTo>
                    <a:pt x="262" y="2644"/>
                    <a:pt x="262" y="2642"/>
                    <a:pt x="261" y="2632"/>
                  </a:cubicBezTo>
                  <a:cubicBezTo>
                    <a:pt x="261" y="2620"/>
                    <a:pt x="258" y="2609"/>
                    <a:pt x="251" y="2598"/>
                  </a:cubicBezTo>
                  <a:cubicBezTo>
                    <a:pt x="242" y="2598"/>
                    <a:pt x="241" y="2587"/>
                    <a:pt x="241" y="2576"/>
                  </a:cubicBezTo>
                  <a:cubicBezTo>
                    <a:pt x="246" y="2565"/>
                    <a:pt x="248" y="2552"/>
                    <a:pt x="248" y="2541"/>
                  </a:cubicBezTo>
                  <a:lnTo>
                    <a:pt x="256" y="2540"/>
                  </a:lnTo>
                  <a:cubicBezTo>
                    <a:pt x="265" y="2540"/>
                    <a:pt x="273" y="2528"/>
                    <a:pt x="273" y="2528"/>
                  </a:cubicBezTo>
                  <a:cubicBezTo>
                    <a:pt x="271" y="2517"/>
                    <a:pt x="262" y="2517"/>
                    <a:pt x="262" y="2517"/>
                  </a:cubicBezTo>
                  <a:cubicBezTo>
                    <a:pt x="262" y="2517"/>
                    <a:pt x="262" y="2517"/>
                    <a:pt x="262" y="2517"/>
                  </a:cubicBezTo>
                  <a:cubicBezTo>
                    <a:pt x="254" y="2517"/>
                    <a:pt x="238" y="2239"/>
                    <a:pt x="235" y="2205"/>
                  </a:cubicBezTo>
                  <a:cubicBezTo>
                    <a:pt x="242" y="2184"/>
                    <a:pt x="242" y="2157"/>
                    <a:pt x="236" y="2157"/>
                  </a:cubicBezTo>
                  <a:cubicBezTo>
                    <a:pt x="235" y="2157"/>
                    <a:pt x="234" y="2157"/>
                    <a:pt x="233" y="2159"/>
                  </a:cubicBezTo>
                  <a:cubicBezTo>
                    <a:pt x="233" y="2159"/>
                    <a:pt x="233" y="2159"/>
                    <a:pt x="233" y="2159"/>
                  </a:cubicBezTo>
                  <a:cubicBezTo>
                    <a:pt x="224" y="2159"/>
                    <a:pt x="221" y="2101"/>
                    <a:pt x="216" y="2032"/>
                  </a:cubicBezTo>
                  <a:cubicBezTo>
                    <a:pt x="212" y="1951"/>
                    <a:pt x="209" y="1894"/>
                    <a:pt x="200" y="1894"/>
                  </a:cubicBezTo>
                  <a:lnTo>
                    <a:pt x="198" y="1859"/>
                  </a:lnTo>
                  <a:cubicBezTo>
                    <a:pt x="196" y="1837"/>
                    <a:pt x="187" y="1813"/>
                    <a:pt x="186" y="1802"/>
                  </a:cubicBezTo>
                  <a:cubicBezTo>
                    <a:pt x="180" y="1794"/>
                    <a:pt x="177" y="1786"/>
                    <a:pt x="180" y="1786"/>
                  </a:cubicBezTo>
                  <a:cubicBezTo>
                    <a:pt x="181" y="1786"/>
                    <a:pt x="182" y="1788"/>
                    <a:pt x="185" y="1791"/>
                  </a:cubicBezTo>
                  <a:cubicBezTo>
                    <a:pt x="194" y="1790"/>
                    <a:pt x="203" y="1790"/>
                    <a:pt x="202" y="1778"/>
                  </a:cubicBezTo>
                  <a:cubicBezTo>
                    <a:pt x="201" y="1757"/>
                    <a:pt x="193" y="1756"/>
                    <a:pt x="186" y="1756"/>
                  </a:cubicBezTo>
                  <a:cubicBezTo>
                    <a:pt x="185" y="1756"/>
                    <a:pt x="185" y="1756"/>
                    <a:pt x="184" y="1756"/>
                  </a:cubicBezTo>
                  <a:cubicBezTo>
                    <a:pt x="175" y="1756"/>
                    <a:pt x="174" y="1745"/>
                    <a:pt x="174" y="1745"/>
                  </a:cubicBezTo>
                  <a:cubicBezTo>
                    <a:pt x="174" y="1734"/>
                    <a:pt x="174" y="1734"/>
                    <a:pt x="182" y="1732"/>
                  </a:cubicBezTo>
                  <a:lnTo>
                    <a:pt x="198" y="1731"/>
                  </a:lnTo>
                  <a:lnTo>
                    <a:pt x="198" y="1720"/>
                  </a:lnTo>
                  <a:cubicBezTo>
                    <a:pt x="198" y="1720"/>
                    <a:pt x="198" y="1720"/>
                    <a:pt x="197" y="1720"/>
                  </a:cubicBezTo>
                  <a:cubicBezTo>
                    <a:pt x="189" y="1720"/>
                    <a:pt x="189" y="1709"/>
                    <a:pt x="189" y="1709"/>
                  </a:cubicBezTo>
                  <a:cubicBezTo>
                    <a:pt x="188" y="1698"/>
                    <a:pt x="188" y="1698"/>
                    <a:pt x="205" y="1697"/>
                  </a:cubicBezTo>
                  <a:cubicBezTo>
                    <a:pt x="222" y="1695"/>
                    <a:pt x="222" y="1684"/>
                    <a:pt x="204" y="1674"/>
                  </a:cubicBezTo>
                  <a:lnTo>
                    <a:pt x="194" y="1651"/>
                  </a:lnTo>
                  <a:cubicBezTo>
                    <a:pt x="211" y="1638"/>
                    <a:pt x="192" y="1617"/>
                    <a:pt x="183" y="1606"/>
                  </a:cubicBezTo>
                  <a:cubicBezTo>
                    <a:pt x="200" y="1592"/>
                    <a:pt x="198" y="1581"/>
                    <a:pt x="181" y="1571"/>
                  </a:cubicBezTo>
                  <a:cubicBezTo>
                    <a:pt x="173" y="1571"/>
                    <a:pt x="172" y="1560"/>
                    <a:pt x="179" y="1547"/>
                  </a:cubicBezTo>
                  <a:cubicBezTo>
                    <a:pt x="187" y="1535"/>
                    <a:pt x="186" y="1524"/>
                    <a:pt x="185" y="1501"/>
                  </a:cubicBezTo>
                  <a:cubicBezTo>
                    <a:pt x="176" y="1490"/>
                    <a:pt x="172" y="1409"/>
                    <a:pt x="166" y="1316"/>
                  </a:cubicBezTo>
                  <a:cubicBezTo>
                    <a:pt x="159" y="1212"/>
                    <a:pt x="156" y="1144"/>
                    <a:pt x="147" y="1144"/>
                  </a:cubicBezTo>
                  <a:cubicBezTo>
                    <a:pt x="146" y="1132"/>
                    <a:pt x="146" y="1132"/>
                    <a:pt x="154" y="1120"/>
                  </a:cubicBezTo>
                  <a:cubicBezTo>
                    <a:pt x="163" y="1120"/>
                    <a:pt x="161" y="1108"/>
                    <a:pt x="145" y="1098"/>
                  </a:cubicBezTo>
                  <a:cubicBezTo>
                    <a:pt x="135" y="1086"/>
                    <a:pt x="127" y="1086"/>
                    <a:pt x="144" y="1086"/>
                  </a:cubicBezTo>
                  <a:cubicBezTo>
                    <a:pt x="151" y="1085"/>
                    <a:pt x="150" y="1063"/>
                    <a:pt x="148" y="1016"/>
                  </a:cubicBezTo>
                  <a:cubicBezTo>
                    <a:pt x="146" y="981"/>
                    <a:pt x="144" y="936"/>
                    <a:pt x="135" y="936"/>
                  </a:cubicBezTo>
                  <a:cubicBezTo>
                    <a:pt x="135" y="936"/>
                    <a:pt x="135" y="936"/>
                    <a:pt x="135" y="936"/>
                  </a:cubicBezTo>
                  <a:cubicBezTo>
                    <a:pt x="129" y="922"/>
                    <a:pt x="126" y="916"/>
                    <a:pt x="127" y="916"/>
                  </a:cubicBezTo>
                  <a:lnTo>
                    <a:pt x="127" y="916"/>
                  </a:lnTo>
                  <a:cubicBezTo>
                    <a:pt x="128" y="916"/>
                    <a:pt x="130" y="919"/>
                    <a:pt x="133" y="924"/>
                  </a:cubicBezTo>
                  <a:cubicBezTo>
                    <a:pt x="135" y="925"/>
                    <a:pt x="136" y="925"/>
                    <a:pt x="138" y="925"/>
                  </a:cubicBezTo>
                  <a:cubicBezTo>
                    <a:pt x="152" y="925"/>
                    <a:pt x="155" y="874"/>
                    <a:pt x="138" y="843"/>
                  </a:cubicBezTo>
                  <a:cubicBezTo>
                    <a:pt x="137" y="832"/>
                    <a:pt x="136" y="819"/>
                    <a:pt x="145" y="819"/>
                  </a:cubicBezTo>
                  <a:cubicBezTo>
                    <a:pt x="144" y="799"/>
                    <a:pt x="139" y="780"/>
                    <a:pt x="132" y="762"/>
                  </a:cubicBezTo>
                  <a:cubicBezTo>
                    <a:pt x="132" y="750"/>
                    <a:pt x="129" y="704"/>
                    <a:pt x="128" y="681"/>
                  </a:cubicBezTo>
                  <a:cubicBezTo>
                    <a:pt x="127" y="666"/>
                    <a:pt x="122" y="650"/>
                    <a:pt x="117" y="635"/>
                  </a:cubicBezTo>
                  <a:cubicBezTo>
                    <a:pt x="116" y="631"/>
                    <a:pt x="116" y="627"/>
                    <a:pt x="116" y="624"/>
                  </a:cubicBezTo>
                  <a:lnTo>
                    <a:pt x="116" y="624"/>
                  </a:lnTo>
                  <a:cubicBezTo>
                    <a:pt x="124" y="622"/>
                    <a:pt x="121" y="565"/>
                    <a:pt x="117" y="485"/>
                  </a:cubicBezTo>
                  <a:cubicBezTo>
                    <a:pt x="111" y="403"/>
                    <a:pt x="108" y="335"/>
                    <a:pt x="115" y="322"/>
                  </a:cubicBezTo>
                  <a:cubicBezTo>
                    <a:pt x="114" y="315"/>
                    <a:pt x="111" y="306"/>
                    <a:pt x="105" y="300"/>
                  </a:cubicBezTo>
                  <a:cubicBezTo>
                    <a:pt x="87" y="289"/>
                    <a:pt x="86" y="278"/>
                    <a:pt x="94" y="265"/>
                  </a:cubicBezTo>
                  <a:cubicBezTo>
                    <a:pt x="111" y="253"/>
                    <a:pt x="108" y="207"/>
                    <a:pt x="91" y="196"/>
                  </a:cubicBezTo>
                  <a:lnTo>
                    <a:pt x="91" y="196"/>
                  </a:lnTo>
                  <a:cubicBezTo>
                    <a:pt x="93" y="196"/>
                    <a:pt x="96" y="196"/>
                    <a:pt x="99" y="196"/>
                  </a:cubicBezTo>
                  <a:cubicBezTo>
                    <a:pt x="115" y="183"/>
                    <a:pt x="104" y="149"/>
                    <a:pt x="87" y="138"/>
                  </a:cubicBezTo>
                  <a:cubicBezTo>
                    <a:pt x="95" y="126"/>
                    <a:pt x="103" y="115"/>
                    <a:pt x="93" y="104"/>
                  </a:cubicBezTo>
                  <a:cubicBezTo>
                    <a:pt x="93" y="91"/>
                    <a:pt x="93" y="91"/>
                    <a:pt x="110" y="91"/>
                  </a:cubicBezTo>
                  <a:cubicBezTo>
                    <a:pt x="118" y="90"/>
                    <a:pt x="127" y="90"/>
                    <a:pt x="126" y="78"/>
                  </a:cubicBezTo>
                  <a:cubicBezTo>
                    <a:pt x="126" y="68"/>
                    <a:pt x="119" y="68"/>
                    <a:pt x="113" y="68"/>
                  </a:cubicBezTo>
                  <a:cubicBezTo>
                    <a:pt x="111" y="68"/>
                    <a:pt x="110" y="68"/>
                    <a:pt x="109" y="68"/>
                  </a:cubicBezTo>
                  <a:lnTo>
                    <a:pt x="106" y="44"/>
                  </a:lnTo>
                  <a:cubicBezTo>
                    <a:pt x="106" y="44"/>
                    <a:pt x="106" y="34"/>
                    <a:pt x="99" y="34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90" y="34"/>
                    <a:pt x="89" y="23"/>
                    <a:pt x="87" y="11"/>
                  </a:cubicBezTo>
                  <a:cubicBezTo>
                    <a:pt x="93" y="11"/>
                    <a:pt x="92" y="6"/>
                    <a:pt x="87" y="6"/>
                  </a:cubicBezTo>
                  <a:cubicBezTo>
                    <a:pt x="85" y="6"/>
                    <a:pt x="82" y="7"/>
                    <a:pt x="80" y="12"/>
                  </a:cubicBezTo>
                  <a:cubicBezTo>
                    <a:pt x="78" y="12"/>
                    <a:pt x="77" y="12"/>
                    <a:pt x="76" y="12"/>
                  </a:cubicBezTo>
                  <a:cubicBezTo>
                    <a:pt x="68" y="12"/>
                    <a:pt x="63" y="11"/>
                    <a:pt x="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33"/>
            <p:cNvSpPr/>
            <p:nvPr/>
          </p:nvSpPr>
          <p:spPr>
            <a:xfrm>
              <a:off x="3081515" y="2066286"/>
              <a:ext cx="321054" cy="270109"/>
            </a:xfrm>
            <a:custGeom>
              <a:avLst/>
              <a:gdLst/>
              <a:ahLst/>
              <a:cxnLst/>
              <a:rect l="l" t="t" r="r" b="b"/>
              <a:pathLst>
                <a:path w="3214" h="2704" extrusionOk="0">
                  <a:moveTo>
                    <a:pt x="1286" y="3"/>
                  </a:moveTo>
                  <a:cubicBezTo>
                    <a:pt x="1285" y="3"/>
                    <a:pt x="1286" y="4"/>
                    <a:pt x="1287" y="6"/>
                  </a:cubicBezTo>
                  <a:lnTo>
                    <a:pt x="1287" y="6"/>
                  </a:lnTo>
                  <a:cubicBezTo>
                    <a:pt x="1286" y="4"/>
                    <a:pt x="1286" y="3"/>
                    <a:pt x="1286" y="3"/>
                  </a:cubicBezTo>
                  <a:close/>
                  <a:moveTo>
                    <a:pt x="1287" y="6"/>
                  </a:moveTo>
                  <a:cubicBezTo>
                    <a:pt x="1288" y="8"/>
                    <a:pt x="1288" y="11"/>
                    <a:pt x="1289" y="15"/>
                  </a:cubicBezTo>
                  <a:lnTo>
                    <a:pt x="1289" y="15"/>
                  </a:lnTo>
                  <a:cubicBezTo>
                    <a:pt x="1289" y="13"/>
                    <a:pt x="1289" y="11"/>
                    <a:pt x="1289" y="8"/>
                  </a:cubicBezTo>
                  <a:cubicBezTo>
                    <a:pt x="1288" y="8"/>
                    <a:pt x="1288" y="7"/>
                    <a:pt x="1287" y="6"/>
                  </a:cubicBezTo>
                  <a:close/>
                  <a:moveTo>
                    <a:pt x="1228" y="36"/>
                  </a:moveTo>
                  <a:cubicBezTo>
                    <a:pt x="1224" y="37"/>
                    <a:pt x="1223" y="41"/>
                    <a:pt x="1224" y="41"/>
                  </a:cubicBezTo>
                  <a:cubicBezTo>
                    <a:pt x="1225" y="41"/>
                    <a:pt x="1226" y="39"/>
                    <a:pt x="1228" y="36"/>
                  </a:cubicBezTo>
                  <a:close/>
                  <a:moveTo>
                    <a:pt x="1273" y="42"/>
                  </a:moveTo>
                  <a:lnTo>
                    <a:pt x="1280" y="50"/>
                  </a:lnTo>
                  <a:lnTo>
                    <a:pt x="1273" y="50"/>
                  </a:lnTo>
                  <a:cubicBezTo>
                    <a:pt x="1271" y="50"/>
                    <a:pt x="1270" y="50"/>
                    <a:pt x="1269" y="50"/>
                  </a:cubicBezTo>
                  <a:cubicBezTo>
                    <a:pt x="1267" y="50"/>
                    <a:pt x="1267" y="49"/>
                    <a:pt x="1266" y="43"/>
                  </a:cubicBezTo>
                  <a:lnTo>
                    <a:pt x="1273" y="42"/>
                  </a:lnTo>
                  <a:close/>
                  <a:moveTo>
                    <a:pt x="1323" y="38"/>
                  </a:moveTo>
                  <a:cubicBezTo>
                    <a:pt x="1328" y="38"/>
                    <a:pt x="1326" y="40"/>
                    <a:pt x="1322" y="46"/>
                  </a:cubicBezTo>
                  <a:cubicBezTo>
                    <a:pt x="1319" y="51"/>
                    <a:pt x="1317" y="53"/>
                    <a:pt x="1314" y="53"/>
                  </a:cubicBezTo>
                  <a:cubicBezTo>
                    <a:pt x="1312" y="53"/>
                    <a:pt x="1311" y="51"/>
                    <a:pt x="1310" y="48"/>
                  </a:cubicBezTo>
                  <a:cubicBezTo>
                    <a:pt x="1310" y="40"/>
                    <a:pt x="1310" y="40"/>
                    <a:pt x="1316" y="39"/>
                  </a:cubicBezTo>
                  <a:cubicBezTo>
                    <a:pt x="1319" y="38"/>
                    <a:pt x="1321" y="38"/>
                    <a:pt x="1323" y="38"/>
                  </a:cubicBezTo>
                  <a:close/>
                  <a:moveTo>
                    <a:pt x="1210" y="46"/>
                  </a:moveTo>
                  <a:lnTo>
                    <a:pt x="1218" y="54"/>
                  </a:lnTo>
                  <a:lnTo>
                    <a:pt x="1211" y="54"/>
                  </a:lnTo>
                  <a:cubicBezTo>
                    <a:pt x="1210" y="55"/>
                    <a:pt x="1209" y="55"/>
                    <a:pt x="1208" y="55"/>
                  </a:cubicBezTo>
                  <a:cubicBezTo>
                    <a:pt x="1206" y="55"/>
                    <a:pt x="1205" y="53"/>
                    <a:pt x="1205" y="48"/>
                  </a:cubicBezTo>
                  <a:lnTo>
                    <a:pt x="1210" y="46"/>
                  </a:lnTo>
                  <a:close/>
                  <a:moveTo>
                    <a:pt x="1151" y="63"/>
                  </a:moveTo>
                  <a:cubicBezTo>
                    <a:pt x="1154" y="68"/>
                    <a:pt x="1157" y="73"/>
                    <a:pt x="1159" y="79"/>
                  </a:cubicBezTo>
                  <a:lnTo>
                    <a:pt x="1153" y="80"/>
                  </a:lnTo>
                  <a:cubicBezTo>
                    <a:pt x="1146" y="80"/>
                    <a:pt x="1145" y="72"/>
                    <a:pt x="1145" y="72"/>
                  </a:cubicBezTo>
                  <a:cubicBezTo>
                    <a:pt x="1145" y="72"/>
                    <a:pt x="1144" y="64"/>
                    <a:pt x="1151" y="63"/>
                  </a:cubicBezTo>
                  <a:close/>
                  <a:moveTo>
                    <a:pt x="1439" y="78"/>
                  </a:moveTo>
                  <a:lnTo>
                    <a:pt x="1445" y="87"/>
                  </a:lnTo>
                  <a:cubicBezTo>
                    <a:pt x="1445" y="95"/>
                    <a:pt x="1439" y="95"/>
                    <a:pt x="1439" y="95"/>
                  </a:cubicBezTo>
                  <a:cubicBezTo>
                    <a:pt x="1432" y="95"/>
                    <a:pt x="1432" y="95"/>
                    <a:pt x="1432" y="87"/>
                  </a:cubicBezTo>
                  <a:cubicBezTo>
                    <a:pt x="1432" y="87"/>
                    <a:pt x="1433" y="79"/>
                    <a:pt x="1439" y="78"/>
                  </a:cubicBezTo>
                  <a:close/>
                  <a:moveTo>
                    <a:pt x="1366" y="87"/>
                  </a:moveTo>
                  <a:lnTo>
                    <a:pt x="1373" y="95"/>
                  </a:lnTo>
                  <a:lnTo>
                    <a:pt x="1367" y="102"/>
                  </a:lnTo>
                  <a:lnTo>
                    <a:pt x="1360" y="102"/>
                  </a:lnTo>
                  <a:cubicBezTo>
                    <a:pt x="1360" y="95"/>
                    <a:pt x="1360" y="87"/>
                    <a:pt x="1366" y="87"/>
                  </a:cubicBezTo>
                  <a:close/>
                  <a:moveTo>
                    <a:pt x="913" y="113"/>
                  </a:moveTo>
                  <a:cubicBezTo>
                    <a:pt x="914" y="113"/>
                    <a:pt x="914" y="114"/>
                    <a:pt x="915" y="116"/>
                  </a:cubicBezTo>
                  <a:lnTo>
                    <a:pt x="917" y="124"/>
                  </a:lnTo>
                  <a:cubicBezTo>
                    <a:pt x="915" y="131"/>
                    <a:pt x="912" y="138"/>
                    <a:pt x="910" y="138"/>
                  </a:cubicBezTo>
                  <a:cubicBezTo>
                    <a:pt x="909" y="138"/>
                    <a:pt x="908" y="137"/>
                    <a:pt x="907" y="135"/>
                  </a:cubicBezTo>
                  <a:cubicBezTo>
                    <a:pt x="906" y="128"/>
                    <a:pt x="907" y="123"/>
                    <a:pt x="908" y="117"/>
                  </a:cubicBezTo>
                  <a:cubicBezTo>
                    <a:pt x="908" y="117"/>
                    <a:pt x="911" y="113"/>
                    <a:pt x="913" y="113"/>
                  </a:cubicBezTo>
                  <a:close/>
                  <a:moveTo>
                    <a:pt x="1951" y="123"/>
                  </a:moveTo>
                  <a:cubicBezTo>
                    <a:pt x="1951" y="123"/>
                    <a:pt x="1952" y="124"/>
                    <a:pt x="1953" y="124"/>
                  </a:cubicBezTo>
                  <a:lnTo>
                    <a:pt x="1958" y="126"/>
                  </a:lnTo>
                  <a:cubicBezTo>
                    <a:pt x="1956" y="132"/>
                    <a:pt x="1952" y="136"/>
                    <a:pt x="1947" y="139"/>
                  </a:cubicBezTo>
                  <a:lnTo>
                    <a:pt x="1942" y="137"/>
                  </a:lnTo>
                  <a:cubicBezTo>
                    <a:pt x="1944" y="130"/>
                    <a:pt x="1946" y="123"/>
                    <a:pt x="1951" y="123"/>
                  </a:cubicBezTo>
                  <a:close/>
                  <a:moveTo>
                    <a:pt x="2182" y="213"/>
                  </a:moveTo>
                  <a:cubicBezTo>
                    <a:pt x="2187" y="213"/>
                    <a:pt x="2193" y="216"/>
                    <a:pt x="2196" y="218"/>
                  </a:cubicBezTo>
                  <a:cubicBezTo>
                    <a:pt x="2198" y="224"/>
                    <a:pt x="2193" y="230"/>
                    <a:pt x="2187" y="230"/>
                  </a:cubicBezTo>
                  <a:cubicBezTo>
                    <a:pt x="2186" y="230"/>
                    <a:pt x="2184" y="230"/>
                    <a:pt x="2183" y="229"/>
                  </a:cubicBezTo>
                  <a:cubicBezTo>
                    <a:pt x="2172" y="225"/>
                    <a:pt x="2172" y="225"/>
                    <a:pt x="2175" y="217"/>
                  </a:cubicBezTo>
                  <a:cubicBezTo>
                    <a:pt x="2177" y="214"/>
                    <a:pt x="2179" y="213"/>
                    <a:pt x="2182" y="213"/>
                  </a:cubicBezTo>
                  <a:close/>
                  <a:moveTo>
                    <a:pt x="728" y="210"/>
                  </a:moveTo>
                  <a:cubicBezTo>
                    <a:pt x="733" y="210"/>
                    <a:pt x="738" y="223"/>
                    <a:pt x="731" y="235"/>
                  </a:cubicBezTo>
                  <a:cubicBezTo>
                    <a:pt x="729" y="236"/>
                    <a:pt x="728" y="236"/>
                    <a:pt x="727" y="236"/>
                  </a:cubicBezTo>
                  <a:cubicBezTo>
                    <a:pt x="725" y="236"/>
                    <a:pt x="724" y="235"/>
                    <a:pt x="722" y="230"/>
                  </a:cubicBezTo>
                  <a:cubicBezTo>
                    <a:pt x="719" y="224"/>
                    <a:pt x="721" y="215"/>
                    <a:pt x="727" y="210"/>
                  </a:cubicBezTo>
                  <a:cubicBezTo>
                    <a:pt x="727" y="210"/>
                    <a:pt x="727" y="210"/>
                    <a:pt x="728" y="210"/>
                  </a:cubicBezTo>
                  <a:close/>
                  <a:moveTo>
                    <a:pt x="2543" y="464"/>
                  </a:moveTo>
                  <a:cubicBezTo>
                    <a:pt x="2544" y="464"/>
                    <a:pt x="2545" y="465"/>
                    <a:pt x="2546" y="466"/>
                  </a:cubicBezTo>
                  <a:lnTo>
                    <a:pt x="2545" y="476"/>
                  </a:lnTo>
                  <a:lnTo>
                    <a:pt x="2535" y="477"/>
                  </a:lnTo>
                  <a:lnTo>
                    <a:pt x="2530" y="474"/>
                  </a:lnTo>
                  <a:cubicBezTo>
                    <a:pt x="2535" y="469"/>
                    <a:pt x="2539" y="464"/>
                    <a:pt x="2543" y="464"/>
                  </a:cubicBezTo>
                  <a:close/>
                  <a:moveTo>
                    <a:pt x="2568" y="553"/>
                  </a:moveTo>
                  <a:cubicBezTo>
                    <a:pt x="2569" y="553"/>
                    <a:pt x="2570" y="554"/>
                    <a:pt x="2571" y="555"/>
                  </a:cubicBezTo>
                  <a:lnTo>
                    <a:pt x="2575" y="559"/>
                  </a:lnTo>
                  <a:cubicBezTo>
                    <a:pt x="2571" y="564"/>
                    <a:pt x="2565" y="566"/>
                    <a:pt x="2560" y="567"/>
                  </a:cubicBezTo>
                  <a:lnTo>
                    <a:pt x="2555" y="562"/>
                  </a:lnTo>
                  <a:cubicBezTo>
                    <a:pt x="2560" y="558"/>
                    <a:pt x="2564" y="553"/>
                    <a:pt x="2568" y="553"/>
                  </a:cubicBezTo>
                  <a:close/>
                  <a:moveTo>
                    <a:pt x="2689" y="587"/>
                  </a:moveTo>
                  <a:cubicBezTo>
                    <a:pt x="2693" y="592"/>
                    <a:pt x="2677" y="598"/>
                    <a:pt x="2671" y="603"/>
                  </a:cubicBezTo>
                  <a:cubicBezTo>
                    <a:pt x="2666" y="598"/>
                    <a:pt x="2666" y="598"/>
                    <a:pt x="2673" y="594"/>
                  </a:cubicBezTo>
                  <a:cubicBezTo>
                    <a:pt x="2677" y="589"/>
                    <a:pt x="2683" y="587"/>
                    <a:pt x="2689" y="587"/>
                  </a:cubicBezTo>
                  <a:close/>
                  <a:moveTo>
                    <a:pt x="2780" y="702"/>
                  </a:moveTo>
                  <a:cubicBezTo>
                    <a:pt x="2781" y="702"/>
                    <a:pt x="2783" y="702"/>
                    <a:pt x="2784" y="704"/>
                  </a:cubicBezTo>
                  <a:lnTo>
                    <a:pt x="2781" y="714"/>
                  </a:lnTo>
                  <a:lnTo>
                    <a:pt x="2771" y="714"/>
                  </a:lnTo>
                  <a:lnTo>
                    <a:pt x="2767" y="709"/>
                  </a:lnTo>
                  <a:cubicBezTo>
                    <a:pt x="2771" y="705"/>
                    <a:pt x="2776" y="702"/>
                    <a:pt x="2780" y="702"/>
                  </a:cubicBezTo>
                  <a:close/>
                  <a:moveTo>
                    <a:pt x="63" y="738"/>
                  </a:moveTo>
                  <a:cubicBezTo>
                    <a:pt x="64" y="738"/>
                    <a:pt x="68" y="741"/>
                    <a:pt x="74" y="745"/>
                  </a:cubicBezTo>
                  <a:cubicBezTo>
                    <a:pt x="81" y="750"/>
                    <a:pt x="86" y="755"/>
                    <a:pt x="83" y="760"/>
                  </a:cubicBezTo>
                  <a:cubicBezTo>
                    <a:pt x="85" y="767"/>
                    <a:pt x="84" y="770"/>
                    <a:pt x="83" y="770"/>
                  </a:cubicBezTo>
                  <a:cubicBezTo>
                    <a:pt x="80" y="770"/>
                    <a:pt x="74" y="762"/>
                    <a:pt x="69" y="750"/>
                  </a:cubicBezTo>
                  <a:cubicBezTo>
                    <a:pt x="64" y="742"/>
                    <a:pt x="62" y="738"/>
                    <a:pt x="63" y="738"/>
                  </a:cubicBezTo>
                  <a:close/>
                  <a:moveTo>
                    <a:pt x="2965" y="1059"/>
                  </a:moveTo>
                  <a:cubicBezTo>
                    <a:pt x="2967" y="1059"/>
                    <a:pt x="2969" y="1060"/>
                    <a:pt x="2970" y="1063"/>
                  </a:cubicBezTo>
                  <a:lnTo>
                    <a:pt x="2966" y="1072"/>
                  </a:lnTo>
                  <a:lnTo>
                    <a:pt x="2956" y="1069"/>
                  </a:lnTo>
                  <a:lnTo>
                    <a:pt x="2953" y="1063"/>
                  </a:lnTo>
                  <a:cubicBezTo>
                    <a:pt x="2958" y="1061"/>
                    <a:pt x="2962" y="1059"/>
                    <a:pt x="2965" y="1059"/>
                  </a:cubicBezTo>
                  <a:close/>
                  <a:moveTo>
                    <a:pt x="2982" y="1098"/>
                  </a:moveTo>
                  <a:cubicBezTo>
                    <a:pt x="2984" y="1098"/>
                    <a:pt x="2985" y="1100"/>
                    <a:pt x="2986" y="1103"/>
                  </a:cubicBezTo>
                  <a:cubicBezTo>
                    <a:pt x="2983" y="1108"/>
                    <a:pt x="2978" y="1112"/>
                    <a:pt x="2974" y="1114"/>
                  </a:cubicBezTo>
                  <a:cubicBezTo>
                    <a:pt x="2972" y="1115"/>
                    <a:pt x="2971" y="1115"/>
                    <a:pt x="2970" y="1115"/>
                  </a:cubicBezTo>
                  <a:cubicBezTo>
                    <a:pt x="2965" y="1115"/>
                    <a:pt x="2966" y="1110"/>
                    <a:pt x="2976" y="1100"/>
                  </a:cubicBezTo>
                  <a:cubicBezTo>
                    <a:pt x="2979" y="1099"/>
                    <a:pt x="2981" y="1098"/>
                    <a:pt x="2982" y="1098"/>
                  </a:cubicBezTo>
                  <a:close/>
                  <a:moveTo>
                    <a:pt x="3195" y="1182"/>
                  </a:moveTo>
                  <a:cubicBezTo>
                    <a:pt x="3187" y="1184"/>
                    <a:pt x="3187" y="1184"/>
                    <a:pt x="3189" y="1191"/>
                  </a:cubicBezTo>
                  <a:cubicBezTo>
                    <a:pt x="3192" y="1192"/>
                    <a:pt x="3196" y="1192"/>
                    <a:pt x="3199" y="1192"/>
                  </a:cubicBezTo>
                  <a:cubicBezTo>
                    <a:pt x="3201" y="1192"/>
                    <a:pt x="3203" y="1192"/>
                    <a:pt x="3206" y="1192"/>
                  </a:cubicBezTo>
                  <a:cubicBezTo>
                    <a:pt x="3214" y="1189"/>
                    <a:pt x="3211" y="1183"/>
                    <a:pt x="3195" y="1182"/>
                  </a:cubicBezTo>
                  <a:close/>
                  <a:moveTo>
                    <a:pt x="3031" y="1192"/>
                  </a:moveTo>
                  <a:cubicBezTo>
                    <a:pt x="3035" y="1192"/>
                    <a:pt x="3031" y="1199"/>
                    <a:pt x="3033" y="1205"/>
                  </a:cubicBezTo>
                  <a:cubicBezTo>
                    <a:pt x="3030" y="1209"/>
                    <a:pt x="3028" y="1211"/>
                    <a:pt x="3027" y="1211"/>
                  </a:cubicBezTo>
                  <a:cubicBezTo>
                    <a:pt x="3026" y="1211"/>
                    <a:pt x="3025" y="1208"/>
                    <a:pt x="3023" y="1202"/>
                  </a:cubicBezTo>
                  <a:cubicBezTo>
                    <a:pt x="3022" y="1195"/>
                    <a:pt x="3029" y="1193"/>
                    <a:pt x="3029" y="1193"/>
                  </a:cubicBezTo>
                  <a:cubicBezTo>
                    <a:pt x="3030" y="1193"/>
                    <a:pt x="3030" y="1192"/>
                    <a:pt x="3031" y="1192"/>
                  </a:cubicBezTo>
                  <a:close/>
                  <a:moveTo>
                    <a:pt x="2940" y="1266"/>
                  </a:moveTo>
                  <a:cubicBezTo>
                    <a:pt x="2932" y="1268"/>
                    <a:pt x="2932" y="1268"/>
                    <a:pt x="2933" y="1274"/>
                  </a:cubicBezTo>
                  <a:cubicBezTo>
                    <a:pt x="2935" y="1280"/>
                    <a:pt x="2936" y="1283"/>
                    <a:pt x="2937" y="1283"/>
                  </a:cubicBezTo>
                  <a:cubicBezTo>
                    <a:pt x="2938" y="1283"/>
                    <a:pt x="2940" y="1281"/>
                    <a:pt x="2942" y="1277"/>
                  </a:cubicBezTo>
                  <a:cubicBezTo>
                    <a:pt x="2941" y="1271"/>
                    <a:pt x="2940" y="1266"/>
                    <a:pt x="2940" y="1266"/>
                  </a:cubicBezTo>
                  <a:close/>
                  <a:moveTo>
                    <a:pt x="3062" y="1300"/>
                  </a:moveTo>
                  <a:cubicBezTo>
                    <a:pt x="3064" y="1300"/>
                    <a:pt x="3067" y="1301"/>
                    <a:pt x="3068" y="1305"/>
                  </a:cubicBezTo>
                  <a:cubicBezTo>
                    <a:pt x="3070" y="1311"/>
                    <a:pt x="3063" y="1318"/>
                    <a:pt x="3063" y="1318"/>
                  </a:cubicBezTo>
                  <a:cubicBezTo>
                    <a:pt x="3062" y="1319"/>
                    <a:pt x="3061" y="1319"/>
                    <a:pt x="3060" y="1319"/>
                  </a:cubicBezTo>
                  <a:cubicBezTo>
                    <a:pt x="3055" y="1319"/>
                    <a:pt x="3054" y="1315"/>
                    <a:pt x="3054" y="1315"/>
                  </a:cubicBezTo>
                  <a:cubicBezTo>
                    <a:pt x="3052" y="1310"/>
                    <a:pt x="3051" y="1303"/>
                    <a:pt x="3059" y="1301"/>
                  </a:cubicBezTo>
                  <a:cubicBezTo>
                    <a:pt x="3059" y="1301"/>
                    <a:pt x="3060" y="1300"/>
                    <a:pt x="3062" y="1300"/>
                  </a:cubicBezTo>
                  <a:close/>
                  <a:moveTo>
                    <a:pt x="3026" y="1354"/>
                  </a:moveTo>
                  <a:cubicBezTo>
                    <a:pt x="3025" y="1354"/>
                    <a:pt x="3023" y="1354"/>
                    <a:pt x="3023" y="1354"/>
                  </a:cubicBezTo>
                  <a:cubicBezTo>
                    <a:pt x="3023" y="1354"/>
                    <a:pt x="3014" y="1356"/>
                    <a:pt x="3016" y="1361"/>
                  </a:cubicBezTo>
                  <a:lnTo>
                    <a:pt x="3017" y="1368"/>
                  </a:lnTo>
                  <a:cubicBezTo>
                    <a:pt x="3023" y="1366"/>
                    <a:pt x="3029" y="1362"/>
                    <a:pt x="3032" y="1358"/>
                  </a:cubicBezTo>
                  <a:cubicBezTo>
                    <a:pt x="3031" y="1355"/>
                    <a:pt x="3029" y="1354"/>
                    <a:pt x="3026" y="1354"/>
                  </a:cubicBezTo>
                  <a:close/>
                  <a:moveTo>
                    <a:pt x="3059" y="1415"/>
                  </a:moveTo>
                  <a:lnTo>
                    <a:pt x="3060" y="1421"/>
                  </a:lnTo>
                  <a:lnTo>
                    <a:pt x="3053" y="1428"/>
                  </a:lnTo>
                  <a:lnTo>
                    <a:pt x="3052" y="1422"/>
                  </a:lnTo>
                  <a:cubicBezTo>
                    <a:pt x="3051" y="1416"/>
                    <a:pt x="3051" y="1416"/>
                    <a:pt x="3059" y="1415"/>
                  </a:cubicBezTo>
                  <a:close/>
                  <a:moveTo>
                    <a:pt x="3067" y="1467"/>
                  </a:moveTo>
                  <a:cubicBezTo>
                    <a:pt x="3070" y="1467"/>
                    <a:pt x="3073" y="1467"/>
                    <a:pt x="3076" y="1468"/>
                  </a:cubicBezTo>
                  <a:lnTo>
                    <a:pt x="3078" y="1480"/>
                  </a:lnTo>
                  <a:cubicBezTo>
                    <a:pt x="3075" y="1480"/>
                    <a:pt x="3072" y="1481"/>
                    <a:pt x="3069" y="1481"/>
                  </a:cubicBezTo>
                  <a:cubicBezTo>
                    <a:pt x="3065" y="1481"/>
                    <a:pt x="3062" y="1480"/>
                    <a:pt x="3061" y="1477"/>
                  </a:cubicBezTo>
                  <a:cubicBezTo>
                    <a:pt x="3054" y="1472"/>
                    <a:pt x="3057" y="1467"/>
                    <a:pt x="3067" y="1467"/>
                  </a:cubicBezTo>
                  <a:close/>
                  <a:moveTo>
                    <a:pt x="3125" y="1511"/>
                  </a:moveTo>
                  <a:cubicBezTo>
                    <a:pt x="3126" y="1517"/>
                    <a:pt x="3134" y="1523"/>
                    <a:pt x="3126" y="1524"/>
                  </a:cubicBezTo>
                  <a:cubicBezTo>
                    <a:pt x="3126" y="1525"/>
                    <a:pt x="3126" y="1525"/>
                    <a:pt x="3125" y="1525"/>
                  </a:cubicBezTo>
                  <a:cubicBezTo>
                    <a:pt x="3123" y="1525"/>
                    <a:pt x="3118" y="1517"/>
                    <a:pt x="3116" y="1511"/>
                  </a:cubicBezTo>
                  <a:close/>
                  <a:moveTo>
                    <a:pt x="3048" y="1569"/>
                  </a:moveTo>
                  <a:lnTo>
                    <a:pt x="3040" y="1570"/>
                  </a:lnTo>
                  <a:lnTo>
                    <a:pt x="3040" y="1570"/>
                  </a:lnTo>
                  <a:lnTo>
                    <a:pt x="3048" y="1569"/>
                  </a:lnTo>
                  <a:close/>
                  <a:moveTo>
                    <a:pt x="3107" y="1638"/>
                  </a:moveTo>
                  <a:cubicBezTo>
                    <a:pt x="3113" y="1638"/>
                    <a:pt x="3117" y="1639"/>
                    <a:pt x="3118" y="1644"/>
                  </a:cubicBezTo>
                  <a:lnTo>
                    <a:pt x="3118" y="1649"/>
                  </a:lnTo>
                  <a:cubicBezTo>
                    <a:pt x="3113" y="1649"/>
                    <a:pt x="3107" y="1647"/>
                    <a:pt x="3101" y="1645"/>
                  </a:cubicBezTo>
                  <a:lnTo>
                    <a:pt x="3101" y="1638"/>
                  </a:lnTo>
                  <a:cubicBezTo>
                    <a:pt x="3103" y="1638"/>
                    <a:pt x="3105" y="1638"/>
                    <a:pt x="3107" y="1638"/>
                  </a:cubicBezTo>
                  <a:close/>
                  <a:moveTo>
                    <a:pt x="3068" y="1684"/>
                  </a:moveTo>
                  <a:cubicBezTo>
                    <a:pt x="3070" y="1684"/>
                    <a:pt x="3073" y="1685"/>
                    <a:pt x="3080" y="1688"/>
                  </a:cubicBezTo>
                  <a:lnTo>
                    <a:pt x="3097" y="1700"/>
                  </a:lnTo>
                  <a:cubicBezTo>
                    <a:pt x="3097" y="1702"/>
                    <a:pt x="3096" y="1702"/>
                    <a:pt x="3094" y="1702"/>
                  </a:cubicBezTo>
                  <a:cubicBezTo>
                    <a:pt x="3091" y="1702"/>
                    <a:pt x="3083" y="1698"/>
                    <a:pt x="3072" y="1694"/>
                  </a:cubicBezTo>
                  <a:cubicBezTo>
                    <a:pt x="3068" y="1687"/>
                    <a:pt x="3065" y="1684"/>
                    <a:pt x="3068" y="1684"/>
                  </a:cubicBezTo>
                  <a:close/>
                  <a:moveTo>
                    <a:pt x="3092" y="1823"/>
                  </a:moveTo>
                  <a:cubicBezTo>
                    <a:pt x="3094" y="1823"/>
                    <a:pt x="3097" y="1823"/>
                    <a:pt x="3100" y="1823"/>
                  </a:cubicBezTo>
                  <a:cubicBezTo>
                    <a:pt x="3101" y="1823"/>
                    <a:pt x="3102" y="1823"/>
                    <a:pt x="3103" y="1823"/>
                  </a:cubicBezTo>
                  <a:cubicBezTo>
                    <a:pt x="3112" y="1823"/>
                    <a:pt x="3121" y="1829"/>
                    <a:pt x="3125" y="1837"/>
                  </a:cubicBezTo>
                  <a:lnTo>
                    <a:pt x="3124" y="1849"/>
                  </a:lnTo>
                  <a:lnTo>
                    <a:pt x="3108" y="1836"/>
                  </a:lnTo>
                  <a:cubicBezTo>
                    <a:pt x="3090" y="1825"/>
                    <a:pt x="3086" y="1823"/>
                    <a:pt x="3092" y="1823"/>
                  </a:cubicBezTo>
                  <a:close/>
                  <a:moveTo>
                    <a:pt x="3084" y="1852"/>
                  </a:moveTo>
                  <a:lnTo>
                    <a:pt x="3091" y="1859"/>
                  </a:lnTo>
                  <a:lnTo>
                    <a:pt x="3082" y="1865"/>
                  </a:lnTo>
                  <a:cubicBezTo>
                    <a:pt x="3073" y="1864"/>
                    <a:pt x="3076" y="1858"/>
                    <a:pt x="3076" y="1852"/>
                  </a:cubicBezTo>
                  <a:close/>
                  <a:moveTo>
                    <a:pt x="3102" y="2107"/>
                  </a:moveTo>
                  <a:cubicBezTo>
                    <a:pt x="3096" y="2107"/>
                    <a:pt x="3095" y="2112"/>
                    <a:pt x="3094" y="2118"/>
                  </a:cubicBezTo>
                  <a:cubicBezTo>
                    <a:pt x="3084" y="2130"/>
                    <a:pt x="3090" y="2136"/>
                    <a:pt x="3098" y="2139"/>
                  </a:cubicBezTo>
                  <a:cubicBezTo>
                    <a:pt x="3099" y="2139"/>
                    <a:pt x="3099" y="2139"/>
                    <a:pt x="3100" y="2139"/>
                  </a:cubicBezTo>
                  <a:cubicBezTo>
                    <a:pt x="3106" y="2139"/>
                    <a:pt x="3107" y="2132"/>
                    <a:pt x="3109" y="2121"/>
                  </a:cubicBezTo>
                  <a:cubicBezTo>
                    <a:pt x="3110" y="2115"/>
                    <a:pt x="3104" y="2107"/>
                    <a:pt x="3104" y="2107"/>
                  </a:cubicBezTo>
                  <a:cubicBezTo>
                    <a:pt x="3103" y="2107"/>
                    <a:pt x="3102" y="2107"/>
                    <a:pt x="3102" y="2107"/>
                  </a:cubicBezTo>
                  <a:close/>
                  <a:moveTo>
                    <a:pt x="3075" y="2149"/>
                  </a:moveTo>
                  <a:cubicBezTo>
                    <a:pt x="3078" y="2149"/>
                    <a:pt x="3082" y="2153"/>
                    <a:pt x="3086" y="2162"/>
                  </a:cubicBezTo>
                  <a:lnTo>
                    <a:pt x="3084" y="2174"/>
                  </a:lnTo>
                  <a:cubicBezTo>
                    <a:pt x="3076" y="2172"/>
                    <a:pt x="3070" y="2159"/>
                    <a:pt x="3071" y="2153"/>
                  </a:cubicBezTo>
                  <a:cubicBezTo>
                    <a:pt x="3072" y="2151"/>
                    <a:pt x="3073" y="2149"/>
                    <a:pt x="3075" y="2149"/>
                  </a:cubicBezTo>
                  <a:close/>
                  <a:moveTo>
                    <a:pt x="2948" y="2478"/>
                  </a:moveTo>
                  <a:cubicBezTo>
                    <a:pt x="2945" y="2478"/>
                    <a:pt x="2945" y="2480"/>
                    <a:pt x="2944" y="2484"/>
                  </a:cubicBezTo>
                  <a:lnTo>
                    <a:pt x="2943" y="2490"/>
                  </a:lnTo>
                  <a:lnTo>
                    <a:pt x="2943" y="2490"/>
                  </a:lnTo>
                  <a:lnTo>
                    <a:pt x="2952" y="2485"/>
                  </a:lnTo>
                  <a:lnTo>
                    <a:pt x="2953" y="2480"/>
                  </a:lnTo>
                  <a:cubicBezTo>
                    <a:pt x="2951" y="2479"/>
                    <a:pt x="2949" y="2478"/>
                    <a:pt x="2948" y="2478"/>
                  </a:cubicBezTo>
                  <a:close/>
                  <a:moveTo>
                    <a:pt x="2990" y="2498"/>
                  </a:moveTo>
                  <a:cubicBezTo>
                    <a:pt x="2990" y="2498"/>
                    <a:pt x="2991" y="2499"/>
                    <a:pt x="2992" y="2499"/>
                  </a:cubicBezTo>
                  <a:lnTo>
                    <a:pt x="2990" y="2505"/>
                  </a:lnTo>
                  <a:cubicBezTo>
                    <a:pt x="2989" y="2505"/>
                    <a:pt x="2989" y="2505"/>
                    <a:pt x="2988" y="2505"/>
                  </a:cubicBezTo>
                  <a:cubicBezTo>
                    <a:pt x="2985" y="2505"/>
                    <a:pt x="2988" y="2508"/>
                    <a:pt x="2993" y="2508"/>
                  </a:cubicBezTo>
                  <a:cubicBezTo>
                    <a:pt x="2994" y="2508"/>
                    <a:pt x="2996" y="2507"/>
                    <a:pt x="2998" y="2506"/>
                  </a:cubicBezTo>
                  <a:lnTo>
                    <a:pt x="3015" y="2509"/>
                  </a:lnTo>
                  <a:cubicBezTo>
                    <a:pt x="3012" y="2516"/>
                    <a:pt x="3006" y="2519"/>
                    <a:pt x="2999" y="2519"/>
                  </a:cubicBezTo>
                  <a:cubicBezTo>
                    <a:pt x="2998" y="2519"/>
                    <a:pt x="2997" y="2519"/>
                    <a:pt x="2996" y="2519"/>
                  </a:cubicBezTo>
                  <a:cubicBezTo>
                    <a:pt x="2990" y="2520"/>
                    <a:pt x="2986" y="2521"/>
                    <a:pt x="2984" y="2521"/>
                  </a:cubicBezTo>
                  <a:cubicBezTo>
                    <a:pt x="2979" y="2521"/>
                    <a:pt x="2980" y="2518"/>
                    <a:pt x="2981" y="2510"/>
                  </a:cubicBezTo>
                  <a:cubicBezTo>
                    <a:pt x="2982" y="2504"/>
                    <a:pt x="2984" y="2498"/>
                    <a:pt x="2990" y="2498"/>
                  </a:cubicBezTo>
                  <a:close/>
                  <a:moveTo>
                    <a:pt x="2972" y="2572"/>
                  </a:moveTo>
                  <a:cubicBezTo>
                    <a:pt x="2973" y="2572"/>
                    <a:pt x="2975" y="2573"/>
                    <a:pt x="2978" y="2574"/>
                  </a:cubicBezTo>
                  <a:cubicBezTo>
                    <a:pt x="2978" y="2574"/>
                    <a:pt x="2985" y="2582"/>
                    <a:pt x="2984" y="2587"/>
                  </a:cubicBezTo>
                  <a:lnTo>
                    <a:pt x="2975" y="2592"/>
                  </a:lnTo>
                  <a:cubicBezTo>
                    <a:pt x="2967" y="2591"/>
                    <a:pt x="2968" y="2585"/>
                    <a:pt x="2969" y="2578"/>
                  </a:cubicBezTo>
                  <a:cubicBezTo>
                    <a:pt x="2970" y="2574"/>
                    <a:pt x="2970" y="2572"/>
                    <a:pt x="2972" y="2572"/>
                  </a:cubicBezTo>
                  <a:close/>
                  <a:moveTo>
                    <a:pt x="3087" y="2612"/>
                  </a:moveTo>
                  <a:lnTo>
                    <a:pt x="3086" y="2619"/>
                  </a:lnTo>
                  <a:cubicBezTo>
                    <a:pt x="3090" y="2623"/>
                    <a:pt x="3095" y="2625"/>
                    <a:pt x="3100" y="2628"/>
                  </a:cubicBezTo>
                  <a:lnTo>
                    <a:pt x="3101" y="2621"/>
                  </a:lnTo>
                  <a:cubicBezTo>
                    <a:pt x="3103" y="2615"/>
                    <a:pt x="3095" y="2613"/>
                    <a:pt x="3087" y="2612"/>
                  </a:cubicBezTo>
                  <a:close/>
                  <a:moveTo>
                    <a:pt x="1411" y="1"/>
                  </a:moveTo>
                  <a:cubicBezTo>
                    <a:pt x="1409" y="1"/>
                    <a:pt x="1403" y="5"/>
                    <a:pt x="1390" y="13"/>
                  </a:cubicBezTo>
                  <a:cubicBezTo>
                    <a:pt x="1377" y="13"/>
                    <a:pt x="1353" y="21"/>
                    <a:pt x="1334" y="21"/>
                  </a:cubicBezTo>
                  <a:cubicBezTo>
                    <a:pt x="1323" y="22"/>
                    <a:pt x="1315" y="22"/>
                    <a:pt x="1309" y="22"/>
                  </a:cubicBezTo>
                  <a:cubicBezTo>
                    <a:pt x="1299" y="22"/>
                    <a:pt x="1293" y="21"/>
                    <a:pt x="1289" y="16"/>
                  </a:cubicBezTo>
                  <a:cubicBezTo>
                    <a:pt x="1289" y="16"/>
                    <a:pt x="1289" y="15"/>
                    <a:pt x="1289" y="15"/>
                  </a:cubicBezTo>
                  <a:lnTo>
                    <a:pt x="1289" y="15"/>
                  </a:lnTo>
                  <a:cubicBezTo>
                    <a:pt x="1287" y="24"/>
                    <a:pt x="1280" y="25"/>
                    <a:pt x="1265" y="26"/>
                  </a:cubicBezTo>
                  <a:cubicBezTo>
                    <a:pt x="1261" y="24"/>
                    <a:pt x="1256" y="23"/>
                    <a:pt x="1252" y="23"/>
                  </a:cubicBezTo>
                  <a:cubicBezTo>
                    <a:pt x="1243" y="23"/>
                    <a:pt x="1233" y="28"/>
                    <a:pt x="1228" y="36"/>
                  </a:cubicBezTo>
                  <a:lnTo>
                    <a:pt x="1240" y="36"/>
                  </a:lnTo>
                  <a:cubicBezTo>
                    <a:pt x="1241" y="46"/>
                    <a:pt x="1239" y="50"/>
                    <a:pt x="1235" y="50"/>
                  </a:cubicBezTo>
                  <a:cubicBezTo>
                    <a:pt x="1232" y="50"/>
                    <a:pt x="1228" y="48"/>
                    <a:pt x="1223" y="45"/>
                  </a:cubicBezTo>
                  <a:cubicBezTo>
                    <a:pt x="1217" y="45"/>
                    <a:pt x="1216" y="37"/>
                    <a:pt x="1215" y="30"/>
                  </a:cubicBezTo>
                  <a:cubicBezTo>
                    <a:pt x="1214" y="22"/>
                    <a:pt x="1208" y="15"/>
                    <a:pt x="1201" y="15"/>
                  </a:cubicBezTo>
                  <a:cubicBezTo>
                    <a:pt x="1201" y="15"/>
                    <a:pt x="1201" y="15"/>
                    <a:pt x="1200" y="15"/>
                  </a:cubicBezTo>
                  <a:cubicBezTo>
                    <a:pt x="1194" y="16"/>
                    <a:pt x="1188" y="16"/>
                    <a:pt x="1194" y="24"/>
                  </a:cubicBezTo>
                  <a:cubicBezTo>
                    <a:pt x="1196" y="32"/>
                    <a:pt x="1196" y="32"/>
                    <a:pt x="1190" y="33"/>
                  </a:cubicBezTo>
                  <a:cubicBezTo>
                    <a:pt x="1182" y="33"/>
                    <a:pt x="1175" y="37"/>
                    <a:pt x="1172" y="43"/>
                  </a:cubicBezTo>
                  <a:cubicBezTo>
                    <a:pt x="1173" y="52"/>
                    <a:pt x="1168" y="52"/>
                    <a:pt x="1161" y="53"/>
                  </a:cubicBezTo>
                  <a:cubicBezTo>
                    <a:pt x="1155" y="49"/>
                    <a:pt x="1148" y="48"/>
                    <a:pt x="1142" y="48"/>
                  </a:cubicBezTo>
                  <a:cubicBezTo>
                    <a:pt x="1142" y="50"/>
                    <a:pt x="1142" y="51"/>
                    <a:pt x="1142" y="51"/>
                  </a:cubicBezTo>
                  <a:cubicBezTo>
                    <a:pt x="1142" y="51"/>
                    <a:pt x="1141" y="45"/>
                    <a:pt x="1141" y="40"/>
                  </a:cubicBezTo>
                  <a:cubicBezTo>
                    <a:pt x="1138" y="34"/>
                    <a:pt x="1136" y="28"/>
                    <a:pt x="1132" y="25"/>
                  </a:cubicBezTo>
                  <a:cubicBezTo>
                    <a:pt x="1125" y="26"/>
                    <a:pt x="1126" y="34"/>
                    <a:pt x="1126" y="34"/>
                  </a:cubicBezTo>
                  <a:cubicBezTo>
                    <a:pt x="1127" y="39"/>
                    <a:pt x="980" y="70"/>
                    <a:pt x="962" y="76"/>
                  </a:cubicBezTo>
                  <a:cubicBezTo>
                    <a:pt x="959" y="74"/>
                    <a:pt x="955" y="74"/>
                    <a:pt x="951" y="74"/>
                  </a:cubicBezTo>
                  <a:cubicBezTo>
                    <a:pt x="940" y="74"/>
                    <a:pt x="932" y="78"/>
                    <a:pt x="938" y="83"/>
                  </a:cubicBezTo>
                  <a:cubicBezTo>
                    <a:pt x="940" y="91"/>
                    <a:pt x="910" y="99"/>
                    <a:pt x="874" y="110"/>
                  </a:cubicBezTo>
                  <a:cubicBezTo>
                    <a:pt x="832" y="123"/>
                    <a:pt x="803" y="136"/>
                    <a:pt x="806" y="143"/>
                  </a:cubicBezTo>
                  <a:lnTo>
                    <a:pt x="788" y="150"/>
                  </a:lnTo>
                  <a:cubicBezTo>
                    <a:pt x="777" y="154"/>
                    <a:pt x="768" y="165"/>
                    <a:pt x="763" y="168"/>
                  </a:cubicBezTo>
                  <a:cubicBezTo>
                    <a:pt x="761" y="173"/>
                    <a:pt x="758" y="176"/>
                    <a:pt x="757" y="176"/>
                  </a:cubicBezTo>
                  <a:cubicBezTo>
                    <a:pt x="756" y="176"/>
                    <a:pt x="755" y="174"/>
                    <a:pt x="757" y="170"/>
                  </a:cubicBezTo>
                  <a:cubicBezTo>
                    <a:pt x="754" y="163"/>
                    <a:pt x="751" y="157"/>
                    <a:pt x="747" y="157"/>
                  </a:cubicBezTo>
                  <a:cubicBezTo>
                    <a:pt x="746" y="157"/>
                    <a:pt x="745" y="157"/>
                    <a:pt x="745" y="157"/>
                  </a:cubicBezTo>
                  <a:cubicBezTo>
                    <a:pt x="733" y="162"/>
                    <a:pt x="737" y="170"/>
                    <a:pt x="739" y="177"/>
                  </a:cubicBezTo>
                  <a:cubicBezTo>
                    <a:pt x="742" y="184"/>
                    <a:pt x="737" y="187"/>
                    <a:pt x="737" y="187"/>
                  </a:cubicBezTo>
                  <a:cubicBezTo>
                    <a:pt x="735" y="188"/>
                    <a:pt x="733" y="189"/>
                    <a:pt x="732" y="189"/>
                  </a:cubicBezTo>
                  <a:cubicBezTo>
                    <a:pt x="731" y="189"/>
                    <a:pt x="730" y="187"/>
                    <a:pt x="728" y="182"/>
                  </a:cubicBezTo>
                  <a:lnTo>
                    <a:pt x="722" y="168"/>
                  </a:lnTo>
                  <a:lnTo>
                    <a:pt x="715" y="170"/>
                  </a:lnTo>
                  <a:cubicBezTo>
                    <a:pt x="719" y="178"/>
                    <a:pt x="713" y="180"/>
                    <a:pt x="713" y="180"/>
                  </a:cubicBezTo>
                  <a:cubicBezTo>
                    <a:pt x="712" y="181"/>
                    <a:pt x="711" y="181"/>
                    <a:pt x="710" y="181"/>
                  </a:cubicBezTo>
                  <a:cubicBezTo>
                    <a:pt x="707" y="181"/>
                    <a:pt x="706" y="178"/>
                    <a:pt x="701" y="168"/>
                  </a:cubicBezTo>
                  <a:cubicBezTo>
                    <a:pt x="698" y="161"/>
                    <a:pt x="695" y="158"/>
                    <a:pt x="693" y="158"/>
                  </a:cubicBezTo>
                  <a:cubicBezTo>
                    <a:pt x="691" y="158"/>
                    <a:pt x="689" y="163"/>
                    <a:pt x="690" y="173"/>
                  </a:cubicBezTo>
                  <a:lnTo>
                    <a:pt x="682" y="185"/>
                  </a:lnTo>
                  <a:cubicBezTo>
                    <a:pt x="679" y="183"/>
                    <a:pt x="677" y="182"/>
                    <a:pt x="675" y="182"/>
                  </a:cubicBezTo>
                  <a:cubicBezTo>
                    <a:pt x="668" y="182"/>
                    <a:pt x="664" y="196"/>
                    <a:pt x="663" y="203"/>
                  </a:cubicBezTo>
                  <a:cubicBezTo>
                    <a:pt x="657" y="198"/>
                    <a:pt x="653" y="196"/>
                    <a:pt x="650" y="196"/>
                  </a:cubicBezTo>
                  <a:cubicBezTo>
                    <a:pt x="646" y="196"/>
                    <a:pt x="645" y="201"/>
                    <a:pt x="646" y="211"/>
                  </a:cubicBezTo>
                  <a:cubicBezTo>
                    <a:pt x="648" y="216"/>
                    <a:pt x="647" y="218"/>
                    <a:pt x="643" y="218"/>
                  </a:cubicBezTo>
                  <a:cubicBezTo>
                    <a:pt x="641" y="218"/>
                    <a:pt x="638" y="217"/>
                    <a:pt x="635" y="216"/>
                  </a:cubicBezTo>
                  <a:cubicBezTo>
                    <a:pt x="632" y="214"/>
                    <a:pt x="629" y="214"/>
                    <a:pt x="626" y="214"/>
                  </a:cubicBezTo>
                  <a:cubicBezTo>
                    <a:pt x="621" y="214"/>
                    <a:pt x="616" y="217"/>
                    <a:pt x="609" y="221"/>
                  </a:cubicBezTo>
                  <a:cubicBezTo>
                    <a:pt x="607" y="231"/>
                    <a:pt x="569" y="252"/>
                    <a:pt x="525" y="276"/>
                  </a:cubicBezTo>
                  <a:cubicBezTo>
                    <a:pt x="478" y="307"/>
                    <a:pt x="446" y="327"/>
                    <a:pt x="451" y="334"/>
                  </a:cubicBezTo>
                  <a:cubicBezTo>
                    <a:pt x="448" y="335"/>
                    <a:pt x="447" y="336"/>
                    <a:pt x="445" y="336"/>
                  </a:cubicBezTo>
                  <a:cubicBezTo>
                    <a:pt x="443" y="336"/>
                    <a:pt x="440" y="335"/>
                    <a:pt x="435" y="334"/>
                  </a:cubicBezTo>
                  <a:cubicBezTo>
                    <a:pt x="434" y="331"/>
                    <a:pt x="432" y="330"/>
                    <a:pt x="431" y="330"/>
                  </a:cubicBezTo>
                  <a:cubicBezTo>
                    <a:pt x="428" y="330"/>
                    <a:pt x="426" y="336"/>
                    <a:pt x="429" y="347"/>
                  </a:cubicBezTo>
                  <a:cubicBezTo>
                    <a:pt x="429" y="353"/>
                    <a:pt x="431" y="358"/>
                    <a:pt x="430" y="358"/>
                  </a:cubicBezTo>
                  <a:cubicBezTo>
                    <a:pt x="430" y="358"/>
                    <a:pt x="429" y="356"/>
                    <a:pt x="425" y="350"/>
                  </a:cubicBezTo>
                  <a:cubicBezTo>
                    <a:pt x="424" y="349"/>
                    <a:pt x="422" y="348"/>
                    <a:pt x="420" y="348"/>
                  </a:cubicBezTo>
                  <a:cubicBezTo>
                    <a:pt x="415" y="348"/>
                    <a:pt x="405" y="355"/>
                    <a:pt x="390" y="366"/>
                  </a:cubicBezTo>
                  <a:cubicBezTo>
                    <a:pt x="374" y="377"/>
                    <a:pt x="354" y="392"/>
                    <a:pt x="360" y="399"/>
                  </a:cubicBezTo>
                  <a:cubicBezTo>
                    <a:pt x="357" y="406"/>
                    <a:pt x="355" y="409"/>
                    <a:pt x="355" y="409"/>
                  </a:cubicBezTo>
                  <a:cubicBezTo>
                    <a:pt x="354" y="409"/>
                    <a:pt x="354" y="407"/>
                    <a:pt x="354" y="402"/>
                  </a:cubicBezTo>
                  <a:cubicBezTo>
                    <a:pt x="353" y="397"/>
                    <a:pt x="349" y="395"/>
                    <a:pt x="344" y="395"/>
                  </a:cubicBezTo>
                  <a:cubicBezTo>
                    <a:pt x="333" y="395"/>
                    <a:pt x="318" y="406"/>
                    <a:pt x="316" y="423"/>
                  </a:cubicBezTo>
                  <a:cubicBezTo>
                    <a:pt x="313" y="426"/>
                    <a:pt x="310" y="428"/>
                    <a:pt x="306" y="428"/>
                  </a:cubicBezTo>
                  <a:cubicBezTo>
                    <a:pt x="304" y="428"/>
                    <a:pt x="302" y="428"/>
                    <a:pt x="300" y="426"/>
                  </a:cubicBezTo>
                  <a:cubicBezTo>
                    <a:pt x="293" y="432"/>
                    <a:pt x="286" y="441"/>
                    <a:pt x="282" y="451"/>
                  </a:cubicBezTo>
                  <a:lnTo>
                    <a:pt x="249" y="481"/>
                  </a:lnTo>
                  <a:cubicBezTo>
                    <a:pt x="242" y="486"/>
                    <a:pt x="239" y="494"/>
                    <a:pt x="236" y="503"/>
                  </a:cubicBezTo>
                  <a:lnTo>
                    <a:pt x="232" y="507"/>
                  </a:lnTo>
                  <a:cubicBezTo>
                    <a:pt x="231" y="507"/>
                    <a:pt x="231" y="507"/>
                    <a:pt x="230" y="507"/>
                  </a:cubicBezTo>
                  <a:cubicBezTo>
                    <a:pt x="221" y="507"/>
                    <a:pt x="201" y="527"/>
                    <a:pt x="173" y="555"/>
                  </a:cubicBezTo>
                  <a:cubicBezTo>
                    <a:pt x="142" y="584"/>
                    <a:pt x="120" y="613"/>
                    <a:pt x="108" y="613"/>
                  </a:cubicBezTo>
                  <a:cubicBezTo>
                    <a:pt x="108" y="613"/>
                    <a:pt x="108" y="613"/>
                    <a:pt x="107" y="613"/>
                  </a:cubicBezTo>
                  <a:cubicBezTo>
                    <a:pt x="104" y="617"/>
                    <a:pt x="104" y="623"/>
                    <a:pt x="105" y="627"/>
                  </a:cubicBezTo>
                  <a:cubicBezTo>
                    <a:pt x="113" y="643"/>
                    <a:pt x="110" y="648"/>
                    <a:pt x="100" y="648"/>
                  </a:cubicBezTo>
                  <a:cubicBezTo>
                    <a:pt x="97" y="647"/>
                    <a:pt x="95" y="647"/>
                    <a:pt x="93" y="647"/>
                  </a:cubicBezTo>
                  <a:cubicBezTo>
                    <a:pt x="78" y="647"/>
                    <a:pt x="67" y="662"/>
                    <a:pt x="75" y="676"/>
                  </a:cubicBezTo>
                  <a:lnTo>
                    <a:pt x="68" y="671"/>
                  </a:lnTo>
                  <a:cubicBezTo>
                    <a:pt x="66" y="671"/>
                    <a:pt x="65" y="670"/>
                    <a:pt x="63" y="670"/>
                  </a:cubicBezTo>
                  <a:cubicBezTo>
                    <a:pt x="51" y="670"/>
                    <a:pt x="48" y="688"/>
                    <a:pt x="56" y="700"/>
                  </a:cubicBezTo>
                  <a:cubicBezTo>
                    <a:pt x="46" y="700"/>
                    <a:pt x="36" y="700"/>
                    <a:pt x="38" y="710"/>
                  </a:cubicBezTo>
                  <a:cubicBezTo>
                    <a:pt x="37" y="712"/>
                    <a:pt x="36" y="713"/>
                    <a:pt x="34" y="713"/>
                  </a:cubicBezTo>
                  <a:cubicBezTo>
                    <a:pt x="32" y="713"/>
                    <a:pt x="29" y="711"/>
                    <a:pt x="21" y="706"/>
                  </a:cubicBezTo>
                  <a:cubicBezTo>
                    <a:pt x="16" y="702"/>
                    <a:pt x="12" y="699"/>
                    <a:pt x="8" y="699"/>
                  </a:cubicBezTo>
                  <a:cubicBezTo>
                    <a:pt x="7" y="699"/>
                    <a:pt x="6" y="699"/>
                    <a:pt x="4" y="700"/>
                  </a:cubicBezTo>
                  <a:cubicBezTo>
                    <a:pt x="1" y="706"/>
                    <a:pt x="8" y="710"/>
                    <a:pt x="13" y="716"/>
                  </a:cubicBezTo>
                  <a:lnTo>
                    <a:pt x="6" y="726"/>
                  </a:lnTo>
                  <a:cubicBezTo>
                    <a:pt x="6" y="726"/>
                    <a:pt x="2" y="731"/>
                    <a:pt x="9" y="735"/>
                  </a:cubicBezTo>
                  <a:cubicBezTo>
                    <a:pt x="15" y="741"/>
                    <a:pt x="12" y="745"/>
                    <a:pt x="8" y="750"/>
                  </a:cubicBezTo>
                  <a:cubicBezTo>
                    <a:pt x="6" y="749"/>
                    <a:pt x="6" y="749"/>
                    <a:pt x="5" y="749"/>
                  </a:cubicBezTo>
                  <a:cubicBezTo>
                    <a:pt x="2" y="749"/>
                    <a:pt x="6" y="755"/>
                    <a:pt x="14" y="755"/>
                  </a:cubicBezTo>
                  <a:cubicBezTo>
                    <a:pt x="21" y="760"/>
                    <a:pt x="28" y="764"/>
                    <a:pt x="23" y="769"/>
                  </a:cubicBezTo>
                  <a:lnTo>
                    <a:pt x="37" y="779"/>
                  </a:lnTo>
                  <a:cubicBezTo>
                    <a:pt x="47" y="785"/>
                    <a:pt x="53" y="790"/>
                    <a:pt x="61" y="790"/>
                  </a:cubicBezTo>
                  <a:cubicBezTo>
                    <a:pt x="64" y="790"/>
                    <a:pt x="68" y="789"/>
                    <a:pt x="72" y="788"/>
                  </a:cubicBezTo>
                  <a:cubicBezTo>
                    <a:pt x="93" y="773"/>
                    <a:pt x="110" y="764"/>
                    <a:pt x="96" y="754"/>
                  </a:cubicBezTo>
                  <a:cubicBezTo>
                    <a:pt x="96" y="754"/>
                    <a:pt x="94" y="745"/>
                    <a:pt x="97" y="741"/>
                  </a:cubicBezTo>
                  <a:cubicBezTo>
                    <a:pt x="101" y="735"/>
                    <a:pt x="111" y="735"/>
                    <a:pt x="111" y="735"/>
                  </a:cubicBezTo>
                  <a:cubicBezTo>
                    <a:pt x="112" y="736"/>
                    <a:pt x="112" y="736"/>
                    <a:pt x="113" y="736"/>
                  </a:cubicBezTo>
                  <a:cubicBezTo>
                    <a:pt x="121" y="736"/>
                    <a:pt x="133" y="718"/>
                    <a:pt x="151" y="699"/>
                  </a:cubicBezTo>
                  <a:cubicBezTo>
                    <a:pt x="174" y="673"/>
                    <a:pt x="186" y="660"/>
                    <a:pt x="196" y="660"/>
                  </a:cubicBezTo>
                  <a:cubicBezTo>
                    <a:pt x="196" y="660"/>
                    <a:pt x="197" y="660"/>
                    <a:pt x="197" y="660"/>
                  </a:cubicBezTo>
                  <a:cubicBezTo>
                    <a:pt x="198" y="660"/>
                    <a:pt x="200" y="660"/>
                    <a:pt x="201" y="660"/>
                  </a:cubicBezTo>
                  <a:cubicBezTo>
                    <a:pt x="204" y="660"/>
                    <a:pt x="208" y="659"/>
                    <a:pt x="211" y="657"/>
                  </a:cubicBezTo>
                  <a:cubicBezTo>
                    <a:pt x="204" y="651"/>
                    <a:pt x="227" y="624"/>
                    <a:pt x="259" y="596"/>
                  </a:cubicBezTo>
                  <a:cubicBezTo>
                    <a:pt x="288" y="566"/>
                    <a:pt x="318" y="538"/>
                    <a:pt x="313" y="532"/>
                  </a:cubicBezTo>
                  <a:lnTo>
                    <a:pt x="322" y="524"/>
                  </a:lnTo>
                  <a:cubicBezTo>
                    <a:pt x="323" y="526"/>
                    <a:pt x="325" y="527"/>
                    <a:pt x="327" y="527"/>
                  </a:cubicBezTo>
                  <a:cubicBezTo>
                    <a:pt x="332" y="527"/>
                    <a:pt x="339" y="521"/>
                    <a:pt x="345" y="515"/>
                  </a:cubicBezTo>
                  <a:cubicBezTo>
                    <a:pt x="348" y="507"/>
                    <a:pt x="352" y="500"/>
                    <a:pt x="359" y="494"/>
                  </a:cubicBezTo>
                  <a:cubicBezTo>
                    <a:pt x="360" y="496"/>
                    <a:pt x="362" y="497"/>
                    <a:pt x="364" y="497"/>
                  </a:cubicBezTo>
                  <a:cubicBezTo>
                    <a:pt x="367" y="497"/>
                    <a:pt x="371" y="494"/>
                    <a:pt x="377" y="488"/>
                  </a:cubicBezTo>
                  <a:cubicBezTo>
                    <a:pt x="386" y="481"/>
                    <a:pt x="390" y="477"/>
                    <a:pt x="386" y="470"/>
                  </a:cubicBezTo>
                  <a:cubicBezTo>
                    <a:pt x="402" y="457"/>
                    <a:pt x="423" y="446"/>
                    <a:pt x="443" y="439"/>
                  </a:cubicBezTo>
                  <a:cubicBezTo>
                    <a:pt x="444" y="439"/>
                    <a:pt x="445" y="439"/>
                    <a:pt x="445" y="439"/>
                  </a:cubicBezTo>
                  <a:cubicBezTo>
                    <a:pt x="453" y="439"/>
                    <a:pt x="453" y="430"/>
                    <a:pt x="453" y="421"/>
                  </a:cubicBezTo>
                  <a:cubicBezTo>
                    <a:pt x="447" y="415"/>
                    <a:pt x="447" y="406"/>
                    <a:pt x="453" y="401"/>
                  </a:cubicBezTo>
                  <a:cubicBezTo>
                    <a:pt x="453" y="401"/>
                    <a:pt x="457" y="408"/>
                    <a:pt x="462" y="414"/>
                  </a:cubicBezTo>
                  <a:cubicBezTo>
                    <a:pt x="462" y="420"/>
                    <a:pt x="462" y="422"/>
                    <a:pt x="464" y="422"/>
                  </a:cubicBezTo>
                  <a:cubicBezTo>
                    <a:pt x="465" y="422"/>
                    <a:pt x="467" y="421"/>
                    <a:pt x="472" y="418"/>
                  </a:cubicBezTo>
                  <a:lnTo>
                    <a:pt x="481" y="410"/>
                  </a:lnTo>
                  <a:cubicBezTo>
                    <a:pt x="477" y="403"/>
                    <a:pt x="501" y="387"/>
                    <a:pt x="537" y="365"/>
                  </a:cubicBezTo>
                  <a:cubicBezTo>
                    <a:pt x="581" y="336"/>
                    <a:pt x="598" y="329"/>
                    <a:pt x="594" y="321"/>
                  </a:cubicBezTo>
                  <a:cubicBezTo>
                    <a:pt x="590" y="314"/>
                    <a:pt x="595" y="312"/>
                    <a:pt x="615" y="310"/>
                  </a:cubicBezTo>
                  <a:cubicBezTo>
                    <a:pt x="632" y="312"/>
                    <a:pt x="642" y="313"/>
                    <a:pt x="649" y="313"/>
                  </a:cubicBezTo>
                  <a:cubicBezTo>
                    <a:pt x="658" y="313"/>
                    <a:pt x="658" y="310"/>
                    <a:pt x="659" y="304"/>
                  </a:cubicBezTo>
                  <a:lnTo>
                    <a:pt x="659" y="304"/>
                  </a:lnTo>
                  <a:cubicBezTo>
                    <a:pt x="658" y="305"/>
                    <a:pt x="658" y="305"/>
                    <a:pt x="657" y="305"/>
                  </a:cubicBezTo>
                  <a:cubicBezTo>
                    <a:pt x="653" y="305"/>
                    <a:pt x="650" y="299"/>
                    <a:pt x="646" y="293"/>
                  </a:cubicBezTo>
                  <a:cubicBezTo>
                    <a:pt x="642" y="285"/>
                    <a:pt x="642" y="280"/>
                    <a:pt x="645" y="280"/>
                  </a:cubicBezTo>
                  <a:cubicBezTo>
                    <a:pt x="647" y="280"/>
                    <a:pt x="651" y="283"/>
                    <a:pt x="657" y="288"/>
                  </a:cubicBezTo>
                  <a:cubicBezTo>
                    <a:pt x="658" y="289"/>
                    <a:pt x="660" y="290"/>
                    <a:pt x="663" y="290"/>
                  </a:cubicBezTo>
                  <a:cubicBezTo>
                    <a:pt x="682" y="290"/>
                    <a:pt x="740" y="256"/>
                    <a:pt x="740" y="240"/>
                  </a:cubicBezTo>
                  <a:lnTo>
                    <a:pt x="740" y="240"/>
                  </a:lnTo>
                  <a:cubicBezTo>
                    <a:pt x="741" y="242"/>
                    <a:pt x="742" y="244"/>
                    <a:pt x="744" y="247"/>
                  </a:cubicBezTo>
                  <a:cubicBezTo>
                    <a:pt x="745" y="250"/>
                    <a:pt x="746" y="252"/>
                    <a:pt x="749" y="252"/>
                  </a:cubicBezTo>
                  <a:cubicBezTo>
                    <a:pt x="754" y="252"/>
                    <a:pt x="761" y="248"/>
                    <a:pt x="774" y="243"/>
                  </a:cubicBezTo>
                  <a:lnTo>
                    <a:pt x="791" y="236"/>
                  </a:lnTo>
                  <a:cubicBezTo>
                    <a:pt x="786" y="225"/>
                    <a:pt x="802" y="220"/>
                    <a:pt x="813" y="220"/>
                  </a:cubicBezTo>
                  <a:cubicBezTo>
                    <a:pt x="818" y="220"/>
                    <a:pt x="822" y="221"/>
                    <a:pt x="823" y="224"/>
                  </a:cubicBezTo>
                  <a:cubicBezTo>
                    <a:pt x="828" y="227"/>
                    <a:pt x="830" y="228"/>
                    <a:pt x="833" y="228"/>
                  </a:cubicBezTo>
                  <a:cubicBezTo>
                    <a:pt x="835" y="228"/>
                    <a:pt x="838" y="227"/>
                    <a:pt x="843" y="225"/>
                  </a:cubicBezTo>
                  <a:cubicBezTo>
                    <a:pt x="851" y="210"/>
                    <a:pt x="867" y="204"/>
                    <a:pt x="878" y="204"/>
                  </a:cubicBezTo>
                  <a:cubicBezTo>
                    <a:pt x="883" y="204"/>
                    <a:pt x="886" y="205"/>
                    <a:pt x="887" y="208"/>
                  </a:cubicBezTo>
                  <a:lnTo>
                    <a:pt x="898" y="205"/>
                  </a:lnTo>
                  <a:cubicBezTo>
                    <a:pt x="902" y="196"/>
                    <a:pt x="913" y="192"/>
                    <a:pt x="919" y="190"/>
                  </a:cubicBezTo>
                  <a:cubicBezTo>
                    <a:pt x="935" y="185"/>
                    <a:pt x="942" y="183"/>
                    <a:pt x="933" y="178"/>
                  </a:cubicBezTo>
                  <a:cubicBezTo>
                    <a:pt x="931" y="170"/>
                    <a:pt x="929" y="162"/>
                    <a:pt x="934" y="161"/>
                  </a:cubicBezTo>
                  <a:lnTo>
                    <a:pt x="936" y="169"/>
                  </a:lnTo>
                  <a:cubicBezTo>
                    <a:pt x="937" y="171"/>
                    <a:pt x="940" y="172"/>
                    <a:pt x="944" y="172"/>
                  </a:cubicBezTo>
                  <a:cubicBezTo>
                    <a:pt x="952" y="172"/>
                    <a:pt x="964" y="169"/>
                    <a:pt x="979" y="164"/>
                  </a:cubicBezTo>
                  <a:cubicBezTo>
                    <a:pt x="996" y="160"/>
                    <a:pt x="1007" y="157"/>
                    <a:pt x="1015" y="157"/>
                  </a:cubicBezTo>
                  <a:cubicBezTo>
                    <a:pt x="1020" y="157"/>
                    <a:pt x="1024" y="158"/>
                    <a:pt x="1027" y="161"/>
                  </a:cubicBezTo>
                  <a:lnTo>
                    <a:pt x="1032" y="152"/>
                  </a:lnTo>
                  <a:cubicBezTo>
                    <a:pt x="1034" y="147"/>
                    <a:pt x="1036" y="144"/>
                    <a:pt x="1038" y="144"/>
                  </a:cubicBezTo>
                  <a:cubicBezTo>
                    <a:pt x="1040" y="144"/>
                    <a:pt x="1042" y="146"/>
                    <a:pt x="1043" y="150"/>
                  </a:cubicBezTo>
                  <a:cubicBezTo>
                    <a:pt x="1045" y="152"/>
                    <a:pt x="1049" y="153"/>
                    <a:pt x="1053" y="153"/>
                  </a:cubicBezTo>
                  <a:cubicBezTo>
                    <a:pt x="1063" y="153"/>
                    <a:pt x="1076" y="148"/>
                    <a:pt x="1083" y="141"/>
                  </a:cubicBezTo>
                  <a:lnTo>
                    <a:pt x="1095" y="137"/>
                  </a:lnTo>
                  <a:cubicBezTo>
                    <a:pt x="1098" y="144"/>
                    <a:pt x="1104" y="147"/>
                    <a:pt x="1109" y="147"/>
                  </a:cubicBezTo>
                  <a:cubicBezTo>
                    <a:pt x="1117" y="147"/>
                    <a:pt x="1124" y="142"/>
                    <a:pt x="1125" y="133"/>
                  </a:cubicBezTo>
                  <a:cubicBezTo>
                    <a:pt x="1126" y="138"/>
                    <a:pt x="1129" y="140"/>
                    <a:pt x="1133" y="140"/>
                  </a:cubicBezTo>
                  <a:cubicBezTo>
                    <a:pt x="1134" y="140"/>
                    <a:pt x="1136" y="140"/>
                    <a:pt x="1137" y="139"/>
                  </a:cubicBezTo>
                  <a:cubicBezTo>
                    <a:pt x="1144" y="133"/>
                    <a:pt x="1156" y="130"/>
                    <a:pt x="1164" y="130"/>
                  </a:cubicBezTo>
                  <a:cubicBezTo>
                    <a:pt x="1169" y="130"/>
                    <a:pt x="1173" y="131"/>
                    <a:pt x="1173" y="134"/>
                  </a:cubicBezTo>
                  <a:lnTo>
                    <a:pt x="1179" y="133"/>
                  </a:lnTo>
                  <a:cubicBezTo>
                    <a:pt x="1182" y="127"/>
                    <a:pt x="1188" y="123"/>
                    <a:pt x="1196" y="123"/>
                  </a:cubicBezTo>
                  <a:cubicBezTo>
                    <a:pt x="1202" y="123"/>
                    <a:pt x="1209" y="118"/>
                    <a:pt x="1211" y="111"/>
                  </a:cubicBezTo>
                  <a:cubicBezTo>
                    <a:pt x="1217" y="102"/>
                    <a:pt x="1223" y="102"/>
                    <a:pt x="1223" y="102"/>
                  </a:cubicBezTo>
                  <a:cubicBezTo>
                    <a:pt x="1229" y="102"/>
                    <a:pt x="1224" y="110"/>
                    <a:pt x="1218" y="119"/>
                  </a:cubicBezTo>
                  <a:cubicBezTo>
                    <a:pt x="1214" y="123"/>
                    <a:pt x="1214" y="124"/>
                    <a:pt x="1217" y="124"/>
                  </a:cubicBezTo>
                  <a:cubicBezTo>
                    <a:pt x="1221" y="124"/>
                    <a:pt x="1231" y="120"/>
                    <a:pt x="1242" y="109"/>
                  </a:cubicBezTo>
                  <a:cubicBezTo>
                    <a:pt x="1249" y="101"/>
                    <a:pt x="1254" y="97"/>
                    <a:pt x="1254" y="97"/>
                  </a:cubicBezTo>
                  <a:lnTo>
                    <a:pt x="1254" y="97"/>
                  </a:lnTo>
                  <a:cubicBezTo>
                    <a:pt x="1255" y="97"/>
                    <a:pt x="1253" y="101"/>
                    <a:pt x="1247" y="109"/>
                  </a:cubicBezTo>
                  <a:cubicBezTo>
                    <a:pt x="1244" y="115"/>
                    <a:pt x="1240" y="121"/>
                    <a:pt x="1242" y="121"/>
                  </a:cubicBezTo>
                  <a:cubicBezTo>
                    <a:pt x="1243" y="121"/>
                    <a:pt x="1245" y="120"/>
                    <a:pt x="1248" y="117"/>
                  </a:cubicBezTo>
                  <a:cubicBezTo>
                    <a:pt x="1248" y="117"/>
                    <a:pt x="1260" y="116"/>
                    <a:pt x="1260" y="108"/>
                  </a:cubicBezTo>
                  <a:lnTo>
                    <a:pt x="1277" y="107"/>
                  </a:lnTo>
                  <a:cubicBezTo>
                    <a:pt x="1284" y="111"/>
                    <a:pt x="1293" y="114"/>
                    <a:pt x="1301" y="114"/>
                  </a:cubicBezTo>
                  <a:cubicBezTo>
                    <a:pt x="1304" y="109"/>
                    <a:pt x="1305" y="107"/>
                    <a:pt x="1307" y="107"/>
                  </a:cubicBezTo>
                  <a:cubicBezTo>
                    <a:pt x="1308" y="107"/>
                    <a:pt x="1310" y="109"/>
                    <a:pt x="1313" y="113"/>
                  </a:cubicBezTo>
                  <a:cubicBezTo>
                    <a:pt x="1313" y="116"/>
                    <a:pt x="1314" y="118"/>
                    <a:pt x="1316" y="118"/>
                  </a:cubicBezTo>
                  <a:cubicBezTo>
                    <a:pt x="1318" y="118"/>
                    <a:pt x="1320" y="114"/>
                    <a:pt x="1319" y="104"/>
                  </a:cubicBezTo>
                  <a:cubicBezTo>
                    <a:pt x="1322" y="99"/>
                    <a:pt x="1325" y="97"/>
                    <a:pt x="1328" y="97"/>
                  </a:cubicBezTo>
                  <a:cubicBezTo>
                    <a:pt x="1331" y="97"/>
                    <a:pt x="1334" y="99"/>
                    <a:pt x="1337" y="102"/>
                  </a:cubicBezTo>
                  <a:cubicBezTo>
                    <a:pt x="1337" y="112"/>
                    <a:pt x="1339" y="116"/>
                    <a:pt x="1341" y="116"/>
                  </a:cubicBezTo>
                  <a:cubicBezTo>
                    <a:pt x="1342" y="116"/>
                    <a:pt x="1343" y="114"/>
                    <a:pt x="1343" y="110"/>
                  </a:cubicBezTo>
                  <a:cubicBezTo>
                    <a:pt x="1346" y="106"/>
                    <a:pt x="1349" y="104"/>
                    <a:pt x="1355" y="102"/>
                  </a:cubicBezTo>
                  <a:cubicBezTo>
                    <a:pt x="1355" y="111"/>
                    <a:pt x="1409" y="110"/>
                    <a:pt x="1461" y="111"/>
                  </a:cubicBezTo>
                  <a:cubicBezTo>
                    <a:pt x="1468" y="111"/>
                    <a:pt x="1474" y="104"/>
                    <a:pt x="1475" y="96"/>
                  </a:cubicBezTo>
                  <a:cubicBezTo>
                    <a:pt x="1475" y="89"/>
                    <a:pt x="1475" y="87"/>
                    <a:pt x="1475" y="87"/>
                  </a:cubicBezTo>
                  <a:cubicBezTo>
                    <a:pt x="1476" y="87"/>
                    <a:pt x="1477" y="91"/>
                    <a:pt x="1481" y="96"/>
                  </a:cubicBezTo>
                  <a:cubicBezTo>
                    <a:pt x="1483" y="109"/>
                    <a:pt x="1487" y="115"/>
                    <a:pt x="1490" y="115"/>
                  </a:cubicBezTo>
                  <a:cubicBezTo>
                    <a:pt x="1493" y="115"/>
                    <a:pt x="1495" y="109"/>
                    <a:pt x="1493" y="97"/>
                  </a:cubicBezTo>
                  <a:cubicBezTo>
                    <a:pt x="1490" y="89"/>
                    <a:pt x="1489" y="84"/>
                    <a:pt x="1489" y="84"/>
                  </a:cubicBezTo>
                  <a:lnTo>
                    <a:pt x="1489" y="84"/>
                  </a:lnTo>
                  <a:cubicBezTo>
                    <a:pt x="1490" y="84"/>
                    <a:pt x="1493" y="89"/>
                    <a:pt x="1498" y="98"/>
                  </a:cubicBezTo>
                  <a:cubicBezTo>
                    <a:pt x="1501" y="102"/>
                    <a:pt x="1503" y="104"/>
                    <a:pt x="1504" y="104"/>
                  </a:cubicBezTo>
                  <a:cubicBezTo>
                    <a:pt x="1506" y="104"/>
                    <a:pt x="1507" y="102"/>
                    <a:pt x="1511" y="98"/>
                  </a:cubicBezTo>
                  <a:cubicBezTo>
                    <a:pt x="1511" y="94"/>
                    <a:pt x="1512" y="93"/>
                    <a:pt x="1513" y="93"/>
                  </a:cubicBezTo>
                  <a:cubicBezTo>
                    <a:pt x="1515" y="93"/>
                    <a:pt x="1516" y="95"/>
                    <a:pt x="1516" y="99"/>
                  </a:cubicBezTo>
                  <a:cubicBezTo>
                    <a:pt x="1520" y="105"/>
                    <a:pt x="1524" y="111"/>
                    <a:pt x="1526" y="111"/>
                  </a:cubicBezTo>
                  <a:cubicBezTo>
                    <a:pt x="1527" y="111"/>
                    <a:pt x="1527" y="110"/>
                    <a:pt x="1528" y="108"/>
                  </a:cubicBezTo>
                  <a:cubicBezTo>
                    <a:pt x="1532" y="109"/>
                    <a:pt x="1537" y="113"/>
                    <a:pt x="1539" y="117"/>
                  </a:cubicBezTo>
                  <a:cubicBezTo>
                    <a:pt x="1541" y="120"/>
                    <a:pt x="1542" y="121"/>
                    <a:pt x="1544" y="121"/>
                  </a:cubicBezTo>
                  <a:cubicBezTo>
                    <a:pt x="1548" y="121"/>
                    <a:pt x="1552" y="116"/>
                    <a:pt x="1557" y="110"/>
                  </a:cubicBezTo>
                  <a:cubicBezTo>
                    <a:pt x="1567" y="103"/>
                    <a:pt x="1573" y="99"/>
                    <a:pt x="1576" y="99"/>
                  </a:cubicBezTo>
                  <a:cubicBezTo>
                    <a:pt x="1579" y="99"/>
                    <a:pt x="1579" y="103"/>
                    <a:pt x="1575" y="111"/>
                  </a:cubicBezTo>
                  <a:cubicBezTo>
                    <a:pt x="1571" y="118"/>
                    <a:pt x="1575" y="121"/>
                    <a:pt x="1581" y="121"/>
                  </a:cubicBezTo>
                  <a:cubicBezTo>
                    <a:pt x="1589" y="121"/>
                    <a:pt x="1601" y="116"/>
                    <a:pt x="1606" y="108"/>
                  </a:cubicBezTo>
                  <a:cubicBezTo>
                    <a:pt x="1611" y="99"/>
                    <a:pt x="1613" y="95"/>
                    <a:pt x="1613" y="95"/>
                  </a:cubicBezTo>
                  <a:lnTo>
                    <a:pt x="1613" y="95"/>
                  </a:lnTo>
                  <a:cubicBezTo>
                    <a:pt x="1614" y="95"/>
                    <a:pt x="1613" y="97"/>
                    <a:pt x="1613" y="100"/>
                  </a:cubicBezTo>
                  <a:cubicBezTo>
                    <a:pt x="1612" y="109"/>
                    <a:pt x="1617" y="109"/>
                    <a:pt x="1617" y="109"/>
                  </a:cubicBezTo>
                  <a:cubicBezTo>
                    <a:pt x="1623" y="110"/>
                    <a:pt x="1630" y="111"/>
                    <a:pt x="1629" y="119"/>
                  </a:cubicBezTo>
                  <a:cubicBezTo>
                    <a:pt x="1635" y="119"/>
                    <a:pt x="1642" y="117"/>
                    <a:pt x="1648" y="114"/>
                  </a:cubicBezTo>
                  <a:cubicBezTo>
                    <a:pt x="1652" y="109"/>
                    <a:pt x="1657" y="107"/>
                    <a:pt x="1661" y="107"/>
                  </a:cubicBezTo>
                  <a:cubicBezTo>
                    <a:pt x="1671" y="107"/>
                    <a:pt x="1679" y="116"/>
                    <a:pt x="1681" y="127"/>
                  </a:cubicBezTo>
                  <a:lnTo>
                    <a:pt x="1695" y="120"/>
                  </a:lnTo>
                  <a:cubicBezTo>
                    <a:pt x="1700" y="112"/>
                    <a:pt x="1705" y="106"/>
                    <a:pt x="1707" y="106"/>
                  </a:cubicBezTo>
                  <a:cubicBezTo>
                    <a:pt x="1709" y="106"/>
                    <a:pt x="1709" y="109"/>
                    <a:pt x="1708" y="116"/>
                  </a:cubicBezTo>
                  <a:lnTo>
                    <a:pt x="1706" y="124"/>
                  </a:lnTo>
                  <a:cubicBezTo>
                    <a:pt x="1709" y="119"/>
                    <a:pt x="1713" y="118"/>
                    <a:pt x="1717" y="118"/>
                  </a:cubicBezTo>
                  <a:cubicBezTo>
                    <a:pt x="1726" y="118"/>
                    <a:pt x="1736" y="127"/>
                    <a:pt x="1734" y="138"/>
                  </a:cubicBezTo>
                  <a:cubicBezTo>
                    <a:pt x="1732" y="146"/>
                    <a:pt x="1732" y="146"/>
                    <a:pt x="1739" y="147"/>
                  </a:cubicBezTo>
                  <a:lnTo>
                    <a:pt x="1740" y="139"/>
                  </a:lnTo>
                  <a:cubicBezTo>
                    <a:pt x="1741" y="132"/>
                    <a:pt x="1743" y="125"/>
                    <a:pt x="1748" y="125"/>
                  </a:cubicBezTo>
                  <a:cubicBezTo>
                    <a:pt x="1748" y="125"/>
                    <a:pt x="1748" y="125"/>
                    <a:pt x="1749" y="125"/>
                  </a:cubicBezTo>
                  <a:cubicBezTo>
                    <a:pt x="1754" y="127"/>
                    <a:pt x="1761" y="128"/>
                    <a:pt x="1759" y="136"/>
                  </a:cubicBezTo>
                  <a:cubicBezTo>
                    <a:pt x="1762" y="143"/>
                    <a:pt x="1765" y="150"/>
                    <a:pt x="1767" y="150"/>
                  </a:cubicBezTo>
                  <a:cubicBezTo>
                    <a:pt x="1768" y="150"/>
                    <a:pt x="1768" y="149"/>
                    <a:pt x="1769" y="147"/>
                  </a:cubicBezTo>
                  <a:cubicBezTo>
                    <a:pt x="1769" y="147"/>
                    <a:pt x="1774" y="148"/>
                    <a:pt x="1778" y="157"/>
                  </a:cubicBezTo>
                  <a:lnTo>
                    <a:pt x="1801" y="163"/>
                  </a:lnTo>
                  <a:cubicBezTo>
                    <a:pt x="1804" y="161"/>
                    <a:pt x="1808" y="159"/>
                    <a:pt x="1811" y="159"/>
                  </a:cubicBezTo>
                  <a:cubicBezTo>
                    <a:pt x="1816" y="159"/>
                    <a:pt x="1820" y="163"/>
                    <a:pt x="1818" y="168"/>
                  </a:cubicBezTo>
                  <a:cubicBezTo>
                    <a:pt x="1820" y="168"/>
                    <a:pt x="1821" y="168"/>
                    <a:pt x="1823" y="168"/>
                  </a:cubicBezTo>
                  <a:cubicBezTo>
                    <a:pt x="1828" y="168"/>
                    <a:pt x="1834" y="166"/>
                    <a:pt x="1838" y="163"/>
                  </a:cubicBezTo>
                  <a:cubicBezTo>
                    <a:pt x="1850" y="166"/>
                    <a:pt x="1855" y="168"/>
                    <a:pt x="1853" y="175"/>
                  </a:cubicBezTo>
                  <a:cubicBezTo>
                    <a:pt x="1852" y="179"/>
                    <a:pt x="1851" y="181"/>
                    <a:pt x="1852" y="181"/>
                  </a:cubicBezTo>
                  <a:cubicBezTo>
                    <a:pt x="1853" y="181"/>
                    <a:pt x="1855" y="180"/>
                    <a:pt x="1859" y="177"/>
                  </a:cubicBezTo>
                  <a:cubicBezTo>
                    <a:pt x="1860" y="172"/>
                    <a:pt x="1862" y="171"/>
                    <a:pt x="1864" y="171"/>
                  </a:cubicBezTo>
                  <a:cubicBezTo>
                    <a:pt x="1867" y="171"/>
                    <a:pt x="1869" y="172"/>
                    <a:pt x="1872" y="173"/>
                  </a:cubicBezTo>
                  <a:lnTo>
                    <a:pt x="1883" y="178"/>
                  </a:lnTo>
                  <a:cubicBezTo>
                    <a:pt x="1885" y="172"/>
                    <a:pt x="1885" y="170"/>
                    <a:pt x="1888" y="170"/>
                  </a:cubicBezTo>
                  <a:cubicBezTo>
                    <a:pt x="1888" y="170"/>
                    <a:pt x="1890" y="171"/>
                    <a:pt x="1891" y="171"/>
                  </a:cubicBezTo>
                  <a:cubicBezTo>
                    <a:pt x="1898" y="173"/>
                    <a:pt x="1911" y="187"/>
                    <a:pt x="1917" y="189"/>
                  </a:cubicBezTo>
                  <a:cubicBezTo>
                    <a:pt x="1924" y="191"/>
                    <a:pt x="1928" y="193"/>
                    <a:pt x="1931" y="193"/>
                  </a:cubicBezTo>
                  <a:cubicBezTo>
                    <a:pt x="1933" y="193"/>
                    <a:pt x="1933" y="191"/>
                    <a:pt x="1931" y="185"/>
                  </a:cubicBezTo>
                  <a:cubicBezTo>
                    <a:pt x="1928" y="184"/>
                    <a:pt x="1928" y="181"/>
                    <a:pt x="1930" y="181"/>
                  </a:cubicBezTo>
                  <a:cubicBezTo>
                    <a:pt x="1931" y="181"/>
                    <a:pt x="1934" y="182"/>
                    <a:pt x="1937" y="187"/>
                  </a:cubicBezTo>
                  <a:cubicBezTo>
                    <a:pt x="1948" y="196"/>
                    <a:pt x="1961" y="202"/>
                    <a:pt x="1973" y="208"/>
                  </a:cubicBezTo>
                  <a:cubicBezTo>
                    <a:pt x="1985" y="212"/>
                    <a:pt x="1990" y="214"/>
                    <a:pt x="1993" y="214"/>
                  </a:cubicBezTo>
                  <a:cubicBezTo>
                    <a:pt x="1996" y="214"/>
                    <a:pt x="1997" y="212"/>
                    <a:pt x="1999" y="209"/>
                  </a:cubicBezTo>
                  <a:cubicBezTo>
                    <a:pt x="1999" y="201"/>
                    <a:pt x="2000" y="197"/>
                    <a:pt x="2001" y="197"/>
                  </a:cubicBezTo>
                  <a:cubicBezTo>
                    <a:pt x="2003" y="197"/>
                    <a:pt x="2004" y="201"/>
                    <a:pt x="2004" y="210"/>
                  </a:cubicBezTo>
                  <a:cubicBezTo>
                    <a:pt x="2008" y="223"/>
                    <a:pt x="2011" y="229"/>
                    <a:pt x="2014" y="229"/>
                  </a:cubicBezTo>
                  <a:cubicBezTo>
                    <a:pt x="2016" y="229"/>
                    <a:pt x="2017" y="227"/>
                    <a:pt x="2018" y="225"/>
                  </a:cubicBezTo>
                  <a:cubicBezTo>
                    <a:pt x="2023" y="222"/>
                    <a:pt x="2025" y="220"/>
                    <a:pt x="2027" y="220"/>
                  </a:cubicBezTo>
                  <a:cubicBezTo>
                    <a:pt x="2029" y="220"/>
                    <a:pt x="2030" y="221"/>
                    <a:pt x="2032" y="223"/>
                  </a:cubicBezTo>
                  <a:cubicBezTo>
                    <a:pt x="2030" y="227"/>
                    <a:pt x="2032" y="231"/>
                    <a:pt x="2039" y="231"/>
                  </a:cubicBezTo>
                  <a:cubicBezTo>
                    <a:pt x="2041" y="231"/>
                    <a:pt x="2045" y="230"/>
                    <a:pt x="2048" y="229"/>
                  </a:cubicBezTo>
                  <a:cubicBezTo>
                    <a:pt x="2054" y="233"/>
                    <a:pt x="2054" y="233"/>
                    <a:pt x="2050" y="239"/>
                  </a:cubicBezTo>
                  <a:lnTo>
                    <a:pt x="2062" y="245"/>
                  </a:lnTo>
                  <a:cubicBezTo>
                    <a:pt x="2065" y="243"/>
                    <a:pt x="2068" y="242"/>
                    <a:pt x="2071" y="242"/>
                  </a:cubicBezTo>
                  <a:cubicBezTo>
                    <a:pt x="2088" y="242"/>
                    <a:pt x="2108" y="259"/>
                    <a:pt x="2110" y="267"/>
                  </a:cubicBezTo>
                  <a:cubicBezTo>
                    <a:pt x="2111" y="268"/>
                    <a:pt x="2113" y="268"/>
                    <a:pt x="2115" y="268"/>
                  </a:cubicBezTo>
                  <a:cubicBezTo>
                    <a:pt x="2118" y="268"/>
                    <a:pt x="2122" y="267"/>
                    <a:pt x="2124" y="265"/>
                  </a:cubicBezTo>
                  <a:cubicBezTo>
                    <a:pt x="2130" y="260"/>
                    <a:pt x="2134" y="257"/>
                    <a:pt x="2136" y="257"/>
                  </a:cubicBezTo>
                  <a:cubicBezTo>
                    <a:pt x="2139" y="257"/>
                    <a:pt x="2139" y="261"/>
                    <a:pt x="2135" y="270"/>
                  </a:cubicBezTo>
                  <a:cubicBezTo>
                    <a:pt x="2131" y="277"/>
                    <a:pt x="2129" y="281"/>
                    <a:pt x="2130" y="281"/>
                  </a:cubicBezTo>
                  <a:cubicBezTo>
                    <a:pt x="2131" y="281"/>
                    <a:pt x="2134" y="278"/>
                    <a:pt x="2140" y="273"/>
                  </a:cubicBezTo>
                  <a:cubicBezTo>
                    <a:pt x="2142" y="272"/>
                    <a:pt x="2143" y="272"/>
                    <a:pt x="2146" y="272"/>
                  </a:cubicBezTo>
                  <a:cubicBezTo>
                    <a:pt x="2157" y="272"/>
                    <a:pt x="2174" y="283"/>
                    <a:pt x="2164" y="293"/>
                  </a:cubicBezTo>
                  <a:cubicBezTo>
                    <a:pt x="2159" y="300"/>
                    <a:pt x="2156" y="307"/>
                    <a:pt x="2156" y="307"/>
                  </a:cubicBezTo>
                  <a:cubicBezTo>
                    <a:pt x="2158" y="305"/>
                    <a:pt x="2161" y="305"/>
                    <a:pt x="2164" y="305"/>
                  </a:cubicBezTo>
                  <a:cubicBezTo>
                    <a:pt x="2166" y="305"/>
                    <a:pt x="2167" y="305"/>
                    <a:pt x="2169" y="306"/>
                  </a:cubicBezTo>
                  <a:cubicBezTo>
                    <a:pt x="2171" y="303"/>
                    <a:pt x="2173" y="302"/>
                    <a:pt x="2175" y="302"/>
                  </a:cubicBezTo>
                  <a:cubicBezTo>
                    <a:pt x="2179" y="302"/>
                    <a:pt x="2184" y="305"/>
                    <a:pt x="2194" y="311"/>
                  </a:cubicBezTo>
                  <a:cubicBezTo>
                    <a:pt x="2204" y="317"/>
                    <a:pt x="2229" y="322"/>
                    <a:pt x="2239" y="328"/>
                  </a:cubicBezTo>
                  <a:cubicBezTo>
                    <a:pt x="2249" y="335"/>
                    <a:pt x="2265" y="344"/>
                    <a:pt x="2266" y="354"/>
                  </a:cubicBezTo>
                  <a:cubicBezTo>
                    <a:pt x="2271" y="357"/>
                    <a:pt x="2277" y="359"/>
                    <a:pt x="2284" y="359"/>
                  </a:cubicBezTo>
                  <a:cubicBezTo>
                    <a:pt x="2286" y="359"/>
                    <a:pt x="2288" y="359"/>
                    <a:pt x="2290" y="358"/>
                  </a:cubicBezTo>
                  <a:cubicBezTo>
                    <a:pt x="2292" y="358"/>
                    <a:pt x="2294" y="357"/>
                    <a:pt x="2295" y="357"/>
                  </a:cubicBezTo>
                  <a:cubicBezTo>
                    <a:pt x="2303" y="357"/>
                    <a:pt x="2309" y="363"/>
                    <a:pt x="2305" y="368"/>
                  </a:cubicBezTo>
                  <a:lnTo>
                    <a:pt x="2310" y="372"/>
                  </a:lnTo>
                  <a:cubicBezTo>
                    <a:pt x="2316" y="372"/>
                    <a:pt x="2323" y="373"/>
                    <a:pt x="2329" y="375"/>
                  </a:cubicBezTo>
                  <a:cubicBezTo>
                    <a:pt x="2325" y="381"/>
                    <a:pt x="2324" y="390"/>
                    <a:pt x="2331" y="390"/>
                  </a:cubicBezTo>
                  <a:cubicBezTo>
                    <a:pt x="2332" y="390"/>
                    <a:pt x="2333" y="390"/>
                    <a:pt x="2334" y="390"/>
                  </a:cubicBezTo>
                  <a:cubicBezTo>
                    <a:pt x="2336" y="387"/>
                    <a:pt x="2338" y="386"/>
                    <a:pt x="2340" y="386"/>
                  </a:cubicBezTo>
                  <a:cubicBezTo>
                    <a:pt x="2343" y="386"/>
                    <a:pt x="2347" y="389"/>
                    <a:pt x="2353" y="393"/>
                  </a:cubicBezTo>
                  <a:cubicBezTo>
                    <a:pt x="2356" y="401"/>
                    <a:pt x="2397" y="432"/>
                    <a:pt x="2436" y="464"/>
                  </a:cubicBezTo>
                  <a:cubicBezTo>
                    <a:pt x="2473" y="496"/>
                    <a:pt x="2509" y="526"/>
                    <a:pt x="2514" y="526"/>
                  </a:cubicBezTo>
                  <a:cubicBezTo>
                    <a:pt x="2514" y="526"/>
                    <a:pt x="2515" y="526"/>
                    <a:pt x="2515" y="525"/>
                  </a:cubicBezTo>
                  <a:lnTo>
                    <a:pt x="2528" y="538"/>
                  </a:lnTo>
                  <a:lnTo>
                    <a:pt x="2542" y="549"/>
                  </a:lnTo>
                  <a:cubicBezTo>
                    <a:pt x="2532" y="560"/>
                    <a:pt x="2557" y="576"/>
                    <a:pt x="2575" y="584"/>
                  </a:cubicBezTo>
                  <a:cubicBezTo>
                    <a:pt x="2576" y="584"/>
                    <a:pt x="2577" y="584"/>
                    <a:pt x="2578" y="584"/>
                  </a:cubicBezTo>
                  <a:cubicBezTo>
                    <a:pt x="2584" y="584"/>
                    <a:pt x="2589" y="587"/>
                    <a:pt x="2593" y="592"/>
                  </a:cubicBezTo>
                  <a:cubicBezTo>
                    <a:pt x="2582" y="603"/>
                    <a:pt x="2593" y="616"/>
                    <a:pt x="2608" y="620"/>
                  </a:cubicBezTo>
                  <a:cubicBezTo>
                    <a:pt x="2613" y="617"/>
                    <a:pt x="2617" y="616"/>
                    <a:pt x="2620" y="616"/>
                  </a:cubicBezTo>
                  <a:cubicBezTo>
                    <a:pt x="2625" y="616"/>
                    <a:pt x="2624" y="621"/>
                    <a:pt x="2616" y="627"/>
                  </a:cubicBezTo>
                  <a:cubicBezTo>
                    <a:pt x="2607" y="636"/>
                    <a:pt x="2609" y="643"/>
                    <a:pt x="2621" y="643"/>
                  </a:cubicBezTo>
                  <a:cubicBezTo>
                    <a:pt x="2625" y="643"/>
                    <a:pt x="2631" y="642"/>
                    <a:pt x="2638" y="640"/>
                  </a:cubicBezTo>
                  <a:cubicBezTo>
                    <a:pt x="2641" y="640"/>
                    <a:pt x="2643" y="639"/>
                    <a:pt x="2644" y="639"/>
                  </a:cubicBezTo>
                  <a:cubicBezTo>
                    <a:pt x="2648" y="639"/>
                    <a:pt x="2648" y="641"/>
                    <a:pt x="2646" y="649"/>
                  </a:cubicBezTo>
                  <a:cubicBezTo>
                    <a:pt x="2640" y="660"/>
                    <a:pt x="2641" y="665"/>
                    <a:pt x="2644" y="665"/>
                  </a:cubicBezTo>
                  <a:cubicBezTo>
                    <a:pt x="2645" y="665"/>
                    <a:pt x="2646" y="665"/>
                    <a:pt x="2648" y="663"/>
                  </a:cubicBezTo>
                  <a:cubicBezTo>
                    <a:pt x="2653" y="661"/>
                    <a:pt x="2657" y="660"/>
                    <a:pt x="2660" y="660"/>
                  </a:cubicBezTo>
                  <a:cubicBezTo>
                    <a:pt x="2666" y="660"/>
                    <a:pt x="2667" y="666"/>
                    <a:pt x="2661" y="677"/>
                  </a:cubicBezTo>
                  <a:cubicBezTo>
                    <a:pt x="2657" y="689"/>
                    <a:pt x="2656" y="694"/>
                    <a:pt x="2660" y="694"/>
                  </a:cubicBezTo>
                  <a:cubicBezTo>
                    <a:pt x="2662" y="694"/>
                    <a:pt x="2665" y="692"/>
                    <a:pt x="2671" y="690"/>
                  </a:cubicBezTo>
                  <a:cubicBezTo>
                    <a:pt x="2672" y="690"/>
                    <a:pt x="2674" y="690"/>
                    <a:pt x="2676" y="690"/>
                  </a:cubicBezTo>
                  <a:cubicBezTo>
                    <a:pt x="2690" y="690"/>
                    <a:pt x="2701" y="706"/>
                    <a:pt x="2693" y="719"/>
                  </a:cubicBezTo>
                  <a:cubicBezTo>
                    <a:pt x="2696" y="723"/>
                    <a:pt x="2694" y="730"/>
                    <a:pt x="2697" y="730"/>
                  </a:cubicBezTo>
                  <a:cubicBezTo>
                    <a:pt x="2698" y="730"/>
                    <a:pt x="2698" y="730"/>
                    <a:pt x="2700" y="728"/>
                  </a:cubicBezTo>
                  <a:lnTo>
                    <a:pt x="2700" y="728"/>
                  </a:lnTo>
                  <a:lnTo>
                    <a:pt x="2697" y="739"/>
                  </a:lnTo>
                  <a:cubicBezTo>
                    <a:pt x="2701" y="743"/>
                    <a:pt x="2704" y="748"/>
                    <a:pt x="2704" y="748"/>
                  </a:cubicBezTo>
                  <a:lnTo>
                    <a:pt x="2711" y="743"/>
                  </a:lnTo>
                  <a:cubicBezTo>
                    <a:pt x="2713" y="749"/>
                    <a:pt x="2730" y="780"/>
                    <a:pt x="2754" y="815"/>
                  </a:cubicBezTo>
                  <a:cubicBezTo>
                    <a:pt x="2780" y="859"/>
                    <a:pt x="2790" y="874"/>
                    <a:pt x="2795" y="874"/>
                  </a:cubicBezTo>
                  <a:cubicBezTo>
                    <a:pt x="2796" y="874"/>
                    <a:pt x="2797" y="873"/>
                    <a:pt x="2797" y="871"/>
                  </a:cubicBezTo>
                  <a:cubicBezTo>
                    <a:pt x="2801" y="866"/>
                    <a:pt x="2804" y="865"/>
                    <a:pt x="2806" y="865"/>
                  </a:cubicBezTo>
                  <a:cubicBezTo>
                    <a:pt x="2811" y="865"/>
                    <a:pt x="2811" y="872"/>
                    <a:pt x="2804" y="882"/>
                  </a:cubicBezTo>
                  <a:cubicBezTo>
                    <a:pt x="2808" y="887"/>
                    <a:pt x="2806" y="901"/>
                    <a:pt x="2813" y="911"/>
                  </a:cubicBezTo>
                  <a:cubicBezTo>
                    <a:pt x="2819" y="921"/>
                    <a:pt x="2826" y="931"/>
                    <a:pt x="2818" y="935"/>
                  </a:cubicBezTo>
                  <a:lnTo>
                    <a:pt x="2821" y="940"/>
                  </a:lnTo>
                  <a:cubicBezTo>
                    <a:pt x="2841" y="943"/>
                    <a:pt x="2857" y="975"/>
                    <a:pt x="2857" y="995"/>
                  </a:cubicBezTo>
                  <a:cubicBezTo>
                    <a:pt x="2860" y="1004"/>
                    <a:pt x="2868" y="1013"/>
                    <a:pt x="2877" y="1018"/>
                  </a:cubicBezTo>
                  <a:cubicBezTo>
                    <a:pt x="2891" y="1025"/>
                    <a:pt x="2891" y="1025"/>
                    <a:pt x="2886" y="1034"/>
                  </a:cubicBezTo>
                  <a:cubicBezTo>
                    <a:pt x="2879" y="1038"/>
                    <a:pt x="2885" y="1067"/>
                    <a:pt x="2898" y="1067"/>
                  </a:cubicBezTo>
                  <a:cubicBezTo>
                    <a:pt x="2899" y="1067"/>
                    <a:pt x="2900" y="1067"/>
                    <a:pt x="2902" y="1066"/>
                  </a:cubicBezTo>
                  <a:lnTo>
                    <a:pt x="2902" y="1066"/>
                  </a:lnTo>
                  <a:lnTo>
                    <a:pt x="2896" y="1075"/>
                  </a:lnTo>
                  <a:cubicBezTo>
                    <a:pt x="2893" y="1081"/>
                    <a:pt x="2897" y="1084"/>
                    <a:pt x="2903" y="1084"/>
                  </a:cubicBezTo>
                  <a:cubicBezTo>
                    <a:pt x="2905" y="1084"/>
                    <a:pt x="2907" y="1083"/>
                    <a:pt x="2909" y="1083"/>
                  </a:cubicBezTo>
                  <a:cubicBezTo>
                    <a:pt x="2913" y="1081"/>
                    <a:pt x="2916" y="1080"/>
                    <a:pt x="2918" y="1080"/>
                  </a:cubicBezTo>
                  <a:cubicBezTo>
                    <a:pt x="2923" y="1080"/>
                    <a:pt x="2920" y="1086"/>
                    <a:pt x="2905" y="1096"/>
                  </a:cubicBezTo>
                  <a:cubicBezTo>
                    <a:pt x="2894" y="1102"/>
                    <a:pt x="2892" y="1106"/>
                    <a:pt x="2896" y="1106"/>
                  </a:cubicBezTo>
                  <a:cubicBezTo>
                    <a:pt x="2897" y="1106"/>
                    <a:pt x="2898" y="1106"/>
                    <a:pt x="2900" y="1105"/>
                  </a:cubicBezTo>
                  <a:cubicBezTo>
                    <a:pt x="2910" y="1108"/>
                    <a:pt x="2919" y="1110"/>
                    <a:pt x="2913" y="1119"/>
                  </a:cubicBezTo>
                  <a:cubicBezTo>
                    <a:pt x="2915" y="1123"/>
                    <a:pt x="2916" y="1127"/>
                    <a:pt x="2923" y="1127"/>
                  </a:cubicBezTo>
                  <a:cubicBezTo>
                    <a:pt x="2925" y="1127"/>
                    <a:pt x="2929" y="1126"/>
                    <a:pt x="2933" y="1124"/>
                  </a:cubicBezTo>
                  <a:cubicBezTo>
                    <a:pt x="2935" y="1124"/>
                    <a:pt x="2936" y="1123"/>
                    <a:pt x="2937" y="1123"/>
                  </a:cubicBezTo>
                  <a:cubicBezTo>
                    <a:pt x="2941" y="1123"/>
                    <a:pt x="2943" y="1128"/>
                    <a:pt x="2944" y="1132"/>
                  </a:cubicBezTo>
                  <a:cubicBezTo>
                    <a:pt x="2941" y="1134"/>
                    <a:pt x="2939" y="1135"/>
                    <a:pt x="2936" y="1135"/>
                  </a:cubicBezTo>
                  <a:cubicBezTo>
                    <a:pt x="2934" y="1135"/>
                    <a:pt x="2932" y="1134"/>
                    <a:pt x="2928" y="1132"/>
                  </a:cubicBezTo>
                  <a:lnTo>
                    <a:pt x="2928" y="1132"/>
                  </a:lnTo>
                  <a:lnTo>
                    <a:pt x="2932" y="1143"/>
                  </a:lnTo>
                  <a:cubicBezTo>
                    <a:pt x="2933" y="1152"/>
                    <a:pt x="2930" y="1161"/>
                    <a:pt x="2923" y="1166"/>
                  </a:cubicBezTo>
                  <a:cubicBezTo>
                    <a:pt x="2920" y="1171"/>
                    <a:pt x="2919" y="1176"/>
                    <a:pt x="2922" y="1176"/>
                  </a:cubicBezTo>
                  <a:cubicBezTo>
                    <a:pt x="2924" y="1176"/>
                    <a:pt x="2927" y="1174"/>
                    <a:pt x="2932" y="1169"/>
                  </a:cubicBezTo>
                  <a:cubicBezTo>
                    <a:pt x="2939" y="1167"/>
                    <a:pt x="2942" y="1166"/>
                    <a:pt x="2945" y="1166"/>
                  </a:cubicBezTo>
                  <a:cubicBezTo>
                    <a:pt x="2949" y="1166"/>
                    <a:pt x="2950" y="1168"/>
                    <a:pt x="2952" y="1175"/>
                  </a:cubicBezTo>
                  <a:cubicBezTo>
                    <a:pt x="2955" y="1181"/>
                    <a:pt x="2956" y="1186"/>
                    <a:pt x="2949" y="1188"/>
                  </a:cubicBezTo>
                  <a:cubicBezTo>
                    <a:pt x="2941" y="1191"/>
                    <a:pt x="2941" y="1191"/>
                    <a:pt x="2946" y="1202"/>
                  </a:cubicBezTo>
                  <a:cubicBezTo>
                    <a:pt x="2952" y="1219"/>
                    <a:pt x="2980" y="1228"/>
                    <a:pt x="2997" y="1229"/>
                  </a:cubicBezTo>
                  <a:cubicBezTo>
                    <a:pt x="3003" y="1227"/>
                    <a:pt x="3006" y="1226"/>
                    <a:pt x="3008" y="1226"/>
                  </a:cubicBezTo>
                  <a:cubicBezTo>
                    <a:pt x="3010" y="1226"/>
                    <a:pt x="3007" y="1229"/>
                    <a:pt x="2998" y="1235"/>
                  </a:cubicBezTo>
                  <a:cubicBezTo>
                    <a:pt x="2990" y="1238"/>
                    <a:pt x="2993" y="1243"/>
                    <a:pt x="2994" y="1249"/>
                  </a:cubicBezTo>
                  <a:cubicBezTo>
                    <a:pt x="2995" y="1249"/>
                    <a:pt x="2996" y="1249"/>
                    <a:pt x="2996" y="1249"/>
                  </a:cubicBezTo>
                  <a:cubicBezTo>
                    <a:pt x="2999" y="1249"/>
                    <a:pt x="2997" y="1251"/>
                    <a:pt x="2996" y="1251"/>
                  </a:cubicBezTo>
                  <a:cubicBezTo>
                    <a:pt x="2995" y="1251"/>
                    <a:pt x="2994" y="1250"/>
                    <a:pt x="2994" y="1249"/>
                  </a:cubicBezTo>
                  <a:cubicBezTo>
                    <a:pt x="2993" y="1249"/>
                    <a:pt x="2992" y="1249"/>
                    <a:pt x="2991" y="1249"/>
                  </a:cubicBezTo>
                  <a:cubicBezTo>
                    <a:pt x="2986" y="1249"/>
                    <a:pt x="2984" y="1245"/>
                    <a:pt x="2983" y="1240"/>
                  </a:cubicBezTo>
                  <a:lnTo>
                    <a:pt x="2975" y="1242"/>
                  </a:lnTo>
                  <a:cubicBezTo>
                    <a:pt x="2961" y="1253"/>
                    <a:pt x="2962" y="1259"/>
                    <a:pt x="2979" y="1260"/>
                  </a:cubicBezTo>
                  <a:cubicBezTo>
                    <a:pt x="2989" y="1264"/>
                    <a:pt x="2989" y="1264"/>
                    <a:pt x="2983" y="1271"/>
                  </a:cubicBezTo>
                  <a:cubicBezTo>
                    <a:pt x="2978" y="1278"/>
                    <a:pt x="2972" y="1285"/>
                    <a:pt x="2976" y="1285"/>
                  </a:cubicBezTo>
                  <a:cubicBezTo>
                    <a:pt x="2976" y="1285"/>
                    <a:pt x="2977" y="1285"/>
                    <a:pt x="2978" y="1285"/>
                  </a:cubicBezTo>
                  <a:lnTo>
                    <a:pt x="2978" y="1285"/>
                  </a:lnTo>
                  <a:cubicBezTo>
                    <a:pt x="2980" y="1292"/>
                    <a:pt x="2979" y="1298"/>
                    <a:pt x="2975" y="1304"/>
                  </a:cubicBezTo>
                  <a:cubicBezTo>
                    <a:pt x="2978" y="1314"/>
                    <a:pt x="2979" y="1320"/>
                    <a:pt x="2984" y="1320"/>
                  </a:cubicBezTo>
                  <a:cubicBezTo>
                    <a:pt x="2985" y="1320"/>
                    <a:pt x="2986" y="1320"/>
                    <a:pt x="2987" y="1320"/>
                  </a:cubicBezTo>
                  <a:cubicBezTo>
                    <a:pt x="2988" y="1319"/>
                    <a:pt x="2989" y="1319"/>
                    <a:pt x="2990" y="1319"/>
                  </a:cubicBezTo>
                  <a:cubicBezTo>
                    <a:pt x="2996" y="1319"/>
                    <a:pt x="2997" y="1324"/>
                    <a:pt x="2998" y="1329"/>
                  </a:cubicBezTo>
                  <a:cubicBezTo>
                    <a:pt x="3000" y="1333"/>
                    <a:pt x="3001" y="1339"/>
                    <a:pt x="3007" y="1339"/>
                  </a:cubicBezTo>
                  <a:cubicBezTo>
                    <a:pt x="3007" y="1339"/>
                    <a:pt x="3008" y="1339"/>
                    <a:pt x="3009" y="1339"/>
                  </a:cubicBezTo>
                  <a:cubicBezTo>
                    <a:pt x="3011" y="1338"/>
                    <a:pt x="3012" y="1338"/>
                    <a:pt x="3014" y="1338"/>
                  </a:cubicBezTo>
                  <a:cubicBezTo>
                    <a:pt x="3021" y="1338"/>
                    <a:pt x="3029" y="1344"/>
                    <a:pt x="3030" y="1352"/>
                  </a:cubicBezTo>
                  <a:cubicBezTo>
                    <a:pt x="3041" y="1362"/>
                    <a:pt x="3042" y="1362"/>
                    <a:pt x="3026" y="1371"/>
                  </a:cubicBezTo>
                  <a:cubicBezTo>
                    <a:pt x="3018" y="1373"/>
                    <a:pt x="3020" y="1379"/>
                    <a:pt x="3021" y="1385"/>
                  </a:cubicBezTo>
                  <a:cubicBezTo>
                    <a:pt x="3021" y="1390"/>
                    <a:pt x="3018" y="1395"/>
                    <a:pt x="3015" y="1398"/>
                  </a:cubicBezTo>
                  <a:cubicBezTo>
                    <a:pt x="3010" y="1403"/>
                    <a:pt x="3011" y="1404"/>
                    <a:pt x="3015" y="1404"/>
                  </a:cubicBezTo>
                  <a:cubicBezTo>
                    <a:pt x="3017" y="1404"/>
                    <a:pt x="3020" y="1404"/>
                    <a:pt x="3024" y="1403"/>
                  </a:cubicBezTo>
                  <a:lnTo>
                    <a:pt x="3040" y="1399"/>
                  </a:lnTo>
                  <a:lnTo>
                    <a:pt x="3040" y="1399"/>
                  </a:lnTo>
                  <a:cubicBezTo>
                    <a:pt x="3041" y="1406"/>
                    <a:pt x="3025" y="1415"/>
                    <a:pt x="3017" y="1416"/>
                  </a:cubicBezTo>
                  <a:cubicBezTo>
                    <a:pt x="3008" y="1422"/>
                    <a:pt x="3004" y="1424"/>
                    <a:pt x="3008" y="1424"/>
                  </a:cubicBezTo>
                  <a:cubicBezTo>
                    <a:pt x="3010" y="1424"/>
                    <a:pt x="3013" y="1424"/>
                    <a:pt x="3018" y="1423"/>
                  </a:cubicBezTo>
                  <a:cubicBezTo>
                    <a:pt x="3020" y="1422"/>
                    <a:pt x="3021" y="1422"/>
                    <a:pt x="3022" y="1422"/>
                  </a:cubicBezTo>
                  <a:cubicBezTo>
                    <a:pt x="3029" y="1422"/>
                    <a:pt x="3034" y="1427"/>
                    <a:pt x="3030" y="1439"/>
                  </a:cubicBezTo>
                  <a:cubicBezTo>
                    <a:pt x="3032" y="1451"/>
                    <a:pt x="3033" y="1462"/>
                    <a:pt x="3025" y="1463"/>
                  </a:cubicBezTo>
                  <a:cubicBezTo>
                    <a:pt x="3022" y="1467"/>
                    <a:pt x="3023" y="1473"/>
                    <a:pt x="3027" y="1476"/>
                  </a:cubicBezTo>
                  <a:cubicBezTo>
                    <a:pt x="3036" y="1480"/>
                    <a:pt x="3038" y="1486"/>
                    <a:pt x="3032" y="1505"/>
                  </a:cubicBezTo>
                  <a:cubicBezTo>
                    <a:pt x="3024" y="1529"/>
                    <a:pt x="3022" y="1535"/>
                    <a:pt x="3029" y="1535"/>
                  </a:cubicBezTo>
                  <a:cubicBezTo>
                    <a:pt x="3031" y="1535"/>
                    <a:pt x="3034" y="1534"/>
                    <a:pt x="3038" y="1534"/>
                  </a:cubicBezTo>
                  <a:cubicBezTo>
                    <a:pt x="3040" y="1534"/>
                    <a:pt x="3042" y="1533"/>
                    <a:pt x="3044" y="1533"/>
                  </a:cubicBezTo>
                  <a:cubicBezTo>
                    <a:pt x="3048" y="1533"/>
                    <a:pt x="3049" y="1535"/>
                    <a:pt x="3038" y="1541"/>
                  </a:cubicBezTo>
                  <a:cubicBezTo>
                    <a:pt x="3030" y="1547"/>
                    <a:pt x="3039" y="1552"/>
                    <a:pt x="3047" y="1563"/>
                  </a:cubicBezTo>
                  <a:cubicBezTo>
                    <a:pt x="3054" y="1566"/>
                    <a:pt x="3061" y="1567"/>
                    <a:pt x="3069" y="1567"/>
                  </a:cubicBezTo>
                  <a:cubicBezTo>
                    <a:pt x="3073" y="1567"/>
                    <a:pt x="3076" y="1567"/>
                    <a:pt x="3080" y="1566"/>
                  </a:cubicBezTo>
                  <a:cubicBezTo>
                    <a:pt x="3085" y="1566"/>
                    <a:pt x="3088" y="1565"/>
                    <a:pt x="3090" y="1565"/>
                  </a:cubicBezTo>
                  <a:cubicBezTo>
                    <a:pt x="3095" y="1565"/>
                    <a:pt x="3094" y="1568"/>
                    <a:pt x="3089" y="1578"/>
                  </a:cubicBezTo>
                  <a:cubicBezTo>
                    <a:pt x="3089" y="1583"/>
                    <a:pt x="3081" y="1590"/>
                    <a:pt x="3073" y="1591"/>
                  </a:cubicBezTo>
                  <a:cubicBezTo>
                    <a:pt x="3066" y="1591"/>
                    <a:pt x="3064" y="1585"/>
                    <a:pt x="3064" y="1585"/>
                  </a:cubicBezTo>
                  <a:lnTo>
                    <a:pt x="3064" y="1580"/>
                  </a:lnTo>
                  <a:cubicBezTo>
                    <a:pt x="3057" y="1580"/>
                    <a:pt x="3049" y="1581"/>
                    <a:pt x="3049" y="1593"/>
                  </a:cubicBezTo>
                  <a:cubicBezTo>
                    <a:pt x="3042" y="1599"/>
                    <a:pt x="3042" y="1605"/>
                    <a:pt x="3048" y="1605"/>
                  </a:cubicBezTo>
                  <a:cubicBezTo>
                    <a:pt x="3049" y="1605"/>
                    <a:pt x="3049" y="1605"/>
                    <a:pt x="3050" y="1605"/>
                  </a:cubicBezTo>
                  <a:lnTo>
                    <a:pt x="3050" y="1605"/>
                  </a:lnTo>
                  <a:cubicBezTo>
                    <a:pt x="3042" y="1611"/>
                    <a:pt x="3043" y="1624"/>
                    <a:pt x="3043" y="1635"/>
                  </a:cubicBezTo>
                  <a:cubicBezTo>
                    <a:pt x="3044" y="1647"/>
                    <a:pt x="3045" y="1665"/>
                    <a:pt x="3038" y="1671"/>
                  </a:cubicBezTo>
                  <a:cubicBezTo>
                    <a:pt x="3039" y="1683"/>
                    <a:pt x="3040" y="1689"/>
                    <a:pt x="3048" y="1689"/>
                  </a:cubicBezTo>
                  <a:cubicBezTo>
                    <a:pt x="3064" y="1689"/>
                    <a:pt x="3063" y="1694"/>
                    <a:pt x="3055" y="1694"/>
                  </a:cubicBezTo>
                  <a:cubicBezTo>
                    <a:pt x="3039" y="1701"/>
                    <a:pt x="3029" y="1777"/>
                    <a:pt x="3044" y="1784"/>
                  </a:cubicBezTo>
                  <a:cubicBezTo>
                    <a:pt x="3044" y="1784"/>
                    <a:pt x="3044" y="1790"/>
                    <a:pt x="3044" y="1796"/>
                  </a:cubicBezTo>
                  <a:cubicBezTo>
                    <a:pt x="3035" y="1808"/>
                    <a:pt x="3034" y="1843"/>
                    <a:pt x="3042" y="1850"/>
                  </a:cubicBezTo>
                  <a:cubicBezTo>
                    <a:pt x="3042" y="1856"/>
                    <a:pt x="3042" y="1861"/>
                    <a:pt x="3041" y="1867"/>
                  </a:cubicBezTo>
                  <a:cubicBezTo>
                    <a:pt x="3031" y="1878"/>
                    <a:pt x="3030" y="1884"/>
                    <a:pt x="3038" y="1891"/>
                  </a:cubicBezTo>
                  <a:cubicBezTo>
                    <a:pt x="3043" y="1896"/>
                    <a:pt x="3049" y="1898"/>
                    <a:pt x="3048" y="1898"/>
                  </a:cubicBezTo>
                  <a:cubicBezTo>
                    <a:pt x="3047" y="1898"/>
                    <a:pt x="3046" y="1898"/>
                    <a:pt x="3044" y="1897"/>
                  </a:cubicBezTo>
                  <a:cubicBezTo>
                    <a:pt x="3036" y="1897"/>
                    <a:pt x="3035" y="1909"/>
                    <a:pt x="3032" y="1932"/>
                  </a:cubicBezTo>
                  <a:cubicBezTo>
                    <a:pt x="3030" y="1949"/>
                    <a:pt x="3029" y="1953"/>
                    <a:pt x="3032" y="1953"/>
                  </a:cubicBezTo>
                  <a:cubicBezTo>
                    <a:pt x="3033" y="1953"/>
                    <a:pt x="3035" y="1953"/>
                    <a:pt x="3038" y="1951"/>
                  </a:cubicBezTo>
                  <a:lnTo>
                    <a:pt x="3038" y="1951"/>
                  </a:lnTo>
                  <a:cubicBezTo>
                    <a:pt x="3041" y="1971"/>
                    <a:pt x="3037" y="1974"/>
                    <a:pt x="3031" y="1974"/>
                  </a:cubicBezTo>
                  <a:cubicBezTo>
                    <a:pt x="3030" y="1974"/>
                    <a:pt x="3028" y="1974"/>
                    <a:pt x="3026" y="1974"/>
                  </a:cubicBezTo>
                  <a:cubicBezTo>
                    <a:pt x="3023" y="1972"/>
                    <a:pt x="3020" y="1971"/>
                    <a:pt x="3018" y="1971"/>
                  </a:cubicBezTo>
                  <a:cubicBezTo>
                    <a:pt x="3011" y="1971"/>
                    <a:pt x="3015" y="1979"/>
                    <a:pt x="3033" y="1987"/>
                  </a:cubicBezTo>
                  <a:cubicBezTo>
                    <a:pt x="3047" y="1995"/>
                    <a:pt x="3047" y="2006"/>
                    <a:pt x="3040" y="2006"/>
                  </a:cubicBezTo>
                  <a:cubicBezTo>
                    <a:pt x="3039" y="2006"/>
                    <a:pt x="3039" y="2006"/>
                    <a:pt x="3039" y="2006"/>
                  </a:cubicBezTo>
                  <a:cubicBezTo>
                    <a:pt x="3030" y="2005"/>
                    <a:pt x="3031" y="1999"/>
                    <a:pt x="3032" y="1993"/>
                  </a:cubicBezTo>
                  <a:lnTo>
                    <a:pt x="3015" y="1990"/>
                  </a:lnTo>
                  <a:lnTo>
                    <a:pt x="3015" y="1990"/>
                  </a:lnTo>
                  <a:cubicBezTo>
                    <a:pt x="3015" y="1996"/>
                    <a:pt x="3015" y="1996"/>
                    <a:pt x="3022" y="2004"/>
                  </a:cubicBezTo>
                  <a:cubicBezTo>
                    <a:pt x="3022" y="2008"/>
                    <a:pt x="3024" y="2014"/>
                    <a:pt x="3029" y="2016"/>
                  </a:cubicBezTo>
                  <a:cubicBezTo>
                    <a:pt x="3032" y="2021"/>
                    <a:pt x="3037" y="2023"/>
                    <a:pt x="3042" y="2023"/>
                  </a:cubicBezTo>
                  <a:cubicBezTo>
                    <a:pt x="3046" y="2023"/>
                    <a:pt x="3049" y="2022"/>
                    <a:pt x="3052" y="2021"/>
                  </a:cubicBezTo>
                  <a:cubicBezTo>
                    <a:pt x="3054" y="2020"/>
                    <a:pt x="3056" y="2019"/>
                    <a:pt x="3057" y="2019"/>
                  </a:cubicBezTo>
                  <a:cubicBezTo>
                    <a:pt x="3061" y="2019"/>
                    <a:pt x="3061" y="2024"/>
                    <a:pt x="3060" y="2029"/>
                  </a:cubicBezTo>
                  <a:cubicBezTo>
                    <a:pt x="3055" y="2034"/>
                    <a:pt x="3050" y="2036"/>
                    <a:pt x="3046" y="2036"/>
                  </a:cubicBezTo>
                  <a:cubicBezTo>
                    <a:pt x="3042" y="2036"/>
                    <a:pt x="3038" y="2034"/>
                    <a:pt x="3034" y="2031"/>
                  </a:cubicBezTo>
                  <a:cubicBezTo>
                    <a:pt x="3035" y="2024"/>
                    <a:pt x="3027" y="2023"/>
                    <a:pt x="3020" y="2021"/>
                  </a:cubicBezTo>
                  <a:cubicBezTo>
                    <a:pt x="3019" y="2021"/>
                    <a:pt x="3019" y="2021"/>
                    <a:pt x="3019" y="2021"/>
                  </a:cubicBezTo>
                  <a:cubicBezTo>
                    <a:pt x="3012" y="2021"/>
                    <a:pt x="3022" y="2053"/>
                    <a:pt x="3038" y="2063"/>
                  </a:cubicBezTo>
                  <a:lnTo>
                    <a:pt x="3029" y="2061"/>
                  </a:lnTo>
                  <a:cubicBezTo>
                    <a:pt x="3028" y="2061"/>
                    <a:pt x="3028" y="2061"/>
                    <a:pt x="3028" y="2061"/>
                  </a:cubicBezTo>
                  <a:cubicBezTo>
                    <a:pt x="3021" y="2061"/>
                    <a:pt x="3018" y="2073"/>
                    <a:pt x="3016" y="2085"/>
                  </a:cubicBezTo>
                  <a:cubicBezTo>
                    <a:pt x="3014" y="2097"/>
                    <a:pt x="3013" y="2104"/>
                    <a:pt x="3021" y="2105"/>
                  </a:cubicBezTo>
                  <a:cubicBezTo>
                    <a:pt x="3030" y="2107"/>
                    <a:pt x="3038" y="2108"/>
                    <a:pt x="3036" y="2114"/>
                  </a:cubicBezTo>
                  <a:cubicBezTo>
                    <a:pt x="3037" y="2111"/>
                    <a:pt x="3040" y="2110"/>
                    <a:pt x="3044" y="2110"/>
                  </a:cubicBezTo>
                  <a:cubicBezTo>
                    <a:pt x="3047" y="2110"/>
                    <a:pt x="3050" y="2110"/>
                    <a:pt x="3053" y="2110"/>
                  </a:cubicBezTo>
                  <a:cubicBezTo>
                    <a:pt x="3048" y="2117"/>
                    <a:pt x="3041" y="2123"/>
                    <a:pt x="3034" y="2126"/>
                  </a:cubicBezTo>
                  <a:cubicBezTo>
                    <a:pt x="3015" y="2135"/>
                    <a:pt x="3003" y="2152"/>
                    <a:pt x="3001" y="2172"/>
                  </a:cubicBezTo>
                  <a:cubicBezTo>
                    <a:pt x="2998" y="2185"/>
                    <a:pt x="2995" y="2204"/>
                    <a:pt x="2986" y="2208"/>
                  </a:cubicBezTo>
                  <a:cubicBezTo>
                    <a:pt x="2984" y="2220"/>
                    <a:pt x="2983" y="2227"/>
                    <a:pt x="2990" y="2228"/>
                  </a:cubicBezTo>
                  <a:lnTo>
                    <a:pt x="2988" y="2241"/>
                  </a:lnTo>
                  <a:cubicBezTo>
                    <a:pt x="2979" y="2245"/>
                    <a:pt x="2977" y="2259"/>
                    <a:pt x="2985" y="2260"/>
                  </a:cubicBezTo>
                  <a:cubicBezTo>
                    <a:pt x="2992" y="2268"/>
                    <a:pt x="2983" y="2272"/>
                    <a:pt x="2981" y="2278"/>
                  </a:cubicBezTo>
                  <a:cubicBezTo>
                    <a:pt x="2969" y="2284"/>
                    <a:pt x="2965" y="2287"/>
                    <a:pt x="2972" y="2287"/>
                  </a:cubicBezTo>
                  <a:cubicBezTo>
                    <a:pt x="2975" y="2287"/>
                    <a:pt x="2980" y="2286"/>
                    <a:pt x="2988" y="2285"/>
                  </a:cubicBezTo>
                  <a:cubicBezTo>
                    <a:pt x="2989" y="2286"/>
                    <a:pt x="2990" y="2286"/>
                    <a:pt x="2990" y="2286"/>
                  </a:cubicBezTo>
                  <a:cubicBezTo>
                    <a:pt x="2998" y="2286"/>
                    <a:pt x="3006" y="2276"/>
                    <a:pt x="3008" y="2270"/>
                  </a:cubicBezTo>
                  <a:lnTo>
                    <a:pt x="3012" y="2252"/>
                  </a:lnTo>
                  <a:lnTo>
                    <a:pt x="3016" y="2271"/>
                  </a:lnTo>
                  <a:cubicBezTo>
                    <a:pt x="3015" y="2278"/>
                    <a:pt x="3021" y="2291"/>
                    <a:pt x="3029" y="2293"/>
                  </a:cubicBezTo>
                  <a:cubicBezTo>
                    <a:pt x="3029" y="2293"/>
                    <a:pt x="3036" y="2294"/>
                    <a:pt x="3035" y="2301"/>
                  </a:cubicBezTo>
                  <a:lnTo>
                    <a:pt x="3020" y="2298"/>
                  </a:lnTo>
                  <a:cubicBezTo>
                    <a:pt x="3013" y="2292"/>
                    <a:pt x="3005" y="2288"/>
                    <a:pt x="2996" y="2288"/>
                  </a:cubicBezTo>
                  <a:cubicBezTo>
                    <a:pt x="2979" y="2291"/>
                    <a:pt x="2968" y="2308"/>
                    <a:pt x="2984" y="2311"/>
                  </a:cubicBezTo>
                  <a:cubicBezTo>
                    <a:pt x="2983" y="2317"/>
                    <a:pt x="2983" y="2317"/>
                    <a:pt x="2974" y="2321"/>
                  </a:cubicBezTo>
                  <a:cubicBezTo>
                    <a:pt x="2973" y="2321"/>
                    <a:pt x="2972" y="2321"/>
                    <a:pt x="2972" y="2321"/>
                  </a:cubicBezTo>
                  <a:cubicBezTo>
                    <a:pt x="2966" y="2321"/>
                    <a:pt x="2966" y="2328"/>
                    <a:pt x="2979" y="2336"/>
                  </a:cubicBezTo>
                  <a:cubicBezTo>
                    <a:pt x="2994" y="2345"/>
                    <a:pt x="2993" y="2351"/>
                    <a:pt x="2976" y="2354"/>
                  </a:cubicBezTo>
                  <a:cubicBezTo>
                    <a:pt x="2958" y="2364"/>
                    <a:pt x="2953" y="2389"/>
                    <a:pt x="2961" y="2391"/>
                  </a:cubicBezTo>
                  <a:cubicBezTo>
                    <a:pt x="2975" y="2393"/>
                    <a:pt x="2977" y="2411"/>
                    <a:pt x="2965" y="2417"/>
                  </a:cubicBezTo>
                  <a:cubicBezTo>
                    <a:pt x="2956" y="2421"/>
                    <a:pt x="2955" y="2428"/>
                    <a:pt x="2961" y="2436"/>
                  </a:cubicBezTo>
                  <a:cubicBezTo>
                    <a:pt x="2960" y="2435"/>
                    <a:pt x="2959" y="2435"/>
                    <a:pt x="2958" y="2435"/>
                  </a:cubicBezTo>
                  <a:cubicBezTo>
                    <a:pt x="2951" y="2435"/>
                    <a:pt x="2945" y="2440"/>
                    <a:pt x="2951" y="2447"/>
                  </a:cubicBezTo>
                  <a:cubicBezTo>
                    <a:pt x="2951" y="2447"/>
                    <a:pt x="2951" y="2450"/>
                    <a:pt x="2954" y="2450"/>
                  </a:cubicBezTo>
                  <a:cubicBezTo>
                    <a:pt x="2955" y="2450"/>
                    <a:pt x="2956" y="2449"/>
                    <a:pt x="2959" y="2448"/>
                  </a:cubicBezTo>
                  <a:lnTo>
                    <a:pt x="2972" y="2463"/>
                  </a:lnTo>
                  <a:cubicBezTo>
                    <a:pt x="2973" y="2459"/>
                    <a:pt x="2976" y="2458"/>
                    <a:pt x="2980" y="2458"/>
                  </a:cubicBezTo>
                  <a:cubicBezTo>
                    <a:pt x="2983" y="2458"/>
                    <a:pt x="2987" y="2459"/>
                    <a:pt x="2990" y="2459"/>
                  </a:cubicBezTo>
                  <a:cubicBezTo>
                    <a:pt x="2998" y="2462"/>
                    <a:pt x="2986" y="2485"/>
                    <a:pt x="2959" y="2493"/>
                  </a:cubicBezTo>
                  <a:lnTo>
                    <a:pt x="2941" y="2503"/>
                  </a:lnTo>
                  <a:lnTo>
                    <a:pt x="2957" y="2505"/>
                  </a:lnTo>
                  <a:cubicBezTo>
                    <a:pt x="2956" y="2511"/>
                    <a:pt x="2955" y="2517"/>
                    <a:pt x="2949" y="2517"/>
                  </a:cubicBezTo>
                  <a:cubicBezTo>
                    <a:pt x="2948" y="2517"/>
                    <a:pt x="2947" y="2517"/>
                    <a:pt x="2947" y="2517"/>
                  </a:cubicBezTo>
                  <a:cubicBezTo>
                    <a:pt x="2944" y="2516"/>
                    <a:pt x="2943" y="2516"/>
                    <a:pt x="2941" y="2516"/>
                  </a:cubicBezTo>
                  <a:cubicBezTo>
                    <a:pt x="2939" y="2516"/>
                    <a:pt x="2938" y="2517"/>
                    <a:pt x="2938" y="2521"/>
                  </a:cubicBezTo>
                  <a:cubicBezTo>
                    <a:pt x="2938" y="2521"/>
                    <a:pt x="2937" y="2528"/>
                    <a:pt x="2944" y="2529"/>
                  </a:cubicBezTo>
                  <a:cubicBezTo>
                    <a:pt x="2960" y="2531"/>
                    <a:pt x="2960" y="2531"/>
                    <a:pt x="2951" y="2537"/>
                  </a:cubicBezTo>
                  <a:cubicBezTo>
                    <a:pt x="2934" y="2540"/>
                    <a:pt x="2933" y="2546"/>
                    <a:pt x="2948" y="2555"/>
                  </a:cubicBezTo>
                  <a:cubicBezTo>
                    <a:pt x="2964" y="2558"/>
                    <a:pt x="2964" y="2558"/>
                    <a:pt x="2947" y="2561"/>
                  </a:cubicBezTo>
                  <a:cubicBezTo>
                    <a:pt x="2946" y="2561"/>
                    <a:pt x="2945" y="2561"/>
                    <a:pt x="2944" y="2561"/>
                  </a:cubicBezTo>
                  <a:cubicBezTo>
                    <a:pt x="2937" y="2561"/>
                    <a:pt x="2931" y="2565"/>
                    <a:pt x="2929" y="2572"/>
                  </a:cubicBezTo>
                  <a:lnTo>
                    <a:pt x="2937" y="2573"/>
                  </a:lnTo>
                  <a:cubicBezTo>
                    <a:pt x="2952" y="2575"/>
                    <a:pt x="2951" y="2582"/>
                    <a:pt x="2942" y="2586"/>
                  </a:cubicBezTo>
                  <a:cubicBezTo>
                    <a:pt x="2942" y="2586"/>
                    <a:pt x="2941" y="2586"/>
                    <a:pt x="2941" y="2586"/>
                  </a:cubicBezTo>
                  <a:cubicBezTo>
                    <a:pt x="2934" y="2586"/>
                    <a:pt x="2934" y="2593"/>
                    <a:pt x="2939" y="2605"/>
                  </a:cubicBezTo>
                  <a:cubicBezTo>
                    <a:pt x="2937" y="2616"/>
                    <a:pt x="2936" y="2622"/>
                    <a:pt x="2930" y="2622"/>
                  </a:cubicBezTo>
                  <a:cubicBezTo>
                    <a:pt x="2930" y="2622"/>
                    <a:pt x="2929" y="2622"/>
                    <a:pt x="2928" y="2622"/>
                  </a:cubicBezTo>
                  <a:cubicBezTo>
                    <a:pt x="2922" y="2621"/>
                    <a:pt x="2919" y="2621"/>
                    <a:pt x="2917" y="2621"/>
                  </a:cubicBezTo>
                  <a:cubicBezTo>
                    <a:pt x="2914" y="2621"/>
                    <a:pt x="2917" y="2623"/>
                    <a:pt x="2926" y="2629"/>
                  </a:cubicBezTo>
                  <a:cubicBezTo>
                    <a:pt x="2933" y="2637"/>
                    <a:pt x="2933" y="2637"/>
                    <a:pt x="2923" y="2647"/>
                  </a:cubicBezTo>
                  <a:cubicBezTo>
                    <a:pt x="2914" y="2652"/>
                    <a:pt x="2914" y="2652"/>
                    <a:pt x="2921" y="2660"/>
                  </a:cubicBezTo>
                  <a:cubicBezTo>
                    <a:pt x="2928" y="2661"/>
                    <a:pt x="2934" y="2662"/>
                    <a:pt x="2938" y="2662"/>
                  </a:cubicBezTo>
                  <a:cubicBezTo>
                    <a:pt x="2942" y="2662"/>
                    <a:pt x="2945" y="2661"/>
                    <a:pt x="2946" y="2658"/>
                  </a:cubicBezTo>
                  <a:cubicBezTo>
                    <a:pt x="2946" y="2654"/>
                    <a:pt x="2947" y="2652"/>
                    <a:pt x="2949" y="2652"/>
                  </a:cubicBezTo>
                  <a:cubicBezTo>
                    <a:pt x="2950" y="2652"/>
                    <a:pt x="2952" y="2653"/>
                    <a:pt x="2955" y="2653"/>
                  </a:cubicBezTo>
                  <a:lnTo>
                    <a:pt x="2952" y="2666"/>
                  </a:lnTo>
                  <a:cubicBezTo>
                    <a:pt x="2951" y="2675"/>
                    <a:pt x="2952" y="2684"/>
                    <a:pt x="2957" y="2692"/>
                  </a:cubicBezTo>
                  <a:cubicBezTo>
                    <a:pt x="2960" y="2700"/>
                    <a:pt x="2966" y="2704"/>
                    <a:pt x="2970" y="2704"/>
                  </a:cubicBezTo>
                  <a:cubicBezTo>
                    <a:pt x="2973" y="2704"/>
                    <a:pt x="2975" y="2701"/>
                    <a:pt x="2972" y="2695"/>
                  </a:cubicBezTo>
                  <a:lnTo>
                    <a:pt x="2981" y="2689"/>
                  </a:lnTo>
                  <a:cubicBezTo>
                    <a:pt x="2985" y="2690"/>
                    <a:pt x="2988" y="2690"/>
                    <a:pt x="2991" y="2690"/>
                  </a:cubicBezTo>
                  <a:cubicBezTo>
                    <a:pt x="3006" y="2690"/>
                    <a:pt x="3005" y="2681"/>
                    <a:pt x="2984" y="2677"/>
                  </a:cubicBezTo>
                  <a:cubicBezTo>
                    <a:pt x="2960" y="2674"/>
                    <a:pt x="2960" y="2674"/>
                    <a:pt x="2977" y="2670"/>
                  </a:cubicBezTo>
                  <a:lnTo>
                    <a:pt x="2977" y="2670"/>
                  </a:lnTo>
                  <a:cubicBezTo>
                    <a:pt x="2980" y="2671"/>
                    <a:pt x="2982" y="2671"/>
                    <a:pt x="2984" y="2671"/>
                  </a:cubicBezTo>
                  <a:cubicBezTo>
                    <a:pt x="2994" y="2671"/>
                    <a:pt x="2995" y="2666"/>
                    <a:pt x="2996" y="2660"/>
                  </a:cubicBezTo>
                  <a:cubicBezTo>
                    <a:pt x="2996" y="2656"/>
                    <a:pt x="2996" y="2654"/>
                    <a:pt x="2999" y="2654"/>
                  </a:cubicBezTo>
                  <a:cubicBezTo>
                    <a:pt x="3000" y="2654"/>
                    <a:pt x="3002" y="2655"/>
                    <a:pt x="3005" y="2656"/>
                  </a:cubicBezTo>
                  <a:cubicBezTo>
                    <a:pt x="3006" y="2656"/>
                    <a:pt x="3007" y="2656"/>
                    <a:pt x="3008" y="2656"/>
                  </a:cubicBezTo>
                  <a:cubicBezTo>
                    <a:pt x="3014" y="2656"/>
                    <a:pt x="3020" y="2652"/>
                    <a:pt x="3023" y="2646"/>
                  </a:cubicBezTo>
                  <a:cubicBezTo>
                    <a:pt x="3024" y="2640"/>
                    <a:pt x="3024" y="2640"/>
                    <a:pt x="3016" y="2638"/>
                  </a:cubicBezTo>
                  <a:cubicBezTo>
                    <a:pt x="3015" y="2639"/>
                    <a:pt x="3014" y="2639"/>
                    <a:pt x="3013" y="2639"/>
                  </a:cubicBezTo>
                  <a:cubicBezTo>
                    <a:pt x="3008" y="2639"/>
                    <a:pt x="3012" y="2629"/>
                    <a:pt x="3026" y="2626"/>
                  </a:cubicBezTo>
                  <a:cubicBezTo>
                    <a:pt x="3035" y="2622"/>
                    <a:pt x="3035" y="2622"/>
                    <a:pt x="3020" y="2620"/>
                  </a:cubicBezTo>
                  <a:cubicBezTo>
                    <a:pt x="3004" y="2616"/>
                    <a:pt x="3006" y="2604"/>
                    <a:pt x="3023" y="2601"/>
                  </a:cubicBezTo>
                  <a:cubicBezTo>
                    <a:pt x="3023" y="2601"/>
                    <a:pt x="3024" y="2594"/>
                    <a:pt x="3025" y="2588"/>
                  </a:cubicBezTo>
                  <a:cubicBezTo>
                    <a:pt x="3026" y="2582"/>
                    <a:pt x="3018" y="2580"/>
                    <a:pt x="3011" y="2579"/>
                  </a:cubicBezTo>
                  <a:cubicBezTo>
                    <a:pt x="2994" y="2576"/>
                    <a:pt x="2994" y="2576"/>
                    <a:pt x="3003" y="2572"/>
                  </a:cubicBezTo>
                  <a:cubicBezTo>
                    <a:pt x="3007" y="2569"/>
                    <a:pt x="3011" y="2568"/>
                    <a:pt x="3016" y="2568"/>
                  </a:cubicBezTo>
                  <a:cubicBezTo>
                    <a:pt x="3017" y="2568"/>
                    <a:pt x="3019" y="2568"/>
                    <a:pt x="3021" y="2568"/>
                  </a:cubicBezTo>
                  <a:cubicBezTo>
                    <a:pt x="3021" y="2568"/>
                    <a:pt x="3022" y="2568"/>
                    <a:pt x="3023" y="2568"/>
                  </a:cubicBezTo>
                  <a:cubicBezTo>
                    <a:pt x="3029" y="2568"/>
                    <a:pt x="3030" y="2563"/>
                    <a:pt x="3031" y="2557"/>
                  </a:cubicBezTo>
                  <a:cubicBezTo>
                    <a:pt x="3032" y="2551"/>
                    <a:pt x="3034" y="2538"/>
                    <a:pt x="3026" y="2537"/>
                  </a:cubicBezTo>
                  <a:lnTo>
                    <a:pt x="3026" y="2537"/>
                  </a:lnTo>
                  <a:lnTo>
                    <a:pt x="3034" y="2538"/>
                  </a:lnTo>
                  <a:cubicBezTo>
                    <a:pt x="3035" y="2532"/>
                    <a:pt x="3043" y="2533"/>
                    <a:pt x="3035" y="2532"/>
                  </a:cubicBezTo>
                  <a:cubicBezTo>
                    <a:pt x="3038" y="2526"/>
                    <a:pt x="3041" y="2520"/>
                    <a:pt x="3047" y="2514"/>
                  </a:cubicBezTo>
                  <a:cubicBezTo>
                    <a:pt x="3054" y="2507"/>
                    <a:pt x="3049" y="2493"/>
                    <a:pt x="3038" y="2493"/>
                  </a:cubicBezTo>
                  <a:cubicBezTo>
                    <a:pt x="3035" y="2493"/>
                    <a:pt x="3030" y="2494"/>
                    <a:pt x="3025" y="2499"/>
                  </a:cubicBezTo>
                  <a:cubicBezTo>
                    <a:pt x="3025" y="2501"/>
                    <a:pt x="3024" y="2502"/>
                    <a:pt x="3024" y="2502"/>
                  </a:cubicBezTo>
                  <a:cubicBezTo>
                    <a:pt x="3024" y="2502"/>
                    <a:pt x="3025" y="2499"/>
                    <a:pt x="3026" y="2492"/>
                  </a:cubicBezTo>
                  <a:cubicBezTo>
                    <a:pt x="3027" y="2485"/>
                    <a:pt x="3020" y="2484"/>
                    <a:pt x="3020" y="2484"/>
                  </a:cubicBezTo>
                  <a:cubicBezTo>
                    <a:pt x="3011" y="2483"/>
                    <a:pt x="3012" y="2476"/>
                    <a:pt x="3013" y="2471"/>
                  </a:cubicBezTo>
                  <a:lnTo>
                    <a:pt x="3013" y="2471"/>
                  </a:lnTo>
                  <a:lnTo>
                    <a:pt x="3030" y="2473"/>
                  </a:lnTo>
                  <a:cubicBezTo>
                    <a:pt x="3036" y="2476"/>
                    <a:pt x="3042" y="2477"/>
                    <a:pt x="3046" y="2477"/>
                  </a:cubicBezTo>
                  <a:cubicBezTo>
                    <a:pt x="3055" y="2477"/>
                    <a:pt x="3056" y="2470"/>
                    <a:pt x="3040" y="2462"/>
                  </a:cubicBezTo>
                  <a:lnTo>
                    <a:pt x="3040" y="2462"/>
                  </a:lnTo>
                  <a:lnTo>
                    <a:pt x="3048" y="2464"/>
                  </a:lnTo>
                  <a:cubicBezTo>
                    <a:pt x="3048" y="2464"/>
                    <a:pt x="3049" y="2464"/>
                    <a:pt x="3049" y="2464"/>
                  </a:cubicBezTo>
                  <a:cubicBezTo>
                    <a:pt x="3056" y="2464"/>
                    <a:pt x="3056" y="2457"/>
                    <a:pt x="3051" y="2445"/>
                  </a:cubicBezTo>
                  <a:cubicBezTo>
                    <a:pt x="3052" y="2438"/>
                    <a:pt x="3038" y="2429"/>
                    <a:pt x="3030" y="2428"/>
                  </a:cubicBezTo>
                  <a:cubicBezTo>
                    <a:pt x="3021" y="2427"/>
                    <a:pt x="3022" y="2420"/>
                    <a:pt x="3022" y="2420"/>
                  </a:cubicBezTo>
                  <a:cubicBezTo>
                    <a:pt x="3023" y="2416"/>
                    <a:pt x="3023" y="2415"/>
                    <a:pt x="3026" y="2415"/>
                  </a:cubicBezTo>
                  <a:cubicBezTo>
                    <a:pt x="3027" y="2415"/>
                    <a:pt x="3029" y="2415"/>
                    <a:pt x="3032" y="2416"/>
                  </a:cubicBezTo>
                  <a:cubicBezTo>
                    <a:pt x="3033" y="2416"/>
                    <a:pt x="3034" y="2416"/>
                    <a:pt x="3035" y="2416"/>
                  </a:cubicBezTo>
                  <a:cubicBezTo>
                    <a:pt x="3048" y="2416"/>
                    <a:pt x="3049" y="2405"/>
                    <a:pt x="3035" y="2397"/>
                  </a:cubicBezTo>
                  <a:lnTo>
                    <a:pt x="3035" y="2397"/>
                  </a:lnTo>
                  <a:lnTo>
                    <a:pt x="3043" y="2399"/>
                  </a:lnTo>
                  <a:cubicBezTo>
                    <a:pt x="3044" y="2399"/>
                    <a:pt x="3045" y="2399"/>
                    <a:pt x="3045" y="2399"/>
                  </a:cubicBezTo>
                  <a:cubicBezTo>
                    <a:pt x="3052" y="2399"/>
                    <a:pt x="3060" y="2393"/>
                    <a:pt x="3058" y="2363"/>
                  </a:cubicBezTo>
                  <a:cubicBezTo>
                    <a:pt x="3062" y="2338"/>
                    <a:pt x="3065" y="2320"/>
                    <a:pt x="3073" y="2320"/>
                  </a:cubicBezTo>
                  <a:cubicBezTo>
                    <a:pt x="3073" y="2320"/>
                    <a:pt x="3073" y="2320"/>
                    <a:pt x="3073" y="2320"/>
                  </a:cubicBezTo>
                  <a:cubicBezTo>
                    <a:pt x="3074" y="2320"/>
                    <a:pt x="3074" y="2320"/>
                    <a:pt x="3074" y="2320"/>
                  </a:cubicBezTo>
                  <a:cubicBezTo>
                    <a:pt x="3081" y="2320"/>
                    <a:pt x="3070" y="2293"/>
                    <a:pt x="3057" y="2279"/>
                  </a:cubicBezTo>
                  <a:lnTo>
                    <a:pt x="3057" y="2279"/>
                  </a:lnTo>
                  <a:cubicBezTo>
                    <a:pt x="3057" y="2279"/>
                    <a:pt x="3058" y="2279"/>
                    <a:pt x="3058" y="2279"/>
                  </a:cubicBezTo>
                  <a:cubicBezTo>
                    <a:pt x="3065" y="2279"/>
                    <a:pt x="3066" y="2272"/>
                    <a:pt x="3068" y="2261"/>
                  </a:cubicBezTo>
                  <a:cubicBezTo>
                    <a:pt x="3071" y="2246"/>
                    <a:pt x="3071" y="2244"/>
                    <a:pt x="3075" y="2244"/>
                  </a:cubicBezTo>
                  <a:cubicBezTo>
                    <a:pt x="3076" y="2244"/>
                    <a:pt x="3077" y="2244"/>
                    <a:pt x="3079" y="2244"/>
                  </a:cubicBezTo>
                  <a:cubicBezTo>
                    <a:pt x="3085" y="2248"/>
                    <a:pt x="3089" y="2250"/>
                    <a:pt x="3090" y="2250"/>
                  </a:cubicBezTo>
                  <a:cubicBezTo>
                    <a:pt x="3091" y="2250"/>
                    <a:pt x="3088" y="2246"/>
                    <a:pt x="3080" y="2237"/>
                  </a:cubicBezTo>
                  <a:cubicBezTo>
                    <a:pt x="3067" y="2229"/>
                    <a:pt x="3075" y="2214"/>
                    <a:pt x="3088" y="2214"/>
                  </a:cubicBezTo>
                  <a:cubicBezTo>
                    <a:pt x="3090" y="2214"/>
                    <a:pt x="3091" y="2214"/>
                    <a:pt x="3093" y="2215"/>
                  </a:cubicBezTo>
                  <a:cubicBezTo>
                    <a:pt x="3093" y="2215"/>
                    <a:pt x="3094" y="2215"/>
                    <a:pt x="3094" y="2215"/>
                  </a:cubicBezTo>
                  <a:cubicBezTo>
                    <a:pt x="3101" y="2215"/>
                    <a:pt x="3102" y="2208"/>
                    <a:pt x="3104" y="2197"/>
                  </a:cubicBezTo>
                  <a:cubicBezTo>
                    <a:pt x="3097" y="2189"/>
                    <a:pt x="3099" y="2177"/>
                    <a:pt x="3101" y="2164"/>
                  </a:cubicBezTo>
                  <a:cubicBezTo>
                    <a:pt x="3105" y="2145"/>
                    <a:pt x="3105" y="2145"/>
                    <a:pt x="3089" y="2143"/>
                  </a:cubicBezTo>
                  <a:cubicBezTo>
                    <a:pt x="3073" y="2140"/>
                    <a:pt x="3075" y="2134"/>
                    <a:pt x="3077" y="2122"/>
                  </a:cubicBezTo>
                  <a:cubicBezTo>
                    <a:pt x="3078" y="2116"/>
                    <a:pt x="3079" y="2110"/>
                    <a:pt x="3085" y="2110"/>
                  </a:cubicBezTo>
                  <a:cubicBezTo>
                    <a:pt x="3086" y="2110"/>
                    <a:pt x="3086" y="2110"/>
                    <a:pt x="3087" y="2110"/>
                  </a:cubicBezTo>
                  <a:cubicBezTo>
                    <a:pt x="3087" y="2110"/>
                    <a:pt x="3096" y="2106"/>
                    <a:pt x="3097" y="2099"/>
                  </a:cubicBezTo>
                  <a:cubicBezTo>
                    <a:pt x="3098" y="2093"/>
                    <a:pt x="3099" y="2088"/>
                    <a:pt x="3105" y="2088"/>
                  </a:cubicBezTo>
                  <a:cubicBezTo>
                    <a:pt x="3106" y="2088"/>
                    <a:pt x="3106" y="2088"/>
                    <a:pt x="3107" y="2088"/>
                  </a:cubicBezTo>
                  <a:cubicBezTo>
                    <a:pt x="3114" y="2085"/>
                    <a:pt x="3117" y="2078"/>
                    <a:pt x="3118" y="2071"/>
                  </a:cubicBezTo>
                  <a:cubicBezTo>
                    <a:pt x="3120" y="2059"/>
                    <a:pt x="3123" y="2048"/>
                    <a:pt x="3131" y="2048"/>
                  </a:cubicBezTo>
                  <a:cubicBezTo>
                    <a:pt x="3131" y="2048"/>
                    <a:pt x="3131" y="2048"/>
                    <a:pt x="3132" y="2048"/>
                  </a:cubicBezTo>
                  <a:cubicBezTo>
                    <a:pt x="3133" y="2041"/>
                    <a:pt x="3133" y="2041"/>
                    <a:pt x="3124" y="2040"/>
                  </a:cubicBezTo>
                  <a:cubicBezTo>
                    <a:pt x="3116" y="2039"/>
                    <a:pt x="3109" y="2031"/>
                    <a:pt x="3121" y="2007"/>
                  </a:cubicBezTo>
                  <a:cubicBezTo>
                    <a:pt x="3122" y="1995"/>
                    <a:pt x="3125" y="1976"/>
                    <a:pt x="3117" y="1975"/>
                  </a:cubicBezTo>
                  <a:cubicBezTo>
                    <a:pt x="3117" y="1970"/>
                    <a:pt x="3117" y="1969"/>
                    <a:pt x="3120" y="1969"/>
                  </a:cubicBezTo>
                  <a:cubicBezTo>
                    <a:pt x="3121" y="1969"/>
                    <a:pt x="3123" y="1969"/>
                    <a:pt x="3125" y="1969"/>
                  </a:cubicBezTo>
                  <a:cubicBezTo>
                    <a:pt x="3126" y="1969"/>
                    <a:pt x="3128" y="1969"/>
                    <a:pt x="3129" y="1969"/>
                  </a:cubicBezTo>
                  <a:cubicBezTo>
                    <a:pt x="3142" y="1969"/>
                    <a:pt x="3142" y="1958"/>
                    <a:pt x="3128" y="1944"/>
                  </a:cubicBezTo>
                  <a:cubicBezTo>
                    <a:pt x="3121" y="1943"/>
                    <a:pt x="3122" y="1938"/>
                    <a:pt x="3131" y="1932"/>
                  </a:cubicBezTo>
                  <a:cubicBezTo>
                    <a:pt x="3131" y="1926"/>
                    <a:pt x="3128" y="1922"/>
                    <a:pt x="3124" y="1919"/>
                  </a:cubicBezTo>
                  <a:cubicBezTo>
                    <a:pt x="3117" y="1912"/>
                    <a:pt x="3117" y="1912"/>
                    <a:pt x="3126" y="1900"/>
                  </a:cubicBezTo>
                  <a:cubicBezTo>
                    <a:pt x="3127" y="1900"/>
                    <a:pt x="3127" y="1900"/>
                    <a:pt x="3128" y="1900"/>
                  </a:cubicBezTo>
                  <a:cubicBezTo>
                    <a:pt x="3135" y="1900"/>
                    <a:pt x="3135" y="1894"/>
                    <a:pt x="3136" y="1888"/>
                  </a:cubicBezTo>
                  <a:cubicBezTo>
                    <a:pt x="3132" y="1875"/>
                    <a:pt x="3134" y="1806"/>
                    <a:pt x="3142" y="1800"/>
                  </a:cubicBezTo>
                  <a:cubicBezTo>
                    <a:pt x="3134" y="1793"/>
                    <a:pt x="3134" y="1793"/>
                    <a:pt x="3134" y="1787"/>
                  </a:cubicBezTo>
                  <a:cubicBezTo>
                    <a:pt x="3151" y="1782"/>
                    <a:pt x="3143" y="1775"/>
                    <a:pt x="3126" y="1774"/>
                  </a:cubicBezTo>
                  <a:lnTo>
                    <a:pt x="3126" y="1781"/>
                  </a:lnTo>
                  <a:lnTo>
                    <a:pt x="3126" y="1787"/>
                  </a:lnTo>
                  <a:cubicBezTo>
                    <a:pt x="3109" y="1786"/>
                    <a:pt x="3110" y="1768"/>
                    <a:pt x="3135" y="1768"/>
                  </a:cubicBezTo>
                  <a:cubicBezTo>
                    <a:pt x="3151" y="1763"/>
                    <a:pt x="3151" y="1763"/>
                    <a:pt x="3135" y="1756"/>
                  </a:cubicBezTo>
                  <a:cubicBezTo>
                    <a:pt x="3119" y="1749"/>
                    <a:pt x="3119" y="1744"/>
                    <a:pt x="3136" y="1737"/>
                  </a:cubicBezTo>
                  <a:cubicBezTo>
                    <a:pt x="3152" y="1737"/>
                    <a:pt x="3152" y="1737"/>
                    <a:pt x="3136" y="1730"/>
                  </a:cubicBezTo>
                  <a:cubicBezTo>
                    <a:pt x="3104" y="1718"/>
                    <a:pt x="3097" y="1700"/>
                    <a:pt x="3130" y="1699"/>
                  </a:cubicBezTo>
                  <a:cubicBezTo>
                    <a:pt x="3145" y="1699"/>
                    <a:pt x="3154" y="1692"/>
                    <a:pt x="3153" y="1686"/>
                  </a:cubicBezTo>
                  <a:cubicBezTo>
                    <a:pt x="3153" y="1682"/>
                    <a:pt x="3149" y="1680"/>
                    <a:pt x="3144" y="1680"/>
                  </a:cubicBezTo>
                  <a:cubicBezTo>
                    <a:pt x="3142" y="1680"/>
                    <a:pt x="3140" y="1681"/>
                    <a:pt x="3137" y="1681"/>
                  </a:cubicBezTo>
                  <a:cubicBezTo>
                    <a:pt x="3133" y="1682"/>
                    <a:pt x="3130" y="1683"/>
                    <a:pt x="3128" y="1683"/>
                  </a:cubicBezTo>
                  <a:cubicBezTo>
                    <a:pt x="3122" y="1683"/>
                    <a:pt x="3125" y="1677"/>
                    <a:pt x="3136" y="1667"/>
                  </a:cubicBezTo>
                  <a:cubicBezTo>
                    <a:pt x="3159" y="1648"/>
                    <a:pt x="3159" y="1635"/>
                    <a:pt x="3141" y="1617"/>
                  </a:cubicBezTo>
                  <a:cubicBezTo>
                    <a:pt x="3128" y="1600"/>
                    <a:pt x="3124" y="1585"/>
                    <a:pt x="3129" y="1585"/>
                  </a:cubicBezTo>
                  <a:cubicBezTo>
                    <a:pt x="3131" y="1585"/>
                    <a:pt x="3134" y="1587"/>
                    <a:pt x="3139" y="1592"/>
                  </a:cubicBezTo>
                  <a:cubicBezTo>
                    <a:pt x="3147" y="1598"/>
                    <a:pt x="3152" y="1600"/>
                    <a:pt x="3153" y="1600"/>
                  </a:cubicBezTo>
                  <a:cubicBezTo>
                    <a:pt x="3154" y="1600"/>
                    <a:pt x="3152" y="1597"/>
                    <a:pt x="3147" y="1591"/>
                  </a:cubicBezTo>
                  <a:cubicBezTo>
                    <a:pt x="3146" y="1579"/>
                    <a:pt x="3145" y="1565"/>
                    <a:pt x="3145" y="1560"/>
                  </a:cubicBezTo>
                  <a:cubicBezTo>
                    <a:pt x="3144" y="1554"/>
                    <a:pt x="3138" y="1548"/>
                    <a:pt x="3130" y="1548"/>
                  </a:cubicBezTo>
                  <a:cubicBezTo>
                    <a:pt x="3130" y="1548"/>
                    <a:pt x="3129" y="1548"/>
                    <a:pt x="3128" y="1548"/>
                  </a:cubicBezTo>
                  <a:cubicBezTo>
                    <a:pt x="3144" y="1541"/>
                    <a:pt x="3151" y="1527"/>
                    <a:pt x="3134" y="1516"/>
                  </a:cubicBezTo>
                  <a:lnTo>
                    <a:pt x="3132" y="1504"/>
                  </a:lnTo>
                  <a:cubicBezTo>
                    <a:pt x="3131" y="1497"/>
                    <a:pt x="3131" y="1497"/>
                    <a:pt x="3122" y="1492"/>
                  </a:cubicBezTo>
                  <a:cubicBezTo>
                    <a:pt x="3113" y="1487"/>
                    <a:pt x="3119" y="1480"/>
                    <a:pt x="3126" y="1472"/>
                  </a:cubicBezTo>
                  <a:cubicBezTo>
                    <a:pt x="3132" y="1466"/>
                    <a:pt x="3140" y="1459"/>
                    <a:pt x="3133" y="1459"/>
                  </a:cubicBezTo>
                  <a:cubicBezTo>
                    <a:pt x="3133" y="1459"/>
                    <a:pt x="3132" y="1459"/>
                    <a:pt x="3132" y="1459"/>
                  </a:cubicBezTo>
                  <a:cubicBezTo>
                    <a:pt x="3131" y="1459"/>
                    <a:pt x="3131" y="1459"/>
                    <a:pt x="3131" y="1459"/>
                  </a:cubicBezTo>
                  <a:cubicBezTo>
                    <a:pt x="3123" y="1459"/>
                    <a:pt x="3113" y="1448"/>
                    <a:pt x="3105" y="1444"/>
                  </a:cubicBezTo>
                  <a:cubicBezTo>
                    <a:pt x="3098" y="1441"/>
                    <a:pt x="3100" y="1435"/>
                    <a:pt x="3106" y="1435"/>
                  </a:cubicBezTo>
                  <a:cubicBezTo>
                    <a:pt x="3108" y="1435"/>
                    <a:pt x="3110" y="1435"/>
                    <a:pt x="3112" y="1436"/>
                  </a:cubicBezTo>
                  <a:cubicBezTo>
                    <a:pt x="3121" y="1435"/>
                    <a:pt x="3121" y="1435"/>
                    <a:pt x="3126" y="1421"/>
                  </a:cubicBezTo>
                  <a:cubicBezTo>
                    <a:pt x="3125" y="1415"/>
                    <a:pt x="3123" y="1404"/>
                    <a:pt x="3116" y="1404"/>
                  </a:cubicBezTo>
                  <a:cubicBezTo>
                    <a:pt x="3116" y="1404"/>
                    <a:pt x="3115" y="1404"/>
                    <a:pt x="3115" y="1404"/>
                  </a:cubicBezTo>
                  <a:cubicBezTo>
                    <a:pt x="3115" y="1404"/>
                    <a:pt x="3115" y="1404"/>
                    <a:pt x="3115" y="1404"/>
                  </a:cubicBezTo>
                  <a:cubicBezTo>
                    <a:pt x="3107" y="1404"/>
                    <a:pt x="3100" y="1368"/>
                    <a:pt x="3107" y="1360"/>
                  </a:cubicBezTo>
                  <a:lnTo>
                    <a:pt x="3105" y="1348"/>
                  </a:lnTo>
                  <a:cubicBezTo>
                    <a:pt x="3104" y="1341"/>
                    <a:pt x="3094" y="1338"/>
                    <a:pt x="3093" y="1331"/>
                  </a:cubicBezTo>
                  <a:cubicBezTo>
                    <a:pt x="3090" y="1326"/>
                    <a:pt x="3086" y="1323"/>
                    <a:pt x="3081" y="1321"/>
                  </a:cubicBezTo>
                  <a:cubicBezTo>
                    <a:pt x="3079" y="1315"/>
                    <a:pt x="3078" y="1308"/>
                    <a:pt x="3086" y="1307"/>
                  </a:cubicBezTo>
                  <a:cubicBezTo>
                    <a:pt x="3068" y="1305"/>
                    <a:pt x="3068" y="1305"/>
                    <a:pt x="3082" y="1295"/>
                  </a:cubicBezTo>
                  <a:cubicBezTo>
                    <a:pt x="3098" y="1290"/>
                    <a:pt x="3098" y="1290"/>
                    <a:pt x="3080" y="1288"/>
                  </a:cubicBezTo>
                  <a:cubicBezTo>
                    <a:pt x="3071" y="1285"/>
                    <a:pt x="3071" y="1285"/>
                    <a:pt x="3077" y="1276"/>
                  </a:cubicBezTo>
                  <a:cubicBezTo>
                    <a:pt x="3084" y="1275"/>
                    <a:pt x="3084" y="1270"/>
                    <a:pt x="3079" y="1270"/>
                  </a:cubicBezTo>
                  <a:cubicBezTo>
                    <a:pt x="3078" y="1270"/>
                    <a:pt x="3077" y="1270"/>
                    <a:pt x="3076" y="1270"/>
                  </a:cubicBezTo>
                  <a:cubicBezTo>
                    <a:pt x="3058" y="1268"/>
                    <a:pt x="3045" y="1252"/>
                    <a:pt x="3061" y="1248"/>
                  </a:cubicBezTo>
                  <a:cubicBezTo>
                    <a:pt x="3059" y="1243"/>
                    <a:pt x="3055" y="1240"/>
                    <a:pt x="3050" y="1239"/>
                  </a:cubicBezTo>
                  <a:cubicBezTo>
                    <a:pt x="3033" y="1237"/>
                    <a:pt x="3033" y="1238"/>
                    <a:pt x="3049" y="1232"/>
                  </a:cubicBezTo>
                  <a:cubicBezTo>
                    <a:pt x="3062" y="1222"/>
                    <a:pt x="3061" y="1215"/>
                    <a:pt x="3043" y="1214"/>
                  </a:cubicBezTo>
                  <a:cubicBezTo>
                    <a:pt x="3039" y="1213"/>
                    <a:pt x="3036" y="1206"/>
                    <a:pt x="3040" y="1202"/>
                  </a:cubicBezTo>
                  <a:cubicBezTo>
                    <a:pt x="3045" y="1189"/>
                    <a:pt x="3040" y="1159"/>
                    <a:pt x="3030" y="1159"/>
                  </a:cubicBezTo>
                  <a:cubicBezTo>
                    <a:pt x="3029" y="1159"/>
                    <a:pt x="3027" y="1160"/>
                    <a:pt x="3025" y="1161"/>
                  </a:cubicBezTo>
                  <a:lnTo>
                    <a:pt x="3021" y="1149"/>
                  </a:lnTo>
                  <a:cubicBezTo>
                    <a:pt x="3024" y="1135"/>
                    <a:pt x="3022" y="1129"/>
                    <a:pt x="3012" y="1126"/>
                  </a:cubicBezTo>
                  <a:lnTo>
                    <a:pt x="3003" y="1123"/>
                  </a:lnTo>
                  <a:cubicBezTo>
                    <a:pt x="3009" y="1121"/>
                    <a:pt x="3014" y="1113"/>
                    <a:pt x="3013" y="1105"/>
                  </a:cubicBezTo>
                  <a:cubicBezTo>
                    <a:pt x="3012" y="1102"/>
                    <a:pt x="3011" y="1101"/>
                    <a:pt x="3010" y="1101"/>
                  </a:cubicBezTo>
                  <a:cubicBezTo>
                    <a:pt x="3008" y="1101"/>
                    <a:pt x="3007" y="1102"/>
                    <a:pt x="3004" y="1103"/>
                  </a:cubicBezTo>
                  <a:cubicBezTo>
                    <a:pt x="3002" y="1106"/>
                    <a:pt x="3000" y="1107"/>
                    <a:pt x="2999" y="1107"/>
                  </a:cubicBezTo>
                  <a:cubicBezTo>
                    <a:pt x="2997" y="1107"/>
                    <a:pt x="2995" y="1103"/>
                    <a:pt x="2994" y="1100"/>
                  </a:cubicBezTo>
                  <a:cubicBezTo>
                    <a:pt x="2993" y="1092"/>
                    <a:pt x="2997" y="1085"/>
                    <a:pt x="3004" y="1082"/>
                  </a:cubicBezTo>
                  <a:lnTo>
                    <a:pt x="3002" y="1076"/>
                  </a:lnTo>
                  <a:cubicBezTo>
                    <a:pt x="2997" y="1078"/>
                    <a:pt x="2994" y="1079"/>
                    <a:pt x="2991" y="1079"/>
                  </a:cubicBezTo>
                  <a:cubicBezTo>
                    <a:pt x="2987" y="1079"/>
                    <a:pt x="2987" y="1075"/>
                    <a:pt x="2993" y="1074"/>
                  </a:cubicBezTo>
                  <a:cubicBezTo>
                    <a:pt x="2996" y="1067"/>
                    <a:pt x="2996" y="1059"/>
                    <a:pt x="2993" y="1053"/>
                  </a:cubicBezTo>
                  <a:cubicBezTo>
                    <a:pt x="2992" y="1053"/>
                    <a:pt x="2991" y="1053"/>
                    <a:pt x="2990" y="1053"/>
                  </a:cubicBezTo>
                  <a:cubicBezTo>
                    <a:pt x="2988" y="1053"/>
                    <a:pt x="2989" y="1051"/>
                    <a:pt x="2991" y="1051"/>
                  </a:cubicBezTo>
                  <a:cubicBezTo>
                    <a:pt x="2991" y="1051"/>
                    <a:pt x="2992" y="1051"/>
                    <a:pt x="2993" y="1053"/>
                  </a:cubicBezTo>
                  <a:lnTo>
                    <a:pt x="3001" y="1049"/>
                  </a:lnTo>
                  <a:cubicBezTo>
                    <a:pt x="3003" y="1045"/>
                    <a:pt x="3003" y="1044"/>
                    <a:pt x="3001" y="1044"/>
                  </a:cubicBezTo>
                  <a:cubicBezTo>
                    <a:pt x="2999" y="1044"/>
                    <a:pt x="2995" y="1045"/>
                    <a:pt x="2990" y="1047"/>
                  </a:cubicBezTo>
                  <a:lnTo>
                    <a:pt x="2986" y="1035"/>
                  </a:lnTo>
                  <a:cubicBezTo>
                    <a:pt x="2985" y="1031"/>
                    <a:pt x="2983" y="1028"/>
                    <a:pt x="2980" y="1028"/>
                  </a:cubicBezTo>
                  <a:cubicBezTo>
                    <a:pt x="2979" y="1028"/>
                    <a:pt x="2978" y="1029"/>
                    <a:pt x="2976" y="1032"/>
                  </a:cubicBezTo>
                  <a:cubicBezTo>
                    <a:pt x="2972" y="1034"/>
                    <a:pt x="2967" y="1037"/>
                    <a:pt x="2964" y="1037"/>
                  </a:cubicBezTo>
                  <a:cubicBezTo>
                    <a:pt x="2961" y="1037"/>
                    <a:pt x="2959" y="1036"/>
                    <a:pt x="2958" y="1034"/>
                  </a:cubicBezTo>
                  <a:cubicBezTo>
                    <a:pt x="2957" y="1034"/>
                    <a:pt x="2956" y="1034"/>
                    <a:pt x="2955" y="1034"/>
                  </a:cubicBezTo>
                  <a:cubicBezTo>
                    <a:pt x="2953" y="1034"/>
                    <a:pt x="2955" y="1032"/>
                    <a:pt x="2956" y="1032"/>
                  </a:cubicBezTo>
                  <a:cubicBezTo>
                    <a:pt x="2957" y="1032"/>
                    <a:pt x="2957" y="1032"/>
                    <a:pt x="2958" y="1034"/>
                  </a:cubicBezTo>
                  <a:cubicBezTo>
                    <a:pt x="2966" y="1030"/>
                    <a:pt x="2974" y="1027"/>
                    <a:pt x="2970" y="1021"/>
                  </a:cubicBezTo>
                  <a:cubicBezTo>
                    <a:pt x="2968" y="1016"/>
                    <a:pt x="2975" y="1012"/>
                    <a:pt x="2975" y="1012"/>
                  </a:cubicBezTo>
                  <a:cubicBezTo>
                    <a:pt x="2993" y="1011"/>
                    <a:pt x="2974" y="992"/>
                    <a:pt x="2964" y="990"/>
                  </a:cubicBezTo>
                  <a:cubicBezTo>
                    <a:pt x="2943" y="985"/>
                    <a:pt x="2941" y="981"/>
                    <a:pt x="2956" y="973"/>
                  </a:cubicBezTo>
                  <a:cubicBezTo>
                    <a:pt x="2966" y="968"/>
                    <a:pt x="2959" y="965"/>
                    <a:pt x="2947" y="965"/>
                  </a:cubicBezTo>
                  <a:cubicBezTo>
                    <a:pt x="2941" y="965"/>
                    <a:pt x="2933" y="966"/>
                    <a:pt x="2925" y="967"/>
                  </a:cubicBezTo>
                  <a:lnTo>
                    <a:pt x="2901" y="973"/>
                  </a:lnTo>
                  <a:lnTo>
                    <a:pt x="2923" y="962"/>
                  </a:lnTo>
                  <a:cubicBezTo>
                    <a:pt x="2949" y="942"/>
                    <a:pt x="2949" y="942"/>
                    <a:pt x="2926" y="931"/>
                  </a:cubicBezTo>
                  <a:cubicBezTo>
                    <a:pt x="2913" y="925"/>
                    <a:pt x="2913" y="925"/>
                    <a:pt x="2921" y="920"/>
                  </a:cubicBezTo>
                  <a:cubicBezTo>
                    <a:pt x="2928" y="917"/>
                    <a:pt x="2925" y="911"/>
                    <a:pt x="2916" y="894"/>
                  </a:cubicBezTo>
                  <a:cubicBezTo>
                    <a:pt x="2909" y="881"/>
                    <a:pt x="2906" y="875"/>
                    <a:pt x="2901" y="875"/>
                  </a:cubicBezTo>
                  <a:cubicBezTo>
                    <a:pt x="2900" y="875"/>
                    <a:pt x="2899" y="876"/>
                    <a:pt x="2897" y="877"/>
                  </a:cubicBezTo>
                  <a:lnTo>
                    <a:pt x="2891" y="866"/>
                  </a:lnTo>
                  <a:cubicBezTo>
                    <a:pt x="2897" y="858"/>
                    <a:pt x="2894" y="852"/>
                    <a:pt x="2889" y="852"/>
                  </a:cubicBezTo>
                  <a:cubicBezTo>
                    <a:pt x="2886" y="852"/>
                    <a:pt x="2881" y="854"/>
                    <a:pt x="2877" y="860"/>
                  </a:cubicBezTo>
                  <a:lnTo>
                    <a:pt x="2870" y="848"/>
                  </a:lnTo>
                  <a:lnTo>
                    <a:pt x="2877" y="845"/>
                  </a:lnTo>
                  <a:cubicBezTo>
                    <a:pt x="2884" y="841"/>
                    <a:pt x="2877" y="829"/>
                    <a:pt x="2851" y="787"/>
                  </a:cubicBezTo>
                  <a:cubicBezTo>
                    <a:pt x="2830" y="752"/>
                    <a:pt x="2821" y="740"/>
                    <a:pt x="2813" y="740"/>
                  </a:cubicBezTo>
                  <a:cubicBezTo>
                    <a:pt x="2810" y="740"/>
                    <a:pt x="2807" y="741"/>
                    <a:pt x="2803" y="744"/>
                  </a:cubicBezTo>
                  <a:cubicBezTo>
                    <a:pt x="2799" y="745"/>
                    <a:pt x="2796" y="745"/>
                    <a:pt x="2794" y="745"/>
                  </a:cubicBezTo>
                  <a:cubicBezTo>
                    <a:pt x="2786" y="745"/>
                    <a:pt x="2786" y="741"/>
                    <a:pt x="2795" y="734"/>
                  </a:cubicBezTo>
                  <a:cubicBezTo>
                    <a:pt x="2801" y="729"/>
                    <a:pt x="2804" y="723"/>
                    <a:pt x="2801" y="723"/>
                  </a:cubicBezTo>
                  <a:cubicBezTo>
                    <a:pt x="2801" y="723"/>
                    <a:pt x="2800" y="723"/>
                    <a:pt x="2799" y="724"/>
                  </a:cubicBezTo>
                  <a:cubicBezTo>
                    <a:pt x="2794" y="718"/>
                    <a:pt x="2793" y="712"/>
                    <a:pt x="2794" y="704"/>
                  </a:cubicBezTo>
                  <a:cubicBezTo>
                    <a:pt x="2795" y="686"/>
                    <a:pt x="2790" y="681"/>
                    <a:pt x="2785" y="681"/>
                  </a:cubicBezTo>
                  <a:cubicBezTo>
                    <a:pt x="2783" y="681"/>
                    <a:pt x="2780" y="682"/>
                    <a:pt x="2778" y="684"/>
                  </a:cubicBezTo>
                  <a:cubicBezTo>
                    <a:pt x="2775" y="689"/>
                    <a:pt x="2773" y="692"/>
                    <a:pt x="2773" y="692"/>
                  </a:cubicBezTo>
                  <a:cubicBezTo>
                    <a:pt x="2771" y="692"/>
                    <a:pt x="2773" y="685"/>
                    <a:pt x="2775" y="679"/>
                  </a:cubicBezTo>
                  <a:cubicBezTo>
                    <a:pt x="2777" y="671"/>
                    <a:pt x="2779" y="663"/>
                    <a:pt x="2776" y="663"/>
                  </a:cubicBezTo>
                  <a:cubicBezTo>
                    <a:pt x="2776" y="663"/>
                    <a:pt x="2775" y="663"/>
                    <a:pt x="2774" y="664"/>
                  </a:cubicBezTo>
                  <a:cubicBezTo>
                    <a:pt x="2763" y="663"/>
                    <a:pt x="2735" y="639"/>
                    <a:pt x="2747" y="629"/>
                  </a:cubicBezTo>
                  <a:lnTo>
                    <a:pt x="2739" y="618"/>
                  </a:lnTo>
                  <a:cubicBezTo>
                    <a:pt x="2738" y="620"/>
                    <a:pt x="2736" y="620"/>
                    <a:pt x="2735" y="620"/>
                  </a:cubicBezTo>
                  <a:cubicBezTo>
                    <a:pt x="2730" y="620"/>
                    <a:pt x="2724" y="612"/>
                    <a:pt x="2717" y="605"/>
                  </a:cubicBezTo>
                  <a:cubicBezTo>
                    <a:pt x="2708" y="595"/>
                    <a:pt x="2703" y="590"/>
                    <a:pt x="2710" y="585"/>
                  </a:cubicBezTo>
                  <a:cubicBezTo>
                    <a:pt x="2720" y="585"/>
                    <a:pt x="2716" y="580"/>
                    <a:pt x="2701" y="576"/>
                  </a:cubicBezTo>
                  <a:cubicBezTo>
                    <a:pt x="2700" y="575"/>
                    <a:pt x="2698" y="574"/>
                    <a:pt x="2695" y="574"/>
                  </a:cubicBezTo>
                  <a:cubicBezTo>
                    <a:pt x="2691" y="574"/>
                    <a:pt x="2687" y="575"/>
                    <a:pt x="2684" y="575"/>
                  </a:cubicBezTo>
                  <a:cubicBezTo>
                    <a:pt x="2681" y="575"/>
                    <a:pt x="2678" y="574"/>
                    <a:pt x="2676" y="573"/>
                  </a:cubicBezTo>
                  <a:cubicBezTo>
                    <a:pt x="2673" y="576"/>
                    <a:pt x="2669" y="578"/>
                    <a:pt x="2664" y="578"/>
                  </a:cubicBezTo>
                  <a:cubicBezTo>
                    <a:pt x="2661" y="578"/>
                    <a:pt x="2658" y="577"/>
                    <a:pt x="2656" y="575"/>
                  </a:cubicBezTo>
                  <a:lnTo>
                    <a:pt x="2662" y="569"/>
                  </a:lnTo>
                  <a:lnTo>
                    <a:pt x="2674" y="558"/>
                  </a:lnTo>
                  <a:cubicBezTo>
                    <a:pt x="2671" y="555"/>
                    <a:pt x="2668" y="552"/>
                    <a:pt x="2665" y="552"/>
                  </a:cubicBezTo>
                  <a:cubicBezTo>
                    <a:pt x="2663" y="552"/>
                    <a:pt x="2661" y="553"/>
                    <a:pt x="2660" y="555"/>
                  </a:cubicBezTo>
                  <a:cubicBezTo>
                    <a:pt x="2661" y="544"/>
                    <a:pt x="2656" y="540"/>
                    <a:pt x="2648" y="531"/>
                  </a:cubicBezTo>
                  <a:cubicBezTo>
                    <a:pt x="2640" y="521"/>
                    <a:pt x="2631" y="513"/>
                    <a:pt x="2623" y="513"/>
                  </a:cubicBezTo>
                  <a:cubicBezTo>
                    <a:pt x="2622" y="513"/>
                    <a:pt x="2622" y="513"/>
                    <a:pt x="2621" y="513"/>
                  </a:cubicBezTo>
                  <a:cubicBezTo>
                    <a:pt x="2628" y="498"/>
                    <a:pt x="2608" y="477"/>
                    <a:pt x="2591" y="477"/>
                  </a:cubicBezTo>
                  <a:cubicBezTo>
                    <a:pt x="2589" y="477"/>
                    <a:pt x="2586" y="477"/>
                    <a:pt x="2584" y="478"/>
                  </a:cubicBezTo>
                  <a:cubicBezTo>
                    <a:pt x="2583" y="480"/>
                    <a:pt x="2581" y="481"/>
                    <a:pt x="2579" y="481"/>
                  </a:cubicBezTo>
                  <a:cubicBezTo>
                    <a:pt x="2576" y="481"/>
                    <a:pt x="2575" y="477"/>
                    <a:pt x="2575" y="469"/>
                  </a:cubicBezTo>
                  <a:cubicBezTo>
                    <a:pt x="2576" y="462"/>
                    <a:pt x="2576" y="460"/>
                    <a:pt x="2573" y="460"/>
                  </a:cubicBezTo>
                  <a:cubicBezTo>
                    <a:pt x="2572" y="460"/>
                    <a:pt x="2570" y="461"/>
                    <a:pt x="2566" y="461"/>
                  </a:cubicBezTo>
                  <a:cubicBezTo>
                    <a:pt x="2566" y="462"/>
                    <a:pt x="2565" y="462"/>
                    <a:pt x="2564" y="462"/>
                  </a:cubicBezTo>
                  <a:cubicBezTo>
                    <a:pt x="2556" y="462"/>
                    <a:pt x="2556" y="452"/>
                    <a:pt x="2557" y="442"/>
                  </a:cubicBezTo>
                  <a:cubicBezTo>
                    <a:pt x="2562" y="429"/>
                    <a:pt x="2560" y="424"/>
                    <a:pt x="2553" y="424"/>
                  </a:cubicBezTo>
                  <a:cubicBezTo>
                    <a:pt x="2552" y="424"/>
                    <a:pt x="2550" y="424"/>
                    <a:pt x="2548" y="424"/>
                  </a:cubicBezTo>
                  <a:cubicBezTo>
                    <a:pt x="2537" y="422"/>
                    <a:pt x="2527" y="417"/>
                    <a:pt x="2519" y="409"/>
                  </a:cubicBezTo>
                  <a:cubicBezTo>
                    <a:pt x="2512" y="408"/>
                    <a:pt x="2508" y="406"/>
                    <a:pt x="2505" y="406"/>
                  </a:cubicBezTo>
                  <a:cubicBezTo>
                    <a:pt x="2501" y="406"/>
                    <a:pt x="2500" y="408"/>
                    <a:pt x="2500" y="413"/>
                  </a:cubicBezTo>
                  <a:cubicBezTo>
                    <a:pt x="2496" y="418"/>
                    <a:pt x="2490" y="420"/>
                    <a:pt x="2485" y="422"/>
                  </a:cubicBezTo>
                  <a:cubicBezTo>
                    <a:pt x="2474" y="420"/>
                    <a:pt x="2474" y="416"/>
                    <a:pt x="2477" y="416"/>
                  </a:cubicBezTo>
                  <a:cubicBezTo>
                    <a:pt x="2478" y="416"/>
                    <a:pt x="2479" y="417"/>
                    <a:pt x="2480" y="418"/>
                  </a:cubicBezTo>
                  <a:cubicBezTo>
                    <a:pt x="2482" y="418"/>
                    <a:pt x="2484" y="418"/>
                    <a:pt x="2486" y="418"/>
                  </a:cubicBezTo>
                  <a:cubicBezTo>
                    <a:pt x="2493" y="418"/>
                    <a:pt x="2490" y="414"/>
                    <a:pt x="2490" y="405"/>
                  </a:cubicBezTo>
                  <a:cubicBezTo>
                    <a:pt x="2490" y="395"/>
                    <a:pt x="2485" y="387"/>
                    <a:pt x="2477" y="383"/>
                  </a:cubicBezTo>
                  <a:lnTo>
                    <a:pt x="2456" y="367"/>
                  </a:lnTo>
                  <a:cubicBezTo>
                    <a:pt x="2449" y="355"/>
                    <a:pt x="2444" y="350"/>
                    <a:pt x="2441" y="350"/>
                  </a:cubicBezTo>
                  <a:cubicBezTo>
                    <a:pt x="2439" y="350"/>
                    <a:pt x="2438" y="351"/>
                    <a:pt x="2436" y="353"/>
                  </a:cubicBezTo>
                  <a:cubicBezTo>
                    <a:pt x="2430" y="361"/>
                    <a:pt x="2428" y="364"/>
                    <a:pt x="2428" y="364"/>
                  </a:cubicBezTo>
                  <a:cubicBezTo>
                    <a:pt x="2428" y="364"/>
                    <a:pt x="2429" y="362"/>
                    <a:pt x="2431" y="359"/>
                  </a:cubicBezTo>
                  <a:cubicBezTo>
                    <a:pt x="2436" y="344"/>
                    <a:pt x="2390" y="310"/>
                    <a:pt x="2371" y="310"/>
                  </a:cubicBezTo>
                  <a:cubicBezTo>
                    <a:pt x="2369" y="310"/>
                    <a:pt x="2367" y="310"/>
                    <a:pt x="2366" y="311"/>
                  </a:cubicBezTo>
                  <a:lnTo>
                    <a:pt x="2370" y="304"/>
                  </a:lnTo>
                  <a:cubicBezTo>
                    <a:pt x="2375" y="298"/>
                    <a:pt x="2369" y="294"/>
                    <a:pt x="2359" y="286"/>
                  </a:cubicBezTo>
                  <a:cubicBezTo>
                    <a:pt x="2354" y="282"/>
                    <a:pt x="2327" y="277"/>
                    <a:pt x="2312" y="267"/>
                  </a:cubicBezTo>
                  <a:cubicBezTo>
                    <a:pt x="2295" y="257"/>
                    <a:pt x="2282" y="249"/>
                    <a:pt x="2275" y="249"/>
                  </a:cubicBezTo>
                  <a:cubicBezTo>
                    <a:pt x="2273" y="249"/>
                    <a:pt x="2271" y="250"/>
                    <a:pt x="2270" y="252"/>
                  </a:cubicBezTo>
                  <a:cubicBezTo>
                    <a:pt x="2265" y="248"/>
                    <a:pt x="2265" y="248"/>
                    <a:pt x="2268" y="242"/>
                  </a:cubicBezTo>
                  <a:cubicBezTo>
                    <a:pt x="2278" y="238"/>
                    <a:pt x="2272" y="235"/>
                    <a:pt x="2267" y="231"/>
                  </a:cubicBezTo>
                  <a:cubicBezTo>
                    <a:pt x="2266" y="231"/>
                    <a:pt x="2265" y="231"/>
                    <a:pt x="2264" y="231"/>
                  </a:cubicBezTo>
                  <a:cubicBezTo>
                    <a:pt x="2260" y="231"/>
                    <a:pt x="2257" y="236"/>
                    <a:pt x="2253" y="243"/>
                  </a:cubicBezTo>
                  <a:cubicBezTo>
                    <a:pt x="2252" y="245"/>
                    <a:pt x="2251" y="246"/>
                    <a:pt x="2249" y="246"/>
                  </a:cubicBezTo>
                  <a:cubicBezTo>
                    <a:pt x="2246" y="246"/>
                    <a:pt x="2242" y="242"/>
                    <a:pt x="2238" y="233"/>
                  </a:cubicBezTo>
                  <a:cubicBezTo>
                    <a:pt x="2229" y="217"/>
                    <a:pt x="2212" y="208"/>
                    <a:pt x="2194" y="208"/>
                  </a:cubicBezTo>
                  <a:cubicBezTo>
                    <a:pt x="2188" y="205"/>
                    <a:pt x="2183" y="202"/>
                    <a:pt x="2186" y="196"/>
                  </a:cubicBezTo>
                  <a:cubicBezTo>
                    <a:pt x="2185" y="185"/>
                    <a:pt x="2177" y="178"/>
                    <a:pt x="2169" y="178"/>
                  </a:cubicBezTo>
                  <a:cubicBezTo>
                    <a:pt x="2165" y="178"/>
                    <a:pt x="2161" y="180"/>
                    <a:pt x="2158" y="182"/>
                  </a:cubicBezTo>
                  <a:cubicBezTo>
                    <a:pt x="2152" y="179"/>
                    <a:pt x="2152" y="179"/>
                    <a:pt x="2156" y="172"/>
                  </a:cubicBezTo>
                  <a:cubicBezTo>
                    <a:pt x="2154" y="166"/>
                    <a:pt x="2155" y="160"/>
                    <a:pt x="2153" y="160"/>
                  </a:cubicBezTo>
                  <a:cubicBezTo>
                    <a:pt x="2152" y="160"/>
                    <a:pt x="2149" y="162"/>
                    <a:pt x="2145" y="166"/>
                  </a:cubicBezTo>
                  <a:cubicBezTo>
                    <a:pt x="2143" y="167"/>
                    <a:pt x="2141" y="167"/>
                    <a:pt x="2139" y="167"/>
                  </a:cubicBezTo>
                  <a:cubicBezTo>
                    <a:pt x="2125" y="167"/>
                    <a:pt x="2112" y="159"/>
                    <a:pt x="2104" y="147"/>
                  </a:cubicBezTo>
                  <a:cubicBezTo>
                    <a:pt x="2101" y="146"/>
                    <a:pt x="2098" y="145"/>
                    <a:pt x="2096" y="145"/>
                  </a:cubicBezTo>
                  <a:cubicBezTo>
                    <a:pt x="2093" y="145"/>
                    <a:pt x="2091" y="146"/>
                    <a:pt x="2090" y="150"/>
                  </a:cubicBezTo>
                  <a:cubicBezTo>
                    <a:pt x="2088" y="152"/>
                    <a:pt x="2087" y="155"/>
                    <a:pt x="2086" y="157"/>
                  </a:cubicBezTo>
                  <a:cubicBezTo>
                    <a:pt x="2086" y="148"/>
                    <a:pt x="2086" y="143"/>
                    <a:pt x="2084" y="143"/>
                  </a:cubicBezTo>
                  <a:cubicBezTo>
                    <a:pt x="2083" y="143"/>
                    <a:pt x="2080" y="146"/>
                    <a:pt x="2075" y="152"/>
                  </a:cubicBezTo>
                  <a:cubicBezTo>
                    <a:pt x="2074" y="155"/>
                    <a:pt x="2072" y="157"/>
                    <a:pt x="2070" y="157"/>
                  </a:cubicBezTo>
                  <a:cubicBezTo>
                    <a:pt x="2069" y="157"/>
                    <a:pt x="2068" y="154"/>
                    <a:pt x="2069" y="150"/>
                  </a:cubicBezTo>
                  <a:cubicBezTo>
                    <a:pt x="2068" y="144"/>
                    <a:pt x="2065" y="139"/>
                    <a:pt x="2060" y="136"/>
                  </a:cubicBezTo>
                  <a:cubicBezTo>
                    <a:pt x="2055" y="133"/>
                    <a:pt x="2022" y="131"/>
                    <a:pt x="1993" y="120"/>
                  </a:cubicBezTo>
                  <a:cubicBezTo>
                    <a:pt x="1960" y="109"/>
                    <a:pt x="1941" y="102"/>
                    <a:pt x="1932" y="102"/>
                  </a:cubicBezTo>
                  <a:cubicBezTo>
                    <a:pt x="1928" y="102"/>
                    <a:pt x="1926" y="103"/>
                    <a:pt x="1925" y="106"/>
                  </a:cubicBezTo>
                  <a:cubicBezTo>
                    <a:pt x="1921" y="108"/>
                    <a:pt x="1919" y="110"/>
                    <a:pt x="1918" y="110"/>
                  </a:cubicBezTo>
                  <a:cubicBezTo>
                    <a:pt x="1916" y="110"/>
                    <a:pt x="1915" y="107"/>
                    <a:pt x="1914" y="101"/>
                  </a:cubicBezTo>
                  <a:cubicBezTo>
                    <a:pt x="1911" y="95"/>
                    <a:pt x="1906" y="89"/>
                    <a:pt x="1898" y="87"/>
                  </a:cubicBezTo>
                  <a:cubicBezTo>
                    <a:pt x="1892" y="86"/>
                    <a:pt x="1887" y="83"/>
                    <a:pt x="1889" y="76"/>
                  </a:cubicBezTo>
                  <a:lnTo>
                    <a:pt x="1889" y="76"/>
                  </a:lnTo>
                  <a:cubicBezTo>
                    <a:pt x="1883" y="79"/>
                    <a:pt x="1881" y="81"/>
                    <a:pt x="1878" y="81"/>
                  </a:cubicBezTo>
                  <a:cubicBezTo>
                    <a:pt x="1877" y="81"/>
                    <a:pt x="1876" y="80"/>
                    <a:pt x="1874" y="80"/>
                  </a:cubicBezTo>
                  <a:cubicBezTo>
                    <a:pt x="1876" y="75"/>
                    <a:pt x="1874" y="73"/>
                    <a:pt x="1871" y="73"/>
                  </a:cubicBezTo>
                  <a:cubicBezTo>
                    <a:pt x="1868" y="73"/>
                    <a:pt x="1865" y="74"/>
                    <a:pt x="1862" y="77"/>
                  </a:cubicBezTo>
                  <a:cubicBezTo>
                    <a:pt x="1857" y="84"/>
                    <a:pt x="1854" y="87"/>
                    <a:pt x="1854" y="87"/>
                  </a:cubicBezTo>
                  <a:cubicBezTo>
                    <a:pt x="1853" y="87"/>
                    <a:pt x="1854" y="84"/>
                    <a:pt x="1856" y="76"/>
                  </a:cubicBezTo>
                  <a:cubicBezTo>
                    <a:pt x="1857" y="70"/>
                    <a:pt x="1848" y="61"/>
                    <a:pt x="1846" y="61"/>
                  </a:cubicBezTo>
                  <a:cubicBezTo>
                    <a:pt x="1845" y="61"/>
                    <a:pt x="1844" y="62"/>
                    <a:pt x="1845" y="64"/>
                  </a:cubicBezTo>
                  <a:cubicBezTo>
                    <a:pt x="1844" y="72"/>
                    <a:pt x="1832" y="70"/>
                    <a:pt x="1823" y="77"/>
                  </a:cubicBezTo>
                  <a:cubicBezTo>
                    <a:pt x="1817" y="74"/>
                    <a:pt x="1811" y="73"/>
                    <a:pt x="1813" y="65"/>
                  </a:cubicBezTo>
                  <a:cubicBezTo>
                    <a:pt x="1811" y="61"/>
                    <a:pt x="1801" y="58"/>
                    <a:pt x="1790" y="58"/>
                  </a:cubicBezTo>
                  <a:cubicBezTo>
                    <a:pt x="1781" y="58"/>
                    <a:pt x="1772" y="60"/>
                    <a:pt x="1769" y="63"/>
                  </a:cubicBezTo>
                  <a:cubicBezTo>
                    <a:pt x="1768" y="67"/>
                    <a:pt x="1766" y="69"/>
                    <a:pt x="1765" y="69"/>
                  </a:cubicBezTo>
                  <a:cubicBezTo>
                    <a:pt x="1763" y="69"/>
                    <a:pt x="1761" y="66"/>
                    <a:pt x="1762" y="62"/>
                  </a:cubicBezTo>
                  <a:cubicBezTo>
                    <a:pt x="1764" y="54"/>
                    <a:pt x="1758" y="52"/>
                    <a:pt x="1752" y="51"/>
                  </a:cubicBezTo>
                  <a:cubicBezTo>
                    <a:pt x="1750" y="53"/>
                    <a:pt x="1748" y="53"/>
                    <a:pt x="1747" y="53"/>
                  </a:cubicBezTo>
                  <a:cubicBezTo>
                    <a:pt x="1745" y="53"/>
                    <a:pt x="1746" y="48"/>
                    <a:pt x="1747" y="42"/>
                  </a:cubicBezTo>
                  <a:cubicBezTo>
                    <a:pt x="1755" y="35"/>
                    <a:pt x="1749" y="33"/>
                    <a:pt x="1736" y="31"/>
                  </a:cubicBezTo>
                  <a:cubicBezTo>
                    <a:pt x="1734" y="32"/>
                    <a:pt x="1730" y="33"/>
                    <a:pt x="1724" y="33"/>
                  </a:cubicBezTo>
                  <a:cubicBezTo>
                    <a:pt x="1714" y="33"/>
                    <a:pt x="1699" y="30"/>
                    <a:pt x="1686" y="30"/>
                  </a:cubicBezTo>
                  <a:cubicBezTo>
                    <a:pt x="1679" y="28"/>
                    <a:pt x="1673" y="28"/>
                    <a:pt x="1668" y="28"/>
                  </a:cubicBezTo>
                  <a:cubicBezTo>
                    <a:pt x="1651" y="28"/>
                    <a:pt x="1643" y="35"/>
                    <a:pt x="1632" y="46"/>
                  </a:cubicBezTo>
                  <a:lnTo>
                    <a:pt x="1624" y="61"/>
                  </a:lnTo>
                  <a:lnTo>
                    <a:pt x="1626" y="45"/>
                  </a:lnTo>
                  <a:cubicBezTo>
                    <a:pt x="1626" y="36"/>
                    <a:pt x="1625" y="28"/>
                    <a:pt x="1623" y="19"/>
                  </a:cubicBezTo>
                  <a:cubicBezTo>
                    <a:pt x="1616" y="19"/>
                    <a:pt x="1616" y="27"/>
                    <a:pt x="1615" y="35"/>
                  </a:cubicBezTo>
                  <a:cubicBezTo>
                    <a:pt x="1615" y="39"/>
                    <a:pt x="1613" y="40"/>
                    <a:pt x="1611" y="40"/>
                  </a:cubicBezTo>
                  <a:cubicBezTo>
                    <a:pt x="1607" y="40"/>
                    <a:pt x="1602" y="37"/>
                    <a:pt x="1596" y="32"/>
                  </a:cubicBezTo>
                  <a:cubicBezTo>
                    <a:pt x="1590" y="26"/>
                    <a:pt x="1585" y="24"/>
                    <a:pt x="1581" y="24"/>
                  </a:cubicBezTo>
                  <a:cubicBezTo>
                    <a:pt x="1578" y="24"/>
                    <a:pt x="1575" y="26"/>
                    <a:pt x="1571" y="30"/>
                  </a:cubicBezTo>
                  <a:cubicBezTo>
                    <a:pt x="1564" y="30"/>
                    <a:pt x="1557" y="26"/>
                    <a:pt x="1553" y="19"/>
                  </a:cubicBezTo>
                  <a:cubicBezTo>
                    <a:pt x="1547" y="19"/>
                    <a:pt x="1547" y="19"/>
                    <a:pt x="1547" y="27"/>
                  </a:cubicBezTo>
                  <a:cubicBezTo>
                    <a:pt x="1546" y="31"/>
                    <a:pt x="1544" y="33"/>
                    <a:pt x="1542" y="33"/>
                  </a:cubicBezTo>
                  <a:cubicBezTo>
                    <a:pt x="1539" y="33"/>
                    <a:pt x="1536" y="31"/>
                    <a:pt x="1533" y="26"/>
                  </a:cubicBezTo>
                  <a:cubicBezTo>
                    <a:pt x="1530" y="17"/>
                    <a:pt x="1522" y="12"/>
                    <a:pt x="1516" y="12"/>
                  </a:cubicBezTo>
                  <a:cubicBezTo>
                    <a:pt x="1513" y="12"/>
                    <a:pt x="1510" y="14"/>
                    <a:pt x="1510" y="17"/>
                  </a:cubicBezTo>
                  <a:cubicBezTo>
                    <a:pt x="1509" y="23"/>
                    <a:pt x="1505" y="24"/>
                    <a:pt x="1501" y="24"/>
                  </a:cubicBezTo>
                  <a:cubicBezTo>
                    <a:pt x="1499" y="24"/>
                    <a:pt x="1498" y="24"/>
                    <a:pt x="1496" y="24"/>
                  </a:cubicBezTo>
                  <a:cubicBezTo>
                    <a:pt x="1495" y="24"/>
                    <a:pt x="1494" y="24"/>
                    <a:pt x="1493" y="24"/>
                  </a:cubicBezTo>
                  <a:cubicBezTo>
                    <a:pt x="1487" y="24"/>
                    <a:pt x="1481" y="26"/>
                    <a:pt x="1477" y="31"/>
                  </a:cubicBezTo>
                  <a:lnTo>
                    <a:pt x="1465" y="30"/>
                  </a:lnTo>
                  <a:cubicBezTo>
                    <a:pt x="1458" y="30"/>
                    <a:pt x="1465" y="22"/>
                    <a:pt x="1472" y="22"/>
                  </a:cubicBezTo>
                  <a:lnTo>
                    <a:pt x="1465" y="14"/>
                  </a:lnTo>
                  <a:cubicBezTo>
                    <a:pt x="1461" y="14"/>
                    <a:pt x="1459" y="13"/>
                    <a:pt x="1456" y="13"/>
                  </a:cubicBezTo>
                  <a:cubicBezTo>
                    <a:pt x="1449" y="13"/>
                    <a:pt x="1445" y="15"/>
                    <a:pt x="1440" y="21"/>
                  </a:cubicBezTo>
                  <a:cubicBezTo>
                    <a:pt x="1437" y="29"/>
                    <a:pt x="1435" y="33"/>
                    <a:pt x="1434" y="33"/>
                  </a:cubicBezTo>
                  <a:cubicBezTo>
                    <a:pt x="1433" y="33"/>
                    <a:pt x="1433" y="29"/>
                    <a:pt x="1433" y="21"/>
                  </a:cubicBezTo>
                  <a:cubicBezTo>
                    <a:pt x="1433" y="15"/>
                    <a:pt x="1431" y="9"/>
                    <a:pt x="1427" y="9"/>
                  </a:cubicBezTo>
                  <a:cubicBezTo>
                    <a:pt x="1425" y="9"/>
                    <a:pt x="1423" y="10"/>
                    <a:pt x="1421" y="13"/>
                  </a:cubicBezTo>
                  <a:cubicBezTo>
                    <a:pt x="1418" y="20"/>
                    <a:pt x="1416" y="22"/>
                    <a:pt x="1414" y="22"/>
                  </a:cubicBezTo>
                  <a:cubicBezTo>
                    <a:pt x="1411" y="22"/>
                    <a:pt x="1409" y="17"/>
                    <a:pt x="1409" y="13"/>
                  </a:cubicBezTo>
                  <a:cubicBezTo>
                    <a:pt x="1412" y="5"/>
                    <a:pt x="1414" y="1"/>
                    <a:pt x="1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33"/>
            <p:cNvSpPr/>
            <p:nvPr/>
          </p:nvSpPr>
          <p:spPr>
            <a:xfrm>
              <a:off x="2958944" y="2488243"/>
              <a:ext cx="397173" cy="423344"/>
            </a:xfrm>
            <a:custGeom>
              <a:avLst/>
              <a:gdLst/>
              <a:ahLst/>
              <a:cxnLst/>
              <a:rect l="l" t="t" r="r" b="b"/>
              <a:pathLst>
                <a:path w="3976" h="4238" extrusionOk="0">
                  <a:moveTo>
                    <a:pt x="3875" y="63"/>
                  </a:moveTo>
                  <a:cubicBezTo>
                    <a:pt x="3879" y="63"/>
                    <a:pt x="3887" y="70"/>
                    <a:pt x="3893" y="84"/>
                  </a:cubicBezTo>
                  <a:cubicBezTo>
                    <a:pt x="3903" y="95"/>
                    <a:pt x="3906" y="97"/>
                    <a:pt x="3901" y="97"/>
                  </a:cubicBezTo>
                  <a:cubicBezTo>
                    <a:pt x="3899" y="97"/>
                    <a:pt x="3895" y="97"/>
                    <a:pt x="3891" y="96"/>
                  </a:cubicBezTo>
                  <a:cubicBezTo>
                    <a:pt x="3883" y="95"/>
                    <a:pt x="3875" y="93"/>
                    <a:pt x="3876" y="82"/>
                  </a:cubicBezTo>
                  <a:cubicBezTo>
                    <a:pt x="3871" y="69"/>
                    <a:pt x="3872" y="63"/>
                    <a:pt x="3875" y="63"/>
                  </a:cubicBezTo>
                  <a:close/>
                  <a:moveTo>
                    <a:pt x="300" y="416"/>
                  </a:moveTo>
                  <a:lnTo>
                    <a:pt x="299" y="428"/>
                  </a:lnTo>
                  <a:cubicBezTo>
                    <a:pt x="297" y="440"/>
                    <a:pt x="305" y="442"/>
                    <a:pt x="313" y="443"/>
                  </a:cubicBezTo>
                  <a:lnTo>
                    <a:pt x="315" y="431"/>
                  </a:lnTo>
                  <a:cubicBezTo>
                    <a:pt x="315" y="431"/>
                    <a:pt x="309" y="417"/>
                    <a:pt x="300" y="416"/>
                  </a:cubicBezTo>
                  <a:close/>
                  <a:moveTo>
                    <a:pt x="425" y="463"/>
                  </a:moveTo>
                  <a:cubicBezTo>
                    <a:pt x="433" y="464"/>
                    <a:pt x="430" y="477"/>
                    <a:pt x="428" y="488"/>
                  </a:cubicBezTo>
                  <a:cubicBezTo>
                    <a:pt x="427" y="497"/>
                    <a:pt x="427" y="500"/>
                    <a:pt x="423" y="500"/>
                  </a:cubicBezTo>
                  <a:cubicBezTo>
                    <a:pt x="422" y="500"/>
                    <a:pt x="420" y="499"/>
                    <a:pt x="418" y="499"/>
                  </a:cubicBezTo>
                  <a:cubicBezTo>
                    <a:pt x="415" y="491"/>
                    <a:pt x="413" y="482"/>
                    <a:pt x="415" y="473"/>
                  </a:cubicBezTo>
                  <a:lnTo>
                    <a:pt x="425" y="463"/>
                  </a:lnTo>
                  <a:close/>
                  <a:moveTo>
                    <a:pt x="406" y="599"/>
                  </a:moveTo>
                  <a:cubicBezTo>
                    <a:pt x="409" y="599"/>
                    <a:pt x="408" y="605"/>
                    <a:pt x="406" y="619"/>
                  </a:cubicBezTo>
                  <a:cubicBezTo>
                    <a:pt x="404" y="630"/>
                    <a:pt x="401" y="642"/>
                    <a:pt x="395" y="642"/>
                  </a:cubicBezTo>
                  <a:cubicBezTo>
                    <a:pt x="395" y="642"/>
                    <a:pt x="394" y="642"/>
                    <a:pt x="393" y="642"/>
                  </a:cubicBezTo>
                  <a:lnTo>
                    <a:pt x="396" y="630"/>
                  </a:lnTo>
                  <a:cubicBezTo>
                    <a:pt x="396" y="630"/>
                    <a:pt x="396" y="630"/>
                    <a:pt x="396" y="630"/>
                  </a:cubicBezTo>
                  <a:cubicBezTo>
                    <a:pt x="401" y="630"/>
                    <a:pt x="400" y="625"/>
                    <a:pt x="395" y="625"/>
                  </a:cubicBezTo>
                  <a:cubicBezTo>
                    <a:pt x="393" y="625"/>
                    <a:pt x="391" y="626"/>
                    <a:pt x="388" y="629"/>
                  </a:cubicBezTo>
                  <a:lnTo>
                    <a:pt x="372" y="626"/>
                  </a:lnTo>
                  <a:cubicBezTo>
                    <a:pt x="373" y="614"/>
                    <a:pt x="382" y="604"/>
                    <a:pt x="391" y="604"/>
                  </a:cubicBezTo>
                  <a:cubicBezTo>
                    <a:pt x="391" y="604"/>
                    <a:pt x="392" y="604"/>
                    <a:pt x="392" y="605"/>
                  </a:cubicBezTo>
                  <a:cubicBezTo>
                    <a:pt x="399" y="601"/>
                    <a:pt x="403" y="599"/>
                    <a:pt x="406" y="599"/>
                  </a:cubicBezTo>
                  <a:close/>
                  <a:moveTo>
                    <a:pt x="442" y="651"/>
                  </a:moveTo>
                  <a:lnTo>
                    <a:pt x="431" y="661"/>
                  </a:lnTo>
                  <a:lnTo>
                    <a:pt x="429" y="673"/>
                  </a:lnTo>
                  <a:cubicBezTo>
                    <a:pt x="431" y="673"/>
                    <a:pt x="433" y="673"/>
                    <a:pt x="434" y="673"/>
                  </a:cubicBezTo>
                  <a:cubicBezTo>
                    <a:pt x="437" y="673"/>
                    <a:pt x="438" y="671"/>
                    <a:pt x="439" y="663"/>
                  </a:cubicBezTo>
                  <a:lnTo>
                    <a:pt x="442" y="651"/>
                  </a:lnTo>
                  <a:close/>
                  <a:moveTo>
                    <a:pt x="251" y="1269"/>
                  </a:moveTo>
                  <a:cubicBezTo>
                    <a:pt x="259" y="1270"/>
                    <a:pt x="263" y="1294"/>
                    <a:pt x="261" y="1307"/>
                  </a:cubicBezTo>
                  <a:cubicBezTo>
                    <a:pt x="260" y="1312"/>
                    <a:pt x="258" y="1314"/>
                    <a:pt x="256" y="1314"/>
                  </a:cubicBezTo>
                  <a:cubicBezTo>
                    <a:pt x="253" y="1314"/>
                    <a:pt x="250" y="1307"/>
                    <a:pt x="247" y="1292"/>
                  </a:cubicBezTo>
                  <a:cubicBezTo>
                    <a:pt x="249" y="1280"/>
                    <a:pt x="251" y="1269"/>
                    <a:pt x="251" y="1269"/>
                  </a:cubicBezTo>
                  <a:close/>
                  <a:moveTo>
                    <a:pt x="230" y="1338"/>
                  </a:moveTo>
                  <a:cubicBezTo>
                    <a:pt x="223" y="1338"/>
                    <a:pt x="220" y="1349"/>
                    <a:pt x="216" y="1373"/>
                  </a:cubicBezTo>
                  <a:cubicBezTo>
                    <a:pt x="215" y="1381"/>
                    <a:pt x="217" y="1390"/>
                    <a:pt x="221" y="1398"/>
                  </a:cubicBezTo>
                  <a:cubicBezTo>
                    <a:pt x="221" y="1398"/>
                    <a:pt x="221" y="1398"/>
                    <a:pt x="222" y="1398"/>
                  </a:cubicBezTo>
                  <a:cubicBezTo>
                    <a:pt x="229" y="1398"/>
                    <a:pt x="231" y="1387"/>
                    <a:pt x="233" y="1375"/>
                  </a:cubicBezTo>
                  <a:cubicBezTo>
                    <a:pt x="244" y="1353"/>
                    <a:pt x="238" y="1339"/>
                    <a:pt x="231" y="1338"/>
                  </a:cubicBezTo>
                  <a:cubicBezTo>
                    <a:pt x="230" y="1338"/>
                    <a:pt x="230" y="1338"/>
                    <a:pt x="230" y="1338"/>
                  </a:cubicBezTo>
                  <a:close/>
                  <a:moveTo>
                    <a:pt x="3596" y="1740"/>
                  </a:moveTo>
                  <a:cubicBezTo>
                    <a:pt x="3597" y="1740"/>
                    <a:pt x="3599" y="1741"/>
                    <a:pt x="3600" y="1741"/>
                  </a:cubicBezTo>
                  <a:cubicBezTo>
                    <a:pt x="3608" y="1742"/>
                    <a:pt x="3615" y="1755"/>
                    <a:pt x="3613" y="1768"/>
                  </a:cubicBezTo>
                  <a:cubicBezTo>
                    <a:pt x="3612" y="1772"/>
                    <a:pt x="3609" y="1775"/>
                    <a:pt x="3606" y="1775"/>
                  </a:cubicBezTo>
                  <a:cubicBezTo>
                    <a:pt x="3601" y="1775"/>
                    <a:pt x="3593" y="1767"/>
                    <a:pt x="3590" y="1751"/>
                  </a:cubicBezTo>
                  <a:cubicBezTo>
                    <a:pt x="3592" y="1742"/>
                    <a:pt x="3592" y="1740"/>
                    <a:pt x="3596" y="1740"/>
                  </a:cubicBezTo>
                  <a:close/>
                  <a:moveTo>
                    <a:pt x="197" y="1861"/>
                  </a:moveTo>
                  <a:cubicBezTo>
                    <a:pt x="205" y="1863"/>
                    <a:pt x="203" y="1874"/>
                    <a:pt x="201" y="1887"/>
                  </a:cubicBezTo>
                  <a:lnTo>
                    <a:pt x="192" y="1886"/>
                  </a:lnTo>
                  <a:lnTo>
                    <a:pt x="187" y="1872"/>
                  </a:lnTo>
                  <a:lnTo>
                    <a:pt x="197" y="1861"/>
                  </a:lnTo>
                  <a:close/>
                  <a:moveTo>
                    <a:pt x="151" y="1890"/>
                  </a:moveTo>
                  <a:cubicBezTo>
                    <a:pt x="151" y="1890"/>
                    <a:pt x="157" y="1904"/>
                    <a:pt x="162" y="1917"/>
                  </a:cubicBezTo>
                  <a:cubicBezTo>
                    <a:pt x="177" y="1938"/>
                    <a:pt x="181" y="1943"/>
                    <a:pt x="176" y="1943"/>
                  </a:cubicBezTo>
                  <a:cubicBezTo>
                    <a:pt x="174" y="1943"/>
                    <a:pt x="171" y="1943"/>
                    <a:pt x="167" y="1942"/>
                  </a:cubicBezTo>
                  <a:cubicBezTo>
                    <a:pt x="159" y="1941"/>
                    <a:pt x="151" y="1938"/>
                    <a:pt x="146" y="1914"/>
                  </a:cubicBezTo>
                  <a:cubicBezTo>
                    <a:pt x="149" y="1901"/>
                    <a:pt x="151" y="1890"/>
                    <a:pt x="151" y="1890"/>
                  </a:cubicBezTo>
                  <a:close/>
                  <a:moveTo>
                    <a:pt x="3552" y="2150"/>
                  </a:moveTo>
                  <a:cubicBezTo>
                    <a:pt x="3553" y="2150"/>
                    <a:pt x="3553" y="2150"/>
                    <a:pt x="3553" y="2150"/>
                  </a:cubicBezTo>
                  <a:cubicBezTo>
                    <a:pt x="3553" y="2150"/>
                    <a:pt x="3561" y="2153"/>
                    <a:pt x="3567" y="2166"/>
                  </a:cubicBezTo>
                  <a:cubicBezTo>
                    <a:pt x="3567" y="2166"/>
                    <a:pt x="3573" y="2178"/>
                    <a:pt x="3566" y="2178"/>
                  </a:cubicBezTo>
                  <a:cubicBezTo>
                    <a:pt x="3566" y="2178"/>
                    <a:pt x="3565" y="2177"/>
                    <a:pt x="3565" y="2177"/>
                  </a:cubicBezTo>
                  <a:lnTo>
                    <a:pt x="3566" y="2177"/>
                  </a:lnTo>
                  <a:lnTo>
                    <a:pt x="3557" y="2176"/>
                  </a:lnTo>
                  <a:cubicBezTo>
                    <a:pt x="3551" y="2163"/>
                    <a:pt x="3546" y="2150"/>
                    <a:pt x="3552" y="2150"/>
                  </a:cubicBezTo>
                  <a:close/>
                  <a:moveTo>
                    <a:pt x="136" y="2177"/>
                  </a:moveTo>
                  <a:cubicBezTo>
                    <a:pt x="139" y="2177"/>
                    <a:pt x="145" y="2187"/>
                    <a:pt x="154" y="2199"/>
                  </a:cubicBezTo>
                  <a:cubicBezTo>
                    <a:pt x="157" y="2213"/>
                    <a:pt x="158" y="2219"/>
                    <a:pt x="156" y="2219"/>
                  </a:cubicBezTo>
                  <a:cubicBezTo>
                    <a:pt x="154" y="2219"/>
                    <a:pt x="151" y="2215"/>
                    <a:pt x="144" y="2209"/>
                  </a:cubicBezTo>
                  <a:cubicBezTo>
                    <a:pt x="139" y="2195"/>
                    <a:pt x="133" y="2182"/>
                    <a:pt x="133" y="2182"/>
                  </a:cubicBezTo>
                  <a:cubicBezTo>
                    <a:pt x="134" y="2178"/>
                    <a:pt x="135" y="2177"/>
                    <a:pt x="136" y="2177"/>
                  </a:cubicBezTo>
                  <a:close/>
                  <a:moveTo>
                    <a:pt x="95" y="2273"/>
                  </a:moveTo>
                  <a:cubicBezTo>
                    <a:pt x="103" y="2274"/>
                    <a:pt x="109" y="2286"/>
                    <a:pt x="109" y="2286"/>
                  </a:cubicBezTo>
                  <a:lnTo>
                    <a:pt x="108" y="2298"/>
                  </a:lnTo>
                  <a:cubicBezTo>
                    <a:pt x="100" y="2297"/>
                    <a:pt x="92" y="2296"/>
                    <a:pt x="94" y="2284"/>
                  </a:cubicBezTo>
                  <a:lnTo>
                    <a:pt x="95" y="2273"/>
                  </a:lnTo>
                  <a:close/>
                  <a:moveTo>
                    <a:pt x="61" y="2506"/>
                  </a:moveTo>
                  <a:cubicBezTo>
                    <a:pt x="64" y="2506"/>
                    <a:pt x="68" y="2524"/>
                    <a:pt x="68" y="2534"/>
                  </a:cubicBezTo>
                  <a:lnTo>
                    <a:pt x="60" y="2534"/>
                  </a:lnTo>
                  <a:cubicBezTo>
                    <a:pt x="60" y="2522"/>
                    <a:pt x="52" y="2509"/>
                    <a:pt x="60" y="2509"/>
                  </a:cubicBezTo>
                  <a:cubicBezTo>
                    <a:pt x="60" y="2507"/>
                    <a:pt x="61" y="2506"/>
                    <a:pt x="61" y="2506"/>
                  </a:cubicBezTo>
                  <a:close/>
                  <a:moveTo>
                    <a:pt x="103" y="2604"/>
                  </a:moveTo>
                  <a:cubicBezTo>
                    <a:pt x="111" y="2604"/>
                    <a:pt x="120" y="2604"/>
                    <a:pt x="121" y="2615"/>
                  </a:cubicBezTo>
                  <a:cubicBezTo>
                    <a:pt x="127" y="2623"/>
                    <a:pt x="125" y="2632"/>
                    <a:pt x="117" y="2632"/>
                  </a:cubicBezTo>
                  <a:cubicBezTo>
                    <a:pt x="114" y="2632"/>
                    <a:pt x="110" y="2630"/>
                    <a:pt x="105" y="2627"/>
                  </a:cubicBezTo>
                  <a:lnTo>
                    <a:pt x="103" y="2604"/>
                  </a:lnTo>
                  <a:close/>
                  <a:moveTo>
                    <a:pt x="3476" y="2629"/>
                  </a:moveTo>
                  <a:cubicBezTo>
                    <a:pt x="3476" y="2629"/>
                    <a:pt x="3477" y="2629"/>
                    <a:pt x="3477" y="2629"/>
                  </a:cubicBezTo>
                  <a:cubicBezTo>
                    <a:pt x="3477" y="2629"/>
                    <a:pt x="3485" y="2630"/>
                    <a:pt x="3483" y="2643"/>
                  </a:cubicBezTo>
                  <a:cubicBezTo>
                    <a:pt x="3483" y="2643"/>
                    <a:pt x="3474" y="2652"/>
                    <a:pt x="3466" y="2652"/>
                  </a:cubicBezTo>
                  <a:cubicBezTo>
                    <a:pt x="3466" y="2652"/>
                    <a:pt x="3465" y="2652"/>
                    <a:pt x="3465" y="2652"/>
                  </a:cubicBezTo>
                  <a:lnTo>
                    <a:pt x="3467" y="2639"/>
                  </a:lnTo>
                  <a:cubicBezTo>
                    <a:pt x="3469" y="2630"/>
                    <a:pt x="3473" y="2629"/>
                    <a:pt x="3476" y="2629"/>
                  </a:cubicBezTo>
                  <a:close/>
                  <a:moveTo>
                    <a:pt x="126" y="2708"/>
                  </a:moveTo>
                  <a:lnTo>
                    <a:pt x="127" y="2719"/>
                  </a:lnTo>
                  <a:cubicBezTo>
                    <a:pt x="129" y="2730"/>
                    <a:pt x="130" y="2730"/>
                    <a:pt x="121" y="2731"/>
                  </a:cubicBezTo>
                  <a:cubicBezTo>
                    <a:pt x="121" y="2728"/>
                    <a:pt x="120" y="2724"/>
                    <a:pt x="120" y="2720"/>
                  </a:cubicBezTo>
                  <a:lnTo>
                    <a:pt x="126" y="2708"/>
                  </a:lnTo>
                  <a:close/>
                  <a:moveTo>
                    <a:pt x="3467" y="2750"/>
                  </a:moveTo>
                  <a:cubicBezTo>
                    <a:pt x="3469" y="2750"/>
                    <a:pt x="3470" y="2751"/>
                    <a:pt x="3473" y="2752"/>
                  </a:cubicBezTo>
                  <a:lnTo>
                    <a:pt x="3470" y="2763"/>
                  </a:lnTo>
                  <a:lnTo>
                    <a:pt x="3460" y="2774"/>
                  </a:lnTo>
                  <a:lnTo>
                    <a:pt x="3460" y="2774"/>
                  </a:lnTo>
                  <a:lnTo>
                    <a:pt x="3462" y="2762"/>
                  </a:lnTo>
                  <a:cubicBezTo>
                    <a:pt x="3464" y="2753"/>
                    <a:pt x="3465" y="2750"/>
                    <a:pt x="3467" y="2750"/>
                  </a:cubicBezTo>
                  <a:close/>
                  <a:moveTo>
                    <a:pt x="3470" y="2791"/>
                  </a:moveTo>
                  <a:lnTo>
                    <a:pt x="3470" y="2791"/>
                  </a:lnTo>
                  <a:cubicBezTo>
                    <a:pt x="3469" y="2791"/>
                    <a:pt x="3469" y="2794"/>
                    <a:pt x="3471" y="2801"/>
                  </a:cubicBezTo>
                  <a:cubicBezTo>
                    <a:pt x="3473" y="2795"/>
                    <a:pt x="3471" y="2791"/>
                    <a:pt x="3470" y="2791"/>
                  </a:cubicBezTo>
                  <a:close/>
                  <a:moveTo>
                    <a:pt x="171" y="2829"/>
                  </a:moveTo>
                  <a:cubicBezTo>
                    <a:pt x="163" y="2831"/>
                    <a:pt x="158" y="2844"/>
                    <a:pt x="158" y="2844"/>
                  </a:cubicBezTo>
                  <a:cubicBezTo>
                    <a:pt x="159" y="2853"/>
                    <a:pt x="164" y="2854"/>
                    <a:pt x="166" y="2854"/>
                  </a:cubicBezTo>
                  <a:cubicBezTo>
                    <a:pt x="166" y="2854"/>
                    <a:pt x="167" y="2854"/>
                    <a:pt x="167" y="2854"/>
                  </a:cubicBezTo>
                  <a:cubicBezTo>
                    <a:pt x="167" y="2854"/>
                    <a:pt x="175" y="2853"/>
                    <a:pt x="173" y="2841"/>
                  </a:cubicBezTo>
                  <a:lnTo>
                    <a:pt x="171" y="2829"/>
                  </a:lnTo>
                  <a:close/>
                  <a:moveTo>
                    <a:pt x="3443" y="2868"/>
                  </a:moveTo>
                  <a:cubicBezTo>
                    <a:pt x="3445" y="2868"/>
                    <a:pt x="3446" y="2868"/>
                    <a:pt x="3448" y="2868"/>
                  </a:cubicBezTo>
                  <a:lnTo>
                    <a:pt x="3446" y="2880"/>
                  </a:lnTo>
                  <a:lnTo>
                    <a:pt x="3434" y="2890"/>
                  </a:lnTo>
                  <a:lnTo>
                    <a:pt x="3434" y="2890"/>
                  </a:lnTo>
                  <a:lnTo>
                    <a:pt x="3438" y="2878"/>
                  </a:lnTo>
                  <a:cubicBezTo>
                    <a:pt x="3439" y="2870"/>
                    <a:pt x="3440" y="2868"/>
                    <a:pt x="3443" y="2868"/>
                  </a:cubicBezTo>
                  <a:close/>
                  <a:moveTo>
                    <a:pt x="3474" y="2919"/>
                  </a:moveTo>
                  <a:cubicBezTo>
                    <a:pt x="3474" y="2919"/>
                    <a:pt x="3472" y="2920"/>
                    <a:pt x="3470" y="2922"/>
                  </a:cubicBezTo>
                  <a:lnTo>
                    <a:pt x="3470" y="2922"/>
                  </a:lnTo>
                  <a:cubicBezTo>
                    <a:pt x="3474" y="2921"/>
                    <a:pt x="3475" y="2919"/>
                    <a:pt x="3474" y="2919"/>
                  </a:cubicBezTo>
                  <a:close/>
                  <a:moveTo>
                    <a:pt x="3470" y="2922"/>
                  </a:moveTo>
                  <a:cubicBezTo>
                    <a:pt x="3469" y="2922"/>
                    <a:pt x="3468" y="2922"/>
                    <a:pt x="3467" y="2922"/>
                  </a:cubicBezTo>
                  <a:cubicBezTo>
                    <a:pt x="3466" y="2922"/>
                    <a:pt x="3465" y="2922"/>
                    <a:pt x="3464" y="2922"/>
                  </a:cubicBezTo>
                  <a:lnTo>
                    <a:pt x="3464" y="2922"/>
                  </a:lnTo>
                  <a:cubicBezTo>
                    <a:pt x="3465" y="2922"/>
                    <a:pt x="3467" y="2923"/>
                    <a:pt x="3468" y="2923"/>
                  </a:cubicBezTo>
                  <a:cubicBezTo>
                    <a:pt x="3469" y="2923"/>
                    <a:pt x="3469" y="2922"/>
                    <a:pt x="3470" y="2922"/>
                  </a:cubicBezTo>
                  <a:close/>
                  <a:moveTo>
                    <a:pt x="132" y="2910"/>
                  </a:moveTo>
                  <a:cubicBezTo>
                    <a:pt x="138" y="2910"/>
                    <a:pt x="141" y="2920"/>
                    <a:pt x="141" y="2920"/>
                  </a:cubicBezTo>
                  <a:cubicBezTo>
                    <a:pt x="143" y="2931"/>
                    <a:pt x="146" y="2942"/>
                    <a:pt x="139" y="2945"/>
                  </a:cubicBezTo>
                  <a:cubicBezTo>
                    <a:pt x="139" y="2945"/>
                    <a:pt x="138" y="2945"/>
                    <a:pt x="138" y="2945"/>
                  </a:cubicBezTo>
                  <a:cubicBezTo>
                    <a:pt x="136" y="2945"/>
                    <a:pt x="130" y="2944"/>
                    <a:pt x="127" y="2934"/>
                  </a:cubicBezTo>
                  <a:cubicBezTo>
                    <a:pt x="126" y="2927"/>
                    <a:pt x="126" y="2918"/>
                    <a:pt x="130" y="2910"/>
                  </a:cubicBezTo>
                  <a:cubicBezTo>
                    <a:pt x="130" y="2910"/>
                    <a:pt x="131" y="2910"/>
                    <a:pt x="132" y="2910"/>
                  </a:cubicBezTo>
                  <a:close/>
                  <a:moveTo>
                    <a:pt x="3419" y="2947"/>
                  </a:moveTo>
                  <a:cubicBezTo>
                    <a:pt x="3420" y="2947"/>
                    <a:pt x="3420" y="2947"/>
                    <a:pt x="3421" y="2947"/>
                  </a:cubicBezTo>
                  <a:cubicBezTo>
                    <a:pt x="3429" y="2949"/>
                    <a:pt x="3429" y="2949"/>
                    <a:pt x="3427" y="2961"/>
                  </a:cubicBezTo>
                  <a:cubicBezTo>
                    <a:pt x="3423" y="2974"/>
                    <a:pt x="3422" y="2980"/>
                    <a:pt x="3420" y="2980"/>
                  </a:cubicBezTo>
                  <a:cubicBezTo>
                    <a:pt x="3419" y="2980"/>
                    <a:pt x="3417" y="2976"/>
                    <a:pt x="3415" y="2970"/>
                  </a:cubicBezTo>
                  <a:cubicBezTo>
                    <a:pt x="3411" y="2958"/>
                    <a:pt x="3413" y="2947"/>
                    <a:pt x="3419" y="2947"/>
                  </a:cubicBezTo>
                  <a:close/>
                  <a:moveTo>
                    <a:pt x="272" y="3006"/>
                  </a:moveTo>
                  <a:cubicBezTo>
                    <a:pt x="271" y="3006"/>
                    <a:pt x="270" y="3009"/>
                    <a:pt x="268" y="3015"/>
                  </a:cubicBezTo>
                  <a:lnTo>
                    <a:pt x="275" y="3035"/>
                  </a:lnTo>
                  <a:cubicBezTo>
                    <a:pt x="283" y="3033"/>
                    <a:pt x="283" y="3033"/>
                    <a:pt x="279" y="3023"/>
                  </a:cubicBezTo>
                  <a:cubicBezTo>
                    <a:pt x="275" y="3011"/>
                    <a:pt x="274" y="3006"/>
                    <a:pt x="272" y="3006"/>
                  </a:cubicBezTo>
                  <a:close/>
                  <a:moveTo>
                    <a:pt x="3339" y="3019"/>
                  </a:moveTo>
                  <a:cubicBezTo>
                    <a:pt x="3347" y="3022"/>
                    <a:pt x="3355" y="3024"/>
                    <a:pt x="3350" y="3035"/>
                  </a:cubicBezTo>
                  <a:lnTo>
                    <a:pt x="3339" y="3043"/>
                  </a:lnTo>
                  <a:lnTo>
                    <a:pt x="3336" y="3030"/>
                  </a:lnTo>
                  <a:lnTo>
                    <a:pt x="3339" y="3019"/>
                  </a:lnTo>
                  <a:close/>
                  <a:moveTo>
                    <a:pt x="11" y="3111"/>
                  </a:moveTo>
                  <a:cubicBezTo>
                    <a:pt x="10" y="3111"/>
                    <a:pt x="9" y="3111"/>
                    <a:pt x="9" y="3112"/>
                  </a:cubicBezTo>
                  <a:cubicBezTo>
                    <a:pt x="1" y="3114"/>
                    <a:pt x="5" y="3126"/>
                    <a:pt x="25" y="3133"/>
                  </a:cubicBezTo>
                  <a:cubicBezTo>
                    <a:pt x="33" y="3131"/>
                    <a:pt x="33" y="3131"/>
                    <a:pt x="29" y="3118"/>
                  </a:cubicBezTo>
                  <a:cubicBezTo>
                    <a:pt x="29" y="3118"/>
                    <a:pt x="19" y="3111"/>
                    <a:pt x="11" y="3111"/>
                  </a:cubicBezTo>
                  <a:close/>
                  <a:moveTo>
                    <a:pt x="200" y="3115"/>
                  </a:moveTo>
                  <a:cubicBezTo>
                    <a:pt x="202" y="3115"/>
                    <a:pt x="204" y="3121"/>
                    <a:pt x="208" y="3133"/>
                  </a:cubicBezTo>
                  <a:cubicBezTo>
                    <a:pt x="213" y="3144"/>
                    <a:pt x="205" y="3148"/>
                    <a:pt x="205" y="3148"/>
                  </a:cubicBezTo>
                  <a:cubicBezTo>
                    <a:pt x="204" y="3148"/>
                    <a:pt x="204" y="3148"/>
                    <a:pt x="203" y="3148"/>
                  </a:cubicBezTo>
                  <a:cubicBezTo>
                    <a:pt x="199" y="3148"/>
                    <a:pt x="201" y="3136"/>
                    <a:pt x="197" y="3125"/>
                  </a:cubicBezTo>
                  <a:cubicBezTo>
                    <a:pt x="198" y="3119"/>
                    <a:pt x="199" y="3115"/>
                    <a:pt x="200" y="3115"/>
                  </a:cubicBezTo>
                  <a:close/>
                  <a:moveTo>
                    <a:pt x="3300" y="3151"/>
                  </a:moveTo>
                  <a:cubicBezTo>
                    <a:pt x="3302" y="3151"/>
                    <a:pt x="3303" y="3152"/>
                    <a:pt x="3305" y="3153"/>
                  </a:cubicBezTo>
                  <a:cubicBezTo>
                    <a:pt x="3305" y="3153"/>
                    <a:pt x="3313" y="3157"/>
                    <a:pt x="3309" y="3168"/>
                  </a:cubicBezTo>
                  <a:lnTo>
                    <a:pt x="3296" y="3175"/>
                  </a:lnTo>
                  <a:cubicBezTo>
                    <a:pt x="3289" y="3171"/>
                    <a:pt x="3294" y="3161"/>
                    <a:pt x="3294" y="3161"/>
                  </a:cubicBezTo>
                  <a:cubicBezTo>
                    <a:pt x="3297" y="3154"/>
                    <a:pt x="3298" y="3151"/>
                    <a:pt x="3300" y="3151"/>
                  </a:cubicBezTo>
                  <a:close/>
                  <a:moveTo>
                    <a:pt x="304" y="3297"/>
                  </a:moveTo>
                  <a:cubicBezTo>
                    <a:pt x="309" y="3297"/>
                    <a:pt x="312" y="3307"/>
                    <a:pt x="305" y="3323"/>
                  </a:cubicBezTo>
                  <a:cubicBezTo>
                    <a:pt x="302" y="3324"/>
                    <a:pt x="300" y="3325"/>
                    <a:pt x="299" y="3325"/>
                  </a:cubicBezTo>
                  <a:cubicBezTo>
                    <a:pt x="297" y="3325"/>
                    <a:pt x="296" y="3323"/>
                    <a:pt x="292" y="3316"/>
                  </a:cubicBezTo>
                  <a:cubicBezTo>
                    <a:pt x="292" y="3316"/>
                    <a:pt x="293" y="3301"/>
                    <a:pt x="301" y="3298"/>
                  </a:cubicBezTo>
                  <a:cubicBezTo>
                    <a:pt x="302" y="3298"/>
                    <a:pt x="303" y="3297"/>
                    <a:pt x="304" y="3297"/>
                  </a:cubicBezTo>
                  <a:close/>
                  <a:moveTo>
                    <a:pt x="334" y="3374"/>
                  </a:moveTo>
                  <a:lnTo>
                    <a:pt x="347" y="3380"/>
                  </a:lnTo>
                  <a:lnTo>
                    <a:pt x="353" y="3390"/>
                  </a:lnTo>
                  <a:cubicBezTo>
                    <a:pt x="349" y="3392"/>
                    <a:pt x="346" y="3394"/>
                    <a:pt x="342" y="3394"/>
                  </a:cubicBezTo>
                  <a:cubicBezTo>
                    <a:pt x="339" y="3394"/>
                    <a:pt x="336" y="3393"/>
                    <a:pt x="333" y="3388"/>
                  </a:cubicBezTo>
                  <a:lnTo>
                    <a:pt x="334" y="3374"/>
                  </a:lnTo>
                  <a:close/>
                  <a:moveTo>
                    <a:pt x="2715" y="3917"/>
                  </a:moveTo>
                  <a:cubicBezTo>
                    <a:pt x="2720" y="3924"/>
                    <a:pt x="2724" y="3931"/>
                    <a:pt x="2714" y="3936"/>
                  </a:cubicBezTo>
                  <a:lnTo>
                    <a:pt x="2704" y="3943"/>
                  </a:lnTo>
                  <a:cubicBezTo>
                    <a:pt x="2700" y="3936"/>
                    <a:pt x="2705" y="3923"/>
                    <a:pt x="2705" y="3923"/>
                  </a:cubicBezTo>
                  <a:lnTo>
                    <a:pt x="2715" y="3917"/>
                  </a:lnTo>
                  <a:close/>
                  <a:moveTo>
                    <a:pt x="861" y="3941"/>
                  </a:moveTo>
                  <a:lnTo>
                    <a:pt x="871" y="3946"/>
                  </a:lnTo>
                  <a:cubicBezTo>
                    <a:pt x="868" y="3951"/>
                    <a:pt x="865" y="3956"/>
                    <a:pt x="859" y="3956"/>
                  </a:cubicBezTo>
                  <a:cubicBezTo>
                    <a:pt x="857" y="3956"/>
                    <a:pt x="855" y="3956"/>
                    <a:pt x="852" y="3954"/>
                  </a:cubicBezTo>
                  <a:lnTo>
                    <a:pt x="848" y="3941"/>
                  </a:lnTo>
                  <a:close/>
                  <a:moveTo>
                    <a:pt x="1116" y="4066"/>
                  </a:moveTo>
                  <a:cubicBezTo>
                    <a:pt x="1127" y="4072"/>
                    <a:pt x="1127" y="4072"/>
                    <a:pt x="1124" y="4079"/>
                  </a:cubicBezTo>
                  <a:cubicBezTo>
                    <a:pt x="1120" y="4087"/>
                    <a:pt x="1106" y="4089"/>
                    <a:pt x="1106" y="4089"/>
                  </a:cubicBezTo>
                  <a:cubicBezTo>
                    <a:pt x="1096" y="4084"/>
                    <a:pt x="1112" y="4074"/>
                    <a:pt x="1116" y="4066"/>
                  </a:cubicBezTo>
                  <a:close/>
                  <a:moveTo>
                    <a:pt x="1321" y="4082"/>
                  </a:moveTo>
                  <a:lnTo>
                    <a:pt x="1331" y="4085"/>
                  </a:lnTo>
                  <a:cubicBezTo>
                    <a:pt x="1329" y="4092"/>
                    <a:pt x="1327" y="4099"/>
                    <a:pt x="1321" y="4099"/>
                  </a:cubicBezTo>
                  <a:cubicBezTo>
                    <a:pt x="1320" y="4099"/>
                    <a:pt x="1318" y="4098"/>
                    <a:pt x="1317" y="4098"/>
                  </a:cubicBezTo>
                  <a:lnTo>
                    <a:pt x="1305" y="4093"/>
                  </a:lnTo>
                  <a:cubicBezTo>
                    <a:pt x="1308" y="4087"/>
                    <a:pt x="1321" y="4082"/>
                    <a:pt x="1321" y="4082"/>
                  </a:cubicBezTo>
                  <a:close/>
                  <a:moveTo>
                    <a:pt x="2291" y="4127"/>
                  </a:moveTo>
                  <a:cubicBezTo>
                    <a:pt x="2294" y="4127"/>
                    <a:pt x="2295" y="4128"/>
                    <a:pt x="2297" y="4133"/>
                  </a:cubicBezTo>
                  <a:cubicBezTo>
                    <a:pt x="2299" y="4140"/>
                    <a:pt x="2276" y="4147"/>
                    <a:pt x="2264" y="4149"/>
                  </a:cubicBezTo>
                  <a:cubicBezTo>
                    <a:pt x="2251" y="4145"/>
                    <a:pt x="2260" y="4134"/>
                    <a:pt x="2271" y="4131"/>
                  </a:cubicBezTo>
                  <a:cubicBezTo>
                    <a:pt x="2282" y="4128"/>
                    <a:pt x="2288" y="4127"/>
                    <a:pt x="2291" y="4127"/>
                  </a:cubicBezTo>
                  <a:close/>
                  <a:moveTo>
                    <a:pt x="1456" y="4165"/>
                  </a:moveTo>
                  <a:lnTo>
                    <a:pt x="1467" y="4168"/>
                  </a:lnTo>
                  <a:cubicBezTo>
                    <a:pt x="1465" y="4175"/>
                    <a:pt x="1464" y="4182"/>
                    <a:pt x="1457" y="4182"/>
                  </a:cubicBezTo>
                  <a:cubicBezTo>
                    <a:pt x="1456" y="4182"/>
                    <a:pt x="1454" y="4181"/>
                    <a:pt x="1452" y="4181"/>
                  </a:cubicBezTo>
                  <a:lnTo>
                    <a:pt x="1442" y="4171"/>
                  </a:lnTo>
                  <a:lnTo>
                    <a:pt x="1456" y="4165"/>
                  </a:lnTo>
                  <a:close/>
                  <a:moveTo>
                    <a:pt x="3903" y="1"/>
                  </a:moveTo>
                  <a:cubicBezTo>
                    <a:pt x="3894" y="1"/>
                    <a:pt x="3888" y="4"/>
                    <a:pt x="3880" y="20"/>
                  </a:cubicBezTo>
                  <a:cubicBezTo>
                    <a:pt x="3863" y="67"/>
                    <a:pt x="3848" y="101"/>
                    <a:pt x="3864" y="104"/>
                  </a:cubicBezTo>
                  <a:cubicBezTo>
                    <a:pt x="3867" y="112"/>
                    <a:pt x="3870" y="121"/>
                    <a:pt x="3869" y="129"/>
                  </a:cubicBezTo>
                  <a:cubicBezTo>
                    <a:pt x="3866" y="138"/>
                    <a:pt x="3862" y="146"/>
                    <a:pt x="3856" y="151"/>
                  </a:cubicBezTo>
                  <a:cubicBezTo>
                    <a:pt x="3856" y="151"/>
                    <a:pt x="3856" y="151"/>
                    <a:pt x="3856" y="151"/>
                  </a:cubicBezTo>
                  <a:cubicBezTo>
                    <a:pt x="3848" y="151"/>
                    <a:pt x="3839" y="198"/>
                    <a:pt x="3829" y="258"/>
                  </a:cubicBezTo>
                  <a:cubicBezTo>
                    <a:pt x="3817" y="329"/>
                    <a:pt x="3810" y="364"/>
                    <a:pt x="3800" y="376"/>
                  </a:cubicBezTo>
                  <a:cubicBezTo>
                    <a:pt x="3795" y="381"/>
                    <a:pt x="3790" y="389"/>
                    <a:pt x="3788" y="398"/>
                  </a:cubicBezTo>
                  <a:cubicBezTo>
                    <a:pt x="3796" y="399"/>
                    <a:pt x="3783" y="471"/>
                    <a:pt x="3769" y="554"/>
                  </a:cubicBezTo>
                  <a:cubicBezTo>
                    <a:pt x="3754" y="637"/>
                    <a:pt x="3740" y="721"/>
                    <a:pt x="3747" y="722"/>
                  </a:cubicBezTo>
                  <a:cubicBezTo>
                    <a:pt x="3745" y="735"/>
                    <a:pt x="3743" y="746"/>
                    <a:pt x="3743" y="746"/>
                  </a:cubicBezTo>
                  <a:cubicBezTo>
                    <a:pt x="3743" y="746"/>
                    <a:pt x="3743" y="746"/>
                    <a:pt x="3742" y="746"/>
                  </a:cubicBezTo>
                  <a:cubicBezTo>
                    <a:pt x="3735" y="746"/>
                    <a:pt x="3730" y="769"/>
                    <a:pt x="3727" y="792"/>
                  </a:cubicBezTo>
                  <a:cubicBezTo>
                    <a:pt x="3728" y="809"/>
                    <a:pt x="3728" y="826"/>
                    <a:pt x="3726" y="841"/>
                  </a:cubicBezTo>
                  <a:cubicBezTo>
                    <a:pt x="3726" y="841"/>
                    <a:pt x="3725" y="841"/>
                    <a:pt x="3725" y="841"/>
                  </a:cubicBezTo>
                  <a:cubicBezTo>
                    <a:pt x="3718" y="841"/>
                    <a:pt x="3716" y="853"/>
                    <a:pt x="3712" y="876"/>
                  </a:cubicBezTo>
                  <a:cubicBezTo>
                    <a:pt x="3708" y="900"/>
                    <a:pt x="3706" y="912"/>
                    <a:pt x="3714" y="913"/>
                  </a:cubicBezTo>
                  <a:cubicBezTo>
                    <a:pt x="3712" y="925"/>
                    <a:pt x="3697" y="1008"/>
                    <a:pt x="3682" y="1043"/>
                  </a:cubicBezTo>
                  <a:cubicBezTo>
                    <a:pt x="3672" y="1053"/>
                    <a:pt x="3678" y="1067"/>
                    <a:pt x="3685" y="1080"/>
                  </a:cubicBezTo>
                  <a:cubicBezTo>
                    <a:pt x="3692" y="1081"/>
                    <a:pt x="3698" y="1095"/>
                    <a:pt x="3696" y="1107"/>
                  </a:cubicBezTo>
                  <a:lnTo>
                    <a:pt x="3680" y="1104"/>
                  </a:lnTo>
                  <a:cubicBezTo>
                    <a:pt x="3678" y="1098"/>
                    <a:pt x="3676" y="1095"/>
                    <a:pt x="3675" y="1095"/>
                  </a:cubicBezTo>
                  <a:cubicBezTo>
                    <a:pt x="3674" y="1095"/>
                    <a:pt x="3673" y="1100"/>
                    <a:pt x="3670" y="1114"/>
                  </a:cubicBezTo>
                  <a:lnTo>
                    <a:pt x="3666" y="1139"/>
                  </a:lnTo>
                  <a:cubicBezTo>
                    <a:pt x="3673" y="1140"/>
                    <a:pt x="3663" y="1199"/>
                    <a:pt x="3649" y="1282"/>
                  </a:cubicBezTo>
                  <a:cubicBezTo>
                    <a:pt x="3630" y="1390"/>
                    <a:pt x="3623" y="1426"/>
                    <a:pt x="3632" y="1427"/>
                  </a:cubicBezTo>
                  <a:cubicBezTo>
                    <a:pt x="3640" y="1428"/>
                    <a:pt x="3637" y="1440"/>
                    <a:pt x="3623" y="1475"/>
                  </a:cubicBezTo>
                  <a:cubicBezTo>
                    <a:pt x="3586" y="1541"/>
                    <a:pt x="3586" y="1541"/>
                    <a:pt x="3593" y="1555"/>
                  </a:cubicBezTo>
                  <a:cubicBezTo>
                    <a:pt x="3593" y="1547"/>
                    <a:pt x="3598" y="1545"/>
                    <a:pt x="3603" y="1545"/>
                  </a:cubicBezTo>
                  <a:cubicBezTo>
                    <a:pt x="3606" y="1545"/>
                    <a:pt x="3608" y="1545"/>
                    <a:pt x="3611" y="1546"/>
                  </a:cubicBezTo>
                  <a:cubicBezTo>
                    <a:pt x="3626" y="1549"/>
                    <a:pt x="3624" y="1561"/>
                    <a:pt x="3606" y="1570"/>
                  </a:cubicBezTo>
                  <a:cubicBezTo>
                    <a:pt x="3606" y="1570"/>
                    <a:pt x="3606" y="1570"/>
                    <a:pt x="3606" y="1570"/>
                  </a:cubicBezTo>
                  <a:cubicBezTo>
                    <a:pt x="3590" y="1570"/>
                    <a:pt x="3567" y="1748"/>
                    <a:pt x="3580" y="1762"/>
                  </a:cubicBezTo>
                  <a:lnTo>
                    <a:pt x="3572" y="1761"/>
                  </a:lnTo>
                  <a:cubicBezTo>
                    <a:pt x="3572" y="1761"/>
                    <a:pt x="3571" y="1761"/>
                    <a:pt x="3571" y="1761"/>
                  </a:cubicBezTo>
                  <a:cubicBezTo>
                    <a:pt x="3564" y="1761"/>
                    <a:pt x="3562" y="1775"/>
                    <a:pt x="3554" y="1818"/>
                  </a:cubicBezTo>
                  <a:cubicBezTo>
                    <a:pt x="3550" y="1843"/>
                    <a:pt x="3548" y="1854"/>
                    <a:pt x="3548" y="1854"/>
                  </a:cubicBezTo>
                  <a:cubicBezTo>
                    <a:pt x="3563" y="1858"/>
                    <a:pt x="3544" y="1926"/>
                    <a:pt x="3536" y="1926"/>
                  </a:cubicBezTo>
                  <a:cubicBezTo>
                    <a:pt x="3536" y="1926"/>
                    <a:pt x="3535" y="1926"/>
                    <a:pt x="3535" y="1926"/>
                  </a:cubicBezTo>
                  <a:cubicBezTo>
                    <a:pt x="3525" y="1936"/>
                    <a:pt x="3525" y="1936"/>
                    <a:pt x="3521" y="1961"/>
                  </a:cubicBezTo>
                  <a:cubicBezTo>
                    <a:pt x="3531" y="1999"/>
                    <a:pt x="3512" y="2056"/>
                    <a:pt x="3504" y="2056"/>
                  </a:cubicBezTo>
                  <a:cubicBezTo>
                    <a:pt x="3504" y="2056"/>
                    <a:pt x="3504" y="2056"/>
                    <a:pt x="3504" y="2056"/>
                  </a:cubicBezTo>
                  <a:cubicBezTo>
                    <a:pt x="3504" y="2056"/>
                    <a:pt x="3502" y="2067"/>
                    <a:pt x="3499" y="2080"/>
                  </a:cubicBezTo>
                  <a:cubicBezTo>
                    <a:pt x="3504" y="2095"/>
                    <a:pt x="3503" y="2112"/>
                    <a:pt x="3499" y="2129"/>
                  </a:cubicBezTo>
                  <a:cubicBezTo>
                    <a:pt x="3494" y="2156"/>
                    <a:pt x="3492" y="2169"/>
                    <a:pt x="3496" y="2169"/>
                  </a:cubicBezTo>
                  <a:cubicBezTo>
                    <a:pt x="3497" y="2169"/>
                    <a:pt x="3498" y="2168"/>
                    <a:pt x="3501" y="2166"/>
                  </a:cubicBezTo>
                  <a:cubicBezTo>
                    <a:pt x="3508" y="2167"/>
                    <a:pt x="3517" y="2168"/>
                    <a:pt x="3515" y="2181"/>
                  </a:cubicBezTo>
                  <a:lnTo>
                    <a:pt x="3507" y="2180"/>
                  </a:lnTo>
                  <a:cubicBezTo>
                    <a:pt x="3507" y="2179"/>
                    <a:pt x="3507" y="2179"/>
                    <a:pt x="3507" y="2179"/>
                  </a:cubicBezTo>
                  <a:cubicBezTo>
                    <a:pt x="3498" y="2179"/>
                    <a:pt x="3492" y="2215"/>
                    <a:pt x="3484" y="2261"/>
                  </a:cubicBezTo>
                  <a:cubicBezTo>
                    <a:pt x="3474" y="2321"/>
                    <a:pt x="3469" y="2344"/>
                    <a:pt x="3459" y="2355"/>
                  </a:cubicBezTo>
                  <a:lnTo>
                    <a:pt x="3465" y="2368"/>
                  </a:lnTo>
                  <a:cubicBezTo>
                    <a:pt x="3471" y="2381"/>
                    <a:pt x="3469" y="2393"/>
                    <a:pt x="3462" y="2393"/>
                  </a:cubicBezTo>
                  <a:cubicBezTo>
                    <a:pt x="3462" y="2393"/>
                    <a:pt x="3462" y="2393"/>
                    <a:pt x="3461" y="2393"/>
                  </a:cubicBezTo>
                  <a:cubicBezTo>
                    <a:pt x="3451" y="2403"/>
                    <a:pt x="3442" y="2451"/>
                    <a:pt x="3447" y="2476"/>
                  </a:cubicBezTo>
                  <a:cubicBezTo>
                    <a:pt x="3445" y="2488"/>
                    <a:pt x="3442" y="2499"/>
                    <a:pt x="3442" y="2499"/>
                  </a:cubicBezTo>
                  <a:cubicBezTo>
                    <a:pt x="3423" y="2514"/>
                    <a:pt x="3419" y="2540"/>
                    <a:pt x="3432" y="2559"/>
                  </a:cubicBezTo>
                  <a:cubicBezTo>
                    <a:pt x="3432" y="2559"/>
                    <a:pt x="3431" y="2559"/>
                    <a:pt x="3431" y="2559"/>
                  </a:cubicBezTo>
                  <a:cubicBezTo>
                    <a:pt x="3423" y="2559"/>
                    <a:pt x="3421" y="2570"/>
                    <a:pt x="3420" y="2581"/>
                  </a:cubicBezTo>
                  <a:cubicBezTo>
                    <a:pt x="3423" y="2607"/>
                    <a:pt x="3416" y="2653"/>
                    <a:pt x="3407" y="2653"/>
                  </a:cubicBezTo>
                  <a:cubicBezTo>
                    <a:pt x="3407" y="2653"/>
                    <a:pt x="3406" y="2653"/>
                    <a:pt x="3406" y="2653"/>
                  </a:cubicBezTo>
                  <a:lnTo>
                    <a:pt x="3404" y="2665"/>
                  </a:lnTo>
                  <a:cubicBezTo>
                    <a:pt x="3410" y="2676"/>
                    <a:pt x="3410" y="2690"/>
                    <a:pt x="3406" y="2702"/>
                  </a:cubicBezTo>
                  <a:cubicBezTo>
                    <a:pt x="3403" y="2715"/>
                    <a:pt x="3403" y="2728"/>
                    <a:pt x="3409" y="2739"/>
                  </a:cubicBezTo>
                  <a:cubicBezTo>
                    <a:pt x="3412" y="2747"/>
                    <a:pt x="3413" y="2756"/>
                    <a:pt x="3412" y="2765"/>
                  </a:cubicBezTo>
                  <a:cubicBezTo>
                    <a:pt x="3411" y="2768"/>
                    <a:pt x="3411" y="2769"/>
                    <a:pt x="3410" y="2769"/>
                  </a:cubicBezTo>
                  <a:cubicBezTo>
                    <a:pt x="3407" y="2769"/>
                    <a:pt x="3403" y="2759"/>
                    <a:pt x="3399" y="2749"/>
                  </a:cubicBezTo>
                  <a:cubicBezTo>
                    <a:pt x="3398" y="2744"/>
                    <a:pt x="3396" y="2741"/>
                    <a:pt x="3395" y="2741"/>
                  </a:cubicBezTo>
                  <a:cubicBezTo>
                    <a:pt x="3392" y="2741"/>
                    <a:pt x="3390" y="2769"/>
                    <a:pt x="3397" y="2799"/>
                  </a:cubicBezTo>
                  <a:cubicBezTo>
                    <a:pt x="3402" y="2819"/>
                    <a:pt x="3404" y="2828"/>
                    <a:pt x="3403" y="2828"/>
                  </a:cubicBezTo>
                  <a:cubicBezTo>
                    <a:pt x="3402" y="2828"/>
                    <a:pt x="3400" y="2822"/>
                    <a:pt x="3395" y="2810"/>
                  </a:cubicBezTo>
                  <a:cubicBezTo>
                    <a:pt x="3392" y="2803"/>
                    <a:pt x="3388" y="2795"/>
                    <a:pt x="3387" y="2795"/>
                  </a:cubicBezTo>
                  <a:cubicBezTo>
                    <a:pt x="3386" y="2795"/>
                    <a:pt x="3385" y="2798"/>
                    <a:pt x="3386" y="2808"/>
                  </a:cubicBezTo>
                  <a:cubicBezTo>
                    <a:pt x="3386" y="2808"/>
                    <a:pt x="3382" y="2830"/>
                    <a:pt x="3390" y="2832"/>
                  </a:cubicBezTo>
                  <a:lnTo>
                    <a:pt x="3382" y="2865"/>
                  </a:lnTo>
                  <a:cubicBezTo>
                    <a:pt x="3373" y="2878"/>
                    <a:pt x="3366" y="2893"/>
                    <a:pt x="3364" y="2908"/>
                  </a:cubicBezTo>
                  <a:cubicBezTo>
                    <a:pt x="3368" y="2921"/>
                    <a:pt x="3368" y="2921"/>
                    <a:pt x="3358" y="2930"/>
                  </a:cubicBezTo>
                  <a:cubicBezTo>
                    <a:pt x="3357" y="2930"/>
                    <a:pt x="3357" y="2930"/>
                    <a:pt x="3356" y="2930"/>
                  </a:cubicBezTo>
                  <a:cubicBezTo>
                    <a:pt x="3350" y="2930"/>
                    <a:pt x="3349" y="2939"/>
                    <a:pt x="3364" y="2943"/>
                  </a:cubicBezTo>
                  <a:cubicBezTo>
                    <a:pt x="3369" y="2955"/>
                    <a:pt x="3365" y="2969"/>
                    <a:pt x="3354" y="2976"/>
                  </a:cubicBezTo>
                  <a:cubicBezTo>
                    <a:pt x="3351" y="2975"/>
                    <a:pt x="3348" y="2975"/>
                    <a:pt x="3346" y="2975"/>
                  </a:cubicBezTo>
                  <a:cubicBezTo>
                    <a:pt x="3337" y="2975"/>
                    <a:pt x="3336" y="2982"/>
                    <a:pt x="3342" y="2985"/>
                  </a:cubicBezTo>
                  <a:cubicBezTo>
                    <a:pt x="3345" y="2992"/>
                    <a:pt x="3345" y="3001"/>
                    <a:pt x="3342" y="3009"/>
                  </a:cubicBezTo>
                  <a:cubicBezTo>
                    <a:pt x="3342" y="3008"/>
                    <a:pt x="3342" y="3008"/>
                    <a:pt x="3342" y="3008"/>
                  </a:cubicBezTo>
                  <a:cubicBezTo>
                    <a:pt x="3333" y="3008"/>
                    <a:pt x="3306" y="3106"/>
                    <a:pt x="3259" y="3196"/>
                  </a:cubicBezTo>
                  <a:cubicBezTo>
                    <a:pt x="3255" y="3205"/>
                    <a:pt x="3257" y="3216"/>
                    <a:pt x="3265" y="3224"/>
                  </a:cubicBezTo>
                  <a:cubicBezTo>
                    <a:pt x="3280" y="3231"/>
                    <a:pt x="3272" y="3227"/>
                    <a:pt x="3261" y="3234"/>
                  </a:cubicBezTo>
                  <a:cubicBezTo>
                    <a:pt x="3260" y="3234"/>
                    <a:pt x="3259" y="3234"/>
                    <a:pt x="3259" y="3234"/>
                  </a:cubicBezTo>
                  <a:cubicBezTo>
                    <a:pt x="3233" y="3234"/>
                    <a:pt x="3225" y="3254"/>
                    <a:pt x="3250" y="3254"/>
                  </a:cubicBezTo>
                  <a:cubicBezTo>
                    <a:pt x="3256" y="3254"/>
                    <a:pt x="3260" y="3253"/>
                    <a:pt x="3262" y="3253"/>
                  </a:cubicBezTo>
                  <a:cubicBezTo>
                    <a:pt x="3268" y="3253"/>
                    <a:pt x="3263" y="3256"/>
                    <a:pt x="3246" y="3265"/>
                  </a:cubicBezTo>
                  <a:cubicBezTo>
                    <a:pt x="3233" y="3271"/>
                    <a:pt x="3233" y="3271"/>
                    <a:pt x="3234" y="3284"/>
                  </a:cubicBezTo>
                  <a:cubicBezTo>
                    <a:pt x="3240" y="3287"/>
                    <a:pt x="3237" y="3296"/>
                    <a:pt x="3232" y="3296"/>
                  </a:cubicBezTo>
                  <a:cubicBezTo>
                    <a:pt x="3230" y="3296"/>
                    <a:pt x="3229" y="3296"/>
                    <a:pt x="3228" y="3295"/>
                  </a:cubicBezTo>
                  <a:cubicBezTo>
                    <a:pt x="3216" y="3300"/>
                    <a:pt x="3202" y="3306"/>
                    <a:pt x="3209" y="3310"/>
                  </a:cubicBezTo>
                  <a:cubicBezTo>
                    <a:pt x="3204" y="3317"/>
                    <a:pt x="3199" y="3323"/>
                    <a:pt x="3191" y="3326"/>
                  </a:cubicBezTo>
                  <a:cubicBezTo>
                    <a:pt x="3179" y="3332"/>
                    <a:pt x="3180" y="3345"/>
                    <a:pt x="3181" y="3360"/>
                  </a:cubicBezTo>
                  <a:cubicBezTo>
                    <a:pt x="3179" y="3385"/>
                    <a:pt x="3175" y="3398"/>
                    <a:pt x="3170" y="3398"/>
                  </a:cubicBezTo>
                  <a:cubicBezTo>
                    <a:pt x="3168" y="3398"/>
                    <a:pt x="3166" y="3395"/>
                    <a:pt x="3163" y="3389"/>
                  </a:cubicBezTo>
                  <a:cubicBezTo>
                    <a:pt x="3162" y="3386"/>
                    <a:pt x="3161" y="3385"/>
                    <a:pt x="3159" y="3385"/>
                  </a:cubicBezTo>
                  <a:cubicBezTo>
                    <a:pt x="3150" y="3385"/>
                    <a:pt x="3132" y="3424"/>
                    <a:pt x="3137" y="3440"/>
                  </a:cubicBezTo>
                  <a:cubicBezTo>
                    <a:pt x="3142" y="3452"/>
                    <a:pt x="3143" y="3456"/>
                    <a:pt x="3142" y="3456"/>
                  </a:cubicBezTo>
                  <a:cubicBezTo>
                    <a:pt x="3141" y="3456"/>
                    <a:pt x="3139" y="3455"/>
                    <a:pt x="3137" y="3454"/>
                  </a:cubicBezTo>
                  <a:cubicBezTo>
                    <a:pt x="3136" y="3453"/>
                    <a:pt x="3134" y="3453"/>
                    <a:pt x="3133" y="3453"/>
                  </a:cubicBezTo>
                  <a:cubicBezTo>
                    <a:pt x="3128" y="3453"/>
                    <a:pt x="3124" y="3458"/>
                    <a:pt x="3124" y="3458"/>
                  </a:cubicBezTo>
                  <a:cubicBezTo>
                    <a:pt x="3118" y="3466"/>
                    <a:pt x="3113" y="3474"/>
                    <a:pt x="3108" y="3474"/>
                  </a:cubicBezTo>
                  <a:cubicBezTo>
                    <a:pt x="3106" y="3474"/>
                    <a:pt x="3105" y="3473"/>
                    <a:pt x="3104" y="3472"/>
                  </a:cubicBezTo>
                  <a:cubicBezTo>
                    <a:pt x="3098" y="3482"/>
                    <a:pt x="3093" y="3493"/>
                    <a:pt x="3090" y="3505"/>
                  </a:cubicBezTo>
                  <a:cubicBezTo>
                    <a:pt x="3090" y="3531"/>
                    <a:pt x="3068" y="3553"/>
                    <a:pt x="3041" y="3553"/>
                  </a:cubicBezTo>
                  <a:lnTo>
                    <a:pt x="3032" y="3575"/>
                  </a:lnTo>
                  <a:cubicBezTo>
                    <a:pt x="3035" y="3590"/>
                    <a:pt x="3035" y="3602"/>
                    <a:pt x="3030" y="3602"/>
                  </a:cubicBezTo>
                  <a:cubicBezTo>
                    <a:pt x="3028" y="3602"/>
                    <a:pt x="3026" y="3601"/>
                    <a:pt x="3023" y="3599"/>
                  </a:cubicBezTo>
                  <a:lnTo>
                    <a:pt x="3017" y="3593"/>
                  </a:lnTo>
                  <a:lnTo>
                    <a:pt x="3017" y="3593"/>
                  </a:lnTo>
                  <a:cubicBezTo>
                    <a:pt x="3021" y="3609"/>
                    <a:pt x="2995" y="3632"/>
                    <a:pt x="2980" y="3632"/>
                  </a:cubicBezTo>
                  <a:cubicBezTo>
                    <a:pt x="2977" y="3632"/>
                    <a:pt x="2975" y="3632"/>
                    <a:pt x="2973" y="3630"/>
                  </a:cubicBezTo>
                  <a:cubicBezTo>
                    <a:pt x="2970" y="3627"/>
                    <a:pt x="2969" y="3626"/>
                    <a:pt x="2967" y="3626"/>
                  </a:cubicBezTo>
                  <a:cubicBezTo>
                    <a:pt x="2965" y="3626"/>
                    <a:pt x="2964" y="3628"/>
                    <a:pt x="2960" y="3632"/>
                  </a:cubicBezTo>
                  <a:lnTo>
                    <a:pt x="2966" y="3638"/>
                  </a:lnTo>
                  <a:cubicBezTo>
                    <a:pt x="2971" y="3643"/>
                    <a:pt x="2978" y="3650"/>
                    <a:pt x="2969" y="3658"/>
                  </a:cubicBezTo>
                  <a:cubicBezTo>
                    <a:pt x="2963" y="3664"/>
                    <a:pt x="2956" y="3670"/>
                    <a:pt x="2951" y="3670"/>
                  </a:cubicBezTo>
                  <a:cubicBezTo>
                    <a:pt x="2949" y="3670"/>
                    <a:pt x="2948" y="3669"/>
                    <a:pt x="2946" y="3668"/>
                  </a:cubicBezTo>
                  <a:cubicBezTo>
                    <a:pt x="2933" y="3669"/>
                    <a:pt x="2918" y="3671"/>
                    <a:pt x="2924" y="3677"/>
                  </a:cubicBezTo>
                  <a:cubicBezTo>
                    <a:pt x="2917" y="3683"/>
                    <a:pt x="2911" y="3686"/>
                    <a:pt x="2902" y="3687"/>
                  </a:cubicBezTo>
                  <a:lnTo>
                    <a:pt x="2869" y="3717"/>
                  </a:lnTo>
                  <a:cubicBezTo>
                    <a:pt x="2866" y="3730"/>
                    <a:pt x="2854" y="3743"/>
                    <a:pt x="2847" y="3743"/>
                  </a:cubicBezTo>
                  <a:cubicBezTo>
                    <a:pt x="2846" y="3743"/>
                    <a:pt x="2845" y="3742"/>
                    <a:pt x="2844" y="3741"/>
                  </a:cubicBezTo>
                  <a:cubicBezTo>
                    <a:pt x="2844" y="3742"/>
                    <a:pt x="2826" y="3756"/>
                    <a:pt x="2822" y="3768"/>
                  </a:cubicBezTo>
                  <a:cubicBezTo>
                    <a:pt x="2809" y="3779"/>
                    <a:pt x="2800" y="3785"/>
                    <a:pt x="2795" y="3785"/>
                  </a:cubicBezTo>
                  <a:cubicBezTo>
                    <a:pt x="2793" y="3785"/>
                    <a:pt x="2792" y="3784"/>
                    <a:pt x="2791" y="3783"/>
                  </a:cubicBezTo>
                  <a:cubicBezTo>
                    <a:pt x="2788" y="3780"/>
                    <a:pt x="2787" y="3778"/>
                    <a:pt x="2786" y="3778"/>
                  </a:cubicBezTo>
                  <a:cubicBezTo>
                    <a:pt x="2784" y="3778"/>
                    <a:pt x="2784" y="3781"/>
                    <a:pt x="2782" y="3789"/>
                  </a:cubicBezTo>
                  <a:cubicBezTo>
                    <a:pt x="2786" y="3796"/>
                    <a:pt x="2777" y="3803"/>
                    <a:pt x="2768" y="3809"/>
                  </a:cubicBezTo>
                  <a:lnTo>
                    <a:pt x="2750" y="3824"/>
                  </a:lnTo>
                  <a:cubicBezTo>
                    <a:pt x="2755" y="3831"/>
                    <a:pt x="2755" y="3831"/>
                    <a:pt x="2746" y="3838"/>
                  </a:cubicBezTo>
                  <a:cubicBezTo>
                    <a:pt x="2729" y="3846"/>
                    <a:pt x="2712" y="3855"/>
                    <a:pt x="2694" y="3862"/>
                  </a:cubicBezTo>
                  <a:cubicBezTo>
                    <a:pt x="2665" y="3881"/>
                    <a:pt x="2665" y="3881"/>
                    <a:pt x="2679" y="3881"/>
                  </a:cubicBezTo>
                  <a:cubicBezTo>
                    <a:pt x="2682" y="3880"/>
                    <a:pt x="2684" y="3879"/>
                    <a:pt x="2685" y="3879"/>
                  </a:cubicBezTo>
                  <a:cubicBezTo>
                    <a:pt x="2689" y="3879"/>
                    <a:pt x="2687" y="3884"/>
                    <a:pt x="2669" y="3888"/>
                  </a:cubicBezTo>
                  <a:cubicBezTo>
                    <a:pt x="2659" y="3894"/>
                    <a:pt x="2627" y="3905"/>
                    <a:pt x="2598" y="3923"/>
                  </a:cubicBezTo>
                  <a:cubicBezTo>
                    <a:pt x="2558" y="3945"/>
                    <a:pt x="2557" y="3944"/>
                    <a:pt x="2562" y="3952"/>
                  </a:cubicBezTo>
                  <a:cubicBezTo>
                    <a:pt x="2573" y="3957"/>
                    <a:pt x="2573" y="3961"/>
                    <a:pt x="2567" y="3961"/>
                  </a:cubicBezTo>
                  <a:cubicBezTo>
                    <a:pt x="2563" y="3961"/>
                    <a:pt x="2557" y="3960"/>
                    <a:pt x="2550" y="3956"/>
                  </a:cubicBezTo>
                  <a:cubicBezTo>
                    <a:pt x="2544" y="3955"/>
                    <a:pt x="2538" y="3955"/>
                    <a:pt x="2533" y="3955"/>
                  </a:cubicBezTo>
                  <a:cubicBezTo>
                    <a:pt x="2519" y="3955"/>
                    <a:pt x="2514" y="3959"/>
                    <a:pt x="2517" y="3964"/>
                  </a:cubicBezTo>
                  <a:cubicBezTo>
                    <a:pt x="2510" y="3977"/>
                    <a:pt x="2510" y="3977"/>
                    <a:pt x="2500" y="3982"/>
                  </a:cubicBezTo>
                  <a:cubicBezTo>
                    <a:pt x="2499" y="3980"/>
                    <a:pt x="2497" y="3979"/>
                    <a:pt x="2495" y="3979"/>
                  </a:cubicBezTo>
                  <a:cubicBezTo>
                    <a:pt x="2490" y="3979"/>
                    <a:pt x="2481" y="3985"/>
                    <a:pt x="2470" y="3997"/>
                  </a:cubicBezTo>
                  <a:cubicBezTo>
                    <a:pt x="2465" y="3999"/>
                    <a:pt x="2462" y="4001"/>
                    <a:pt x="2460" y="4001"/>
                  </a:cubicBezTo>
                  <a:cubicBezTo>
                    <a:pt x="2458" y="4001"/>
                    <a:pt x="2457" y="3999"/>
                    <a:pt x="2456" y="3995"/>
                  </a:cubicBezTo>
                  <a:cubicBezTo>
                    <a:pt x="2448" y="3998"/>
                    <a:pt x="2442" y="4001"/>
                    <a:pt x="2435" y="4004"/>
                  </a:cubicBezTo>
                  <a:cubicBezTo>
                    <a:pt x="2422" y="4025"/>
                    <a:pt x="2363" y="4041"/>
                    <a:pt x="2344" y="4041"/>
                  </a:cubicBezTo>
                  <a:cubicBezTo>
                    <a:pt x="2342" y="4041"/>
                    <a:pt x="2341" y="4041"/>
                    <a:pt x="2340" y="4041"/>
                  </a:cubicBezTo>
                  <a:cubicBezTo>
                    <a:pt x="2332" y="4044"/>
                    <a:pt x="2325" y="4050"/>
                    <a:pt x="2321" y="4056"/>
                  </a:cubicBezTo>
                  <a:cubicBezTo>
                    <a:pt x="2317" y="4068"/>
                    <a:pt x="2313" y="4074"/>
                    <a:pt x="2308" y="4074"/>
                  </a:cubicBezTo>
                  <a:cubicBezTo>
                    <a:pt x="2305" y="4074"/>
                    <a:pt x="2302" y="4071"/>
                    <a:pt x="2299" y="4064"/>
                  </a:cubicBezTo>
                  <a:cubicBezTo>
                    <a:pt x="2297" y="4057"/>
                    <a:pt x="2296" y="4053"/>
                    <a:pt x="2295" y="4053"/>
                  </a:cubicBezTo>
                  <a:cubicBezTo>
                    <a:pt x="2293" y="4053"/>
                    <a:pt x="2291" y="4057"/>
                    <a:pt x="2288" y="4067"/>
                  </a:cubicBezTo>
                  <a:cubicBezTo>
                    <a:pt x="2283" y="4074"/>
                    <a:pt x="2257" y="4083"/>
                    <a:pt x="2241" y="4083"/>
                  </a:cubicBezTo>
                  <a:cubicBezTo>
                    <a:pt x="2234" y="4083"/>
                    <a:pt x="2228" y="4081"/>
                    <a:pt x="2231" y="4074"/>
                  </a:cubicBezTo>
                  <a:lnTo>
                    <a:pt x="2226" y="4059"/>
                  </a:lnTo>
                  <a:cubicBezTo>
                    <a:pt x="2222" y="4065"/>
                    <a:pt x="2215" y="4070"/>
                    <a:pt x="2207" y="4073"/>
                  </a:cubicBezTo>
                  <a:cubicBezTo>
                    <a:pt x="2209" y="4081"/>
                    <a:pt x="2198" y="4083"/>
                    <a:pt x="2166" y="4092"/>
                  </a:cubicBezTo>
                  <a:cubicBezTo>
                    <a:pt x="2144" y="4100"/>
                    <a:pt x="2101" y="4113"/>
                    <a:pt x="2078" y="4118"/>
                  </a:cubicBezTo>
                  <a:cubicBezTo>
                    <a:pt x="2063" y="4120"/>
                    <a:pt x="2041" y="4124"/>
                    <a:pt x="2026" y="4124"/>
                  </a:cubicBezTo>
                  <a:cubicBezTo>
                    <a:pt x="2019" y="4124"/>
                    <a:pt x="2013" y="4123"/>
                    <a:pt x="2010" y="4121"/>
                  </a:cubicBezTo>
                  <a:cubicBezTo>
                    <a:pt x="1994" y="4124"/>
                    <a:pt x="1979" y="4128"/>
                    <a:pt x="1965" y="4135"/>
                  </a:cubicBezTo>
                  <a:cubicBezTo>
                    <a:pt x="1959" y="4140"/>
                    <a:pt x="1950" y="4142"/>
                    <a:pt x="1942" y="4142"/>
                  </a:cubicBezTo>
                  <a:cubicBezTo>
                    <a:pt x="1936" y="4142"/>
                    <a:pt x="1931" y="4141"/>
                    <a:pt x="1931" y="4137"/>
                  </a:cubicBezTo>
                  <a:lnTo>
                    <a:pt x="1920" y="4137"/>
                  </a:lnTo>
                  <a:cubicBezTo>
                    <a:pt x="1909" y="4143"/>
                    <a:pt x="1898" y="4146"/>
                    <a:pt x="1886" y="4148"/>
                  </a:cubicBezTo>
                  <a:cubicBezTo>
                    <a:pt x="1885" y="4141"/>
                    <a:pt x="1879" y="4137"/>
                    <a:pt x="1873" y="4137"/>
                  </a:cubicBezTo>
                  <a:cubicBezTo>
                    <a:pt x="1869" y="4137"/>
                    <a:pt x="1866" y="4139"/>
                    <a:pt x="1863" y="4142"/>
                  </a:cubicBezTo>
                  <a:cubicBezTo>
                    <a:pt x="1863" y="4149"/>
                    <a:pt x="1852" y="4152"/>
                    <a:pt x="1829" y="4152"/>
                  </a:cubicBezTo>
                  <a:cubicBezTo>
                    <a:pt x="1818" y="4145"/>
                    <a:pt x="1717" y="4147"/>
                    <a:pt x="1621" y="4135"/>
                  </a:cubicBezTo>
                  <a:cubicBezTo>
                    <a:pt x="1573" y="4128"/>
                    <a:pt x="1525" y="4125"/>
                    <a:pt x="1490" y="4119"/>
                  </a:cubicBezTo>
                  <a:cubicBezTo>
                    <a:pt x="1463" y="4113"/>
                    <a:pt x="1442" y="4109"/>
                    <a:pt x="1434" y="4109"/>
                  </a:cubicBezTo>
                  <a:cubicBezTo>
                    <a:pt x="1432" y="4109"/>
                    <a:pt x="1431" y="4110"/>
                    <a:pt x="1431" y="4110"/>
                  </a:cubicBezTo>
                  <a:lnTo>
                    <a:pt x="1398" y="4102"/>
                  </a:lnTo>
                  <a:lnTo>
                    <a:pt x="1365" y="4094"/>
                  </a:lnTo>
                  <a:cubicBezTo>
                    <a:pt x="1368" y="4080"/>
                    <a:pt x="1312" y="4072"/>
                    <a:pt x="1277" y="4067"/>
                  </a:cubicBezTo>
                  <a:cubicBezTo>
                    <a:pt x="1274" y="4068"/>
                    <a:pt x="1270" y="4069"/>
                    <a:pt x="1266" y="4069"/>
                  </a:cubicBezTo>
                  <a:cubicBezTo>
                    <a:pt x="1258" y="4069"/>
                    <a:pt x="1249" y="4067"/>
                    <a:pt x="1242" y="4063"/>
                  </a:cubicBezTo>
                  <a:cubicBezTo>
                    <a:pt x="1248" y="4048"/>
                    <a:pt x="1216" y="4037"/>
                    <a:pt x="1191" y="4037"/>
                  </a:cubicBezTo>
                  <a:cubicBezTo>
                    <a:pt x="1185" y="4042"/>
                    <a:pt x="1179" y="4044"/>
                    <a:pt x="1175" y="4044"/>
                  </a:cubicBezTo>
                  <a:cubicBezTo>
                    <a:pt x="1169" y="4044"/>
                    <a:pt x="1166" y="4038"/>
                    <a:pt x="1170" y="4028"/>
                  </a:cubicBezTo>
                  <a:cubicBezTo>
                    <a:pt x="1174" y="4018"/>
                    <a:pt x="1166" y="4011"/>
                    <a:pt x="1152" y="4011"/>
                  </a:cubicBezTo>
                  <a:cubicBezTo>
                    <a:pt x="1144" y="4011"/>
                    <a:pt x="1135" y="4013"/>
                    <a:pt x="1125" y="4017"/>
                  </a:cubicBezTo>
                  <a:cubicBezTo>
                    <a:pt x="1121" y="4018"/>
                    <a:pt x="1118" y="4018"/>
                    <a:pt x="1116" y="4018"/>
                  </a:cubicBezTo>
                  <a:cubicBezTo>
                    <a:pt x="1111" y="4018"/>
                    <a:pt x="1109" y="4016"/>
                    <a:pt x="1104" y="4007"/>
                  </a:cubicBezTo>
                  <a:cubicBezTo>
                    <a:pt x="1101" y="3993"/>
                    <a:pt x="1095" y="3987"/>
                    <a:pt x="1091" y="3987"/>
                  </a:cubicBezTo>
                  <a:cubicBezTo>
                    <a:pt x="1089" y="3987"/>
                    <a:pt x="1088" y="3988"/>
                    <a:pt x="1087" y="3990"/>
                  </a:cubicBezTo>
                  <a:cubicBezTo>
                    <a:pt x="1081" y="3994"/>
                    <a:pt x="1076" y="3995"/>
                    <a:pt x="1071" y="3995"/>
                  </a:cubicBezTo>
                  <a:cubicBezTo>
                    <a:pt x="1063" y="3995"/>
                    <a:pt x="1057" y="3989"/>
                    <a:pt x="1055" y="3977"/>
                  </a:cubicBezTo>
                  <a:cubicBezTo>
                    <a:pt x="1047" y="3961"/>
                    <a:pt x="1044" y="3956"/>
                    <a:pt x="1039" y="3956"/>
                  </a:cubicBezTo>
                  <a:cubicBezTo>
                    <a:pt x="1036" y="3956"/>
                    <a:pt x="1032" y="3958"/>
                    <a:pt x="1025" y="3961"/>
                  </a:cubicBezTo>
                  <a:cubicBezTo>
                    <a:pt x="1022" y="3962"/>
                    <a:pt x="1019" y="3963"/>
                    <a:pt x="1015" y="3963"/>
                  </a:cubicBezTo>
                  <a:cubicBezTo>
                    <a:pt x="996" y="3963"/>
                    <a:pt x="967" y="3943"/>
                    <a:pt x="965" y="3926"/>
                  </a:cubicBezTo>
                  <a:cubicBezTo>
                    <a:pt x="958" y="3922"/>
                    <a:pt x="953" y="3913"/>
                    <a:pt x="949" y="3913"/>
                  </a:cubicBezTo>
                  <a:cubicBezTo>
                    <a:pt x="948" y="3913"/>
                    <a:pt x="947" y="3914"/>
                    <a:pt x="946" y="3915"/>
                  </a:cubicBezTo>
                  <a:lnTo>
                    <a:pt x="941" y="3903"/>
                  </a:lnTo>
                  <a:lnTo>
                    <a:pt x="921" y="3890"/>
                  </a:lnTo>
                  <a:lnTo>
                    <a:pt x="916" y="3898"/>
                  </a:lnTo>
                  <a:cubicBezTo>
                    <a:pt x="905" y="3894"/>
                    <a:pt x="855" y="3845"/>
                    <a:pt x="792" y="3799"/>
                  </a:cubicBezTo>
                  <a:cubicBezTo>
                    <a:pt x="715" y="3736"/>
                    <a:pt x="689" y="3712"/>
                    <a:pt x="684" y="3712"/>
                  </a:cubicBezTo>
                  <a:cubicBezTo>
                    <a:pt x="682" y="3712"/>
                    <a:pt x="682" y="3713"/>
                    <a:pt x="683" y="3716"/>
                  </a:cubicBezTo>
                  <a:cubicBezTo>
                    <a:pt x="682" y="3723"/>
                    <a:pt x="679" y="3726"/>
                    <a:pt x="676" y="3726"/>
                  </a:cubicBezTo>
                  <a:cubicBezTo>
                    <a:pt x="670" y="3726"/>
                    <a:pt x="663" y="3715"/>
                    <a:pt x="665" y="3702"/>
                  </a:cubicBezTo>
                  <a:cubicBezTo>
                    <a:pt x="656" y="3694"/>
                    <a:pt x="646" y="3673"/>
                    <a:pt x="631" y="3656"/>
                  </a:cubicBezTo>
                  <a:cubicBezTo>
                    <a:pt x="615" y="3639"/>
                    <a:pt x="600" y="3622"/>
                    <a:pt x="605" y="3617"/>
                  </a:cubicBezTo>
                  <a:lnTo>
                    <a:pt x="599" y="3609"/>
                  </a:lnTo>
                  <a:cubicBezTo>
                    <a:pt x="579" y="3601"/>
                    <a:pt x="562" y="3590"/>
                    <a:pt x="548" y="3575"/>
                  </a:cubicBezTo>
                  <a:cubicBezTo>
                    <a:pt x="534" y="3558"/>
                    <a:pt x="521" y="3539"/>
                    <a:pt x="511" y="3519"/>
                  </a:cubicBezTo>
                  <a:cubicBezTo>
                    <a:pt x="501" y="3502"/>
                    <a:pt x="486" y="3489"/>
                    <a:pt x="471" y="3479"/>
                  </a:cubicBezTo>
                  <a:cubicBezTo>
                    <a:pt x="449" y="3465"/>
                    <a:pt x="449" y="3465"/>
                    <a:pt x="449" y="3452"/>
                  </a:cubicBezTo>
                  <a:cubicBezTo>
                    <a:pt x="455" y="3447"/>
                    <a:pt x="431" y="3392"/>
                    <a:pt x="416" y="3392"/>
                  </a:cubicBezTo>
                  <a:cubicBezTo>
                    <a:pt x="415" y="3392"/>
                    <a:pt x="414" y="3393"/>
                    <a:pt x="413" y="3393"/>
                  </a:cubicBezTo>
                  <a:lnTo>
                    <a:pt x="413" y="3380"/>
                  </a:lnTo>
                  <a:cubicBezTo>
                    <a:pt x="415" y="3371"/>
                    <a:pt x="409" y="3363"/>
                    <a:pt x="401" y="3363"/>
                  </a:cubicBezTo>
                  <a:cubicBezTo>
                    <a:pt x="399" y="3363"/>
                    <a:pt x="397" y="3363"/>
                    <a:pt x="396" y="3364"/>
                  </a:cubicBezTo>
                  <a:cubicBezTo>
                    <a:pt x="392" y="3366"/>
                    <a:pt x="389" y="3367"/>
                    <a:pt x="387" y="3367"/>
                  </a:cubicBezTo>
                  <a:cubicBezTo>
                    <a:pt x="379" y="3367"/>
                    <a:pt x="379" y="3358"/>
                    <a:pt x="390" y="3342"/>
                  </a:cubicBezTo>
                  <a:cubicBezTo>
                    <a:pt x="402" y="3334"/>
                    <a:pt x="399" y="3326"/>
                    <a:pt x="394" y="3326"/>
                  </a:cubicBezTo>
                  <a:cubicBezTo>
                    <a:pt x="393" y="3326"/>
                    <a:pt x="392" y="3327"/>
                    <a:pt x="391" y="3327"/>
                  </a:cubicBezTo>
                  <a:cubicBezTo>
                    <a:pt x="379" y="3322"/>
                    <a:pt x="364" y="3317"/>
                    <a:pt x="366" y="3302"/>
                  </a:cubicBezTo>
                  <a:cubicBezTo>
                    <a:pt x="363" y="3295"/>
                    <a:pt x="359" y="3287"/>
                    <a:pt x="351" y="3287"/>
                  </a:cubicBezTo>
                  <a:cubicBezTo>
                    <a:pt x="348" y="3287"/>
                    <a:pt x="345" y="3288"/>
                    <a:pt x="342" y="3290"/>
                  </a:cubicBezTo>
                  <a:cubicBezTo>
                    <a:pt x="341" y="3291"/>
                    <a:pt x="340" y="3291"/>
                    <a:pt x="339" y="3291"/>
                  </a:cubicBezTo>
                  <a:cubicBezTo>
                    <a:pt x="334" y="3291"/>
                    <a:pt x="330" y="3282"/>
                    <a:pt x="325" y="3273"/>
                  </a:cubicBezTo>
                  <a:cubicBezTo>
                    <a:pt x="328" y="3271"/>
                    <a:pt x="330" y="3270"/>
                    <a:pt x="332" y="3270"/>
                  </a:cubicBezTo>
                  <a:cubicBezTo>
                    <a:pt x="334" y="3270"/>
                    <a:pt x="337" y="3272"/>
                    <a:pt x="344" y="3276"/>
                  </a:cubicBezTo>
                  <a:cubicBezTo>
                    <a:pt x="345" y="3278"/>
                    <a:pt x="346" y="3279"/>
                    <a:pt x="346" y="3279"/>
                  </a:cubicBezTo>
                  <a:cubicBezTo>
                    <a:pt x="346" y="3279"/>
                    <a:pt x="341" y="3270"/>
                    <a:pt x="334" y="3255"/>
                  </a:cubicBezTo>
                  <a:cubicBezTo>
                    <a:pt x="329" y="3245"/>
                    <a:pt x="326" y="3221"/>
                    <a:pt x="334" y="3217"/>
                  </a:cubicBezTo>
                  <a:cubicBezTo>
                    <a:pt x="335" y="3209"/>
                    <a:pt x="334" y="3202"/>
                    <a:pt x="330" y="3202"/>
                  </a:cubicBezTo>
                  <a:cubicBezTo>
                    <a:pt x="328" y="3202"/>
                    <a:pt x="325" y="3204"/>
                    <a:pt x="321" y="3210"/>
                  </a:cubicBezTo>
                  <a:cubicBezTo>
                    <a:pt x="316" y="3213"/>
                    <a:pt x="313" y="3215"/>
                    <a:pt x="310" y="3215"/>
                  </a:cubicBezTo>
                  <a:cubicBezTo>
                    <a:pt x="305" y="3215"/>
                    <a:pt x="303" y="3210"/>
                    <a:pt x="297" y="3197"/>
                  </a:cubicBezTo>
                  <a:cubicBezTo>
                    <a:pt x="291" y="3187"/>
                    <a:pt x="286" y="3177"/>
                    <a:pt x="293" y="3173"/>
                  </a:cubicBezTo>
                  <a:cubicBezTo>
                    <a:pt x="301" y="3170"/>
                    <a:pt x="301" y="3170"/>
                    <a:pt x="293" y="3149"/>
                  </a:cubicBezTo>
                  <a:cubicBezTo>
                    <a:pt x="280" y="3121"/>
                    <a:pt x="255" y="3099"/>
                    <a:pt x="226" y="3089"/>
                  </a:cubicBezTo>
                  <a:cubicBezTo>
                    <a:pt x="221" y="3091"/>
                    <a:pt x="217" y="3093"/>
                    <a:pt x="216" y="3093"/>
                  </a:cubicBezTo>
                  <a:cubicBezTo>
                    <a:pt x="213" y="3093"/>
                    <a:pt x="215" y="3089"/>
                    <a:pt x="222" y="3078"/>
                  </a:cubicBezTo>
                  <a:cubicBezTo>
                    <a:pt x="230" y="3076"/>
                    <a:pt x="226" y="3065"/>
                    <a:pt x="222" y="3055"/>
                  </a:cubicBezTo>
                  <a:cubicBezTo>
                    <a:pt x="221" y="3055"/>
                    <a:pt x="220" y="3055"/>
                    <a:pt x="220" y="3055"/>
                  </a:cubicBezTo>
                  <a:cubicBezTo>
                    <a:pt x="216" y="3055"/>
                    <a:pt x="216" y="3050"/>
                    <a:pt x="218" y="3050"/>
                  </a:cubicBezTo>
                  <a:cubicBezTo>
                    <a:pt x="219" y="3050"/>
                    <a:pt x="220" y="3051"/>
                    <a:pt x="222" y="3055"/>
                  </a:cubicBezTo>
                  <a:cubicBezTo>
                    <a:pt x="223" y="3054"/>
                    <a:pt x="224" y="3054"/>
                    <a:pt x="224" y="3054"/>
                  </a:cubicBezTo>
                  <a:cubicBezTo>
                    <a:pt x="230" y="3054"/>
                    <a:pt x="233" y="3064"/>
                    <a:pt x="237" y="3072"/>
                  </a:cubicBezTo>
                  <a:lnTo>
                    <a:pt x="245" y="3070"/>
                  </a:lnTo>
                  <a:cubicBezTo>
                    <a:pt x="256" y="3055"/>
                    <a:pt x="252" y="3043"/>
                    <a:pt x="233" y="3038"/>
                  </a:cubicBezTo>
                  <a:cubicBezTo>
                    <a:pt x="221" y="3030"/>
                    <a:pt x="222" y="3030"/>
                    <a:pt x="226" y="3016"/>
                  </a:cubicBezTo>
                  <a:cubicBezTo>
                    <a:pt x="230" y="3004"/>
                    <a:pt x="234" y="2991"/>
                    <a:pt x="229" y="2991"/>
                  </a:cubicBezTo>
                  <a:cubicBezTo>
                    <a:pt x="228" y="2991"/>
                    <a:pt x="228" y="2992"/>
                    <a:pt x="227" y="2992"/>
                  </a:cubicBezTo>
                  <a:cubicBezTo>
                    <a:pt x="224" y="2980"/>
                    <a:pt x="224" y="2968"/>
                    <a:pt x="226" y="2957"/>
                  </a:cubicBezTo>
                  <a:cubicBezTo>
                    <a:pt x="221" y="2937"/>
                    <a:pt x="218" y="2926"/>
                    <a:pt x="211" y="2926"/>
                  </a:cubicBezTo>
                  <a:cubicBezTo>
                    <a:pt x="211" y="2926"/>
                    <a:pt x="210" y="2926"/>
                    <a:pt x="209" y="2927"/>
                  </a:cubicBezTo>
                  <a:cubicBezTo>
                    <a:pt x="209" y="2927"/>
                    <a:pt x="209" y="2927"/>
                    <a:pt x="208" y="2927"/>
                  </a:cubicBezTo>
                  <a:cubicBezTo>
                    <a:pt x="201" y="2927"/>
                    <a:pt x="198" y="2917"/>
                    <a:pt x="196" y="2906"/>
                  </a:cubicBezTo>
                  <a:cubicBezTo>
                    <a:pt x="193" y="2896"/>
                    <a:pt x="190" y="2886"/>
                    <a:pt x="183" y="2886"/>
                  </a:cubicBezTo>
                  <a:cubicBezTo>
                    <a:pt x="183" y="2886"/>
                    <a:pt x="182" y="2886"/>
                    <a:pt x="181" y="2886"/>
                  </a:cubicBezTo>
                  <a:cubicBezTo>
                    <a:pt x="181" y="2886"/>
                    <a:pt x="180" y="2886"/>
                    <a:pt x="180" y="2886"/>
                  </a:cubicBezTo>
                  <a:cubicBezTo>
                    <a:pt x="172" y="2886"/>
                    <a:pt x="162" y="2877"/>
                    <a:pt x="159" y="2855"/>
                  </a:cubicBezTo>
                  <a:cubicBezTo>
                    <a:pt x="148" y="2835"/>
                    <a:pt x="146" y="2834"/>
                    <a:pt x="161" y="2820"/>
                  </a:cubicBezTo>
                  <a:cubicBezTo>
                    <a:pt x="169" y="2818"/>
                    <a:pt x="167" y="2807"/>
                    <a:pt x="166" y="2795"/>
                  </a:cubicBezTo>
                  <a:cubicBezTo>
                    <a:pt x="164" y="2788"/>
                    <a:pt x="166" y="2780"/>
                    <a:pt x="169" y="2772"/>
                  </a:cubicBezTo>
                  <a:cubicBezTo>
                    <a:pt x="174" y="2763"/>
                    <a:pt x="171" y="2761"/>
                    <a:pt x="166" y="2761"/>
                  </a:cubicBezTo>
                  <a:cubicBezTo>
                    <a:pt x="164" y="2761"/>
                    <a:pt x="161" y="2761"/>
                    <a:pt x="159" y="2762"/>
                  </a:cubicBezTo>
                  <a:lnTo>
                    <a:pt x="143" y="2764"/>
                  </a:lnTo>
                  <a:cubicBezTo>
                    <a:pt x="143" y="2752"/>
                    <a:pt x="152" y="2742"/>
                    <a:pt x="163" y="2738"/>
                  </a:cubicBezTo>
                  <a:cubicBezTo>
                    <a:pt x="174" y="2729"/>
                    <a:pt x="177" y="2726"/>
                    <a:pt x="172" y="2726"/>
                  </a:cubicBezTo>
                  <a:cubicBezTo>
                    <a:pt x="169" y="2726"/>
                    <a:pt x="166" y="2726"/>
                    <a:pt x="161" y="2727"/>
                  </a:cubicBezTo>
                  <a:cubicBezTo>
                    <a:pt x="161" y="2727"/>
                    <a:pt x="160" y="2727"/>
                    <a:pt x="160" y="2727"/>
                  </a:cubicBezTo>
                  <a:cubicBezTo>
                    <a:pt x="152" y="2727"/>
                    <a:pt x="143" y="2716"/>
                    <a:pt x="150" y="2693"/>
                  </a:cubicBezTo>
                  <a:cubicBezTo>
                    <a:pt x="149" y="2671"/>
                    <a:pt x="146" y="2647"/>
                    <a:pt x="155" y="2647"/>
                  </a:cubicBezTo>
                  <a:cubicBezTo>
                    <a:pt x="159" y="2639"/>
                    <a:pt x="159" y="2630"/>
                    <a:pt x="153" y="2625"/>
                  </a:cubicBezTo>
                  <a:cubicBezTo>
                    <a:pt x="144" y="2614"/>
                    <a:pt x="143" y="2602"/>
                    <a:pt x="149" y="2568"/>
                  </a:cubicBezTo>
                  <a:cubicBezTo>
                    <a:pt x="166" y="2510"/>
                    <a:pt x="167" y="2510"/>
                    <a:pt x="150" y="2510"/>
                  </a:cubicBezTo>
                  <a:cubicBezTo>
                    <a:pt x="142" y="2510"/>
                    <a:pt x="133" y="2510"/>
                    <a:pt x="150" y="2499"/>
                  </a:cubicBezTo>
                  <a:cubicBezTo>
                    <a:pt x="159" y="2488"/>
                    <a:pt x="151" y="2477"/>
                    <a:pt x="143" y="2453"/>
                  </a:cubicBezTo>
                  <a:cubicBezTo>
                    <a:pt x="136" y="2445"/>
                    <a:pt x="125" y="2440"/>
                    <a:pt x="114" y="2440"/>
                  </a:cubicBezTo>
                  <a:cubicBezTo>
                    <a:pt x="113" y="2440"/>
                    <a:pt x="112" y="2440"/>
                    <a:pt x="111" y="2440"/>
                  </a:cubicBezTo>
                  <a:cubicBezTo>
                    <a:pt x="95" y="2439"/>
                    <a:pt x="95" y="2439"/>
                    <a:pt x="104" y="2416"/>
                  </a:cubicBezTo>
                  <a:cubicBezTo>
                    <a:pt x="104" y="2404"/>
                    <a:pt x="111" y="2394"/>
                    <a:pt x="119" y="2394"/>
                  </a:cubicBezTo>
                  <a:cubicBezTo>
                    <a:pt x="120" y="2394"/>
                    <a:pt x="120" y="2394"/>
                    <a:pt x="121" y="2394"/>
                  </a:cubicBezTo>
                  <a:cubicBezTo>
                    <a:pt x="129" y="2395"/>
                    <a:pt x="129" y="2406"/>
                    <a:pt x="129" y="2406"/>
                  </a:cubicBezTo>
                  <a:lnTo>
                    <a:pt x="127" y="2417"/>
                  </a:lnTo>
                  <a:cubicBezTo>
                    <a:pt x="129" y="2418"/>
                    <a:pt x="131" y="2418"/>
                    <a:pt x="132" y="2418"/>
                  </a:cubicBezTo>
                  <a:cubicBezTo>
                    <a:pt x="139" y="2418"/>
                    <a:pt x="144" y="2414"/>
                    <a:pt x="144" y="2396"/>
                  </a:cubicBezTo>
                  <a:cubicBezTo>
                    <a:pt x="153" y="2385"/>
                    <a:pt x="155" y="2374"/>
                    <a:pt x="148" y="2372"/>
                  </a:cubicBezTo>
                  <a:cubicBezTo>
                    <a:pt x="157" y="2362"/>
                    <a:pt x="160" y="2340"/>
                    <a:pt x="163" y="2318"/>
                  </a:cubicBezTo>
                  <a:cubicBezTo>
                    <a:pt x="166" y="2294"/>
                    <a:pt x="170" y="2260"/>
                    <a:pt x="180" y="2250"/>
                  </a:cubicBezTo>
                  <a:cubicBezTo>
                    <a:pt x="182" y="2228"/>
                    <a:pt x="185" y="2215"/>
                    <a:pt x="177" y="2214"/>
                  </a:cubicBezTo>
                  <a:cubicBezTo>
                    <a:pt x="162" y="2211"/>
                    <a:pt x="162" y="2201"/>
                    <a:pt x="170" y="2201"/>
                  </a:cubicBezTo>
                  <a:cubicBezTo>
                    <a:pt x="170" y="2201"/>
                    <a:pt x="171" y="2201"/>
                    <a:pt x="171" y="2201"/>
                  </a:cubicBezTo>
                  <a:cubicBezTo>
                    <a:pt x="189" y="2192"/>
                    <a:pt x="224" y="2038"/>
                    <a:pt x="210" y="2024"/>
                  </a:cubicBezTo>
                  <a:cubicBezTo>
                    <a:pt x="210" y="2024"/>
                    <a:pt x="212" y="2011"/>
                    <a:pt x="214" y="2000"/>
                  </a:cubicBezTo>
                  <a:cubicBezTo>
                    <a:pt x="226" y="1978"/>
                    <a:pt x="238" y="1906"/>
                    <a:pt x="233" y="1892"/>
                  </a:cubicBezTo>
                  <a:lnTo>
                    <a:pt x="240" y="1856"/>
                  </a:lnTo>
                  <a:cubicBezTo>
                    <a:pt x="251" y="1834"/>
                    <a:pt x="253" y="1823"/>
                    <a:pt x="247" y="1809"/>
                  </a:cubicBezTo>
                  <a:cubicBezTo>
                    <a:pt x="243" y="1799"/>
                    <a:pt x="237" y="1795"/>
                    <a:pt x="239" y="1795"/>
                  </a:cubicBezTo>
                  <a:cubicBezTo>
                    <a:pt x="239" y="1795"/>
                    <a:pt x="240" y="1795"/>
                    <a:pt x="242" y="1796"/>
                  </a:cubicBezTo>
                  <a:cubicBezTo>
                    <a:pt x="242" y="1796"/>
                    <a:pt x="242" y="1796"/>
                    <a:pt x="242" y="1796"/>
                  </a:cubicBezTo>
                  <a:cubicBezTo>
                    <a:pt x="250" y="1796"/>
                    <a:pt x="254" y="1772"/>
                    <a:pt x="262" y="1725"/>
                  </a:cubicBezTo>
                  <a:cubicBezTo>
                    <a:pt x="268" y="1693"/>
                    <a:pt x="270" y="1683"/>
                    <a:pt x="268" y="1683"/>
                  </a:cubicBezTo>
                  <a:cubicBezTo>
                    <a:pt x="266" y="1683"/>
                    <a:pt x="264" y="1685"/>
                    <a:pt x="261" y="1688"/>
                  </a:cubicBezTo>
                  <a:cubicBezTo>
                    <a:pt x="261" y="1647"/>
                    <a:pt x="266" y="1642"/>
                    <a:pt x="273" y="1642"/>
                  </a:cubicBezTo>
                  <a:cubicBezTo>
                    <a:pt x="274" y="1642"/>
                    <a:pt x="275" y="1642"/>
                    <a:pt x="277" y="1642"/>
                  </a:cubicBezTo>
                  <a:cubicBezTo>
                    <a:pt x="280" y="1645"/>
                    <a:pt x="282" y="1647"/>
                    <a:pt x="284" y="1647"/>
                  </a:cubicBezTo>
                  <a:cubicBezTo>
                    <a:pt x="291" y="1647"/>
                    <a:pt x="290" y="1630"/>
                    <a:pt x="273" y="1616"/>
                  </a:cubicBezTo>
                  <a:cubicBezTo>
                    <a:pt x="259" y="1602"/>
                    <a:pt x="263" y="1579"/>
                    <a:pt x="270" y="1579"/>
                  </a:cubicBezTo>
                  <a:cubicBezTo>
                    <a:pt x="271" y="1579"/>
                    <a:pt x="271" y="1579"/>
                    <a:pt x="271" y="1579"/>
                  </a:cubicBezTo>
                  <a:cubicBezTo>
                    <a:pt x="279" y="1580"/>
                    <a:pt x="277" y="1593"/>
                    <a:pt x="275" y="1605"/>
                  </a:cubicBezTo>
                  <a:lnTo>
                    <a:pt x="291" y="1607"/>
                  </a:lnTo>
                  <a:cubicBezTo>
                    <a:pt x="293" y="1600"/>
                    <a:pt x="292" y="1589"/>
                    <a:pt x="287" y="1583"/>
                  </a:cubicBezTo>
                  <a:cubicBezTo>
                    <a:pt x="288" y="1574"/>
                    <a:pt x="287" y="1565"/>
                    <a:pt x="283" y="1557"/>
                  </a:cubicBezTo>
                  <a:cubicBezTo>
                    <a:pt x="280" y="1549"/>
                    <a:pt x="276" y="1546"/>
                    <a:pt x="272" y="1546"/>
                  </a:cubicBezTo>
                  <a:cubicBezTo>
                    <a:pt x="268" y="1546"/>
                    <a:pt x="264" y="1548"/>
                    <a:pt x="260" y="1552"/>
                  </a:cubicBezTo>
                  <a:cubicBezTo>
                    <a:pt x="257" y="1556"/>
                    <a:pt x="255" y="1557"/>
                    <a:pt x="254" y="1557"/>
                  </a:cubicBezTo>
                  <a:cubicBezTo>
                    <a:pt x="250" y="1557"/>
                    <a:pt x="251" y="1548"/>
                    <a:pt x="253" y="1539"/>
                  </a:cubicBezTo>
                  <a:cubicBezTo>
                    <a:pt x="260" y="1527"/>
                    <a:pt x="265" y="1522"/>
                    <a:pt x="269" y="1522"/>
                  </a:cubicBezTo>
                  <a:cubicBezTo>
                    <a:pt x="273" y="1522"/>
                    <a:pt x="277" y="1526"/>
                    <a:pt x="280" y="1532"/>
                  </a:cubicBezTo>
                  <a:cubicBezTo>
                    <a:pt x="278" y="1543"/>
                    <a:pt x="286" y="1546"/>
                    <a:pt x="293" y="1547"/>
                  </a:cubicBezTo>
                  <a:cubicBezTo>
                    <a:pt x="294" y="1547"/>
                    <a:pt x="294" y="1547"/>
                    <a:pt x="294" y="1547"/>
                  </a:cubicBezTo>
                  <a:cubicBezTo>
                    <a:pt x="301" y="1547"/>
                    <a:pt x="296" y="1485"/>
                    <a:pt x="282" y="1471"/>
                  </a:cubicBezTo>
                  <a:lnTo>
                    <a:pt x="282" y="1471"/>
                  </a:lnTo>
                  <a:lnTo>
                    <a:pt x="290" y="1472"/>
                  </a:lnTo>
                  <a:cubicBezTo>
                    <a:pt x="290" y="1472"/>
                    <a:pt x="291" y="1472"/>
                    <a:pt x="291" y="1472"/>
                  </a:cubicBezTo>
                  <a:cubicBezTo>
                    <a:pt x="298" y="1472"/>
                    <a:pt x="303" y="1448"/>
                    <a:pt x="306" y="1426"/>
                  </a:cubicBezTo>
                  <a:cubicBezTo>
                    <a:pt x="310" y="1402"/>
                    <a:pt x="313" y="1390"/>
                    <a:pt x="305" y="1389"/>
                  </a:cubicBezTo>
                  <a:cubicBezTo>
                    <a:pt x="297" y="1388"/>
                    <a:pt x="289" y="1385"/>
                    <a:pt x="290" y="1374"/>
                  </a:cubicBezTo>
                  <a:lnTo>
                    <a:pt x="290" y="1374"/>
                  </a:lnTo>
                  <a:cubicBezTo>
                    <a:pt x="289" y="1382"/>
                    <a:pt x="285" y="1384"/>
                    <a:pt x="279" y="1384"/>
                  </a:cubicBezTo>
                  <a:cubicBezTo>
                    <a:pt x="277" y="1384"/>
                    <a:pt x="274" y="1383"/>
                    <a:pt x="272" y="1383"/>
                  </a:cubicBezTo>
                  <a:cubicBezTo>
                    <a:pt x="279" y="1371"/>
                    <a:pt x="286" y="1361"/>
                    <a:pt x="295" y="1349"/>
                  </a:cubicBezTo>
                  <a:cubicBezTo>
                    <a:pt x="315" y="1329"/>
                    <a:pt x="327" y="1307"/>
                    <a:pt x="335" y="1259"/>
                  </a:cubicBezTo>
                  <a:cubicBezTo>
                    <a:pt x="339" y="1235"/>
                    <a:pt x="346" y="1199"/>
                    <a:pt x="356" y="1189"/>
                  </a:cubicBezTo>
                  <a:cubicBezTo>
                    <a:pt x="360" y="1165"/>
                    <a:pt x="362" y="1153"/>
                    <a:pt x="354" y="1152"/>
                  </a:cubicBezTo>
                  <a:lnTo>
                    <a:pt x="359" y="1127"/>
                  </a:lnTo>
                  <a:cubicBezTo>
                    <a:pt x="369" y="1117"/>
                    <a:pt x="372" y="1094"/>
                    <a:pt x="364" y="1093"/>
                  </a:cubicBezTo>
                  <a:cubicBezTo>
                    <a:pt x="359" y="1079"/>
                    <a:pt x="369" y="1068"/>
                    <a:pt x="371" y="1057"/>
                  </a:cubicBezTo>
                  <a:cubicBezTo>
                    <a:pt x="383" y="1043"/>
                    <a:pt x="388" y="1038"/>
                    <a:pt x="384" y="1038"/>
                  </a:cubicBezTo>
                  <a:cubicBezTo>
                    <a:pt x="381" y="1038"/>
                    <a:pt x="375" y="1040"/>
                    <a:pt x="365" y="1043"/>
                  </a:cubicBezTo>
                  <a:cubicBezTo>
                    <a:pt x="365" y="1043"/>
                    <a:pt x="364" y="1043"/>
                    <a:pt x="364" y="1043"/>
                  </a:cubicBezTo>
                  <a:cubicBezTo>
                    <a:pt x="355" y="1043"/>
                    <a:pt x="345" y="1064"/>
                    <a:pt x="343" y="1076"/>
                  </a:cubicBezTo>
                  <a:lnTo>
                    <a:pt x="336" y="1112"/>
                  </a:lnTo>
                  <a:lnTo>
                    <a:pt x="335" y="1075"/>
                  </a:lnTo>
                  <a:cubicBezTo>
                    <a:pt x="336" y="1062"/>
                    <a:pt x="333" y="1036"/>
                    <a:pt x="325" y="1035"/>
                  </a:cubicBezTo>
                  <a:cubicBezTo>
                    <a:pt x="325" y="1035"/>
                    <a:pt x="317" y="1034"/>
                    <a:pt x="319" y="1022"/>
                  </a:cubicBezTo>
                  <a:lnTo>
                    <a:pt x="319" y="1022"/>
                  </a:lnTo>
                  <a:lnTo>
                    <a:pt x="335" y="1025"/>
                  </a:lnTo>
                  <a:cubicBezTo>
                    <a:pt x="338" y="1034"/>
                    <a:pt x="347" y="1041"/>
                    <a:pt x="356" y="1041"/>
                  </a:cubicBezTo>
                  <a:cubicBezTo>
                    <a:pt x="375" y="1032"/>
                    <a:pt x="389" y="998"/>
                    <a:pt x="373" y="995"/>
                  </a:cubicBezTo>
                  <a:cubicBezTo>
                    <a:pt x="375" y="984"/>
                    <a:pt x="375" y="984"/>
                    <a:pt x="385" y="972"/>
                  </a:cubicBezTo>
                  <a:cubicBezTo>
                    <a:pt x="386" y="973"/>
                    <a:pt x="386" y="973"/>
                    <a:pt x="386" y="973"/>
                  </a:cubicBezTo>
                  <a:cubicBezTo>
                    <a:pt x="393" y="973"/>
                    <a:pt x="395" y="962"/>
                    <a:pt x="381" y="948"/>
                  </a:cubicBezTo>
                  <a:cubicBezTo>
                    <a:pt x="367" y="932"/>
                    <a:pt x="370" y="921"/>
                    <a:pt x="388" y="912"/>
                  </a:cubicBezTo>
                  <a:cubicBezTo>
                    <a:pt x="408" y="891"/>
                    <a:pt x="416" y="842"/>
                    <a:pt x="408" y="841"/>
                  </a:cubicBezTo>
                  <a:cubicBezTo>
                    <a:pt x="392" y="839"/>
                    <a:pt x="399" y="803"/>
                    <a:pt x="409" y="792"/>
                  </a:cubicBezTo>
                  <a:cubicBezTo>
                    <a:pt x="418" y="783"/>
                    <a:pt x="421" y="768"/>
                    <a:pt x="415" y="756"/>
                  </a:cubicBezTo>
                  <a:lnTo>
                    <a:pt x="415" y="756"/>
                  </a:lnTo>
                  <a:cubicBezTo>
                    <a:pt x="415" y="756"/>
                    <a:pt x="416" y="756"/>
                    <a:pt x="417" y="756"/>
                  </a:cubicBezTo>
                  <a:cubicBezTo>
                    <a:pt x="424" y="756"/>
                    <a:pt x="432" y="746"/>
                    <a:pt x="427" y="734"/>
                  </a:cubicBezTo>
                  <a:cubicBezTo>
                    <a:pt x="427" y="734"/>
                    <a:pt x="428" y="728"/>
                    <a:pt x="425" y="728"/>
                  </a:cubicBezTo>
                  <a:cubicBezTo>
                    <a:pt x="424" y="728"/>
                    <a:pt x="422" y="729"/>
                    <a:pt x="419" y="732"/>
                  </a:cubicBezTo>
                  <a:lnTo>
                    <a:pt x="407" y="706"/>
                  </a:lnTo>
                  <a:cubicBezTo>
                    <a:pt x="405" y="714"/>
                    <a:pt x="401" y="716"/>
                    <a:pt x="397" y="716"/>
                  </a:cubicBezTo>
                  <a:cubicBezTo>
                    <a:pt x="394" y="716"/>
                    <a:pt x="392" y="715"/>
                    <a:pt x="389" y="714"/>
                  </a:cubicBezTo>
                  <a:cubicBezTo>
                    <a:pt x="381" y="713"/>
                    <a:pt x="398" y="667"/>
                    <a:pt x="426" y="647"/>
                  </a:cubicBezTo>
                  <a:lnTo>
                    <a:pt x="446" y="627"/>
                  </a:lnTo>
                  <a:lnTo>
                    <a:pt x="429" y="624"/>
                  </a:lnTo>
                  <a:cubicBezTo>
                    <a:pt x="431" y="613"/>
                    <a:pt x="433" y="601"/>
                    <a:pt x="441" y="601"/>
                  </a:cubicBezTo>
                  <a:cubicBezTo>
                    <a:pt x="441" y="601"/>
                    <a:pt x="441" y="601"/>
                    <a:pt x="442" y="601"/>
                  </a:cubicBezTo>
                  <a:cubicBezTo>
                    <a:pt x="443" y="601"/>
                    <a:pt x="445" y="602"/>
                    <a:pt x="446" y="602"/>
                  </a:cubicBezTo>
                  <a:cubicBezTo>
                    <a:pt x="450" y="602"/>
                    <a:pt x="450" y="600"/>
                    <a:pt x="452" y="591"/>
                  </a:cubicBezTo>
                  <a:cubicBezTo>
                    <a:pt x="452" y="591"/>
                    <a:pt x="454" y="579"/>
                    <a:pt x="446" y="578"/>
                  </a:cubicBezTo>
                  <a:cubicBezTo>
                    <a:pt x="430" y="574"/>
                    <a:pt x="430" y="574"/>
                    <a:pt x="440" y="564"/>
                  </a:cubicBezTo>
                  <a:cubicBezTo>
                    <a:pt x="458" y="555"/>
                    <a:pt x="461" y="543"/>
                    <a:pt x="446" y="528"/>
                  </a:cubicBezTo>
                  <a:cubicBezTo>
                    <a:pt x="430" y="526"/>
                    <a:pt x="430" y="526"/>
                    <a:pt x="448" y="517"/>
                  </a:cubicBezTo>
                  <a:cubicBezTo>
                    <a:pt x="449" y="517"/>
                    <a:pt x="449" y="517"/>
                    <a:pt x="449" y="517"/>
                  </a:cubicBezTo>
                  <a:cubicBezTo>
                    <a:pt x="457" y="517"/>
                    <a:pt x="466" y="506"/>
                    <a:pt x="468" y="496"/>
                  </a:cubicBezTo>
                  <a:lnTo>
                    <a:pt x="461" y="495"/>
                  </a:lnTo>
                  <a:cubicBezTo>
                    <a:pt x="445" y="491"/>
                    <a:pt x="446" y="479"/>
                    <a:pt x="456" y="469"/>
                  </a:cubicBezTo>
                  <a:lnTo>
                    <a:pt x="456" y="469"/>
                  </a:lnTo>
                  <a:cubicBezTo>
                    <a:pt x="457" y="469"/>
                    <a:pt x="457" y="469"/>
                    <a:pt x="457" y="469"/>
                  </a:cubicBezTo>
                  <a:cubicBezTo>
                    <a:pt x="465" y="469"/>
                    <a:pt x="466" y="458"/>
                    <a:pt x="463" y="433"/>
                  </a:cubicBezTo>
                  <a:cubicBezTo>
                    <a:pt x="467" y="411"/>
                    <a:pt x="469" y="399"/>
                    <a:pt x="476" y="399"/>
                  </a:cubicBezTo>
                  <a:cubicBezTo>
                    <a:pt x="476" y="399"/>
                    <a:pt x="477" y="399"/>
                    <a:pt x="477" y="399"/>
                  </a:cubicBezTo>
                  <a:cubicBezTo>
                    <a:pt x="482" y="400"/>
                    <a:pt x="485" y="400"/>
                    <a:pt x="487" y="400"/>
                  </a:cubicBezTo>
                  <a:cubicBezTo>
                    <a:pt x="492" y="400"/>
                    <a:pt x="489" y="397"/>
                    <a:pt x="480" y="387"/>
                  </a:cubicBezTo>
                  <a:cubicBezTo>
                    <a:pt x="473" y="373"/>
                    <a:pt x="473" y="373"/>
                    <a:pt x="485" y="351"/>
                  </a:cubicBezTo>
                  <a:cubicBezTo>
                    <a:pt x="495" y="341"/>
                    <a:pt x="495" y="341"/>
                    <a:pt x="490" y="327"/>
                  </a:cubicBezTo>
                  <a:cubicBezTo>
                    <a:pt x="484" y="326"/>
                    <a:pt x="479" y="325"/>
                    <a:pt x="475" y="325"/>
                  </a:cubicBezTo>
                  <a:cubicBezTo>
                    <a:pt x="468" y="325"/>
                    <a:pt x="465" y="328"/>
                    <a:pt x="464" y="335"/>
                  </a:cubicBezTo>
                  <a:cubicBezTo>
                    <a:pt x="462" y="344"/>
                    <a:pt x="462" y="346"/>
                    <a:pt x="458" y="346"/>
                  </a:cubicBezTo>
                  <a:cubicBezTo>
                    <a:pt x="457" y="346"/>
                    <a:pt x="456" y="346"/>
                    <a:pt x="454" y="345"/>
                  </a:cubicBezTo>
                  <a:lnTo>
                    <a:pt x="457" y="322"/>
                  </a:lnTo>
                  <a:cubicBezTo>
                    <a:pt x="461" y="305"/>
                    <a:pt x="461" y="288"/>
                    <a:pt x="458" y="273"/>
                  </a:cubicBezTo>
                  <a:cubicBezTo>
                    <a:pt x="456" y="259"/>
                    <a:pt x="450" y="252"/>
                    <a:pt x="446" y="252"/>
                  </a:cubicBezTo>
                  <a:cubicBezTo>
                    <a:pt x="443" y="252"/>
                    <a:pt x="440" y="257"/>
                    <a:pt x="442" y="269"/>
                  </a:cubicBezTo>
                  <a:lnTo>
                    <a:pt x="431" y="280"/>
                  </a:lnTo>
                  <a:cubicBezTo>
                    <a:pt x="429" y="280"/>
                    <a:pt x="428" y="280"/>
                    <a:pt x="426" y="280"/>
                  </a:cubicBezTo>
                  <a:cubicBezTo>
                    <a:pt x="407" y="280"/>
                    <a:pt x="406" y="300"/>
                    <a:pt x="428" y="304"/>
                  </a:cubicBezTo>
                  <a:cubicBezTo>
                    <a:pt x="452" y="308"/>
                    <a:pt x="452" y="308"/>
                    <a:pt x="434" y="317"/>
                  </a:cubicBezTo>
                  <a:cubicBezTo>
                    <a:pt x="432" y="317"/>
                    <a:pt x="430" y="317"/>
                    <a:pt x="429" y="317"/>
                  </a:cubicBezTo>
                  <a:cubicBezTo>
                    <a:pt x="417" y="317"/>
                    <a:pt x="415" y="328"/>
                    <a:pt x="413" y="338"/>
                  </a:cubicBezTo>
                  <a:cubicBezTo>
                    <a:pt x="412" y="347"/>
                    <a:pt x="411" y="349"/>
                    <a:pt x="408" y="349"/>
                  </a:cubicBezTo>
                  <a:cubicBezTo>
                    <a:pt x="407" y="349"/>
                    <a:pt x="405" y="349"/>
                    <a:pt x="403" y="349"/>
                  </a:cubicBezTo>
                  <a:cubicBezTo>
                    <a:pt x="403" y="349"/>
                    <a:pt x="402" y="348"/>
                    <a:pt x="401" y="348"/>
                  </a:cubicBezTo>
                  <a:cubicBezTo>
                    <a:pt x="394" y="348"/>
                    <a:pt x="385" y="359"/>
                    <a:pt x="383" y="369"/>
                  </a:cubicBezTo>
                  <a:cubicBezTo>
                    <a:pt x="381" y="381"/>
                    <a:pt x="381" y="381"/>
                    <a:pt x="389" y="382"/>
                  </a:cubicBezTo>
                  <a:cubicBezTo>
                    <a:pt x="391" y="381"/>
                    <a:pt x="392" y="380"/>
                    <a:pt x="393" y="380"/>
                  </a:cubicBezTo>
                  <a:cubicBezTo>
                    <a:pt x="397" y="380"/>
                    <a:pt x="392" y="397"/>
                    <a:pt x="376" y="405"/>
                  </a:cubicBezTo>
                  <a:cubicBezTo>
                    <a:pt x="366" y="416"/>
                    <a:pt x="366" y="416"/>
                    <a:pt x="383" y="418"/>
                  </a:cubicBezTo>
                  <a:cubicBezTo>
                    <a:pt x="399" y="422"/>
                    <a:pt x="394" y="445"/>
                    <a:pt x="376" y="454"/>
                  </a:cubicBezTo>
                  <a:cubicBezTo>
                    <a:pt x="376" y="454"/>
                    <a:pt x="374" y="467"/>
                    <a:pt x="372" y="478"/>
                  </a:cubicBezTo>
                  <a:cubicBezTo>
                    <a:pt x="370" y="490"/>
                    <a:pt x="379" y="491"/>
                    <a:pt x="387" y="493"/>
                  </a:cubicBezTo>
                  <a:cubicBezTo>
                    <a:pt x="402" y="496"/>
                    <a:pt x="402" y="496"/>
                    <a:pt x="392" y="507"/>
                  </a:cubicBezTo>
                  <a:cubicBezTo>
                    <a:pt x="384" y="515"/>
                    <a:pt x="377" y="516"/>
                    <a:pt x="375" y="516"/>
                  </a:cubicBezTo>
                  <a:cubicBezTo>
                    <a:pt x="374" y="516"/>
                    <a:pt x="374" y="516"/>
                    <a:pt x="374" y="516"/>
                  </a:cubicBezTo>
                  <a:cubicBezTo>
                    <a:pt x="374" y="516"/>
                    <a:pt x="373" y="516"/>
                    <a:pt x="372" y="516"/>
                  </a:cubicBezTo>
                  <a:cubicBezTo>
                    <a:pt x="366" y="516"/>
                    <a:pt x="364" y="527"/>
                    <a:pt x="362" y="538"/>
                  </a:cubicBezTo>
                  <a:cubicBezTo>
                    <a:pt x="360" y="550"/>
                    <a:pt x="356" y="574"/>
                    <a:pt x="364" y="575"/>
                  </a:cubicBezTo>
                  <a:lnTo>
                    <a:pt x="356" y="574"/>
                  </a:lnTo>
                  <a:cubicBezTo>
                    <a:pt x="354" y="585"/>
                    <a:pt x="346" y="584"/>
                    <a:pt x="354" y="585"/>
                  </a:cubicBezTo>
                  <a:cubicBezTo>
                    <a:pt x="351" y="598"/>
                    <a:pt x="346" y="609"/>
                    <a:pt x="339" y="620"/>
                  </a:cubicBezTo>
                  <a:cubicBezTo>
                    <a:pt x="331" y="636"/>
                    <a:pt x="333" y="661"/>
                    <a:pt x="344" y="661"/>
                  </a:cubicBezTo>
                  <a:cubicBezTo>
                    <a:pt x="348" y="661"/>
                    <a:pt x="353" y="657"/>
                    <a:pt x="360" y="648"/>
                  </a:cubicBezTo>
                  <a:lnTo>
                    <a:pt x="360" y="648"/>
                  </a:lnTo>
                  <a:cubicBezTo>
                    <a:pt x="359" y="651"/>
                    <a:pt x="358" y="655"/>
                    <a:pt x="357" y="661"/>
                  </a:cubicBezTo>
                  <a:cubicBezTo>
                    <a:pt x="355" y="672"/>
                    <a:pt x="363" y="673"/>
                    <a:pt x="363" y="673"/>
                  </a:cubicBezTo>
                  <a:cubicBezTo>
                    <a:pt x="371" y="675"/>
                    <a:pt x="369" y="686"/>
                    <a:pt x="367" y="699"/>
                  </a:cubicBezTo>
                  <a:lnTo>
                    <a:pt x="351" y="695"/>
                  </a:lnTo>
                  <a:cubicBezTo>
                    <a:pt x="346" y="692"/>
                    <a:pt x="341" y="690"/>
                    <a:pt x="337" y="690"/>
                  </a:cubicBezTo>
                  <a:cubicBezTo>
                    <a:pt x="325" y="690"/>
                    <a:pt x="322" y="706"/>
                    <a:pt x="338" y="718"/>
                  </a:cubicBezTo>
                  <a:lnTo>
                    <a:pt x="330" y="717"/>
                  </a:lnTo>
                  <a:cubicBezTo>
                    <a:pt x="330" y="717"/>
                    <a:pt x="330" y="717"/>
                    <a:pt x="329" y="717"/>
                  </a:cubicBezTo>
                  <a:cubicBezTo>
                    <a:pt x="322" y="717"/>
                    <a:pt x="321" y="728"/>
                    <a:pt x="325" y="753"/>
                  </a:cubicBezTo>
                  <a:cubicBezTo>
                    <a:pt x="325" y="765"/>
                    <a:pt x="333" y="776"/>
                    <a:pt x="344" y="781"/>
                  </a:cubicBezTo>
                  <a:cubicBezTo>
                    <a:pt x="353" y="782"/>
                    <a:pt x="351" y="794"/>
                    <a:pt x="351" y="794"/>
                  </a:cubicBezTo>
                  <a:cubicBezTo>
                    <a:pt x="349" y="803"/>
                    <a:pt x="349" y="805"/>
                    <a:pt x="346" y="805"/>
                  </a:cubicBezTo>
                  <a:cubicBezTo>
                    <a:pt x="345" y="805"/>
                    <a:pt x="343" y="805"/>
                    <a:pt x="341" y="804"/>
                  </a:cubicBezTo>
                  <a:cubicBezTo>
                    <a:pt x="340" y="804"/>
                    <a:pt x="339" y="804"/>
                    <a:pt x="338" y="804"/>
                  </a:cubicBezTo>
                  <a:cubicBezTo>
                    <a:pt x="323" y="804"/>
                    <a:pt x="321" y="826"/>
                    <a:pt x="334" y="840"/>
                  </a:cubicBezTo>
                  <a:lnTo>
                    <a:pt x="326" y="839"/>
                  </a:lnTo>
                  <a:cubicBezTo>
                    <a:pt x="326" y="839"/>
                    <a:pt x="325" y="839"/>
                    <a:pt x="325" y="839"/>
                  </a:cubicBezTo>
                  <a:cubicBezTo>
                    <a:pt x="317" y="839"/>
                    <a:pt x="308" y="851"/>
                    <a:pt x="306" y="910"/>
                  </a:cubicBezTo>
                  <a:cubicBezTo>
                    <a:pt x="297" y="956"/>
                    <a:pt x="291" y="992"/>
                    <a:pt x="284" y="992"/>
                  </a:cubicBezTo>
                  <a:cubicBezTo>
                    <a:pt x="284" y="992"/>
                    <a:pt x="283" y="992"/>
                    <a:pt x="283" y="992"/>
                  </a:cubicBezTo>
                  <a:cubicBezTo>
                    <a:pt x="283" y="992"/>
                    <a:pt x="283" y="991"/>
                    <a:pt x="283" y="991"/>
                  </a:cubicBezTo>
                  <a:cubicBezTo>
                    <a:pt x="275" y="991"/>
                    <a:pt x="282" y="1041"/>
                    <a:pt x="295" y="1067"/>
                  </a:cubicBezTo>
                  <a:cubicBezTo>
                    <a:pt x="294" y="1067"/>
                    <a:pt x="294" y="1067"/>
                    <a:pt x="294" y="1067"/>
                  </a:cubicBezTo>
                  <a:cubicBezTo>
                    <a:pt x="287" y="1067"/>
                    <a:pt x="284" y="1079"/>
                    <a:pt x="280" y="1101"/>
                  </a:cubicBezTo>
                  <a:cubicBezTo>
                    <a:pt x="275" y="1132"/>
                    <a:pt x="275" y="1137"/>
                    <a:pt x="269" y="1137"/>
                  </a:cubicBezTo>
                  <a:cubicBezTo>
                    <a:pt x="268" y="1137"/>
                    <a:pt x="267" y="1136"/>
                    <a:pt x="265" y="1136"/>
                  </a:cubicBezTo>
                  <a:cubicBezTo>
                    <a:pt x="260" y="1129"/>
                    <a:pt x="256" y="1126"/>
                    <a:pt x="255" y="1126"/>
                  </a:cubicBezTo>
                  <a:lnTo>
                    <a:pt x="255" y="1126"/>
                  </a:lnTo>
                  <a:cubicBezTo>
                    <a:pt x="254" y="1126"/>
                    <a:pt x="257" y="1132"/>
                    <a:pt x="264" y="1147"/>
                  </a:cubicBezTo>
                  <a:cubicBezTo>
                    <a:pt x="277" y="1161"/>
                    <a:pt x="264" y="1194"/>
                    <a:pt x="250" y="1194"/>
                  </a:cubicBezTo>
                  <a:cubicBezTo>
                    <a:pt x="249" y="1194"/>
                    <a:pt x="248" y="1194"/>
                    <a:pt x="247" y="1193"/>
                  </a:cubicBezTo>
                  <a:cubicBezTo>
                    <a:pt x="247" y="1193"/>
                    <a:pt x="247" y="1193"/>
                    <a:pt x="246" y="1193"/>
                  </a:cubicBezTo>
                  <a:cubicBezTo>
                    <a:pt x="239" y="1193"/>
                    <a:pt x="237" y="1206"/>
                    <a:pt x="233" y="1228"/>
                  </a:cubicBezTo>
                  <a:cubicBezTo>
                    <a:pt x="240" y="1242"/>
                    <a:pt x="235" y="1265"/>
                    <a:pt x="231" y="1289"/>
                  </a:cubicBezTo>
                  <a:cubicBezTo>
                    <a:pt x="225" y="1325"/>
                    <a:pt x="225" y="1325"/>
                    <a:pt x="241" y="1328"/>
                  </a:cubicBezTo>
                  <a:cubicBezTo>
                    <a:pt x="256" y="1331"/>
                    <a:pt x="254" y="1343"/>
                    <a:pt x="251" y="1366"/>
                  </a:cubicBezTo>
                  <a:cubicBezTo>
                    <a:pt x="249" y="1378"/>
                    <a:pt x="247" y="1389"/>
                    <a:pt x="240" y="1389"/>
                  </a:cubicBezTo>
                  <a:cubicBezTo>
                    <a:pt x="240" y="1389"/>
                    <a:pt x="239" y="1389"/>
                    <a:pt x="238" y="1389"/>
                  </a:cubicBezTo>
                  <a:cubicBezTo>
                    <a:pt x="233" y="1395"/>
                    <a:pt x="228" y="1403"/>
                    <a:pt x="226" y="1411"/>
                  </a:cubicBezTo>
                  <a:cubicBezTo>
                    <a:pt x="224" y="1422"/>
                    <a:pt x="222" y="1434"/>
                    <a:pt x="216" y="1434"/>
                  </a:cubicBezTo>
                  <a:cubicBezTo>
                    <a:pt x="215" y="1434"/>
                    <a:pt x="214" y="1434"/>
                    <a:pt x="214" y="1434"/>
                  </a:cubicBezTo>
                  <a:cubicBezTo>
                    <a:pt x="206" y="1444"/>
                    <a:pt x="201" y="1456"/>
                    <a:pt x="199" y="1468"/>
                  </a:cubicBezTo>
                  <a:cubicBezTo>
                    <a:pt x="196" y="1491"/>
                    <a:pt x="192" y="1514"/>
                    <a:pt x="184" y="1514"/>
                  </a:cubicBezTo>
                  <a:cubicBezTo>
                    <a:pt x="184" y="1514"/>
                    <a:pt x="184" y="1514"/>
                    <a:pt x="184" y="1514"/>
                  </a:cubicBezTo>
                  <a:lnTo>
                    <a:pt x="184" y="1514"/>
                  </a:lnTo>
                  <a:cubicBezTo>
                    <a:pt x="181" y="1527"/>
                    <a:pt x="181" y="1527"/>
                    <a:pt x="189" y="1528"/>
                  </a:cubicBezTo>
                  <a:cubicBezTo>
                    <a:pt x="197" y="1530"/>
                    <a:pt x="204" y="1542"/>
                    <a:pt x="187" y="1589"/>
                  </a:cubicBezTo>
                  <a:cubicBezTo>
                    <a:pt x="182" y="1613"/>
                    <a:pt x="177" y="1649"/>
                    <a:pt x="185" y="1650"/>
                  </a:cubicBezTo>
                  <a:cubicBezTo>
                    <a:pt x="183" y="1659"/>
                    <a:pt x="183" y="1661"/>
                    <a:pt x="180" y="1661"/>
                  </a:cubicBezTo>
                  <a:cubicBezTo>
                    <a:pt x="179" y="1661"/>
                    <a:pt x="177" y="1661"/>
                    <a:pt x="175" y="1660"/>
                  </a:cubicBezTo>
                  <a:cubicBezTo>
                    <a:pt x="174" y="1660"/>
                    <a:pt x="173" y="1660"/>
                    <a:pt x="173" y="1660"/>
                  </a:cubicBezTo>
                  <a:cubicBezTo>
                    <a:pt x="158" y="1660"/>
                    <a:pt x="155" y="1683"/>
                    <a:pt x="166" y="1708"/>
                  </a:cubicBezTo>
                  <a:cubicBezTo>
                    <a:pt x="175" y="1710"/>
                    <a:pt x="172" y="1722"/>
                    <a:pt x="162" y="1732"/>
                  </a:cubicBezTo>
                  <a:cubicBezTo>
                    <a:pt x="161" y="1741"/>
                    <a:pt x="162" y="1750"/>
                    <a:pt x="166" y="1758"/>
                  </a:cubicBezTo>
                  <a:cubicBezTo>
                    <a:pt x="171" y="1771"/>
                    <a:pt x="171" y="1771"/>
                    <a:pt x="160" y="1794"/>
                  </a:cubicBezTo>
                  <a:cubicBezTo>
                    <a:pt x="159" y="1793"/>
                    <a:pt x="159" y="1793"/>
                    <a:pt x="158" y="1793"/>
                  </a:cubicBezTo>
                  <a:cubicBezTo>
                    <a:pt x="151" y="1793"/>
                    <a:pt x="150" y="1805"/>
                    <a:pt x="148" y="1816"/>
                  </a:cubicBezTo>
                  <a:cubicBezTo>
                    <a:pt x="151" y="1841"/>
                    <a:pt x="129" y="1972"/>
                    <a:pt x="118" y="1982"/>
                  </a:cubicBezTo>
                  <a:cubicBezTo>
                    <a:pt x="123" y="1990"/>
                    <a:pt x="125" y="1999"/>
                    <a:pt x="122" y="2008"/>
                  </a:cubicBezTo>
                  <a:cubicBezTo>
                    <a:pt x="104" y="2017"/>
                    <a:pt x="109" y="2030"/>
                    <a:pt x="126" y="2034"/>
                  </a:cubicBezTo>
                  <a:lnTo>
                    <a:pt x="127" y="2021"/>
                  </a:lnTo>
                  <a:lnTo>
                    <a:pt x="130" y="2009"/>
                  </a:lnTo>
                  <a:lnTo>
                    <a:pt x="130" y="2009"/>
                  </a:lnTo>
                  <a:cubicBezTo>
                    <a:pt x="146" y="2012"/>
                    <a:pt x="140" y="2044"/>
                    <a:pt x="120" y="2044"/>
                  </a:cubicBezTo>
                  <a:cubicBezTo>
                    <a:pt x="119" y="2044"/>
                    <a:pt x="118" y="2044"/>
                    <a:pt x="116" y="2044"/>
                  </a:cubicBezTo>
                  <a:cubicBezTo>
                    <a:pt x="97" y="2053"/>
                    <a:pt x="97" y="2053"/>
                    <a:pt x="112" y="2067"/>
                  </a:cubicBezTo>
                  <a:cubicBezTo>
                    <a:pt x="125" y="2082"/>
                    <a:pt x="123" y="2094"/>
                    <a:pt x="105" y="2103"/>
                  </a:cubicBezTo>
                  <a:cubicBezTo>
                    <a:pt x="100" y="2102"/>
                    <a:pt x="97" y="2101"/>
                    <a:pt x="95" y="2101"/>
                  </a:cubicBezTo>
                  <a:cubicBezTo>
                    <a:pt x="91" y="2101"/>
                    <a:pt x="94" y="2105"/>
                    <a:pt x="103" y="2116"/>
                  </a:cubicBezTo>
                  <a:cubicBezTo>
                    <a:pt x="129" y="2143"/>
                    <a:pt x="133" y="2177"/>
                    <a:pt x="107" y="2177"/>
                  </a:cubicBezTo>
                  <a:cubicBezTo>
                    <a:pt x="105" y="2177"/>
                    <a:pt x="103" y="2177"/>
                    <a:pt x="100" y="2176"/>
                  </a:cubicBezTo>
                  <a:cubicBezTo>
                    <a:pt x="99" y="2176"/>
                    <a:pt x="97" y="2175"/>
                    <a:pt x="95" y="2175"/>
                  </a:cubicBezTo>
                  <a:cubicBezTo>
                    <a:pt x="84" y="2175"/>
                    <a:pt x="74" y="2184"/>
                    <a:pt x="72" y="2195"/>
                  </a:cubicBezTo>
                  <a:cubicBezTo>
                    <a:pt x="70" y="2208"/>
                    <a:pt x="78" y="2209"/>
                    <a:pt x="87" y="2211"/>
                  </a:cubicBezTo>
                  <a:cubicBezTo>
                    <a:pt x="91" y="2209"/>
                    <a:pt x="94" y="2208"/>
                    <a:pt x="96" y="2208"/>
                  </a:cubicBezTo>
                  <a:cubicBezTo>
                    <a:pt x="103" y="2208"/>
                    <a:pt x="98" y="2218"/>
                    <a:pt x="84" y="2234"/>
                  </a:cubicBezTo>
                  <a:cubicBezTo>
                    <a:pt x="55" y="2266"/>
                    <a:pt x="51" y="2291"/>
                    <a:pt x="63" y="2329"/>
                  </a:cubicBezTo>
                  <a:cubicBezTo>
                    <a:pt x="70" y="2364"/>
                    <a:pt x="70" y="2392"/>
                    <a:pt x="65" y="2392"/>
                  </a:cubicBezTo>
                  <a:cubicBezTo>
                    <a:pt x="63" y="2392"/>
                    <a:pt x="60" y="2388"/>
                    <a:pt x="57" y="2377"/>
                  </a:cubicBezTo>
                  <a:cubicBezTo>
                    <a:pt x="50" y="2364"/>
                    <a:pt x="47" y="2357"/>
                    <a:pt x="46" y="2357"/>
                  </a:cubicBezTo>
                  <a:lnTo>
                    <a:pt x="46" y="2357"/>
                  </a:lnTo>
                  <a:cubicBezTo>
                    <a:pt x="45" y="2357"/>
                    <a:pt x="46" y="2364"/>
                    <a:pt x="49" y="2376"/>
                  </a:cubicBezTo>
                  <a:cubicBezTo>
                    <a:pt x="46" y="2401"/>
                    <a:pt x="47" y="2425"/>
                    <a:pt x="46" y="2436"/>
                  </a:cubicBezTo>
                  <a:cubicBezTo>
                    <a:pt x="46" y="2449"/>
                    <a:pt x="53" y="2461"/>
                    <a:pt x="61" y="2462"/>
                  </a:cubicBezTo>
                  <a:cubicBezTo>
                    <a:pt x="42" y="2476"/>
                    <a:pt x="38" y="2503"/>
                    <a:pt x="52" y="2522"/>
                  </a:cubicBezTo>
                  <a:lnTo>
                    <a:pt x="51" y="2546"/>
                  </a:lnTo>
                  <a:cubicBezTo>
                    <a:pt x="51" y="2559"/>
                    <a:pt x="50" y="2559"/>
                    <a:pt x="60" y="2570"/>
                  </a:cubicBezTo>
                  <a:cubicBezTo>
                    <a:pt x="69" y="2582"/>
                    <a:pt x="61" y="2593"/>
                    <a:pt x="55" y="2607"/>
                  </a:cubicBezTo>
                  <a:cubicBezTo>
                    <a:pt x="47" y="2619"/>
                    <a:pt x="40" y="2631"/>
                    <a:pt x="47" y="2631"/>
                  </a:cubicBezTo>
                  <a:cubicBezTo>
                    <a:pt x="47" y="2631"/>
                    <a:pt x="47" y="2631"/>
                    <a:pt x="48" y="2630"/>
                  </a:cubicBezTo>
                  <a:cubicBezTo>
                    <a:pt x="56" y="2630"/>
                    <a:pt x="66" y="2654"/>
                    <a:pt x="75" y="2665"/>
                  </a:cubicBezTo>
                  <a:cubicBezTo>
                    <a:pt x="81" y="2673"/>
                    <a:pt x="79" y="2682"/>
                    <a:pt x="75" y="2682"/>
                  </a:cubicBezTo>
                  <a:cubicBezTo>
                    <a:pt x="73" y="2682"/>
                    <a:pt x="70" y="2681"/>
                    <a:pt x="68" y="2678"/>
                  </a:cubicBezTo>
                  <a:cubicBezTo>
                    <a:pt x="59" y="2679"/>
                    <a:pt x="59" y="2679"/>
                    <a:pt x="53" y="2703"/>
                  </a:cubicBezTo>
                  <a:cubicBezTo>
                    <a:pt x="53" y="2715"/>
                    <a:pt x="56" y="2739"/>
                    <a:pt x="64" y="2739"/>
                  </a:cubicBezTo>
                  <a:cubicBezTo>
                    <a:pt x="64" y="2739"/>
                    <a:pt x="64" y="2739"/>
                    <a:pt x="65" y="2739"/>
                  </a:cubicBezTo>
                  <a:cubicBezTo>
                    <a:pt x="65" y="2739"/>
                    <a:pt x="65" y="2739"/>
                    <a:pt x="65" y="2739"/>
                  </a:cubicBezTo>
                  <a:cubicBezTo>
                    <a:pt x="73" y="2739"/>
                    <a:pt x="85" y="2809"/>
                    <a:pt x="79" y="2822"/>
                  </a:cubicBezTo>
                  <a:lnTo>
                    <a:pt x="84" y="2846"/>
                  </a:lnTo>
                  <a:cubicBezTo>
                    <a:pt x="85" y="2858"/>
                    <a:pt x="95" y="2868"/>
                    <a:pt x="97" y="2881"/>
                  </a:cubicBezTo>
                  <a:cubicBezTo>
                    <a:pt x="99" y="2888"/>
                    <a:pt x="104" y="2896"/>
                    <a:pt x="111" y="2902"/>
                  </a:cubicBezTo>
                  <a:cubicBezTo>
                    <a:pt x="113" y="2914"/>
                    <a:pt x="116" y="2926"/>
                    <a:pt x="108" y="2928"/>
                  </a:cubicBezTo>
                  <a:cubicBezTo>
                    <a:pt x="127" y="2936"/>
                    <a:pt x="127" y="2934"/>
                    <a:pt x="115" y="2950"/>
                  </a:cubicBezTo>
                  <a:cubicBezTo>
                    <a:pt x="99" y="2955"/>
                    <a:pt x="99" y="2955"/>
                    <a:pt x="118" y="2963"/>
                  </a:cubicBezTo>
                  <a:cubicBezTo>
                    <a:pt x="130" y="2972"/>
                    <a:pt x="130" y="2972"/>
                    <a:pt x="125" y="2985"/>
                  </a:cubicBezTo>
                  <a:cubicBezTo>
                    <a:pt x="118" y="2987"/>
                    <a:pt x="120" y="2998"/>
                    <a:pt x="126" y="2998"/>
                  </a:cubicBezTo>
                  <a:cubicBezTo>
                    <a:pt x="126" y="2998"/>
                    <a:pt x="127" y="2997"/>
                    <a:pt x="127" y="2997"/>
                  </a:cubicBezTo>
                  <a:cubicBezTo>
                    <a:pt x="146" y="3004"/>
                    <a:pt x="164" y="3037"/>
                    <a:pt x="149" y="3041"/>
                  </a:cubicBezTo>
                  <a:cubicBezTo>
                    <a:pt x="151" y="3049"/>
                    <a:pt x="157" y="3057"/>
                    <a:pt x="163" y="3061"/>
                  </a:cubicBezTo>
                  <a:cubicBezTo>
                    <a:pt x="184" y="3067"/>
                    <a:pt x="184" y="3067"/>
                    <a:pt x="168" y="3072"/>
                  </a:cubicBezTo>
                  <a:cubicBezTo>
                    <a:pt x="157" y="3089"/>
                    <a:pt x="161" y="3101"/>
                    <a:pt x="180" y="3106"/>
                  </a:cubicBezTo>
                  <a:cubicBezTo>
                    <a:pt x="188" y="3111"/>
                    <a:pt x="191" y="3120"/>
                    <a:pt x="189" y="3129"/>
                  </a:cubicBezTo>
                  <a:cubicBezTo>
                    <a:pt x="190" y="3151"/>
                    <a:pt x="204" y="3209"/>
                    <a:pt x="215" y="3209"/>
                  </a:cubicBezTo>
                  <a:cubicBezTo>
                    <a:pt x="217" y="3209"/>
                    <a:pt x="218" y="3208"/>
                    <a:pt x="219" y="3206"/>
                  </a:cubicBezTo>
                  <a:lnTo>
                    <a:pt x="219" y="3206"/>
                  </a:lnTo>
                  <a:cubicBezTo>
                    <a:pt x="219" y="3206"/>
                    <a:pt x="219" y="3208"/>
                    <a:pt x="230" y="3228"/>
                  </a:cubicBezTo>
                  <a:cubicBezTo>
                    <a:pt x="233" y="3253"/>
                    <a:pt x="238" y="3263"/>
                    <a:pt x="251" y="3271"/>
                  </a:cubicBezTo>
                  <a:lnTo>
                    <a:pt x="263" y="3278"/>
                  </a:lnTo>
                  <a:cubicBezTo>
                    <a:pt x="256" y="3281"/>
                    <a:pt x="254" y="3296"/>
                    <a:pt x="260" y="3307"/>
                  </a:cubicBezTo>
                  <a:cubicBezTo>
                    <a:pt x="263" y="3313"/>
                    <a:pt x="265" y="3316"/>
                    <a:pt x="267" y="3316"/>
                  </a:cubicBezTo>
                  <a:cubicBezTo>
                    <a:pt x="268" y="3316"/>
                    <a:pt x="270" y="3315"/>
                    <a:pt x="272" y="3314"/>
                  </a:cubicBezTo>
                  <a:cubicBezTo>
                    <a:pt x="273" y="3308"/>
                    <a:pt x="274" y="3306"/>
                    <a:pt x="276" y="3306"/>
                  </a:cubicBezTo>
                  <a:cubicBezTo>
                    <a:pt x="278" y="3306"/>
                    <a:pt x="282" y="3313"/>
                    <a:pt x="284" y="3320"/>
                  </a:cubicBezTo>
                  <a:cubicBezTo>
                    <a:pt x="290" y="3330"/>
                    <a:pt x="288" y="3345"/>
                    <a:pt x="281" y="3350"/>
                  </a:cubicBezTo>
                  <a:lnTo>
                    <a:pt x="287" y="3360"/>
                  </a:lnTo>
                  <a:cubicBezTo>
                    <a:pt x="291" y="3358"/>
                    <a:pt x="294" y="3357"/>
                    <a:pt x="296" y="3357"/>
                  </a:cubicBezTo>
                  <a:cubicBezTo>
                    <a:pt x="303" y="3357"/>
                    <a:pt x="305" y="3363"/>
                    <a:pt x="300" y="3366"/>
                  </a:cubicBezTo>
                  <a:cubicBezTo>
                    <a:pt x="300" y="3379"/>
                    <a:pt x="305" y="3391"/>
                    <a:pt x="313" y="3401"/>
                  </a:cubicBezTo>
                  <a:cubicBezTo>
                    <a:pt x="313" y="3401"/>
                    <a:pt x="314" y="3400"/>
                    <a:pt x="315" y="3400"/>
                  </a:cubicBezTo>
                  <a:cubicBezTo>
                    <a:pt x="318" y="3400"/>
                    <a:pt x="318" y="3405"/>
                    <a:pt x="316" y="3405"/>
                  </a:cubicBezTo>
                  <a:cubicBezTo>
                    <a:pt x="315" y="3405"/>
                    <a:pt x="314" y="3404"/>
                    <a:pt x="313" y="3401"/>
                  </a:cubicBezTo>
                  <a:lnTo>
                    <a:pt x="305" y="3405"/>
                  </a:lnTo>
                  <a:cubicBezTo>
                    <a:pt x="305" y="3412"/>
                    <a:pt x="307" y="3415"/>
                    <a:pt x="310" y="3415"/>
                  </a:cubicBezTo>
                  <a:cubicBezTo>
                    <a:pt x="312" y="3415"/>
                    <a:pt x="315" y="3413"/>
                    <a:pt x="318" y="3411"/>
                  </a:cubicBezTo>
                  <a:lnTo>
                    <a:pt x="332" y="3431"/>
                  </a:lnTo>
                  <a:cubicBezTo>
                    <a:pt x="335" y="3438"/>
                    <a:pt x="339" y="3444"/>
                    <a:pt x="342" y="3444"/>
                  </a:cubicBezTo>
                  <a:cubicBezTo>
                    <a:pt x="343" y="3444"/>
                    <a:pt x="344" y="3442"/>
                    <a:pt x="344" y="3437"/>
                  </a:cubicBezTo>
                  <a:cubicBezTo>
                    <a:pt x="348" y="3435"/>
                    <a:pt x="352" y="3433"/>
                    <a:pt x="355" y="3433"/>
                  </a:cubicBezTo>
                  <a:cubicBezTo>
                    <a:pt x="358" y="3433"/>
                    <a:pt x="361" y="3434"/>
                    <a:pt x="364" y="3439"/>
                  </a:cubicBezTo>
                  <a:cubicBezTo>
                    <a:pt x="365" y="3439"/>
                    <a:pt x="366" y="3438"/>
                    <a:pt x="367" y="3438"/>
                  </a:cubicBezTo>
                  <a:cubicBezTo>
                    <a:pt x="369" y="3438"/>
                    <a:pt x="370" y="3442"/>
                    <a:pt x="368" y="3442"/>
                  </a:cubicBezTo>
                  <a:cubicBezTo>
                    <a:pt x="367" y="3442"/>
                    <a:pt x="366" y="3442"/>
                    <a:pt x="364" y="3439"/>
                  </a:cubicBezTo>
                  <a:cubicBezTo>
                    <a:pt x="357" y="3443"/>
                    <a:pt x="351" y="3447"/>
                    <a:pt x="357" y="3457"/>
                  </a:cubicBezTo>
                  <a:cubicBezTo>
                    <a:pt x="363" y="3467"/>
                    <a:pt x="356" y="3472"/>
                    <a:pt x="356" y="3472"/>
                  </a:cubicBezTo>
                  <a:cubicBezTo>
                    <a:pt x="356" y="3472"/>
                    <a:pt x="356" y="3472"/>
                    <a:pt x="355" y="3472"/>
                  </a:cubicBezTo>
                  <a:cubicBezTo>
                    <a:pt x="338" y="3472"/>
                    <a:pt x="369" y="3508"/>
                    <a:pt x="383" y="3512"/>
                  </a:cubicBezTo>
                  <a:cubicBezTo>
                    <a:pt x="411" y="3522"/>
                    <a:pt x="418" y="3531"/>
                    <a:pt x="406" y="3540"/>
                  </a:cubicBezTo>
                  <a:cubicBezTo>
                    <a:pt x="395" y="3548"/>
                    <a:pt x="411" y="3556"/>
                    <a:pt x="431" y="3556"/>
                  </a:cubicBezTo>
                  <a:cubicBezTo>
                    <a:pt x="436" y="3556"/>
                    <a:pt x="442" y="3556"/>
                    <a:pt x="447" y="3555"/>
                  </a:cubicBezTo>
                  <a:lnTo>
                    <a:pt x="473" y="3549"/>
                  </a:lnTo>
                  <a:lnTo>
                    <a:pt x="473" y="3549"/>
                  </a:lnTo>
                  <a:lnTo>
                    <a:pt x="454" y="3564"/>
                  </a:lnTo>
                  <a:cubicBezTo>
                    <a:pt x="435" y="3593"/>
                    <a:pt x="436" y="3594"/>
                    <a:pt x="470" y="3612"/>
                  </a:cubicBezTo>
                  <a:cubicBezTo>
                    <a:pt x="491" y="3626"/>
                    <a:pt x="492" y="3626"/>
                    <a:pt x="485" y="3631"/>
                  </a:cubicBezTo>
                  <a:cubicBezTo>
                    <a:pt x="479" y="3636"/>
                    <a:pt x="488" y="3645"/>
                    <a:pt x="511" y="3671"/>
                  </a:cubicBezTo>
                  <a:cubicBezTo>
                    <a:pt x="531" y="3692"/>
                    <a:pt x="541" y="3702"/>
                    <a:pt x="547" y="3702"/>
                  </a:cubicBezTo>
                  <a:cubicBezTo>
                    <a:pt x="548" y="3702"/>
                    <a:pt x="549" y="3702"/>
                    <a:pt x="550" y="3701"/>
                  </a:cubicBezTo>
                  <a:lnTo>
                    <a:pt x="567" y="3719"/>
                  </a:lnTo>
                  <a:cubicBezTo>
                    <a:pt x="564" y="3731"/>
                    <a:pt x="572" y="3740"/>
                    <a:pt x="579" y="3740"/>
                  </a:cubicBezTo>
                  <a:cubicBezTo>
                    <a:pt x="583" y="3740"/>
                    <a:pt x="587" y="3737"/>
                    <a:pt x="588" y="3730"/>
                  </a:cubicBezTo>
                  <a:cubicBezTo>
                    <a:pt x="594" y="3737"/>
                    <a:pt x="600" y="3742"/>
                    <a:pt x="605" y="3747"/>
                  </a:cubicBezTo>
                  <a:lnTo>
                    <a:pt x="600" y="3752"/>
                  </a:lnTo>
                  <a:cubicBezTo>
                    <a:pt x="594" y="3758"/>
                    <a:pt x="612" y="3775"/>
                    <a:pt x="684" y="3839"/>
                  </a:cubicBezTo>
                  <a:cubicBezTo>
                    <a:pt x="744" y="3888"/>
                    <a:pt x="768" y="3904"/>
                    <a:pt x="780" y="3904"/>
                  </a:cubicBezTo>
                  <a:cubicBezTo>
                    <a:pt x="784" y="3904"/>
                    <a:pt x="787" y="3901"/>
                    <a:pt x="789" y="3898"/>
                  </a:cubicBezTo>
                  <a:cubicBezTo>
                    <a:pt x="794" y="3897"/>
                    <a:pt x="798" y="3896"/>
                    <a:pt x="801" y="3896"/>
                  </a:cubicBezTo>
                  <a:cubicBezTo>
                    <a:pt x="812" y="3896"/>
                    <a:pt x="815" y="3902"/>
                    <a:pt x="808" y="3913"/>
                  </a:cubicBezTo>
                  <a:cubicBezTo>
                    <a:pt x="805" y="3918"/>
                    <a:pt x="807" y="3928"/>
                    <a:pt x="810" y="3928"/>
                  </a:cubicBezTo>
                  <a:cubicBezTo>
                    <a:pt x="811" y="3928"/>
                    <a:pt x="812" y="3927"/>
                    <a:pt x="813" y="3926"/>
                  </a:cubicBezTo>
                  <a:cubicBezTo>
                    <a:pt x="824" y="3934"/>
                    <a:pt x="832" y="3943"/>
                    <a:pt x="838" y="3954"/>
                  </a:cubicBezTo>
                  <a:cubicBezTo>
                    <a:pt x="852" y="3977"/>
                    <a:pt x="864" y="3983"/>
                    <a:pt x="871" y="3983"/>
                  </a:cubicBezTo>
                  <a:cubicBezTo>
                    <a:pt x="875" y="3983"/>
                    <a:pt x="878" y="3982"/>
                    <a:pt x="879" y="3980"/>
                  </a:cubicBezTo>
                  <a:cubicBezTo>
                    <a:pt x="878" y="3972"/>
                    <a:pt x="879" y="3969"/>
                    <a:pt x="880" y="3969"/>
                  </a:cubicBezTo>
                  <a:cubicBezTo>
                    <a:pt x="882" y="3969"/>
                    <a:pt x="886" y="3977"/>
                    <a:pt x="889" y="3986"/>
                  </a:cubicBezTo>
                  <a:cubicBezTo>
                    <a:pt x="894" y="3996"/>
                    <a:pt x="899" y="4007"/>
                    <a:pt x="903" y="4007"/>
                  </a:cubicBezTo>
                  <a:cubicBezTo>
                    <a:pt x="904" y="4007"/>
                    <a:pt x="905" y="4006"/>
                    <a:pt x="906" y="4005"/>
                  </a:cubicBezTo>
                  <a:cubicBezTo>
                    <a:pt x="906" y="4005"/>
                    <a:pt x="907" y="4005"/>
                    <a:pt x="907" y="4005"/>
                  </a:cubicBezTo>
                  <a:cubicBezTo>
                    <a:pt x="923" y="4005"/>
                    <a:pt x="987" y="4033"/>
                    <a:pt x="979" y="4047"/>
                  </a:cubicBezTo>
                  <a:cubicBezTo>
                    <a:pt x="986" y="4052"/>
                    <a:pt x="992" y="4055"/>
                    <a:pt x="1000" y="4059"/>
                  </a:cubicBezTo>
                  <a:cubicBezTo>
                    <a:pt x="1001" y="4057"/>
                    <a:pt x="1003" y="4056"/>
                    <a:pt x="1005" y="4056"/>
                  </a:cubicBezTo>
                  <a:cubicBezTo>
                    <a:pt x="1014" y="4056"/>
                    <a:pt x="1031" y="4064"/>
                    <a:pt x="1047" y="4072"/>
                  </a:cubicBezTo>
                  <a:cubicBezTo>
                    <a:pt x="1070" y="4082"/>
                    <a:pt x="1081" y="4087"/>
                    <a:pt x="1078" y="4094"/>
                  </a:cubicBezTo>
                  <a:cubicBezTo>
                    <a:pt x="1063" y="4097"/>
                    <a:pt x="1074" y="4101"/>
                    <a:pt x="1099" y="4105"/>
                  </a:cubicBezTo>
                  <a:cubicBezTo>
                    <a:pt x="1101" y="4105"/>
                    <a:pt x="1103" y="4106"/>
                    <a:pt x="1106" y="4106"/>
                  </a:cubicBezTo>
                  <a:cubicBezTo>
                    <a:pt x="1114" y="4106"/>
                    <a:pt x="1123" y="4103"/>
                    <a:pt x="1130" y="4103"/>
                  </a:cubicBezTo>
                  <a:cubicBezTo>
                    <a:pt x="1133" y="4103"/>
                    <a:pt x="1136" y="4103"/>
                    <a:pt x="1138" y="4105"/>
                  </a:cubicBezTo>
                  <a:cubicBezTo>
                    <a:pt x="1140" y="4099"/>
                    <a:pt x="1147" y="4097"/>
                    <a:pt x="1154" y="4097"/>
                  </a:cubicBezTo>
                  <a:cubicBezTo>
                    <a:pt x="1158" y="4097"/>
                    <a:pt x="1162" y="4098"/>
                    <a:pt x="1166" y="4099"/>
                  </a:cubicBezTo>
                  <a:lnTo>
                    <a:pt x="1164" y="4106"/>
                  </a:lnTo>
                  <a:cubicBezTo>
                    <a:pt x="1161" y="4113"/>
                    <a:pt x="1157" y="4121"/>
                    <a:pt x="1157" y="4121"/>
                  </a:cubicBezTo>
                  <a:cubicBezTo>
                    <a:pt x="1164" y="4123"/>
                    <a:pt x="1171" y="4126"/>
                    <a:pt x="1176" y="4126"/>
                  </a:cubicBezTo>
                  <a:cubicBezTo>
                    <a:pt x="1180" y="4126"/>
                    <a:pt x="1182" y="4125"/>
                    <a:pt x="1183" y="4121"/>
                  </a:cubicBezTo>
                  <a:cubicBezTo>
                    <a:pt x="1192" y="4133"/>
                    <a:pt x="1203" y="4137"/>
                    <a:pt x="1226" y="4145"/>
                  </a:cubicBezTo>
                  <a:cubicBezTo>
                    <a:pt x="1244" y="4151"/>
                    <a:pt x="1263" y="4157"/>
                    <a:pt x="1276" y="4157"/>
                  </a:cubicBezTo>
                  <a:cubicBezTo>
                    <a:pt x="1279" y="4157"/>
                    <a:pt x="1282" y="4157"/>
                    <a:pt x="1285" y="4156"/>
                  </a:cubicBezTo>
                  <a:cubicBezTo>
                    <a:pt x="1289" y="4172"/>
                    <a:pt x="1331" y="4186"/>
                    <a:pt x="1358" y="4186"/>
                  </a:cubicBezTo>
                  <a:cubicBezTo>
                    <a:pt x="1367" y="4186"/>
                    <a:pt x="1374" y="4184"/>
                    <a:pt x="1378" y="4181"/>
                  </a:cubicBezTo>
                  <a:cubicBezTo>
                    <a:pt x="1379" y="4178"/>
                    <a:pt x="1381" y="4176"/>
                    <a:pt x="1384" y="4176"/>
                  </a:cubicBezTo>
                  <a:cubicBezTo>
                    <a:pt x="1389" y="4176"/>
                    <a:pt x="1395" y="4180"/>
                    <a:pt x="1402" y="4186"/>
                  </a:cubicBezTo>
                  <a:cubicBezTo>
                    <a:pt x="1407" y="4193"/>
                    <a:pt x="1410" y="4196"/>
                    <a:pt x="1414" y="4196"/>
                  </a:cubicBezTo>
                  <a:cubicBezTo>
                    <a:pt x="1416" y="4196"/>
                    <a:pt x="1420" y="4194"/>
                    <a:pt x="1425" y="4192"/>
                  </a:cubicBezTo>
                  <a:cubicBezTo>
                    <a:pt x="1428" y="4191"/>
                    <a:pt x="1430" y="4191"/>
                    <a:pt x="1432" y="4191"/>
                  </a:cubicBezTo>
                  <a:cubicBezTo>
                    <a:pt x="1442" y="4191"/>
                    <a:pt x="1450" y="4199"/>
                    <a:pt x="1458" y="4208"/>
                  </a:cubicBezTo>
                  <a:cubicBezTo>
                    <a:pt x="1464" y="4221"/>
                    <a:pt x="1472" y="4227"/>
                    <a:pt x="1481" y="4227"/>
                  </a:cubicBezTo>
                  <a:cubicBezTo>
                    <a:pt x="1484" y="4227"/>
                    <a:pt x="1488" y="4225"/>
                    <a:pt x="1493" y="4223"/>
                  </a:cubicBezTo>
                  <a:cubicBezTo>
                    <a:pt x="1503" y="4222"/>
                    <a:pt x="1513" y="4221"/>
                    <a:pt x="1523" y="4221"/>
                  </a:cubicBezTo>
                  <a:cubicBezTo>
                    <a:pt x="1533" y="4221"/>
                    <a:pt x="1543" y="4222"/>
                    <a:pt x="1553" y="4223"/>
                  </a:cubicBezTo>
                  <a:cubicBezTo>
                    <a:pt x="1579" y="4219"/>
                    <a:pt x="1590" y="4220"/>
                    <a:pt x="1580" y="4210"/>
                  </a:cubicBezTo>
                  <a:cubicBezTo>
                    <a:pt x="1581" y="4202"/>
                    <a:pt x="1594" y="4195"/>
                    <a:pt x="1594" y="4195"/>
                  </a:cubicBezTo>
                  <a:cubicBezTo>
                    <a:pt x="1599" y="4194"/>
                    <a:pt x="1603" y="4194"/>
                    <a:pt x="1607" y="4194"/>
                  </a:cubicBezTo>
                  <a:cubicBezTo>
                    <a:pt x="1616" y="4194"/>
                    <a:pt x="1615" y="4198"/>
                    <a:pt x="1607" y="4198"/>
                  </a:cubicBezTo>
                  <a:cubicBezTo>
                    <a:pt x="1606" y="4198"/>
                    <a:pt x="1606" y="4198"/>
                    <a:pt x="1605" y="4198"/>
                  </a:cubicBezTo>
                  <a:cubicBezTo>
                    <a:pt x="1581" y="4202"/>
                    <a:pt x="1592" y="4204"/>
                    <a:pt x="1604" y="4213"/>
                  </a:cubicBezTo>
                  <a:cubicBezTo>
                    <a:pt x="1617" y="4222"/>
                    <a:pt x="1634" y="4227"/>
                    <a:pt x="1650" y="4228"/>
                  </a:cubicBezTo>
                  <a:cubicBezTo>
                    <a:pt x="1667" y="4229"/>
                    <a:pt x="1682" y="4230"/>
                    <a:pt x="1698" y="4230"/>
                  </a:cubicBezTo>
                  <a:cubicBezTo>
                    <a:pt x="1716" y="4235"/>
                    <a:pt x="1729" y="4237"/>
                    <a:pt x="1736" y="4237"/>
                  </a:cubicBezTo>
                  <a:cubicBezTo>
                    <a:pt x="1743" y="4237"/>
                    <a:pt x="1746" y="4235"/>
                    <a:pt x="1746" y="4231"/>
                  </a:cubicBezTo>
                  <a:cubicBezTo>
                    <a:pt x="1746" y="4228"/>
                    <a:pt x="1746" y="4225"/>
                    <a:pt x="1746" y="4223"/>
                  </a:cubicBezTo>
                  <a:cubicBezTo>
                    <a:pt x="1752" y="4231"/>
                    <a:pt x="1788" y="4237"/>
                    <a:pt x="1825" y="4238"/>
                  </a:cubicBezTo>
                  <a:cubicBezTo>
                    <a:pt x="1860" y="4237"/>
                    <a:pt x="1895" y="4229"/>
                    <a:pt x="1902" y="4222"/>
                  </a:cubicBezTo>
                  <a:lnTo>
                    <a:pt x="1902" y="4222"/>
                  </a:lnTo>
                  <a:cubicBezTo>
                    <a:pt x="1902" y="4224"/>
                    <a:pt x="1902" y="4226"/>
                    <a:pt x="1902" y="4229"/>
                  </a:cubicBezTo>
                  <a:cubicBezTo>
                    <a:pt x="1902" y="4234"/>
                    <a:pt x="1907" y="4235"/>
                    <a:pt x="1918" y="4235"/>
                  </a:cubicBezTo>
                  <a:cubicBezTo>
                    <a:pt x="1923" y="4235"/>
                    <a:pt x="1930" y="4235"/>
                    <a:pt x="1939" y="4235"/>
                  </a:cubicBezTo>
                  <a:cubicBezTo>
                    <a:pt x="1950" y="4232"/>
                    <a:pt x="1999" y="4225"/>
                    <a:pt x="2033" y="4217"/>
                  </a:cubicBezTo>
                  <a:cubicBezTo>
                    <a:pt x="2082" y="4209"/>
                    <a:pt x="2116" y="4202"/>
                    <a:pt x="2115" y="4194"/>
                  </a:cubicBezTo>
                  <a:cubicBezTo>
                    <a:pt x="2119" y="4193"/>
                    <a:pt x="2122" y="4193"/>
                    <a:pt x="2123" y="4193"/>
                  </a:cubicBezTo>
                  <a:cubicBezTo>
                    <a:pt x="2127" y="4193"/>
                    <a:pt x="2127" y="4195"/>
                    <a:pt x="2129" y="4200"/>
                  </a:cubicBezTo>
                  <a:cubicBezTo>
                    <a:pt x="2123" y="4206"/>
                    <a:pt x="2124" y="4207"/>
                    <a:pt x="2129" y="4207"/>
                  </a:cubicBezTo>
                  <a:cubicBezTo>
                    <a:pt x="2132" y="4207"/>
                    <a:pt x="2137" y="4206"/>
                    <a:pt x="2142" y="4205"/>
                  </a:cubicBezTo>
                  <a:cubicBezTo>
                    <a:pt x="2153" y="4204"/>
                    <a:pt x="2152" y="4196"/>
                    <a:pt x="2151" y="4188"/>
                  </a:cubicBezTo>
                  <a:cubicBezTo>
                    <a:pt x="2149" y="4182"/>
                    <a:pt x="2156" y="4180"/>
                    <a:pt x="2168" y="4180"/>
                  </a:cubicBezTo>
                  <a:cubicBezTo>
                    <a:pt x="2173" y="4180"/>
                    <a:pt x="2179" y="4180"/>
                    <a:pt x="2186" y="4181"/>
                  </a:cubicBezTo>
                  <a:cubicBezTo>
                    <a:pt x="2218" y="4180"/>
                    <a:pt x="2250" y="4171"/>
                    <a:pt x="2278" y="4155"/>
                  </a:cubicBezTo>
                  <a:cubicBezTo>
                    <a:pt x="2284" y="4153"/>
                    <a:pt x="2290" y="4151"/>
                    <a:pt x="2295" y="4151"/>
                  </a:cubicBezTo>
                  <a:cubicBezTo>
                    <a:pt x="2300" y="4151"/>
                    <a:pt x="2303" y="4153"/>
                    <a:pt x="2304" y="4156"/>
                  </a:cubicBezTo>
                  <a:cubicBezTo>
                    <a:pt x="2309" y="4158"/>
                    <a:pt x="2315" y="4159"/>
                    <a:pt x="2320" y="4159"/>
                  </a:cubicBezTo>
                  <a:cubicBezTo>
                    <a:pt x="2336" y="4159"/>
                    <a:pt x="2352" y="4151"/>
                    <a:pt x="2361" y="4137"/>
                  </a:cubicBezTo>
                  <a:cubicBezTo>
                    <a:pt x="2366" y="4135"/>
                    <a:pt x="2368" y="4134"/>
                    <a:pt x="2370" y="4134"/>
                  </a:cubicBezTo>
                  <a:cubicBezTo>
                    <a:pt x="2373" y="4134"/>
                    <a:pt x="2373" y="4136"/>
                    <a:pt x="2374" y="4140"/>
                  </a:cubicBezTo>
                  <a:cubicBezTo>
                    <a:pt x="2382" y="4142"/>
                    <a:pt x="2386" y="4145"/>
                    <a:pt x="2389" y="4145"/>
                  </a:cubicBezTo>
                  <a:cubicBezTo>
                    <a:pt x="2392" y="4145"/>
                    <a:pt x="2394" y="4142"/>
                    <a:pt x="2397" y="4133"/>
                  </a:cubicBezTo>
                  <a:cubicBezTo>
                    <a:pt x="2420" y="4115"/>
                    <a:pt x="2447" y="4105"/>
                    <a:pt x="2476" y="4101"/>
                  </a:cubicBezTo>
                  <a:cubicBezTo>
                    <a:pt x="2488" y="4098"/>
                    <a:pt x="2499" y="4092"/>
                    <a:pt x="2495" y="4084"/>
                  </a:cubicBezTo>
                  <a:cubicBezTo>
                    <a:pt x="2494" y="4082"/>
                    <a:pt x="2493" y="4080"/>
                    <a:pt x="2492" y="4078"/>
                  </a:cubicBezTo>
                  <a:lnTo>
                    <a:pt x="2492" y="4078"/>
                  </a:lnTo>
                  <a:cubicBezTo>
                    <a:pt x="2499" y="4081"/>
                    <a:pt x="2503" y="4083"/>
                    <a:pt x="2506" y="4083"/>
                  </a:cubicBezTo>
                  <a:cubicBezTo>
                    <a:pt x="2510" y="4083"/>
                    <a:pt x="2511" y="4078"/>
                    <a:pt x="2513" y="4066"/>
                  </a:cubicBezTo>
                  <a:cubicBezTo>
                    <a:pt x="2510" y="4062"/>
                    <a:pt x="2515" y="4058"/>
                    <a:pt x="2519" y="4058"/>
                  </a:cubicBezTo>
                  <a:cubicBezTo>
                    <a:pt x="2521" y="4058"/>
                    <a:pt x="2522" y="4059"/>
                    <a:pt x="2524" y="4061"/>
                  </a:cubicBezTo>
                  <a:cubicBezTo>
                    <a:pt x="2526" y="4061"/>
                    <a:pt x="2529" y="4062"/>
                    <a:pt x="2531" y="4062"/>
                  </a:cubicBezTo>
                  <a:cubicBezTo>
                    <a:pt x="2537" y="4062"/>
                    <a:pt x="2544" y="4060"/>
                    <a:pt x="2549" y="4057"/>
                  </a:cubicBezTo>
                  <a:cubicBezTo>
                    <a:pt x="2559" y="4051"/>
                    <a:pt x="2611" y="4021"/>
                    <a:pt x="2662" y="3989"/>
                  </a:cubicBezTo>
                  <a:cubicBezTo>
                    <a:pt x="2743" y="3937"/>
                    <a:pt x="2774" y="3919"/>
                    <a:pt x="2769" y="3912"/>
                  </a:cubicBezTo>
                  <a:cubicBezTo>
                    <a:pt x="2774" y="3898"/>
                    <a:pt x="2774" y="3898"/>
                    <a:pt x="2788" y="3897"/>
                  </a:cubicBezTo>
                  <a:cubicBezTo>
                    <a:pt x="2801" y="3896"/>
                    <a:pt x="2812" y="3891"/>
                    <a:pt x="2822" y="3882"/>
                  </a:cubicBezTo>
                  <a:cubicBezTo>
                    <a:pt x="2828" y="3877"/>
                    <a:pt x="2835" y="3872"/>
                    <a:pt x="2840" y="3872"/>
                  </a:cubicBezTo>
                  <a:cubicBezTo>
                    <a:pt x="2842" y="3872"/>
                    <a:pt x="2844" y="3873"/>
                    <a:pt x="2845" y="3875"/>
                  </a:cubicBezTo>
                  <a:cubicBezTo>
                    <a:pt x="2850" y="3860"/>
                    <a:pt x="2850" y="3860"/>
                    <a:pt x="2859" y="3853"/>
                  </a:cubicBezTo>
                  <a:cubicBezTo>
                    <a:pt x="2860" y="3855"/>
                    <a:pt x="2862" y="3856"/>
                    <a:pt x="2864" y="3856"/>
                  </a:cubicBezTo>
                  <a:cubicBezTo>
                    <a:pt x="2869" y="3856"/>
                    <a:pt x="2876" y="3849"/>
                    <a:pt x="2878" y="3839"/>
                  </a:cubicBezTo>
                  <a:cubicBezTo>
                    <a:pt x="2878" y="3827"/>
                    <a:pt x="2878" y="3822"/>
                    <a:pt x="2880" y="3822"/>
                  </a:cubicBezTo>
                  <a:cubicBezTo>
                    <a:pt x="2881" y="3822"/>
                    <a:pt x="2884" y="3825"/>
                    <a:pt x="2888" y="3831"/>
                  </a:cubicBezTo>
                  <a:cubicBezTo>
                    <a:pt x="2889" y="3832"/>
                    <a:pt x="2891" y="3832"/>
                    <a:pt x="2893" y="3832"/>
                  </a:cubicBezTo>
                  <a:cubicBezTo>
                    <a:pt x="2903" y="3832"/>
                    <a:pt x="2921" y="3823"/>
                    <a:pt x="2914" y="3823"/>
                  </a:cubicBezTo>
                  <a:cubicBezTo>
                    <a:pt x="2913" y="3823"/>
                    <a:pt x="2913" y="3823"/>
                    <a:pt x="2912" y="3823"/>
                  </a:cubicBezTo>
                  <a:cubicBezTo>
                    <a:pt x="2907" y="3816"/>
                    <a:pt x="2924" y="3799"/>
                    <a:pt x="2927" y="3786"/>
                  </a:cubicBezTo>
                  <a:cubicBezTo>
                    <a:pt x="2934" y="3779"/>
                    <a:pt x="2941" y="3773"/>
                    <a:pt x="2946" y="3773"/>
                  </a:cubicBezTo>
                  <a:cubicBezTo>
                    <a:pt x="2948" y="3773"/>
                    <a:pt x="2949" y="3774"/>
                    <a:pt x="2951" y="3776"/>
                  </a:cubicBezTo>
                  <a:cubicBezTo>
                    <a:pt x="2966" y="3774"/>
                    <a:pt x="3004" y="3726"/>
                    <a:pt x="3007" y="3712"/>
                  </a:cubicBezTo>
                  <a:cubicBezTo>
                    <a:pt x="3003" y="3708"/>
                    <a:pt x="3006" y="3702"/>
                    <a:pt x="3011" y="3702"/>
                  </a:cubicBezTo>
                  <a:cubicBezTo>
                    <a:pt x="3012" y="3702"/>
                    <a:pt x="3014" y="3703"/>
                    <a:pt x="3015" y="3704"/>
                  </a:cubicBezTo>
                  <a:cubicBezTo>
                    <a:pt x="3016" y="3705"/>
                    <a:pt x="3018" y="3706"/>
                    <a:pt x="3020" y="3706"/>
                  </a:cubicBezTo>
                  <a:cubicBezTo>
                    <a:pt x="3025" y="3706"/>
                    <a:pt x="3031" y="3699"/>
                    <a:pt x="3037" y="3692"/>
                  </a:cubicBezTo>
                  <a:cubicBezTo>
                    <a:pt x="3038" y="3685"/>
                    <a:pt x="3040" y="3682"/>
                    <a:pt x="3042" y="3682"/>
                  </a:cubicBezTo>
                  <a:cubicBezTo>
                    <a:pt x="3045" y="3682"/>
                    <a:pt x="3048" y="3685"/>
                    <a:pt x="3051" y="3688"/>
                  </a:cubicBezTo>
                  <a:cubicBezTo>
                    <a:pt x="3050" y="3694"/>
                    <a:pt x="3051" y="3696"/>
                    <a:pt x="3053" y="3696"/>
                  </a:cubicBezTo>
                  <a:cubicBezTo>
                    <a:pt x="3056" y="3696"/>
                    <a:pt x="3063" y="3688"/>
                    <a:pt x="3073" y="3676"/>
                  </a:cubicBezTo>
                  <a:cubicBezTo>
                    <a:pt x="3075" y="3661"/>
                    <a:pt x="3107" y="3626"/>
                    <a:pt x="3132" y="3599"/>
                  </a:cubicBezTo>
                  <a:cubicBezTo>
                    <a:pt x="3170" y="3551"/>
                    <a:pt x="3169" y="3536"/>
                    <a:pt x="3170" y="3507"/>
                  </a:cubicBezTo>
                  <a:lnTo>
                    <a:pt x="3163" y="3488"/>
                  </a:lnTo>
                  <a:lnTo>
                    <a:pt x="3176" y="3498"/>
                  </a:lnTo>
                  <a:cubicBezTo>
                    <a:pt x="3185" y="3501"/>
                    <a:pt x="3194" y="3502"/>
                    <a:pt x="3203" y="3502"/>
                  </a:cubicBezTo>
                  <a:cubicBezTo>
                    <a:pt x="3210" y="3492"/>
                    <a:pt x="3204" y="3488"/>
                    <a:pt x="3198" y="3483"/>
                  </a:cubicBezTo>
                  <a:cubicBezTo>
                    <a:pt x="3191" y="3477"/>
                    <a:pt x="3198" y="3468"/>
                    <a:pt x="3218" y="3454"/>
                  </a:cubicBezTo>
                  <a:cubicBezTo>
                    <a:pt x="3239" y="3439"/>
                    <a:pt x="3244" y="3427"/>
                    <a:pt x="3244" y="3413"/>
                  </a:cubicBezTo>
                  <a:cubicBezTo>
                    <a:pt x="3249" y="3401"/>
                    <a:pt x="3258" y="3392"/>
                    <a:pt x="3268" y="3387"/>
                  </a:cubicBezTo>
                  <a:cubicBezTo>
                    <a:pt x="3275" y="3375"/>
                    <a:pt x="3275" y="3375"/>
                    <a:pt x="3268" y="3372"/>
                  </a:cubicBezTo>
                  <a:cubicBezTo>
                    <a:pt x="3261" y="3367"/>
                    <a:pt x="3267" y="3357"/>
                    <a:pt x="3280" y="3351"/>
                  </a:cubicBezTo>
                  <a:cubicBezTo>
                    <a:pt x="3300" y="3348"/>
                    <a:pt x="3319" y="3317"/>
                    <a:pt x="3311" y="3314"/>
                  </a:cubicBezTo>
                  <a:cubicBezTo>
                    <a:pt x="3304" y="3309"/>
                    <a:pt x="3311" y="3300"/>
                    <a:pt x="3316" y="3289"/>
                  </a:cubicBezTo>
                  <a:cubicBezTo>
                    <a:pt x="3322" y="3278"/>
                    <a:pt x="3324" y="3265"/>
                    <a:pt x="3323" y="3252"/>
                  </a:cubicBezTo>
                  <a:cubicBezTo>
                    <a:pt x="3328" y="3242"/>
                    <a:pt x="3333" y="3231"/>
                    <a:pt x="3333" y="3231"/>
                  </a:cubicBezTo>
                  <a:cubicBezTo>
                    <a:pt x="3335" y="3228"/>
                    <a:pt x="3336" y="3227"/>
                    <a:pt x="3336" y="3227"/>
                  </a:cubicBezTo>
                  <a:cubicBezTo>
                    <a:pt x="3339" y="3227"/>
                    <a:pt x="3339" y="3237"/>
                    <a:pt x="3336" y="3245"/>
                  </a:cubicBezTo>
                  <a:lnTo>
                    <a:pt x="3348" y="3237"/>
                  </a:lnTo>
                  <a:cubicBezTo>
                    <a:pt x="3358" y="3216"/>
                    <a:pt x="3363" y="3205"/>
                    <a:pt x="3360" y="3190"/>
                  </a:cubicBezTo>
                  <a:cubicBezTo>
                    <a:pt x="3354" y="3180"/>
                    <a:pt x="3352" y="3176"/>
                    <a:pt x="3354" y="3176"/>
                  </a:cubicBezTo>
                  <a:cubicBezTo>
                    <a:pt x="3356" y="3176"/>
                    <a:pt x="3360" y="3178"/>
                    <a:pt x="3366" y="3180"/>
                  </a:cubicBezTo>
                  <a:cubicBezTo>
                    <a:pt x="3367" y="3181"/>
                    <a:pt x="3368" y="3181"/>
                    <a:pt x="3369" y="3181"/>
                  </a:cubicBezTo>
                  <a:cubicBezTo>
                    <a:pt x="3376" y="3181"/>
                    <a:pt x="3385" y="3173"/>
                    <a:pt x="3383" y="3161"/>
                  </a:cubicBezTo>
                  <a:cubicBezTo>
                    <a:pt x="3375" y="3146"/>
                    <a:pt x="3383" y="3138"/>
                    <a:pt x="3390" y="3138"/>
                  </a:cubicBezTo>
                  <a:cubicBezTo>
                    <a:pt x="3391" y="3138"/>
                    <a:pt x="3392" y="3138"/>
                    <a:pt x="3393" y="3139"/>
                  </a:cubicBezTo>
                  <a:cubicBezTo>
                    <a:pt x="3397" y="3145"/>
                    <a:pt x="3400" y="3150"/>
                    <a:pt x="3401" y="3150"/>
                  </a:cubicBezTo>
                  <a:cubicBezTo>
                    <a:pt x="3404" y="3150"/>
                    <a:pt x="3404" y="3137"/>
                    <a:pt x="3404" y="3105"/>
                  </a:cubicBezTo>
                  <a:cubicBezTo>
                    <a:pt x="3412" y="3083"/>
                    <a:pt x="3420" y="3034"/>
                    <a:pt x="3431" y="3000"/>
                  </a:cubicBezTo>
                  <a:cubicBezTo>
                    <a:pt x="3447" y="2955"/>
                    <a:pt x="3449" y="2930"/>
                    <a:pt x="3460" y="2921"/>
                  </a:cubicBezTo>
                  <a:cubicBezTo>
                    <a:pt x="3462" y="2921"/>
                    <a:pt x="3463" y="2922"/>
                    <a:pt x="3464" y="2922"/>
                  </a:cubicBezTo>
                  <a:lnTo>
                    <a:pt x="3464" y="2922"/>
                  </a:lnTo>
                  <a:cubicBezTo>
                    <a:pt x="3453" y="2917"/>
                    <a:pt x="3456" y="2904"/>
                    <a:pt x="3464" y="2873"/>
                  </a:cubicBezTo>
                  <a:cubicBezTo>
                    <a:pt x="3479" y="2839"/>
                    <a:pt x="3478" y="2814"/>
                    <a:pt x="3471" y="2801"/>
                  </a:cubicBezTo>
                  <a:lnTo>
                    <a:pt x="3471" y="2801"/>
                  </a:lnTo>
                  <a:cubicBezTo>
                    <a:pt x="3469" y="2812"/>
                    <a:pt x="3467" y="2825"/>
                    <a:pt x="3467" y="2825"/>
                  </a:cubicBezTo>
                  <a:cubicBezTo>
                    <a:pt x="3450" y="2821"/>
                    <a:pt x="3453" y="2810"/>
                    <a:pt x="3466" y="2788"/>
                  </a:cubicBezTo>
                  <a:cubicBezTo>
                    <a:pt x="3467" y="2779"/>
                    <a:pt x="3471" y="2777"/>
                    <a:pt x="3476" y="2777"/>
                  </a:cubicBezTo>
                  <a:cubicBezTo>
                    <a:pt x="3478" y="2777"/>
                    <a:pt x="3481" y="2778"/>
                    <a:pt x="3484" y="2779"/>
                  </a:cubicBezTo>
                  <a:cubicBezTo>
                    <a:pt x="3484" y="2779"/>
                    <a:pt x="3485" y="2779"/>
                    <a:pt x="3485" y="2779"/>
                  </a:cubicBezTo>
                  <a:cubicBezTo>
                    <a:pt x="3493" y="2779"/>
                    <a:pt x="3502" y="2769"/>
                    <a:pt x="3504" y="2757"/>
                  </a:cubicBezTo>
                  <a:cubicBezTo>
                    <a:pt x="3506" y="2749"/>
                    <a:pt x="3507" y="2740"/>
                    <a:pt x="3504" y="2740"/>
                  </a:cubicBezTo>
                  <a:cubicBezTo>
                    <a:pt x="3503" y="2740"/>
                    <a:pt x="3501" y="2741"/>
                    <a:pt x="3498" y="2744"/>
                  </a:cubicBezTo>
                  <a:cubicBezTo>
                    <a:pt x="3491" y="2743"/>
                    <a:pt x="3491" y="2743"/>
                    <a:pt x="3493" y="2730"/>
                  </a:cubicBezTo>
                  <a:cubicBezTo>
                    <a:pt x="3496" y="2718"/>
                    <a:pt x="3495" y="2706"/>
                    <a:pt x="3491" y="2693"/>
                  </a:cubicBezTo>
                  <a:cubicBezTo>
                    <a:pt x="3483" y="2692"/>
                    <a:pt x="3485" y="2680"/>
                    <a:pt x="3487" y="2669"/>
                  </a:cubicBezTo>
                  <a:cubicBezTo>
                    <a:pt x="3494" y="2657"/>
                    <a:pt x="3499" y="2646"/>
                    <a:pt x="3501" y="2634"/>
                  </a:cubicBezTo>
                  <a:cubicBezTo>
                    <a:pt x="3498" y="2634"/>
                    <a:pt x="3497" y="2633"/>
                    <a:pt x="3497" y="2633"/>
                  </a:cubicBezTo>
                  <a:lnTo>
                    <a:pt x="3497" y="2633"/>
                  </a:lnTo>
                  <a:cubicBezTo>
                    <a:pt x="3497" y="2633"/>
                    <a:pt x="3503" y="2634"/>
                    <a:pt x="3510" y="2635"/>
                  </a:cubicBezTo>
                  <a:cubicBezTo>
                    <a:pt x="3510" y="2635"/>
                    <a:pt x="3511" y="2635"/>
                    <a:pt x="3512" y="2635"/>
                  </a:cubicBezTo>
                  <a:cubicBezTo>
                    <a:pt x="3519" y="2635"/>
                    <a:pt x="3528" y="2626"/>
                    <a:pt x="3528" y="2626"/>
                  </a:cubicBezTo>
                  <a:cubicBezTo>
                    <a:pt x="3530" y="2615"/>
                    <a:pt x="3521" y="2613"/>
                    <a:pt x="3521" y="2613"/>
                  </a:cubicBezTo>
                  <a:cubicBezTo>
                    <a:pt x="3513" y="2611"/>
                    <a:pt x="3563" y="2325"/>
                    <a:pt x="3570" y="2289"/>
                  </a:cubicBezTo>
                  <a:cubicBezTo>
                    <a:pt x="3581" y="2270"/>
                    <a:pt x="3587" y="2240"/>
                    <a:pt x="3581" y="2240"/>
                  </a:cubicBezTo>
                  <a:cubicBezTo>
                    <a:pt x="3580" y="2240"/>
                    <a:pt x="3579" y="2241"/>
                    <a:pt x="3578" y="2242"/>
                  </a:cubicBezTo>
                  <a:cubicBezTo>
                    <a:pt x="3570" y="2240"/>
                    <a:pt x="3581" y="2181"/>
                    <a:pt x="3594" y="2109"/>
                  </a:cubicBezTo>
                  <a:cubicBezTo>
                    <a:pt x="3608" y="2026"/>
                    <a:pt x="3618" y="1966"/>
                    <a:pt x="3611" y="1965"/>
                  </a:cubicBezTo>
                  <a:lnTo>
                    <a:pt x="3617" y="1929"/>
                  </a:lnTo>
                  <a:cubicBezTo>
                    <a:pt x="3622" y="1906"/>
                    <a:pt x="3617" y="1880"/>
                    <a:pt x="3620" y="1868"/>
                  </a:cubicBezTo>
                  <a:cubicBezTo>
                    <a:pt x="3616" y="1859"/>
                    <a:pt x="3616" y="1850"/>
                    <a:pt x="3618" y="1850"/>
                  </a:cubicBezTo>
                  <a:cubicBezTo>
                    <a:pt x="3619" y="1850"/>
                    <a:pt x="3620" y="1852"/>
                    <a:pt x="3622" y="1856"/>
                  </a:cubicBezTo>
                  <a:cubicBezTo>
                    <a:pt x="3624" y="1857"/>
                    <a:pt x="3626" y="1857"/>
                    <a:pt x="3629" y="1857"/>
                  </a:cubicBezTo>
                  <a:cubicBezTo>
                    <a:pt x="3634" y="1857"/>
                    <a:pt x="3638" y="1855"/>
                    <a:pt x="3640" y="1847"/>
                  </a:cubicBezTo>
                  <a:cubicBezTo>
                    <a:pt x="3644" y="1823"/>
                    <a:pt x="3636" y="1822"/>
                    <a:pt x="3628" y="1821"/>
                  </a:cubicBezTo>
                  <a:cubicBezTo>
                    <a:pt x="3620" y="1819"/>
                    <a:pt x="3622" y="1807"/>
                    <a:pt x="3622" y="1807"/>
                  </a:cubicBezTo>
                  <a:cubicBezTo>
                    <a:pt x="3623" y="1798"/>
                    <a:pt x="3624" y="1796"/>
                    <a:pt x="3627" y="1796"/>
                  </a:cubicBezTo>
                  <a:cubicBezTo>
                    <a:pt x="3628" y="1796"/>
                    <a:pt x="3630" y="1796"/>
                    <a:pt x="3632" y="1797"/>
                  </a:cubicBezTo>
                  <a:lnTo>
                    <a:pt x="3649" y="1799"/>
                  </a:lnTo>
                  <a:lnTo>
                    <a:pt x="3650" y="1788"/>
                  </a:lnTo>
                  <a:cubicBezTo>
                    <a:pt x="3642" y="1786"/>
                    <a:pt x="3644" y="1775"/>
                    <a:pt x="3644" y="1775"/>
                  </a:cubicBezTo>
                  <a:cubicBezTo>
                    <a:pt x="3646" y="1766"/>
                    <a:pt x="3646" y="1764"/>
                    <a:pt x="3651" y="1764"/>
                  </a:cubicBezTo>
                  <a:cubicBezTo>
                    <a:pt x="3653" y="1764"/>
                    <a:pt x="3657" y="1764"/>
                    <a:pt x="3662" y="1766"/>
                  </a:cubicBezTo>
                  <a:cubicBezTo>
                    <a:pt x="3664" y="1766"/>
                    <a:pt x="3665" y="1766"/>
                    <a:pt x="3666" y="1766"/>
                  </a:cubicBezTo>
                  <a:cubicBezTo>
                    <a:pt x="3679" y="1766"/>
                    <a:pt x="3680" y="1755"/>
                    <a:pt x="3667" y="1741"/>
                  </a:cubicBezTo>
                  <a:lnTo>
                    <a:pt x="3663" y="1716"/>
                  </a:lnTo>
                  <a:cubicBezTo>
                    <a:pt x="3681" y="1707"/>
                    <a:pt x="3669" y="1680"/>
                    <a:pt x="3663" y="1667"/>
                  </a:cubicBezTo>
                  <a:cubicBezTo>
                    <a:pt x="3681" y="1658"/>
                    <a:pt x="3683" y="1646"/>
                    <a:pt x="3670" y="1631"/>
                  </a:cubicBezTo>
                  <a:cubicBezTo>
                    <a:pt x="3662" y="1630"/>
                    <a:pt x="3663" y="1618"/>
                    <a:pt x="3673" y="1607"/>
                  </a:cubicBezTo>
                  <a:cubicBezTo>
                    <a:pt x="3683" y="1597"/>
                    <a:pt x="3686" y="1585"/>
                    <a:pt x="3690" y="1561"/>
                  </a:cubicBezTo>
                  <a:cubicBezTo>
                    <a:pt x="3685" y="1548"/>
                    <a:pt x="3699" y="1464"/>
                    <a:pt x="3716" y="1368"/>
                  </a:cubicBezTo>
                  <a:cubicBezTo>
                    <a:pt x="3735" y="1262"/>
                    <a:pt x="3747" y="1190"/>
                    <a:pt x="3740" y="1189"/>
                  </a:cubicBezTo>
                  <a:cubicBezTo>
                    <a:pt x="3742" y="1177"/>
                    <a:pt x="3742" y="1177"/>
                    <a:pt x="3752" y="1167"/>
                  </a:cubicBezTo>
                  <a:cubicBezTo>
                    <a:pt x="3752" y="1167"/>
                    <a:pt x="3753" y="1167"/>
                    <a:pt x="3753" y="1167"/>
                  </a:cubicBezTo>
                  <a:cubicBezTo>
                    <a:pt x="3760" y="1167"/>
                    <a:pt x="3761" y="1155"/>
                    <a:pt x="3747" y="1141"/>
                  </a:cubicBezTo>
                  <a:cubicBezTo>
                    <a:pt x="3743" y="1131"/>
                    <a:pt x="3738" y="1128"/>
                    <a:pt x="3742" y="1128"/>
                  </a:cubicBezTo>
                  <a:cubicBezTo>
                    <a:pt x="3743" y="1128"/>
                    <a:pt x="3746" y="1128"/>
                    <a:pt x="3750" y="1128"/>
                  </a:cubicBezTo>
                  <a:cubicBezTo>
                    <a:pt x="3750" y="1129"/>
                    <a:pt x="3750" y="1129"/>
                    <a:pt x="3751" y="1129"/>
                  </a:cubicBezTo>
                  <a:cubicBezTo>
                    <a:pt x="3758" y="1129"/>
                    <a:pt x="3762" y="1104"/>
                    <a:pt x="3771" y="1059"/>
                  </a:cubicBezTo>
                  <a:cubicBezTo>
                    <a:pt x="3777" y="1023"/>
                    <a:pt x="3786" y="976"/>
                    <a:pt x="3778" y="974"/>
                  </a:cubicBezTo>
                  <a:cubicBezTo>
                    <a:pt x="3775" y="959"/>
                    <a:pt x="3774" y="953"/>
                    <a:pt x="3775" y="953"/>
                  </a:cubicBezTo>
                  <a:lnTo>
                    <a:pt x="3775" y="953"/>
                  </a:lnTo>
                  <a:cubicBezTo>
                    <a:pt x="3775" y="953"/>
                    <a:pt x="3777" y="957"/>
                    <a:pt x="3780" y="962"/>
                  </a:cubicBezTo>
                  <a:cubicBezTo>
                    <a:pt x="3781" y="964"/>
                    <a:pt x="3783" y="965"/>
                    <a:pt x="3784" y="965"/>
                  </a:cubicBezTo>
                  <a:cubicBezTo>
                    <a:pt x="3797" y="965"/>
                    <a:pt x="3810" y="915"/>
                    <a:pt x="3802" y="881"/>
                  </a:cubicBezTo>
                  <a:cubicBezTo>
                    <a:pt x="3804" y="869"/>
                    <a:pt x="3806" y="858"/>
                    <a:pt x="3813" y="858"/>
                  </a:cubicBezTo>
                  <a:cubicBezTo>
                    <a:pt x="3813" y="858"/>
                    <a:pt x="3814" y="858"/>
                    <a:pt x="3815" y="858"/>
                  </a:cubicBezTo>
                  <a:cubicBezTo>
                    <a:pt x="3818" y="838"/>
                    <a:pt x="3819" y="817"/>
                    <a:pt x="3817" y="796"/>
                  </a:cubicBezTo>
                  <a:cubicBezTo>
                    <a:pt x="3819" y="785"/>
                    <a:pt x="3827" y="737"/>
                    <a:pt x="3832" y="713"/>
                  </a:cubicBezTo>
                  <a:cubicBezTo>
                    <a:pt x="3834" y="697"/>
                    <a:pt x="3834" y="680"/>
                    <a:pt x="3832" y="664"/>
                  </a:cubicBezTo>
                  <a:cubicBezTo>
                    <a:pt x="3832" y="659"/>
                    <a:pt x="3833" y="655"/>
                    <a:pt x="3834" y="652"/>
                  </a:cubicBezTo>
                  <a:lnTo>
                    <a:pt x="3834" y="652"/>
                  </a:lnTo>
                  <a:cubicBezTo>
                    <a:pt x="3834" y="652"/>
                    <a:pt x="3834" y="652"/>
                    <a:pt x="3834" y="652"/>
                  </a:cubicBezTo>
                  <a:cubicBezTo>
                    <a:pt x="3842" y="652"/>
                    <a:pt x="3853" y="593"/>
                    <a:pt x="3867" y="510"/>
                  </a:cubicBezTo>
                  <a:cubicBezTo>
                    <a:pt x="3882" y="427"/>
                    <a:pt x="3894" y="356"/>
                    <a:pt x="3904" y="345"/>
                  </a:cubicBezTo>
                  <a:cubicBezTo>
                    <a:pt x="3906" y="336"/>
                    <a:pt x="3904" y="327"/>
                    <a:pt x="3901" y="320"/>
                  </a:cubicBezTo>
                  <a:cubicBezTo>
                    <a:pt x="3887" y="305"/>
                    <a:pt x="3889" y="293"/>
                    <a:pt x="3899" y="283"/>
                  </a:cubicBezTo>
                  <a:cubicBezTo>
                    <a:pt x="3917" y="274"/>
                    <a:pt x="3926" y="225"/>
                    <a:pt x="3912" y="211"/>
                  </a:cubicBezTo>
                  <a:lnTo>
                    <a:pt x="3912" y="211"/>
                  </a:lnTo>
                  <a:cubicBezTo>
                    <a:pt x="3915" y="211"/>
                    <a:pt x="3917" y="212"/>
                    <a:pt x="3920" y="212"/>
                  </a:cubicBezTo>
                  <a:cubicBezTo>
                    <a:pt x="3938" y="203"/>
                    <a:pt x="3936" y="166"/>
                    <a:pt x="3922" y="151"/>
                  </a:cubicBezTo>
                  <a:cubicBezTo>
                    <a:pt x="3932" y="141"/>
                    <a:pt x="3943" y="130"/>
                    <a:pt x="3937" y="117"/>
                  </a:cubicBezTo>
                  <a:cubicBezTo>
                    <a:pt x="3939" y="109"/>
                    <a:pt x="3939" y="106"/>
                    <a:pt x="3944" y="106"/>
                  </a:cubicBezTo>
                  <a:cubicBezTo>
                    <a:pt x="3947" y="106"/>
                    <a:pt x="3950" y="107"/>
                    <a:pt x="3955" y="108"/>
                  </a:cubicBezTo>
                  <a:cubicBezTo>
                    <a:pt x="3958" y="108"/>
                    <a:pt x="3960" y="109"/>
                    <a:pt x="3963" y="109"/>
                  </a:cubicBezTo>
                  <a:cubicBezTo>
                    <a:pt x="3968" y="109"/>
                    <a:pt x="3971" y="107"/>
                    <a:pt x="3973" y="99"/>
                  </a:cubicBezTo>
                  <a:cubicBezTo>
                    <a:pt x="3975" y="87"/>
                    <a:pt x="3967" y="85"/>
                    <a:pt x="3959" y="84"/>
                  </a:cubicBezTo>
                  <a:lnTo>
                    <a:pt x="3963" y="60"/>
                  </a:lnTo>
                  <a:cubicBezTo>
                    <a:pt x="3963" y="60"/>
                    <a:pt x="3965" y="48"/>
                    <a:pt x="3957" y="47"/>
                  </a:cubicBezTo>
                  <a:cubicBezTo>
                    <a:pt x="3949" y="46"/>
                    <a:pt x="3952" y="34"/>
                    <a:pt x="3954" y="21"/>
                  </a:cubicBezTo>
                  <a:lnTo>
                    <a:pt x="3954" y="21"/>
                  </a:lnTo>
                  <a:cubicBezTo>
                    <a:pt x="3954" y="21"/>
                    <a:pt x="3955" y="21"/>
                    <a:pt x="3955" y="21"/>
                  </a:cubicBezTo>
                  <a:cubicBezTo>
                    <a:pt x="3959" y="21"/>
                    <a:pt x="3958" y="16"/>
                    <a:pt x="3953" y="16"/>
                  </a:cubicBezTo>
                  <a:cubicBezTo>
                    <a:pt x="3951" y="16"/>
                    <a:pt x="3949" y="17"/>
                    <a:pt x="3946" y="20"/>
                  </a:cubicBezTo>
                  <a:cubicBezTo>
                    <a:pt x="3937" y="19"/>
                    <a:pt x="3929" y="18"/>
                    <a:pt x="3931" y="6"/>
                  </a:cubicBezTo>
                  <a:lnTo>
                    <a:pt x="3916" y="2"/>
                  </a:lnTo>
                  <a:cubicBezTo>
                    <a:pt x="3911" y="1"/>
                    <a:pt x="3907" y="1"/>
                    <a:pt x="39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33"/>
            <p:cNvSpPr/>
            <p:nvPr/>
          </p:nvSpPr>
          <p:spPr>
            <a:xfrm>
              <a:off x="2923880" y="2142506"/>
              <a:ext cx="163724" cy="407561"/>
            </a:xfrm>
            <a:custGeom>
              <a:avLst/>
              <a:gdLst/>
              <a:ahLst/>
              <a:cxnLst/>
              <a:rect l="l" t="t" r="r" b="b"/>
              <a:pathLst>
                <a:path w="1639" h="4080" extrusionOk="0">
                  <a:moveTo>
                    <a:pt x="1454" y="29"/>
                  </a:moveTo>
                  <a:lnTo>
                    <a:pt x="1451" y="35"/>
                  </a:lnTo>
                  <a:cubicBezTo>
                    <a:pt x="1449" y="41"/>
                    <a:pt x="1455" y="44"/>
                    <a:pt x="1462" y="47"/>
                  </a:cubicBezTo>
                  <a:lnTo>
                    <a:pt x="1466" y="43"/>
                  </a:lnTo>
                  <a:cubicBezTo>
                    <a:pt x="1463" y="37"/>
                    <a:pt x="1459" y="33"/>
                    <a:pt x="1454" y="29"/>
                  </a:cubicBezTo>
                  <a:close/>
                  <a:moveTo>
                    <a:pt x="1563" y="102"/>
                  </a:moveTo>
                  <a:cubicBezTo>
                    <a:pt x="1570" y="106"/>
                    <a:pt x="1568" y="111"/>
                    <a:pt x="1564" y="117"/>
                  </a:cubicBezTo>
                  <a:cubicBezTo>
                    <a:pt x="1563" y="119"/>
                    <a:pt x="1562" y="120"/>
                    <a:pt x="1561" y="120"/>
                  </a:cubicBezTo>
                  <a:cubicBezTo>
                    <a:pt x="1559" y="120"/>
                    <a:pt x="1557" y="120"/>
                    <a:pt x="1554" y="118"/>
                  </a:cubicBezTo>
                  <a:cubicBezTo>
                    <a:pt x="1554" y="118"/>
                    <a:pt x="1550" y="109"/>
                    <a:pt x="1553" y="103"/>
                  </a:cubicBezTo>
                  <a:lnTo>
                    <a:pt x="1563" y="102"/>
                  </a:lnTo>
                  <a:close/>
                  <a:moveTo>
                    <a:pt x="1512" y="160"/>
                  </a:moveTo>
                  <a:cubicBezTo>
                    <a:pt x="1515" y="160"/>
                    <a:pt x="1518" y="161"/>
                    <a:pt x="1521" y="163"/>
                  </a:cubicBezTo>
                  <a:cubicBezTo>
                    <a:pt x="1539" y="165"/>
                    <a:pt x="1539" y="165"/>
                    <a:pt x="1532" y="175"/>
                  </a:cubicBezTo>
                  <a:cubicBezTo>
                    <a:pt x="1530" y="180"/>
                    <a:pt x="1528" y="184"/>
                    <a:pt x="1523" y="184"/>
                  </a:cubicBezTo>
                  <a:cubicBezTo>
                    <a:pt x="1522" y="184"/>
                    <a:pt x="1521" y="184"/>
                    <a:pt x="1519" y="183"/>
                  </a:cubicBezTo>
                  <a:lnTo>
                    <a:pt x="1522" y="177"/>
                  </a:lnTo>
                  <a:cubicBezTo>
                    <a:pt x="1523" y="178"/>
                    <a:pt x="1524" y="178"/>
                    <a:pt x="1525" y="178"/>
                  </a:cubicBezTo>
                  <a:cubicBezTo>
                    <a:pt x="1528" y="178"/>
                    <a:pt x="1524" y="173"/>
                    <a:pt x="1517" y="173"/>
                  </a:cubicBezTo>
                  <a:cubicBezTo>
                    <a:pt x="1516" y="173"/>
                    <a:pt x="1516" y="173"/>
                    <a:pt x="1515" y="173"/>
                  </a:cubicBezTo>
                  <a:lnTo>
                    <a:pt x="1500" y="165"/>
                  </a:lnTo>
                  <a:cubicBezTo>
                    <a:pt x="1504" y="162"/>
                    <a:pt x="1508" y="160"/>
                    <a:pt x="1512" y="160"/>
                  </a:cubicBezTo>
                  <a:close/>
                  <a:moveTo>
                    <a:pt x="1562" y="205"/>
                  </a:moveTo>
                  <a:lnTo>
                    <a:pt x="1552" y="208"/>
                  </a:lnTo>
                  <a:lnTo>
                    <a:pt x="1549" y="212"/>
                  </a:lnTo>
                  <a:cubicBezTo>
                    <a:pt x="1552" y="214"/>
                    <a:pt x="1554" y="215"/>
                    <a:pt x="1556" y="215"/>
                  </a:cubicBezTo>
                  <a:cubicBezTo>
                    <a:pt x="1557" y="215"/>
                    <a:pt x="1558" y="214"/>
                    <a:pt x="1559" y="211"/>
                  </a:cubicBezTo>
                  <a:lnTo>
                    <a:pt x="1562" y="205"/>
                  </a:lnTo>
                  <a:close/>
                  <a:moveTo>
                    <a:pt x="1335" y="452"/>
                  </a:moveTo>
                  <a:cubicBezTo>
                    <a:pt x="1342" y="459"/>
                    <a:pt x="1344" y="468"/>
                    <a:pt x="1341" y="477"/>
                  </a:cubicBezTo>
                  <a:cubicBezTo>
                    <a:pt x="1340" y="478"/>
                    <a:pt x="1339" y="479"/>
                    <a:pt x="1338" y="479"/>
                  </a:cubicBezTo>
                  <a:cubicBezTo>
                    <a:pt x="1334" y="479"/>
                    <a:pt x="1331" y="474"/>
                    <a:pt x="1330" y="464"/>
                  </a:cubicBezTo>
                  <a:cubicBezTo>
                    <a:pt x="1332" y="458"/>
                    <a:pt x="1335" y="452"/>
                    <a:pt x="1335" y="452"/>
                  </a:cubicBezTo>
                  <a:close/>
                  <a:moveTo>
                    <a:pt x="1306" y="480"/>
                  </a:moveTo>
                  <a:cubicBezTo>
                    <a:pt x="1302" y="480"/>
                    <a:pt x="1299" y="485"/>
                    <a:pt x="1294" y="494"/>
                  </a:cubicBezTo>
                  <a:cubicBezTo>
                    <a:pt x="1292" y="499"/>
                    <a:pt x="1296" y="508"/>
                    <a:pt x="1296" y="508"/>
                  </a:cubicBezTo>
                  <a:cubicBezTo>
                    <a:pt x="1298" y="509"/>
                    <a:pt x="1299" y="509"/>
                    <a:pt x="1300" y="509"/>
                  </a:cubicBezTo>
                  <a:cubicBezTo>
                    <a:pt x="1304" y="509"/>
                    <a:pt x="1307" y="505"/>
                    <a:pt x="1309" y="502"/>
                  </a:cubicBezTo>
                  <a:cubicBezTo>
                    <a:pt x="1322" y="494"/>
                    <a:pt x="1318" y="485"/>
                    <a:pt x="1311" y="481"/>
                  </a:cubicBezTo>
                  <a:cubicBezTo>
                    <a:pt x="1309" y="480"/>
                    <a:pt x="1307" y="480"/>
                    <a:pt x="1306" y="480"/>
                  </a:cubicBezTo>
                  <a:close/>
                  <a:moveTo>
                    <a:pt x="1235" y="739"/>
                  </a:moveTo>
                  <a:cubicBezTo>
                    <a:pt x="1242" y="744"/>
                    <a:pt x="1239" y="750"/>
                    <a:pt x="1236" y="754"/>
                  </a:cubicBezTo>
                  <a:lnTo>
                    <a:pt x="1229" y="751"/>
                  </a:lnTo>
                  <a:lnTo>
                    <a:pt x="1224" y="742"/>
                  </a:lnTo>
                  <a:lnTo>
                    <a:pt x="1235" y="739"/>
                  </a:lnTo>
                  <a:close/>
                  <a:moveTo>
                    <a:pt x="1190" y="737"/>
                  </a:moveTo>
                  <a:lnTo>
                    <a:pt x="1199" y="755"/>
                  </a:lnTo>
                  <a:cubicBezTo>
                    <a:pt x="1208" y="769"/>
                    <a:pt x="1212" y="775"/>
                    <a:pt x="1210" y="775"/>
                  </a:cubicBezTo>
                  <a:cubicBezTo>
                    <a:pt x="1209" y="775"/>
                    <a:pt x="1205" y="773"/>
                    <a:pt x="1200" y="770"/>
                  </a:cubicBezTo>
                  <a:cubicBezTo>
                    <a:pt x="1191" y="766"/>
                    <a:pt x="1184" y="757"/>
                    <a:pt x="1184" y="747"/>
                  </a:cubicBezTo>
                  <a:lnTo>
                    <a:pt x="1190" y="737"/>
                  </a:lnTo>
                  <a:close/>
                  <a:moveTo>
                    <a:pt x="1150" y="880"/>
                  </a:moveTo>
                  <a:cubicBezTo>
                    <a:pt x="1154" y="880"/>
                    <a:pt x="1158" y="888"/>
                    <a:pt x="1167" y="899"/>
                  </a:cubicBezTo>
                  <a:cubicBezTo>
                    <a:pt x="1168" y="906"/>
                    <a:pt x="1168" y="910"/>
                    <a:pt x="1167" y="910"/>
                  </a:cubicBezTo>
                  <a:cubicBezTo>
                    <a:pt x="1165" y="910"/>
                    <a:pt x="1163" y="906"/>
                    <a:pt x="1157" y="900"/>
                  </a:cubicBezTo>
                  <a:lnTo>
                    <a:pt x="1148" y="882"/>
                  </a:lnTo>
                  <a:cubicBezTo>
                    <a:pt x="1149" y="881"/>
                    <a:pt x="1150" y="880"/>
                    <a:pt x="1150" y="880"/>
                  </a:cubicBezTo>
                  <a:close/>
                  <a:moveTo>
                    <a:pt x="1103" y="913"/>
                  </a:moveTo>
                  <a:cubicBezTo>
                    <a:pt x="1109" y="917"/>
                    <a:pt x="1112" y="921"/>
                    <a:pt x="1114" y="926"/>
                  </a:cubicBezTo>
                  <a:lnTo>
                    <a:pt x="1112" y="931"/>
                  </a:lnTo>
                  <a:cubicBezTo>
                    <a:pt x="1104" y="928"/>
                    <a:pt x="1098" y="923"/>
                    <a:pt x="1101" y="919"/>
                  </a:cubicBezTo>
                  <a:lnTo>
                    <a:pt x="1103" y="913"/>
                  </a:lnTo>
                  <a:close/>
                  <a:moveTo>
                    <a:pt x="1120" y="1019"/>
                  </a:moveTo>
                  <a:lnTo>
                    <a:pt x="1127" y="1023"/>
                  </a:lnTo>
                  <a:lnTo>
                    <a:pt x="1135" y="1027"/>
                  </a:lnTo>
                  <a:lnTo>
                    <a:pt x="1135" y="1027"/>
                  </a:lnTo>
                  <a:lnTo>
                    <a:pt x="1120" y="1019"/>
                  </a:lnTo>
                  <a:close/>
                  <a:moveTo>
                    <a:pt x="1032" y="1012"/>
                  </a:moveTo>
                  <a:cubicBezTo>
                    <a:pt x="1034" y="1012"/>
                    <a:pt x="1034" y="1023"/>
                    <a:pt x="1031" y="1028"/>
                  </a:cubicBezTo>
                  <a:lnTo>
                    <a:pt x="1025" y="1024"/>
                  </a:lnTo>
                  <a:cubicBezTo>
                    <a:pt x="1028" y="1020"/>
                    <a:pt x="1025" y="1012"/>
                    <a:pt x="1028" y="1012"/>
                  </a:cubicBezTo>
                  <a:cubicBezTo>
                    <a:pt x="1029" y="1012"/>
                    <a:pt x="1029" y="1013"/>
                    <a:pt x="1030" y="1013"/>
                  </a:cubicBezTo>
                  <a:cubicBezTo>
                    <a:pt x="1031" y="1012"/>
                    <a:pt x="1031" y="1012"/>
                    <a:pt x="1032" y="1012"/>
                  </a:cubicBezTo>
                  <a:close/>
                  <a:moveTo>
                    <a:pt x="1043" y="1076"/>
                  </a:moveTo>
                  <a:cubicBezTo>
                    <a:pt x="1051" y="1079"/>
                    <a:pt x="1057" y="1083"/>
                    <a:pt x="1055" y="1088"/>
                  </a:cubicBezTo>
                  <a:cubicBezTo>
                    <a:pt x="1057" y="1093"/>
                    <a:pt x="1055" y="1096"/>
                    <a:pt x="1052" y="1096"/>
                  </a:cubicBezTo>
                  <a:cubicBezTo>
                    <a:pt x="1048" y="1096"/>
                    <a:pt x="1043" y="1093"/>
                    <a:pt x="1037" y="1086"/>
                  </a:cubicBezTo>
                  <a:lnTo>
                    <a:pt x="1043" y="1076"/>
                  </a:lnTo>
                  <a:close/>
                  <a:moveTo>
                    <a:pt x="1031" y="1132"/>
                  </a:moveTo>
                  <a:lnTo>
                    <a:pt x="1028" y="1137"/>
                  </a:lnTo>
                  <a:cubicBezTo>
                    <a:pt x="1026" y="1140"/>
                    <a:pt x="1025" y="1141"/>
                    <a:pt x="1024" y="1141"/>
                  </a:cubicBezTo>
                  <a:cubicBezTo>
                    <a:pt x="1023" y="1141"/>
                    <a:pt x="1021" y="1140"/>
                    <a:pt x="1018" y="1139"/>
                  </a:cubicBezTo>
                  <a:lnTo>
                    <a:pt x="1021" y="1133"/>
                  </a:lnTo>
                  <a:lnTo>
                    <a:pt x="1031" y="1132"/>
                  </a:lnTo>
                  <a:close/>
                  <a:moveTo>
                    <a:pt x="1008" y="1200"/>
                  </a:moveTo>
                  <a:cubicBezTo>
                    <a:pt x="1006" y="1200"/>
                    <a:pt x="1005" y="1200"/>
                    <a:pt x="1003" y="1201"/>
                  </a:cubicBezTo>
                  <a:cubicBezTo>
                    <a:pt x="1000" y="1206"/>
                    <a:pt x="1007" y="1209"/>
                    <a:pt x="1007" y="1209"/>
                  </a:cubicBezTo>
                  <a:cubicBezTo>
                    <a:pt x="1007" y="1209"/>
                    <a:pt x="1010" y="1211"/>
                    <a:pt x="1012" y="1211"/>
                  </a:cubicBezTo>
                  <a:cubicBezTo>
                    <a:pt x="1014" y="1211"/>
                    <a:pt x="1016" y="1210"/>
                    <a:pt x="1017" y="1208"/>
                  </a:cubicBezTo>
                  <a:lnTo>
                    <a:pt x="1020" y="1203"/>
                  </a:lnTo>
                  <a:cubicBezTo>
                    <a:pt x="1016" y="1201"/>
                    <a:pt x="1012" y="1200"/>
                    <a:pt x="1008" y="1200"/>
                  </a:cubicBezTo>
                  <a:close/>
                  <a:moveTo>
                    <a:pt x="759" y="1196"/>
                  </a:moveTo>
                  <a:cubicBezTo>
                    <a:pt x="756" y="1196"/>
                    <a:pt x="756" y="1201"/>
                    <a:pt x="766" y="1212"/>
                  </a:cubicBezTo>
                  <a:cubicBezTo>
                    <a:pt x="769" y="1213"/>
                    <a:pt x="770" y="1214"/>
                    <a:pt x="771" y="1214"/>
                  </a:cubicBezTo>
                  <a:cubicBezTo>
                    <a:pt x="773" y="1214"/>
                    <a:pt x="774" y="1213"/>
                    <a:pt x="776" y="1209"/>
                  </a:cubicBezTo>
                  <a:cubicBezTo>
                    <a:pt x="772" y="1205"/>
                    <a:pt x="769" y="1201"/>
                    <a:pt x="763" y="1197"/>
                  </a:cubicBezTo>
                  <a:cubicBezTo>
                    <a:pt x="762" y="1196"/>
                    <a:pt x="760" y="1196"/>
                    <a:pt x="759" y="1196"/>
                  </a:cubicBezTo>
                  <a:close/>
                  <a:moveTo>
                    <a:pt x="953" y="1208"/>
                  </a:moveTo>
                  <a:cubicBezTo>
                    <a:pt x="960" y="1212"/>
                    <a:pt x="956" y="1217"/>
                    <a:pt x="956" y="1217"/>
                  </a:cubicBezTo>
                  <a:cubicBezTo>
                    <a:pt x="955" y="1222"/>
                    <a:pt x="952" y="1225"/>
                    <a:pt x="948" y="1225"/>
                  </a:cubicBezTo>
                  <a:cubicBezTo>
                    <a:pt x="947" y="1225"/>
                    <a:pt x="946" y="1225"/>
                    <a:pt x="944" y="1224"/>
                  </a:cubicBezTo>
                  <a:cubicBezTo>
                    <a:pt x="944" y="1224"/>
                    <a:pt x="936" y="1221"/>
                    <a:pt x="939" y="1215"/>
                  </a:cubicBezTo>
                  <a:cubicBezTo>
                    <a:pt x="943" y="1209"/>
                    <a:pt x="953" y="1208"/>
                    <a:pt x="953" y="1208"/>
                  </a:cubicBezTo>
                  <a:close/>
                  <a:moveTo>
                    <a:pt x="903" y="1309"/>
                  </a:moveTo>
                  <a:cubicBezTo>
                    <a:pt x="906" y="1309"/>
                    <a:pt x="905" y="1312"/>
                    <a:pt x="901" y="1319"/>
                  </a:cubicBezTo>
                  <a:cubicBezTo>
                    <a:pt x="900" y="1322"/>
                    <a:pt x="898" y="1322"/>
                    <a:pt x="897" y="1322"/>
                  </a:cubicBezTo>
                  <a:cubicBezTo>
                    <a:pt x="894" y="1322"/>
                    <a:pt x="891" y="1321"/>
                    <a:pt x="891" y="1321"/>
                  </a:cubicBezTo>
                  <a:cubicBezTo>
                    <a:pt x="883" y="1317"/>
                    <a:pt x="893" y="1316"/>
                    <a:pt x="897" y="1310"/>
                  </a:cubicBezTo>
                  <a:cubicBezTo>
                    <a:pt x="900" y="1310"/>
                    <a:pt x="902" y="1309"/>
                    <a:pt x="903" y="1309"/>
                  </a:cubicBezTo>
                  <a:close/>
                  <a:moveTo>
                    <a:pt x="1017" y="1322"/>
                  </a:moveTo>
                  <a:cubicBezTo>
                    <a:pt x="1015" y="1322"/>
                    <a:pt x="1013" y="1322"/>
                    <a:pt x="1010" y="1323"/>
                  </a:cubicBezTo>
                  <a:cubicBezTo>
                    <a:pt x="1008" y="1328"/>
                    <a:pt x="1005" y="1333"/>
                    <a:pt x="1005" y="1333"/>
                  </a:cubicBezTo>
                  <a:cubicBezTo>
                    <a:pt x="1008" y="1335"/>
                    <a:pt x="1009" y="1336"/>
                    <a:pt x="1011" y="1336"/>
                  </a:cubicBezTo>
                  <a:cubicBezTo>
                    <a:pt x="1012" y="1336"/>
                    <a:pt x="1013" y="1335"/>
                    <a:pt x="1015" y="1332"/>
                  </a:cubicBezTo>
                  <a:cubicBezTo>
                    <a:pt x="1019" y="1324"/>
                    <a:pt x="1020" y="1322"/>
                    <a:pt x="1017" y="1322"/>
                  </a:cubicBezTo>
                  <a:close/>
                  <a:moveTo>
                    <a:pt x="856" y="1411"/>
                  </a:moveTo>
                  <a:cubicBezTo>
                    <a:pt x="861" y="1411"/>
                    <a:pt x="865" y="1412"/>
                    <a:pt x="869" y="1414"/>
                  </a:cubicBezTo>
                  <a:cubicBezTo>
                    <a:pt x="874" y="1416"/>
                    <a:pt x="874" y="1421"/>
                    <a:pt x="863" y="1421"/>
                  </a:cubicBezTo>
                  <a:cubicBezTo>
                    <a:pt x="861" y="1421"/>
                    <a:pt x="858" y="1421"/>
                    <a:pt x="855" y="1420"/>
                  </a:cubicBezTo>
                  <a:cubicBezTo>
                    <a:pt x="849" y="1417"/>
                    <a:pt x="849" y="1417"/>
                    <a:pt x="851" y="1411"/>
                  </a:cubicBezTo>
                  <a:cubicBezTo>
                    <a:pt x="853" y="1411"/>
                    <a:pt x="854" y="1411"/>
                    <a:pt x="856" y="1411"/>
                  </a:cubicBezTo>
                  <a:close/>
                  <a:moveTo>
                    <a:pt x="809" y="1437"/>
                  </a:moveTo>
                  <a:cubicBezTo>
                    <a:pt x="813" y="1440"/>
                    <a:pt x="812" y="1441"/>
                    <a:pt x="810" y="1441"/>
                  </a:cubicBezTo>
                  <a:cubicBezTo>
                    <a:pt x="809" y="1441"/>
                    <a:pt x="808" y="1440"/>
                    <a:pt x="809" y="1437"/>
                  </a:cubicBezTo>
                  <a:close/>
                  <a:moveTo>
                    <a:pt x="841" y="1447"/>
                  </a:moveTo>
                  <a:lnTo>
                    <a:pt x="845" y="1456"/>
                  </a:lnTo>
                  <a:lnTo>
                    <a:pt x="842" y="1462"/>
                  </a:lnTo>
                  <a:cubicBezTo>
                    <a:pt x="835" y="1459"/>
                    <a:pt x="827" y="1454"/>
                    <a:pt x="831" y="1448"/>
                  </a:cubicBezTo>
                  <a:lnTo>
                    <a:pt x="841" y="1447"/>
                  </a:lnTo>
                  <a:close/>
                  <a:moveTo>
                    <a:pt x="816" y="1475"/>
                  </a:moveTo>
                  <a:lnTo>
                    <a:pt x="816" y="1475"/>
                  </a:lnTo>
                  <a:cubicBezTo>
                    <a:pt x="820" y="1478"/>
                    <a:pt x="818" y="1479"/>
                    <a:pt x="817" y="1479"/>
                  </a:cubicBezTo>
                  <a:cubicBezTo>
                    <a:pt x="816" y="1479"/>
                    <a:pt x="814" y="1478"/>
                    <a:pt x="816" y="1475"/>
                  </a:cubicBezTo>
                  <a:close/>
                  <a:moveTo>
                    <a:pt x="637" y="1789"/>
                  </a:moveTo>
                  <a:lnTo>
                    <a:pt x="640" y="1800"/>
                  </a:lnTo>
                  <a:lnTo>
                    <a:pt x="638" y="1804"/>
                  </a:lnTo>
                  <a:cubicBezTo>
                    <a:pt x="630" y="1801"/>
                    <a:pt x="623" y="1796"/>
                    <a:pt x="626" y="1792"/>
                  </a:cubicBezTo>
                  <a:lnTo>
                    <a:pt x="637" y="1789"/>
                  </a:lnTo>
                  <a:close/>
                  <a:moveTo>
                    <a:pt x="558" y="1919"/>
                  </a:moveTo>
                  <a:cubicBezTo>
                    <a:pt x="563" y="1919"/>
                    <a:pt x="572" y="1929"/>
                    <a:pt x="577" y="1932"/>
                  </a:cubicBezTo>
                  <a:cubicBezTo>
                    <a:pt x="576" y="1935"/>
                    <a:pt x="575" y="1936"/>
                    <a:pt x="574" y="1936"/>
                  </a:cubicBezTo>
                  <a:cubicBezTo>
                    <a:pt x="572" y="1936"/>
                    <a:pt x="570" y="1936"/>
                    <a:pt x="567" y="1934"/>
                  </a:cubicBezTo>
                  <a:cubicBezTo>
                    <a:pt x="563" y="1931"/>
                    <a:pt x="558" y="1926"/>
                    <a:pt x="556" y="1921"/>
                  </a:cubicBezTo>
                  <a:cubicBezTo>
                    <a:pt x="556" y="1920"/>
                    <a:pt x="557" y="1919"/>
                    <a:pt x="558" y="1919"/>
                  </a:cubicBezTo>
                  <a:close/>
                  <a:moveTo>
                    <a:pt x="566" y="2037"/>
                  </a:moveTo>
                  <a:cubicBezTo>
                    <a:pt x="572" y="2041"/>
                    <a:pt x="575" y="2045"/>
                    <a:pt x="577" y="2051"/>
                  </a:cubicBezTo>
                  <a:lnTo>
                    <a:pt x="575" y="2056"/>
                  </a:lnTo>
                  <a:cubicBezTo>
                    <a:pt x="567" y="2052"/>
                    <a:pt x="560" y="2049"/>
                    <a:pt x="564" y="2043"/>
                  </a:cubicBezTo>
                  <a:lnTo>
                    <a:pt x="566" y="2037"/>
                  </a:lnTo>
                  <a:close/>
                  <a:moveTo>
                    <a:pt x="492" y="2089"/>
                  </a:moveTo>
                  <a:lnTo>
                    <a:pt x="496" y="2098"/>
                  </a:lnTo>
                  <a:lnTo>
                    <a:pt x="494" y="2104"/>
                  </a:lnTo>
                  <a:cubicBezTo>
                    <a:pt x="486" y="2099"/>
                    <a:pt x="480" y="2096"/>
                    <a:pt x="482" y="2090"/>
                  </a:cubicBezTo>
                  <a:lnTo>
                    <a:pt x="492" y="2089"/>
                  </a:lnTo>
                  <a:close/>
                  <a:moveTo>
                    <a:pt x="283" y="2461"/>
                  </a:moveTo>
                  <a:cubicBezTo>
                    <a:pt x="289" y="2461"/>
                    <a:pt x="294" y="2468"/>
                    <a:pt x="291" y="2475"/>
                  </a:cubicBezTo>
                  <a:cubicBezTo>
                    <a:pt x="288" y="2482"/>
                    <a:pt x="286" y="2484"/>
                    <a:pt x="284" y="2484"/>
                  </a:cubicBezTo>
                  <a:cubicBezTo>
                    <a:pt x="283" y="2484"/>
                    <a:pt x="281" y="2483"/>
                    <a:pt x="279" y="2482"/>
                  </a:cubicBezTo>
                  <a:cubicBezTo>
                    <a:pt x="271" y="2478"/>
                    <a:pt x="278" y="2467"/>
                    <a:pt x="280" y="2461"/>
                  </a:cubicBezTo>
                  <a:cubicBezTo>
                    <a:pt x="281" y="2461"/>
                    <a:pt x="282" y="2461"/>
                    <a:pt x="283" y="2461"/>
                  </a:cubicBezTo>
                  <a:close/>
                  <a:moveTo>
                    <a:pt x="168" y="2687"/>
                  </a:moveTo>
                  <a:cubicBezTo>
                    <a:pt x="172" y="2690"/>
                    <a:pt x="177" y="2695"/>
                    <a:pt x="179" y="2699"/>
                  </a:cubicBezTo>
                  <a:lnTo>
                    <a:pt x="176" y="2705"/>
                  </a:lnTo>
                  <a:cubicBezTo>
                    <a:pt x="169" y="2701"/>
                    <a:pt x="161" y="2697"/>
                    <a:pt x="164" y="2692"/>
                  </a:cubicBezTo>
                  <a:lnTo>
                    <a:pt x="168" y="2687"/>
                  </a:lnTo>
                  <a:close/>
                  <a:moveTo>
                    <a:pt x="92" y="3139"/>
                  </a:moveTo>
                  <a:cubicBezTo>
                    <a:pt x="97" y="3139"/>
                    <a:pt x="98" y="3142"/>
                    <a:pt x="98" y="3142"/>
                  </a:cubicBezTo>
                  <a:cubicBezTo>
                    <a:pt x="99" y="3148"/>
                    <a:pt x="99" y="3148"/>
                    <a:pt x="91" y="3149"/>
                  </a:cubicBezTo>
                  <a:cubicBezTo>
                    <a:pt x="91" y="3149"/>
                    <a:pt x="90" y="3149"/>
                    <a:pt x="88" y="3149"/>
                  </a:cubicBezTo>
                  <a:cubicBezTo>
                    <a:pt x="86" y="3149"/>
                    <a:pt x="83" y="3149"/>
                    <a:pt x="82" y="3146"/>
                  </a:cubicBezTo>
                  <a:lnTo>
                    <a:pt x="89" y="3139"/>
                  </a:lnTo>
                  <a:cubicBezTo>
                    <a:pt x="90" y="3139"/>
                    <a:pt x="91" y="3139"/>
                    <a:pt x="92" y="3139"/>
                  </a:cubicBezTo>
                  <a:close/>
                  <a:moveTo>
                    <a:pt x="113" y="3196"/>
                  </a:moveTo>
                  <a:lnTo>
                    <a:pt x="122" y="3198"/>
                  </a:lnTo>
                  <a:lnTo>
                    <a:pt x="123" y="3203"/>
                  </a:lnTo>
                  <a:cubicBezTo>
                    <a:pt x="119" y="3204"/>
                    <a:pt x="114" y="3206"/>
                    <a:pt x="110" y="3206"/>
                  </a:cubicBezTo>
                  <a:cubicBezTo>
                    <a:pt x="108" y="3206"/>
                    <a:pt x="107" y="3206"/>
                    <a:pt x="106" y="3204"/>
                  </a:cubicBezTo>
                  <a:lnTo>
                    <a:pt x="113" y="3196"/>
                  </a:lnTo>
                  <a:close/>
                  <a:moveTo>
                    <a:pt x="77" y="3253"/>
                  </a:moveTo>
                  <a:cubicBezTo>
                    <a:pt x="79" y="3253"/>
                    <a:pt x="80" y="3253"/>
                    <a:pt x="82" y="3253"/>
                  </a:cubicBezTo>
                  <a:lnTo>
                    <a:pt x="82" y="3254"/>
                  </a:lnTo>
                  <a:cubicBezTo>
                    <a:pt x="91" y="3256"/>
                    <a:pt x="95" y="3260"/>
                    <a:pt x="87" y="3265"/>
                  </a:cubicBezTo>
                  <a:cubicBezTo>
                    <a:pt x="84" y="3266"/>
                    <a:pt x="82" y="3267"/>
                    <a:pt x="81" y="3267"/>
                  </a:cubicBezTo>
                  <a:cubicBezTo>
                    <a:pt x="80" y="3267"/>
                    <a:pt x="79" y="3266"/>
                    <a:pt x="77" y="3262"/>
                  </a:cubicBezTo>
                  <a:cubicBezTo>
                    <a:pt x="74" y="3255"/>
                    <a:pt x="74" y="3253"/>
                    <a:pt x="77" y="3253"/>
                  </a:cubicBezTo>
                  <a:close/>
                  <a:moveTo>
                    <a:pt x="62" y="3297"/>
                  </a:moveTo>
                  <a:cubicBezTo>
                    <a:pt x="61" y="3297"/>
                    <a:pt x="60" y="3298"/>
                    <a:pt x="59" y="3298"/>
                  </a:cubicBezTo>
                  <a:cubicBezTo>
                    <a:pt x="59" y="3298"/>
                    <a:pt x="59" y="3299"/>
                    <a:pt x="59" y="3299"/>
                  </a:cubicBezTo>
                  <a:lnTo>
                    <a:pt x="59" y="3299"/>
                  </a:lnTo>
                  <a:cubicBezTo>
                    <a:pt x="60" y="3298"/>
                    <a:pt x="61" y="3297"/>
                    <a:pt x="62" y="3297"/>
                  </a:cubicBezTo>
                  <a:close/>
                  <a:moveTo>
                    <a:pt x="100" y="3289"/>
                  </a:moveTo>
                  <a:lnTo>
                    <a:pt x="103" y="3294"/>
                  </a:lnTo>
                  <a:cubicBezTo>
                    <a:pt x="106" y="3299"/>
                    <a:pt x="106" y="3299"/>
                    <a:pt x="98" y="3303"/>
                  </a:cubicBezTo>
                  <a:lnTo>
                    <a:pt x="96" y="3298"/>
                  </a:lnTo>
                  <a:lnTo>
                    <a:pt x="100" y="3289"/>
                  </a:lnTo>
                  <a:close/>
                  <a:moveTo>
                    <a:pt x="59" y="3299"/>
                  </a:moveTo>
                  <a:lnTo>
                    <a:pt x="59" y="3299"/>
                  </a:lnTo>
                  <a:cubicBezTo>
                    <a:pt x="55" y="3301"/>
                    <a:pt x="55" y="3303"/>
                    <a:pt x="55" y="3303"/>
                  </a:cubicBezTo>
                  <a:cubicBezTo>
                    <a:pt x="56" y="3303"/>
                    <a:pt x="57" y="3302"/>
                    <a:pt x="59" y="3299"/>
                  </a:cubicBezTo>
                  <a:close/>
                  <a:moveTo>
                    <a:pt x="110" y="3336"/>
                  </a:moveTo>
                  <a:lnTo>
                    <a:pt x="110" y="3336"/>
                  </a:lnTo>
                  <a:cubicBezTo>
                    <a:pt x="112" y="3338"/>
                    <a:pt x="113" y="3339"/>
                    <a:pt x="115" y="3339"/>
                  </a:cubicBezTo>
                  <a:cubicBezTo>
                    <a:pt x="117" y="3339"/>
                    <a:pt x="117" y="3337"/>
                    <a:pt x="110" y="3336"/>
                  </a:cubicBezTo>
                  <a:close/>
                  <a:moveTo>
                    <a:pt x="131" y="3336"/>
                  </a:moveTo>
                  <a:cubicBezTo>
                    <a:pt x="131" y="3339"/>
                    <a:pt x="132" y="3340"/>
                    <a:pt x="134" y="3341"/>
                  </a:cubicBezTo>
                  <a:cubicBezTo>
                    <a:pt x="137" y="3345"/>
                    <a:pt x="137" y="3345"/>
                    <a:pt x="131" y="3351"/>
                  </a:cubicBezTo>
                  <a:lnTo>
                    <a:pt x="127" y="3346"/>
                  </a:lnTo>
                  <a:lnTo>
                    <a:pt x="131" y="3336"/>
                  </a:lnTo>
                  <a:close/>
                  <a:moveTo>
                    <a:pt x="178" y="3369"/>
                  </a:moveTo>
                  <a:lnTo>
                    <a:pt x="182" y="3373"/>
                  </a:lnTo>
                  <a:cubicBezTo>
                    <a:pt x="186" y="3377"/>
                    <a:pt x="180" y="3382"/>
                    <a:pt x="180" y="3382"/>
                  </a:cubicBezTo>
                  <a:cubicBezTo>
                    <a:pt x="180" y="3382"/>
                    <a:pt x="177" y="3386"/>
                    <a:pt x="173" y="3386"/>
                  </a:cubicBezTo>
                  <a:cubicBezTo>
                    <a:pt x="172" y="3386"/>
                    <a:pt x="171" y="3385"/>
                    <a:pt x="170" y="3385"/>
                  </a:cubicBezTo>
                  <a:cubicBezTo>
                    <a:pt x="171" y="3379"/>
                    <a:pt x="174" y="3373"/>
                    <a:pt x="178" y="3369"/>
                  </a:cubicBezTo>
                  <a:close/>
                  <a:moveTo>
                    <a:pt x="376" y="3499"/>
                  </a:moveTo>
                  <a:cubicBezTo>
                    <a:pt x="378" y="3499"/>
                    <a:pt x="378" y="3500"/>
                    <a:pt x="376" y="3502"/>
                  </a:cubicBezTo>
                  <a:cubicBezTo>
                    <a:pt x="373" y="3508"/>
                    <a:pt x="368" y="3511"/>
                    <a:pt x="363" y="3514"/>
                  </a:cubicBezTo>
                  <a:cubicBezTo>
                    <a:pt x="363" y="3514"/>
                    <a:pt x="360" y="3515"/>
                    <a:pt x="358" y="3515"/>
                  </a:cubicBezTo>
                  <a:cubicBezTo>
                    <a:pt x="357" y="3515"/>
                    <a:pt x="356" y="3514"/>
                    <a:pt x="358" y="3511"/>
                  </a:cubicBezTo>
                  <a:lnTo>
                    <a:pt x="362" y="3504"/>
                  </a:lnTo>
                  <a:cubicBezTo>
                    <a:pt x="367" y="3501"/>
                    <a:pt x="373" y="3499"/>
                    <a:pt x="376" y="3499"/>
                  </a:cubicBezTo>
                  <a:close/>
                  <a:moveTo>
                    <a:pt x="568" y="3575"/>
                  </a:moveTo>
                  <a:cubicBezTo>
                    <a:pt x="574" y="3578"/>
                    <a:pt x="574" y="3578"/>
                    <a:pt x="569" y="3585"/>
                  </a:cubicBezTo>
                  <a:cubicBezTo>
                    <a:pt x="567" y="3591"/>
                    <a:pt x="561" y="3594"/>
                    <a:pt x="556" y="3594"/>
                  </a:cubicBezTo>
                  <a:cubicBezTo>
                    <a:pt x="554" y="3594"/>
                    <a:pt x="553" y="3594"/>
                    <a:pt x="551" y="3593"/>
                  </a:cubicBezTo>
                  <a:cubicBezTo>
                    <a:pt x="546" y="3590"/>
                    <a:pt x="554" y="3576"/>
                    <a:pt x="568" y="3575"/>
                  </a:cubicBezTo>
                  <a:close/>
                  <a:moveTo>
                    <a:pt x="1326" y="3992"/>
                  </a:moveTo>
                  <a:cubicBezTo>
                    <a:pt x="1333" y="3992"/>
                    <a:pt x="1325" y="4002"/>
                    <a:pt x="1310" y="4008"/>
                  </a:cubicBezTo>
                  <a:cubicBezTo>
                    <a:pt x="1303" y="4014"/>
                    <a:pt x="1300" y="4016"/>
                    <a:pt x="1299" y="4016"/>
                  </a:cubicBezTo>
                  <a:cubicBezTo>
                    <a:pt x="1298" y="4016"/>
                    <a:pt x="1300" y="4013"/>
                    <a:pt x="1304" y="4005"/>
                  </a:cubicBezTo>
                  <a:cubicBezTo>
                    <a:pt x="1308" y="3999"/>
                    <a:pt x="1311" y="3993"/>
                    <a:pt x="1315" y="3993"/>
                  </a:cubicBezTo>
                  <a:cubicBezTo>
                    <a:pt x="1316" y="3993"/>
                    <a:pt x="1317" y="3993"/>
                    <a:pt x="1318" y="3994"/>
                  </a:cubicBezTo>
                  <a:cubicBezTo>
                    <a:pt x="1321" y="3992"/>
                    <a:pt x="1324" y="3992"/>
                    <a:pt x="1326" y="3992"/>
                  </a:cubicBezTo>
                  <a:close/>
                  <a:moveTo>
                    <a:pt x="1600" y="0"/>
                  </a:moveTo>
                  <a:cubicBezTo>
                    <a:pt x="1597" y="0"/>
                    <a:pt x="1595" y="3"/>
                    <a:pt x="1596" y="8"/>
                  </a:cubicBezTo>
                  <a:lnTo>
                    <a:pt x="1586" y="9"/>
                  </a:lnTo>
                  <a:cubicBezTo>
                    <a:pt x="1579" y="6"/>
                    <a:pt x="1574" y="4"/>
                    <a:pt x="1571" y="4"/>
                  </a:cubicBezTo>
                  <a:cubicBezTo>
                    <a:pt x="1563" y="4"/>
                    <a:pt x="1565" y="12"/>
                    <a:pt x="1580" y="20"/>
                  </a:cubicBezTo>
                  <a:cubicBezTo>
                    <a:pt x="1595" y="28"/>
                    <a:pt x="1599" y="31"/>
                    <a:pt x="1595" y="31"/>
                  </a:cubicBezTo>
                  <a:cubicBezTo>
                    <a:pt x="1593" y="31"/>
                    <a:pt x="1589" y="30"/>
                    <a:pt x="1583" y="29"/>
                  </a:cubicBezTo>
                  <a:cubicBezTo>
                    <a:pt x="1579" y="27"/>
                    <a:pt x="1575" y="26"/>
                    <a:pt x="1572" y="26"/>
                  </a:cubicBezTo>
                  <a:cubicBezTo>
                    <a:pt x="1568" y="26"/>
                    <a:pt x="1565" y="29"/>
                    <a:pt x="1563" y="33"/>
                  </a:cubicBezTo>
                  <a:cubicBezTo>
                    <a:pt x="1562" y="36"/>
                    <a:pt x="1561" y="37"/>
                    <a:pt x="1560" y="37"/>
                  </a:cubicBezTo>
                  <a:cubicBezTo>
                    <a:pt x="1559" y="37"/>
                    <a:pt x="1557" y="36"/>
                    <a:pt x="1553" y="34"/>
                  </a:cubicBezTo>
                  <a:cubicBezTo>
                    <a:pt x="1551" y="33"/>
                    <a:pt x="1548" y="32"/>
                    <a:pt x="1546" y="32"/>
                  </a:cubicBezTo>
                  <a:cubicBezTo>
                    <a:pt x="1541" y="32"/>
                    <a:pt x="1536" y="34"/>
                    <a:pt x="1533" y="37"/>
                  </a:cubicBezTo>
                  <a:cubicBezTo>
                    <a:pt x="1531" y="43"/>
                    <a:pt x="1531" y="43"/>
                    <a:pt x="1537" y="46"/>
                  </a:cubicBezTo>
                  <a:cubicBezTo>
                    <a:pt x="1538" y="46"/>
                    <a:pt x="1538" y="46"/>
                    <a:pt x="1539" y="46"/>
                  </a:cubicBezTo>
                  <a:cubicBezTo>
                    <a:pt x="1546" y="46"/>
                    <a:pt x="1542" y="53"/>
                    <a:pt x="1530" y="53"/>
                  </a:cubicBezTo>
                  <a:cubicBezTo>
                    <a:pt x="1528" y="53"/>
                    <a:pt x="1527" y="53"/>
                    <a:pt x="1525" y="53"/>
                  </a:cubicBezTo>
                  <a:lnTo>
                    <a:pt x="1525" y="53"/>
                  </a:lnTo>
                  <a:cubicBezTo>
                    <a:pt x="1515" y="55"/>
                    <a:pt x="1515" y="55"/>
                    <a:pt x="1528" y="62"/>
                  </a:cubicBezTo>
                  <a:cubicBezTo>
                    <a:pt x="1542" y="69"/>
                    <a:pt x="1538" y="79"/>
                    <a:pt x="1525" y="79"/>
                  </a:cubicBezTo>
                  <a:cubicBezTo>
                    <a:pt x="1523" y="79"/>
                    <a:pt x="1522" y="79"/>
                    <a:pt x="1521" y="79"/>
                  </a:cubicBezTo>
                  <a:lnTo>
                    <a:pt x="1514" y="89"/>
                  </a:lnTo>
                  <a:cubicBezTo>
                    <a:pt x="1512" y="94"/>
                    <a:pt x="1518" y="99"/>
                    <a:pt x="1525" y="102"/>
                  </a:cubicBezTo>
                  <a:cubicBezTo>
                    <a:pt x="1540" y="110"/>
                    <a:pt x="1540" y="110"/>
                    <a:pt x="1530" y="111"/>
                  </a:cubicBezTo>
                  <a:cubicBezTo>
                    <a:pt x="1527" y="112"/>
                    <a:pt x="1525" y="112"/>
                    <a:pt x="1523" y="112"/>
                  </a:cubicBezTo>
                  <a:cubicBezTo>
                    <a:pt x="1520" y="112"/>
                    <a:pt x="1516" y="111"/>
                    <a:pt x="1513" y="109"/>
                  </a:cubicBezTo>
                  <a:cubicBezTo>
                    <a:pt x="1511" y="108"/>
                    <a:pt x="1510" y="108"/>
                    <a:pt x="1508" y="108"/>
                  </a:cubicBezTo>
                  <a:cubicBezTo>
                    <a:pt x="1504" y="108"/>
                    <a:pt x="1502" y="112"/>
                    <a:pt x="1499" y="117"/>
                  </a:cubicBezTo>
                  <a:cubicBezTo>
                    <a:pt x="1497" y="121"/>
                    <a:pt x="1490" y="133"/>
                    <a:pt x="1498" y="136"/>
                  </a:cubicBezTo>
                  <a:lnTo>
                    <a:pt x="1490" y="133"/>
                  </a:lnTo>
                  <a:cubicBezTo>
                    <a:pt x="1488" y="138"/>
                    <a:pt x="1480" y="134"/>
                    <a:pt x="1488" y="138"/>
                  </a:cubicBezTo>
                  <a:cubicBezTo>
                    <a:pt x="1484" y="144"/>
                    <a:pt x="1478" y="147"/>
                    <a:pt x="1472" y="151"/>
                  </a:cubicBezTo>
                  <a:cubicBezTo>
                    <a:pt x="1461" y="156"/>
                    <a:pt x="1463" y="175"/>
                    <a:pt x="1478" y="175"/>
                  </a:cubicBezTo>
                  <a:cubicBezTo>
                    <a:pt x="1481" y="175"/>
                    <a:pt x="1484" y="174"/>
                    <a:pt x="1487" y="173"/>
                  </a:cubicBezTo>
                  <a:lnTo>
                    <a:pt x="1487" y="173"/>
                  </a:lnTo>
                  <a:lnTo>
                    <a:pt x="1485" y="177"/>
                  </a:lnTo>
                  <a:cubicBezTo>
                    <a:pt x="1481" y="183"/>
                    <a:pt x="1489" y="188"/>
                    <a:pt x="1489" y="188"/>
                  </a:cubicBezTo>
                  <a:cubicBezTo>
                    <a:pt x="1496" y="191"/>
                    <a:pt x="1493" y="197"/>
                    <a:pt x="1490" y="202"/>
                  </a:cubicBezTo>
                  <a:lnTo>
                    <a:pt x="1476" y="194"/>
                  </a:lnTo>
                  <a:cubicBezTo>
                    <a:pt x="1468" y="187"/>
                    <a:pt x="1461" y="185"/>
                    <a:pt x="1457" y="185"/>
                  </a:cubicBezTo>
                  <a:cubicBezTo>
                    <a:pt x="1452" y="185"/>
                    <a:pt x="1452" y="191"/>
                    <a:pt x="1462" y="201"/>
                  </a:cubicBezTo>
                  <a:lnTo>
                    <a:pt x="1455" y="198"/>
                  </a:lnTo>
                  <a:cubicBezTo>
                    <a:pt x="1454" y="197"/>
                    <a:pt x="1453" y="196"/>
                    <a:pt x="1451" y="196"/>
                  </a:cubicBezTo>
                  <a:cubicBezTo>
                    <a:pt x="1447" y="196"/>
                    <a:pt x="1446" y="202"/>
                    <a:pt x="1447" y="213"/>
                  </a:cubicBezTo>
                  <a:cubicBezTo>
                    <a:pt x="1444" y="219"/>
                    <a:pt x="1455" y="231"/>
                    <a:pt x="1462" y="236"/>
                  </a:cubicBezTo>
                  <a:cubicBezTo>
                    <a:pt x="1470" y="239"/>
                    <a:pt x="1467" y="245"/>
                    <a:pt x="1467" y="245"/>
                  </a:cubicBezTo>
                  <a:cubicBezTo>
                    <a:pt x="1465" y="248"/>
                    <a:pt x="1464" y="249"/>
                    <a:pt x="1463" y="249"/>
                  </a:cubicBezTo>
                  <a:cubicBezTo>
                    <a:pt x="1461" y="249"/>
                    <a:pt x="1460" y="248"/>
                    <a:pt x="1457" y="246"/>
                  </a:cubicBezTo>
                  <a:cubicBezTo>
                    <a:pt x="1453" y="244"/>
                    <a:pt x="1451" y="244"/>
                    <a:pt x="1448" y="244"/>
                  </a:cubicBezTo>
                  <a:cubicBezTo>
                    <a:pt x="1440" y="244"/>
                    <a:pt x="1439" y="252"/>
                    <a:pt x="1448" y="263"/>
                  </a:cubicBezTo>
                  <a:lnTo>
                    <a:pt x="1441" y="258"/>
                  </a:lnTo>
                  <a:cubicBezTo>
                    <a:pt x="1439" y="257"/>
                    <a:pt x="1437" y="257"/>
                    <a:pt x="1435" y="257"/>
                  </a:cubicBezTo>
                  <a:cubicBezTo>
                    <a:pt x="1429" y="257"/>
                    <a:pt x="1421" y="263"/>
                    <a:pt x="1416" y="287"/>
                  </a:cubicBezTo>
                  <a:cubicBezTo>
                    <a:pt x="1405" y="307"/>
                    <a:pt x="1397" y="321"/>
                    <a:pt x="1390" y="321"/>
                  </a:cubicBezTo>
                  <a:cubicBezTo>
                    <a:pt x="1389" y="321"/>
                    <a:pt x="1389" y="321"/>
                    <a:pt x="1388" y="321"/>
                  </a:cubicBezTo>
                  <a:cubicBezTo>
                    <a:pt x="1388" y="321"/>
                    <a:pt x="1387" y="321"/>
                    <a:pt x="1387" y="321"/>
                  </a:cubicBezTo>
                  <a:cubicBezTo>
                    <a:pt x="1382" y="321"/>
                    <a:pt x="1384" y="348"/>
                    <a:pt x="1392" y="365"/>
                  </a:cubicBezTo>
                  <a:cubicBezTo>
                    <a:pt x="1390" y="364"/>
                    <a:pt x="1389" y="364"/>
                    <a:pt x="1388" y="364"/>
                  </a:cubicBezTo>
                  <a:cubicBezTo>
                    <a:pt x="1383" y="364"/>
                    <a:pt x="1380" y="369"/>
                    <a:pt x="1376" y="377"/>
                  </a:cubicBezTo>
                  <a:cubicBezTo>
                    <a:pt x="1370" y="388"/>
                    <a:pt x="1368" y="392"/>
                    <a:pt x="1365" y="392"/>
                  </a:cubicBezTo>
                  <a:cubicBezTo>
                    <a:pt x="1364" y="392"/>
                    <a:pt x="1362" y="391"/>
                    <a:pt x="1360" y="389"/>
                  </a:cubicBezTo>
                  <a:cubicBezTo>
                    <a:pt x="1355" y="383"/>
                    <a:pt x="1352" y="380"/>
                    <a:pt x="1351" y="380"/>
                  </a:cubicBezTo>
                  <a:lnTo>
                    <a:pt x="1351" y="380"/>
                  </a:lnTo>
                  <a:cubicBezTo>
                    <a:pt x="1351" y="380"/>
                    <a:pt x="1353" y="385"/>
                    <a:pt x="1357" y="395"/>
                  </a:cubicBezTo>
                  <a:cubicBezTo>
                    <a:pt x="1366" y="406"/>
                    <a:pt x="1358" y="415"/>
                    <a:pt x="1348" y="415"/>
                  </a:cubicBezTo>
                  <a:cubicBezTo>
                    <a:pt x="1345" y="415"/>
                    <a:pt x="1342" y="415"/>
                    <a:pt x="1339" y="413"/>
                  </a:cubicBezTo>
                  <a:cubicBezTo>
                    <a:pt x="1337" y="412"/>
                    <a:pt x="1335" y="411"/>
                    <a:pt x="1334" y="411"/>
                  </a:cubicBezTo>
                  <a:cubicBezTo>
                    <a:pt x="1330" y="411"/>
                    <a:pt x="1327" y="417"/>
                    <a:pt x="1322" y="425"/>
                  </a:cubicBezTo>
                  <a:cubicBezTo>
                    <a:pt x="1326" y="434"/>
                    <a:pt x="1321" y="446"/>
                    <a:pt x="1315" y="456"/>
                  </a:cubicBezTo>
                  <a:cubicBezTo>
                    <a:pt x="1306" y="472"/>
                    <a:pt x="1306" y="472"/>
                    <a:pt x="1321" y="479"/>
                  </a:cubicBezTo>
                  <a:cubicBezTo>
                    <a:pt x="1334" y="487"/>
                    <a:pt x="1332" y="493"/>
                    <a:pt x="1326" y="504"/>
                  </a:cubicBezTo>
                  <a:cubicBezTo>
                    <a:pt x="1324" y="507"/>
                    <a:pt x="1321" y="512"/>
                    <a:pt x="1317" y="512"/>
                  </a:cubicBezTo>
                  <a:cubicBezTo>
                    <a:pt x="1316" y="512"/>
                    <a:pt x="1314" y="511"/>
                    <a:pt x="1313" y="511"/>
                  </a:cubicBezTo>
                  <a:cubicBezTo>
                    <a:pt x="1313" y="511"/>
                    <a:pt x="1303" y="512"/>
                    <a:pt x="1300" y="517"/>
                  </a:cubicBezTo>
                  <a:cubicBezTo>
                    <a:pt x="1298" y="522"/>
                    <a:pt x="1296" y="526"/>
                    <a:pt x="1292" y="526"/>
                  </a:cubicBezTo>
                  <a:cubicBezTo>
                    <a:pt x="1290" y="526"/>
                    <a:pt x="1289" y="525"/>
                    <a:pt x="1287" y="524"/>
                  </a:cubicBezTo>
                  <a:cubicBezTo>
                    <a:pt x="1280" y="526"/>
                    <a:pt x="1274" y="531"/>
                    <a:pt x="1272" y="536"/>
                  </a:cubicBezTo>
                  <a:cubicBezTo>
                    <a:pt x="1266" y="546"/>
                    <a:pt x="1261" y="555"/>
                    <a:pt x="1255" y="555"/>
                  </a:cubicBezTo>
                  <a:cubicBezTo>
                    <a:pt x="1254" y="555"/>
                    <a:pt x="1253" y="555"/>
                    <a:pt x="1252" y="554"/>
                  </a:cubicBezTo>
                  <a:lnTo>
                    <a:pt x="1252" y="554"/>
                  </a:lnTo>
                  <a:cubicBezTo>
                    <a:pt x="1249" y="560"/>
                    <a:pt x="1249" y="560"/>
                    <a:pt x="1256" y="563"/>
                  </a:cubicBezTo>
                  <a:cubicBezTo>
                    <a:pt x="1264" y="568"/>
                    <a:pt x="1268" y="577"/>
                    <a:pt x="1249" y="595"/>
                  </a:cubicBezTo>
                  <a:cubicBezTo>
                    <a:pt x="1243" y="605"/>
                    <a:pt x="1235" y="622"/>
                    <a:pt x="1241" y="625"/>
                  </a:cubicBezTo>
                  <a:cubicBezTo>
                    <a:pt x="1240" y="628"/>
                    <a:pt x="1239" y="630"/>
                    <a:pt x="1238" y="630"/>
                  </a:cubicBezTo>
                  <a:cubicBezTo>
                    <a:pt x="1236" y="630"/>
                    <a:pt x="1235" y="629"/>
                    <a:pt x="1231" y="627"/>
                  </a:cubicBezTo>
                  <a:cubicBezTo>
                    <a:pt x="1228" y="625"/>
                    <a:pt x="1225" y="625"/>
                    <a:pt x="1222" y="625"/>
                  </a:cubicBezTo>
                  <a:cubicBezTo>
                    <a:pt x="1215" y="625"/>
                    <a:pt x="1213" y="634"/>
                    <a:pt x="1220" y="649"/>
                  </a:cubicBezTo>
                  <a:cubicBezTo>
                    <a:pt x="1227" y="652"/>
                    <a:pt x="1223" y="658"/>
                    <a:pt x="1213" y="659"/>
                  </a:cubicBezTo>
                  <a:cubicBezTo>
                    <a:pt x="1212" y="664"/>
                    <a:pt x="1212" y="669"/>
                    <a:pt x="1215" y="673"/>
                  </a:cubicBezTo>
                  <a:cubicBezTo>
                    <a:pt x="1219" y="683"/>
                    <a:pt x="1219" y="683"/>
                    <a:pt x="1206" y="690"/>
                  </a:cubicBezTo>
                  <a:cubicBezTo>
                    <a:pt x="1204" y="689"/>
                    <a:pt x="1203" y="688"/>
                    <a:pt x="1201" y="688"/>
                  </a:cubicBezTo>
                  <a:cubicBezTo>
                    <a:pt x="1197" y="688"/>
                    <a:pt x="1196" y="693"/>
                    <a:pt x="1193" y="697"/>
                  </a:cubicBezTo>
                  <a:cubicBezTo>
                    <a:pt x="1194" y="711"/>
                    <a:pt x="1163" y="771"/>
                    <a:pt x="1153" y="772"/>
                  </a:cubicBezTo>
                  <a:cubicBezTo>
                    <a:pt x="1156" y="781"/>
                    <a:pt x="1156" y="781"/>
                    <a:pt x="1154" y="787"/>
                  </a:cubicBezTo>
                  <a:cubicBezTo>
                    <a:pt x="1152" y="786"/>
                    <a:pt x="1150" y="786"/>
                    <a:pt x="1149" y="786"/>
                  </a:cubicBezTo>
                  <a:cubicBezTo>
                    <a:pt x="1137" y="786"/>
                    <a:pt x="1142" y="794"/>
                    <a:pt x="1155" y="801"/>
                  </a:cubicBezTo>
                  <a:lnTo>
                    <a:pt x="1158" y="797"/>
                  </a:lnTo>
                  <a:lnTo>
                    <a:pt x="1160" y="791"/>
                  </a:lnTo>
                  <a:lnTo>
                    <a:pt x="1160" y="791"/>
                  </a:lnTo>
                  <a:cubicBezTo>
                    <a:pt x="1171" y="797"/>
                    <a:pt x="1169" y="807"/>
                    <a:pt x="1158" y="807"/>
                  </a:cubicBezTo>
                  <a:cubicBezTo>
                    <a:pt x="1155" y="807"/>
                    <a:pt x="1150" y="806"/>
                    <a:pt x="1145" y="803"/>
                  </a:cubicBezTo>
                  <a:cubicBezTo>
                    <a:pt x="1140" y="803"/>
                    <a:pt x="1136" y="802"/>
                    <a:pt x="1134" y="802"/>
                  </a:cubicBezTo>
                  <a:cubicBezTo>
                    <a:pt x="1129" y="802"/>
                    <a:pt x="1131" y="805"/>
                    <a:pt x="1139" y="814"/>
                  </a:cubicBezTo>
                  <a:cubicBezTo>
                    <a:pt x="1149" y="825"/>
                    <a:pt x="1148" y="831"/>
                    <a:pt x="1137" y="831"/>
                  </a:cubicBezTo>
                  <a:cubicBezTo>
                    <a:pt x="1135" y="831"/>
                    <a:pt x="1133" y="831"/>
                    <a:pt x="1130" y="830"/>
                  </a:cubicBezTo>
                  <a:cubicBezTo>
                    <a:pt x="1124" y="827"/>
                    <a:pt x="1120" y="825"/>
                    <a:pt x="1119" y="825"/>
                  </a:cubicBezTo>
                  <a:cubicBezTo>
                    <a:pt x="1118" y="825"/>
                    <a:pt x="1121" y="828"/>
                    <a:pt x="1127" y="835"/>
                  </a:cubicBezTo>
                  <a:cubicBezTo>
                    <a:pt x="1145" y="855"/>
                    <a:pt x="1148" y="872"/>
                    <a:pt x="1136" y="872"/>
                  </a:cubicBezTo>
                  <a:cubicBezTo>
                    <a:pt x="1132" y="872"/>
                    <a:pt x="1127" y="870"/>
                    <a:pt x="1120" y="866"/>
                  </a:cubicBezTo>
                  <a:cubicBezTo>
                    <a:pt x="1113" y="862"/>
                    <a:pt x="1107" y="861"/>
                    <a:pt x="1102" y="861"/>
                  </a:cubicBezTo>
                  <a:cubicBezTo>
                    <a:pt x="1097" y="861"/>
                    <a:pt x="1094" y="862"/>
                    <a:pt x="1092" y="865"/>
                  </a:cubicBezTo>
                  <a:cubicBezTo>
                    <a:pt x="1090" y="871"/>
                    <a:pt x="1097" y="875"/>
                    <a:pt x="1103" y="879"/>
                  </a:cubicBezTo>
                  <a:cubicBezTo>
                    <a:pt x="1121" y="881"/>
                    <a:pt x="1118" y="886"/>
                    <a:pt x="1098" y="890"/>
                  </a:cubicBezTo>
                  <a:cubicBezTo>
                    <a:pt x="1067" y="894"/>
                    <a:pt x="1062" y="904"/>
                    <a:pt x="1067" y="929"/>
                  </a:cubicBezTo>
                  <a:cubicBezTo>
                    <a:pt x="1069" y="948"/>
                    <a:pt x="1065" y="962"/>
                    <a:pt x="1061" y="962"/>
                  </a:cubicBezTo>
                  <a:cubicBezTo>
                    <a:pt x="1059" y="962"/>
                    <a:pt x="1057" y="958"/>
                    <a:pt x="1055" y="950"/>
                  </a:cubicBezTo>
                  <a:cubicBezTo>
                    <a:pt x="1051" y="940"/>
                    <a:pt x="1049" y="935"/>
                    <a:pt x="1048" y="935"/>
                  </a:cubicBezTo>
                  <a:lnTo>
                    <a:pt x="1048" y="935"/>
                  </a:lnTo>
                  <a:cubicBezTo>
                    <a:pt x="1047" y="935"/>
                    <a:pt x="1048" y="939"/>
                    <a:pt x="1048" y="946"/>
                  </a:cubicBezTo>
                  <a:lnTo>
                    <a:pt x="1034" y="973"/>
                  </a:lnTo>
                  <a:cubicBezTo>
                    <a:pt x="1031" y="981"/>
                    <a:pt x="1035" y="988"/>
                    <a:pt x="1043" y="992"/>
                  </a:cubicBezTo>
                  <a:cubicBezTo>
                    <a:pt x="1040" y="992"/>
                    <a:pt x="1038" y="991"/>
                    <a:pt x="1036" y="991"/>
                  </a:cubicBezTo>
                  <a:cubicBezTo>
                    <a:pt x="1022" y="991"/>
                    <a:pt x="1013" y="999"/>
                    <a:pt x="1020" y="1014"/>
                  </a:cubicBezTo>
                  <a:cubicBezTo>
                    <a:pt x="1018" y="1020"/>
                    <a:pt x="1015" y="1026"/>
                    <a:pt x="1015" y="1026"/>
                  </a:cubicBezTo>
                  <a:cubicBezTo>
                    <a:pt x="1011" y="1031"/>
                    <a:pt x="1011" y="1031"/>
                    <a:pt x="1016" y="1040"/>
                  </a:cubicBezTo>
                  <a:cubicBezTo>
                    <a:pt x="1020" y="1049"/>
                    <a:pt x="1010" y="1051"/>
                    <a:pt x="1000" y="1052"/>
                  </a:cubicBezTo>
                  <a:cubicBezTo>
                    <a:pt x="990" y="1054"/>
                    <a:pt x="980" y="1056"/>
                    <a:pt x="987" y="1059"/>
                  </a:cubicBezTo>
                  <a:cubicBezTo>
                    <a:pt x="994" y="1064"/>
                    <a:pt x="996" y="1078"/>
                    <a:pt x="1000" y="1087"/>
                  </a:cubicBezTo>
                  <a:cubicBezTo>
                    <a:pt x="1002" y="1092"/>
                    <a:pt x="1000" y="1095"/>
                    <a:pt x="997" y="1095"/>
                  </a:cubicBezTo>
                  <a:cubicBezTo>
                    <a:pt x="994" y="1095"/>
                    <a:pt x="991" y="1093"/>
                    <a:pt x="990" y="1088"/>
                  </a:cubicBezTo>
                  <a:cubicBezTo>
                    <a:pt x="987" y="1087"/>
                    <a:pt x="985" y="1086"/>
                    <a:pt x="983" y="1086"/>
                  </a:cubicBezTo>
                  <a:cubicBezTo>
                    <a:pt x="980" y="1086"/>
                    <a:pt x="977" y="1088"/>
                    <a:pt x="970" y="1092"/>
                  </a:cubicBezTo>
                  <a:cubicBezTo>
                    <a:pt x="966" y="1097"/>
                    <a:pt x="961" y="1107"/>
                    <a:pt x="968" y="1112"/>
                  </a:cubicBezTo>
                  <a:cubicBezTo>
                    <a:pt x="975" y="1115"/>
                    <a:pt x="957" y="1148"/>
                    <a:pt x="947" y="1150"/>
                  </a:cubicBezTo>
                  <a:lnTo>
                    <a:pt x="942" y="1160"/>
                  </a:lnTo>
                  <a:cubicBezTo>
                    <a:pt x="938" y="1166"/>
                    <a:pt x="943" y="1175"/>
                    <a:pt x="939" y="1180"/>
                  </a:cubicBezTo>
                  <a:cubicBezTo>
                    <a:pt x="938" y="1185"/>
                    <a:pt x="938" y="1190"/>
                    <a:pt x="941" y="1195"/>
                  </a:cubicBezTo>
                  <a:cubicBezTo>
                    <a:pt x="939" y="1199"/>
                    <a:pt x="937" y="1203"/>
                    <a:pt x="933" y="1203"/>
                  </a:cubicBezTo>
                  <a:cubicBezTo>
                    <a:pt x="931" y="1203"/>
                    <a:pt x="930" y="1203"/>
                    <a:pt x="928" y="1202"/>
                  </a:cubicBezTo>
                  <a:lnTo>
                    <a:pt x="928" y="1202"/>
                  </a:lnTo>
                  <a:cubicBezTo>
                    <a:pt x="936" y="1211"/>
                    <a:pt x="939" y="1214"/>
                    <a:pt x="933" y="1214"/>
                  </a:cubicBezTo>
                  <a:cubicBezTo>
                    <a:pt x="931" y="1214"/>
                    <a:pt x="928" y="1214"/>
                    <a:pt x="923" y="1213"/>
                  </a:cubicBezTo>
                  <a:cubicBezTo>
                    <a:pt x="916" y="1209"/>
                    <a:pt x="913" y="1208"/>
                    <a:pt x="912" y="1208"/>
                  </a:cubicBezTo>
                  <a:cubicBezTo>
                    <a:pt x="910" y="1208"/>
                    <a:pt x="913" y="1211"/>
                    <a:pt x="919" y="1218"/>
                  </a:cubicBezTo>
                  <a:cubicBezTo>
                    <a:pt x="924" y="1227"/>
                    <a:pt x="924" y="1227"/>
                    <a:pt x="914" y="1229"/>
                  </a:cubicBezTo>
                  <a:cubicBezTo>
                    <a:pt x="912" y="1228"/>
                    <a:pt x="911" y="1228"/>
                    <a:pt x="909" y="1228"/>
                  </a:cubicBezTo>
                  <a:cubicBezTo>
                    <a:pt x="905" y="1228"/>
                    <a:pt x="905" y="1232"/>
                    <a:pt x="910" y="1234"/>
                  </a:cubicBezTo>
                  <a:cubicBezTo>
                    <a:pt x="920" y="1246"/>
                    <a:pt x="920" y="1262"/>
                    <a:pt x="912" y="1262"/>
                  </a:cubicBezTo>
                  <a:cubicBezTo>
                    <a:pt x="910" y="1262"/>
                    <a:pt x="908" y="1261"/>
                    <a:pt x="906" y="1260"/>
                  </a:cubicBezTo>
                  <a:lnTo>
                    <a:pt x="906" y="1260"/>
                  </a:lnTo>
                  <a:cubicBezTo>
                    <a:pt x="904" y="1264"/>
                    <a:pt x="905" y="1270"/>
                    <a:pt x="907" y="1275"/>
                  </a:cubicBezTo>
                  <a:cubicBezTo>
                    <a:pt x="913" y="1282"/>
                    <a:pt x="916" y="1285"/>
                    <a:pt x="915" y="1285"/>
                  </a:cubicBezTo>
                  <a:cubicBezTo>
                    <a:pt x="914" y="1285"/>
                    <a:pt x="910" y="1283"/>
                    <a:pt x="905" y="1280"/>
                  </a:cubicBezTo>
                  <a:cubicBezTo>
                    <a:pt x="901" y="1280"/>
                    <a:pt x="898" y="1279"/>
                    <a:pt x="896" y="1279"/>
                  </a:cubicBezTo>
                  <a:cubicBezTo>
                    <a:pt x="886" y="1279"/>
                    <a:pt x="887" y="1285"/>
                    <a:pt x="896" y="1296"/>
                  </a:cubicBezTo>
                  <a:cubicBezTo>
                    <a:pt x="898" y="1300"/>
                    <a:pt x="895" y="1306"/>
                    <a:pt x="890" y="1307"/>
                  </a:cubicBezTo>
                  <a:cubicBezTo>
                    <a:pt x="877" y="1314"/>
                    <a:pt x="852" y="1342"/>
                    <a:pt x="869" y="1344"/>
                  </a:cubicBezTo>
                  <a:lnTo>
                    <a:pt x="863" y="1355"/>
                  </a:lnTo>
                  <a:cubicBezTo>
                    <a:pt x="850" y="1362"/>
                    <a:pt x="847" y="1368"/>
                    <a:pt x="852" y="1377"/>
                  </a:cubicBezTo>
                  <a:lnTo>
                    <a:pt x="855" y="1386"/>
                  </a:lnTo>
                  <a:cubicBezTo>
                    <a:pt x="853" y="1384"/>
                    <a:pt x="850" y="1384"/>
                    <a:pt x="847" y="1384"/>
                  </a:cubicBezTo>
                  <a:cubicBezTo>
                    <a:pt x="843" y="1384"/>
                    <a:pt x="839" y="1385"/>
                    <a:pt x="835" y="1389"/>
                  </a:cubicBezTo>
                  <a:cubicBezTo>
                    <a:pt x="833" y="1395"/>
                    <a:pt x="833" y="1395"/>
                    <a:pt x="840" y="1398"/>
                  </a:cubicBezTo>
                  <a:cubicBezTo>
                    <a:pt x="841" y="1398"/>
                    <a:pt x="841" y="1398"/>
                    <a:pt x="842" y="1398"/>
                  </a:cubicBezTo>
                  <a:cubicBezTo>
                    <a:pt x="849" y="1398"/>
                    <a:pt x="846" y="1403"/>
                    <a:pt x="844" y="1407"/>
                  </a:cubicBezTo>
                  <a:cubicBezTo>
                    <a:pt x="841" y="1411"/>
                    <a:pt x="837" y="1413"/>
                    <a:pt x="832" y="1413"/>
                  </a:cubicBezTo>
                  <a:cubicBezTo>
                    <a:pt x="829" y="1413"/>
                    <a:pt x="827" y="1412"/>
                    <a:pt x="824" y="1410"/>
                  </a:cubicBezTo>
                  <a:lnTo>
                    <a:pt x="821" y="1416"/>
                  </a:lnTo>
                  <a:cubicBezTo>
                    <a:pt x="832" y="1422"/>
                    <a:pt x="832" y="1426"/>
                    <a:pt x="829" y="1426"/>
                  </a:cubicBezTo>
                  <a:cubicBezTo>
                    <a:pt x="828" y="1426"/>
                    <a:pt x="827" y="1426"/>
                    <a:pt x="825" y="1425"/>
                  </a:cubicBezTo>
                  <a:cubicBezTo>
                    <a:pt x="818" y="1426"/>
                    <a:pt x="812" y="1430"/>
                    <a:pt x="809" y="1437"/>
                  </a:cubicBezTo>
                  <a:lnTo>
                    <a:pt x="801" y="1434"/>
                  </a:lnTo>
                  <a:lnTo>
                    <a:pt x="801" y="1434"/>
                  </a:lnTo>
                  <a:cubicBezTo>
                    <a:pt x="791" y="1435"/>
                    <a:pt x="799" y="1439"/>
                    <a:pt x="806" y="1443"/>
                  </a:cubicBezTo>
                  <a:lnTo>
                    <a:pt x="800" y="1454"/>
                  </a:lnTo>
                  <a:cubicBezTo>
                    <a:pt x="797" y="1458"/>
                    <a:pt x="795" y="1463"/>
                    <a:pt x="802" y="1463"/>
                  </a:cubicBezTo>
                  <a:cubicBezTo>
                    <a:pt x="803" y="1463"/>
                    <a:pt x="804" y="1463"/>
                    <a:pt x="805" y="1463"/>
                  </a:cubicBezTo>
                  <a:cubicBezTo>
                    <a:pt x="812" y="1466"/>
                    <a:pt x="818" y="1471"/>
                    <a:pt x="816" y="1475"/>
                  </a:cubicBezTo>
                  <a:cubicBezTo>
                    <a:pt x="811" y="1473"/>
                    <a:pt x="806" y="1471"/>
                    <a:pt x="803" y="1471"/>
                  </a:cubicBezTo>
                  <a:cubicBezTo>
                    <a:pt x="801" y="1471"/>
                    <a:pt x="799" y="1472"/>
                    <a:pt x="798" y="1473"/>
                  </a:cubicBezTo>
                  <a:cubicBezTo>
                    <a:pt x="797" y="1476"/>
                    <a:pt x="795" y="1476"/>
                    <a:pt x="793" y="1476"/>
                  </a:cubicBezTo>
                  <a:cubicBezTo>
                    <a:pt x="790" y="1476"/>
                    <a:pt x="788" y="1475"/>
                    <a:pt x="788" y="1475"/>
                  </a:cubicBezTo>
                  <a:cubicBezTo>
                    <a:pt x="786" y="1473"/>
                    <a:pt x="784" y="1472"/>
                    <a:pt x="782" y="1472"/>
                  </a:cubicBezTo>
                  <a:cubicBezTo>
                    <a:pt x="775" y="1472"/>
                    <a:pt x="773" y="1489"/>
                    <a:pt x="777" y="1497"/>
                  </a:cubicBezTo>
                  <a:cubicBezTo>
                    <a:pt x="783" y="1509"/>
                    <a:pt x="783" y="1516"/>
                    <a:pt x="778" y="1516"/>
                  </a:cubicBezTo>
                  <a:cubicBezTo>
                    <a:pt x="775" y="1516"/>
                    <a:pt x="772" y="1515"/>
                    <a:pt x="768" y="1512"/>
                  </a:cubicBezTo>
                  <a:cubicBezTo>
                    <a:pt x="766" y="1511"/>
                    <a:pt x="764" y="1511"/>
                    <a:pt x="763" y="1511"/>
                  </a:cubicBezTo>
                  <a:cubicBezTo>
                    <a:pt x="756" y="1511"/>
                    <a:pt x="765" y="1526"/>
                    <a:pt x="780" y="1540"/>
                  </a:cubicBezTo>
                  <a:lnTo>
                    <a:pt x="799" y="1557"/>
                  </a:lnTo>
                  <a:lnTo>
                    <a:pt x="778" y="1546"/>
                  </a:lnTo>
                  <a:cubicBezTo>
                    <a:pt x="766" y="1542"/>
                    <a:pt x="758" y="1540"/>
                    <a:pt x="754" y="1540"/>
                  </a:cubicBezTo>
                  <a:cubicBezTo>
                    <a:pt x="747" y="1540"/>
                    <a:pt x="749" y="1545"/>
                    <a:pt x="752" y="1559"/>
                  </a:cubicBezTo>
                  <a:cubicBezTo>
                    <a:pt x="753" y="1569"/>
                    <a:pt x="753" y="1573"/>
                    <a:pt x="751" y="1573"/>
                  </a:cubicBezTo>
                  <a:cubicBezTo>
                    <a:pt x="750" y="1573"/>
                    <a:pt x="748" y="1572"/>
                    <a:pt x="745" y="1571"/>
                  </a:cubicBezTo>
                  <a:cubicBezTo>
                    <a:pt x="744" y="1570"/>
                    <a:pt x="743" y="1569"/>
                    <a:pt x="741" y="1569"/>
                  </a:cubicBezTo>
                  <a:cubicBezTo>
                    <a:pt x="737" y="1569"/>
                    <a:pt x="734" y="1576"/>
                    <a:pt x="727" y="1589"/>
                  </a:cubicBezTo>
                  <a:cubicBezTo>
                    <a:pt x="718" y="1604"/>
                    <a:pt x="715" y="1610"/>
                    <a:pt x="723" y="1613"/>
                  </a:cubicBezTo>
                  <a:lnTo>
                    <a:pt x="716" y="1625"/>
                  </a:lnTo>
                  <a:cubicBezTo>
                    <a:pt x="715" y="1624"/>
                    <a:pt x="714" y="1624"/>
                    <a:pt x="713" y="1624"/>
                  </a:cubicBezTo>
                  <a:cubicBezTo>
                    <a:pt x="700" y="1624"/>
                    <a:pt x="702" y="1637"/>
                    <a:pt x="717" y="1639"/>
                  </a:cubicBezTo>
                  <a:lnTo>
                    <a:pt x="712" y="1650"/>
                  </a:lnTo>
                  <a:lnTo>
                    <a:pt x="705" y="1646"/>
                  </a:lnTo>
                  <a:cubicBezTo>
                    <a:pt x="704" y="1645"/>
                    <a:pt x="703" y="1645"/>
                    <a:pt x="702" y="1645"/>
                  </a:cubicBezTo>
                  <a:cubicBezTo>
                    <a:pt x="696" y="1645"/>
                    <a:pt x="689" y="1658"/>
                    <a:pt x="668" y="1696"/>
                  </a:cubicBezTo>
                  <a:cubicBezTo>
                    <a:pt x="642" y="1745"/>
                    <a:pt x="639" y="1750"/>
                    <a:pt x="653" y="1758"/>
                  </a:cubicBezTo>
                  <a:cubicBezTo>
                    <a:pt x="661" y="1766"/>
                    <a:pt x="662" y="1772"/>
                    <a:pt x="658" y="1772"/>
                  </a:cubicBezTo>
                  <a:cubicBezTo>
                    <a:pt x="656" y="1772"/>
                    <a:pt x="652" y="1771"/>
                    <a:pt x="648" y="1768"/>
                  </a:cubicBezTo>
                  <a:cubicBezTo>
                    <a:pt x="645" y="1767"/>
                    <a:pt x="641" y="1766"/>
                    <a:pt x="639" y="1766"/>
                  </a:cubicBezTo>
                  <a:cubicBezTo>
                    <a:pt x="635" y="1766"/>
                    <a:pt x="633" y="1768"/>
                    <a:pt x="638" y="1770"/>
                  </a:cubicBezTo>
                  <a:cubicBezTo>
                    <a:pt x="634" y="1776"/>
                    <a:pt x="629" y="1780"/>
                    <a:pt x="622" y="1783"/>
                  </a:cubicBezTo>
                  <a:cubicBezTo>
                    <a:pt x="598" y="1791"/>
                    <a:pt x="603" y="1800"/>
                    <a:pt x="610" y="1804"/>
                  </a:cubicBezTo>
                  <a:cubicBezTo>
                    <a:pt x="628" y="1806"/>
                    <a:pt x="618" y="1807"/>
                    <a:pt x="607" y="1810"/>
                  </a:cubicBezTo>
                  <a:cubicBezTo>
                    <a:pt x="597" y="1811"/>
                    <a:pt x="587" y="1812"/>
                    <a:pt x="594" y="1816"/>
                  </a:cubicBezTo>
                  <a:cubicBezTo>
                    <a:pt x="598" y="1824"/>
                    <a:pt x="589" y="1855"/>
                    <a:pt x="578" y="1855"/>
                  </a:cubicBezTo>
                  <a:cubicBezTo>
                    <a:pt x="576" y="1855"/>
                    <a:pt x="575" y="1854"/>
                    <a:pt x="574" y="1853"/>
                  </a:cubicBezTo>
                  <a:cubicBezTo>
                    <a:pt x="574" y="1853"/>
                    <a:pt x="570" y="1859"/>
                    <a:pt x="567" y="1865"/>
                  </a:cubicBezTo>
                  <a:cubicBezTo>
                    <a:pt x="575" y="1868"/>
                    <a:pt x="569" y="1879"/>
                    <a:pt x="563" y="1890"/>
                  </a:cubicBezTo>
                  <a:cubicBezTo>
                    <a:pt x="558" y="1899"/>
                    <a:pt x="556" y="1904"/>
                    <a:pt x="551" y="1904"/>
                  </a:cubicBezTo>
                  <a:cubicBezTo>
                    <a:pt x="550" y="1904"/>
                    <a:pt x="548" y="1903"/>
                    <a:pt x="547" y="1903"/>
                  </a:cubicBezTo>
                  <a:cubicBezTo>
                    <a:pt x="545" y="1899"/>
                    <a:pt x="544" y="1898"/>
                    <a:pt x="543" y="1898"/>
                  </a:cubicBezTo>
                  <a:cubicBezTo>
                    <a:pt x="541" y="1898"/>
                    <a:pt x="541" y="1903"/>
                    <a:pt x="541" y="1913"/>
                  </a:cubicBezTo>
                  <a:cubicBezTo>
                    <a:pt x="538" y="1918"/>
                    <a:pt x="549" y="1932"/>
                    <a:pt x="547" y="1936"/>
                  </a:cubicBezTo>
                  <a:cubicBezTo>
                    <a:pt x="554" y="1940"/>
                    <a:pt x="557" y="1948"/>
                    <a:pt x="555" y="1955"/>
                  </a:cubicBezTo>
                  <a:lnTo>
                    <a:pt x="548" y="1952"/>
                  </a:lnTo>
                  <a:lnTo>
                    <a:pt x="533" y="1944"/>
                  </a:lnTo>
                  <a:lnTo>
                    <a:pt x="533" y="1944"/>
                  </a:lnTo>
                  <a:cubicBezTo>
                    <a:pt x="531" y="1949"/>
                    <a:pt x="528" y="1954"/>
                    <a:pt x="535" y="1959"/>
                  </a:cubicBezTo>
                  <a:cubicBezTo>
                    <a:pt x="524" y="1960"/>
                    <a:pt x="522" y="1966"/>
                    <a:pt x="517" y="1976"/>
                  </a:cubicBezTo>
                  <a:cubicBezTo>
                    <a:pt x="510" y="1987"/>
                    <a:pt x="504" y="1998"/>
                    <a:pt x="509" y="2007"/>
                  </a:cubicBezTo>
                  <a:cubicBezTo>
                    <a:pt x="508" y="2007"/>
                    <a:pt x="508" y="2007"/>
                    <a:pt x="507" y="2007"/>
                  </a:cubicBezTo>
                  <a:cubicBezTo>
                    <a:pt x="491" y="2007"/>
                    <a:pt x="474" y="2038"/>
                    <a:pt x="485" y="2050"/>
                  </a:cubicBezTo>
                  <a:cubicBezTo>
                    <a:pt x="492" y="2054"/>
                    <a:pt x="490" y="2060"/>
                    <a:pt x="480" y="2061"/>
                  </a:cubicBezTo>
                  <a:cubicBezTo>
                    <a:pt x="469" y="2062"/>
                    <a:pt x="469" y="2062"/>
                    <a:pt x="474" y="2072"/>
                  </a:cubicBezTo>
                  <a:cubicBezTo>
                    <a:pt x="477" y="2081"/>
                    <a:pt x="467" y="2082"/>
                    <a:pt x="457" y="2084"/>
                  </a:cubicBezTo>
                  <a:cubicBezTo>
                    <a:pt x="454" y="2084"/>
                    <a:pt x="451" y="2084"/>
                    <a:pt x="449" y="2084"/>
                  </a:cubicBezTo>
                  <a:cubicBezTo>
                    <a:pt x="439" y="2084"/>
                    <a:pt x="438" y="2089"/>
                    <a:pt x="441" y="2097"/>
                  </a:cubicBezTo>
                  <a:cubicBezTo>
                    <a:pt x="443" y="2107"/>
                    <a:pt x="439" y="2118"/>
                    <a:pt x="434" y="2127"/>
                  </a:cubicBezTo>
                  <a:cubicBezTo>
                    <a:pt x="436" y="2140"/>
                    <a:pt x="433" y="2146"/>
                    <a:pt x="440" y="2146"/>
                  </a:cubicBezTo>
                  <a:cubicBezTo>
                    <a:pt x="441" y="2146"/>
                    <a:pt x="442" y="2146"/>
                    <a:pt x="443" y="2146"/>
                  </a:cubicBezTo>
                  <a:cubicBezTo>
                    <a:pt x="447" y="2148"/>
                    <a:pt x="451" y="2153"/>
                    <a:pt x="454" y="2159"/>
                  </a:cubicBezTo>
                  <a:cubicBezTo>
                    <a:pt x="454" y="2166"/>
                    <a:pt x="453" y="2169"/>
                    <a:pt x="452" y="2169"/>
                  </a:cubicBezTo>
                  <a:cubicBezTo>
                    <a:pt x="451" y="2169"/>
                    <a:pt x="450" y="2167"/>
                    <a:pt x="451" y="2164"/>
                  </a:cubicBezTo>
                  <a:cubicBezTo>
                    <a:pt x="450" y="2156"/>
                    <a:pt x="449" y="2154"/>
                    <a:pt x="447" y="2154"/>
                  </a:cubicBezTo>
                  <a:cubicBezTo>
                    <a:pt x="445" y="2154"/>
                    <a:pt x="442" y="2156"/>
                    <a:pt x="437" y="2156"/>
                  </a:cubicBezTo>
                  <a:cubicBezTo>
                    <a:pt x="427" y="2157"/>
                    <a:pt x="421" y="2169"/>
                    <a:pt x="418" y="2174"/>
                  </a:cubicBezTo>
                  <a:lnTo>
                    <a:pt x="406" y="2196"/>
                  </a:lnTo>
                  <a:cubicBezTo>
                    <a:pt x="390" y="2208"/>
                    <a:pt x="388" y="2213"/>
                    <a:pt x="394" y="2217"/>
                  </a:cubicBezTo>
                  <a:lnTo>
                    <a:pt x="401" y="2221"/>
                  </a:lnTo>
                  <a:cubicBezTo>
                    <a:pt x="401" y="2221"/>
                    <a:pt x="400" y="2221"/>
                    <a:pt x="400" y="2221"/>
                  </a:cubicBezTo>
                  <a:cubicBezTo>
                    <a:pt x="383" y="2221"/>
                    <a:pt x="352" y="2279"/>
                    <a:pt x="364" y="2291"/>
                  </a:cubicBezTo>
                  <a:lnTo>
                    <a:pt x="356" y="2288"/>
                  </a:lnTo>
                  <a:cubicBezTo>
                    <a:pt x="355" y="2286"/>
                    <a:pt x="353" y="2286"/>
                    <a:pt x="352" y="2286"/>
                  </a:cubicBezTo>
                  <a:cubicBezTo>
                    <a:pt x="348" y="2286"/>
                    <a:pt x="345" y="2291"/>
                    <a:pt x="340" y="2300"/>
                  </a:cubicBezTo>
                  <a:cubicBezTo>
                    <a:pt x="336" y="2316"/>
                    <a:pt x="330" y="2331"/>
                    <a:pt x="324" y="2347"/>
                  </a:cubicBezTo>
                  <a:cubicBezTo>
                    <a:pt x="312" y="2368"/>
                    <a:pt x="303" y="2384"/>
                    <a:pt x="310" y="2388"/>
                  </a:cubicBezTo>
                  <a:cubicBezTo>
                    <a:pt x="309" y="2391"/>
                    <a:pt x="308" y="2393"/>
                    <a:pt x="307" y="2393"/>
                  </a:cubicBezTo>
                  <a:cubicBezTo>
                    <a:pt x="306" y="2393"/>
                    <a:pt x="304" y="2392"/>
                    <a:pt x="300" y="2390"/>
                  </a:cubicBezTo>
                  <a:cubicBezTo>
                    <a:pt x="299" y="2386"/>
                    <a:pt x="297" y="2385"/>
                    <a:pt x="296" y="2385"/>
                  </a:cubicBezTo>
                  <a:cubicBezTo>
                    <a:pt x="294" y="2385"/>
                    <a:pt x="292" y="2388"/>
                    <a:pt x="291" y="2391"/>
                  </a:cubicBezTo>
                  <a:cubicBezTo>
                    <a:pt x="288" y="2396"/>
                    <a:pt x="294" y="2401"/>
                    <a:pt x="302" y="2404"/>
                  </a:cubicBezTo>
                  <a:cubicBezTo>
                    <a:pt x="309" y="2409"/>
                    <a:pt x="306" y="2413"/>
                    <a:pt x="293" y="2421"/>
                  </a:cubicBezTo>
                  <a:cubicBezTo>
                    <a:pt x="279" y="2430"/>
                    <a:pt x="270" y="2446"/>
                    <a:pt x="270" y="2464"/>
                  </a:cubicBezTo>
                  <a:cubicBezTo>
                    <a:pt x="267" y="2468"/>
                    <a:pt x="265" y="2472"/>
                    <a:pt x="261" y="2472"/>
                  </a:cubicBezTo>
                  <a:cubicBezTo>
                    <a:pt x="260" y="2472"/>
                    <a:pt x="258" y="2472"/>
                    <a:pt x="256" y="2470"/>
                  </a:cubicBezTo>
                  <a:cubicBezTo>
                    <a:pt x="246" y="2471"/>
                    <a:pt x="234" y="2479"/>
                    <a:pt x="242" y="2497"/>
                  </a:cubicBezTo>
                  <a:cubicBezTo>
                    <a:pt x="240" y="2500"/>
                    <a:pt x="240" y="2502"/>
                    <a:pt x="238" y="2502"/>
                  </a:cubicBezTo>
                  <a:cubicBezTo>
                    <a:pt x="237" y="2502"/>
                    <a:pt x="235" y="2501"/>
                    <a:pt x="232" y="2500"/>
                  </a:cubicBezTo>
                  <a:cubicBezTo>
                    <a:pt x="230" y="2500"/>
                    <a:pt x="229" y="2500"/>
                    <a:pt x="228" y="2500"/>
                  </a:cubicBezTo>
                  <a:cubicBezTo>
                    <a:pt x="226" y="2500"/>
                    <a:pt x="224" y="2500"/>
                    <a:pt x="223" y="2500"/>
                  </a:cubicBezTo>
                  <a:cubicBezTo>
                    <a:pt x="219" y="2500"/>
                    <a:pt x="219" y="2501"/>
                    <a:pt x="226" y="2510"/>
                  </a:cubicBezTo>
                  <a:cubicBezTo>
                    <a:pt x="227" y="2525"/>
                    <a:pt x="219" y="2540"/>
                    <a:pt x="206" y="2548"/>
                  </a:cubicBezTo>
                  <a:cubicBezTo>
                    <a:pt x="202" y="2553"/>
                    <a:pt x="200" y="2558"/>
                    <a:pt x="207" y="2562"/>
                  </a:cubicBezTo>
                  <a:lnTo>
                    <a:pt x="214" y="2566"/>
                  </a:lnTo>
                  <a:cubicBezTo>
                    <a:pt x="209" y="2565"/>
                    <a:pt x="205" y="2565"/>
                    <a:pt x="203" y="2565"/>
                  </a:cubicBezTo>
                  <a:cubicBezTo>
                    <a:pt x="198" y="2565"/>
                    <a:pt x="200" y="2567"/>
                    <a:pt x="208" y="2577"/>
                  </a:cubicBezTo>
                  <a:cubicBezTo>
                    <a:pt x="214" y="2580"/>
                    <a:pt x="213" y="2584"/>
                    <a:pt x="210" y="2584"/>
                  </a:cubicBezTo>
                  <a:cubicBezTo>
                    <a:pt x="209" y="2584"/>
                    <a:pt x="207" y="2583"/>
                    <a:pt x="206" y="2583"/>
                  </a:cubicBezTo>
                  <a:cubicBezTo>
                    <a:pt x="200" y="2583"/>
                    <a:pt x="196" y="2585"/>
                    <a:pt x="192" y="2589"/>
                  </a:cubicBezTo>
                  <a:cubicBezTo>
                    <a:pt x="186" y="2611"/>
                    <a:pt x="177" y="2632"/>
                    <a:pt x="168" y="2652"/>
                  </a:cubicBezTo>
                  <a:cubicBezTo>
                    <a:pt x="144" y="2695"/>
                    <a:pt x="135" y="2712"/>
                    <a:pt x="142" y="2715"/>
                  </a:cubicBezTo>
                  <a:cubicBezTo>
                    <a:pt x="146" y="2725"/>
                    <a:pt x="146" y="2725"/>
                    <a:pt x="136" y="2726"/>
                  </a:cubicBezTo>
                  <a:cubicBezTo>
                    <a:pt x="130" y="2727"/>
                    <a:pt x="123" y="2732"/>
                    <a:pt x="121" y="2738"/>
                  </a:cubicBezTo>
                  <a:cubicBezTo>
                    <a:pt x="118" y="2743"/>
                    <a:pt x="116" y="2746"/>
                    <a:pt x="112" y="2746"/>
                  </a:cubicBezTo>
                  <a:cubicBezTo>
                    <a:pt x="111" y="2746"/>
                    <a:pt x="109" y="2746"/>
                    <a:pt x="107" y="2745"/>
                  </a:cubicBezTo>
                  <a:lnTo>
                    <a:pt x="107" y="2745"/>
                  </a:lnTo>
                  <a:cubicBezTo>
                    <a:pt x="112" y="2754"/>
                    <a:pt x="112" y="2754"/>
                    <a:pt x="108" y="2760"/>
                  </a:cubicBezTo>
                  <a:cubicBezTo>
                    <a:pt x="107" y="2759"/>
                    <a:pt x="105" y="2759"/>
                    <a:pt x="104" y="2759"/>
                  </a:cubicBezTo>
                  <a:cubicBezTo>
                    <a:pt x="101" y="2759"/>
                    <a:pt x="100" y="2763"/>
                    <a:pt x="103" y="2771"/>
                  </a:cubicBezTo>
                  <a:cubicBezTo>
                    <a:pt x="108" y="2779"/>
                    <a:pt x="110" y="2783"/>
                    <a:pt x="109" y="2783"/>
                  </a:cubicBezTo>
                  <a:cubicBezTo>
                    <a:pt x="107" y="2783"/>
                    <a:pt x="104" y="2781"/>
                    <a:pt x="98" y="2777"/>
                  </a:cubicBezTo>
                  <a:cubicBezTo>
                    <a:pt x="97" y="2776"/>
                    <a:pt x="96" y="2776"/>
                    <a:pt x="94" y="2776"/>
                  </a:cubicBezTo>
                  <a:cubicBezTo>
                    <a:pt x="87" y="2776"/>
                    <a:pt x="77" y="2782"/>
                    <a:pt x="83" y="2782"/>
                  </a:cubicBezTo>
                  <a:cubicBezTo>
                    <a:pt x="84" y="2782"/>
                    <a:pt x="84" y="2782"/>
                    <a:pt x="85" y="2782"/>
                  </a:cubicBezTo>
                  <a:cubicBezTo>
                    <a:pt x="91" y="2787"/>
                    <a:pt x="86" y="2797"/>
                    <a:pt x="89" y="2806"/>
                  </a:cubicBezTo>
                  <a:cubicBezTo>
                    <a:pt x="87" y="2810"/>
                    <a:pt x="84" y="2814"/>
                    <a:pt x="80" y="2814"/>
                  </a:cubicBezTo>
                  <a:cubicBezTo>
                    <a:pt x="79" y="2814"/>
                    <a:pt x="77" y="2813"/>
                    <a:pt x="76" y="2813"/>
                  </a:cubicBezTo>
                  <a:cubicBezTo>
                    <a:pt x="66" y="2814"/>
                    <a:pt x="59" y="2844"/>
                    <a:pt x="63" y="2853"/>
                  </a:cubicBezTo>
                  <a:cubicBezTo>
                    <a:pt x="69" y="2855"/>
                    <a:pt x="69" y="2859"/>
                    <a:pt x="65" y="2859"/>
                  </a:cubicBezTo>
                  <a:cubicBezTo>
                    <a:pt x="64" y="2859"/>
                    <a:pt x="63" y="2858"/>
                    <a:pt x="61" y="2857"/>
                  </a:cubicBezTo>
                  <a:cubicBezTo>
                    <a:pt x="59" y="2857"/>
                    <a:pt x="58" y="2856"/>
                    <a:pt x="57" y="2856"/>
                  </a:cubicBezTo>
                  <a:cubicBezTo>
                    <a:pt x="52" y="2856"/>
                    <a:pt x="51" y="2861"/>
                    <a:pt x="49" y="2865"/>
                  </a:cubicBezTo>
                  <a:cubicBezTo>
                    <a:pt x="51" y="2870"/>
                    <a:pt x="51" y="2871"/>
                    <a:pt x="49" y="2871"/>
                  </a:cubicBezTo>
                  <a:cubicBezTo>
                    <a:pt x="47" y="2871"/>
                    <a:pt x="43" y="2869"/>
                    <a:pt x="40" y="2867"/>
                  </a:cubicBezTo>
                  <a:cubicBezTo>
                    <a:pt x="38" y="2865"/>
                    <a:pt x="37" y="2864"/>
                    <a:pt x="35" y="2864"/>
                  </a:cubicBezTo>
                  <a:cubicBezTo>
                    <a:pt x="33" y="2864"/>
                    <a:pt x="31" y="2869"/>
                    <a:pt x="27" y="2876"/>
                  </a:cubicBezTo>
                  <a:cubicBezTo>
                    <a:pt x="32" y="2884"/>
                    <a:pt x="24" y="2908"/>
                    <a:pt x="20" y="2926"/>
                  </a:cubicBezTo>
                  <a:cubicBezTo>
                    <a:pt x="11" y="2954"/>
                    <a:pt x="20" y="2963"/>
                    <a:pt x="33" y="2976"/>
                  </a:cubicBezTo>
                  <a:lnTo>
                    <a:pt x="48" y="2985"/>
                  </a:lnTo>
                  <a:lnTo>
                    <a:pt x="48" y="2985"/>
                  </a:lnTo>
                  <a:lnTo>
                    <a:pt x="32" y="2983"/>
                  </a:lnTo>
                  <a:cubicBezTo>
                    <a:pt x="29" y="2983"/>
                    <a:pt x="27" y="2983"/>
                    <a:pt x="24" y="2983"/>
                  </a:cubicBezTo>
                  <a:cubicBezTo>
                    <a:pt x="18" y="2983"/>
                    <a:pt x="12" y="2983"/>
                    <a:pt x="6" y="2984"/>
                  </a:cubicBezTo>
                  <a:cubicBezTo>
                    <a:pt x="5" y="2991"/>
                    <a:pt x="13" y="2992"/>
                    <a:pt x="22" y="2993"/>
                  </a:cubicBezTo>
                  <a:cubicBezTo>
                    <a:pt x="30" y="2994"/>
                    <a:pt x="29" y="3000"/>
                    <a:pt x="20" y="3010"/>
                  </a:cubicBezTo>
                  <a:cubicBezTo>
                    <a:pt x="11" y="3021"/>
                    <a:pt x="10" y="3028"/>
                    <a:pt x="17" y="3034"/>
                  </a:cubicBezTo>
                  <a:cubicBezTo>
                    <a:pt x="17" y="3041"/>
                    <a:pt x="14" y="3047"/>
                    <a:pt x="8" y="3051"/>
                  </a:cubicBezTo>
                  <a:cubicBezTo>
                    <a:pt x="8" y="3057"/>
                    <a:pt x="8" y="3057"/>
                    <a:pt x="17" y="3057"/>
                  </a:cubicBezTo>
                  <a:cubicBezTo>
                    <a:pt x="25" y="3057"/>
                    <a:pt x="25" y="3063"/>
                    <a:pt x="17" y="3069"/>
                  </a:cubicBezTo>
                  <a:cubicBezTo>
                    <a:pt x="1" y="3075"/>
                    <a:pt x="1" y="3093"/>
                    <a:pt x="9" y="3093"/>
                  </a:cubicBezTo>
                  <a:cubicBezTo>
                    <a:pt x="9" y="3093"/>
                    <a:pt x="9" y="3093"/>
                    <a:pt x="10" y="3093"/>
                  </a:cubicBezTo>
                  <a:cubicBezTo>
                    <a:pt x="17" y="3093"/>
                    <a:pt x="18" y="3099"/>
                    <a:pt x="18" y="3104"/>
                  </a:cubicBezTo>
                  <a:cubicBezTo>
                    <a:pt x="18" y="3112"/>
                    <a:pt x="22" y="3118"/>
                    <a:pt x="29" y="3121"/>
                  </a:cubicBezTo>
                  <a:cubicBezTo>
                    <a:pt x="30" y="3127"/>
                    <a:pt x="30" y="3133"/>
                    <a:pt x="30" y="3133"/>
                  </a:cubicBezTo>
                  <a:cubicBezTo>
                    <a:pt x="30" y="3135"/>
                    <a:pt x="29" y="3136"/>
                    <a:pt x="28" y="3136"/>
                  </a:cubicBezTo>
                  <a:cubicBezTo>
                    <a:pt x="26" y="3136"/>
                    <a:pt x="22" y="3132"/>
                    <a:pt x="21" y="3128"/>
                  </a:cubicBezTo>
                  <a:lnTo>
                    <a:pt x="14" y="3136"/>
                  </a:lnTo>
                  <a:cubicBezTo>
                    <a:pt x="15" y="3147"/>
                    <a:pt x="17" y="3154"/>
                    <a:pt x="26" y="3157"/>
                  </a:cubicBezTo>
                  <a:cubicBezTo>
                    <a:pt x="43" y="3160"/>
                    <a:pt x="43" y="3159"/>
                    <a:pt x="27" y="3163"/>
                  </a:cubicBezTo>
                  <a:cubicBezTo>
                    <a:pt x="20" y="3165"/>
                    <a:pt x="13" y="3173"/>
                    <a:pt x="22" y="3176"/>
                  </a:cubicBezTo>
                  <a:cubicBezTo>
                    <a:pt x="39" y="3178"/>
                    <a:pt x="32" y="3186"/>
                    <a:pt x="24" y="3188"/>
                  </a:cubicBezTo>
                  <a:cubicBezTo>
                    <a:pt x="20" y="3188"/>
                    <a:pt x="17" y="3187"/>
                    <a:pt x="15" y="3187"/>
                  </a:cubicBezTo>
                  <a:cubicBezTo>
                    <a:pt x="8" y="3187"/>
                    <a:pt x="12" y="3191"/>
                    <a:pt x="30" y="3205"/>
                  </a:cubicBezTo>
                  <a:cubicBezTo>
                    <a:pt x="38" y="3222"/>
                    <a:pt x="47" y="3238"/>
                    <a:pt x="56" y="3253"/>
                  </a:cubicBezTo>
                  <a:cubicBezTo>
                    <a:pt x="63" y="3276"/>
                    <a:pt x="70" y="3285"/>
                    <a:pt x="66" y="3295"/>
                  </a:cubicBezTo>
                  <a:cubicBezTo>
                    <a:pt x="64" y="3295"/>
                    <a:pt x="63" y="3296"/>
                    <a:pt x="62" y="3297"/>
                  </a:cubicBezTo>
                  <a:lnTo>
                    <a:pt x="62" y="3297"/>
                  </a:lnTo>
                  <a:cubicBezTo>
                    <a:pt x="65" y="3295"/>
                    <a:pt x="67" y="3295"/>
                    <a:pt x="69" y="3295"/>
                  </a:cubicBezTo>
                  <a:cubicBezTo>
                    <a:pt x="75" y="3295"/>
                    <a:pt x="78" y="3301"/>
                    <a:pt x="85" y="3312"/>
                  </a:cubicBezTo>
                  <a:cubicBezTo>
                    <a:pt x="85" y="3325"/>
                    <a:pt x="96" y="3336"/>
                    <a:pt x="110" y="3336"/>
                  </a:cubicBezTo>
                  <a:cubicBezTo>
                    <a:pt x="107" y="3332"/>
                    <a:pt x="104" y="3327"/>
                    <a:pt x="104" y="3327"/>
                  </a:cubicBezTo>
                  <a:cubicBezTo>
                    <a:pt x="108" y="3324"/>
                    <a:pt x="112" y="3323"/>
                    <a:pt x="114" y="3323"/>
                  </a:cubicBezTo>
                  <a:cubicBezTo>
                    <a:pt x="119" y="3323"/>
                    <a:pt x="121" y="3328"/>
                    <a:pt x="121" y="3338"/>
                  </a:cubicBezTo>
                  <a:cubicBezTo>
                    <a:pt x="123" y="3342"/>
                    <a:pt x="117" y="3346"/>
                    <a:pt x="110" y="3351"/>
                  </a:cubicBezTo>
                  <a:cubicBezTo>
                    <a:pt x="104" y="3357"/>
                    <a:pt x="100" y="3366"/>
                    <a:pt x="105" y="3371"/>
                  </a:cubicBezTo>
                  <a:cubicBezTo>
                    <a:pt x="107" y="3374"/>
                    <a:pt x="109" y="3376"/>
                    <a:pt x="111" y="3376"/>
                  </a:cubicBezTo>
                  <a:cubicBezTo>
                    <a:pt x="113" y="3376"/>
                    <a:pt x="114" y="3375"/>
                    <a:pt x="115" y="3370"/>
                  </a:cubicBezTo>
                  <a:cubicBezTo>
                    <a:pt x="118" y="3368"/>
                    <a:pt x="120" y="3367"/>
                    <a:pt x="121" y="3367"/>
                  </a:cubicBezTo>
                  <a:cubicBezTo>
                    <a:pt x="123" y="3367"/>
                    <a:pt x="123" y="3368"/>
                    <a:pt x="125" y="3370"/>
                  </a:cubicBezTo>
                  <a:cubicBezTo>
                    <a:pt x="128" y="3376"/>
                    <a:pt x="135" y="3379"/>
                    <a:pt x="142" y="3379"/>
                  </a:cubicBezTo>
                  <a:cubicBezTo>
                    <a:pt x="144" y="3377"/>
                    <a:pt x="146" y="3376"/>
                    <a:pt x="148" y="3376"/>
                  </a:cubicBezTo>
                  <a:cubicBezTo>
                    <a:pt x="151" y="3376"/>
                    <a:pt x="153" y="3379"/>
                    <a:pt x="155" y="3382"/>
                  </a:cubicBezTo>
                  <a:cubicBezTo>
                    <a:pt x="155" y="3389"/>
                    <a:pt x="158" y="3395"/>
                    <a:pt x="162" y="3400"/>
                  </a:cubicBezTo>
                  <a:cubicBezTo>
                    <a:pt x="161" y="3402"/>
                    <a:pt x="159" y="3404"/>
                    <a:pt x="156" y="3406"/>
                  </a:cubicBezTo>
                  <a:cubicBezTo>
                    <a:pt x="152" y="3410"/>
                    <a:pt x="150" y="3416"/>
                    <a:pt x="149" y="3422"/>
                  </a:cubicBezTo>
                  <a:cubicBezTo>
                    <a:pt x="150" y="3423"/>
                    <a:pt x="151" y="3423"/>
                    <a:pt x="152" y="3423"/>
                  </a:cubicBezTo>
                  <a:cubicBezTo>
                    <a:pt x="156" y="3423"/>
                    <a:pt x="159" y="3419"/>
                    <a:pt x="159" y="3419"/>
                  </a:cubicBezTo>
                  <a:cubicBezTo>
                    <a:pt x="159" y="3419"/>
                    <a:pt x="159" y="3419"/>
                    <a:pt x="159" y="3419"/>
                  </a:cubicBezTo>
                  <a:cubicBezTo>
                    <a:pt x="163" y="3419"/>
                    <a:pt x="191" y="3443"/>
                    <a:pt x="219" y="3462"/>
                  </a:cubicBezTo>
                  <a:lnTo>
                    <a:pt x="298" y="3505"/>
                  </a:lnTo>
                  <a:cubicBezTo>
                    <a:pt x="303" y="3514"/>
                    <a:pt x="312" y="3521"/>
                    <a:pt x="316" y="3521"/>
                  </a:cubicBezTo>
                  <a:cubicBezTo>
                    <a:pt x="318" y="3521"/>
                    <a:pt x="319" y="3520"/>
                    <a:pt x="319" y="3517"/>
                  </a:cubicBezTo>
                  <a:cubicBezTo>
                    <a:pt x="320" y="3516"/>
                    <a:pt x="321" y="3515"/>
                    <a:pt x="323" y="3515"/>
                  </a:cubicBezTo>
                  <a:cubicBezTo>
                    <a:pt x="332" y="3515"/>
                    <a:pt x="355" y="3528"/>
                    <a:pt x="382" y="3544"/>
                  </a:cubicBezTo>
                  <a:cubicBezTo>
                    <a:pt x="413" y="3562"/>
                    <a:pt x="437" y="3575"/>
                    <a:pt x="446" y="3575"/>
                  </a:cubicBezTo>
                  <a:cubicBezTo>
                    <a:pt x="447" y="3575"/>
                    <a:pt x="449" y="3574"/>
                    <a:pt x="449" y="3573"/>
                  </a:cubicBezTo>
                  <a:cubicBezTo>
                    <a:pt x="449" y="3573"/>
                    <a:pt x="455" y="3576"/>
                    <a:pt x="465" y="3582"/>
                  </a:cubicBezTo>
                  <a:cubicBezTo>
                    <a:pt x="476" y="3589"/>
                    <a:pt x="491" y="3588"/>
                    <a:pt x="496" y="3590"/>
                  </a:cubicBezTo>
                  <a:cubicBezTo>
                    <a:pt x="499" y="3589"/>
                    <a:pt x="501" y="3589"/>
                    <a:pt x="503" y="3589"/>
                  </a:cubicBezTo>
                  <a:cubicBezTo>
                    <a:pt x="507" y="3589"/>
                    <a:pt x="508" y="3591"/>
                    <a:pt x="501" y="3593"/>
                  </a:cubicBezTo>
                  <a:cubicBezTo>
                    <a:pt x="497" y="3600"/>
                    <a:pt x="493" y="3608"/>
                    <a:pt x="499" y="3610"/>
                  </a:cubicBezTo>
                  <a:cubicBezTo>
                    <a:pt x="502" y="3612"/>
                    <a:pt x="504" y="3613"/>
                    <a:pt x="506" y="3613"/>
                  </a:cubicBezTo>
                  <a:cubicBezTo>
                    <a:pt x="511" y="3613"/>
                    <a:pt x="514" y="3608"/>
                    <a:pt x="518" y="3602"/>
                  </a:cubicBezTo>
                  <a:cubicBezTo>
                    <a:pt x="519" y="3599"/>
                    <a:pt x="522" y="3598"/>
                    <a:pt x="523" y="3598"/>
                  </a:cubicBezTo>
                  <a:cubicBezTo>
                    <a:pt x="525" y="3598"/>
                    <a:pt x="527" y="3599"/>
                    <a:pt x="527" y="3599"/>
                  </a:cubicBezTo>
                  <a:cubicBezTo>
                    <a:pt x="532" y="3601"/>
                    <a:pt x="532" y="3601"/>
                    <a:pt x="528" y="3609"/>
                  </a:cubicBezTo>
                  <a:lnTo>
                    <a:pt x="520" y="3622"/>
                  </a:lnTo>
                  <a:lnTo>
                    <a:pt x="526" y="3626"/>
                  </a:lnTo>
                  <a:cubicBezTo>
                    <a:pt x="528" y="3622"/>
                    <a:pt x="530" y="3621"/>
                    <a:pt x="532" y="3621"/>
                  </a:cubicBezTo>
                  <a:cubicBezTo>
                    <a:pt x="534" y="3621"/>
                    <a:pt x="535" y="3621"/>
                    <a:pt x="535" y="3621"/>
                  </a:cubicBezTo>
                  <a:cubicBezTo>
                    <a:pt x="540" y="3625"/>
                    <a:pt x="540" y="3625"/>
                    <a:pt x="532" y="3639"/>
                  </a:cubicBezTo>
                  <a:cubicBezTo>
                    <a:pt x="527" y="3647"/>
                    <a:pt x="527" y="3652"/>
                    <a:pt x="530" y="3652"/>
                  </a:cubicBezTo>
                  <a:cubicBezTo>
                    <a:pt x="533" y="3652"/>
                    <a:pt x="537" y="3649"/>
                    <a:pt x="542" y="3645"/>
                  </a:cubicBezTo>
                  <a:lnTo>
                    <a:pt x="557" y="3644"/>
                  </a:lnTo>
                  <a:lnTo>
                    <a:pt x="557" y="3644"/>
                  </a:lnTo>
                  <a:cubicBezTo>
                    <a:pt x="556" y="3652"/>
                    <a:pt x="559" y="3655"/>
                    <a:pt x="564" y="3655"/>
                  </a:cubicBezTo>
                  <a:cubicBezTo>
                    <a:pt x="570" y="3655"/>
                    <a:pt x="577" y="3651"/>
                    <a:pt x="583" y="3649"/>
                  </a:cubicBezTo>
                  <a:lnTo>
                    <a:pt x="583" y="3649"/>
                  </a:lnTo>
                  <a:cubicBezTo>
                    <a:pt x="581" y="3660"/>
                    <a:pt x="582" y="3665"/>
                    <a:pt x="586" y="3665"/>
                  </a:cubicBezTo>
                  <a:cubicBezTo>
                    <a:pt x="589" y="3665"/>
                    <a:pt x="593" y="3663"/>
                    <a:pt x="598" y="3658"/>
                  </a:cubicBezTo>
                  <a:cubicBezTo>
                    <a:pt x="600" y="3656"/>
                    <a:pt x="602" y="3654"/>
                    <a:pt x="603" y="3654"/>
                  </a:cubicBezTo>
                  <a:cubicBezTo>
                    <a:pt x="606" y="3654"/>
                    <a:pt x="608" y="3658"/>
                    <a:pt x="609" y="3664"/>
                  </a:cubicBezTo>
                  <a:cubicBezTo>
                    <a:pt x="611" y="3674"/>
                    <a:pt x="615" y="3677"/>
                    <a:pt x="626" y="3684"/>
                  </a:cubicBezTo>
                  <a:cubicBezTo>
                    <a:pt x="627" y="3684"/>
                    <a:pt x="628" y="3684"/>
                    <a:pt x="630" y="3684"/>
                  </a:cubicBezTo>
                  <a:cubicBezTo>
                    <a:pt x="642" y="3684"/>
                    <a:pt x="676" y="3703"/>
                    <a:pt x="715" y="3726"/>
                  </a:cubicBezTo>
                  <a:cubicBezTo>
                    <a:pt x="756" y="3749"/>
                    <a:pt x="786" y="3765"/>
                    <a:pt x="796" y="3765"/>
                  </a:cubicBezTo>
                  <a:cubicBezTo>
                    <a:pt x="798" y="3765"/>
                    <a:pt x="799" y="3765"/>
                    <a:pt x="799" y="3764"/>
                  </a:cubicBezTo>
                  <a:cubicBezTo>
                    <a:pt x="805" y="3767"/>
                    <a:pt x="805" y="3767"/>
                    <a:pt x="806" y="3777"/>
                  </a:cubicBezTo>
                  <a:cubicBezTo>
                    <a:pt x="804" y="3781"/>
                    <a:pt x="804" y="3783"/>
                    <a:pt x="807" y="3783"/>
                  </a:cubicBezTo>
                  <a:cubicBezTo>
                    <a:pt x="810" y="3783"/>
                    <a:pt x="814" y="3781"/>
                    <a:pt x="821" y="3776"/>
                  </a:cubicBezTo>
                  <a:cubicBezTo>
                    <a:pt x="825" y="3774"/>
                    <a:pt x="829" y="3771"/>
                    <a:pt x="830" y="3771"/>
                  </a:cubicBezTo>
                  <a:cubicBezTo>
                    <a:pt x="831" y="3771"/>
                    <a:pt x="830" y="3773"/>
                    <a:pt x="826" y="3779"/>
                  </a:cubicBezTo>
                  <a:cubicBezTo>
                    <a:pt x="822" y="3786"/>
                    <a:pt x="833" y="3792"/>
                    <a:pt x="854" y="3804"/>
                  </a:cubicBezTo>
                  <a:cubicBezTo>
                    <a:pt x="867" y="3811"/>
                    <a:pt x="883" y="3821"/>
                    <a:pt x="891" y="3821"/>
                  </a:cubicBezTo>
                  <a:cubicBezTo>
                    <a:pt x="893" y="3821"/>
                    <a:pt x="895" y="3820"/>
                    <a:pt x="896" y="3819"/>
                  </a:cubicBezTo>
                  <a:cubicBezTo>
                    <a:pt x="901" y="3818"/>
                    <a:pt x="904" y="3818"/>
                    <a:pt x="906" y="3818"/>
                  </a:cubicBezTo>
                  <a:cubicBezTo>
                    <a:pt x="909" y="3818"/>
                    <a:pt x="907" y="3819"/>
                    <a:pt x="900" y="3822"/>
                  </a:cubicBezTo>
                  <a:cubicBezTo>
                    <a:pt x="888" y="3832"/>
                    <a:pt x="906" y="3851"/>
                    <a:pt x="927" y="3851"/>
                  </a:cubicBezTo>
                  <a:cubicBezTo>
                    <a:pt x="929" y="3851"/>
                    <a:pt x="932" y="3851"/>
                    <a:pt x="934" y="3850"/>
                  </a:cubicBezTo>
                  <a:cubicBezTo>
                    <a:pt x="939" y="3854"/>
                    <a:pt x="944" y="3856"/>
                    <a:pt x="941" y="3864"/>
                  </a:cubicBezTo>
                  <a:cubicBezTo>
                    <a:pt x="950" y="3868"/>
                    <a:pt x="961" y="3871"/>
                    <a:pt x="971" y="3871"/>
                  </a:cubicBezTo>
                  <a:cubicBezTo>
                    <a:pt x="976" y="3875"/>
                    <a:pt x="998" y="3887"/>
                    <a:pt x="1008" y="3893"/>
                  </a:cubicBezTo>
                  <a:cubicBezTo>
                    <a:pt x="1014" y="3896"/>
                    <a:pt x="1022" y="3898"/>
                    <a:pt x="1029" y="3898"/>
                  </a:cubicBezTo>
                  <a:cubicBezTo>
                    <a:pt x="1031" y="3898"/>
                    <a:pt x="1032" y="3897"/>
                    <a:pt x="1034" y="3897"/>
                  </a:cubicBezTo>
                  <a:lnTo>
                    <a:pt x="1039" y="3901"/>
                  </a:lnTo>
                  <a:cubicBezTo>
                    <a:pt x="1035" y="3908"/>
                    <a:pt x="1062" y="3923"/>
                    <a:pt x="1099" y="3944"/>
                  </a:cubicBezTo>
                  <a:cubicBezTo>
                    <a:pt x="1136" y="3966"/>
                    <a:pt x="1168" y="3984"/>
                    <a:pt x="1169" y="3994"/>
                  </a:cubicBezTo>
                  <a:cubicBezTo>
                    <a:pt x="1171" y="3995"/>
                    <a:pt x="1174" y="3995"/>
                    <a:pt x="1176" y="3995"/>
                  </a:cubicBezTo>
                  <a:cubicBezTo>
                    <a:pt x="1179" y="3995"/>
                    <a:pt x="1182" y="3994"/>
                    <a:pt x="1184" y="3993"/>
                  </a:cubicBezTo>
                  <a:cubicBezTo>
                    <a:pt x="1190" y="3988"/>
                    <a:pt x="1194" y="3986"/>
                    <a:pt x="1198" y="3986"/>
                  </a:cubicBezTo>
                  <a:cubicBezTo>
                    <a:pt x="1202" y="3986"/>
                    <a:pt x="1204" y="3989"/>
                    <a:pt x="1204" y="3995"/>
                  </a:cubicBezTo>
                  <a:cubicBezTo>
                    <a:pt x="1203" y="4008"/>
                    <a:pt x="1213" y="4018"/>
                    <a:pt x="1224" y="4018"/>
                  </a:cubicBezTo>
                  <a:cubicBezTo>
                    <a:pt x="1228" y="4018"/>
                    <a:pt x="1232" y="4017"/>
                    <a:pt x="1236" y="4014"/>
                  </a:cubicBezTo>
                  <a:lnTo>
                    <a:pt x="1236" y="4014"/>
                  </a:lnTo>
                  <a:lnTo>
                    <a:pt x="1232" y="4021"/>
                  </a:lnTo>
                  <a:cubicBezTo>
                    <a:pt x="1230" y="4031"/>
                    <a:pt x="1236" y="4035"/>
                    <a:pt x="1245" y="4035"/>
                  </a:cubicBezTo>
                  <a:cubicBezTo>
                    <a:pt x="1250" y="4035"/>
                    <a:pt x="1257" y="4033"/>
                    <a:pt x="1263" y="4029"/>
                  </a:cubicBezTo>
                  <a:cubicBezTo>
                    <a:pt x="1264" y="4037"/>
                    <a:pt x="1264" y="4046"/>
                    <a:pt x="1271" y="4046"/>
                  </a:cubicBezTo>
                  <a:cubicBezTo>
                    <a:pt x="1272" y="4046"/>
                    <a:pt x="1274" y="4046"/>
                    <a:pt x="1275" y="4045"/>
                  </a:cubicBezTo>
                  <a:lnTo>
                    <a:pt x="1275" y="4045"/>
                  </a:lnTo>
                  <a:cubicBezTo>
                    <a:pt x="1279" y="4048"/>
                    <a:pt x="1279" y="4048"/>
                    <a:pt x="1272" y="4062"/>
                  </a:cubicBezTo>
                  <a:cubicBezTo>
                    <a:pt x="1268" y="4069"/>
                    <a:pt x="1264" y="4077"/>
                    <a:pt x="1269" y="4079"/>
                  </a:cubicBezTo>
                  <a:cubicBezTo>
                    <a:pt x="1270" y="4080"/>
                    <a:pt x="1271" y="4080"/>
                    <a:pt x="1272" y="4080"/>
                  </a:cubicBezTo>
                  <a:cubicBezTo>
                    <a:pt x="1276" y="4080"/>
                    <a:pt x="1279" y="4074"/>
                    <a:pt x="1283" y="4068"/>
                  </a:cubicBezTo>
                  <a:lnTo>
                    <a:pt x="1293" y="4075"/>
                  </a:lnTo>
                  <a:cubicBezTo>
                    <a:pt x="1293" y="4075"/>
                    <a:pt x="1294" y="4075"/>
                    <a:pt x="1295" y="4075"/>
                  </a:cubicBezTo>
                  <a:cubicBezTo>
                    <a:pt x="1297" y="4075"/>
                    <a:pt x="1300" y="4074"/>
                    <a:pt x="1303" y="4070"/>
                  </a:cubicBezTo>
                  <a:cubicBezTo>
                    <a:pt x="1304" y="4067"/>
                    <a:pt x="1306" y="4066"/>
                    <a:pt x="1309" y="4066"/>
                  </a:cubicBezTo>
                  <a:cubicBezTo>
                    <a:pt x="1311" y="4066"/>
                    <a:pt x="1314" y="4068"/>
                    <a:pt x="1318" y="4069"/>
                  </a:cubicBezTo>
                  <a:cubicBezTo>
                    <a:pt x="1316" y="4072"/>
                    <a:pt x="1316" y="4073"/>
                    <a:pt x="1317" y="4073"/>
                  </a:cubicBezTo>
                  <a:cubicBezTo>
                    <a:pt x="1318" y="4073"/>
                    <a:pt x="1322" y="4069"/>
                    <a:pt x="1321" y="4062"/>
                  </a:cubicBezTo>
                  <a:cubicBezTo>
                    <a:pt x="1325" y="4057"/>
                    <a:pt x="1328" y="4050"/>
                    <a:pt x="1332" y="4050"/>
                  </a:cubicBezTo>
                  <a:cubicBezTo>
                    <a:pt x="1333" y="4050"/>
                    <a:pt x="1333" y="4050"/>
                    <a:pt x="1334" y="4051"/>
                  </a:cubicBezTo>
                  <a:lnTo>
                    <a:pt x="1342" y="4036"/>
                  </a:lnTo>
                  <a:cubicBezTo>
                    <a:pt x="1350" y="4023"/>
                    <a:pt x="1355" y="4016"/>
                    <a:pt x="1348" y="4003"/>
                  </a:cubicBezTo>
                  <a:cubicBezTo>
                    <a:pt x="1335" y="3989"/>
                    <a:pt x="1325" y="3976"/>
                    <a:pt x="1318" y="3976"/>
                  </a:cubicBezTo>
                  <a:cubicBezTo>
                    <a:pt x="1315" y="3976"/>
                    <a:pt x="1313" y="3978"/>
                    <a:pt x="1311" y="3981"/>
                  </a:cubicBezTo>
                  <a:cubicBezTo>
                    <a:pt x="1311" y="3981"/>
                    <a:pt x="1305" y="3983"/>
                    <a:pt x="1300" y="3983"/>
                  </a:cubicBezTo>
                  <a:cubicBezTo>
                    <a:pt x="1299" y="3983"/>
                    <a:pt x="1297" y="3983"/>
                    <a:pt x="1296" y="3983"/>
                  </a:cubicBezTo>
                  <a:cubicBezTo>
                    <a:pt x="1291" y="3979"/>
                    <a:pt x="1289" y="3969"/>
                    <a:pt x="1289" y="3969"/>
                  </a:cubicBezTo>
                  <a:cubicBezTo>
                    <a:pt x="1293" y="3962"/>
                    <a:pt x="1272" y="3950"/>
                    <a:pt x="1246" y="3934"/>
                  </a:cubicBezTo>
                  <a:cubicBezTo>
                    <a:pt x="1213" y="3916"/>
                    <a:pt x="1197" y="3907"/>
                    <a:pt x="1196" y="3897"/>
                  </a:cubicBezTo>
                  <a:cubicBezTo>
                    <a:pt x="1196" y="3892"/>
                    <a:pt x="1193" y="3887"/>
                    <a:pt x="1190" y="3884"/>
                  </a:cubicBezTo>
                  <a:cubicBezTo>
                    <a:pt x="1189" y="3885"/>
                    <a:pt x="1188" y="3885"/>
                    <a:pt x="1186" y="3885"/>
                  </a:cubicBezTo>
                  <a:cubicBezTo>
                    <a:pt x="1176" y="3885"/>
                    <a:pt x="1148" y="3870"/>
                    <a:pt x="1117" y="3851"/>
                  </a:cubicBezTo>
                  <a:cubicBezTo>
                    <a:pt x="1083" y="3833"/>
                    <a:pt x="1051" y="3814"/>
                    <a:pt x="1041" y="3814"/>
                  </a:cubicBezTo>
                  <a:cubicBezTo>
                    <a:pt x="1040" y="3814"/>
                    <a:pt x="1039" y="3815"/>
                    <a:pt x="1038" y="3815"/>
                  </a:cubicBezTo>
                  <a:lnTo>
                    <a:pt x="1027" y="3810"/>
                  </a:lnTo>
                  <a:cubicBezTo>
                    <a:pt x="1031" y="3803"/>
                    <a:pt x="1020" y="3796"/>
                    <a:pt x="1010" y="3791"/>
                  </a:cubicBezTo>
                  <a:cubicBezTo>
                    <a:pt x="1001" y="3791"/>
                    <a:pt x="992" y="3790"/>
                    <a:pt x="984" y="3785"/>
                  </a:cubicBezTo>
                  <a:cubicBezTo>
                    <a:pt x="989" y="3778"/>
                    <a:pt x="983" y="3775"/>
                    <a:pt x="973" y="3769"/>
                  </a:cubicBezTo>
                  <a:cubicBezTo>
                    <a:pt x="967" y="3765"/>
                    <a:pt x="962" y="3763"/>
                    <a:pt x="959" y="3763"/>
                  </a:cubicBezTo>
                  <a:cubicBezTo>
                    <a:pt x="956" y="3763"/>
                    <a:pt x="954" y="3764"/>
                    <a:pt x="953" y="3767"/>
                  </a:cubicBezTo>
                  <a:cubicBezTo>
                    <a:pt x="933" y="3756"/>
                    <a:pt x="914" y="3742"/>
                    <a:pt x="898" y="3727"/>
                  </a:cubicBezTo>
                  <a:cubicBezTo>
                    <a:pt x="897" y="3722"/>
                    <a:pt x="895" y="3720"/>
                    <a:pt x="892" y="3720"/>
                  </a:cubicBezTo>
                  <a:cubicBezTo>
                    <a:pt x="888" y="3720"/>
                    <a:pt x="883" y="3722"/>
                    <a:pt x="878" y="3725"/>
                  </a:cubicBezTo>
                  <a:cubicBezTo>
                    <a:pt x="875" y="3730"/>
                    <a:pt x="870" y="3733"/>
                    <a:pt x="864" y="3733"/>
                  </a:cubicBezTo>
                  <a:cubicBezTo>
                    <a:pt x="863" y="3733"/>
                    <a:pt x="861" y="3733"/>
                    <a:pt x="860" y="3732"/>
                  </a:cubicBezTo>
                  <a:lnTo>
                    <a:pt x="868" y="3719"/>
                  </a:lnTo>
                  <a:cubicBezTo>
                    <a:pt x="877" y="3714"/>
                    <a:pt x="877" y="3714"/>
                    <a:pt x="867" y="3709"/>
                  </a:cubicBezTo>
                  <a:lnTo>
                    <a:pt x="855" y="3702"/>
                  </a:lnTo>
                  <a:cubicBezTo>
                    <a:pt x="855" y="3703"/>
                    <a:pt x="854" y="3704"/>
                    <a:pt x="852" y="3704"/>
                  </a:cubicBezTo>
                  <a:cubicBezTo>
                    <a:pt x="843" y="3704"/>
                    <a:pt x="819" y="3691"/>
                    <a:pt x="788" y="3673"/>
                  </a:cubicBezTo>
                  <a:cubicBezTo>
                    <a:pt x="751" y="3651"/>
                    <a:pt x="733" y="3641"/>
                    <a:pt x="725" y="3641"/>
                  </a:cubicBezTo>
                  <a:cubicBezTo>
                    <a:pt x="722" y="3641"/>
                    <a:pt x="721" y="3642"/>
                    <a:pt x="720" y="3644"/>
                  </a:cubicBezTo>
                  <a:cubicBezTo>
                    <a:pt x="718" y="3646"/>
                    <a:pt x="717" y="3647"/>
                    <a:pt x="715" y="3647"/>
                  </a:cubicBezTo>
                  <a:cubicBezTo>
                    <a:pt x="711" y="3647"/>
                    <a:pt x="707" y="3642"/>
                    <a:pt x="698" y="3631"/>
                  </a:cubicBezTo>
                  <a:cubicBezTo>
                    <a:pt x="683" y="3601"/>
                    <a:pt x="679" y="3594"/>
                    <a:pt x="675" y="3594"/>
                  </a:cubicBezTo>
                  <a:cubicBezTo>
                    <a:pt x="673" y="3594"/>
                    <a:pt x="671" y="3594"/>
                    <a:pt x="669" y="3596"/>
                  </a:cubicBezTo>
                  <a:cubicBezTo>
                    <a:pt x="675" y="3599"/>
                    <a:pt x="670" y="3606"/>
                    <a:pt x="667" y="3612"/>
                  </a:cubicBezTo>
                  <a:cubicBezTo>
                    <a:pt x="663" y="3619"/>
                    <a:pt x="660" y="3622"/>
                    <a:pt x="658" y="3622"/>
                  </a:cubicBezTo>
                  <a:cubicBezTo>
                    <a:pt x="655" y="3622"/>
                    <a:pt x="654" y="3616"/>
                    <a:pt x="656" y="3607"/>
                  </a:cubicBezTo>
                  <a:cubicBezTo>
                    <a:pt x="663" y="3594"/>
                    <a:pt x="599" y="3563"/>
                    <a:pt x="575" y="3563"/>
                  </a:cubicBezTo>
                  <a:cubicBezTo>
                    <a:pt x="571" y="3563"/>
                    <a:pt x="569" y="3564"/>
                    <a:pt x="567" y="3565"/>
                  </a:cubicBezTo>
                  <a:cubicBezTo>
                    <a:pt x="565" y="3568"/>
                    <a:pt x="564" y="3570"/>
                    <a:pt x="564" y="3570"/>
                  </a:cubicBezTo>
                  <a:cubicBezTo>
                    <a:pt x="564" y="3570"/>
                    <a:pt x="566" y="3566"/>
                    <a:pt x="570" y="3559"/>
                  </a:cubicBezTo>
                  <a:cubicBezTo>
                    <a:pt x="575" y="3551"/>
                    <a:pt x="569" y="3548"/>
                    <a:pt x="548" y="3536"/>
                  </a:cubicBezTo>
                  <a:lnTo>
                    <a:pt x="532" y="3527"/>
                  </a:lnTo>
                  <a:cubicBezTo>
                    <a:pt x="531" y="3530"/>
                    <a:pt x="528" y="3531"/>
                    <a:pt x="525" y="3531"/>
                  </a:cubicBezTo>
                  <a:cubicBezTo>
                    <a:pt x="514" y="3531"/>
                    <a:pt x="497" y="3514"/>
                    <a:pt x="500" y="3508"/>
                  </a:cubicBezTo>
                  <a:cubicBezTo>
                    <a:pt x="499" y="3498"/>
                    <a:pt x="499" y="3498"/>
                    <a:pt x="489" y="3492"/>
                  </a:cubicBezTo>
                  <a:cubicBezTo>
                    <a:pt x="486" y="3493"/>
                    <a:pt x="484" y="3493"/>
                    <a:pt x="482" y="3493"/>
                  </a:cubicBezTo>
                  <a:cubicBezTo>
                    <a:pt x="460" y="3493"/>
                    <a:pt x="442" y="3474"/>
                    <a:pt x="446" y="3468"/>
                  </a:cubicBezTo>
                  <a:lnTo>
                    <a:pt x="435" y="3462"/>
                  </a:lnTo>
                  <a:cubicBezTo>
                    <a:pt x="432" y="3463"/>
                    <a:pt x="430" y="3463"/>
                    <a:pt x="428" y="3463"/>
                  </a:cubicBezTo>
                  <a:cubicBezTo>
                    <a:pt x="421" y="3463"/>
                    <a:pt x="415" y="3461"/>
                    <a:pt x="410" y="3456"/>
                  </a:cubicBezTo>
                  <a:cubicBezTo>
                    <a:pt x="400" y="3451"/>
                    <a:pt x="395" y="3448"/>
                    <a:pt x="392" y="3448"/>
                  </a:cubicBezTo>
                  <a:cubicBezTo>
                    <a:pt x="390" y="3448"/>
                    <a:pt x="389" y="3450"/>
                    <a:pt x="390" y="3454"/>
                  </a:cubicBezTo>
                  <a:cubicBezTo>
                    <a:pt x="386" y="3461"/>
                    <a:pt x="383" y="3466"/>
                    <a:pt x="379" y="3466"/>
                  </a:cubicBezTo>
                  <a:cubicBezTo>
                    <a:pt x="378" y="3466"/>
                    <a:pt x="377" y="3466"/>
                    <a:pt x="376" y="3465"/>
                  </a:cubicBezTo>
                  <a:lnTo>
                    <a:pt x="381" y="3459"/>
                  </a:lnTo>
                  <a:cubicBezTo>
                    <a:pt x="384" y="3452"/>
                    <a:pt x="368" y="3443"/>
                    <a:pt x="347" y="3431"/>
                  </a:cubicBezTo>
                  <a:cubicBezTo>
                    <a:pt x="320" y="3415"/>
                    <a:pt x="310" y="3409"/>
                    <a:pt x="308" y="3399"/>
                  </a:cubicBezTo>
                  <a:lnTo>
                    <a:pt x="299" y="3403"/>
                  </a:lnTo>
                  <a:cubicBezTo>
                    <a:pt x="296" y="3404"/>
                    <a:pt x="294" y="3405"/>
                    <a:pt x="292" y="3405"/>
                  </a:cubicBezTo>
                  <a:cubicBezTo>
                    <a:pt x="287" y="3405"/>
                    <a:pt x="286" y="3402"/>
                    <a:pt x="289" y="3397"/>
                  </a:cubicBezTo>
                  <a:cubicBezTo>
                    <a:pt x="287" y="3390"/>
                    <a:pt x="281" y="3385"/>
                    <a:pt x="275" y="3382"/>
                  </a:cubicBezTo>
                  <a:cubicBezTo>
                    <a:pt x="272" y="3380"/>
                    <a:pt x="270" y="3380"/>
                    <a:pt x="269" y="3380"/>
                  </a:cubicBezTo>
                  <a:cubicBezTo>
                    <a:pt x="267" y="3380"/>
                    <a:pt x="266" y="3381"/>
                    <a:pt x="262" y="3381"/>
                  </a:cubicBezTo>
                  <a:lnTo>
                    <a:pt x="256" y="3376"/>
                  </a:lnTo>
                  <a:cubicBezTo>
                    <a:pt x="261" y="3364"/>
                    <a:pt x="257" y="3356"/>
                    <a:pt x="248" y="3356"/>
                  </a:cubicBezTo>
                  <a:cubicBezTo>
                    <a:pt x="245" y="3356"/>
                    <a:pt x="241" y="3357"/>
                    <a:pt x="237" y="3360"/>
                  </a:cubicBezTo>
                  <a:cubicBezTo>
                    <a:pt x="243" y="3354"/>
                    <a:pt x="239" y="3351"/>
                    <a:pt x="236" y="3348"/>
                  </a:cubicBezTo>
                  <a:cubicBezTo>
                    <a:pt x="224" y="3346"/>
                    <a:pt x="210" y="3332"/>
                    <a:pt x="216" y="3327"/>
                  </a:cubicBezTo>
                  <a:cubicBezTo>
                    <a:pt x="216" y="3327"/>
                    <a:pt x="216" y="3327"/>
                    <a:pt x="213" y="3324"/>
                  </a:cubicBezTo>
                  <a:cubicBezTo>
                    <a:pt x="212" y="3324"/>
                    <a:pt x="211" y="3324"/>
                    <a:pt x="210" y="3324"/>
                  </a:cubicBezTo>
                  <a:cubicBezTo>
                    <a:pt x="205" y="3324"/>
                    <a:pt x="200" y="3322"/>
                    <a:pt x="198" y="3317"/>
                  </a:cubicBezTo>
                  <a:cubicBezTo>
                    <a:pt x="195" y="3313"/>
                    <a:pt x="191" y="3311"/>
                    <a:pt x="187" y="3311"/>
                  </a:cubicBezTo>
                  <a:cubicBezTo>
                    <a:pt x="185" y="3311"/>
                    <a:pt x="184" y="3311"/>
                    <a:pt x="182" y="3312"/>
                  </a:cubicBezTo>
                  <a:cubicBezTo>
                    <a:pt x="181" y="3312"/>
                    <a:pt x="180" y="3312"/>
                    <a:pt x="179" y="3312"/>
                  </a:cubicBezTo>
                  <a:cubicBezTo>
                    <a:pt x="171" y="3312"/>
                    <a:pt x="169" y="3308"/>
                    <a:pt x="169" y="3308"/>
                  </a:cubicBezTo>
                  <a:cubicBezTo>
                    <a:pt x="167" y="3304"/>
                    <a:pt x="176" y="3304"/>
                    <a:pt x="186" y="3303"/>
                  </a:cubicBezTo>
                  <a:cubicBezTo>
                    <a:pt x="187" y="3303"/>
                    <a:pt x="188" y="3303"/>
                    <a:pt x="189" y="3303"/>
                  </a:cubicBezTo>
                  <a:cubicBezTo>
                    <a:pt x="196" y="3303"/>
                    <a:pt x="187" y="3294"/>
                    <a:pt x="168" y="3290"/>
                  </a:cubicBezTo>
                  <a:cubicBezTo>
                    <a:pt x="146" y="3287"/>
                    <a:pt x="145" y="3287"/>
                    <a:pt x="165" y="3287"/>
                  </a:cubicBezTo>
                  <a:cubicBezTo>
                    <a:pt x="174" y="3286"/>
                    <a:pt x="183" y="3286"/>
                    <a:pt x="172" y="3283"/>
                  </a:cubicBezTo>
                  <a:cubicBezTo>
                    <a:pt x="172" y="3283"/>
                    <a:pt x="168" y="3277"/>
                    <a:pt x="163" y="3277"/>
                  </a:cubicBezTo>
                  <a:cubicBezTo>
                    <a:pt x="162" y="3277"/>
                    <a:pt x="161" y="3277"/>
                    <a:pt x="160" y="3278"/>
                  </a:cubicBezTo>
                  <a:cubicBezTo>
                    <a:pt x="156" y="3275"/>
                    <a:pt x="154" y="3270"/>
                    <a:pt x="152" y="3266"/>
                  </a:cubicBezTo>
                  <a:cubicBezTo>
                    <a:pt x="154" y="3259"/>
                    <a:pt x="153" y="3251"/>
                    <a:pt x="150" y="3244"/>
                  </a:cubicBezTo>
                  <a:cubicBezTo>
                    <a:pt x="141" y="3244"/>
                    <a:pt x="141" y="3243"/>
                    <a:pt x="145" y="3235"/>
                  </a:cubicBezTo>
                  <a:cubicBezTo>
                    <a:pt x="150" y="3233"/>
                    <a:pt x="151" y="3232"/>
                    <a:pt x="148" y="3232"/>
                  </a:cubicBezTo>
                  <a:cubicBezTo>
                    <a:pt x="146" y="3232"/>
                    <a:pt x="142" y="3233"/>
                    <a:pt x="136" y="3235"/>
                  </a:cubicBezTo>
                  <a:cubicBezTo>
                    <a:pt x="126" y="3234"/>
                    <a:pt x="125" y="3229"/>
                    <a:pt x="131" y="3221"/>
                  </a:cubicBezTo>
                  <a:cubicBezTo>
                    <a:pt x="142" y="3217"/>
                    <a:pt x="143" y="3213"/>
                    <a:pt x="140" y="3213"/>
                  </a:cubicBezTo>
                  <a:cubicBezTo>
                    <a:pt x="139" y="3213"/>
                    <a:pt x="138" y="3213"/>
                    <a:pt x="136" y="3214"/>
                  </a:cubicBezTo>
                  <a:cubicBezTo>
                    <a:pt x="126" y="3212"/>
                    <a:pt x="125" y="3207"/>
                    <a:pt x="125" y="3207"/>
                  </a:cubicBezTo>
                  <a:cubicBezTo>
                    <a:pt x="132" y="3205"/>
                    <a:pt x="117" y="3164"/>
                    <a:pt x="110" y="3121"/>
                  </a:cubicBezTo>
                  <a:cubicBezTo>
                    <a:pt x="110" y="3116"/>
                    <a:pt x="103" y="3113"/>
                    <a:pt x="97" y="3113"/>
                  </a:cubicBezTo>
                  <a:cubicBezTo>
                    <a:pt x="96" y="3113"/>
                    <a:pt x="95" y="3113"/>
                    <a:pt x="94" y="3113"/>
                  </a:cubicBezTo>
                  <a:cubicBezTo>
                    <a:pt x="89" y="3114"/>
                    <a:pt x="86" y="3114"/>
                    <a:pt x="84" y="3114"/>
                  </a:cubicBezTo>
                  <a:cubicBezTo>
                    <a:pt x="82" y="3114"/>
                    <a:pt x="87" y="3112"/>
                    <a:pt x="93" y="3108"/>
                  </a:cubicBezTo>
                  <a:cubicBezTo>
                    <a:pt x="110" y="3102"/>
                    <a:pt x="114" y="3095"/>
                    <a:pt x="105" y="3095"/>
                  </a:cubicBezTo>
                  <a:cubicBezTo>
                    <a:pt x="102" y="3095"/>
                    <a:pt x="97" y="3096"/>
                    <a:pt x="91" y="3097"/>
                  </a:cubicBezTo>
                  <a:cubicBezTo>
                    <a:pt x="85" y="3100"/>
                    <a:pt x="81" y="3102"/>
                    <a:pt x="80" y="3102"/>
                  </a:cubicBezTo>
                  <a:cubicBezTo>
                    <a:pt x="79" y="3102"/>
                    <a:pt x="83" y="3099"/>
                    <a:pt x="91" y="3093"/>
                  </a:cubicBezTo>
                  <a:cubicBezTo>
                    <a:pt x="98" y="3087"/>
                    <a:pt x="98" y="3087"/>
                    <a:pt x="90" y="3083"/>
                  </a:cubicBezTo>
                  <a:cubicBezTo>
                    <a:pt x="82" y="3083"/>
                    <a:pt x="82" y="3078"/>
                    <a:pt x="90" y="3078"/>
                  </a:cubicBezTo>
                  <a:cubicBezTo>
                    <a:pt x="98" y="3073"/>
                    <a:pt x="106" y="3067"/>
                    <a:pt x="98" y="3067"/>
                  </a:cubicBezTo>
                  <a:cubicBezTo>
                    <a:pt x="98" y="3067"/>
                    <a:pt x="98" y="3063"/>
                    <a:pt x="106" y="3058"/>
                  </a:cubicBezTo>
                  <a:cubicBezTo>
                    <a:pt x="114" y="3053"/>
                    <a:pt x="106" y="3048"/>
                    <a:pt x="98" y="3042"/>
                  </a:cubicBezTo>
                  <a:cubicBezTo>
                    <a:pt x="87" y="3032"/>
                    <a:pt x="85" y="3026"/>
                    <a:pt x="90" y="3026"/>
                  </a:cubicBezTo>
                  <a:cubicBezTo>
                    <a:pt x="92" y="3026"/>
                    <a:pt x="95" y="3026"/>
                    <a:pt x="99" y="3028"/>
                  </a:cubicBezTo>
                  <a:cubicBezTo>
                    <a:pt x="101" y="3029"/>
                    <a:pt x="103" y="3029"/>
                    <a:pt x="104" y="3029"/>
                  </a:cubicBezTo>
                  <a:cubicBezTo>
                    <a:pt x="114" y="3029"/>
                    <a:pt x="108" y="3009"/>
                    <a:pt x="94" y="3003"/>
                  </a:cubicBezTo>
                  <a:cubicBezTo>
                    <a:pt x="83" y="2998"/>
                    <a:pt x="80" y="2996"/>
                    <a:pt x="82" y="2996"/>
                  </a:cubicBezTo>
                  <a:cubicBezTo>
                    <a:pt x="83" y="2996"/>
                    <a:pt x="85" y="2996"/>
                    <a:pt x="87" y="2996"/>
                  </a:cubicBezTo>
                  <a:cubicBezTo>
                    <a:pt x="88" y="2997"/>
                    <a:pt x="89" y="2997"/>
                    <a:pt x="89" y="2997"/>
                  </a:cubicBezTo>
                  <a:cubicBezTo>
                    <a:pt x="95" y="2997"/>
                    <a:pt x="96" y="2993"/>
                    <a:pt x="96" y="2993"/>
                  </a:cubicBezTo>
                  <a:cubicBezTo>
                    <a:pt x="97" y="2988"/>
                    <a:pt x="98" y="2984"/>
                    <a:pt x="104" y="2984"/>
                  </a:cubicBezTo>
                  <a:cubicBezTo>
                    <a:pt x="104" y="2984"/>
                    <a:pt x="105" y="2984"/>
                    <a:pt x="106" y="2984"/>
                  </a:cubicBezTo>
                  <a:cubicBezTo>
                    <a:pt x="106" y="2979"/>
                    <a:pt x="104" y="2973"/>
                    <a:pt x="100" y="2968"/>
                  </a:cubicBezTo>
                  <a:cubicBezTo>
                    <a:pt x="87" y="2955"/>
                    <a:pt x="99" y="2942"/>
                    <a:pt x="116" y="2942"/>
                  </a:cubicBezTo>
                  <a:lnTo>
                    <a:pt x="112" y="2930"/>
                  </a:lnTo>
                  <a:cubicBezTo>
                    <a:pt x="100" y="2923"/>
                    <a:pt x="94" y="2916"/>
                    <a:pt x="100" y="2916"/>
                  </a:cubicBezTo>
                  <a:cubicBezTo>
                    <a:pt x="101" y="2916"/>
                    <a:pt x="103" y="2917"/>
                    <a:pt x="107" y="2918"/>
                  </a:cubicBezTo>
                  <a:lnTo>
                    <a:pt x="115" y="2920"/>
                  </a:lnTo>
                  <a:cubicBezTo>
                    <a:pt x="104" y="2912"/>
                    <a:pt x="112" y="2898"/>
                    <a:pt x="124" y="2898"/>
                  </a:cubicBezTo>
                  <a:cubicBezTo>
                    <a:pt x="127" y="2898"/>
                    <a:pt x="129" y="2899"/>
                    <a:pt x="132" y="2900"/>
                  </a:cubicBezTo>
                  <a:cubicBezTo>
                    <a:pt x="135" y="2902"/>
                    <a:pt x="137" y="2902"/>
                    <a:pt x="138" y="2902"/>
                  </a:cubicBezTo>
                  <a:cubicBezTo>
                    <a:pt x="139" y="2902"/>
                    <a:pt x="140" y="2901"/>
                    <a:pt x="141" y="2899"/>
                  </a:cubicBezTo>
                  <a:lnTo>
                    <a:pt x="133" y="2896"/>
                  </a:lnTo>
                  <a:cubicBezTo>
                    <a:pt x="126" y="2892"/>
                    <a:pt x="118" y="2889"/>
                    <a:pt x="121" y="2884"/>
                  </a:cubicBezTo>
                  <a:cubicBezTo>
                    <a:pt x="122" y="2881"/>
                    <a:pt x="124" y="2878"/>
                    <a:pt x="128" y="2878"/>
                  </a:cubicBezTo>
                  <a:cubicBezTo>
                    <a:pt x="129" y="2878"/>
                    <a:pt x="130" y="2878"/>
                    <a:pt x="132" y="2879"/>
                  </a:cubicBezTo>
                  <a:cubicBezTo>
                    <a:pt x="142" y="2879"/>
                    <a:pt x="152" y="2878"/>
                    <a:pt x="144" y="2874"/>
                  </a:cubicBezTo>
                  <a:cubicBezTo>
                    <a:pt x="144" y="2874"/>
                    <a:pt x="146" y="2870"/>
                    <a:pt x="155" y="2870"/>
                  </a:cubicBezTo>
                  <a:cubicBezTo>
                    <a:pt x="159" y="2863"/>
                    <a:pt x="162" y="2857"/>
                    <a:pt x="165" y="2853"/>
                  </a:cubicBezTo>
                  <a:cubicBezTo>
                    <a:pt x="162" y="2846"/>
                    <a:pt x="165" y="2839"/>
                    <a:pt x="169" y="2839"/>
                  </a:cubicBezTo>
                  <a:cubicBezTo>
                    <a:pt x="171" y="2839"/>
                    <a:pt x="172" y="2840"/>
                    <a:pt x="173" y="2841"/>
                  </a:cubicBezTo>
                  <a:cubicBezTo>
                    <a:pt x="174" y="2839"/>
                    <a:pt x="176" y="2837"/>
                    <a:pt x="176" y="2836"/>
                  </a:cubicBezTo>
                  <a:cubicBezTo>
                    <a:pt x="176" y="2834"/>
                    <a:pt x="177" y="2832"/>
                    <a:pt x="177" y="2830"/>
                  </a:cubicBezTo>
                  <a:cubicBezTo>
                    <a:pt x="179" y="2826"/>
                    <a:pt x="179" y="2821"/>
                    <a:pt x="179" y="2817"/>
                  </a:cubicBezTo>
                  <a:cubicBezTo>
                    <a:pt x="187" y="2803"/>
                    <a:pt x="189" y="2800"/>
                    <a:pt x="192" y="2800"/>
                  </a:cubicBezTo>
                  <a:cubicBezTo>
                    <a:pt x="194" y="2800"/>
                    <a:pt x="195" y="2801"/>
                    <a:pt x="198" y="2801"/>
                  </a:cubicBezTo>
                  <a:cubicBezTo>
                    <a:pt x="201" y="2803"/>
                    <a:pt x="202" y="2803"/>
                    <a:pt x="203" y="2803"/>
                  </a:cubicBezTo>
                  <a:cubicBezTo>
                    <a:pt x="204" y="2803"/>
                    <a:pt x="203" y="2801"/>
                    <a:pt x="200" y="2796"/>
                  </a:cubicBezTo>
                  <a:cubicBezTo>
                    <a:pt x="193" y="2791"/>
                    <a:pt x="196" y="2786"/>
                    <a:pt x="199" y="2781"/>
                  </a:cubicBezTo>
                  <a:lnTo>
                    <a:pt x="205" y="2770"/>
                  </a:lnTo>
                  <a:cubicBezTo>
                    <a:pt x="198" y="2767"/>
                    <a:pt x="198" y="2767"/>
                    <a:pt x="201" y="2761"/>
                  </a:cubicBezTo>
                  <a:cubicBezTo>
                    <a:pt x="204" y="2755"/>
                    <a:pt x="219" y="2743"/>
                    <a:pt x="223" y="2737"/>
                  </a:cubicBezTo>
                  <a:cubicBezTo>
                    <a:pt x="230" y="2725"/>
                    <a:pt x="231" y="2722"/>
                    <a:pt x="227" y="2722"/>
                  </a:cubicBezTo>
                  <a:cubicBezTo>
                    <a:pt x="225" y="2722"/>
                    <a:pt x="224" y="2723"/>
                    <a:pt x="222" y="2723"/>
                  </a:cubicBezTo>
                  <a:cubicBezTo>
                    <a:pt x="220" y="2725"/>
                    <a:pt x="219" y="2726"/>
                    <a:pt x="218" y="2726"/>
                  </a:cubicBezTo>
                  <a:cubicBezTo>
                    <a:pt x="216" y="2726"/>
                    <a:pt x="216" y="2722"/>
                    <a:pt x="224" y="2717"/>
                  </a:cubicBezTo>
                  <a:cubicBezTo>
                    <a:pt x="234" y="2707"/>
                    <a:pt x="244" y="2696"/>
                    <a:pt x="252" y="2684"/>
                  </a:cubicBezTo>
                  <a:cubicBezTo>
                    <a:pt x="264" y="2662"/>
                    <a:pt x="264" y="2662"/>
                    <a:pt x="256" y="2659"/>
                  </a:cubicBezTo>
                  <a:cubicBezTo>
                    <a:pt x="242" y="2657"/>
                    <a:pt x="241" y="2653"/>
                    <a:pt x="252" y="2653"/>
                  </a:cubicBezTo>
                  <a:cubicBezTo>
                    <a:pt x="254" y="2653"/>
                    <a:pt x="257" y="2653"/>
                    <a:pt x="260" y="2653"/>
                  </a:cubicBezTo>
                  <a:cubicBezTo>
                    <a:pt x="280" y="2650"/>
                    <a:pt x="282" y="2644"/>
                    <a:pt x="275" y="2641"/>
                  </a:cubicBezTo>
                  <a:cubicBezTo>
                    <a:pt x="271" y="2632"/>
                    <a:pt x="271" y="2632"/>
                    <a:pt x="274" y="2626"/>
                  </a:cubicBezTo>
                  <a:lnTo>
                    <a:pt x="274" y="2626"/>
                  </a:lnTo>
                  <a:cubicBezTo>
                    <a:pt x="276" y="2627"/>
                    <a:pt x="277" y="2627"/>
                    <a:pt x="278" y="2627"/>
                  </a:cubicBezTo>
                  <a:cubicBezTo>
                    <a:pt x="282" y="2627"/>
                    <a:pt x="284" y="2621"/>
                    <a:pt x="283" y="2609"/>
                  </a:cubicBezTo>
                  <a:cubicBezTo>
                    <a:pt x="284" y="2607"/>
                    <a:pt x="285" y="2606"/>
                    <a:pt x="286" y="2606"/>
                  </a:cubicBezTo>
                  <a:cubicBezTo>
                    <a:pt x="288" y="2606"/>
                    <a:pt x="290" y="2607"/>
                    <a:pt x="293" y="2608"/>
                  </a:cubicBezTo>
                  <a:cubicBezTo>
                    <a:pt x="293" y="2608"/>
                    <a:pt x="296" y="2603"/>
                    <a:pt x="299" y="2597"/>
                  </a:cubicBezTo>
                  <a:cubicBezTo>
                    <a:pt x="290" y="2579"/>
                    <a:pt x="315" y="2551"/>
                    <a:pt x="325" y="2549"/>
                  </a:cubicBezTo>
                  <a:cubicBezTo>
                    <a:pt x="327" y="2544"/>
                    <a:pt x="326" y="2539"/>
                    <a:pt x="324" y="2534"/>
                  </a:cubicBezTo>
                  <a:cubicBezTo>
                    <a:pt x="316" y="2525"/>
                    <a:pt x="315" y="2520"/>
                    <a:pt x="319" y="2520"/>
                  </a:cubicBezTo>
                  <a:cubicBezTo>
                    <a:pt x="321" y="2520"/>
                    <a:pt x="325" y="2522"/>
                    <a:pt x="329" y="2524"/>
                  </a:cubicBezTo>
                  <a:cubicBezTo>
                    <a:pt x="335" y="2527"/>
                    <a:pt x="339" y="2529"/>
                    <a:pt x="340" y="2529"/>
                  </a:cubicBezTo>
                  <a:cubicBezTo>
                    <a:pt x="342" y="2529"/>
                    <a:pt x="339" y="2526"/>
                    <a:pt x="333" y="2519"/>
                  </a:cubicBezTo>
                  <a:cubicBezTo>
                    <a:pt x="329" y="2510"/>
                    <a:pt x="338" y="2491"/>
                    <a:pt x="347" y="2491"/>
                  </a:cubicBezTo>
                  <a:cubicBezTo>
                    <a:pt x="349" y="2491"/>
                    <a:pt x="352" y="2492"/>
                    <a:pt x="354" y="2495"/>
                  </a:cubicBezTo>
                  <a:lnTo>
                    <a:pt x="368" y="2503"/>
                  </a:lnTo>
                  <a:cubicBezTo>
                    <a:pt x="366" y="2498"/>
                    <a:pt x="365" y="2493"/>
                    <a:pt x="367" y="2488"/>
                  </a:cubicBezTo>
                  <a:cubicBezTo>
                    <a:pt x="361" y="2485"/>
                    <a:pt x="363" y="2479"/>
                    <a:pt x="372" y="2463"/>
                  </a:cubicBezTo>
                  <a:cubicBezTo>
                    <a:pt x="377" y="2452"/>
                    <a:pt x="382" y="2427"/>
                    <a:pt x="389" y="2415"/>
                  </a:cubicBezTo>
                  <a:cubicBezTo>
                    <a:pt x="394" y="2405"/>
                    <a:pt x="403" y="2388"/>
                    <a:pt x="413" y="2387"/>
                  </a:cubicBezTo>
                  <a:cubicBezTo>
                    <a:pt x="418" y="2380"/>
                    <a:pt x="419" y="2371"/>
                    <a:pt x="418" y="2362"/>
                  </a:cubicBezTo>
                  <a:cubicBezTo>
                    <a:pt x="414" y="2354"/>
                    <a:pt x="418" y="2345"/>
                    <a:pt x="424" y="2345"/>
                  </a:cubicBezTo>
                  <a:cubicBezTo>
                    <a:pt x="425" y="2345"/>
                    <a:pt x="426" y="2345"/>
                    <a:pt x="427" y="2346"/>
                  </a:cubicBezTo>
                  <a:lnTo>
                    <a:pt x="429" y="2340"/>
                  </a:lnTo>
                  <a:cubicBezTo>
                    <a:pt x="428" y="2334"/>
                    <a:pt x="429" y="2327"/>
                    <a:pt x="431" y="2320"/>
                  </a:cubicBezTo>
                  <a:cubicBezTo>
                    <a:pt x="434" y="2322"/>
                    <a:pt x="436" y="2322"/>
                    <a:pt x="438" y="2322"/>
                  </a:cubicBezTo>
                  <a:cubicBezTo>
                    <a:pt x="443" y="2322"/>
                    <a:pt x="447" y="2319"/>
                    <a:pt x="444" y="2313"/>
                  </a:cubicBezTo>
                  <a:cubicBezTo>
                    <a:pt x="437" y="2310"/>
                    <a:pt x="439" y="2304"/>
                    <a:pt x="446" y="2293"/>
                  </a:cubicBezTo>
                  <a:cubicBezTo>
                    <a:pt x="458" y="2286"/>
                    <a:pt x="555" y="2109"/>
                    <a:pt x="548" y="2105"/>
                  </a:cubicBezTo>
                  <a:lnTo>
                    <a:pt x="557" y="2089"/>
                  </a:lnTo>
                  <a:cubicBezTo>
                    <a:pt x="559" y="2083"/>
                    <a:pt x="566" y="2072"/>
                    <a:pt x="566" y="2072"/>
                  </a:cubicBezTo>
                  <a:cubicBezTo>
                    <a:pt x="567" y="2073"/>
                    <a:pt x="569" y="2073"/>
                    <a:pt x="570" y="2073"/>
                  </a:cubicBezTo>
                  <a:cubicBezTo>
                    <a:pt x="581" y="2073"/>
                    <a:pt x="587" y="2047"/>
                    <a:pt x="589" y="2030"/>
                  </a:cubicBezTo>
                  <a:cubicBezTo>
                    <a:pt x="586" y="2023"/>
                    <a:pt x="586" y="2015"/>
                    <a:pt x="591" y="2009"/>
                  </a:cubicBezTo>
                  <a:cubicBezTo>
                    <a:pt x="593" y="2011"/>
                    <a:pt x="596" y="2011"/>
                    <a:pt x="598" y="2011"/>
                  </a:cubicBezTo>
                  <a:cubicBezTo>
                    <a:pt x="608" y="2011"/>
                    <a:pt x="614" y="1999"/>
                    <a:pt x="612" y="1987"/>
                  </a:cubicBezTo>
                  <a:cubicBezTo>
                    <a:pt x="604" y="1978"/>
                    <a:pt x="603" y="1972"/>
                    <a:pt x="608" y="1972"/>
                  </a:cubicBezTo>
                  <a:cubicBezTo>
                    <a:pt x="611" y="1972"/>
                    <a:pt x="614" y="1973"/>
                    <a:pt x="619" y="1976"/>
                  </a:cubicBezTo>
                  <a:cubicBezTo>
                    <a:pt x="622" y="1977"/>
                    <a:pt x="625" y="1978"/>
                    <a:pt x="627" y="1978"/>
                  </a:cubicBezTo>
                  <a:cubicBezTo>
                    <a:pt x="635" y="1978"/>
                    <a:pt x="635" y="1967"/>
                    <a:pt x="623" y="1950"/>
                  </a:cubicBezTo>
                  <a:cubicBezTo>
                    <a:pt x="619" y="1941"/>
                    <a:pt x="619" y="1941"/>
                    <a:pt x="629" y="1940"/>
                  </a:cubicBezTo>
                  <a:cubicBezTo>
                    <a:pt x="631" y="1940"/>
                    <a:pt x="634" y="1940"/>
                    <a:pt x="636" y="1940"/>
                  </a:cubicBezTo>
                  <a:cubicBezTo>
                    <a:pt x="646" y="1940"/>
                    <a:pt x="648" y="1936"/>
                    <a:pt x="642" y="1933"/>
                  </a:cubicBezTo>
                  <a:cubicBezTo>
                    <a:pt x="632" y="1922"/>
                    <a:pt x="633" y="1916"/>
                    <a:pt x="644" y="1916"/>
                  </a:cubicBezTo>
                  <a:cubicBezTo>
                    <a:pt x="646" y="1916"/>
                    <a:pt x="648" y="1916"/>
                    <a:pt x="650" y="1916"/>
                  </a:cubicBezTo>
                  <a:cubicBezTo>
                    <a:pt x="670" y="1913"/>
                    <a:pt x="670" y="1913"/>
                    <a:pt x="659" y="1901"/>
                  </a:cubicBezTo>
                  <a:cubicBezTo>
                    <a:pt x="648" y="1887"/>
                    <a:pt x="658" y="1868"/>
                    <a:pt x="674" y="1868"/>
                  </a:cubicBezTo>
                  <a:cubicBezTo>
                    <a:pt x="675" y="1868"/>
                    <a:pt x="676" y="1868"/>
                    <a:pt x="677" y="1868"/>
                  </a:cubicBezTo>
                  <a:cubicBezTo>
                    <a:pt x="680" y="1862"/>
                    <a:pt x="690" y="1861"/>
                    <a:pt x="683" y="1857"/>
                  </a:cubicBezTo>
                  <a:lnTo>
                    <a:pt x="693" y="1856"/>
                  </a:lnTo>
                  <a:lnTo>
                    <a:pt x="698" y="1844"/>
                  </a:lnTo>
                  <a:lnTo>
                    <a:pt x="692" y="1841"/>
                  </a:lnTo>
                  <a:cubicBezTo>
                    <a:pt x="710" y="1819"/>
                    <a:pt x="725" y="1794"/>
                    <a:pt x="740" y="1769"/>
                  </a:cubicBezTo>
                  <a:cubicBezTo>
                    <a:pt x="771" y="1713"/>
                    <a:pt x="777" y="1701"/>
                    <a:pt x="769" y="1701"/>
                  </a:cubicBezTo>
                  <a:cubicBezTo>
                    <a:pt x="769" y="1701"/>
                    <a:pt x="768" y="1701"/>
                    <a:pt x="768" y="1701"/>
                  </a:cubicBezTo>
                  <a:cubicBezTo>
                    <a:pt x="753" y="1699"/>
                    <a:pt x="756" y="1689"/>
                    <a:pt x="769" y="1689"/>
                  </a:cubicBezTo>
                  <a:cubicBezTo>
                    <a:pt x="771" y="1689"/>
                    <a:pt x="772" y="1689"/>
                    <a:pt x="773" y="1690"/>
                  </a:cubicBezTo>
                  <a:cubicBezTo>
                    <a:pt x="777" y="1685"/>
                    <a:pt x="789" y="1677"/>
                    <a:pt x="796" y="1667"/>
                  </a:cubicBezTo>
                  <a:cubicBezTo>
                    <a:pt x="801" y="1657"/>
                    <a:pt x="806" y="1649"/>
                    <a:pt x="811" y="1649"/>
                  </a:cubicBezTo>
                  <a:cubicBezTo>
                    <a:pt x="812" y="1649"/>
                    <a:pt x="813" y="1649"/>
                    <a:pt x="814" y="1649"/>
                  </a:cubicBezTo>
                  <a:lnTo>
                    <a:pt x="817" y="1644"/>
                  </a:lnTo>
                  <a:cubicBezTo>
                    <a:pt x="808" y="1626"/>
                    <a:pt x="826" y="1593"/>
                    <a:pt x="842" y="1581"/>
                  </a:cubicBezTo>
                  <a:cubicBezTo>
                    <a:pt x="849" y="1572"/>
                    <a:pt x="851" y="1561"/>
                    <a:pt x="850" y="1549"/>
                  </a:cubicBezTo>
                  <a:cubicBezTo>
                    <a:pt x="849" y="1535"/>
                    <a:pt x="849" y="1535"/>
                    <a:pt x="859" y="1534"/>
                  </a:cubicBezTo>
                  <a:cubicBezTo>
                    <a:pt x="859" y="1534"/>
                    <a:pt x="860" y="1534"/>
                    <a:pt x="860" y="1534"/>
                  </a:cubicBezTo>
                  <a:cubicBezTo>
                    <a:pt x="868" y="1534"/>
                    <a:pt x="889" y="1509"/>
                    <a:pt x="877" y="1501"/>
                  </a:cubicBezTo>
                  <a:lnTo>
                    <a:pt x="887" y="1500"/>
                  </a:lnTo>
                  <a:cubicBezTo>
                    <a:pt x="897" y="1498"/>
                    <a:pt x="892" y="1489"/>
                    <a:pt x="885" y="1485"/>
                  </a:cubicBezTo>
                  <a:cubicBezTo>
                    <a:pt x="875" y="1480"/>
                    <a:pt x="873" y="1476"/>
                    <a:pt x="881" y="1476"/>
                  </a:cubicBezTo>
                  <a:cubicBezTo>
                    <a:pt x="885" y="1476"/>
                    <a:pt x="890" y="1477"/>
                    <a:pt x="898" y="1479"/>
                  </a:cubicBezTo>
                  <a:cubicBezTo>
                    <a:pt x="903" y="1482"/>
                    <a:pt x="907" y="1483"/>
                    <a:pt x="909" y="1483"/>
                  </a:cubicBezTo>
                  <a:cubicBezTo>
                    <a:pt x="913" y="1483"/>
                    <a:pt x="912" y="1479"/>
                    <a:pt x="908" y="1476"/>
                  </a:cubicBezTo>
                  <a:cubicBezTo>
                    <a:pt x="904" y="1468"/>
                    <a:pt x="899" y="1459"/>
                    <a:pt x="909" y="1456"/>
                  </a:cubicBezTo>
                  <a:cubicBezTo>
                    <a:pt x="913" y="1452"/>
                    <a:pt x="916" y="1446"/>
                    <a:pt x="901" y="1438"/>
                  </a:cubicBezTo>
                  <a:cubicBezTo>
                    <a:pt x="895" y="1435"/>
                    <a:pt x="897" y="1429"/>
                    <a:pt x="900" y="1424"/>
                  </a:cubicBezTo>
                  <a:lnTo>
                    <a:pt x="900" y="1424"/>
                  </a:lnTo>
                  <a:cubicBezTo>
                    <a:pt x="907" y="1427"/>
                    <a:pt x="907" y="1427"/>
                    <a:pt x="911" y="1437"/>
                  </a:cubicBezTo>
                  <a:lnTo>
                    <a:pt x="917" y="1426"/>
                  </a:lnTo>
                  <a:cubicBezTo>
                    <a:pt x="922" y="1420"/>
                    <a:pt x="928" y="1416"/>
                    <a:pt x="935" y="1416"/>
                  </a:cubicBezTo>
                  <a:cubicBezTo>
                    <a:pt x="937" y="1416"/>
                    <a:pt x="939" y="1417"/>
                    <a:pt x="941" y="1417"/>
                  </a:cubicBezTo>
                  <a:cubicBezTo>
                    <a:pt x="951" y="1416"/>
                    <a:pt x="953" y="1410"/>
                    <a:pt x="936" y="1408"/>
                  </a:cubicBezTo>
                  <a:cubicBezTo>
                    <a:pt x="922" y="1400"/>
                    <a:pt x="922" y="1400"/>
                    <a:pt x="927" y="1390"/>
                  </a:cubicBezTo>
                  <a:cubicBezTo>
                    <a:pt x="930" y="1386"/>
                    <a:pt x="932" y="1382"/>
                    <a:pt x="936" y="1382"/>
                  </a:cubicBezTo>
                  <a:cubicBezTo>
                    <a:pt x="937" y="1382"/>
                    <a:pt x="939" y="1382"/>
                    <a:pt x="941" y="1383"/>
                  </a:cubicBezTo>
                  <a:cubicBezTo>
                    <a:pt x="943" y="1385"/>
                    <a:pt x="945" y="1385"/>
                    <a:pt x="946" y="1385"/>
                  </a:cubicBezTo>
                  <a:cubicBezTo>
                    <a:pt x="948" y="1385"/>
                    <a:pt x="950" y="1383"/>
                    <a:pt x="954" y="1376"/>
                  </a:cubicBezTo>
                  <a:cubicBezTo>
                    <a:pt x="963" y="1360"/>
                    <a:pt x="950" y="1332"/>
                    <a:pt x="938" y="1319"/>
                  </a:cubicBezTo>
                  <a:cubicBezTo>
                    <a:pt x="929" y="1314"/>
                    <a:pt x="926" y="1313"/>
                    <a:pt x="929" y="1313"/>
                  </a:cubicBezTo>
                  <a:cubicBezTo>
                    <a:pt x="931" y="1313"/>
                    <a:pt x="935" y="1313"/>
                    <a:pt x="942" y="1314"/>
                  </a:cubicBezTo>
                  <a:cubicBezTo>
                    <a:pt x="943" y="1315"/>
                    <a:pt x="944" y="1315"/>
                    <a:pt x="946" y="1315"/>
                  </a:cubicBezTo>
                  <a:cubicBezTo>
                    <a:pt x="950" y="1315"/>
                    <a:pt x="952" y="1311"/>
                    <a:pt x="954" y="1307"/>
                  </a:cubicBezTo>
                  <a:cubicBezTo>
                    <a:pt x="951" y="1305"/>
                    <a:pt x="952" y="1303"/>
                    <a:pt x="953" y="1303"/>
                  </a:cubicBezTo>
                  <a:cubicBezTo>
                    <a:pt x="954" y="1303"/>
                    <a:pt x="956" y="1304"/>
                    <a:pt x="954" y="1307"/>
                  </a:cubicBezTo>
                  <a:cubicBezTo>
                    <a:pt x="962" y="1310"/>
                    <a:pt x="959" y="1316"/>
                    <a:pt x="955" y="1322"/>
                  </a:cubicBezTo>
                  <a:lnTo>
                    <a:pt x="963" y="1325"/>
                  </a:lnTo>
                  <a:cubicBezTo>
                    <a:pt x="965" y="1325"/>
                    <a:pt x="968" y="1326"/>
                    <a:pt x="969" y="1326"/>
                  </a:cubicBezTo>
                  <a:cubicBezTo>
                    <a:pt x="981" y="1326"/>
                    <a:pt x="982" y="1320"/>
                    <a:pt x="972" y="1309"/>
                  </a:cubicBezTo>
                  <a:cubicBezTo>
                    <a:pt x="968" y="1299"/>
                    <a:pt x="968" y="1299"/>
                    <a:pt x="978" y="1298"/>
                  </a:cubicBezTo>
                  <a:cubicBezTo>
                    <a:pt x="988" y="1297"/>
                    <a:pt x="998" y="1295"/>
                    <a:pt x="990" y="1291"/>
                  </a:cubicBezTo>
                  <a:cubicBezTo>
                    <a:pt x="993" y="1285"/>
                    <a:pt x="1000" y="1281"/>
                    <a:pt x="1007" y="1279"/>
                  </a:cubicBezTo>
                  <a:cubicBezTo>
                    <a:pt x="1012" y="1268"/>
                    <a:pt x="1016" y="1263"/>
                    <a:pt x="1008" y="1259"/>
                  </a:cubicBezTo>
                  <a:cubicBezTo>
                    <a:pt x="1001" y="1255"/>
                    <a:pt x="1003" y="1250"/>
                    <a:pt x="1007" y="1244"/>
                  </a:cubicBezTo>
                  <a:cubicBezTo>
                    <a:pt x="1010" y="1239"/>
                    <a:pt x="1012" y="1233"/>
                    <a:pt x="1006" y="1230"/>
                  </a:cubicBezTo>
                  <a:cubicBezTo>
                    <a:pt x="997" y="1225"/>
                    <a:pt x="994" y="1214"/>
                    <a:pt x="1000" y="1206"/>
                  </a:cubicBezTo>
                  <a:cubicBezTo>
                    <a:pt x="999" y="1196"/>
                    <a:pt x="999" y="1193"/>
                    <a:pt x="1005" y="1193"/>
                  </a:cubicBezTo>
                  <a:cubicBezTo>
                    <a:pt x="1008" y="1193"/>
                    <a:pt x="1011" y="1193"/>
                    <a:pt x="1016" y="1194"/>
                  </a:cubicBezTo>
                  <a:cubicBezTo>
                    <a:pt x="1017" y="1195"/>
                    <a:pt x="1018" y="1195"/>
                    <a:pt x="1020" y="1195"/>
                  </a:cubicBezTo>
                  <a:cubicBezTo>
                    <a:pt x="1024" y="1195"/>
                    <a:pt x="1027" y="1191"/>
                    <a:pt x="1029" y="1187"/>
                  </a:cubicBezTo>
                  <a:cubicBezTo>
                    <a:pt x="1031" y="1183"/>
                    <a:pt x="1037" y="1180"/>
                    <a:pt x="1042" y="1179"/>
                  </a:cubicBezTo>
                  <a:cubicBezTo>
                    <a:pt x="1052" y="1178"/>
                    <a:pt x="1045" y="1175"/>
                    <a:pt x="1038" y="1170"/>
                  </a:cubicBezTo>
                  <a:lnTo>
                    <a:pt x="1024" y="1162"/>
                  </a:lnTo>
                  <a:cubicBezTo>
                    <a:pt x="1025" y="1161"/>
                    <a:pt x="1028" y="1160"/>
                    <a:pt x="1032" y="1160"/>
                  </a:cubicBezTo>
                  <a:cubicBezTo>
                    <a:pt x="1038" y="1160"/>
                    <a:pt x="1046" y="1161"/>
                    <a:pt x="1051" y="1163"/>
                  </a:cubicBezTo>
                  <a:cubicBezTo>
                    <a:pt x="1057" y="1164"/>
                    <a:pt x="1061" y="1165"/>
                    <a:pt x="1063" y="1165"/>
                  </a:cubicBezTo>
                  <a:cubicBezTo>
                    <a:pt x="1067" y="1165"/>
                    <a:pt x="1063" y="1163"/>
                    <a:pt x="1054" y="1158"/>
                  </a:cubicBezTo>
                  <a:cubicBezTo>
                    <a:pt x="1046" y="1155"/>
                    <a:pt x="1043" y="1146"/>
                    <a:pt x="1055" y="1138"/>
                  </a:cubicBezTo>
                  <a:cubicBezTo>
                    <a:pt x="1060" y="1129"/>
                    <a:pt x="1065" y="1120"/>
                    <a:pt x="1071" y="1120"/>
                  </a:cubicBezTo>
                  <a:cubicBezTo>
                    <a:pt x="1072" y="1120"/>
                    <a:pt x="1073" y="1120"/>
                    <a:pt x="1074" y="1121"/>
                  </a:cubicBezTo>
                  <a:cubicBezTo>
                    <a:pt x="1080" y="1120"/>
                    <a:pt x="1083" y="1114"/>
                    <a:pt x="1080" y="1110"/>
                  </a:cubicBezTo>
                  <a:cubicBezTo>
                    <a:pt x="1076" y="1101"/>
                    <a:pt x="1079" y="1095"/>
                    <a:pt x="1094" y="1083"/>
                  </a:cubicBezTo>
                  <a:cubicBezTo>
                    <a:pt x="1123" y="1064"/>
                    <a:pt x="1123" y="1064"/>
                    <a:pt x="1109" y="1056"/>
                  </a:cubicBezTo>
                  <a:cubicBezTo>
                    <a:pt x="1103" y="1053"/>
                    <a:pt x="1098" y="1050"/>
                    <a:pt x="1105" y="1050"/>
                  </a:cubicBezTo>
                  <a:cubicBezTo>
                    <a:pt x="1107" y="1050"/>
                    <a:pt x="1109" y="1050"/>
                    <a:pt x="1112" y="1050"/>
                  </a:cubicBezTo>
                  <a:cubicBezTo>
                    <a:pt x="1122" y="1049"/>
                    <a:pt x="1118" y="1040"/>
                    <a:pt x="1117" y="1026"/>
                  </a:cubicBezTo>
                  <a:cubicBezTo>
                    <a:pt x="1110" y="1015"/>
                    <a:pt x="1101" y="1009"/>
                    <a:pt x="1091" y="1004"/>
                  </a:cubicBezTo>
                  <a:cubicBezTo>
                    <a:pt x="1076" y="996"/>
                    <a:pt x="1076" y="996"/>
                    <a:pt x="1090" y="990"/>
                  </a:cubicBezTo>
                  <a:cubicBezTo>
                    <a:pt x="1093" y="986"/>
                    <a:pt x="1097" y="984"/>
                    <a:pt x="1102" y="984"/>
                  </a:cubicBezTo>
                  <a:cubicBezTo>
                    <a:pt x="1105" y="984"/>
                    <a:pt x="1107" y="985"/>
                    <a:pt x="1110" y="986"/>
                  </a:cubicBezTo>
                  <a:cubicBezTo>
                    <a:pt x="1117" y="991"/>
                    <a:pt x="1114" y="995"/>
                    <a:pt x="1114" y="995"/>
                  </a:cubicBezTo>
                  <a:lnTo>
                    <a:pt x="1111" y="1001"/>
                  </a:lnTo>
                  <a:cubicBezTo>
                    <a:pt x="1115" y="1003"/>
                    <a:pt x="1118" y="1005"/>
                    <a:pt x="1122" y="1005"/>
                  </a:cubicBezTo>
                  <a:cubicBezTo>
                    <a:pt x="1125" y="1005"/>
                    <a:pt x="1129" y="1003"/>
                    <a:pt x="1131" y="999"/>
                  </a:cubicBezTo>
                  <a:cubicBezTo>
                    <a:pt x="1141" y="996"/>
                    <a:pt x="1145" y="991"/>
                    <a:pt x="1137" y="987"/>
                  </a:cubicBezTo>
                  <a:cubicBezTo>
                    <a:pt x="1147" y="986"/>
                    <a:pt x="1154" y="975"/>
                    <a:pt x="1159" y="964"/>
                  </a:cubicBezTo>
                  <a:cubicBezTo>
                    <a:pt x="1165" y="954"/>
                    <a:pt x="1174" y="937"/>
                    <a:pt x="1184" y="936"/>
                  </a:cubicBezTo>
                  <a:cubicBezTo>
                    <a:pt x="1190" y="925"/>
                    <a:pt x="1193" y="920"/>
                    <a:pt x="1185" y="916"/>
                  </a:cubicBezTo>
                  <a:cubicBezTo>
                    <a:pt x="1174" y="910"/>
                    <a:pt x="1173" y="905"/>
                    <a:pt x="1177" y="905"/>
                  </a:cubicBezTo>
                  <a:cubicBezTo>
                    <a:pt x="1178" y="905"/>
                    <a:pt x="1179" y="906"/>
                    <a:pt x="1181" y="907"/>
                  </a:cubicBezTo>
                  <a:cubicBezTo>
                    <a:pt x="1181" y="907"/>
                    <a:pt x="1181" y="907"/>
                    <a:pt x="1182" y="907"/>
                  </a:cubicBezTo>
                  <a:cubicBezTo>
                    <a:pt x="1200" y="907"/>
                    <a:pt x="1243" y="842"/>
                    <a:pt x="1232" y="829"/>
                  </a:cubicBezTo>
                  <a:lnTo>
                    <a:pt x="1238" y="819"/>
                  </a:lnTo>
                  <a:cubicBezTo>
                    <a:pt x="1251" y="811"/>
                    <a:pt x="1269" y="780"/>
                    <a:pt x="1265" y="770"/>
                  </a:cubicBezTo>
                  <a:lnTo>
                    <a:pt x="1274" y="754"/>
                  </a:lnTo>
                  <a:cubicBezTo>
                    <a:pt x="1286" y="747"/>
                    <a:pt x="1289" y="742"/>
                    <a:pt x="1285" y="733"/>
                  </a:cubicBezTo>
                  <a:cubicBezTo>
                    <a:pt x="1282" y="726"/>
                    <a:pt x="1277" y="722"/>
                    <a:pt x="1278" y="722"/>
                  </a:cubicBezTo>
                  <a:lnTo>
                    <a:pt x="1278" y="722"/>
                  </a:lnTo>
                  <a:cubicBezTo>
                    <a:pt x="1278" y="722"/>
                    <a:pt x="1279" y="723"/>
                    <a:pt x="1280" y="724"/>
                  </a:cubicBezTo>
                  <a:cubicBezTo>
                    <a:pt x="1281" y="724"/>
                    <a:pt x="1282" y="724"/>
                    <a:pt x="1283" y="724"/>
                  </a:cubicBezTo>
                  <a:cubicBezTo>
                    <a:pt x="1290" y="724"/>
                    <a:pt x="1295" y="713"/>
                    <a:pt x="1305" y="695"/>
                  </a:cubicBezTo>
                  <a:cubicBezTo>
                    <a:pt x="1315" y="677"/>
                    <a:pt x="1317" y="674"/>
                    <a:pt x="1312" y="674"/>
                  </a:cubicBezTo>
                  <a:cubicBezTo>
                    <a:pt x="1311" y="674"/>
                    <a:pt x="1309" y="674"/>
                    <a:pt x="1307" y="674"/>
                  </a:cubicBezTo>
                  <a:cubicBezTo>
                    <a:pt x="1310" y="659"/>
                    <a:pt x="1314" y="654"/>
                    <a:pt x="1318" y="654"/>
                  </a:cubicBezTo>
                  <a:cubicBezTo>
                    <a:pt x="1321" y="654"/>
                    <a:pt x="1324" y="656"/>
                    <a:pt x="1326" y="658"/>
                  </a:cubicBezTo>
                  <a:cubicBezTo>
                    <a:pt x="1330" y="661"/>
                    <a:pt x="1333" y="663"/>
                    <a:pt x="1335" y="663"/>
                  </a:cubicBezTo>
                  <a:cubicBezTo>
                    <a:pt x="1339" y="663"/>
                    <a:pt x="1337" y="655"/>
                    <a:pt x="1324" y="643"/>
                  </a:cubicBezTo>
                  <a:cubicBezTo>
                    <a:pt x="1315" y="632"/>
                    <a:pt x="1317" y="622"/>
                    <a:pt x="1323" y="622"/>
                  </a:cubicBezTo>
                  <a:cubicBezTo>
                    <a:pt x="1324" y="622"/>
                    <a:pt x="1325" y="622"/>
                    <a:pt x="1326" y="623"/>
                  </a:cubicBezTo>
                  <a:cubicBezTo>
                    <a:pt x="1333" y="626"/>
                    <a:pt x="1331" y="632"/>
                    <a:pt x="1328" y="637"/>
                  </a:cubicBezTo>
                  <a:lnTo>
                    <a:pt x="1342" y="645"/>
                  </a:lnTo>
                  <a:cubicBezTo>
                    <a:pt x="1344" y="640"/>
                    <a:pt x="1344" y="640"/>
                    <a:pt x="1341" y="631"/>
                  </a:cubicBezTo>
                  <a:cubicBezTo>
                    <a:pt x="1342" y="625"/>
                    <a:pt x="1342" y="619"/>
                    <a:pt x="1340" y="615"/>
                  </a:cubicBezTo>
                  <a:cubicBezTo>
                    <a:pt x="1337" y="608"/>
                    <a:pt x="1329" y="603"/>
                    <a:pt x="1322" y="603"/>
                  </a:cubicBezTo>
                  <a:cubicBezTo>
                    <a:pt x="1320" y="603"/>
                    <a:pt x="1319" y="603"/>
                    <a:pt x="1318" y="604"/>
                  </a:cubicBezTo>
                  <a:cubicBezTo>
                    <a:pt x="1316" y="604"/>
                    <a:pt x="1315" y="604"/>
                    <a:pt x="1314" y="604"/>
                  </a:cubicBezTo>
                  <a:cubicBezTo>
                    <a:pt x="1308" y="604"/>
                    <a:pt x="1311" y="599"/>
                    <a:pt x="1314" y="595"/>
                  </a:cubicBezTo>
                  <a:cubicBezTo>
                    <a:pt x="1319" y="592"/>
                    <a:pt x="1323" y="591"/>
                    <a:pt x="1326" y="591"/>
                  </a:cubicBezTo>
                  <a:cubicBezTo>
                    <a:pt x="1332" y="591"/>
                    <a:pt x="1336" y="595"/>
                    <a:pt x="1338" y="600"/>
                  </a:cubicBezTo>
                  <a:cubicBezTo>
                    <a:pt x="1335" y="606"/>
                    <a:pt x="1342" y="610"/>
                    <a:pt x="1350" y="614"/>
                  </a:cubicBezTo>
                  <a:cubicBezTo>
                    <a:pt x="1350" y="614"/>
                    <a:pt x="1351" y="614"/>
                    <a:pt x="1351" y="614"/>
                  </a:cubicBezTo>
                  <a:cubicBezTo>
                    <a:pt x="1357" y="614"/>
                    <a:pt x="1356" y="583"/>
                    <a:pt x="1346" y="570"/>
                  </a:cubicBezTo>
                  <a:lnTo>
                    <a:pt x="1346" y="570"/>
                  </a:lnTo>
                  <a:lnTo>
                    <a:pt x="1352" y="573"/>
                  </a:lnTo>
                  <a:cubicBezTo>
                    <a:pt x="1354" y="574"/>
                    <a:pt x="1355" y="574"/>
                    <a:pt x="1356" y="574"/>
                  </a:cubicBezTo>
                  <a:cubicBezTo>
                    <a:pt x="1362" y="574"/>
                    <a:pt x="1367" y="565"/>
                    <a:pt x="1371" y="557"/>
                  </a:cubicBezTo>
                  <a:cubicBezTo>
                    <a:pt x="1377" y="545"/>
                    <a:pt x="1380" y="540"/>
                    <a:pt x="1374" y="536"/>
                  </a:cubicBezTo>
                  <a:cubicBezTo>
                    <a:pt x="1366" y="532"/>
                    <a:pt x="1359" y="529"/>
                    <a:pt x="1362" y="523"/>
                  </a:cubicBezTo>
                  <a:lnTo>
                    <a:pt x="1362" y="523"/>
                  </a:lnTo>
                  <a:cubicBezTo>
                    <a:pt x="1361" y="525"/>
                    <a:pt x="1360" y="526"/>
                    <a:pt x="1358" y="526"/>
                  </a:cubicBezTo>
                  <a:cubicBezTo>
                    <a:pt x="1354" y="526"/>
                    <a:pt x="1350" y="523"/>
                    <a:pt x="1344" y="521"/>
                  </a:cubicBezTo>
                  <a:cubicBezTo>
                    <a:pt x="1352" y="517"/>
                    <a:pt x="1360" y="514"/>
                    <a:pt x="1368" y="513"/>
                  </a:cubicBezTo>
                  <a:cubicBezTo>
                    <a:pt x="1387" y="511"/>
                    <a:pt x="1405" y="498"/>
                    <a:pt x="1413" y="480"/>
                  </a:cubicBezTo>
                  <a:cubicBezTo>
                    <a:pt x="1418" y="470"/>
                    <a:pt x="1427" y="453"/>
                    <a:pt x="1438" y="452"/>
                  </a:cubicBezTo>
                  <a:cubicBezTo>
                    <a:pt x="1443" y="441"/>
                    <a:pt x="1447" y="437"/>
                    <a:pt x="1439" y="432"/>
                  </a:cubicBezTo>
                  <a:lnTo>
                    <a:pt x="1444" y="422"/>
                  </a:lnTo>
                  <a:cubicBezTo>
                    <a:pt x="1454" y="420"/>
                    <a:pt x="1461" y="410"/>
                    <a:pt x="1453" y="405"/>
                  </a:cubicBezTo>
                  <a:cubicBezTo>
                    <a:pt x="1450" y="396"/>
                    <a:pt x="1460" y="395"/>
                    <a:pt x="1462" y="389"/>
                  </a:cubicBezTo>
                  <a:cubicBezTo>
                    <a:pt x="1482" y="386"/>
                    <a:pt x="1482" y="386"/>
                    <a:pt x="1458" y="380"/>
                  </a:cubicBezTo>
                  <a:cubicBezTo>
                    <a:pt x="1456" y="380"/>
                    <a:pt x="1454" y="380"/>
                    <a:pt x="1453" y="380"/>
                  </a:cubicBezTo>
                  <a:cubicBezTo>
                    <a:pt x="1446" y="380"/>
                    <a:pt x="1439" y="383"/>
                    <a:pt x="1435" y="388"/>
                  </a:cubicBezTo>
                  <a:lnTo>
                    <a:pt x="1426" y="404"/>
                  </a:lnTo>
                  <a:lnTo>
                    <a:pt x="1426" y="404"/>
                  </a:lnTo>
                  <a:lnTo>
                    <a:pt x="1427" y="385"/>
                  </a:lnTo>
                  <a:cubicBezTo>
                    <a:pt x="1431" y="376"/>
                    <a:pt x="1429" y="367"/>
                    <a:pt x="1422" y="360"/>
                  </a:cubicBezTo>
                  <a:cubicBezTo>
                    <a:pt x="1422" y="360"/>
                    <a:pt x="1415" y="357"/>
                    <a:pt x="1418" y="351"/>
                  </a:cubicBezTo>
                  <a:lnTo>
                    <a:pt x="1418" y="351"/>
                  </a:lnTo>
                  <a:cubicBezTo>
                    <a:pt x="1418" y="351"/>
                    <a:pt x="1425" y="356"/>
                    <a:pt x="1432" y="359"/>
                  </a:cubicBezTo>
                  <a:cubicBezTo>
                    <a:pt x="1436" y="367"/>
                    <a:pt x="1443" y="373"/>
                    <a:pt x="1451" y="376"/>
                  </a:cubicBezTo>
                  <a:cubicBezTo>
                    <a:pt x="1452" y="376"/>
                    <a:pt x="1454" y="376"/>
                    <a:pt x="1455" y="376"/>
                  </a:cubicBezTo>
                  <a:cubicBezTo>
                    <a:pt x="1470" y="376"/>
                    <a:pt x="1483" y="365"/>
                    <a:pt x="1470" y="358"/>
                  </a:cubicBezTo>
                  <a:cubicBezTo>
                    <a:pt x="1472" y="354"/>
                    <a:pt x="1472" y="354"/>
                    <a:pt x="1482" y="351"/>
                  </a:cubicBezTo>
                  <a:cubicBezTo>
                    <a:pt x="1484" y="352"/>
                    <a:pt x="1486" y="353"/>
                    <a:pt x="1487" y="353"/>
                  </a:cubicBezTo>
                  <a:cubicBezTo>
                    <a:pt x="1491" y="353"/>
                    <a:pt x="1490" y="347"/>
                    <a:pt x="1481" y="337"/>
                  </a:cubicBezTo>
                  <a:cubicBezTo>
                    <a:pt x="1472" y="325"/>
                    <a:pt x="1473" y="320"/>
                    <a:pt x="1483" y="320"/>
                  </a:cubicBezTo>
                  <a:cubicBezTo>
                    <a:pt x="1485" y="320"/>
                    <a:pt x="1488" y="321"/>
                    <a:pt x="1490" y="321"/>
                  </a:cubicBezTo>
                  <a:cubicBezTo>
                    <a:pt x="1510" y="318"/>
                    <a:pt x="1523" y="296"/>
                    <a:pt x="1515" y="292"/>
                  </a:cubicBezTo>
                  <a:cubicBezTo>
                    <a:pt x="1504" y="286"/>
                    <a:pt x="1507" y="268"/>
                    <a:pt x="1519" y="267"/>
                  </a:cubicBezTo>
                  <a:cubicBezTo>
                    <a:pt x="1530" y="265"/>
                    <a:pt x="1533" y="259"/>
                    <a:pt x="1528" y="250"/>
                  </a:cubicBezTo>
                  <a:lnTo>
                    <a:pt x="1528" y="250"/>
                  </a:lnTo>
                  <a:cubicBezTo>
                    <a:pt x="1531" y="252"/>
                    <a:pt x="1533" y="253"/>
                    <a:pt x="1536" y="253"/>
                  </a:cubicBezTo>
                  <a:cubicBezTo>
                    <a:pt x="1540" y="253"/>
                    <a:pt x="1544" y="250"/>
                    <a:pt x="1542" y="244"/>
                  </a:cubicBezTo>
                  <a:cubicBezTo>
                    <a:pt x="1542" y="244"/>
                    <a:pt x="1543" y="240"/>
                    <a:pt x="1538" y="240"/>
                  </a:cubicBezTo>
                  <a:cubicBezTo>
                    <a:pt x="1537" y="240"/>
                    <a:pt x="1536" y="240"/>
                    <a:pt x="1534" y="240"/>
                  </a:cubicBezTo>
                  <a:lnTo>
                    <a:pt x="1526" y="221"/>
                  </a:lnTo>
                  <a:cubicBezTo>
                    <a:pt x="1525" y="223"/>
                    <a:pt x="1523" y="224"/>
                    <a:pt x="1521" y="224"/>
                  </a:cubicBezTo>
                  <a:cubicBezTo>
                    <a:pt x="1518" y="224"/>
                    <a:pt x="1513" y="222"/>
                    <a:pt x="1508" y="219"/>
                  </a:cubicBezTo>
                  <a:cubicBezTo>
                    <a:pt x="1502" y="216"/>
                    <a:pt x="1519" y="199"/>
                    <a:pt x="1545" y="199"/>
                  </a:cubicBezTo>
                  <a:cubicBezTo>
                    <a:pt x="1546" y="199"/>
                    <a:pt x="1547" y="199"/>
                    <a:pt x="1547" y="199"/>
                  </a:cubicBezTo>
                  <a:lnTo>
                    <a:pt x="1568" y="195"/>
                  </a:lnTo>
                  <a:lnTo>
                    <a:pt x="1553" y="188"/>
                  </a:lnTo>
                  <a:cubicBezTo>
                    <a:pt x="1556" y="183"/>
                    <a:pt x="1558" y="179"/>
                    <a:pt x="1562" y="179"/>
                  </a:cubicBezTo>
                  <a:cubicBezTo>
                    <a:pt x="1563" y="179"/>
                    <a:pt x="1565" y="180"/>
                    <a:pt x="1567" y="181"/>
                  </a:cubicBezTo>
                  <a:cubicBezTo>
                    <a:pt x="1569" y="182"/>
                    <a:pt x="1571" y="183"/>
                    <a:pt x="1572" y="183"/>
                  </a:cubicBezTo>
                  <a:cubicBezTo>
                    <a:pt x="1574" y="183"/>
                    <a:pt x="1575" y="182"/>
                    <a:pt x="1577" y="179"/>
                  </a:cubicBezTo>
                  <a:cubicBezTo>
                    <a:pt x="1577" y="179"/>
                    <a:pt x="1580" y="174"/>
                    <a:pt x="1572" y="170"/>
                  </a:cubicBezTo>
                  <a:cubicBezTo>
                    <a:pt x="1559" y="162"/>
                    <a:pt x="1559" y="162"/>
                    <a:pt x="1569" y="161"/>
                  </a:cubicBezTo>
                  <a:lnTo>
                    <a:pt x="1569" y="161"/>
                  </a:lnTo>
                  <a:cubicBezTo>
                    <a:pt x="1571" y="161"/>
                    <a:pt x="1573" y="161"/>
                    <a:pt x="1575" y="161"/>
                  </a:cubicBezTo>
                  <a:cubicBezTo>
                    <a:pt x="1586" y="161"/>
                    <a:pt x="1587" y="155"/>
                    <a:pt x="1577" y="145"/>
                  </a:cubicBezTo>
                  <a:cubicBezTo>
                    <a:pt x="1568" y="140"/>
                    <a:pt x="1565" y="138"/>
                    <a:pt x="1568" y="138"/>
                  </a:cubicBezTo>
                  <a:cubicBezTo>
                    <a:pt x="1570" y="138"/>
                    <a:pt x="1574" y="139"/>
                    <a:pt x="1580" y="139"/>
                  </a:cubicBezTo>
                  <a:cubicBezTo>
                    <a:pt x="1583" y="141"/>
                    <a:pt x="1585" y="141"/>
                    <a:pt x="1588" y="141"/>
                  </a:cubicBezTo>
                  <a:cubicBezTo>
                    <a:pt x="1592" y="141"/>
                    <a:pt x="1597" y="139"/>
                    <a:pt x="1600" y="136"/>
                  </a:cubicBezTo>
                  <a:lnTo>
                    <a:pt x="1593" y="133"/>
                  </a:lnTo>
                  <a:cubicBezTo>
                    <a:pt x="1579" y="125"/>
                    <a:pt x="1581" y="119"/>
                    <a:pt x="1591" y="118"/>
                  </a:cubicBezTo>
                  <a:lnTo>
                    <a:pt x="1591" y="118"/>
                  </a:lnTo>
                  <a:cubicBezTo>
                    <a:pt x="1593" y="119"/>
                    <a:pt x="1594" y="119"/>
                    <a:pt x="1595" y="119"/>
                  </a:cubicBezTo>
                  <a:cubicBezTo>
                    <a:pt x="1600" y="119"/>
                    <a:pt x="1601" y="113"/>
                    <a:pt x="1600" y="101"/>
                  </a:cubicBezTo>
                  <a:cubicBezTo>
                    <a:pt x="1606" y="93"/>
                    <a:pt x="1608" y="88"/>
                    <a:pt x="1613" y="88"/>
                  </a:cubicBezTo>
                  <a:cubicBezTo>
                    <a:pt x="1614" y="88"/>
                    <a:pt x="1615" y="88"/>
                    <a:pt x="1617" y="89"/>
                  </a:cubicBezTo>
                  <a:cubicBezTo>
                    <a:pt x="1623" y="92"/>
                    <a:pt x="1626" y="94"/>
                    <a:pt x="1627" y="94"/>
                  </a:cubicBezTo>
                  <a:cubicBezTo>
                    <a:pt x="1628" y="94"/>
                    <a:pt x="1626" y="91"/>
                    <a:pt x="1619" y="83"/>
                  </a:cubicBezTo>
                  <a:cubicBezTo>
                    <a:pt x="1615" y="74"/>
                    <a:pt x="1615" y="74"/>
                    <a:pt x="1628" y="68"/>
                  </a:cubicBezTo>
                  <a:cubicBezTo>
                    <a:pt x="1638" y="66"/>
                    <a:pt x="1638" y="66"/>
                    <a:pt x="1634" y="56"/>
                  </a:cubicBezTo>
                  <a:cubicBezTo>
                    <a:pt x="1624" y="51"/>
                    <a:pt x="1618" y="48"/>
                    <a:pt x="1614" y="48"/>
                  </a:cubicBezTo>
                  <a:cubicBezTo>
                    <a:pt x="1612" y="48"/>
                    <a:pt x="1610" y="49"/>
                    <a:pt x="1609" y="51"/>
                  </a:cubicBezTo>
                  <a:cubicBezTo>
                    <a:pt x="1608" y="54"/>
                    <a:pt x="1607" y="55"/>
                    <a:pt x="1606" y="55"/>
                  </a:cubicBezTo>
                  <a:cubicBezTo>
                    <a:pt x="1605" y="55"/>
                    <a:pt x="1603" y="54"/>
                    <a:pt x="1599" y="52"/>
                  </a:cubicBezTo>
                  <a:lnTo>
                    <a:pt x="1606" y="42"/>
                  </a:lnTo>
                  <a:cubicBezTo>
                    <a:pt x="1610" y="34"/>
                    <a:pt x="1611" y="25"/>
                    <a:pt x="1610" y="16"/>
                  </a:cubicBezTo>
                  <a:cubicBezTo>
                    <a:pt x="1610" y="7"/>
                    <a:pt x="1604" y="0"/>
                    <a:pt x="16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33"/>
            <p:cNvSpPr/>
            <p:nvPr/>
          </p:nvSpPr>
          <p:spPr>
            <a:xfrm>
              <a:off x="3279308" y="2329510"/>
              <a:ext cx="153335" cy="163124"/>
            </a:xfrm>
            <a:custGeom>
              <a:avLst/>
              <a:gdLst/>
              <a:ahLst/>
              <a:cxnLst/>
              <a:rect l="l" t="t" r="r" b="b"/>
              <a:pathLst>
                <a:path w="1535" h="1633" extrusionOk="0">
                  <a:moveTo>
                    <a:pt x="950" y="13"/>
                  </a:moveTo>
                  <a:cubicBezTo>
                    <a:pt x="950" y="17"/>
                    <a:pt x="950" y="21"/>
                    <a:pt x="950" y="21"/>
                  </a:cubicBezTo>
                  <a:cubicBezTo>
                    <a:pt x="950" y="23"/>
                    <a:pt x="950" y="24"/>
                    <a:pt x="950" y="24"/>
                  </a:cubicBezTo>
                  <a:cubicBezTo>
                    <a:pt x="950" y="24"/>
                    <a:pt x="950" y="18"/>
                    <a:pt x="950" y="13"/>
                  </a:cubicBezTo>
                  <a:close/>
                  <a:moveTo>
                    <a:pt x="1221" y="15"/>
                  </a:moveTo>
                  <a:cubicBezTo>
                    <a:pt x="1219" y="15"/>
                    <a:pt x="1220" y="18"/>
                    <a:pt x="1220" y="23"/>
                  </a:cubicBezTo>
                  <a:lnTo>
                    <a:pt x="1230" y="27"/>
                  </a:lnTo>
                  <a:cubicBezTo>
                    <a:pt x="1234" y="21"/>
                    <a:pt x="1235" y="21"/>
                    <a:pt x="1229" y="18"/>
                  </a:cubicBezTo>
                  <a:cubicBezTo>
                    <a:pt x="1225" y="17"/>
                    <a:pt x="1223" y="15"/>
                    <a:pt x="1221" y="15"/>
                  </a:cubicBezTo>
                  <a:close/>
                  <a:moveTo>
                    <a:pt x="1115" y="39"/>
                  </a:moveTo>
                  <a:cubicBezTo>
                    <a:pt x="1115" y="44"/>
                    <a:pt x="1115" y="50"/>
                    <a:pt x="1116" y="55"/>
                  </a:cubicBezTo>
                  <a:cubicBezTo>
                    <a:pt x="1116" y="56"/>
                    <a:pt x="1116" y="56"/>
                    <a:pt x="1117" y="56"/>
                  </a:cubicBezTo>
                  <a:cubicBezTo>
                    <a:pt x="1121" y="56"/>
                    <a:pt x="1123" y="49"/>
                    <a:pt x="1123" y="49"/>
                  </a:cubicBezTo>
                  <a:cubicBezTo>
                    <a:pt x="1123" y="49"/>
                    <a:pt x="1125" y="41"/>
                    <a:pt x="1120" y="40"/>
                  </a:cubicBezTo>
                  <a:lnTo>
                    <a:pt x="1115" y="39"/>
                  </a:lnTo>
                  <a:close/>
                  <a:moveTo>
                    <a:pt x="1063" y="52"/>
                  </a:moveTo>
                  <a:cubicBezTo>
                    <a:pt x="1068" y="53"/>
                    <a:pt x="1068" y="53"/>
                    <a:pt x="1067" y="61"/>
                  </a:cubicBezTo>
                  <a:lnTo>
                    <a:pt x="1062" y="61"/>
                  </a:lnTo>
                  <a:lnTo>
                    <a:pt x="1059" y="52"/>
                  </a:lnTo>
                  <a:close/>
                  <a:moveTo>
                    <a:pt x="1024" y="45"/>
                  </a:moveTo>
                  <a:cubicBezTo>
                    <a:pt x="1028" y="45"/>
                    <a:pt x="1029" y="53"/>
                    <a:pt x="1024" y="64"/>
                  </a:cubicBezTo>
                  <a:lnTo>
                    <a:pt x="1015" y="63"/>
                  </a:lnTo>
                  <a:cubicBezTo>
                    <a:pt x="1016" y="55"/>
                    <a:pt x="1016" y="48"/>
                    <a:pt x="1021" y="48"/>
                  </a:cubicBezTo>
                  <a:cubicBezTo>
                    <a:pt x="1022" y="46"/>
                    <a:pt x="1023" y="45"/>
                    <a:pt x="1024" y="45"/>
                  </a:cubicBezTo>
                  <a:close/>
                  <a:moveTo>
                    <a:pt x="860" y="41"/>
                  </a:moveTo>
                  <a:cubicBezTo>
                    <a:pt x="861" y="41"/>
                    <a:pt x="860" y="45"/>
                    <a:pt x="859" y="54"/>
                  </a:cubicBezTo>
                  <a:lnTo>
                    <a:pt x="853" y="72"/>
                  </a:lnTo>
                  <a:cubicBezTo>
                    <a:pt x="853" y="72"/>
                    <a:pt x="853" y="72"/>
                    <a:pt x="853" y="72"/>
                  </a:cubicBezTo>
                  <a:cubicBezTo>
                    <a:pt x="849" y="72"/>
                    <a:pt x="851" y="63"/>
                    <a:pt x="853" y="48"/>
                  </a:cubicBezTo>
                  <a:cubicBezTo>
                    <a:pt x="857" y="43"/>
                    <a:pt x="859" y="41"/>
                    <a:pt x="860" y="41"/>
                  </a:cubicBezTo>
                  <a:close/>
                  <a:moveTo>
                    <a:pt x="898" y="73"/>
                  </a:moveTo>
                  <a:lnTo>
                    <a:pt x="898" y="73"/>
                  </a:lnTo>
                  <a:cubicBezTo>
                    <a:pt x="899" y="82"/>
                    <a:pt x="900" y="90"/>
                    <a:pt x="896" y="90"/>
                  </a:cubicBezTo>
                  <a:lnTo>
                    <a:pt x="893" y="91"/>
                  </a:lnTo>
                  <a:cubicBezTo>
                    <a:pt x="892" y="86"/>
                    <a:pt x="893" y="80"/>
                    <a:pt x="895" y="75"/>
                  </a:cubicBezTo>
                  <a:lnTo>
                    <a:pt x="898" y="73"/>
                  </a:lnTo>
                  <a:close/>
                  <a:moveTo>
                    <a:pt x="739" y="86"/>
                  </a:moveTo>
                  <a:lnTo>
                    <a:pt x="742" y="92"/>
                  </a:lnTo>
                  <a:lnTo>
                    <a:pt x="740" y="101"/>
                  </a:lnTo>
                  <a:lnTo>
                    <a:pt x="733" y="96"/>
                  </a:lnTo>
                  <a:cubicBezTo>
                    <a:pt x="730" y="88"/>
                    <a:pt x="734" y="87"/>
                    <a:pt x="739" y="86"/>
                  </a:cubicBezTo>
                  <a:close/>
                  <a:moveTo>
                    <a:pt x="986" y="95"/>
                  </a:moveTo>
                  <a:cubicBezTo>
                    <a:pt x="986" y="95"/>
                    <a:pt x="987" y="95"/>
                    <a:pt x="987" y="95"/>
                  </a:cubicBezTo>
                  <a:lnTo>
                    <a:pt x="987" y="103"/>
                  </a:lnTo>
                  <a:cubicBezTo>
                    <a:pt x="985" y="103"/>
                    <a:pt x="982" y="106"/>
                    <a:pt x="980" y="106"/>
                  </a:cubicBezTo>
                  <a:cubicBezTo>
                    <a:pt x="980" y="106"/>
                    <a:pt x="979" y="105"/>
                    <a:pt x="979" y="103"/>
                  </a:cubicBezTo>
                  <a:cubicBezTo>
                    <a:pt x="975" y="103"/>
                    <a:pt x="982" y="95"/>
                    <a:pt x="986" y="95"/>
                  </a:cubicBezTo>
                  <a:close/>
                  <a:moveTo>
                    <a:pt x="1133" y="95"/>
                  </a:moveTo>
                  <a:cubicBezTo>
                    <a:pt x="1134" y="95"/>
                    <a:pt x="1134" y="95"/>
                    <a:pt x="1134" y="95"/>
                  </a:cubicBezTo>
                  <a:cubicBezTo>
                    <a:pt x="1138" y="96"/>
                    <a:pt x="1143" y="98"/>
                    <a:pt x="1141" y="105"/>
                  </a:cubicBezTo>
                  <a:cubicBezTo>
                    <a:pt x="1141" y="105"/>
                    <a:pt x="1138" y="112"/>
                    <a:pt x="1134" y="112"/>
                  </a:cubicBezTo>
                  <a:cubicBezTo>
                    <a:pt x="1134" y="112"/>
                    <a:pt x="1134" y="112"/>
                    <a:pt x="1134" y="112"/>
                  </a:cubicBezTo>
                  <a:cubicBezTo>
                    <a:pt x="1129" y="110"/>
                    <a:pt x="1127" y="101"/>
                    <a:pt x="1127" y="101"/>
                  </a:cubicBezTo>
                  <a:cubicBezTo>
                    <a:pt x="1130" y="95"/>
                    <a:pt x="1132" y="95"/>
                    <a:pt x="1133" y="95"/>
                  </a:cubicBezTo>
                  <a:close/>
                  <a:moveTo>
                    <a:pt x="764" y="91"/>
                  </a:moveTo>
                  <a:cubicBezTo>
                    <a:pt x="765" y="91"/>
                    <a:pt x="766" y="95"/>
                    <a:pt x="768" y="101"/>
                  </a:cubicBezTo>
                  <a:cubicBezTo>
                    <a:pt x="773" y="109"/>
                    <a:pt x="773" y="119"/>
                    <a:pt x="768" y="127"/>
                  </a:cubicBezTo>
                  <a:lnTo>
                    <a:pt x="760" y="129"/>
                  </a:lnTo>
                  <a:lnTo>
                    <a:pt x="763" y="112"/>
                  </a:lnTo>
                  <a:cubicBezTo>
                    <a:pt x="763" y="97"/>
                    <a:pt x="763" y="91"/>
                    <a:pt x="764" y="91"/>
                  </a:cubicBezTo>
                  <a:close/>
                  <a:moveTo>
                    <a:pt x="1207" y="127"/>
                  </a:moveTo>
                  <a:cubicBezTo>
                    <a:pt x="1208" y="127"/>
                    <a:pt x="1210" y="128"/>
                    <a:pt x="1213" y="129"/>
                  </a:cubicBezTo>
                  <a:cubicBezTo>
                    <a:pt x="1218" y="132"/>
                    <a:pt x="1213" y="138"/>
                    <a:pt x="1213" y="138"/>
                  </a:cubicBezTo>
                  <a:cubicBezTo>
                    <a:pt x="1213" y="140"/>
                    <a:pt x="1212" y="141"/>
                    <a:pt x="1211" y="141"/>
                  </a:cubicBezTo>
                  <a:cubicBezTo>
                    <a:pt x="1210" y="141"/>
                    <a:pt x="1209" y="136"/>
                    <a:pt x="1206" y="134"/>
                  </a:cubicBezTo>
                  <a:cubicBezTo>
                    <a:pt x="1206" y="129"/>
                    <a:pt x="1206" y="127"/>
                    <a:pt x="1207" y="127"/>
                  </a:cubicBezTo>
                  <a:close/>
                  <a:moveTo>
                    <a:pt x="1289" y="154"/>
                  </a:moveTo>
                  <a:cubicBezTo>
                    <a:pt x="1291" y="154"/>
                    <a:pt x="1291" y="159"/>
                    <a:pt x="1286" y="170"/>
                  </a:cubicBezTo>
                  <a:cubicBezTo>
                    <a:pt x="1284" y="173"/>
                    <a:pt x="1283" y="175"/>
                    <a:pt x="1281" y="175"/>
                  </a:cubicBezTo>
                  <a:cubicBezTo>
                    <a:pt x="1280" y="175"/>
                    <a:pt x="1279" y="174"/>
                    <a:pt x="1277" y="173"/>
                  </a:cubicBezTo>
                  <a:cubicBezTo>
                    <a:pt x="1279" y="168"/>
                    <a:pt x="1281" y="162"/>
                    <a:pt x="1284" y="158"/>
                  </a:cubicBezTo>
                  <a:cubicBezTo>
                    <a:pt x="1286" y="155"/>
                    <a:pt x="1288" y="154"/>
                    <a:pt x="1289" y="154"/>
                  </a:cubicBezTo>
                  <a:close/>
                  <a:moveTo>
                    <a:pt x="1313" y="182"/>
                  </a:moveTo>
                  <a:lnTo>
                    <a:pt x="1317" y="186"/>
                  </a:lnTo>
                  <a:cubicBezTo>
                    <a:pt x="1312" y="190"/>
                    <a:pt x="1308" y="195"/>
                    <a:pt x="1304" y="195"/>
                  </a:cubicBezTo>
                  <a:cubicBezTo>
                    <a:pt x="1303" y="195"/>
                    <a:pt x="1303" y="195"/>
                    <a:pt x="1302" y="195"/>
                  </a:cubicBezTo>
                  <a:lnTo>
                    <a:pt x="1304" y="186"/>
                  </a:lnTo>
                  <a:lnTo>
                    <a:pt x="1313" y="182"/>
                  </a:lnTo>
                  <a:close/>
                  <a:moveTo>
                    <a:pt x="605" y="217"/>
                  </a:moveTo>
                  <a:cubicBezTo>
                    <a:pt x="603" y="217"/>
                    <a:pt x="602" y="218"/>
                    <a:pt x="600" y="219"/>
                  </a:cubicBezTo>
                  <a:cubicBezTo>
                    <a:pt x="599" y="219"/>
                    <a:pt x="597" y="219"/>
                    <a:pt x="596" y="219"/>
                  </a:cubicBezTo>
                  <a:cubicBezTo>
                    <a:pt x="588" y="219"/>
                    <a:pt x="589" y="227"/>
                    <a:pt x="594" y="233"/>
                  </a:cubicBezTo>
                  <a:cubicBezTo>
                    <a:pt x="596" y="236"/>
                    <a:pt x="598" y="237"/>
                    <a:pt x="600" y="237"/>
                  </a:cubicBezTo>
                  <a:cubicBezTo>
                    <a:pt x="602" y="237"/>
                    <a:pt x="605" y="235"/>
                    <a:pt x="609" y="233"/>
                  </a:cubicBezTo>
                  <a:cubicBezTo>
                    <a:pt x="612" y="230"/>
                    <a:pt x="611" y="221"/>
                    <a:pt x="611" y="221"/>
                  </a:cubicBezTo>
                  <a:cubicBezTo>
                    <a:pt x="609" y="218"/>
                    <a:pt x="607" y="217"/>
                    <a:pt x="605" y="217"/>
                  </a:cubicBezTo>
                  <a:close/>
                  <a:moveTo>
                    <a:pt x="571" y="220"/>
                  </a:moveTo>
                  <a:cubicBezTo>
                    <a:pt x="574" y="220"/>
                    <a:pt x="577" y="226"/>
                    <a:pt x="575" y="236"/>
                  </a:cubicBezTo>
                  <a:lnTo>
                    <a:pt x="568" y="242"/>
                  </a:lnTo>
                  <a:cubicBezTo>
                    <a:pt x="564" y="235"/>
                    <a:pt x="565" y="227"/>
                    <a:pt x="570" y="220"/>
                  </a:cubicBezTo>
                  <a:cubicBezTo>
                    <a:pt x="570" y="220"/>
                    <a:pt x="570" y="220"/>
                    <a:pt x="571" y="220"/>
                  </a:cubicBezTo>
                  <a:close/>
                  <a:moveTo>
                    <a:pt x="1121" y="264"/>
                  </a:moveTo>
                  <a:cubicBezTo>
                    <a:pt x="1117" y="269"/>
                    <a:pt x="1114" y="273"/>
                    <a:pt x="1111" y="278"/>
                  </a:cubicBezTo>
                  <a:cubicBezTo>
                    <a:pt x="1110" y="281"/>
                    <a:pt x="1110" y="283"/>
                    <a:pt x="1110" y="283"/>
                  </a:cubicBezTo>
                  <a:cubicBezTo>
                    <a:pt x="1112" y="283"/>
                    <a:pt x="1115" y="280"/>
                    <a:pt x="1120" y="273"/>
                  </a:cubicBezTo>
                  <a:cubicBezTo>
                    <a:pt x="1124" y="265"/>
                    <a:pt x="1124" y="265"/>
                    <a:pt x="1121" y="264"/>
                  </a:cubicBezTo>
                  <a:close/>
                  <a:moveTo>
                    <a:pt x="350" y="334"/>
                  </a:moveTo>
                  <a:cubicBezTo>
                    <a:pt x="349" y="334"/>
                    <a:pt x="348" y="334"/>
                    <a:pt x="347" y="336"/>
                  </a:cubicBezTo>
                  <a:lnTo>
                    <a:pt x="344" y="339"/>
                  </a:lnTo>
                  <a:lnTo>
                    <a:pt x="353" y="341"/>
                  </a:lnTo>
                  <a:lnTo>
                    <a:pt x="356" y="338"/>
                  </a:lnTo>
                  <a:cubicBezTo>
                    <a:pt x="353" y="335"/>
                    <a:pt x="351" y="334"/>
                    <a:pt x="350" y="334"/>
                  </a:cubicBezTo>
                  <a:close/>
                  <a:moveTo>
                    <a:pt x="374" y="369"/>
                  </a:moveTo>
                  <a:cubicBezTo>
                    <a:pt x="376" y="369"/>
                    <a:pt x="378" y="370"/>
                    <a:pt x="380" y="372"/>
                  </a:cubicBezTo>
                  <a:lnTo>
                    <a:pt x="378" y="375"/>
                  </a:lnTo>
                  <a:cubicBezTo>
                    <a:pt x="376" y="374"/>
                    <a:pt x="376" y="373"/>
                    <a:pt x="375" y="373"/>
                  </a:cubicBezTo>
                  <a:cubicBezTo>
                    <a:pt x="374" y="373"/>
                    <a:pt x="376" y="379"/>
                    <a:pt x="383" y="381"/>
                  </a:cubicBezTo>
                  <a:lnTo>
                    <a:pt x="396" y="391"/>
                  </a:lnTo>
                  <a:cubicBezTo>
                    <a:pt x="395" y="392"/>
                    <a:pt x="394" y="392"/>
                    <a:pt x="392" y="392"/>
                  </a:cubicBezTo>
                  <a:cubicBezTo>
                    <a:pt x="388" y="392"/>
                    <a:pt x="382" y="390"/>
                    <a:pt x="378" y="386"/>
                  </a:cubicBezTo>
                  <a:cubicBezTo>
                    <a:pt x="363" y="380"/>
                    <a:pt x="363" y="380"/>
                    <a:pt x="369" y="373"/>
                  </a:cubicBezTo>
                  <a:cubicBezTo>
                    <a:pt x="370" y="371"/>
                    <a:pt x="372" y="369"/>
                    <a:pt x="374" y="369"/>
                  </a:cubicBezTo>
                  <a:close/>
                  <a:moveTo>
                    <a:pt x="341" y="405"/>
                  </a:moveTo>
                  <a:cubicBezTo>
                    <a:pt x="342" y="405"/>
                    <a:pt x="343" y="407"/>
                    <a:pt x="346" y="410"/>
                  </a:cubicBezTo>
                  <a:cubicBezTo>
                    <a:pt x="346" y="410"/>
                    <a:pt x="350" y="419"/>
                    <a:pt x="347" y="422"/>
                  </a:cubicBezTo>
                  <a:lnTo>
                    <a:pt x="338" y="420"/>
                  </a:lnTo>
                  <a:cubicBezTo>
                    <a:pt x="332" y="414"/>
                    <a:pt x="335" y="411"/>
                    <a:pt x="337" y="408"/>
                  </a:cubicBezTo>
                  <a:cubicBezTo>
                    <a:pt x="339" y="406"/>
                    <a:pt x="340" y="405"/>
                    <a:pt x="341" y="405"/>
                  </a:cubicBezTo>
                  <a:close/>
                  <a:moveTo>
                    <a:pt x="1427" y="446"/>
                  </a:moveTo>
                  <a:lnTo>
                    <a:pt x="1436" y="448"/>
                  </a:lnTo>
                  <a:lnTo>
                    <a:pt x="1437" y="453"/>
                  </a:lnTo>
                  <a:cubicBezTo>
                    <a:pt x="1433" y="454"/>
                    <a:pt x="1429" y="455"/>
                    <a:pt x="1426" y="455"/>
                  </a:cubicBezTo>
                  <a:cubicBezTo>
                    <a:pt x="1423" y="455"/>
                    <a:pt x="1420" y="454"/>
                    <a:pt x="1420" y="451"/>
                  </a:cubicBezTo>
                  <a:lnTo>
                    <a:pt x="1427" y="446"/>
                  </a:lnTo>
                  <a:close/>
                  <a:moveTo>
                    <a:pt x="425" y="493"/>
                  </a:moveTo>
                  <a:lnTo>
                    <a:pt x="423" y="496"/>
                  </a:lnTo>
                  <a:cubicBezTo>
                    <a:pt x="425" y="502"/>
                    <a:pt x="428" y="506"/>
                    <a:pt x="433" y="510"/>
                  </a:cubicBezTo>
                  <a:lnTo>
                    <a:pt x="435" y="508"/>
                  </a:lnTo>
                  <a:cubicBezTo>
                    <a:pt x="437" y="504"/>
                    <a:pt x="432" y="499"/>
                    <a:pt x="425" y="493"/>
                  </a:cubicBezTo>
                  <a:close/>
                  <a:moveTo>
                    <a:pt x="1443" y="551"/>
                  </a:moveTo>
                  <a:cubicBezTo>
                    <a:pt x="1448" y="551"/>
                    <a:pt x="1455" y="551"/>
                    <a:pt x="1459" y="551"/>
                  </a:cubicBezTo>
                  <a:cubicBezTo>
                    <a:pt x="1459" y="555"/>
                    <a:pt x="1459" y="555"/>
                    <a:pt x="1451" y="556"/>
                  </a:cubicBezTo>
                  <a:cubicBezTo>
                    <a:pt x="1446" y="556"/>
                    <a:pt x="1440" y="555"/>
                    <a:pt x="1434" y="554"/>
                  </a:cubicBezTo>
                  <a:cubicBezTo>
                    <a:pt x="1434" y="551"/>
                    <a:pt x="1438" y="551"/>
                    <a:pt x="1443" y="551"/>
                  </a:cubicBezTo>
                  <a:close/>
                  <a:moveTo>
                    <a:pt x="1502" y="620"/>
                  </a:moveTo>
                  <a:cubicBezTo>
                    <a:pt x="1507" y="620"/>
                    <a:pt x="1513" y="622"/>
                    <a:pt x="1519" y="624"/>
                  </a:cubicBezTo>
                  <a:lnTo>
                    <a:pt x="1519" y="629"/>
                  </a:lnTo>
                  <a:cubicBezTo>
                    <a:pt x="1510" y="629"/>
                    <a:pt x="1502" y="629"/>
                    <a:pt x="1502" y="624"/>
                  </a:cubicBezTo>
                  <a:lnTo>
                    <a:pt x="1502" y="620"/>
                  </a:lnTo>
                  <a:close/>
                  <a:moveTo>
                    <a:pt x="1460" y="676"/>
                  </a:moveTo>
                  <a:lnTo>
                    <a:pt x="1468" y="680"/>
                  </a:lnTo>
                  <a:lnTo>
                    <a:pt x="1468" y="685"/>
                  </a:lnTo>
                  <a:cubicBezTo>
                    <a:pt x="1460" y="685"/>
                    <a:pt x="1451" y="685"/>
                    <a:pt x="1452" y="680"/>
                  </a:cubicBezTo>
                  <a:lnTo>
                    <a:pt x="1460" y="676"/>
                  </a:lnTo>
                  <a:close/>
                  <a:moveTo>
                    <a:pt x="1404" y="969"/>
                  </a:moveTo>
                  <a:cubicBezTo>
                    <a:pt x="1411" y="969"/>
                    <a:pt x="1416" y="975"/>
                    <a:pt x="1415" y="979"/>
                  </a:cubicBezTo>
                  <a:cubicBezTo>
                    <a:pt x="1413" y="984"/>
                    <a:pt x="1412" y="986"/>
                    <a:pt x="1410" y="986"/>
                  </a:cubicBezTo>
                  <a:cubicBezTo>
                    <a:pt x="1409" y="986"/>
                    <a:pt x="1407" y="985"/>
                    <a:pt x="1404" y="984"/>
                  </a:cubicBezTo>
                  <a:cubicBezTo>
                    <a:pt x="1397" y="982"/>
                    <a:pt x="1400" y="974"/>
                    <a:pt x="1401" y="970"/>
                  </a:cubicBezTo>
                  <a:cubicBezTo>
                    <a:pt x="1402" y="969"/>
                    <a:pt x="1403" y="969"/>
                    <a:pt x="1404" y="969"/>
                  </a:cubicBezTo>
                  <a:close/>
                  <a:moveTo>
                    <a:pt x="1337" y="1133"/>
                  </a:moveTo>
                  <a:cubicBezTo>
                    <a:pt x="1341" y="1137"/>
                    <a:pt x="1345" y="1141"/>
                    <a:pt x="1348" y="1146"/>
                  </a:cubicBezTo>
                  <a:lnTo>
                    <a:pt x="1346" y="1149"/>
                  </a:lnTo>
                  <a:cubicBezTo>
                    <a:pt x="1339" y="1146"/>
                    <a:pt x="1332" y="1141"/>
                    <a:pt x="1335" y="1138"/>
                  </a:cubicBezTo>
                  <a:lnTo>
                    <a:pt x="1337" y="1133"/>
                  </a:lnTo>
                  <a:close/>
                  <a:moveTo>
                    <a:pt x="47" y="1301"/>
                  </a:moveTo>
                  <a:cubicBezTo>
                    <a:pt x="48" y="1301"/>
                    <a:pt x="44" y="1303"/>
                    <a:pt x="37" y="1307"/>
                  </a:cubicBezTo>
                  <a:cubicBezTo>
                    <a:pt x="32" y="1311"/>
                    <a:pt x="27" y="1314"/>
                    <a:pt x="24" y="1314"/>
                  </a:cubicBezTo>
                  <a:cubicBezTo>
                    <a:pt x="23" y="1314"/>
                    <a:pt x="22" y="1313"/>
                    <a:pt x="21" y="1312"/>
                  </a:cubicBezTo>
                  <a:cubicBezTo>
                    <a:pt x="3" y="1312"/>
                    <a:pt x="14" y="1304"/>
                    <a:pt x="31" y="1304"/>
                  </a:cubicBezTo>
                  <a:cubicBezTo>
                    <a:pt x="32" y="1304"/>
                    <a:pt x="33" y="1304"/>
                    <a:pt x="34" y="1304"/>
                  </a:cubicBezTo>
                  <a:cubicBezTo>
                    <a:pt x="42" y="1302"/>
                    <a:pt x="46" y="1301"/>
                    <a:pt x="47" y="1301"/>
                  </a:cubicBezTo>
                  <a:close/>
                  <a:moveTo>
                    <a:pt x="1113" y="1437"/>
                  </a:moveTo>
                  <a:lnTo>
                    <a:pt x="1121" y="1442"/>
                  </a:lnTo>
                  <a:cubicBezTo>
                    <a:pt x="1126" y="1449"/>
                    <a:pt x="1121" y="1451"/>
                    <a:pt x="1121" y="1451"/>
                  </a:cubicBezTo>
                  <a:cubicBezTo>
                    <a:pt x="1120" y="1452"/>
                    <a:pt x="1119" y="1453"/>
                    <a:pt x="1118" y="1453"/>
                  </a:cubicBezTo>
                  <a:cubicBezTo>
                    <a:pt x="1117" y="1453"/>
                    <a:pt x="1116" y="1452"/>
                    <a:pt x="1114" y="1448"/>
                  </a:cubicBezTo>
                  <a:cubicBezTo>
                    <a:pt x="1114" y="1448"/>
                    <a:pt x="1109" y="1441"/>
                    <a:pt x="1113" y="1437"/>
                  </a:cubicBezTo>
                  <a:close/>
                  <a:moveTo>
                    <a:pt x="1021" y="1445"/>
                  </a:moveTo>
                  <a:cubicBezTo>
                    <a:pt x="1023" y="1445"/>
                    <a:pt x="1023" y="1448"/>
                    <a:pt x="1023" y="1453"/>
                  </a:cubicBezTo>
                  <a:cubicBezTo>
                    <a:pt x="1023" y="1459"/>
                    <a:pt x="1022" y="1462"/>
                    <a:pt x="1020" y="1462"/>
                  </a:cubicBezTo>
                  <a:cubicBezTo>
                    <a:pt x="1018" y="1462"/>
                    <a:pt x="1017" y="1460"/>
                    <a:pt x="1015" y="1458"/>
                  </a:cubicBezTo>
                  <a:cubicBezTo>
                    <a:pt x="1012" y="1450"/>
                    <a:pt x="1012" y="1450"/>
                    <a:pt x="1015" y="1448"/>
                  </a:cubicBezTo>
                  <a:cubicBezTo>
                    <a:pt x="1018" y="1446"/>
                    <a:pt x="1020" y="1445"/>
                    <a:pt x="1021" y="1445"/>
                  </a:cubicBezTo>
                  <a:close/>
                  <a:moveTo>
                    <a:pt x="988" y="1462"/>
                  </a:moveTo>
                  <a:lnTo>
                    <a:pt x="996" y="1467"/>
                  </a:lnTo>
                  <a:lnTo>
                    <a:pt x="992" y="1469"/>
                  </a:lnTo>
                  <a:cubicBezTo>
                    <a:pt x="991" y="1470"/>
                    <a:pt x="990" y="1470"/>
                    <a:pt x="989" y="1470"/>
                  </a:cubicBezTo>
                  <a:cubicBezTo>
                    <a:pt x="988" y="1470"/>
                    <a:pt x="987" y="1468"/>
                    <a:pt x="985" y="1463"/>
                  </a:cubicBezTo>
                  <a:lnTo>
                    <a:pt x="988" y="1462"/>
                  </a:lnTo>
                  <a:close/>
                  <a:moveTo>
                    <a:pt x="958" y="1468"/>
                  </a:moveTo>
                  <a:cubicBezTo>
                    <a:pt x="955" y="1468"/>
                    <a:pt x="955" y="1472"/>
                    <a:pt x="956" y="1472"/>
                  </a:cubicBezTo>
                  <a:cubicBezTo>
                    <a:pt x="957" y="1472"/>
                    <a:pt x="957" y="1471"/>
                    <a:pt x="958" y="1468"/>
                  </a:cubicBezTo>
                  <a:close/>
                  <a:moveTo>
                    <a:pt x="949" y="1479"/>
                  </a:moveTo>
                  <a:lnTo>
                    <a:pt x="957" y="1486"/>
                  </a:lnTo>
                  <a:lnTo>
                    <a:pt x="952" y="1487"/>
                  </a:lnTo>
                  <a:cubicBezTo>
                    <a:pt x="951" y="1488"/>
                    <a:pt x="950" y="1488"/>
                    <a:pt x="949" y="1488"/>
                  </a:cubicBezTo>
                  <a:cubicBezTo>
                    <a:pt x="947" y="1488"/>
                    <a:pt x="947" y="1486"/>
                    <a:pt x="945" y="1481"/>
                  </a:cubicBezTo>
                  <a:lnTo>
                    <a:pt x="949" y="1479"/>
                  </a:lnTo>
                  <a:close/>
                  <a:moveTo>
                    <a:pt x="1071" y="1473"/>
                  </a:moveTo>
                  <a:lnTo>
                    <a:pt x="1079" y="1478"/>
                  </a:lnTo>
                  <a:lnTo>
                    <a:pt x="1079" y="1488"/>
                  </a:lnTo>
                  <a:lnTo>
                    <a:pt x="1075" y="1490"/>
                  </a:lnTo>
                  <a:cubicBezTo>
                    <a:pt x="1071" y="1483"/>
                    <a:pt x="1067" y="1476"/>
                    <a:pt x="1071" y="1473"/>
                  </a:cubicBezTo>
                  <a:close/>
                  <a:moveTo>
                    <a:pt x="912" y="1503"/>
                  </a:moveTo>
                  <a:cubicBezTo>
                    <a:pt x="916" y="1507"/>
                    <a:pt x="920" y="1512"/>
                    <a:pt x="922" y="1517"/>
                  </a:cubicBezTo>
                  <a:lnTo>
                    <a:pt x="917" y="1518"/>
                  </a:lnTo>
                  <a:cubicBezTo>
                    <a:pt x="917" y="1518"/>
                    <a:pt x="917" y="1518"/>
                    <a:pt x="916" y="1518"/>
                  </a:cubicBezTo>
                  <a:cubicBezTo>
                    <a:pt x="913" y="1518"/>
                    <a:pt x="911" y="1512"/>
                    <a:pt x="911" y="1512"/>
                  </a:cubicBezTo>
                  <a:cubicBezTo>
                    <a:pt x="911" y="1512"/>
                    <a:pt x="907" y="1504"/>
                    <a:pt x="912" y="1503"/>
                  </a:cubicBezTo>
                  <a:close/>
                  <a:moveTo>
                    <a:pt x="745" y="1541"/>
                  </a:moveTo>
                  <a:cubicBezTo>
                    <a:pt x="746" y="1541"/>
                    <a:pt x="746" y="1542"/>
                    <a:pt x="747" y="1544"/>
                  </a:cubicBezTo>
                  <a:lnTo>
                    <a:pt x="748" y="1552"/>
                  </a:lnTo>
                  <a:cubicBezTo>
                    <a:pt x="745" y="1558"/>
                    <a:pt x="743" y="1565"/>
                    <a:pt x="741" y="1565"/>
                  </a:cubicBezTo>
                  <a:cubicBezTo>
                    <a:pt x="741" y="1565"/>
                    <a:pt x="740" y="1564"/>
                    <a:pt x="740" y="1562"/>
                  </a:cubicBezTo>
                  <a:cubicBezTo>
                    <a:pt x="740" y="1556"/>
                    <a:pt x="740" y="1550"/>
                    <a:pt x="742" y="1545"/>
                  </a:cubicBezTo>
                  <a:cubicBezTo>
                    <a:pt x="742" y="1545"/>
                    <a:pt x="744" y="1541"/>
                    <a:pt x="745" y="1541"/>
                  </a:cubicBezTo>
                  <a:close/>
                  <a:moveTo>
                    <a:pt x="598" y="1577"/>
                  </a:moveTo>
                  <a:cubicBezTo>
                    <a:pt x="602" y="1577"/>
                    <a:pt x="602" y="1592"/>
                    <a:pt x="592" y="1600"/>
                  </a:cubicBezTo>
                  <a:cubicBezTo>
                    <a:pt x="588" y="1600"/>
                    <a:pt x="588" y="1600"/>
                    <a:pt x="588" y="1592"/>
                  </a:cubicBezTo>
                  <a:cubicBezTo>
                    <a:pt x="589" y="1583"/>
                    <a:pt x="593" y="1577"/>
                    <a:pt x="598" y="1577"/>
                  </a:cubicBezTo>
                  <a:close/>
                  <a:moveTo>
                    <a:pt x="982" y="0"/>
                  </a:moveTo>
                  <a:cubicBezTo>
                    <a:pt x="979" y="0"/>
                    <a:pt x="979" y="5"/>
                    <a:pt x="979" y="13"/>
                  </a:cubicBezTo>
                  <a:cubicBezTo>
                    <a:pt x="979" y="17"/>
                    <a:pt x="979" y="22"/>
                    <a:pt x="978" y="22"/>
                  </a:cubicBezTo>
                  <a:cubicBezTo>
                    <a:pt x="978" y="22"/>
                    <a:pt x="976" y="19"/>
                    <a:pt x="975" y="13"/>
                  </a:cubicBezTo>
                  <a:cubicBezTo>
                    <a:pt x="973" y="10"/>
                    <a:pt x="971" y="9"/>
                    <a:pt x="970" y="9"/>
                  </a:cubicBezTo>
                  <a:cubicBezTo>
                    <a:pt x="966" y="9"/>
                    <a:pt x="962" y="15"/>
                    <a:pt x="955" y="21"/>
                  </a:cubicBezTo>
                  <a:cubicBezTo>
                    <a:pt x="951" y="31"/>
                    <a:pt x="950" y="42"/>
                    <a:pt x="951" y="53"/>
                  </a:cubicBezTo>
                  <a:cubicBezTo>
                    <a:pt x="952" y="63"/>
                    <a:pt x="952" y="67"/>
                    <a:pt x="950" y="67"/>
                  </a:cubicBezTo>
                  <a:cubicBezTo>
                    <a:pt x="949" y="67"/>
                    <a:pt x="947" y="65"/>
                    <a:pt x="943" y="62"/>
                  </a:cubicBezTo>
                  <a:cubicBezTo>
                    <a:pt x="939" y="62"/>
                    <a:pt x="933" y="54"/>
                    <a:pt x="933" y="46"/>
                  </a:cubicBezTo>
                  <a:cubicBezTo>
                    <a:pt x="932" y="37"/>
                    <a:pt x="936" y="37"/>
                    <a:pt x="936" y="37"/>
                  </a:cubicBezTo>
                  <a:lnTo>
                    <a:pt x="942" y="37"/>
                  </a:lnTo>
                  <a:cubicBezTo>
                    <a:pt x="941" y="30"/>
                    <a:pt x="941" y="22"/>
                    <a:pt x="932" y="22"/>
                  </a:cubicBezTo>
                  <a:cubicBezTo>
                    <a:pt x="932" y="22"/>
                    <a:pt x="931" y="22"/>
                    <a:pt x="931" y="22"/>
                  </a:cubicBezTo>
                  <a:cubicBezTo>
                    <a:pt x="929" y="18"/>
                    <a:pt x="926" y="16"/>
                    <a:pt x="924" y="16"/>
                  </a:cubicBezTo>
                  <a:cubicBezTo>
                    <a:pt x="922" y="16"/>
                    <a:pt x="921" y="18"/>
                    <a:pt x="922" y="23"/>
                  </a:cubicBezTo>
                  <a:cubicBezTo>
                    <a:pt x="918" y="17"/>
                    <a:pt x="911" y="16"/>
                    <a:pt x="905" y="16"/>
                  </a:cubicBezTo>
                  <a:cubicBezTo>
                    <a:pt x="902" y="16"/>
                    <a:pt x="900" y="16"/>
                    <a:pt x="897" y="16"/>
                  </a:cubicBezTo>
                  <a:cubicBezTo>
                    <a:pt x="893" y="17"/>
                    <a:pt x="888" y="17"/>
                    <a:pt x="883" y="17"/>
                  </a:cubicBezTo>
                  <a:cubicBezTo>
                    <a:pt x="876" y="17"/>
                    <a:pt x="870" y="16"/>
                    <a:pt x="867" y="12"/>
                  </a:cubicBezTo>
                  <a:cubicBezTo>
                    <a:pt x="857" y="14"/>
                    <a:pt x="852" y="14"/>
                    <a:pt x="853" y="22"/>
                  </a:cubicBezTo>
                  <a:cubicBezTo>
                    <a:pt x="855" y="32"/>
                    <a:pt x="855" y="36"/>
                    <a:pt x="853" y="36"/>
                  </a:cubicBezTo>
                  <a:cubicBezTo>
                    <a:pt x="852" y="36"/>
                    <a:pt x="851" y="34"/>
                    <a:pt x="850" y="31"/>
                  </a:cubicBezTo>
                  <a:cubicBezTo>
                    <a:pt x="847" y="24"/>
                    <a:pt x="835" y="22"/>
                    <a:pt x="822" y="22"/>
                  </a:cubicBezTo>
                  <a:cubicBezTo>
                    <a:pt x="801" y="22"/>
                    <a:pt x="778" y="28"/>
                    <a:pt x="778" y="39"/>
                  </a:cubicBezTo>
                  <a:lnTo>
                    <a:pt x="769" y="41"/>
                  </a:lnTo>
                  <a:cubicBezTo>
                    <a:pt x="767" y="40"/>
                    <a:pt x="764" y="39"/>
                    <a:pt x="761" y="39"/>
                  </a:cubicBezTo>
                  <a:cubicBezTo>
                    <a:pt x="748" y="39"/>
                    <a:pt x="730" y="47"/>
                    <a:pt x="728" y="54"/>
                  </a:cubicBezTo>
                  <a:lnTo>
                    <a:pt x="714" y="59"/>
                  </a:lnTo>
                  <a:cubicBezTo>
                    <a:pt x="711" y="58"/>
                    <a:pt x="708" y="57"/>
                    <a:pt x="705" y="57"/>
                  </a:cubicBezTo>
                  <a:cubicBezTo>
                    <a:pt x="700" y="57"/>
                    <a:pt x="697" y="60"/>
                    <a:pt x="696" y="67"/>
                  </a:cubicBezTo>
                  <a:cubicBezTo>
                    <a:pt x="696" y="73"/>
                    <a:pt x="697" y="79"/>
                    <a:pt x="697" y="79"/>
                  </a:cubicBezTo>
                  <a:cubicBezTo>
                    <a:pt x="697" y="79"/>
                    <a:pt x="696" y="78"/>
                    <a:pt x="695" y="76"/>
                  </a:cubicBezTo>
                  <a:cubicBezTo>
                    <a:pt x="694" y="73"/>
                    <a:pt x="692" y="71"/>
                    <a:pt x="688" y="71"/>
                  </a:cubicBezTo>
                  <a:cubicBezTo>
                    <a:pt x="683" y="71"/>
                    <a:pt x="676" y="74"/>
                    <a:pt x="665" y="79"/>
                  </a:cubicBezTo>
                  <a:cubicBezTo>
                    <a:pt x="648" y="87"/>
                    <a:pt x="648" y="88"/>
                    <a:pt x="656" y="92"/>
                  </a:cubicBezTo>
                  <a:cubicBezTo>
                    <a:pt x="650" y="100"/>
                    <a:pt x="646" y="102"/>
                    <a:pt x="643" y="102"/>
                  </a:cubicBezTo>
                  <a:cubicBezTo>
                    <a:pt x="639" y="102"/>
                    <a:pt x="637" y="98"/>
                    <a:pt x="635" y="95"/>
                  </a:cubicBezTo>
                  <a:cubicBezTo>
                    <a:pt x="633" y="88"/>
                    <a:pt x="631" y="85"/>
                    <a:pt x="629" y="85"/>
                  </a:cubicBezTo>
                  <a:cubicBezTo>
                    <a:pt x="627" y="85"/>
                    <a:pt x="625" y="92"/>
                    <a:pt x="630" y="106"/>
                  </a:cubicBezTo>
                  <a:cubicBezTo>
                    <a:pt x="632" y="117"/>
                    <a:pt x="629" y="123"/>
                    <a:pt x="626" y="123"/>
                  </a:cubicBezTo>
                  <a:cubicBezTo>
                    <a:pt x="624" y="123"/>
                    <a:pt x="623" y="122"/>
                    <a:pt x="621" y="119"/>
                  </a:cubicBezTo>
                  <a:cubicBezTo>
                    <a:pt x="618" y="113"/>
                    <a:pt x="621" y="110"/>
                    <a:pt x="626" y="108"/>
                  </a:cubicBezTo>
                  <a:lnTo>
                    <a:pt x="618" y="94"/>
                  </a:lnTo>
                  <a:cubicBezTo>
                    <a:pt x="613" y="96"/>
                    <a:pt x="613" y="96"/>
                    <a:pt x="613" y="106"/>
                  </a:cubicBezTo>
                  <a:cubicBezTo>
                    <a:pt x="613" y="106"/>
                    <a:pt x="609" y="108"/>
                    <a:pt x="609" y="117"/>
                  </a:cubicBezTo>
                  <a:cubicBezTo>
                    <a:pt x="609" y="126"/>
                    <a:pt x="613" y="134"/>
                    <a:pt x="621" y="138"/>
                  </a:cubicBezTo>
                  <a:cubicBezTo>
                    <a:pt x="629" y="143"/>
                    <a:pt x="626" y="145"/>
                    <a:pt x="621" y="147"/>
                  </a:cubicBezTo>
                  <a:cubicBezTo>
                    <a:pt x="612" y="146"/>
                    <a:pt x="604" y="138"/>
                    <a:pt x="605" y="128"/>
                  </a:cubicBezTo>
                  <a:cubicBezTo>
                    <a:pt x="609" y="126"/>
                    <a:pt x="605" y="119"/>
                    <a:pt x="601" y="113"/>
                  </a:cubicBezTo>
                  <a:cubicBezTo>
                    <a:pt x="600" y="112"/>
                    <a:pt x="600" y="112"/>
                    <a:pt x="599" y="112"/>
                  </a:cubicBezTo>
                  <a:cubicBezTo>
                    <a:pt x="594" y="112"/>
                    <a:pt x="585" y="133"/>
                    <a:pt x="590" y="147"/>
                  </a:cubicBezTo>
                  <a:lnTo>
                    <a:pt x="590" y="147"/>
                  </a:lnTo>
                  <a:cubicBezTo>
                    <a:pt x="589" y="146"/>
                    <a:pt x="587" y="143"/>
                    <a:pt x="585" y="141"/>
                  </a:cubicBezTo>
                  <a:cubicBezTo>
                    <a:pt x="584" y="138"/>
                    <a:pt x="582" y="137"/>
                    <a:pt x="579" y="137"/>
                  </a:cubicBezTo>
                  <a:cubicBezTo>
                    <a:pt x="575" y="137"/>
                    <a:pt x="570" y="140"/>
                    <a:pt x="565" y="144"/>
                  </a:cubicBezTo>
                  <a:cubicBezTo>
                    <a:pt x="557" y="150"/>
                    <a:pt x="554" y="152"/>
                    <a:pt x="558" y="159"/>
                  </a:cubicBezTo>
                  <a:cubicBezTo>
                    <a:pt x="563" y="165"/>
                    <a:pt x="567" y="172"/>
                    <a:pt x="564" y="174"/>
                  </a:cubicBezTo>
                  <a:cubicBezTo>
                    <a:pt x="564" y="174"/>
                    <a:pt x="565" y="174"/>
                    <a:pt x="565" y="174"/>
                  </a:cubicBezTo>
                  <a:cubicBezTo>
                    <a:pt x="569" y="174"/>
                    <a:pt x="572" y="180"/>
                    <a:pt x="576" y="186"/>
                  </a:cubicBezTo>
                  <a:cubicBezTo>
                    <a:pt x="570" y="184"/>
                    <a:pt x="563" y="182"/>
                    <a:pt x="556" y="180"/>
                  </a:cubicBezTo>
                  <a:cubicBezTo>
                    <a:pt x="550" y="176"/>
                    <a:pt x="543" y="174"/>
                    <a:pt x="536" y="174"/>
                  </a:cubicBezTo>
                  <a:cubicBezTo>
                    <a:pt x="527" y="174"/>
                    <a:pt x="519" y="177"/>
                    <a:pt x="511" y="182"/>
                  </a:cubicBezTo>
                  <a:cubicBezTo>
                    <a:pt x="506" y="187"/>
                    <a:pt x="497" y="193"/>
                    <a:pt x="489" y="193"/>
                  </a:cubicBezTo>
                  <a:cubicBezTo>
                    <a:pt x="487" y="193"/>
                    <a:pt x="486" y="193"/>
                    <a:pt x="484" y="192"/>
                  </a:cubicBezTo>
                  <a:cubicBezTo>
                    <a:pt x="478" y="198"/>
                    <a:pt x="474" y="201"/>
                    <a:pt x="479" y="208"/>
                  </a:cubicBezTo>
                  <a:lnTo>
                    <a:pt x="472" y="214"/>
                  </a:lnTo>
                  <a:cubicBezTo>
                    <a:pt x="470" y="213"/>
                    <a:pt x="469" y="213"/>
                    <a:pt x="467" y="213"/>
                  </a:cubicBezTo>
                  <a:cubicBezTo>
                    <a:pt x="461" y="213"/>
                    <a:pt x="457" y="218"/>
                    <a:pt x="462" y="223"/>
                  </a:cubicBezTo>
                  <a:cubicBezTo>
                    <a:pt x="464" y="232"/>
                    <a:pt x="455" y="228"/>
                    <a:pt x="452" y="232"/>
                  </a:cubicBezTo>
                  <a:cubicBezTo>
                    <a:pt x="445" y="229"/>
                    <a:pt x="441" y="228"/>
                    <a:pt x="439" y="228"/>
                  </a:cubicBezTo>
                  <a:cubicBezTo>
                    <a:pt x="437" y="228"/>
                    <a:pt x="442" y="232"/>
                    <a:pt x="454" y="241"/>
                  </a:cubicBezTo>
                  <a:cubicBezTo>
                    <a:pt x="458" y="244"/>
                    <a:pt x="462" y="246"/>
                    <a:pt x="466" y="246"/>
                  </a:cubicBezTo>
                  <a:cubicBezTo>
                    <a:pt x="469" y="246"/>
                    <a:pt x="472" y="245"/>
                    <a:pt x="474" y="244"/>
                  </a:cubicBezTo>
                  <a:lnTo>
                    <a:pt x="484" y="235"/>
                  </a:lnTo>
                  <a:lnTo>
                    <a:pt x="484" y="235"/>
                  </a:lnTo>
                  <a:lnTo>
                    <a:pt x="480" y="249"/>
                  </a:lnTo>
                  <a:cubicBezTo>
                    <a:pt x="475" y="256"/>
                    <a:pt x="476" y="265"/>
                    <a:pt x="481" y="271"/>
                  </a:cubicBezTo>
                  <a:cubicBezTo>
                    <a:pt x="481" y="271"/>
                    <a:pt x="487" y="276"/>
                    <a:pt x="483" y="280"/>
                  </a:cubicBezTo>
                  <a:lnTo>
                    <a:pt x="472" y="267"/>
                  </a:lnTo>
                  <a:cubicBezTo>
                    <a:pt x="470" y="260"/>
                    <a:pt x="465" y="253"/>
                    <a:pt x="459" y="246"/>
                  </a:cubicBezTo>
                  <a:cubicBezTo>
                    <a:pt x="453" y="243"/>
                    <a:pt x="448" y="241"/>
                    <a:pt x="444" y="241"/>
                  </a:cubicBezTo>
                  <a:cubicBezTo>
                    <a:pt x="437" y="241"/>
                    <a:pt x="434" y="245"/>
                    <a:pt x="441" y="253"/>
                  </a:cubicBezTo>
                  <a:cubicBezTo>
                    <a:pt x="439" y="255"/>
                    <a:pt x="438" y="255"/>
                    <a:pt x="436" y="255"/>
                  </a:cubicBezTo>
                  <a:cubicBezTo>
                    <a:pt x="435" y="255"/>
                    <a:pt x="433" y="255"/>
                    <a:pt x="428" y="253"/>
                  </a:cubicBezTo>
                  <a:cubicBezTo>
                    <a:pt x="427" y="251"/>
                    <a:pt x="425" y="250"/>
                    <a:pt x="424" y="250"/>
                  </a:cubicBezTo>
                  <a:cubicBezTo>
                    <a:pt x="422" y="250"/>
                    <a:pt x="422" y="255"/>
                    <a:pt x="427" y="265"/>
                  </a:cubicBezTo>
                  <a:cubicBezTo>
                    <a:pt x="432" y="274"/>
                    <a:pt x="433" y="279"/>
                    <a:pt x="429" y="279"/>
                  </a:cubicBezTo>
                  <a:cubicBezTo>
                    <a:pt x="426" y="279"/>
                    <a:pt x="422" y="277"/>
                    <a:pt x="417" y="274"/>
                  </a:cubicBezTo>
                  <a:cubicBezTo>
                    <a:pt x="414" y="274"/>
                    <a:pt x="412" y="273"/>
                    <a:pt x="409" y="273"/>
                  </a:cubicBezTo>
                  <a:cubicBezTo>
                    <a:pt x="396" y="273"/>
                    <a:pt x="388" y="283"/>
                    <a:pt x="392" y="288"/>
                  </a:cubicBezTo>
                  <a:cubicBezTo>
                    <a:pt x="403" y="297"/>
                    <a:pt x="397" y="306"/>
                    <a:pt x="389" y="306"/>
                  </a:cubicBezTo>
                  <a:cubicBezTo>
                    <a:pt x="388" y="306"/>
                    <a:pt x="387" y="306"/>
                    <a:pt x="386" y="306"/>
                  </a:cubicBezTo>
                  <a:cubicBezTo>
                    <a:pt x="384" y="305"/>
                    <a:pt x="382" y="305"/>
                    <a:pt x="381" y="305"/>
                  </a:cubicBezTo>
                  <a:cubicBezTo>
                    <a:pt x="376" y="305"/>
                    <a:pt x="375" y="309"/>
                    <a:pt x="377" y="316"/>
                  </a:cubicBezTo>
                  <a:cubicBezTo>
                    <a:pt x="374" y="313"/>
                    <a:pt x="370" y="311"/>
                    <a:pt x="367" y="311"/>
                  </a:cubicBezTo>
                  <a:cubicBezTo>
                    <a:pt x="365" y="311"/>
                    <a:pt x="363" y="312"/>
                    <a:pt x="364" y="317"/>
                  </a:cubicBezTo>
                  <a:cubicBezTo>
                    <a:pt x="364" y="317"/>
                    <a:pt x="362" y="320"/>
                    <a:pt x="371" y="322"/>
                  </a:cubicBezTo>
                  <a:cubicBezTo>
                    <a:pt x="371" y="322"/>
                    <a:pt x="374" y="330"/>
                    <a:pt x="377" y="339"/>
                  </a:cubicBezTo>
                  <a:cubicBezTo>
                    <a:pt x="377" y="339"/>
                    <a:pt x="378" y="338"/>
                    <a:pt x="379" y="338"/>
                  </a:cubicBezTo>
                  <a:cubicBezTo>
                    <a:pt x="382" y="338"/>
                    <a:pt x="387" y="343"/>
                    <a:pt x="392" y="347"/>
                  </a:cubicBezTo>
                  <a:cubicBezTo>
                    <a:pt x="396" y="351"/>
                    <a:pt x="390" y="355"/>
                    <a:pt x="380" y="355"/>
                  </a:cubicBezTo>
                  <a:cubicBezTo>
                    <a:pt x="373" y="355"/>
                    <a:pt x="365" y="353"/>
                    <a:pt x="356" y="349"/>
                  </a:cubicBezTo>
                  <a:lnTo>
                    <a:pt x="338" y="346"/>
                  </a:lnTo>
                  <a:lnTo>
                    <a:pt x="351" y="356"/>
                  </a:lnTo>
                  <a:cubicBezTo>
                    <a:pt x="349" y="358"/>
                    <a:pt x="347" y="360"/>
                    <a:pt x="344" y="360"/>
                  </a:cubicBezTo>
                  <a:cubicBezTo>
                    <a:pt x="342" y="360"/>
                    <a:pt x="341" y="359"/>
                    <a:pt x="338" y="357"/>
                  </a:cubicBezTo>
                  <a:cubicBezTo>
                    <a:pt x="335" y="354"/>
                    <a:pt x="333" y="353"/>
                    <a:pt x="332" y="353"/>
                  </a:cubicBezTo>
                  <a:cubicBezTo>
                    <a:pt x="331" y="353"/>
                    <a:pt x="330" y="353"/>
                    <a:pt x="330" y="355"/>
                  </a:cubicBezTo>
                  <a:cubicBezTo>
                    <a:pt x="330" y="355"/>
                    <a:pt x="326" y="358"/>
                    <a:pt x="333" y="364"/>
                  </a:cubicBezTo>
                  <a:cubicBezTo>
                    <a:pt x="342" y="371"/>
                    <a:pt x="344" y="373"/>
                    <a:pt x="341" y="373"/>
                  </a:cubicBezTo>
                  <a:cubicBezTo>
                    <a:pt x="340" y="373"/>
                    <a:pt x="338" y="373"/>
                    <a:pt x="336" y="373"/>
                  </a:cubicBezTo>
                  <a:cubicBezTo>
                    <a:pt x="331" y="370"/>
                    <a:pt x="327" y="369"/>
                    <a:pt x="324" y="369"/>
                  </a:cubicBezTo>
                  <a:cubicBezTo>
                    <a:pt x="320" y="369"/>
                    <a:pt x="321" y="373"/>
                    <a:pt x="327" y="382"/>
                  </a:cubicBezTo>
                  <a:cubicBezTo>
                    <a:pt x="334" y="388"/>
                    <a:pt x="337" y="391"/>
                    <a:pt x="336" y="391"/>
                  </a:cubicBezTo>
                  <a:cubicBezTo>
                    <a:pt x="335" y="391"/>
                    <a:pt x="332" y="389"/>
                    <a:pt x="325" y="385"/>
                  </a:cubicBezTo>
                  <a:cubicBezTo>
                    <a:pt x="320" y="381"/>
                    <a:pt x="315" y="380"/>
                    <a:pt x="311" y="380"/>
                  </a:cubicBezTo>
                  <a:cubicBezTo>
                    <a:pt x="309" y="380"/>
                    <a:pt x="308" y="380"/>
                    <a:pt x="307" y="381"/>
                  </a:cubicBezTo>
                  <a:lnTo>
                    <a:pt x="313" y="386"/>
                  </a:lnTo>
                  <a:cubicBezTo>
                    <a:pt x="323" y="396"/>
                    <a:pt x="323" y="399"/>
                    <a:pt x="317" y="399"/>
                  </a:cubicBezTo>
                  <a:cubicBezTo>
                    <a:pt x="316" y="399"/>
                    <a:pt x="315" y="399"/>
                    <a:pt x="314" y="399"/>
                  </a:cubicBezTo>
                  <a:cubicBezTo>
                    <a:pt x="312" y="397"/>
                    <a:pt x="310" y="396"/>
                    <a:pt x="309" y="396"/>
                  </a:cubicBezTo>
                  <a:cubicBezTo>
                    <a:pt x="306" y="396"/>
                    <a:pt x="305" y="400"/>
                    <a:pt x="305" y="408"/>
                  </a:cubicBezTo>
                  <a:cubicBezTo>
                    <a:pt x="301" y="412"/>
                    <a:pt x="299" y="415"/>
                    <a:pt x="296" y="415"/>
                  </a:cubicBezTo>
                  <a:cubicBezTo>
                    <a:pt x="294" y="415"/>
                    <a:pt x="293" y="414"/>
                    <a:pt x="290" y="412"/>
                  </a:cubicBezTo>
                  <a:cubicBezTo>
                    <a:pt x="285" y="407"/>
                    <a:pt x="281" y="405"/>
                    <a:pt x="281" y="405"/>
                  </a:cubicBezTo>
                  <a:lnTo>
                    <a:pt x="281" y="405"/>
                  </a:lnTo>
                  <a:cubicBezTo>
                    <a:pt x="280" y="405"/>
                    <a:pt x="283" y="408"/>
                    <a:pt x="288" y="416"/>
                  </a:cubicBezTo>
                  <a:cubicBezTo>
                    <a:pt x="291" y="424"/>
                    <a:pt x="291" y="424"/>
                    <a:pt x="279" y="426"/>
                  </a:cubicBezTo>
                  <a:cubicBezTo>
                    <a:pt x="276" y="425"/>
                    <a:pt x="274" y="424"/>
                    <a:pt x="273" y="424"/>
                  </a:cubicBezTo>
                  <a:cubicBezTo>
                    <a:pt x="270" y="424"/>
                    <a:pt x="271" y="426"/>
                    <a:pt x="273" y="431"/>
                  </a:cubicBezTo>
                  <a:cubicBezTo>
                    <a:pt x="284" y="440"/>
                    <a:pt x="290" y="445"/>
                    <a:pt x="293" y="445"/>
                  </a:cubicBezTo>
                  <a:cubicBezTo>
                    <a:pt x="294" y="445"/>
                    <a:pt x="295" y="444"/>
                    <a:pt x="296" y="444"/>
                  </a:cubicBezTo>
                  <a:cubicBezTo>
                    <a:pt x="297" y="443"/>
                    <a:pt x="297" y="442"/>
                    <a:pt x="298" y="442"/>
                  </a:cubicBezTo>
                  <a:cubicBezTo>
                    <a:pt x="299" y="442"/>
                    <a:pt x="301" y="443"/>
                    <a:pt x="305" y="446"/>
                  </a:cubicBezTo>
                  <a:lnTo>
                    <a:pt x="299" y="453"/>
                  </a:lnTo>
                  <a:cubicBezTo>
                    <a:pt x="295" y="457"/>
                    <a:pt x="292" y="464"/>
                    <a:pt x="295" y="470"/>
                  </a:cubicBezTo>
                  <a:cubicBezTo>
                    <a:pt x="296" y="479"/>
                    <a:pt x="302" y="487"/>
                    <a:pt x="305" y="487"/>
                  </a:cubicBezTo>
                  <a:cubicBezTo>
                    <a:pt x="307" y="487"/>
                    <a:pt x="307" y="485"/>
                    <a:pt x="307" y="482"/>
                  </a:cubicBezTo>
                  <a:lnTo>
                    <a:pt x="307" y="482"/>
                  </a:lnTo>
                  <a:lnTo>
                    <a:pt x="316" y="483"/>
                  </a:lnTo>
                  <a:cubicBezTo>
                    <a:pt x="324" y="489"/>
                    <a:pt x="330" y="492"/>
                    <a:pt x="332" y="492"/>
                  </a:cubicBezTo>
                  <a:cubicBezTo>
                    <a:pt x="336" y="492"/>
                    <a:pt x="333" y="486"/>
                    <a:pt x="322" y="477"/>
                  </a:cubicBezTo>
                  <a:cubicBezTo>
                    <a:pt x="310" y="468"/>
                    <a:pt x="306" y="464"/>
                    <a:pt x="307" y="464"/>
                  </a:cubicBezTo>
                  <a:cubicBezTo>
                    <a:pt x="308" y="464"/>
                    <a:pt x="312" y="466"/>
                    <a:pt x="318" y="468"/>
                  </a:cubicBezTo>
                  <a:cubicBezTo>
                    <a:pt x="325" y="474"/>
                    <a:pt x="329" y="476"/>
                    <a:pt x="331" y="476"/>
                  </a:cubicBezTo>
                  <a:cubicBezTo>
                    <a:pt x="333" y="476"/>
                    <a:pt x="335" y="474"/>
                    <a:pt x="336" y="473"/>
                  </a:cubicBezTo>
                  <a:cubicBezTo>
                    <a:pt x="337" y="471"/>
                    <a:pt x="338" y="470"/>
                    <a:pt x="339" y="470"/>
                  </a:cubicBezTo>
                  <a:cubicBezTo>
                    <a:pt x="340" y="470"/>
                    <a:pt x="341" y="472"/>
                    <a:pt x="345" y="475"/>
                  </a:cubicBezTo>
                  <a:cubicBezTo>
                    <a:pt x="349" y="478"/>
                    <a:pt x="354" y="480"/>
                    <a:pt x="358" y="480"/>
                  </a:cubicBezTo>
                  <a:cubicBezTo>
                    <a:pt x="360" y="480"/>
                    <a:pt x="362" y="479"/>
                    <a:pt x="363" y="478"/>
                  </a:cubicBezTo>
                  <a:cubicBezTo>
                    <a:pt x="365" y="475"/>
                    <a:pt x="365" y="475"/>
                    <a:pt x="359" y="470"/>
                  </a:cubicBezTo>
                  <a:cubicBezTo>
                    <a:pt x="353" y="469"/>
                    <a:pt x="353" y="466"/>
                    <a:pt x="358" y="466"/>
                  </a:cubicBezTo>
                  <a:cubicBezTo>
                    <a:pt x="361" y="466"/>
                    <a:pt x="366" y="467"/>
                    <a:pt x="371" y="469"/>
                  </a:cubicBezTo>
                  <a:cubicBezTo>
                    <a:pt x="374" y="470"/>
                    <a:pt x="376" y="471"/>
                    <a:pt x="377" y="471"/>
                  </a:cubicBezTo>
                  <a:cubicBezTo>
                    <a:pt x="379" y="471"/>
                    <a:pt x="376" y="468"/>
                    <a:pt x="368" y="460"/>
                  </a:cubicBezTo>
                  <a:cubicBezTo>
                    <a:pt x="359" y="453"/>
                    <a:pt x="359" y="448"/>
                    <a:pt x="364" y="448"/>
                  </a:cubicBezTo>
                  <a:cubicBezTo>
                    <a:pt x="367" y="448"/>
                    <a:pt x="371" y="449"/>
                    <a:pt x="376" y="451"/>
                  </a:cubicBezTo>
                  <a:lnTo>
                    <a:pt x="381" y="445"/>
                  </a:lnTo>
                  <a:cubicBezTo>
                    <a:pt x="383" y="441"/>
                    <a:pt x="378" y="437"/>
                    <a:pt x="371" y="431"/>
                  </a:cubicBezTo>
                  <a:cubicBezTo>
                    <a:pt x="362" y="424"/>
                    <a:pt x="359" y="422"/>
                    <a:pt x="363" y="422"/>
                  </a:cubicBezTo>
                  <a:cubicBezTo>
                    <a:pt x="364" y="422"/>
                    <a:pt x="365" y="422"/>
                    <a:pt x="368" y="422"/>
                  </a:cubicBezTo>
                  <a:cubicBezTo>
                    <a:pt x="373" y="424"/>
                    <a:pt x="379" y="427"/>
                    <a:pt x="383" y="430"/>
                  </a:cubicBezTo>
                  <a:cubicBezTo>
                    <a:pt x="386" y="432"/>
                    <a:pt x="387" y="433"/>
                    <a:pt x="389" y="433"/>
                  </a:cubicBezTo>
                  <a:cubicBezTo>
                    <a:pt x="391" y="433"/>
                    <a:pt x="393" y="431"/>
                    <a:pt x="395" y="429"/>
                  </a:cubicBezTo>
                  <a:cubicBezTo>
                    <a:pt x="398" y="426"/>
                    <a:pt x="402" y="420"/>
                    <a:pt x="397" y="414"/>
                  </a:cubicBezTo>
                  <a:lnTo>
                    <a:pt x="397" y="414"/>
                  </a:lnTo>
                  <a:lnTo>
                    <a:pt x="402" y="420"/>
                  </a:lnTo>
                  <a:cubicBezTo>
                    <a:pt x="403" y="419"/>
                    <a:pt x="404" y="419"/>
                    <a:pt x="405" y="419"/>
                  </a:cubicBezTo>
                  <a:cubicBezTo>
                    <a:pt x="407" y="419"/>
                    <a:pt x="408" y="419"/>
                    <a:pt x="408" y="419"/>
                  </a:cubicBezTo>
                  <a:cubicBezTo>
                    <a:pt x="408" y="419"/>
                    <a:pt x="408" y="419"/>
                    <a:pt x="406" y="417"/>
                  </a:cubicBezTo>
                  <a:cubicBezTo>
                    <a:pt x="406" y="417"/>
                    <a:pt x="408" y="413"/>
                    <a:pt x="420" y="413"/>
                  </a:cubicBezTo>
                  <a:cubicBezTo>
                    <a:pt x="432" y="412"/>
                    <a:pt x="428" y="392"/>
                    <a:pt x="408" y="391"/>
                  </a:cubicBezTo>
                  <a:lnTo>
                    <a:pt x="410" y="387"/>
                  </a:lnTo>
                  <a:cubicBezTo>
                    <a:pt x="414" y="384"/>
                    <a:pt x="407" y="379"/>
                    <a:pt x="407" y="379"/>
                  </a:cubicBezTo>
                  <a:cubicBezTo>
                    <a:pt x="401" y="373"/>
                    <a:pt x="404" y="371"/>
                    <a:pt x="407" y="367"/>
                  </a:cubicBezTo>
                  <a:lnTo>
                    <a:pt x="419" y="379"/>
                  </a:lnTo>
                  <a:cubicBezTo>
                    <a:pt x="426" y="388"/>
                    <a:pt x="433" y="393"/>
                    <a:pt x="436" y="393"/>
                  </a:cubicBezTo>
                  <a:cubicBezTo>
                    <a:pt x="439" y="393"/>
                    <a:pt x="438" y="388"/>
                    <a:pt x="430" y="377"/>
                  </a:cubicBezTo>
                  <a:cubicBezTo>
                    <a:pt x="429" y="376"/>
                    <a:pt x="428" y="375"/>
                    <a:pt x="428" y="375"/>
                  </a:cubicBezTo>
                  <a:lnTo>
                    <a:pt x="428" y="375"/>
                  </a:lnTo>
                  <a:cubicBezTo>
                    <a:pt x="428" y="375"/>
                    <a:pt x="432" y="379"/>
                    <a:pt x="437" y="383"/>
                  </a:cubicBezTo>
                  <a:cubicBezTo>
                    <a:pt x="439" y="385"/>
                    <a:pt x="440" y="386"/>
                    <a:pt x="442" y="386"/>
                  </a:cubicBezTo>
                  <a:cubicBezTo>
                    <a:pt x="444" y="386"/>
                    <a:pt x="445" y="382"/>
                    <a:pt x="445" y="374"/>
                  </a:cubicBezTo>
                  <a:cubicBezTo>
                    <a:pt x="448" y="371"/>
                    <a:pt x="439" y="357"/>
                    <a:pt x="434" y="352"/>
                  </a:cubicBezTo>
                  <a:cubicBezTo>
                    <a:pt x="427" y="346"/>
                    <a:pt x="430" y="343"/>
                    <a:pt x="430" y="343"/>
                  </a:cubicBezTo>
                  <a:cubicBezTo>
                    <a:pt x="432" y="341"/>
                    <a:pt x="433" y="340"/>
                    <a:pt x="434" y="340"/>
                  </a:cubicBezTo>
                  <a:cubicBezTo>
                    <a:pt x="435" y="340"/>
                    <a:pt x="436" y="342"/>
                    <a:pt x="439" y="345"/>
                  </a:cubicBezTo>
                  <a:cubicBezTo>
                    <a:pt x="444" y="349"/>
                    <a:pt x="447" y="351"/>
                    <a:pt x="449" y="351"/>
                  </a:cubicBezTo>
                  <a:cubicBezTo>
                    <a:pt x="453" y="351"/>
                    <a:pt x="453" y="345"/>
                    <a:pt x="448" y="336"/>
                  </a:cubicBezTo>
                  <a:lnTo>
                    <a:pt x="448" y="336"/>
                  </a:lnTo>
                  <a:lnTo>
                    <a:pt x="454" y="341"/>
                  </a:lnTo>
                  <a:cubicBezTo>
                    <a:pt x="456" y="344"/>
                    <a:pt x="459" y="346"/>
                    <a:pt x="462" y="346"/>
                  </a:cubicBezTo>
                  <a:cubicBezTo>
                    <a:pt x="467" y="346"/>
                    <a:pt x="472" y="342"/>
                    <a:pt x="478" y="329"/>
                  </a:cubicBezTo>
                  <a:cubicBezTo>
                    <a:pt x="487" y="321"/>
                    <a:pt x="494" y="313"/>
                    <a:pt x="500" y="313"/>
                  </a:cubicBezTo>
                  <a:cubicBezTo>
                    <a:pt x="502" y="313"/>
                    <a:pt x="503" y="314"/>
                    <a:pt x="505" y="316"/>
                  </a:cubicBezTo>
                  <a:cubicBezTo>
                    <a:pt x="505" y="316"/>
                    <a:pt x="506" y="317"/>
                    <a:pt x="506" y="317"/>
                  </a:cubicBezTo>
                  <a:cubicBezTo>
                    <a:pt x="510" y="317"/>
                    <a:pt x="511" y="297"/>
                    <a:pt x="507" y="281"/>
                  </a:cubicBezTo>
                  <a:lnTo>
                    <a:pt x="507" y="281"/>
                  </a:lnTo>
                  <a:cubicBezTo>
                    <a:pt x="509" y="283"/>
                    <a:pt x="511" y="284"/>
                    <a:pt x="513" y="284"/>
                  </a:cubicBezTo>
                  <a:cubicBezTo>
                    <a:pt x="516" y="284"/>
                    <a:pt x="518" y="282"/>
                    <a:pt x="522" y="279"/>
                  </a:cubicBezTo>
                  <a:cubicBezTo>
                    <a:pt x="527" y="274"/>
                    <a:pt x="529" y="272"/>
                    <a:pt x="531" y="272"/>
                  </a:cubicBezTo>
                  <a:cubicBezTo>
                    <a:pt x="533" y="272"/>
                    <a:pt x="534" y="273"/>
                    <a:pt x="537" y="276"/>
                  </a:cubicBezTo>
                  <a:cubicBezTo>
                    <a:pt x="541" y="283"/>
                    <a:pt x="543" y="287"/>
                    <a:pt x="543" y="287"/>
                  </a:cubicBezTo>
                  <a:cubicBezTo>
                    <a:pt x="544" y="287"/>
                    <a:pt x="543" y="283"/>
                    <a:pt x="540" y="274"/>
                  </a:cubicBezTo>
                  <a:cubicBezTo>
                    <a:pt x="536" y="266"/>
                    <a:pt x="539" y="261"/>
                    <a:pt x="544" y="261"/>
                  </a:cubicBezTo>
                  <a:cubicBezTo>
                    <a:pt x="548" y="261"/>
                    <a:pt x="554" y="264"/>
                    <a:pt x="558" y="270"/>
                  </a:cubicBezTo>
                  <a:cubicBezTo>
                    <a:pt x="561" y="272"/>
                    <a:pt x="563" y="273"/>
                    <a:pt x="565" y="273"/>
                  </a:cubicBezTo>
                  <a:cubicBezTo>
                    <a:pt x="567" y="273"/>
                    <a:pt x="570" y="271"/>
                    <a:pt x="573" y="269"/>
                  </a:cubicBezTo>
                  <a:cubicBezTo>
                    <a:pt x="572" y="260"/>
                    <a:pt x="579" y="254"/>
                    <a:pt x="585" y="249"/>
                  </a:cubicBezTo>
                  <a:cubicBezTo>
                    <a:pt x="595" y="242"/>
                    <a:pt x="595" y="242"/>
                    <a:pt x="585" y="228"/>
                  </a:cubicBezTo>
                  <a:cubicBezTo>
                    <a:pt x="576" y="216"/>
                    <a:pt x="580" y="214"/>
                    <a:pt x="586" y="208"/>
                  </a:cubicBezTo>
                  <a:cubicBezTo>
                    <a:pt x="589" y="207"/>
                    <a:pt x="591" y="206"/>
                    <a:pt x="593" y="206"/>
                  </a:cubicBezTo>
                  <a:cubicBezTo>
                    <a:pt x="595" y="206"/>
                    <a:pt x="596" y="207"/>
                    <a:pt x="599" y="210"/>
                  </a:cubicBezTo>
                  <a:cubicBezTo>
                    <a:pt x="599" y="210"/>
                    <a:pt x="604" y="213"/>
                    <a:pt x="607" y="213"/>
                  </a:cubicBezTo>
                  <a:cubicBezTo>
                    <a:pt x="608" y="213"/>
                    <a:pt x="609" y="213"/>
                    <a:pt x="610" y="212"/>
                  </a:cubicBezTo>
                  <a:cubicBezTo>
                    <a:pt x="612" y="211"/>
                    <a:pt x="614" y="210"/>
                    <a:pt x="616" y="210"/>
                  </a:cubicBezTo>
                  <a:cubicBezTo>
                    <a:pt x="618" y="210"/>
                    <a:pt x="620" y="211"/>
                    <a:pt x="622" y="215"/>
                  </a:cubicBezTo>
                  <a:cubicBezTo>
                    <a:pt x="625" y="216"/>
                    <a:pt x="627" y="216"/>
                    <a:pt x="630" y="216"/>
                  </a:cubicBezTo>
                  <a:cubicBezTo>
                    <a:pt x="632" y="216"/>
                    <a:pt x="635" y="216"/>
                    <a:pt x="637" y="215"/>
                  </a:cubicBezTo>
                  <a:cubicBezTo>
                    <a:pt x="641" y="212"/>
                    <a:pt x="646" y="209"/>
                    <a:pt x="650" y="209"/>
                  </a:cubicBezTo>
                  <a:cubicBezTo>
                    <a:pt x="652" y="209"/>
                    <a:pt x="654" y="210"/>
                    <a:pt x="655" y="212"/>
                  </a:cubicBezTo>
                  <a:cubicBezTo>
                    <a:pt x="659" y="211"/>
                    <a:pt x="659" y="211"/>
                    <a:pt x="655" y="204"/>
                  </a:cubicBezTo>
                  <a:cubicBezTo>
                    <a:pt x="650" y="197"/>
                    <a:pt x="650" y="188"/>
                    <a:pt x="669" y="187"/>
                  </a:cubicBezTo>
                  <a:cubicBezTo>
                    <a:pt x="676" y="183"/>
                    <a:pt x="687" y="178"/>
                    <a:pt x="684" y="170"/>
                  </a:cubicBezTo>
                  <a:cubicBezTo>
                    <a:pt x="685" y="169"/>
                    <a:pt x="686" y="169"/>
                    <a:pt x="687" y="169"/>
                  </a:cubicBezTo>
                  <a:cubicBezTo>
                    <a:pt x="688" y="169"/>
                    <a:pt x="689" y="170"/>
                    <a:pt x="692" y="175"/>
                  </a:cubicBezTo>
                  <a:cubicBezTo>
                    <a:pt x="695" y="182"/>
                    <a:pt x="697" y="185"/>
                    <a:pt x="700" y="185"/>
                  </a:cubicBezTo>
                  <a:cubicBezTo>
                    <a:pt x="703" y="185"/>
                    <a:pt x="706" y="179"/>
                    <a:pt x="706" y="168"/>
                  </a:cubicBezTo>
                  <a:cubicBezTo>
                    <a:pt x="704" y="164"/>
                    <a:pt x="705" y="161"/>
                    <a:pt x="708" y="161"/>
                  </a:cubicBezTo>
                  <a:cubicBezTo>
                    <a:pt x="709" y="161"/>
                    <a:pt x="712" y="162"/>
                    <a:pt x="714" y="164"/>
                  </a:cubicBezTo>
                  <a:cubicBezTo>
                    <a:pt x="714" y="164"/>
                    <a:pt x="718" y="163"/>
                    <a:pt x="719" y="154"/>
                  </a:cubicBezTo>
                  <a:cubicBezTo>
                    <a:pt x="719" y="149"/>
                    <a:pt x="720" y="146"/>
                    <a:pt x="722" y="146"/>
                  </a:cubicBezTo>
                  <a:cubicBezTo>
                    <a:pt x="723" y="146"/>
                    <a:pt x="726" y="147"/>
                    <a:pt x="730" y="150"/>
                  </a:cubicBezTo>
                  <a:cubicBezTo>
                    <a:pt x="732" y="154"/>
                    <a:pt x="735" y="155"/>
                    <a:pt x="737" y="155"/>
                  </a:cubicBezTo>
                  <a:cubicBezTo>
                    <a:pt x="738" y="155"/>
                    <a:pt x="740" y="155"/>
                    <a:pt x="741" y="154"/>
                  </a:cubicBezTo>
                  <a:cubicBezTo>
                    <a:pt x="745" y="145"/>
                    <a:pt x="775" y="133"/>
                    <a:pt x="790" y="133"/>
                  </a:cubicBezTo>
                  <a:cubicBezTo>
                    <a:pt x="793" y="133"/>
                    <a:pt x="796" y="134"/>
                    <a:pt x="797" y="135"/>
                  </a:cubicBezTo>
                  <a:cubicBezTo>
                    <a:pt x="798" y="126"/>
                    <a:pt x="798" y="126"/>
                    <a:pt x="803" y="125"/>
                  </a:cubicBezTo>
                  <a:cubicBezTo>
                    <a:pt x="806" y="130"/>
                    <a:pt x="808" y="132"/>
                    <a:pt x="810" y="132"/>
                  </a:cubicBezTo>
                  <a:cubicBezTo>
                    <a:pt x="812" y="132"/>
                    <a:pt x="811" y="125"/>
                    <a:pt x="809" y="115"/>
                  </a:cubicBezTo>
                  <a:lnTo>
                    <a:pt x="805" y="116"/>
                  </a:lnTo>
                  <a:lnTo>
                    <a:pt x="801" y="117"/>
                  </a:lnTo>
                  <a:cubicBezTo>
                    <a:pt x="798" y="109"/>
                    <a:pt x="800" y="105"/>
                    <a:pt x="804" y="105"/>
                  </a:cubicBezTo>
                  <a:cubicBezTo>
                    <a:pt x="807" y="105"/>
                    <a:pt x="812" y="110"/>
                    <a:pt x="815" y="122"/>
                  </a:cubicBezTo>
                  <a:cubicBezTo>
                    <a:pt x="819" y="129"/>
                    <a:pt x="821" y="132"/>
                    <a:pt x="822" y="132"/>
                  </a:cubicBezTo>
                  <a:cubicBezTo>
                    <a:pt x="823" y="132"/>
                    <a:pt x="823" y="128"/>
                    <a:pt x="823" y="119"/>
                  </a:cubicBezTo>
                  <a:cubicBezTo>
                    <a:pt x="823" y="111"/>
                    <a:pt x="824" y="106"/>
                    <a:pt x="827" y="106"/>
                  </a:cubicBezTo>
                  <a:cubicBezTo>
                    <a:pt x="829" y="106"/>
                    <a:pt x="832" y="110"/>
                    <a:pt x="835" y="117"/>
                  </a:cubicBezTo>
                  <a:cubicBezTo>
                    <a:pt x="838" y="125"/>
                    <a:pt x="838" y="129"/>
                    <a:pt x="839" y="129"/>
                  </a:cubicBezTo>
                  <a:cubicBezTo>
                    <a:pt x="839" y="129"/>
                    <a:pt x="839" y="125"/>
                    <a:pt x="840" y="116"/>
                  </a:cubicBezTo>
                  <a:cubicBezTo>
                    <a:pt x="841" y="96"/>
                    <a:pt x="845" y="85"/>
                    <a:pt x="850" y="85"/>
                  </a:cubicBezTo>
                  <a:cubicBezTo>
                    <a:pt x="853" y="85"/>
                    <a:pt x="857" y="91"/>
                    <a:pt x="859" y="104"/>
                  </a:cubicBezTo>
                  <a:cubicBezTo>
                    <a:pt x="862" y="119"/>
                    <a:pt x="867" y="126"/>
                    <a:pt x="871" y="126"/>
                  </a:cubicBezTo>
                  <a:cubicBezTo>
                    <a:pt x="871" y="126"/>
                    <a:pt x="871" y="126"/>
                    <a:pt x="871" y="126"/>
                  </a:cubicBezTo>
                  <a:cubicBezTo>
                    <a:pt x="876" y="126"/>
                    <a:pt x="875" y="118"/>
                    <a:pt x="874" y="110"/>
                  </a:cubicBezTo>
                  <a:cubicBezTo>
                    <a:pt x="869" y="102"/>
                    <a:pt x="869" y="98"/>
                    <a:pt x="871" y="98"/>
                  </a:cubicBezTo>
                  <a:cubicBezTo>
                    <a:pt x="872" y="98"/>
                    <a:pt x="876" y="101"/>
                    <a:pt x="881" y="108"/>
                  </a:cubicBezTo>
                  <a:cubicBezTo>
                    <a:pt x="890" y="120"/>
                    <a:pt x="896" y="126"/>
                    <a:pt x="902" y="126"/>
                  </a:cubicBezTo>
                  <a:cubicBezTo>
                    <a:pt x="907" y="126"/>
                    <a:pt x="911" y="121"/>
                    <a:pt x="916" y="113"/>
                  </a:cubicBezTo>
                  <a:cubicBezTo>
                    <a:pt x="924" y="104"/>
                    <a:pt x="931" y="99"/>
                    <a:pt x="935" y="99"/>
                  </a:cubicBezTo>
                  <a:cubicBezTo>
                    <a:pt x="938" y="99"/>
                    <a:pt x="938" y="103"/>
                    <a:pt x="933" y="112"/>
                  </a:cubicBezTo>
                  <a:cubicBezTo>
                    <a:pt x="929" y="121"/>
                    <a:pt x="927" y="125"/>
                    <a:pt x="928" y="125"/>
                  </a:cubicBezTo>
                  <a:cubicBezTo>
                    <a:pt x="929" y="125"/>
                    <a:pt x="930" y="123"/>
                    <a:pt x="933" y="119"/>
                  </a:cubicBezTo>
                  <a:lnTo>
                    <a:pt x="954" y="118"/>
                  </a:lnTo>
                  <a:cubicBezTo>
                    <a:pt x="958" y="118"/>
                    <a:pt x="962" y="110"/>
                    <a:pt x="962" y="103"/>
                  </a:cubicBezTo>
                  <a:cubicBezTo>
                    <a:pt x="965" y="112"/>
                    <a:pt x="969" y="119"/>
                    <a:pt x="974" y="119"/>
                  </a:cubicBezTo>
                  <a:cubicBezTo>
                    <a:pt x="976" y="119"/>
                    <a:pt x="979" y="117"/>
                    <a:pt x="982" y="110"/>
                  </a:cubicBezTo>
                  <a:lnTo>
                    <a:pt x="991" y="110"/>
                  </a:lnTo>
                  <a:cubicBezTo>
                    <a:pt x="993" y="111"/>
                    <a:pt x="993" y="111"/>
                    <a:pt x="994" y="111"/>
                  </a:cubicBezTo>
                  <a:cubicBezTo>
                    <a:pt x="996" y="111"/>
                    <a:pt x="997" y="109"/>
                    <a:pt x="1000" y="103"/>
                  </a:cubicBezTo>
                  <a:cubicBezTo>
                    <a:pt x="1002" y="100"/>
                    <a:pt x="1003" y="100"/>
                    <a:pt x="1004" y="100"/>
                  </a:cubicBezTo>
                  <a:cubicBezTo>
                    <a:pt x="1007" y="100"/>
                    <a:pt x="1009" y="106"/>
                    <a:pt x="1012" y="112"/>
                  </a:cubicBezTo>
                  <a:cubicBezTo>
                    <a:pt x="1015" y="118"/>
                    <a:pt x="1017" y="124"/>
                    <a:pt x="1019" y="124"/>
                  </a:cubicBezTo>
                  <a:cubicBezTo>
                    <a:pt x="1019" y="124"/>
                    <a:pt x="1019" y="123"/>
                    <a:pt x="1019" y="120"/>
                  </a:cubicBezTo>
                  <a:cubicBezTo>
                    <a:pt x="1021" y="113"/>
                    <a:pt x="1029" y="106"/>
                    <a:pt x="1034" y="98"/>
                  </a:cubicBezTo>
                  <a:cubicBezTo>
                    <a:pt x="1036" y="96"/>
                    <a:pt x="1037" y="95"/>
                    <a:pt x="1038" y="95"/>
                  </a:cubicBezTo>
                  <a:cubicBezTo>
                    <a:pt x="1041" y="95"/>
                    <a:pt x="1041" y="101"/>
                    <a:pt x="1037" y="107"/>
                  </a:cubicBezTo>
                  <a:cubicBezTo>
                    <a:pt x="1037" y="115"/>
                    <a:pt x="1037" y="115"/>
                    <a:pt x="1044" y="124"/>
                  </a:cubicBezTo>
                  <a:cubicBezTo>
                    <a:pt x="1046" y="124"/>
                    <a:pt x="1047" y="124"/>
                    <a:pt x="1049" y="124"/>
                  </a:cubicBezTo>
                  <a:cubicBezTo>
                    <a:pt x="1053" y="124"/>
                    <a:pt x="1057" y="123"/>
                    <a:pt x="1058" y="117"/>
                  </a:cubicBezTo>
                  <a:cubicBezTo>
                    <a:pt x="1058" y="114"/>
                    <a:pt x="1061" y="113"/>
                    <a:pt x="1066" y="113"/>
                  </a:cubicBezTo>
                  <a:cubicBezTo>
                    <a:pt x="1074" y="113"/>
                    <a:pt x="1084" y="117"/>
                    <a:pt x="1086" y="123"/>
                  </a:cubicBezTo>
                  <a:lnTo>
                    <a:pt x="1095" y="125"/>
                  </a:lnTo>
                  <a:cubicBezTo>
                    <a:pt x="1095" y="125"/>
                    <a:pt x="1095" y="125"/>
                    <a:pt x="1095" y="125"/>
                  </a:cubicBezTo>
                  <a:cubicBezTo>
                    <a:pt x="1099" y="125"/>
                    <a:pt x="1104" y="120"/>
                    <a:pt x="1107" y="120"/>
                  </a:cubicBezTo>
                  <a:cubicBezTo>
                    <a:pt x="1107" y="120"/>
                    <a:pt x="1108" y="120"/>
                    <a:pt x="1108" y="120"/>
                  </a:cubicBezTo>
                  <a:cubicBezTo>
                    <a:pt x="1108" y="120"/>
                    <a:pt x="1108" y="121"/>
                    <a:pt x="1109" y="121"/>
                  </a:cubicBezTo>
                  <a:cubicBezTo>
                    <a:pt x="1110" y="121"/>
                    <a:pt x="1114" y="120"/>
                    <a:pt x="1119" y="115"/>
                  </a:cubicBezTo>
                  <a:cubicBezTo>
                    <a:pt x="1123" y="116"/>
                    <a:pt x="1127" y="118"/>
                    <a:pt x="1125" y="125"/>
                  </a:cubicBezTo>
                  <a:cubicBezTo>
                    <a:pt x="1129" y="119"/>
                    <a:pt x="1131" y="115"/>
                    <a:pt x="1132" y="115"/>
                  </a:cubicBezTo>
                  <a:cubicBezTo>
                    <a:pt x="1134" y="115"/>
                    <a:pt x="1133" y="119"/>
                    <a:pt x="1133" y="128"/>
                  </a:cubicBezTo>
                  <a:cubicBezTo>
                    <a:pt x="1130" y="136"/>
                    <a:pt x="1128" y="140"/>
                    <a:pt x="1129" y="140"/>
                  </a:cubicBezTo>
                  <a:cubicBezTo>
                    <a:pt x="1129" y="140"/>
                    <a:pt x="1132" y="137"/>
                    <a:pt x="1136" y="129"/>
                  </a:cubicBezTo>
                  <a:cubicBezTo>
                    <a:pt x="1139" y="127"/>
                    <a:pt x="1141" y="125"/>
                    <a:pt x="1142" y="125"/>
                  </a:cubicBezTo>
                  <a:cubicBezTo>
                    <a:pt x="1143" y="125"/>
                    <a:pt x="1144" y="128"/>
                    <a:pt x="1145" y="133"/>
                  </a:cubicBezTo>
                  <a:cubicBezTo>
                    <a:pt x="1143" y="137"/>
                    <a:pt x="1143" y="139"/>
                    <a:pt x="1145" y="139"/>
                  </a:cubicBezTo>
                  <a:cubicBezTo>
                    <a:pt x="1145" y="139"/>
                    <a:pt x="1147" y="137"/>
                    <a:pt x="1148" y="134"/>
                  </a:cubicBezTo>
                  <a:cubicBezTo>
                    <a:pt x="1154" y="127"/>
                    <a:pt x="1161" y="123"/>
                    <a:pt x="1165" y="123"/>
                  </a:cubicBezTo>
                  <a:cubicBezTo>
                    <a:pt x="1169" y="123"/>
                    <a:pt x="1171" y="126"/>
                    <a:pt x="1167" y="133"/>
                  </a:cubicBezTo>
                  <a:cubicBezTo>
                    <a:pt x="1167" y="133"/>
                    <a:pt x="1168" y="133"/>
                    <a:pt x="1170" y="133"/>
                  </a:cubicBezTo>
                  <a:cubicBezTo>
                    <a:pt x="1171" y="133"/>
                    <a:pt x="1174" y="133"/>
                    <a:pt x="1179" y="129"/>
                  </a:cubicBezTo>
                  <a:cubicBezTo>
                    <a:pt x="1184" y="123"/>
                    <a:pt x="1186" y="120"/>
                    <a:pt x="1187" y="120"/>
                  </a:cubicBezTo>
                  <a:lnTo>
                    <a:pt x="1187" y="120"/>
                  </a:lnTo>
                  <a:cubicBezTo>
                    <a:pt x="1188" y="120"/>
                    <a:pt x="1186" y="123"/>
                    <a:pt x="1182" y="131"/>
                  </a:cubicBezTo>
                  <a:cubicBezTo>
                    <a:pt x="1181" y="140"/>
                    <a:pt x="1181" y="145"/>
                    <a:pt x="1184" y="145"/>
                  </a:cubicBezTo>
                  <a:cubicBezTo>
                    <a:pt x="1186" y="145"/>
                    <a:pt x="1190" y="143"/>
                    <a:pt x="1194" y="137"/>
                  </a:cubicBezTo>
                  <a:cubicBezTo>
                    <a:pt x="1194" y="137"/>
                    <a:pt x="1197" y="136"/>
                    <a:pt x="1199" y="136"/>
                  </a:cubicBezTo>
                  <a:cubicBezTo>
                    <a:pt x="1200" y="136"/>
                    <a:pt x="1202" y="137"/>
                    <a:pt x="1202" y="142"/>
                  </a:cubicBezTo>
                  <a:cubicBezTo>
                    <a:pt x="1206" y="149"/>
                    <a:pt x="1215" y="163"/>
                    <a:pt x="1222" y="163"/>
                  </a:cubicBezTo>
                  <a:cubicBezTo>
                    <a:pt x="1225" y="163"/>
                    <a:pt x="1227" y="161"/>
                    <a:pt x="1228" y="156"/>
                  </a:cubicBezTo>
                  <a:lnTo>
                    <a:pt x="1236" y="162"/>
                  </a:lnTo>
                  <a:cubicBezTo>
                    <a:pt x="1238" y="170"/>
                    <a:pt x="1240" y="174"/>
                    <a:pt x="1244" y="174"/>
                  </a:cubicBezTo>
                  <a:cubicBezTo>
                    <a:pt x="1246" y="174"/>
                    <a:pt x="1248" y="173"/>
                    <a:pt x="1250" y="172"/>
                  </a:cubicBezTo>
                  <a:lnTo>
                    <a:pt x="1258" y="168"/>
                  </a:lnTo>
                  <a:lnTo>
                    <a:pt x="1258" y="168"/>
                  </a:lnTo>
                  <a:cubicBezTo>
                    <a:pt x="1254" y="174"/>
                    <a:pt x="1253" y="183"/>
                    <a:pt x="1256" y="187"/>
                  </a:cubicBezTo>
                  <a:cubicBezTo>
                    <a:pt x="1257" y="188"/>
                    <a:pt x="1258" y="188"/>
                    <a:pt x="1259" y="188"/>
                  </a:cubicBezTo>
                  <a:cubicBezTo>
                    <a:pt x="1260" y="188"/>
                    <a:pt x="1261" y="186"/>
                    <a:pt x="1264" y="182"/>
                  </a:cubicBezTo>
                  <a:cubicBezTo>
                    <a:pt x="1265" y="178"/>
                    <a:pt x="1266" y="176"/>
                    <a:pt x="1268" y="176"/>
                  </a:cubicBezTo>
                  <a:cubicBezTo>
                    <a:pt x="1270" y="176"/>
                    <a:pt x="1271" y="178"/>
                    <a:pt x="1273" y="179"/>
                  </a:cubicBezTo>
                  <a:cubicBezTo>
                    <a:pt x="1276" y="182"/>
                    <a:pt x="1274" y="191"/>
                    <a:pt x="1270" y="197"/>
                  </a:cubicBezTo>
                  <a:lnTo>
                    <a:pt x="1273" y="200"/>
                  </a:lnTo>
                  <a:cubicBezTo>
                    <a:pt x="1278" y="194"/>
                    <a:pt x="1281" y="192"/>
                    <a:pt x="1283" y="192"/>
                  </a:cubicBezTo>
                  <a:cubicBezTo>
                    <a:pt x="1284" y="192"/>
                    <a:pt x="1284" y="194"/>
                    <a:pt x="1281" y="197"/>
                  </a:cubicBezTo>
                  <a:cubicBezTo>
                    <a:pt x="1279" y="202"/>
                    <a:pt x="1281" y="208"/>
                    <a:pt x="1285" y="211"/>
                  </a:cubicBezTo>
                  <a:cubicBezTo>
                    <a:pt x="1287" y="210"/>
                    <a:pt x="1288" y="209"/>
                    <a:pt x="1288" y="209"/>
                  </a:cubicBezTo>
                  <a:cubicBezTo>
                    <a:pt x="1289" y="209"/>
                    <a:pt x="1288" y="212"/>
                    <a:pt x="1286" y="212"/>
                  </a:cubicBezTo>
                  <a:cubicBezTo>
                    <a:pt x="1286" y="212"/>
                    <a:pt x="1286" y="212"/>
                    <a:pt x="1285" y="211"/>
                  </a:cubicBezTo>
                  <a:lnTo>
                    <a:pt x="1280" y="218"/>
                  </a:lnTo>
                  <a:cubicBezTo>
                    <a:pt x="1278" y="221"/>
                    <a:pt x="1278" y="222"/>
                    <a:pt x="1279" y="222"/>
                  </a:cubicBezTo>
                  <a:cubicBezTo>
                    <a:pt x="1280" y="222"/>
                    <a:pt x="1284" y="218"/>
                    <a:pt x="1288" y="215"/>
                  </a:cubicBezTo>
                  <a:lnTo>
                    <a:pt x="1294" y="221"/>
                  </a:lnTo>
                  <a:cubicBezTo>
                    <a:pt x="1296" y="223"/>
                    <a:pt x="1297" y="224"/>
                    <a:pt x="1299" y="224"/>
                  </a:cubicBezTo>
                  <a:cubicBezTo>
                    <a:pt x="1300" y="224"/>
                    <a:pt x="1302" y="223"/>
                    <a:pt x="1303" y="218"/>
                  </a:cubicBezTo>
                  <a:cubicBezTo>
                    <a:pt x="1308" y="214"/>
                    <a:pt x="1312" y="209"/>
                    <a:pt x="1315" y="209"/>
                  </a:cubicBezTo>
                  <a:cubicBezTo>
                    <a:pt x="1316" y="209"/>
                    <a:pt x="1317" y="210"/>
                    <a:pt x="1318" y="210"/>
                  </a:cubicBezTo>
                  <a:cubicBezTo>
                    <a:pt x="1319" y="209"/>
                    <a:pt x="1320" y="208"/>
                    <a:pt x="1321" y="208"/>
                  </a:cubicBezTo>
                  <a:cubicBezTo>
                    <a:pt x="1322" y="208"/>
                    <a:pt x="1321" y="211"/>
                    <a:pt x="1319" y="211"/>
                  </a:cubicBezTo>
                  <a:cubicBezTo>
                    <a:pt x="1319" y="211"/>
                    <a:pt x="1318" y="211"/>
                    <a:pt x="1318" y="210"/>
                  </a:cubicBezTo>
                  <a:cubicBezTo>
                    <a:pt x="1312" y="216"/>
                    <a:pt x="1307" y="221"/>
                    <a:pt x="1309" y="225"/>
                  </a:cubicBezTo>
                  <a:cubicBezTo>
                    <a:pt x="1312" y="228"/>
                    <a:pt x="1305" y="234"/>
                    <a:pt x="1305" y="234"/>
                  </a:cubicBezTo>
                  <a:cubicBezTo>
                    <a:pt x="1292" y="241"/>
                    <a:pt x="1305" y="247"/>
                    <a:pt x="1315" y="247"/>
                  </a:cubicBezTo>
                  <a:cubicBezTo>
                    <a:pt x="1315" y="247"/>
                    <a:pt x="1316" y="247"/>
                    <a:pt x="1317" y="247"/>
                  </a:cubicBezTo>
                  <a:cubicBezTo>
                    <a:pt x="1321" y="246"/>
                    <a:pt x="1325" y="245"/>
                    <a:pt x="1328" y="245"/>
                  </a:cubicBezTo>
                  <a:cubicBezTo>
                    <a:pt x="1335" y="245"/>
                    <a:pt x="1334" y="250"/>
                    <a:pt x="1325" y="256"/>
                  </a:cubicBezTo>
                  <a:cubicBezTo>
                    <a:pt x="1319" y="260"/>
                    <a:pt x="1319" y="262"/>
                    <a:pt x="1323" y="262"/>
                  </a:cubicBezTo>
                  <a:cubicBezTo>
                    <a:pt x="1327" y="262"/>
                    <a:pt x="1339" y="259"/>
                    <a:pt x="1353" y="253"/>
                  </a:cubicBezTo>
                  <a:lnTo>
                    <a:pt x="1375" y="243"/>
                  </a:lnTo>
                  <a:lnTo>
                    <a:pt x="1355" y="256"/>
                  </a:lnTo>
                  <a:cubicBezTo>
                    <a:pt x="1330" y="280"/>
                    <a:pt x="1330" y="279"/>
                    <a:pt x="1351" y="281"/>
                  </a:cubicBezTo>
                  <a:cubicBezTo>
                    <a:pt x="1363" y="283"/>
                    <a:pt x="1363" y="283"/>
                    <a:pt x="1356" y="288"/>
                  </a:cubicBezTo>
                  <a:cubicBezTo>
                    <a:pt x="1349" y="292"/>
                    <a:pt x="1351" y="295"/>
                    <a:pt x="1357" y="307"/>
                  </a:cubicBezTo>
                  <a:cubicBezTo>
                    <a:pt x="1362" y="315"/>
                    <a:pt x="1364" y="320"/>
                    <a:pt x="1368" y="320"/>
                  </a:cubicBezTo>
                  <a:cubicBezTo>
                    <a:pt x="1369" y="320"/>
                    <a:pt x="1371" y="319"/>
                    <a:pt x="1373" y="318"/>
                  </a:cubicBezTo>
                  <a:cubicBezTo>
                    <a:pt x="1373" y="318"/>
                    <a:pt x="1375" y="322"/>
                    <a:pt x="1376" y="326"/>
                  </a:cubicBezTo>
                  <a:cubicBezTo>
                    <a:pt x="1369" y="332"/>
                    <a:pt x="1370" y="337"/>
                    <a:pt x="1374" y="337"/>
                  </a:cubicBezTo>
                  <a:cubicBezTo>
                    <a:pt x="1378" y="337"/>
                    <a:pt x="1382" y="335"/>
                    <a:pt x="1387" y="330"/>
                  </a:cubicBezTo>
                  <a:lnTo>
                    <a:pt x="1392" y="338"/>
                  </a:lnTo>
                  <a:lnTo>
                    <a:pt x="1384" y="341"/>
                  </a:lnTo>
                  <a:cubicBezTo>
                    <a:pt x="1376" y="345"/>
                    <a:pt x="1381" y="353"/>
                    <a:pt x="1392" y="384"/>
                  </a:cubicBezTo>
                  <a:cubicBezTo>
                    <a:pt x="1402" y="413"/>
                    <a:pt x="1404" y="422"/>
                    <a:pt x="1412" y="422"/>
                  </a:cubicBezTo>
                  <a:cubicBezTo>
                    <a:pt x="1414" y="422"/>
                    <a:pt x="1417" y="421"/>
                    <a:pt x="1420" y="420"/>
                  </a:cubicBezTo>
                  <a:cubicBezTo>
                    <a:pt x="1437" y="420"/>
                    <a:pt x="1438" y="424"/>
                    <a:pt x="1422" y="429"/>
                  </a:cubicBezTo>
                  <a:cubicBezTo>
                    <a:pt x="1415" y="431"/>
                    <a:pt x="1409" y="436"/>
                    <a:pt x="1414" y="436"/>
                  </a:cubicBezTo>
                  <a:cubicBezTo>
                    <a:pt x="1414" y="436"/>
                    <a:pt x="1415" y="436"/>
                    <a:pt x="1415" y="436"/>
                  </a:cubicBezTo>
                  <a:lnTo>
                    <a:pt x="1415" y="436"/>
                  </a:lnTo>
                  <a:cubicBezTo>
                    <a:pt x="1417" y="440"/>
                    <a:pt x="1415" y="446"/>
                    <a:pt x="1411" y="449"/>
                  </a:cubicBezTo>
                  <a:cubicBezTo>
                    <a:pt x="1400" y="463"/>
                    <a:pt x="1404" y="467"/>
                    <a:pt x="1410" y="467"/>
                  </a:cubicBezTo>
                  <a:cubicBezTo>
                    <a:pt x="1411" y="467"/>
                    <a:pt x="1413" y="466"/>
                    <a:pt x="1414" y="466"/>
                  </a:cubicBezTo>
                  <a:cubicBezTo>
                    <a:pt x="1419" y="463"/>
                    <a:pt x="1422" y="462"/>
                    <a:pt x="1422" y="462"/>
                  </a:cubicBezTo>
                  <a:cubicBezTo>
                    <a:pt x="1424" y="462"/>
                    <a:pt x="1420" y="467"/>
                    <a:pt x="1415" y="470"/>
                  </a:cubicBezTo>
                  <a:cubicBezTo>
                    <a:pt x="1408" y="476"/>
                    <a:pt x="1402" y="481"/>
                    <a:pt x="1407" y="481"/>
                  </a:cubicBezTo>
                  <a:cubicBezTo>
                    <a:pt x="1407" y="481"/>
                    <a:pt x="1408" y="481"/>
                    <a:pt x="1409" y="481"/>
                  </a:cubicBezTo>
                  <a:cubicBezTo>
                    <a:pt x="1418" y="483"/>
                    <a:pt x="1429" y="506"/>
                    <a:pt x="1413" y="509"/>
                  </a:cubicBezTo>
                  <a:lnTo>
                    <a:pt x="1414" y="518"/>
                  </a:lnTo>
                  <a:cubicBezTo>
                    <a:pt x="1415" y="518"/>
                    <a:pt x="1415" y="517"/>
                    <a:pt x="1416" y="517"/>
                  </a:cubicBezTo>
                  <a:cubicBezTo>
                    <a:pt x="1422" y="517"/>
                    <a:pt x="1423" y="525"/>
                    <a:pt x="1424" y="533"/>
                  </a:cubicBezTo>
                  <a:cubicBezTo>
                    <a:pt x="1425" y="541"/>
                    <a:pt x="1425" y="546"/>
                    <a:pt x="1418" y="546"/>
                  </a:cubicBezTo>
                  <a:cubicBezTo>
                    <a:pt x="1416" y="545"/>
                    <a:pt x="1414" y="545"/>
                    <a:pt x="1413" y="545"/>
                  </a:cubicBezTo>
                  <a:cubicBezTo>
                    <a:pt x="1410" y="545"/>
                    <a:pt x="1412" y="549"/>
                    <a:pt x="1418" y="555"/>
                  </a:cubicBezTo>
                  <a:cubicBezTo>
                    <a:pt x="1419" y="558"/>
                    <a:pt x="1434" y="561"/>
                    <a:pt x="1436" y="566"/>
                  </a:cubicBezTo>
                  <a:cubicBezTo>
                    <a:pt x="1436" y="566"/>
                    <a:pt x="1437" y="566"/>
                    <a:pt x="1438" y="566"/>
                  </a:cubicBezTo>
                  <a:cubicBezTo>
                    <a:pt x="1445" y="566"/>
                    <a:pt x="1451" y="570"/>
                    <a:pt x="1452" y="573"/>
                  </a:cubicBezTo>
                  <a:lnTo>
                    <a:pt x="1443" y="574"/>
                  </a:lnTo>
                  <a:lnTo>
                    <a:pt x="1428" y="575"/>
                  </a:lnTo>
                  <a:cubicBezTo>
                    <a:pt x="1428" y="579"/>
                    <a:pt x="1428" y="583"/>
                    <a:pt x="1436" y="583"/>
                  </a:cubicBezTo>
                  <a:cubicBezTo>
                    <a:pt x="1428" y="587"/>
                    <a:pt x="1428" y="592"/>
                    <a:pt x="1429" y="599"/>
                  </a:cubicBezTo>
                  <a:cubicBezTo>
                    <a:pt x="1429" y="608"/>
                    <a:pt x="1429" y="616"/>
                    <a:pt x="1437" y="621"/>
                  </a:cubicBezTo>
                  <a:cubicBezTo>
                    <a:pt x="1421" y="626"/>
                    <a:pt x="1420" y="649"/>
                    <a:pt x="1437" y="654"/>
                  </a:cubicBezTo>
                  <a:cubicBezTo>
                    <a:pt x="1445" y="654"/>
                    <a:pt x="1445" y="659"/>
                    <a:pt x="1437" y="662"/>
                  </a:cubicBezTo>
                  <a:cubicBezTo>
                    <a:pt x="1428" y="667"/>
                    <a:pt x="1428" y="667"/>
                    <a:pt x="1436" y="671"/>
                  </a:cubicBezTo>
                  <a:cubicBezTo>
                    <a:pt x="1443" y="676"/>
                    <a:pt x="1436" y="679"/>
                    <a:pt x="1428" y="684"/>
                  </a:cubicBezTo>
                  <a:cubicBezTo>
                    <a:pt x="1411" y="687"/>
                    <a:pt x="1411" y="691"/>
                    <a:pt x="1419" y="696"/>
                  </a:cubicBezTo>
                  <a:cubicBezTo>
                    <a:pt x="1423" y="702"/>
                    <a:pt x="1427" y="709"/>
                    <a:pt x="1425" y="717"/>
                  </a:cubicBezTo>
                  <a:cubicBezTo>
                    <a:pt x="1432" y="723"/>
                    <a:pt x="1432" y="727"/>
                    <a:pt x="1436" y="727"/>
                  </a:cubicBezTo>
                  <a:cubicBezTo>
                    <a:pt x="1438" y="727"/>
                    <a:pt x="1439" y="727"/>
                    <a:pt x="1441" y="726"/>
                  </a:cubicBezTo>
                  <a:cubicBezTo>
                    <a:pt x="1447" y="727"/>
                    <a:pt x="1452" y="729"/>
                    <a:pt x="1457" y="732"/>
                  </a:cubicBezTo>
                  <a:cubicBezTo>
                    <a:pt x="1461" y="737"/>
                    <a:pt x="1460" y="739"/>
                    <a:pt x="1458" y="739"/>
                  </a:cubicBezTo>
                  <a:cubicBezTo>
                    <a:pt x="1457" y="739"/>
                    <a:pt x="1456" y="738"/>
                    <a:pt x="1456" y="736"/>
                  </a:cubicBezTo>
                  <a:cubicBezTo>
                    <a:pt x="1453" y="732"/>
                    <a:pt x="1451" y="730"/>
                    <a:pt x="1449" y="730"/>
                  </a:cubicBezTo>
                  <a:cubicBezTo>
                    <a:pt x="1447" y="730"/>
                    <a:pt x="1445" y="733"/>
                    <a:pt x="1440" y="735"/>
                  </a:cubicBezTo>
                  <a:cubicBezTo>
                    <a:pt x="1434" y="737"/>
                    <a:pt x="1430" y="744"/>
                    <a:pt x="1430" y="751"/>
                  </a:cubicBezTo>
                  <a:lnTo>
                    <a:pt x="1429" y="768"/>
                  </a:lnTo>
                  <a:cubicBezTo>
                    <a:pt x="1419" y="779"/>
                    <a:pt x="1419" y="783"/>
                    <a:pt x="1427" y="785"/>
                  </a:cubicBezTo>
                  <a:lnTo>
                    <a:pt x="1434" y="786"/>
                  </a:lnTo>
                  <a:cubicBezTo>
                    <a:pt x="1419" y="788"/>
                    <a:pt x="1411" y="833"/>
                    <a:pt x="1425" y="840"/>
                  </a:cubicBezTo>
                  <a:lnTo>
                    <a:pt x="1425" y="840"/>
                  </a:lnTo>
                  <a:cubicBezTo>
                    <a:pt x="1423" y="839"/>
                    <a:pt x="1420" y="839"/>
                    <a:pt x="1418" y="838"/>
                  </a:cubicBezTo>
                  <a:cubicBezTo>
                    <a:pt x="1417" y="838"/>
                    <a:pt x="1416" y="838"/>
                    <a:pt x="1415" y="838"/>
                  </a:cubicBezTo>
                  <a:cubicBezTo>
                    <a:pt x="1410" y="838"/>
                    <a:pt x="1409" y="842"/>
                    <a:pt x="1408" y="850"/>
                  </a:cubicBezTo>
                  <a:cubicBezTo>
                    <a:pt x="1409" y="861"/>
                    <a:pt x="1410" y="872"/>
                    <a:pt x="1409" y="883"/>
                  </a:cubicBezTo>
                  <a:cubicBezTo>
                    <a:pt x="1404" y="900"/>
                    <a:pt x="1401" y="912"/>
                    <a:pt x="1409" y="915"/>
                  </a:cubicBezTo>
                  <a:cubicBezTo>
                    <a:pt x="1408" y="917"/>
                    <a:pt x="1408" y="917"/>
                    <a:pt x="1406" y="917"/>
                  </a:cubicBezTo>
                  <a:cubicBezTo>
                    <a:pt x="1405" y="917"/>
                    <a:pt x="1403" y="917"/>
                    <a:pt x="1400" y="916"/>
                  </a:cubicBezTo>
                  <a:cubicBezTo>
                    <a:pt x="1397" y="914"/>
                    <a:pt x="1396" y="913"/>
                    <a:pt x="1395" y="913"/>
                  </a:cubicBezTo>
                  <a:cubicBezTo>
                    <a:pt x="1392" y="913"/>
                    <a:pt x="1391" y="916"/>
                    <a:pt x="1391" y="918"/>
                  </a:cubicBezTo>
                  <a:cubicBezTo>
                    <a:pt x="1390" y="923"/>
                    <a:pt x="1397" y="925"/>
                    <a:pt x="1405" y="926"/>
                  </a:cubicBezTo>
                  <a:cubicBezTo>
                    <a:pt x="1413" y="928"/>
                    <a:pt x="1412" y="933"/>
                    <a:pt x="1402" y="938"/>
                  </a:cubicBezTo>
                  <a:cubicBezTo>
                    <a:pt x="1392" y="946"/>
                    <a:pt x="1387" y="960"/>
                    <a:pt x="1392" y="971"/>
                  </a:cubicBezTo>
                  <a:cubicBezTo>
                    <a:pt x="1391" y="974"/>
                    <a:pt x="1390" y="977"/>
                    <a:pt x="1386" y="977"/>
                  </a:cubicBezTo>
                  <a:cubicBezTo>
                    <a:pt x="1385" y="977"/>
                    <a:pt x="1383" y="977"/>
                    <a:pt x="1382" y="976"/>
                  </a:cubicBezTo>
                  <a:cubicBezTo>
                    <a:pt x="1373" y="978"/>
                    <a:pt x="1362" y="983"/>
                    <a:pt x="1374" y="997"/>
                  </a:cubicBezTo>
                  <a:cubicBezTo>
                    <a:pt x="1373" y="998"/>
                    <a:pt x="1373" y="999"/>
                    <a:pt x="1372" y="999"/>
                  </a:cubicBezTo>
                  <a:cubicBezTo>
                    <a:pt x="1370" y="999"/>
                    <a:pt x="1368" y="999"/>
                    <a:pt x="1365" y="998"/>
                  </a:cubicBezTo>
                  <a:cubicBezTo>
                    <a:pt x="1363" y="998"/>
                    <a:pt x="1360" y="998"/>
                    <a:pt x="1359" y="998"/>
                  </a:cubicBezTo>
                  <a:lnTo>
                    <a:pt x="1359" y="998"/>
                  </a:lnTo>
                  <a:cubicBezTo>
                    <a:pt x="1353" y="998"/>
                    <a:pt x="1351" y="998"/>
                    <a:pt x="1362" y="1006"/>
                  </a:cubicBezTo>
                  <a:cubicBezTo>
                    <a:pt x="1367" y="1016"/>
                    <a:pt x="1362" y="1028"/>
                    <a:pt x="1350" y="1033"/>
                  </a:cubicBezTo>
                  <a:cubicBezTo>
                    <a:pt x="1349" y="1036"/>
                    <a:pt x="1348" y="1039"/>
                    <a:pt x="1355" y="1043"/>
                  </a:cubicBezTo>
                  <a:lnTo>
                    <a:pt x="1363" y="1046"/>
                  </a:lnTo>
                  <a:cubicBezTo>
                    <a:pt x="1357" y="1045"/>
                    <a:pt x="1354" y="1045"/>
                    <a:pt x="1352" y="1045"/>
                  </a:cubicBezTo>
                  <a:cubicBezTo>
                    <a:pt x="1347" y="1045"/>
                    <a:pt x="1350" y="1047"/>
                    <a:pt x="1359" y="1054"/>
                  </a:cubicBezTo>
                  <a:cubicBezTo>
                    <a:pt x="1364" y="1056"/>
                    <a:pt x="1365" y="1059"/>
                    <a:pt x="1362" y="1059"/>
                  </a:cubicBezTo>
                  <a:cubicBezTo>
                    <a:pt x="1361" y="1059"/>
                    <a:pt x="1359" y="1059"/>
                    <a:pt x="1357" y="1058"/>
                  </a:cubicBezTo>
                  <a:cubicBezTo>
                    <a:pt x="1348" y="1058"/>
                    <a:pt x="1346" y="1062"/>
                    <a:pt x="1346" y="1062"/>
                  </a:cubicBezTo>
                  <a:cubicBezTo>
                    <a:pt x="1344" y="1077"/>
                    <a:pt x="1339" y="1093"/>
                    <a:pt x="1332" y="1108"/>
                  </a:cubicBezTo>
                  <a:cubicBezTo>
                    <a:pt x="1317" y="1137"/>
                    <a:pt x="1309" y="1147"/>
                    <a:pt x="1316" y="1151"/>
                  </a:cubicBezTo>
                  <a:cubicBezTo>
                    <a:pt x="1320" y="1159"/>
                    <a:pt x="1320" y="1159"/>
                    <a:pt x="1311" y="1159"/>
                  </a:cubicBezTo>
                  <a:cubicBezTo>
                    <a:pt x="1310" y="1159"/>
                    <a:pt x="1309" y="1159"/>
                    <a:pt x="1308" y="1159"/>
                  </a:cubicBezTo>
                  <a:cubicBezTo>
                    <a:pt x="1304" y="1159"/>
                    <a:pt x="1299" y="1161"/>
                    <a:pt x="1298" y="1165"/>
                  </a:cubicBezTo>
                  <a:cubicBezTo>
                    <a:pt x="1296" y="1167"/>
                    <a:pt x="1294" y="1170"/>
                    <a:pt x="1290" y="1170"/>
                  </a:cubicBezTo>
                  <a:cubicBezTo>
                    <a:pt x="1289" y="1170"/>
                    <a:pt x="1287" y="1170"/>
                    <a:pt x="1285" y="1168"/>
                  </a:cubicBezTo>
                  <a:lnTo>
                    <a:pt x="1285" y="1168"/>
                  </a:lnTo>
                  <a:cubicBezTo>
                    <a:pt x="1290" y="1176"/>
                    <a:pt x="1290" y="1176"/>
                    <a:pt x="1288" y="1179"/>
                  </a:cubicBezTo>
                  <a:cubicBezTo>
                    <a:pt x="1285" y="1178"/>
                    <a:pt x="1284" y="1177"/>
                    <a:pt x="1283" y="1177"/>
                  </a:cubicBezTo>
                  <a:cubicBezTo>
                    <a:pt x="1280" y="1177"/>
                    <a:pt x="1280" y="1181"/>
                    <a:pt x="1283" y="1186"/>
                  </a:cubicBezTo>
                  <a:cubicBezTo>
                    <a:pt x="1289" y="1193"/>
                    <a:pt x="1292" y="1196"/>
                    <a:pt x="1291" y="1196"/>
                  </a:cubicBezTo>
                  <a:cubicBezTo>
                    <a:pt x="1290" y="1196"/>
                    <a:pt x="1287" y="1194"/>
                    <a:pt x="1281" y="1190"/>
                  </a:cubicBezTo>
                  <a:cubicBezTo>
                    <a:pt x="1279" y="1188"/>
                    <a:pt x="1276" y="1188"/>
                    <a:pt x="1274" y="1188"/>
                  </a:cubicBezTo>
                  <a:cubicBezTo>
                    <a:pt x="1268" y="1188"/>
                    <a:pt x="1262" y="1191"/>
                    <a:pt x="1268" y="1192"/>
                  </a:cubicBezTo>
                  <a:cubicBezTo>
                    <a:pt x="1275" y="1196"/>
                    <a:pt x="1271" y="1203"/>
                    <a:pt x="1274" y="1212"/>
                  </a:cubicBezTo>
                  <a:cubicBezTo>
                    <a:pt x="1273" y="1214"/>
                    <a:pt x="1271" y="1216"/>
                    <a:pt x="1268" y="1216"/>
                  </a:cubicBezTo>
                  <a:cubicBezTo>
                    <a:pt x="1267" y="1216"/>
                    <a:pt x="1265" y="1215"/>
                    <a:pt x="1263" y="1213"/>
                  </a:cubicBezTo>
                  <a:cubicBezTo>
                    <a:pt x="1263" y="1213"/>
                    <a:pt x="1262" y="1213"/>
                    <a:pt x="1262" y="1213"/>
                  </a:cubicBezTo>
                  <a:cubicBezTo>
                    <a:pt x="1254" y="1213"/>
                    <a:pt x="1247" y="1234"/>
                    <a:pt x="1250" y="1241"/>
                  </a:cubicBezTo>
                  <a:cubicBezTo>
                    <a:pt x="1254" y="1245"/>
                    <a:pt x="1254" y="1247"/>
                    <a:pt x="1253" y="1247"/>
                  </a:cubicBezTo>
                  <a:cubicBezTo>
                    <a:pt x="1251" y="1247"/>
                    <a:pt x="1250" y="1247"/>
                    <a:pt x="1247" y="1245"/>
                  </a:cubicBezTo>
                  <a:cubicBezTo>
                    <a:pt x="1245" y="1243"/>
                    <a:pt x="1243" y="1242"/>
                    <a:pt x="1241" y="1242"/>
                  </a:cubicBezTo>
                  <a:cubicBezTo>
                    <a:pt x="1239" y="1242"/>
                    <a:pt x="1237" y="1244"/>
                    <a:pt x="1236" y="1246"/>
                  </a:cubicBezTo>
                  <a:cubicBezTo>
                    <a:pt x="1237" y="1249"/>
                    <a:pt x="1237" y="1250"/>
                    <a:pt x="1236" y="1250"/>
                  </a:cubicBezTo>
                  <a:cubicBezTo>
                    <a:pt x="1234" y="1250"/>
                    <a:pt x="1230" y="1247"/>
                    <a:pt x="1227" y="1243"/>
                  </a:cubicBezTo>
                  <a:cubicBezTo>
                    <a:pt x="1226" y="1240"/>
                    <a:pt x="1224" y="1239"/>
                    <a:pt x="1223" y="1239"/>
                  </a:cubicBezTo>
                  <a:cubicBezTo>
                    <a:pt x="1220" y="1239"/>
                    <a:pt x="1218" y="1241"/>
                    <a:pt x="1215" y="1245"/>
                  </a:cubicBezTo>
                  <a:cubicBezTo>
                    <a:pt x="1218" y="1253"/>
                    <a:pt x="1207" y="1265"/>
                    <a:pt x="1198" y="1275"/>
                  </a:cubicBezTo>
                  <a:cubicBezTo>
                    <a:pt x="1183" y="1289"/>
                    <a:pt x="1185" y="1297"/>
                    <a:pt x="1190" y="1315"/>
                  </a:cubicBezTo>
                  <a:lnTo>
                    <a:pt x="1198" y="1330"/>
                  </a:lnTo>
                  <a:lnTo>
                    <a:pt x="1198" y="1330"/>
                  </a:lnTo>
                  <a:lnTo>
                    <a:pt x="1188" y="1319"/>
                  </a:lnTo>
                  <a:cubicBezTo>
                    <a:pt x="1181" y="1313"/>
                    <a:pt x="1174" y="1307"/>
                    <a:pt x="1167" y="1303"/>
                  </a:cubicBezTo>
                  <a:lnTo>
                    <a:pt x="1167" y="1303"/>
                  </a:lnTo>
                  <a:cubicBezTo>
                    <a:pt x="1164" y="1306"/>
                    <a:pt x="1170" y="1312"/>
                    <a:pt x="1175" y="1319"/>
                  </a:cubicBezTo>
                  <a:cubicBezTo>
                    <a:pt x="1180" y="1323"/>
                    <a:pt x="1178" y="1327"/>
                    <a:pt x="1170" y="1327"/>
                  </a:cubicBezTo>
                  <a:cubicBezTo>
                    <a:pt x="1168" y="1327"/>
                    <a:pt x="1167" y="1327"/>
                    <a:pt x="1165" y="1326"/>
                  </a:cubicBezTo>
                  <a:cubicBezTo>
                    <a:pt x="1164" y="1326"/>
                    <a:pt x="1163" y="1326"/>
                    <a:pt x="1161" y="1326"/>
                  </a:cubicBezTo>
                  <a:cubicBezTo>
                    <a:pt x="1153" y="1326"/>
                    <a:pt x="1151" y="1330"/>
                    <a:pt x="1153" y="1338"/>
                  </a:cubicBezTo>
                  <a:cubicBezTo>
                    <a:pt x="1150" y="1340"/>
                    <a:pt x="1147" y="1341"/>
                    <a:pt x="1144" y="1341"/>
                  </a:cubicBezTo>
                  <a:cubicBezTo>
                    <a:pt x="1142" y="1341"/>
                    <a:pt x="1140" y="1340"/>
                    <a:pt x="1137" y="1339"/>
                  </a:cubicBezTo>
                  <a:lnTo>
                    <a:pt x="1137" y="1339"/>
                  </a:lnTo>
                  <a:cubicBezTo>
                    <a:pt x="1135" y="1342"/>
                    <a:pt x="1135" y="1342"/>
                    <a:pt x="1139" y="1349"/>
                  </a:cubicBezTo>
                  <a:cubicBezTo>
                    <a:pt x="1143" y="1353"/>
                    <a:pt x="1143" y="1355"/>
                    <a:pt x="1139" y="1355"/>
                  </a:cubicBezTo>
                  <a:cubicBezTo>
                    <a:pt x="1138" y="1355"/>
                    <a:pt x="1136" y="1354"/>
                    <a:pt x="1133" y="1353"/>
                  </a:cubicBezTo>
                  <a:cubicBezTo>
                    <a:pt x="1128" y="1350"/>
                    <a:pt x="1124" y="1348"/>
                    <a:pt x="1120" y="1348"/>
                  </a:cubicBezTo>
                  <a:cubicBezTo>
                    <a:pt x="1114" y="1348"/>
                    <a:pt x="1111" y="1353"/>
                    <a:pt x="1115" y="1357"/>
                  </a:cubicBezTo>
                  <a:cubicBezTo>
                    <a:pt x="1119" y="1363"/>
                    <a:pt x="1116" y="1367"/>
                    <a:pt x="1113" y="1369"/>
                  </a:cubicBezTo>
                  <a:cubicBezTo>
                    <a:pt x="1108" y="1371"/>
                    <a:pt x="1105" y="1378"/>
                    <a:pt x="1107" y="1382"/>
                  </a:cubicBezTo>
                  <a:lnTo>
                    <a:pt x="1100" y="1388"/>
                  </a:lnTo>
                  <a:cubicBezTo>
                    <a:pt x="1100" y="1388"/>
                    <a:pt x="1099" y="1388"/>
                    <a:pt x="1099" y="1388"/>
                  </a:cubicBezTo>
                  <a:cubicBezTo>
                    <a:pt x="1095" y="1388"/>
                    <a:pt x="1095" y="1381"/>
                    <a:pt x="1098" y="1379"/>
                  </a:cubicBezTo>
                  <a:lnTo>
                    <a:pt x="1090" y="1375"/>
                  </a:lnTo>
                  <a:cubicBezTo>
                    <a:pt x="1083" y="1379"/>
                    <a:pt x="1080" y="1381"/>
                    <a:pt x="1081" y="1390"/>
                  </a:cubicBezTo>
                  <a:cubicBezTo>
                    <a:pt x="1084" y="1399"/>
                    <a:pt x="1085" y="1402"/>
                    <a:pt x="1085" y="1402"/>
                  </a:cubicBezTo>
                  <a:cubicBezTo>
                    <a:pt x="1084" y="1402"/>
                    <a:pt x="1082" y="1399"/>
                    <a:pt x="1078" y="1393"/>
                  </a:cubicBezTo>
                  <a:cubicBezTo>
                    <a:pt x="1075" y="1389"/>
                    <a:pt x="1071" y="1386"/>
                    <a:pt x="1068" y="1386"/>
                  </a:cubicBezTo>
                  <a:cubicBezTo>
                    <a:pt x="1066" y="1386"/>
                    <a:pt x="1065" y="1387"/>
                    <a:pt x="1065" y="1391"/>
                  </a:cubicBezTo>
                  <a:cubicBezTo>
                    <a:pt x="1068" y="1399"/>
                    <a:pt x="1068" y="1402"/>
                    <a:pt x="1066" y="1402"/>
                  </a:cubicBezTo>
                  <a:cubicBezTo>
                    <a:pt x="1064" y="1402"/>
                    <a:pt x="1061" y="1399"/>
                    <a:pt x="1059" y="1395"/>
                  </a:cubicBezTo>
                  <a:cubicBezTo>
                    <a:pt x="1056" y="1388"/>
                    <a:pt x="1055" y="1384"/>
                    <a:pt x="1053" y="1384"/>
                  </a:cubicBezTo>
                  <a:cubicBezTo>
                    <a:pt x="1052" y="1384"/>
                    <a:pt x="1051" y="1389"/>
                    <a:pt x="1047" y="1402"/>
                  </a:cubicBezTo>
                  <a:cubicBezTo>
                    <a:pt x="1041" y="1406"/>
                    <a:pt x="1031" y="1422"/>
                    <a:pt x="1019" y="1427"/>
                  </a:cubicBezTo>
                  <a:cubicBezTo>
                    <a:pt x="1009" y="1433"/>
                    <a:pt x="1002" y="1437"/>
                    <a:pt x="997" y="1437"/>
                  </a:cubicBezTo>
                  <a:cubicBezTo>
                    <a:pt x="994" y="1437"/>
                    <a:pt x="992" y="1436"/>
                    <a:pt x="989" y="1434"/>
                  </a:cubicBezTo>
                  <a:cubicBezTo>
                    <a:pt x="985" y="1426"/>
                    <a:pt x="982" y="1423"/>
                    <a:pt x="981" y="1423"/>
                  </a:cubicBezTo>
                  <a:lnTo>
                    <a:pt x="981" y="1423"/>
                  </a:lnTo>
                  <a:cubicBezTo>
                    <a:pt x="981" y="1423"/>
                    <a:pt x="982" y="1425"/>
                    <a:pt x="985" y="1427"/>
                  </a:cubicBezTo>
                  <a:cubicBezTo>
                    <a:pt x="992" y="1442"/>
                    <a:pt x="989" y="1443"/>
                    <a:pt x="977" y="1449"/>
                  </a:cubicBezTo>
                  <a:cubicBezTo>
                    <a:pt x="976" y="1449"/>
                    <a:pt x="975" y="1449"/>
                    <a:pt x="975" y="1449"/>
                  </a:cubicBezTo>
                  <a:cubicBezTo>
                    <a:pt x="962" y="1449"/>
                    <a:pt x="958" y="1458"/>
                    <a:pt x="958" y="1468"/>
                  </a:cubicBezTo>
                  <a:lnTo>
                    <a:pt x="966" y="1463"/>
                  </a:lnTo>
                  <a:lnTo>
                    <a:pt x="966" y="1463"/>
                  </a:lnTo>
                  <a:cubicBezTo>
                    <a:pt x="971" y="1474"/>
                    <a:pt x="969" y="1478"/>
                    <a:pt x="964" y="1478"/>
                  </a:cubicBezTo>
                  <a:cubicBezTo>
                    <a:pt x="962" y="1478"/>
                    <a:pt x="959" y="1478"/>
                    <a:pt x="957" y="1477"/>
                  </a:cubicBezTo>
                  <a:cubicBezTo>
                    <a:pt x="956" y="1477"/>
                    <a:pt x="956" y="1477"/>
                    <a:pt x="956" y="1477"/>
                  </a:cubicBezTo>
                  <a:cubicBezTo>
                    <a:pt x="953" y="1477"/>
                    <a:pt x="950" y="1470"/>
                    <a:pt x="946" y="1463"/>
                  </a:cubicBezTo>
                  <a:cubicBezTo>
                    <a:pt x="943" y="1456"/>
                    <a:pt x="938" y="1451"/>
                    <a:pt x="933" y="1451"/>
                  </a:cubicBezTo>
                  <a:cubicBezTo>
                    <a:pt x="933" y="1451"/>
                    <a:pt x="932" y="1451"/>
                    <a:pt x="932" y="1451"/>
                  </a:cubicBezTo>
                  <a:cubicBezTo>
                    <a:pt x="929" y="1453"/>
                    <a:pt x="924" y="1454"/>
                    <a:pt x="931" y="1460"/>
                  </a:cubicBezTo>
                  <a:cubicBezTo>
                    <a:pt x="934" y="1468"/>
                    <a:pt x="934" y="1468"/>
                    <a:pt x="931" y="1469"/>
                  </a:cubicBezTo>
                  <a:cubicBezTo>
                    <a:pt x="926" y="1471"/>
                    <a:pt x="923" y="1472"/>
                    <a:pt x="922" y="1481"/>
                  </a:cubicBezTo>
                  <a:cubicBezTo>
                    <a:pt x="925" y="1489"/>
                    <a:pt x="921" y="1491"/>
                    <a:pt x="916" y="1492"/>
                  </a:cubicBezTo>
                  <a:cubicBezTo>
                    <a:pt x="914" y="1490"/>
                    <a:pt x="910" y="1489"/>
                    <a:pt x="906" y="1489"/>
                  </a:cubicBezTo>
                  <a:cubicBezTo>
                    <a:pt x="904" y="1489"/>
                    <a:pt x="903" y="1489"/>
                    <a:pt x="902" y="1489"/>
                  </a:cubicBezTo>
                  <a:lnTo>
                    <a:pt x="899" y="1481"/>
                  </a:lnTo>
                  <a:cubicBezTo>
                    <a:pt x="897" y="1477"/>
                    <a:pt x="894" y="1471"/>
                    <a:pt x="889" y="1468"/>
                  </a:cubicBezTo>
                  <a:cubicBezTo>
                    <a:pt x="886" y="1469"/>
                    <a:pt x="888" y="1477"/>
                    <a:pt x="888" y="1477"/>
                  </a:cubicBezTo>
                  <a:cubicBezTo>
                    <a:pt x="892" y="1487"/>
                    <a:pt x="793" y="1513"/>
                    <a:pt x="780" y="1514"/>
                  </a:cubicBezTo>
                  <a:cubicBezTo>
                    <a:pt x="776" y="1511"/>
                    <a:pt x="772" y="1510"/>
                    <a:pt x="768" y="1510"/>
                  </a:cubicBezTo>
                  <a:cubicBezTo>
                    <a:pt x="763" y="1510"/>
                    <a:pt x="760" y="1512"/>
                    <a:pt x="764" y="1517"/>
                  </a:cubicBezTo>
                  <a:cubicBezTo>
                    <a:pt x="765" y="1524"/>
                    <a:pt x="745" y="1529"/>
                    <a:pt x="719" y="1532"/>
                  </a:cubicBezTo>
                  <a:cubicBezTo>
                    <a:pt x="688" y="1535"/>
                    <a:pt x="667" y="1535"/>
                    <a:pt x="668" y="1543"/>
                  </a:cubicBezTo>
                  <a:lnTo>
                    <a:pt x="655" y="1544"/>
                  </a:lnTo>
                  <a:cubicBezTo>
                    <a:pt x="646" y="1544"/>
                    <a:pt x="638" y="1553"/>
                    <a:pt x="634" y="1553"/>
                  </a:cubicBezTo>
                  <a:cubicBezTo>
                    <a:pt x="631" y="1557"/>
                    <a:pt x="629" y="1559"/>
                    <a:pt x="628" y="1559"/>
                  </a:cubicBezTo>
                  <a:cubicBezTo>
                    <a:pt x="627" y="1559"/>
                    <a:pt x="627" y="1557"/>
                    <a:pt x="629" y="1552"/>
                  </a:cubicBezTo>
                  <a:cubicBezTo>
                    <a:pt x="629" y="1544"/>
                    <a:pt x="629" y="1536"/>
                    <a:pt x="625" y="1536"/>
                  </a:cubicBezTo>
                  <a:cubicBezTo>
                    <a:pt x="617" y="1536"/>
                    <a:pt x="616" y="1544"/>
                    <a:pt x="616" y="1552"/>
                  </a:cubicBezTo>
                  <a:cubicBezTo>
                    <a:pt x="616" y="1559"/>
                    <a:pt x="613" y="1560"/>
                    <a:pt x="612" y="1560"/>
                  </a:cubicBezTo>
                  <a:cubicBezTo>
                    <a:pt x="611" y="1560"/>
                    <a:pt x="611" y="1560"/>
                    <a:pt x="611" y="1560"/>
                  </a:cubicBezTo>
                  <a:cubicBezTo>
                    <a:pt x="607" y="1560"/>
                    <a:pt x="607" y="1560"/>
                    <a:pt x="608" y="1552"/>
                  </a:cubicBezTo>
                  <a:cubicBezTo>
                    <a:pt x="608" y="1544"/>
                    <a:pt x="608" y="1536"/>
                    <a:pt x="608" y="1536"/>
                  </a:cubicBezTo>
                  <a:lnTo>
                    <a:pt x="603" y="1536"/>
                  </a:lnTo>
                  <a:cubicBezTo>
                    <a:pt x="603" y="1544"/>
                    <a:pt x="599" y="1544"/>
                    <a:pt x="599" y="1544"/>
                  </a:cubicBezTo>
                  <a:cubicBezTo>
                    <a:pt x="594" y="1544"/>
                    <a:pt x="594" y="1544"/>
                    <a:pt x="595" y="1527"/>
                  </a:cubicBezTo>
                  <a:cubicBezTo>
                    <a:pt x="595" y="1519"/>
                    <a:pt x="594" y="1515"/>
                    <a:pt x="593" y="1515"/>
                  </a:cubicBezTo>
                  <a:cubicBezTo>
                    <a:pt x="591" y="1515"/>
                    <a:pt x="589" y="1519"/>
                    <a:pt x="586" y="1526"/>
                  </a:cubicBezTo>
                  <a:lnTo>
                    <a:pt x="577" y="1534"/>
                  </a:lnTo>
                  <a:cubicBezTo>
                    <a:pt x="577" y="1528"/>
                    <a:pt x="575" y="1526"/>
                    <a:pt x="573" y="1526"/>
                  </a:cubicBezTo>
                  <a:cubicBezTo>
                    <a:pt x="569" y="1526"/>
                    <a:pt x="564" y="1535"/>
                    <a:pt x="561" y="1541"/>
                  </a:cubicBezTo>
                  <a:cubicBezTo>
                    <a:pt x="559" y="1532"/>
                    <a:pt x="557" y="1528"/>
                    <a:pt x="555" y="1528"/>
                  </a:cubicBezTo>
                  <a:cubicBezTo>
                    <a:pt x="552" y="1528"/>
                    <a:pt x="550" y="1532"/>
                    <a:pt x="547" y="1540"/>
                  </a:cubicBezTo>
                  <a:cubicBezTo>
                    <a:pt x="547" y="1543"/>
                    <a:pt x="546" y="1545"/>
                    <a:pt x="544" y="1545"/>
                  </a:cubicBezTo>
                  <a:cubicBezTo>
                    <a:pt x="543" y="1545"/>
                    <a:pt x="541" y="1543"/>
                    <a:pt x="539" y="1538"/>
                  </a:cubicBezTo>
                  <a:cubicBezTo>
                    <a:pt x="536" y="1529"/>
                    <a:pt x="531" y="1529"/>
                    <a:pt x="522" y="1528"/>
                  </a:cubicBezTo>
                  <a:cubicBezTo>
                    <a:pt x="521" y="1531"/>
                    <a:pt x="516" y="1532"/>
                    <a:pt x="509" y="1532"/>
                  </a:cubicBezTo>
                  <a:cubicBezTo>
                    <a:pt x="497" y="1532"/>
                    <a:pt x="476" y="1528"/>
                    <a:pt x="454" y="1524"/>
                  </a:cubicBezTo>
                  <a:cubicBezTo>
                    <a:pt x="428" y="1517"/>
                    <a:pt x="407" y="1511"/>
                    <a:pt x="397" y="1511"/>
                  </a:cubicBezTo>
                  <a:cubicBezTo>
                    <a:pt x="393" y="1511"/>
                    <a:pt x="391" y="1512"/>
                    <a:pt x="390" y="1514"/>
                  </a:cubicBezTo>
                  <a:cubicBezTo>
                    <a:pt x="386" y="1513"/>
                    <a:pt x="386" y="1513"/>
                    <a:pt x="383" y="1504"/>
                  </a:cubicBezTo>
                  <a:cubicBezTo>
                    <a:pt x="385" y="1500"/>
                    <a:pt x="385" y="1497"/>
                    <a:pt x="383" y="1497"/>
                  </a:cubicBezTo>
                  <a:cubicBezTo>
                    <a:pt x="381" y="1497"/>
                    <a:pt x="378" y="1500"/>
                    <a:pt x="373" y="1508"/>
                  </a:cubicBezTo>
                  <a:cubicBezTo>
                    <a:pt x="369" y="1512"/>
                    <a:pt x="367" y="1516"/>
                    <a:pt x="366" y="1516"/>
                  </a:cubicBezTo>
                  <a:cubicBezTo>
                    <a:pt x="366" y="1516"/>
                    <a:pt x="366" y="1513"/>
                    <a:pt x="369" y="1507"/>
                  </a:cubicBezTo>
                  <a:cubicBezTo>
                    <a:pt x="372" y="1499"/>
                    <a:pt x="363" y="1497"/>
                    <a:pt x="347" y="1490"/>
                  </a:cubicBezTo>
                  <a:cubicBezTo>
                    <a:pt x="339" y="1486"/>
                    <a:pt x="329" y="1483"/>
                    <a:pt x="323" y="1483"/>
                  </a:cubicBezTo>
                  <a:cubicBezTo>
                    <a:pt x="320" y="1483"/>
                    <a:pt x="317" y="1484"/>
                    <a:pt x="316" y="1486"/>
                  </a:cubicBezTo>
                  <a:cubicBezTo>
                    <a:pt x="311" y="1488"/>
                    <a:pt x="308" y="1489"/>
                    <a:pt x="307" y="1489"/>
                  </a:cubicBezTo>
                  <a:cubicBezTo>
                    <a:pt x="307" y="1489"/>
                    <a:pt x="309" y="1488"/>
                    <a:pt x="313" y="1485"/>
                  </a:cubicBezTo>
                  <a:cubicBezTo>
                    <a:pt x="321" y="1474"/>
                    <a:pt x="312" y="1461"/>
                    <a:pt x="299" y="1461"/>
                  </a:cubicBezTo>
                  <a:cubicBezTo>
                    <a:pt x="296" y="1461"/>
                    <a:pt x="293" y="1462"/>
                    <a:pt x="289" y="1463"/>
                  </a:cubicBezTo>
                  <a:cubicBezTo>
                    <a:pt x="285" y="1462"/>
                    <a:pt x="281" y="1460"/>
                    <a:pt x="285" y="1452"/>
                  </a:cubicBezTo>
                  <a:cubicBezTo>
                    <a:pt x="280" y="1450"/>
                    <a:pt x="276" y="1449"/>
                    <a:pt x="271" y="1449"/>
                  </a:cubicBezTo>
                  <a:cubicBezTo>
                    <a:pt x="268" y="1449"/>
                    <a:pt x="265" y="1449"/>
                    <a:pt x="262" y="1450"/>
                  </a:cubicBezTo>
                  <a:lnTo>
                    <a:pt x="236" y="1434"/>
                  </a:lnTo>
                  <a:cubicBezTo>
                    <a:pt x="231" y="1432"/>
                    <a:pt x="227" y="1431"/>
                    <a:pt x="223" y="1431"/>
                  </a:cubicBezTo>
                  <a:cubicBezTo>
                    <a:pt x="221" y="1431"/>
                    <a:pt x="219" y="1432"/>
                    <a:pt x="217" y="1432"/>
                  </a:cubicBezTo>
                  <a:lnTo>
                    <a:pt x="214" y="1428"/>
                  </a:lnTo>
                  <a:cubicBezTo>
                    <a:pt x="218" y="1422"/>
                    <a:pt x="199" y="1411"/>
                    <a:pt x="176" y="1391"/>
                  </a:cubicBezTo>
                  <a:cubicBezTo>
                    <a:pt x="153" y="1372"/>
                    <a:pt x="134" y="1353"/>
                    <a:pt x="138" y="1344"/>
                  </a:cubicBezTo>
                  <a:cubicBezTo>
                    <a:pt x="138" y="1344"/>
                    <a:pt x="136" y="1343"/>
                    <a:pt x="133" y="1343"/>
                  </a:cubicBezTo>
                  <a:cubicBezTo>
                    <a:pt x="131" y="1343"/>
                    <a:pt x="128" y="1343"/>
                    <a:pt x="125" y="1344"/>
                  </a:cubicBezTo>
                  <a:cubicBezTo>
                    <a:pt x="120" y="1347"/>
                    <a:pt x="116" y="1348"/>
                    <a:pt x="114" y="1348"/>
                  </a:cubicBezTo>
                  <a:cubicBezTo>
                    <a:pt x="109" y="1348"/>
                    <a:pt x="109" y="1345"/>
                    <a:pt x="111" y="1340"/>
                  </a:cubicBezTo>
                  <a:cubicBezTo>
                    <a:pt x="118" y="1328"/>
                    <a:pt x="113" y="1317"/>
                    <a:pt x="101" y="1317"/>
                  </a:cubicBezTo>
                  <a:cubicBezTo>
                    <a:pt x="99" y="1317"/>
                    <a:pt x="97" y="1318"/>
                    <a:pt x="95" y="1318"/>
                  </a:cubicBezTo>
                  <a:lnTo>
                    <a:pt x="95" y="1318"/>
                  </a:lnTo>
                  <a:cubicBezTo>
                    <a:pt x="96" y="1317"/>
                    <a:pt x="99" y="1316"/>
                    <a:pt x="101" y="1314"/>
                  </a:cubicBezTo>
                  <a:cubicBezTo>
                    <a:pt x="108" y="1304"/>
                    <a:pt x="103" y="1298"/>
                    <a:pt x="93" y="1298"/>
                  </a:cubicBezTo>
                  <a:cubicBezTo>
                    <a:pt x="90" y="1298"/>
                    <a:pt x="86" y="1299"/>
                    <a:pt x="82" y="1301"/>
                  </a:cubicBezTo>
                  <a:cubicBezTo>
                    <a:pt x="85" y="1293"/>
                    <a:pt x="89" y="1285"/>
                    <a:pt x="80" y="1285"/>
                  </a:cubicBezTo>
                  <a:cubicBezTo>
                    <a:pt x="78" y="1282"/>
                    <a:pt x="78" y="1282"/>
                    <a:pt x="92" y="1273"/>
                  </a:cubicBezTo>
                  <a:cubicBezTo>
                    <a:pt x="98" y="1268"/>
                    <a:pt x="105" y="1264"/>
                    <a:pt x="104" y="1260"/>
                  </a:cubicBezTo>
                  <a:cubicBezTo>
                    <a:pt x="103" y="1259"/>
                    <a:pt x="103" y="1259"/>
                    <a:pt x="102" y="1259"/>
                  </a:cubicBezTo>
                  <a:cubicBezTo>
                    <a:pt x="98" y="1259"/>
                    <a:pt x="93" y="1262"/>
                    <a:pt x="87" y="1266"/>
                  </a:cubicBezTo>
                  <a:cubicBezTo>
                    <a:pt x="87" y="1266"/>
                    <a:pt x="86" y="1261"/>
                    <a:pt x="84" y="1258"/>
                  </a:cubicBezTo>
                  <a:cubicBezTo>
                    <a:pt x="84" y="1258"/>
                    <a:pt x="83" y="1257"/>
                    <a:pt x="81" y="1257"/>
                  </a:cubicBezTo>
                  <a:cubicBezTo>
                    <a:pt x="79" y="1257"/>
                    <a:pt x="77" y="1257"/>
                    <a:pt x="74" y="1259"/>
                  </a:cubicBezTo>
                  <a:cubicBezTo>
                    <a:pt x="72" y="1260"/>
                    <a:pt x="70" y="1260"/>
                    <a:pt x="69" y="1260"/>
                  </a:cubicBezTo>
                  <a:cubicBezTo>
                    <a:pt x="66" y="1260"/>
                    <a:pt x="64" y="1258"/>
                    <a:pt x="63" y="1255"/>
                  </a:cubicBezTo>
                  <a:cubicBezTo>
                    <a:pt x="66" y="1253"/>
                    <a:pt x="66" y="1252"/>
                    <a:pt x="65" y="1252"/>
                  </a:cubicBezTo>
                  <a:cubicBezTo>
                    <a:pt x="63" y="1252"/>
                    <a:pt x="59" y="1254"/>
                    <a:pt x="56" y="1259"/>
                  </a:cubicBezTo>
                  <a:cubicBezTo>
                    <a:pt x="50" y="1261"/>
                    <a:pt x="45" y="1264"/>
                    <a:pt x="42" y="1264"/>
                  </a:cubicBezTo>
                  <a:cubicBezTo>
                    <a:pt x="41" y="1264"/>
                    <a:pt x="40" y="1263"/>
                    <a:pt x="39" y="1262"/>
                  </a:cubicBezTo>
                  <a:lnTo>
                    <a:pt x="24" y="1269"/>
                  </a:lnTo>
                  <a:cubicBezTo>
                    <a:pt x="10" y="1277"/>
                    <a:pt x="3" y="1280"/>
                    <a:pt x="1" y="1294"/>
                  </a:cubicBezTo>
                  <a:cubicBezTo>
                    <a:pt x="4" y="1311"/>
                    <a:pt x="5" y="1328"/>
                    <a:pt x="13" y="1328"/>
                  </a:cubicBezTo>
                  <a:cubicBezTo>
                    <a:pt x="14" y="1328"/>
                    <a:pt x="16" y="1327"/>
                    <a:pt x="19" y="1325"/>
                  </a:cubicBezTo>
                  <a:cubicBezTo>
                    <a:pt x="19" y="1325"/>
                    <a:pt x="29" y="1325"/>
                    <a:pt x="31" y="1330"/>
                  </a:cubicBezTo>
                  <a:cubicBezTo>
                    <a:pt x="34" y="1333"/>
                    <a:pt x="31" y="1342"/>
                    <a:pt x="31" y="1342"/>
                  </a:cubicBezTo>
                  <a:cubicBezTo>
                    <a:pt x="24" y="1347"/>
                    <a:pt x="36" y="1365"/>
                    <a:pt x="52" y="1384"/>
                  </a:cubicBezTo>
                  <a:cubicBezTo>
                    <a:pt x="73" y="1407"/>
                    <a:pt x="84" y="1418"/>
                    <a:pt x="83" y="1427"/>
                  </a:cubicBezTo>
                  <a:cubicBezTo>
                    <a:pt x="80" y="1436"/>
                    <a:pt x="84" y="1440"/>
                    <a:pt x="84" y="1440"/>
                  </a:cubicBezTo>
                  <a:cubicBezTo>
                    <a:pt x="84" y="1439"/>
                    <a:pt x="85" y="1439"/>
                    <a:pt x="86" y="1439"/>
                  </a:cubicBezTo>
                  <a:cubicBezTo>
                    <a:pt x="94" y="1439"/>
                    <a:pt x="115" y="1458"/>
                    <a:pt x="140" y="1477"/>
                  </a:cubicBezTo>
                  <a:cubicBezTo>
                    <a:pt x="164" y="1494"/>
                    <a:pt x="188" y="1510"/>
                    <a:pt x="198" y="1510"/>
                  </a:cubicBezTo>
                  <a:cubicBezTo>
                    <a:pt x="200" y="1510"/>
                    <a:pt x="201" y="1509"/>
                    <a:pt x="202" y="1508"/>
                  </a:cubicBezTo>
                  <a:cubicBezTo>
                    <a:pt x="206" y="1512"/>
                    <a:pt x="211" y="1514"/>
                    <a:pt x="211" y="1514"/>
                  </a:cubicBezTo>
                  <a:cubicBezTo>
                    <a:pt x="206" y="1520"/>
                    <a:pt x="215" y="1525"/>
                    <a:pt x="223" y="1531"/>
                  </a:cubicBezTo>
                  <a:cubicBezTo>
                    <a:pt x="226" y="1530"/>
                    <a:pt x="228" y="1529"/>
                    <a:pt x="231" y="1529"/>
                  </a:cubicBezTo>
                  <a:cubicBezTo>
                    <a:pt x="236" y="1529"/>
                    <a:pt x="240" y="1531"/>
                    <a:pt x="244" y="1533"/>
                  </a:cubicBezTo>
                  <a:cubicBezTo>
                    <a:pt x="241" y="1540"/>
                    <a:pt x="244" y="1542"/>
                    <a:pt x="253" y="1546"/>
                  </a:cubicBezTo>
                  <a:cubicBezTo>
                    <a:pt x="258" y="1548"/>
                    <a:pt x="261" y="1550"/>
                    <a:pt x="264" y="1550"/>
                  </a:cubicBezTo>
                  <a:cubicBezTo>
                    <a:pt x="267" y="1550"/>
                    <a:pt x="268" y="1548"/>
                    <a:pt x="270" y="1545"/>
                  </a:cubicBezTo>
                  <a:cubicBezTo>
                    <a:pt x="287" y="1552"/>
                    <a:pt x="301" y="1562"/>
                    <a:pt x="316" y="1573"/>
                  </a:cubicBezTo>
                  <a:cubicBezTo>
                    <a:pt x="316" y="1577"/>
                    <a:pt x="318" y="1578"/>
                    <a:pt x="320" y="1578"/>
                  </a:cubicBezTo>
                  <a:cubicBezTo>
                    <a:pt x="323" y="1578"/>
                    <a:pt x="328" y="1574"/>
                    <a:pt x="332" y="1571"/>
                  </a:cubicBezTo>
                  <a:cubicBezTo>
                    <a:pt x="334" y="1564"/>
                    <a:pt x="341" y="1558"/>
                    <a:pt x="345" y="1558"/>
                  </a:cubicBezTo>
                  <a:cubicBezTo>
                    <a:pt x="346" y="1558"/>
                    <a:pt x="346" y="1559"/>
                    <a:pt x="346" y="1559"/>
                  </a:cubicBezTo>
                  <a:cubicBezTo>
                    <a:pt x="346" y="1559"/>
                    <a:pt x="343" y="1566"/>
                    <a:pt x="341" y="1574"/>
                  </a:cubicBezTo>
                  <a:cubicBezTo>
                    <a:pt x="334" y="1580"/>
                    <a:pt x="334" y="1580"/>
                    <a:pt x="343" y="1583"/>
                  </a:cubicBezTo>
                  <a:lnTo>
                    <a:pt x="352" y="1587"/>
                  </a:lnTo>
                  <a:cubicBezTo>
                    <a:pt x="353" y="1585"/>
                    <a:pt x="355" y="1584"/>
                    <a:pt x="358" y="1584"/>
                  </a:cubicBezTo>
                  <a:cubicBezTo>
                    <a:pt x="367" y="1584"/>
                    <a:pt x="386" y="1590"/>
                    <a:pt x="409" y="1596"/>
                  </a:cubicBezTo>
                  <a:cubicBezTo>
                    <a:pt x="432" y="1602"/>
                    <a:pt x="447" y="1605"/>
                    <a:pt x="456" y="1605"/>
                  </a:cubicBezTo>
                  <a:cubicBezTo>
                    <a:pt x="462" y="1605"/>
                    <a:pt x="465" y="1603"/>
                    <a:pt x="465" y="1600"/>
                  </a:cubicBezTo>
                  <a:cubicBezTo>
                    <a:pt x="466" y="1597"/>
                    <a:pt x="468" y="1595"/>
                    <a:pt x="470" y="1595"/>
                  </a:cubicBezTo>
                  <a:cubicBezTo>
                    <a:pt x="473" y="1595"/>
                    <a:pt x="477" y="1598"/>
                    <a:pt x="484" y="1605"/>
                  </a:cubicBezTo>
                  <a:cubicBezTo>
                    <a:pt x="500" y="1623"/>
                    <a:pt x="506" y="1629"/>
                    <a:pt x="509" y="1629"/>
                  </a:cubicBezTo>
                  <a:cubicBezTo>
                    <a:pt x="511" y="1629"/>
                    <a:pt x="513" y="1628"/>
                    <a:pt x="515" y="1625"/>
                  </a:cubicBezTo>
                  <a:cubicBezTo>
                    <a:pt x="510" y="1625"/>
                    <a:pt x="511" y="1617"/>
                    <a:pt x="512" y="1608"/>
                  </a:cubicBezTo>
                  <a:cubicBezTo>
                    <a:pt x="513" y="1601"/>
                    <a:pt x="515" y="1597"/>
                    <a:pt x="517" y="1597"/>
                  </a:cubicBezTo>
                  <a:cubicBezTo>
                    <a:pt x="518" y="1597"/>
                    <a:pt x="520" y="1601"/>
                    <a:pt x="521" y="1610"/>
                  </a:cubicBezTo>
                  <a:cubicBezTo>
                    <a:pt x="520" y="1618"/>
                    <a:pt x="536" y="1622"/>
                    <a:pt x="553" y="1622"/>
                  </a:cubicBezTo>
                  <a:cubicBezTo>
                    <a:pt x="572" y="1622"/>
                    <a:pt x="594" y="1617"/>
                    <a:pt x="596" y="1608"/>
                  </a:cubicBezTo>
                  <a:cubicBezTo>
                    <a:pt x="596" y="1610"/>
                    <a:pt x="596" y="1613"/>
                    <a:pt x="596" y="1617"/>
                  </a:cubicBezTo>
                  <a:cubicBezTo>
                    <a:pt x="595" y="1625"/>
                    <a:pt x="601" y="1625"/>
                    <a:pt x="620" y="1625"/>
                  </a:cubicBezTo>
                  <a:lnTo>
                    <a:pt x="635" y="1626"/>
                  </a:lnTo>
                  <a:cubicBezTo>
                    <a:pt x="634" y="1619"/>
                    <a:pt x="640" y="1616"/>
                    <a:pt x="646" y="1616"/>
                  </a:cubicBezTo>
                  <a:cubicBezTo>
                    <a:pt x="654" y="1616"/>
                    <a:pt x="663" y="1620"/>
                    <a:pt x="663" y="1625"/>
                  </a:cubicBezTo>
                  <a:cubicBezTo>
                    <a:pt x="668" y="1633"/>
                    <a:pt x="668" y="1633"/>
                    <a:pt x="677" y="1633"/>
                  </a:cubicBezTo>
                  <a:cubicBezTo>
                    <a:pt x="684" y="1625"/>
                    <a:pt x="693" y="1622"/>
                    <a:pt x="701" y="1622"/>
                  </a:cubicBezTo>
                  <a:cubicBezTo>
                    <a:pt x="709" y="1622"/>
                    <a:pt x="716" y="1625"/>
                    <a:pt x="717" y="1629"/>
                  </a:cubicBezTo>
                  <a:lnTo>
                    <a:pt x="725" y="1628"/>
                  </a:lnTo>
                  <a:cubicBezTo>
                    <a:pt x="730" y="1623"/>
                    <a:pt x="737" y="1618"/>
                    <a:pt x="743" y="1618"/>
                  </a:cubicBezTo>
                  <a:cubicBezTo>
                    <a:pt x="758" y="1617"/>
                    <a:pt x="763" y="1616"/>
                    <a:pt x="757" y="1608"/>
                  </a:cubicBezTo>
                  <a:cubicBezTo>
                    <a:pt x="756" y="1600"/>
                    <a:pt x="754" y="1592"/>
                    <a:pt x="759" y="1591"/>
                  </a:cubicBezTo>
                  <a:lnTo>
                    <a:pt x="760" y="1600"/>
                  </a:lnTo>
                  <a:cubicBezTo>
                    <a:pt x="761" y="1604"/>
                    <a:pt x="764" y="1605"/>
                    <a:pt x="770" y="1605"/>
                  </a:cubicBezTo>
                  <a:cubicBezTo>
                    <a:pt x="776" y="1605"/>
                    <a:pt x="784" y="1604"/>
                    <a:pt x="794" y="1602"/>
                  </a:cubicBezTo>
                  <a:cubicBezTo>
                    <a:pt x="806" y="1600"/>
                    <a:pt x="814" y="1598"/>
                    <a:pt x="821" y="1598"/>
                  </a:cubicBezTo>
                  <a:cubicBezTo>
                    <a:pt x="826" y="1598"/>
                    <a:pt x="829" y="1599"/>
                    <a:pt x="832" y="1602"/>
                  </a:cubicBezTo>
                  <a:lnTo>
                    <a:pt x="835" y="1593"/>
                  </a:lnTo>
                  <a:cubicBezTo>
                    <a:pt x="837" y="1588"/>
                    <a:pt x="839" y="1586"/>
                    <a:pt x="840" y="1586"/>
                  </a:cubicBezTo>
                  <a:cubicBezTo>
                    <a:pt x="842" y="1586"/>
                    <a:pt x="843" y="1588"/>
                    <a:pt x="844" y="1591"/>
                  </a:cubicBezTo>
                  <a:cubicBezTo>
                    <a:pt x="846" y="1593"/>
                    <a:pt x="849" y="1594"/>
                    <a:pt x="853" y="1594"/>
                  </a:cubicBezTo>
                  <a:cubicBezTo>
                    <a:pt x="861" y="1594"/>
                    <a:pt x="871" y="1589"/>
                    <a:pt x="876" y="1582"/>
                  </a:cubicBezTo>
                  <a:lnTo>
                    <a:pt x="885" y="1580"/>
                  </a:lnTo>
                  <a:cubicBezTo>
                    <a:pt x="888" y="1586"/>
                    <a:pt x="893" y="1589"/>
                    <a:pt x="897" y="1589"/>
                  </a:cubicBezTo>
                  <a:cubicBezTo>
                    <a:pt x="903" y="1589"/>
                    <a:pt x="908" y="1583"/>
                    <a:pt x="907" y="1573"/>
                  </a:cubicBezTo>
                  <a:lnTo>
                    <a:pt x="907" y="1573"/>
                  </a:lnTo>
                  <a:cubicBezTo>
                    <a:pt x="908" y="1578"/>
                    <a:pt x="910" y="1579"/>
                    <a:pt x="913" y="1579"/>
                  </a:cubicBezTo>
                  <a:cubicBezTo>
                    <a:pt x="915" y="1579"/>
                    <a:pt x="917" y="1578"/>
                    <a:pt x="918" y="1578"/>
                  </a:cubicBezTo>
                  <a:cubicBezTo>
                    <a:pt x="923" y="1570"/>
                    <a:pt x="933" y="1565"/>
                    <a:pt x="939" y="1565"/>
                  </a:cubicBezTo>
                  <a:cubicBezTo>
                    <a:pt x="942" y="1565"/>
                    <a:pt x="945" y="1566"/>
                    <a:pt x="945" y="1569"/>
                  </a:cubicBezTo>
                  <a:lnTo>
                    <a:pt x="950" y="1566"/>
                  </a:lnTo>
                  <a:cubicBezTo>
                    <a:pt x="951" y="1561"/>
                    <a:pt x="954" y="1555"/>
                    <a:pt x="960" y="1554"/>
                  </a:cubicBezTo>
                  <a:cubicBezTo>
                    <a:pt x="967" y="1552"/>
                    <a:pt x="970" y="1547"/>
                    <a:pt x="970" y="1541"/>
                  </a:cubicBezTo>
                  <a:cubicBezTo>
                    <a:pt x="971" y="1532"/>
                    <a:pt x="976" y="1529"/>
                    <a:pt x="976" y="1529"/>
                  </a:cubicBezTo>
                  <a:cubicBezTo>
                    <a:pt x="976" y="1529"/>
                    <a:pt x="976" y="1529"/>
                    <a:pt x="976" y="1529"/>
                  </a:cubicBezTo>
                  <a:cubicBezTo>
                    <a:pt x="980" y="1529"/>
                    <a:pt x="979" y="1538"/>
                    <a:pt x="978" y="1546"/>
                  </a:cubicBezTo>
                  <a:cubicBezTo>
                    <a:pt x="976" y="1550"/>
                    <a:pt x="976" y="1552"/>
                    <a:pt x="978" y="1552"/>
                  </a:cubicBezTo>
                  <a:cubicBezTo>
                    <a:pt x="981" y="1552"/>
                    <a:pt x="988" y="1545"/>
                    <a:pt x="991" y="1532"/>
                  </a:cubicBezTo>
                  <a:cubicBezTo>
                    <a:pt x="994" y="1521"/>
                    <a:pt x="996" y="1516"/>
                    <a:pt x="996" y="1516"/>
                  </a:cubicBezTo>
                  <a:lnTo>
                    <a:pt x="996" y="1516"/>
                  </a:lnTo>
                  <a:cubicBezTo>
                    <a:pt x="997" y="1516"/>
                    <a:pt x="996" y="1521"/>
                    <a:pt x="996" y="1529"/>
                  </a:cubicBezTo>
                  <a:cubicBezTo>
                    <a:pt x="995" y="1536"/>
                    <a:pt x="994" y="1542"/>
                    <a:pt x="996" y="1542"/>
                  </a:cubicBezTo>
                  <a:cubicBezTo>
                    <a:pt x="996" y="1542"/>
                    <a:pt x="997" y="1541"/>
                    <a:pt x="999" y="1537"/>
                  </a:cubicBezTo>
                  <a:cubicBezTo>
                    <a:pt x="999" y="1537"/>
                    <a:pt x="1008" y="1533"/>
                    <a:pt x="1005" y="1526"/>
                  </a:cubicBezTo>
                  <a:lnTo>
                    <a:pt x="1017" y="1520"/>
                  </a:lnTo>
                  <a:cubicBezTo>
                    <a:pt x="1020" y="1521"/>
                    <a:pt x="1023" y="1522"/>
                    <a:pt x="1026" y="1522"/>
                  </a:cubicBezTo>
                  <a:cubicBezTo>
                    <a:pt x="1030" y="1522"/>
                    <a:pt x="1034" y="1521"/>
                    <a:pt x="1037" y="1519"/>
                  </a:cubicBezTo>
                  <a:cubicBezTo>
                    <a:pt x="1037" y="1514"/>
                    <a:pt x="1037" y="1511"/>
                    <a:pt x="1039" y="1511"/>
                  </a:cubicBezTo>
                  <a:cubicBezTo>
                    <a:pt x="1040" y="1511"/>
                    <a:pt x="1042" y="1512"/>
                    <a:pt x="1045" y="1515"/>
                  </a:cubicBezTo>
                  <a:cubicBezTo>
                    <a:pt x="1047" y="1517"/>
                    <a:pt x="1048" y="1519"/>
                    <a:pt x="1049" y="1519"/>
                  </a:cubicBezTo>
                  <a:cubicBezTo>
                    <a:pt x="1051" y="1519"/>
                    <a:pt x="1051" y="1515"/>
                    <a:pt x="1046" y="1506"/>
                  </a:cubicBezTo>
                  <a:cubicBezTo>
                    <a:pt x="1046" y="1499"/>
                    <a:pt x="1048" y="1496"/>
                    <a:pt x="1052" y="1496"/>
                  </a:cubicBezTo>
                  <a:cubicBezTo>
                    <a:pt x="1053" y="1496"/>
                    <a:pt x="1056" y="1497"/>
                    <a:pt x="1059" y="1499"/>
                  </a:cubicBezTo>
                  <a:cubicBezTo>
                    <a:pt x="1063" y="1506"/>
                    <a:pt x="1066" y="1509"/>
                    <a:pt x="1067" y="1509"/>
                  </a:cubicBezTo>
                  <a:cubicBezTo>
                    <a:pt x="1069" y="1509"/>
                    <a:pt x="1069" y="1507"/>
                    <a:pt x="1067" y="1504"/>
                  </a:cubicBezTo>
                  <a:cubicBezTo>
                    <a:pt x="1067" y="1495"/>
                    <a:pt x="1071" y="1492"/>
                    <a:pt x="1071" y="1492"/>
                  </a:cubicBezTo>
                  <a:cubicBezTo>
                    <a:pt x="1071" y="1493"/>
                    <a:pt x="1072" y="1494"/>
                    <a:pt x="1074" y="1494"/>
                  </a:cubicBezTo>
                  <a:cubicBezTo>
                    <a:pt x="1084" y="1494"/>
                    <a:pt x="1116" y="1476"/>
                    <a:pt x="1146" y="1454"/>
                  </a:cubicBezTo>
                  <a:cubicBezTo>
                    <a:pt x="1151" y="1451"/>
                    <a:pt x="1150" y="1442"/>
                    <a:pt x="1145" y="1435"/>
                  </a:cubicBezTo>
                  <a:cubicBezTo>
                    <a:pt x="1140" y="1430"/>
                    <a:pt x="1139" y="1428"/>
                    <a:pt x="1139" y="1428"/>
                  </a:cubicBezTo>
                  <a:lnTo>
                    <a:pt x="1139" y="1428"/>
                  </a:lnTo>
                  <a:cubicBezTo>
                    <a:pt x="1140" y="1428"/>
                    <a:pt x="1143" y="1431"/>
                    <a:pt x="1148" y="1433"/>
                  </a:cubicBezTo>
                  <a:cubicBezTo>
                    <a:pt x="1156" y="1440"/>
                    <a:pt x="1162" y="1443"/>
                    <a:pt x="1164" y="1443"/>
                  </a:cubicBezTo>
                  <a:cubicBezTo>
                    <a:pt x="1168" y="1443"/>
                    <a:pt x="1167" y="1437"/>
                    <a:pt x="1156" y="1427"/>
                  </a:cubicBezTo>
                  <a:cubicBezTo>
                    <a:pt x="1149" y="1422"/>
                    <a:pt x="1146" y="1419"/>
                    <a:pt x="1147" y="1419"/>
                  </a:cubicBezTo>
                  <a:cubicBezTo>
                    <a:pt x="1148" y="1419"/>
                    <a:pt x="1152" y="1421"/>
                    <a:pt x="1160" y="1425"/>
                  </a:cubicBezTo>
                  <a:cubicBezTo>
                    <a:pt x="1163" y="1426"/>
                    <a:pt x="1165" y="1427"/>
                    <a:pt x="1166" y="1427"/>
                  </a:cubicBezTo>
                  <a:cubicBezTo>
                    <a:pt x="1168" y="1427"/>
                    <a:pt x="1168" y="1425"/>
                    <a:pt x="1167" y="1420"/>
                  </a:cubicBezTo>
                  <a:cubicBezTo>
                    <a:pt x="1164" y="1415"/>
                    <a:pt x="1164" y="1412"/>
                    <a:pt x="1166" y="1412"/>
                  </a:cubicBezTo>
                  <a:cubicBezTo>
                    <a:pt x="1167" y="1412"/>
                    <a:pt x="1169" y="1414"/>
                    <a:pt x="1171" y="1416"/>
                  </a:cubicBezTo>
                  <a:cubicBezTo>
                    <a:pt x="1176" y="1418"/>
                    <a:pt x="1182" y="1420"/>
                    <a:pt x="1184" y="1420"/>
                  </a:cubicBezTo>
                  <a:cubicBezTo>
                    <a:pt x="1185" y="1420"/>
                    <a:pt x="1185" y="1419"/>
                    <a:pt x="1183" y="1417"/>
                  </a:cubicBezTo>
                  <a:cubicBezTo>
                    <a:pt x="1183" y="1417"/>
                    <a:pt x="1185" y="1416"/>
                    <a:pt x="1188" y="1416"/>
                  </a:cubicBezTo>
                  <a:cubicBezTo>
                    <a:pt x="1190" y="1416"/>
                    <a:pt x="1193" y="1416"/>
                    <a:pt x="1196" y="1417"/>
                  </a:cubicBezTo>
                  <a:cubicBezTo>
                    <a:pt x="1197" y="1418"/>
                    <a:pt x="1198" y="1418"/>
                    <a:pt x="1199" y="1418"/>
                  </a:cubicBezTo>
                  <a:cubicBezTo>
                    <a:pt x="1204" y="1418"/>
                    <a:pt x="1203" y="1410"/>
                    <a:pt x="1201" y="1403"/>
                  </a:cubicBezTo>
                  <a:cubicBezTo>
                    <a:pt x="1202" y="1390"/>
                    <a:pt x="1203" y="1384"/>
                    <a:pt x="1206" y="1384"/>
                  </a:cubicBezTo>
                  <a:cubicBezTo>
                    <a:pt x="1207" y="1384"/>
                    <a:pt x="1210" y="1387"/>
                    <a:pt x="1212" y="1394"/>
                  </a:cubicBezTo>
                  <a:cubicBezTo>
                    <a:pt x="1214" y="1397"/>
                    <a:pt x="1216" y="1399"/>
                    <a:pt x="1218" y="1399"/>
                  </a:cubicBezTo>
                  <a:cubicBezTo>
                    <a:pt x="1224" y="1399"/>
                    <a:pt x="1231" y="1384"/>
                    <a:pt x="1225" y="1372"/>
                  </a:cubicBezTo>
                  <a:cubicBezTo>
                    <a:pt x="1220" y="1363"/>
                    <a:pt x="1218" y="1359"/>
                    <a:pt x="1219" y="1359"/>
                  </a:cubicBezTo>
                  <a:lnTo>
                    <a:pt x="1219" y="1359"/>
                  </a:lnTo>
                  <a:cubicBezTo>
                    <a:pt x="1219" y="1359"/>
                    <a:pt x="1220" y="1360"/>
                    <a:pt x="1222" y="1362"/>
                  </a:cubicBezTo>
                  <a:cubicBezTo>
                    <a:pt x="1225" y="1366"/>
                    <a:pt x="1227" y="1367"/>
                    <a:pt x="1229" y="1367"/>
                  </a:cubicBezTo>
                  <a:cubicBezTo>
                    <a:pt x="1231" y="1367"/>
                    <a:pt x="1231" y="1366"/>
                    <a:pt x="1231" y="1366"/>
                  </a:cubicBezTo>
                  <a:cubicBezTo>
                    <a:pt x="1233" y="1364"/>
                    <a:pt x="1235" y="1362"/>
                    <a:pt x="1238" y="1362"/>
                  </a:cubicBezTo>
                  <a:cubicBezTo>
                    <a:pt x="1239" y="1362"/>
                    <a:pt x="1241" y="1363"/>
                    <a:pt x="1244" y="1366"/>
                  </a:cubicBezTo>
                  <a:cubicBezTo>
                    <a:pt x="1244" y="1366"/>
                    <a:pt x="1247" y="1362"/>
                    <a:pt x="1248" y="1350"/>
                  </a:cubicBezTo>
                  <a:cubicBezTo>
                    <a:pt x="1245" y="1338"/>
                    <a:pt x="1252" y="1332"/>
                    <a:pt x="1261" y="1332"/>
                  </a:cubicBezTo>
                  <a:cubicBezTo>
                    <a:pt x="1265" y="1332"/>
                    <a:pt x="1269" y="1333"/>
                    <a:pt x="1274" y="1335"/>
                  </a:cubicBezTo>
                  <a:lnTo>
                    <a:pt x="1275" y="1323"/>
                  </a:lnTo>
                  <a:cubicBezTo>
                    <a:pt x="1269" y="1313"/>
                    <a:pt x="1265" y="1306"/>
                    <a:pt x="1268" y="1306"/>
                  </a:cubicBezTo>
                  <a:cubicBezTo>
                    <a:pt x="1269" y="1306"/>
                    <a:pt x="1271" y="1307"/>
                    <a:pt x="1275" y="1311"/>
                  </a:cubicBezTo>
                  <a:lnTo>
                    <a:pt x="1281" y="1316"/>
                  </a:lnTo>
                  <a:cubicBezTo>
                    <a:pt x="1275" y="1306"/>
                    <a:pt x="1282" y="1299"/>
                    <a:pt x="1291" y="1299"/>
                  </a:cubicBezTo>
                  <a:cubicBezTo>
                    <a:pt x="1295" y="1299"/>
                    <a:pt x="1299" y="1301"/>
                    <a:pt x="1303" y="1304"/>
                  </a:cubicBezTo>
                  <a:cubicBezTo>
                    <a:pt x="1306" y="1307"/>
                    <a:pt x="1308" y="1309"/>
                    <a:pt x="1309" y="1309"/>
                  </a:cubicBezTo>
                  <a:cubicBezTo>
                    <a:pt x="1310" y="1309"/>
                    <a:pt x="1311" y="1308"/>
                    <a:pt x="1312" y="1306"/>
                  </a:cubicBezTo>
                  <a:lnTo>
                    <a:pt x="1307" y="1301"/>
                  </a:lnTo>
                  <a:cubicBezTo>
                    <a:pt x="1300" y="1295"/>
                    <a:pt x="1294" y="1291"/>
                    <a:pt x="1296" y="1287"/>
                  </a:cubicBezTo>
                  <a:cubicBezTo>
                    <a:pt x="1299" y="1284"/>
                    <a:pt x="1301" y="1282"/>
                    <a:pt x="1303" y="1282"/>
                  </a:cubicBezTo>
                  <a:cubicBezTo>
                    <a:pt x="1305" y="1282"/>
                    <a:pt x="1307" y="1283"/>
                    <a:pt x="1309" y="1285"/>
                  </a:cubicBezTo>
                  <a:cubicBezTo>
                    <a:pt x="1314" y="1285"/>
                    <a:pt x="1319" y="1286"/>
                    <a:pt x="1321" y="1286"/>
                  </a:cubicBezTo>
                  <a:cubicBezTo>
                    <a:pt x="1324" y="1286"/>
                    <a:pt x="1325" y="1285"/>
                    <a:pt x="1321" y="1283"/>
                  </a:cubicBezTo>
                  <a:cubicBezTo>
                    <a:pt x="1321" y="1283"/>
                    <a:pt x="1324" y="1280"/>
                    <a:pt x="1330" y="1280"/>
                  </a:cubicBezTo>
                  <a:cubicBezTo>
                    <a:pt x="1331" y="1280"/>
                    <a:pt x="1332" y="1280"/>
                    <a:pt x="1334" y="1280"/>
                  </a:cubicBezTo>
                  <a:lnTo>
                    <a:pt x="1346" y="1265"/>
                  </a:lnTo>
                  <a:cubicBezTo>
                    <a:pt x="1343" y="1258"/>
                    <a:pt x="1346" y="1252"/>
                    <a:pt x="1351" y="1252"/>
                  </a:cubicBezTo>
                  <a:cubicBezTo>
                    <a:pt x="1352" y="1252"/>
                    <a:pt x="1353" y="1253"/>
                    <a:pt x="1355" y="1253"/>
                  </a:cubicBezTo>
                  <a:cubicBezTo>
                    <a:pt x="1358" y="1249"/>
                    <a:pt x="1358" y="1242"/>
                    <a:pt x="1356" y="1238"/>
                  </a:cubicBezTo>
                  <a:cubicBezTo>
                    <a:pt x="1360" y="1232"/>
                    <a:pt x="1362" y="1228"/>
                    <a:pt x="1366" y="1228"/>
                  </a:cubicBezTo>
                  <a:cubicBezTo>
                    <a:pt x="1367" y="1228"/>
                    <a:pt x="1369" y="1229"/>
                    <a:pt x="1371" y="1230"/>
                  </a:cubicBezTo>
                  <a:cubicBezTo>
                    <a:pt x="1373" y="1232"/>
                    <a:pt x="1375" y="1233"/>
                    <a:pt x="1376" y="1233"/>
                  </a:cubicBezTo>
                  <a:cubicBezTo>
                    <a:pt x="1377" y="1233"/>
                    <a:pt x="1376" y="1231"/>
                    <a:pt x="1374" y="1227"/>
                  </a:cubicBezTo>
                  <a:cubicBezTo>
                    <a:pt x="1367" y="1222"/>
                    <a:pt x="1369" y="1218"/>
                    <a:pt x="1373" y="1214"/>
                  </a:cubicBezTo>
                  <a:lnTo>
                    <a:pt x="1377" y="1206"/>
                  </a:lnTo>
                  <a:cubicBezTo>
                    <a:pt x="1371" y="1202"/>
                    <a:pt x="1371" y="1202"/>
                    <a:pt x="1373" y="1197"/>
                  </a:cubicBezTo>
                  <a:cubicBezTo>
                    <a:pt x="1376" y="1194"/>
                    <a:pt x="1390" y="1186"/>
                    <a:pt x="1393" y="1182"/>
                  </a:cubicBezTo>
                  <a:cubicBezTo>
                    <a:pt x="1400" y="1169"/>
                    <a:pt x="1400" y="1169"/>
                    <a:pt x="1391" y="1169"/>
                  </a:cubicBezTo>
                  <a:cubicBezTo>
                    <a:pt x="1390" y="1171"/>
                    <a:pt x="1388" y="1171"/>
                    <a:pt x="1387" y="1171"/>
                  </a:cubicBezTo>
                  <a:cubicBezTo>
                    <a:pt x="1385" y="1171"/>
                    <a:pt x="1384" y="1168"/>
                    <a:pt x="1393" y="1166"/>
                  </a:cubicBezTo>
                  <a:cubicBezTo>
                    <a:pt x="1395" y="1162"/>
                    <a:pt x="1409" y="1154"/>
                    <a:pt x="1415" y="1141"/>
                  </a:cubicBezTo>
                  <a:cubicBezTo>
                    <a:pt x="1424" y="1124"/>
                    <a:pt x="1424" y="1124"/>
                    <a:pt x="1418" y="1120"/>
                  </a:cubicBezTo>
                  <a:cubicBezTo>
                    <a:pt x="1405" y="1118"/>
                    <a:pt x="1403" y="1115"/>
                    <a:pt x="1409" y="1115"/>
                  </a:cubicBezTo>
                  <a:cubicBezTo>
                    <a:pt x="1412" y="1115"/>
                    <a:pt x="1415" y="1116"/>
                    <a:pt x="1419" y="1117"/>
                  </a:cubicBezTo>
                  <a:cubicBezTo>
                    <a:pt x="1438" y="1116"/>
                    <a:pt x="1440" y="1111"/>
                    <a:pt x="1432" y="1108"/>
                  </a:cubicBezTo>
                  <a:cubicBezTo>
                    <a:pt x="1428" y="1100"/>
                    <a:pt x="1428" y="1100"/>
                    <a:pt x="1430" y="1095"/>
                  </a:cubicBezTo>
                  <a:lnTo>
                    <a:pt x="1430" y="1095"/>
                  </a:lnTo>
                  <a:cubicBezTo>
                    <a:pt x="1431" y="1096"/>
                    <a:pt x="1433" y="1096"/>
                    <a:pt x="1434" y="1096"/>
                  </a:cubicBezTo>
                  <a:cubicBezTo>
                    <a:pt x="1437" y="1096"/>
                    <a:pt x="1438" y="1092"/>
                    <a:pt x="1436" y="1083"/>
                  </a:cubicBezTo>
                  <a:cubicBezTo>
                    <a:pt x="1436" y="1081"/>
                    <a:pt x="1436" y="1079"/>
                    <a:pt x="1438" y="1079"/>
                  </a:cubicBezTo>
                  <a:cubicBezTo>
                    <a:pt x="1439" y="1079"/>
                    <a:pt x="1441" y="1080"/>
                    <a:pt x="1445" y="1082"/>
                  </a:cubicBezTo>
                  <a:cubicBezTo>
                    <a:pt x="1445" y="1082"/>
                    <a:pt x="1447" y="1077"/>
                    <a:pt x="1448" y="1073"/>
                  </a:cubicBezTo>
                  <a:cubicBezTo>
                    <a:pt x="1438" y="1058"/>
                    <a:pt x="1455" y="1036"/>
                    <a:pt x="1465" y="1034"/>
                  </a:cubicBezTo>
                  <a:cubicBezTo>
                    <a:pt x="1465" y="1034"/>
                    <a:pt x="1466" y="1029"/>
                    <a:pt x="1460" y="1022"/>
                  </a:cubicBezTo>
                  <a:cubicBezTo>
                    <a:pt x="1450" y="1015"/>
                    <a:pt x="1448" y="1011"/>
                    <a:pt x="1453" y="1011"/>
                  </a:cubicBezTo>
                  <a:cubicBezTo>
                    <a:pt x="1455" y="1011"/>
                    <a:pt x="1459" y="1012"/>
                    <a:pt x="1464" y="1013"/>
                  </a:cubicBezTo>
                  <a:cubicBezTo>
                    <a:pt x="1470" y="1016"/>
                    <a:pt x="1473" y="1017"/>
                    <a:pt x="1474" y="1017"/>
                  </a:cubicBezTo>
                  <a:cubicBezTo>
                    <a:pt x="1476" y="1017"/>
                    <a:pt x="1472" y="1015"/>
                    <a:pt x="1465" y="1009"/>
                  </a:cubicBezTo>
                  <a:cubicBezTo>
                    <a:pt x="1459" y="1003"/>
                    <a:pt x="1464" y="988"/>
                    <a:pt x="1473" y="988"/>
                  </a:cubicBezTo>
                  <a:cubicBezTo>
                    <a:pt x="1475" y="988"/>
                    <a:pt x="1477" y="988"/>
                    <a:pt x="1479" y="990"/>
                  </a:cubicBezTo>
                  <a:lnTo>
                    <a:pt x="1495" y="994"/>
                  </a:lnTo>
                  <a:cubicBezTo>
                    <a:pt x="1489" y="988"/>
                    <a:pt x="1491" y="983"/>
                    <a:pt x="1491" y="983"/>
                  </a:cubicBezTo>
                  <a:cubicBezTo>
                    <a:pt x="1483" y="981"/>
                    <a:pt x="1484" y="976"/>
                    <a:pt x="1488" y="963"/>
                  </a:cubicBezTo>
                  <a:cubicBezTo>
                    <a:pt x="1491" y="954"/>
                    <a:pt x="1488" y="934"/>
                    <a:pt x="1491" y="925"/>
                  </a:cubicBezTo>
                  <a:cubicBezTo>
                    <a:pt x="1493" y="916"/>
                    <a:pt x="1495" y="903"/>
                    <a:pt x="1505" y="900"/>
                  </a:cubicBezTo>
                  <a:cubicBezTo>
                    <a:pt x="1506" y="893"/>
                    <a:pt x="1505" y="887"/>
                    <a:pt x="1501" y="881"/>
                  </a:cubicBezTo>
                  <a:cubicBezTo>
                    <a:pt x="1495" y="875"/>
                    <a:pt x="1495" y="867"/>
                    <a:pt x="1501" y="867"/>
                  </a:cubicBezTo>
                  <a:cubicBezTo>
                    <a:pt x="1501" y="867"/>
                    <a:pt x="1502" y="867"/>
                    <a:pt x="1503" y="868"/>
                  </a:cubicBezTo>
                  <a:lnTo>
                    <a:pt x="1504" y="863"/>
                  </a:lnTo>
                  <a:cubicBezTo>
                    <a:pt x="1498" y="852"/>
                    <a:pt x="1498" y="847"/>
                    <a:pt x="1498" y="847"/>
                  </a:cubicBezTo>
                  <a:lnTo>
                    <a:pt x="1498" y="847"/>
                  </a:lnTo>
                  <a:cubicBezTo>
                    <a:pt x="1500" y="848"/>
                    <a:pt x="1502" y="848"/>
                    <a:pt x="1504" y="848"/>
                  </a:cubicBezTo>
                  <a:cubicBezTo>
                    <a:pt x="1510" y="848"/>
                    <a:pt x="1514" y="845"/>
                    <a:pt x="1508" y="841"/>
                  </a:cubicBezTo>
                  <a:cubicBezTo>
                    <a:pt x="1501" y="838"/>
                    <a:pt x="1501" y="834"/>
                    <a:pt x="1503" y="825"/>
                  </a:cubicBezTo>
                  <a:cubicBezTo>
                    <a:pt x="1515" y="818"/>
                    <a:pt x="1527" y="669"/>
                    <a:pt x="1518" y="669"/>
                  </a:cubicBezTo>
                  <a:cubicBezTo>
                    <a:pt x="1518" y="669"/>
                    <a:pt x="1518" y="669"/>
                    <a:pt x="1517" y="669"/>
                  </a:cubicBezTo>
                  <a:lnTo>
                    <a:pt x="1517" y="656"/>
                  </a:lnTo>
                  <a:cubicBezTo>
                    <a:pt x="1517" y="651"/>
                    <a:pt x="1517" y="642"/>
                    <a:pt x="1517" y="642"/>
                  </a:cubicBezTo>
                  <a:cubicBezTo>
                    <a:pt x="1534" y="642"/>
                    <a:pt x="1526" y="620"/>
                    <a:pt x="1517" y="606"/>
                  </a:cubicBezTo>
                  <a:cubicBezTo>
                    <a:pt x="1513" y="604"/>
                    <a:pt x="1508" y="598"/>
                    <a:pt x="1510" y="593"/>
                  </a:cubicBezTo>
                  <a:cubicBezTo>
                    <a:pt x="1525" y="592"/>
                    <a:pt x="1525" y="578"/>
                    <a:pt x="1516" y="569"/>
                  </a:cubicBezTo>
                  <a:cubicBezTo>
                    <a:pt x="1501" y="565"/>
                    <a:pt x="1500" y="561"/>
                    <a:pt x="1516" y="559"/>
                  </a:cubicBezTo>
                  <a:cubicBezTo>
                    <a:pt x="1532" y="558"/>
                    <a:pt x="1532" y="549"/>
                    <a:pt x="1506" y="542"/>
                  </a:cubicBezTo>
                  <a:cubicBezTo>
                    <a:pt x="1498" y="538"/>
                    <a:pt x="1498" y="538"/>
                    <a:pt x="1506" y="532"/>
                  </a:cubicBezTo>
                  <a:cubicBezTo>
                    <a:pt x="1521" y="527"/>
                    <a:pt x="1521" y="522"/>
                    <a:pt x="1515" y="522"/>
                  </a:cubicBezTo>
                  <a:cubicBezTo>
                    <a:pt x="1514" y="522"/>
                    <a:pt x="1514" y="522"/>
                    <a:pt x="1513" y="522"/>
                  </a:cubicBezTo>
                  <a:cubicBezTo>
                    <a:pt x="1496" y="520"/>
                    <a:pt x="1496" y="515"/>
                    <a:pt x="1512" y="509"/>
                  </a:cubicBezTo>
                  <a:cubicBezTo>
                    <a:pt x="1526" y="497"/>
                    <a:pt x="1526" y="496"/>
                    <a:pt x="1510" y="494"/>
                  </a:cubicBezTo>
                  <a:cubicBezTo>
                    <a:pt x="1494" y="494"/>
                    <a:pt x="1489" y="472"/>
                    <a:pt x="1505" y="466"/>
                  </a:cubicBezTo>
                  <a:cubicBezTo>
                    <a:pt x="1505" y="462"/>
                    <a:pt x="1511" y="457"/>
                    <a:pt x="1506" y="457"/>
                  </a:cubicBezTo>
                  <a:cubicBezTo>
                    <a:pt x="1505" y="457"/>
                    <a:pt x="1505" y="457"/>
                    <a:pt x="1504" y="457"/>
                  </a:cubicBezTo>
                  <a:lnTo>
                    <a:pt x="1511" y="450"/>
                  </a:lnTo>
                  <a:lnTo>
                    <a:pt x="1508" y="441"/>
                  </a:lnTo>
                  <a:lnTo>
                    <a:pt x="1501" y="442"/>
                  </a:lnTo>
                  <a:cubicBezTo>
                    <a:pt x="1501" y="420"/>
                    <a:pt x="1498" y="396"/>
                    <a:pt x="1492" y="375"/>
                  </a:cubicBezTo>
                  <a:cubicBezTo>
                    <a:pt x="1478" y="333"/>
                    <a:pt x="1471" y="319"/>
                    <a:pt x="1467" y="319"/>
                  </a:cubicBezTo>
                  <a:cubicBezTo>
                    <a:pt x="1466" y="319"/>
                    <a:pt x="1465" y="320"/>
                    <a:pt x="1464" y="321"/>
                  </a:cubicBezTo>
                  <a:cubicBezTo>
                    <a:pt x="1459" y="325"/>
                    <a:pt x="1456" y="326"/>
                    <a:pt x="1454" y="326"/>
                  </a:cubicBezTo>
                  <a:cubicBezTo>
                    <a:pt x="1450" y="326"/>
                    <a:pt x="1451" y="320"/>
                    <a:pt x="1460" y="312"/>
                  </a:cubicBezTo>
                  <a:cubicBezTo>
                    <a:pt x="1458" y="308"/>
                    <a:pt x="1461" y="295"/>
                    <a:pt x="1457" y="285"/>
                  </a:cubicBezTo>
                  <a:cubicBezTo>
                    <a:pt x="1452" y="276"/>
                    <a:pt x="1447" y="267"/>
                    <a:pt x="1455" y="263"/>
                  </a:cubicBezTo>
                  <a:lnTo>
                    <a:pt x="1452" y="258"/>
                  </a:lnTo>
                  <a:cubicBezTo>
                    <a:pt x="1432" y="257"/>
                    <a:pt x="1418" y="232"/>
                    <a:pt x="1414" y="214"/>
                  </a:cubicBezTo>
                  <a:cubicBezTo>
                    <a:pt x="1410" y="206"/>
                    <a:pt x="1402" y="199"/>
                    <a:pt x="1393" y="198"/>
                  </a:cubicBezTo>
                  <a:cubicBezTo>
                    <a:pt x="1379" y="195"/>
                    <a:pt x="1379" y="195"/>
                    <a:pt x="1383" y="186"/>
                  </a:cubicBezTo>
                  <a:cubicBezTo>
                    <a:pt x="1388" y="182"/>
                    <a:pt x="1378" y="159"/>
                    <a:pt x="1368" y="159"/>
                  </a:cubicBezTo>
                  <a:cubicBezTo>
                    <a:pt x="1366" y="159"/>
                    <a:pt x="1364" y="160"/>
                    <a:pt x="1362" y="162"/>
                  </a:cubicBezTo>
                  <a:lnTo>
                    <a:pt x="1364" y="152"/>
                  </a:lnTo>
                  <a:cubicBezTo>
                    <a:pt x="1365" y="148"/>
                    <a:pt x="1363" y="146"/>
                    <a:pt x="1360" y="146"/>
                  </a:cubicBezTo>
                  <a:cubicBezTo>
                    <a:pt x="1357" y="146"/>
                    <a:pt x="1353" y="148"/>
                    <a:pt x="1350" y="151"/>
                  </a:cubicBezTo>
                  <a:cubicBezTo>
                    <a:pt x="1346" y="155"/>
                    <a:pt x="1343" y="157"/>
                    <a:pt x="1342" y="157"/>
                  </a:cubicBezTo>
                  <a:cubicBezTo>
                    <a:pt x="1339" y="157"/>
                    <a:pt x="1340" y="151"/>
                    <a:pt x="1348" y="137"/>
                  </a:cubicBezTo>
                  <a:cubicBezTo>
                    <a:pt x="1356" y="129"/>
                    <a:pt x="1356" y="125"/>
                    <a:pt x="1354" y="125"/>
                  </a:cubicBezTo>
                  <a:cubicBezTo>
                    <a:pt x="1353" y="125"/>
                    <a:pt x="1352" y="125"/>
                    <a:pt x="1350" y="127"/>
                  </a:cubicBezTo>
                  <a:cubicBezTo>
                    <a:pt x="1346" y="128"/>
                    <a:pt x="1342" y="129"/>
                    <a:pt x="1338" y="129"/>
                  </a:cubicBezTo>
                  <a:cubicBezTo>
                    <a:pt x="1334" y="129"/>
                    <a:pt x="1332" y="128"/>
                    <a:pt x="1332" y="123"/>
                  </a:cubicBezTo>
                  <a:cubicBezTo>
                    <a:pt x="1330" y="121"/>
                    <a:pt x="1328" y="120"/>
                    <a:pt x="1326" y="120"/>
                  </a:cubicBezTo>
                  <a:cubicBezTo>
                    <a:pt x="1323" y="120"/>
                    <a:pt x="1319" y="122"/>
                    <a:pt x="1313" y="128"/>
                  </a:cubicBezTo>
                  <a:cubicBezTo>
                    <a:pt x="1311" y="131"/>
                    <a:pt x="1310" y="132"/>
                    <a:pt x="1308" y="132"/>
                  </a:cubicBezTo>
                  <a:cubicBezTo>
                    <a:pt x="1305" y="132"/>
                    <a:pt x="1303" y="130"/>
                    <a:pt x="1301" y="128"/>
                  </a:cubicBezTo>
                  <a:cubicBezTo>
                    <a:pt x="1305" y="122"/>
                    <a:pt x="1305" y="122"/>
                    <a:pt x="1314" y="119"/>
                  </a:cubicBezTo>
                  <a:cubicBezTo>
                    <a:pt x="1316" y="120"/>
                    <a:pt x="1316" y="120"/>
                    <a:pt x="1316" y="120"/>
                  </a:cubicBezTo>
                  <a:cubicBezTo>
                    <a:pt x="1316" y="120"/>
                    <a:pt x="1312" y="118"/>
                    <a:pt x="1307" y="113"/>
                  </a:cubicBezTo>
                  <a:cubicBezTo>
                    <a:pt x="1301" y="106"/>
                    <a:pt x="1300" y="97"/>
                    <a:pt x="1303" y="89"/>
                  </a:cubicBezTo>
                  <a:cubicBezTo>
                    <a:pt x="1303" y="84"/>
                    <a:pt x="1302" y="81"/>
                    <a:pt x="1301" y="81"/>
                  </a:cubicBezTo>
                  <a:cubicBezTo>
                    <a:pt x="1299" y="81"/>
                    <a:pt x="1297" y="84"/>
                    <a:pt x="1294" y="92"/>
                  </a:cubicBezTo>
                  <a:cubicBezTo>
                    <a:pt x="1289" y="101"/>
                    <a:pt x="1287" y="104"/>
                    <a:pt x="1284" y="104"/>
                  </a:cubicBezTo>
                  <a:cubicBezTo>
                    <a:pt x="1282" y="104"/>
                    <a:pt x="1280" y="103"/>
                    <a:pt x="1276" y="100"/>
                  </a:cubicBezTo>
                  <a:cubicBezTo>
                    <a:pt x="1272" y="98"/>
                    <a:pt x="1267" y="95"/>
                    <a:pt x="1272" y="88"/>
                  </a:cubicBezTo>
                  <a:cubicBezTo>
                    <a:pt x="1276" y="81"/>
                    <a:pt x="1276" y="81"/>
                    <a:pt x="1267" y="76"/>
                  </a:cubicBezTo>
                  <a:cubicBezTo>
                    <a:pt x="1264" y="74"/>
                    <a:pt x="1260" y="73"/>
                    <a:pt x="1257" y="73"/>
                  </a:cubicBezTo>
                  <a:cubicBezTo>
                    <a:pt x="1242" y="73"/>
                    <a:pt x="1225" y="84"/>
                    <a:pt x="1216" y="94"/>
                  </a:cubicBezTo>
                  <a:cubicBezTo>
                    <a:pt x="1212" y="101"/>
                    <a:pt x="1211" y="104"/>
                    <a:pt x="1210" y="104"/>
                  </a:cubicBezTo>
                  <a:cubicBezTo>
                    <a:pt x="1210" y="104"/>
                    <a:pt x="1210" y="100"/>
                    <a:pt x="1211" y="91"/>
                  </a:cubicBezTo>
                  <a:cubicBezTo>
                    <a:pt x="1216" y="83"/>
                    <a:pt x="1211" y="81"/>
                    <a:pt x="1207" y="79"/>
                  </a:cubicBezTo>
                  <a:cubicBezTo>
                    <a:pt x="1206" y="81"/>
                    <a:pt x="1205" y="82"/>
                    <a:pt x="1204" y="82"/>
                  </a:cubicBezTo>
                  <a:cubicBezTo>
                    <a:pt x="1203" y="82"/>
                    <a:pt x="1203" y="79"/>
                    <a:pt x="1206" y="79"/>
                  </a:cubicBezTo>
                  <a:cubicBezTo>
                    <a:pt x="1206" y="79"/>
                    <a:pt x="1206" y="79"/>
                    <a:pt x="1207" y="79"/>
                  </a:cubicBezTo>
                  <a:cubicBezTo>
                    <a:pt x="1208" y="76"/>
                    <a:pt x="1210" y="75"/>
                    <a:pt x="1212" y="75"/>
                  </a:cubicBezTo>
                  <a:cubicBezTo>
                    <a:pt x="1215" y="75"/>
                    <a:pt x="1217" y="76"/>
                    <a:pt x="1219" y="77"/>
                  </a:cubicBezTo>
                  <a:lnTo>
                    <a:pt x="1222" y="69"/>
                  </a:lnTo>
                  <a:cubicBezTo>
                    <a:pt x="1224" y="59"/>
                    <a:pt x="1223" y="54"/>
                    <a:pt x="1220" y="54"/>
                  </a:cubicBezTo>
                  <a:cubicBezTo>
                    <a:pt x="1217" y="54"/>
                    <a:pt x="1214" y="57"/>
                    <a:pt x="1209" y="62"/>
                  </a:cubicBezTo>
                  <a:cubicBezTo>
                    <a:pt x="1206" y="65"/>
                    <a:pt x="1204" y="66"/>
                    <a:pt x="1202" y="66"/>
                  </a:cubicBezTo>
                  <a:cubicBezTo>
                    <a:pt x="1201" y="66"/>
                    <a:pt x="1200" y="63"/>
                    <a:pt x="1199" y="58"/>
                  </a:cubicBezTo>
                  <a:cubicBezTo>
                    <a:pt x="1198" y="51"/>
                    <a:pt x="1197" y="44"/>
                    <a:pt x="1195" y="44"/>
                  </a:cubicBezTo>
                  <a:cubicBezTo>
                    <a:pt x="1194" y="44"/>
                    <a:pt x="1194" y="44"/>
                    <a:pt x="1193" y="46"/>
                  </a:cubicBezTo>
                  <a:cubicBezTo>
                    <a:pt x="1187" y="44"/>
                    <a:pt x="1183" y="39"/>
                    <a:pt x="1181" y="33"/>
                  </a:cubicBezTo>
                  <a:cubicBezTo>
                    <a:pt x="1176" y="31"/>
                    <a:pt x="1172" y="30"/>
                    <a:pt x="1169" y="30"/>
                  </a:cubicBezTo>
                  <a:cubicBezTo>
                    <a:pt x="1167" y="30"/>
                    <a:pt x="1165" y="31"/>
                    <a:pt x="1163" y="35"/>
                  </a:cubicBezTo>
                  <a:cubicBezTo>
                    <a:pt x="1162" y="40"/>
                    <a:pt x="1160" y="41"/>
                    <a:pt x="1157" y="41"/>
                  </a:cubicBezTo>
                  <a:cubicBezTo>
                    <a:pt x="1155" y="41"/>
                    <a:pt x="1153" y="41"/>
                    <a:pt x="1151" y="40"/>
                  </a:cubicBezTo>
                  <a:cubicBezTo>
                    <a:pt x="1149" y="39"/>
                    <a:pt x="1147" y="39"/>
                    <a:pt x="1145" y="39"/>
                  </a:cubicBezTo>
                  <a:cubicBezTo>
                    <a:pt x="1143" y="39"/>
                    <a:pt x="1141" y="40"/>
                    <a:pt x="1139" y="44"/>
                  </a:cubicBezTo>
                  <a:cubicBezTo>
                    <a:pt x="1138" y="52"/>
                    <a:pt x="1132" y="57"/>
                    <a:pt x="1124" y="57"/>
                  </a:cubicBezTo>
                  <a:cubicBezTo>
                    <a:pt x="1123" y="57"/>
                    <a:pt x="1122" y="57"/>
                    <a:pt x="1120" y="57"/>
                  </a:cubicBezTo>
                  <a:cubicBezTo>
                    <a:pt x="1116" y="59"/>
                    <a:pt x="1114" y="60"/>
                    <a:pt x="1112" y="60"/>
                  </a:cubicBezTo>
                  <a:cubicBezTo>
                    <a:pt x="1109" y="60"/>
                    <a:pt x="1109" y="56"/>
                    <a:pt x="1108" y="45"/>
                  </a:cubicBezTo>
                  <a:cubicBezTo>
                    <a:pt x="1110" y="37"/>
                    <a:pt x="1106" y="35"/>
                    <a:pt x="1100" y="34"/>
                  </a:cubicBezTo>
                  <a:cubicBezTo>
                    <a:pt x="1100" y="34"/>
                    <a:pt x="1096" y="33"/>
                    <a:pt x="1092" y="24"/>
                  </a:cubicBezTo>
                  <a:cubicBezTo>
                    <a:pt x="1091" y="22"/>
                    <a:pt x="1091" y="21"/>
                    <a:pt x="1090" y="21"/>
                  </a:cubicBezTo>
                  <a:cubicBezTo>
                    <a:pt x="1088" y="21"/>
                    <a:pt x="1087" y="26"/>
                    <a:pt x="1086" y="32"/>
                  </a:cubicBezTo>
                  <a:cubicBezTo>
                    <a:pt x="1084" y="40"/>
                    <a:pt x="1083" y="48"/>
                    <a:pt x="1083" y="48"/>
                  </a:cubicBezTo>
                  <a:cubicBezTo>
                    <a:pt x="1079" y="46"/>
                    <a:pt x="1077" y="30"/>
                    <a:pt x="1078" y="22"/>
                  </a:cubicBezTo>
                  <a:cubicBezTo>
                    <a:pt x="1077" y="13"/>
                    <a:pt x="1076" y="9"/>
                    <a:pt x="1075" y="9"/>
                  </a:cubicBezTo>
                  <a:cubicBezTo>
                    <a:pt x="1075" y="9"/>
                    <a:pt x="1074" y="13"/>
                    <a:pt x="1073" y="21"/>
                  </a:cubicBezTo>
                  <a:cubicBezTo>
                    <a:pt x="1072" y="26"/>
                    <a:pt x="1069" y="31"/>
                    <a:pt x="1065" y="31"/>
                  </a:cubicBezTo>
                  <a:cubicBezTo>
                    <a:pt x="1062" y="31"/>
                    <a:pt x="1060" y="30"/>
                    <a:pt x="1056" y="26"/>
                  </a:cubicBezTo>
                  <a:cubicBezTo>
                    <a:pt x="1047" y="25"/>
                    <a:pt x="1037" y="24"/>
                    <a:pt x="1038" y="16"/>
                  </a:cubicBezTo>
                  <a:cubicBezTo>
                    <a:pt x="1037" y="13"/>
                    <a:pt x="1035" y="12"/>
                    <a:pt x="1033" y="12"/>
                  </a:cubicBezTo>
                  <a:cubicBezTo>
                    <a:pt x="1031" y="12"/>
                    <a:pt x="1028" y="15"/>
                    <a:pt x="1028" y="15"/>
                  </a:cubicBezTo>
                  <a:cubicBezTo>
                    <a:pt x="1026" y="19"/>
                    <a:pt x="1023" y="21"/>
                    <a:pt x="1020" y="21"/>
                  </a:cubicBezTo>
                  <a:cubicBezTo>
                    <a:pt x="1016" y="21"/>
                    <a:pt x="1011" y="19"/>
                    <a:pt x="1004" y="14"/>
                  </a:cubicBezTo>
                  <a:cubicBezTo>
                    <a:pt x="992" y="5"/>
                    <a:pt x="986" y="0"/>
                    <a:pt x="9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33"/>
            <p:cNvSpPr/>
            <p:nvPr/>
          </p:nvSpPr>
          <p:spPr>
            <a:xfrm>
              <a:off x="3181510" y="2307633"/>
              <a:ext cx="35062" cy="38359"/>
            </a:xfrm>
            <a:custGeom>
              <a:avLst/>
              <a:gdLst/>
              <a:ahLst/>
              <a:cxnLst/>
              <a:rect l="l" t="t" r="r" b="b"/>
              <a:pathLst>
                <a:path w="351" h="384" extrusionOk="0">
                  <a:moveTo>
                    <a:pt x="214" y="1"/>
                  </a:moveTo>
                  <a:cubicBezTo>
                    <a:pt x="168" y="1"/>
                    <a:pt x="123" y="27"/>
                    <a:pt x="103" y="71"/>
                  </a:cubicBezTo>
                  <a:lnTo>
                    <a:pt x="38" y="210"/>
                  </a:lnTo>
                  <a:cubicBezTo>
                    <a:pt x="1" y="291"/>
                    <a:pt x="59" y="383"/>
                    <a:pt x="147" y="383"/>
                  </a:cubicBezTo>
                  <a:cubicBezTo>
                    <a:pt x="195" y="383"/>
                    <a:pt x="238" y="356"/>
                    <a:pt x="257" y="313"/>
                  </a:cubicBezTo>
                  <a:lnTo>
                    <a:pt x="322" y="173"/>
                  </a:lnTo>
                  <a:cubicBezTo>
                    <a:pt x="351" y="113"/>
                    <a:pt x="325" y="41"/>
                    <a:pt x="264" y="12"/>
                  </a:cubicBezTo>
                  <a:cubicBezTo>
                    <a:pt x="248" y="4"/>
                    <a:pt x="231" y="1"/>
                    <a:pt x="2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33"/>
            <p:cNvSpPr/>
            <p:nvPr/>
          </p:nvSpPr>
          <p:spPr>
            <a:xfrm>
              <a:off x="3058140" y="2188158"/>
              <a:ext cx="59935" cy="41455"/>
            </a:xfrm>
            <a:custGeom>
              <a:avLst/>
              <a:gdLst/>
              <a:ahLst/>
              <a:cxnLst/>
              <a:rect l="l" t="t" r="r" b="b"/>
              <a:pathLst>
                <a:path w="600" h="415" extrusionOk="0">
                  <a:moveTo>
                    <a:pt x="209" y="1"/>
                  </a:moveTo>
                  <a:cubicBezTo>
                    <a:pt x="207" y="1"/>
                    <a:pt x="207" y="1"/>
                    <a:pt x="206" y="9"/>
                  </a:cubicBezTo>
                  <a:lnTo>
                    <a:pt x="208" y="10"/>
                  </a:lnTo>
                  <a:cubicBezTo>
                    <a:pt x="210" y="2"/>
                    <a:pt x="210" y="2"/>
                    <a:pt x="209" y="1"/>
                  </a:cubicBezTo>
                  <a:close/>
                  <a:moveTo>
                    <a:pt x="36" y="12"/>
                  </a:moveTo>
                  <a:lnTo>
                    <a:pt x="36" y="20"/>
                  </a:lnTo>
                  <a:cubicBezTo>
                    <a:pt x="37" y="12"/>
                    <a:pt x="37" y="12"/>
                    <a:pt x="37" y="12"/>
                  </a:cubicBezTo>
                  <a:close/>
                  <a:moveTo>
                    <a:pt x="154" y="35"/>
                  </a:moveTo>
                  <a:cubicBezTo>
                    <a:pt x="154" y="36"/>
                    <a:pt x="153" y="37"/>
                    <a:pt x="153" y="38"/>
                  </a:cubicBezTo>
                  <a:cubicBezTo>
                    <a:pt x="153" y="38"/>
                    <a:pt x="154" y="37"/>
                    <a:pt x="154" y="35"/>
                  </a:cubicBezTo>
                  <a:close/>
                  <a:moveTo>
                    <a:pt x="153" y="38"/>
                  </a:moveTo>
                  <a:lnTo>
                    <a:pt x="153" y="38"/>
                  </a:lnTo>
                  <a:cubicBezTo>
                    <a:pt x="153" y="39"/>
                    <a:pt x="152" y="40"/>
                    <a:pt x="152" y="42"/>
                  </a:cubicBezTo>
                  <a:cubicBezTo>
                    <a:pt x="152" y="42"/>
                    <a:pt x="152" y="41"/>
                    <a:pt x="153" y="38"/>
                  </a:cubicBezTo>
                  <a:close/>
                  <a:moveTo>
                    <a:pt x="21" y="50"/>
                  </a:moveTo>
                  <a:cubicBezTo>
                    <a:pt x="21" y="50"/>
                    <a:pt x="21" y="50"/>
                    <a:pt x="21" y="50"/>
                  </a:cubicBezTo>
                  <a:cubicBezTo>
                    <a:pt x="22" y="50"/>
                    <a:pt x="22" y="50"/>
                    <a:pt x="21" y="58"/>
                  </a:cubicBezTo>
                  <a:cubicBezTo>
                    <a:pt x="21" y="58"/>
                    <a:pt x="18" y="66"/>
                    <a:pt x="18" y="66"/>
                  </a:cubicBezTo>
                  <a:lnTo>
                    <a:pt x="18" y="58"/>
                  </a:lnTo>
                  <a:cubicBezTo>
                    <a:pt x="19" y="51"/>
                    <a:pt x="20" y="50"/>
                    <a:pt x="21" y="50"/>
                  </a:cubicBezTo>
                  <a:close/>
                  <a:moveTo>
                    <a:pt x="179" y="50"/>
                  </a:moveTo>
                  <a:lnTo>
                    <a:pt x="175" y="67"/>
                  </a:lnTo>
                  <a:cubicBezTo>
                    <a:pt x="175" y="67"/>
                    <a:pt x="178" y="59"/>
                    <a:pt x="178" y="59"/>
                  </a:cubicBezTo>
                  <a:cubicBezTo>
                    <a:pt x="178" y="59"/>
                    <a:pt x="180" y="51"/>
                    <a:pt x="179" y="51"/>
                  </a:cubicBezTo>
                  <a:lnTo>
                    <a:pt x="179" y="50"/>
                  </a:lnTo>
                  <a:close/>
                  <a:moveTo>
                    <a:pt x="111" y="55"/>
                  </a:moveTo>
                  <a:lnTo>
                    <a:pt x="109" y="64"/>
                  </a:lnTo>
                  <a:lnTo>
                    <a:pt x="107" y="72"/>
                  </a:lnTo>
                  <a:lnTo>
                    <a:pt x="108" y="63"/>
                  </a:lnTo>
                  <a:cubicBezTo>
                    <a:pt x="109" y="55"/>
                    <a:pt x="110" y="55"/>
                    <a:pt x="111" y="55"/>
                  </a:cubicBezTo>
                  <a:close/>
                  <a:moveTo>
                    <a:pt x="135" y="48"/>
                  </a:moveTo>
                  <a:cubicBezTo>
                    <a:pt x="135" y="48"/>
                    <a:pt x="134" y="52"/>
                    <a:pt x="132" y="61"/>
                  </a:cubicBezTo>
                  <a:lnTo>
                    <a:pt x="126" y="76"/>
                  </a:lnTo>
                  <a:cubicBezTo>
                    <a:pt x="128" y="68"/>
                    <a:pt x="129" y="60"/>
                    <a:pt x="133" y="52"/>
                  </a:cubicBezTo>
                  <a:cubicBezTo>
                    <a:pt x="134" y="50"/>
                    <a:pt x="135" y="48"/>
                    <a:pt x="135" y="48"/>
                  </a:cubicBezTo>
                  <a:close/>
                  <a:moveTo>
                    <a:pt x="164" y="72"/>
                  </a:moveTo>
                  <a:cubicBezTo>
                    <a:pt x="165" y="72"/>
                    <a:pt x="165" y="72"/>
                    <a:pt x="163" y="79"/>
                  </a:cubicBezTo>
                  <a:lnTo>
                    <a:pt x="164" y="72"/>
                  </a:lnTo>
                  <a:close/>
                  <a:moveTo>
                    <a:pt x="30" y="51"/>
                  </a:moveTo>
                  <a:cubicBezTo>
                    <a:pt x="30" y="51"/>
                    <a:pt x="31" y="52"/>
                    <a:pt x="30" y="60"/>
                  </a:cubicBezTo>
                  <a:lnTo>
                    <a:pt x="28" y="60"/>
                  </a:lnTo>
                  <a:cubicBezTo>
                    <a:pt x="29" y="58"/>
                    <a:pt x="29" y="57"/>
                    <a:pt x="29" y="57"/>
                  </a:cubicBezTo>
                  <a:lnTo>
                    <a:pt x="29" y="57"/>
                  </a:lnTo>
                  <a:cubicBezTo>
                    <a:pt x="29" y="57"/>
                    <a:pt x="28" y="63"/>
                    <a:pt x="27" y="68"/>
                  </a:cubicBezTo>
                  <a:cubicBezTo>
                    <a:pt x="26" y="76"/>
                    <a:pt x="25" y="84"/>
                    <a:pt x="25" y="84"/>
                  </a:cubicBezTo>
                  <a:cubicBezTo>
                    <a:pt x="25" y="78"/>
                    <a:pt x="25" y="73"/>
                    <a:pt x="26" y="68"/>
                  </a:cubicBezTo>
                  <a:cubicBezTo>
                    <a:pt x="27" y="51"/>
                    <a:pt x="27" y="51"/>
                    <a:pt x="30" y="51"/>
                  </a:cubicBezTo>
                  <a:close/>
                  <a:moveTo>
                    <a:pt x="159" y="66"/>
                  </a:moveTo>
                  <a:cubicBezTo>
                    <a:pt x="160" y="66"/>
                    <a:pt x="158" y="74"/>
                    <a:pt x="154" y="85"/>
                  </a:cubicBezTo>
                  <a:lnTo>
                    <a:pt x="153" y="85"/>
                  </a:lnTo>
                  <a:cubicBezTo>
                    <a:pt x="154" y="79"/>
                    <a:pt x="155" y="75"/>
                    <a:pt x="157" y="69"/>
                  </a:cubicBezTo>
                  <a:cubicBezTo>
                    <a:pt x="158" y="67"/>
                    <a:pt x="159" y="66"/>
                    <a:pt x="159" y="66"/>
                  </a:cubicBezTo>
                  <a:close/>
                  <a:moveTo>
                    <a:pt x="73" y="89"/>
                  </a:moveTo>
                  <a:cubicBezTo>
                    <a:pt x="75" y="92"/>
                    <a:pt x="75" y="97"/>
                    <a:pt x="71" y="100"/>
                  </a:cubicBezTo>
                  <a:lnTo>
                    <a:pt x="71" y="100"/>
                  </a:lnTo>
                  <a:cubicBezTo>
                    <a:pt x="71" y="98"/>
                    <a:pt x="72" y="97"/>
                    <a:pt x="72" y="95"/>
                  </a:cubicBezTo>
                  <a:cubicBezTo>
                    <a:pt x="73" y="92"/>
                    <a:pt x="73" y="90"/>
                    <a:pt x="73" y="89"/>
                  </a:cubicBezTo>
                  <a:close/>
                  <a:moveTo>
                    <a:pt x="132" y="86"/>
                  </a:moveTo>
                  <a:lnTo>
                    <a:pt x="132" y="87"/>
                  </a:lnTo>
                  <a:cubicBezTo>
                    <a:pt x="132" y="92"/>
                    <a:pt x="129" y="97"/>
                    <a:pt x="128" y="102"/>
                  </a:cubicBezTo>
                  <a:lnTo>
                    <a:pt x="127" y="102"/>
                  </a:lnTo>
                  <a:cubicBezTo>
                    <a:pt x="129" y="94"/>
                    <a:pt x="132" y="86"/>
                    <a:pt x="132" y="86"/>
                  </a:cubicBezTo>
                  <a:close/>
                  <a:moveTo>
                    <a:pt x="304" y="88"/>
                  </a:moveTo>
                  <a:cubicBezTo>
                    <a:pt x="302" y="94"/>
                    <a:pt x="300" y="98"/>
                    <a:pt x="297" y="103"/>
                  </a:cubicBezTo>
                  <a:lnTo>
                    <a:pt x="295" y="103"/>
                  </a:lnTo>
                  <a:cubicBezTo>
                    <a:pt x="299" y="95"/>
                    <a:pt x="303" y="88"/>
                    <a:pt x="303" y="88"/>
                  </a:cubicBezTo>
                  <a:close/>
                  <a:moveTo>
                    <a:pt x="113" y="69"/>
                  </a:moveTo>
                  <a:lnTo>
                    <a:pt x="113" y="69"/>
                  </a:lnTo>
                  <a:cubicBezTo>
                    <a:pt x="113" y="69"/>
                    <a:pt x="112" y="73"/>
                    <a:pt x="110" y="81"/>
                  </a:cubicBezTo>
                  <a:cubicBezTo>
                    <a:pt x="109" y="88"/>
                    <a:pt x="107" y="96"/>
                    <a:pt x="104" y="104"/>
                  </a:cubicBezTo>
                  <a:lnTo>
                    <a:pt x="103" y="103"/>
                  </a:lnTo>
                  <a:lnTo>
                    <a:pt x="107" y="87"/>
                  </a:lnTo>
                  <a:cubicBezTo>
                    <a:pt x="111" y="75"/>
                    <a:pt x="112" y="69"/>
                    <a:pt x="113" y="69"/>
                  </a:cubicBezTo>
                  <a:close/>
                  <a:moveTo>
                    <a:pt x="203" y="89"/>
                  </a:moveTo>
                  <a:lnTo>
                    <a:pt x="203" y="89"/>
                  </a:lnTo>
                  <a:cubicBezTo>
                    <a:pt x="203" y="89"/>
                    <a:pt x="203" y="93"/>
                    <a:pt x="200" y="102"/>
                  </a:cubicBezTo>
                  <a:cubicBezTo>
                    <a:pt x="198" y="110"/>
                    <a:pt x="198" y="110"/>
                    <a:pt x="197" y="110"/>
                  </a:cubicBezTo>
                  <a:cubicBezTo>
                    <a:pt x="197" y="110"/>
                    <a:pt x="199" y="102"/>
                    <a:pt x="201" y="94"/>
                  </a:cubicBezTo>
                  <a:cubicBezTo>
                    <a:pt x="202" y="91"/>
                    <a:pt x="203" y="89"/>
                    <a:pt x="203" y="89"/>
                  </a:cubicBezTo>
                  <a:close/>
                  <a:moveTo>
                    <a:pt x="208" y="96"/>
                  </a:moveTo>
                  <a:cubicBezTo>
                    <a:pt x="207" y="102"/>
                    <a:pt x="205" y="106"/>
                    <a:pt x="202" y="112"/>
                  </a:cubicBezTo>
                  <a:lnTo>
                    <a:pt x="203" y="103"/>
                  </a:lnTo>
                  <a:lnTo>
                    <a:pt x="207" y="96"/>
                  </a:lnTo>
                  <a:close/>
                  <a:moveTo>
                    <a:pt x="207" y="110"/>
                  </a:moveTo>
                  <a:cubicBezTo>
                    <a:pt x="207" y="110"/>
                    <a:pt x="206" y="113"/>
                    <a:pt x="206" y="113"/>
                  </a:cubicBezTo>
                  <a:cubicBezTo>
                    <a:pt x="206" y="113"/>
                    <a:pt x="206" y="113"/>
                    <a:pt x="206" y="113"/>
                  </a:cubicBezTo>
                  <a:cubicBezTo>
                    <a:pt x="206" y="111"/>
                    <a:pt x="207" y="110"/>
                    <a:pt x="207" y="110"/>
                  </a:cubicBezTo>
                  <a:close/>
                  <a:moveTo>
                    <a:pt x="171" y="100"/>
                  </a:moveTo>
                  <a:cubicBezTo>
                    <a:pt x="172" y="100"/>
                    <a:pt x="172" y="101"/>
                    <a:pt x="170" y="109"/>
                  </a:cubicBezTo>
                  <a:cubicBezTo>
                    <a:pt x="170" y="109"/>
                    <a:pt x="168" y="115"/>
                    <a:pt x="168" y="115"/>
                  </a:cubicBezTo>
                  <a:cubicBezTo>
                    <a:pt x="168" y="115"/>
                    <a:pt x="168" y="115"/>
                    <a:pt x="168" y="115"/>
                  </a:cubicBezTo>
                  <a:cubicBezTo>
                    <a:pt x="166" y="115"/>
                    <a:pt x="168" y="107"/>
                    <a:pt x="168" y="107"/>
                  </a:cubicBezTo>
                  <a:cubicBezTo>
                    <a:pt x="170" y="100"/>
                    <a:pt x="171" y="100"/>
                    <a:pt x="171" y="100"/>
                  </a:cubicBezTo>
                  <a:close/>
                  <a:moveTo>
                    <a:pt x="184" y="105"/>
                  </a:moveTo>
                  <a:cubicBezTo>
                    <a:pt x="184" y="105"/>
                    <a:pt x="184" y="105"/>
                    <a:pt x="184" y="105"/>
                  </a:cubicBezTo>
                  <a:cubicBezTo>
                    <a:pt x="186" y="105"/>
                    <a:pt x="183" y="113"/>
                    <a:pt x="183" y="113"/>
                  </a:cubicBezTo>
                  <a:cubicBezTo>
                    <a:pt x="183" y="116"/>
                    <a:pt x="182" y="117"/>
                    <a:pt x="182" y="117"/>
                  </a:cubicBezTo>
                  <a:cubicBezTo>
                    <a:pt x="182" y="117"/>
                    <a:pt x="182" y="113"/>
                    <a:pt x="182" y="112"/>
                  </a:cubicBezTo>
                  <a:cubicBezTo>
                    <a:pt x="183" y="106"/>
                    <a:pt x="183" y="105"/>
                    <a:pt x="184" y="105"/>
                  </a:cubicBezTo>
                  <a:close/>
                  <a:moveTo>
                    <a:pt x="141" y="115"/>
                  </a:moveTo>
                  <a:lnTo>
                    <a:pt x="140" y="123"/>
                  </a:lnTo>
                  <a:cubicBezTo>
                    <a:pt x="139" y="123"/>
                    <a:pt x="138" y="127"/>
                    <a:pt x="137" y="127"/>
                  </a:cubicBezTo>
                  <a:cubicBezTo>
                    <a:pt x="137" y="127"/>
                    <a:pt x="137" y="126"/>
                    <a:pt x="137" y="123"/>
                  </a:cubicBezTo>
                  <a:cubicBezTo>
                    <a:pt x="138" y="120"/>
                    <a:pt x="140" y="118"/>
                    <a:pt x="141" y="115"/>
                  </a:cubicBezTo>
                  <a:close/>
                  <a:moveTo>
                    <a:pt x="195" y="136"/>
                  </a:moveTo>
                  <a:lnTo>
                    <a:pt x="192" y="142"/>
                  </a:lnTo>
                  <a:cubicBezTo>
                    <a:pt x="192" y="145"/>
                    <a:pt x="191" y="146"/>
                    <a:pt x="191" y="146"/>
                  </a:cubicBezTo>
                  <a:cubicBezTo>
                    <a:pt x="191" y="146"/>
                    <a:pt x="193" y="141"/>
                    <a:pt x="195" y="136"/>
                  </a:cubicBezTo>
                  <a:close/>
                  <a:moveTo>
                    <a:pt x="248" y="132"/>
                  </a:moveTo>
                  <a:lnTo>
                    <a:pt x="248" y="133"/>
                  </a:lnTo>
                  <a:cubicBezTo>
                    <a:pt x="247" y="138"/>
                    <a:pt x="245" y="143"/>
                    <a:pt x="242" y="148"/>
                  </a:cubicBezTo>
                  <a:lnTo>
                    <a:pt x="244" y="140"/>
                  </a:lnTo>
                  <a:lnTo>
                    <a:pt x="248" y="132"/>
                  </a:lnTo>
                  <a:close/>
                  <a:moveTo>
                    <a:pt x="299" y="147"/>
                  </a:moveTo>
                  <a:lnTo>
                    <a:pt x="299" y="147"/>
                  </a:lnTo>
                  <a:cubicBezTo>
                    <a:pt x="299" y="147"/>
                    <a:pt x="298" y="150"/>
                    <a:pt x="297" y="150"/>
                  </a:cubicBezTo>
                  <a:cubicBezTo>
                    <a:pt x="297" y="150"/>
                    <a:pt x="297" y="150"/>
                    <a:pt x="297" y="150"/>
                  </a:cubicBezTo>
                  <a:cubicBezTo>
                    <a:pt x="298" y="148"/>
                    <a:pt x="299" y="147"/>
                    <a:pt x="299" y="147"/>
                  </a:cubicBezTo>
                  <a:close/>
                  <a:moveTo>
                    <a:pt x="292" y="138"/>
                  </a:moveTo>
                  <a:lnTo>
                    <a:pt x="292" y="138"/>
                  </a:lnTo>
                  <a:cubicBezTo>
                    <a:pt x="290" y="143"/>
                    <a:pt x="288" y="148"/>
                    <a:pt x="284" y="152"/>
                  </a:cubicBezTo>
                  <a:lnTo>
                    <a:pt x="288" y="144"/>
                  </a:lnTo>
                  <a:lnTo>
                    <a:pt x="292" y="138"/>
                  </a:lnTo>
                  <a:close/>
                  <a:moveTo>
                    <a:pt x="267" y="133"/>
                  </a:moveTo>
                  <a:cubicBezTo>
                    <a:pt x="269" y="134"/>
                    <a:pt x="269" y="134"/>
                    <a:pt x="265" y="141"/>
                  </a:cubicBezTo>
                  <a:lnTo>
                    <a:pt x="257" y="156"/>
                  </a:lnTo>
                  <a:cubicBezTo>
                    <a:pt x="261" y="148"/>
                    <a:pt x="264" y="141"/>
                    <a:pt x="267" y="133"/>
                  </a:cubicBezTo>
                  <a:close/>
                  <a:moveTo>
                    <a:pt x="338" y="168"/>
                  </a:moveTo>
                  <a:cubicBezTo>
                    <a:pt x="339" y="169"/>
                    <a:pt x="339" y="169"/>
                    <a:pt x="336" y="176"/>
                  </a:cubicBezTo>
                  <a:cubicBezTo>
                    <a:pt x="332" y="181"/>
                    <a:pt x="331" y="182"/>
                    <a:pt x="330" y="182"/>
                  </a:cubicBezTo>
                  <a:cubicBezTo>
                    <a:pt x="330" y="182"/>
                    <a:pt x="329" y="182"/>
                    <a:pt x="329" y="182"/>
                  </a:cubicBezTo>
                  <a:cubicBezTo>
                    <a:pt x="331" y="177"/>
                    <a:pt x="335" y="171"/>
                    <a:pt x="338" y="168"/>
                  </a:cubicBezTo>
                  <a:close/>
                  <a:moveTo>
                    <a:pt x="3" y="170"/>
                  </a:moveTo>
                  <a:lnTo>
                    <a:pt x="0" y="186"/>
                  </a:lnTo>
                  <a:lnTo>
                    <a:pt x="0" y="187"/>
                  </a:lnTo>
                  <a:cubicBezTo>
                    <a:pt x="3" y="182"/>
                    <a:pt x="4" y="176"/>
                    <a:pt x="4" y="170"/>
                  </a:cubicBezTo>
                  <a:close/>
                  <a:moveTo>
                    <a:pt x="370" y="182"/>
                  </a:moveTo>
                  <a:cubicBezTo>
                    <a:pt x="366" y="186"/>
                    <a:pt x="363" y="190"/>
                    <a:pt x="359" y="195"/>
                  </a:cubicBezTo>
                  <a:lnTo>
                    <a:pt x="358" y="194"/>
                  </a:lnTo>
                  <a:lnTo>
                    <a:pt x="368" y="182"/>
                  </a:lnTo>
                  <a:close/>
                  <a:moveTo>
                    <a:pt x="450" y="189"/>
                  </a:moveTo>
                  <a:cubicBezTo>
                    <a:pt x="450" y="190"/>
                    <a:pt x="450" y="190"/>
                    <a:pt x="446" y="196"/>
                  </a:cubicBezTo>
                  <a:cubicBezTo>
                    <a:pt x="446" y="196"/>
                    <a:pt x="441" y="202"/>
                    <a:pt x="439" y="202"/>
                  </a:cubicBezTo>
                  <a:cubicBezTo>
                    <a:pt x="439" y="202"/>
                    <a:pt x="439" y="202"/>
                    <a:pt x="439" y="202"/>
                  </a:cubicBezTo>
                  <a:lnTo>
                    <a:pt x="445" y="195"/>
                  </a:lnTo>
                  <a:cubicBezTo>
                    <a:pt x="449" y="189"/>
                    <a:pt x="450" y="189"/>
                    <a:pt x="450" y="189"/>
                  </a:cubicBezTo>
                  <a:close/>
                  <a:moveTo>
                    <a:pt x="463" y="190"/>
                  </a:moveTo>
                  <a:lnTo>
                    <a:pt x="464" y="192"/>
                  </a:lnTo>
                  <a:cubicBezTo>
                    <a:pt x="459" y="197"/>
                    <a:pt x="453" y="203"/>
                    <a:pt x="452" y="203"/>
                  </a:cubicBezTo>
                  <a:cubicBezTo>
                    <a:pt x="452" y="203"/>
                    <a:pt x="451" y="203"/>
                    <a:pt x="451" y="203"/>
                  </a:cubicBezTo>
                  <a:lnTo>
                    <a:pt x="457" y="196"/>
                  </a:lnTo>
                  <a:lnTo>
                    <a:pt x="463" y="190"/>
                  </a:lnTo>
                  <a:close/>
                  <a:moveTo>
                    <a:pt x="377" y="212"/>
                  </a:moveTo>
                  <a:cubicBezTo>
                    <a:pt x="377" y="212"/>
                    <a:pt x="376" y="214"/>
                    <a:pt x="373" y="217"/>
                  </a:cubicBezTo>
                  <a:cubicBezTo>
                    <a:pt x="375" y="214"/>
                    <a:pt x="377" y="212"/>
                    <a:pt x="377" y="212"/>
                  </a:cubicBezTo>
                  <a:close/>
                  <a:moveTo>
                    <a:pt x="433" y="234"/>
                  </a:moveTo>
                  <a:cubicBezTo>
                    <a:pt x="433" y="234"/>
                    <a:pt x="432" y="235"/>
                    <a:pt x="429" y="239"/>
                  </a:cubicBezTo>
                  <a:cubicBezTo>
                    <a:pt x="425" y="243"/>
                    <a:pt x="424" y="244"/>
                    <a:pt x="424" y="244"/>
                  </a:cubicBezTo>
                  <a:cubicBezTo>
                    <a:pt x="423" y="244"/>
                    <a:pt x="423" y="244"/>
                    <a:pt x="423" y="243"/>
                  </a:cubicBezTo>
                  <a:cubicBezTo>
                    <a:pt x="422" y="242"/>
                    <a:pt x="422" y="242"/>
                    <a:pt x="428" y="238"/>
                  </a:cubicBezTo>
                  <a:cubicBezTo>
                    <a:pt x="431" y="235"/>
                    <a:pt x="433" y="234"/>
                    <a:pt x="433" y="234"/>
                  </a:cubicBezTo>
                  <a:close/>
                  <a:moveTo>
                    <a:pt x="432" y="241"/>
                  </a:moveTo>
                  <a:lnTo>
                    <a:pt x="432" y="242"/>
                  </a:lnTo>
                  <a:cubicBezTo>
                    <a:pt x="433" y="242"/>
                    <a:pt x="433" y="242"/>
                    <a:pt x="428" y="248"/>
                  </a:cubicBezTo>
                  <a:lnTo>
                    <a:pt x="427" y="248"/>
                  </a:lnTo>
                  <a:lnTo>
                    <a:pt x="432" y="241"/>
                  </a:lnTo>
                  <a:close/>
                  <a:moveTo>
                    <a:pt x="438" y="247"/>
                  </a:moveTo>
                  <a:lnTo>
                    <a:pt x="438" y="248"/>
                  </a:lnTo>
                  <a:cubicBezTo>
                    <a:pt x="438" y="248"/>
                    <a:pt x="438" y="248"/>
                    <a:pt x="432" y="253"/>
                  </a:cubicBezTo>
                  <a:lnTo>
                    <a:pt x="438" y="247"/>
                  </a:lnTo>
                  <a:close/>
                  <a:moveTo>
                    <a:pt x="454" y="241"/>
                  </a:moveTo>
                  <a:lnTo>
                    <a:pt x="455" y="242"/>
                  </a:lnTo>
                  <a:cubicBezTo>
                    <a:pt x="455" y="242"/>
                    <a:pt x="449" y="248"/>
                    <a:pt x="449" y="248"/>
                  </a:cubicBezTo>
                  <a:cubicBezTo>
                    <a:pt x="449" y="248"/>
                    <a:pt x="444" y="253"/>
                    <a:pt x="444" y="253"/>
                  </a:cubicBezTo>
                  <a:cubicBezTo>
                    <a:pt x="444" y="253"/>
                    <a:pt x="444" y="253"/>
                    <a:pt x="444" y="253"/>
                  </a:cubicBezTo>
                  <a:lnTo>
                    <a:pt x="454" y="241"/>
                  </a:lnTo>
                  <a:close/>
                  <a:moveTo>
                    <a:pt x="428" y="256"/>
                  </a:moveTo>
                  <a:cubicBezTo>
                    <a:pt x="428" y="256"/>
                    <a:pt x="427" y="256"/>
                    <a:pt x="426" y="258"/>
                  </a:cubicBezTo>
                  <a:cubicBezTo>
                    <a:pt x="426" y="258"/>
                    <a:pt x="426" y="258"/>
                    <a:pt x="426" y="258"/>
                  </a:cubicBezTo>
                  <a:cubicBezTo>
                    <a:pt x="426" y="258"/>
                    <a:pt x="428" y="256"/>
                    <a:pt x="428" y="256"/>
                  </a:cubicBezTo>
                  <a:close/>
                  <a:moveTo>
                    <a:pt x="410" y="263"/>
                  </a:moveTo>
                  <a:cubicBezTo>
                    <a:pt x="408" y="265"/>
                    <a:pt x="406" y="267"/>
                    <a:pt x="403" y="270"/>
                  </a:cubicBezTo>
                  <a:cubicBezTo>
                    <a:pt x="403" y="270"/>
                    <a:pt x="403" y="271"/>
                    <a:pt x="402" y="271"/>
                  </a:cubicBezTo>
                  <a:lnTo>
                    <a:pt x="402" y="271"/>
                  </a:lnTo>
                  <a:cubicBezTo>
                    <a:pt x="404" y="270"/>
                    <a:pt x="406" y="267"/>
                    <a:pt x="409" y="265"/>
                  </a:cubicBezTo>
                  <a:cubicBezTo>
                    <a:pt x="409" y="264"/>
                    <a:pt x="409" y="264"/>
                    <a:pt x="410" y="263"/>
                  </a:cubicBezTo>
                  <a:close/>
                  <a:moveTo>
                    <a:pt x="402" y="271"/>
                  </a:moveTo>
                  <a:cubicBezTo>
                    <a:pt x="401" y="273"/>
                    <a:pt x="400" y="274"/>
                    <a:pt x="400" y="274"/>
                  </a:cubicBezTo>
                  <a:cubicBezTo>
                    <a:pt x="400" y="274"/>
                    <a:pt x="401" y="273"/>
                    <a:pt x="402" y="271"/>
                  </a:cubicBezTo>
                  <a:close/>
                  <a:moveTo>
                    <a:pt x="478" y="264"/>
                  </a:moveTo>
                  <a:cubicBezTo>
                    <a:pt x="478" y="264"/>
                    <a:pt x="478" y="265"/>
                    <a:pt x="476" y="267"/>
                  </a:cubicBezTo>
                  <a:lnTo>
                    <a:pt x="463" y="277"/>
                  </a:lnTo>
                  <a:lnTo>
                    <a:pt x="468" y="271"/>
                  </a:lnTo>
                  <a:cubicBezTo>
                    <a:pt x="473" y="267"/>
                    <a:pt x="477" y="264"/>
                    <a:pt x="478" y="264"/>
                  </a:cubicBezTo>
                  <a:close/>
                  <a:moveTo>
                    <a:pt x="135" y="260"/>
                  </a:moveTo>
                  <a:lnTo>
                    <a:pt x="131" y="275"/>
                  </a:lnTo>
                  <a:cubicBezTo>
                    <a:pt x="130" y="278"/>
                    <a:pt x="129" y="280"/>
                    <a:pt x="129" y="280"/>
                  </a:cubicBezTo>
                  <a:cubicBezTo>
                    <a:pt x="129" y="280"/>
                    <a:pt x="131" y="277"/>
                    <a:pt x="134" y="268"/>
                  </a:cubicBezTo>
                  <a:cubicBezTo>
                    <a:pt x="136" y="260"/>
                    <a:pt x="136" y="260"/>
                    <a:pt x="135" y="260"/>
                  </a:cubicBezTo>
                  <a:close/>
                  <a:moveTo>
                    <a:pt x="515" y="267"/>
                  </a:moveTo>
                  <a:cubicBezTo>
                    <a:pt x="516" y="267"/>
                    <a:pt x="516" y="267"/>
                    <a:pt x="510" y="272"/>
                  </a:cubicBezTo>
                  <a:cubicBezTo>
                    <a:pt x="506" y="276"/>
                    <a:pt x="502" y="279"/>
                    <a:pt x="497" y="281"/>
                  </a:cubicBezTo>
                  <a:cubicBezTo>
                    <a:pt x="502" y="276"/>
                    <a:pt x="509" y="270"/>
                    <a:pt x="515" y="267"/>
                  </a:cubicBezTo>
                  <a:close/>
                  <a:moveTo>
                    <a:pt x="590" y="353"/>
                  </a:moveTo>
                  <a:cubicBezTo>
                    <a:pt x="591" y="353"/>
                    <a:pt x="581" y="360"/>
                    <a:pt x="570" y="365"/>
                  </a:cubicBezTo>
                  <a:cubicBezTo>
                    <a:pt x="564" y="369"/>
                    <a:pt x="560" y="371"/>
                    <a:pt x="560" y="371"/>
                  </a:cubicBezTo>
                  <a:cubicBezTo>
                    <a:pt x="560" y="371"/>
                    <a:pt x="563" y="369"/>
                    <a:pt x="570" y="364"/>
                  </a:cubicBezTo>
                  <a:cubicBezTo>
                    <a:pt x="574" y="361"/>
                    <a:pt x="578" y="359"/>
                    <a:pt x="584" y="357"/>
                  </a:cubicBezTo>
                  <a:cubicBezTo>
                    <a:pt x="588" y="354"/>
                    <a:pt x="590" y="353"/>
                    <a:pt x="590" y="353"/>
                  </a:cubicBezTo>
                  <a:close/>
                  <a:moveTo>
                    <a:pt x="63" y="6"/>
                  </a:moveTo>
                  <a:cubicBezTo>
                    <a:pt x="63" y="6"/>
                    <a:pt x="62" y="12"/>
                    <a:pt x="60" y="26"/>
                  </a:cubicBezTo>
                  <a:cubicBezTo>
                    <a:pt x="59" y="31"/>
                    <a:pt x="59" y="37"/>
                    <a:pt x="60" y="42"/>
                  </a:cubicBezTo>
                  <a:lnTo>
                    <a:pt x="62" y="42"/>
                  </a:lnTo>
                  <a:lnTo>
                    <a:pt x="59" y="50"/>
                  </a:lnTo>
                  <a:cubicBezTo>
                    <a:pt x="55" y="55"/>
                    <a:pt x="54" y="60"/>
                    <a:pt x="54" y="66"/>
                  </a:cubicBezTo>
                  <a:cubicBezTo>
                    <a:pt x="54" y="66"/>
                    <a:pt x="52" y="74"/>
                    <a:pt x="52" y="74"/>
                  </a:cubicBezTo>
                  <a:cubicBezTo>
                    <a:pt x="52" y="74"/>
                    <a:pt x="53" y="66"/>
                    <a:pt x="54" y="58"/>
                  </a:cubicBezTo>
                  <a:cubicBezTo>
                    <a:pt x="57" y="50"/>
                    <a:pt x="58" y="41"/>
                    <a:pt x="59" y="33"/>
                  </a:cubicBezTo>
                  <a:cubicBezTo>
                    <a:pt x="59" y="23"/>
                    <a:pt x="59" y="16"/>
                    <a:pt x="58" y="16"/>
                  </a:cubicBezTo>
                  <a:cubicBezTo>
                    <a:pt x="58" y="16"/>
                    <a:pt x="57" y="19"/>
                    <a:pt x="57" y="24"/>
                  </a:cubicBezTo>
                  <a:cubicBezTo>
                    <a:pt x="57" y="24"/>
                    <a:pt x="57" y="24"/>
                    <a:pt x="57" y="17"/>
                  </a:cubicBezTo>
                  <a:cubicBezTo>
                    <a:pt x="57" y="13"/>
                    <a:pt x="57" y="11"/>
                    <a:pt x="57" y="11"/>
                  </a:cubicBezTo>
                  <a:lnTo>
                    <a:pt x="57" y="11"/>
                  </a:lnTo>
                  <a:cubicBezTo>
                    <a:pt x="57" y="11"/>
                    <a:pt x="56" y="15"/>
                    <a:pt x="54" y="24"/>
                  </a:cubicBezTo>
                  <a:cubicBezTo>
                    <a:pt x="53" y="32"/>
                    <a:pt x="52" y="36"/>
                    <a:pt x="51" y="36"/>
                  </a:cubicBezTo>
                  <a:cubicBezTo>
                    <a:pt x="51" y="36"/>
                    <a:pt x="51" y="32"/>
                    <a:pt x="52" y="23"/>
                  </a:cubicBezTo>
                  <a:cubicBezTo>
                    <a:pt x="52" y="14"/>
                    <a:pt x="51" y="10"/>
                    <a:pt x="50" y="10"/>
                  </a:cubicBezTo>
                  <a:cubicBezTo>
                    <a:pt x="50" y="10"/>
                    <a:pt x="49" y="11"/>
                    <a:pt x="49" y="14"/>
                  </a:cubicBezTo>
                  <a:cubicBezTo>
                    <a:pt x="47" y="24"/>
                    <a:pt x="45" y="28"/>
                    <a:pt x="44" y="28"/>
                  </a:cubicBezTo>
                  <a:cubicBezTo>
                    <a:pt x="44" y="28"/>
                    <a:pt x="44" y="26"/>
                    <a:pt x="44" y="22"/>
                  </a:cubicBezTo>
                  <a:cubicBezTo>
                    <a:pt x="44" y="18"/>
                    <a:pt x="44" y="15"/>
                    <a:pt x="43" y="15"/>
                  </a:cubicBezTo>
                  <a:cubicBezTo>
                    <a:pt x="43" y="15"/>
                    <a:pt x="42" y="17"/>
                    <a:pt x="42" y="21"/>
                  </a:cubicBezTo>
                  <a:cubicBezTo>
                    <a:pt x="43" y="16"/>
                    <a:pt x="43" y="10"/>
                    <a:pt x="42" y="10"/>
                  </a:cubicBezTo>
                  <a:lnTo>
                    <a:pt x="42" y="10"/>
                  </a:lnTo>
                  <a:cubicBezTo>
                    <a:pt x="42" y="10"/>
                    <a:pt x="41" y="11"/>
                    <a:pt x="41" y="13"/>
                  </a:cubicBezTo>
                  <a:cubicBezTo>
                    <a:pt x="41" y="13"/>
                    <a:pt x="41" y="13"/>
                    <a:pt x="40" y="21"/>
                  </a:cubicBezTo>
                  <a:lnTo>
                    <a:pt x="36" y="37"/>
                  </a:lnTo>
                  <a:cubicBezTo>
                    <a:pt x="36" y="42"/>
                    <a:pt x="36" y="48"/>
                    <a:pt x="35" y="54"/>
                  </a:cubicBezTo>
                  <a:cubicBezTo>
                    <a:pt x="35" y="55"/>
                    <a:pt x="35" y="56"/>
                    <a:pt x="34" y="56"/>
                  </a:cubicBezTo>
                  <a:cubicBezTo>
                    <a:pt x="33" y="56"/>
                    <a:pt x="32" y="47"/>
                    <a:pt x="34" y="28"/>
                  </a:cubicBezTo>
                  <a:lnTo>
                    <a:pt x="34" y="12"/>
                  </a:lnTo>
                  <a:cubicBezTo>
                    <a:pt x="33" y="20"/>
                    <a:pt x="32" y="28"/>
                    <a:pt x="32" y="28"/>
                  </a:cubicBezTo>
                  <a:cubicBezTo>
                    <a:pt x="32" y="28"/>
                    <a:pt x="31" y="28"/>
                    <a:pt x="32" y="19"/>
                  </a:cubicBezTo>
                  <a:cubicBezTo>
                    <a:pt x="33" y="11"/>
                    <a:pt x="33" y="11"/>
                    <a:pt x="32" y="11"/>
                  </a:cubicBezTo>
                  <a:cubicBezTo>
                    <a:pt x="32" y="11"/>
                    <a:pt x="32" y="11"/>
                    <a:pt x="31" y="19"/>
                  </a:cubicBezTo>
                  <a:cubicBezTo>
                    <a:pt x="29" y="28"/>
                    <a:pt x="29" y="32"/>
                    <a:pt x="29" y="32"/>
                  </a:cubicBezTo>
                  <a:cubicBezTo>
                    <a:pt x="28" y="32"/>
                    <a:pt x="28" y="30"/>
                    <a:pt x="28" y="27"/>
                  </a:cubicBezTo>
                  <a:cubicBezTo>
                    <a:pt x="29" y="19"/>
                    <a:pt x="29" y="14"/>
                    <a:pt x="29" y="14"/>
                  </a:cubicBezTo>
                  <a:lnTo>
                    <a:pt x="29" y="14"/>
                  </a:lnTo>
                  <a:cubicBezTo>
                    <a:pt x="29" y="14"/>
                    <a:pt x="28" y="18"/>
                    <a:pt x="26" y="27"/>
                  </a:cubicBezTo>
                  <a:cubicBezTo>
                    <a:pt x="25" y="35"/>
                    <a:pt x="25" y="38"/>
                    <a:pt x="24" y="38"/>
                  </a:cubicBezTo>
                  <a:cubicBezTo>
                    <a:pt x="24" y="38"/>
                    <a:pt x="25" y="35"/>
                    <a:pt x="25" y="27"/>
                  </a:cubicBezTo>
                  <a:cubicBezTo>
                    <a:pt x="26" y="21"/>
                    <a:pt x="26" y="15"/>
                    <a:pt x="26" y="10"/>
                  </a:cubicBezTo>
                  <a:lnTo>
                    <a:pt x="26" y="10"/>
                  </a:lnTo>
                  <a:lnTo>
                    <a:pt x="25" y="18"/>
                  </a:lnTo>
                  <a:cubicBezTo>
                    <a:pt x="24" y="27"/>
                    <a:pt x="23" y="31"/>
                    <a:pt x="23" y="31"/>
                  </a:cubicBezTo>
                  <a:cubicBezTo>
                    <a:pt x="22" y="31"/>
                    <a:pt x="22" y="29"/>
                    <a:pt x="23" y="26"/>
                  </a:cubicBezTo>
                  <a:cubicBezTo>
                    <a:pt x="23" y="22"/>
                    <a:pt x="23" y="20"/>
                    <a:pt x="23" y="20"/>
                  </a:cubicBezTo>
                  <a:lnTo>
                    <a:pt x="23" y="20"/>
                  </a:lnTo>
                  <a:cubicBezTo>
                    <a:pt x="23" y="20"/>
                    <a:pt x="22" y="22"/>
                    <a:pt x="21" y="26"/>
                  </a:cubicBezTo>
                  <a:cubicBezTo>
                    <a:pt x="18" y="24"/>
                    <a:pt x="18" y="24"/>
                    <a:pt x="18" y="17"/>
                  </a:cubicBezTo>
                  <a:cubicBezTo>
                    <a:pt x="17" y="20"/>
                    <a:pt x="17" y="22"/>
                    <a:pt x="16" y="22"/>
                  </a:cubicBezTo>
                  <a:cubicBezTo>
                    <a:pt x="16" y="22"/>
                    <a:pt x="16" y="20"/>
                    <a:pt x="16" y="15"/>
                  </a:cubicBezTo>
                  <a:cubicBezTo>
                    <a:pt x="16" y="12"/>
                    <a:pt x="16" y="10"/>
                    <a:pt x="16" y="10"/>
                  </a:cubicBezTo>
                  <a:cubicBezTo>
                    <a:pt x="16" y="10"/>
                    <a:pt x="15" y="12"/>
                    <a:pt x="14" y="15"/>
                  </a:cubicBezTo>
                  <a:cubicBezTo>
                    <a:pt x="13" y="23"/>
                    <a:pt x="12" y="32"/>
                    <a:pt x="12" y="40"/>
                  </a:cubicBezTo>
                  <a:cubicBezTo>
                    <a:pt x="13" y="40"/>
                    <a:pt x="13" y="40"/>
                    <a:pt x="12" y="48"/>
                  </a:cubicBezTo>
                  <a:lnTo>
                    <a:pt x="11" y="48"/>
                  </a:lnTo>
                  <a:cubicBezTo>
                    <a:pt x="9" y="48"/>
                    <a:pt x="8" y="48"/>
                    <a:pt x="6" y="55"/>
                  </a:cubicBezTo>
                  <a:cubicBezTo>
                    <a:pt x="4" y="61"/>
                    <a:pt x="2" y="74"/>
                    <a:pt x="4" y="74"/>
                  </a:cubicBezTo>
                  <a:cubicBezTo>
                    <a:pt x="4" y="74"/>
                    <a:pt x="4" y="73"/>
                    <a:pt x="5" y="72"/>
                  </a:cubicBezTo>
                  <a:lnTo>
                    <a:pt x="5" y="72"/>
                  </a:lnTo>
                  <a:lnTo>
                    <a:pt x="4" y="79"/>
                  </a:lnTo>
                  <a:cubicBezTo>
                    <a:pt x="3" y="92"/>
                    <a:pt x="2" y="98"/>
                    <a:pt x="3" y="98"/>
                  </a:cubicBezTo>
                  <a:cubicBezTo>
                    <a:pt x="3" y="98"/>
                    <a:pt x="4" y="92"/>
                    <a:pt x="6" y="79"/>
                  </a:cubicBezTo>
                  <a:cubicBezTo>
                    <a:pt x="7" y="66"/>
                    <a:pt x="8" y="61"/>
                    <a:pt x="8" y="61"/>
                  </a:cubicBezTo>
                  <a:lnTo>
                    <a:pt x="8" y="61"/>
                  </a:lnTo>
                  <a:cubicBezTo>
                    <a:pt x="8" y="61"/>
                    <a:pt x="8" y="65"/>
                    <a:pt x="7" y="72"/>
                  </a:cubicBezTo>
                  <a:cubicBezTo>
                    <a:pt x="5" y="88"/>
                    <a:pt x="6" y="88"/>
                    <a:pt x="7" y="88"/>
                  </a:cubicBezTo>
                  <a:cubicBezTo>
                    <a:pt x="7" y="88"/>
                    <a:pt x="7" y="88"/>
                    <a:pt x="6" y="96"/>
                  </a:cubicBezTo>
                  <a:cubicBezTo>
                    <a:pt x="6" y="102"/>
                    <a:pt x="5" y="107"/>
                    <a:pt x="6" y="113"/>
                  </a:cubicBezTo>
                  <a:cubicBezTo>
                    <a:pt x="7" y="113"/>
                    <a:pt x="7" y="113"/>
                    <a:pt x="8" y="105"/>
                  </a:cubicBezTo>
                  <a:cubicBezTo>
                    <a:pt x="8" y="102"/>
                    <a:pt x="8" y="100"/>
                    <a:pt x="9" y="100"/>
                  </a:cubicBezTo>
                  <a:lnTo>
                    <a:pt x="9" y="100"/>
                  </a:lnTo>
                  <a:cubicBezTo>
                    <a:pt x="9" y="100"/>
                    <a:pt x="9" y="104"/>
                    <a:pt x="8" y="113"/>
                  </a:cubicBezTo>
                  <a:cubicBezTo>
                    <a:pt x="8" y="117"/>
                    <a:pt x="8" y="119"/>
                    <a:pt x="8" y="119"/>
                  </a:cubicBezTo>
                  <a:cubicBezTo>
                    <a:pt x="8" y="119"/>
                    <a:pt x="9" y="115"/>
                    <a:pt x="9" y="105"/>
                  </a:cubicBezTo>
                  <a:cubicBezTo>
                    <a:pt x="11" y="98"/>
                    <a:pt x="12" y="94"/>
                    <a:pt x="12" y="94"/>
                  </a:cubicBezTo>
                  <a:lnTo>
                    <a:pt x="12" y="94"/>
                  </a:lnTo>
                  <a:cubicBezTo>
                    <a:pt x="13" y="94"/>
                    <a:pt x="13" y="98"/>
                    <a:pt x="12" y="106"/>
                  </a:cubicBezTo>
                  <a:lnTo>
                    <a:pt x="14" y="106"/>
                  </a:lnTo>
                  <a:cubicBezTo>
                    <a:pt x="15" y="101"/>
                    <a:pt x="16" y="96"/>
                    <a:pt x="16" y="91"/>
                  </a:cubicBezTo>
                  <a:cubicBezTo>
                    <a:pt x="17" y="81"/>
                    <a:pt x="18" y="77"/>
                    <a:pt x="18" y="77"/>
                  </a:cubicBezTo>
                  <a:cubicBezTo>
                    <a:pt x="18" y="77"/>
                    <a:pt x="18" y="79"/>
                    <a:pt x="18" y="83"/>
                  </a:cubicBezTo>
                  <a:cubicBezTo>
                    <a:pt x="17" y="91"/>
                    <a:pt x="16" y="98"/>
                    <a:pt x="16" y="98"/>
                  </a:cubicBezTo>
                  <a:cubicBezTo>
                    <a:pt x="16" y="107"/>
                    <a:pt x="16" y="107"/>
                    <a:pt x="17" y="107"/>
                  </a:cubicBezTo>
                  <a:cubicBezTo>
                    <a:pt x="17" y="107"/>
                    <a:pt x="18" y="107"/>
                    <a:pt x="20" y="104"/>
                  </a:cubicBezTo>
                  <a:lnTo>
                    <a:pt x="20" y="104"/>
                  </a:lnTo>
                  <a:cubicBezTo>
                    <a:pt x="20" y="105"/>
                    <a:pt x="20" y="106"/>
                    <a:pt x="20" y="107"/>
                  </a:cubicBezTo>
                  <a:cubicBezTo>
                    <a:pt x="20" y="107"/>
                    <a:pt x="21" y="109"/>
                    <a:pt x="21" y="116"/>
                  </a:cubicBezTo>
                  <a:cubicBezTo>
                    <a:pt x="21" y="118"/>
                    <a:pt x="21" y="119"/>
                    <a:pt x="21" y="119"/>
                  </a:cubicBezTo>
                  <a:cubicBezTo>
                    <a:pt x="23" y="119"/>
                    <a:pt x="25" y="106"/>
                    <a:pt x="26" y="93"/>
                  </a:cubicBezTo>
                  <a:cubicBezTo>
                    <a:pt x="27" y="93"/>
                    <a:pt x="28" y="85"/>
                    <a:pt x="28" y="85"/>
                  </a:cubicBezTo>
                  <a:cubicBezTo>
                    <a:pt x="30" y="77"/>
                    <a:pt x="30" y="77"/>
                    <a:pt x="31" y="77"/>
                  </a:cubicBezTo>
                  <a:lnTo>
                    <a:pt x="28" y="93"/>
                  </a:lnTo>
                  <a:cubicBezTo>
                    <a:pt x="26" y="107"/>
                    <a:pt x="25" y="116"/>
                    <a:pt x="26" y="116"/>
                  </a:cubicBezTo>
                  <a:cubicBezTo>
                    <a:pt x="26" y="116"/>
                    <a:pt x="27" y="112"/>
                    <a:pt x="28" y="102"/>
                  </a:cubicBezTo>
                  <a:lnTo>
                    <a:pt x="28" y="102"/>
                  </a:lnTo>
                  <a:cubicBezTo>
                    <a:pt x="28" y="106"/>
                    <a:pt x="28" y="105"/>
                    <a:pt x="27" y="110"/>
                  </a:cubicBezTo>
                  <a:cubicBezTo>
                    <a:pt x="27" y="114"/>
                    <a:pt x="27" y="116"/>
                    <a:pt x="27" y="116"/>
                  </a:cubicBezTo>
                  <a:cubicBezTo>
                    <a:pt x="28" y="116"/>
                    <a:pt x="28" y="114"/>
                    <a:pt x="30" y="110"/>
                  </a:cubicBezTo>
                  <a:cubicBezTo>
                    <a:pt x="32" y="102"/>
                    <a:pt x="34" y="94"/>
                    <a:pt x="35" y="86"/>
                  </a:cubicBezTo>
                  <a:cubicBezTo>
                    <a:pt x="36" y="78"/>
                    <a:pt x="36" y="78"/>
                    <a:pt x="36" y="78"/>
                  </a:cubicBezTo>
                  <a:cubicBezTo>
                    <a:pt x="37" y="78"/>
                    <a:pt x="37" y="78"/>
                    <a:pt x="36" y="86"/>
                  </a:cubicBezTo>
                  <a:cubicBezTo>
                    <a:pt x="35" y="95"/>
                    <a:pt x="35" y="99"/>
                    <a:pt x="35" y="99"/>
                  </a:cubicBezTo>
                  <a:cubicBezTo>
                    <a:pt x="36" y="99"/>
                    <a:pt x="37" y="95"/>
                    <a:pt x="39" y="87"/>
                  </a:cubicBezTo>
                  <a:lnTo>
                    <a:pt x="39" y="87"/>
                  </a:lnTo>
                  <a:lnTo>
                    <a:pt x="37" y="95"/>
                  </a:lnTo>
                  <a:cubicBezTo>
                    <a:pt x="37" y="101"/>
                    <a:pt x="36" y="107"/>
                    <a:pt x="38" y="107"/>
                  </a:cubicBezTo>
                  <a:cubicBezTo>
                    <a:pt x="38" y="107"/>
                    <a:pt x="39" y="106"/>
                    <a:pt x="41" y="104"/>
                  </a:cubicBezTo>
                  <a:cubicBezTo>
                    <a:pt x="43" y="105"/>
                    <a:pt x="45" y="105"/>
                    <a:pt x="44" y="113"/>
                  </a:cubicBezTo>
                  <a:cubicBezTo>
                    <a:pt x="44" y="115"/>
                    <a:pt x="44" y="116"/>
                    <a:pt x="44" y="116"/>
                  </a:cubicBezTo>
                  <a:cubicBezTo>
                    <a:pt x="45" y="116"/>
                    <a:pt x="49" y="103"/>
                    <a:pt x="52" y="91"/>
                  </a:cubicBezTo>
                  <a:lnTo>
                    <a:pt x="52" y="91"/>
                  </a:lnTo>
                  <a:cubicBezTo>
                    <a:pt x="51" y="98"/>
                    <a:pt x="52" y="98"/>
                    <a:pt x="53" y="98"/>
                  </a:cubicBezTo>
                  <a:cubicBezTo>
                    <a:pt x="55" y="100"/>
                    <a:pt x="55" y="100"/>
                    <a:pt x="54" y="107"/>
                  </a:cubicBezTo>
                  <a:cubicBezTo>
                    <a:pt x="53" y="115"/>
                    <a:pt x="52" y="119"/>
                    <a:pt x="52" y="119"/>
                  </a:cubicBezTo>
                  <a:cubicBezTo>
                    <a:pt x="52" y="119"/>
                    <a:pt x="53" y="115"/>
                    <a:pt x="55" y="107"/>
                  </a:cubicBezTo>
                  <a:cubicBezTo>
                    <a:pt x="56" y="102"/>
                    <a:pt x="57" y="99"/>
                    <a:pt x="57" y="99"/>
                  </a:cubicBezTo>
                  <a:lnTo>
                    <a:pt x="57" y="99"/>
                  </a:lnTo>
                  <a:cubicBezTo>
                    <a:pt x="58" y="99"/>
                    <a:pt x="58" y="107"/>
                    <a:pt x="57" y="116"/>
                  </a:cubicBezTo>
                  <a:cubicBezTo>
                    <a:pt x="55" y="124"/>
                    <a:pt x="55" y="124"/>
                    <a:pt x="58" y="125"/>
                  </a:cubicBezTo>
                  <a:cubicBezTo>
                    <a:pt x="59" y="118"/>
                    <a:pt x="61" y="118"/>
                    <a:pt x="62" y="118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4" y="118"/>
                    <a:pt x="65" y="115"/>
                    <a:pt x="67" y="103"/>
                  </a:cubicBezTo>
                  <a:cubicBezTo>
                    <a:pt x="67" y="103"/>
                    <a:pt x="67" y="102"/>
                    <a:pt x="67" y="102"/>
                  </a:cubicBezTo>
                  <a:lnTo>
                    <a:pt x="67" y="102"/>
                  </a:lnTo>
                  <a:cubicBezTo>
                    <a:pt x="66" y="102"/>
                    <a:pt x="66" y="102"/>
                    <a:pt x="66" y="102"/>
                  </a:cubicBezTo>
                  <a:cubicBezTo>
                    <a:pt x="65" y="102"/>
                    <a:pt x="65" y="102"/>
                    <a:pt x="64" y="102"/>
                  </a:cubicBezTo>
                  <a:lnTo>
                    <a:pt x="63" y="102"/>
                  </a:lnTo>
                  <a:cubicBezTo>
                    <a:pt x="54" y="98"/>
                    <a:pt x="58" y="86"/>
                    <a:pt x="65" y="86"/>
                  </a:cubicBezTo>
                  <a:cubicBezTo>
                    <a:pt x="66" y="86"/>
                    <a:pt x="67" y="86"/>
                    <a:pt x="68" y="86"/>
                  </a:cubicBezTo>
                  <a:cubicBezTo>
                    <a:pt x="69" y="86"/>
                    <a:pt x="70" y="87"/>
                    <a:pt x="70" y="87"/>
                  </a:cubicBezTo>
                  <a:lnTo>
                    <a:pt x="70" y="87"/>
                  </a:lnTo>
                  <a:cubicBezTo>
                    <a:pt x="71" y="87"/>
                    <a:pt x="71" y="87"/>
                    <a:pt x="71" y="87"/>
                  </a:cubicBezTo>
                  <a:cubicBezTo>
                    <a:pt x="71" y="87"/>
                    <a:pt x="72" y="87"/>
                    <a:pt x="72" y="87"/>
                  </a:cubicBezTo>
                  <a:cubicBezTo>
                    <a:pt x="72" y="87"/>
                    <a:pt x="73" y="87"/>
                    <a:pt x="73" y="89"/>
                  </a:cubicBezTo>
                  <a:lnTo>
                    <a:pt x="73" y="89"/>
                  </a:lnTo>
                  <a:cubicBezTo>
                    <a:pt x="72" y="88"/>
                    <a:pt x="71" y="88"/>
                    <a:pt x="70" y="87"/>
                  </a:cubicBezTo>
                  <a:lnTo>
                    <a:pt x="70" y="87"/>
                  </a:lnTo>
                  <a:cubicBezTo>
                    <a:pt x="70" y="88"/>
                    <a:pt x="69" y="92"/>
                    <a:pt x="67" y="102"/>
                  </a:cubicBezTo>
                  <a:lnTo>
                    <a:pt x="67" y="102"/>
                  </a:lnTo>
                  <a:cubicBezTo>
                    <a:pt x="67" y="102"/>
                    <a:pt x="68" y="102"/>
                    <a:pt x="69" y="101"/>
                  </a:cubicBezTo>
                  <a:lnTo>
                    <a:pt x="69" y="101"/>
                  </a:lnTo>
                  <a:cubicBezTo>
                    <a:pt x="68" y="104"/>
                    <a:pt x="67" y="107"/>
                    <a:pt x="67" y="111"/>
                  </a:cubicBezTo>
                  <a:cubicBezTo>
                    <a:pt x="65" y="119"/>
                    <a:pt x="65" y="119"/>
                    <a:pt x="68" y="119"/>
                  </a:cubicBezTo>
                  <a:cubicBezTo>
                    <a:pt x="68" y="119"/>
                    <a:pt x="70" y="111"/>
                    <a:pt x="70" y="111"/>
                  </a:cubicBezTo>
                  <a:cubicBezTo>
                    <a:pt x="71" y="103"/>
                    <a:pt x="71" y="103"/>
                    <a:pt x="70" y="103"/>
                  </a:cubicBezTo>
                  <a:cubicBezTo>
                    <a:pt x="70" y="102"/>
                    <a:pt x="70" y="101"/>
                    <a:pt x="70" y="101"/>
                  </a:cubicBezTo>
                  <a:lnTo>
                    <a:pt x="70" y="101"/>
                  </a:lnTo>
                  <a:cubicBezTo>
                    <a:pt x="69" y="101"/>
                    <a:pt x="69" y="101"/>
                    <a:pt x="69" y="101"/>
                  </a:cubicBezTo>
                  <a:lnTo>
                    <a:pt x="69" y="101"/>
                  </a:lnTo>
                  <a:cubicBezTo>
                    <a:pt x="69" y="100"/>
                    <a:pt x="69" y="100"/>
                    <a:pt x="69" y="100"/>
                  </a:cubicBezTo>
                  <a:cubicBezTo>
                    <a:pt x="70" y="100"/>
                    <a:pt x="70" y="100"/>
                    <a:pt x="70" y="101"/>
                  </a:cubicBezTo>
                  <a:lnTo>
                    <a:pt x="70" y="101"/>
                  </a:lnTo>
                  <a:cubicBezTo>
                    <a:pt x="70" y="101"/>
                    <a:pt x="71" y="100"/>
                    <a:pt x="71" y="100"/>
                  </a:cubicBezTo>
                  <a:lnTo>
                    <a:pt x="71" y="100"/>
                  </a:lnTo>
                  <a:cubicBezTo>
                    <a:pt x="71" y="101"/>
                    <a:pt x="72" y="103"/>
                    <a:pt x="72" y="104"/>
                  </a:cubicBezTo>
                  <a:cubicBezTo>
                    <a:pt x="72" y="104"/>
                    <a:pt x="73" y="104"/>
                    <a:pt x="72" y="112"/>
                  </a:cubicBezTo>
                  <a:cubicBezTo>
                    <a:pt x="72" y="112"/>
                    <a:pt x="71" y="120"/>
                    <a:pt x="72" y="121"/>
                  </a:cubicBezTo>
                  <a:cubicBezTo>
                    <a:pt x="74" y="121"/>
                    <a:pt x="76" y="121"/>
                    <a:pt x="74" y="130"/>
                  </a:cubicBezTo>
                  <a:cubicBezTo>
                    <a:pt x="74" y="130"/>
                    <a:pt x="74" y="130"/>
                    <a:pt x="77" y="122"/>
                  </a:cubicBezTo>
                  <a:cubicBezTo>
                    <a:pt x="77" y="116"/>
                    <a:pt x="79" y="110"/>
                    <a:pt x="80" y="110"/>
                  </a:cubicBezTo>
                  <a:cubicBezTo>
                    <a:pt x="80" y="110"/>
                    <a:pt x="81" y="111"/>
                    <a:pt x="81" y="114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84" y="115"/>
                    <a:pt x="85" y="113"/>
                    <a:pt x="87" y="107"/>
                  </a:cubicBezTo>
                  <a:lnTo>
                    <a:pt x="87" y="107"/>
                  </a:lnTo>
                  <a:cubicBezTo>
                    <a:pt x="87" y="107"/>
                    <a:pt x="87" y="108"/>
                    <a:pt x="86" y="115"/>
                  </a:cubicBezTo>
                  <a:cubicBezTo>
                    <a:pt x="84" y="124"/>
                    <a:pt x="83" y="128"/>
                    <a:pt x="84" y="128"/>
                  </a:cubicBezTo>
                  <a:cubicBezTo>
                    <a:pt x="84" y="128"/>
                    <a:pt x="86" y="124"/>
                    <a:pt x="88" y="116"/>
                  </a:cubicBezTo>
                  <a:cubicBezTo>
                    <a:pt x="89" y="113"/>
                    <a:pt x="90" y="111"/>
                    <a:pt x="90" y="111"/>
                  </a:cubicBezTo>
                  <a:cubicBezTo>
                    <a:pt x="90" y="111"/>
                    <a:pt x="90" y="113"/>
                    <a:pt x="90" y="116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90" y="116"/>
                    <a:pt x="91" y="116"/>
                    <a:pt x="92" y="110"/>
                  </a:cubicBezTo>
                  <a:cubicBezTo>
                    <a:pt x="94" y="106"/>
                    <a:pt x="94" y="104"/>
                    <a:pt x="94" y="104"/>
                  </a:cubicBezTo>
                  <a:cubicBezTo>
                    <a:pt x="95" y="104"/>
                    <a:pt x="95" y="106"/>
                    <a:pt x="95" y="110"/>
                  </a:cubicBezTo>
                  <a:cubicBezTo>
                    <a:pt x="94" y="118"/>
                    <a:pt x="94" y="118"/>
                    <a:pt x="95" y="119"/>
                  </a:cubicBezTo>
                  <a:cubicBezTo>
                    <a:pt x="96" y="115"/>
                    <a:pt x="98" y="114"/>
                    <a:pt x="100" y="114"/>
                  </a:cubicBezTo>
                  <a:cubicBezTo>
                    <a:pt x="103" y="114"/>
                    <a:pt x="105" y="116"/>
                    <a:pt x="105" y="121"/>
                  </a:cubicBezTo>
                  <a:cubicBezTo>
                    <a:pt x="107" y="113"/>
                    <a:pt x="107" y="113"/>
                    <a:pt x="108" y="113"/>
                  </a:cubicBezTo>
                  <a:cubicBezTo>
                    <a:pt x="107" y="120"/>
                    <a:pt x="106" y="123"/>
                    <a:pt x="106" y="123"/>
                  </a:cubicBezTo>
                  <a:cubicBezTo>
                    <a:pt x="107" y="123"/>
                    <a:pt x="108" y="116"/>
                    <a:pt x="110" y="106"/>
                  </a:cubicBezTo>
                  <a:lnTo>
                    <a:pt x="109" y="105"/>
                  </a:lnTo>
                  <a:cubicBezTo>
                    <a:pt x="111" y="98"/>
                    <a:pt x="112" y="95"/>
                    <a:pt x="113" y="95"/>
                  </a:cubicBezTo>
                  <a:lnTo>
                    <a:pt x="113" y="95"/>
                  </a:lnTo>
                  <a:cubicBezTo>
                    <a:pt x="113" y="95"/>
                    <a:pt x="113" y="101"/>
                    <a:pt x="110" y="114"/>
                  </a:cubicBezTo>
                  <a:cubicBezTo>
                    <a:pt x="109" y="122"/>
                    <a:pt x="108" y="126"/>
                    <a:pt x="108" y="126"/>
                  </a:cubicBezTo>
                  <a:cubicBezTo>
                    <a:pt x="108" y="126"/>
                    <a:pt x="109" y="122"/>
                    <a:pt x="111" y="114"/>
                  </a:cubicBezTo>
                  <a:cubicBezTo>
                    <a:pt x="113" y="107"/>
                    <a:pt x="114" y="103"/>
                    <a:pt x="115" y="103"/>
                  </a:cubicBezTo>
                  <a:lnTo>
                    <a:pt x="115" y="103"/>
                  </a:lnTo>
                  <a:cubicBezTo>
                    <a:pt x="115" y="103"/>
                    <a:pt x="115" y="107"/>
                    <a:pt x="114" y="115"/>
                  </a:cubicBezTo>
                  <a:cubicBezTo>
                    <a:pt x="119" y="98"/>
                    <a:pt x="122" y="88"/>
                    <a:pt x="123" y="88"/>
                  </a:cubicBezTo>
                  <a:lnTo>
                    <a:pt x="123" y="88"/>
                  </a:lnTo>
                  <a:cubicBezTo>
                    <a:pt x="123" y="88"/>
                    <a:pt x="122" y="95"/>
                    <a:pt x="119" y="109"/>
                  </a:cubicBezTo>
                  <a:cubicBezTo>
                    <a:pt x="117" y="116"/>
                    <a:pt x="116" y="124"/>
                    <a:pt x="116" y="133"/>
                  </a:cubicBezTo>
                  <a:cubicBezTo>
                    <a:pt x="117" y="128"/>
                    <a:pt x="119" y="122"/>
                    <a:pt x="119" y="118"/>
                  </a:cubicBezTo>
                  <a:cubicBezTo>
                    <a:pt x="121" y="109"/>
                    <a:pt x="122" y="105"/>
                    <a:pt x="123" y="105"/>
                  </a:cubicBezTo>
                  <a:lnTo>
                    <a:pt x="123" y="105"/>
                  </a:lnTo>
                  <a:cubicBezTo>
                    <a:pt x="123" y="105"/>
                    <a:pt x="123" y="109"/>
                    <a:pt x="122" y="118"/>
                  </a:cubicBezTo>
                  <a:cubicBezTo>
                    <a:pt x="120" y="132"/>
                    <a:pt x="119" y="138"/>
                    <a:pt x="120" y="138"/>
                  </a:cubicBezTo>
                  <a:cubicBezTo>
                    <a:pt x="121" y="138"/>
                    <a:pt x="123" y="134"/>
                    <a:pt x="125" y="128"/>
                  </a:cubicBezTo>
                  <a:cubicBezTo>
                    <a:pt x="128" y="120"/>
                    <a:pt x="130" y="116"/>
                    <a:pt x="131" y="116"/>
                  </a:cubicBezTo>
                  <a:lnTo>
                    <a:pt x="131" y="116"/>
                  </a:lnTo>
                  <a:cubicBezTo>
                    <a:pt x="132" y="116"/>
                    <a:pt x="131" y="121"/>
                    <a:pt x="128" y="129"/>
                  </a:cubicBezTo>
                  <a:cubicBezTo>
                    <a:pt x="125" y="137"/>
                    <a:pt x="124" y="141"/>
                    <a:pt x="124" y="141"/>
                  </a:cubicBezTo>
                  <a:cubicBezTo>
                    <a:pt x="124" y="141"/>
                    <a:pt x="125" y="139"/>
                    <a:pt x="126" y="137"/>
                  </a:cubicBezTo>
                  <a:lnTo>
                    <a:pt x="129" y="138"/>
                  </a:lnTo>
                  <a:cubicBezTo>
                    <a:pt x="132" y="132"/>
                    <a:pt x="134" y="128"/>
                    <a:pt x="135" y="123"/>
                  </a:cubicBezTo>
                  <a:lnTo>
                    <a:pt x="135" y="123"/>
                  </a:lnTo>
                  <a:cubicBezTo>
                    <a:pt x="133" y="132"/>
                    <a:pt x="132" y="139"/>
                    <a:pt x="132" y="139"/>
                  </a:cubicBezTo>
                  <a:cubicBezTo>
                    <a:pt x="133" y="139"/>
                    <a:pt x="134" y="137"/>
                    <a:pt x="136" y="131"/>
                  </a:cubicBezTo>
                  <a:lnTo>
                    <a:pt x="137" y="131"/>
                  </a:lnTo>
                  <a:cubicBezTo>
                    <a:pt x="138" y="131"/>
                    <a:pt x="138" y="132"/>
                    <a:pt x="138" y="132"/>
                  </a:cubicBezTo>
                  <a:cubicBezTo>
                    <a:pt x="139" y="132"/>
                    <a:pt x="139" y="130"/>
                    <a:pt x="141" y="124"/>
                  </a:cubicBezTo>
                  <a:cubicBezTo>
                    <a:pt x="142" y="122"/>
                    <a:pt x="142" y="121"/>
                    <a:pt x="143" y="121"/>
                  </a:cubicBezTo>
                  <a:lnTo>
                    <a:pt x="143" y="121"/>
                  </a:lnTo>
                  <a:cubicBezTo>
                    <a:pt x="143" y="121"/>
                    <a:pt x="142" y="127"/>
                    <a:pt x="141" y="132"/>
                  </a:cubicBezTo>
                  <a:cubicBezTo>
                    <a:pt x="140" y="139"/>
                    <a:pt x="139" y="144"/>
                    <a:pt x="139" y="144"/>
                  </a:cubicBezTo>
                  <a:cubicBezTo>
                    <a:pt x="140" y="144"/>
                    <a:pt x="140" y="143"/>
                    <a:pt x="141" y="141"/>
                  </a:cubicBezTo>
                  <a:cubicBezTo>
                    <a:pt x="143" y="133"/>
                    <a:pt x="146" y="125"/>
                    <a:pt x="149" y="118"/>
                  </a:cubicBezTo>
                  <a:cubicBezTo>
                    <a:pt x="149" y="116"/>
                    <a:pt x="150" y="115"/>
                    <a:pt x="150" y="115"/>
                  </a:cubicBezTo>
                  <a:lnTo>
                    <a:pt x="150" y="115"/>
                  </a:lnTo>
                  <a:cubicBezTo>
                    <a:pt x="151" y="115"/>
                    <a:pt x="149" y="121"/>
                    <a:pt x="147" y="127"/>
                  </a:cubicBezTo>
                  <a:cubicBezTo>
                    <a:pt x="146" y="131"/>
                    <a:pt x="145" y="137"/>
                    <a:pt x="145" y="142"/>
                  </a:cubicBezTo>
                  <a:cubicBezTo>
                    <a:pt x="145" y="142"/>
                    <a:pt x="145" y="142"/>
                    <a:pt x="145" y="142"/>
                  </a:cubicBezTo>
                  <a:cubicBezTo>
                    <a:pt x="146" y="142"/>
                    <a:pt x="147" y="142"/>
                    <a:pt x="149" y="136"/>
                  </a:cubicBezTo>
                  <a:cubicBezTo>
                    <a:pt x="150" y="132"/>
                    <a:pt x="151" y="130"/>
                    <a:pt x="152" y="130"/>
                  </a:cubicBezTo>
                  <a:cubicBezTo>
                    <a:pt x="154" y="130"/>
                    <a:pt x="155" y="132"/>
                    <a:pt x="154" y="137"/>
                  </a:cubicBezTo>
                  <a:lnTo>
                    <a:pt x="155" y="138"/>
                  </a:lnTo>
                  <a:cubicBezTo>
                    <a:pt x="155" y="138"/>
                    <a:pt x="159" y="130"/>
                    <a:pt x="160" y="130"/>
                  </a:cubicBezTo>
                  <a:cubicBezTo>
                    <a:pt x="160" y="130"/>
                    <a:pt x="160" y="130"/>
                    <a:pt x="160" y="130"/>
                  </a:cubicBezTo>
                  <a:cubicBezTo>
                    <a:pt x="160" y="130"/>
                    <a:pt x="160" y="129"/>
                    <a:pt x="163" y="123"/>
                  </a:cubicBezTo>
                  <a:lnTo>
                    <a:pt x="163" y="123"/>
                  </a:lnTo>
                  <a:cubicBezTo>
                    <a:pt x="163" y="123"/>
                    <a:pt x="164" y="123"/>
                    <a:pt x="162" y="131"/>
                  </a:cubicBezTo>
                  <a:cubicBezTo>
                    <a:pt x="165" y="124"/>
                    <a:pt x="166" y="120"/>
                    <a:pt x="166" y="120"/>
                  </a:cubicBezTo>
                  <a:lnTo>
                    <a:pt x="166" y="120"/>
                  </a:lnTo>
                  <a:cubicBezTo>
                    <a:pt x="167" y="120"/>
                    <a:pt x="165" y="124"/>
                    <a:pt x="163" y="132"/>
                  </a:cubicBezTo>
                  <a:cubicBezTo>
                    <a:pt x="161" y="140"/>
                    <a:pt x="160" y="144"/>
                    <a:pt x="160" y="144"/>
                  </a:cubicBezTo>
                  <a:cubicBezTo>
                    <a:pt x="160" y="144"/>
                    <a:pt x="161" y="140"/>
                    <a:pt x="164" y="132"/>
                  </a:cubicBezTo>
                  <a:cubicBezTo>
                    <a:pt x="166" y="128"/>
                    <a:pt x="167" y="126"/>
                    <a:pt x="167" y="126"/>
                  </a:cubicBezTo>
                  <a:lnTo>
                    <a:pt x="167" y="126"/>
                  </a:lnTo>
                  <a:cubicBezTo>
                    <a:pt x="167" y="126"/>
                    <a:pt x="166" y="128"/>
                    <a:pt x="165" y="132"/>
                  </a:cubicBezTo>
                  <a:cubicBezTo>
                    <a:pt x="164" y="136"/>
                    <a:pt x="164" y="139"/>
                    <a:pt x="164" y="139"/>
                  </a:cubicBezTo>
                  <a:cubicBezTo>
                    <a:pt x="165" y="139"/>
                    <a:pt x="165" y="137"/>
                    <a:pt x="166" y="133"/>
                  </a:cubicBezTo>
                  <a:cubicBezTo>
                    <a:pt x="169" y="124"/>
                    <a:pt x="172" y="118"/>
                    <a:pt x="173" y="118"/>
                  </a:cubicBezTo>
                  <a:lnTo>
                    <a:pt x="173" y="118"/>
                  </a:lnTo>
                  <a:cubicBezTo>
                    <a:pt x="173" y="118"/>
                    <a:pt x="173" y="120"/>
                    <a:pt x="171" y="127"/>
                  </a:cubicBezTo>
                  <a:cubicBezTo>
                    <a:pt x="171" y="127"/>
                    <a:pt x="172" y="127"/>
                    <a:pt x="175" y="119"/>
                  </a:cubicBezTo>
                  <a:lnTo>
                    <a:pt x="175" y="119"/>
                  </a:lnTo>
                  <a:cubicBezTo>
                    <a:pt x="174" y="127"/>
                    <a:pt x="173" y="131"/>
                    <a:pt x="173" y="131"/>
                  </a:cubicBezTo>
                  <a:cubicBezTo>
                    <a:pt x="174" y="131"/>
                    <a:pt x="175" y="128"/>
                    <a:pt x="178" y="120"/>
                  </a:cubicBezTo>
                  <a:cubicBezTo>
                    <a:pt x="178" y="120"/>
                    <a:pt x="179" y="117"/>
                    <a:pt x="179" y="117"/>
                  </a:cubicBezTo>
                  <a:lnTo>
                    <a:pt x="179" y="117"/>
                  </a:lnTo>
                  <a:cubicBezTo>
                    <a:pt x="180" y="117"/>
                    <a:pt x="180" y="118"/>
                    <a:pt x="179" y="121"/>
                  </a:cubicBezTo>
                  <a:cubicBezTo>
                    <a:pt x="179" y="126"/>
                    <a:pt x="179" y="131"/>
                    <a:pt x="180" y="131"/>
                  </a:cubicBezTo>
                  <a:cubicBezTo>
                    <a:pt x="181" y="131"/>
                    <a:pt x="183" y="128"/>
                    <a:pt x="184" y="122"/>
                  </a:cubicBezTo>
                  <a:lnTo>
                    <a:pt x="186" y="123"/>
                  </a:lnTo>
                  <a:cubicBezTo>
                    <a:pt x="185" y="127"/>
                    <a:pt x="185" y="129"/>
                    <a:pt x="185" y="129"/>
                  </a:cubicBezTo>
                  <a:cubicBezTo>
                    <a:pt x="186" y="129"/>
                    <a:pt x="187" y="128"/>
                    <a:pt x="188" y="124"/>
                  </a:cubicBezTo>
                  <a:lnTo>
                    <a:pt x="191" y="116"/>
                  </a:lnTo>
                  <a:lnTo>
                    <a:pt x="191" y="116"/>
                  </a:lnTo>
                  <a:cubicBezTo>
                    <a:pt x="190" y="122"/>
                    <a:pt x="188" y="128"/>
                    <a:pt x="188" y="132"/>
                  </a:cubicBezTo>
                  <a:cubicBezTo>
                    <a:pt x="188" y="132"/>
                    <a:pt x="188" y="133"/>
                    <a:pt x="189" y="133"/>
                  </a:cubicBezTo>
                  <a:cubicBezTo>
                    <a:pt x="189" y="133"/>
                    <a:pt x="190" y="131"/>
                    <a:pt x="191" y="125"/>
                  </a:cubicBezTo>
                  <a:cubicBezTo>
                    <a:pt x="193" y="118"/>
                    <a:pt x="193" y="118"/>
                    <a:pt x="195" y="118"/>
                  </a:cubicBezTo>
                  <a:cubicBezTo>
                    <a:pt x="195" y="123"/>
                    <a:pt x="192" y="129"/>
                    <a:pt x="191" y="133"/>
                  </a:cubicBezTo>
                  <a:lnTo>
                    <a:pt x="191" y="134"/>
                  </a:lnTo>
                  <a:cubicBezTo>
                    <a:pt x="194" y="125"/>
                    <a:pt x="196" y="121"/>
                    <a:pt x="196" y="121"/>
                  </a:cubicBezTo>
                  <a:lnTo>
                    <a:pt x="196" y="121"/>
                  </a:lnTo>
                  <a:cubicBezTo>
                    <a:pt x="196" y="121"/>
                    <a:pt x="195" y="123"/>
                    <a:pt x="195" y="127"/>
                  </a:cubicBezTo>
                  <a:cubicBezTo>
                    <a:pt x="193" y="134"/>
                    <a:pt x="193" y="134"/>
                    <a:pt x="195" y="136"/>
                  </a:cubicBezTo>
                  <a:lnTo>
                    <a:pt x="197" y="136"/>
                  </a:lnTo>
                  <a:cubicBezTo>
                    <a:pt x="197" y="136"/>
                    <a:pt x="197" y="136"/>
                    <a:pt x="197" y="136"/>
                  </a:cubicBezTo>
                  <a:cubicBezTo>
                    <a:pt x="197" y="136"/>
                    <a:pt x="198" y="134"/>
                    <a:pt x="200" y="129"/>
                  </a:cubicBezTo>
                  <a:cubicBezTo>
                    <a:pt x="201" y="123"/>
                    <a:pt x="202" y="118"/>
                    <a:pt x="206" y="113"/>
                  </a:cubicBezTo>
                  <a:lnTo>
                    <a:pt x="206" y="113"/>
                  </a:lnTo>
                  <a:cubicBezTo>
                    <a:pt x="203" y="119"/>
                    <a:pt x="202" y="123"/>
                    <a:pt x="201" y="129"/>
                  </a:cubicBezTo>
                  <a:cubicBezTo>
                    <a:pt x="201" y="130"/>
                    <a:pt x="199" y="137"/>
                    <a:pt x="199" y="137"/>
                  </a:cubicBezTo>
                  <a:cubicBezTo>
                    <a:pt x="196" y="144"/>
                    <a:pt x="196" y="146"/>
                    <a:pt x="197" y="146"/>
                  </a:cubicBezTo>
                  <a:cubicBezTo>
                    <a:pt x="198" y="146"/>
                    <a:pt x="201" y="143"/>
                    <a:pt x="202" y="139"/>
                  </a:cubicBezTo>
                  <a:cubicBezTo>
                    <a:pt x="205" y="131"/>
                    <a:pt x="207" y="128"/>
                    <a:pt x="207" y="128"/>
                  </a:cubicBezTo>
                  <a:lnTo>
                    <a:pt x="207" y="128"/>
                  </a:lnTo>
                  <a:cubicBezTo>
                    <a:pt x="207" y="128"/>
                    <a:pt x="206" y="131"/>
                    <a:pt x="203" y="139"/>
                  </a:cubicBezTo>
                  <a:cubicBezTo>
                    <a:pt x="202" y="143"/>
                    <a:pt x="202" y="145"/>
                    <a:pt x="202" y="145"/>
                  </a:cubicBezTo>
                  <a:cubicBezTo>
                    <a:pt x="203" y="145"/>
                    <a:pt x="208" y="133"/>
                    <a:pt x="214" y="118"/>
                  </a:cubicBezTo>
                  <a:lnTo>
                    <a:pt x="223" y="94"/>
                  </a:lnTo>
                  <a:lnTo>
                    <a:pt x="215" y="118"/>
                  </a:lnTo>
                  <a:cubicBezTo>
                    <a:pt x="209" y="136"/>
                    <a:pt x="206" y="144"/>
                    <a:pt x="207" y="144"/>
                  </a:cubicBezTo>
                  <a:cubicBezTo>
                    <a:pt x="207" y="144"/>
                    <a:pt x="209" y="140"/>
                    <a:pt x="212" y="134"/>
                  </a:cubicBezTo>
                  <a:cubicBezTo>
                    <a:pt x="214" y="130"/>
                    <a:pt x="215" y="128"/>
                    <a:pt x="215" y="128"/>
                  </a:cubicBezTo>
                  <a:lnTo>
                    <a:pt x="215" y="128"/>
                  </a:lnTo>
                  <a:cubicBezTo>
                    <a:pt x="215" y="128"/>
                    <a:pt x="215" y="130"/>
                    <a:pt x="214" y="134"/>
                  </a:cubicBezTo>
                  <a:cubicBezTo>
                    <a:pt x="211" y="142"/>
                    <a:pt x="211" y="142"/>
                    <a:pt x="214" y="143"/>
                  </a:cubicBezTo>
                  <a:cubicBezTo>
                    <a:pt x="214" y="144"/>
                    <a:pt x="215" y="144"/>
                    <a:pt x="215" y="144"/>
                  </a:cubicBezTo>
                  <a:cubicBezTo>
                    <a:pt x="216" y="144"/>
                    <a:pt x="217" y="142"/>
                    <a:pt x="219" y="137"/>
                  </a:cubicBezTo>
                  <a:lnTo>
                    <a:pt x="220" y="138"/>
                  </a:lnTo>
                  <a:cubicBezTo>
                    <a:pt x="219" y="144"/>
                    <a:pt x="218" y="147"/>
                    <a:pt x="218" y="147"/>
                  </a:cubicBezTo>
                  <a:cubicBezTo>
                    <a:pt x="219" y="147"/>
                    <a:pt x="221" y="140"/>
                    <a:pt x="225" y="131"/>
                  </a:cubicBezTo>
                  <a:lnTo>
                    <a:pt x="226" y="131"/>
                  </a:lnTo>
                  <a:lnTo>
                    <a:pt x="224" y="139"/>
                  </a:lnTo>
                  <a:cubicBezTo>
                    <a:pt x="220" y="147"/>
                    <a:pt x="221" y="147"/>
                    <a:pt x="227" y="150"/>
                  </a:cubicBezTo>
                  <a:cubicBezTo>
                    <a:pt x="229" y="151"/>
                    <a:pt x="231" y="151"/>
                    <a:pt x="232" y="151"/>
                  </a:cubicBezTo>
                  <a:cubicBezTo>
                    <a:pt x="234" y="151"/>
                    <a:pt x="236" y="149"/>
                    <a:pt x="239" y="138"/>
                  </a:cubicBezTo>
                  <a:cubicBezTo>
                    <a:pt x="243" y="131"/>
                    <a:pt x="245" y="127"/>
                    <a:pt x="245" y="127"/>
                  </a:cubicBezTo>
                  <a:lnTo>
                    <a:pt x="245" y="127"/>
                  </a:lnTo>
                  <a:cubicBezTo>
                    <a:pt x="246" y="127"/>
                    <a:pt x="244" y="131"/>
                    <a:pt x="242" y="139"/>
                  </a:cubicBezTo>
                  <a:cubicBezTo>
                    <a:pt x="239" y="144"/>
                    <a:pt x="237" y="149"/>
                    <a:pt x="238" y="149"/>
                  </a:cubicBezTo>
                  <a:cubicBezTo>
                    <a:pt x="238" y="149"/>
                    <a:pt x="238" y="149"/>
                    <a:pt x="239" y="147"/>
                  </a:cubicBezTo>
                  <a:lnTo>
                    <a:pt x="239" y="147"/>
                  </a:lnTo>
                  <a:cubicBezTo>
                    <a:pt x="239" y="147"/>
                    <a:pt x="240" y="147"/>
                    <a:pt x="238" y="155"/>
                  </a:cubicBezTo>
                  <a:cubicBezTo>
                    <a:pt x="236" y="162"/>
                    <a:pt x="236" y="165"/>
                    <a:pt x="236" y="165"/>
                  </a:cubicBezTo>
                  <a:cubicBezTo>
                    <a:pt x="237" y="165"/>
                    <a:pt x="239" y="161"/>
                    <a:pt x="240" y="157"/>
                  </a:cubicBezTo>
                  <a:cubicBezTo>
                    <a:pt x="243" y="150"/>
                    <a:pt x="244" y="148"/>
                    <a:pt x="244" y="148"/>
                  </a:cubicBezTo>
                  <a:lnTo>
                    <a:pt x="244" y="148"/>
                  </a:lnTo>
                  <a:cubicBezTo>
                    <a:pt x="244" y="148"/>
                    <a:pt x="243" y="152"/>
                    <a:pt x="242" y="157"/>
                  </a:cubicBezTo>
                  <a:cubicBezTo>
                    <a:pt x="239" y="162"/>
                    <a:pt x="237" y="168"/>
                    <a:pt x="238" y="168"/>
                  </a:cubicBezTo>
                  <a:cubicBezTo>
                    <a:pt x="238" y="168"/>
                    <a:pt x="238" y="167"/>
                    <a:pt x="239" y="165"/>
                  </a:cubicBezTo>
                  <a:cubicBezTo>
                    <a:pt x="241" y="161"/>
                    <a:pt x="244" y="158"/>
                    <a:pt x="246" y="158"/>
                  </a:cubicBezTo>
                  <a:cubicBezTo>
                    <a:pt x="247" y="158"/>
                    <a:pt x="247" y="160"/>
                    <a:pt x="244" y="167"/>
                  </a:cubicBezTo>
                  <a:lnTo>
                    <a:pt x="245" y="168"/>
                  </a:lnTo>
                  <a:cubicBezTo>
                    <a:pt x="247" y="163"/>
                    <a:pt x="248" y="162"/>
                    <a:pt x="249" y="162"/>
                  </a:cubicBezTo>
                  <a:cubicBezTo>
                    <a:pt x="250" y="162"/>
                    <a:pt x="250" y="162"/>
                    <a:pt x="251" y="162"/>
                  </a:cubicBezTo>
                  <a:cubicBezTo>
                    <a:pt x="253" y="162"/>
                    <a:pt x="253" y="162"/>
                    <a:pt x="249" y="170"/>
                  </a:cubicBezTo>
                  <a:cubicBezTo>
                    <a:pt x="248" y="174"/>
                    <a:pt x="247" y="176"/>
                    <a:pt x="247" y="176"/>
                  </a:cubicBezTo>
                  <a:cubicBezTo>
                    <a:pt x="247" y="176"/>
                    <a:pt x="249" y="174"/>
                    <a:pt x="251" y="171"/>
                  </a:cubicBezTo>
                  <a:cubicBezTo>
                    <a:pt x="252" y="171"/>
                    <a:pt x="258" y="157"/>
                    <a:pt x="260" y="157"/>
                  </a:cubicBezTo>
                  <a:cubicBezTo>
                    <a:pt x="262" y="152"/>
                    <a:pt x="264" y="148"/>
                    <a:pt x="267" y="143"/>
                  </a:cubicBezTo>
                  <a:lnTo>
                    <a:pt x="267" y="143"/>
                  </a:lnTo>
                  <a:lnTo>
                    <a:pt x="264" y="150"/>
                  </a:lnTo>
                  <a:lnTo>
                    <a:pt x="257" y="166"/>
                  </a:lnTo>
                  <a:cubicBezTo>
                    <a:pt x="258" y="166"/>
                    <a:pt x="258" y="166"/>
                    <a:pt x="262" y="159"/>
                  </a:cubicBezTo>
                  <a:lnTo>
                    <a:pt x="262" y="159"/>
                  </a:lnTo>
                  <a:cubicBezTo>
                    <a:pt x="260" y="167"/>
                    <a:pt x="261" y="167"/>
                    <a:pt x="262" y="167"/>
                  </a:cubicBezTo>
                  <a:cubicBezTo>
                    <a:pt x="262" y="167"/>
                    <a:pt x="263" y="168"/>
                    <a:pt x="263" y="168"/>
                  </a:cubicBezTo>
                  <a:cubicBezTo>
                    <a:pt x="264" y="168"/>
                    <a:pt x="266" y="167"/>
                    <a:pt x="269" y="162"/>
                  </a:cubicBezTo>
                  <a:lnTo>
                    <a:pt x="269" y="162"/>
                  </a:lnTo>
                  <a:cubicBezTo>
                    <a:pt x="265" y="170"/>
                    <a:pt x="264" y="175"/>
                    <a:pt x="266" y="175"/>
                  </a:cubicBezTo>
                  <a:cubicBezTo>
                    <a:pt x="267" y="175"/>
                    <a:pt x="269" y="171"/>
                    <a:pt x="273" y="165"/>
                  </a:cubicBezTo>
                  <a:cubicBezTo>
                    <a:pt x="275" y="161"/>
                    <a:pt x="276" y="160"/>
                    <a:pt x="276" y="160"/>
                  </a:cubicBezTo>
                  <a:lnTo>
                    <a:pt x="276" y="160"/>
                  </a:lnTo>
                  <a:cubicBezTo>
                    <a:pt x="276" y="160"/>
                    <a:pt x="276" y="162"/>
                    <a:pt x="274" y="166"/>
                  </a:cubicBezTo>
                  <a:cubicBezTo>
                    <a:pt x="273" y="170"/>
                    <a:pt x="272" y="172"/>
                    <a:pt x="273" y="172"/>
                  </a:cubicBezTo>
                  <a:cubicBezTo>
                    <a:pt x="273" y="172"/>
                    <a:pt x="274" y="170"/>
                    <a:pt x="276" y="167"/>
                  </a:cubicBezTo>
                  <a:cubicBezTo>
                    <a:pt x="277" y="165"/>
                    <a:pt x="278" y="164"/>
                    <a:pt x="278" y="164"/>
                  </a:cubicBezTo>
                  <a:lnTo>
                    <a:pt x="278" y="164"/>
                  </a:lnTo>
                  <a:cubicBezTo>
                    <a:pt x="278" y="164"/>
                    <a:pt x="277" y="169"/>
                    <a:pt x="274" y="175"/>
                  </a:cubicBezTo>
                  <a:cubicBezTo>
                    <a:pt x="270" y="184"/>
                    <a:pt x="269" y="188"/>
                    <a:pt x="270" y="188"/>
                  </a:cubicBezTo>
                  <a:cubicBezTo>
                    <a:pt x="270" y="188"/>
                    <a:pt x="271" y="186"/>
                    <a:pt x="273" y="184"/>
                  </a:cubicBezTo>
                  <a:cubicBezTo>
                    <a:pt x="276" y="179"/>
                    <a:pt x="278" y="178"/>
                    <a:pt x="279" y="178"/>
                  </a:cubicBezTo>
                  <a:cubicBezTo>
                    <a:pt x="279" y="178"/>
                    <a:pt x="279" y="178"/>
                    <a:pt x="280" y="178"/>
                  </a:cubicBezTo>
                  <a:cubicBezTo>
                    <a:pt x="283" y="174"/>
                    <a:pt x="286" y="169"/>
                    <a:pt x="288" y="165"/>
                  </a:cubicBezTo>
                  <a:lnTo>
                    <a:pt x="293" y="155"/>
                  </a:lnTo>
                  <a:lnTo>
                    <a:pt x="293" y="155"/>
                  </a:lnTo>
                  <a:cubicBezTo>
                    <a:pt x="292" y="159"/>
                    <a:pt x="291" y="162"/>
                    <a:pt x="290" y="165"/>
                  </a:cubicBezTo>
                  <a:cubicBezTo>
                    <a:pt x="286" y="173"/>
                    <a:pt x="288" y="174"/>
                    <a:pt x="289" y="174"/>
                  </a:cubicBezTo>
                  <a:lnTo>
                    <a:pt x="291" y="176"/>
                  </a:lnTo>
                  <a:cubicBezTo>
                    <a:pt x="290" y="180"/>
                    <a:pt x="290" y="182"/>
                    <a:pt x="290" y="182"/>
                  </a:cubicBezTo>
                  <a:cubicBezTo>
                    <a:pt x="291" y="182"/>
                    <a:pt x="292" y="180"/>
                    <a:pt x="293" y="177"/>
                  </a:cubicBezTo>
                  <a:lnTo>
                    <a:pt x="298" y="170"/>
                  </a:lnTo>
                  <a:lnTo>
                    <a:pt x="298" y="170"/>
                  </a:lnTo>
                  <a:cubicBezTo>
                    <a:pt x="293" y="179"/>
                    <a:pt x="294" y="184"/>
                    <a:pt x="296" y="184"/>
                  </a:cubicBezTo>
                  <a:cubicBezTo>
                    <a:pt x="298" y="184"/>
                    <a:pt x="300" y="183"/>
                    <a:pt x="303" y="180"/>
                  </a:cubicBezTo>
                  <a:lnTo>
                    <a:pt x="303" y="180"/>
                  </a:lnTo>
                  <a:cubicBezTo>
                    <a:pt x="302" y="180"/>
                    <a:pt x="302" y="181"/>
                    <a:pt x="301" y="183"/>
                  </a:cubicBezTo>
                  <a:cubicBezTo>
                    <a:pt x="298" y="189"/>
                    <a:pt x="298" y="190"/>
                    <a:pt x="300" y="190"/>
                  </a:cubicBezTo>
                  <a:cubicBezTo>
                    <a:pt x="300" y="191"/>
                    <a:pt x="300" y="191"/>
                    <a:pt x="300" y="191"/>
                  </a:cubicBezTo>
                  <a:cubicBezTo>
                    <a:pt x="301" y="191"/>
                    <a:pt x="306" y="187"/>
                    <a:pt x="307" y="187"/>
                  </a:cubicBezTo>
                  <a:cubicBezTo>
                    <a:pt x="308" y="187"/>
                    <a:pt x="308" y="187"/>
                    <a:pt x="308" y="187"/>
                  </a:cubicBezTo>
                  <a:cubicBezTo>
                    <a:pt x="309" y="188"/>
                    <a:pt x="310" y="189"/>
                    <a:pt x="311" y="189"/>
                  </a:cubicBezTo>
                  <a:cubicBezTo>
                    <a:pt x="313" y="189"/>
                    <a:pt x="314" y="187"/>
                    <a:pt x="317" y="183"/>
                  </a:cubicBezTo>
                  <a:lnTo>
                    <a:pt x="317" y="183"/>
                  </a:lnTo>
                  <a:cubicBezTo>
                    <a:pt x="317" y="184"/>
                    <a:pt x="317" y="184"/>
                    <a:pt x="313" y="190"/>
                  </a:cubicBezTo>
                  <a:cubicBezTo>
                    <a:pt x="309" y="197"/>
                    <a:pt x="309" y="197"/>
                    <a:pt x="310" y="198"/>
                  </a:cubicBezTo>
                  <a:cubicBezTo>
                    <a:pt x="313" y="194"/>
                    <a:pt x="316" y="189"/>
                    <a:pt x="319" y="185"/>
                  </a:cubicBezTo>
                  <a:cubicBezTo>
                    <a:pt x="321" y="181"/>
                    <a:pt x="322" y="180"/>
                    <a:pt x="322" y="180"/>
                  </a:cubicBezTo>
                  <a:lnTo>
                    <a:pt x="322" y="180"/>
                  </a:lnTo>
                  <a:cubicBezTo>
                    <a:pt x="322" y="180"/>
                    <a:pt x="322" y="182"/>
                    <a:pt x="320" y="186"/>
                  </a:cubicBezTo>
                  <a:cubicBezTo>
                    <a:pt x="319" y="191"/>
                    <a:pt x="319" y="193"/>
                    <a:pt x="321" y="193"/>
                  </a:cubicBezTo>
                  <a:cubicBezTo>
                    <a:pt x="322" y="193"/>
                    <a:pt x="323" y="192"/>
                    <a:pt x="326" y="189"/>
                  </a:cubicBezTo>
                  <a:lnTo>
                    <a:pt x="326" y="189"/>
                  </a:lnTo>
                  <a:cubicBezTo>
                    <a:pt x="326" y="189"/>
                    <a:pt x="327" y="190"/>
                    <a:pt x="322" y="197"/>
                  </a:cubicBezTo>
                  <a:cubicBezTo>
                    <a:pt x="320" y="201"/>
                    <a:pt x="318" y="206"/>
                    <a:pt x="319" y="206"/>
                  </a:cubicBezTo>
                  <a:cubicBezTo>
                    <a:pt x="320" y="206"/>
                    <a:pt x="322" y="204"/>
                    <a:pt x="326" y="199"/>
                  </a:cubicBezTo>
                  <a:lnTo>
                    <a:pt x="326" y="199"/>
                  </a:lnTo>
                  <a:cubicBezTo>
                    <a:pt x="326" y="199"/>
                    <a:pt x="326" y="200"/>
                    <a:pt x="321" y="206"/>
                  </a:cubicBezTo>
                  <a:cubicBezTo>
                    <a:pt x="319" y="211"/>
                    <a:pt x="317" y="215"/>
                    <a:pt x="317" y="215"/>
                  </a:cubicBezTo>
                  <a:cubicBezTo>
                    <a:pt x="317" y="215"/>
                    <a:pt x="319" y="213"/>
                    <a:pt x="322" y="207"/>
                  </a:cubicBezTo>
                  <a:cubicBezTo>
                    <a:pt x="325" y="205"/>
                    <a:pt x="326" y="204"/>
                    <a:pt x="327" y="204"/>
                  </a:cubicBezTo>
                  <a:cubicBezTo>
                    <a:pt x="329" y="204"/>
                    <a:pt x="329" y="206"/>
                    <a:pt x="327" y="211"/>
                  </a:cubicBezTo>
                  <a:cubicBezTo>
                    <a:pt x="327" y="211"/>
                    <a:pt x="327" y="211"/>
                    <a:pt x="328" y="211"/>
                  </a:cubicBezTo>
                  <a:cubicBezTo>
                    <a:pt x="328" y="211"/>
                    <a:pt x="329" y="210"/>
                    <a:pt x="332" y="205"/>
                  </a:cubicBezTo>
                  <a:lnTo>
                    <a:pt x="337" y="198"/>
                  </a:lnTo>
                  <a:lnTo>
                    <a:pt x="337" y="198"/>
                  </a:lnTo>
                  <a:cubicBezTo>
                    <a:pt x="333" y="205"/>
                    <a:pt x="331" y="208"/>
                    <a:pt x="331" y="208"/>
                  </a:cubicBezTo>
                  <a:cubicBezTo>
                    <a:pt x="331" y="208"/>
                    <a:pt x="334" y="205"/>
                    <a:pt x="338" y="198"/>
                  </a:cubicBezTo>
                  <a:cubicBezTo>
                    <a:pt x="340" y="195"/>
                    <a:pt x="341" y="194"/>
                    <a:pt x="342" y="194"/>
                  </a:cubicBezTo>
                  <a:lnTo>
                    <a:pt x="342" y="194"/>
                  </a:lnTo>
                  <a:cubicBezTo>
                    <a:pt x="342" y="194"/>
                    <a:pt x="342" y="196"/>
                    <a:pt x="339" y="199"/>
                  </a:cubicBezTo>
                  <a:cubicBezTo>
                    <a:pt x="335" y="206"/>
                    <a:pt x="336" y="207"/>
                    <a:pt x="336" y="207"/>
                  </a:cubicBezTo>
                  <a:cubicBezTo>
                    <a:pt x="336" y="207"/>
                    <a:pt x="341" y="204"/>
                    <a:pt x="344" y="204"/>
                  </a:cubicBezTo>
                  <a:cubicBezTo>
                    <a:pt x="345" y="204"/>
                    <a:pt x="345" y="205"/>
                    <a:pt x="346" y="205"/>
                  </a:cubicBezTo>
                  <a:cubicBezTo>
                    <a:pt x="349" y="207"/>
                    <a:pt x="350" y="209"/>
                    <a:pt x="352" y="209"/>
                  </a:cubicBezTo>
                  <a:cubicBezTo>
                    <a:pt x="354" y="209"/>
                    <a:pt x="355" y="207"/>
                    <a:pt x="357" y="204"/>
                  </a:cubicBezTo>
                  <a:cubicBezTo>
                    <a:pt x="360" y="201"/>
                    <a:pt x="361" y="200"/>
                    <a:pt x="362" y="200"/>
                  </a:cubicBezTo>
                  <a:lnTo>
                    <a:pt x="362" y="200"/>
                  </a:lnTo>
                  <a:cubicBezTo>
                    <a:pt x="362" y="200"/>
                    <a:pt x="361" y="202"/>
                    <a:pt x="359" y="205"/>
                  </a:cubicBezTo>
                  <a:cubicBezTo>
                    <a:pt x="355" y="212"/>
                    <a:pt x="355" y="213"/>
                    <a:pt x="356" y="213"/>
                  </a:cubicBezTo>
                  <a:cubicBezTo>
                    <a:pt x="356" y="214"/>
                    <a:pt x="357" y="214"/>
                    <a:pt x="353" y="221"/>
                  </a:cubicBezTo>
                  <a:cubicBezTo>
                    <a:pt x="356" y="216"/>
                    <a:pt x="357" y="215"/>
                    <a:pt x="357" y="215"/>
                  </a:cubicBezTo>
                  <a:cubicBezTo>
                    <a:pt x="358" y="215"/>
                    <a:pt x="358" y="215"/>
                    <a:pt x="358" y="215"/>
                  </a:cubicBezTo>
                  <a:cubicBezTo>
                    <a:pt x="356" y="219"/>
                    <a:pt x="355" y="220"/>
                    <a:pt x="355" y="220"/>
                  </a:cubicBezTo>
                  <a:cubicBezTo>
                    <a:pt x="355" y="220"/>
                    <a:pt x="357" y="219"/>
                    <a:pt x="359" y="216"/>
                  </a:cubicBezTo>
                  <a:cubicBezTo>
                    <a:pt x="364" y="210"/>
                    <a:pt x="367" y="206"/>
                    <a:pt x="367" y="206"/>
                  </a:cubicBezTo>
                  <a:lnTo>
                    <a:pt x="367" y="206"/>
                  </a:lnTo>
                  <a:cubicBezTo>
                    <a:pt x="367" y="206"/>
                    <a:pt x="365" y="210"/>
                    <a:pt x="361" y="216"/>
                  </a:cubicBezTo>
                  <a:cubicBezTo>
                    <a:pt x="356" y="221"/>
                    <a:pt x="354" y="227"/>
                    <a:pt x="354" y="227"/>
                  </a:cubicBezTo>
                  <a:cubicBezTo>
                    <a:pt x="354" y="227"/>
                    <a:pt x="355" y="226"/>
                    <a:pt x="356" y="224"/>
                  </a:cubicBezTo>
                  <a:cubicBezTo>
                    <a:pt x="362" y="217"/>
                    <a:pt x="362" y="219"/>
                    <a:pt x="367" y="213"/>
                  </a:cubicBezTo>
                  <a:lnTo>
                    <a:pt x="367" y="213"/>
                  </a:lnTo>
                  <a:cubicBezTo>
                    <a:pt x="368" y="213"/>
                    <a:pt x="368" y="214"/>
                    <a:pt x="364" y="220"/>
                  </a:cubicBezTo>
                  <a:cubicBezTo>
                    <a:pt x="362" y="223"/>
                    <a:pt x="362" y="224"/>
                    <a:pt x="363" y="224"/>
                  </a:cubicBezTo>
                  <a:cubicBezTo>
                    <a:pt x="365" y="224"/>
                    <a:pt x="369" y="221"/>
                    <a:pt x="373" y="217"/>
                  </a:cubicBezTo>
                  <a:lnTo>
                    <a:pt x="373" y="217"/>
                  </a:lnTo>
                  <a:cubicBezTo>
                    <a:pt x="368" y="224"/>
                    <a:pt x="368" y="224"/>
                    <a:pt x="370" y="225"/>
                  </a:cubicBezTo>
                  <a:cubicBezTo>
                    <a:pt x="371" y="224"/>
                    <a:pt x="372" y="223"/>
                    <a:pt x="372" y="223"/>
                  </a:cubicBezTo>
                  <a:lnTo>
                    <a:pt x="372" y="223"/>
                  </a:lnTo>
                  <a:cubicBezTo>
                    <a:pt x="372" y="223"/>
                    <a:pt x="368" y="227"/>
                    <a:pt x="365" y="232"/>
                  </a:cubicBezTo>
                  <a:cubicBezTo>
                    <a:pt x="359" y="239"/>
                    <a:pt x="361" y="239"/>
                    <a:pt x="362" y="240"/>
                  </a:cubicBezTo>
                  <a:cubicBezTo>
                    <a:pt x="364" y="237"/>
                    <a:pt x="366" y="236"/>
                    <a:pt x="367" y="236"/>
                  </a:cubicBezTo>
                  <a:cubicBezTo>
                    <a:pt x="369" y="236"/>
                    <a:pt x="370" y="237"/>
                    <a:pt x="371" y="238"/>
                  </a:cubicBezTo>
                  <a:cubicBezTo>
                    <a:pt x="371" y="238"/>
                    <a:pt x="371" y="238"/>
                    <a:pt x="372" y="238"/>
                  </a:cubicBezTo>
                  <a:cubicBezTo>
                    <a:pt x="375" y="238"/>
                    <a:pt x="380" y="232"/>
                    <a:pt x="390" y="222"/>
                  </a:cubicBezTo>
                  <a:lnTo>
                    <a:pt x="401" y="210"/>
                  </a:lnTo>
                  <a:lnTo>
                    <a:pt x="391" y="223"/>
                  </a:lnTo>
                  <a:lnTo>
                    <a:pt x="376" y="242"/>
                  </a:lnTo>
                  <a:cubicBezTo>
                    <a:pt x="380" y="239"/>
                    <a:pt x="384" y="234"/>
                    <a:pt x="386" y="230"/>
                  </a:cubicBezTo>
                  <a:cubicBezTo>
                    <a:pt x="389" y="227"/>
                    <a:pt x="390" y="226"/>
                    <a:pt x="391" y="226"/>
                  </a:cubicBezTo>
                  <a:lnTo>
                    <a:pt x="391" y="226"/>
                  </a:lnTo>
                  <a:cubicBezTo>
                    <a:pt x="391" y="226"/>
                    <a:pt x="390" y="228"/>
                    <a:pt x="389" y="232"/>
                  </a:cubicBezTo>
                  <a:cubicBezTo>
                    <a:pt x="386" y="236"/>
                    <a:pt x="385" y="238"/>
                    <a:pt x="386" y="238"/>
                  </a:cubicBezTo>
                  <a:cubicBezTo>
                    <a:pt x="387" y="238"/>
                    <a:pt x="388" y="236"/>
                    <a:pt x="391" y="233"/>
                  </a:cubicBezTo>
                  <a:lnTo>
                    <a:pt x="391" y="233"/>
                  </a:lnTo>
                  <a:cubicBezTo>
                    <a:pt x="391" y="234"/>
                    <a:pt x="392" y="234"/>
                    <a:pt x="387" y="241"/>
                  </a:cubicBezTo>
                  <a:cubicBezTo>
                    <a:pt x="387" y="241"/>
                    <a:pt x="387" y="242"/>
                    <a:pt x="388" y="242"/>
                  </a:cubicBezTo>
                  <a:cubicBezTo>
                    <a:pt x="388" y="242"/>
                    <a:pt x="389" y="240"/>
                    <a:pt x="393" y="235"/>
                  </a:cubicBezTo>
                  <a:cubicBezTo>
                    <a:pt x="395" y="233"/>
                    <a:pt x="397" y="231"/>
                    <a:pt x="397" y="231"/>
                  </a:cubicBezTo>
                  <a:lnTo>
                    <a:pt x="397" y="231"/>
                  </a:lnTo>
                  <a:cubicBezTo>
                    <a:pt x="397" y="231"/>
                    <a:pt x="397" y="233"/>
                    <a:pt x="394" y="236"/>
                  </a:cubicBezTo>
                  <a:cubicBezTo>
                    <a:pt x="388" y="245"/>
                    <a:pt x="386" y="249"/>
                    <a:pt x="387" y="249"/>
                  </a:cubicBezTo>
                  <a:cubicBezTo>
                    <a:pt x="387" y="249"/>
                    <a:pt x="389" y="247"/>
                    <a:pt x="391" y="245"/>
                  </a:cubicBezTo>
                  <a:cubicBezTo>
                    <a:pt x="395" y="240"/>
                    <a:pt x="396" y="240"/>
                    <a:pt x="397" y="240"/>
                  </a:cubicBezTo>
                  <a:cubicBezTo>
                    <a:pt x="397" y="240"/>
                    <a:pt x="397" y="240"/>
                    <a:pt x="398" y="240"/>
                  </a:cubicBezTo>
                  <a:cubicBezTo>
                    <a:pt x="398" y="240"/>
                    <a:pt x="398" y="240"/>
                    <a:pt x="398" y="240"/>
                  </a:cubicBezTo>
                  <a:cubicBezTo>
                    <a:pt x="398" y="240"/>
                    <a:pt x="400" y="239"/>
                    <a:pt x="404" y="235"/>
                  </a:cubicBezTo>
                  <a:lnTo>
                    <a:pt x="405" y="236"/>
                  </a:lnTo>
                  <a:cubicBezTo>
                    <a:pt x="405" y="237"/>
                    <a:pt x="401" y="242"/>
                    <a:pt x="399" y="242"/>
                  </a:cubicBezTo>
                  <a:cubicBezTo>
                    <a:pt x="399" y="242"/>
                    <a:pt x="399" y="242"/>
                    <a:pt x="399" y="242"/>
                  </a:cubicBezTo>
                  <a:lnTo>
                    <a:pt x="394" y="249"/>
                  </a:lnTo>
                  <a:cubicBezTo>
                    <a:pt x="395" y="249"/>
                    <a:pt x="395" y="250"/>
                    <a:pt x="396" y="250"/>
                  </a:cubicBezTo>
                  <a:cubicBezTo>
                    <a:pt x="397" y="250"/>
                    <a:pt x="399" y="249"/>
                    <a:pt x="402" y="245"/>
                  </a:cubicBezTo>
                  <a:lnTo>
                    <a:pt x="402" y="245"/>
                  </a:lnTo>
                  <a:cubicBezTo>
                    <a:pt x="398" y="250"/>
                    <a:pt x="394" y="255"/>
                    <a:pt x="395" y="255"/>
                  </a:cubicBezTo>
                  <a:cubicBezTo>
                    <a:pt x="395" y="255"/>
                    <a:pt x="396" y="255"/>
                    <a:pt x="398" y="253"/>
                  </a:cubicBezTo>
                  <a:cubicBezTo>
                    <a:pt x="402" y="248"/>
                    <a:pt x="404" y="246"/>
                    <a:pt x="404" y="246"/>
                  </a:cubicBezTo>
                  <a:lnTo>
                    <a:pt x="404" y="246"/>
                  </a:lnTo>
                  <a:cubicBezTo>
                    <a:pt x="405" y="246"/>
                    <a:pt x="402" y="250"/>
                    <a:pt x="399" y="254"/>
                  </a:cubicBezTo>
                  <a:cubicBezTo>
                    <a:pt x="393" y="260"/>
                    <a:pt x="390" y="263"/>
                    <a:pt x="391" y="263"/>
                  </a:cubicBezTo>
                  <a:cubicBezTo>
                    <a:pt x="391" y="263"/>
                    <a:pt x="394" y="260"/>
                    <a:pt x="401" y="256"/>
                  </a:cubicBezTo>
                  <a:cubicBezTo>
                    <a:pt x="401" y="256"/>
                    <a:pt x="401" y="256"/>
                    <a:pt x="402" y="256"/>
                  </a:cubicBezTo>
                  <a:cubicBezTo>
                    <a:pt x="403" y="256"/>
                    <a:pt x="407" y="254"/>
                    <a:pt x="409" y="254"/>
                  </a:cubicBezTo>
                  <a:cubicBezTo>
                    <a:pt x="410" y="254"/>
                    <a:pt x="411" y="254"/>
                    <a:pt x="411" y="254"/>
                  </a:cubicBezTo>
                  <a:cubicBezTo>
                    <a:pt x="413" y="257"/>
                    <a:pt x="413" y="258"/>
                    <a:pt x="410" y="263"/>
                  </a:cubicBezTo>
                  <a:lnTo>
                    <a:pt x="410" y="263"/>
                  </a:lnTo>
                  <a:cubicBezTo>
                    <a:pt x="413" y="260"/>
                    <a:pt x="414" y="259"/>
                    <a:pt x="415" y="259"/>
                  </a:cubicBezTo>
                  <a:cubicBezTo>
                    <a:pt x="416" y="259"/>
                    <a:pt x="416" y="260"/>
                    <a:pt x="417" y="260"/>
                  </a:cubicBezTo>
                  <a:cubicBezTo>
                    <a:pt x="415" y="263"/>
                    <a:pt x="415" y="264"/>
                    <a:pt x="416" y="264"/>
                  </a:cubicBezTo>
                  <a:cubicBezTo>
                    <a:pt x="417" y="264"/>
                    <a:pt x="421" y="261"/>
                    <a:pt x="426" y="258"/>
                  </a:cubicBezTo>
                  <a:lnTo>
                    <a:pt x="424" y="257"/>
                  </a:lnTo>
                  <a:cubicBezTo>
                    <a:pt x="431" y="250"/>
                    <a:pt x="434" y="248"/>
                    <a:pt x="434" y="248"/>
                  </a:cubicBezTo>
                  <a:lnTo>
                    <a:pt x="434" y="248"/>
                  </a:lnTo>
                  <a:cubicBezTo>
                    <a:pt x="434" y="248"/>
                    <a:pt x="433" y="249"/>
                    <a:pt x="431" y="252"/>
                  </a:cubicBezTo>
                  <a:cubicBezTo>
                    <a:pt x="428" y="257"/>
                    <a:pt x="424" y="261"/>
                    <a:pt x="420" y="265"/>
                  </a:cubicBezTo>
                  <a:cubicBezTo>
                    <a:pt x="417" y="269"/>
                    <a:pt x="413" y="273"/>
                    <a:pt x="410" y="278"/>
                  </a:cubicBezTo>
                  <a:cubicBezTo>
                    <a:pt x="410" y="278"/>
                    <a:pt x="410" y="278"/>
                    <a:pt x="411" y="278"/>
                  </a:cubicBezTo>
                  <a:cubicBezTo>
                    <a:pt x="411" y="278"/>
                    <a:pt x="412" y="277"/>
                    <a:pt x="417" y="272"/>
                  </a:cubicBezTo>
                  <a:cubicBezTo>
                    <a:pt x="422" y="267"/>
                    <a:pt x="422" y="267"/>
                    <a:pt x="422" y="267"/>
                  </a:cubicBezTo>
                  <a:cubicBezTo>
                    <a:pt x="423" y="267"/>
                    <a:pt x="423" y="267"/>
                    <a:pt x="423" y="267"/>
                  </a:cubicBezTo>
                  <a:cubicBezTo>
                    <a:pt x="424" y="267"/>
                    <a:pt x="426" y="266"/>
                    <a:pt x="430" y="263"/>
                  </a:cubicBezTo>
                  <a:cubicBezTo>
                    <a:pt x="434" y="260"/>
                    <a:pt x="435" y="258"/>
                    <a:pt x="436" y="258"/>
                  </a:cubicBezTo>
                  <a:cubicBezTo>
                    <a:pt x="436" y="258"/>
                    <a:pt x="436" y="259"/>
                    <a:pt x="436" y="259"/>
                  </a:cubicBezTo>
                  <a:cubicBezTo>
                    <a:pt x="431" y="265"/>
                    <a:pt x="432" y="266"/>
                    <a:pt x="432" y="266"/>
                  </a:cubicBezTo>
                  <a:lnTo>
                    <a:pt x="427" y="271"/>
                  </a:lnTo>
                  <a:lnTo>
                    <a:pt x="415" y="284"/>
                  </a:lnTo>
                  <a:cubicBezTo>
                    <a:pt x="415" y="284"/>
                    <a:pt x="416" y="284"/>
                    <a:pt x="416" y="284"/>
                  </a:cubicBezTo>
                  <a:cubicBezTo>
                    <a:pt x="416" y="284"/>
                    <a:pt x="421" y="279"/>
                    <a:pt x="421" y="279"/>
                  </a:cubicBezTo>
                  <a:cubicBezTo>
                    <a:pt x="422" y="278"/>
                    <a:pt x="423" y="278"/>
                    <a:pt x="424" y="278"/>
                  </a:cubicBezTo>
                  <a:cubicBezTo>
                    <a:pt x="431" y="278"/>
                    <a:pt x="439" y="287"/>
                    <a:pt x="440" y="288"/>
                  </a:cubicBezTo>
                  <a:cubicBezTo>
                    <a:pt x="438" y="292"/>
                    <a:pt x="437" y="294"/>
                    <a:pt x="438" y="294"/>
                  </a:cubicBezTo>
                  <a:cubicBezTo>
                    <a:pt x="439" y="294"/>
                    <a:pt x="440" y="293"/>
                    <a:pt x="442" y="290"/>
                  </a:cubicBezTo>
                  <a:cubicBezTo>
                    <a:pt x="445" y="288"/>
                    <a:pt x="446" y="287"/>
                    <a:pt x="448" y="287"/>
                  </a:cubicBezTo>
                  <a:cubicBezTo>
                    <a:pt x="450" y="287"/>
                    <a:pt x="452" y="289"/>
                    <a:pt x="454" y="291"/>
                  </a:cubicBezTo>
                  <a:cubicBezTo>
                    <a:pt x="456" y="294"/>
                    <a:pt x="457" y="297"/>
                    <a:pt x="460" y="297"/>
                  </a:cubicBezTo>
                  <a:cubicBezTo>
                    <a:pt x="461" y="297"/>
                    <a:pt x="463" y="296"/>
                    <a:pt x="465" y="294"/>
                  </a:cubicBezTo>
                  <a:lnTo>
                    <a:pt x="466" y="296"/>
                  </a:lnTo>
                  <a:cubicBezTo>
                    <a:pt x="466" y="296"/>
                    <a:pt x="466" y="296"/>
                    <a:pt x="467" y="296"/>
                  </a:cubicBezTo>
                  <a:cubicBezTo>
                    <a:pt x="468" y="296"/>
                    <a:pt x="473" y="294"/>
                    <a:pt x="474" y="294"/>
                  </a:cubicBezTo>
                  <a:cubicBezTo>
                    <a:pt x="475" y="294"/>
                    <a:pt x="475" y="294"/>
                    <a:pt x="475" y="294"/>
                  </a:cubicBezTo>
                  <a:cubicBezTo>
                    <a:pt x="478" y="291"/>
                    <a:pt x="480" y="290"/>
                    <a:pt x="480" y="290"/>
                  </a:cubicBezTo>
                  <a:lnTo>
                    <a:pt x="480" y="290"/>
                  </a:lnTo>
                  <a:cubicBezTo>
                    <a:pt x="480" y="290"/>
                    <a:pt x="478" y="291"/>
                    <a:pt x="475" y="294"/>
                  </a:cubicBezTo>
                  <a:cubicBezTo>
                    <a:pt x="470" y="297"/>
                    <a:pt x="467" y="300"/>
                    <a:pt x="464" y="305"/>
                  </a:cubicBezTo>
                  <a:cubicBezTo>
                    <a:pt x="464" y="305"/>
                    <a:pt x="464" y="305"/>
                    <a:pt x="464" y="305"/>
                  </a:cubicBezTo>
                  <a:cubicBezTo>
                    <a:pt x="465" y="305"/>
                    <a:pt x="471" y="300"/>
                    <a:pt x="476" y="296"/>
                  </a:cubicBezTo>
                  <a:cubicBezTo>
                    <a:pt x="481" y="292"/>
                    <a:pt x="482" y="291"/>
                    <a:pt x="483" y="291"/>
                  </a:cubicBezTo>
                  <a:cubicBezTo>
                    <a:pt x="483" y="291"/>
                    <a:pt x="483" y="291"/>
                    <a:pt x="483" y="291"/>
                  </a:cubicBezTo>
                  <a:cubicBezTo>
                    <a:pt x="484" y="291"/>
                    <a:pt x="484" y="291"/>
                    <a:pt x="477" y="297"/>
                  </a:cubicBezTo>
                  <a:lnTo>
                    <a:pt x="465" y="307"/>
                  </a:lnTo>
                  <a:lnTo>
                    <a:pt x="466" y="308"/>
                  </a:lnTo>
                  <a:cubicBezTo>
                    <a:pt x="470" y="304"/>
                    <a:pt x="472" y="304"/>
                    <a:pt x="472" y="304"/>
                  </a:cubicBezTo>
                  <a:cubicBezTo>
                    <a:pt x="473" y="304"/>
                    <a:pt x="473" y="304"/>
                    <a:pt x="473" y="304"/>
                  </a:cubicBezTo>
                  <a:cubicBezTo>
                    <a:pt x="473" y="304"/>
                    <a:pt x="473" y="304"/>
                    <a:pt x="460" y="315"/>
                  </a:cubicBezTo>
                  <a:cubicBezTo>
                    <a:pt x="454" y="320"/>
                    <a:pt x="451" y="323"/>
                    <a:pt x="451" y="323"/>
                  </a:cubicBezTo>
                  <a:cubicBezTo>
                    <a:pt x="452" y="323"/>
                    <a:pt x="455" y="321"/>
                    <a:pt x="461" y="316"/>
                  </a:cubicBezTo>
                  <a:lnTo>
                    <a:pt x="468" y="312"/>
                  </a:lnTo>
                  <a:lnTo>
                    <a:pt x="468" y="312"/>
                  </a:lnTo>
                  <a:cubicBezTo>
                    <a:pt x="464" y="316"/>
                    <a:pt x="463" y="317"/>
                    <a:pt x="463" y="317"/>
                  </a:cubicBezTo>
                  <a:cubicBezTo>
                    <a:pt x="465" y="317"/>
                    <a:pt x="472" y="312"/>
                    <a:pt x="476" y="309"/>
                  </a:cubicBezTo>
                  <a:lnTo>
                    <a:pt x="476" y="309"/>
                  </a:lnTo>
                  <a:cubicBezTo>
                    <a:pt x="470" y="315"/>
                    <a:pt x="468" y="318"/>
                    <a:pt x="468" y="318"/>
                  </a:cubicBezTo>
                  <a:cubicBezTo>
                    <a:pt x="468" y="318"/>
                    <a:pt x="471" y="315"/>
                    <a:pt x="477" y="311"/>
                  </a:cubicBezTo>
                  <a:cubicBezTo>
                    <a:pt x="480" y="308"/>
                    <a:pt x="482" y="307"/>
                    <a:pt x="482" y="307"/>
                  </a:cubicBezTo>
                  <a:lnTo>
                    <a:pt x="482" y="307"/>
                  </a:lnTo>
                  <a:cubicBezTo>
                    <a:pt x="483" y="307"/>
                    <a:pt x="481" y="309"/>
                    <a:pt x="478" y="312"/>
                  </a:cubicBezTo>
                  <a:cubicBezTo>
                    <a:pt x="473" y="318"/>
                    <a:pt x="474" y="318"/>
                    <a:pt x="474" y="319"/>
                  </a:cubicBezTo>
                  <a:cubicBezTo>
                    <a:pt x="476" y="318"/>
                    <a:pt x="477" y="318"/>
                    <a:pt x="479" y="318"/>
                  </a:cubicBezTo>
                  <a:cubicBezTo>
                    <a:pt x="483" y="318"/>
                    <a:pt x="485" y="321"/>
                    <a:pt x="487" y="324"/>
                  </a:cubicBezTo>
                  <a:cubicBezTo>
                    <a:pt x="489" y="328"/>
                    <a:pt x="492" y="331"/>
                    <a:pt x="494" y="331"/>
                  </a:cubicBezTo>
                  <a:cubicBezTo>
                    <a:pt x="496" y="331"/>
                    <a:pt x="498" y="330"/>
                    <a:pt x="500" y="328"/>
                  </a:cubicBezTo>
                  <a:lnTo>
                    <a:pt x="500" y="328"/>
                  </a:lnTo>
                  <a:cubicBezTo>
                    <a:pt x="501" y="330"/>
                    <a:pt x="501" y="330"/>
                    <a:pt x="494" y="335"/>
                  </a:cubicBezTo>
                  <a:cubicBezTo>
                    <a:pt x="491" y="337"/>
                    <a:pt x="490" y="339"/>
                    <a:pt x="491" y="339"/>
                  </a:cubicBezTo>
                  <a:cubicBezTo>
                    <a:pt x="491" y="339"/>
                    <a:pt x="495" y="337"/>
                    <a:pt x="502" y="332"/>
                  </a:cubicBezTo>
                  <a:lnTo>
                    <a:pt x="502" y="332"/>
                  </a:lnTo>
                  <a:cubicBezTo>
                    <a:pt x="495" y="337"/>
                    <a:pt x="496" y="339"/>
                    <a:pt x="499" y="341"/>
                  </a:cubicBezTo>
                  <a:cubicBezTo>
                    <a:pt x="499" y="342"/>
                    <a:pt x="500" y="343"/>
                    <a:pt x="502" y="343"/>
                  </a:cubicBezTo>
                  <a:cubicBezTo>
                    <a:pt x="503" y="343"/>
                    <a:pt x="505" y="343"/>
                    <a:pt x="507" y="341"/>
                  </a:cubicBezTo>
                  <a:lnTo>
                    <a:pt x="507" y="341"/>
                  </a:lnTo>
                  <a:cubicBezTo>
                    <a:pt x="498" y="347"/>
                    <a:pt x="493" y="354"/>
                    <a:pt x="496" y="354"/>
                  </a:cubicBezTo>
                  <a:cubicBezTo>
                    <a:pt x="498" y="354"/>
                    <a:pt x="500" y="353"/>
                    <a:pt x="504" y="351"/>
                  </a:cubicBezTo>
                  <a:lnTo>
                    <a:pt x="504" y="351"/>
                  </a:lnTo>
                  <a:cubicBezTo>
                    <a:pt x="505" y="351"/>
                    <a:pt x="505" y="352"/>
                    <a:pt x="499" y="357"/>
                  </a:cubicBezTo>
                  <a:cubicBezTo>
                    <a:pt x="499" y="357"/>
                    <a:pt x="499" y="357"/>
                    <a:pt x="499" y="357"/>
                  </a:cubicBezTo>
                  <a:cubicBezTo>
                    <a:pt x="500" y="357"/>
                    <a:pt x="503" y="356"/>
                    <a:pt x="507" y="354"/>
                  </a:cubicBezTo>
                  <a:cubicBezTo>
                    <a:pt x="507" y="355"/>
                    <a:pt x="510" y="358"/>
                    <a:pt x="510" y="359"/>
                  </a:cubicBezTo>
                  <a:cubicBezTo>
                    <a:pt x="510" y="359"/>
                    <a:pt x="511" y="360"/>
                    <a:pt x="511" y="360"/>
                  </a:cubicBezTo>
                  <a:cubicBezTo>
                    <a:pt x="514" y="360"/>
                    <a:pt x="518" y="358"/>
                    <a:pt x="518" y="358"/>
                  </a:cubicBezTo>
                  <a:lnTo>
                    <a:pt x="519" y="358"/>
                  </a:lnTo>
                  <a:cubicBezTo>
                    <a:pt x="512" y="362"/>
                    <a:pt x="514" y="365"/>
                    <a:pt x="516" y="370"/>
                  </a:cubicBezTo>
                  <a:cubicBezTo>
                    <a:pt x="519" y="374"/>
                    <a:pt x="521" y="379"/>
                    <a:pt x="515" y="385"/>
                  </a:cubicBezTo>
                  <a:cubicBezTo>
                    <a:pt x="515" y="385"/>
                    <a:pt x="515" y="385"/>
                    <a:pt x="522" y="381"/>
                  </a:cubicBezTo>
                  <a:cubicBezTo>
                    <a:pt x="530" y="376"/>
                    <a:pt x="534" y="374"/>
                    <a:pt x="534" y="374"/>
                  </a:cubicBezTo>
                  <a:lnTo>
                    <a:pt x="534" y="374"/>
                  </a:lnTo>
                  <a:cubicBezTo>
                    <a:pt x="535" y="374"/>
                    <a:pt x="533" y="376"/>
                    <a:pt x="530" y="378"/>
                  </a:cubicBezTo>
                  <a:cubicBezTo>
                    <a:pt x="523" y="384"/>
                    <a:pt x="520" y="387"/>
                    <a:pt x="522" y="387"/>
                  </a:cubicBezTo>
                  <a:cubicBezTo>
                    <a:pt x="523" y="387"/>
                    <a:pt x="527" y="386"/>
                    <a:pt x="532" y="382"/>
                  </a:cubicBezTo>
                  <a:lnTo>
                    <a:pt x="532" y="382"/>
                  </a:lnTo>
                  <a:lnTo>
                    <a:pt x="525" y="387"/>
                  </a:lnTo>
                  <a:cubicBezTo>
                    <a:pt x="520" y="391"/>
                    <a:pt x="518" y="393"/>
                    <a:pt x="520" y="393"/>
                  </a:cubicBezTo>
                  <a:cubicBezTo>
                    <a:pt x="521" y="393"/>
                    <a:pt x="527" y="390"/>
                    <a:pt x="534" y="386"/>
                  </a:cubicBezTo>
                  <a:lnTo>
                    <a:pt x="534" y="386"/>
                  </a:lnTo>
                  <a:cubicBezTo>
                    <a:pt x="529" y="389"/>
                    <a:pt x="525" y="393"/>
                    <a:pt x="526" y="393"/>
                  </a:cubicBezTo>
                  <a:cubicBezTo>
                    <a:pt x="526" y="393"/>
                    <a:pt x="527" y="392"/>
                    <a:pt x="529" y="391"/>
                  </a:cubicBezTo>
                  <a:lnTo>
                    <a:pt x="529" y="391"/>
                  </a:lnTo>
                  <a:cubicBezTo>
                    <a:pt x="529" y="392"/>
                    <a:pt x="529" y="392"/>
                    <a:pt x="515" y="401"/>
                  </a:cubicBezTo>
                  <a:cubicBezTo>
                    <a:pt x="514" y="399"/>
                    <a:pt x="511" y="398"/>
                    <a:pt x="509" y="398"/>
                  </a:cubicBezTo>
                  <a:cubicBezTo>
                    <a:pt x="504" y="398"/>
                    <a:pt x="499" y="404"/>
                    <a:pt x="502" y="410"/>
                  </a:cubicBezTo>
                  <a:cubicBezTo>
                    <a:pt x="504" y="413"/>
                    <a:pt x="506" y="415"/>
                    <a:pt x="509" y="415"/>
                  </a:cubicBezTo>
                  <a:cubicBezTo>
                    <a:pt x="514" y="415"/>
                    <a:pt x="519" y="409"/>
                    <a:pt x="516" y="402"/>
                  </a:cubicBezTo>
                  <a:lnTo>
                    <a:pt x="516" y="402"/>
                  </a:lnTo>
                  <a:lnTo>
                    <a:pt x="518" y="404"/>
                  </a:lnTo>
                  <a:cubicBezTo>
                    <a:pt x="518" y="404"/>
                    <a:pt x="518" y="404"/>
                    <a:pt x="518" y="404"/>
                  </a:cubicBezTo>
                  <a:cubicBezTo>
                    <a:pt x="518" y="404"/>
                    <a:pt x="520" y="403"/>
                    <a:pt x="524" y="400"/>
                  </a:cubicBezTo>
                  <a:cubicBezTo>
                    <a:pt x="529" y="397"/>
                    <a:pt x="530" y="396"/>
                    <a:pt x="531" y="396"/>
                  </a:cubicBezTo>
                  <a:cubicBezTo>
                    <a:pt x="532" y="396"/>
                    <a:pt x="532" y="397"/>
                    <a:pt x="532" y="397"/>
                  </a:cubicBezTo>
                  <a:cubicBezTo>
                    <a:pt x="530" y="398"/>
                    <a:pt x="529" y="399"/>
                    <a:pt x="529" y="399"/>
                  </a:cubicBezTo>
                  <a:cubicBezTo>
                    <a:pt x="530" y="399"/>
                    <a:pt x="534" y="396"/>
                    <a:pt x="539" y="392"/>
                  </a:cubicBezTo>
                  <a:cubicBezTo>
                    <a:pt x="543" y="389"/>
                    <a:pt x="548" y="386"/>
                    <a:pt x="552" y="383"/>
                  </a:cubicBezTo>
                  <a:lnTo>
                    <a:pt x="566" y="374"/>
                  </a:lnTo>
                  <a:cubicBezTo>
                    <a:pt x="576" y="369"/>
                    <a:pt x="585" y="363"/>
                    <a:pt x="593" y="355"/>
                  </a:cubicBezTo>
                  <a:cubicBezTo>
                    <a:pt x="596" y="351"/>
                    <a:pt x="599" y="347"/>
                    <a:pt x="597" y="347"/>
                  </a:cubicBezTo>
                  <a:cubicBezTo>
                    <a:pt x="596" y="347"/>
                    <a:pt x="594" y="348"/>
                    <a:pt x="589" y="351"/>
                  </a:cubicBezTo>
                  <a:cubicBezTo>
                    <a:pt x="589" y="351"/>
                    <a:pt x="583" y="354"/>
                    <a:pt x="583" y="354"/>
                  </a:cubicBezTo>
                  <a:cubicBezTo>
                    <a:pt x="582" y="353"/>
                    <a:pt x="588" y="348"/>
                    <a:pt x="588" y="348"/>
                  </a:cubicBezTo>
                  <a:cubicBezTo>
                    <a:pt x="595" y="343"/>
                    <a:pt x="593" y="341"/>
                    <a:pt x="592" y="337"/>
                  </a:cubicBezTo>
                  <a:cubicBezTo>
                    <a:pt x="588" y="333"/>
                    <a:pt x="587" y="331"/>
                    <a:pt x="594" y="325"/>
                  </a:cubicBezTo>
                  <a:cubicBezTo>
                    <a:pt x="599" y="321"/>
                    <a:pt x="599" y="319"/>
                    <a:pt x="599" y="319"/>
                  </a:cubicBezTo>
                  <a:lnTo>
                    <a:pt x="599" y="319"/>
                  </a:lnTo>
                  <a:cubicBezTo>
                    <a:pt x="597" y="321"/>
                    <a:pt x="596" y="321"/>
                    <a:pt x="595" y="321"/>
                  </a:cubicBezTo>
                  <a:cubicBezTo>
                    <a:pt x="591" y="321"/>
                    <a:pt x="590" y="318"/>
                    <a:pt x="587" y="315"/>
                  </a:cubicBezTo>
                  <a:cubicBezTo>
                    <a:pt x="585" y="312"/>
                    <a:pt x="583" y="308"/>
                    <a:pt x="579" y="308"/>
                  </a:cubicBezTo>
                  <a:cubicBezTo>
                    <a:pt x="578" y="308"/>
                    <a:pt x="577" y="308"/>
                    <a:pt x="575" y="309"/>
                  </a:cubicBezTo>
                  <a:lnTo>
                    <a:pt x="574" y="308"/>
                  </a:lnTo>
                  <a:cubicBezTo>
                    <a:pt x="580" y="304"/>
                    <a:pt x="579" y="303"/>
                    <a:pt x="579" y="300"/>
                  </a:cubicBezTo>
                  <a:lnTo>
                    <a:pt x="579" y="300"/>
                  </a:lnTo>
                  <a:cubicBezTo>
                    <a:pt x="575" y="302"/>
                    <a:pt x="572" y="303"/>
                    <a:pt x="571" y="303"/>
                  </a:cubicBezTo>
                  <a:cubicBezTo>
                    <a:pt x="570" y="303"/>
                    <a:pt x="570" y="303"/>
                    <a:pt x="570" y="303"/>
                  </a:cubicBezTo>
                  <a:cubicBezTo>
                    <a:pt x="577" y="298"/>
                    <a:pt x="576" y="297"/>
                    <a:pt x="576" y="296"/>
                  </a:cubicBezTo>
                  <a:cubicBezTo>
                    <a:pt x="575" y="295"/>
                    <a:pt x="575" y="295"/>
                    <a:pt x="574" y="295"/>
                  </a:cubicBezTo>
                  <a:cubicBezTo>
                    <a:pt x="573" y="295"/>
                    <a:pt x="571" y="296"/>
                    <a:pt x="568" y="299"/>
                  </a:cubicBezTo>
                  <a:cubicBezTo>
                    <a:pt x="565" y="295"/>
                    <a:pt x="566" y="289"/>
                    <a:pt x="569" y="286"/>
                  </a:cubicBezTo>
                  <a:cubicBezTo>
                    <a:pt x="571" y="284"/>
                    <a:pt x="572" y="283"/>
                    <a:pt x="571" y="283"/>
                  </a:cubicBezTo>
                  <a:lnTo>
                    <a:pt x="571" y="283"/>
                  </a:lnTo>
                  <a:cubicBezTo>
                    <a:pt x="570" y="283"/>
                    <a:pt x="566" y="286"/>
                    <a:pt x="561" y="289"/>
                  </a:cubicBezTo>
                  <a:cubicBezTo>
                    <a:pt x="557" y="293"/>
                    <a:pt x="552" y="296"/>
                    <a:pt x="548" y="298"/>
                  </a:cubicBezTo>
                  <a:cubicBezTo>
                    <a:pt x="548" y="298"/>
                    <a:pt x="553" y="293"/>
                    <a:pt x="560" y="288"/>
                  </a:cubicBezTo>
                  <a:cubicBezTo>
                    <a:pt x="567" y="284"/>
                    <a:pt x="567" y="284"/>
                    <a:pt x="566" y="282"/>
                  </a:cubicBezTo>
                  <a:lnTo>
                    <a:pt x="566" y="280"/>
                  </a:lnTo>
                  <a:cubicBezTo>
                    <a:pt x="563" y="282"/>
                    <a:pt x="562" y="283"/>
                    <a:pt x="560" y="283"/>
                  </a:cubicBezTo>
                  <a:cubicBezTo>
                    <a:pt x="557" y="283"/>
                    <a:pt x="556" y="280"/>
                    <a:pt x="553" y="277"/>
                  </a:cubicBezTo>
                  <a:cubicBezTo>
                    <a:pt x="551" y="274"/>
                    <a:pt x="549" y="271"/>
                    <a:pt x="547" y="271"/>
                  </a:cubicBezTo>
                  <a:cubicBezTo>
                    <a:pt x="546" y="271"/>
                    <a:pt x="544" y="272"/>
                    <a:pt x="541" y="275"/>
                  </a:cubicBezTo>
                  <a:cubicBezTo>
                    <a:pt x="539" y="277"/>
                    <a:pt x="537" y="278"/>
                    <a:pt x="537" y="278"/>
                  </a:cubicBezTo>
                  <a:cubicBezTo>
                    <a:pt x="536" y="278"/>
                    <a:pt x="537" y="276"/>
                    <a:pt x="540" y="271"/>
                  </a:cubicBezTo>
                  <a:cubicBezTo>
                    <a:pt x="551" y="258"/>
                    <a:pt x="554" y="254"/>
                    <a:pt x="553" y="254"/>
                  </a:cubicBezTo>
                  <a:lnTo>
                    <a:pt x="553" y="254"/>
                  </a:lnTo>
                  <a:cubicBezTo>
                    <a:pt x="553" y="254"/>
                    <a:pt x="551" y="255"/>
                    <a:pt x="549" y="257"/>
                  </a:cubicBezTo>
                  <a:cubicBezTo>
                    <a:pt x="549" y="257"/>
                    <a:pt x="543" y="262"/>
                    <a:pt x="537" y="268"/>
                  </a:cubicBezTo>
                  <a:cubicBezTo>
                    <a:pt x="531" y="273"/>
                    <a:pt x="528" y="275"/>
                    <a:pt x="527" y="275"/>
                  </a:cubicBezTo>
                  <a:cubicBezTo>
                    <a:pt x="526" y="275"/>
                    <a:pt x="529" y="272"/>
                    <a:pt x="536" y="266"/>
                  </a:cubicBezTo>
                  <a:cubicBezTo>
                    <a:pt x="543" y="260"/>
                    <a:pt x="541" y="255"/>
                    <a:pt x="535" y="255"/>
                  </a:cubicBezTo>
                  <a:cubicBezTo>
                    <a:pt x="532" y="255"/>
                    <a:pt x="526" y="257"/>
                    <a:pt x="521" y="261"/>
                  </a:cubicBezTo>
                  <a:lnTo>
                    <a:pt x="528" y="256"/>
                  </a:lnTo>
                  <a:cubicBezTo>
                    <a:pt x="533" y="250"/>
                    <a:pt x="533" y="250"/>
                    <a:pt x="531" y="247"/>
                  </a:cubicBezTo>
                  <a:lnTo>
                    <a:pt x="530" y="244"/>
                  </a:lnTo>
                  <a:cubicBezTo>
                    <a:pt x="526" y="248"/>
                    <a:pt x="523" y="250"/>
                    <a:pt x="522" y="250"/>
                  </a:cubicBezTo>
                  <a:cubicBezTo>
                    <a:pt x="520" y="250"/>
                    <a:pt x="523" y="245"/>
                    <a:pt x="527" y="241"/>
                  </a:cubicBezTo>
                  <a:cubicBezTo>
                    <a:pt x="532" y="234"/>
                    <a:pt x="532" y="234"/>
                    <a:pt x="531" y="233"/>
                  </a:cubicBezTo>
                  <a:lnTo>
                    <a:pt x="531" y="233"/>
                  </a:lnTo>
                  <a:cubicBezTo>
                    <a:pt x="527" y="236"/>
                    <a:pt x="524" y="237"/>
                    <a:pt x="523" y="237"/>
                  </a:cubicBezTo>
                  <a:cubicBezTo>
                    <a:pt x="520" y="237"/>
                    <a:pt x="523" y="231"/>
                    <a:pt x="527" y="227"/>
                  </a:cubicBezTo>
                  <a:lnTo>
                    <a:pt x="525" y="226"/>
                  </a:lnTo>
                  <a:cubicBezTo>
                    <a:pt x="522" y="229"/>
                    <a:pt x="521" y="230"/>
                    <a:pt x="519" y="230"/>
                  </a:cubicBezTo>
                  <a:cubicBezTo>
                    <a:pt x="519" y="230"/>
                    <a:pt x="518" y="229"/>
                    <a:pt x="518" y="229"/>
                  </a:cubicBezTo>
                  <a:cubicBezTo>
                    <a:pt x="517" y="228"/>
                    <a:pt x="517" y="228"/>
                    <a:pt x="516" y="228"/>
                  </a:cubicBezTo>
                  <a:cubicBezTo>
                    <a:pt x="515" y="228"/>
                    <a:pt x="513" y="229"/>
                    <a:pt x="510" y="233"/>
                  </a:cubicBezTo>
                  <a:cubicBezTo>
                    <a:pt x="506" y="236"/>
                    <a:pt x="502" y="240"/>
                    <a:pt x="497" y="243"/>
                  </a:cubicBezTo>
                  <a:lnTo>
                    <a:pt x="504" y="238"/>
                  </a:lnTo>
                  <a:cubicBezTo>
                    <a:pt x="510" y="232"/>
                    <a:pt x="507" y="230"/>
                    <a:pt x="506" y="227"/>
                  </a:cubicBezTo>
                  <a:cubicBezTo>
                    <a:pt x="503" y="224"/>
                    <a:pt x="502" y="223"/>
                    <a:pt x="507" y="216"/>
                  </a:cubicBezTo>
                  <a:lnTo>
                    <a:pt x="507" y="216"/>
                  </a:lnTo>
                  <a:lnTo>
                    <a:pt x="501" y="222"/>
                  </a:lnTo>
                  <a:cubicBezTo>
                    <a:pt x="498" y="224"/>
                    <a:pt x="496" y="225"/>
                    <a:pt x="496" y="225"/>
                  </a:cubicBezTo>
                  <a:cubicBezTo>
                    <a:pt x="495" y="225"/>
                    <a:pt x="497" y="224"/>
                    <a:pt x="500" y="221"/>
                  </a:cubicBezTo>
                  <a:cubicBezTo>
                    <a:pt x="503" y="216"/>
                    <a:pt x="504" y="214"/>
                    <a:pt x="501" y="214"/>
                  </a:cubicBezTo>
                  <a:cubicBezTo>
                    <a:pt x="500" y="214"/>
                    <a:pt x="498" y="214"/>
                    <a:pt x="496" y="215"/>
                  </a:cubicBezTo>
                  <a:lnTo>
                    <a:pt x="495" y="214"/>
                  </a:lnTo>
                  <a:cubicBezTo>
                    <a:pt x="501" y="207"/>
                    <a:pt x="503" y="204"/>
                    <a:pt x="502" y="204"/>
                  </a:cubicBezTo>
                  <a:cubicBezTo>
                    <a:pt x="501" y="204"/>
                    <a:pt x="497" y="206"/>
                    <a:pt x="492" y="211"/>
                  </a:cubicBezTo>
                  <a:cubicBezTo>
                    <a:pt x="497" y="205"/>
                    <a:pt x="497" y="205"/>
                    <a:pt x="496" y="204"/>
                  </a:cubicBezTo>
                  <a:lnTo>
                    <a:pt x="496" y="204"/>
                  </a:lnTo>
                  <a:cubicBezTo>
                    <a:pt x="494" y="206"/>
                    <a:pt x="492" y="206"/>
                    <a:pt x="491" y="206"/>
                  </a:cubicBezTo>
                  <a:cubicBezTo>
                    <a:pt x="489" y="206"/>
                    <a:pt x="489" y="204"/>
                    <a:pt x="493" y="201"/>
                  </a:cubicBezTo>
                  <a:lnTo>
                    <a:pt x="493" y="199"/>
                  </a:lnTo>
                  <a:cubicBezTo>
                    <a:pt x="489" y="203"/>
                    <a:pt x="487" y="204"/>
                    <a:pt x="486" y="204"/>
                  </a:cubicBezTo>
                  <a:cubicBezTo>
                    <a:pt x="486" y="204"/>
                    <a:pt x="486" y="203"/>
                    <a:pt x="485" y="203"/>
                  </a:cubicBezTo>
                  <a:cubicBezTo>
                    <a:pt x="485" y="203"/>
                    <a:pt x="485" y="203"/>
                    <a:pt x="485" y="203"/>
                  </a:cubicBezTo>
                  <a:cubicBezTo>
                    <a:pt x="484" y="203"/>
                    <a:pt x="482" y="203"/>
                    <a:pt x="478" y="207"/>
                  </a:cubicBezTo>
                  <a:cubicBezTo>
                    <a:pt x="474" y="211"/>
                    <a:pt x="472" y="212"/>
                    <a:pt x="472" y="212"/>
                  </a:cubicBezTo>
                  <a:cubicBezTo>
                    <a:pt x="472" y="212"/>
                    <a:pt x="472" y="212"/>
                    <a:pt x="472" y="212"/>
                  </a:cubicBezTo>
                  <a:cubicBezTo>
                    <a:pt x="470" y="211"/>
                    <a:pt x="477" y="206"/>
                    <a:pt x="483" y="201"/>
                  </a:cubicBezTo>
                  <a:cubicBezTo>
                    <a:pt x="486" y="198"/>
                    <a:pt x="487" y="197"/>
                    <a:pt x="487" y="197"/>
                  </a:cubicBezTo>
                  <a:cubicBezTo>
                    <a:pt x="486" y="197"/>
                    <a:pt x="482" y="199"/>
                    <a:pt x="475" y="204"/>
                  </a:cubicBezTo>
                  <a:cubicBezTo>
                    <a:pt x="479" y="200"/>
                    <a:pt x="484" y="196"/>
                    <a:pt x="483" y="196"/>
                  </a:cubicBezTo>
                  <a:lnTo>
                    <a:pt x="483" y="196"/>
                  </a:lnTo>
                  <a:cubicBezTo>
                    <a:pt x="483" y="196"/>
                    <a:pt x="482" y="196"/>
                    <a:pt x="481" y="197"/>
                  </a:cubicBezTo>
                  <a:cubicBezTo>
                    <a:pt x="481" y="197"/>
                    <a:pt x="480" y="197"/>
                    <a:pt x="480" y="197"/>
                  </a:cubicBezTo>
                  <a:cubicBezTo>
                    <a:pt x="480" y="197"/>
                    <a:pt x="478" y="198"/>
                    <a:pt x="474" y="202"/>
                  </a:cubicBezTo>
                  <a:lnTo>
                    <a:pt x="472" y="201"/>
                  </a:lnTo>
                  <a:cubicBezTo>
                    <a:pt x="476" y="193"/>
                    <a:pt x="475" y="193"/>
                    <a:pt x="475" y="192"/>
                  </a:cubicBezTo>
                  <a:lnTo>
                    <a:pt x="475" y="192"/>
                  </a:lnTo>
                  <a:cubicBezTo>
                    <a:pt x="472" y="194"/>
                    <a:pt x="470" y="196"/>
                    <a:pt x="470" y="196"/>
                  </a:cubicBezTo>
                  <a:cubicBezTo>
                    <a:pt x="469" y="196"/>
                    <a:pt x="471" y="194"/>
                    <a:pt x="474" y="190"/>
                  </a:cubicBezTo>
                  <a:cubicBezTo>
                    <a:pt x="476" y="188"/>
                    <a:pt x="477" y="186"/>
                    <a:pt x="477" y="186"/>
                  </a:cubicBezTo>
                  <a:lnTo>
                    <a:pt x="477" y="186"/>
                  </a:lnTo>
                  <a:cubicBezTo>
                    <a:pt x="477" y="186"/>
                    <a:pt x="473" y="189"/>
                    <a:pt x="467" y="196"/>
                  </a:cubicBezTo>
                  <a:cubicBezTo>
                    <a:pt x="465" y="199"/>
                    <a:pt x="463" y="200"/>
                    <a:pt x="463" y="200"/>
                  </a:cubicBezTo>
                  <a:cubicBezTo>
                    <a:pt x="462" y="200"/>
                    <a:pt x="463" y="198"/>
                    <a:pt x="466" y="194"/>
                  </a:cubicBezTo>
                  <a:cubicBezTo>
                    <a:pt x="472" y="187"/>
                    <a:pt x="475" y="184"/>
                    <a:pt x="474" y="184"/>
                  </a:cubicBezTo>
                  <a:lnTo>
                    <a:pt x="474" y="184"/>
                  </a:lnTo>
                  <a:cubicBezTo>
                    <a:pt x="474" y="184"/>
                    <a:pt x="473" y="185"/>
                    <a:pt x="470" y="187"/>
                  </a:cubicBezTo>
                  <a:cubicBezTo>
                    <a:pt x="465" y="193"/>
                    <a:pt x="464" y="193"/>
                    <a:pt x="464" y="193"/>
                  </a:cubicBezTo>
                  <a:cubicBezTo>
                    <a:pt x="469" y="186"/>
                    <a:pt x="464" y="180"/>
                    <a:pt x="458" y="175"/>
                  </a:cubicBezTo>
                  <a:cubicBezTo>
                    <a:pt x="458" y="175"/>
                    <a:pt x="451" y="180"/>
                    <a:pt x="447" y="186"/>
                  </a:cubicBezTo>
                  <a:cubicBezTo>
                    <a:pt x="442" y="191"/>
                    <a:pt x="440" y="193"/>
                    <a:pt x="440" y="193"/>
                  </a:cubicBezTo>
                  <a:cubicBezTo>
                    <a:pt x="440" y="193"/>
                    <a:pt x="443" y="190"/>
                    <a:pt x="446" y="186"/>
                  </a:cubicBezTo>
                  <a:cubicBezTo>
                    <a:pt x="454" y="176"/>
                    <a:pt x="458" y="171"/>
                    <a:pt x="457" y="171"/>
                  </a:cubicBezTo>
                  <a:lnTo>
                    <a:pt x="457" y="171"/>
                  </a:lnTo>
                  <a:cubicBezTo>
                    <a:pt x="456" y="171"/>
                    <a:pt x="452" y="175"/>
                    <a:pt x="445" y="185"/>
                  </a:cubicBezTo>
                  <a:cubicBezTo>
                    <a:pt x="440" y="191"/>
                    <a:pt x="437" y="194"/>
                    <a:pt x="437" y="194"/>
                  </a:cubicBezTo>
                  <a:cubicBezTo>
                    <a:pt x="437" y="194"/>
                    <a:pt x="439" y="191"/>
                    <a:pt x="444" y="184"/>
                  </a:cubicBezTo>
                  <a:cubicBezTo>
                    <a:pt x="446" y="180"/>
                    <a:pt x="448" y="179"/>
                    <a:pt x="448" y="179"/>
                  </a:cubicBezTo>
                  <a:lnTo>
                    <a:pt x="448" y="179"/>
                  </a:lnTo>
                  <a:cubicBezTo>
                    <a:pt x="447" y="179"/>
                    <a:pt x="446" y="180"/>
                    <a:pt x="442" y="183"/>
                  </a:cubicBezTo>
                  <a:cubicBezTo>
                    <a:pt x="440" y="185"/>
                    <a:pt x="439" y="187"/>
                    <a:pt x="439" y="187"/>
                  </a:cubicBezTo>
                  <a:cubicBezTo>
                    <a:pt x="438" y="187"/>
                    <a:pt x="439" y="185"/>
                    <a:pt x="442" y="182"/>
                  </a:cubicBezTo>
                  <a:cubicBezTo>
                    <a:pt x="446" y="177"/>
                    <a:pt x="449" y="172"/>
                    <a:pt x="448" y="172"/>
                  </a:cubicBezTo>
                  <a:lnTo>
                    <a:pt x="448" y="172"/>
                  </a:lnTo>
                  <a:cubicBezTo>
                    <a:pt x="448" y="172"/>
                    <a:pt x="447" y="173"/>
                    <a:pt x="446" y="175"/>
                  </a:cubicBezTo>
                  <a:cubicBezTo>
                    <a:pt x="446" y="175"/>
                    <a:pt x="446" y="174"/>
                    <a:pt x="450" y="167"/>
                  </a:cubicBezTo>
                  <a:cubicBezTo>
                    <a:pt x="452" y="165"/>
                    <a:pt x="452" y="164"/>
                    <a:pt x="452" y="164"/>
                  </a:cubicBezTo>
                  <a:lnTo>
                    <a:pt x="452" y="164"/>
                  </a:lnTo>
                  <a:cubicBezTo>
                    <a:pt x="451" y="164"/>
                    <a:pt x="447" y="168"/>
                    <a:pt x="444" y="171"/>
                  </a:cubicBezTo>
                  <a:cubicBezTo>
                    <a:pt x="438" y="177"/>
                    <a:pt x="434" y="179"/>
                    <a:pt x="434" y="179"/>
                  </a:cubicBezTo>
                  <a:cubicBezTo>
                    <a:pt x="433" y="179"/>
                    <a:pt x="435" y="176"/>
                    <a:pt x="441" y="170"/>
                  </a:cubicBezTo>
                  <a:cubicBezTo>
                    <a:pt x="446" y="165"/>
                    <a:pt x="447" y="163"/>
                    <a:pt x="446" y="163"/>
                  </a:cubicBezTo>
                  <a:cubicBezTo>
                    <a:pt x="445" y="163"/>
                    <a:pt x="439" y="167"/>
                    <a:pt x="433" y="174"/>
                  </a:cubicBezTo>
                  <a:cubicBezTo>
                    <a:pt x="427" y="180"/>
                    <a:pt x="424" y="183"/>
                    <a:pt x="424" y="183"/>
                  </a:cubicBezTo>
                  <a:cubicBezTo>
                    <a:pt x="424" y="183"/>
                    <a:pt x="425" y="182"/>
                    <a:pt x="427" y="179"/>
                  </a:cubicBezTo>
                  <a:cubicBezTo>
                    <a:pt x="432" y="173"/>
                    <a:pt x="431" y="173"/>
                    <a:pt x="431" y="173"/>
                  </a:cubicBezTo>
                  <a:cubicBezTo>
                    <a:pt x="431" y="171"/>
                    <a:pt x="430" y="170"/>
                    <a:pt x="436" y="165"/>
                  </a:cubicBezTo>
                  <a:cubicBezTo>
                    <a:pt x="436" y="165"/>
                    <a:pt x="436" y="165"/>
                    <a:pt x="435" y="165"/>
                  </a:cubicBezTo>
                  <a:cubicBezTo>
                    <a:pt x="435" y="165"/>
                    <a:pt x="433" y="165"/>
                    <a:pt x="429" y="169"/>
                  </a:cubicBezTo>
                  <a:cubicBezTo>
                    <a:pt x="425" y="173"/>
                    <a:pt x="422" y="175"/>
                    <a:pt x="422" y="175"/>
                  </a:cubicBezTo>
                  <a:cubicBezTo>
                    <a:pt x="420" y="175"/>
                    <a:pt x="423" y="168"/>
                    <a:pt x="430" y="159"/>
                  </a:cubicBezTo>
                  <a:lnTo>
                    <a:pt x="430" y="159"/>
                  </a:lnTo>
                  <a:lnTo>
                    <a:pt x="423" y="165"/>
                  </a:lnTo>
                  <a:cubicBezTo>
                    <a:pt x="417" y="172"/>
                    <a:pt x="412" y="177"/>
                    <a:pt x="411" y="177"/>
                  </a:cubicBezTo>
                  <a:cubicBezTo>
                    <a:pt x="411" y="177"/>
                    <a:pt x="413" y="175"/>
                    <a:pt x="417" y="170"/>
                  </a:cubicBezTo>
                  <a:lnTo>
                    <a:pt x="422" y="164"/>
                  </a:lnTo>
                  <a:lnTo>
                    <a:pt x="422" y="164"/>
                  </a:lnTo>
                  <a:cubicBezTo>
                    <a:pt x="418" y="168"/>
                    <a:pt x="416" y="169"/>
                    <a:pt x="416" y="169"/>
                  </a:cubicBezTo>
                  <a:cubicBezTo>
                    <a:pt x="414" y="169"/>
                    <a:pt x="417" y="163"/>
                    <a:pt x="423" y="155"/>
                  </a:cubicBezTo>
                  <a:cubicBezTo>
                    <a:pt x="429" y="148"/>
                    <a:pt x="429" y="148"/>
                    <a:pt x="428" y="147"/>
                  </a:cubicBezTo>
                  <a:lnTo>
                    <a:pt x="428" y="147"/>
                  </a:lnTo>
                  <a:lnTo>
                    <a:pt x="423" y="153"/>
                  </a:lnTo>
                  <a:cubicBezTo>
                    <a:pt x="420" y="158"/>
                    <a:pt x="417" y="162"/>
                    <a:pt x="412" y="166"/>
                  </a:cubicBezTo>
                  <a:cubicBezTo>
                    <a:pt x="412" y="166"/>
                    <a:pt x="411" y="165"/>
                    <a:pt x="417" y="158"/>
                  </a:cubicBezTo>
                  <a:cubicBezTo>
                    <a:pt x="419" y="153"/>
                    <a:pt x="422" y="148"/>
                    <a:pt x="422" y="148"/>
                  </a:cubicBezTo>
                  <a:lnTo>
                    <a:pt x="422" y="148"/>
                  </a:lnTo>
                  <a:cubicBezTo>
                    <a:pt x="422" y="148"/>
                    <a:pt x="421" y="149"/>
                    <a:pt x="420" y="150"/>
                  </a:cubicBezTo>
                  <a:cubicBezTo>
                    <a:pt x="420" y="150"/>
                    <a:pt x="419" y="150"/>
                    <a:pt x="423" y="143"/>
                  </a:cubicBezTo>
                  <a:lnTo>
                    <a:pt x="421" y="141"/>
                  </a:lnTo>
                  <a:cubicBezTo>
                    <a:pt x="419" y="144"/>
                    <a:pt x="417" y="145"/>
                    <a:pt x="416" y="145"/>
                  </a:cubicBezTo>
                  <a:cubicBezTo>
                    <a:pt x="416" y="145"/>
                    <a:pt x="416" y="143"/>
                    <a:pt x="419" y="139"/>
                  </a:cubicBezTo>
                  <a:cubicBezTo>
                    <a:pt x="419" y="139"/>
                    <a:pt x="419" y="139"/>
                    <a:pt x="419" y="139"/>
                  </a:cubicBezTo>
                  <a:cubicBezTo>
                    <a:pt x="418" y="139"/>
                    <a:pt x="416" y="139"/>
                    <a:pt x="412" y="143"/>
                  </a:cubicBezTo>
                  <a:cubicBezTo>
                    <a:pt x="411" y="142"/>
                    <a:pt x="410" y="142"/>
                    <a:pt x="414" y="136"/>
                  </a:cubicBezTo>
                  <a:cubicBezTo>
                    <a:pt x="417" y="132"/>
                    <a:pt x="419" y="130"/>
                    <a:pt x="419" y="130"/>
                  </a:cubicBezTo>
                  <a:lnTo>
                    <a:pt x="419" y="130"/>
                  </a:lnTo>
                  <a:cubicBezTo>
                    <a:pt x="418" y="130"/>
                    <a:pt x="417" y="132"/>
                    <a:pt x="414" y="134"/>
                  </a:cubicBezTo>
                  <a:cubicBezTo>
                    <a:pt x="410" y="139"/>
                    <a:pt x="409" y="141"/>
                    <a:pt x="408" y="141"/>
                  </a:cubicBezTo>
                  <a:cubicBezTo>
                    <a:pt x="408" y="141"/>
                    <a:pt x="408" y="140"/>
                    <a:pt x="408" y="140"/>
                  </a:cubicBezTo>
                  <a:lnTo>
                    <a:pt x="407" y="139"/>
                  </a:lnTo>
                  <a:cubicBezTo>
                    <a:pt x="402" y="146"/>
                    <a:pt x="402" y="146"/>
                    <a:pt x="401" y="146"/>
                  </a:cubicBezTo>
                  <a:cubicBezTo>
                    <a:pt x="401" y="144"/>
                    <a:pt x="403" y="137"/>
                    <a:pt x="402" y="136"/>
                  </a:cubicBezTo>
                  <a:cubicBezTo>
                    <a:pt x="401" y="135"/>
                    <a:pt x="401" y="135"/>
                    <a:pt x="401" y="135"/>
                  </a:cubicBezTo>
                  <a:cubicBezTo>
                    <a:pt x="400" y="135"/>
                    <a:pt x="399" y="136"/>
                    <a:pt x="396" y="141"/>
                  </a:cubicBezTo>
                  <a:cubicBezTo>
                    <a:pt x="397" y="142"/>
                    <a:pt x="395" y="145"/>
                    <a:pt x="394" y="145"/>
                  </a:cubicBezTo>
                  <a:cubicBezTo>
                    <a:pt x="394" y="145"/>
                    <a:pt x="394" y="144"/>
                    <a:pt x="395" y="141"/>
                  </a:cubicBezTo>
                  <a:cubicBezTo>
                    <a:pt x="395" y="141"/>
                    <a:pt x="398" y="132"/>
                    <a:pt x="395" y="131"/>
                  </a:cubicBezTo>
                  <a:cubicBezTo>
                    <a:pt x="394" y="130"/>
                    <a:pt x="394" y="130"/>
                    <a:pt x="393" y="130"/>
                  </a:cubicBezTo>
                  <a:cubicBezTo>
                    <a:pt x="392" y="130"/>
                    <a:pt x="391" y="131"/>
                    <a:pt x="389" y="136"/>
                  </a:cubicBezTo>
                  <a:cubicBezTo>
                    <a:pt x="384" y="142"/>
                    <a:pt x="382" y="145"/>
                    <a:pt x="382" y="145"/>
                  </a:cubicBezTo>
                  <a:cubicBezTo>
                    <a:pt x="381" y="145"/>
                    <a:pt x="383" y="142"/>
                    <a:pt x="387" y="134"/>
                  </a:cubicBezTo>
                  <a:cubicBezTo>
                    <a:pt x="392" y="126"/>
                    <a:pt x="394" y="122"/>
                    <a:pt x="393" y="122"/>
                  </a:cubicBezTo>
                  <a:lnTo>
                    <a:pt x="393" y="122"/>
                  </a:lnTo>
                  <a:cubicBezTo>
                    <a:pt x="393" y="122"/>
                    <a:pt x="392" y="124"/>
                    <a:pt x="390" y="127"/>
                  </a:cubicBezTo>
                  <a:cubicBezTo>
                    <a:pt x="385" y="132"/>
                    <a:pt x="385" y="132"/>
                    <a:pt x="384" y="132"/>
                  </a:cubicBezTo>
                  <a:cubicBezTo>
                    <a:pt x="387" y="128"/>
                    <a:pt x="387" y="126"/>
                    <a:pt x="387" y="126"/>
                  </a:cubicBezTo>
                  <a:cubicBezTo>
                    <a:pt x="386" y="126"/>
                    <a:pt x="384" y="127"/>
                    <a:pt x="382" y="130"/>
                  </a:cubicBezTo>
                  <a:cubicBezTo>
                    <a:pt x="382" y="130"/>
                    <a:pt x="382" y="130"/>
                    <a:pt x="385" y="123"/>
                  </a:cubicBezTo>
                  <a:lnTo>
                    <a:pt x="384" y="122"/>
                  </a:lnTo>
                  <a:cubicBezTo>
                    <a:pt x="381" y="126"/>
                    <a:pt x="378" y="128"/>
                    <a:pt x="377" y="128"/>
                  </a:cubicBezTo>
                  <a:cubicBezTo>
                    <a:pt x="375" y="128"/>
                    <a:pt x="376" y="122"/>
                    <a:pt x="378" y="118"/>
                  </a:cubicBezTo>
                  <a:cubicBezTo>
                    <a:pt x="378" y="118"/>
                    <a:pt x="378" y="117"/>
                    <a:pt x="378" y="117"/>
                  </a:cubicBezTo>
                  <a:cubicBezTo>
                    <a:pt x="378" y="117"/>
                    <a:pt x="376" y="118"/>
                    <a:pt x="372" y="123"/>
                  </a:cubicBezTo>
                  <a:cubicBezTo>
                    <a:pt x="367" y="130"/>
                    <a:pt x="365" y="133"/>
                    <a:pt x="365" y="133"/>
                  </a:cubicBezTo>
                  <a:cubicBezTo>
                    <a:pt x="365" y="133"/>
                    <a:pt x="367" y="129"/>
                    <a:pt x="371" y="122"/>
                  </a:cubicBezTo>
                  <a:cubicBezTo>
                    <a:pt x="375" y="115"/>
                    <a:pt x="377" y="112"/>
                    <a:pt x="377" y="112"/>
                  </a:cubicBezTo>
                  <a:lnTo>
                    <a:pt x="377" y="112"/>
                  </a:lnTo>
                  <a:cubicBezTo>
                    <a:pt x="377" y="112"/>
                    <a:pt x="375" y="115"/>
                    <a:pt x="371" y="121"/>
                  </a:cubicBezTo>
                  <a:cubicBezTo>
                    <a:pt x="369" y="123"/>
                    <a:pt x="367" y="125"/>
                    <a:pt x="366" y="125"/>
                  </a:cubicBezTo>
                  <a:cubicBezTo>
                    <a:pt x="364" y="125"/>
                    <a:pt x="365" y="121"/>
                    <a:pt x="371" y="112"/>
                  </a:cubicBezTo>
                  <a:lnTo>
                    <a:pt x="380" y="98"/>
                  </a:lnTo>
                  <a:lnTo>
                    <a:pt x="380" y="98"/>
                  </a:lnTo>
                  <a:cubicBezTo>
                    <a:pt x="374" y="104"/>
                    <a:pt x="374" y="104"/>
                    <a:pt x="374" y="104"/>
                  </a:cubicBezTo>
                  <a:cubicBezTo>
                    <a:pt x="371" y="108"/>
                    <a:pt x="370" y="110"/>
                    <a:pt x="368" y="110"/>
                  </a:cubicBezTo>
                  <a:cubicBezTo>
                    <a:pt x="368" y="110"/>
                    <a:pt x="367" y="109"/>
                    <a:pt x="366" y="109"/>
                  </a:cubicBezTo>
                  <a:cubicBezTo>
                    <a:pt x="365" y="109"/>
                    <a:pt x="360" y="112"/>
                    <a:pt x="357" y="112"/>
                  </a:cubicBezTo>
                  <a:cubicBezTo>
                    <a:pt x="357" y="112"/>
                    <a:pt x="356" y="112"/>
                    <a:pt x="356" y="112"/>
                  </a:cubicBezTo>
                  <a:cubicBezTo>
                    <a:pt x="355" y="111"/>
                    <a:pt x="353" y="110"/>
                    <a:pt x="356" y="102"/>
                  </a:cubicBezTo>
                  <a:cubicBezTo>
                    <a:pt x="356" y="102"/>
                    <a:pt x="356" y="102"/>
                    <a:pt x="355" y="102"/>
                  </a:cubicBezTo>
                  <a:cubicBezTo>
                    <a:pt x="355" y="102"/>
                    <a:pt x="354" y="102"/>
                    <a:pt x="349" y="107"/>
                  </a:cubicBezTo>
                  <a:cubicBezTo>
                    <a:pt x="347" y="111"/>
                    <a:pt x="346" y="112"/>
                    <a:pt x="345" y="112"/>
                  </a:cubicBezTo>
                  <a:cubicBezTo>
                    <a:pt x="344" y="112"/>
                    <a:pt x="345" y="110"/>
                    <a:pt x="347" y="106"/>
                  </a:cubicBezTo>
                  <a:lnTo>
                    <a:pt x="346" y="105"/>
                  </a:lnTo>
                  <a:cubicBezTo>
                    <a:pt x="342" y="110"/>
                    <a:pt x="341" y="111"/>
                    <a:pt x="340" y="111"/>
                  </a:cubicBezTo>
                  <a:cubicBezTo>
                    <a:pt x="340" y="111"/>
                    <a:pt x="340" y="111"/>
                    <a:pt x="340" y="111"/>
                  </a:cubicBezTo>
                  <a:cubicBezTo>
                    <a:pt x="343" y="106"/>
                    <a:pt x="345" y="100"/>
                    <a:pt x="345" y="100"/>
                  </a:cubicBezTo>
                  <a:lnTo>
                    <a:pt x="345" y="100"/>
                  </a:lnTo>
                  <a:cubicBezTo>
                    <a:pt x="344" y="100"/>
                    <a:pt x="344" y="101"/>
                    <a:pt x="343" y="103"/>
                  </a:cubicBezTo>
                  <a:cubicBezTo>
                    <a:pt x="340" y="108"/>
                    <a:pt x="339" y="109"/>
                    <a:pt x="338" y="109"/>
                  </a:cubicBezTo>
                  <a:cubicBezTo>
                    <a:pt x="338" y="109"/>
                    <a:pt x="337" y="109"/>
                    <a:pt x="337" y="109"/>
                  </a:cubicBezTo>
                  <a:cubicBezTo>
                    <a:pt x="339" y="101"/>
                    <a:pt x="323" y="91"/>
                    <a:pt x="315" y="91"/>
                  </a:cubicBezTo>
                  <a:cubicBezTo>
                    <a:pt x="313" y="91"/>
                    <a:pt x="312" y="92"/>
                    <a:pt x="311" y="93"/>
                  </a:cubicBezTo>
                  <a:lnTo>
                    <a:pt x="309" y="92"/>
                  </a:lnTo>
                  <a:lnTo>
                    <a:pt x="307" y="91"/>
                  </a:lnTo>
                  <a:cubicBezTo>
                    <a:pt x="310" y="84"/>
                    <a:pt x="310" y="81"/>
                    <a:pt x="308" y="81"/>
                  </a:cubicBezTo>
                  <a:cubicBezTo>
                    <a:pt x="306" y="81"/>
                    <a:pt x="303" y="84"/>
                    <a:pt x="300" y="87"/>
                  </a:cubicBezTo>
                  <a:cubicBezTo>
                    <a:pt x="298" y="92"/>
                    <a:pt x="296" y="93"/>
                    <a:pt x="295" y="93"/>
                  </a:cubicBezTo>
                  <a:cubicBezTo>
                    <a:pt x="295" y="93"/>
                    <a:pt x="295" y="93"/>
                    <a:pt x="294" y="93"/>
                  </a:cubicBezTo>
                  <a:cubicBezTo>
                    <a:pt x="299" y="84"/>
                    <a:pt x="299" y="80"/>
                    <a:pt x="298" y="80"/>
                  </a:cubicBezTo>
                  <a:cubicBezTo>
                    <a:pt x="297" y="80"/>
                    <a:pt x="296" y="81"/>
                    <a:pt x="294" y="84"/>
                  </a:cubicBezTo>
                  <a:cubicBezTo>
                    <a:pt x="291" y="91"/>
                    <a:pt x="289" y="94"/>
                    <a:pt x="288" y="94"/>
                  </a:cubicBezTo>
                  <a:cubicBezTo>
                    <a:pt x="288" y="94"/>
                    <a:pt x="290" y="90"/>
                    <a:pt x="293" y="83"/>
                  </a:cubicBezTo>
                  <a:cubicBezTo>
                    <a:pt x="296" y="76"/>
                    <a:pt x="297" y="72"/>
                    <a:pt x="296" y="72"/>
                  </a:cubicBezTo>
                  <a:lnTo>
                    <a:pt x="296" y="72"/>
                  </a:lnTo>
                  <a:cubicBezTo>
                    <a:pt x="296" y="72"/>
                    <a:pt x="292" y="77"/>
                    <a:pt x="286" y="88"/>
                  </a:cubicBezTo>
                  <a:cubicBezTo>
                    <a:pt x="284" y="92"/>
                    <a:pt x="283" y="94"/>
                    <a:pt x="283" y="94"/>
                  </a:cubicBezTo>
                  <a:cubicBezTo>
                    <a:pt x="283" y="94"/>
                    <a:pt x="284" y="92"/>
                    <a:pt x="285" y="88"/>
                  </a:cubicBezTo>
                  <a:cubicBezTo>
                    <a:pt x="289" y="79"/>
                    <a:pt x="290" y="75"/>
                    <a:pt x="289" y="75"/>
                  </a:cubicBezTo>
                  <a:lnTo>
                    <a:pt x="289" y="75"/>
                  </a:lnTo>
                  <a:cubicBezTo>
                    <a:pt x="289" y="75"/>
                    <a:pt x="288" y="77"/>
                    <a:pt x="286" y="79"/>
                  </a:cubicBezTo>
                  <a:cubicBezTo>
                    <a:pt x="283" y="87"/>
                    <a:pt x="281" y="90"/>
                    <a:pt x="281" y="90"/>
                  </a:cubicBezTo>
                  <a:cubicBezTo>
                    <a:pt x="280" y="90"/>
                    <a:pt x="281" y="86"/>
                    <a:pt x="284" y="78"/>
                  </a:cubicBezTo>
                  <a:cubicBezTo>
                    <a:pt x="287" y="70"/>
                    <a:pt x="288" y="66"/>
                    <a:pt x="287" y="66"/>
                  </a:cubicBezTo>
                  <a:lnTo>
                    <a:pt x="287" y="66"/>
                  </a:lnTo>
                  <a:cubicBezTo>
                    <a:pt x="287" y="66"/>
                    <a:pt x="285" y="70"/>
                    <a:pt x="282" y="77"/>
                  </a:cubicBezTo>
                  <a:cubicBezTo>
                    <a:pt x="279" y="84"/>
                    <a:pt x="276" y="87"/>
                    <a:pt x="275" y="87"/>
                  </a:cubicBezTo>
                  <a:cubicBezTo>
                    <a:pt x="274" y="87"/>
                    <a:pt x="275" y="83"/>
                    <a:pt x="278" y="75"/>
                  </a:cubicBezTo>
                  <a:cubicBezTo>
                    <a:pt x="277" y="75"/>
                    <a:pt x="278" y="71"/>
                    <a:pt x="277" y="71"/>
                  </a:cubicBezTo>
                  <a:lnTo>
                    <a:pt x="277" y="71"/>
                  </a:lnTo>
                  <a:cubicBezTo>
                    <a:pt x="277" y="71"/>
                    <a:pt x="277" y="72"/>
                    <a:pt x="276" y="75"/>
                  </a:cubicBezTo>
                  <a:lnTo>
                    <a:pt x="276" y="75"/>
                  </a:lnTo>
                  <a:lnTo>
                    <a:pt x="279" y="67"/>
                  </a:lnTo>
                  <a:lnTo>
                    <a:pt x="276" y="66"/>
                  </a:lnTo>
                  <a:lnTo>
                    <a:pt x="274" y="74"/>
                  </a:lnTo>
                  <a:cubicBezTo>
                    <a:pt x="273" y="73"/>
                    <a:pt x="271" y="63"/>
                    <a:pt x="266" y="60"/>
                  </a:cubicBezTo>
                  <a:cubicBezTo>
                    <a:pt x="262" y="58"/>
                    <a:pt x="260" y="57"/>
                    <a:pt x="258" y="57"/>
                  </a:cubicBezTo>
                  <a:cubicBezTo>
                    <a:pt x="256" y="57"/>
                    <a:pt x="255" y="59"/>
                    <a:pt x="254" y="64"/>
                  </a:cubicBezTo>
                  <a:cubicBezTo>
                    <a:pt x="251" y="71"/>
                    <a:pt x="250" y="75"/>
                    <a:pt x="249" y="75"/>
                  </a:cubicBezTo>
                  <a:cubicBezTo>
                    <a:pt x="249" y="75"/>
                    <a:pt x="249" y="71"/>
                    <a:pt x="252" y="63"/>
                  </a:cubicBezTo>
                  <a:cubicBezTo>
                    <a:pt x="252" y="63"/>
                    <a:pt x="253" y="55"/>
                    <a:pt x="251" y="54"/>
                  </a:cubicBezTo>
                  <a:cubicBezTo>
                    <a:pt x="249" y="54"/>
                    <a:pt x="248" y="52"/>
                    <a:pt x="251" y="45"/>
                  </a:cubicBezTo>
                  <a:lnTo>
                    <a:pt x="249" y="45"/>
                  </a:lnTo>
                  <a:cubicBezTo>
                    <a:pt x="246" y="52"/>
                    <a:pt x="243" y="55"/>
                    <a:pt x="241" y="55"/>
                  </a:cubicBezTo>
                  <a:cubicBezTo>
                    <a:pt x="239" y="55"/>
                    <a:pt x="238" y="52"/>
                    <a:pt x="238" y="48"/>
                  </a:cubicBezTo>
                  <a:cubicBezTo>
                    <a:pt x="238" y="48"/>
                    <a:pt x="238" y="48"/>
                    <a:pt x="237" y="48"/>
                  </a:cubicBezTo>
                  <a:cubicBezTo>
                    <a:pt x="236" y="48"/>
                    <a:pt x="235" y="49"/>
                    <a:pt x="232" y="55"/>
                  </a:cubicBezTo>
                  <a:cubicBezTo>
                    <a:pt x="230" y="58"/>
                    <a:pt x="229" y="60"/>
                    <a:pt x="229" y="60"/>
                  </a:cubicBezTo>
                  <a:cubicBezTo>
                    <a:pt x="228" y="60"/>
                    <a:pt x="229" y="58"/>
                    <a:pt x="229" y="54"/>
                  </a:cubicBezTo>
                  <a:cubicBezTo>
                    <a:pt x="231" y="49"/>
                    <a:pt x="231" y="43"/>
                    <a:pt x="230" y="43"/>
                  </a:cubicBezTo>
                  <a:cubicBezTo>
                    <a:pt x="229" y="43"/>
                    <a:pt x="227" y="45"/>
                    <a:pt x="225" y="51"/>
                  </a:cubicBezTo>
                  <a:lnTo>
                    <a:pt x="227" y="44"/>
                  </a:lnTo>
                  <a:cubicBezTo>
                    <a:pt x="227" y="41"/>
                    <a:pt x="227" y="40"/>
                    <a:pt x="227" y="40"/>
                  </a:cubicBezTo>
                  <a:cubicBezTo>
                    <a:pt x="226" y="40"/>
                    <a:pt x="224" y="45"/>
                    <a:pt x="223" y="50"/>
                  </a:cubicBezTo>
                  <a:cubicBezTo>
                    <a:pt x="220" y="57"/>
                    <a:pt x="219" y="61"/>
                    <a:pt x="219" y="61"/>
                  </a:cubicBezTo>
                  <a:cubicBezTo>
                    <a:pt x="218" y="61"/>
                    <a:pt x="220" y="55"/>
                    <a:pt x="224" y="41"/>
                  </a:cubicBezTo>
                  <a:cubicBezTo>
                    <a:pt x="226" y="33"/>
                    <a:pt x="227" y="29"/>
                    <a:pt x="227" y="29"/>
                  </a:cubicBezTo>
                  <a:lnTo>
                    <a:pt x="227" y="29"/>
                  </a:lnTo>
                  <a:cubicBezTo>
                    <a:pt x="227" y="29"/>
                    <a:pt x="226" y="30"/>
                    <a:pt x="225" y="33"/>
                  </a:cubicBezTo>
                  <a:cubicBezTo>
                    <a:pt x="222" y="39"/>
                    <a:pt x="220" y="44"/>
                    <a:pt x="220" y="44"/>
                  </a:cubicBezTo>
                  <a:cubicBezTo>
                    <a:pt x="219" y="44"/>
                    <a:pt x="220" y="43"/>
                    <a:pt x="220" y="40"/>
                  </a:cubicBezTo>
                  <a:cubicBezTo>
                    <a:pt x="219" y="40"/>
                    <a:pt x="219" y="40"/>
                    <a:pt x="214" y="56"/>
                  </a:cubicBezTo>
                  <a:cubicBezTo>
                    <a:pt x="212" y="62"/>
                    <a:pt x="211" y="63"/>
                    <a:pt x="210" y="63"/>
                  </a:cubicBezTo>
                  <a:cubicBezTo>
                    <a:pt x="210" y="63"/>
                    <a:pt x="210" y="63"/>
                    <a:pt x="210" y="63"/>
                  </a:cubicBezTo>
                  <a:cubicBezTo>
                    <a:pt x="211" y="57"/>
                    <a:pt x="214" y="52"/>
                    <a:pt x="216" y="48"/>
                  </a:cubicBezTo>
                  <a:lnTo>
                    <a:pt x="214" y="47"/>
                  </a:lnTo>
                  <a:cubicBezTo>
                    <a:pt x="214" y="41"/>
                    <a:pt x="215" y="36"/>
                    <a:pt x="216" y="30"/>
                  </a:cubicBezTo>
                  <a:cubicBezTo>
                    <a:pt x="217" y="27"/>
                    <a:pt x="217" y="25"/>
                    <a:pt x="217" y="25"/>
                  </a:cubicBezTo>
                  <a:lnTo>
                    <a:pt x="217" y="25"/>
                  </a:lnTo>
                  <a:cubicBezTo>
                    <a:pt x="217" y="25"/>
                    <a:pt x="216" y="29"/>
                    <a:pt x="214" y="38"/>
                  </a:cubicBezTo>
                  <a:cubicBezTo>
                    <a:pt x="209" y="50"/>
                    <a:pt x="208" y="53"/>
                    <a:pt x="207" y="53"/>
                  </a:cubicBezTo>
                  <a:cubicBezTo>
                    <a:pt x="207" y="53"/>
                    <a:pt x="207" y="53"/>
                    <a:pt x="207" y="52"/>
                  </a:cubicBezTo>
                  <a:cubicBezTo>
                    <a:pt x="206" y="52"/>
                    <a:pt x="206" y="52"/>
                    <a:pt x="208" y="45"/>
                  </a:cubicBezTo>
                  <a:cubicBezTo>
                    <a:pt x="210" y="37"/>
                    <a:pt x="210" y="37"/>
                    <a:pt x="208" y="36"/>
                  </a:cubicBezTo>
                  <a:cubicBezTo>
                    <a:pt x="201" y="47"/>
                    <a:pt x="195" y="60"/>
                    <a:pt x="191" y="72"/>
                  </a:cubicBezTo>
                  <a:lnTo>
                    <a:pt x="191" y="72"/>
                  </a:lnTo>
                  <a:cubicBezTo>
                    <a:pt x="193" y="65"/>
                    <a:pt x="192" y="65"/>
                    <a:pt x="191" y="65"/>
                  </a:cubicBezTo>
                  <a:cubicBezTo>
                    <a:pt x="190" y="67"/>
                    <a:pt x="190" y="68"/>
                    <a:pt x="190" y="68"/>
                  </a:cubicBezTo>
                  <a:cubicBezTo>
                    <a:pt x="190" y="68"/>
                    <a:pt x="191" y="65"/>
                    <a:pt x="191" y="65"/>
                  </a:cubicBezTo>
                  <a:cubicBezTo>
                    <a:pt x="191" y="65"/>
                    <a:pt x="191" y="65"/>
                    <a:pt x="191" y="65"/>
                  </a:cubicBezTo>
                  <a:cubicBezTo>
                    <a:pt x="193" y="57"/>
                    <a:pt x="195" y="57"/>
                    <a:pt x="196" y="57"/>
                  </a:cubicBezTo>
                  <a:lnTo>
                    <a:pt x="198" y="49"/>
                  </a:lnTo>
                  <a:cubicBezTo>
                    <a:pt x="200" y="41"/>
                    <a:pt x="200" y="37"/>
                    <a:pt x="200" y="37"/>
                  </a:cubicBezTo>
                  <a:lnTo>
                    <a:pt x="200" y="37"/>
                  </a:lnTo>
                  <a:cubicBezTo>
                    <a:pt x="199" y="37"/>
                    <a:pt x="198" y="41"/>
                    <a:pt x="196" y="48"/>
                  </a:cubicBezTo>
                  <a:cubicBezTo>
                    <a:pt x="194" y="52"/>
                    <a:pt x="193" y="54"/>
                    <a:pt x="193" y="54"/>
                  </a:cubicBezTo>
                  <a:cubicBezTo>
                    <a:pt x="193" y="54"/>
                    <a:pt x="193" y="52"/>
                    <a:pt x="193" y="48"/>
                  </a:cubicBezTo>
                  <a:cubicBezTo>
                    <a:pt x="194" y="42"/>
                    <a:pt x="196" y="36"/>
                    <a:pt x="195" y="36"/>
                  </a:cubicBezTo>
                  <a:lnTo>
                    <a:pt x="195" y="36"/>
                  </a:lnTo>
                  <a:cubicBezTo>
                    <a:pt x="195" y="36"/>
                    <a:pt x="195" y="37"/>
                    <a:pt x="195" y="39"/>
                  </a:cubicBezTo>
                  <a:cubicBezTo>
                    <a:pt x="195" y="39"/>
                    <a:pt x="192" y="39"/>
                    <a:pt x="195" y="31"/>
                  </a:cubicBezTo>
                  <a:cubicBezTo>
                    <a:pt x="194" y="31"/>
                    <a:pt x="193" y="31"/>
                    <a:pt x="193" y="31"/>
                  </a:cubicBezTo>
                  <a:cubicBezTo>
                    <a:pt x="192" y="31"/>
                    <a:pt x="192" y="32"/>
                    <a:pt x="190" y="38"/>
                  </a:cubicBezTo>
                  <a:cubicBezTo>
                    <a:pt x="188" y="44"/>
                    <a:pt x="187" y="45"/>
                    <a:pt x="186" y="45"/>
                  </a:cubicBezTo>
                  <a:cubicBezTo>
                    <a:pt x="186" y="45"/>
                    <a:pt x="186" y="45"/>
                    <a:pt x="186" y="45"/>
                  </a:cubicBezTo>
                  <a:cubicBezTo>
                    <a:pt x="186" y="45"/>
                    <a:pt x="184" y="45"/>
                    <a:pt x="182" y="52"/>
                  </a:cubicBezTo>
                  <a:cubicBezTo>
                    <a:pt x="180" y="60"/>
                    <a:pt x="177" y="67"/>
                    <a:pt x="176" y="67"/>
                  </a:cubicBezTo>
                  <a:cubicBezTo>
                    <a:pt x="176" y="67"/>
                    <a:pt x="176" y="67"/>
                    <a:pt x="175" y="67"/>
                  </a:cubicBezTo>
                  <a:cubicBezTo>
                    <a:pt x="174" y="70"/>
                    <a:pt x="173" y="72"/>
                    <a:pt x="173" y="72"/>
                  </a:cubicBezTo>
                  <a:cubicBezTo>
                    <a:pt x="173" y="72"/>
                    <a:pt x="173" y="68"/>
                    <a:pt x="175" y="58"/>
                  </a:cubicBezTo>
                  <a:cubicBezTo>
                    <a:pt x="178" y="50"/>
                    <a:pt x="177" y="50"/>
                    <a:pt x="175" y="50"/>
                  </a:cubicBezTo>
                  <a:cubicBezTo>
                    <a:pt x="175" y="50"/>
                    <a:pt x="175" y="50"/>
                    <a:pt x="177" y="41"/>
                  </a:cubicBezTo>
                  <a:cubicBezTo>
                    <a:pt x="177" y="39"/>
                    <a:pt x="177" y="38"/>
                    <a:pt x="177" y="38"/>
                  </a:cubicBezTo>
                  <a:lnTo>
                    <a:pt x="177" y="38"/>
                  </a:lnTo>
                  <a:cubicBezTo>
                    <a:pt x="176" y="38"/>
                    <a:pt x="175" y="44"/>
                    <a:pt x="173" y="49"/>
                  </a:cubicBezTo>
                  <a:lnTo>
                    <a:pt x="170" y="65"/>
                  </a:lnTo>
                  <a:cubicBezTo>
                    <a:pt x="171" y="57"/>
                    <a:pt x="172" y="49"/>
                    <a:pt x="174" y="41"/>
                  </a:cubicBezTo>
                  <a:cubicBezTo>
                    <a:pt x="176" y="33"/>
                    <a:pt x="177" y="29"/>
                    <a:pt x="177" y="29"/>
                  </a:cubicBezTo>
                  <a:lnTo>
                    <a:pt x="177" y="29"/>
                  </a:lnTo>
                  <a:cubicBezTo>
                    <a:pt x="177" y="29"/>
                    <a:pt x="175" y="32"/>
                    <a:pt x="173" y="40"/>
                  </a:cubicBezTo>
                  <a:cubicBezTo>
                    <a:pt x="172" y="46"/>
                    <a:pt x="170" y="51"/>
                    <a:pt x="169" y="51"/>
                  </a:cubicBezTo>
                  <a:cubicBezTo>
                    <a:pt x="169" y="51"/>
                    <a:pt x="169" y="50"/>
                    <a:pt x="169" y="48"/>
                  </a:cubicBezTo>
                  <a:cubicBezTo>
                    <a:pt x="168" y="47"/>
                    <a:pt x="166" y="47"/>
                    <a:pt x="168" y="39"/>
                  </a:cubicBezTo>
                  <a:cubicBezTo>
                    <a:pt x="168" y="36"/>
                    <a:pt x="168" y="35"/>
                    <a:pt x="168" y="35"/>
                  </a:cubicBezTo>
                  <a:lnTo>
                    <a:pt x="168" y="35"/>
                  </a:lnTo>
                  <a:cubicBezTo>
                    <a:pt x="167" y="35"/>
                    <a:pt x="166" y="38"/>
                    <a:pt x="166" y="38"/>
                  </a:cubicBezTo>
                  <a:cubicBezTo>
                    <a:pt x="165" y="42"/>
                    <a:pt x="164" y="44"/>
                    <a:pt x="163" y="44"/>
                  </a:cubicBezTo>
                  <a:cubicBezTo>
                    <a:pt x="163" y="44"/>
                    <a:pt x="163" y="41"/>
                    <a:pt x="162" y="37"/>
                  </a:cubicBezTo>
                  <a:cubicBezTo>
                    <a:pt x="162" y="28"/>
                    <a:pt x="162" y="24"/>
                    <a:pt x="162" y="24"/>
                  </a:cubicBezTo>
                  <a:cubicBezTo>
                    <a:pt x="161" y="24"/>
                    <a:pt x="160" y="28"/>
                    <a:pt x="159" y="36"/>
                  </a:cubicBezTo>
                  <a:cubicBezTo>
                    <a:pt x="157" y="40"/>
                    <a:pt x="156" y="45"/>
                    <a:pt x="156" y="45"/>
                  </a:cubicBezTo>
                  <a:cubicBezTo>
                    <a:pt x="156" y="45"/>
                    <a:pt x="157" y="42"/>
                    <a:pt x="157" y="36"/>
                  </a:cubicBezTo>
                  <a:cubicBezTo>
                    <a:pt x="158" y="33"/>
                    <a:pt x="158" y="32"/>
                    <a:pt x="158" y="32"/>
                  </a:cubicBezTo>
                  <a:lnTo>
                    <a:pt x="158" y="32"/>
                  </a:lnTo>
                  <a:cubicBezTo>
                    <a:pt x="157" y="32"/>
                    <a:pt x="155" y="37"/>
                    <a:pt x="153" y="42"/>
                  </a:cubicBezTo>
                  <a:cubicBezTo>
                    <a:pt x="150" y="50"/>
                    <a:pt x="146" y="66"/>
                    <a:pt x="144" y="74"/>
                  </a:cubicBezTo>
                  <a:cubicBezTo>
                    <a:pt x="142" y="83"/>
                    <a:pt x="141" y="87"/>
                    <a:pt x="141" y="87"/>
                  </a:cubicBezTo>
                  <a:cubicBezTo>
                    <a:pt x="141" y="87"/>
                    <a:pt x="141" y="85"/>
                    <a:pt x="142" y="82"/>
                  </a:cubicBezTo>
                  <a:cubicBezTo>
                    <a:pt x="141" y="76"/>
                    <a:pt x="142" y="70"/>
                    <a:pt x="143" y="65"/>
                  </a:cubicBezTo>
                  <a:cubicBezTo>
                    <a:pt x="145" y="57"/>
                    <a:pt x="146" y="57"/>
                    <a:pt x="146" y="57"/>
                  </a:cubicBezTo>
                  <a:lnTo>
                    <a:pt x="146" y="58"/>
                  </a:lnTo>
                  <a:cubicBezTo>
                    <a:pt x="149" y="50"/>
                    <a:pt x="151" y="41"/>
                    <a:pt x="149" y="41"/>
                  </a:cubicBezTo>
                  <a:cubicBezTo>
                    <a:pt x="149" y="37"/>
                    <a:pt x="149" y="35"/>
                    <a:pt x="149" y="35"/>
                  </a:cubicBezTo>
                  <a:lnTo>
                    <a:pt x="149" y="35"/>
                  </a:lnTo>
                  <a:cubicBezTo>
                    <a:pt x="149" y="35"/>
                    <a:pt x="148" y="37"/>
                    <a:pt x="147" y="41"/>
                  </a:cubicBezTo>
                  <a:cubicBezTo>
                    <a:pt x="149" y="32"/>
                    <a:pt x="147" y="32"/>
                    <a:pt x="145" y="31"/>
                  </a:cubicBezTo>
                  <a:cubicBezTo>
                    <a:pt x="144" y="31"/>
                    <a:pt x="142" y="30"/>
                    <a:pt x="143" y="22"/>
                  </a:cubicBezTo>
                  <a:cubicBezTo>
                    <a:pt x="142" y="22"/>
                    <a:pt x="142" y="22"/>
                    <a:pt x="141" y="22"/>
                  </a:cubicBezTo>
                  <a:cubicBezTo>
                    <a:pt x="140" y="22"/>
                    <a:pt x="139" y="23"/>
                    <a:pt x="138" y="29"/>
                  </a:cubicBezTo>
                  <a:cubicBezTo>
                    <a:pt x="136" y="39"/>
                    <a:pt x="135" y="42"/>
                    <a:pt x="135" y="42"/>
                  </a:cubicBezTo>
                  <a:cubicBezTo>
                    <a:pt x="135" y="42"/>
                    <a:pt x="135" y="40"/>
                    <a:pt x="136" y="37"/>
                  </a:cubicBezTo>
                  <a:cubicBezTo>
                    <a:pt x="138" y="26"/>
                    <a:pt x="134" y="18"/>
                    <a:pt x="131" y="18"/>
                  </a:cubicBezTo>
                  <a:cubicBezTo>
                    <a:pt x="129" y="18"/>
                    <a:pt x="127" y="20"/>
                    <a:pt x="126" y="26"/>
                  </a:cubicBezTo>
                  <a:lnTo>
                    <a:pt x="124" y="26"/>
                  </a:lnTo>
                  <a:cubicBezTo>
                    <a:pt x="124" y="21"/>
                    <a:pt x="123" y="18"/>
                    <a:pt x="121" y="18"/>
                  </a:cubicBezTo>
                  <a:cubicBezTo>
                    <a:pt x="120" y="18"/>
                    <a:pt x="118" y="20"/>
                    <a:pt x="117" y="23"/>
                  </a:cubicBezTo>
                  <a:lnTo>
                    <a:pt x="115" y="23"/>
                  </a:lnTo>
                  <a:cubicBezTo>
                    <a:pt x="115" y="19"/>
                    <a:pt x="115" y="16"/>
                    <a:pt x="114" y="16"/>
                  </a:cubicBezTo>
                  <a:cubicBezTo>
                    <a:pt x="113" y="16"/>
                    <a:pt x="113" y="18"/>
                    <a:pt x="111" y="22"/>
                  </a:cubicBezTo>
                  <a:cubicBezTo>
                    <a:pt x="110" y="28"/>
                    <a:pt x="109" y="33"/>
                    <a:pt x="109" y="33"/>
                  </a:cubicBezTo>
                  <a:cubicBezTo>
                    <a:pt x="109" y="33"/>
                    <a:pt x="109" y="32"/>
                    <a:pt x="109" y="30"/>
                  </a:cubicBezTo>
                  <a:cubicBezTo>
                    <a:pt x="111" y="22"/>
                    <a:pt x="109" y="21"/>
                    <a:pt x="107" y="20"/>
                  </a:cubicBezTo>
                  <a:cubicBezTo>
                    <a:pt x="104" y="20"/>
                    <a:pt x="104" y="20"/>
                    <a:pt x="103" y="28"/>
                  </a:cubicBezTo>
                  <a:cubicBezTo>
                    <a:pt x="101" y="30"/>
                    <a:pt x="101" y="30"/>
                    <a:pt x="100" y="30"/>
                  </a:cubicBezTo>
                  <a:cubicBezTo>
                    <a:pt x="99" y="30"/>
                    <a:pt x="100" y="25"/>
                    <a:pt x="101" y="19"/>
                  </a:cubicBezTo>
                  <a:cubicBezTo>
                    <a:pt x="103" y="12"/>
                    <a:pt x="104" y="8"/>
                    <a:pt x="103" y="8"/>
                  </a:cubicBezTo>
                  <a:lnTo>
                    <a:pt x="103" y="8"/>
                  </a:lnTo>
                  <a:cubicBezTo>
                    <a:pt x="103" y="8"/>
                    <a:pt x="101" y="14"/>
                    <a:pt x="98" y="27"/>
                  </a:cubicBezTo>
                  <a:cubicBezTo>
                    <a:pt x="96" y="36"/>
                    <a:pt x="95" y="39"/>
                    <a:pt x="94" y="39"/>
                  </a:cubicBezTo>
                  <a:cubicBezTo>
                    <a:pt x="94" y="39"/>
                    <a:pt x="94" y="37"/>
                    <a:pt x="95" y="33"/>
                  </a:cubicBezTo>
                  <a:cubicBezTo>
                    <a:pt x="95" y="28"/>
                    <a:pt x="96" y="26"/>
                    <a:pt x="97" y="26"/>
                  </a:cubicBezTo>
                  <a:cubicBezTo>
                    <a:pt x="97" y="26"/>
                    <a:pt x="97" y="26"/>
                    <a:pt x="97" y="27"/>
                  </a:cubicBezTo>
                  <a:lnTo>
                    <a:pt x="100" y="10"/>
                  </a:lnTo>
                  <a:cubicBezTo>
                    <a:pt x="99" y="10"/>
                    <a:pt x="99" y="10"/>
                    <a:pt x="97" y="18"/>
                  </a:cubicBezTo>
                  <a:cubicBezTo>
                    <a:pt x="97" y="18"/>
                    <a:pt x="97" y="18"/>
                    <a:pt x="95" y="26"/>
                  </a:cubicBezTo>
                  <a:cubicBezTo>
                    <a:pt x="92" y="33"/>
                    <a:pt x="90" y="41"/>
                    <a:pt x="90" y="49"/>
                  </a:cubicBezTo>
                  <a:cubicBezTo>
                    <a:pt x="89" y="56"/>
                    <a:pt x="89" y="57"/>
                    <a:pt x="88" y="57"/>
                  </a:cubicBezTo>
                  <a:cubicBezTo>
                    <a:pt x="88" y="57"/>
                    <a:pt x="88" y="57"/>
                    <a:pt x="88" y="57"/>
                  </a:cubicBezTo>
                  <a:cubicBezTo>
                    <a:pt x="88" y="49"/>
                    <a:pt x="89" y="41"/>
                    <a:pt x="91" y="33"/>
                  </a:cubicBezTo>
                  <a:cubicBezTo>
                    <a:pt x="94" y="28"/>
                    <a:pt x="95" y="23"/>
                    <a:pt x="95" y="18"/>
                  </a:cubicBezTo>
                  <a:cubicBezTo>
                    <a:pt x="95" y="16"/>
                    <a:pt x="95" y="16"/>
                    <a:pt x="95" y="16"/>
                  </a:cubicBezTo>
                  <a:cubicBezTo>
                    <a:pt x="94" y="16"/>
                    <a:pt x="91" y="22"/>
                    <a:pt x="88" y="31"/>
                  </a:cubicBezTo>
                  <a:lnTo>
                    <a:pt x="88" y="31"/>
                  </a:lnTo>
                  <a:cubicBezTo>
                    <a:pt x="89" y="24"/>
                    <a:pt x="87" y="23"/>
                    <a:pt x="86" y="23"/>
                  </a:cubicBezTo>
                  <a:cubicBezTo>
                    <a:pt x="85" y="23"/>
                    <a:pt x="83" y="23"/>
                    <a:pt x="82" y="31"/>
                  </a:cubicBezTo>
                  <a:cubicBezTo>
                    <a:pt x="81" y="37"/>
                    <a:pt x="80" y="41"/>
                    <a:pt x="79" y="47"/>
                  </a:cubicBezTo>
                  <a:cubicBezTo>
                    <a:pt x="79" y="52"/>
                    <a:pt x="78" y="58"/>
                    <a:pt x="77" y="63"/>
                  </a:cubicBezTo>
                  <a:cubicBezTo>
                    <a:pt x="77" y="63"/>
                    <a:pt x="77" y="55"/>
                    <a:pt x="77" y="47"/>
                  </a:cubicBezTo>
                  <a:cubicBezTo>
                    <a:pt x="78" y="30"/>
                    <a:pt x="78" y="21"/>
                    <a:pt x="74" y="21"/>
                  </a:cubicBezTo>
                  <a:cubicBezTo>
                    <a:pt x="73" y="20"/>
                    <a:pt x="71" y="20"/>
                    <a:pt x="72" y="12"/>
                  </a:cubicBezTo>
                  <a:cubicBezTo>
                    <a:pt x="72" y="12"/>
                    <a:pt x="71" y="12"/>
                    <a:pt x="71" y="12"/>
                  </a:cubicBezTo>
                  <a:cubicBezTo>
                    <a:pt x="69" y="12"/>
                    <a:pt x="69" y="13"/>
                    <a:pt x="68" y="19"/>
                  </a:cubicBezTo>
                  <a:lnTo>
                    <a:pt x="67" y="19"/>
                  </a:lnTo>
                  <a:cubicBezTo>
                    <a:pt x="67" y="15"/>
                    <a:pt x="66" y="12"/>
                    <a:pt x="66" y="12"/>
                  </a:cubicBezTo>
                  <a:cubicBezTo>
                    <a:pt x="65" y="12"/>
                    <a:pt x="65" y="14"/>
                    <a:pt x="64" y="18"/>
                  </a:cubicBezTo>
                  <a:cubicBezTo>
                    <a:pt x="64" y="21"/>
                    <a:pt x="63" y="22"/>
                    <a:pt x="63" y="22"/>
                  </a:cubicBezTo>
                  <a:cubicBezTo>
                    <a:pt x="63" y="22"/>
                    <a:pt x="63" y="18"/>
                    <a:pt x="62" y="18"/>
                  </a:cubicBezTo>
                  <a:cubicBezTo>
                    <a:pt x="63" y="10"/>
                    <a:pt x="63" y="6"/>
                    <a:pt x="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33"/>
            <p:cNvSpPr/>
            <p:nvPr/>
          </p:nvSpPr>
          <p:spPr>
            <a:xfrm>
              <a:off x="3193198" y="2247696"/>
              <a:ext cx="72522" cy="43253"/>
            </a:xfrm>
            <a:custGeom>
              <a:avLst/>
              <a:gdLst/>
              <a:ahLst/>
              <a:cxnLst/>
              <a:rect l="l" t="t" r="r" b="b"/>
              <a:pathLst>
                <a:path w="726" h="433" extrusionOk="0">
                  <a:moveTo>
                    <a:pt x="230" y="0"/>
                  </a:moveTo>
                  <a:cubicBezTo>
                    <a:pt x="229" y="0"/>
                    <a:pt x="229" y="2"/>
                    <a:pt x="229" y="7"/>
                  </a:cubicBezTo>
                  <a:lnTo>
                    <a:pt x="231" y="8"/>
                  </a:lnTo>
                  <a:cubicBezTo>
                    <a:pt x="232" y="1"/>
                    <a:pt x="232" y="1"/>
                    <a:pt x="231" y="1"/>
                  </a:cubicBezTo>
                  <a:cubicBezTo>
                    <a:pt x="231" y="0"/>
                    <a:pt x="230" y="0"/>
                    <a:pt x="230" y="0"/>
                  </a:cubicBezTo>
                  <a:close/>
                  <a:moveTo>
                    <a:pt x="36" y="21"/>
                  </a:moveTo>
                  <a:lnTo>
                    <a:pt x="36" y="29"/>
                  </a:lnTo>
                  <a:lnTo>
                    <a:pt x="37" y="30"/>
                  </a:lnTo>
                  <a:cubicBezTo>
                    <a:pt x="37" y="21"/>
                    <a:pt x="37" y="21"/>
                    <a:pt x="36" y="21"/>
                  </a:cubicBezTo>
                  <a:close/>
                  <a:moveTo>
                    <a:pt x="175" y="29"/>
                  </a:moveTo>
                  <a:lnTo>
                    <a:pt x="174" y="36"/>
                  </a:lnTo>
                  <a:cubicBezTo>
                    <a:pt x="173" y="41"/>
                    <a:pt x="173" y="41"/>
                    <a:pt x="173" y="45"/>
                  </a:cubicBezTo>
                  <a:cubicBezTo>
                    <a:pt x="173" y="45"/>
                    <a:pt x="174" y="37"/>
                    <a:pt x="175" y="29"/>
                  </a:cubicBezTo>
                  <a:close/>
                  <a:moveTo>
                    <a:pt x="204" y="52"/>
                  </a:moveTo>
                  <a:cubicBezTo>
                    <a:pt x="202" y="60"/>
                    <a:pt x="202" y="68"/>
                    <a:pt x="202" y="68"/>
                  </a:cubicBezTo>
                  <a:cubicBezTo>
                    <a:pt x="203" y="68"/>
                    <a:pt x="204" y="60"/>
                    <a:pt x="204" y="60"/>
                  </a:cubicBezTo>
                  <a:cubicBezTo>
                    <a:pt x="204" y="60"/>
                    <a:pt x="205" y="52"/>
                    <a:pt x="204" y="52"/>
                  </a:cubicBezTo>
                  <a:close/>
                  <a:moveTo>
                    <a:pt x="221" y="65"/>
                  </a:moveTo>
                  <a:lnTo>
                    <a:pt x="221" y="65"/>
                  </a:lnTo>
                  <a:cubicBezTo>
                    <a:pt x="220" y="67"/>
                    <a:pt x="220" y="68"/>
                    <a:pt x="220" y="68"/>
                  </a:cubicBezTo>
                  <a:cubicBezTo>
                    <a:pt x="220" y="68"/>
                    <a:pt x="220" y="65"/>
                    <a:pt x="221" y="65"/>
                  </a:cubicBezTo>
                  <a:close/>
                  <a:moveTo>
                    <a:pt x="20" y="60"/>
                  </a:moveTo>
                  <a:cubicBezTo>
                    <a:pt x="20" y="60"/>
                    <a:pt x="20" y="60"/>
                    <a:pt x="20" y="60"/>
                  </a:cubicBezTo>
                  <a:cubicBezTo>
                    <a:pt x="21" y="60"/>
                    <a:pt x="21" y="60"/>
                    <a:pt x="21" y="68"/>
                  </a:cubicBezTo>
                  <a:cubicBezTo>
                    <a:pt x="21" y="68"/>
                    <a:pt x="19" y="76"/>
                    <a:pt x="18" y="76"/>
                  </a:cubicBezTo>
                  <a:lnTo>
                    <a:pt x="18" y="68"/>
                  </a:lnTo>
                  <a:cubicBezTo>
                    <a:pt x="19" y="61"/>
                    <a:pt x="20" y="60"/>
                    <a:pt x="20" y="60"/>
                  </a:cubicBezTo>
                  <a:close/>
                  <a:moveTo>
                    <a:pt x="126" y="61"/>
                  </a:moveTo>
                  <a:cubicBezTo>
                    <a:pt x="126" y="61"/>
                    <a:pt x="127" y="61"/>
                    <a:pt x="127" y="61"/>
                  </a:cubicBezTo>
                  <a:lnTo>
                    <a:pt x="126" y="69"/>
                  </a:lnTo>
                  <a:lnTo>
                    <a:pt x="124" y="77"/>
                  </a:lnTo>
                  <a:lnTo>
                    <a:pt x="124" y="69"/>
                  </a:lnTo>
                  <a:cubicBezTo>
                    <a:pt x="124" y="62"/>
                    <a:pt x="125" y="61"/>
                    <a:pt x="126" y="61"/>
                  </a:cubicBezTo>
                  <a:close/>
                  <a:moveTo>
                    <a:pt x="153" y="52"/>
                  </a:moveTo>
                  <a:lnTo>
                    <a:pt x="153" y="52"/>
                  </a:lnTo>
                  <a:cubicBezTo>
                    <a:pt x="154" y="52"/>
                    <a:pt x="153" y="56"/>
                    <a:pt x="152" y="66"/>
                  </a:cubicBezTo>
                  <a:cubicBezTo>
                    <a:pt x="149" y="73"/>
                    <a:pt x="147" y="81"/>
                    <a:pt x="147" y="81"/>
                  </a:cubicBezTo>
                  <a:cubicBezTo>
                    <a:pt x="148" y="73"/>
                    <a:pt x="149" y="66"/>
                    <a:pt x="152" y="58"/>
                  </a:cubicBezTo>
                  <a:lnTo>
                    <a:pt x="152" y="57"/>
                  </a:lnTo>
                  <a:cubicBezTo>
                    <a:pt x="153" y="54"/>
                    <a:pt x="153" y="52"/>
                    <a:pt x="153" y="52"/>
                  </a:cubicBezTo>
                  <a:close/>
                  <a:moveTo>
                    <a:pt x="191" y="73"/>
                  </a:moveTo>
                  <a:cubicBezTo>
                    <a:pt x="192" y="75"/>
                    <a:pt x="192" y="75"/>
                    <a:pt x="191" y="82"/>
                  </a:cubicBezTo>
                  <a:lnTo>
                    <a:pt x="190" y="82"/>
                  </a:lnTo>
                  <a:lnTo>
                    <a:pt x="190" y="73"/>
                  </a:lnTo>
                  <a:close/>
                  <a:moveTo>
                    <a:pt x="184" y="69"/>
                  </a:moveTo>
                  <a:lnTo>
                    <a:pt x="184" y="69"/>
                  </a:lnTo>
                  <a:cubicBezTo>
                    <a:pt x="185" y="69"/>
                    <a:pt x="183" y="77"/>
                    <a:pt x="181" y="88"/>
                  </a:cubicBezTo>
                  <a:lnTo>
                    <a:pt x="180" y="88"/>
                  </a:lnTo>
                  <a:cubicBezTo>
                    <a:pt x="180" y="82"/>
                    <a:pt x="181" y="77"/>
                    <a:pt x="183" y="72"/>
                  </a:cubicBezTo>
                  <a:cubicBezTo>
                    <a:pt x="184" y="70"/>
                    <a:pt x="184" y="69"/>
                    <a:pt x="184" y="69"/>
                  </a:cubicBezTo>
                  <a:close/>
                  <a:moveTo>
                    <a:pt x="30" y="61"/>
                  </a:moveTo>
                  <a:cubicBezTo>
                    <a:pt x="32" y="61"/>
                    <a:pt x="33" y="61"/>
                    <a:pt x="32" y="69"/>
                  </a:cubicBezTo>
                  <a:lnTo>
                    <a:pt x="30" y="69"/>
                  </a:lnTo>
                  <a:cubicBezTo>
                    <a:pt x="31" y="67"/>
                    <a:pt x="31" y="66"/>
                    <a:pt x="31" y="66"/>
                  </a:cubicBezTo>
                  <a:lnTo>
                    <a:pt x="31" y="66"/>
                  </a:lnTo>
                  <a:cubicBezTo>
                    <a:pt x="31" y="66"/>
                    <a:pt x="30" y="72"/>
                    <a:pt x="30" y="78"/>
                  </a:cubicBezTo>
                  <a:lnTo>
                    <a:pt x="28" y="94"/>
                  </a:lnTo>
                  <a:cubicBezTo>
                    <a:pt x="27" y="88"/>
                    <a:pt x="27" y="82"/>
                    <a:pt x="28" y="77"/>
                  </a:cubicBezTo>
                  <a:cubicBezTo>
                    <a:pt x="28" y="61"/>
                    <a:pt x="28" y="61"/>
                    <a:pt x="30" y="61"/>
                  </a:cubicBezTo>
                  <a:close/>
                  <a:moveTo>
                    <a:pt x="354" y="80"/>
                  </a:moveTo>
                  <a:lnTo>
                    <a:pt x="355" y="81"/>
                  </a:lnTo>
                  <a:cubicBezTo>
                    <a:pt x="352" y="86"/>
                    <a:pt x="351" y="91"/>
                    <a:pt x="348" y="96"/>
                  </a:cubicBezTo>
                  <a:lnTo>
                    <a:pt x="347" y="96"/>
                  </a:lnTo>
                  <a:cubicBezTo>
                    <a:pt x="349" y="90"/>
                    <a:pt x="351" y="86"/>
                    <a:pt x="354" y="80"/>
                  </a:cubicBezTo>
                  <a:close/>
                  <a:moveTo>
                    <a:pt x="154" y="90"/>
                  </a:moveTo>
                  <a:lnTo>
                    <a:pt x="155" y="91"/>
                  </a:lnTo>
                  <a:cubicBezTo>
                    <a:pt x="155" y="96"/>
                    <a:pt x="154" y="102"/>
                    <a:pt x="152" y="107"/>
                  </a:cubicBezTo>
                  <a:lnTo>
                    <a:pt x="150" y="107"/>
                  </a:lnTo>
                  <a:cubicBezTo>
                    <a:pt x="152" y="99"/>
                    <a:pt x="154" y="90"/>
                    <a:pt x="154" y="90"/>
                  </a:cubicBezTo>
                  <a:close/>
                  <a:moveTo>
                    <a:pt x="80" y="94"/>
                  </a:moveTo>
                  <a:cubicBezTo>
                    <a:pt x="80" y="99"/>
                    <a:pt x="79" y="105"/>
                    <a:pt x="78" y="109"/>
                  </a:cubicBezTo>
                  <a:lnTo>
                    <a:pt x="75" y="109"/>
                  </a:lnTo>
                  <a:cubicBezTo>
                    <a:pt x="75" y="104"/>
                    <a:pt x="76" y="98"/>
                    <a:pt x="80" y="94"/>
                  </a:cubicBezTo>
                  <a:close/>
                  <a:moveTo>
                    <a:pt x="130" y="75"/>
                  </a:moveTo>
                  <a:cubicBezTo>
                    <a:pt x="130" y="75"/>
                    <a:pt x="129" y="79"/>
                    <a:pt x="128" y="86"/>
                  </a:cubicBezTo>
                  <a:cubicBezTo>
                    <a:pt x="128" y="94"/>
                    <a:pt x="126" y="102"/>
                    <a:pt x="124" y="109"/>
                  </a:cubicBezTo>
                  <a:lnTo>
                    <a:pt x="121" y="109"/>
                  </a:lnTo>
                  <a:cubicBezTo>
                    <a:pt x="121" y="109"/>
                    <a:pt x="124" y="102"/>
                    <a:pt x="126" y="94"/>
                  </a:cubicBezTo>
                  <a:cubicBezTo>
                    <a:pt x="128" y="81"/>
                    <a:pt x="129" y="75"/>
                    <a:pt x="130" y="75"/>
                  </a:cubicBezTo>
                  <a:close/>
                  <a:moveTo>
                    <a:pt x="238" y="89"/>
                  </a:moveTo>
                  <a:cubicBezTo>
                    <a:pt x="238" y="89"/>
                    <a:pt x="238" y="92"/>
                    <a:pt x="237" y="102"/>
                  </a:cubicBezTo>
                  <a:cubicBezTo>
                    <a:pt x="235" y="108"/>
                    <a:pt x="235" y="110"/>
                    <a:pt x="234" y="110"/>
                  </a:cubicBezTo>
                  <a:cubicBezTo>
                    <a:pt x="234" y="110"/>
                    <a:pt x="234" y="110"/>
                    <a:pt x="234" y="109"/>
                  </a:cubicBezTo>
                  <a:cubicBezTo>
                    <a:pt x="234" y="109"/>
                    <a:pt x="235" y="102"/>
                    <a:pt x="237" y="94"/>
                  </a:cubicBezTo>
                  <a:cubicBezTo>
                    <a:pt x="237" y="90"/>
                    <a:pt x="238" y="89"/>
                    <a:pt x="238" y="89"/>
                  </a:cubicBezTo>
                  <a:close/>
                  <a:moveTo>
                    <a:pt x="245" y="96"/>
                  </a:moveTo>
                  <a:cubicBezTo>
                    <a:pt x="244" y="102"/>
                    <a:pt x="242" y="106"/>
                    <a:pt x="240" y="112"/>
                  </a:cubicBezTo>
                  <a:lnTo>
                    <a:pt x="241" y="104"/>
                  </a:lnTo>
                  <a:lnTo>
                    <a:pt x="244" y="96"/>
                  </a:lnTo>
                  <a:close/>
                  <a:moveTo>
                    <a:pt x="245" y="109"/>
                  </a:moveTo>
                  <a:cubicBezTo>
                    <a:pt x="246" y="109"/>
                    <a:pt x="245" y="113"/>
                    <a:pt x="245" y="113"/>
                  </a:cubicBezTo>
                  <a:cubicBezTo>
                    <a:pt x="245" y="110"/>
                    <a:pt x="245" y="109"/>
                    <a:pt x="245" y="109"/>
                  </a:cubicBezTo>
                  <a:close/>
                  <a:moveTo>
                    <a:pt x="202" y="102"/>
                  </a:moveTo>
                  <a:cubicBezTo>
                    <a:pt x="203" y="102"/>
                    <a:pt x="204" y="102"/>
                    <a:pt x="202" y="109"/>
                  </a:cubicBezTo>
                  <a:cubicBezTo>
                    <a:pt x="202" y="109"/>
                    <a:pt x="201" y="117"/>
                    <a:pt x="200" y="117"/>
                  </a:cubicBezTo>
                  <a:cubicBezTo>
                    <a:pt x="200" y="117"/>
                    <a:pt x="200" y="117"/>
                    <a:pt x="200" y="117"/>
                  </a:cubicBezTo>
                  <a:cubicBezTo>
                    <a:pt x="200" y="117"/>
                    <a:pt x="200" y="109"/>
                    <a:pt x="200" y="109"/>
                  </a:cubicBezTo>
                  <a:cubicBezTo>
                    <a:pt x="201" y="102"/>
                    <a:pt x="202" y="102"/>
                    <a:pt x="202" y="102"/>
                  </a:cubicBezTo>
                  <a:close/>
                  <a:moveTo>
                    <a:pt x="218" y="106"/>
                  </a:moveTo>
                  <a:cubicBezTo>
                    <a:pt x="218" y="106"/>
                    <a:pt x="218" y="106"/>
                    <a:pt x="219" y="106"/>
                  </a:cubicBezTo>
                  <a:cubicBezTo>
                    <a:pt x="220" y="106"/>
                    <a:pt x="218" y="114"/>
                    <a:pt x="218" y="114"/>
                  </a:cubicBezTo>
                  <a:cubicBezTo>
                    <a:pt x="217" y="116"/>
                    <a:pt x="217" y="117"/>
                    <a:pt x="217" y="117"/>
                  </a:cubicBezTo>
                  <a:cubicBezTo>
                    <a:pt x="217" y="117"/>
                    <a:pt x="217" y="114"/>
                    <a:pt x="217" y="114"/>
                  </a:cubicBezTo>
                  <a:cubicBezTo>
                    <a:pt x="217" y="107"/>
                    <a:pt x="217" y="106"/>
                    <a:pt x="218" y="106"/>
                  </a:cubicBezTo>
                  <a:close/>
                  <a:moveTo>
                    <a:pt x="82" y="107"/>
                  </a:moveTo>
                  <a:cubicBezTo>
                    <a:pt x="81" y="107"/>
                    <a:pt x="81" y="113"/>
                    <a:pt x="80" y="118"/>
                  </a:cubicBezTo>
                  <a:cubicBezTo>
                    <a:pt x="79" y="126"/>
                    <a:pt x="80" y="126"/>
                    <a:pt x="82" y="127"/>
                  </a:cubicBezTo>
                  <a:cubicBezTo>
                    <a:pt x="82" y="127"/>
                    <a:pt x="84" y="119"/>
                    <a:pt x="84" y="119"/>
                  </a:cubicBezTo>
                  <a:cubicBezTo>
                    <a:pt x="85" y="112"/>
                    <a:pt x="84" y="110"/>
                    <a:pt x="83" y="110"/>
                  </a:cubicBezTo>
                  <a:cubicBezTo>
                    <a:pt x="83" y="108"/>
                    <a:pt x="83" y="107"/>
                    <a:pt x="82" y="107"/>
                  </a:cubicBezTo>
                  <a:close/>
                  <a:moveTo>
                    <a:pt x="169" y="119"/>
                  </a:moveTo>
                  <a:cubicBezTo>
                    <a:pt x="169" y="119"/>
                    <a:pt x="169" y="119"/>
                    <a:pt x="170" y="119"/>
                  </a:cubicBezTo>
                  <a:lnTo>
                    <a:pt x="168" y="127"/>
                  </a:lnTo>
                  <a:cubicBezTo>
                    <a:pt x="168" y="127"/>
                    <a:pt x="167" y="131"/>
                    <a:pt x="166" y="131"/>
                  </a:cubicBezTo>
                  <a:cubicBezTo>
                    <a:pt x="166" y="131"/>
                    <a:pt x="166" y="129"/>
                    <a:pt x="166" y="126"/>
                  </a:cubicBezTo>
                  <a:cubicBezTo>
                    <a:pt x="165" y="126"/>
                    <a:pt x="168" y="119"/>
                    <a:pt x="169" y="119"/>
                  </a:cubicBezTo>
                  <a:close/>
                  <a:moveTo>
                    <a:pt x="297" y="128"/>
                  </a:moveTo>
                  <a:lnTo>
                    <a:pt x="299" y="130"/>
                  </a:lnTo>
                  <a:cubicBezTo>
                    <a:pt x="297" y="135"/>
                    <a:pt x="295" y="140"/>
                    <a:pt x="293" y="144"/>
                  </a:cubicBezTo>
                  <a:lnTo>
                    <a:pt x="294" y="136"/>
                  </a:lnTo>
                  <a:lnTo>
                    <a:pt x="297" y="128"/>
                  </a:lnTo>
                  <a:close/>
                  <a:moveTo>
                    <a:pt x="236" y="135"/>
                  </a:moveTo>
                  <a:lnTo>
                    <a:pt x="234" y="143"/>
                  </a:lnTo>
                  <a:cubicBezTo>
                    <a:pt x="233" y="146"/>
                    <a:pt x="233" y="147"/>
                    <a:pt x="233" y="147"/>
                  </a:cubicBezTo>
                  <a:cubicBezTo>
                    <a:pt x="234" y="147"/>
                    <a:pt x="235" y="141"/>
                    <a:pt x="236" y="135"/>
                  </a:cubicBezTo>
                  <a:close/>
                  <a:moveTo>
                    <a:pt x="350" y="132"/>
                  </a:moveTo>
                  <a:cubicBezTo>
                    <a:pt x="349" y="137"/>
                    <a:pt x="347" y="142"/>
                    <a:pt x="343" y="148"/>
                  </a:cubicBezTo>
                  <a:lnTo>
                    <a:pt x="346" y="139"/>
                  </a:lnTo>
                  <a:lnTo>
                    <a:pt x="349" y="132"/>
                  </a:lnTo>
                  <a:close/>
                  <a:moveTo>
                    <a:pt x="321" y="130"/>
                  </a:moveTo>
                  <a:lnTo>
                    <a:pt x="321" y="130"/>
                  </a:lnTo>
                  <a:cubicBezTo>
                    <a:pt x="321" y="131"/>
                    <a:pt x="320" y="133"/>
                    <a:pt x="319" y="137"/>
                  </a:cubicBezTo>
                  <a:cubicBezTo>
                    <a:pt x="317" y="145"/>
                    <a:pt x="313" y="152"/>
                    <a:pt x="313" y="152"/>
                  </a:cubicBezTo>
                  <a:cubicBezTo>
                    <a:pt x="315" y="144"/>
                    <a:pt x="317" y="137"/>
                    <a:pt x="321" y="130"/>
                  </a:cubicBezTo>
                  <a:close/>
                  <a:moveTo>
                    <a:pt x="409" y="161"/>
                  </a:moveTo>
                  <a:lnTo>
                    <a:pt x="409" y="161"/>
                  </a:lnTo>
                  <a:cubicBezTo>
                    <a:pt x="411" y="162"/>
                    <a:pt x="411" y="162"/>
                    <a:pt x="407" y="169"/>
                  </a:cubicBezTo>
                  <a:cubicBezTo>
                    <a:pt x="405" y="175"/>
                    <a:pt x="403" y="176"/>
                    <a:pt x="402" y="176"/>
                  </a:cubicBezTo>
                  <a:cubicBezTo>
                    <a:pt x="401" y="176"/>
                    <a:pt x="401" y="176"/>
                    <a:pt x="401" y="176"/>
                  </a:cubicBezTo>
                  <a:cubicBezTo>
                    <a:pt x="403" y="170"/>
                    <a:pt x="405" y="164"/>
                    <a:pt x="409" y="161"/>
                  </a:cubicBezTo>
                  <a:close/>
                  <a:moveTo>
                    <a:pt x="447" y="173"/>
                  </a:moveTo>
                  <a:lnTo>
                    <a:pt x="447" y="174"/>
                  </a:lnTo>
                  <a:cubicBezTo>
                    <a:pt x="443" y="181"/>
                    <a:pt x="439" y="188"/>
                    <a:pt x="439" y="188"/>
                  </a:cubicBezTo>
                  <a:lnTo>
                    <a:pt x="438" y="188"/>
                  </a:lnTo>
                  <a:cubicBezTo>
                    <a:pt x="440" y="182"/>
                    <a:pt x="443" y="178"/>
                    <a:pt x="447" y="173"/>
                  </a:cubicBezTo>
                  <a:close/>
                  <a:moveTo>
                    <a:pt x="540" y="182"/>
                  </a:moveTo>
                  <a:lnTo>
                    <a:pt x="540" y="182"/>
                  </a:lnTo>
                  <a:cubicBezTo>
                    <a:pt x="541" y="183"/>
                    <a:pt x="541" y="183"/>
                    <a:pt x="536" y="190"/>
                  </a:cubicBezTo>
                  <a:cubicBezTo>
                    <a:pt x="536" y="190"/>
                    <a:pt x="531" y="196"/>
                    <a:pt x="531" y="196"/>
                  </a:cubicBezTo>
                  <a:lnTo>
                    <a:pt x="534" y="188"/>
                  </a:lnTo>
                  <a:cubicBezTo>
                    <a:pt x="540" y="182"/>
                    <a:pt x="540" y="182"/>
                    <a:pt x="540" y="182"/>
                  </a:cubicBezTo>
                  <a:close/>
                  <a:moveTo>
                    <a:pt x="8" y="181"/>
                  </a:moveTo>
                  <a:cubicBezTo>
                    <a:pt x="8" y="181"/>
                    <a:pt x="7" y="189"/>
                    <a:pt x="6" y="197"/>
                  </a:cubicBezTo>
                  <a:lnTo>
                    <a:pt x="7" y="197"/>
                  </a:lnTo>
                  <a:cubicBezTo>
                    <a:pt x="8" y="192"/>
                    <a:pt x="9" y="187"/>
                    <a:pt x="9" y="181"/>
                  </a:cubicBezTo>
                  <a:close/>
                  <a:moveTo>
                    <a:pt x="529" y="230"/>
                  </a:moveTo>
                  <a:cubicBezTo>
                    <a:pt x="529" y="230"/>
                    <a:pt x="528" y="231"/>
                    <a:pt x="525" y="235"/>
                  </a:cubicBezTo>
                  <a:cubicBezTo>
                    <a:pt x="522" y="240"/>
                    <a:pt x="521" y="241"/>
                    <a:pt x="520" y="241"/>
                  </a:cubicBezTo>
                  <a:cubicBezTo>
                    <a:pt x="520" y="241"/>
                    <a:pt x="520" y="241"/>
                    <a:pt x="520" y="241"/>
                  </a:cubicBezTo>
                  <a:cubicBezTo>
                    <a:pt x="518" y="240"/>
                    <a:pt x="518" y="240"/>
                    <a:pt x="524" y="234"/>
                  </a:cubicBezTo>
                  <a:cubicBezTo>
                    <a:pt x="527" y="231"/>
                    <a:pt x="528" y="230"/>
                    <a:pt x="529" y="230"/>
                  </a:cubicBezTo>
                  <a:close/>
                  <a:moveTo>
                    <a:pt x="530" y="238"/>
                  </a:moveTo>
                  <a:cubicBezTo>
                    <a:pt x="531" y="240"/>
                    <a:pt x="531" y="240"/>
                    <a:pt x="525" y="246"/>
                  </a:cubicBezTo>
                  <a:lnTo>
                    <a:pt x="525" y="245"/>
                  </a:lnTo>
                  <a:lnTo>
                    <a:pt x="530" y="238"/>
                  </a:lnTo>
                  <a:close/>
                  <a:moveTo>
                    <a:pt x="536" y="245"/>
                  </a:moveTo>
                  <a:lnTo>
                    <a:pt x="536" y="245"/>
                  </a:lnTo>
                  <a:cubicBezTo>
                    <a:pt x="538" y="246"/>
                    <a:pt x="538" y="246"/>
                    <a:pt x="532" y="252"/>
                  </a:cubicBezTo>
                  <a:lnTo>
                    <a:pt x="536" y="245"/>
                  </a:lnTo>
                  <a:close/>
                  <a:moveTo>
                    <a:pt x="554" y="238"/>
                  </a:moveTo>
                  <a:lnTo>
                    <a:pt x="554" y="240"/>
                  </a:lnTo>
                  <a:cubicBezTo>
                    <a:pt x="555" y="241"/>
                    <a:pt x="550" y="246"/>
                    <a:pt x="550" y="246"/>
                  </a:cubicBezTo>
                  <a:cubicBezTo>
                    <a:pt x="550" y="246"/>
                    <a:pt x="545" y="252"/>
                    <a:pt x="544" y="252"/>
                  </a:cubicBezTo>
                  <a:cubicBezTo>
                    <a:pt x="544" y="252"/>
                    <a:pt x="544" y="252"/>
                    <a:pt x="544" y="252"/>
                  </a:cubicBezTo>
                  <a:cubicBezTo>
                    <a:pt x="543" y="252"/>
                    <a:pt x="549" y="245"/>
                    <a:pt x="553" y="238"/>
                  </a:cubicBezTo>
                  <a:close/>
                  <a:moveTo>
                    <a:pt x="527" y="253"/>
                  </a:moveTo>
                  <a:lnTo>
                    <a:pt x="527" y="253"/>
                  </a:lnTo>
                  <a:cubicBezTo>
                    <a:pt x="527" y="253"/>
                    <a:pt x="526" y="254"/>
                    <a:pt x="524" y="255"/>
                  </a:cubicBezTo>
                  <a:cubicBezTo>
                    <a:pt x="524" y="255"/>
                    <a:pt x="524" y="255"/>
                    <a:pt x="524" y="255"/>
                  </a:cubicBezTo>
                  <a:cubicBezTo>
                    <a:pt x="525" y="255"/>
                    <a:pt x="527" y="253"/>
                    <a:pt x="527" y="253"/>
                  </a:cubicBezTo>
                  <a:close/>
                  <a:moveTo>
                    <a:pt x="508" y="261"/>
                  </a:moveTo>
                  <a:cubicBezTo>
                    <a:pt x="506" y="262"/>
                    <a:pt x="504" y="265"/>
                    <a:pt x="502" y="269"/>
                  </a:cubicBezTo>
                  <a:cubicBezTo>
                    <a:pt x="501" y="270"/>
                    <a:pt x="500" y="270"/>
                    <a:pt x="500" y="271"/>
                  </a:cubicBezTo>
                  <a:lnTo>
                    <a:pt x="500" y="271"/>
                  </a:lnTo>
                  <a:cubicBezTo>
                    <a:pt x="501" y="269"/>
                    <a:pt x="504" y="266"/>
                    <a:pt x="507" y="262"/>
                  </a:cubicBezTo>
                  <a:cubicBezTo>
                    <a:pt x="508" y="261"/>
                    <a:pt x="508" y="261"/>
                    <a:pt x="508" y="261"/>
                  </a:cubicBezTo>
                  <a:close/>
                  <a:moveTo>
                    <a:pt x="500" y="271"/>
                  </a:moveTo>
                  <a:cubicBezTo>
                    <a:pt x="499" y="272"/>
                    <a:pt x="499" y="273"/>
                    <a:pt x="499" y="273"/>
                  </a:cubicBezTo>
                  <a:cubicBezTo>
                    <a:pt x="499" y="273"/>
                    <a:pt x="499" y="272"/>
                    <a:pt x="500" y="271"/>
                  </a:cubicBezTo>
                  <a:close/>
                  <a:moveTo>
                    <a:pt x="584" y="266"/>
                  </a:moveTo>
                  <a:cubicBezTo>
                    <a:pt x="584" y="266"/>
                    <a:pt x="583" y="267"/>
                    <a:pt x="581" y="269"/>
                  </a:cubicBezTo>
                  <a:cubicBezTo>
                    <a:pt x="581" y="269"/>
                    <a:pt x="576" y="274"/>
                    <a:pt x="569" y="279"/>
                  </a:cubicBezTo>
                  <a:lnTo>
                    <a:pt x="575" y="273"/>
                  </a:lnTo>
                  <a:cubicBezTo>
                    <a:pt x="579" y="269"/>
                    <a:pt x="583" y="266"/>
                    <a:pt x="584" y="266"/>
                  </a:cubicBezTo>
                  <a:close/>
                  <a:moveTo>
                    <a:pt x="184" y="264"/>
                  </a:moveTo>
                  <a:lnTo>
                    <a:pt x="181" y="280"/>
                  </a:lnTo>
                  <a:cubicBezTo>
                    <a:pt x="180" y="283"/>
                    <a:pt x="180" y="285"/>
                    <a:pt x="180" y="285"/>
                  </a:cubicBezTo>
                  <a:cubicBezTo>
                    <a:pt x="181" y="285"/>
                    <a:pt x="182" y="282"/>
                    <a:pt x="184" y="273"/>
                  </a:cubicBezTo>
                  <a:cubicBezTo>
                    <a:pt x="185" y="264"/>
                    <a:pt x="185" y="264"/>
                    <a:pt x="184" y="264"/>
                  </a:cubicBezTo>
                  <a:close/>
                  <a:moveTo>
                    <a:pt x="626" y="271"/>
                  </a:moveTo>
                  <a:cubicBezTo>
                    <a:pt x="626" y="271"/>
                    <a:pt x="626" y="271"/>
                    <a:pt x="621" y="277"/>
                  </a:cubicBezTo>
                  <a:cubicBezTo>
                    <a:pt x="614" y="282"/>
                    <a:pt x="608" y="287"/>
                    <a:pt x="607" y="287"/>
                  </a:cubicBezTo>
                  <a:cubicBezTo>
                    <a:pt x="613" y="280"/>
                    <a:pt x="618" y="274"/>
                    <a:pt x="626" y="271"/>
                  </a:cubicBezTo>
                  <a:close/>
                  <a:moveTo>
                    <a:pt x="715" y="375"/>
                  </a:moveTo>
                  <a:cubicBezTo>
                    <a:pt x="717" y="375"/>
                    <a:pt x="707" y="381"/>
                    <a:pt x="696" y="386"/>
                  </a:cubicBezTo>
                  <a:cubicBezTo>
                    <a:pt x="702" y="382"/>
                    <a:pt x="709" y="377"/>
                    <a:pt x="709" y="377"/>
                  </a:cubicBezTo>
                  <a:cubicBezTo>
                    <a:pt x="713" y="376"/>
                    <a:pt x="715" y="375"/>
                    <a:pt x="715" y="375"/>
                  </a:cubicBezTo>
                  <a:close/>
                  <a:moveTo>
                    <a:pt x="659" y="419"/>
                  </a:moveTo>
                  <a:cubicBezTo>
                    <a:pt x="657" y="420"/>
                    <a:pt x="655" y="421"/>
                    <a:pt x="655" y="421"/>
                  </a:cubicBezTo>
                  <a:cubicBezTo>
                    <a:pt x="655" y="421"/>
                    <a:pt x="656" y="420"/>
                    <a:pt x="659" y="419"/>
                  </a:cubicBezTo>
                  <a:cubicBezTo>
                    <a:pt x="659" y="419"/>
                    <a:pt x="659" y="419"/>
                    <a:pt x="659" y="419"/>
                  </a:cubicBezTo>
                  <a:close/>
                  <a:moveTo>
                    <a:pt x="112" y="14"/>
                  </a:moveTo>
                  <a:cubicBezTo>
                    <a:pt x="112" y="14"/>
                    <a:pt x="111" y="20"/>
                    <a:pt x="109" y="33"/>
                  </a:cubicBezTo>
                  <a:cubicBezTo>
                    <a:pt x="107" y="42"/>
                    <a:pt x="106" y="46"/>
                    <a:pt x="105" y="46"/>
                  </a:cubicBezTo>
                  <a:cubicBezTo>
                    <a:pt x="105" y="46"/>
                    <a:pt x="105" y="44"/>
                    <a:pt x="105" y="41"/>
                  </a:cubicBezTo>
                  <a:cubicBezTo>
                    <a:pt x="106" y="33"/>
                    <a:pt x="107" y="33"/>
                    <a:pt x="108" y="33"/>
                  </a:cubicBezTo>
                  <a:lnTo>
                    <a:pt x="109" y="16"/>
                  </a:lnTo>
                  <a:lnTo>
                    <a:pt x="109" y="16"/>
                  </a:lnTo>
                  <a:cubicBezTo>
                    <a:pt x="109" y="16"/>
                    <a:pt x="109" y="16"/>
                    <a:pt x="107" y="24"/>
                  </a:cubicBezTo>
                  <a:cubicBezTo>
                    <a:pt x="107" y="24"/>
                    <a:pt x="106" y="24"/>
                    <a:pt x="105" y="32"/>
                  </a:cubicBezTo>
                  <a:cubicBezTo>
                    <a:pt x="102" y="40"/>
                    <a:pt x="101" y="49"/>
                    <a:pt x="101" y="57"/>
                  </a:cubicBezTo>
                  <a:cubicBezTo>
                    <a:pt x="101" y="65"/>
                    <a:pt x="100" y="65"/>
                    <a:pt x="100" y="65"/>
                  </a:cubicBezTo>
                  <a:cubicBezTo>
                    <a:pt x="99" y="57"/>
                    <a:pt x="99" y="48"/>
                    <a:pt x="101" y="40"/>
                  </a:cubicBezTo>
                  <a:cubicBezTo>
                    <a:pt x="103" y="35"/>
                    <a:pt x="103" y="30"/>
                    <a:pt x="105" y="24"/>
                  </a:cubicBezTo>
                  <a:cubicBezTo>
                    <a:pt x="105" y="23"/>
                    <a:pt x="104" y="22"/>
                    <a:pt x="104" y="22"/>
                  </a:cubicBezTo>
                  <a:cubicBezTo>
                    <a:pt x="103" y="22"/>
                    <a:pt x="99" y="33"/>
                    <a:pt x="96" y="45"/>
                  </a:cubicBezTo>
                  <a:lnTo>
                    <a:pt x="96" y="45"/>
                  </a:lnTo>
                  <a:cubicBezTo>
                    <a:pt x="96" y="44"/>
                    <a:pt x="96" y="43"/>
                    <a:pt x="97" y="40"/>
                  </a:cubicBezTo>
                  <a:cubicBezTo>
                    <a:pt x="98" y="31"/>
                    <a:pt x="96" y="31"/>
                    <a:pt x="94" y="31"/>
                  </a:cubicBezTo>
                  <a:cubicBezTo>
                    <a:pt x="94" y="31"/>
                    <a:pt x="93" y="30"/>
                    <a:pt x="93" y="30"/>
                  </a:cubicBezTo>
                  <a:cubicBezTo>
                    <a:pt x="92" y="30"/>
                    <a:pt x="91" y="32"/>
                    <a:pt x="90" y="39"/>
                  </a:cubicBezTo>
                  <a:cubicBezTo>
                    <a:pt x="90" y="43"/>
                    <a:pt x="90" y="49"/>
                    <a:pt x="88" y="54"/>
                  </a:cubicBezTo>
                  <a:cubicBezTo>
                    <a:pt x="89" y="60"/>
                    <a:pt x="88" y="66"/>
                    <a:pt x="88" y="70"/>
                  </a:cubicBezTo>
                  <a:cubicBezTo>
                    <a:pt x="88" y="70"/>
                    <a:pt x="87" y="62"/>
                    <a:pt x="87" y="54"/>
                  </a:cubicBezTo>
                  <a:cubicBezTo>
                    <a:pt x="85" y="38"/>
                    <a:pt x="85" y="29"/>
                    <a:pt x="81" y="29"/>
                  </a:cubicBezTo>
                  <a:cubicBezTo>
                    <a:pt x="80" y="29"/>
                    <a:pt x="76" y="27"/>
                    <a:pt x="76" y="20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5" y="20"/>
                    <a:pt x="74" y="20"/>
                    <a:pt x="73" y="27"/>
                  </a:cubicBezTo>
                  <a:lnTo>
                    <a:pt x="71" y="26"/>
                  </a:lnTo>
                  <a:cubicBezTo>
                    <a:pt x="71" y="22"/>
                    <a:pt x="71" y="20"/>
                    <a:pt x="70" y="20"/>
                  </a:cubicBezTo>
                  <a:cubicBezTo>
                    <a:pt x="70" y="20"/>
                    <a:pt x="69" y="22"/>
                    <a:pt x="69" y="26"/>
                  </a:cubicBezTo>
                  <a:cubicBezTo>
                    <a:pt x="68" y="29"/>
                    <a:pt x="68" y="30"/>
                    <a:pt x="68" y="30"/>
                  </a:cubicBezTo>
                  <a:cubicBezTo>
                    <a:pt x="67" y="30"/>
                    <a:pt x="66" y="26"/>
                    <a:pt x="66" y="26"/>
                  </a:cubicBezTo>
                  <a:cubicBezTo>
                    <a:pt x="66" y="19"/>
                    <a:pt x="66" y="15"/>
                    <a:pt x="65" y="15"/>
                  </a:cubicBezTo>
                  <a:cubicBezTo>
                    <a:pt x="65" y="15"/>
                    <a:pt x="65" y="21"/>
                    <a:pt x="64" y="34"/>
                  </a:cubicBezTo>
                  <a:cubicBezTo>
                    <a:pt x="63" y="40"/>
                    <a:pt x="64" y="45"/>
                    <a:pt x="65" y="50"/>
                  </a:cubicBezTo>
                  <a:lnTo>
                    <a:pt x="69" y="51"/>
                  </a:lnTo>
                  <a:lnTo>
                    <a:pt x="65" y="59"/>
                  </a:lnTo>
                  <a:cubicBezTo>
                    <a:pt x="62" y="63"/>
                    <a:pt x="61" y="69"/>
                    <a:pt x="61" y="75"/>
                  </a:cubicBezTo>
                  <a:cubicBezTo>
                    <a:pt x="61" y="75"/>
                    <a:pt x="60" y="82"/>
                    <a:pt x="59" y="82"/>
                  </a:cubicBezTo>
                  <a:lnTo>
                    <a:pt x="61" y="66"/>
                  </a:lnTo>
                  <a:cubicBezTo>
                    <a:pt x="62" y="58"/>
                    <a:pt x="63" y="50"/>
                    <a:pt x="63" y="42"/>
                  </a:cubicBezTo>
                  <a:cubicBezTo>
                    <a:pt x="64" y="32"/>
                    <a:pt x="63" y="25"/>
                    <a:pt x="62" y="25"/>
                  </a:cubicBezTo>
                  <a:cubicBezTo>
                    <a:pt x="62" y="25"/>
                    <a:pt x="61" y="27"/>
                    <a:pt x="61" y="33"/>
                  </a:cubicBezTo>
                  <a:cubicBezTo>
                    <a:pt x="60" y="33"/>
                    <a:pt x="60" y="33"/>
                    <a:pt x="60" y="25"/>
                  </a:cubicBezTo>
                  <a:cubicBezTo>
                    <a:pt x="60" y="21"/>
                    <a:pt x="60" y="19"/>
                    <a:pt x="60" y="19"/>
                  </a:cubicBezTo>
                  <a:lnTo>
                    <a:pt x="60" y="19"/>
                  </a:lnTo>
                  <a:cubicBezTo>
                    <a:pt x="60" y="19"/>
                    <a:pt x="59" y="23"/>
                    <a:pt x="57" y="33"/>
                  </a:cubicBezTo>
                  <a:cubicBezTo>
                    <a:pt x="56" y="41"/>
                    <a:pt x="55" y="45"/>
                    <a:pt x="55" y="45"/>
                  </a:cubicBezTo>
                  <a:cubicBezTo>
                    <a:pt x="54" y="45"/>
                    <a:pt x="54" y="41"/>
                    <a:pt x="54" y="32"/>
                  </a:cubicBezTo>
                  <a:cubicBezTo>
                    <a:pt x="54" y="22"/>
                    <a:pt x="53" y="18"/>
                    <a:pt x="52" y="18"/>
                  </a:cubicBezTo>
                  <a:cubicBezTo>
                    <a:pt x="51" y="18"/>
                    <a:pt x="50" y="20"/>
                    <a:pt x="50" y="23"/>
                  </a:cubicBezTo>
                  <a:cubicBezTo>
                    <a:pt x="49" y="33"/>
                    <a:pt x="48" y="36"/>
                    <a:pt x="47" y="36"/>
                  </a:cubicBezTo>
                  <a:cubicBezTo>
                    <a:pt x="46" y="36"/>
                    <a:pt x="46" y="34"/>
                    <a:pt x="45" y="31"/>
                  </a:cubicBezTo>
                  <a:cubicBezTo>
                    <a:pt x="45" y="27"/>
                    <a:pt x="45" y="25"/>
                    <a:pt x="44" y="25"/>
                  </a:cubicBezTo>
                  <a:cubicBezTo>
                    <a:pt x="44" y="25"/>
                    <a:pt x="43" y="27"/>
                    <a:pt x="43" y="31"/>
                  </a:cubicBezTo>
                  <a:cubicBezTo>
                    <a:pt x="44" y="24"/>
                    <a:pt x="43" y="19"/>
                    <a:pt x="43" y="19"/>
                  </a:cubicBezTo>
                  <a:cubicBezTo>
                    <a:pt x="42" y="19"/>
                    <a:pt x="42" y="20"/>
                    <a:pt x="42" y="22"/>
                  </a:cubicBezTo>
                  <a:cubicBezTo>
                    <a:pt x="42" y="22"/>
                    <a:pt x="41" y="22"/>
                    <a:pt x="41" y="30"/>
                  </a:cubicBezTo>
                  <a:lnTo>
                    <a:pt x="38" y="47"/>
                  </a:lnTo>
                  <a:cubicBezTo>
                    <a:pt x="38" y="51"/>
                    <a:pt x="38" y="57"/>
                    <a:pt x="37" y="62"/>
                  </a:cubicBezTo>
                  <a:cubicBezTo>
                    <a:pt x="37" y="64"/>
                    <a:pt x="37" y="65"/>
                    <a:pt x="37" y="65"/>
                  </a:cubicBezTo>
                  <a:cubicBezTo>
                    <a:pt x="36" y="65"/>
                    <a:pt x="34" y="56"/>
                    <a:pt x="34" y="38"/>
                  </a:cubicBezTo>
                  <a:lnTo>
                    <a:pt x="34" y="21"/>
                  </a:lnTo>
                  <a:lnTo>
                    <a:pt x="33" y="38"/>
                  </a:lnTo>
                  <a:cubicBezTo>
                    <a:pt x="32" y="36"/>
                    <a:pt x="30" y="36"/>
                    <a:pt x="32" y="29"/>
                  </a:cubicBezTo>
                  <a:cubicBezTo>
                    <a:pt x="32" y="21"/>
                    <a:pt x="32" y="21"/>
                    <a:pt x="30" y="21"/>
                  </a:cubicBezTo>
                  <a:cubicBezTo>
                    <a:pt x="30" y="21"/>
                    <a:pt x="30" y="21"/>
                    <a:pt x="29" y="29"/>
                  </a:cubicBezTo>
                  <a:cubicBezTo>
                    <a:pt x="29" y="38"/>
                    <a:pt x="28" y="42"/>
                    <a:pt x="28" y="42"/>
                  </a:cubicBezTo>
                  <a:cubicBezTo>
                    <a:pt x="28" y="42"/>
                    <a:pt x="28" y="40"/>
                    <a:pt x="28" y="36"/>
                  </a:cubicBezTo>
                  <a:cubicBezTo>
                    <a:pt x="28" y="28"/>
                    <a:pt x="28" y="24"/>
                    <a:pt x="27" y="24"/>
                  </a:cubicBezTo>
                  <a:cubicBezTo>
                    <a:pt x="27" y="24"/>
                    <a:pt x="26" y="28"/>
                    <a:pt x="25" y="36"/>
                  </a:cubicBezTo>
                  <a:cubicBezTo>
                    <a:pt x="24" y="44"/>
                    <a:pt x="24" y="48"/>
                    <a:pt x="24" y="48"/>
                  </a:cubicBezTo>
                  <a:cubicBezTo>
                    <a:pt x="24" y="48"/>
                    <a:pt x="24" y="44"/>
                    <a:pt x="24" y="35"/>
                  </a:cubicBezTo>
                  <a:cubicBezTo>
                    <a:pt x="25" y="31"/>
                    <a:pt x="25" y="25"/>
                    <a:pt x="24" y="20"/>
                  </a:cubicBezTo>
                  <a:lnTo>
                    <a:pt x="23" y="27"/>
                  </a:lnTo>
                  <a:cubicBezTo>
                    <a:pt x="22" y="37"/>
                    <a:pt x="21" y="40"/>
                    <a:pt x="21" y="40"/>
                  </a:cubicBezTo>
                  <a:cubicBezTo>
                    <a:pt x="21" y="40"/>
                    <a:pt x="20" y="39"/>
                    <a:pt x="20" y="35"/>
                  </a:cubicBezTo>
                  <a:cubicBezTo>
                    <a:pt x="21" y="31"/>
                    <a:pt x="21" y="29"/>
                    <a:pt x="21" y="29"/>
                  </a:cubicBezTo>
                  <a:lnTo>
                    <a:pt x="21" y="29"/>
                  </a:lnTo>
                  <a:cubicBezTo>
                    <a:pt x="20" y="29"/>
                    <a:pt x="19" y="31"/>
                    <a:pt x="18" y="35"/>
                  </a:cubicBezTo>
                  <a:cubicBezTo>
                    <a:pt x="16" y="34"/>
                    <a:pt x="16" y="34"/>
                    <a:pt x="16" y="26"/>
                  </a:cubicBezTo>
                  <a:cubicBezTo>
                    <a:pt x="16" y="19"/>
                    <a:pt x="17" y="15"/>
                    <a:pt x="17" y="15"/>
                  </a:cubicBezTo>
                  <a:lnTo>
                    <a:pt x="17" y="15"/>
                  </a:lnTo>
                  <a:cubicBezTo>
                    <a:pt x="16" y="15"/>
                    <a:pt x="16" y="19"/>
                    <a:pt x="15" y="26"/>
                  </a:cubicBezTo>
                  <a:cubicBezTo>
                    <a:pt x="14" y="30"/>
                    <a:pt x="14" y="32"/>
                    <a:pt x="14" y="32"/>
                  </a:cubicBezTo>
                  <a:cubicBezTo>
                    <a:pt x="13" y="32"/>
                    <a:pt x="13" y="30"/>
                    <a:pt x="13" y="25"/>
                  </a:cubicBezTo>
                  <a:cubicBezTo>
                    <a:pt x="13" y="21"/>
                    <a:pt x="13" y="19"/>
                    <a:pt x="12" y="19"/>
                  </a:cubicBezTo>
                  <a:cubicBezTo>
                    <a:pt x="12" y="19"/>
                    <a:pt x="11" y="21"/>
                    <a:pt x="10" y="25"/>
                  </a:cubicBezTo>
                  <a:cubicBezTo>
                    <a:pt x="9" y="33"/>
                    <a:pt x="9" y="42"/>
                    <a:pt x="9" y="50"/>
                  </a:cubicBezTo>
                  <a:cubicBezTo>
                    <a:pt x="10" y="50"/>
                    <a:pt x="10" y="50"/>
                    <a:pt x="10" y="58"/>
                  </a:cubicBezTo>
                  <a:lnTo>
                    <a:pt x="8" y="58"/>
                  </a:lnTo>
                  <a:cubicBezTo>
                    <a:pt x="7" y="58"/>
                    <a:pt x="6" y="58"/>
                    <a:pt x="4" y="66"/>
                  </a:cubicBezTo>
                  <a:cubicBezTo>
                    <a:pt x="2" y="72"/>
                    <a:pt x="1" y="83"/>
                    <a:pt x="1" y="83"/>
                  </a:cubicBezTo>
                  <a:cubicBezTo>
                    <a:pt x="2" y="83"/>
                    <a:pt x="2" y="83"/>
                    <a:pt x="2" y="81"/>
                  </a:cubicBezTo>
                  <a:lnTo>
                    <a:pt x="4" y="89"/>
                  </a:lnTo>
                  <a:cubicBezTo>
                    <a:pt x="2" y="102"/>
                    <a:pt x="2" y="108"/>
                    <a:pt x="2" y="108"/>
                  </a:cubicBezTo>
                  <a:cubicBezTo>
                    <a:pt x="3" y="108"/>
                    <a:pt x="4" y="102"/>
                    <a:pt x="5" y="90"/>
                  </a:cubicBezTo>
                  <a:cubicBezTo>
                    <a:pt x="6" y="77"/>
                    <a:pt x="6" y="71"/>
                    <a:pt x="7" y="71"/>
                  </a:cubicBezTo>
                  <a:cubicBezTo>
                    <a:pt x="7" y="71"/>
                    <a:pt x="7" y="75"/>
                    <a:pt x="7" y="82"/>
                  </a:cubicBezTo>
                  <a:cubicBezTo>
                    <a:pt x="5" y="98"/>
                    <a:pt x="6" y="98"/>
                    <a:pt x="7" y="98"/>
                  </a:cubicBezTo>
                  <a:cubicBezTo>
                    <a:pt x="8" y="98"/>
                    <a:pt x="8" y="98"/>
                    <a:pt x="7" y="107"/>
                  </a:cubicBezTo>
                  <a:cubicBezTo>
                    <a:pt x="6" y="113"/>
                    <a:pt x="7" y="118"/>
                    <a:pt x="8" y="123"/>
                  </a:cubicBezTo>
                  <a:cubicBezTo>
                    <a:pt x="8" y="123"/>
                    <a:pt x="8" y="123"/>
                    <a:pt x="9" y="115"/>
                  </a:cubicBezTo>
                  <a:cubicBezTo>
                    <a:pt x="9" y="112"/>
                    <a:pt x="9" y="110"/>
                    <a:pt x="10" y="110"/>
                  </a:cubicBezTo>
                  <a:cubicBezTo>
                    <a:pt x="10" y="110"/>
                    <a:pt x="10" y="114"/>
                    <a:pt x="10" y="124"/>
                  </a:cubicBezTo>
                  <a:cubicBezTo>
                    <a:pt x="10" y="127"/>
                    <a:pt x="10" y="129"/>
                    <a:pt x="10" y="129"/>
                  </a:cubicBezTo>
                  <a:cubicBezTo>
                    <a:pt x="10" y="129"/>
                    <a:pt x="11" y="125"/>
                    <a:pt x="11" y="116"/>
                  </a:cubicBezTo>
                  <a:cubicBezTo>
                    <a:pt x="12" y="108"/>
                    <a:pt x="13" y="103"/>
                    <a:pt x="14" y="103"/>
                  </a:cubicBezTo>
                  <a:cubicBezTo>
                    <a:pt x="14" y="103"/>
                    <a:pt x="15" y="108"/>
                    <a:pt x="15" y="116"/>
                  </a:cubicBezTo>
                  <a:lnTo>
                    <a:pt x="16" y="116"/>
                  </a:lnTo>
                  <a:cubicBezTo>
                    <a:pt x="18" y="112"/>
                    <a:pt x="18" y="106"/>
                    <a:pt x="18" y="100"/>
                  </a:cubicBezTo>
                  <a:cubicBezTo>
                    <a:pt x="19" y="91"/>
                    <a:pt x="19" y="87"/>
                    <a:pt x="19" y="87"/>
                  </a:cubicBezTo>
                  <a:cubicBezTo>
                    <a:pt x="20" y="87"/>
                    <a:pt x="20" y="89"/>
                    <a:pt x="20" y="93"/>
                  </a:cubicBezTo>
                  <a:cubicBezTo>
                    <a:pt x="20" y="100"/>
                    <a:pt x="19" y="108"/>
                    <a:pt x="19" y="108"/>
                  </a:cubicBezTo>
                  <a:cubicBezTo>
                    <a:pt x="19" y="117"/>
                    <a:pt x="19" y="117"/>
                    <a:pt x="20" y="117"/>
                  </a:cubicBezTo>
                  <a:cubicBezTo>
                    <a:pt x="21" y="117"/>
                    <a:pt x="23" y="117"/>
                    <a:pt x="24" y="109"/>
                  </a:cubicBezTo>
                  <a:lnTo>
                    <a:pt x="24" y="109"/>
                  </a:lnTo>
                  <a:lnTo>
                    <a:pt x="23" y="117"/>
                  </a:lnTo>
                  <a:cubicBezTo>
                    <a:pt x="23" y="117"/>
                    <a:pt x="24" y="121"/>
                    <a:pt x="24" y="121"/>
                  </a:cubicBezTo>
                  <a:cubicBezTo>
                    <a:pt x="24" y="121"/>
                    <a:pt x="24" y="120"/>
                    <a:pt x="24" y="117"/>
                  </a:cubicBezTo>
                  <a:cubicBezTo>
                    <a:pt x="24" y="117"/>
                    <a:pt x="25" y="117"/>
                    <a:pt x="26" y="126"/>
                  </a:cubicBezTo>
                  <a:cubicBezTo>
                    <a:pt x="26" y="128"/>
                    <a:pt x="26" y="128"/>
                    <a:pt x="27" y="128"/>
                  </a:cubicBezTo>
                  <a:cubicBezTo>
                    <a:pt x="28" y="128"/>
                    <a:pt x="30" y="115"/>
                    <a:pt x="29" y="102"/>
                  </a:cubicBezTo>
                  <a:lnTo>
                    <a:pt x="29" y="102"/>
                  </a:lnTo>
                  <a:lnTo>
                    <a:pt x="30" y="103"/>
                  </a:lnTo>
                  <a:cubicBezTo>
                    <a:pt x="32" y="103"/>
                    <a:pt x="33" y="94"/>
                    <a:pt x="33" y="94"/>
                  </a:cubicBezTo>
                  <a:cubicBezTo>
                    <a:pt x="33" y="86"/>
                    <a:pt x="34" y="86"/>
                    <a:pt x="35" y="86"/>
                  </a:cubicBezTo>
                  <a:lnTo>
                    <a:pt x="33" y="103"/>
                  </a:lnTo>
                  <a:cubicBezTo>
                    <a:pt x="31" y="116"/>
                    <a:pt x="31" y="125"/>
                    <a:pt x="32" y="125"/>
                  </a:cubicBezTo>
                  <a:cubicBezTo>
                    <a:pt x="32" y="125"/>
                    <a:pt x="33" y="121"/>
                    <a:pt x="34" y="110"/>
                  </a:cubicBezTo>
                  <a:cubicBezTo>
                    <a:pt x="34" y="115"/>
                    <a:pt x="34" y="115"/>
                    <a:pt x="34" y="119"/>
                  </a:cubicBezTo>
                  <a:cubicBezTo>
                    <a:pt x="33" y="123"/>
                    <a:pt x="33" y="125"/>
                    <a:pt x="34" y="125"/>
                  </a:cubicBezTo>
                  <a:cubicBezTo>
                    <a:pt x="34" y="125"/>
                    <a:pt x="35" y="123"/>
                    <a:pt x="36" y="119"/>
                  </a:cubicBezTo>
                  <a:cubicBezTo>
                    <a:pt x="38" y="112"/>
                    <a:pt x="39" y="104"/>
                    <a:pt x="41" y="96"/>
                  </a:cubicBezTo>
                  <a:cubicBezTo>
                    <a:pt x="41" y="87"/>
                    <a:pt x="42" y="87"/>
                    <a:pt x="42" y="87"/>
                  </a:cubicBezTo>
                  <a:cubicBezTo>
                    <a:pt x="43" y="88"/>
                    <a:pt x="43" y="88"/>
                    <a:pt x="42" y="96"/>
                  </a:cubicBezTo>
                  <a:cubicBezTo>
                    <a:pt x="41" y="104"/>
                    <a:pt x="41" y="108"/>
                    <a:pt x="42" y="108"/>
                  </a:cubicBezTo>
                  <a:cubicBezTo>
                    <a:pt x="42" y="108"/>
                    <a:pt x="43" y="104"/>
                    <a:pt x="44" y="96"/>
                  </a:cubicBezTo>
                  <a:lnTo>
                    <a:pt x="44" y="104"/>
                  </a:lnTo>
                  <a:cubicBezTo>
                    <a:pt x="43" y="110"/>
                    <a:pt x="43" y="116"/>
                    <a:pt x="45" y="116"/>
                  </a:cubicBezTo>
                  <a:cubicBezTo>
                    <a:pt x="46" y="116"/>
                    <a:pt x="47" y="115"/>
                    <a:pt x="48" y="113"/>
                  </a:cubicBezTo>
                  <a:cubicBezTo>
                    <a:pt x="52" y="114"/>
                    <a:pt x="54" y="114"/>
                    <a:pt x="54" y="122"/>
                  </a:cubicBezTo>
                  <a:cubicBezTo>
                    <a:pt x="54" y="124"/>
                    <a:pt x="54" y="124"/>
                    <a:pt x="54" y="124"/>
                  </a:cubicBezTo>
                  <a:cubicBezTo>
                    <a:pt x="55" y="124"/>
                    <a:pt x="58" y="112"/>
                    <a:pt x="61" y="99"/>
                  </a:cubicBezTo>
                  <a:cubicBezTo>
                    <a:pt x="61" y="107"/>
                    <a:pt x="62" y="107"/>
                    <a:pt x="63" y="107"/>
                  </a:cubicBezTo>
                  <a:cubicBezTo>
                    <a:pt x="65" y="108"/>
                    <a:pt x="65" y="108"/>
                    <a:pt x="65" y="116"/>
                  </a:cubicBezTo>
                  <a:cubicBezTo>
                    <a:pt x="64" y="124"/>
                    <a:pt x="64" y="128"/>
                    <a:pt x="64" y="128"/>
                  </a:cubicBezTo>
                  <a:cubicBezTo>
                    <a:pt x="64" y="128"/>
                    <a:pt x="65" y="124"/>
                    <a:pt x="66" y="116"/>
                  </a:cubicBezTo>
                  <a:cubicBezTo>
                    <a:pt x="67" y="110"/>
                    <a:pt x="68" y="108"/>
                    <a:pt x="68" y="108"/>
                  </a:cubicBezTo>
                  <a:cubicBezTo>
                    <a:pt x="69" y="108"/>
                    <a:pt x="69" y="115"/>
                    <a:pt x="69" y="125"/>
                  </a:cubicBezTo>
                  <a:cubicBezTo>
                    <a:pt x="67" y="133"/>
                    <a:pt x="69" y="133"/>
                    <a:pt x="71" y="133"/>
                  </a:cubicBezTo>
                  <a:cubicBezTo>
                    <a:pt x="72" y="127"/>
                    <a:pt x="73" y="126"/>
                    <a:pt x="74" y="126"/>
                  </a:cubicBezTo>
                  <a:cubicBezTo>
                    <a:pt x="75" y="126"/>
                    <a:pt x="75" y="126"/>
                    <a:pt x="75" y="126"/>
                  </a:cubicBezTo>
                  <a:cubicBezTo>
                    <a:pt x="78" y="126"/>
                    <a:pt x="78" y="126"/>
                    <a:pt x="80" y="110"/>
                  </a:cubicBezTo>
                  <a:cubicBezTo>
                    <a:pt x="81" y="97"/>
                    <a:pt x="82" y="94"/>
                    <a:pt x="83" y="94"/>
                  </a:cubicBezTo>
                  <a:cubicBezTo>
                    <a:pt x="83" y="94"/>
                    <a:pt x="84" y="95"/>
                    <a:pt x="84" y="95"/>
                  </a:cubicBezTo>
                  <a:cubicBezTo>
                    <a:pt x="84" y="95"/>
                    <a:pt x="85" y="95"/>
                    <a:pt x="85" y="103"/>
                  </a:cubicBezTo>
                  <a:cubicBezTo>
                    <a:pt x="85" y="103"/>
                    <a:pt x="85" y="110"/>
                    <a:pt x="85" y="112"/>
                  </a:cubicBezTo>
                  <a:cubicBezTo>
                    <a:pt x="87" y="112"/>
                    <a:pt x="88" y="112"/>
                    <a:pt x="87" y="119"/>
                  </a:cubicBezTo>
                  <a:cubicBezTo>
                    <a:pt x="87" y="119"/>
                    <a:pt x="87" y="127"/>
                    <a:pt x="89" y="128"/>
                  </a:cubicBezTo>
                  <a:cubicBezTo>
                    <a:pt x="90" y="128"/>
                    <a:pt x="92" y="128"/>
                    <a:pt x="91" y="136"/>
                  </a:cubicBezTo>
                  <a:cubicBezTo>
                    <a:pt x="91" y="137"/>
                    <a:pt x="92" y="137"/>
                    <a:pt x="92" y="137"/>
                  </a:cubicBezTo>
                  <a:cubicBezTo>
                    <a:pt x="92" y="137"/>
                    <a:pt x="92" y="135"/>
                    <a:pt x="93" y="128"/>
                  </a:cubicBezTo>
                  <a:cubicBezTo>
                    <a:pt x="93" y="123"/>
                    <a:pt x="94" y="118"/>
                    <a:pt x="96" y="118"/>
                  </a:cubicBezTo>
                  <a:cubicBezTo>
                    <a:pt x="96" y="118"/>
                    <a:pt x="97" y="119"/>
                    <a:pt x="98" y="122"/>
                  </a:cubicBezTo>
                  <a:cubicBezTo>
                    <a:pt x="98" y="122"/>
                    <a:pt x="99" y="122"/>
                    <a:pt x="99" y="122"/>
                  </a:cubicBezTo>
                  <a:cubicBezTo>
                    <a:pt x="101" y="122"/>
                    <a:pt x="102" y="121"/>
                    <a:pt x="103" y="114"/>
                  </a:cubicBezTo>
                  <a:cubicBezTo>
                    <a:pt x="105" y="114"/>
                    <a:pt x="105" y="114"/>
                    <a:pt x="103" y="123"/>
                  </a:cubicBezTo>
                  <a:cubicBezTo>
                    <a:pt x="102" y="131"/>
                    <a:pt x="102" y="135"/>
                    <a:pt x="103" y="135"/>
                  </a:cubicBezTo>
                  <a:cubicBezTo>
                    <a:pt x="104" y="135"/>
                    <a:pt x="105" y="131"/>
                    <a:pt x="107" y="123"/>
                  </a:cubicBezTo>
                  <a:cubicBezTo>
                    <a:pt x="107" y="119"/>
                    <a:pt x="108" y="117"/>
                    <a:pt x="108" y="117"/>
                  </a:cubicBezTo>
                  <a:cubicBezTo>
                    <a:pt x="109" y="117"/>
                    <a:pt x="109" y="119"/>
                    <a:pt x="109" y="124"/>
                  </a:cubicBezTo>
                  <a:cubicBezTo>
                    <a:pt x="109" y="124"/>
                    <a:pt x="109" y="124"/>
                    <a:pt x="111" y="116"/>
                  </a:cubicBezTo>
                  <a:cubicBezTo>
                    <a:pt x="112" y="112"/>
                    <a:pt x="113" y="110"/>
                    <a:pt x="113" y="110"/>
                  </a:cubicBezTo>
                  <a:cubicBezTo>
                    <a:pt x="113" y="110"/>
                    <a:pt x="113" y="112"/>
                    <a:pt x="113" y="116"/>
                  </a:cubicBezTo>
                  <a:cubicBezTo>
                    <a:pt x="113" y="124"/>
                    <a:pt x="113" y="124"/>
                    <a:pt x="115" y="125"/>
                  </a:cubicBezTo>
                  <a:cubicBezTo>
                    <a:pt x="116" y="122"/>
                    <a:pt x="118" y="120"/>
                    <a:pt x="121" y="120"/>
                  </a:cubicBezTo>
                  <a:cubicBezTo>
                    <a:pt x="124" y="120"/>
                    <a:pt x="128" y="123"/>
                    <a:pt x="127" y="127"/>
                  </a:cubicBezTo>
                  <a:cubicBezTo>
                    <a:pt x="129" y="120"/>
                    <a:pt x="129" y="119"/>
                    <a:pt x="129" y="119"/>
                  </a:cubicBezTo>
                  <a:lnTo>
                    <a:pt x="129" y="119"/>
                  </a:lnTo>
                  <a:cubicBezTo>
                    <a:pt x="129" y="125"/>
                    <a:pt x="129" y="128"/>
                    <a:pt x="129" y="128"/>
                  </a:cubicBezTo>
                  <a:cubicBezTo>
                    <a:pt x="130" y="128"/>
                    <a:pt x="131" y="121"/>
                    <a:pt x="133" y="112"/>
                  </a:cubicBezTo>
                  <a:lnTo>
                    <a:pt x="130" y="112"/>
                  </a:lnTo>
                  <a:cubicBezTo>
                    <a:pt x="131" y="104"/>
                    <a:pt x="133" y="100"/>
                    <a:pt x="133" y="100"/>
                  </a:cubicBezTo>
                  <a:lnTo>
                    <a:pt x="133" y="100"/>
                  </a:lnTo>
                  <a:cubicBezTo>
                    <a:pt x="134" y="100"/>
                    <a:pt x="134" y="106"/>
                    <a:pt x="133" y="119"/>
                  </a:cubicBezTo>
                  <a:cubicBezTo>
                    <a:pt x="132" y="128"/>
                    <a:pt x="132" y="132"/>
                    <a:pt x="132" y="132"/>
                  </a:cubicBezTo>
                  <a:cubicBezTo>
                    <a:pt x="132" y="132"/>
                    <a:pt x="133" y="128"/>
                    <a:pt x="134" y="121"/>
                  </a:cubicBezTo>
                  <a:cubicBezTo>
                    <a:pt x="135" y="112"/>
                    <a:pt x="136" y="108"/>
                    <a:pt x="137" y="108"/>
                  </a:cubicBezTo>
                  <a:cubicBezTo>
                    <a:pt x="138" y="108"/>
                    <a:pt x="138" y="112"/>
                    <a:pt x="137" y="121"/>
                  </a:cubicBezTo>
                  <a:cubicBezTo>
                    <a:pt x="141" y="103"/>
                    <a:pt x="143" y="93"/>
                    <a:pt x="144" y="93"/>
                  </a:cubicBezTo>
                  <a:lnTo>
                    <a:pt x="144" y="93"/>
                  </a:lnTo>
                  <a:cubicBezTo>
                    <a:pt x="145" y="93"/>
                    <a:pt x="145" y="99"/>
                    <a:pt x="143" y="114"/>
                  </a:cubicBezTo>
                  <a:cubicBezTo>
                    <a:pt x="142" y="122"/>
                    <a:pt x="140" y="130"/>
                    <a:pt x="142" y="139"/>
                  </a:cubicBezTo>
                  <a:cubicBezTo>
                    <a:pt x="144" y="133"/>
                    <a:pt x="144" y="127"/>
                    <a:pt x="145" y="122"/>
                  </a:cubicBezTo>
                  <a:cubicBezTo>
                    <a:pt x="145" y="114"/>
                    <a:pt x="146" y="110"/>
                    <a:pt x="146" y="110"/>
                  </a:cubicBezTo>
                  <a:lnTo>
                    <a:pt x="146" y="110"/>
                  </a:lnTo>
                  <a:cubicBezTo>
                    <a:pt x="147" y="110"/>
                    <a:pt x="147" y="114"/>
                    <a:pt x="146" y="123"/>
                  </a:cubicBezTo>
                  <a:cubicBezTo>
                    <a:pt x="146" y="137"/>
                    <a:pt x="146" y="143"/>
                    <a:pt x="147" y="143"/>
                  </a:cubicBezTo>
                  <a:cubicBezTo>
                    <a:pt x="148" y="143"/>
                    <a:pt x="150" y="139"/>
                    <a:pt x="152" y="132"/>
                  </a:cubicBezTo>
                  <a:cubicBezTo>
                    <a:pt x="155" y="124"/>
                    <a:pt x="157" y="121"/>
                    <a:pt x="158" y="121"/>
                  </a:cubicBezTo>
                  <a:lnTo>
                    <a:pt x="158" y="121"/>
                  </a:lnTo>
                  <a:cubicBezTo>
                    <a:pt x="159" y="121"/>
                    <a:pt x="158" y="125"/>
                    <a:pt x="156" y="133"/>
                  </a:cubicBezTo>
                  <a:cubicBezTo>
                    <a:pt x="153" y="142"/>
                    <a:pt x="152" y="146"/>
                    <a:pt x="153" y="146"/>
                  </a:cubicBezTo>
                  <a:cubicBezTo>
                    <a:pt x="153" y="146"/>
                    <a:pt x="154" y="144"/>
                    <a:pt x="155" y="141"/>
                  </a:cubicBezTo>
                  <a:lnTo>
                    <a:pt x="158" y="142"/>
                  </a:lnTo>
                  <a:cubicBezTo>
                    <a:pt x="160" y="137"/>
                    <a:pt x="162" y="133"/>
                    <a:pt x="163" y="129"/>
                  </a:cubicBezTo>
                  <a:lnTo>
                    <a:pt x="163" y="129"/>
                  </a:lnTo>
                  <a:cubicBezTo>
                    <a:pt x="162" y="138"/>
                    <a:pt x="162" y="143"/>
                    <a:pt x="163" y="143"/>
                  </a:cubicBezTo>
                  <a:cubicBezTo>
                    <a:pt x="164" y="143"/>
                    <a:pt x="165" y="141"/>
                    <a:pt x="166" y="135"/>
                  </a:cubicBezTo>
                  <a:lnTo>
                    <a:pt x="167" y="135"/>
                  </a:lnTo>
                  <a:cubicBezTo>
                    <a:pt x="168" y="135"/>
                    <a:pt x="168" y="135"/>
                    <a:pt x="171" y="127"/>
                  </a:cubicBezTo>
                  <a:cubicBezTo>
                    <a:pt x="171" y="125"/>
                    <a:pt x="172" y="124"/>
                    <a:pt x="172" y="124"/>
                  </a:cubicBezTo>
                  <a:lnTo>
                    <a:pt x="172" y="124"/>
                  </a:lnTo>
                  <a:cubicBezTo>
                    <a:pt x="173" y="124"/>
                    <a:pt x="173" y="131"/>
                    <a:pt x="172" y="136"/>
                  </a:cubicBezTo>
                  <a:cubicBezTo>
                    <a:pt x="172" y="142"/>
                    <a:pt x="172" y="148"/>
                    <a:pt x="172" y="148"/>
                  </a:cubicBezTo>
                  <a:cubicBezTo>
                    <a:pt x="172" y="148"/>
                    <a:pt x="173" y="147"/>
                    <a:pt x="173" y="145"/>
                  </a:cubicBezTo>
                  <a:cubicBezTo>
                    <a:pt x="174" y="136"/>
                    <a:pt x="176" y="128"/>
                    <a:pt x="179" y="122"/>
                  </a:cubicBezTo>
                  <a:cubicBezTo>
                    <a:pt x="179" y="119"/>
                    <a:pt x="180" y="118"/>
                    <a:pt x="180" y="118"/>
                  </a:cubicBezTo>
                  <a:lnTo>
                    <a:pt x="180" y="118"/>
                  </a:lnTo>
                  <a:cubicBezTo>
                    <a:pt x="181" y="118"/>
                    <a:pt x="180" y="124"/>
                    <a:pt x="179" y="130"/>
                  </a:cubicBezTo>
                  <a:cubicBezTo>
                    <a:pt x="177" y="135"/>
                    <a:pt x="177" y="141"/>
                    <a:pt x="177" y="146"/>
                  </a:cubicBezTo>
                  <a:cubicBezTo>
                    <a:pt x="179" y="146"/>
                    <a:pt x="181" y="146"/>
                    <a:pt x="182" y="139"/>
                  </a:cubicBezTo>
                  <a:cubicBezTo>
                    <a:pt x="182" y="135"/>
                    <a:pt x="184" y="133"/>
                    <a:pt x="185" y="133"/>
                  </a:cubicBezTo>
                  <a:cubicBezTo>
                    <a:pt x="186" y="133"/>
                    <a:pt x="188" y="135"/>
                    <a:pt x="188" y="140"/>
                  </a:cubicBezTo>
                  <a:lnTo>
                    <a:pt x="190" y="141"/>
                  </a:lnTo>
                  <a:cubicBezTo>
                    <a:pt x="190" y="141"/>
                    <a:pt x="192" y="133"/>
                    <a:pt x="193" y="133"/>
                  </a:cubicBezTo>
                  <a:cubicBezTo>
                    <a:pt x="193" y="133"/>
                    <a:pt x="194" y="133"/>
                    <a:pt x="196" y="125"/>
                  </a:cubicBezTo>
                  <a:cubicBezTo>
                    <a:pt x="198" y="125"/>
                    <a:pt x="198" y="125"/>
                    <a:pt x="196" y="134"/>
                  </a:cubicBezTo>
                  <a:cubicBezTo>
                    <a:pt x="198" y="126"/>
                    <a:pt x="199" y="121"/>
                    <a:pt x="199" y="121"/>
                  </a:cubicBezTo>
                  <a:lnTo>
                    <a:pt x="199" y="121"/>
                  </a:lnTo>
                  <a:cubicBezTo>
                    <a:pt x="200" y="121"/>
                    <a:pt x="199" y="126"/>
                    <a:pt x="199" y="134"/>
                  </a:cubicBezTo>
                  <a:cubicBezTo>
                    <a:pt x="200" y="130"/>
                    <a:pt x="201" y="128"/>
                    <a:pt x="202" y="128"/>
                  </a:cubicBezTo>
                  <a:lnTo>
                    <a:pt x="202" y="128"/>
                  </a:lnTo>
                  <a:cubicBezTo>
                    <a:pt x="202" y="128"/>
                    <a:pt x="202" y="130"/>
                    <a:pt x="201" y="134"/>
                  </a:cubicBezTo>
                  <a:cubicBezTo>
                    <a:pt x="200" y="139"/>
                    <a:pt x="200" y="141"/>
                    <a:pt x="201" y="141"/>
                  </a:cubicBezTo>
                  <a:cubicBezTo>
                    <a:pt x="201" y="141"/>
                    <a:pt x="202" y="139"/>
                    <a:pt x="202" y="135"/>
                  </a:cubicBezTo>
                  <a:cubicBezTo>
                    <a:pt x="204" y="125"/>
                    <a:pt x="207" y="118"/>
                    <a:pt x="207" y="118"/>
                  </a:cubicBezTo>
                  <a:lnTo>
                    <a:pt x="207" y="118"/>
                  </a:lnTo>
                  <a:cubicBezTo>
                    <a:pt x="208" y="118"/>
                    <a:pt x="208" y="121"/>
                    <a:pt x="207" y="127"/>
                  </a:cubicBezTo>
                  <a:cubicBezTo>
                    <a:pt x="207" y="127"/>
                    <a:pt x="208" y="127"/>
                    <a:pt x="210" y="121"/>
                  </a:cubicBezTo>
                  <a:cubicBezTo>
                    <a:pt x="212" y="112"/>
                    <a:pt x="212" y="108"/>
                    <a:pt x="213" y="108"/>
                  </a:cubicBezTo>
                  <a:lnTo>
                    <a:pt x="213" y="108"/>
                  </a:lnTo>
                  <a:cubicBezTo>
                    <a:pt x="213" y="108"/>
                    <a:pt x="212" y="112"/>
                    <a:pt x="211" y="121"/>
                  </a:cubicBezTo>
                  <a:cubicBezTo>
                    <a:pt x="210" y="128"/>
                    <a:pt x="210" y="132"/>
                    <a:pt x="210" y="132"/>
                  </a:cubicBezTo>
                  <a:cubicBezTo>
                    <a:pt x="211" y="132"/>
                    <a:pt x="212" y="128"/>
                    <a:pt x="213" y="121"/>
                  </a:cubicBezTo>
                  <a:cubicBezTo>
                    <a:pt x="213" y="121"/>
                    <a:pt x="214" y="117"/>
                    <a:pt x="215" y="117"/>
                  </a:cubicBezTo>
                  <a:cubicBezTo>
                    <a:pt x="215" y="117"/>
                    <a:pt x="216" y="118"/>
                    <a:pt x="216" y="122"/>
                  </a:cubicBezTo>
                  <a:cubicBezTo>
                    <a:pt x="216" y="126"/>
                    <a:pt x="217" y="132"/>
                    <a:pt x="218" y="132"/>
                  </a:cubicBezTo>
                  <a:cubicBezTo>
                    <a:pt x="219" y="132"/>
                    <a:pt x="220" y="130"/>
                    <a:pt x="221" y="123"/>
                  </a:cubicBezTo>
                  <a:lnTo>
                    <a:pt x="223" y="124"/>
                  </a:lnTo>
                  <a:cubicBezTo>
                    <a:pt x="223" y="128"/>
                    <a:pt x="224" y="130"/>
                    <a:pt x="224" y="130"/>
                  </a:cubicBezTo>
                  <a:cubicBezTo>
                    <a:pt x="225" y="130"/>
                    <a:pt x="226" y="128"/>
                    <a:pt x="227" y="125"/>
                  </a:cubicBezTo>
                  <a:lnTo>
                    <a:pt x="229" y="117"/>
                  </a:lnTo>
                  <a:lnTo>
                    <a:pt x="229" y="117"/>
                  </a:lnTo>
                  <a:cubicBezTo>
                    <a:pt x="228" y="122"/>
                    <a:pt x="227" y="127"/>
                    <a:pt x="228" y="133"/>
                  </a:cubicBezTo>
                  <a:cubicBezTo>
                    <a:pt x="228" y="133"/>
                    <a:pt x="228" y="133"/>
                    <a:pt x="230" y="125"/>
                  </a:cubicBezTo>
                  <a:cubicBezTo>
                    <a:pt x="231" y="117"/>
                    <a:pt x="231" y="117"/>
                    <a:pt x="232" y="117"/>
                  </a:cubicBezTo>
                  <a:cubicBezTo>
                    <a:pt x="234" y="123"/>
                    <a:pt x="232" y="128"/>
                    <a:pt x="231" y="134"/>
                  </a:cubicBezTo>
                  <a:lnTo>
                    <a:pt x="232" y="134"/>
                  </a:lnTo>
                  <a:cubicBezTo>
                    <a:pt x="234" y="125"/>
                    <a:pt x="235" y="121"/>
                    <a:pt x="235" y="121"/>
                  </a:cubicBezTo>
                  <a:lnTo>
                    <a:pt x="235" y="121"/>
                  </a:lnTo>
                  <a:cubicBezTo>
                    <a:pt x="235" y="121"/>
                    <a:pt x="235" y="123"/>
                    <a:pt x="235" y="126"/>
                  </a:cubicBezTo>
                  <a:cubicBezTo>
                    <a:pt x="234" y="135"/>
                    <a:pt x="235" y="135"/>
                    <a:pt x="236" y="135"/>
                  </a:cubicBezTo>
                  <a:lnTo>
                    <a:pt x="238" y="136"/>
                  </a:lnTo>
                  <a:cubicBezTo>
                    <a:pt x="239" y="136"/>
                    <a:pt x="239" y="136"/>
                    <a:pt x="240" y="128"/>
                  </a:cubicBezTo>
                  <a:cubicBezTo>
                    <a:pt x="241" y="123"/>
                    <a:pt x="242" y="117"/>
                    <a:pt x="245" y="113"/>
                  </a:cubicBezTo>
                  <a:lnTo>
                    <a:pt x="245" y="113"/>
                  </a:lnTo>
                  <a:cubicBezTo>
                    <a:pt x="244" y="118"/>
                    <a:pt x="242" y="123"/>
                    <a:pt x="242" y="128"/>
                  </a:cubicBezTo>
                  <a:cubicBezTo>
                    <a:pt x="244" y="128"/>
                    <a:pt x="241" y="137"/>
                    <a:pt x="241" y="137"/>
                  </a:cubicBezTo>
                  <a:cubicBezTo>
                    <a:pt x="239" y="144"/>
                    <a:pt x="239" y="146"/>
                    <a:pt x="240" y="146"/>
                  </a:cubicBezTo>
                  <a:cubicBezTo>
                    <a:pt x="241" y="146"/>
                    <a:pt x="243" y="142"/>
                    <a:pt x="245" y="137"/>
                  </a:cubicBezTo>
                  <a:cubicBezTo>
                    <a:pt x="247" y="130"/>
                    <a:pt x="249" y="127"/>
                    <a:pt x="249" y="127"/>
                  </a:cubicBezTo>
                  <a:lnTo>
                    <a:pt x="249" y="127"/>
                  </a:lnTo>
                  <a:cubicBezTo>
                    <a:pt x="250" y="127"/>
                    <a:pt x="249" y="131"/>
                    <a:pt x="247" y="139"/>
                  </a:cubicBezTo>
                  <a:cubicBezTo>
                    <a:pt x="246" y="143"/>
                    <a:pt x="246" y="145"/>
                    <a:pt x="246" y="145"/>
                  </a:cubicBezTo>
                  <a:cubicBezTo>
                    <a:pt x="247" y="145"/>
                    <a:pt x="251" y="132"/>
                    <a:pt x="255" y="115"/>
                  </a:cubicBezTo>
                  <a:lnTo>
                    <a:pt x="262" y="91"/>
                  </a:lnTo>
                  <a:lnTo>
                    <a:pt x="256" y="116"/>
                  </a:lnTo>
                  <a:cubicBezTo>
                    <a:pt x="253" y="135"/>
                    <a:pt x="251" y="142"/>
                    <a:pt x="252" y="142"/>
                  </a:cubicBezTo>
                  <a:cubicBezTo>
                    <a:pt x="252" y="142"/>
                    <a:pt x="254" y="139"/>
                    <a:pt x="256" y="133"/>
                  </a:cubicBezTo>
                  <a:cubicBezTo>
                    <a:pt x="258" y="129"/>
                    <a:pt x="258" y="127"/>
                    <a:pt x="259" y="127"/>
                  </a:cubicBezTo>
                  <a:lnTo>
                    <a:pt x="259" y="127"/>
                  </a:lnTo>
                  <a:cubicBezTo>
                    <a:pt x="259" y="127"/>
                    <a:pt x="259" y="129"/>
                    <a:pt x="258" y="133"/>
                  </a:cubicBezTo>
                  <a:cubicBezTo>
                    <a:pt x="256" y="141"/>
                    <a:pt x="257" y="142"/>
                    <a:pt x="259" y="142"/>
                  </a:cubicBezTo>
                  <a:cubicBezTo>
                    <a:pt x="260" y="142"/>
                    <a:pt x="260" y="142"/>
                    <a:pt x="261" y="142"/>
                  </a:cubicBezTo>
                  <a:cubicBezTo>
                    <a:pt x="262" y="142"/>
                    <a:pt x="263" y="141"/>
                    <a:pt x="265" y="135"/>
                  </a:cubicBezTo>
                  <a:lnTo>
                    <a:pt x="266" y="136"/>
                  </a:lnTo>
                  <a:cubicBezTo>
                    <a:pt x="265" y="142"/>
                    <a:pt x="265" y="145"/>
                    <a:pt x="266" y="145"/>
                  </a:cubicBezTo>
                  <a:cubicBezTo>
                    <a:pt x="266" y="145"/>
                    <a:pt x="268" y="139"/>
                    <a:pt x="271" y="128"/>
                  </a:cubicBezTo>
                  <a:lnTo>
                    <a:pt x="272" y="130"/>
                  </a:lnTo>
                  <a:lnTo>
                    <a:pt x="269" y="137"/>
                  </a:lnTo>
                  <a:cubicBezTo>
                    <a:pt x="268" y="145"/>
                    <a:pt x="269" y="145"/>
                    <a:pt x="276" y="148"/>
                  </a:cubicBezTo>
                  <a:cubicBezTo>
                    <a:pt x="279" y="149"/>
                    <a:pt x="280" y="149"/>
                    <a:pt x="282" y="149"/>
                  </a:cubicBezTo>
                  <a:cubicBezTo>
                    <a:pt x="285" y="149"/>
                    <a:pt x="287" y="146"/>
                    <a:pt x="290" y="135"/>
                  </a:cubicBezTo>
                  <a:cubicBezTo>
                    <a:pt x="292" y="127"/>
                    <a:pt x="293" y="123"/>
                    <a:pt x="294" y="123"/>
                  </a:cubicBezTo>
                  <a:lnTo>
                    <a:pt x="294" y="123"/>
                  </a:lnTo>
                  <a:cubicBezTo>
                    <a:pt x="294" y="123"/>
                    <a:pt x="293" y="127"/>
                    <a:pt x="291" y="135"/>
                  </a:cubicBezTo>
                  <a:cubicBezTo>
                    <a:pt x="289" y="141"/>
                    <a:pt x="288" y="146"/>
                    <a:pt x="288" y="146"/>
                  </a:cubicBezTo>
                  <a:cubicBezTo>
                    <a:pt x="289" y="146"/>
                    <a:pt x="289" y="145"/>
                    <a:pt x="290" y="143"/>
                  </a:cubicBezTo>
                  <a:cubicBezTo>
                    <a:pt x="290" y="143"/>
                    <a:pt x="292" y="144"/>
                    <a:pt x="290" y="152"/>
                  </a:cubicBezTo>
                  <a:cubicBezTo>
                    <a:pt x="289" y="159"/>
                    <a:pt x="289" y="162"/>
                    <a:pt x="290" y="162"/>
                  </a:cubicBezTo>
                  <a:cubicBezTo>
                    <a:pt x="290" y="162"/>
                    <a:pt x="292" y="158"/>
                    <a:pt x="293" y="153"/>
                  </a:cubicBezTo>
                  <a:cubicBezTo>
                    <a:pt x="295" y="147"/>
                    <a:pt x="296" y="144"/>
                    <a:pt x="296" y="144"/>
                  </a:cubicBezTo>
                  <a:lnTo>
                    <a:pt x="296" y="144"/>
                  </a:lnTo>
                  <a:cubicBezTo>
                    <a:pt x="296" y="144"/>
                    <a:pt x="295" y="149"/>
                    <a:pt x="294" y="154"/>
                  </a:cubicBezTo>
                  <a:cubicBezTo>
                    <a:pt x="293" y="160"/>
                    <a:pt x="292" y="165"/>
                    <a:pt x="293" y="165"/>
                  </a:cubicBezTo>
                  <a:cubicBezTo>
                    <a:pt x="293" y="165"/>
                    <a:pt x="293" y="164"/>
                    <a:pt x="294" y="162"/>
                  </a:cubicBezTo>
                  <a:cubicBezTo>
                    <a:pt x="295" y="158"/>
                    <a:pt x="298" y="154"/>
                    <a:pt x="300" y="154"/>
                  </a:cubicBezTo>
                  <a:cubicBezTo>
                    <a:pt x="301" y="154"/>
                    <a:pt x="302" y="157"/>
                    <a:pt x="300" y="164"/>
                  </a:cubicBezTo>
                  <a:lnTo>
                    <a:pt x="301" y="165"/>
                  </a:lnTo>
                  <a:cubicBezTo>
                    <a:pt x="302" y="160"/>
                    <a:pt x="304" y="158"/>
                    <a:pt x="305" y="158"/>
                  </a:cubicBezTo>
                  <a:cubicBezTo>
                    <a:pt x="306" y="158"/>
                    <a:pt x="306" y="158"/>
                    <a:pt x="306" y="159"/>
                  </a:cubicBezTo>
                  <a:cubicBezTo>
                    <a:pt x="309" y="159"/>
                    <a:pt x="309" y="160"/>
                    <a:pt x="306" y="168"/>
                  </a:cubicBezTo>
                  <a:cubicBezTo>
                    <a:pt x="305" y="171"/>
                    <a:pt x="305" y="173"/>
                    <a:pt x="305" y="173"/>
                  </a:cubicBezTo>
                  <a:cubicBezTo>
                    <a:pt x="305" y="173"/>
                    <a:pt x="307" y="171"/>
                    <a:pt x="309" y="168"/>
                  </a:cubicBezTo>
                  <a:cubicBezTo>
                    <a:pt x="310" y="168"/>
                    <a:pt x="315" y="153"/>
                    <a:pt x="315" y="153"/>
                  </a:cubicBezTo>
                  <a:cubicBezTo>
                    <a:pt x="317" y="148"/>
                    <a:pt x="319" y="143"/>
                    <a:pt x="322" y="139"/>
                  </a:cubicBezTo>
                  <a:lnTo>
                    <a:pt x="322" y="139"/>
                  </a:lnTo>
                  <a:lnTo>
                    <a:pt x="320" y="146"/>
                  </a:lnTo>
                  <a:cubicBezTo>
                    <a:pt x="318" y="154"/>
                    <a:pt x="315" y="162"/>
                    <a:pt x="315" y="162"/>
                  </a:cubicBezTo>
                  <a:cubicBezTo>
                    <a:pt x="315" y="162"/>
                    <a:pt x="317" y="162"/>
                    <a:pt x="319" y="154"/>
                  </a:cubicBezTo>
                  <a:lnTo>
                    <a:pt x="319" y="154"/>
                  </a:lnTo>
                  <a:cubicBezTo>
                    <a:pt x="318" y="163"/>
                    <a:pt x="319" y="163"/>
                    <a:pt x="320" y="163"/>
                  </a:cubicBezTo>
                  <a:cubicBezTo>
                    <a:pt x="321" y="164"/>
                    <a:pt x="321" y="164"/>
                    <a:pt x="322" y="164"/>
                  </a:cubicBezTo>
                  <a:cubicBezTo>
                    <a:pt x="323" y="164"/>
                    <a:pt x="324" y="163"/>
                    <a:pt x="327" y="158"/>
                  </a:cubicBezTo>
                  <a:lnTo>
                    <a:pt x="327" y="158"/>
                  </a:lnTo>
                  <a:cubicBezTo>
                    <a:pt x="324" y="166"/>
                    <a:pt x="325" y="171"/>
                    <a:pt x="327" y="171"/>
                  </a:cubicBezTo>
                  <a:cubicBezTo>
                    <a:pt x="328" y="171"/>
                    <a:pt x="331" y="167"/>
                    <a:pt x="333" y="160"/>
                  </a:cubicBezTo>
                  <a:cubicBezTo>
                    <a:pt x="334" y="156"/>
                    <a:pt x="335" y="154"/>
                    <a:pt x="336" y="154"/>
                  </a:cubicBezTo>
                  <a:lnTo>
                    <a:pt x="336" y="154"/>
                  </a:lnTo>
                  <a:cubicBezTo>
                    <a:pt x="336" y="154"/>
                    <a:pt x="336" y="157"/>
                    <a:pt x="336" y="161"/>
                  </a:cubicBezTo>
                  <a:cubicBezTo>
                    <a:pt x="334" y="165"/>
                    <a:pt x="334" y="167"/>
                    <a:pt x="334" y="167"/>
                  </a:cubicBezTo>
                  <a:cubicBezTo>
                    <a:pt x="334" y="167"/>
                    <a:pt x="335" y="165"/>
                    <a:pt x="337" y="161"/>
                  </a:cubicBezTo>
                  <a:cubicBezTo>
                    <a:pt x="338" y="159"/>
                    <a:pt x="338" y="158"/>
                    <a:pt x="339" y="158"/>
                  </a:cubicBezTo>
                  <a:lnTo>
                    <a:pt x="339" y="158"/>
                  </a:lnTo>
                  <a:cubicBezTo>
                    <a:pt x="339" y="158"/>
                    <a:pt x="338" y="164"/>
                    <a:pt x="337" y="170"/>
                  </a:cubicBezTo>
                  <a:cubicBezTo>
                    <a:pt x="334" y="180"/>
                    <a:pt x="333" y="184"/>
                    <a:pt x="334" y="184"/>
                  </a:cubicBezTo>
                  <a:cubicBezTo>
                    <a:pt x="334" y="184"/>
                    <a:pt x="335" y="182"/>
                    <a:pt x="337" y="179"/>
                  </a:cubicBezTo>
                  <a:cubicBezTo>
                    <a:pt x="339" y="174"/>
                    <a:pt x="341" y="173"/>
                    <a:pt x="342" y="173"/>
                  </a:cubicBezTo>
                  <a:cubicBezTo>
                    <a:pt x="343" y="173"/>
                    <a:pt x="343" y="173"/>
                    <a:pt x="343" y="173"/>
                  </a:cubicBezTo>
                  <a:cubicBezTo>
                    <a:pt x="347" y="169"/>
                    <a:pt x="349" y="164"/>
                    <a:pt x="350" y="159"/>
                  </a:cubicBezTo>
                  <a:cubicBezTo>
                    <a:pt x="352" y="154"/>
                    <a:pt x="355" y="149"/>
                    <a:pt x="357" y="144"/>
                  </a:cubicBezTo>
                  <a:cubicBezTo>
                    <a:pt x="358" y="142"/>
                    <a:pt x="359" y="141"/>
                    <a:pt x="359" y="141"/>
                  </a:cubicBezTo>
                  <a:lnTo>
                    <a:pt x="359" y="141"/>
                  </a:lnTo>
                  <a:cubicBezTo>
                    <a:pt x="360" y="141"/>
                    <a:pt x="358" y="144"/>
                    <a:pt x="358" y="144"/>
                  </a:cubicBezTo>
                  <a:cubicBezTo>
                    <a:pt x="355" y="149"/>
                    <a:pt x="352" y="154"/>
                    <a:pt x="352" y="160"/>
                  </a:cubicBezTo>
                  <a:cubicBezTo>
                    <a:pt x="350" y="168"/>
                    <a:pt x="351" y="169"/>
                    <a:pt x="352" y="169"/>
                  </a:cubicBezTo>
                  <a:cubicBezTo>
                    <a:pt x="354" y="169"/>
                    <a:pt x="355" y="170"/>
                    <a:pt x="356" y="170"/>
                  </a:cubicBezTo>
                  <a:cubicBezTo>
                    <a:pt x="355" y="175"/>
                    <a:pt x="355" y="177"/>
                    <a:pt x="356" y="177"/>
                  </a:cubicBezTo>
                  <a:cubicBezTo>
                    <a:pt x="357" y="177"/>
                    <a:pt x="358" y="175"/>
                    <a:pt x="359" y="172"/>
                  </a:cubicBezTo>
                  <a:lnTo>
                    <a:pt x="361" y="164"/>
                  </a:lnTo>
                  <a:lnTo>
                    <a:pt x="361" y="164"/>
                  </a:lnTo>
                  <a:cubicBezTo>
                    <a:pt x="359" y="173"/>
                    <a:pt x="361" y="178"/>
                    <a:pt x="364" y="178"/>
                  </a:cubicBezTo>
                  <a:cubicBezTo>
                    <a:pt x="366" y="178"/>
                    <a:pt x="370" y="175"/>
                    <a:pt x="373" y="169"/>
                  </a:cubicBezTo>
                  <a:lnTo>
                    <a:pt x="373" y="169"/>
                  </a:lnTo>
                  <a:lnTo>
                    <a:pt x="369" y="177"/>
                  </a:lnTo>
                  <a:cubicBezTo>
                    <a:pt x="367" y="185"/>
                    <a:pt x="367" y="185"/>
                    <a:pt x="369" y="186"/>
                  </a:cubicBezTo>
                  <a:cubicBezTo>
                    <a:pt x="369" y="186"/>
                    <a:pt x="375" y="181"/>
                    <a:pt x="378" y="181"/>
                  </a:cubicBezTo>
                  <a:cubicBezTo>
                    <a:pt x="378" y="181"/>
                    <a:pt x="378" y="181"/>
                    <a:pt x="378" y="181"/>
                  </a:cubicBezTo>
                  <a:cubicBezTo>
                    <a:pt x="380" y="182"/>
                    <a:pt x="381" y="182"/>
                    <a:pt x="382" y="182"/>
                  </a:cubicBezTo>
                  <a:cubicBezTo>
                    <a:pt x="384" y="182"/>
                    <a:pt x="385" y="181"/>
                    <a:pt x="387" y="177"/>
                  </a:cubicBezTo>
                  <a:cubicBezTo>
                    <a:pt x="388" y="177"/>
                    <a:pt x="388" y="177"/>
                    <a:pt x="385" y="185"/>
                  </a:cubicBezTo>
                  <a:cubicBezTo>
                    <a:pt x="380" y="191"/>
                    <a:pt x="382" y="192"/>
                    <a:pt x="383" y="192"/>
                  </a:cubicBezTo>
                  <a:cubicBezTo>
                    <a:pt x="385" y="188"/>
                    <a:pt x="388" y="183"/>
                    <a:pt x="389" y="178"/>
                  </a:cubicBezTo>
                  <a:cubicBezTo>
                    <a:pt x="391" y="175"/>
                    <a:pt x="392" y="173"/>
                    <a:pt x="393" y="173"/>
                  </a:cubicBezTo>
                  <a:lnTo>
                    <a:pt x="393" y="173"/>
                  </a:lnTo>
                  <a:cubicBezTo>
                    <a:pt x="393" y="173"/>
                    <a:pt x="393" y="175"/>
                    <a:pt x="392" y="179"/>
                  </a:cubicBezTo>
                  <a:cubicBezTo>
                    <a:pt x="391" y="184"/>
                    <a:pt x="392" y="187"/>
                    <a:pt x="394" y="187"/>
                  </a:cubicBezTo>
                  <a:cubicBezTo>
                    <a:pt x="395" y="187"/>
                    <a:pt x="397" y="186"/>
                    <a:pt x="398" y="183"/>
                  </a:cubicBezTo>
                  <a:cubicBezTo>
                    <a:pt x="400" y="183"/>
                    <a:pt x="401" y="183"/>
                    <a:pt x="396" y="191"/>
                  </a:cubicBezTo>
                  <a:cubicBezTo>
                    <a:pt x="395" y="196"/>
                    <a:pt x="393" y="201"/>
                    <a:pt x="395" y="201"/>
                  </a:cubicBezTo>
                  <a:cubicBezTo>
                    <a:pt x="395" y="201"/>
                    <a:pt x="397" y="199"/>
                    <a:pt x="401" y="194"/>
                  </a:cubicBezTo>
                  <a:cubicBezTo>
                    <a:pt x="402" y="194"/>
                    <a:pt x="402" y="194"/>
                    <a:pt x="397" y="201"/>
                  </a:cubicBezTo>
                  <a:cubicBezTo>
                    <a:pt x="396" y="206"/>
                    <a:pt x="394" y="210"/>
                    <a:pt x="395" y="210"/>
                  </a:cubicBezTo>
                  <a:cubicBezTo>
                    <a:pt x="395" y="210"/>
                    <a:pt x="396" y="208"/>
                    <a:pt x="400" y="201"/>
                  </a:cubicBezTo>
                  <a:cubicBezTo>
                    <a:pt x="401" y="199"/>
                    <a:pt x="403" y="198"/>
                    <a:pt x="404" y="198"/>
                  </a:cubicBezTo>
                  <a:cubicBezTo>
                    <a:pt x="405" y="198"/>
                    <a:pt x="406" y="200"/>
                    <a:pt x="405" y="205"/>
                  </a:cubicBezTo>
                  <a:cubicBezTo>
                    <a:pt x="405" y="205"/>
                    <a:pt x="405" y="205"/>
                    <a:pt x="405" y="205"/>
                  </a:cubicBezTo>
                  <a:cubicBezTo>
                    <a:pt x="406" y="205"/>
                    <a:pt x="407" y="204"/>
                    <a:pt x="410" y="198"/>
                  </a:cubicBezTo>
                  <a:cubicBezTo>
                    <a:pt x="412" y="195"/>
                    <a:pt x="412" y="196"/>
                    <a:pt x="414" y="191"/>
                  </a:cubicBezTo>
                  <a:lnTo>
                    <a:pt x="414" y="191"/>
                  </a:lnTo>
                  <a:cubicBezTo>
                    <a:pt x="411" y="199"/>
                    <a:pt x="409" y="202"/>
                    <a:pt x="409" y="202"/>
                  </a:cubicBezTo>
                  <a:cubicBezTo>
                    <a:pt x="409" y="202"/>
                    <a:pt x="411" y="199"/>
                    <a:pt x="415" y="192"/>
                  </a:cubicBezTo>
                  <a:cubicBezTo>
                    <a:pt x="417" y="189"/>
                    <a:pt x="418" y="187"/>
                    <a:pt x="418" y="187"/>
                  </a:cubicBezTo>
                  <a:lnTo>
                    <a:pt x="418" y="187"/>
                  </a:lnTo>
                  <a:cubicBezTo>
                    <a:pt x="419" y="187"/>
                    <a:pt x="418" y="189"/>
                    <a:pt x="416" y="192"/>
                  </a:cubicBezTo>
                  <a:cubicBezTo>
                    <a:pt x="413" y="200"/>
                    <a:pt x="414" y="200"/>
                    <a:pt x="414" y="200"/>
                  </a:cubicBezTo>
                  <a:cubicBezTo>
                    <a:pt x="414" y="200"/>
                    <a:pt x="414" y="200"/>
                    <a:pt x="414" y="200"/>
                  </a:cubicBezTo>
                  <a:cubicBezTo>
                    <a:pt x="416" y="200"/>
                    <a:pt x="420" y="198"/>
                    <a:pt x="423" y="198"/>
                  </a:cubicBezTo>
                  <a:cubicBezTo>
                    <a:pt x="424" y="198"/>
                    <a:pt x="426" y="199"/>
                    <a:pt x="426" y="199"/>
                  </a:cubicBezTo>
                  <a:cubicBezTo>
                    <a:pt x="429" y="201"/>
                    <a:pt x="431" y="203"/>
                    <a:pt x="433" y="203"/>
                  </a:cubicBezTo>
                  <a:cubicBezTo>
                    <a:pt x="435" y="203"/>
                    <a:pt x="437" y="201"/>
                    <a:pt x="439" y="198"/>
                  </a:cubicBezTo>
                  <a:cubicBezTo>
                    <a:pt x="441" y="195"/>
                    <a:pt x="442" y="193"/>
                    <a:pt x="442" y="193"/>
                  </a:cubicBezTo>
                  <a:lnTo>
                    <a:pt x="442" y="193"/>
                  </a:lnTo>
                  <a:cubicBezTo>
                    <a:pt x="442" y="193"/>
                    <a:pt x="442" y="195"/>
                    <a:pt x="440" y="198"/>
                  </a:cubicBezTo>
                  <a:cubicBezTo>
                    <a:pt x="437" y="206"/>
                    <a:pt x="438" y="207"/>
                    <a:pt x="438" y="207"/>
                  </a:cubicBezTo>
                  <a:cubicBezTo>
                    <a:pt x="439" y="208"/>
                    <a:pt x="440" y="208"/>
                    <a:pt x="435" y="215"/>
                  </a:cubicBezTo>
                  <a:cubicBezTo>
                    <a:pt x="439" y="210"/>
                    <a:pt x="440" y="209"/>
                    <a:pt x="440" y="209"/>
                  </a:cubicBezTo>
                  <a:cubicBezTo>
                    <a:pt x="440" y="209"/>
                    <a:pt x="441" y="209"/>
                    <a:pt x="441" y="209"/>
                  </a:cubicBezTo>
                  <a:cubicBezTo>
                    <a:pt x="439" y="213"/>
                    <a:pt x="438" y="215"/>
                    <a:pt x="438" y="215"/>
                  </a:cubicBezTo>
                  <a:cubicBezTo>
                    <a:pt x="439" y="215"/>
                    <a:pt x="440" y="213"/>
                    <a:pt x="442" y="210"/>
                  </a:cubicBezTo>
                  <a:cubicBezTo>
                    <a:pt x="447" y="204"/>
                    <a:pt x="449" y="200"/>
                    <a:pt x="449" y="200"/>
                  </a:cubicBezTo>
                  <a:lnTo>
                    <a:pt x="449" y="200"/>
                  </a:lnTo>
                  <a:cubicBezTo>
                    <a:pt x="449" y="200"/>
                    <a:pt x="447" y="204"/>
                    <a:pt x="443" y="210"/>
                  </a:cubicBezTo>
                  <a:cubicBezTo>
                    <a:pt x="440" y="215"/>
                    <a:pt x="439" y="221"/>
                    <a:pt x="439" y="221"/>
                  </a:cubicBezTo>
                  <a:cubicBezTo>
                    <a:pt x="440" y="221"/>
                    <a:pt x="440" y="220"/>
                    <a:pt x="441" y="218"/>
                  </a:cubicBezTo>
                  <a:cubicBezTo>
                    <a:pt x="444" y="211"/>
                    <a:pt x="447" y="213"/>
                    <a:pt x="451" y="206"/>
                  </a:cubicBezTo>
                  <a:lnTo>
                    <a:pt x="451" y="206"/>
                  </a:lnTo>
                  <a:cubicBezTo>
                    <a:pt x="452" y="207"/>
                    <a:pt x="453" y="207"/>
                    <a:pt x="449" y="214"/>
                  </a:cubicBezTo>
                  <a:cubicBezTo>
                    <a:pt x="448" y="217"/>
                    <a:pt x="448" y="218"/>
                    <a:pt x="449" y="218"/>
                  </a:cubicBezTo>
                  <a:cubicBezTo>
                    <a:pt x="451" y="218"/>
                    <a:pt x="455" y="215"/>
                    <a:pt x="458" y="210"/>
                  </a:cubicBezTo>
                  <a:cubicBezTo>
                    <a:pt x="460" y="207"/>
                    <a:pt x="461" y="206"/>
                    <a:pt x="462" y="206"/>
                  </a:cubicBezTo>
                  <a:lnTo>
                    <a:pt x="462" y="206"/>
                  </a:lnTo>
                  <a:cubicBezTo>
                    <a:pt x="462" y="206"/>
                    <a:pt x="461" y="208"/>
                    <a:pt x="459" y="211"/>
                  </a:cubicBezTo>
                  <a:cubicBezTo>
                    <a:pt x="454" y="218"/>
                    <a:pt x="456" y="219"/>
                    <a:pt x="456" y="219"/>
                  </a:cubicBezTo>
                  <a:cubicBezTo>
                    <a:pt x="457" y="217"/>
                    <a:pt x="458" y="217"/>
                    <a:pt x="458" y="217"/>
                  </a:cubicBezTo>
                  <a:lnTo>
                    <a:pt x="458" y="217"/>
                  </a:lnTo>
                  <a:cubicBezTo>
                    <a:pt x="459" y="217"/>
                    <a:pt x="456" y="222"/>
                    <a:pt x="452" y="227"/>
                  </a:cubicBezTo>
                  <a:cubicBezTo>
                    <a:pt x="448" y="233"/>
                    <a:pt x="448" y="234"/>
                    <a:pt x="449" y="235"/>
                  </a:cubicBezTo>
                  <a:cubicBezTo>
                    <a:pt x="452" y="232"/>
                    <a:pt x="454" y="231"/>
                    <a:pt x="455" y="231"/>
                  </a:cubicBezTo>
                  <a:cubicBezTo>
                    <a:pt x="457" y="231"/>
                    <a:pt x="458" y="232"/>
                    <a:pt x="459" y="233"/>
                  </a:cubicBezTo>
                  <a:cubicBezTo>
                    <a:pt x="460" y="233"/>
                    <a:pt x="460" y="233"/>
                    <a:pt x="461" y="233"/>
                  </a:cubicBezTo>
                  <a:cubicBezTo>
                    <a:pt x="465" y="233"/>
                    <a:pt x="469" y="227"/>
                    <a:pt x="479" y="216"/>
                  </a:cubicBezTo>
                  <a:lnTo>
                    <a:pt x="488" y="204"/>
                  </a:lnTo>
                  <a:lnTo>
                    <a:pt x="488" y="204"/>
                  </a:lnTo>
                  <a:lnTo>
                    <a:pt x="479" y="217"/>
                  </a:lnTo>
                  <a:lnTo>
                    <a:pt x="467" y="237"/>
                  </a:lnTo>
                  <a:cubicBezTo>
                    <a:pt x="470" y="234"/>
                    <a:pt x="474" y="229"/>
                    <a:pt x="476" y="225"/>
                  </a:cubicBezTo>
                  <a:cubicBezTo>
                    <a:pt x="478" y="222"/>
                    <a:pt x="479" y="220"/>
                    <a:pt x="480" y="220"/>
                  </a:cubicBezTo>
                  <a:lnTo>
                    <a:pt x="480" y="220"/>
                  </a:lnTo>
                  <a:cubicBezTo>
                    <a:pt x="480" y="220"/>
                    <a:pt x="480" y="222"/>
                    <a:pt x="478" y="226"/>
                  </a:cubicBezTo>
                  <a:cubicBezTo>
                    <a:pt x="476" y="230"/>
                    <a:pt x="476" y="233"/>
                    <a:pt x="477" y="233"/>
                  </a:cubicBezTo>
                  <a:cubicBezTo>
                    <a:pt x="477" y="233"/>
                    <a:pt x="479" y="231"/>
                    <a:pt x="481" y="228"/>
                  </a:cubicBezTo>
                  <a:lnTo>
                    <a:pt x="481" y="228"/>
                  </a:lnTo>
                  <a:cubicBezTo>
                    <a:pt x="481" y="229"/>
                    <a:pt x="483" y="229"/>
                    <a:pt x="479" y="237"/>
                  </a:cubicBezTo>
                  <a:cubicBezTo>
                    <a:pt x="479" y="237"/>
                    <a:pt x="479" y="237"/>
                    <a:pt x="484" y="231"/>
                  </a:cubicBezTo>
                  <a:cubicBezTo>
                    <a:pt x="486" y="228"/>
                    <a:pt x="488" y="226"/>
                    <a:pt x="488" y="226"/>
                  </a:cubicBezTo>
                  <a:lnTo>
                    <a:pt x="488" y="226"/>
                  </a:lnTo>
                  <a:cubicBezTo>
                    <a:pt x="489" y="226"/>
                    <a:pt x="488" y="228"/>
                    <a:pt x="486" y="232"/>
                  </a:cubicBezTo>
                  <a:cubicBezTo>
                    <a:pt x="480" y="241"/>
                    <a:pt x="479" y="245"/>
                    <a:pt x="480" y="245"/>
                  </a:cubicBezTo>
                  <a:cubicBezTo>
                    <a:pt x="481" y="245"/>
                    <a:pt x="482" y="243"/>
                    <a:pt x="484" y="241"/>
                  </a:cubicBezTo>
                  <a:cubicBezTo>
                    <a:pt x="487" y="236"/>
                    <a:pt x="489" y="235"/>
                    <a:pt x="490" y="235"/>
                  </a:cubicBezTo>
                  <a:cubicBezTo>
                    <a:pt x="490" y="235"/>
                    <a:pt x="490" y="235"/>
                    <a:pt x="490" y="235"/>
                  </a:cubicBezTo>
                  <a:cubicBezTo>
                    <a:pt x="490" y="235"/>
                    <a:pt x="491" y="236"/>
                    <a:pt x="491" y="236"/>
                  </a:cubicBezTo>
                  <a:cubicBezTo>
                    <a:pt x="492" y="236"/>
                    <a:pt x="493" y="234"/>
                    <a:pt x="497" y="231"/>
                  </a:cubicBezTo>
                  <a:lnTo>
                    <a:pt x="498" y="232"/>
                  </a:lnTo>
                  <a:cubicBezTo>
                    <a:pt x="499" y="233"/>
                    <a:pt x="494" y="238"/>
                    <a:pt x="493" y="238"/>
                  </a:cubicBezTo>
                  <a:lnTo>
                    <a:pt x="488" y="245"/>
                  </a:lnTo>
                  <a:cubicBezTo>
                    <a:pt x="489" y="246"/>
                    <a:pt x="490" y="246"/>
                    <a:pt x="490" y="246"/>
                  </a:cubicBezTo>
                  <a:cubicBezTo>
                    <a:pt x="491" y="246"/>
                    <a:pt x="493" y="245"/>
                    <a:pt x="496" y="241"/>
                  </a:cubicBezTo>
                  <a:cubicBezTo>
                    <a:pt x="501" y="235"/>
                    <a:pt x="503" y="232"/>
                    <a:pt x="504" y="232"/>
                  </a:cubicBezTo>
                  <a:lnTo>
                    <a:pt x="504" y="232"/>
                  </a:lnTo>
                  <a:cubicBezTo>
                    <a:pt x="504" y="232"/>
                    <a:pt x="502" y="235"/>
                    <a:pt x="497" y="242"/>
                  </a:cubicBezTo>
                  <a:cubicBezTo>
                    <a:pt x="493" y="247"/>
                    <a:pt x="489" y="252"/>
                    <a:pt x="490" y="252"/>
                  </a:cubicBezTo>
                  <a:cubicBezTo>
                    <a:pt x="490" y="252"/>
                    <a:pt x="491" y="251"/>
                    <a:pt x="493" y="250"/>
                  </a:cubicBezTo>
                  <a:cubicBezTo>
                    <a:pt x="497" y="245"/>
                    <a:pt x="499" y="243"/>
                    <a:pt x="500" y="243"/>
                  </a:cubicBezTo>
                  <a:lnTo>
                    <a:pt x="500" y="243"/>
                  </a:lnTo>
                  <a:cubicBezTo>
                    <a:pt x="500" y="243"/>
                    <a:pt x="498" y="247"/>
                    <a:pt x="495" y="251"/>
                  </a:cubicBezTo>
                  <a:cubicBezTo>
                    <a:pt x="489" y="257"/>
                    <a:pt x="486" y="260"/>
                    <a:pt x="487" y="260"/>
                  </a:cubicBezTo>
                  <a:cubicBezTo>
                    <a:pt x="487" y="260"/>
                    <a:pt x="490" y="257"/>
                    <a:pt x="496" y="252"/>
                  </a:cubicBezTo>
                  <a:cubicBezTo>
                    <a:pt x="496" y="252"/>
                    <a:pt x="497" y="252"/>
                    <a:pt x="498" y="252"/>
                  </a:cubicBezTo>
                  <a:cubicBezTo>
                    <a:pt x="500" y="252"/>
                    <a:pt x="503" y="251"/>
                    <a:pt x="505" y="251"/>
                  </a:cubicBezTo>
                  <a:cubicBezTo>
                    <a:pt x="506" y="251"/>
                    <a:pt x="507" y="251"/>
                    <a:pt x="507" y="252"/>
                  </a:cubicBezTo>
                  <a:cubicBezTo>
                    <a:pt x="510" y="254"/>
                    <a:pt x="512" y="255"/>
                    <a:pt x="508" y="261"/>
                  </a:cubicBezTo>
                  <a:lnTo>
                    <a:pt x="508" y="261"/>
                  </a:lnTo>
                  <a:cubicBezTo>
                    <a:pt x="510" y="258"/>
                    <a:pt x="512" y="257"/>
                    <a:pt x="513" y="257"/>
                  </a:cubicBezTo>
                  <a:cubicBezTo>
                    <a:pt x="514" y="257"/>
                    <a:pt x="514" y="258"/>
                    <a:pt x="515" y="259"/>
                  </a:cubicBezTo>
                  <a:cubicBezTo>
                    <a:pt x="514" y="261"/>
                    <a:pt x="514" y="262"/>
                    <a:pt x="515" y="262"/>
                  </a:cubicBezTo>
                  <a:cubicBezTo>
                    <a:pt x="516" y="262"/>
                    <a:pt x="520" y="259"/>
                    <a:pt x="524" y="255"/>
                  </a:cubicBezTo>
                  <a:lnTo>
                    <a:pt x="523" y="254"/>
                  </a:lnTo>
                  <a:cubicBezTo>
                    <a:pt x="528" y="247"/>
                    <a:pt x="531" y="245"/>
                    <a:pt x="532" y="245"/>
                  </a:cubicBezTo>
                  <a:lnTo>
                    <a:pt x="532" y="245"/>
                  </a:lnTo>
                  <a:cubicBezTo>
                    <a:pt x="533" y="245"/>
                    <a:pt x="532" y="247"/>
                    <a:pt x="530" y="250"/>
                  </a:cubicBezTo>
                  <a:cubicBezTo>
                    <a:pt x="531" y="251"/>
                    <a:pt x="525" y="257"/>
                    <a:pt x="521" y="263"/>
                  </a:cubicBezTo>
                  <a:cubicBezTo>
                    <a:pt x="516" y="268"/>
                    <a:pt x="513" y="272"/>
                    <a:pt x="511" y="277"/>
                  </a:cubicBezTo>
                  <a:cubicBezTo>
                    <a:pt x="511" y="277"/>
                    <a:pt x="511" y="277"/>
                    <a:pt x="512" y="277"/>
                  </a:cubicBezTo>
                  <a:cubicBezTo>
                    <a:pt x="513" y="277"/>
                    <a:pt x="514" y="276"/>
                    <a:pt x="517" y="271"/>
                  </a:cubicBezTo>
                  <a:cubicBezTo>
                    <a:pt x="522" y="265"/>
                    <a:pt x="522" y="265"/>
                    <a:pt x="523" y="265"/>
                  </a:cubicBezTo>
                  <a:cubicBezTo>
                    <a:pt x="523" y="266"/>
                    <a:pt x="524" y="266"/>
                    <a:pt x="524" y="266"/>
                  </a:cubicBezTo>
                  <a:cubicBezTo>
                    <a:pt x="525" y="266"/>
                    <a:pt x="526" y="265"/>
                    <a:pt x="531" y="261"/>
                  </a:cubicBezTo>
                  <a:cubicBezTo>
                    <a:pt x="534" y="257"/>
                    <a:pt x="535" y="256"/>
                    <a:pt x="536" y="256"/>
                  </a:cubicBezTo>
                  <a:cubicBezTo>
                    <a:pt x="536" y="256"/>
                    <a:pt x="536" y="256"/>
                    <a:pt x="536" y="256"/>
                  </a:cubicBezTo>
                  <a:cubicBezTo>
                    <a:pt x="532" y="263"/>
                    <a:pt x="533" y="264"/>
                    <a:pt x="533" y="264"/>
                  </a:cubicBezTo>
                  <a:lnTo>
                    <a:pt x="529" y="271"/>
                  </a:lnTo>
                  <a:lnTo>
                    <a:pt x="517" y="283"/>
                  </a:lnTo>
                  <a:cubicBezTo>
                    <a:pt x="517" y="283"/>
                    <a:pt x="518" y="283"/>
                    <a:pt x="518" y="283"/>
                  </a:cubicBezTo>
                  <a:cubicBezTo>
                    <a:pt x="519" y="283"/>
                    <a:pt x="524" y="278"/>
                    <a:pt x="524" y="278"/>
                  </a:cubicBezTo>
                  <a:cubicBezTo>
                    <a:pt x="525" y="277"/>
                    <a:pt x="526" y="276"/>
                    <a:pt x="527" y="276"/>
                  </a:cubicBezTo>
                  <a:cubicBezTo>
                    <a:pt x="534" y="276"/>
                    <a:pt x="545" y="288"/>
                    <a:pt x="546" y="290"/>
                  </a:cubicBezTo>
                  <a:cubicBezTo>
                    <a:pt x="544" y="294"/>
                    <a:pt x="543" y="296"/>
                    <a:pt x="544" y="296"/>
                  </a:cubicBezTo>
                  <a:cubicBezTo>
                    <a:pt x="545" y="296"/>
                    <a:pt x="546" y="295"/>
                    <a:pt x="549" y="292"/>
                  </a:cubicBezTo>
                  <a:cubicBezTo>
                    <a:pt x="551" y="290"/>
                    <a:pt x="553" y="289"/>
                    <a:pt x="554" y="289"/>
                  </a:cubicBezTo>
                  <a:cubicBezTo>
                    <a:pt x="557" y="289"/>
                    <a:pt x="559" y="292"/>
                    <a:pt x="561" y="294"/>
                  </a:cubicBezTo>
                  <a:cubicBezTo>
                    <a:pt x="564" y="297"/>
                    <a:pt x="566" y="300"/>
                    <a:pt x="568" y="300"/>
                  </a:cubicBezTo>
                  <a:cubicBezTo>
                    <a:pt x="570" y="300"/>
                    <a:pt x="571" y="299"/>
                    <a:pt x="573" y="297"/>
                  </a:cubicBezTo>
                  <a:lnTo>
                    <a:pt x="576" y="299"/>
                  </a:lnTo>
                  <a:cubicBezTo>
                    <a:pt x="576" y="299"/>
                    <a:pt x="576" y="299"/>
                    <a:pt x="576" y="299"/>
                  </a:cubicBezTo>
                  <a:cubicBezTo>
                    <a:pt x="579" y="299"/>
                    <a:pt x="584" y="297"/>
                    <a:pt x="585" y="297"/>
                  </a:cubicBezTo>
                  <a:cubicBezTo>
                    <a:pt x="588" y="295"/>
                    <a:pt x="589" y="294"/>
                    <a:pt x="590" y="294"/>
                  </a:cubicBezTo>
                  <a:lnTo>
                    <a:pt x="590" y="294"/>
                  </a:lnTo>
                  <a:cubicBezTo>
                    <a:pt x="590" y="294"/>
                    <a:pt x="588" y="295"/>
                    <a:pt x="585" y="298"/>
                  </a:cubicBezTo>
                  <a:cubicBezTo>
                    <a:pt x="579" y="303"/>
                    <a:pt x="573" y="309"/>
                    <a:pt x="573" y="310"/>
                  </a:cubicBezTo>
                  <a:cubicBezTo>
                    <a:pt x="574" y="310"/>
                    <a:pt x="574" y="310"/>
                    <a:pt x="574" y="310"/>
                  </a:cubicBezTo>
                  <a:cubicBezTo>
                    <a:pt x="576" y="310"/>
                    <a:pt x="582" y="305"/>
                    <a:pt x="587" y="300"/>
                  </a:cubicBezTo>
                  <a:cubicBezTo>
                    <a:pt x="591" y="296"/>
                    <a:pt x="593" y="296"/>
                    <a:pt x="593" y="296"/>
                  </a:cubicBezTo>
                  <a:cubicBezTo>
                    <a:pt x="594" y="296"/>
                    <a:pt x="594" y="296"/>
                    <a:pt x="594" y="296"/>
                  </a:cubicBezTo>
                  <a:cubicBezTo>
                    <a:pt x="594" y="296"/>
                    <a:pt x="594" y="296"/>
                    <a:pt x="588" y="301"/>
                  </a:cubicBezTo>
                  <a:lnTo>
                    <a:pt x="576" y="312"/>
                  </a:lnTo>
                  <a:lnTo>
                    <a:pt x="577" y="314"/>
                  </a:lnTo>
                  <a:cubicBezTo>
                    <a:pt x="582" y="308"/>
                    <a:pt x="584" y="308"/>
                    <a:pt x="584" y="308"/>
                  </a:cubicBezTo>
                  <a:lnTo>
                    <a:pt x="584" y="308"/>
                  </a:lnTo>
                  <a:cubicBezTo>
                    <a:pt x="584" y="309"/>
                    <a:pt x="584" y="309"/>
                    <a:pt x="571" y="320"/>
                  </a:cubicBezTo>
                  <a:cubicBezTo>
                    <a:pt x="565" y="326"/>
                    <a:pt x="563" y="329"/>
                    <a:pt x="563" y="329"/>
                  </a:cubicBezTo>
                  <a:cubicBezTo>
                    <a:pt x="563" y="329"/>
                    <a:pt x="566" y="326"/>
                    <a:pt x="572" y="321"/>
                  </a:cubicBezTo>
                  <a:lnTo>
                    <a:pt x="580" y="317"/>
                  </a:lnTo>
                  <a:lnTo>
                    <a:pt x="580" y="317"/>
                  </a:lnTo>
                  <a:cubicBezTo>
                    <a:pt x="576" y="321"/>
                    <a:pt x="575" y="323"/>
                    <a:pt x="576" y="323"/>
                  </a:cubicBezTo>
                  <a:cubicBezTo>
                    <a:pt x="577" y="323"/>
                    <a:pt x="584" y="318"/>
                    <a:pt x="588" y="315"/>
                  </a:cubicBezTo>
                  <a:lnTo>
                    <a:pt x="588" y="315"/>
                  </a:lnTo>
                  <a:cubicBezTo>
                    <a:pt x="582" y="321"/>
                    <a:pt x="579" y="324"/>
                    <a:pt x="580" y="324"/>
                  </a:cubicBezTo>
                  <a:cubicBezTo>
                    <a:pt x="581" y="324"/>
                    <a:pt x="584" y="322"/>
                    <a:pt x="590" y="317"/>
                  </a:cubicBezTo>
                  <a:cubicBezTo>
                    <a:pt x="593" y="314"/>
                    <a:pt x="594" y="313"/>
                    <a:pt x="595" y="313"/>
                  </a:cubicBezTo>
                  <a:lnTo>
                    <a:pt x="595" y="313"/>
                  </a:lnTo>
                  <a:cubicBezTo>
                    <a:pt x="595" y="313"/>
                    <a:pt x="594" y="315"/>
                    <a:pt x="591" y="318"/>
                  </a:cubicBezTo>
                  <a:cubicBezTo>
                    <a:pt x="586" y="325"/>
                    <a:pt x="586" y="325"/>
                    <a:pt x="587" y="327"/>
                  </a:cubicBezTo>
                  <a:cubicBezTo>
                    <a:pt x="589" y="326"/>
                    <a:pt x="591" y="325"/>
                    <a:pt x="592" y="325"/>
                  </a:cubicBezTo>
                  <a:cubicBezTo>
                    <a:pt x="596" y="325"/>
                    <a:pt x="599" y="329"/>
                    <a:pt x="603" y="333"/>
                  </a:cubicBezTo>
                  <a:cubicBezTo>
                    <a:pt x="606" y="337"/>
                    <a:pt x="608" y="341"/>
                    <a:pt x="612" y="341"/>
                  </a:cubicBezTo>
                  <a:cubicBezTo>
                    <a:pt x="613" y="341"/>
                    <a:pt x="614" y="341"/>
                    <a:pt x="616" y="339"/>
                  </a:cubicBezTo>
                  <a:cubicBezTo>
                    <a:pt x="617" y="339"/>
                    <a:pt x="617" y="339"/>
                    <a:pt x="612" y="346"/>
                  </a:cubicBezTo>
                  <a:cubicBezTo>
                    <a:pt x="609" y="348"/>
                    <a:pt x="607" y="349"/>
                    <a:pt x="608" y="349"/>
                  </a:cubicBezTo>
                  <a:cubicBezTo>
                    <a:pt x="608" y="349"/>
                    <a:pt x="611" y="347"/>
                    <a:pt x="618" y="342"/>
                  </a:cubicBezTo>
                  <a:cubicBezTo>
                    <a:pt x="622" y="339"/>
                    <a:pt x="626" y="337"/>
                    <a:pt x="626" y="337"/>
                  </a:cubicBezTo>
                  <a:lnTo>
                    <a:pt x="626" y="337"/>
                  </a:lnTo>
                  <a:cubicBezTo>
                    <a:pt x="627" y="337"/>
                    <a:pt x="625" y="338"/>
                    <a:pt x="619" y="343"/>
                  </a:cubicBezTo>
                  <a:cubicBezTo>
                    <a:pt x="613" y="348"/>
                    <a:pt x="614" y="349"/>
                    <a:pt x="616" y="353"/>
                  </a:cubicBezTo>
                  <a:cubicBezTo>
                    <a:pt x="617" y="354"/>
                    <a:pt x="618" y="355"/>
                    <a:pt x="620" y="355"/>
                  </a:cubicBezTo>
                  <a:cubicBezTo>
                    <a:pt x="621" y="355"/>
                    <a:pt x="623" y="355"/>
                    <a:pt x="626" y="353"/>
                  </a:cubicBezTo>
                  <a:lnTo>
                    <a:pt x="626" y="353"/>
                  </a:lnTo>
                  <a:cubicBezTo>
                    <a:pt x="616" y="360"/>
                    <a:pt x="612" y="367"/>
                    <a:pt x="616" y="367"/>
                  </a:cubicBezTo>
                  <a:cubicBezTo>
                    <a:pt x="618" y="367"/>
                    <a:pt x="620" y="366"/>
                    <a:pt x="624" y="364"/>
                  </a:cubicBezTo>
                  <a:lnTo>
                    <a:pt x="624" y="364"/>
                  </a:lnTo>
                  <a:cubicBezTo>
                    <a:pt x="624" y="364"/>
                    <a:pt x="625" y="365"/>
                    <a:pt x="618" y="370"/>
                  </a:cubicBezTo>
                  <a:cubicBezTo>
                    <a:pt x="618" y="370"/>
                    <a:pt x="619" y="371"/>
                    <a:pt x="620" y="371"/>
                  </a:cubicBezTo>
                  <a:cubicBezTo>
                    <a:pt x="621" y="371"/>
                    <a:pt x="623" y="370"/>
                    <a:pt x="627" y="369"/>
                  </a:cubicBezTo>
                  <a:lnTo>
                    <a:pt x="631" y="374"/>
                  </a:lnTo>
                  <a:cubicBezTo>
                    <a:pt x="631" y="374"/>
                    <a:pt x="631" y="374"/>
                    <a:pt x="631" y="374"/>
                  </a:cubicBezTo>
                  <a:cubicBezTo>
                    <a:pt x="634" y="374"/>
                    <a:pt x="640" y="372"/>
                    <a:pt x="640" y="372"/>
                  </a:cubicBezTo>
                  <a:cubicBezTo>
                    <a:pt x="640" y="373"/>
                    <a:pt x="640" y="373"/>
                    <a:pt x="640" y="373"/>
                  </a:cubicBezTo>
                  <a:cubicBezTo>
                    <a:pt x="640" y="373"/>
                    <a:pt x="640" y="373"/>
                    <a:pt x="640" y="373"/>
                  </a:cubicBezTo>
                  <a:cubicBezTo>
                    <a:pt x="633" y="377"/>
                    <a:pt x="635" y="382"/>
                    <a:pt x="638" y="388"/>
                  </a:cubicBezTo>
                  <a:cubicBezTo>
                    <a:pt x="642" y="392"/>
                    <a:pt x="645" y="398"/>
                    <a:pt x="638" y="402"/>
                  </a:cubicBezTo>
                  <a:cubicBezTo>
                    <a:pt x="638" y="402"/>
                    <a:pt x="639" y="402"/>
                    <a:pt x="639" y="402"/>
                  </a:cubicBezTo>
                  <a:cubicBezTo>
                    <a:pt x="640" y="402"/>
                    <a:pt x="642" y="402"/>
                    <a:pt x="646" y="400"/>
                  </a:cubicBezTo>
                  <a:cubicBezTo>
                    <a:pt x="654" y="395"/>
                    <a:pt x="657" y="393"/>
                    <a:pt x="658" y="393"/>
                  </a:cubicBezTo>
                  <a:lnTo>
                    <a:pt x="658" y="393"/>
                  </a:lnTo>
                  <a:cubicBezTo>
                    <a:pt x="659" y="393"/>
                    <a:pt x="657" y="394"/>
                    <a:pt x="654" y="397"/>
                  </a:cubicBezTo>
                  <a:cubicBezTo>
                    <a:pt x="647" y="403"/>
                    <a:pt x="644" y="406"/>
                    <a:pt x="647" y="406"/>
                  </a:cubicBezTo>
                  <a:cubicBezTo>
                    <a:pt x="648" y="406"/>
                    <a:pt x="652" y="405"/>
                    <a:pt x="658" y="402"/>
                  </a:cubicBezTo>
                  <a:lnTo>
                    <a:pt x="658" y="402"/>
                  </a:lnTo>
                  <a:lnTo>
                    <a:pt x="651" y="407"/>
                  </a:lnTo>
                  <a:cubicBezTo>
                    <a:pt x="645" y="411"/>
                    <a:pt x="643" y="413"/>
                    <a:pt x="644" y="413"/>
                  </a:cubicBezTo>
                  <a:cubicBezTo>
                    <a:pt x="646" y="413"/>
                    <a:pt x="652" y="410"/>
                    <a:pt x="660" y="406"/>
                  </a:cubicBezTo>
                  <a:lnTo>
                    <a:pt x="660" y="406"/>
                  </a:lnTo>
                  <a:cubicBezTo>
                    <a:pt x="655" y="410"/>
                    <a:pt x="650" y="414"/>
                    <a:pt x="651" y="414"/>
                  </a:cubicBezTo>
                  <a:cubicBezTo>
                    <a:pt x="652" y="414"/>
                    <a:pt x="652" y="413"/>
                    <a:pt x="654" y="412"/>
                  </a:cubicBezTo>
                  <a:lnTo>
                    <a:pt x="654" y="412"/>
                  </a:lnTo>
                  <a:cubicBezTo>
                    <a:pt x="655" y="413"/>
                    <a:pt x="655" y="413"/>
                    <a:pt x="642" y="422"/>
                  </a:cubicBezTo>
                  <a:cubicBezTo>
                    <a:pt x="636" y="425"/>
                    <a:pt x="632" y="428"/>
                    <a:pt x="628" y="432"/>
                  </a:cubicBezTo>
                  <a:cubicBezTo>
                    <a:pt x="633" y="430"/>
                    <a:pt x="638" y="427"/>
                    <a:pt x="642" y="423"/>
                  </a:cubicBezTo>
                  <a:lnTo>
                    <a:pt x="643" y="426"/>
                  </a:lnTo>
                  <a:cubicBezTo>
                    <a:pt x="643" y="426"/>
                    <a:pt x="644" y="426"/>
                    <a:pt x="651" y="421"/>
                  </a:cubicBezTo>
                  <a:cubicBezTo>
                    <a:pt x="655" y="419"/>
                    <a:pt x="656" y="418"/>
                    <a:pt x="657" y="418"/>
                  </a:cubicBezTo>
                  <a:cubicBezTo>
                    <a:pt x="658" y="418"/>
                    <a:pt x="658" y="418"/>
                    <a:pt x="659" y="419"/>
                  </a:cubicBezTo>
                  <a:lnTo>
                    <a:pt x="659" y="419"/>
                  </a:lnTo>
                  <a:cubicBezTo>
                    <a:pt x="660" y="418"/>
                    <a:pt x="663" y="416"/>
                    <a:pt x="665" y="415"/>
                  </a:cubicBezTo>
                  <a:cubicBezTo>
                    <a:pt x="669" y="411"/>
                    <a:pt x="674" y="408"/>
                    <a:pt x="679" y="406"/>
                  </a:cubicBezTo>
                  <a:lnTo>
                    <a:pt x="692" y="397"/>
                  </a:lnTo>
                  <a:cubicBezTo>
                    <a:pt x="702" y="391"/>
                    <a:pt x="710" y="384"/>
                    <a:pt x="718" y="377"/>
                  </a:cubicBezTo>
                  <a:cubicBezTo>
                    <a:pt x="722" y="372"/>
                    <a:pt x="725" y="367"/>
                    <a:pt x="723" y="367"/>
                  </a:cubicBezTo>
                  <a:cubicBezTo>
                    <a:pt x="722" y="367"/>
                    <a:pt x="719" y="368"/>
                    <a:pt x="715" y="372"/>
                  </a:cubicBezTo>
                  <a:cubicBezTo>
                    <a:pt x="715" y="372"/>
                    <a:pt x="710" y="374"/>
                    <a:pt x="708" y="374"/>
                  </a:cubicBezTo>
                  <a:cubicBezTo>
                    <a:pt x="707" y="374"/>
                    <a:pt x="707" y="374"/>
                    <a:pt x="707" y="374"/>
                  </a:cubicBezTo>
                  <a:cubicBezTo>
                    <a:pt x="707" y="373"/>
                    <a:pt x="713" y="369"/>
                    <a:pt x="713" y="369"/>
                  </a:cubicBezTo>
                  <a:cubicBezTo>
                    <a:pt x="719" y="364"/>
                    <a:pt x="718" y="361"/>
                    <a:pt x="715" y="356"/>
                  </a:cubicBezTo>
                  <a:cubicBezTo>
                    <a:pt x="713" y="351"/>
                    <a:pt x="710" y="348"/>
                    <a:pt x="717" y="343"/>
                  </a:cubicBezTo>
                  <a:cubicBezTo>
                    <a:pt x="723" y="337"/>
                    <a:pt x="723" y="337"/>
                    <a:pt x="723" y="337"/>
                  </a:cubicBezTo>
                  <a:lnTo>
                    <a:pt x="723" y="337"/>
                  </a:lnTo>
                  <a:cubicBezTo>
                    <a:pt x="721" y="338"/>
                    <a:pt x="719" y="339"/>
                    <a:pt x="718" y="339"/>
                  </a:cubicBezTo>
                  <a:cubicBezTo>
                    <a:pt x="714" y="339"/>
                    <a:pt x="712" y="335"/>
                    <a:pt x="709" y="330"/>
                  </a:cubicBezTo>
                  <a:cubicBezTo>
                    <a:pt x="707" y="326"/>
                    <a:pt x="704" y="322"/>
                    <a:pt x="699" y="322"/>
                  </a:cubicBezTo>
                  <a:cubicBezTo>
                    <a:pt x="698" y="322"/>
                    <a:pt x="696" y="322"/>
                    <a:pt x="695" y="324"/>
                  </a:cubicBezTo>
                  <a:cubicBezTo>
                    <a:pt x="695" y="323"/>
                    <a:pt x="693" y="321"/>
                    <a:pt x="693" y="321"/>
                  </a:cubicBezTo>
                  <a:cubicBezTo>
                    <a:pt x="700" y="317"/>
                    <a:pt x="699" y="316"/>
                    <a:pt x="698" y="314"/>
                  </a:cubicBezTo>
                  <a:lnTo>
                    <a:pt x="698" y="314"/>
                  </a:lnTo>
                  <a:cubicBezTo>
                    <a:pt x="693" y="316"/>
                    <a:pt x="691" y="316"/>
                    <a:pt x="690" y="316"/>
                  </a:cubicBezTo>
                  <a:cubicBezTo>
                    <a:pt x="689" y="316"/>
                    <a:pt x="689" y="316"/>
                    <a:pt x="689" y="316"/>
                  </a:cubicBezTo>
                  <a:cubicBezTo>
                    <a:pt x="696" y="310"/>
                    <a:pt x="696" y="309"/>
                    <a:pt x="695" y="308"/>
                  </a:cubicBezTo>
                  <a:cubicBezTo>
                    <a:pt x="694" y="307"/>
                    <a:pt x="694" y="307"/>
                    <a:pt x="693" y="307"/>
                  </a:cubicBezTo>
                  <a:cubicBezTo>
                    <a:pt x="691" y="307"/>
                    <a:pt x="689" y="308"/>
                    <a:pt x="686" y="310"/>
                  </a:cubicBezTo>
                  <a:cubicBezTo>
                    <a:pt x="683" y="306"/>
                    <a:pt x="683" y="300"/>
                    <a:pt x="686" y="297"/>
                  </a:cubicBezTo>
                  <a:cubicBezTo>
                    <a:pt x="688" y="294"/>
                    <a:pt x="688" y="293"/>
                    <a:pt x="687" y="293"/>
                  </a:cubicBezTo>
                  <a:cubicBezTo>
                    <a:pt x="686" y="293"/>
                    <a:pt x="682" y="296"/>
                    <a:pt x="678" y="299"/>
                  </a:cubicBezTo>
                  <a:cubicBezTo>
                    <a:pt x="671" y="305"/>
                    <a:pt x="664" y="308"/>
                    <a:pt x="664" y="308"/>
                  </a:cubicBezTo>
                  <a:lnTo>
                    <a:pt x="677" y="298"/>
                  </a:lnTo>
                  <a:cubicBezTo>
                    <a:pt x="683" y="293"/>
                    <a:pt x="683" y="293"/>
                    <a:pt x="682" y="291"/>
                  </a:cubicBezTo>
                  <a:lnTo>
                    <a:pt x="681" y="290"/>
                  </a:lnTo>
                  <a:cubicBezTo>
                    <a:pt x="679" y="291"/>
                    <a:pt x="677" y="292"/>
                    <a:pt x="676" y="292"/>
                  </a:cubicBezTo>
                  <a:cubicBezTo>
                    <a:pt x="673" y="292"/>
                    <a:pt x="671" y="289"/>
                    <a:pt x="668" y="285"/>
                  </a:cubicBezTo>
                  <a:cubicBezTo>
                    <a:pt x="665" y="281"/>
                    <a:pt x="663" y="278"/>
                    <a:pt x="660" y="278"/>
                  </a:cubicBezTo>
                  <a:cubicBezTo>
                    <a:pt x="659" y="278"/>
                    <a:pt x="657" y="279"/>
                    <a:pt x="654" y="281"/>
                  </a:cubicBezTo>
                  <a:cubicBezTo>
                    <a:pt x="652" y="283"/>
                    <a:pt x="650" y="284"/>
                    <a:pt x="650" y="284"/>
                  </a:cubicBezTo>
                  <a:cubicBezTo>
                    <a:pt x="649" y="284"/>
                    <a:pt x="649" y="282"/>
                    <a:pt x="652" y="278"/>
                  </a:cubicBezTo>
                  <a:cubicBezTo>
                    <a:pt x="662" y="263"/>
                    <a:pt x="665" y="258"/>
                    <a:pt x="664" y="258"/>
                  </a:cubicBezTo>
                  <a:lnTo>
                    <a:pt x="664" y="258"/>
                  </a:lnTo>
                  <a:cubicBezTo>
                    <a:pt x="663" y="258"/>
                    <a:pt x="662" y="259"/>
                    <a:pt x="660" y="261"/>
                  </a:cubicBezTo>
                  <a:cubicBezTo>
                    <a:pt x="661" y="262"/>
                    <a:pt x="654" y="268"/>
                    <a:pt x="649" y="273"/>
                  </a:cubicBezTo>
                  <a:cubicBezTo>
                    <a:pt x="643" y="278"/>
                    <a:pt x="639" y="280"/>
                    <a:pt x="639" y="280"/>
                  </a:cubicBezTo>
                  <a:cubicBezTo>
                    <a:pt x="638" y="280"/>
                    <a:pt x="641" y="277"/>
                    <a:pt x="647" y="271"/>
                  </a:cubicBezTo>
                  <a:cubicBezTo>
                    <a:pt x="655" y="264"/>
                    <a:pt x="651" y="259"/>
                    <a:pt x="644" y="259"/>
                  </a:cubicBezTo>
                  <a:cubicBezTo>
                    <a:pt x="640" y="259"/>
                    <a:pt x="635" y="261"/>
                    <a:pt x="631" y="264"/>
                  </a:cubicBezTo>
                  <a:lnTo>
                    <a:pt x="637" y="259"/>
                  </a:lnTo>
                  <a:cubicBezTo>
                    <a:pt x="643" y="253"/>
                    <a:pt x="642" y="252"/>
                    <a:pt x="640" y="250"/>
                  </a:cubicBezTo>
                  <a:lnTo>
                    <a:pt x="637" y="246"/>
                  </a:lnTo>
                  <a:cubicBezTo>
                    <a:pt x="634" y="250"/>
                    <a:pt x="631" y="251"/>
                    <a:pt x="630" y="251"/>
                  </a:cubicBezTo>
                  <a:cubicBezTo>
                    <a:pt x="627" y="251"/>
                    <a:pt x="629" y="246"/>
                    <a:pt x="634" y="242"/>
                  </a:cubicBezTo>
                  <a:cubicBezTo>
                    <a:pt x="638" y="235"/>
                    <a:pt x="638" y="235"/>
                    <a:pt x="637" y="234"/>
                  </a:cubicBezTo>
                  <a:lnTo>
                    <a:pt x="637" y="234"/>
                  </a:lnTo>
                  <a:cubicBezTo>
                    <a:pt x="634" y="236"/>
                    <a:pt x="631" y="237"/>
                    <a:pt x="629" y="237"/>
                  </a:cubicBezTo>
                  <a:cubicBezTo>
                    <a:pt x="625" y="237"/>
                    <a:pt x="628" y="231"/>
                    <a:pt x="632" y="227"/>
                  </a:cubicBezTo>
                  <a:lnTo>
                    <a:pt x="631" y="226"/>
                  </a:lnTo>
                  <a:cubicBezTo>
                    <a:pt x="627" y="229"/>
                    <a:pt x="625" y="229"/>
                    <a:pt x="624" y="229"/>
                  </a:cubicBezTo>
                  <a:cubicBezTo>
                    <a:pt x="623" y="229"/>
                    <a:pt x="623" y="229"/>
                    <a:pt x="623" y="228"/>
                  </a:cubicBezTo>
                  <a:cubicBezTo>
                    <a:pt x="622" y="227"/>
                    <a:pt x="621" y="227"/>
                    <a:pt x="620" y="227"/>
                  </a:cubicBezTo>
                  <a:cubicBezTo>
                    <a:pt x="619" y="227"/>
                    <a:pt x="617" y="228"/>
                    <a:pt x="614" y="232"/>
                  </a:cubicBezTo>
                  <a:cubicBezTo>
                    <a:pt x="609" y="238"/>
                    <a:pt x="604" y="243"/>
                    <a:pt x="603" y="243"/>
                  </a:cubicBezTo>
                  <a:cubicBezTo>
                    <a:pt x="603" y="243"/>
                    <a:pt x="603" y="243"/>
                    <a:pt x="603" y="243"/>
                  </a:cubicBezTo>
                  <a:lnTo>
                    <a:pt x="608" y="237"/>
                  </a:lnTo>
                  <a:cubicBezTo>
                    <a:pt x="614" y="232"/>
                    <a:pt x="612" y="229"/>
                    <a:pt x="608" y="226"/>
                  </a:cubicBezTo>
                  <a:cubicBezTo>
                    <a:pt x="605" y="223"/>
                    <a:pt x="604" y="220"/>
                    <a:pt x="608" y="214"/>
                  </a:cubicBezTo>
                  <a:lnTo>
                    <a:pt x="608" y="214"/>
                  </a:lnTo>
                  <a:lnTo>
                    <a:pt x="603" y="219"/>
                  </a:lnTo>
                  <a:cubicBezTo>
                    <a:pt x="600" y="222"/>
                    <a:pt x="598" y="223"/>
                    <a:pt x="597" y="223"/>
                  </a:cubicBezTo>
                  <a:cubicBezTo>
                    <a:pt x="596" y="223"/>
                    <a:pt x="597" y="221"/>
                    <a:pt x="600" y="218"/>
                  </a:cubicBezTo>
                  <a:cubicBezTo>
                    <a:pt x="604" y="214"/>
                    <a:pt x="604" y="211"/>
                    <a:pt x="601" y="211"/>
                  </a:cubicBezTo>
                  <a:cubicBezTo>
                    <a:pt x="600" y="211"/>
                    <a:pt x="598" y="211"/>
                    <a:pt x="596" y="213"/>
                  </a:cubicBezTo>
                  <a:lnTo>
                    <a:pt x="595" y="211"/>
                  </a:lnTo>
                  <a:cubicBezTo>
                    <a:pt x="600" y="204"/>
                    <a:pt x="602" y="200"/>
                    <a:pt x="601" y="200"/>
                  </a:cubicBezTo>
                  <a:cubicBezTo>
                    <a:pt x="599" y="200"/>
                    <a:pt x="596" y="202"/>
                    <a:pt x="591" y="207"/>
                  </a:cubicBezTo>
                  <a:cubicBezTo>
                    <a:pt x="596" y="201"/>
                    <a:pt x="596" y="200"/>
                    <a:pt x="595" y="200"/>
                  </a:cubicBezTo>
                  <a:lnTo>
                    <a:pt x="595" y="200"/>
                  </a:lnTo>
                  <a:cubicBezTo>
                    <a:pt x="593" y="202"/>
                    <a:pt x="591" y="202"/>
                    <a:pt x="589" y="202"/>
                  </a:cubicBezTo>
                  <a:cubicBezTo>
                    <a:pt x="587" y="202"/>
                    <a:pt x="586" y="200"/>
                    <a:pt x="590" y="196"/>
                  </a:cubicBezTo>
                  <a:lnTo>
                    <a:pt x="590" y="195"/>
                  </a:lnTo>
                  <a:cubicBezTo>
                    <a:pt x="586" y="198"/>
                    <a:pt x="584" y="199"/>
                    <a:pt x="583" y="199"/>
                  </a:cubicBezTo>
                  <a:cubicBezTo>
                    <a:pt x="583" y="199"/>
                    <a:pt x="582" y="198"/>
                    <a:pt x="582" y="198"/>
                  </a:cubicBezTo>
                  <a:cubicBezTo>
                    <a:pt x="582" y="198"/>
                    <a:pt x="582" y="198"/>
                    <a:pt x="581" y="198"/>
                  </a:cubicBezTo>
                  <a:cubicBezTo>
                    <a:pt x="580" y="198"/>
                    <a:pt x="579" y="198"/>
                    <a:pt x="575" y="202"/>
                  </a:cubicBezTo>
                  <a:cubicBezTo>
                    <a:pt x="571" y="206"/>
                    <a:pt x="569" y="207"/>
                    <a:pt x="568" y="207"/>
                  </a:cubicBezTo>
                  <a:cubicBezTo>
                    <a:pt x="568" y="207"/>
                    <a:pt x="568" y="207"/>
                    <a:pt x="568" y="207"/>
                  </a:cubicBezTo>
                  <a:cubicBezTo>
                    <a:pt x="567" y="207"/>
                    <a:pt x="573" y="201"/>
                    <a:pt x="579" y="196"/>
                  </a:cubicBezTo>
                  <a:cubicBezTo>
                    <a:pt x="582" y="194"/>
                    <a:pt x="583" y="192"/>
                    <a:pt x="582" y="192"/>
                  </a:cubicBezTo>
                  <a:cubicBezTo>
                    <a:pt x="581" y="192"/>
                    <a:pt x="577" y="194"/>
                    <a:pt x="570" y="199"/>
                  </a:cubicBezTo>
                  <a:cubicBezTo>
                    <a:pt x="564" y="204"/>
                    <a:pt x="561" y="207"/>
                    <a:pt x="561" y="207"/>
                  </a:cubicBezTo>
                  <a:cubicBezTo>
                    <a:pt x="561" y="207"/>
                    <a:pt x="564" y="204"/>
                    <a:pt x="570" y="198"/>
                  </a:cubicBezTo>
                  <a:cubicBezTo>
                    <a:pt x="574" y="194"/>
                    <a:pt x="579" y="190"/>
                    <a:pt x="578" y="190"/>
                  </a:cubicBezTo>
                  <a:lnTo>
                    <a:pt x="578" y="190"/>
                  </a:lnTo>
                  <a:cubicBezTo>
                    <a:pt x="578" y="190"/>
                    <a:pt x="577" y="191"/>
                    <a:pt x="575" y="192"/>
                  </a:cubicBezTo>
                  <a:cubicBezTo>
                    <a:pt x="575" y="192"/>
                    <a:pt x="574" y="192"/>
                    <a:pt x="574" y="192"/>
                  </a:cubicBezTo>
                  <a:cubicBezTo>
                    <a:pt x="573" y="192"/>
                    <a:pt x="571" y="193"/>
                    <a:pt x="568" y="197"/>
                  </a:cubicBezTo>
                  <a:lnTo>
                    <a:pt x="566" y="195"/>
                  </a:lnTo>
                  <a:cubicBezTo>
                    <a:pt x="570" y="187"/>
                    <a:pt x="569" y="187"/>
                    <a:pt x="568" y="186"/>
                  </a:cubicBezTo>
                  <a:lnTo>
                    <a:pt x="568" y="186"/>
                  </a:lnTo>
                  <a:cubicBezTo>
                    <a:pt x="565" y="188"/>
                    <a:pt x="564" y="190"/>
                    <a:pt x="563" y="190"/>
                  </a:cubicBezTo>
                  <a:cubicBezTo>
                    <a:pt x="563" y="190"/>
                    <a:pt x="564" y="188"/>
                    <a:pt x="567" y="185"/>
                  </a:cubicBezTo>
                  <a:cubicBezTo>
                    <a:pt x="569" y="182"/>
                    <a:pt x="570" y="180"/>
                    <a:pt x="570" y="180"/>
                  </a:cubicBezTo>
                  <a:lnTo>
                    <a:pt x="570" y="180"/>
                  </a:lnTo>
                  <a:cubicBezTo>
                    <a:pt x="569" y="180"/>
                    <a:pt x="567" y="183"/>
                    <a:pt x="561" y="190"/>
                  </a:cubicBezTo>
                  <a:cubicBezTo>
                    <a:pt x="558" y="193"/>
                    <a:pt x="557" y="194"/>
                    <a:pt x="556" y="194"/>
                  </a:cubicBezTo>
                  <a:cubicBezTo>
                    <a:pt x="555" y="194"/>
                    <a:pt x="556" y="192"/>
                    <a:pt x="558" y="188"/>
                  </a:cubicBezTo>
                  <a:cubicBezTo>
                    <a:pt x="564" y="180"/>
                    <a:pt x="567" y="177"/>
                    <a:pt x="566" y="177"/>
                  </a:cubicBezTo>
                  <a:lnTo>
                    <a:pt x="566" y="177"/>
                  </a:lnTo>
                  <a:cubicBezTo>
                    <a:pt x="566" y="177"/>
                    <a:pt x="564" y="179"/>
                    <a:pt x="562" y="181"/>
                  </a:cubicBezTo>
                  <a:cubicBezTo>
                    <a:pt x="558" y="185"/>
                    <a:pt x="556" y="186"/>
                    <a:pt x="556" y="186"/>
                  </a:cubicBezTo>
                  <a:cubicBezTo>
                    <a:pt x="556" y="186"/>
                    <a:pt x="555" y="186"/>
                    <a:pt x="555" y="186"/>
                  </a:cubicBezTo>
                  <a:cubicBezTo>
                    <a:pt x="550" y="191"/>
                    <a:pt x="546" y="197"/>
                    <a:pt x="545" y="197"/>
                  </a:cubicBezTo>
                  <a:cubicBezTo>
                    <a:pt x="544" y="197"/>
                    <a:pt x="544" y="197"/>
                    <a:pt x="544" y="197"/>
                  </a:cubicBezTo>
                  <a:lnTo>
                    <a:pt x="549" y="190"/>
                  </a:lnTo>
                  <a:lnTo>
                    <a:pt x="554" y="185"/>
                  </a:lnTo>
                  <a:lnTo>
                    <a:pt x="555" y="186"/>
                  </a:lnTo>
                  <a:cubicBezTo>
                    <a:pt x="561" y="179"/>
                    <a:pt x="554" y="173"/>
                    <a:pt x="546" y="167"/>
                  </a:cubicBezTo>
                  <a:cubicBezTo>
                    <a:pt x="546" y="167"/>
                    <a:pt x="546" y="166"/>
                    <a:pt x="546" y="166"/>
                  </a:cubicBezTo>
                  <a:cubicBezTo>
                    <a:pt x="546" y="166"/>
                    <a:pt x="540" y="173"/>
                    <a:pt x="535" y="179"/>
                  </a:cubicBezTo>
                  <a:cubicBezTo>
                    <a:pt x="532" y="184"/>
                    <a:pt x="530" y="186"/>
                    <a:pt x="530" y="186"/>
                  </a:cubicBezTo>
                  <a:cubicBezTo>
                    <a:pt x="530" y="186"/>
                    <a:pt x="533" y="182"/>
                    <a:pt x="535" y="178"/>
                  </a:cubicBezTo>
                  <a:cubicBezTo>
                    <a:pt x="542" y="167"/>
                    <a:pt x="545" y="162"/>
                    <a:pt x="544" y="162"/>
                  </a:cubicBezTo>
                  <a:lnTo>
                    <a:pt x="544" y="162"/>
                  </a:lnTo>
                  <a:cubicBezTo>
                    <a:pt x="543" y="162"/>
                    <a:pt x="540" y="167"/>
                    <a:pt x="533" y="177"/>
                  </a:cubicBezTo>
                  <a:cubicBezTo>
                    <a:pt x="529" y="183"/>
                    <a:pt x="526" y="187"/>
                    <a:pt x="526" y="187"/>
                  </a:cubicBezTo>
                  <a:cubicBezTo>
                    <a:pt x="526" y="187"/>
                    <a:pt x="528" y="183"/>
                    <a:pt x="532" y="176"/>
                  </a:cubicBezTo>
                  <a:cubicBezTo>
                    <a:pt x="534" y="172"/>
                    <a:pt x="535" y="170"/>
                    <a:pt x="535" y="170"/>
                  </a:cubicBezTo>
                  <a:lnTo>
                    <a:pt x="535" y="170"/>
                  </a:lnTo>
                  <a:cubicBezTo>
                    <a:pt x="535" y="170"/>
                    <a:pt x="533" y="172"/>
                    <a:pt x="531" y="174"/>
                  </a:cubicBezTo>
                  <a:cubicBezTo>
                    <a:pt x="529" y="178"/>
                    <a:pt x="527" y="179"/>
                    <a:pt x="527" y="179"/>
                  </a:cubicBezTo>
                  <a:cubicBezTo>
                    <a:pt x="527" y="179"/>
                    <a:pt x="527" y="177"/>
                    <a:pt x="530" y="174"/>
                  </a:cubicBezTo>
                  <a:cubicBezTo>
                    <a:pt x="533" y="169"/>
                    <a:pt x="535" y="164"/>
                    <a:pt x="535" y="164"/>
                  </a:cubicBezTo>
                  <a:lnTo>
                    <a:pt x="535" y="164"/>
                  </a:lnTo>
                  <a:cubicBezTo>
                    <a:pt x="535" y="164"/>
                    <a:pt x="534" y="165"/>
                    <a:pt x="533" y="167"/>
                  </a:cubicBezTo>
                  <a:cubicBezTo>
                    <a:pt x="533" y="167"/>
                    <a:pt x="532" y="165"/>
                    <a:pt x="536" y="158"/>
                  </a:cubicBezTo>
                  <a:cubicBezTo>
                    <a:pt x="537" y="155"/>
                    <a:pt x="538" y="155"/>
                    <a:pt x="537" y="155"/>
                  </a:cubicBezTo>
                  <a:lnTo>
                    <a:pt x="537" y="155"/>
                  </a:lnTo>
                  <a:cubicBezTo>
                    <a:pt x="536" y="155"/>
                    <a:pt x="532" y="159"/>
                    <a:pt x="529" y="163"/>
                  </a:cubicBezTo>
                  <a:cubicBezTo>
                    <a:pt x="523" y="168"/>
                    <a:pt x="520" y="171"/>
                    <a:pt x="520" y="171"/>
                  </a:cubicBezTo>
                  <a:cubicBezTo>
                    <a:pt x="519" y="171"/>
                    <a:pt x="521" y="168"/>
                    <a:pt x="526" y="161"/>
                  </a:cubicBezTo>
                  <a:cubicBezTo>
                    <a:pt x="531" y="156"/>
                    <a:pt x="531" y="153"/>
                    <a:pt x="530" y="153"/>
                  </a:cubicBezTo>
                  <a:cubicBezTo>
                    <a:pt x="528" y="153"/>
                    <a:pt x="523" y="157"/>
                    <a:pt x="517" y="164"/>
                  </a:cubicBezTo>
                  <a:cubicBezTo>
                    <a:pt x="512" y="171"/>
                    <a:pt x="509" y="174"/>
                    <a:pt x="509" y="174"/>
                  </a:cubicBezTo>
                  <a:cubicBezTo>
                    <a:pt x="509" y="174"/>
                    <a:pt x="510" y="173"/>
                    <a:pt x="512" y="170"/>
                  </a:cubicBezTo>
                  <a:cubicBezTo>
                    <a:pt x="516" y="163"/>
                    <a:pt x="516" y="163"/>
                    <a:pt x="516" y="163"/>
                  </a:cubicBezTo>
                  <a:cubicBezTo>
                    <a:pt x="515" y="162"/>
                    <a:pt x="514" y="162"/>
                    <a:pt x="518" y="155"/>
                  </a:cubicBezTo>
                  <a:cubicBezTo>
                    <a:pt x="518" y="155"/>
                    <a:pt x="518" y="155"/>
                    <a:pt x="518" y="155"/>
                  </a:cubicBezTo>
                  <a:cubicBezTo>
                    <a:pt x="518" y="155"/>
                    <a:pt x="517" y="156"/>
                    <a:pt x="512" y="160"/>
                  </a:cubicBezTo>
                  <a:cubicBezTo>
                    <a:pt x="508" y="164"/>
                    <a:pt x="506" y="166"/>
                    <a:pt x="505" y="166"/>
                  </a:cubicBezTo>
                  <a:cubicBezTo>
                    <a:pt x="503" y="166"/>
                    <a:pt x="506" y="159"/>
                    <a:pt x="512" y="150"/>
                  </a:cubicBezTo>
                  <a:lnTo>
                    <a:pt x="512" y="150"/>
                  </a:lnTo>
                  <a:lnTo>
                    <a:pt x="505" y="155"/>
                  </a:lnTo>
                  <a:cubicBezTo>
                    <a:pt x="499" y="163"/>
                    <a:pt x="495" y="168"/>
                    <a:pt x="495" y="168"/>
                  </a:cubicBezTo>
                  <a:cubicBezTo>
                    <a:pt x="495" y="168"/>
                    <a:pt x="496" y="166"/>
                    <a:pt x="499" y="161"/>
                  </a:cubicBezTo>
                  <a:lnTo>
                    <a:pt x="504" y="154"/>
                  </a:lnTo>
                  <a:lnTo>
                    <a:pt x="504" y="154"/>
                  </a:lnTo>
                  <a:cubicBezTo>
                    <a:pt x="500" y="158"/>
                    <a:pt x="498" y="160"/>
                    <a:pt x="497" y="160"/>
                  </a:cubicBezTo>
                  <a:cubicBezTo>
                    <a:pt x="495" y="160"/>
                    <a:pt x="498" y="153"/>
                    <a:pt x="504" y="144"/>
                  </a:cubicBezTo>
                  <a:cubicBezTo>
                    <a:pt x="508" y="137"/>
                    <a:pt x="508" y="137"/>
                    <a:pt x="507" y="136"/>
                  </a:cubicBezTo>
                  <a:lnTo>
                    <a:pt x="507" y="136"/>
                  </a:lnTo>
                  <a:lnTo>
                    <a:pt x="503" y="143"/>
                  </a:lnTo>
                  <a:cubicBezTo>
                    <a:pt x="498" y="150"/>
                    <a:pt x="494" y="156"/>
                    <a:pt x="494" y="156"/>
                  </a:cubicBezTo>
                  <a:cubicBezTo>
                    <a:pt x="493" y="155"/>
                    <a:pt x="492" y="155"/>
                    <a:pt x="496" y="149"/>
                  </a:cubicBezTo>
                  <a:cubicBezTo>
                    <a:pt x="498" y="143"/>
                    <a:pt x="501" y="137"/>
                    <a:pt x="500" y="137"/>
                  </a:cubicBezTo>
                  <a:lnTo>
                    <a:pt x="500" y="137"/>
                  </a:lnTo>
                  <a:cubicBezTo>
                    <a:pt x="500" y="137"/>
                    <a:pt x="499" y="138"/>
                    <a:pt x="498" y="140"/>
                  </a:cubicBezTo>
                  <a:cubicBezTo>
                    <a:pt x="498" y="140"/>
                    <a:pt x="498" y="140"/>
                    <a:pt x="502" y="132"/>
                  </a:cubicBezTo>
                  <a:lnTo>
                    <a:pt x="497" y="130"/>
                  </a:lnTo>
                  <a:cubicBezTo>
                    <a:pt x="495" y="133"/>
                    <a:pt x="494" y="134"/>
                    <a:pt x="493" y="134"/>
                  </a:cubicBezTo>
                  <a:cubicBezTo>
                    <a:pt x="492" y="134"/>
                    <a:pt x="492" y="132"/>
                    <a:pt x="495" y="127"/>
                  </a:cubicBezTo>
                  <a:cubicBezTo>
                    <a:pt x="495" y="127"/>
                    <a:pt x="495" y="127"/>
                    <a:pt x="494" y="127"/>
                  </a:cubicBezTo>
                  <a:cubicBezTo>
                    <a:pt x="494" y="127"/>
                    <a:pt x="492" y="128"/>
                    <a:pt x="488" y="133"/>
                  </a:cubicBezTo>
                  <a:cubicBezTo>
                    <a:pt x="486" y="132"/>
                    <a:pt x="486" y="132"/>
                    <a:pt x="489" y="124"/>
                  </a:cubicBezTo>
                  <a:cubicBezTo>
                    <a:pt x="492" y="121"/>
                    <a:pt x="493" y="119"/>
                    <a:pt x="492" y="119"/>
                  </a:cubicBezTo>
                  <a:lnTo>
                    <a:pt x="492" y="119"/>
                  </a:lnTo>
                  <a:cubicBezTo>
                    <a:pt x="492" y="119"/>
                    <a:pt x="491" y="121"/>
                    <a:pt x="488" y="124"/>
                  </a:cubicBezTo>
                  <a:cubicBezTo>
                    <a:pt x="486" y="129"/>
                    <a:pt x="485" y="130"/>
                    <a:pt x="484" y="130"/>
                  </a:cubicBezTo>
                  <a:cubicBezTo>
                    <a:pt x="483" y="130"/>
                    <a:pt x="483" y="130"/>
                    <a:pt x="483" y="130"/>
                  </a:cubicBezTo>
                  <a:lnTo>
                    <a:pt x="481" y="128"/>
                  </a:lnTo>
                  <a:cubicBezTo>
                    <a:pt x="477" y="135"/>
                    <a:pt x="477" y="135"/>
                    <a:pt x="476" y="135"/>
                  </a:cubicBezTo>
                  <a:cubicBezTo>
                    <a:pt x="475" y="134"/>
                    <a:pt x="477" y="125"/>
                    <a:pt x="476" y="125"/>
                  </a:cubicBezTo>
                  <a:cubicBezTo>
                    <a:pt x="475" y="124"/>
                    <a:pt x="474" y="124"/>
                    <a:pt x="473" y="124"/>
                  </a:cubicBezTo>
                  <a:cubicBezTo>
                    <a:pt x="472" y="124"/>
                    <a:pt x="472" y="126"/>
                    <a:pt x="470" y="131"/>
                  </a:cubicBezTo>
                  <a:cubicBezTo>
                    <a:pt x="470" y="131"/>
                    <a:pt x="469" y="134"/>
                    <a:pt x="468" y="134"/>
                  </a:cubicBezTo>
                  <a:cubicBezTo>
                    <a:pt x="468" y="134"/>
                    <a:pt x="468" y="134"/>
                    <a:pt x="469" y="131"/>
                  </a:cubicBezTo>
                  <a:cubicBezTo>
                    <a:pt x="468" y="130"/>
                    <a:pt x="469" y="121"/>
                    <a:pt x="467" y="119"/>
                  </a:cubicBezTo>
                  <a:cubicBezTo>
                    <a:pt x="466" y="119"/>
                    <a:pt x="465" y="118"/>
                    <a:pt x="464" y="118"/>
                  </a:cubicBezTo>
                  <a:cubicBezTo>
                    <a:pt x="463" y="118"/>
                    <a:pt x="462" y="120"/>
                    <a:pt x="459" y="124"/>
                  </a:cubicBezTo>
                  <a:cubicBezTo>
                    <a:pt x="456" y="132"/>
                    <a:pt x="454" y="135"/>
                    <a:pt x="453" y="135"/>
                  </a:cubicBezTo>
                  <a:cubicBezTo>
                    <a:pt x="453" y="135"/>
                    <a:pt x="454" y="131"/>
                    <a:pt x="458" y="124"/>
                  </a:cubicBezTo>
                  <a:cubicBezTo>
                    <a:pt x="462" y="114"/>
                    <a:pt x="463" y="110"/>
                    <a:pt x="462" y="110"/>
                  </a:cubicBezTo>
                  <a:lnTo>
                    <a:pt x="462" y="110"/>
                  </a:lnTo>
                  <a:cubicBezTo>
                    <a:pt x="462" y="110"/>
                    <a:pt x="461" y="112"/>
                    <a:pt x="459" y="115"/>
                  </a:cubicBezTo>
                  <a:cubicBezTo>
                    <a:pt x="456" y="120"/>
                    <a:pt x="455" y="121"/>
                    <a:pt x="455" y="121"/>
                  </a:cubicBezTo>
                  <a:cubicBezTo>
                    <a:pt x="454" y="121"/>
                    <a:pt x="454" y="121"/>
                    <a:pt x="454" y="121"/>
                  </a:cubicBezTo>
                  <a:cubicBezTo>
                    <a:pt x="456" y="117"/>
                    <a:pt x="457" y="115"/>
                    <a:pt x="456" y="115"/>
                  </a:cubicBezTo>
                  <a:cubicBezTo>
                    <a:pt x="455" y="115"/>
                    <a:pt x="454" y="116"/>
                    <a:pt x="451" y="119"/>
                  </a:cubicBezTo>
                  <a:cubicBezTo>
                    <a:pt x="450" y="118"/>
                    <a:pt x="450" y="118"/>
                    <a:pt x="454" y="112"/>
                  </a:cubicBezTo>
                  <a:lnTo>
                    <a:pt x="452" y="110"/>
                  </a:lnTo>
                  <a:cubicBezTo>
                    <a:pt x="449" y="115"/>
                    <a:pt x="447" y="117"/>
                    <a:pt x="445" y="117"/>
                  </a:cubicBezTo>
                  <a:cubicBezTo>
                    <a:pt x="442" y="117"/>
                    <a:pt x="442" y="111"/>
                    <a:pt x="444" y="106"/>
                  </a:cubicBezTo>
                  <a:lnTo>
                    <a:pt x="444" y="106"/>
                  </a:lnTo>
                  <a:cubicBezTo>
                    <a:pt x="444" y="106"/>
                    <a:pt x="443" y="106"/>
                    <a:pt x="439" y="113"/>
                  </a:cubicBezTo>
                  <a:cubicBezTo>
                    <a:pt x="435" y="119"/>
                    <a:pt x="433" y="123"/>
                    <a:pt x="432" y="123"/>
                  </a:cubicBezTo>
                  <a:cubicBezTo>
                    <a:pt x="432" y="123"/>
                    <a:pt x="433" y="119"/>
                    <a:pt x="437" y="112"/>
                  </a:cubicBezTo>
                  <a:cubicBezTo>
                    <a:pt x="440" y="104"/>
                    <a:pt x="442" y="101"/>
                    <a:pt x="441" y="101"/>
                  </a:cubicBezTo>
                  <a:lnTo>
                    <a:pt x="441" y="101"/>
                  </a:lnTo>
                  <a:cubicBezTo>
                    <a:pt x="441" y="101"/>
                    <a:pt x="439" y="104"/>
                    <a:pt x="435" y="110"/>
                  </a:cubicBezTo>
                  <a:cubicBezTo>
                    <a:pt x="434" y="113"/>
                    <a:pt x="432" y="114"/>
                    <a:pt x="431" y="114"/>
                  </a:cubicBezTo>
                  <a:cubicBezTo>
                    <a:pt x="429" y="114"/>
                    <a:pt x="429" y="110"/>
                    <a:pt x="434" y="102"/>
                  </a:cubicBezTo>
                  <a:cubicBezTo>
                    <a:pt x="438" y="94"/>
                    <a:pt x="441" y="86"/>
                    <a:pt x="441" y="86"/>
                  </a:cubicBezTo>
                  <a:lnTo>
                    <a:pt x="441" y="86"/>
                  </a:lnTo>
                  <a:cubicBezTo>
                    <a:pt x="438" y="92"/>
                    <a:pt x="437" y="93"/>
                    <a:pt x="437" y="93"/>
                  </a:cubicBezTo>
                  <a:cubicBezTo>
                    <a:pt x="437" y="93"/>
                    <a:pt x="437" y="93"/>
                    <a:pt x="437" y="93"/>
                  </a:cubicBezTo>
                  <a:cubicBezTo>
                    <a:pt x="434" y="98"/>
                    <a:pt x="433" y="99"/>
                    <a:pt x="432" y="99"/>
                  </a:cubicBezTo>
                  <a:cubicBezTo>
                    <a:pt x="431" y="99"/>
                    <a:pt x="430" y="99"/>
                    <a:pt x="429" y="98"/>
                  </a:cubicBezTo>
                  <a:cubicBezTo>
                    <a:pt x="429" y="98"/>
                    <a:pt x="428" y="98"/>
                    <a:pt x="428" y="98"/>
                  </a:cubicBezTo>
                  <a:cubicBezTo>
                    <a:pt x="426" y="98"/>
                    <a:pt x="421" y="102"/>
                    <a:pt x="419" y="102"/>
                  </a:cubicBezTo>
                  <a:cubicBezTo>
                    <a:pt x="419" y="102"/>
                    <a:pt x="419" y="102"/>
                    <a:pt x="419" y="102"/>
                  </a:cubicBezTo>
                  <a:cubicBezTo>
                    <a:pt x="416" y="100"/>
                    <a:pt x="414" y="99"/>
                    <a:pt x="416" y="91"/>
                  </a:cubicBezTo>
                  <a:cubicBezTo>
                    <a:pt x="416" y="91"/>
                    <a:pt x="416" y="91"/>
                    <a:pt x="415" y="91"/>
                  </a:cubicBezTo>
                  <a:cubicBezTo>
                    <a:pt x="414" y="91"/>
                    <a:pt x="413" y="92"/>
                    <a:pt x="410" y="97"/>
                  </a:cubicBezTo>
                  <a:cubicBezTo>
                    <a:pt x="408" y="100"/>
                    <a:pt x="406" y="102"/>
                    <a:pt x="405" y="102"/>
                  </a:cubicBezTo>
                  <a:cubicBezTo>
                    <a:pt x="404" y="102"/>
                    <a:pt x="404" y="100"/>
                    <a:pt x="406" y="96"/>
                  </a:cubicBezTo>
                  <a:lnTo>
                    <a:pt x="405" y="95"/>
                  </a:lnTo>
                  <a:cubicBezTo>
                    <a:pt x="401" y="102"/>
                    <a:pt x="400" y="102"/>
                    <a:pt x="400" y="102"/>
                  </a:cubicBezTo>
                  <a:cubicBezTo>
                    <a:pt x="402" y="96"/>
                    <a:pt x="404" y="90"/>
                    <a:pt x="403" y="90"/>
                  </a:cubicBezTo>
                  <a:lnTo>
                    <a:pt x="403" y="90"/>
                  </a:lnTo>
                  <a:cubicBezTo>
                    <a:pt x="403" y="90"/>
                    <a:pt x="402" y="91"/>
                    <a:pt x="401" y="93"/>
                  </a:cubicBezTo>
                  <a:cubicBezTo>
                    <a:pt x="398" y="98"/>
                    <a:pt x="398" y="100"/>
                    <a:pt x="397" y="100"/>
                  </a:cubicBezTo>
                  <a:cubicBezTo>
                    <a:pt x="396" y="100"/>
                    <a:pt x="396" y="100"/>
                    <a:pt x="395" y="99"/>
                  </a:cubicBezTo>
                  <a:cubicBezTo>
                    <a:pt x="396" y="92"/>
                    <a:pt x="377" y="82"/>
                    <a:pt x="367" y="82"/>
                  </a:cubicBezTo>
                  <a:cubicBezTo>
                    <a:pt x="365" y="82"/>
                    <a:pt x="363" y="83"/>
                    <a:pt x="363" y="85"/>
                  </a:cubicBezTo>
                  <a:lnTo>
                    <a:pt x="359" y="84"/>
                  </a:lnTo>
                  <a:lnTo>
                    <a:pt x="357" y="82"/>
                  </a:lnTo>
                  <a:cubicBezTo>
                    <a:pt x="360" y="75"/>
                    <a:pt x="359" y="72"/>
                    <a:pt x="357" y="72"/>
                  </a:cubicBezTo>
                  <a:cubicBezTo>
                    <a:pt x="356" y="72"/>
                    <a:pt x="352" y="76"/>
                    <a:pt x="349" y="79"/>
                  </a:cubicBezTo>
                  <a:cubicBezTo>
                    <a:pt x="347" y="85"/>
                    <a:pt x="345" y="86"/>
                    <a:pt x="344" y="86"/>
                  </a:cubicBezTo>
                  <a:cubicBezTo>
                    <a:pt x="344" y="86"/>
                    <a:pt x="344" y="86"/>
                    <a:pt x="343" y="86"/>
                  </a:cubicBezTo>
                  <a:cubicBezTo>
                    <a:pt x="347" y="76"/>
                    <a:pt x="347" y="72"/>
                    <a:pt x="346" y="72"/>
                  </a:cubicBezTo>
                  <a:cubicBezTo>
                    <a:pt x="345" y="72"/>
                    <a:pt x="344" y="74"/>
                    <a:pt x="342" y="77"/>
                  </a:cubicBezTo>
                  <a:cubicBezTo>
                    <a:pt x="339" y="84"/>
                    <a:pt x="337" y="88"/>
                    <a:pt x="337" y="88"/>
                  </a:cubicBezTo>
                  <a:cubicBezTo>
                    <a:pt x="337" y="88"/>
                    <a:pt x="338" y="84"/>
                    <a:pt x="340" y="76"/>
                  </a:cubicBezTo>
                  <a:cubicBezTo>
                    <a:pt x="342" y="69"/>
                    <a:pt x="343" y="65"/>
                    <a:pt x="342" y="65"/>
                  </a:cubicBezTo>
                  <a:lnTo>
                    <a:pt x="342" y="65"/>
                  </a:lnTo>
                  <a:cubicBezTo>
                    <a:pt x="341" y="65"/>
                    <a:pt x="338" y="70"/>
                    <a:pt x="333" y="82"/>
                  </a:cubicBezTo>
                  <a:cubicBezTo>
                    <a:pt x="332" y="86"/>
                    <a:pt x="331" y="87"/>
                    <a:pt x="331" y="87"/>
                  </a:cubicBezTo>
                  <a:cubicBezTo>
                    <a:pt x="331" y="87"/>
                    <a:pt x="331" y="85"/>
                    <a:pt x="332" y="81"/>
                  </a:cubicBezTo>
                  <a:cubicBezTo>
                    <a:pt x="334" y="72"/>
                    <a:pt x="335" y="68"/>
                    <a:pt x="334" y="68"/>
                  </a:cubicBezTo>
                  <a:lnTo>
                    <a:pt x="334" y="68"/>
                  </a:lnTo>
                  <a:cubicBezTo>
                    <a:pt x="334" y="68"/>
                    <a:pt x="333" y="70"/>
                    <a:pt x="332" y="73"/>
                  </a:cubicBezTo>
                  <a:cubicBezTo>
                    <a:pt x="329" y="81"/>
                    <a:pt x="328" y="84"/>
                    <a:pt x="327" y="84"/>
                  </a:cubicBezTo>
                  <a:cubicBezTo>
                    <a:pt x="327" y="84"/>
                    <a:pt x="328" y="80"/>
                    <a:pt x="330" y="72"/>
                  </a:cubicBezTo>
                  <a:cubicBezTo>
                    <a:pt x="331" y="64"/>
                    <a:pt x="332" y="60"/>
                    <a:pt x="331" y="60"/>
                  </a:cubicBezTo>
                  <a:lnTo>
                    <a:pt x="331" y="60"/>
                  </a:lnTo>
                  <a:cubicBezTo>
                    <a:pt x="331" y="60"/>
                    <a:pt x="329" y="64"/>
                    <a:pt x="327" y="71"/>
                  </a:cubicBezTo>
                  <a:cubicBezTo>
                    <a:pt x="324" y="78"/>
                    <a:pt x="322" y="82"/>
                    <a:pt x="321" y="82"/>
                  </a:cubicBezTo>
                  <a:cubicBezTo>
                    <a:pt x="319" y="82"/>
                    <a:pt x="319" y="77"/>
                    <a:pt x="321" y="69"/>
                  </a:cubicBezTo>
                  <a:cubicBezTo>
                    <a:pt x="320" y="69"/>
                    <a:pt x="321" y="65"/>
                    <a:pt x="320" y="65"/>
                  </a:cubicBezTo>
                  <a:cubicBezTo>
                    <a:pt x="320" y="65"/>
                    <a:pt x="319" y="65"/>
                    <a:pt x="319" y="68"/>
                  </a:cubicBezTo>
                  <a:lnTo>
                    <a:pt x="321" y="60"/>
                  </a:lnTo>
                  <a:lnTo>
                    <a:pt x="319" y="59"/>
                  </a:lnTo>
                  <a:lnTo>
                    <a:pt x="317" y="67"/>
                  </a:lnTo>
                  <a:cubicBezTo>
                    <a:pt x="315" y="67"/>
                    <a:pt x="312" y="57"/>
                    <a:pt x="305" y="56"/>
                  </a:cubicBezTo>
                  <a:cubicBezTo>
                    <a:pt x="301" y="54"/>
                    <a:pt x="298" y="53"/>
                    <a:pt x="296" y="53"/>
                  </a:cubicBezTo>
                  <a:cubicBezTo>
                    <a:pt x="293" y="53"/>
                    <a:pt x="292" y="55"/>
                    <a:pt x="292" y="59"/>
                  </a:cubicBezTo>
                  <a:cubicBezTo>
                    <a:pt x="290" y="67"/>
                    <a:pt x="289" y="71"/>
                    <a:pt x="289" y="71"/>
                  </a:cubicBezTo>
                  <a:cubicBezTo>
                    <a:pt x="288" y="71"/>
                    <a:pt x="288" y="67"/>
                    <a:pt x="290" y="59"/>
                  </a:cubicBezTo>
                  <a:cubicBezTo>
                    <a:pt x="290" y="59"/>
                    <a:pt x="290" y="50"/>
                    <a:pt x="287" y="49"/>
                  </a:cubicBezTo>
                  <a:cubicBezTo>
                    <a:pt x="285" y="49"/>
                    <a:pt x="284" y="48"/>
                    <a:pt x="285" y="40"/>
                  </a:cubicBezTo>
                  <a:lnTo>
                    <a:pt x="284" y="40"/>
                  </a:lnTo>
                  <a:cubicBezTo>
                    <a:pt x="281" y="48"/>
                    <a:pt x="278" y="51"/>
                    <a:pt x="276" y="51"/>
                  </a:cubicBezTo>
                  <a:cubicBezTo>
                    <a:pt x="274" y="51"/>
                    <a:pt x="272" y="49"/>
                    <a:pt x="272" y="44"/>
                  </a:cubicBezTo>
                  <a:cubicBezTo>
                    <a:pt x="271" y="44"/>
                    <a:pt x="271" y="44"/>
                    <a:pt x="271" y="44"/>
                  </a:cubicBezTo>
                  <a:cubicBezTo>
                    <a:pt x="270" y="44"/>
                    <a:pt x="269" y="45"/>
                    <a:pt x="266" y="51"/>
                  </a:cubicBezTo>
                  <a:cubicBezTo>
                    <a:pt x="264" y="55"/>
                    <a:pt x="263" y="57"/>
                    <a:pt x="262" y="57"/>
                  </a:cubicBezTo>
                  <a:cubicBezTo>
                    <a:pt x="262" y="57"/>
                    <a:pt x="262" y="55"/>
                    <a:pt x="263" y="50"/>
                  </a:cubicBezTo>
                  <a:cubicBezTo>
                    <a:pt x="264" y="45"/>
                    <a:pt x="263" y="40"/>
                    <a:pt x="261" y="40"/>
                  </a:cubicBezTo>
                  <a:cubicBezTo>
                    <a:pt x="260" y="40"/>
                    <a:pt x="258" y="42"/>
                    <a:pt x="257" y="49"/>
                  </a:cubicBezTo>
                  <a:lnTo>
                    <a:pt x="258" y="41"/>
                  </a:lnTo>
                  <a:cubicBezTo>
                    <a:pt x="258" y="38"/>
                    <a:pt x="258" y="37"/>
                    <a:pt x="258" y="37"/>
                  </a:cubicBezTo>
                  <a:cubicBezTo>
                    <a:pt x="257" y="37"/>
                    <a:pt x="256" y="42"/>
                    <a:pt x="255" y="48"/>
                  </a:cubicBezTo>
                  <a:cubicBezTo>
                    <a:pt x="253" y="55"/>
                    <a:pt x="252" y="59"/>
                    <a:pt x="252" y="59"/>
                  </a:cubicBezTo>
                  <a:cubicBezTo>
                    <a:pt x="251" y="59"/>
                    <a:pt x="252" y="53"/>
                    <a:pt x="254" y="40"/>
                  </a:cubicBezTo>
                  <a:cubicBezTo>
                    <a:pt x="256" y="31"/>
                    <a:pt x="256" y="27"/>
                    <a:pt x="256" y="27"/>
                  </a:cubicBezTo>
                  <a:lnTo>
                    <a:pt x="256" y="27"/>
                  </a:lnTo>
                  <a:cubicBezTo>
                    <a:pt x="256" y="27"/>
                    <a:pt x="255" y="29"/>
                    <a:pt x="255" y="32"/>
                  </a:cubicBezTo>
                  <a:cubicBezTo>
                    <a:pt x="253" y="37"/>
                    <a:pt x="251" y="42"/>
                    <a:pt x="250" y="42"/>
                  </a:cubicBezTo>
                  <a:cubicBezTo>
                    <a:pt x="250" y="42"/>
                    <a:pt x="250" y="41"/>
                    <a:pt x="250" y="39"/>
                  </a:cubicBezTo>
                  <a:cubicBezTo>
                    <a:pt x="249" y="39"/>
                    <a:pt x="248" y="39"/>
                    <a:pt x="245" y="54"/>
                  </a:cubicBezTo>
                  <a:cubicBezTo>
                    <a:pt x="244" y="60"/>
                    <a:pt x="243" y="62"/>
                    <a:pt x="242" y="62"/>
                  </a:cubicBezTo>
                  <a:cubicBezTo>
                    <a:pt x="242" y="62"/>
                    <a:pt x="242" y="61"/>
                    <a:pt x="241" y="61"/>
                  </a:cubicBezTo>
                  <a:cubicBezTo>
                    <a:pt x="242" y="57"/>
                    <a:pt x="244" y="51"/>
                    <a:pt x="246" y="45"/>
                  </a:cubicBezTo>
                  <a:lnTo>
                    <a:pt x="244" y="45"/>
                  </a:lnTo>
                  <a:cubicBezTo>
                    <a:pt x="242" y="40"/>
                    <a:pt x="242" y="34"/>
                    <a:pt x="245" y="29"/>
                  </a:cubicBezTo>
                  <a:cubicBezTo>
                    <a:pt x="245" y="25"/>
                    <a:pt x="245" y="23"/>
                    <a:pt x="244" y="23"/>
                  </a:cubicBezTo>
                  <a:cubicBezTo>
                    <a:pt x="244" y="23"/>
                    <a:pt x="243" y="27"/>
                    <a:pt x="241" y="36"/>
                  </a:cubicBezTo>
                  <a:cubicBezTo>
                    <a:pt x="239" y="52"/>
                    <a:pt x="239" y="52"/>
                    <a:pt x="237" y="52"/>
                  </a:cubicBezTo>
                  <a:cubicBezTo>
                    <a:pt x="236" y="52"/>
                    <a:pt x="235" y="51"/>
                    <a:pt x="237" y="43"/>
                  </a:cubicBezTo>
                  <a:cubicBezTo>
                    <a:pt x="238" y="35"/>
                    <a:pt x="238" y="35"/>
                    <a:pt x="236" y="35"/>
                  </a:cubicBezTo>
                  <a:cubicBezTo>
                    <a:pt x="236" y="35"/>
                    <a:pt x="236" y="35"/>
                    <a:pt x="236" y="35"/>
                  </a:cubicBezTo>
                  <a:cubicBezTo>
                    <a:pt x="233" y="35"/>
                    <a:pt x="226" y="58"/>
                    <a:pt x="222" y="73"/>
                  </a:cubicBezTo>
                  <a:cubicBezTo>
                    <a:pt x="221" y="81"/>
                    <a:pt x="220" y="85"/>
                    <a:pt x="220" y="85"/>
                  </a:cubicBezTo>
                  <a:cubicBezTo>
                    <a:pt x="219" y="85"/>
                    <a:pt x="220" y="81"/>
                    <a:pt x="221" y="73"/>
                  </a:cubicBezTo>
                  <a:cubicBezTo>
                    <a:pt x="222" y="65"/>
                    <a:pt x="221" y="65"/>
                    <a:pt x="221" y="65"/>
                  </a:cubicBezTo>
                  <a:cubicBezTo>
                    <a:pt x="222" y="57"/>
                    <a:pt x="223" y="57"/>
                    <a:pt x="225" y="57"/>
                  </a:cubicBezTo>
                  <a:lnTo>
                    <a:pt x="226" y="49"/>
                  </a:lnTo>
                  <a:cubicBezTo>
                    <a:pt x="227" y="41"/>
                    <a:pt x="227" y="37"/>
                    <a:pt x="226" y="37"/>
                  </a:cubicBezTo>
                  <a:lnTo>
                    <a:pt x="226" y="37"/>
                  </a:lnTo>
                  <a:cubicBezTo>
                    <a:pt x="226" y="37"/>
                    <a:pt x="224" y="41"/>
                    <a:pt x="222" y="49"/>
                  </a:cubicBezTo>
                  <a:cubicBezTo>
                    <a:pt x="221" y="52"/>
                    <a:pt x="221" y="54"/>
                    <a:pt x="220" y="54"/>
                  </a:cubicBezTo>
                  <a:cubicBezTo>
                    <a:pt x="220" y="54"/>
                    <a:pt x="221" y="52"/>
                    <a:pt x="221" y="48"/>
                  </a:cubicBezTo>
                  <a:cubicBezTo>
                    <a:pt x="221" y="42"/>
                    <a:pt x="222" y="36"/>
                    <a:pt x="221" y="36"/>
                  </a:cubicBezTo>
                  <a:lnTo>
                    <a:pt x="221" y="36"/>
                  </a:lnTo>
                  <a:cubicBezTo>
                    <a:pt x="221" y="36"/>
                    <a:pt x="221" y="37"/>
                    <a:pt x="220" y="40"/>
                  </a:cubicBezTo>
                  <a:cubicBezTo>
                    <a:pt x="220" y="40"/>
                    <a:pt x="219" y="39"/>
                    <a:pt x="219" y="31"/>
                  </a:cubicBezTo>
                  <a:cubicBezTo>
                    <a:pt x="218" y="31"/>
                    <a:pt x="218" y="30"/>
                    <a:pt x="217" y="30"/>
                  </a:cubicBezTo>
                  <a:cubicBezTo>
                    <a:pt x="217" y="30"/>
                    <a:pt x="216" y="32"/>
                    <a:pt x="214" y="38"/>
                  </a:cubicBezTo>
                  <a:cubicBezTo>
                    <a:pt x="214" y="45"/>
                    <a:pt x="213" y="45"/>
                    <a:pt x="212" y="45"/>
                  </a:cubicBezTo>
                  <a:cubicBezTo>
                    <a:pt x="212" y="45"/>
                    <a:pt x="211" y="45"/>
                    <a:pt x="211" y="45"/>
                  </a:cubicBezTo>
                  <a:cubicBezTo>
                    <a:pt x="211" y="45"/>
                    <a:pt x="210" y="45"/>
                    <a:pt x="209" y="53"/>
                  </a:cubicBezTo>
                  <a:cubicBezTo>
                    <a:pt x="207" y="61"/>
                    <a:pt x="204" y="69"/>
                    <a:pt x="203" y="69"/>
                  </a:cubicBezTo>
                  <a:cubicBezTo>
                    <a:pt x="202" y="72"/>
                    <a:pt x="201" y="73"/>
                    <a:pt x="201" y="73"/>
                  </a:cubicBezTo>
                  <a:cubicBezTo>
                    <a:pt x="200" y="73"/>
                    <a:pt x="200" y="70"/>
                    <a:pt x="201" y="60"/>
                  </a:cubicBezTo>
                  <a:cubicBezTo>
                    <a:pt x="203" y="52"/>
                    <a:pt x="202" y="52"/>
                    <a:pt x="201" y="51"/>
                  </a:cubicBezTo>
                  <a:cubicBezTo>
                    <a:pt x="201" y="51"/>
                    <a:pt x="200" y="51"/>
                    <a:pt x="201" y="43"/>
                  </a:cubicBezTo>
                  <a:cubicBezTo>
                    <a:pt x="201" y="41"/>
                    <a:pt x="201" y="40"/>
                    <a:pt x="201" y="40"/>
                  </a:cubicBezTo>
                  <a:cubicBezTo>
                    <a:pt x="200" y="40"/>
                    <a:pt x="200" y="45"/>
                    <a:pt x="199" y="51"/>
                  </a:cubicBezTo>
                  <a:cubicBezTo>
                    <a:pt x="196" y="59"/>
                    <a:pt x="195" y="67"/>
                    <a:pt x="195" y="67"/>
                  </a:cubicBezTo>
                  <a:cubicBezTo>
                    <a:pt x="195" y="59"/>
                    <a:pt x="196" y="51"/>
                    <a:pt x="198" y="42"/>
                  </a:cubicBezTo>
                  <a:cubicBezTo>
                    <a:pt x="199" y="34"/>
                    <a:pt x="199" y="30"/>
                    <a:pt x="199" y="30"/>
                  </a:cubicBezTo>
                  <a:lnTo>
                    <a:pt x="199" y="30"/>
                  </a:lnTo>
                  <a:cubicBezTo>
                    <a:pt x="199" y="30"/>
                    <a:pt x="198" y="34"/>
                    <a:pt x="196" y="42"/>
                  </a:cubicBezTo>
                  <a:cubicBezTo>
                    <a:pt x="196" y="48"/>
                    <a:pt x="194" y="53"/>
                    <a:pt x="194" y="53"/>
                  </a:cubicBezTo>
                  <a:cubicBezTo>
                    <a:pt x="193" y="53"/>
                    <a:pt x="193" y="52"/>
                    <a:pt x="193" y="50"/>
                  </a:cubicBezTo>
                  <a:cubicBezTo>
                    <a:pt x="191" y="49"/>
                    <a:pt x="189" y="49"/>
                    <a:pt x="190" y="41"/>
                  </a:cubicBezTo>
                  <a:cubicBezTo>
                    <a:pt x="190" y="38"/>
                    <a:pt x="190" y="37"/>
                    <a:pt x="190" y="37"/>
                  </a:cubicBezTo>
                  <a:lnTo>
                    <a:pt x="190" y="37"/>
                  </a:lnTo>
                  <a:cubicBezTo>
                    <a:pt x="190" y="37"/>
                    <a:pt x="189" y="41"/>
                    <a:pt x="189" y="41"/>
                  </a:cubicBezTo>
                  <a:cubicBezTo>
                    <a:pt x="188" y="45"/>
                    <a:pt x="187" y="46"/>
                    <a:pt x="186" y="46"/>
                  </a:cubicBezTo>
                  <a:cubicBezTo>
                    <a:pt x="185" y="46"/>
                    <a:pt x="185" y="44"/>
                    <a:pt x="184" y="40"/>
                  </a:cubicBezTo>
                  <a:cubicBezTo>
                    <a:pt x="183" y="31"/>
                    <a:pt x="182" y="26"/>
                    <a:pt x="182" y="26"/>
                  </a:cubicBezTo>
                  <a:cubicBezTo>
                    <a:pt x="181" y="26"/>
                    <a:pt x="181" y="30"/>
                    <a:pt x="180" y="39"/>
                  </a:cubicBezTo>
                  <a:cubicBezTo>
                    <a:pt x="179" y="43"/>
                    <a:pt x="178" y="48"/>
                    <a:pt x="178" y="48"/>
                  </a:cubicBezTo>
                  <a:cubicBezTo>
                    <a:pt x="177" y="48"/>
                    <a:pt x="178" y="45"/>
                    <a:pt x="179" y="39"/>
                  </a:cubicBezTo>
                  <a:cubicBezTo>
                    <a:pt x="179" y="36"/>
                    <a:pt x="178" y="35"/>
                    <a:pt x="178" y="35"/>
                  </a:cubicBezTo>
                  <a:cubicBezTo>
                    <a:pt x="177" y="35"/>
                    <a:pt x="175" y="40"/>
                    <a:pt x="173" y="45"/>
                  </a:cubicBezTo>
                  <a:cubicBezTo>
                    <a:pt x="172" y="53"/>
                    <a:pt x="168" y="69"/>
                    <a:pt x="167" y="78"/>
                  </a:cubicBezTo>
                  <a:cubicBezTo>
                    <a:pt x="166" y="87"/>
                    <a:pt x="165" y="91"/>
                    <a:pt x="165" y="91"/>
                  </a:cubicBezTo>
                  <a:cubicBezTo>
                    <a:pt x="165" y="91"/>
                    <a:pt x="165" y="89"/>
                    <a:pt x="165" y="85"/>
                  </a:cubicBezTo>
                  <a:cubicBezTo>
                    <a:pt x="164" y="79"/>
                    <a:pt x="164" y="73"/>
                    <a:pt x="165" y="69"/>
                  </a:cubicBezTo>
                  <a:cubicBezTo>
                    <a:pt x="166" y="62"/>
                    <a:pt x="167" y="61"/>
                    <a:pt x="167" y="61"/>
                  </a:cubicBezTo>
                  <a:cubicBezTo>
                    <a:pt x="167" y="61"/>
                    <a:pt x="167" y="61"/>
                    <a:pt x="167" y="61"/>
                  </a:cubicBezTo>
                  <a:lnTo>
                    <a:pt x="168" y="61"/>
                  </a:lnTo>
                  <a:cubicBezTo>
                    <a:pt x="170" y="53"/>
                    <a:pt x="171" y="44"/>
                    <a:pt x="168" y="44"/>
                  </a:cubicBezTo>
                  <a:cubicBezTo>
                    <a:pt x="168" y="40"/>
                    <a:pt x="168" y="38"/>
                    <a:pt x="168" y="38"/>
                  </a:cubicBezTo>
                  <a:cubicBezTo>
                    <a:pt x="168" y="38"/>
                    <a:pt x="168" y="40"/>
                    <a:pt x="167" y="44"/>
                  </a:cubicBezTo>
                  <a:cubicBezTo>
                    <a:pt x="167" y="35"/>
                    <a:pt x="165" y="35"/>
                    <a:pt x="164" y="35"/>
                  </a:cubicBezTo>
                  <a:cubicBezTo>
                    <a:pt x="162" y="34"/>
                    <a:pt x="158" y="34"/>
                    <a:pt x="159" y="26"/>
                  </a:cubicBezTo>
                  <a:cubicBezTo>
                    <a:pt x="159" y="26"/>
                    <a:pt x="158" y="26"/>
                    <a:pt x="158" y="26"/>
                  </a:cubicBezTo>
                  <a:cubicBezTo>
                    <a:pt x="157" y="26"/>
                    <a:pt x="156" y="27"/>
                    <a:pt x="155" y="33"/>
                  </a:cubicBezTo>
                  <a:cubicBezTo>
                    <a:pt x="154" y="43"/>
                    <a:pt x="153" y="47"/>
                    <a:pt x="152" y="47"/>
                  </a:cubicBezTo>
                  <a:cubicBezTo>
                    <a:pt x="152" y="47"/>
                    <a:pt x="152" y="45"/>
                    <a:pt x="153" y="41"/>
                  </a:cubicBezTo>
                  <a:cubicBezTo>
                    <a:pt x="154" y="31"/>
                    <a:pt x="150" y="23"/>
                    <a:pt x="146" y="23"/>
                  </a:cubicBezTo>
                  <a:cubicBezTo>
                    <a:pt x="144" y="23"/>
                    <a:pt x="142" y="25"/>
                    <a:pt x="140" y="31"/>
                  </a:cubicBezTo>
                  <a:lnTo>
                    <a:pt x="139" y="31"/>
                  </a:lnTo>
                  <a:cubicBezTo>
                    <a:pt x="139" y="26"/>
                    <a:pt x="137" y="23"/>
                    <a:pt x="135" y="23"/>
                  </a:cubicBezTo>
                  <a:cubicBezTo>
                    <a:pt x="133" y="23"/>
                    <a:pt x="131" y="25"/>
                    <a:pt x="130" y="29"/>
                  </a:cubicBezTo>
                  <a:lnTo>
                    <a:pt x="128" y="29"/>
                  </a:lnTo>
                  <a:cubicBezTo>
                    <a:pt x="127" y="24"/>
                    <a:pt x="127" y="22"/>
                    <a:pt x="126" y="22"/>
                  </a:cubicBezTo>
                  <a:cubicBezTo>
                    <a:pt x="125" y="22"/>
                    <a:pt x="125" y="24"/>
                    <a:pt x="124" y="27"/>
                  </a:cubicBezTo>
                  <a:cubicBezTo>
                    <a:pt x="123" y="30"/>
                    <a:pt x="123" y="33"/>
                    <a:pt x="122" y="35"/>
                  </a:cubicBezTo>
                  <a:cubicBezTo>
                    <a:pt x="124" y="27"/>
                    <a:pt x="121" y="27"/>
                    <a:pt x="118" y="26"/>
                  </a:cubicBezTo>
                  <a:cubicBezTo>
                    <a:pt x="117" y="26"/>
                    <a:pt x="116" y="26"/>
                    <a:pt x="115" y="26"/>
                  </a:cubicBezTo>
                  <a:cubicBezTo>
                    <a:pt x="113" y="26"/>
                    <a:pt x="113" y="28"/>
                    <a:pt x="113" y="34"/>
                  </a:cubicBezTo>
                  <a:cubicBezTo>
                    <a:pt x="112" y="36"/>
                    <a:pt x="111" y="37"/>
                    <a:pt x="111" y="37"/>
                  </a:cubicBezTo>
                  <a:cubicBezTo>
                    <a:pt x="110" y="37"/>
                    <a:pt x="110" y="31"/>
                    <a:pt x="111" y="25"/>
                  </a:cubicBezTo>
                  <a:cubicBezTo>
                    <a:pt x="112" y="18"/>
                    <a:pt x="113" y="14"/>
                    <a:pt x="112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33"/>
            <p:cNvSpPr/>
            <p:nvPr/>
          </p:nvSpPr>
          <p:spPr>
            <a:xfrm>
              <a:off x="3040058" y="2241103"/>
              <a:ext cx="35062" cy="38259"/>
            </a:xfrm>
            <a:custGeom>
              <a:avLst/>
              <a:gdLst/>
              <a:ahLst/>
              <a:cxnLst/>
              <a:rect l="l" t="t" r="r" b="b"/>
              <a:pathLst>
                <a:path w="351" h="383" extrusionOk="0">
                  <a:moveTo>
                    <a:pt x="212" y="0"/>
                  </a:moveTo>
                  <a:cubicBezTo>
                    <a:pt x="166" y="0"/>
                    <a:pt x="122" y="26"/>
                    <a:pt x="103" y="71"/>
                  </a:cubicBezTo>
                  <a:lnTo>
                    <a:pt x="38" y="211"/>
                  </a:lnTo>
                  <a:cubicBezTo>
                    <a:pt x="1" y="291"/>
                    <a:pt x="59" y="383"/>
                    <a:pt x="148" y="383"/>
                  </a:cubicBezTo>
                  <a:cubicBezTo>
                    <a:pt x="195" y="383"/>
                    <a:pt x="238" y="356"/>
                    <a:pt x="258" y="312"/>
                  </a:cubicBezTo>
                  <a:lnTo>
                    <a:pt x="323" y="173"/>
                  </a:lnTo>
                  <a:cubicBezTo>
                    <a:pt x="351" y="113"/>
                    <a:pt x="325" y="40"/>
                    <a:pt x="263" y="12"/>
                  </a:cubicBezTo>
                  <a:cubicBezTo>
                    <a:pt x="247" y="4"/>
                    <a:pt x="229" y="0"/>
                    <a:pt x="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33"/>
            <p:cNvSpPr/>
            <p:nvPr/>
          </p:nvSpPr>
          <p:spPr>
            <a:xfrm>
              <a:off x="3080316" y="2253790"/>
              <a:ext cx="71623" cy="90802"/>
            </a:xfrm>
            <a:custGeom>
              <a:avLst/>
              <a:gdLst/>
              <a:ahLst/>
              <a:cxnLst/>
              <a:rect l="l" t="t" r="r" b="b"/>
              <a:pathLst>
                <a:path w="717" h="909" extrusionOk="0">
                  <a:moveTo>
                    <a:pt x="536" y="0"/>
                  </a:moveTo>
                  <a:lnTo>
                    <a:pt x="536" y="1"/>
                  </a:lnTo>
                  <a:cubicBezTo>
                    <a:pt x="536" y="2"/>
                    <a:pt x="543" y="5"/>
                    <a:pt x="551" y="7"/>
                  </a:cubicBezTo>
                  <a:lnTo>
                    <a:pt x="551" y="5"/>
                  </a:lnTo>
                  <a:cubicBezTo>
                    <a:pt x="547" y="4"/>
                    <a:pt x="541" y="1"/>
                    <a:pt x="537" y="0"/>
                  </a:cubicBezTo>
                  <a:close/>
                  <a:moveTo>
                    <a:pt x="661" y="34"/>
                  </a:moveTo>
                  <a:cubicBezTo>
                    <a:pt x="669" y="36"/>
                    <a:pt x="669" y="37"/>
                    <a:pt x="669" y="39"/>
                  </a:cubicBezTo>
                  <a:cubicBezTo>
                    <a:pt x="669" y="40"/>
                    <a:pt x="668" y="40"/>
                    <a:pt x="668" y="40"/>
                  </a:cubicBezTo>
                  <a:cubicBezTo>
                    <a:pt x="667" y="40"/>
                    <a:pt x="665" y="40"/>
                    <a:pt x="660" y="38"/>
                  </a:cubicBezTo>
                  <a:cubicBezTo>
                    <a:pt x="660" y="38"/>
                    <a:pt x="653" y="35"/>
                    <a:pt x="653" y="34"/>
                  </a:cubicBezTo>
                  <a:close/>
                  <a:moveTo>
                    <a:pt x="636" y="49"/>
                  </a:moveTo>
                  <a:cubicBezTo>
                    <a:pt x="639" y="49"/>
                    <a:pt x="644" y="49"/>
                    <a:pt x="649" y="51"/>
                  </a:cubicBezTo>
                  <a:cubicBezTo>
                    <a:pt x="665" y="53"/>
                    <a:pt x="665" y="53"/>
                    <a:pt x="664" y="56"/>
                  </a:cubicBezTo>
                  <a:cubicBezTo>
                    <a:pt x="664" y="58"/>
                    <a:pt x="663" y="59"/>
                    <a:pt x="661" y="59"/>
                  </a:cubicBezTo>
                  <a:cubicBezTo>
                    <a:pt x="660" y="59"/>
                    <a:pt x="658" y="58"/>
                    <a:pt x="655" y="57"/>
                  </a:cubicBezTo>
                  <a:lnTo>
                    <a:pt x="656" y="56"/>
                  </a:lnTo>
                  <a:cubicBezTo>
                    <a:pt x="657" y="57"/>
                    <a:pt x="658" y="57"/>
                    <a:pt x="659" y="57"/>
                  </a:cubicBezTo>
                  <a:cubicBezTo>
                    <a:pt x="660" y="57"/>
                    <a:pt x="654" y="54"/>
                    <a:pt x="648" y="54"/>
                  </a:cubicBezTo>
                  <a:lnTo>
                    <a:pt x="632" y="49"/>
                  </a:lnTo>
                  <a:cubicBezTo>
                    <a:pt x="632" y="49"/>
                    <a:pt x="633" y="49"/>
                    <a:pt x="636" y="49"/>
                  </a:cubicBezTo>
                  <a:close/>
                  <a:moveTo>
                    <a:pt x="694" y="70"/>
                  </a:moveTo>
                  <a:lnTo>
                    <a:pt x="693" y="72"/>
                  </a:lnTo>
                  <a:cubicBezTo>
                    <a:pt x="697" y="73"/>
                    <a:pt x="699" y="74"/>
                    <a:pt x="700" y="74"/>
                  </a:cubicBezTo>
                  <a:cubicBezTo>
                    <a:pt x="701" y="74"/>
                    <a:pt x="701" y="73"/>
                    <a:pt x="702" y="72"/>
                  </a:cubicBezTo>
                  <a:lnTo>
                    <a:pt x="702" y="71"/>
                  </a:lnTo>
                  <a:lnTo>
                    <a:pt x="694" y="70"/>
                  </a:lnTo>
                  <a:close/>
                  <a:moveTo>
                    <a:pt x="595" y="127"/>
                  </a:moveTo>
                  <a:cubicBezTo>
                    <a:pt x="603" y="130"/>
                    <a:pt x="609" y="136"/>
                    <a:pt x="609" y="137"/>
                  </a:cubicBezTo>
                  <a:cubicBezTo>
                    <a:pt x="608" y="137"/>
                    <a:pt x="608" y="138"/>
                    <a:pt x="607" y="138"/>
                  </a:cubicBezTo>
                  <a:cubicBezTo>
                    <a:pt x="604" y="138"/>
                    <a:pt x="598" y="135"/>
                    <a:pt x="594" y="130"/>
                  </a:cubicBezTo>
                  <a:lnTo>
                    <a:pt x="595" y="127"/>
                  </a:lnTo>
                  <a:close/>
                  <a:moveTo>
                    <a:pt x="578" y="131"/>
                  </a:moveTo>
                  <a:cubicBezTo>
                    <a:pt x="575" y="131"/>
                    <a:pt x="575" y="133"/>
                    <a:pt x="574" y="135"/>
                  </a:cubicBezTo>
                  <a:cubicBezTo>
                    <a:pt x="574" y="136"/>
                    <a:pt x="581" y="140"/>
                    <a:pt x="581" y="140"/>
                  </a:cubicBezTo>
                  <a:cubicBezTo>
                    <a:pt x="583" y="141"/>
                    <a:pt x="585" y="142"/>
                    <a:pt x="586" y="142"/>
                  </a:cubicBezTo>
                  <a:cubicBezTo>
                    <a:pt x="588" y="142"/>
                    <a:pt x="589" y="141"/>
                    <a:pt x="589" y="140"/>
                  </a:cubicBezTo>
                  <a:cubicBezTo>
                    <a:pt x="598" y="140"/>
                    <a:pt x="591" y="136"/>
                    <a:pt x="584" y="133"/>
                  </a:cubicBezTo>
                  <a:cubicBezTo>
                    <a:pt x="581" y="132"/>
                    <a:pt x="579" y="131"/>
                    <a:pt x="578" y="131"/>
                  </a:cubicBezTo>
                  <a:close/>
                  <a:moveTo>
                    <a:pt x="598" y="216"/>
                  </a:moveTo>
                  <a:lnTo>
                    <a:pt x="606" y="218"/>
                  </a:lnTo>
                  <a:cubicBezTo>
                    <a:pt x="614" y="221"/>
                    <a:pt x="613" y="222"/>
                    <a:pt x="612" y="224"/>
                  </a:cubicBezTo>
                  <a:lnTo>
                    <a:pt x="605" y="221"/>
                  </a:lnTo>
                  <a:lnTo>
                    <a:pt x="598" y="216"/>
                  </a:lnTo>
                  <a:close/>
                  <a:moveTo>
                    <a:pt x="567" y="204"/>
                  </a:moveTo>
                  <a:lnTo>
                    <a:pt x="581" y="214"/>
                  </a:lnTo>
                  <a:cubicBezTo>
                    <a:pt x="592" y="222"/>
                    <a:pt x="597" y="226"/>
                    <a:pt x="596" y="226"/>
                  </a:cubicBezTo>
                  <a:cubicBezTo>
                    <a:pt x="596" y="226"/>
                    <a:pt x="592" y="224"/>
                    <a:pt x="586" y="221"/>
                  </a:cubicBezTo>
                  <a:cubicBezTo>
                    <a:pt x="578" y="218"/>
                    <a:pt x="572" y="213"/>
                    <a:pt x="566" y="208"/>
                  </a:cubicBezTo>
                  <a:lnTo>
                    <a:pt x="567" y="204"/>
                  </a:lnTo>
                  <a:close/>
                  <a:moveTo>
                    <a:pt x="353" y="247"/>
                  </a:moveTo>
                  <a:cubicBezTo>
                    <a:pt x="352" y="247"/>
                    <a:pt x="355" y="250"/>
                    <a:pt x="363" y="257"/>
                  </a:cubicBezTo>
                  <a:cubicBezTo>
                    <a:pt x="367" y="260"/>
                    <a:pt x="369" y="261"/>
                    <a:pt x="369" y="261"/>
                  </a:cubicBezTo>
                  <a:cubicBezTo>
                    <a:pt x="370" y="261"/>
                    <a:pt x="370" y="261"/>
                    <a:pt x="370" y="260"/>
                  </a:cubicBezTo>
                  <a:cubicBezTo>
                    <a:pt x="366" y="256"/>
                    <a:pt x="362" y="253"/>
                    <a:pt x="357" y="250"/>
                  </a:cubicBezTo>
                  <a:cubicBezTo>
                    <a:pt x="355" y="248"/>
                    <a:pt x="353" y="247"/>
                    <a:pt x="353" y="247"/>
                  </a:cubicBezTo>
                  <a:close/>
                  <a:moveTo>
                    <a:pt x="550" y="253"/>
                  </a:moveTo>
                  <a:cubicBezTo>
                    <a:pt x="555" y="256"/>
                    <a:pt x="559" y="258"/>
                    <a:pt x="564" y="262"/>
                  </a:cubicBezTo>
                  <a:lnTo>
                    <a:pt x="563" y="264"/>
                  </a:lnTo>
                  <a:cubicBezTo>
                    <a:pt x="556" y="259"/>
                    <a:pt x="548" y="256"/>
                    <a:pt x="549" y="255"/>
                  </a:cubicBezTo>
                  <a:lnTo>
                    <a:pt x="550" y="253"/>
                  </a:lnTo>
                  <a:close/>
                  <a:moveTo>
                    <a:pt x="579" y="253"/>
                  </a:moveTo>
                  <a:cubicBezTo>
                    <a:pt x="581" y="253"/>
                    <a:pt x="587" y="258"/>
                    <a:pt x="598" y="266"/>
                  </a:cubicBezTo>
                  <a:lnTo>
                    <a:pt x="600" y="266"/>
                  </a:lnTo>
                  <a:cubicBezTo>
                    <a:pt x="602" y="269"/>
                    <a:pt x="603" y="271"/>
                    <a:pt x="602" y="271"/>
                  </a:cubicBezTo>
                  <a:cubicBezTo>
                    <a:pt x="601" y="271"/>
                    <a:pt x="598" y="269"/>
                    <a:pt x="591" y="264"/>
                  </a:cubicBezTo>
                  <a:lnTo>
                    <a:pt x="578" y="254"/>
                  </a:lnTo>
                  <a:cubicBezTo>
                    <a:pt x="578" y="253"/>
                    <a:pt x="579" y="253"/>
                    <a:pt x="579" y="253"/>
                  </a:cubicBezTo>
                  <a:close/>
                  <a:moveTo>
                    <a:pt x="516" y="270"/>
                  </a:moveTo>
                  <a:cubicBezTo>
                    <a:pt x="517" y="270"/>
                    <a:pt x="518" y="271"/>
                    <a:pt x="520" y="272"/>
                  </a:cubicBezTo>
                  <a:cubicBezTo>
                    <a:pt x="520" y="272"/>
                    <a:pt x="520" y="271"/>
                    <a:pt x="520" y="271"/>
                  </a:cubicBezTo>
                  <a:cubicBezTo>
                    <a:pt x="521" y="271"/>
                    <a:pt x="525" y="277"/>
                    <a:pt x="524" y="278"/>
                  </a:cubicBezTo>
                  <a:lnTo>
                    <a:pt x="518" y="275"/>
                  </a:lnTo>
                  <a:cubicBezTo>
                    <a:pt x="519" y="273"/>
                    <a:pt x="515" y="270"/>
                    <a:pt x="516" y="270"/>
                  </a:cubicBezTo>
                  <a:close/>
                  <a:moveTo>
                    <a:pt x="595" y="304"/>
                  </a:moveTo>
                  <a:lnTo>
                    <a:pt x="602" y="309"/>
                  </a:lnTo>
                  <a:lnTo>
                    <a:pt x="610" y="312"/>
                  </a:lnTo>
                  <a:lnTo>
                    <a:pt x="610" y="312"/>
                  </a:lnTo>
                  <a:lnTo>
                    <a:pt x="595" y="304"/>
                  </a:lnTo>
                  <a:close/>
                  <a:moveTo>
                    <a:pt x="548" y="303"/>
                  </a:moveTo>
                  <a:cubicBezTo>
                    <a:pt x="555" y="308"/>
                    <a:pt x="561" y="312"/>
                    <a:pt x="561" y="313"/>
                  </a:cubicBezTo>
                  <a:cubicBezTo>
                    <a:pt x="563" y="315"/>
                    <a:pt x="564" y="316"/>
                    <a:pt x="563" y="316"/>
                  </a:cubicBezTo>
                  <a:cubicBezTo>
                    <a:pt x="561" y="316"/>
                    <a:pt x="554" y="313"/>
                    <a:pt x="546" y="306"/>
                  </a:cubicBezTo>
                  <a:cubicBezTo>
                    <a:pt x="547" y="305"/>
                    <a:pt x="547" y="305"/>
                    <a:pt x="548" y="303"/>
                  </a:cubicBezTo>
                  <a:close/>
                  <a:moveTo>
                    <a:pt x="546" y="321"/>
                  </a:moveTo>
                  <a:lnTo>
                    <a:pt x="554" y="324"/>
                  </a:lnTo>
                  <a:lnTo>
                    <a:pt x="552" y="325"/>
                  </a:lnTo>
                  <a:cubicBezTo>
                    <a:pt x="552" y="326"/>
                    <a:pt x="552" y="326"/>
                    <a:pt x="551" y="326"/>
                  </a:cubicBezTo>
                  <a:cubicBezTo>
                    <a:pt x="551" y="326"/>
                    <a:pt x="549" y="325"/>
                    <a:pt x="545" y="322"/>
                  </a:cubicBezTo>
                  <a:lnTo>
                    <a:pt x="546" y="321"/>
                  </a:lnTo>
                  <a:close/>
                  <a:moveTo>
                    <a:pt x="503" y="327"/>
                  </a:moveTo>
                  <a:cubicBezTo>
                    <a:pt x="506" y="327"/>
                    <a:pt x="510" y="329"/>
                    <a:pt x="510" y="329"/>
                  </a:cubicBezTo>
                  <a:lnTo>
                    <a:pt x="510" y="330"/>
                  </a:lnTo>
                  <a:cubicBezTo>
                    <a:pt x="517" y="333"/>
                    <a:pt x="517" y="336"/>
                    <a:pt x="517" y="336"/>
                  </a:cubicBezTo>
                  <a:cubicBezTo>
                    <a:pt x="516" y="336"/>
                    <a:pt x="516" y="337"/>
                    <a:pt x="515" y="337"/>
                  </a:cubicBezTo>
                  <a:cubicBezTo>
                    <a:pt x="513" y="337"/>
                    <a:pt x="511" y="336"/>
                    <a:pt x="508" y="333"/>
                  </a:cubicBezTo>
                  <a:cubicBezTo>
                    <a:pt x="508" y="333"/>
                    <a:pt x="501" y="329"/>
                    <a:pt x="502" y="328"/>
                  </a:cubicBezTo>
                  <a:cubicBezTo>
                    <a:pt x="502" y="327"/>
                    <a:pt x="503" y="327"/>
                    <a:pt x="503" y="327"/>
                  </a:cubicBezTo>
                  <a:close/>
                  <a:moveTo>
                    <a:pt x="549" y="345"/>
                  </a:moveTo>
                  <a:cubicBezTo>
                    <a:pt x="548" y="346"/>
                    <a:pt x="555" y="350"/>
                    <a:pt x="555" y="350"/>
                  </a:cubicBezTo>
                  <a:cubicBezTo>
                    <a:pt x="555" y="350"/>
                    <a:pt x="560" y="354"/>
                    <a:pt x="562" y="354"/>
                  </a:cubicBezTo>
                  <a:cubicBezTo>
                    <a:pt x="562" y="354"/>
                    <a:pt x="562" y="354"/>
                    <a:pt x="563" y="354"/>
                  </a:cubicBezTo>
                  <a:lnTo>
                    <a:pt x="564" y="352"/>
                  </a:lnTo>
                  <a:cubicBezTo>
                    <a:pt x="559" y="349"/>
                    <a:pt x="554" y="347"/>
                    <a:pt x="549" y="345"/>
                  </a:cubicBezTo>
                  <a:close/>
                  <a:moveTo>
                    <a:pt x="493" y="354"/>
                  </a:moveTo>
                  <a:cubicBezTo>
                    <a:pt x="500" y="357"/>
                    <a:pt x="500" y="357"/>
                    <a:pt x="499" y="360"/>
                  </a:cubicBezTo>
                  <a:cubicBezTo>
                    <a:pt x="498" y="360"/>
                    <a:pt x="498" y="360"/>
                    <a:pt x="498" y="360"/>
                  </a:cubicBezTo>
                  <a:cubicBezTo>
                    <a:pt x="496" y="360"/>
                    <a:pt x="491" y="357"/>
                    <a:pt x="491" y="357"/>
                  </a:cubicBezTo>
                  <a:cubicBezTo>
                    <a:pt x="488" y="354"/>
                    <a:pt x="488" y="354"/>
                    <a:pt x="488" y="354"/>
                  </a:cubicBezTo>
                  <a:cubicBezTo>
                    <a:pt x="489" y="354"/>
                    <a:pt x="490" y="354"/>
                    <a:pt x="491" y="354"/>
                  </a:cubicBezTo>
                  <a:cubicBezTo>
                    <a:pt x="491" y="354"/>
                    <a:pt x="492" y="354"/>
                    <a:pt x="492" y="354"/>
                  </a:cubicBezTo>
                  <a:close/>
                  <a:moveTo>
                    <a:pt x="455" y="376"/>
                  </a:moveTo>
                  <a:lnTo>
                    <a:pt x="455" y="376"/>
                  </a:lnTo>
                  <a:cubicBezTo>
                    <a:pt x="457" y="378"/>
                    <a:pt x="458" y="378"/>
                    <a:pt x="458" y="378"/>
                  </a:cubicBezTo>
                  <a:cubicBezTo>
                    <a:pt x="457" y="378"/>
                    <a:pt x="454" y="377"/>
                    <a:pt x="455" y="376"/>
                  </a:cubicBezTo>
                  <a:close/>
                  <a:moveTo>
                    <a:pt x="482" y="382"/>
                  </a:moveTo>
                  <a:lnTo>
                    <a:pt x="482" y="382"/>
                  </a:lnTo>
                  <a:cubicBezTo>
                    <a:pt x="486" y="384"/>
                    <a:pt x="491" y="386"/>
                    <a:pt x="495" y="389"/>
                  </a:cubicBezTo>
                  <a:cubicBezTo>
                    <a:pt x="498" y="392"/>
                    <a:pt x="500" y="394"/>
                    <a:pt x="499" y="394"/>
                  </a:cubicBezTo>
                  <a:cubicBezTo>
                    <a:pt x="498" y="394"/>
                    <a:pt x="494" y="392"/>
                    <a:pt x="486" y="387"/>
                  </a:cubicBezTo>
                  <a:cubicBezTo>
                    <a:pt x="481" y="383"/>
                    <a:pt x="481" y="383"/>
                    <a:pt x="482" y="382"/>
                  </a:cubicBezTo>
                  <a:close/>
                  <a:moveTo>
                    <a:pt x="469" y="396"/>
                  </a:moveTo>
                  <a:cubicBezTo>
                    <a:pt x="472" y="398"/>
                    <a:pt x="473" y="399"/>
                    <a:pt x="472" y="399"/>
                  </a:cubicBezTo>
                  <a:cubicBezTo>
                    <a:pt x="471" y="399"/>
                    <a:pt x="469" y="397"/>
                    <a:pt x="469" y="396"/>
                  </a:cubicBezTo>
                  <a:close/>
                  <a:moveTo>
                    <a:pt x="474" y="391"/>
                  </a:moveTo>
                  <a:lnTo>
                    <a:pt x="482" y="394"/>
                  </a:lnTo>
                  <a:lnTo>
                    <a:pt x="487" y="399"/>
                  </a:lnTo>
                  <a:lnTo>
                    <a:pt x="486" y="402"/>
                  </a:lnTo>
                  <a:cubicBezTo>
                    <a:pt x="480" y="396"/>
                    <a:pt x="473" y="392"/>
                    <a:pt x="474" y="391"/>
                  </a:cubicBezTo>
                  <a:close/>
                  <a:moveTo>
                    <a:pt x="587" y="405"/>
                  </a:moveTo>
                  <a:lnTo>
                    <a:pt x="585" y="407"/>
                  </a:lnTo>
                  <a:cubicBezTo>
                    <a:pt x="589" y="410"/>
                    <a:pt x="591" y="411"/>
                    <a:pt x="592" y="411"/>
                  </a:cubicBezTo>
                  <a:cubicBezTo>
                    <a:pt x="592" y="411"/>
                    <a:pt x="592" y="411"/>
                    <a:pt x="593" y="411"/>
                  </a:cubicBezTo>
                  <a:cubicBezTo>
                    <a:pt x="594" y="407"/>
                    <a:pt x="594" y="407"/>
                    <a:pt x="587" y="405"/>
                  </a:cubicBezTo>
                  <a:close/>
                  <a:moveTo>
                    <a:pt x="392" y="457"/>
                  </a:moveTo>
                  <a:lnTo>
                    <a:pt x="400" y="461"/>
                  </a:lnTo>
                  <a:lnTo>
                    <a:pt x="404" y="468"/>
                  </a:lnTo>
                  <a:lnTo>
                    <a:pt x="403" y="468"/>
                  </a:lnTo>
                  <a:cubicBezTo>
                    <a:pt x="398" y="463"/>
                    <a:pt x="391" y="458"/>
                    <a:pt x="392" y="457"/>
                  </a:cubicBezTo>
                  <a:close/>
                  <a:moveTo>
                    <a:pt x="365" y="482"/>
                  </a:moveTo>
                  <a:cubicBezTo>
                    <a:pt x="367" y="482"/>
                    <a:pt x="377" y="494"/>
                    <a:pt x="383" y="499"/>
                  </a:cubicBezTo>
                  <a:lnTo>
                    <a:pt x="383" y="500"/>
                  </a:lnTo>
                  <a:cubicBezTo>
                    <a:pt x="382" y="501"/>
                    <a:pt x="382" y="501"/>
                    <a:pt x="381" y="501"/>
                  </a:cubicBezTo>
                  <a:cubicBezTo>
                    <a:pt x="380" y="501"/>
                    <a:pt x="379" y="500"/>
                    <a:pt x="375" y="495"/>
                  </a:cubicBezTo>
                  <a:cubicBezTo>
                    <a:pt x="372" y="491"/>
                    <a:pt x="368" y="487"/>
                    <a:pt x="365" y="483"/>
                  </a:cubicBezTo>
                  <a:cubicBezTo>
                    <a:pt x="365" y="482"/>
                    <a:pt x="365" y="482"/>
                    <a:pt x="365" y="482"/>
                  </a:cubicBezTo>
                  <a:close/>
                  <a:moveTo>
                    <a:pt x="340" y="526"/>
                  </a:moveTo>
                  <a:lnTo>
                    <a:pt x="347" y="531"/>
                  </a:lnTo>
                  <a:lnTo>
                    <a:pt x="352" y="537"/>
                  </a:lnTo>
                  <a:lnTo>
                    <a:pt x="351" y="539"/>
                  </a:lnTo>
                  <a:cubicBezTo>
                    <a:pt x="345" y="533"/>
                    <a:pt x="339" y="527"/>
                    <a:pt x="340" y="526"/>
                  </a:cubicBezTo>
                  <a:close/>
                  <a:moveTo>
                    <a:pt x="391" y="546"/>
                  </a:moveTo>
                  <a:cubicBezTo>
                    <a:pt x="395" y="551"/>
                    <a:pt x="399" y="554"/>
                    <a:pt x="401" y="560"/>
                  </a:cubicBezTo>
                  <a:lnTo>
                    <a:pt x="400" y="561"/>
                  </a:lnTo>
                  <a:cubicBezTo>
                    <a:pt x="394" y="554"/>
                    <a:pt x="389" y="549"/>
                    <a:pt x="390" y="548"/>
                  </a:cubicBezTo>
                  <a:lnTo>
                    <a:pt x="391" y="546"/>
                  </a:lnTo>
                  <a:close/>
                  <a:moveTo>
                    <a:pt x="253" y="591"/>
                  </a:moveTo>
                  <a:cubicBezTo>
                    <a:pt x="260" y="597"/>
                    <a:pt x="263" y="605"/>
                    <a:pt x="262" y="606"/>
                  </a:cubicBezTo>
                  <a:lnTo>
                    <a:pt x="261" y="606"/>
                  </a:lnTo>
                  <a:cubicBezTo>
                    <a:pt x="260" y="607"/>
                    <a:pt x="259" y="607"/>
                    <a:pt x="259" y="607"/>
                  </a:cubicBezTo>
                  <a:cubicBezTo>
                    <a:pt x="258" y="607"/>
                    <a:pt x="257" y="606"/>
                    <a:pt x="254" y="601"/>
                  </a:cubicBezTo>
                  <a:cubicBezTo>
                    <a:pt x="250" y="595"/>
                    <a:pt x="252" y="592"/>
                    <a:pt x="253" y="591"/>
                  </a:cubicBezTo>
                  <a:close/>
                  <a:moveTo>
                    <a:pt x="205" y="632"/>
                  </a:moveTo>
                  <a:cubicBezTo>
                    <a:pt x="208" y="636"/>
                    <a:pt x="210" y="641"/>
                    <a:pt x="214" y="645"/>
                  </a:cubicBezTo>
                  <a:lnTo>
                    <a:pt x="213" y="646"/>
                  </a:lnTo>
                  <a:cubicBezTo>
                    <a:pt x="207" y="640"/>
                    <a:pt x="202" y="633"/>
                    <a:pt x="204" y="633"/>
                  </a:cubicBezTo>
                  <a:lnTo>
                    <a:pt x="205" y="632"/>
                  </a:lnTo>
                  <a:close/>
                  <a:moveTo>
                    <a:pt x="26" y="682"/>
                  </a:moveTo>
                  <a:cubicBezTo>
                    <a:pt x="26" y="682"/>
                    <a:pt x="29" y="682"/>
                    <a:pt x="36" y="683"/>
                  </a:cubicBezTo>
                  <a:lnTo>
                    <a:pt x="36" y="683"/>
                  </a:lnTo>
                  <a:cubicBezTo>
                    <a:pt x="30" y="682"/>
                    <a:pt x="26" y="682"/>
                    <a:pt x="26" y="682"/>
                  </a:cubicBezTo>
                  <a:close/>
                  <a:moveTo>
                    <a:pt x="36" y="683"/>
                  </a:moveTo>
                  <a:cubicBezTo>
                    <a:pt x="37" y="683"/>
                    <a:pt x="37" y="683"/>
                    <a:pt x="37" y="683"/>
                  </a:cubicBezTo>
                  <a:lnTo>
                    <a:pt x="37" y="683"/>
                  </a:lnTo>
                  <a:cubicBezTo>
                    <a:pt x="37" y="683"/>
                    <a:pt x="37" y="683"/>
                    <a:pt x="36" y="683"/>
                  </a:cubicBezTo>
                  <a:cubicBezTo>
                    <a:pt x="36" y="683"/>
                    <a:pt x="36" y="683"/>
                    <a:pt x="36" y="683"/>
                  </a:cubicBezTo>
                  <a:close/>
                  <a:moveTo>
                    <a:pt x="97" y="690"/>
                  </a:moveTo>
                  <a:cubicBezTo>
                    <a:pt x="99" y="690"/>
                    <a:pt x="102" y="691"/>
                    <a:pt x="108" y="692"/>
                  </a:cubicBezTo>
                  <a:cubicBezTo>
                    <a:pt x="115" y="694"/>
                    <a:pt x="118" y="695"/>
                    <a:pt x="117" y="695"/>
                  </a:cubicBezTo>
                  <a:cubicBezTo>
                    <a:pt x="116" y="695"/>
                    <a:pt x="112" y="694"/>
                    <a:pt x="106" y="693"/>
                  </a:cubicBezTo>
                  <a:cubicBezTo>
                    <a:pt x="94" y="691"/>
                    <a:pt x="94" y="691"/>
                    <a:pt x="95" y="691"/>
                  </a:cubicBezTo>
                  <a:cubicBezTo>
                    <a:pt x="96" y="691"/>
                    <a:pt x="96" y="690"/>
                    <a:pt x="97" y="690"/>
                  </a:cubicBezTo>
                  <a:close/>
                  <a:moveTo>
                    <a:pt x="86" y="693"/>
                  </a:moveTo>
                  <a:lnTo>
                    <a:pt x="100" y="696"/>
                  </a:lnTo>
                  <a:lnTo>
                    <a:pt x="99" y="696"/>
                  </a:lnTo>
                  <a:cubicBezTo>
                    <a:pt x="98" y="696"/>
                    <a:pt x="98" y="696"/>
                    <a:pt x="85" y="693"/>
                  </a:cubicBezTo>
                  <a:close/>
                  <a:moveTo>
                    <a:pt x="63" y="695"/>
                  </a:moveTo>
                  <a:cubicBezTo>
                    <a:pt x="63" y="695"/>
                    <a:pt x="67" y="696"/>
                    <a:pt x="69" y="696"/>
                  </a:cubicBezTo>
                  <a:cubicBezTo>
                    <a:pt x="70" y="696"/>
                    <a:pt x="69" y="695"/>
                    <a:pt x="63" y="695"/>
                  </a:cubicBezTo>
                  <a:close/>
                  <a:moveTo>
                    <a:pt x="73" y="698"/>
                  </a:moveTo>
                  <a:lnTo>
                    <a:pt x="89" y="699"/>
                  </a:lnTo>
                  <a:lnTo>
                    <a:pt x="88" y="700"/>
                  </a:lnTo>
                  <a:cubicBezTo>
                    <a:pt x="87" y="700"/>
                    <a:pt x="87" y="700"/>
                    <a:pt x="72" y="698"/>
                  </a:cubicBezTo>
                  <a:close/>
                  <a:moveTo>
                    <a:pt x="198" y="698"/>
                  </a:moveTo>
                  <a:cubicBezTo>
                    <a:pt x="198" y="698"/>
                    <a:pt x="201" y="698"/>
                    <a:pt x="206" y="700"/>
                  </a:cubicBezTo>
                  <a:cubicBezTo>
                    <a:pt x="200" y="698"/>
                    <a:pt x="198" y="698"/>
                    <a:pt x="198" y="698"/>
                  </a:cubicBezTo>
                  <a:close/>
                  <a:moveTo>
                    <a:pt x="176" y="697"/>
                  </a:moveTo>
                  <a:lnTo>
                    <a:pt x="187" y="699"/>
                  </a:lnTo>
                  <a:cubicBezTo>
                    <a:pt x="199" y="702"/>
                    <a:pt x="198" y="702"/>
                    <a:pt x="198" y="702"/>
                  </a:cubicBezTo>
                  <a:cubicBezTo>
                    <a:pt x="198" y="703"/>
                    <a:pt x="198" y="703"/>
                    <a:pt x="197" y="703"/>
                  </a:cubicBezTo>
                  <a:cubicBezTo>
                    <a:pt x="196" y="703"/>
                    <a:pt x="193" y="702"/>
                    <a:pt x="186" y="700"/>
                  </a:cubicBezTo>
                  <a:cubicBezTo>
                    <a:pt x="182" y="699"/>
                    <a:pt x="179" y="698"/>
                    <a:pt x="176" y="697"/>
                  </a:cubicBezTo>
                  <a:close/>
                  <a:moveTo>
                    <a:pt x="77" y="703"/>
                  </a:moveTo>
                  <a:lnTo>
                    <a:pt x="108" y="706"/>
                  </a:lnTo>
                  <a:lnTo>
                    <a:pt x="107" y="707"/>
                  </a:lnTo>
                  <a:cubicBezTo>
                    <a:pt x="106" y="707"/>
                    <a:pt x="91" y="706"/>
                    <a:pt x="91" y="706"/>
                  </a:cubicBezTo>
                  <a:cubicBezTo>
                    <a:pt x="86" y="705"/>
                    <a:pt x="81" y="705"/>
                    <a:pt x="77" y="703"/>
                  </a:cubicBezTo>
                  <a:close/>
                  <a:moveTo>
                    <a:pt x="178" y="702"/>
                  </a:moveTo>
                  <a:lnTo>
                    <a:pt x="191" y="705"/>
                  </a:lnTo>
                  <a:lnTo>
                    <a:pt x="202" y="708"/>
                  </a:lnTo>
                  <a:cubicBezTo>
                    <a:pt x="190" y="706"/>
                    <a:pt x="178" y="703"/>
                    <a:pt x="178" y="702"/>
                  </a:cubicBezTo>
                  <a:close/>
                  <a:moveTo>
                    <a:pt x="176" y="710"/>
                  </a:moveTo>
                  <a:lnTo>
                    <a:pt x="191" y="713"/>
                  </a:lnTo>
                  <a:lnTo>
                    <a:pt x="191" y="713"/>
                  </a:lnTo>
                  <a:lnTo>
                    <a:pt x="189" y="712"/>
                  </a:lnTo>
                  <a:cubicBezTo>
                    <a:pt x="185" y="712"/>
                    <a:pt x="180" y="711"/>
                    <a:pt x="176" y="710"/>
                  </a:cubicBezTo>
                  <a:close/>
                  <a:moveTo>
                    <a:pt x="118" y="729"/>
                  </a:moveTo>
                  <a:cubicBezTo>
                    <a:pt x="132" y="729"/>
                    <a:pt x="145" y="729"/>
                    <a:pt x="133" y="730"/>
                  </a:cubicBezTo>
                  <a:lnTo>
                    <a:pt x="106" y="730"/>
                  </a:lnTo>
                  <a:lnTo>
                    <a:pt x="118" y="729"/>
                  </a:lnTo>
                  <a:close/>
                  <a:moveTo>
                    <a:pt x="246" y="733"/>
                  </a:moveTo>
                  <a:cubicBezTo>
                    <a:pt x="246" y="733"/>
                    <a:pt x="244" y="733"/>
                    <a:pt x="240" y="735"/>
                  </a:cubicBezTo>
                  <a:lnTo>
                    <a:pt x="240" y="735"/>
                  </a:lnTo>
                  <a:cubicBezTo>
                    <a:pt x="241" y="735"/>
                    <a:pt x="241" y="735"/>
                    <a:pt x="241" y="735"/>
                  </a:cubicBezTo>
                  <a:cubicBezTo>
                    <a:pt x="244" y="734"/>
                    <a:pt x="246" y="733"/>
                    <a:pt x="246" y="733"/>
                  </a:cubicBezTo>
                  <a:close/>
                  <a:moveTo>
                    <a:pt x="197" y="741"/>
                  </a:moveTo>
                  <a:cubicBezTo>
                    <a:pt x="197" y="741"/>
                    <a:pt x="197" y="741"/>
                    <a:pt x="187" y="744"/>
                  </a:cubicBezTo>
                  <a:cubicBezTo>
                    <a:pt x="180" y="745"/>
                    <a:pt x="172" y="747"/>
                    <a:pt x="165" y="747"/>
                  </a:cubicBezTo>
                  <a:cubicBezTo>
                    <a:pt x="176" y="744"/>
                    <a:pt x="186" y="742"/>
                    <a:pt x="197" y="741"/>
                  </a:cubicBezTo>
                  <a:close/>
                  <a:moveTo>
                    <a:pt x="319" y="827"/>
                  </a:moveTo>
                  <a:cubicBezTo>
                    <a:pt x="320" y="827"/>
                    <a:pt x="313" y="835"/>
                    <a:pt x="303" y="844"/>
                  </a:cubicBezTo>
                  <a:cubicBezTo>
                    <a:pt x="298" y="849"/>
                    <a:pt x="295" y="852"/>
                    <a:pt x="295" y="852"/>
                  </a:cubicBezTo>
                  <a:cubicBezTo>
                    <a:pt x="295" y="852"/>
                    <a:pt x="297" y="849"/>
                    <a:pt x="302" y="843"/>
                  </a:cubicBezTo>
                  <a:cubicBezTo>
                    <a:pt x="307" y="836"/>
                    <a:pt x="312" y="830"/>
                    <a:pt x="313" y="830"/>
                  </a:cubicBezTo>
                  <a:cubicBezTo>
                    <a:pt x="313" y="830"/>
                    <a:pt x="313" y="830"/>
                    <a:pt x="314" y="830"/>
                  </a:cubicBezTo>
                  <a:cubicBezTo>
                    <a:pt x="317" y="828"/>
                    <a:pt x="318" y="827"/>
                    <a:pt x="319" y="827"/>
                  </a:cubicBezTo>
                  <a:close/>
                  <a:moveTo>
                    <a:pt x="628" y="2"/>
                  </a:moveTo>
                  <a:cubicBezTo>
                    <a:pt x="623" y="2"/>
                    <a:pt x="628" y="4"/>
                    <a:pt x="643" y="8"/>
                  </a:cubicBezTo>
                  <a:cubicBezTo>
                    <a:pt x="658" y="11"/>
                    <a:pt x="664" y="13"/>
                    <a:pt x="663" y="13"/>
                  </a:cubicBezTo>
                  <a:cubicBezTo>
                    <a:pt x="662" y="13"/>
                    <a:pt x="658" y="12"/>
                    <a:pt x="651" y="11"/>
                  </a:cubicBezTo>
                  <a:cubicBezTo>
                    <a:pt x="644" y="10"/>
                    <a:pt x="640" y="9"/>
                    <a:pt x="638" y="9"/>
                  </a:cubicBezTo>
                  <a:cubicBezTo>
                    <a:pt x="635" y="9"/>
                    <a:pt x="635" y="10"/>
                    <a:pt x="634" y="11"/>
                  </a:cubicBezTo>
                  <a:cubicBezTo>
                    <a:pt x="634" y="12"/>
                    <a:pt x="634" y="12"/>
                    <a:pt x="634" y="12"/>
                  </a:cubicBezTo>
                  <a:cubicBezTo>
                    <a:pt x="633" y="12"/>
                    <a:pt x="631" y="12"/>
                    <a:pt x="627" y="10"/>
                  </a:cubicBezTo>
                  <a:cubicBezTo>
                    <a:pt x="622" y="10"/>
                    <a:pt x="617" y="9"/>
                    <a:pt x="614" y="9"/>
                  </a:cubicBezTo>
                  <a:cubicBezTo>
                    <a:pt x="611" y="9"/>
                    <a:pt x="610" y="9"/>
                    <a:pt x="610" y="10"/>
                  </a:cubicBezTo>
                  <a:cubicBezTo>
                    <a:pt x="609" y="11"/>
                    <a:pt x="609" y="11"/>
                    <a:pt x="616" y="14"/>
                  </a:cubicBezTo>
                  <a:cubicBezTo>
                    <a:pt x="623" y="14"/>
                    <a:pt x="624" y="15"/>
                    <a:pt x="618" y="15"/>
                  </a:cubicBezTo>
                  <a:cubicBezTo>
                    <a:pt x="615" y="15"/>
                    <a:pt x="612" y="15"/>
                    <a:pt x="609" y="15"/>
                  </a:cubicBezTo>
                  <a:cubicBezTo>
                    <a:pt x="606" y="14"/>
                    <a:pt x="604" y="14"/>
                    <a:pt x="603" y="14"/>
                  </a:cubicBezTo>
                  <a:cubicBezTo>
                    <a:pt x="601" y="14"/>
                    <a:pt x="605" y="15"/>
                    <a:pt x="615" y="18"/>
                  </a:cubicBezTo>
                  <a:cubicBezTo>
                    <a:pt x="627" y="21"/>
                    <a:pt x="630" y="23"/>
                    <a:pt x="623" y="23"/>
                  </a:cubicBezTo>
                  <a:cubicBezTo>
                    <a:pt x="621" y="23"/>
                    <a:pt x="618" y="23"/>
                    <a:pt x="614" y="23"/>
                  </a:cubicBezTo>
                  <a:cubicBezTo>
                    <a:pt x="614" y="23"/>
                    <a:pt x="614" y="24"/>
                    <a:pt x="613" y="25"/>
                  </a:cubicBezTo>
                  <a:cubicBezTo>
                    <a:pt x="613" y="27"/>
                    <a:pt x="621" y="28"/>
                    <a:pt x="629" y="30"/>
                  </a:cubicBezTo>
                  <a:cubicBezTo>
                    <a:pt x="639" y="33"/>
                    <a:pt x="643" y="34"/>
                    <a:pt x="642" y="34"/>
                  </a:cubicBezTo>
                  <a:cubicBezTo>
                    <a:pt x="641" y="34"/>
                    <a:pt x="639" y="34"/>
                    <a:pt x="637" y="34"/>
                  </a:cubicBezTo>
                  <a:cubicBezTo>
                    <a:pt x="631" y="34"/>
                    <a:pt x="625" y="33"/>
                    <a:pt x="620" y="32"/>
                  </a:cubicBezTo>
                  <a:cubicBezTo>
                    <a:pt x="617" y="31"/>
                    <a:pt x="616" y="31"/>
                    <a:pt x="614" y="31"/>
                  </a:cubicBezTo>
                  <a:cubicBezTo>
                    <a:pt x="612" y="31"/>
                    <a:pt x="612" y="32"/>
                    <a:pt x="611" y="33"/>
                  </a:cubicBezTo>
                  <a:cubicBezTo>
                    <a:pt x="611" y="34"/>
                    <a:pt x="610" y="37"/>
                    <a:pt x="618" y="39"/>
                  </a:cubicBezTo>
                  <a:lnTo>
                    <a:pt x="610" y="37"/>
                  </a:lnTo>
                  <a:cubicBezTo>
                    <a:pt x="610" y="37"/>
                    <a:pt x="609" y="37"/>
                    <a:pt x="609" y="37"/>
                  </a:cubicBezTo>
                  <a:cubicBezTo>
                    <a:pt x="608" y="37"/>
                    <a:pt x="606" y="37"/>
                    <a:pt x="606" y="37"/>
                  </a:cubicBezTo>
                  <a:lnTo>
                    <a:pt x="606" y="37"/>
                  </a:lnTo>
                  <a:cubicBezTo>
                    <a:pt x="606" y="37"/>
                    <a:pt x="607" y="37"/>
                    <a:pt x="610" y="38"/>
                  </a:cubicBezTo>
                  <a:cubicBezTo>
                    <a:pt x="610" y="38"/>
                    <a:pt x="610" y="41"/>
                    <a:pt x="601" y="41"/>
                  </a:cubicBezTo>
                  <a:cubicBezTo>
                    <a:pt x="592" y="42"/>
                    <a:pt x="606" y="51"/>
                    <a:pt x="623" y="51"/>
                  </a:cubicBezTo>
                  <a:cubicBezTo>
                    <a:pt x="623" y="51"/>
                    <a:pt x="623" y="51"/>
                    <a:pt x="623" y="52"/>
                  </a:cubicBezTo>
                  <a:cubicBezTo>
                    <a:pt x="622" y="53"/>
                    <a:pt x="630" y="55"/>
                    <a:pt x="630" y="55"/>
                  </a:cubicBezTo>
                  <a:cubicBezTo>
                    <a:pt x="638" y="57"/>
                    <a:pt x="638" y="60"/>
                    <a:pt x="637" y="61"/>
                  </a:cubicBezTo>
                  <a:lnTo>
                    <a:pt x="621" y="56"/>
                  </a:lnTo>
                  <a:cubicBezTo>
                    <a:pt x="610" y="53"/>
                    <a:pt x="603" y="51"/>
                    <a:pt x="600" y="51"/>
                  </a:cubicBezTo>
                  <a:cubicBezTo>
                    <a:pt x="597" y="51"/>
                    <a:pt x="600" y="53"/>
                    <a:pt x="613" y="57"/>
                  </a:cubicBezTo>
                  <a:lnTo>
                    <a:pt x="605" y="55"/>
                  </a:lnTo>
                  <a:cubicBezTo>
                    <a:pt x="603" y="54"/>
                    <a:pt x="601" y="54"/>
                    <a:pt x="600" y="54"/>
                  </a:cubicBezTo>
                  <a:cubicBezTo>
                    <a:pt x="597" y="54"/>
                    <a:pt x="598" y="56"/>
                    <a:pt x="603" y="60"/>
                  </a:cubicBezTo>
                  <a:cubicBezTo>
                    <a:pt x="610" y="64"/>
                    <a:pt x="618" y="67"/>
                    <a:pt x="625" y="70"/>
                  </a:cubicBezTo>
                  <a:cubicBezTo>
                    <a:pt x="633" y="72"/>
                    <a:pt x="633" y="73"/>
                    <a:pt x="633" y="73"/>
                  </a:cubicBezTo>
                  <a:cubicBezTo>
                    <a:pt x="633" y="74"/>
                    <a:pt x="632" y="74"/>
                    <a:pt x="632" y="74"/>
                  </a:cubicBezTo>
                  <a:cubicBezTo>
                    <a:pt x="631" y="74"/>
                    <a:pt x="629" y="73"/>
                    <a:pt x="624" y="72"/>
                  </a:cubicBezTo>
                  <a:cubicBezTo>
                    <a:pt x="619" y="70"/>
                    <a:pt x="616" y="70"/>
                    <a:pt x="614" y="70"/>
                  </a:cubicBezTo>
                  <a:cubicBezTo>
                    <a:pt x="610" y="70"/>
                    <a:pt x="613" y="73"/>
                    <a:pt x="623" y="76"/>
                  </a:cubicBezTo>
                  <a:lnTo>
                    <a:pt x="615" y="74"/>
                  </a:lnTo>
                  <a:cubicBezTo>
                    <a:pt x="612" y="73"/>
                    <a:pt x="609" y="73"/>
                    <a:pt x="607" y="73"/>
                  </a:cubicBezTo>
                  <a:cubicBezTo>
                    <a:pt x="603" y="73"/>
                    <a:pt x="601" y="75"/>
                    <a:pt x="604" y="81"/>
                  </a:cubicBezTo>
                  <a:cubicBezTo>
                    <a:pt x="602" y="86"/>
                    <a:pt x="601" y="89"/>
                    <a:pt x="596" y="89"/>
                  </a:cubicBezTo>
                  <a:cubicBezTo>
                    <a:pt x="595" y="89"/>
                    <a:pt x="594" y="89"/>
                    <a:pt x="593" y="89"/>
                  </a:cubicBezTo>
                  <a:cubicBezTo>
                    <a:pt x="592" y="88"/>
                    <a:pt x="591" y="88"/>
                    <a:pt x="591" y="88"/>
                  </a:cubicBezTo>
                  <a:cubicBezTo>
                    <a:pt x="588" y="88"/>
                    <a:pt x="600" y="98"/>
                    <a:pt x="612" y="104"/>
                  </a:cubicBezTo>
                  <a:cubicBezTo>
                    <a:pt x="610" y="104"/>
                    <a:pt x="608" y="103"/>
                    <a:pt x="607" y="103"/>
                  </a:cubicBezTo>
                  <a:cubicBezTo>
                    <a:pt x="604" y="103"/>
                    <a:pt x="604" y="105"/>
                    <a:pt x="603" y="107"/>
                  </a:cubicBezTo>
                  <a:cubicBezTo>
                    <a:pt x="602" y="109"/>
                    <a:pt x="602" y="110"/>
                    <a:pt x="600" y="110"/>
                  </a:cubicBezTo>
                  <a:cubicBezTo>
                    <a:pt x="599" y="110"/>
                    <a:pt x="597" y="110"/>
                    <a:pt x="594" y="109"/>
                  </a:cubicBezTo>
                  <a:cubicBezTo>
                    <a:pt x="587" y="106"/>
                    <a:pt x="583" y="104"/>
                    <a:pt x="583" y="104"/>
                  </a:cubicBezTo>
                  <a:lnTo>
                    <a:pt x="583" y="104"/>
                  </a:lnTo>
                  <a:cubicBezTo>
                    <a:pt x="582" y="104"/>
                    <a:pt x="586" y="106"/>
                    <a:pt x="593" y="110"/>
                  </a:cubicBezTo>
                  <a:cubicBezTo>
                    <a:pt x="602" y="114"/>
                    <a:pt x="602" y="117"/>
                    <a:pt x="598" y="117"/>
                  </a:cubicBezTo>
                  <a:cubicBezTo>
                    <a:pt x="595" y="117"/>
                    <a:pt x="590" y="116"/>
                    <a:pt x="584" y="113"/>
                  </a:cubicBezTo>
                  <a:cubicBezTo>
                    <a:pt x="581" y="112"/>
                    <a:pt x="578" y="111"/>
                    <a:pt x="577" y="111"/>
                  </a:cubicBezTo>
                  <a:cubicBezTo>
                    <a:pt x="575" y="111"/>
                    <a:pt x="574" y="113"/>
                    <a:pt x="574" y="115"/>
                  </a:cubicBezTo>
                  <a:cubicBezTo>
                    <a:pt x="581" y="119"/>
                    <a:pt x="579" y="121"/>
                    <a:pt x="578" y="125"/>
                  </a:cubicBezTo>
                  <a:cubicBezTo>
                    <a:pt x="576" y="128"/>
                    <a:pt x="576" y="128"/>
                    <a:pt x="592" y="135"/>
                  </a:cubicBezTo>
                  <a:cubicBezTo>
                    <a:pt x="607" y="140"/>
                    <a:pt x="606" y="141"/>
                    <a:pt x="605" y="145"/>
                  </a:cubicBezTo>
                  <a:cubicBezTo>
                    <a:pt x="605" y="145"/>
                    <a:pt x="604" y="146"/>
                    <a:pt x="603" y="146"/>
                  </a:cubicBezTo>
                  <a:cubicBezTo>
                    <a:pt x="601" y="146"/>
                    <a:pt x="600" y="146"/>
                    <a:pt x="596" y="145"/>
                  </a:cubicBezTo>
                  <a:cubicBezTo>
                    <a:pt x="596" y="145"/>
                    <a:pt x="593" y="144"/>
                    <a:pt x="590" y="144"/>
                  </a:cubicBezTo>
                  <a:cubicBezTo>
                    <a:pt x="589" y="144"/>
                    <a:pt x="588" y="144"/>
                    <a:pt x="587" y="145"/>
                  </a:cubicBezTo>
                  <a:cubicBezTo>
                    <a:pt x="587" y="145"/>
                    <a:pt x="586" y="146"/>
                    <a:pt x="585" y="146"/>
                  </a:cubicBezTo>
                  <a:cubicBezTo>
                    <a:pt x="583" y="146"/>
                    <a:pt x="582" y="146"/>
                    <a:pt x="578" y="145"/>
                  </a:cubicBezTo>
                  <a:cubicBezTo>
                    <a:pt x="578" y="145"/>
                    <a:pt x="576" y="144"/>
                    <a:pt x="573" y="144"/>
                  </a:cubicBezTo>
                  <a:cubicBezTo>
                    <a:pt x="571" y="144"/>
                    <a:pt x="570" y="145"/>
                    <a:pt x="569" y="146"/>
                  </a:cubicBezTo>
                  <a:cubicBezTo>
                    <a:pt x="569" y="148"/>
                    <a:pt x="568" y="150"/>
                    <a:pt x="565" y="150"/>
                  </a:cubicBezTo>
                  <a:cubicBezTo>
                    <a:pt x="563" y="150"/>
                    <a:pt x="562" y="149"/>
                    <a:pt x="559" y="148"/>
                  </a:cubicBezTo>
                  <a:lnTo>
                    <a:pt x="559" y="148"/>
                  </a:lnTo>
                  <a:cubicBezTo>
                    <a:pt x="558" y="149"/>
                    <a:pt x="558" y="149"/>
                    <a:pt x="566" y="153"/>
                  </a:cubicBezTo>
                  <a:cubicBezTo>
                    <a:pt x="574" y="156"/>
                    <a:pt x="581" y="161"/>
                    <a:pt x="570" y="163"/>
                  </a:cubicBezTo>
                  <a:cubicBezTo>
                    <a:pt x="569" y="166"/>
                    <a:pt x="567" y="170"/>
                    <a:pt x="575" y="173"/>
                  </a:cubicBezTo>
                  <a:cubicBezTo>
                    <a:pt x="574" y="174"/>
                    <a:pt x="574" y="174"/>
                    <a:pt x="573" y="174"/>
                  </a:cubicBezTo>
                  <a:cubicBezTo>
                    <a:pt x="572" y="174"/>
                    <a:pt x="570" y="174"/>
                    <a:pt x="566" y="172"/>
                  </a:cubicBezTo>
                  <a:cubicBezTo>
                    <a:pt x="560" y="169"/>
                    <a:pt x="557" y="168"/>
                    <a:pt x="555" y="168"/>
                  </a:cubicBezTo>
                  <a:cubicBezTo>
                    <a:pt x="553" y="168"/>
                    <a:pt x="555" y="171"/>
                    <a:pt x="564" y="177"/>
                  </a:cubicBezTo>
                  <a:cubicBezTo>
                    <a:pt x="569" y="180"/>
                    <a:pt x="570" y="181"/>
                    <a:pt x="568" y="181"/>
                  </a:cubicBezTo>
                  <a:cubicBezTo>
                    <a:pt x="567" y="181"/>
                    <a:pt x="565" y="180"/>
                    <a:pt x="563" y="180"/>
                  </a:cubicBezTo>
                  <a:lnTo>
                    <a:pt x="563" y="180"/>
                  </a:lnTo>
                  <a:cubicBezTo>
                    <a:pt x="563" y="180"/>
                    <a:pt x="561" y="181"/>
                    <a:pt x="568" y="186"/>
                  </a:cubicBezTo>
                  <a:cubicBezTo>
                    <a:pt x="573" y="189"/>
                    <a:pt x="574" y="190"/>
                    <a:pt x="572" y="190"/>
                  </a:cubicBezTo>
                  <a:cubicBezTo>
                    <a:pt x="571" y="190"/>
                    <a:pt x="569" y="190"/>
                    <a:pt x="566" y="190"/>
                  </a:cubicBezTo>
                  <a:cubicBezTo>
                    <a:pt x="563" y="188"/>
                    <a:pt x="561" y="188"/>
                    <a:pt x="560" y="188"/>
                  </a:cubicBezTo>
                  <a:cubicBezTo>
                    <a:pt x="558" y="188"/>
                    <a:pt x="558" y="189"/>
                    <a:pt x="557" y="190"/>
                  </a:cubicBezTo>
                  <a:cubicBezTo>
                    <a:pt x="562" y="195"/>
                    <a:pt x="556" y="209"/>
                    <a:pt x="548" y="209"/>
                  </a:cubicBezTo>
                  <a:cubicBezTo>
                    <a:pt x="548" y="209"/>
                    <a:pt x="547" y="209"/>
                    <a:pt x="547" y="209"/>
                  </a:cubicBezTo>
                  <a:lnTo>
                    <a:pt x="547" y="209"/>
                  </a:lnTo>
                  <a:cubicBezTo>
                    <a:pt x="554" y="213"/>
                    <a:pt x="554" y="213"/>
                    <a:pt x="552" y="216"/>
                  </a:cubicBezTo>
                  <a:cubicBezTo>
                    <a:pt x="548" y="213"/>
                    <a:pt x="545" y="212"/>
                    <a:pt x="545" y="212"/>
                  </a:cubicBezTo>
                  <a:cubicBezTo>
                    <a:pt x="543" y="212"/>
                    <a:pt x="549" y="217"/>
                    <a:pt x="559" y="221"/>
                  </a:cubicBezTo>
                  <a:lnTo>
                    <a:pt x="559" y="220"/>
                  </a:lnTo>
                  <a:lnTo>
                    <a:pt x="560" y="219"/>
                  </a:lnTo>
                  <a:cubicBezTo>
                    <a:pt x="568" y="223"/>
                    <a:pt x="571" y="226"/>
                    <a:pt x="568" y="226"/>
                  </a:cubicBezTo>
                  <a:cubicBezTo>
                    <a:pt x="566" y="226"/>
                    <a:pt x="560" y="224"/>
                    <a:pt x="550" y="219"/>
                  </a:cubicBezTo>
                  <a:cubicBezTo>
                    <a:pt x="544" y="216"/>
                    <a:pt x="540" y="215"/>
                    <a:pt x="539" y="215"/>
                  </a:cubicBezTo>
                  <a:cubicBezTo>
                    <a:pt x="538" y="215"/>
                    <a:pt x="542" y="217"/>
                    <a:pt x="549" y="222"/>
                  </a:cubicBezTo>
                  <a:cubicBezTo>
                    <a:pt x="558" y="228"/>
                    <a:pt x="561" y="230"/>
                    <a:pt x="559" y="230"/>
                  </a:cubicBezTo>
                  <a:cubicBezTo>
                    <a:pt x="557" y="230"/>
                    <a:pt x="553" y="229"/>
                    <a:pt x="547" y="227"/>
                  </a:cubicBezTo>
                  <a:cubicBezTo>
                    <a:pt x="540" y="223"/>
                    <a:pt x="536" y="221"/>
                    <a:pt x="536" y="221"/>
                  </a:cubicBezTo>
                  <a:lnTo>
                    <a:pt x="536" y="221"/>
                  </a:lnTo>
                  <a:cubicBezTo>
                    <a:pt x="536" y="221"/>
                    <a:pt x="539" y="223"/>
                    <a:pt x="547" y="228"/>
                  </a:cubicBezTo>
                  <a:cubicBezTo>
                    <a:pt x="564" y="239"/>
                    <a:pt x="572" y="246"/>
                    <a:pt x="568" y="246"/>
                  </a:cubicBezTo>
                  <a:cubicBezTo>
                    <a:pt x="566" y="246"/>
                    <a:pt x="560" y="244"/>
                    <a:pt x="549" y="238"/>
                  </a:cubicBezTo>
                  <a:cubicBezTo>
                    <a:pt x="538" y="233"/>
                    <a:pt x="531" y="229"/>
                    <a:pt x="528" y="229"/>
                  </a:cubicBezTo>
                  <a:cubicBezTo>
                    <a:pt x="527" y="229"/>
                    <a:pt x="527" y="230"/>
                    <a:pt x="527" y="230"/>
                  </a:cubicBezTo>
                  <a:cubicBezTo>
                    <a:pt x="526" y="231"/>
                    <a:pt x="532" y="235"/>
                    <a:pt x="540" y="239"/>
                  </a:cubicBezTo>
                  <a:cubicBezTo>
                    <a:pt x="549" y="242"/>
                    <a:pt x="552" y="244"/>
                    <a:pt x="550" y="244"/>
                  </a:cubicBezTo>
                  <a:cubicBezTo>
                    <a:pt x="549" y="244"/>
                    <a:pt x="545" y="243"/>
                    <a:pt x="538" y="241"/>
                  </a:cubicBezTo>
                  <a:cubicBezTo>
                    <a:pt x="529" y="238"/>
                    <a:pt x="523" y="237"/>
                    <a:pt x="520" y="237"/>
                  </a:cubicBezTo>
                  <a:cubicBezTo>
                    <a:pt x="515" y="237"/>
                    <a:pt x="518" y="241"/>
                    <a:pt x="524" y="248"/>
                  </a:cubicBezTo>
                  <a:cubicBezTo>
                    <a:pt x="531" y="256"/>
                    <a:pt x="533" y="260"/>
                    <a:pt x="531" y="260"/>
                  </a:cubicBezTo>
                  <a:cubicBezTo>
                    <a:pt x="529" y="260"/>
                    <a:pt x="526" y="258"/>
                    <a:pt x="521" y="254"/>
                  </a:cubicBezTo>
                  <a:cubicBezTo>
                    <a:pt x="514" y="247"/>
                    <a:pt x="511" y="245"/>
                    <a:pt x="511" y="245"/>
                  </a:cubicBezTo>
                  <a:lnTo>
                    <a:pt x="511" y="245"/>
                  </a:lnTo>
                  <a:cubicBezTo>
                    <a:pt x="510" y="245"/>
                    <a:pt x="512" y="246"/>
                    <a:pt x="514" y="249"/>
                  </a:cubicBezTo>
                  <a:cubicBezTo>
                    <a:pt x="513" y="253"/>
                    <a:pt x="511" y="255"/>
                    <a:pt x="511" y="256"/>
                  </a:cubicBezTo>
                  <a:cubicBezTo>
                    <a:pt x="510" y="257"/>
                    <a:pt x="515" y="263"/>
                    <a:pt x="523" y="267"/>
                  </a:cubicBezTo>
                  <a:cubicBezTo>
                    <a:pt x="515" y="264"/>
                    <a:pt x="510" y="262"/>
                    <a:pt x="507" y="262"/>
                  </a:cubicBezTo>
                  <a:cubicBezTo>
                    <a:pt x="505" y="262"/>
                    <a:pt x="506" y="264"/>
                    <a:pt x="512" y="269"/>
                  </a:cubicBezTo>
                  <a:lnTo>
                    <a:pt x="510" y="272"/>
                  </a:lnTo>
                  <a:cubicBezTo>
                    <a:pt x="510" y="273"/>
                    <a:pt x="510" y="273"/>
                    <a:pt x="515" y="278"/>
                  </a:cubicBezTo>
                  <a:cubicBezTo>
                    <a:pt x="518" y="281"/>
                    <a:pt x="519" y="282"/>
                    <a:pt x="517" y="282"/>
                  </a:cubicBezTo>
                  <a:cubicBezTo>
                    <a:pt x="515" y="282"/>
                    <a:pt x="511" y="280"/>
                    <a:pt x="506" y="278"/>
                  </a:cubicBezTo>
                  <a:cubicBezTo>
                    <a:pt x="501" y="277"/>
                    <a:pt x="496" y="275"/>
                    <a:pt x="495" y="275"/>
                  </a:cubicBezTo>
                  <a:cubicBezTo>
                    <a:pt x="495" y="275"/>
                    <a:pt x="495" y="276"/>
                    <a:pt x="497" y="277"/>
                  </a:cubicBezTo>
                  <a:cubicBezTo>
                    <a:pt x="504" y="282"/>
                    <a:pt x="510" y="287"/>
                    <a:pt x="515" y="293"/>
                  </a:cubicBezTo>
                  <a:cubicBezTo>
                    <a:pt x="518" y="295"/>
                    <a:pt x="519" y="296"/>
                    <a:pt x="517" y="296"/>
                  </a:cubicBezTo>
                  <a:cubicBezTo>
                    <a:pt x="516" y="296"/>
                    <a:pt x="512" y="294"/>
                    <a:pt x="508" y="291"/>
                  </a:cubicBezTo>
                  <a:cubicBezTo>
                    <a:pt x="503" y="287"/>
                    <a:pt x="497" y="285"/>
                    <a:pt x="492" y="284"/>
                  </a:cubicBezTo>
                  <a:lnTo>
                    <a:pt x="492" y="284"/>
                  </a:lnTo>
                  <a:cubicBezTo>
                    <a:pt x="492" y="286"/>
                    <a:pt x="490" y="288"/>
                    <a:pt x="496" y="293"/>
                  </a:cubicBezTo>
                  <a:cubicBezTo>
                    <a:pt x="502" y="296"/>
                    <a:pt x="500" y="302"/>
                    <a:pt x="493" y="302"/>
                  </a:cubicBezTo>
                  <a:cubicBezTo>
                    <a:pt x="493" y="302"/>
                    <a:pt x="492" y="302"/>
                    <a:pt x="491" y="302"/>
                  </a:cubicBezTo>
                  <a:lnTo>
                    <a:pt x="489" y="304"/>
                  </a:lnTo>
                  <a:cubicBezTo>
                    <a:pt x="487" y="305"/>
                    <a:pt x="494" y="311"/>
                    <a:pt x="493" y="312"/>
                  </a:cubicBezTo>
                  <a:cubicBezTo>
                    <a:pt x="493" y="312"/>
                    <a:pt x="492" y="313"/>
                    <a:pt x="497" y="319"/>
                  </a:cubicBezTo>
                  <a:cubicBezTo>
                    <a:pt x="497" y="320"/>
                    <a:pt x="497" y="321"/>
                    <a:pt x="496" y="321"/>
                  </a:cubicBezTo>
                  <a:cubicBezTo>
                    <a:pt x="495" y="321"/>
                    <a:pt x="493" y="320"/>
                    <a:pt x="490" y="318"/>
                  </a:cubicBezTo>
                  <a:lnTo>
                    <a:pt x="490" y="318"/>
                  </a:lnTo>
                  <a:cubicBezTo>
                    <a:pt x="496" y="323"/>
                    <a:pt x="499" y="325"/>
                    <a:pt x="499" y="325"/>
                  </a:cubicBezTo>
                  <a:cubicBezTo>
                    <a:pt x="498" y="325"/>
                    <a:pt x="494" y="324"/>
                    <a:pt x="487" y="320"/>
                  </a:cubicBezTo>
                  <a:cubicBezTo>
                    <a:pt x="481" y="315"/>
                    <a:pt x="478" y="313"/>
                    <a:pt x="477" y="313"/>
                  </a:cubicBezTo>
                  <a:lnTo>
                    <a:pt x="477" y="313"/>
                  </a:lnTo>
                  <a:cubicBezTo>
                    <a:pt x="477" y="313"/>
                    <a:pt x="480" y="316"/>
                    <a:pt x="486" y="321"/>
                  </a:cubicBezTo>
                  <a:cubicBezTo>
                    <a:pt x="489" y="324"/>
                    <a:pt x="491" y="326"/>
                    <a:pt x="490" y="326"/>
                  </a:cubicBezTo>
                  <a:cubicBezTo>
                    <a:pt x="490" y="326"/>
                    <a:pt x="488" y="325"/>
                    <a:pt x="485" y="323"/>
                  </a:cubicBezTo>
                  <a:cubicBezTo>
                    <a:pt x="483" y="321"/>
                    <a:pt x="481" y="321"/>
                    <a:pt x="480" y="321"/>
                  </a:cubicBezTo>
                  <a:cubicBezTo>
                    <a:pt x="479" y="321"/>
                    <a:pt x="480" y="323"/>
                    <a:pt x="484" y="325"/>
                  </a:cubicBezTo>
                  <a:cubicBezTo>
                    <a:pt x="493" y="332"/>
                    <a:pt x="497" y="338"/>
                    <a:pt x="495" y="338"/>
                  </a:cubicBezTo>
                  <a:cubicBezTo>
                    <a:pt x="494" y="338"/>
                    <a:pt x="492" y="337"/>
                    <a:pt x="487" y="334"/>
                  </a:cubicBezTo>
                  <a:lnTo>
                    <a:pt x="487" y="334"/>
                  </a:lnTo>
                  <a:cubicBezTo>
                    <a:pt x="487" y="334"/>
                    <a:pt x="486" y="336"/>
                    <a:pt x="492" y="342"/>
                  </a:cubicBezTo>
                  <a:cubicBezTo>
                    <a:pt x="498" y="347"/>
                    <a:pt x="501" y="350"/>
                    <a:pt x="501" y="350"/>
                  </a:cubicBezTo>
                  <a:cubicBezTo>
                    <a:pt x="501" y="350"/>
                    <a:pt x="497" y="348"/>
                    <a:pt x="491" y="343"/>
                  </a:cubicBezTo>
                  <a:cubicBezTo>
                    <a:pt x="484" y="340"/>
                    <a:pt x="481" y="338"/>
                    <a:pt x="480" y="338"/>
                  </a:cubicBezTo>
                  <a:cubicBezTo>
                    <a:pt x="479" y="338"/>
                    <a:pt x="482" y="341"/>
                    <a:pt x="489" y="347"/>
                  </a:cubicBezTo>
                  <a:cubicBezTo>
                    <a:pt x="489" y="347"/>
                    <a:pt x="492" y="350"/>
                    <a:pt x="490" y="350"/>
                  </a:cubicBezTo>
                  <a:cubicBezTo>
                    <a:pt x="489" y="350"/>
                    <a:pt x="488" y="350"/>
                    <a:pt x="486" y="349"/>
                  </a:cubicBezTo>
                  <a:cubicBezTo>
                    <a:pt x="484" y="349"/>
                    <a:pt x="482" y="348"/>
                    <a:pt x="481" y="348"/>
                  </a:cubicBezTo>
                  <a:cubicBezTo>
                    <a:pt x="473" y="348"/>
                    <a:pt x="468" y="352"/>
                    <a:pt x="480" y="358"/>
                  </a:cubicBezTo>
                  <a:lnTo>
                    <a:pt x="477" y="360"/>
                  </a:lnTo>
                  <a:cubicBezTo>
                    <a:pt x="475" y="360"/>
                    <a:pt x="473" y="359"/>
                    <a:pt x="471" y="359"/>
                  </a:cubicBezTo>
                  <a:cubicBezTo>
                    <a:pt x="468" y="359"/>
                    <a:pt x="469" y="361"/>
                    <a:pt x="473" y="366"/>
                  </a:cubicBezTo>
                  <a:lnTo>
                    <a:pt x="478" y="371"/>
                  </a:lnTo>
                  <a:cubicBezTo>
                    <a:pt x="474" y="368"/>
                    <a:pt x="467" y="365"/>
                    <a:pt x="465" y="365"/>
                  </a:cubicBezTo>
                  <a:cubicBezTo>
                    <a:pt x="464" y="365"/>
                    <a:pt x="464" y="365"/>
                    <a:pt x="464" y="365"/>
                  </a:cubicBezTo>
                  <a:cubicBezTo>
                    <a:pt x="463" y="366"/>
                    <a:pt x="463" y="366"/>
                    <a:pt x="469" y="370"/>
                  </a:cubicBezTo>
                  <a:cubicBezTo>
                    <a:pt x="477" y="374"/>
                    <a:pt x="476" y="375"/>
                    <a:pt x="475" y="377"/>
                  </a:cubicBezTo>
                  <a:cubicBezTo>
                    <a:pt x="475" y="377"/>
                    <a:pt x="475" y="377"/>
                    <a:pt x="474" y="377"/>
                  </a:cubicBezTo>
                  <a:cubicBezTo>
                    <a:pt x="472" y="377"/>
                    <a:pt x="465" y="373"/>
                    <a:pt x="460" y="369"/>
                  </a:cubicBezTo>
                  <a:lnTo>
                    <a:pt x="459" y="370"/>
                  </a:lnTo>
                  <a:cubicBezTo>
                    <a:pt x="467" y="377"/>
                    <a:pt x="470" y="380"/>
                    <a:pt x="469" y="380"/>
                  </a:cubicBezTo>
                  <a:cubicBezTo>
                    <a:pt x="468" y="380"/>
                    <a:pt x="467" y="379"/>
                    <a:pt x="465" y="377"/>
                  </a:cubicBezTo>
                  <a:cubicBezTo>
                    <a:pt x="461" y="375"/>
                    <a:pt x="459" y="374"/>
                    <a:pt x="458" y="374"/>
                  </a:cubicBezTo>
                  <a:cubicBezTo>
                    <a:pt x="456" y="374"/>
                    <a:pt x="455" y="375"/>
                    <a:pt x="455" y="376"/>
                  </a:cubicBezTo>
                  <a:lnTo>
                    <a:pt x="449" y="370"/>
                  </a:lnTo>
                  <a:cubicBezTo>
                    <a:pt x="447" y="370"/>
                    <a:pt x="446" y="369"/>
                    <a:pt x="446" y="369"/>
                  </a:cubicBezTo>
                  <a:cubicBezTo>
                    <a:pt x="445" y="369"/>
                    <a:pt x="449" y="373"/>
                    <a:pt x="454" y="377"/>
                  </a:cubicBezTo>
                  <a:lnTo>
                    <a:pt x="453" y="379"/>
                  </a:lnTo>
                  <a:cubicBezTo>
                    <a:pt x="452" y="380"/>
                    <a:pt x="450" y="382"/>
                    <a:pt x="458" y="385"/>
                  </a:cubicBezTo>
                  <a:cubicBezTo>
                    <a:pt x="464" y="391"/>
                    <a:pt x="471" y="395"/>
                    <a:pt x="469" y="396"/>
                  </a:cubicBezTo>
                  <a:cubicBezTo>
                    <a:pt x="464" y="392"/>
                    <a:pt x="459" y="388"/>
                    <a:pt x="457" y="388"/>
                  </a:cubicBezTo>
                  <a:cubicBezTo>
                    <a:pt x="456" y="388"/>
                    <a:pt x="456" y="388"/>
                    <a:pt x="456" y="388"/>
                  </a:cubicBezTo>
                  <a:cubicBezTo>
                    <a:pt x="456" y="388"/>
                    <a:pt x="456" y="388"/>
                    <a:pt x="456" y="388"/>
                  </a:cubicBezTo>
                  <a:cubicBezTo>
                    <a:pt x="454" y="388"/>
                    <a:pt x="448" y="384"/>
                    <a:pt x="448" y="384"/>
                  </a:cubicBezTo>
                  <a:cubicBezTo>
                    <a:pt x="445" y="380"/>
                    <a:pt x="442" y="379"/>
                    <a:pt x="441" y="379"/>
                  </a:cubicBezTo>
                  <a:cubicBezTo>
                    <a:pt x="439" y="379"/>
                    <a:pt x="441" y="385"/>
                    <a:pt x="445" y="389"/>
                  </a:cubicBezTo>
                  <a:cubicBezTo>
                    <a:pt x="450" y="396"/>
                    <a:pt x="452" y="400"/>
                    <a:pt x="451" y="400"/>
                  </a:cubicBezTo>
                  <a:cubicBezTo>
                    <a:pt x="450" y="400"/>
                    <a:pt x="447" y="397"/>
                    <a:pt x="441" y="393"/>
                  </a:cubicBezTo>
                  <a:cubicBezTo>
                    <a:pt x="438" y="390"/>
                    <a:pt x="436" y="389"/>
                    <a:pt x="436" y="389"/>
                  </a:cubicBezTo>
                  <a:lnTo>
                    <a:pt x="436" y="389"/>
                  </a:lnTo>
                  <a:cubicBezTo>
                    <a:pt x="434" y="389"/>
                    <a:pt x="444" y="399"/>
                    <a:pt x="457" y="411"/>
                  </a:cubicBezTo>
                  <a:lnTo>
                    <a:pt x="475" y="428"/>
                  </a:lnTo>
                  <a:lnTo>
                    <a:pt x="475" y="428"/>
                  </a:lnTo>
                  <a:lnTo>
                    <a:pt x="456" y="412"/>
                  </a:lnTo>
                  <a:cubicBezTo>
                    <a:pt x="442" y="402"/>
                    <a:pt x="436" y="397"/>
                    <a:pt x="434" y="397"/>
                  </a:cubicBezTo>
                  <a:cubicBezTo>
                    <a:pt x="433" y="397"/>
                    <a:pt x="435" y="401"/>
                    <a:pt x="439" y="407"/>
                  </a:cubicBezTo>
                  <a:cubicBezTo>
                    <a:pt x="442" y="411"/>
                    <a:pt x="443" y="413"/>
                    <a:pt x="442" y="413"/>
                  </a:cubicBezTo>
                  <a:cubicBezTo>
                    <a:pt x="442" y="413"/>
                    <a:pt x="440" y="412"/>
                    <a:pt x="437" y="410"/>
                  </a:cubicBezTo>
                  <a:cubicBezTo>
                    <a:pt x="434" y="407"/>
                    <a:pt x="432" y="406"/>
                    <a:pt x="431" y="406"/>
                  </a:cubicBezTo>
                  <a:cubicBezTo>
                    <a:pt x="430" y="406"/>
                    <a:pt x="429" y="407"/>
                    <a:pt x="427" y="408"/>
                  </a:cubicBezTo>
                  <a:cubicBezTo>
                    <a:pt x="423" y="412"/>
                    <a:pt x="422" y="413"/>
                    <a:pt x="429" y="419"/>
                  </a:cubicBezTo>
                  <a:lnTo>
                    <a:pt x="427" y="421"/>
                  </a:lnTo>
                  <a:cubicBezTo>
                    <a:pt x="423" y="418"/>
                    <a:pt x="420" y="417"/>
                    <a:pt x="419" y="417"/>
                  </a:cubicBezTo>
                  <a:cubicBezTo>
                    <a:pt x="416" y="417"/>
                    <a:pt x="421" y="422"/>
                    <a:pt x="430" y="429"/>
                  </a:cubicBezTo>
                  <a:lnTo>
                    <a:pt x="429" y="431"/>
                  </a:lnTo>
                  <a:lnTo>
                    <a:pt x="422" y="425"/>
                  </a:lnTo>
                  <a:cubicBezTo>
                    <a:pt x="420" y="424"/>
                    <a:pt x="418" y="423"/>
                    <a:pt x="417" y="423"/>
                  </a:cubicBezTo>
                  <a:cubicBezTo>
                    <a:pt x="414" y="423"/>
                    <a:pt x="411" y="426"/>
                    <a:pt x="406" y="432"/>
                  </a:cubicBezTo>
                  <a:cubicBezTo>
                    <a:pt x="395" y="442"/>
                    <a:pt x="394" y="443"/>
                    <a:pt x="407" y="454"/>
                  </a:cubicBezTo>
                  <a:cubicBezTo>
                    <a:pt x="413" y="461"/>
                    <a:pt x="415" y="464"/>
                    <a:pt x="414" y="464"/>
                  </a:cubicBezTo>
                  <a:cubicBezTo>
                    <a:pt x="413" y="464"/>
                    <a:pt x="410" y="461"/>
                    <a:pt x="404" y="457"/>
                  </a:cubicBezTo>
                  <a:cubicBezTo>
                    <a:pt x="401" y="453"/>
                    <a:pt x="396" y="450"/>
                    <a:pt x="395" y="450"/>
                  </a:cubicBezTo>
                  <a:lnTo>
                    <a:pt x="395" y="450"/>
                  </a:lnTo>
                  <a:cubicBezTo>
                    <a:pt x="395" y="450"/>
                    <a:pt x="395" y="450"/>
                    <a:pt x="398" y="452"/>
                  </a:cubicBezTo>
                  <a:cubicBezTo>
                    <a:pt x="398" y="452"/>
                    <a:pt x="397" y="453"/>
                    <a:pt x="396" y="453"/>
                  </a:cubicBezTo>
                  <a:cubicBezTo>
                    <a:pt x="394" y="453"/>
                    <a:pt x="391" y="452"/>
                    <a:pt x="388" y="450"/>
                  </a:cubicBezTo>
                  <a:cubicBezTo>
                    <a:pt x="383" y="447"/>
                    <a:pt x="380" y="446"/>
                    <a:pt x="379" y="446"/>
                  </a:cubicBezTo>
                  <a:cubicBezTo>
                    <a:pt x="376" y="446"/>
                    <a:pt x="379" y="451"/>
                    <a:pt x="383" y="454"/>
                  </a:cubicBezTo>
                  <a:cubicBezTo>
                    <a:pt x="389" y="459"/>
                    <a:pt x="391" y="461"/>
                    <a:pt x="391" y="461"/>
                  </a:cubicBezTo>
                  <a:cubicBezTo>
                    <a:pt x="390" y="461"/>
                    <a:pt x="386" y="458"/>
                    <a:pt x="382" y="456"/>
                  </a:cubicBezTo>
                  <a:cubicBezTo>
                    <a:pt x="377" y="453"/>
                    <a:pt x="373" y="450"/>
                    <a:pt x="372" y="450"/>
                  </a:cubicBezTo>
                  <a:lnTo>
                    <a:pt x="372" y="450"/>
                  </a:lnTo>
                  <a:cubicBezTo>
                    <a:pt x="372" y="450"/>
                    <a:pt x="372" y="450"/>
                    <a:pt x="374" y="452"/>
                  </a:cubicBezTo>
                  <a:cubicBezTo>
                    <a:pt x="377" y="457"/>
                    <a:pt x="378" y="464"/>
                    <a:pt x="374" y="464"/>
                  </a:cubicBezTo>
                  <a:cubicBezTo>
                    <a:pt x="373" y="464"/>
                    <a:pt x="370" y="463"/>
                    <a:pt x="366" y="459"/>
                  </a:cubicBezTo>
                  <a:lnTo>
                    <a:pt x="364" y="461"/>
                  </a:lnTo>
                  <a:cubicBezTo>
                    <a:pt x="371" y="467"/>
                    <a:pt x="368" y="469"/>
                    <a:pt x="366" y="471"/>
                  </a:cubicBezTo>
                  <a:cubicBezTo>
                    <a:pt x="365" y="472"/>
                    <a:pt x="364" y="473"/>
                    <a:pt x="363" y="473"/>
                  </a:cubicBezTo>
                  <a:cubicBezTo>
                    <a:pt x="362" y="473"/>
                    <a:pt x="360" y="472"/>
                    <a:pt x="356" y="469"/>
                  </a:cubicBezTo>
                  <a:cubicBezTo>
                    <a:pt x="354" y="466"/>
                    <a:pt x="353" y="465"/>
                    <a:pt x="352" y="465"/>
                  </a:cubicBezTo>
                  <a:lnTo>
                    <a:pt x="352" y="465"/>
                  </a:lnTo>
                  <a:cubicBezTo>
                    <a:pt x="352" y="465"/>
                    <a:pt x="352" y="467"/>
                    <a:pt x="354" y="471"/>
                  </a:cubicBezTo>
                  <a:cubicBezTo>
                    <a:pt x="353" y="472"/>
                    <a:pt x="364" y="485"/>
                    <a:pt x="362" y="486"/>
                  </a:cubicBezTo>
                  <a:cubicBezTo>
                    <a:pt x="368" y="491"/>
                    <a:pt x="373" y="498"/>
                    <a:pt x="372" y="499"/>
                  </a:cubicBezTo>
                  <a:lnTo>
                    <a:pt x="365" y="494"/>
                  </a:lnTo>
                  <a:cubicBezTo>
                    <a:pt x="360" y="488"/>
                    <a:pt x="354" y="483"/>
                    <a:pt x="354" y="483"/>
                  </a:cubicBezTo>
                  <a:lnTo>
                    <a:pt x="354" y="483"/>
                  </a:lnTo>
                  <a:cubicBezTo>
                    <a:pt x="353" y="484"/>
                    <a:pt x="352" y="485"/>
                    <a:pt x="357" y="490"/>
                  </a:cubicBezTo>
                  <a:cubicBezTo>
                    <a:pt x="354" y="487"/>
                    <a:pt x="352" y="486"/>
                    <a:pt x="350" y="486"/>
                  </a:cubicBezTo>
                  <a:cubicBezTo>
                    <a:pt x="349" y="486"/>
                    <a:pt x="348" y="487"/>
                    <a:pt x="347" y="488"/>
                  </a:cubicBezTo>
                  <a:cubicBezTo>
                    <a:pt x="345" y="490"/>
                    <a:pt x="343" y="493"/>
                    <a:pt x="347" y="499"/>
                  </a:cubicBezTo>
                  <a:cubicBezTo>
                    <a:pt x="343" y="495"/>
                    <a:pt x="339" y="494"/>
                    <a:pt x="337" y="494"/>
                  </a:cubicBezTo>
                  <a:cubicBezTo>
                    <a:pt x="332" y="494"/>
                    <a:pt x="331" y="499"/>
                    <a:pt x="337" y="507"/>
                  </a:cubicBezTo>
                  <a:cubicBezTo>
                    <a:pt x="340" y="511"/>
                    <a:pt x="341" y="513"/>
                    <a:pt x="340" y="513"/>
                  </a:cubicBezTo>
                  <a:cubicBezTo>
                    <a:pt x="340" y="513"/>
                    <a:pt x="338" y="512"/>
                    <a:pt x="335" y="509"/>
                  </a:cubicBezTo>
                  <a:cubicBezTo>
                    <a:pt x="332" y="507"/>
                    <a:pt x="330" y="506"/>
                    <a:pt x="330" y="506"/>
                  </a:cubicBezTo>
                  <a:lnTo>
                    <a:pt x="330" y="506"/>
                  </a:lnTo>
                  <a:cubicBezTo>
                    <a:pt x="329" y="506"/>
                    <a:pt x="330" y="508"/>
                    <a:pt x="333" y="512"/>
                  </a:cubicBezTo>
                  <a:cubicBezTo>
                    <a:pt x="334" y="514"/>
                    <a:pt x="334" y="515"/>
                    <a:pt x="334" y="515"/>
                  </a:cubicBezTo>
                  <a:cubicBezTo>
                    <a:pt x="332" y="515"/>
                    <a:pt x="328" y="512"/>
                    <a:pt x="324" y="508"/>
                  </a:cubicBezTo>
                  <a:cubicBezTo>
                    <a:pt x="317" y="503"/>
                    <a:pt x="314" y="501"/>
                    <a:pt x="313" y="501"/>
                  </a:cubicBezTo>
                  <a:cubicBezTo>
                    <a:pt x="312" y="501"/>
                    <a:pt x="312" y="503"/>
                    <a:pt x="315" y="506"/>
                  </a:cubicBezTo>
                  <a:cubicBezTo>
                    <a:pt x="318" y="514"/>
                    <a:pt x="316" y="516"/>
                    <a:pt x="315" y="517"/>
                  </a:cubicBezTo>
                  <a:cubicBezTo>
                    <a:pt x="317" y="525"/>
                    <a:pt x="316" y="526"/>
                    <a:pt x="322" y="531"/>
                  </a:cubicBezTo>
                  <a:cubicBezTo>
                    <a:pt x="326" y="535"/>
                    <a:pt x="329" y="540"/>
                    <a:pt x="331" y="544"/>
                  </a:cubicBezTo>
                  <a:cubicBezTo>
                    <a:pt x="333" y="547"/>
                    <a:pt x="333" y="548"/>
                    <a:pt x="332" y="548"/>
                  </a:cubicBezTo>
                  <a:cubicBezTo>
                    <a:pt x="331" y="548"/>
                    <a:pt x="330" y="546"/>
                    <a:pt x="330" y="545"/>
                  </a:cubicBezTo>
                  <a:cubicBezTo>
                    <a:pt x="328" y="537"/>
                    <a:pt x="327" y="539"/>
                    <a:pt x="320" y="533"/>
                  </a:cubicBezTo>
                  <a:cubicBezTo>
                    <a:pt x="317" y="530"/>
                    <a:pt x="315" y="529"/>
                    <a:pt x="313" y="529"/>
                  </a:cubicBezTo>
                  <a:cubicBezTo>
                    <a:pt x="312" y="529"/>
                    <a:pt x="311" y="530"/>
                    <a:pt x="310" y="531"/>
                  </a:cubicBezTo>
                  <a:lnTo>
                    <a:pt x="305" y="534"/>
                  </a:lnTo>
                  <a:cubicBezTo>
                    <a:pt x="301" y="533"/>
                    <a:pt x="299" y="532"/>
                    <a:pt x="298" y="532"/>
                  </a:cubicBezTo>
                  <a:cubicBezTo>
                    <a:pt x="296" y="532"/>
                    <a:pt x="296" y="534"/>
                    <a:pt x="300" y="539"/>
                  </a:cubicBezTo>
                  <a:lnTo>
                    <a:pt x="305" y="544"/>
                  </a:lnTo>
                  <a:cubicBezTo>
                    <a:pt x="301" y="541"/>
                    <a:pt x="298" y="539"/>
                    <a:pt x="295" y="539"/>
                  </a:cubicBezTo>
                  <a:cubicBezTo>
                    <a:pt x="287" y="539"/>
                    <a:pt x="283" y="547"/>
                    <a:pt x="289" y="558"/>
                  </a:cubicBezTo>
                  <a:lnTo>
                    <a:pt x="283" y="551"/>
                  </a:lnTo>
                  <a:cubicBezTo>
                    <a:pt x="281" y="547"/>
                    <a:pt x="279" y="546"/>
                    <a:pt x="278" y="546"/>
                  </a:cubicBezTo>
                  <a:cubicBezTo>
                    <a:pt x="277" y="546"/>
                    <a:pt x="276" y="547"/>
                    <a:pt x="275" y="548"/>
                  </a:cubicBezTo>
                  <a:cubicBezTo>
                    <a:pt x="273" y="549"/>
                    <a:pt x="274" y="559"/>
                    <a:pt x="270" y="561"/>
                  </a:cubicBezTo>
                  <a:cubicBezTo>
                    <a:pt x="264" y="564"/>
                    <a:pt x="261" y="568"/>
                    <a:pt x="265" y="573"/>
                  </a:cubicBezTo>
                  <a:cubicBezTo>
                    <a:pt x="265" y="574"/>
                    <a:pt x="265" y="574"/>
                    <a:pt x="264" y="574"/>
                  </a:cubicBezTo>
                  <a:cubicBezTo>
                    <a:pt x="264" y="574"/>
                    <a:pt x="263" y="573"/>
                    <a:pt x="260" y="568"/>
                  </a:cubicBezTo>
                  <a:cubicBezTo>
                    <a:pt x="257" y="563"/>
                    <a:pt x="255" y="562"/>
                    <a:pt x="254" y="562"/>
                  </a:cubicBezTo>
                  <a:cubicBezTo>
                    <a:pt x="254" y="562"/>
                    <a:pt x="253" y="562"/>
                    <a:pt x="253" y="562"/>
                  </a:cubicBezTo>
                  <a:cubicBezTo>
                    <a:pt x="252" y="563"/>
                    <a:pt x="257" y="570"/>
                    <a:pt x="262" y="577"/>
                  </a:cubicBezTo>
                  <a:cubicBezTo>
                    <a:pt x="264" y="580"/>
                    <a:pt x="265" y="582"/>
                    <a:pt x="264" y="582"/>
                  </a:cubicBezTo>
                  <a:cubicBezTo>
                    <a:pt x="263" y="582"/>
                    <a:pt x="261" y="581"/>
                    <a:pt x="257" y="579"/>
                  </a:cubicBezTo>
                  <a:cubicBezTo>
                    <a:pt x="255" y="578"/>
                    <a:pt x="253" y="577"/>
                    <a:pt x="252" y="577"/>
                  </a:cubicBezTo>
                  <a:cubicBezTo>
                    <a:pt x="248" y="577"/>
                    <a:pt x="246" y="580"/>
                    <a:pt x="247" y="586"/>
                  </a:cubicBezTo>
                  <a:cubicBezTo>
                    <a:pt x="247" y="586"/>
                    <a:pt x="246" y="587"/>
                    <a:pt x="246" y="587"/>
                  </a:cubicBezTo>
                  <a:cubicBezTo>
                    <a:pt x="245" y="587"/>
                    <a:pt x="243" y="585"/>
                    <a:pt x="239" y="581"/>
                  </a:cubicBezTo>
                  <a:cubicBezTo>
                    <a:pt x="237" y="578"/>
                    <a:pt x="234" y="576"/>
                    <a:pt x="232" y="576"/>
                  </a:cubicBezTo>
                  <a:cubicBezTo>
                    <a:pt x="231" y="576"/>
                    <a:pt x="231" y="578"/>
                    <a:pt x="234" y="586"/>
                  </a:cubicBezTo>
                  <a:cubicBezTo>
                    <a:pt x="234" y="586"/>
                    <a:pt x="233" y="586"/>
                    <a:pt x="233" y="586"/>
                  </a:cubicBezTo>
                  <a:cubicBezTo>
                    <a:pt x="232" y="586"/>
                    <a:pt x="231" y="585"/>
                    <a:pt x="227" y="580"/>
                  </a:cubicBezTo>
                  <a:cubicBezTo>
                    <a:pt x="224" y="577"/>
                    <a:pt x="221" y="573"/>
                    <a:pt x="221" y="573"/>
                  </a:cubicBezTo>
                  <a:lnTo>
                    <a:pt x="221" y="573"/>
                  </a:lnTo>
                  <a:cubicBezTo>
                    <a:pt x="220" y="573"/>
                    <a:pt x="222" y="575"/>
                    <a:pt x="225" y="581"/>
                  </a:cubicBezTo>
                  <a:cubicBezTo>
                    <a:pt x="226" y="587"/>
                    <a:pt x="225" y="590"/>
                    <a:pt x="222" y="590"/>
                  </a:cubicBezTo>
                  <a:cubicBezTo>
                    <a:pt x="221" y="590"/>
                    <a:pt x="219" y="589"/>
                    <a:pt x="216" y="588"/>
                  </a:cubicBezTo>
                  <a:lnTo>
                    <a:pt x="216" y="588"/>
                  </a:lnTo>
                  <a:cubicBezTo>
                    <a:pt x="215" y="589"/>
                    <a:pt x="214" y="589"/>
                    <a:pt x="218" y="596"/>
                  </a:cubicBezTo>
                  <a:lnTo>
                    <a:pt x="223" y="603"/>
                  </a:lnTo>
                  <a:cubicBezTo>
                    <a:pt x="217" y="597"/>
                    <a:pt x="214" y="594"/>
                    <a:pt x="214" y="594"/>
                  </a:cubicBezTo>
                  <a:lnTo>
                    <a:pt x="214" y="594"/>
                  </a:lnTo>
                  <a:cubicBezTo>
                    <a:pt x="213" y="594"/>
                    <a:pt x="215" y="597"/>
                    <a:pt x="219" y="605"/>
                  </a:cubicBezTo>
                  <a:cubicBezTo>
                    <a:pt x="222" y="608"/>
                    <a:pt x="222" y="610"/>
                    <a:pt x="222" y="610"/>
                  </a:cubicBezTo>
                  <a:cubicBezTo>
                    <a:pt x="222" y="610"/>
                    <a:pt x="220" y="608"/>
                    <a:pt x="218" y="605"/>
                  </a:cubicBezTo>
                  <a:cubicBezTo>
                    <a:pt x="214" y="601"/>
                    <a:pt x="212" y="600"/>
                    <a:pt x="212" y="600"/>
                  </a:cubicBezTo>
                  <a:cubicBezTo>
                    <a:pt x="212" y="600"/>
                    <a:pt x="211" y="600"/>
                    <a:pt x="211" y="600"/>
                  </a:cubicBezTo>
                  <a:cubicBezTo>
                    <a:pt x="210" y="600"/>
                    <a:pt x="207" y="612"/>
                    <a:pt x="201" y="616"/>
                  </a:cubicBezTo>
                  <a:cubicBezTo>
                    <a:pt x="191" y="622"/>
                    <a:pt x="188" y="623"/>
                    <a:pt x="193" y="629"/>
                  </a:cubicBezTo>
                  <a:cubicBezTo>
                    <a:pt x="195" y="633"/>
                    <a:pt x="196" y="635"/>
                    <a:pt x="196" y="635"/>
                  </a:cubicBezTo>
                  <a:cubicBezTo>
                    <a:pt x="196" y="635"/>
                    <a:pt x="194" y="633"/>
                    <a:pt x="191" y="631"/>
                  </a:cubicBezTo>
                  <a:cubicBezTo>
                    <a:pt x="187" y="627"/>
                    <a:pt x="185" y="626"/>
                    <a:pt x="184" y="626"/>
                  </a:cubicBezTo>
                  <a:cubicBezTo>
                    <a:pt x="183" y="626"/>
                    <a:pt x="183" y="627"/>
                    <a:pt x="182" y="627"/>
                  </a:cubicBezTo>
                  <a:cubicBezTo>
                    <a:pt x="182" y="627"/>
                    <a:pt x="181" y="627"/>
                    <a:pt x="180" y="627"/>
                  </a:cubicBezTo>
                  <a:cubicBezTo>
                    <a:pt x="179" y="627"/>
                    <a:pt x="177" y="627"/>
                    <a:pt x="173" y="623"/>
                  </a:cubicBezTo>
                  <a:lnTo>
                    <a:pt x="173" y="623"/>
                  </a:lnTo>
                  <a:cubicBezTo>
                    <a:pt x="178" y="628"/>
                    <a:pt x="178" y="628"/>
                    <a:pt x="177" y="629"/>
                  </a:cubicBezTo>
                  <a:cubicBezTo>
                    <a:pt x="174" y="627"/>
                    <a:pt x="173" y="626"/>
                    <a:pt x="172" y="626"/>
                  </a:cubicBezTo>
                  <a:cubicBezTo>
                    <a:pt x="171" y="626"/>
                    <a:pt x="172" y="627"/>
                    <a:pt x="174" y="631"/>
                  </a:cubicBezTo>
                  <a:cubicBezTo>
                    <a:pt x="180" y="637"/>
                    <a:pt x="183" y="640"/>
                    <a:pt x="183" y="640"/>
                  </a:cubicBezTo>
                  <a:cubicBezTo>
                    <a:pt x="182" y="640"/>
                    <a:pt x="179" y="637"/>
                    <a:pt x="173" y="632"/>
                  </a:cubicBezTo>
                  <a:cubicBezTo>
                    <a:pt x="169" y="628"/>
                    <a:pt x="163" y="625"/>
                    <a:pt x="162" y="625"/>
                  </a:cubicBezTo>
                  <a:cubicBezTo>
                    <a:pt x="161" y="625"/>
                    <a:pt x="162" y="626"/>
                    <a:pt x="164" y="627"/>
                  </a:cubicBezTo>
                  <a:cubicBezTo>
                    <a:pt x="171" y="633"/>
                    <a:pt x="168" y="634"/>
                    <a:pt x="173" y="641"/>
                  </a:cubicBezTo>
                  <a:cubicBezTo>
                    <a:pt x="173" y="641"/>
                    <a:pt x="173" y="641"/>
                    <a:pt x="172" y="641"/>
                  </a:cubicBezTo>
                  <a:cubicBezTo>
                    <a:pt x="171" y="641"/>
                    <a:pt x="169" y="640"/>
                    <a:pt x="164" y="636"/>
                  </a:cubicBezTo>
                  <a:cubicBezTo>
                    <a:pt x="163" y="635"/>
                    <a:pt x="161" y="635"/>
                    <a:pt x="160" y="635"/>
                  </a:cubicBezTo>
                  <a:cubicBezTo>
                    <a:pt x="157" y="635"/>
                    <a:pt x="158" y="641"/>
                    <a:pt x="162" y="645"/>
                  </a:cubicBezTo>
                  <a:cubicBezTo>
                    <a:pt x="166" y="648"/>
                    <a:pt x="168" y="650"/>
                    <a:pt x="167" y="650"/>
                  </a:cubicBezTo>
                  <a:cubicBezTo>
                    <a:pt x="167" y="650"/>
                    <a:pt x="165" y="648"/>
                    <a:pt x="161" y="646"/>
                  </a:cubicBezTo>
                  <a:cubicBezTo>
                    <a:pt x="156" y="642"/>
                    <a:pt x="154" y="642"/>
                    <a:pt x="153" y="642"/>
                  </a:cubicBezTo>
                  <a:cubicBezTo>
                    <a:pt x="152" y="642"/>
                    <a:pt x="152" y="642"/>
                    <a:pt x="151" y="642"/>
                  </a:cubicBezTo>
                  <a:cubicBezTo>
                    <a:pt x="153" y="644"/>
                    <a:pt x="154" y="644"/>
                    <a:pt x="153" y="644"/>
                  </a:cubicBezTo>
                  <a:cubicBezTo>
                    <a:pt x="152" y="644"/>
                    <a:pt x="148" y="641"/>
                    <a:pt x="143" y="638"/>
                  </a:cubicBezTo>
                  <a:cubicBezTo>
                    <a:pt x="138" y="635"/>
                    <a:pt x="136" y="633"/>
                    <a:pt x="135" y="633"/>
                  </a:cubicBezTo>
                  <a:cubicBezTo>
                    <a:pt x="134" y="633"/>
                    <a:pt x="133" y="634"/>
                    <a:pt x="132" y="634"/>
                  </a:cubicBezTo>
                  <a:cubicBezTo>
                    <a:pt x="139" y="641"/>
                    <a:pt x="133" y="643"/>
                    <a:pt x="128" y="645"/>
                  </a:cubicBezTo>
                  <a:cubicBezTo>
                    <a:pt x="122" y="649"/>
                    <a:pt x="130" y="654"/>
                    <a:pt x="145" y="663"/>
                  </a:cubicBezTo>
                  <a:lnTo>
                    <a:pt x="162" y="672"/>
                  </a:lnTo>
                  <a:lnTo>
                    <a:pt x="162" y="672"/>
                  </a:lnTo>
                  <a:lnTo>
                    <a:pt x="143" y="663"/>
                  </a:lnTo>
                  <a:lnTo>
                    <a:pt x="115" y="652"/>
                  </a:lnTo>
                  <a:lnTo>
                    <a:pt x="115" y="652"/>
                  </a:lnTo>
                  <a:cubicBezTo>
                    <a:pt x="114" y="653"/>
                    <a:pt x="123" y="656"/>
                    <a:pt x="132" y="661"/>
                  </a:cubicBezTo>
                  <a:cubicBezTo>
                    <a:pt x="137" y="663"/>
                    <a:pt x="139" y="664"/>
                    <a:pt x="137" y="664"/>
                  </a:cubicBezTo>
                  <a:cubicBezTo>
                    <a:pt x="136" y="664"/>
                    <a:pt x="133" y="663"/>
                    <a:pt x="128" y="662"/>
                  </a:cubicBezTo>
                  <a:cubicBezTo>
                    <a:pt x="123" y="661"/>
                    <a:pt x="120" y="661"/>
                    <a:pt x="119" y="661"/>
                  </a:cubicBezTo>
                  <a:cubicBezTo>
                    <a:pt x="117" y="661"/>
                    <a:pt x="118" y="662"/>
                    <a:pt x="123" y="664"/>
                  </a:cubicBezTo>
                  <a:cubicBezTo>
                    <a:pt x="122" y="665"/>
                    <a:pt x="122" y="665"/>
                    <a:pt x="121" y="665"/>
                  </a:cubicBezTo>
                  <a:cubicBezTo>
                    <a:pt x="120" y="665"/>
                    <a:pt x="116" y="664"/>
                    <a:pt x="109" y="662"/>
                  </a:cubicBezTo>
                  <a:lnTo>
                    <a:pt x="109" y="662"/>
                  </a:lnTo>
                  <a:cubicBezTo>
                    <a:pt x="108" y="663"/>
                    <a:pt x="108" y="663"/>
                    <a:pt x="118" y="666"/>
                  </a:cubicBezTo>
                  <a:cubicBezTo>
                    <a:pt x="124" y="668"/>
                    <a:pt x="126" y="670"/>
                    <a:pt x="125" y="670"/>
                  </a:cubicBezTo>
                  <a:cubicBezTo>
                    <a:pt x="123" y="670"/>
                    <a:pt x="120" y="669"/>
                    <a:pt x="115" y="668"/>
                  </a:cubicBezTo>
                  <a:cubicBezTo>
                    <a:pt x="105" y="664"/>
                    <a:pt x="99" y="663"/>
                    <a:pt x="96" y="663"/>
                  </a:cubicBezTo>
                  <a:cubicBezTo>
                    <a:pt x="93" y="663"/>
                    <a:pt x="94" y="665"/>
                    <a:pt x="99" y="666"/>
                  </a:cubicBezTo>
                  <a:cubicBezTo>
                    <a:pt x="110" y="670"/>
                    <a:pt x="109" y="670"/>
                    <a:pt x="107" y="671"/>
                  </a:cubicBezTo>
                  <a:cubicBezTo>
                    <a:pt x="106" y="671"/>
                    <a:pt x="105" y="672"/>
                    <a:pt x="115" y="675"/>
                  </a:cubicBezTo>
                  <a:cubicBezTo>
                    <a:pt x="114" y="677"/>
                    <a:pt x="112" y="677"/>
                    <a:pt x="112" y="677"/>
                  </a:cubicBezTo>
                  <a:cubicBezTo>
                    <a:pt x="111" y="677"/>
                    <a:pt x="111" y="677"/>
                    <a:pt x="111" y="677"/>
                  </a:cubicBezTo>
                  <a:cubicBezTo>
                    <a:pt x="109" y="677"/>
                    <a:pt x="102" y="673"/>
                    <a:pt x="103" y="673"/>
                  </a:cubicBezTo>
                  <a:lnTo>
                    <a:pt x="90" y="671"/>
                  </a:lnTo>
                  <a:lnTo>
                    <a:pt x="90" y="671"/>
                  </a:lnTo>
                  <a:cubicBezTo>
                    <a:pt x="87" y="672"/>
                    <a:pt x="86" y="672"/>
                    <a:pt x="96" y="675"/>
                  </a:cubicBezTo>
                  <a:cubicBezTo>
                    <a:pt x="107" y="679"/>
                    <a:pt x="112" y="681"/>
                    <a:pt x="112" y="681"/>
                  </a:cubicBezTo>
                  <a:cubicBezTo>
                    <a:pt x="111" y="681"/>
                    <a:pt x="105" y="679"/>
                    <a:pt x="95" y="677"/>
                  </a:cubicBezTo>
                  <a:cubicBezTo>
                    <a:pt x="87" y="674"/>
                    <a:pt x="79" y="673"/>
                    <a:pt x="77" y="673"/>
                  </a:cubicBezTo>
                  <a:cubicBezTo>
                    <a:pt x="76" y="673"/>
                    <a:pt x="77" y="673"/>
                    <a:pt x="80" y="674"/>
                  </a:cubicBezTo>
                  <a:cubicBezTo>
                    <a:pt x="91" y="678"/>
                    <a:pt x="93" y="679"/>
                    <a:pt x="92" y="679"/>
                  </a:cubicBezTo>
                  <a:cubicBezTo>
                    <a:pt x="90" y="679"/>
                    <a:pt x="83" y="677"/>
                    <a:pt x="77" y="675"/>
                  </a:cubicBezTo>
                  <a:cubicBezTo>
                    <a:pt x="67" y="673"/>
                    <a:pt x="62" y="671"/>
                    <a:pt x="60" y="671"/>
                  </a:cubicBezTo>
                  <a:cubicBezTo>
                    <a:pt x="59" y="671"/>
                    <a:pt x="63" y="673"/>
                    <a:pt x="73" y="678"/>
                  </a:cubicBezTo>
                  <a:cubicBezTo>
                    <a:pt x="70" y="679"/>
                    <a:pt x="77" y="683"/>
                    <a:pt x="73" y="684"/>
                  </a:cubicBezTo>
                  <a:cubicBezTo>
                    <a:pt x="69" y="686"/>
                    <a:pt x="65" y="687"/>
                    <a:pt x="60" y="687"/>
                  </a:cubicBezTo>
                  <a:cubicBezTo>
                    <a:pt x="57" y="687"/>
                    <a:pt x="53" y="687"/>
                    <a:pt x="50" y="686"/>
                  </a:cubicBezTo>
                  <a:cubicBezTo>
                    <a:pt x="45" y="685"/>
                    <a:pt x="40" y="684"/>
                    <a:pt x="37" y="683"/>
                  </a:cubicBezTo>
                  <a:lnTo>
                    <a:pt x="37" y="683"/>
                  </a:lnTo>
                  <a:cubicBezTo>
                    <a:pt x="63" y="688"/>
                    <a:pt x="62" y="689"/>
                    <a:pt x="58" y="690"/>
                  </a:cubicBezTo>
                  <a:cubicBezTo>
                    <a:pt x="40" y="690"/>
                    <a:pt x="51" y="692"/>
                    <a:pt x="63" y="695"/>
                  </a:cubicBezTo>
                  <a:lnTo>
                    <a:pt x="67" y="693"/>
                  </a:lnTo>
                  <a:cubicBezTo>
                    <a:pt x="85" y="696"/>
                    <a:pt x="91" y="697"/>
                    <a:pt x="88" y="697"/>
                  </a:cubicBezTo>
                  <a:cubicBezTo>
                    <a:pt x="86" y="697"/>
                    <a:pt x="82" y="697"/>
                    <a:pt x="77" y="697"/>
                  </a:cubicBezTo>
                  <a:cubicBezTo>
                    <a:pt x="77" y="697"/>
                    <a:pt x="76" y="697"/>
                    <a:pt x="75" y="697"/>
                  </a:cubicBezTo>
                  <a:cubicBezTo>
                    <a:pt x="70" y="697"/>
                    <a:pt x="58" y="695"/>
                    <a:pt x="47" y="693"/>
                  </a:cubicBezTo>
                  <a:cubicBezTo>
                    <a:pt x="36" y="692"/>
                    <a:pt x="25" y="691"/>
                    <a:pt x="15" y="691"/>
                  </a:cubicBezTo>
                  <a:cubicBezTo>
                    <a:pt x="14" y="691"/>
                    <a:pt x="14" y="692"/>
                    <a:pt x="15" y="692"/>
                  </a:cubicBezTo>
                  <a:lnTo>
                    <a:pt x="24" y="693"/>
                  </a:lnTo>
                  <a:lnTo>
                    <a:pt x="29" y="693"/>
                  </a:lnTo>
                  <a:cubicBezTo>
                    <a:pt x="43" y="696"/>
                    <a:pt x="43" y="696"/>
                    <a:pt x="41" y="696"/>
                  </a:cubicBezTo>
                  <a:cubicBezTo>
                    <a:pt x="40" y="697"/>
                    <a:pt x="39" y="697"/>
                    <a:pt x="52" y="699"/>
                  </a:cubicBezTo>
                  <a:cubicBezTo>
                    <a:pt x="67" y="700"/>
                    <a:pt x="66" y="701"/>
                    <a:pt x="64" y="701"/>
                  </a:cubicBezTo>
                  <a:cubicBezTo>
                    <a:pt x="61" y="701"/>
                    <a:pt x="58" y="700"/>
                    <a:pt x="55" y="700"/>
                  </a:cubicBezTo>
                  <a:cubicBezTo>
                    <a:pt x="52" y="700"/>
                    <a:pt x="49" y="701"/>
                    <a:pt x="45" y="701"/>
                  </a:cubicBezTo>
                  <a:lnTo>
                    <a:pt x="30" y="700"/>
                  </a:lnTo>
                  <a:lnTo>
                    <a:pt x="1" y="698"/>
                  </a:lnTo>
                  <a:lnTo>
                    <a:pt x="1" y="698"/>
                  </a:lnTo>
                  <a:cubicBezTo>
                    <a:pt x="6" y="699"/>
                    <a:pt x="12" y="700"/>
                    <a:pt x="17" y="700"/>
                  </a:cubicBezTo>
                  <a:cubicBezTo>
                    <a:pt x="32" y="701"/>
                    <a:pt x="56" y="721"/>
                    <a:pt x="59" y="725"/>
                  </a:cubicBezTo>
                  <a:cubicBezTo>
                    <a:pt x="49" y="726"/>
                    <a:pt x="50" y="728"/>
                    <a:pt x="59" y="728"/>
                  </a:cubicBezTo>
                  <a:cubicBezTo>
                    <a:pt x="60" y="728"/>
                    <a:pt x="62" y="728"/>
                    <a:pt x="63" y="728"/>
                  </a:cubicBezTo>
                  <a:cubicBezTo>
                    <a:pt x="64" y="728"/>
                    <a:pt x="65" y="728"/>
                    <a:pt x="66" y="728"/>
                  </a:cubicBezTo>
                  <a:cubicBezTo>
                    <a:pt x="74" y="728"/>
                    <a:pt x="81" y="731"/>
                    <a:pt x="87" y="736"/>
                  </a:cubicBezTo>
                  <a:cubicBezTo>
                    <a:pt x="92" y="742"/>
                    <a:pt x="99" y="745"/>
                    <a:pt x="106" y="745"/>
                  </a:cubicBezTo>
                  <a:cubicBezTo>
                    <a:pt x="107" y="745"/>
                    <a:pt x="108" y="745"/>
                    <a:pt x="109" y="745"/>
                  </a:cubicBezTo>
                  <a:lnTo>
                    <a:pt x="113" y="747"/>
                  </a:lnTo>
                  <a:cubicBezTo>
                    <a:pt x="114" y="748"/>
                    <a:pt x="127" y="748"/>
                    <a:pt x="127" y="748"/>
                  </a:cubicBezTo>
                  <a:cubicBezTo>
                    <a:pt x="131" y="748"/>
                    <a:pt x="133" y="748"/>
                    <a:pt x="135" y="748"/>
                  </a:cubicBezTo>
                  <a:cubicBezTo>
                    <a:pt x="139" y="748"/>
                    <a:pt x="136" y="749"/>
                    <a:pt x="128" y="749"/>
                  </a:cubicBezTo>
                  <a:cubicBezTo>
                    <a:pt x="122" y="751"/>
                    <a:pt x="115" y="752"/>
                    <a:pt x="108" y="754"/>
                  </a:cubicBezTo>
                  <a:cubicBezTo>
                    <a:pt x="110" y="754"/>
                    <a:pt x="112" y="754"/>
                    <a:pt x="115" y="754"/>
                  </a:cubicBezTo>
                  <a:cubicBezTo>
                    <a:pt x="120" y="754"/>
                    <a:pt x="126" y="753"/>
                    <a:pt x="131" y="752"/>
                  </a:cubicBezTo>
                  <a:cubicBezTo>
                    <a:pt x="136" y="751"/>
                    <a:pt x="139" y="750"/>
                    <a:pt x="141" y="750"/>
                  </a:cubicBezTo>
                  <a:cubicBezTo>
                    <a:pt x="143" y="750"/>
                    <a:pt x="143" y="751"/>
                    <a:pt x="143" y="751"/>
                  </a:cubicBezTo>
                  <a:cubicBezTo>
                    <a:pt x="143" y="751"/>
                    <a:pt x="143" y="751"/>
                    <a:pt x="133" y="753"/>
                  </a:cubicBezTo>
                  <a:lnTo>
                    <a:pt x="112" y="757"/>
                  </a:lnTo>
                  <a:lnTo>
                    <a:pt x="113" y="758"/>
                  </a:lnTo>
                  <a:cubicBezTo>
                    <a:pt x="118" y="757"/>
                    <a:pt x="121" y="757"/>
                    <a:pt x="122" y="757"/>
                  </a:cubicBezTo>
                  <a:cubicBezTo>
                    <a:pt x="124" y="757"/>
                    <a:pt x="124" y="757"/>
                    <a:pt x="124" y="757"/>
                  </a:cubicBezTo>
                  <a:cubicBezTo>
                    <a:pt x="125" y="757"/>
                    <a:pt x="125" y="757"/>
                    <a:pt x="105" y="763"/>
                  </a:cubicBezTo>
                  <a:cubicBezTo>
                    <a:pt x="94" y="765"/>
                    <a:pt x="89" y="767"/>
                    <a:pt x="91" y="767"/>
                  </a:cubicBezTo>
                  <a:cubicBezTo>
                    <a:pt x="92" y="767"/>
                    <a:pt x="98" y="766"/>
                    <a:pt x="107" y="764"/>
                  </a:cubicBezTo>
                  <a:lnTo>
                    <a:pt x="118" y="763"/>
                  </a:lnTo>
                  <a:lnTo>
                    <a:pt x="118" y="763"/>
                  </a:lnTo>
                  <a:cubicBezTo>
                    <a:pt x="110" y="766"/>
                    <a:pt x="110" y="767"/>
                    <a:pt x="113" y="767"/>
                  </a:cubicBezTo>
                  <a:cubicBezTo>
                    <a:pt x="117" y="767"/>
                    <a:pt x="127" y="765"/>
                    <a:pt x="133" y="764"/>
                  </a:cubicBezTo>
                  <a:lnTo>
                    <a:pt x="133" y="764"/>
                  </a:lnTo>
                  <a:cubicBezTo>
                    <a:pt x="122" y="768"/>
                    <a:pt x="118" y="770"/>
                    <a:pt x="120" y="770"/>
                  </a:cubicBezTo>
                  <a:cubicBezTo>
                    <a:pt x="121" y="770"/>
                    <a:pt x="126" y="769"/>
                    <a:pt x="135" y="766"/>
                  </a:cubicBezTo>
                  <a:cubicBezTo>
                    <a:pt x="139" y="765"/>
                    <a:pt x="142" y="764"/>
                    <a:pt x="143" y="764"/>
                  </a:cubicBezTo>
                  <a:cubicBezTo>
                    <a:pt x="144" y="764"/>
                    <a:pt x="142" y="765"/>
                    <a:pt x="137" y="767"/>
                  </a:cubicBezTo>
                  <a:cubicBezTo>
                    <a:pt x="128" y="772"/>
                    <a:pt x="130" y="773"/>
                    <a:pt x="132" y="774"/>
                  </a:cubicBezTo>
                  <a:cubicBezTo>
                    <a:pt x="133" y="774"/>
                    <a:pt x="135" y="774"/>
                    <a:pt x="136" y="774"/>
                  </a:cubicBezTo>
                  <a:cubicBezTo>
                    <a:pt x="144" y="774"/>
                    <a:pt x="150" y="779"/>
                    <a:pt x="156" y="784"/>
                  </a:cubicBezTo>
                  <a:cubicBezTo>
                    <a:pt x="162" y="789"/>
                    <a:pt x="167" y="793"/>
                    <a:pt x="172" y="793"/>
                  </a:cubicBezTo>
                  <a:cubicBezTo>
                    <a:pt x="174" y="793"/>
                    <a:pt x="176" y="793"/>
                    <a:pt x="178" y="791"/>
                  </a:cubicBezTo>
                  <a:lnTo>
                    <a:pt x="178" y="791"/>
                  </a:lnTo>
                  <a:cubicBezTo>
                    <a:pt x="179" y="792"/>
                    <a:pt x="179" y="792"/>
                    <a:pt x="172" y="798"/>
                  </a:cubicBezTo>
                  <a:cubicBezTo>
                    <a:pt x="169" y="800"/>
                    <a:pt x="168" y="802"/>
                    <a:pt x="168" y="802"/>
                  </a:cubicBezTo>
                  <a:cubicBezTo>
                    <a:pt x="169" y="802"/>
                    <a:pt x="173" y="799"/>
                    <a:pt x="181" y="794"/>
                  </a:cubicBezTo>
                  <a:cubicBezTo>
                    <a:pt x="186" y="792"/>
                    <a:pt x="189" y="789"/>
                    <a:pt x="189" y="789"/>
                  </a:cubicBezTo>
                  <a:lnTo>
                    <a:pt x="189" y="789"/>
                  </a:lnTo>
                  <a:cubicBezTo>
                    <a:pt x="190" y="789"/>
                    <a:pt x="188" y="791"/>
                    <a:pt x="182" y="795"/>
                  </a:cubicBezTo>
                  <a:cubicBezTo>
                    <a:pt x="176" y="800"/>
                    <a:pt x="178" y="802"/>
                    <a:pt x="181" y="806"/>
                  </a:cubicBezTo>
                  <a:cubicBezTo>
                    <a:pt x="183" y="807"/>
                    <a:pt x="185" y="809"/>
                    <a:pt x="188" y="809"/>
                  </a:cubicBezTo>
                  <a:cubicBezTo>
                    <a:pt x="189" y="809"/>
                    <a:pt x="191" y="808"/>
                    <a:pt x="193" y="806"/>
                  </a:cubicBezTo>
                  <a:cubicBezTo>
                    <a:pt x="197" y="803"/>
                    <a:pt x="199" y="802"/>
                    <a:pt x="200" y="802"/>
                  </a:cubicBezTo>
                  <a:lnTo>
                    <a:pt x="200" y="802"/>
                  </a:lnTo>
                  <a:cubicBezTo>
                    <a:pt x="200" y="802"/>
                    <a:pt x="198" y="803"/>
                    <a:pt x="195" y="806"/>
                  </a:cubicBezTo>
                  <a:cubicBezTo>
                    <a:pt x="186" y="814"/>
                    <a:pt x="183" y="822"/>
                    <a:pt x="188" y="822"/>
                  </a:cubicBezTo>
                  <a:cubicBezTo>
                    <a:pt x="189" y="822"/>
                    <a:pt x="192" y="821"/>
                    <a:pt x="196" y="818"/>
                  </a:cubicBezTo>
                  <a:lnTo>
                    <a:pt x="196" y="818"/>
                  </a:lnTo>
                  <a:cubicBezTo>
                    <a:pt x="197" y="819"/>
                    <a:pt x="198" y="819"/>
                    <a:pt x="193" y="826"/>
                  </a:cubicBezTo>
                  <a:cubicBezTo>
                    <a:pt x="194" y="826"/>
                    <a:pt x="195" y="827"/>
                    <a:pt x="196" y="827"/>
                  </a:cubicBezTo>
                  <a:cubicBezTo>
                    <a:pt x="197" y="827"/>
                    <a:pt x="200" y="826"/>
                    <a:pt x="204" y="825"/>
                  </a:cubicBezTo>
                  <a:lnTo>
                    <a:pt x="213" y="831"/>
                  </a:lnTo>
                  <a:cubicBezTo>
                    <a:pt x="213" y="832"/>
                    <a:pt x="214" y="832"/>
                    <a:pt x="214" y="832"/>
                  </a:cubicBezTo>
                  <a:cubicBezTo>
                    <a:pt x="218" y="832"/>
                    <a:pt x="223" y="829"/>
                    <a:pt x="223" y="829"/>
                  </a:cubicBezTo>
                  <a:lnTo>
                    <a:pt x="224" y="829"/>
                  </a:lnTo>
                  <a:cubicBezTo>
                    <a:pt x="218" y="836"/>
                    <a:pt x="225" y="841"/>
                    <a:pt x="233" y="848"/>
                  </a:cubicBezTo>
                  <a:cubicBezTo>
                    <a:pt x="241" y="855"/>
                    <a:pt x="248" y="861"/>
                    <a:pt x="244" y="868"/>
                  </a:cubicBezTo>
                  <a:cubicBezTo>
                    <a:pt x="244" y="868"/>
                    <a:pt x="244" y="868"/>
                    <a:pt x="245" y="868"/>
                  </a:cubicBezTo>
                  <a:cubicBezTo>
                    <a:pt x="246" y="868"/>
                    <a:pt x="248" y="868"/>
                    <a:pt x="252" y="864"/>
                  </a:cubicBezTo>
                  <a:cubicBezTo>
                    <a:pt x="258" y="857"/>
                    <a:pt x="261" y="855"/>
                    <a:pt x="262" y="855"/>
                  </a:cubicBezTo>
                  <a:cubicBezTo>
                    <a:pt x="263" y="855"/>
                    <a:pt x="262" y="857"/>
                    <a:pt x="261" y="861"/>
                  </a:cubicBezTo>
                  <a:cubicBezTo>
                    <a:pt x="255" y="869"/>
                    <a:pt x="255" y="873"/>
                    <a:pt x="258" y="873"/>
                  </a:cubicBezTo>
                  <a:cubicBezTo>
                    <a:pt x="260" y="873"/>
                    <a:pt x="263" y="871"/>
                    <a:pt x="268" y="866"/>
                  </a:cubicBezTo>
                  <a:lnTo>
                    <a:pt x="268" y="866"/>
                  </a:lnTo>
                  <a:lnTo>
                    <a:pt x="263" y="873"/>
                  </a:lnTo>
                  <a:cubicBezTo>
                    <a:pt x="259" y="879"/>
                    <a:pt x="258" y="882"/>
                    <a:pt x="260" y="882"/>
                  </a:cubicBezTo>
                  <a:cubicBezTo>
                    <a:pt x="262" y="882"/>
                    <a:pt x="267" y="877"/>
                    <a:pt x="273" y="871"/>
                  </a:cubicBezTo>
                  <a:lnTo>
                    <a:pt x="273" y="871"/>
                  </a:lnTo>
                  <a:cubicBezTo>
                    <a:pt x="271" y="877"/>
                    <a:pt x="268" y="883"/>
                    <a:pt x="269" y="883"/>
                  </a:cubicBezTo>
                  <a:cubicBezTo>
                    <a:pt x="270" y="883"/>
                    <a:pt x="271" y="882"/>
                    <a:pt x="272" y="881"/>
                  </a:cubicBezTo>
                  <a:lnTo>
                    <a:pt x="272" y="881"/>
                  </a:lnTo>
                  <a:cubicBezTo>
                    <a:pt x="273" y="882"/>
                    <a:pt x="273" y="882"/>
                    <a:pt x="263" y="894"/>
                  </a:cubicBezTo>
                  <a:cubicBezTo>
                    <a:pt x="259" y="901"/>
                    <a:pt x="253" y="908"/>
                    <a:pt x="254" y="909"/>
                  </a:cubicBezTo>
                  <a:cubicBezTo>
                    <a:pt x="254" y="909"/>
                    <a:pt x="254" y="909"/>
                    <a:pt x="255" y="909"/>
                  </a:cubicBezTo>
                  <a:cubicBezTo>
                    <a:pt x="257" y="909"/>
                    <a:pt x="261" y="903"/>
                    <a:pt x="265" y="896"/>
                  </a:cubicBezTo>
                  <a:lnTo>
                    <a:pt x="269" y="899"/>
                  </a:lnTo>
                  <a:cubicBezTo>
                    <a:pt x="269" y="899"/>
                    <a:pt x="269" y="899"/>
                    <a:pt x="269" y="899"/>
                  </a:cubicBezTo>
                  <a:cubicBezTo>
                    <a:pt x="269" y="899"/>
                    <a:pt x="271" y="898"/>
                    <a:pt x="274" y="893"/>
                  </a:cubicBezTo>
                  <a:cubicBezTo>
                    <a:pt x="277" y="889"/>
                    <a:pt x="279" y="888"/>
                    <a:pt x="280" y="888"/>
                  </a:cubicBezTo>
                  <a:cubicBezTo>
                    <a:pt x="281" y="888"/>
                    <a:pt x="281" y="888"/>
                    <a:pt x="282" y="889"/>
                  </a:cubicBezTo>
                  <a:cubicBezTo>
                    <a:pt x="280" y="891"/>
                    <a:pt x="280" y="892"/>
                    <a:pt x="280" y="892"/>
                  </a:cubicBezTo>
                  <a:cubicBezTo>
                    <a:pt x="280" y="892"/>
                    <a:pt x="284" y="887"/>
                    <a:pt x="287" y="882"/>
                  </a:cubicBezTo>
                  <a:cubicBezTo>
                    <a:pt x="291" y="876"/>
                    <a:pt x="296" y="870"/>
                    <a:pt x="297" y="870"/>
                  </a:cubicBezTo>
                  <a:cubicBezTo>
                    <a:pt x="298" y="870"/>
                    <a:pt x="298" y="871"/>
                    <a:pt x="298" y="871"/>
                  </a:cubicBezTo>
                  <a:lnTo>
                    <a:pt x="308" y="857"/>
                  </a:lnTo>
                  <a:cubicBezTo>
                    <a:pt x="315" y="849"/>
                    <a:pt x="321" y="839"/>
                    <a:pt x="325" y="829"/>
                  </a:cubicBezTo>
                  <a:cubicBezTo>
                    <a:pt x="325" y="823"/>
                    <a:pt x="326" y="816"/>
                    <a:pt x="324" y="816"/>
                  </a:cubicBezTo>
                  <a:cubicBezTo>
                    <a:pt x="322" y="816"/>
                    <a:pt x="320" y="818"/>
                    <a:pt x="317" y="822"/>
                  </a:cubicBezTo>
                  <a:cubicBezTo>
                    <a:pt x="317" y="822"/>
                    <a:pt x="311" y="827"/>
                    <a:pt x="309" y="827"/>
                  </a:cubicBezTo>
                  <a:cubicBezTo>
                    <a:pt x="309" y="827"/>
                    <a:pt x="309" y="827"/>
                    <a:pt x="309" y="827"/>
                  </a:cubicBezTo>
                  <a:cubicBezTo>
                    <a:pt x="308" y="826"/>
                    <a:pt x="311" y="819"/>
                    <a:pt x="311" y="819"/>
                  </a:cubicBezTo>
                  <a:cubicBezTo>
                    <a:pt x="317" y="812"/>
                    <a:pt x="312" y="808"/>
                    <a:pt x="306" y="803"/>
                  </a:cubicBezTo>
                  <a:cubicBezTo>
                    <a:pt x="299" y="798"/>
                    <a:pt x="296" y="794"/>
                    <a:pt x="299" y="787"/>
                  </a:cubicBezTo>
                  <a:cubicBezTo>
                    <a:pt x="302" y="780"/>
                    <a:pt x="301" y="779"/>
                    <a:pt x="301" y="779"/>
                  </a:cubicBezTo>
                  <a:lnTo>
                    <a:pt x="301" y="779"/>
                  </a:lnTo>
                  <a:cubicBezTo>
                    <a:pt x="300" y="781"/>
                    <a:pt x="298" y="781"/>
                    <a:pt x="297" y="781"/>
                  </a:cubicBezTo>
                  <a:cubicBezTo>
                    <a:pt x="293" y="781"/>
                    <a:pt x="287" y="777"/>
                    <a:pt x="281" y="772"/>
                  </a:cubicBezTo>
                  <a:cubicBezTo>
                    <a:pt x="275" y="767"/>
                    <a:pt x="269" y="762"/>
                    <a:pt x="265" y="762"/>
                  </a:cubicBezTo>
                  <a:cubicBezTo>
                    <a:pt x="263" y="762"/>
                    <a:pt x="261" y="763"/>
                    <a:pt x="260" y="765"/>
                  </a:cubicBezTo>
                  <a:lnTo>
                    <a:pt x="257" y="763"/>
                  </a:lnTo>
                  <a:cubicBezTo>
                    <a:pt x="262" y="756"/>
                    <a:pt x="260" y="754"/>
                    <a:pt x="257" y="752"/>
                  </a:cubicBezTo>
                  <a:cubicBezTo>
                    <a:pt x="252" y="755"/>
                    <a:pt x="249" y="755"/>
                    <a:pt x="249" y="755"/>
                  </a:cubicBezTo>
                  <a:cubicBezTo>
                    <a:pt x="248" y="755"/>
                    <a:pt x="248" y="755"/>
                    <a:pt x="248" y="755"/>
                  </a:cubicBezTo>
                  <a:cubicBezTo>
                    <a:pt x="253" y="748"/>
                    <a:pt x="253" y="748"/>
                    <a:pt x="253" y="748"/>
                  </a:cubicBezTo>
                  <a:cubicBezTo>
                    <a:pt x="253" y="748"/>
                    <a:pt x="252" y="748"/>
                    <a:pt x="252" y="748"/>
                  </a:cubicBezTo>
                  <a:cubicBezTo>
                    <a:pt x="251" y="748"/>
                    <a:pt x="250" y="749"/>
                    <a:pt x="246" y="753"/>
                  </a:cubicBezTo>
                  <a:cubicBezTo>
                    <a:pt x="246" y="753"/>
                    <a:pt x="244" y="751"/>
                    <a:pt x="250" y="745"/>
                  </a:cubicBezTo>
                  <a:cubicBezTo>
                    <a:pt x="251" y="743"/>
                    <a:pt x="252" y="742"/>
                    <a:pt x="252" y="742"/>
                  </a:cubicBezTo>
                  <a:lnTo>
                    <a:pt x="252" y="742"/>
                  </a:lnTo>
                  <a:cubicBezTo>
                    <a:pt x="251" y="742"/>
                    <a:pt x="246" y="746"/>
                    <a:pt x="242" y="749"/>
                  </a:cubicBezTo>
                  <a:cubicBezTo>
                    <a:pt x="238" y="753"/>
                    <a:pt x="234" y="756"/>
                    <a:pt x="228" y="760"/>
                  </a:cubicBezTo>
                  <a:lnTo>
                    <a:pt x="242" y="748"/>
                  </a:lnTo>
                  <a:cubicBezTo>
                    <a:pt x="248" y="744"/>
                    <a:pt x="248" y="744"/>
                    <a:pt x="247" y="743"/>
                  </a:cubicBezTo>
                  <a:lnTo>
                    <a:pt x="247" y="743"/>
                  </a:lnTo>
                  <a:cubicBezTo>
                    <a:pt x="244" y="745"/>
                    <a:pt x="242" y="746"/>
                    <a:pt x="241" y="746"/>
                  </a:cubicBezTo>
                  <a:cubicBezTo>
                    <a:pt x="239" y="746"/>
                    <a:pt x="238" y="745"/>
                    <a:pt x="237" y="744"/>
                  </a:cubicBezTo>
                  <a:cubicBezTo>
                    <a:pt x="236" y="743"/>
                    <a:pt x="235" y="742"/>
                    <a:pt x="234" y="742"/>
                  </a:cubicBezTo>
                  <a:cubicBezTo>
                    <a:pt x="232" y="742"/>
                    <a:pt x="230" y="743"/>
                    <a:pt x="226" y="745"/>
                  </a:cubicBezTo>
                  <a:cubicBezTo>
                    <a:pt x="222" y="746"/>
                    <a:pt x="220" y="747"/>
                    <a:pt x="219" y="747"/>
                  </a:cubicBezTo>
                  <a:cubicBezTo>
                    <a:pt x="219" y="747"/>
                    <a:pt x="220" y="746"/>
                    <a:pt x="225" y="743"/>
                  </a:cubicBezTo>
                  <a:cubicBezTo>
                    <a:pt x="232" y="739"/>
                    <a:pt x="237" y="737"/>
                    <a:pt x="240" y="735"/>
                  </a:cubicBezTo>
                  <a:lnTo>
                    <a:pt x="240" y="735"/>
                  </a:lnTo>
                  <a:cubicBezTo>
                    <a:pt x="239" y="736"/>
                    <a:pt x="231" y="739"/>
                    <a:pt x="223" y="742"/>
                  </a:cubicBezTo>
                  <a:cubicBezTo>
                    <a:pt x="214" y="745"/>
                    <a:pt x="210" y="746"/>
                    <a:pt x="209" y="746"/>
                  </a:cubicBezTo>
                  <a:cubicBezTo>
                    <a:pt x="208" y="746"/>
                    <a:pt x="212" y="744"/>
                    <a:pt x="222" y="741"/>
                  </a:cubicBezTo>
                  <a:cubicBezTo>
                    <a:pt x="232" y="737"/>
                    <a:pt x="233" y="735"/>
                    <a:pt x="228" y="735"/>
                  </a:cubicBezTo>
                  <a:cubicBezTo>
                    <a:pt x="224" y="735"/>
                    <a:pt x="217" y="736"/>
                    <a:pt x="207" y="738"/>
                  </a:cubicBezTo>
                  <a:lnTo>
                    <a:pt x="217" y="736"/>
                  </a:lnTo>
                  <a:cubicBezTo>
                    <a:pt x="227" y="734"/>
                    <a:pt x="227" y="733"/>
                    <a:pt x="226" y="733"/>
                  </a:cubicBezTo>
                  <a:lnTo>
                    <a:pt x="226" y="732"/>
                  </a:lnTo>
                  <a:cubicBezTo>
                    <a:pt x="219" y="733"/>
                    <a:pt x="215" y="733"/>
                    <a:pt x="213" y="733"/>
                  </a:cubicBezTo>
                  <a:cubicBezTo>
                    <a:pt x="210" y="733"/>
                    <a:pt x="216" y="731"/>
                    <a:pt x="224" y="730"/>
                  </a:cubicBezTo>
                  <a:cubicBezTo>
                    <a:pt x="235" y="728"/>
                    <a:pt x="235" y="728"/>
                    <a:pt x="235" y="728"/>
                  </a:cubicBezTo>
                  <a:lnTo>
                    <a:pt x="235" y="728"/>
                  </a:lnTo>
                  <a:cubicBezTo>
                    <a:pt x="229" y="729"/>
                    <a:pt x="226" y="729"/>
                    <a:pt x="223" y="729"/>
                  </a:cubicBezTo>
                  <a:cubicBezTo>
                    <a:pt x="216" y="729"/>
                    <a:pt x="225" y="727"/>
                    <a:pt x="234" y="726"/>
                  </a:cubicBezTo>
                  <a:lnTo>
                    <a:pt x="234" y="726"/>
                  </a:lnTo>
                  <a:cubicBezTo>
                    <a:pt x="230" y="726"/>
                    <a:pt x="227" y="726"/>
                    <a:pt x="225" y="726"/>
                  </a:cubicBezTo>
                  <a:cubicBezTo>
                    <a:pt x="221" y="726"/>
                    <a:pt x="220" y="726"/>
                    <a:pt x="220" y="726"/>
                  </a:cubicBezTo>
                  <a:cubicBezTo>
                    <a:pt x="220" y="725"/>
                    <a:pt x="220" y="725"/>
                    <a:pt x="218" y="725"/>
                  </a:cubicBezTo>
                  <a:cubicBezTo>
                    <a:pt x="216" y="725"/>
                    <a:pt x="213" y="725"/>
                    <a:pt x="207" y="726"/>
                  </a:cubicBezTo>
                  <a:cubicBezTo>
                    <a:pt x="195" y="726"/>
                    <a:pt x="182" y="727"/>
                    <a:pt x="181" y="727"/>
                  </a:cubicBezTo>
                  <a:lnTo>
                    <a:pt x="195" y="726"/>
                  </a:lnTo>
                  <a:cubicBezTo>
                    <a:pt x="207" y="726"/>
                    <a:pt x="206" y="725"/>
                    <a:pt x="206" y="724"/>
                  </a:cubicBezTo>
                  <a:cubicBezTo>
                    <a:pt x="204" y="723"/>
                    <a:pt x="204" y="721"/>
                    <a:pt x="217" y="721"/>
                  </a:cubicBezTo>
                  <a:lnTo>
                    <a:pt x="202" y="721"/>
                  </a:lnTo>
                  <a:cubicBezTo>
                    <a:pt x="189" y="720"/>
                    <a:pt x="189" y="720"/>
                    <a:pt x="202" y="720"/>
                  </a:cubicBezTo>
                  <a:cubicBezTo>
                    <a:pt x="216" y="720"/>
                    <a:pt x="216" y="720"/>
                    <a:pt x="201" y="719"/>
                  </a:cubicBezTo>
                  <a:lnTo>
                    <a:pt x="200" y="718"/>
                  </a:lnTo>
                  <a:lnTo>
                    <a:pt x="200" y="718"/>
                  </a:lnTo>
                  <a:cubicBezTo>
                    <a:pt x="211" y="719"/>
                    <a:pt x="218" y="719"/>
                    <a:pt x="221" y="719"/>
                  </a:cubicBezTo>
                  <a:cubicBezTo>
                    <a:pt x="224" y="719"/>
                    <a:pt x="221" y="719"/>
                    <a:pt x="213" y="718"/>
                  </a:cubicBezTo>
                  <a:lnTo>
                    <a:pt x="213" y="718"/>
                  </a:lnTo>
                  <a:cubicBezTo>
                    <a:pt x="213" y="718"/>
                    <a:pt x="213" y="718"/>
                    <a:pt x="214" y="718"/>
                  </a:cubicBezTo>
                  <a:cubicBezTo>
                    <a:pt x="203" y="717"/>
                    <a:pt x="200" y="716"/>
                    <a:pt x="203" y="716"/>
                  </a:cubicBezTo>
                  <a:cubicBezTo>
                    <a:pt x="205" y="716"/>
                    <a:pt x="209" y="716"/>
                    <a:pt x="215" y="717"/>
                  </a:cubicBezTo>
                  <a:cubicBezTo>
                    <a:pt x="200" y="715"/>
                    <a:pt x="201" y="715"/>
                    <a:pt x="201" y="715"/>
                  </a:cubicBezTo>
                  <a:cubicBezTo>
                    <a:pt x="201" y="715"/>
                    <a:pt x="202" y="715"/>
                    <a:pt x="201" y="714"/>
                  </a:cubicBezTo>
                  <a:lnTo>
                    <a:pt x="201" y="714"/>
                  </a:lnTo>
                  <a:lnTo>
                    <a:pt x="204" y="715"/>
                  </a:lnTo>
                  <a:cubicBezTo>
                    <a:pt x="208" y="715"/>
                    <a:pt x="211" y="715"/>
                    <a:pt x="212" y="715"/>
                  </a:cubicBezTo>
                  <a:cubicBezTo>
                    <a:pt x="215" y="715"/>
                    <a:pt x="209" y="714"/>
                    <a:pt x="191" y="711"/>
                  </a:cubicBezTo>
                  <a:cubicBezTo>
                    <a:pt x="178" y="709"/>
                    <a:pt x="172" y="708"/>
                    <a:pt x="172" y="708"/>
                  </a:cubicBezTo>
                  <a:lnTo>
                    <a:pt x="172" y="708"/>
                  </a:lnTo>
                  <a:cubicBezTo>
                    <a:pt x="172" y="708"/>
                    <a:pt x="179" y="709"/>
                    <a:pt x="192" y="711"/>
                  </a:cubicBezTo>
                  <a:cubicBezTo>
                    <a:pt x="197" y="712"/>
                    <a:pt x="202" y="713"/>
                    <a:pt x="206" y="714"/>
                  </a:cubicBezTo>
                  <a:lnTo>
                    <a:pt x="206" y="714"/>
                  </a:lnTo>
                  <a:cubicBezTo>
                    <a:pt x="206" y="714"/>
                    <a:pt x="207" y="714"/>
                    <a:pt x="193" y="711"/>
                  </a:cubicBezTo>
                  <a:lnTo>
                    <a:pt x="195" y="710"/>
                  </a:lnTo>
                  <a:cubicBezTo>
                    <a:pt x="200" y="711"/>
                    <a:pt x="205" y="712"/>
                    <a:pt x="210" y="712"/>
                  </a:cubicBezTo>
                  <a:cubicBezTo>
                    <a:pt x="204" y="711"/>
                    <a:pt x="201" y="711"/>
                    <a:pt x="201" y="711"/>
                  </a:cubicBezTo>
                  <a:lnTo>
                    <a:pt x="201" y="711"/>
                  </a:lnTo>
                  <a:cubicBezTo>
                    <a:pt x="201" y="711"/>
                    <a:pt x="205" y="711"/>
                    <a:pt x="211" y="712"/>
                  </a:cubicBezTo>
                  <a:cubicBezTo>
                    <a:pt x="217" y="713"/>
                    <a:pt x="220" y="714"/>
                    <a:pt x="220" y="714"/>
                  </a:cubicBezTo>
                  <a:cubicBezTo>
                    <a:pt x="221" y="714"/>
                    <a:pt x="215" y="713"/>
                    <a:pt x="199" y="709"/>
                  </a:cubicBezTo>
                  <a:cubicBezTo>
                    <a:pt x="193" y="708"/>
                    <a:pt x="190" y="707"/>
                    <a:pt x="190" y="707"/>
                  </a:cubicBezTo>
                  <a:lnTo>
                    <a:pt x="190" y="707"/>
                  </a:lnTo>
                  <a:cubicBezTo>
                    <a:pt x="190" y="707"/>
                    <a:pt x="193" y="708"/>
                    <a:pt x="200" y="709"/>
                  </a:cubicBezTo>
                  <a:cubicBezTo>
                    <a:pt x="215" y="712"/>
                    <a:pt x="222" y="713"/>
                    <a:pt x="222" y="713"/>
                  </a:cubicBezTo>
                  <a:cubicBezTo>
                    <a:pt x="222" y="713"/>
                    <a:pt x="219" y="712"/>
                    <a:pt x="214" y="711"/>
                  </a:cubicBezTo>
                  <a:cubicBezTo>
                    <a:pt x="210" y="710"/>
                    <a:pt x="206" y="710"/>
                    <a:pt x="202" y="708"/>
                  </a:cubicBezTo>
                  <a:lnTo>
                    <a:pt x="202" y="708"/>
                  </a:lnTo>
                  <a:cubicBezTo>
                    <a:pt x="206" y="709"/>
                    <a:pt x="209" y="710"/>
                    <a:pt x="213" y="710"/>
                  </a:cubicBezTo>
                  <a:cubicBezTo>
                    <a:pt x="216" y="710"/>
                    <a:pt x="219" y="709"/>
                    <a:pt x="223" y="708"/>
                  </a:cubicBezTo>
                  <a:cubicBezTo>
                    <a:pt x="223" y="708"/>
                    <a:pt x="213" y="705"/>
                    <a:pt x="201" y="701"/>
                  </a:cubicBezTo>
                  <a:cubicBezTo>
                    <a:pt x="199" y="701"/>
                    <a:pt x="197" y="700"/>
                    <a:pt x="196" y="700"/>
                  </a:cubicBezTo>
                  <a:lnTo>
                    <a:pt x="196" y="700"/>
                  </a:lnTo>
                  <a:cubicBezTo>
                    <a:pt x="198" y="700"/>
                    <a:pt x="200" y="701"/>
                    <a:pt x="202" y="701"/>
                  </a:cubicBezTo>
                  <a:cubicBezTo>
                    <a:pt x="219" y="706"/>
                    <a:pt x="228" y="709"/>
                    <a:pt x="228" y="709"/>
                  </a:cubicBezTo>
                  <a:cubicBezTo>
                    <a:pt x="228" y="709"/>
                    <a:pt x="220" y="706"/>
                    <a:pt x="204" y="701"/>
                  </a:cubicBezTo>
                  <a:cubicBezTo>
                    <a:pt x="192" y="698"/>
                    <a:pt x="187" y="696"/>
                    <a:pt x="187" y="696"/>
                  </a:cubicBezTo>
                  <a:lnTo>
                    <a:pt x="187" y="696"/>
                  </a:lnTo>
                  <a:cubicBezTo>
                    <a:pt x="187" y="696"/>
                    <a:pt x="193" y="698"/>
                    <a:pt x="205" y="701"/>
                  </a:cubicBezTo>
                  <a:cubicBezTo>
                    <a:pt x="210" y="702"/>
                    <a:pt x="213" y="703"/>
                    <a:pt x="213" y="703"/>
                  </a:cubicBezTo>
                  <a:cubicBezTo>
                    <a:pt x="213" y="703"/>
                    <a:pt x="210" y="702"/>
                    <a:pt x="206" y="700"/>
                  </a:cubicBezTo>
                  <a:lnTo>
                    <a:pt x="206" y="700"/>
                  </a:lnTo>
                  <a:cubicBezTo>
                    <a:pt x="214" y="703"/>
                    <a:pt x="221" y="705"/>
                    <a:pt x="221" y="705"/>
                  </a:cubicBezTo>
                  <a:cubicBezTo>
                    <a:pt x="221" y="705"/>
                    <a:pt x="220" y="704"/>
                    <a:pt x="217" y="703"/>
                  </a:cubicBezTo>
                  <a:lnTo>
                    <a:pt x="217" y="703"/>
                  </a:lnTo>
                  <a:cubicBezTo>
                    <a:pt x="222" y="705"/>
                    <a:pt x="225" y="706"/>
                    <a:pt x="228" y="707"/>
                  </a:cubicBezTo>
                  <a:cubicBezTo>
                    <a:pt x="231" y="708"/>
                    <a:pt x="233" y="708"/>
                    <a:pt x="233" y="708"/>
                  </a:cubicBezTo>
                  <a:cubicBezTo>
                    <a:pt x="234" y="708"/>
                    <a:pt x="227" y="706"/>
                    <a:pt x="220" y="702"/>
                  </a:cubicBezTo>
                  <a:cubicBezTo>
                    <a:pt x="211" y="698"/>
                    <a:pt x="207" y="696"/>
                    <a:pt x="207" y="696"/>
                  </a:cubicBezTo>
                  <a:lnTo>
                    <a:pt x="207" y="696"/>
                  </a:lnTo>
                  <a:cubicBezTo>
                    <a:pt x="208" y="696"/>
                    <a:pt x="212" y="698"/>
                    <a:pt x="222" y="702"/>
                  </a:cubicBezTo>
                  <a:cubicBezTo>
                    <a:pt x="228" y="705"/>
                    <a:pt x="232" y="706"/>
                    <a:pt x="232" y="706"/>
                  </a:cubicBezTo>
                  <a:cubicBezTo>
                    <a:pt x="234" y="706"/>
                    <a:pt x="226" y="703"/>
                    <a:pt x="215" y="697"/>
                  </a:cubicBezTo>
                  <a:cubicBezTo>
                    <a:pt x="204" y="692"/>
                    <a:pt x="200" y="690"/>
                    <a:pt x="200" y="690"/>
                  </a:cubicBezTo>
                  <a:lnTo>
                    <a:pt x="200" y="690"/>
                  </a:lnTo>
                  <a:cubicBezTo>
                    <a:pt x="200" y="690"/>
                    <a:pt x="202" y="691"/>
                    <a:pt x="206" y="692"/>
                  </a:cubicBezTo>
                  <a:cubicBezTo>
                    <a:pt x="209" y="695"/>
                    <a:pt x="213" y="696"/>
                    <a:pt x="216" y="697"/>
                  </a:cubicBezTo>
                  <a:cubicBezTo>
                    <a:pt x="216" y="697"/>
                    <a:pt x="216" y="697"/>
                    <a:pt x="217" y="697"/>
                  </a:cubicBezTo>
                  <a:cubicBezTo>
                    <a:pt x="218" y="697"/>
                    <a:pt x="220" y="697"/>
                    <a:pt x="226" y="700"/>
                  </a:cubicBezTo>
                  <a:cubicBezTo>
                    <a:pt x="226" y="700"/>
                    <a:pt x="226" y="700"/>
                    <a:pt x="218" y="696"/>
                  </a:cubicBezTo>
                  <a:cubicBezTo>
                    <a:pt x="212" y="692"/>
                    <a:pt x="210" y="690"/>
                    <a:pt x="211" y="690"/>
                  </a:cubicBezTo>
                  <a:cubicBezTo>
                    <a:pt x="213" y="690"/>
                    <a:pt x="221" y="694"/>
                    <a:pt x="231" y="699"/>
                  </a:cubicBezTo>
                  <a:lnTo>
                    <a:pt x="223" y="693"/>
                  </a:lnTo>
                  <a:cubicBezTo>
                    <a:pt x="213" y="688"/>
                    <a:pt x="207" y="684"/>
                    <a:pt x="207" y="684"/>
                  </a:cubicBezTo>
                  <a:lnTo>
                    <a:pt x="207" y="684"/>
                  </a:lnTo>
                  <a:cubicBezTo>
                    <a:pt x="207" y="684"/>
                    <a:pt x="210" y="685"/>
                    <a:pt x="216" y="689"/>
                  </a:cubicBezTo>
                  <a:lnTo>
                    <a:pt x="224" y="693"/>
                  </a:lnTo>
                  <a:cubicBezTo>
                    <a:pt x="218" y="689"/>
                    <a:pt x="216" y="687"/>
                    <a:pt x="217" y="687"/>
                  </a:cubicBezTo>
                  <a:cubicBezTo>
                    <a:pt x="218" y="687"/>
                    <a:pt x="225" y="691"/>
                    <a:pt x="234" y="697"/>
                  </a:cubicBezTo>
                  <a:cubicBezTo>
                    <a:pt x="236" y="699"/>
                    <a:pt x="239" y="700"/>
                    <a:pt x="242" y="701"/>
                  </a:cubicBezTo>
                  <a:lnTo>
                    <a:pt x="235" y="697"/>
                  </a:lnTo>
                  <a:cubicBezTo>
                    <a:pt x="229" y="693"/>
                    <a:pt x="225" y="690"/>
                    <a:pt x="220" y="687"/>
                  </a:cubicBezTo>
                  <a:cubicBezTo>
                    <a:pt x="220" y="687"/>
                    <a:pt x="221" y="687"/>
                    <a:pt x="221" y="687"/>
                  </a:cubicBezTo>
                  <a:cubicBezTo>
                    <a:pt x="222" y="687"/>
                    <a:pt x="223" y="687"/>
                    <a:pt x="228" y="691"/>
                  </a:cubicBezTo>
                  <a:cubicBezTo>
                    <a:pt x="234" y="694"/>
                    <a:pt x="239" y="698"/>
                    <a:pt x="240" y="698"/>
                  </a:cubicBezTo>
                  <a:cubicBezTo>
                    <a:pt x="240" y="698"/>
                    <a:pt x="239" y="697"/>
                    <a:pt x="237" y="696"/>
                  </a:cubicBezTo>
                  <a:lnTo>
                    <a:pt x="237" y="696"/>
                  </a:lnTo>
                  <a:cubicBezTo>
                    <a:pt x="237" y="696"/>
                    <a:pt x="237" y="696"/>
                    <a:pt x="245" y="701"/>
                  </a:cubicBezTo>
                  <a:lnTo>
                    <a:pt x="246" y="700"/>
                  </a:lnTo>
                  <a:cubicBezTo>
                    <a:pt x="243" y="697"/>
                    <a:pt x="241" y="696"/>
                    <a:pt x="242" y="696"/>
                  </a:cubicBezTo>
                  <a:lnTo>
                    <a:pt x="242" y="696"/>
                  </a:lnTo>
                  <a:cubicBezTo>
                    <a:pt x="242" y="696"/>
                    <a:pt x="244" y="697"/>
                    <a:pt x="247" y="700"/>
                  </a:cubicBezTo>
                  <a:cubicBezTo>
                    <a:pt x="247" y="700"/>
                    <a:pt x="247" y="700"/>
                    <a:pt x="242" y="693"/>
                  </a:cubicBezTo>
                  <a:cubicBezTo>
                    <a:pt x="243" y="693"/>
                    <a:pt x="243" y="693"/>
                    <a:pt x="250" y="699"/>
                  </a:cubicBezTo>
                  <a:cubicBezTo>
                    <a:pt x="244" y="693"/>
                    <a:pt x="244" y="693"/>
                    <a:pt x="244" y="692"/>
                  </a:cubicBezTo>
                  <a:lnTo>
                    <a:pt x="245" y="692"/>
                  </a:lnTo>
                  <a:cubicBezTo>
                    <a:pt x="239" y="687"/>
                    <a:pt x="239" y="687"/>
                    <a:pt x="241" y="686"/>
                  </a:cubicBezTo>
                  <a:lnTo>
                    <a:pt x="241" y="686"/>
                  </a:lnTo>
                  <a:cubicBezTo>
                    <a:pt x="243" y="688"/>
                    <a:pt x="245" y="689"/>
                    <a:pt x="247" y="691"/>
                  </a:cubicBezTo>
                  <a:cubicBezTo>
                    <a:pt x="248" y="691"/>
                    <a:pt x="250" y="690"/>
                    <a:pt x="244" y="684"/>
                  </a:cubicBezTo>
                  <a:cubicBezTo>
                    <a:pt x="243" y="684"/>
                    <a:pt x="241" y="681"/>
                    <a:pt x="241" y="681"/>
                  </a:cubicBezTo>
                  <a:lnTo>
                    <a:pt x="241" y="681"/>
                  </a:lnTo>
                  <a:cubicBezTo>
                    <a:pt x="241" y="681"/>
                    <a:pt x="242" y="682"/>
                    <a:pt x="244" y="684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6" y="684"/>
                    <a:pt x="250" y="689"/>
                    <a:pt x="251" y="689"/>
                  </a:cubicBezTo>
                  <a:cubicBezTo>
                    <a:pt x="252" y="689"/>
                    <a:pt x="252" y="689"/>
                    <a:pt x="252" y="689"/>
                  </a:cubicBezTo>
                  <a:cubicBezTo>
                    <a:pt x="257" y="686"/>
                    <a:pt x="257" y="686"/>
                    <a:pt x="253" y="679"/>
                  </a:cubicBezTo>
                  <a:cubicBezTo>
                    <a:pt x="248" y="672"/>
                    <a:pt x="245" y="669"/>
                    <a:pt x="246" y="669"/>
                  </a:cubicBezTo>
                  <a:lnTo>
                    <a:pt x="246" y="669"/>
                  </a:lnTo>
                  <a:cubicBezTo>
                    <a:pt x="247" y="669"/>
                    <a:pt x="250" y="672"/>
                    <a:pt x="255" y="678"/>
                  </a:cubicBezTo>
                  <a:cubicBezTo>
                    <a:pt x="261" y="684"/>
                    <a:pt x="265" y="687"/>
                    <a:pt x="266" y="687"/>
                  </a:cubicBezTo>
                  <a:cubicBezTo>
                    <a:pt x="267" y="687"/>
                    <a:pt x="266" y="685"/>
                    <a:pt x="264" y="682"/>
                  </a:cubicBezTo>
                  <a:cubicBezTo>
                    <a:pt x="261" y="674"/>
                    <a:pt x="261" y="674"/>
                    <a:pt x="262" y="674"/>
                  </a:cubicBezTo>
                  <a:cubicBezTo>
                    <a:pt x="264" y="677"/>
                    <a:pt x="265" y="679"/>
                    <a:pt x="266" y="679"/>
                  </a:cubicBezTo>
                  <a:cubicBezTo>
                    <a:pt x="267" y="679"/>
                    <a:pt x="267" y="676"/>
                    <a:pt x="266" y="671"/>
                  </a:cubicBezTo>
                  <a:cubicBezTo>
                    <a:pt x="267" y="671"/>
                    <a:pt x="267" y="670"/>
                    <a:pt x="267" y="670"/>
                  </a:cubicBezTo>
                  <a:cubicBezTo>
                    <a:pt x="268" y="670"/>
                    <a:pt x="269" y="672"/>
                    <a:pt x="272" y="677"/>
                  </a:cubicBezTo>
                  <a:lnTo>
                    <a:pt x="275" y="675"/>
                  </a:lnTo>
                  <a:cubicBezTo>
                    <a:pt x="272" y="666"/>
                    <a:pt x="275" y="663"/>
                    <a:pt x="280" y="663"/>
                  </a:cubicBezTo>
                  <a:cubicBezTo>
                    <a:pt x="283" y="663"/>
                    <a:pt x="286" y="664"/>
                    <a:pt x="289" y="666"/>
                  </a:cubicBezTo>
                  <a:cubicBezTo>
                    <a:pt x="289" y="666"/>
                    <a:pt x="290" y="665"/>
                    <a:pt x="287" y="659"/>
                  </a:cubicBezTo>
                  <a:cubicBezTo>
                    <a:pt x="282" y="651"/>
                    <a:pt x="281" y="647"/>
                    <a:pt x="282" y="647"/>
                  </a:cubicBezTo>
                  <a:lnTo>
                    <a:pt x="282" y="647"/>
                  </a:lnTo>
                  <a:cubicBezTo>
                    <a:pt x="282" y="647"/>
                    <a:pt x="285" y="650"/>
                    <a:pt x="289" y="656"/>
                  </a:cubicBezTo>
                  <a:cubicBezTo>
                    <a:pt x="294" y="663"/>
                    <a:pt x="296" y="666"/>
                    <a:pt x="297" y="666"/>
                  </a:cubicBezTo>
                  <a:cubicBezTo>
                    <a:pt x="297" y="666"/>
                    <a:pt x="295" y="663"/>
                    <a:pt x="291" y="655"/>
                  </a:cubicBezTo>
                  <a:cubicBezTo>
                    <a:pt x="289" y="651"/>
                    <a:pt x="290" y="648"/>
                    <a:pt x="293" y="648"/>
                  </a:cubicBezTo>
                  <a:cubicBezTo>
                    <a:pt x="295" y="648"/>
                    <a:pt x="299" y="651"/>
                    <a:pt x="302" y="658"/>
                  </a:cubicBezTo>
                  <a:lnTo>
                    <a:pt x="312" y="670"/>
                  </a:lnTo>
                  <a:cubicBezTo>
                    <a:pt x="309" y="663"/>
                    <a:pt x="310" y="662"/>
                    <a:pt x="310" y="662"/>
                  </a:cubicBezTo>
                  <a:cubicBezTo>
                    <a:pt x="306" y="655"/>
                    <a:pt x="307" y="654"/>
                    <a:pt x="311" y="651"/>
                  </a:cubicBezTo>
                  <a:cubicBezTo>
                    <a:pt x="314" y="650"/>
                    <a:pt x="315" y="638"/>
                    <a:pt x="317" y="637"/>
                  </a:cubicBezTo>
                  <a:cubicBezTo>
                    <a:pt x="319" y="635"/>
                    <a:pt x="321" y="634"/>
                    <a:pt x="324" y="634"/>
                  </a:cubicBezTo>
                  <a:cubicBezTo>
                    <a:pt x="326" y="634"/>
                    <a:pt x="329" y="636"/>
                    <a:pt x="330" y="637"/>
                  </a:cubicBezTo>
                  <a:cubicBezTo>
                    <a:pt x="333" y="636"/>
                    <a:pt x="334" y="635"/>
                    <a:pt x="331" y="627"/>
                  </a:cubicBezTo>
                  <a:cubicBezTo>
                    <a:pt x="329" y="623"/>
                    <a:pt x="329" y="620"/>
                    <a:pt x="331" y="620"/>
                  </a:cubicBezTo>
                  <a:cubicBezTo>
                    <a:pt x="332" y="620"/>
                    <a:pt x="334" y="621"/>
                    <a:pt x="336" y="624"/>
                  </a:cubicBezTo>
                  <a:lnTo>
                    <a:pt x="337" y="623"/>
                  </a:lnTo>
                  <a:cubicBezTo>
                    <a:pt x="335" y="615"/>
                    <a:pt x="336" y="614"/>
                    <a:pt x="336" y="614"/>
                  </a:cubicBezTo>
                  <a:lnTo>
                    <a:pt x="336" y="614"/>
                  </a:lnTo>
                  <a:cubicBezTo>
                    <a:pt x="339" y="617"/>
                    <a:pt x="343" y="621"/>
                    <a:pt x="344" y="621"/>
                  </a:cubicBezTo>
                  <a:cubicBezTo>
                    <a:pt x="345" y="621"/>
                    <a:pt x="345" y="620"/>
                    <a:pt x="344" y="617"/>
                  </a:cubicBezTo>
                  <a:cubicBezTo>
                    <a:pt x="338" y="612"/>
                    <a:pt x="339" y="610"/>
                    <a:pt x="343" y="608"/>
                  </a:cubicBezTo>
                  <a:lnTo>
                    <a:pt x="343" y="608"/>
                  </a:lnTo>
                  <a:cubicBezTo>
                    <a:pt x="343" y="608"/>
                    <a:pt x="344" y="609"/>
                    <a:pt x="344" y="609"/>
                  </a:cubicBezTo>
                  <a:cubicBezTo>
                    <a:pt x="356" y="609"/>
                    <a:pt x="394" y="577"/>
                    <a:pt x="389" y="571"/>
                  </a:cubicBezTo>
                  <a:lnTo>
                    <a:pt x="392" y="568"/>
                  </a:lnTo>
                  <a:lnTo>
                    <a:pt x="397" y="564"/>
                  </a:lnTo>
                  <a:cubicBezTo>
                    <a:pt x="400" y="568"/>
                    <a:pt x="402" y="569"/>
                    <a:pt x="404" y="569"/>
                  </a:cubicBezTo>
                  <a:cubicBezTo>
                    <a:pt x="408" y="569"/>
                    <a:pt x="407" y="562"/>
                    <a:pt x="407" y="555"/>
                  </a:cubicBezTo>
                  <a:cubicBezTo>
                    <a:pt x="402" y="549"/>
                    <a:pt x="403" y="548"/>
                    <a:pt x="404" y="546"/>
                  </a:cubicBezTo>
                  <a:lnTo>
                    <a:pt x="404" y="546"/>
                  </a:lnTo>
                  <a:cubicBezTo>
                    <a:pt x="410" y="552"/>
                    <a:pt x="413" y="554"/>
                    <a:pt x="415" y="554"/>
                  </a:cubicBezTo>
                  <a:cubicBezTo>
                    <a:pt x="418" y="554"/>
                    <a:pt x="419" y="551"/>
                    <a:pt x="417" y="546"/>
                  </a:cubicBezTo>
                  <a:cubicBezTo>
                    <a:pt x="411" y="539"/>
                    <a:pt x="409" y="536"/>
                    <a:pt x="410" y="536"/>
                  </a:cubicBezTo>
                  <a:lnTo>
                    <a:pt x="410" y="536"/>
                  </a:lnTo>
                  <a:cubicBezTo>
                    <a:pt x="411" y="536"/>
                    <a:pt x="414" y="538"/>
                    <a:pt x="419" y="544"/>
                  </a:cubicBezTo>
                  <a:cubicBezTo>
                    <a:pt x="423" y="549"/>
                    <a:pt x="427" y="551"/>
                    <a:pt x="428" y="551"/>
                  </a:cubicBezTo>
                  <a:cubicBezTo>
                    <a:pt x="430" y="551"/>
                    <a:pt x="428" y="546"/>
                    <a:pt x="419" y="534"/>
                  </a:cubicBezTo>
                  <a:cubicBezTo>
                    <a:pt x="417" y="530"/>
                    <a:pt x="416" y="528"/>
                    <a:pt x="416" y="528"/>
                  </a:cubicBezTo>
                  <a:lnTo>
                    <a:pt x="416" y="528"/>
                  </a:lnTo>
                  <a:cubicBezTo>
                    <a:pt x="416" y="528"/>
                    <a:pt x="418" y="530"/>
                    <a:pt x="421" y="532"/>
                  </a:cubicBezTo>
                  <a:cubicBezTo>
                    <a:pt x="428" y="537"/>
                    <a:pt x="431" y="539"/>
                    <a:pt x="432" y="539"/>
                  </a:cubicBezTo>
                  <a:cubicBezTo>
                    <a:pt x="433" y="539"/>
                    <a:pt x="432" y="538"/>
                    <a:pt x="429" y="535"/>
                  </a:cubicBezTo>
                  <a:cubicBezTo>
                    <a:pt x="423" y="528"/>
                    <a:pt x="421" y="524"/>
                    <a:pt x="423" y="524"/>
                  </a:cubicBezTo>
                  <a:cubicBezTo>
                    <a:pt x="424" y="524"/>
                    <a:pt x="427" y="526"/>
                    <a:pt x="432" y="531"/>
                  </a:cubicBezTo>
                  <a:cubicBezTo>
                    <a:pt x="439" y="535"/>
                    <a:pt x="443" y="537"/>
                    <a:pt x="444" y="537"/>
                  </a:cubicBezTo>
                  <a:cubicBezTo>
                    <a:pt x="445" y="537"/>
                    <a:pt x="442" y="534"/>
                    <a:pt x="437" y="527"/>
                  </a:cubicBezTo>
                  <a:cubicBezTo>
                    <a:pt x="430" y="520"/>
                    <a:pt x="429" y="515"/>
                    <a:pt x="433" y="515"/>
                  </a:cubicBezTo>
                  <a:cubicBezTo>
                    <a:pt x="435" y="515"/>
                    <a:pt x="439" y="517"/>
                    <a:pt x="444" y="521"/>
                  </a:cubicBezTo>
                  <a:cubicBezTo>
                    <a:pt x="444" y="521"/>
                    <a:pt x="444" y="520"/>
                    <a:pt x="444" y="520"/>
                  </a:cubicBezTo>
                  <a:cubicBezTo>
                    <a:pt x="445" y="520"/>
                    <a:pt x="447" y="521"/>
                    <a:pt x="448" y="521"/>
                  </a:cubicBezTo>
                  <a:cubicBezTo>
                    <a:pt x="448" y="521"/>
                    <a:pt x="448" y="521"/>
                    <a:pt x="446" y="518"/>
                  </a:cubicBezTo>
                  <a:lnTo>
                    <a:pt x="446" y="518"/>
                  </a:lnTo>
                  <a:lnTo>
                    <a:pt x="454" y="523"/>
                  </a:lnTo>
                  <a:lnTo>
                    <a:pt x="456" y="520"/>
                  </a:lnTo>
                  <a:lnTo>
                    <a:pt x="449" y="514"/>
                  </a:lnTo>
                  <a:cubicBezTo>
                    <a:pt x="458" y="512"/>
                    <a:pt x="466" y="508"/>
                    <a:pt x="473" y="503"/>
                  </a:cubicBezTo>
                  <a:cubicBezTo>
                    <a:pt x="486" y="489"/>
                    <a:pt x="487" y="487"/>
                    <a:pt x="481" y="483"/>
                  </a:cubicBezTo>
                  <a:cubicBezTo>
                    <a:pt x="473" y="477"/>
                    <a:pt x="470" y="474"/>
                    <a:pt x="472" y="474"/>
                  </a:cubicBezTo>
                  <a:cubicBezTo>
                    <a:pt x="473" y="474"/>
                    <a:pt x="477" y="476"/>
                    <a:pt x="483" y="480"/>
                  </a:cubicBezTo>
                  <a:cubicBezTo>
                    <a:pt x="483" y="480"/>
                    <a:pt x="484" y="480"/>
                    <a:pt x="485" y="480"/>
                  </a:cubicBezTo>
                  <a:cubicBezTo>
                    <a:pt x="486" y="480"/>
                    <a:pt x="488" y="480"/>
                    <a:pt x="490" y="480"/>
                  </a:cubicBezTo>
                  <a:cubicBezTo>
                    <a:pt x="492" y="480"/>
                    <a:pt x="494" y="480"/>
                    <a:pt x="495" y="479"/>
                  </a:cubicBezTo>
                  <a:cubicBezTo>
                    <a:pt x="497" y="478"/>
                    <a:pt x="498" y="476"/>
                    <a:pt x="500" y="476"/>
                  </a:cubicBezTo>
                  <a:cubicBezTo>
                    <a:pt x="501" y="476"/>
                    <a:pt x="503" y="477"/>
                    <a:pt x="505" y="479"/>
                  </a:cubicBezTo>
                  <a:lnTo>
                    <a:pt x="506" y="478"/>
                  </a:lnTo>
                  <a:cubicBezTo>
                    <a:pt x="497" y="465"/>
                    <a:pt x="502" y="458"/>
                    <a:pt x="511" y="458"/>
                  </a:cubicBezTo>
                  <a:cubicBezTo>
                    <a:pt x="512" y="458"/>
                    <a:pt x="513" y="458"/>
                    <a:pt x="513" y="458"/>
                  </a:cubicBezTo>
                  <a:cubicBezTo>
                    <a:pt x="515" y="456"/>
                    <a:pt x="517" y="454"/>
                    <a:pt x="512" y="447"/>
                  </a:cubicBezTo>
                  <a:cubicBezTo>
                    <a:pt x="510" y="442"/>
                    <a:pt x="508" y="440"/>
                    <a:pt x="509" y="440"/>
                  </a:cubicBezTo>
                  <a:cubicBezTo>
                    <a:pt x="510" y="440"/>
                    <a:pt x="512" y="441"/>
                    <a:pt x="515" y="443"/>
                  </a:cubicBezTo>
                  <a:cubicBezTo>
                    <a:pt x="518" y="445"/>
                    <a:pt x="521" y="445"/>
                    <a:pt x="523" y="445"/>
                  </a:cubicBezTo>
                  <a:cubicBezTo>
                    <a:pt x="528" y="445"/>
                    <a:pt x="531" y="442"/>
                    <a:pt x="522" y="435"/>
                  </a:cubicBezTo>
                  <a:lnTo>
                    <a:pt x="522" y="435"/>
                  </a:lnTo>
                  <a:lnTo>
                    <a:pt x="530" y="439"/>
                  </a:lnTo>
                  <a:cubicBezTo>
                    <a:pt x="531" y="439"/>
                    <a:pt x="532" y="440"/>
                    <a:pt x="533" y="440"/>
                  </a:cubicBezTo>
                  <a:cubicBezTo>
                    <a:pt x="535" y="440"/>
                    <a:pt x="531" y="435"/>
                    <a:pt x="526" y="431"/>
                  </a:cubicBezTo>
                  <a:cubicBezTo>
                    <a:pt x="519" y="426"/>
                    <a:pt x="516" y="423"/>
                    <a:pt x="517" y="423"/>
                  </a:cubicBezTo>
                  <a:lnTo>
                    <a:pt x="517" y="423"/>
                  </a:lnTo>
                  <a:cubicBezTo>
                    <a:pt x="518" y="423"/>
                    <a:pt x="523" y="426"/>
                    <a:pt x="533" y="433"/>
                  </a:cubicBezTo>
                  <a:cubicBezTo>
                    <a:pt x="541" y="439"/>
                    <a:pt x="544" y="441"/>
                    <a:pt x="545" y="441"/>
                  </a:cubicBezTo>
                  <a:cubicBezTo>
                    <a:pt x="546" y="441"/>
                    <a:pt x="544" y="439"/>
                    <a:pt x="541" y="437"/>
                  </a:cubicBezTo>
                  <a:cubicBezTo>
                    <a:pt x="537" y="432"/>
                    <a:pt x="532" y="427"/>
                    <a:pt x="535" y="427"/>
                  </a:cubicBezTo>
                  <a:cubicBezTo>
                    <a:pt x="535" y="427"/>
                    <a:pt x="536" y="427"/>
                    <a:pt x="538" y="428"/>
                  </a:cubicBezTo>
                  <a:lnTo>
                    <a:pt x="538" y="428"/>
                  </a:lnTo>
                  <a:cubicBezTo>
                    <a:pt x="539" y="426"/>
                    <a:pt x="540" y="425"/>
                    <a:pt x="527" y="415"/>
                  </a:cubicBezTo>
                  <a:cubicBezTo>
                    <a:pt x="521" y="411"/>
                    <a:pt x="522" y="410"/>
                    <a:pt x="522" y="408"/>
                  </a:cubicBezTo>
                  <a:lnTo>
                    <a:pt x="522" y="408"/>
                  </a:lnTo>
                  <a:cubicBezTo>
                    <a:pt x="528" y="411"/>
                    <a:pt x="531" y="415"/>
                    <a:pt x="535" y="419"/>
                  </a:cubicBezTo>
                  <a:lnTo>
                    <a:pt x="537" y="416"/>
                  </a:lnTo>
                  <a:cubicBezTo>
                    <a:pt x="537" y="416"/>
                    <a:pt x="537" y="416"/>
                    <a:pt x="538" y="416"/>
                  </a:cubicBezTo>
                  <a:cubicBezTo>
                    <a:pt x="541" y="416"/>
                    <a:pt x="548" y="418"/>
                    <a:pt x="554" y="422"/>
                  </a:cubicBezTo>
                  <a:cubicBezTo>
                    <a:pt x="556" y="423"/>
                    <a:pt x="557" y="424"/>
                    <a:pt x="558" y="424"/>
                  </a:cubicBezTo>
                  <a:cubicBezTo>
                    <a:pt x="559" y="424"/>
                    <a:pt x="557" y="421"/>
                    <a:pt x="548" y="415"/>
                  </a:cubicBezTo>
                  <a:cubicBezTo>
                    <a:pt x="535" y="406"/>
                    <a:pt x="535" y="406"/>
                    <a:pt x="537" y="403"/>
                  </a:cubicBezTo>
                  <a:cubicBezTo>
                    <a:pt x="537" y="402"/>
                    <a:pt x="538" y="402"/>
                    <a:pt x="539" y="402"/>
                  </a:cubicBezTo>
                  <a:cubicBezTo>
                    <a:pt x="540" y="402"/>
                    <a:pt x="542" y="403"/>
                    <a:pt x="546" y="405"/>
                  </a:cubicBezTo>
                  <a:cubicBezTo>
                    <a:pt x="550" y="408"/>
                    <a:pt x="551" y="410"/>
                    <a:pt x="552" y="410"/>
                  </a:cubicBezTo>
                  <a:cubicBezTo>
                    <a:pt x="553" y="410"/>
                    <a:pt x="553" y="409"/>
                    <a:pt x="554" y="407"/>
                  </a:cubicBezTo>
                  <a:cubicBezTo>
                    <a:pt x="557" y="403"/>
                    <a:pt x="540" y="385"/>
                    <a:pt x="528" y="375"/>
                  </a:cubicBezTo>
                  <a:cubicBezTo>
                    <a:pt x="521" y="370"/>
                    <a:pt x="517" y="368"/>
                    <a:pt x="518" y="368"/>
                  </a:cubicBezTo>
                  <a:lnTo>
                    <a:pt x="518" y="368"/>
                  </a:lnTo>
                  <a:cubicBezTo>
                    <a:pt x="518" y="368"/>
                    <a:pt x="522" y="370"/>
                    <a:pt x="529" y="374"/>
                  </a:cubicBezTo>
                  <a:cubicBezTo>
                    <a:pt x="533" y="376"/>
                    <a:pt x="535" y="377"/>
                    <a:pt x="536" y="377"/>
                  </a:cubicBezTo>
                  <a:cubicBezTo>
                    <a:pt x="537" y="377"/>
                    <a:pt x="537" y="376"/>
                    <a:pt x="538" y="376"/>
                  </a:cubicBezTo>
                  <a:cubicBezTo>
                    <a:pt x="535" y="374"/>
                    <a:pt x="535" y="373"/>
                    <a:pt x="535" y="373"/>
                  </a:cubicBezTo>
                  <a:cubicBezTo>
                    <a:pt x="536" y="373"/>
                    <a:pt x="539" y="375"/>
                    <a:pt x="538" y="376"/>
                  </a:cubicBezTo>
                  <a:cubicBezTo>
                    <a:pt x="545" y="380"/>
                    <a:pt x="543" y="382"/>
                    <a:pt x="542" y="383"/>
                  </a:cubicBezTo>
                  <a:lnTo>
                    <a:pt x="549" y="387"/>
                  </a:lnTo>
                  <a:cubicBezTo>
                    <a:pt x="555" y="391"/>
                    <a:pt x="559" y="392"/>
                    <a:pt x="561" y="392"/>
                  </a:cubicBezTo>
                  <a:cubicBezTo>
                    <a:pt x="562" y="392"/>
                    <a:pt x="559" y="389"/>
                    <a:pt x="552" y="384"/>
                  </a:cubicBezTo>
                  <a:cubicBezTo>
                    <a:pt x="549" y="380"/>
                    <a:pt x="548" y="378"/>
                    <a:pt x="549" y="378"/>
                  </a:cubicBezTo>
                  <a:cubicBezTo>
                    <a:pt x="550" y="378"/>
                    <a:pt x="551" y="379"/>
                    <a:pt x="555" y="380"/>
                  </a:cubicBezTo>
                  <a:cubicBezTo>
                    <a:pt x="559" y="383"/>
                    <a:pt x="564" y="385"/>
                    <a:pt x="565" y="385"/>
                  </a:cubicBezTo>
                  <a:cubicBezTo>
                    <a:pt x="565" y="385"/>
                    <a:pt x="565" y="384"/>
                    <a:pt x="563" y="383"/>
                  </a:cubicBezTo>
                  <a:cubicBezTo>
                    <a:pt x="563" y="383"/>
                    <a:pt x="564" y="381"/>
                    <a:pt x="567" y="381"/>
                  </a:cubicBezTo>
                  <a:cubicBezTo>
                    <a:pt x="568" y="381"/>
                    <a:pt x="570" y="382"/>
                    <a:pt x="573" y="383"/>
                  </a:cubicBezTo>
                  <a:cubicBezTo>
                    <a:pt x="575" y="379"/>
                    <a:pt x="576" y="378"/>
                    <a:pt x="569" y="374"/>
                  </a:cubicBezTo>
                  <a:cubicBezTo>
                    <a:pt x="561" y="369"/>
                    <a:pt x="563" y="368"/>
                    <a:pt x="564" y="367"/>
                  </a:cubicBezTo>
                  <a:cubicBezTo>
                    <a:pt x="565" y="365"/>
                    <a:pt x="566" y="364"/>
                    <a:pt x="559" y="359"/>
                  </a:cubicBezTo>
                  <a:cubicBezTo>
                    <a:pt x="552" y="355"/>
                    <a:pt x="547" y="349"/>
                    <a:pt x="548" y="347"/>
                  </a:cubicBezTo>
                  <a:cubicBezTo>
                    <a:pt x="546" y="343"/>
                    <a:pt x="545" y="341"/>
                    <a:pt x="546" y="341"/>
                  </a:cubicBezTo>
                  <a:cubicBezTo>
                    <a:pt x="547" y="341"/>
                    <a:pt x="551" y="343"/>
                    <a:pt x="558" y="347"/>
                  </a:cubicBezTo>
                  <a:cubicBezTo>
                    <a:pt x="561" y="349"/>
                    <a:pt x="563" y="349"/>
                    <a:pt x="564" y="349"/>
                  </a:cubicBezTo>
                  <a:cubicBezTo>
                    <a:pt x="566" y="349"/>
                    <a:pt x="566" y="349"/>
                    <a:pt x="567" y="348"/>
                  </a:cubicBezTo>
                  <a:cubicBezTo>
                    <a:pt x="567" y="348"/>
                    <a:pt x="567" y="348"/>
                    <a:pt x="568" y="348"/>
                  </a:cubicBezTo>
                  <a:cubicBezTo>
                    <a:pt x="569" y="348"/>
                    <a:pt x="571" y="348"/>
                    <a:pt x="576" y="350"/>
                  </a:cubicBezTo>
                  <a:cubicBezTo>
                    <a:pt x="577" y="351"/>
                    <a:pt x="578" y="351"/>
                    <a:pt x="579" y="351"/>
                  </a:cubicBezTo>
                  <a:cubicBezTo>
                    <a:pt x="581" y="351"/>
                    <a:pt x="575" y="347"/>
                    <a:pt x="569" y="345"/>
                  </a:cubicBezTo>
                  <a:lnTo>
                    <a:pt x="556" y="336"/>
                  </a:lnTo>
                  <a:lnTo>
                    <a:pt x="556" y="336"/>
                  </a:lnTo>
                  <a:cubicBezTo>
                    <a:pt x="564" y="338"/>
                    <a:pt x="572" y="341"/>
                    <a:pt x="578" y="346"/>
                  </a:cubicBezTo>
                  <a:cubicBezTo>
                    <a:pt x="585" y="349"/>
                    <a:pt x="589" y="351"/>
                    <a:pt x="589" y="351"/>
                  </a:cubicBezTo>
                  <a:cubicBezTo>
                    <a:pt x="590" y="351"/>
                    <a:pt x="586" y="349"/>
                    <a:pt x="579" y="345"/>
                  </a:cubicBezTo>
                  <a:cubicBezTo>
                    <a:pt x="573" y="340"/>
                    <a:pt x="568" y="335"/>
                    <a:pt x="573" y="335"/>
                  </a:cubicBezTo>
                  <a:cubicBezTo>
                    <a:pt x="574" y="335"/>
                    <a:pt x="574" y="335"/>
                    <a:pt x="575" y="336"/>
                  </a:cubicBezTo>
                  <a:cubicBezTo>
                    <a:pt x="576" y="334"/>
                    <a:pt x="578" y="332"/>
                    <a:pt x="580" y="332"/>
                  </a:cubicBezTo>
                  <a:cubicBezTo>
                    <a:pt x="582" y="332"/>
                    <a:pt x="584" y="333"/>
                    <a:pt x="586" y="334"/>
                  </a:cubicBezTo>
                  <a:cubicBezTo>
                    <a:pt x="587" y="335"/>
                    <a:pt x="588" y="335"/>
                    <a:pt x="589" y="335"/>
                  </a:cubicBezTo>
                  <a:cubicBezTo>
                    <a:pt x="592" y="335"/>
                    <a:pt x="588" y="331"/>
                    <a:pt x="588" y="331"/>
                  </a:cubicBezTo>
                  <a:cubicBezTo>
                    <a:pt x="582" y="325"/>
                    <a:pt x="583" y="324"/>
                    <a:pt x="593" y="324"/>
                  </a:cubicBezTo>
                  <a:cubicBezTo>
                    <a:pt x="598" y="325"/>
                    <a:pt x="601" y="325"/>
                    <a:pt x="604" y="325"/>
                  </a:cubicBezTo>
                  <a:cubicBezTo>
                    <a:pt x="610" y="325"/>
                    <a:pt x="607" y="323"/>
                    <a:pt x="597" y="318"/>
                  </a:cubicBezTo>
                  <a:cubicBezTo>
                    <a:pt x="593" y="315"/>
                    <a:pt x="588" y="312"/>
                    <a:pt x="589" y="312"/>
                  </a:cubicBezTo>
                  <a:cubicBezTo>
                    <a:pt x="590" y="312"/>
                    <a:pt x="593" y="313"/>
                    <a:pt x="598" y="315"/>
                  </a:cubicBezTo>
                  <a:cubicBezTo>
                    <a:pt x="600" y="316"/>
                    <a:pt x="601" y="316"/>
                    <a:pt x="602" y="316"/>
                  </a:cubicBezTo>
                  <a:cubicBezTo>
                    <a:pt x="604" y="316"/>
                    <a:pt x="598" y="312"/>
                    <a:pt x="594" y="306"/>
                  </a:cubicBezTo>
                  <a:cubicBezTo>
                    <a:pt x="586" y="300"/>
                    <a:pt x="577" y="293"/>
                    <a:pt x="567" y="288"/>
                  </a:cubicBezTo>
                  <a:cubicBezTo>
                    <a:pt x="556" y="283"/>
                    <a:pt x="554" y="281"/>
                    <a:pt x="556" y="281"/>
                  </a:cubicBezTo>
                  <a:cubicBezTo>
                    <a:pt x="557" y="281"/>
                    <a:pt x="559" y="281"/>
                    <a:pt x="561" y="282"/>
                  </a:cubicBezTo>
                  <a:cubicBezTo>
                    <a:pt x="562" y="282"/>
                    <a:pt x="562" y="281"/>
                    <a:pt x="563" y="281"/>
                  </a:cubicBezTo>
                  <a:cubicBezTo>
                    <a:pt x="565" y="281"/>
                    <a:pt x="572" y="283"/>
                    <a:pt x="577" y="286"/>
                  </a:cubicBezTo>
                  <a:cubicBezTo>
                    <a:pt x="585" y="291"/>
                    <a:pt x="584" y="292"/>
                    <a:pt x="584" y="292"/>
                  </a:cubicBezTo>
                  <a:lnTo>
                    <a:pt x="583" y="293"/>
                  </a:lnTo>
                  <a:cubicBezTo>
                    <a:pt x="588" y="296"/>
                    <a:pt x="594" y="300"/>
                    <a:pt x="597" y="300"/>
                  </a:cubicBezTo>
                  <a:cubicBezTo>
                    <a:pt x="598" y="300"/>
                    <a:pt x="598" y="299"/>
                    <a:pt x="598" y="299"/>
                  </a:cubicBezTo>
                  <a:cubicBezTo>
                    <a:pt x="601" y="299"/>
                    <a:pt x="603" y="300"/>
                    <a:pt x="604" y="300"/>
                  </a:cubicBezTo>
                  <a:cubicBezTo>
                    <a:pt x="606" y="300"/>
                    <a:pt x="605" y="298"/>
                    <a:pt x="601" y="295"/>
                  </a:cubicBezTo>
                  <a:lnTo>
                    <a:pt x="601" y="295"/>
                  </a:lnTo>
                  <a:cubicBezTo>
                    <a:pt x="603" y="296"/>
                    <a:pt x="605" y="297"/>
                    <a:pt x="606" y="297"/>
                  </a:cubicBezTo>
                  <a:cubicBezTo>
                    <a:pt x="610" y="297"/>
                    <a:pt x="611" y="294"/>
                    <a:pt x="612" y="292"/>
                  </a:cubicBezTo>
                  <a:cubicBezTo>
                    <a:pt x="614" y="289"/>
                    <a:pt x="617" y="286"/>
                    <a:pt x="620" y="286"/>
                  </a:cubicBezTo>
                  <a:cubicBezTo>
                    <a:pt x="622" y="286"/>
                    <a:pt x="623" y="287"/>
                    <a:pt x="624" y="287"/>
                  </a:cubicBezTo>
                  <a:cubicBezTo>
                    <a:pt x="627" y="284"/>
                    <a:pt x="628" y="283"/>
                    <a:pt x="620" y="279"/>
                  </a:cubicBezTo>
                  <a:cubicBezTo>
                    <a:pt x="610" y="274"/>
                    <a:pt x="607" y="272"/>
                    <a:pt x="609" y="272"/>
                  </a:cubicBezTo>
                  <a:cubicBezTo>
                    <a:pt x="610" y="272"/>
                    <a:pt x="611" y="273"/>
                    <a:pt x="614" y="274"/>
                  </a:cubicBezTo>
                  <a:cubicBezTo>
                    <a:pt x="616" y="275"/>
                    <a:pt x="619" y="275"/>
                    <a:pt x="621" y="275"/>
                  </a:cubicBezTo>
                  <a:cubicBezTo>
                    <a:pt x="634" y="275"/>
                    <a:pt x="645" y="262"/>
                    <a:pt x="633" y="255"/>
                  </a:cubicBezTo>
                  <a:lnTo>
                    <a:pt x="634" y="253"/>
                  </a:lnTo>
                  <a:cubicBezTo>
                    <a:pt x="643" y="253"/>
                    <a:pt x="649" y="244"/>
                    <a:pt x="642" y="238"/>
                  </a:cubicBezTo>
                  <a:lnTo>
                    <a:pt x="644" y="233"/>
                  </a:lnTo>
                  <a:cubicBezTo>
                    <a:pt x="646" y="234"/>
                    <a:pt x="647" y="234"/>
                    <a:pt x="648" y="234"/>
                  </a:cubicBezTo>
                  <a:cubicBezTo>
                    <a:pt x="653" y="234"/>
                    <a:pt x="652" y="232"/>
                    <a:pt x="648" y="228"/>
                  </a:cubicBezTo>
                  <a:cubicBezTo>
                    <a:pt x="643" y="224"/>
                    <a:pt x="637" y="221"/>
                    <a:pt x="638" y="221"/>
                  </a:cubicBezTo>
                  <a:lnTo>
                    <a:pt x="638" y="221"/>
                  </a:lnTo>
                  <a:cubicBezTo>
                    <a:pt x="638" y="221"/>
                    <a:pt x="639" y="221"/>
                    <a:pt x="641" y="222"/>
                  </a:cubicBezTo>
                  <a:cubicBezTo>
                    <a:pt x="643" y="223"/>
                    <a:pt x="645" y="224"/>
                    <a:pt x="646" y="224"/>
                  </a:cubicBezTo>
                  <a:cubicBezTo>
                    <a:pt x="649" y="224"/>
                    <a:pt x="651" y="221"/>
                    <a:pt x="652" y="217"/>
                  </a:cubicBezTo>
                  <a:cubicBezTo>
                    <a:pt x="656" y="211"/>
                    <a:pt x="656" y="211"/>
                    <a:pt x="648" y="209"/>
                  </a:cubicBezTo>
                  <a:cubicBezTo>
                    <a:pt x="646" y="205"/>
                    <a:pt x="646" y="203"/>
                    <a:pt x="648" y="203"/>
                  </a:cubicBezTo>
                  <a:cubicBezTo>
                    <a:pt x="650" y="203"/>
                    <a:pt x="654" y="205"/>
                    <a:pt x="658" y="207"/>
                  </a:cubicBezTo>
                  <a:cubicBezTo>
                    <a:pt x="663" y="209"/>
                    <a:pt x="667" y="211"/>
                    <a:pt x="668" y="211"/>
                  </a:cubicBezTo>
                  <a:cubicBezTo>
                    <a:pt x="670" y="211"/>
                    <a:pt x="666" y="207"/>
                    <a:pt x="652" y="200"/>
                  </a:cubicBezTo>
                  <a:cubicBezTo>
                    <a:pt x="642" y="194"/>
                    <a:pt x="639" y="191"/>
                    <a:pt x="642" y="191"/>
                  </a:cubicBezTo>
                  <a:cubicBezTo>
                    <a:pt x="643" y="191"/>
                    <a:pt x="645" y="191"/>
                    <a:pt x="647" y="192"/>
                  </a:cubicBezTo>
                  <a:cubicBezTo>
                    <a:pt x="655" y="195"/>
                    <a:pt x="653" y="196"/>
                    <a:pt x="652" y="199"/>
                  </a:cubicBezTo>
                  <a:lnTo>
                    <a:pt x="668" y="204"/>
                  </a:lnTo>
                  <a:cubicBezTo>
                    <a:pt x="668" y="203"/>
                    <a:pt x="668" y="203"/>
                    <a:pt x="661" y="199"/>
                  </a:cubicBezTo>
                  <a:cubicBezTo>
                    <a:pt x="661" y="199"/>
                    <a:pt x="662" y="196"/>
                    <a:pt x="656" y="192"/>
                  </a:cubicBezTo>
                  <a:cubicBezTo>
                    <a:pt x="649" y="187"/>
                    <a:pt x="641" y="184"/>
                    <a:pt x="633" y="183"/>
                  </a:cubicBezTo>
                  <a:cubicBezTo>
                    <a:pt x="624" y="181"/>
                    <a:pt x="625" y="180"/>
                    <a:pt x="627" y="179"/>
                  </a:cubicBezTo>
                  <a:cubicBezTo>
                    <a:pt x="634" y="179"/>
                    <a:pt x="642" y="181"/>
                    <a:pt x="649" y="186"/>
                  </a:cubicBezTo>
                  <a:cubicBezTo>
                    <a:pt x="649" y="187"/>
                    <a:pt x="656" y="191"/>
                    <a:pt x="664" y="193"/>
                  </a:cubicBezTo>
                  <a:cubicBezTo>
                    <a:pt x="664" y="193"/>
                    <a:pt x="665" y="194"/>
                    <a:pt x="665" y="194"/>
                  </a:cubicBezTo>
                  <a:cubicBezTo>
                    <a:pt x="669" y="194"/>
                    <a:pt x="658" y="182"/>
                    <a:pt x="646" y="175"/>
                  </a:cubicBezTo>
                  <a:lnTo>
                    <a:pt x="646" y="175"/>
                  </a:lnTo>
                  <a:lnTo>
                    <a:pt x="652" y="179"/>
                  </a:lnTo>
                  <a:cubicBezTo>
                    <a:pt x="654" y="179"/>
                    <a:pt x="656" y="179"/>
                    <a:pt x="657" y="179"/>
                  </a:cubicBezTo>
                  <a:cubicBezTo>
                    <a:pt x="661" y="179"/>
                    <a:pt x="662" y="178"/>
                    <a:pt x="664" y="175"/>
                  </a:cubicBezTo>
                  <a:cubicBezTo>
                    <a:pt x="665" y="172"/>
                    <a:pt x="665" y="171"/>
                    <a:pt x="658" y="167"/>
                  </a:cubicBezTo>
                  <a:cubicBezTo>
                    <a:pt x="650" y="164"/>
                    <a:pt x="642" y="162"/>
                    <a:pt x="643" y="159"/>
                  </a:cubicBezTo>
                  <a:lnTo>
                    <a:pt x="643" y="159"/>
                  </a:lnTo>
                  <a:cubicBezTo>
                    <a:pt x="643" y="160"/>
                    <a:pt x="642" y="160"/>
                    <a:pt x="642" y="160"/>
                  </a:cubicBezTo>
                  <a:cubicBezTo>
                    <a:pt x="639" y="160"/>
                    <a:pt x="633" y="158"/>
                    <a:pt x="628" y="155"/>
                  </a:cubicBezTo>
                  <a:cubicBezTo>
                    <a:pt x="633" y="155"/>
                    <a:pt x="639" y="156"/>
                    <a:pt x="644" y="157"/>
                  </a:cubicBezTo>
                  <a:cubicBezTo>
                    <a:pt x="651" y="158"/>
                    <a:pt x="656" y="159"/>
                    <a:pt x="660" y="159"/>
                  </a:cubicBezTo>
                  <a:cubicBezTo>
                    <a:pt x="667" y="159"/>
                    <a:pt x="671" y="157"/>
                    <a:pt x="672" y="153"/>
                  </a:cubicBezTo>
                  <a:cubicBezTo>
                    <a:pt x="673" y="149"/>
                    <a:pt x="678" y="146"/>
                    <a:pt x="682" y="146"/>
                  </a:cubicBezTo>
                  <a:cubicBezTo>
                    <a:pt x="683" y="146"/>
                    <a:pt x="683" y="146"/>
                    <a:pt x="684" y="146"/>
                  </a:cubicBezTo>
                  <a:cubicBezTo>
                    <a:pt x="686" y="143"/>
                    <a:pt x="686" y="141"/>
                    <a:pt x="678" y="139"/>
                  </a:cubicBezTo>
                  <a:lnTo>
                    <a:pt x="679" y="136"/>
                  </a:lnTo>
                  <a:cubicBezTo>
                    <a:pt x="680" y="136"/>
                    <a:pt x="681" y="136"/>
                    <a:pt x="682" y="136"/>
                  </a:cubicBezTo>
                  <a:cubicBezTo>
                    <a:pt x="688" y="136"/>
                    <a:pt x="688" y="133"/>
                    <a:pt x="681" y="130"/>
                  </a:cubicBezTo>
                  <a:cubicBezTo>
                    <a:pt x="674" y="127"/>
                    <a:pt x="683" y="128"/>
                    <a:pt x="683" y="126"/>
                  </a:cubicBezTo>
                  <a:cubicBezTo>
                    <a:pt x="689" y="127"/>
                    <a:pt x="693" y="127"/>
                    <a:pt x="694" y="127"/>
                  </a:cubicBezTo>
                  <a:cubicBezTo>
                    <a:pt x="696" y="127"/>
                    <a:pt x="691" y="126"/>
                    <a:pt x="676" y="121"/>
                  </a:cubicBezTo>
                  <a:cubicBezTo>
                    <a:pt x="672" y="120"/>
                    <a:pt x="668" y="120"/>
                    <a:pt x="665" y="120"/>
                  </a:cubicBezTo>
                  <a:cubicBezTo>
                    <a:pt x="661" y="120"/>
                    <a:pt x="659" y="120"/>
                    <a:pt x="659" y="121"/>
                  </a:cubicBezTo>
                  <a:lnTo>
                    <a:pt x="657" y="126"/>
                  </a:lnTo>
                  <a:lnTo>
                    <a:pt x="651" y="119"/>
                  </a:lnTo>
                  <a:cubicBezTo>
                    <a:pt x="651" y="117"/>
                    <a:pt x="646" y="111"/>
                    <a:pt x="638" y="109"/>
                  </a:cubicBezTo>
                  <a:cubicBezTo>
                    <a:pt x="638" y="109"/>
                    <a:pt x="630" y="106"/>
                    <a:pt x="630" y="104"/>
                  </a:cubicBezTo>
                  <a:lnTo>
                    <a:pt x="630" y="104"/>
                  </a:lnTo>
                  <a:lnTo>
                    <a:pt x="646" y="110"/>
                  </a:lnTo>
                  <a:cubicBezTo>
                    <a:pt x="652" y="113"/>
                    <a:pt x="660" y="117"/>
                    <a:pt x="668" y="119"/>
                  </a:cubicBezTo>
                  <a:cubicBezTo>
                    <a:pt x="673" y="120"/>
                    <a:pt x="678" y="121"/>
                    <a:pt x="681" y="121"/>
                  </a:cubicBezTo>
                  <a:cubicBezTo>
                    <a:pt x="688" y="121"/>
                    <a:pt x="689" y="119"/>
                    <a:pt x="678" y="116"/>
                  </a:cubicBezTo>
                  <a:cubicBezTo>
                    <a:pt x="679" y="114"/>
                    <a:pt x="679" y="114"/>
                    <a:pt x="681" y="114"/>
                  </a:cubicBezTo>
                  <a:cubicBezTo>
                    <a:pt x="682" y="114"/>
                    <a:pt x="684" y="114"/>
                    <a:pt x="687" y="115"/>
                  </a:cubicBezTo>
                  <a:cubicBezTo>
                    <a:pt x="689" y="115"/>
                    <a:pt x="691" y="116"/>
                    <a:pt x="692" y="116"/>
                  </a:cubicBezTo>
                  <a:cubicBezTo>
                    <a:pt x="694" y="116"/>
                    <a:pt x="691" y="114"/>
                    <a:pt x="680" y="109"/>
                  </a:cubicBezTo>
                  <a:cubicBezTo>
                    <a:pt x="671" y="105"/>
                    <a:pt x="668" y="103"/>
                    <a:pt x="671" y="103"/>
                  </a:cubicBezTo>
                  <a:cubicBezTo>
                    <a:pt x="673" y="103"/>
                    <a:pt x="677" y="103"/>
                    <a:pt x="683" y="104"/>
                  </a:cubicBezTo>
                  <a:cubicBezTo>
                    <a:pt x="684" y="105"/>
                    <a:pt x="685" y="105"/>
                    <a:pt x="686" y="105"/>
                  </a:cubicBezTo>
                  <a:cubicBezTo>
                    <a:pt x="700" y="105"/>
                    <a:pt x="701" y="99"/>
                    <a:pt x="694" y="97"/>
                  </a:cubicBezTo>
                  <a:cubicBezTo>
                    <a:pt x="678" y="92"/>
                    <a:pt x="679" y="88"/>
                    <a:pt x="688" y="88"/>
                  </a:cubicBezTo>
                  <a:cubicBezTo>
                    <a:pt x="690" y="88"/>
                    <a:pt x="692" y="88"/>
                    <a:pt x="693" y="88"/>
                  </a:cubicBezTo>
                  <a:cubicBezTo>
                    <a:pt x="696" y="88"/>
                    <a:pt x="695" y="87"/>
                    <a:pt x="689" y="83"/>
                  </a:cubicBezTo>
                  <a:lnTo>
                    <a:pt x="689" y="83"/>
                  </a:lnTo>
                  <a:cubicBezTo>
                    <a:pt x="693" y="84"/>
                    <a:pt x="697" y="85"/>
                    <a:pt x="700" y="85"/>
                  </a:cubicBezTo>
                  <a:cubicBezTo>
                    <a:pt x="702" y="85"/>
                    <a:pt x="702" y="84"/>
                    <a:pt x="698" y="82"/>
                  </a:cubicBezTo>
                  <a:cubicBezTo>
                    <a:pt x="698" y="82"/>
                    <a:pt x="699" y="81"/>
                    <a:pt x="690" y="80"/>
                  </a:cubicBezTo>
                  <a:lnTo>
                    <a:pt x="676" y="72"/>
                  </a:lnTo>
                  <a:cubicBezTo>
                    <a:pt x="676" y="73"/>
                    <a:pt x="675" y="73"/>
                    <a:pt x="674" y="73"/>
                  </a:cubicBezTo>
                  <a:cubicBezTo>
                    <a:pt x="671" y="73"/>
                    <a:pt x="666" y="71"/>
                    <a:pt x="660" y="70"/>
                  </a:cubicBezTo>
                  <a:cubicBezTo>
                    <a:pt x="654" y="68"/>
                    <a:pt x="658" y="65"/>
                    <a:pt x="671" y="65"/>
                  </a:cubicBezTo>
                  <a:cubicBezTo>
                    <a:pt x="675" y="65"/>
                    <a:pt x="680" y="65"/>
                    <a:pt x="686" y="66"/>
                  </a:cubicBezTo>
                  <a:lnTo>
                    <a:pt x="703" y="67"/>
                  </a:lnTo>
                  <a:lnTo>
                    <a:pt x="687" y="63"/>
                  </a:lnTo>
                  <a:cubicBezTo>
                    <a:pt x="688" y="62"/>
                    <a:pt x="688" y="61"/>
                    <a:pt x="691" y="61"/>
                  </a:cubicBezTo>
                  <a:cubicBezTo>
                    <a:pt x="692" y="61"/>
                    <a:pt x="694" y="61"/>
                    <a:pt x="696" y="62"/>
                  </a:cubicBezTo>
                  <a:cubicBezTo>
                    <a:pt x="701" y="63"/>
                    <a:pt x="703" y="64"/>
                    <a:pt x="704" y="64"/>
                  </a:cubicBezTo>
                  <a:cubicBezTo>
                    <a:pt x="704" y="64"/>
                    <a:pt x="705" y="63"/>
                    <a:pt x="705" y="63"/>
                  </a:cubicBezTo>
                  <a:cubicBezTo>
                    <a:pt x="705" y="63"/>
                    <a:pt x="705" y="61"/>
                    <a:pt x="697" y="58"/>
                  </a:cubicBezTo>
                  <a:cubicBezTo>
                    <a:pt x="681" y="55"/>
                    <a:pt x="681" y="55"/>
                    <a:pt x="689" y="55"/>
                  </a:cubicBezTo>
                  <a:cubicBezTo>
                    <a:pt x="695" y="56"/>
                    <a:pt x="698" y="56"/>
                    <a:pt x="700" y="56"/>
                  </a:cubicBezTo>
                  <a:cubicBezTo>
                    <a:pt x="705" y="56"/>
                    <a:pt x="702" y="54"/>
                    <a:pt x="692" y="51"/>
                  </a:cubicBezTo>
                  <a:cubicBezTo>
                    <a:pt x="682" y="48"/>
                    <a:pt x="679" y="47"/>
                    <a:pt x="680" y="47"/>
                  </a:cubicBezTo>
                  <a:cubicBezTo>
                    <a:pt x="681" y="47"/>
                    <a:pt x="685" y="47"/>
                    <a:pt x="692" y="48"/>
                  </a:cubicBezTo>
                  <a:cubicBezTo>
                    <a:pt x="696" y="50"/>
                    <a:pt x="701" y="50"/>
                    <a:pt x="704" y="50"/>
                  </a:cubicBezTo>
                  <a:cubicBezTo>
                    <a:pt x="707" y="50"/>
                    <a:pt x="708" y="50"/>
                    <a:pt x="708" y="49"/>
                  </a:cubicBezTo>
                  <a:lnTo>
                    <a:pt x="701" y="47"/>
                  </a:lnTo>
                  <a:cubicBezTo>
                    <a:pt x="685" y="43"/>
                    <a:pt x="685" y="42"/>
                    <a:pt x="694" y="42"/>
                  </a:cubicBezTo>
                  <a:cubicBezTo>
                    <a:pt x="696" y="42"/>
                    <a:pt x="698" y="43"/>
                    <a:pt x="699" y="43"/>
                  </a:cubicBezTo>
                  <a:cubicBezTo>
                    <a:pt x="701" y="43"/>
                    <a:pt x="700" y="41"/>
                    <a:pt x="695" y="37"/>
                  </a:cubicBezTo>
                  <a:cubicBezTo>
                    <a:pt x="696" y="35"/>
                    <a:pt x="696" y="33"/>
                    <a:pt x="699" y="33"/>
                  </a:cubicBezTo>
                  <a:cubicBezTo>
                    <a:pt x="700" y="33"/>
                    <a:pt x="702" y="34"/>
                    <a:pt x="704" y="34"/>
                  </a:cubicBezTo>
                  <a:cubicBezTo>
                    <a:pt x="711" y="36"/>
                    <a:pt x="715" y="37"/>
                    <a:pt x="716" y="37"/>
                  </a:cubicBezTo>
                  <a:cubicBezTo>
                    <a:pt x="716" y="37"/>
                    <a:pt x="713" y="36"/>
                    <a:pt x="705" y="33"/>
                  </a:cubicBezTo>
                  <a:cubicBezTo>
                    <a:pt x="697" y="29"/>
                    <a:pt x="697" y="29"/>
                    <a:pt x="706" y="27"/>
                  </a:cubicBezTo>
                  <a:cubicBezTo>
                    <a:pt x="709" y="27"/>
                    <a:pt x="711" y="28"/>
                    <a:pt x="712" y="28"/>
                  </a:cubicBezTo>
                  <a:cubicBezTo>
                    <a:pt x="713" y="28"/>
                    <a:pt x="712" y="27"/>
                    <a:pt x="707" y="25"/>
                  </a:cubicBezTo>
                  <a:cubicBezTo>
                    <a:pt x="695" y="21"/>
                    <a:pt x="688" y="20"/>
                    <a:pt x="685" y="20"/>
                  </a:cubicBezTo>
                  <a:cubicBezTo>
                    <a:pt x="683" y="20"/>
                    <a:pt x="683" y="20"/>
                    <a:pt x="683" y="20"/>
                  </a:cubicBezTo>
                  <a:cubicBezTo>
                    <a:pt x="683" y="21"/>
                    <a:pt x="683" y="22"/>
                    <a:pt x="682" y="22"/>
                  </a:cubicBezTo>
                  <a:cubicBezTo>
                    <a:pt x="681" y="22"/>
                    <a:pt x="679" y="21"/>
                    <a:pt x="675" y="20"/>
                  </a:cubicBezTo>
                  <a:lnTo>
                    <a:pt x="675" y="17"/>
                  </a:lnTo>
                  <a:cubicBezTo>
                    <a:pt x="676" y="16"/>
                    <a:pt x="676" y="14"/>
                    <a:pt x="669" y="9"/>
                  </a:cubicBezTo>
                  <a:cubicBezTo>
                    <a:pt x="664" y="6"/>
                    <a:pt x="655" y="3"/>
                    <a:pt x="652" y="3"/>
                  </a:cubicBezTo>
                  <a:cubicBezTo>
                    <a:pt x="651" y="3"/>
                    <a:pt x="651" y="3"/>
                    <a:pt x="653" y="5"/>
                  </a:cubicBezTo>
                  <a:lnTo>
                    <a:pt x="644" y="5"/>
                  </a:lnTo>
                  <a:cubicBezTo>
                    <a:pt x="636" y="3"/>
                    <a:pt x="630" y="2"/>
                    <a:pt x="6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33"/>
            <p:cNvSpPr/>
            <p:nvPr/>
          </p:nvSpPr>
          <p:spPr>
            <a:xfrm>
              <a:off x="1850905" y="2033221"/>
              <a:ext cx="1115599" cy="1098218"/>
            </a:xfrm>
            <a:custGeom>
              <a:avLst/>
              <a:gdLst/>
              <a:ahLst/>
              <a:cxnLst/>
              <a:rect l="l" t="t" r="r" b="b"/>
              <a:pathLst>
                <a:path w="11168" h="10994" extrusionOk="0">
                  <a:moveTo>
                    <a:pt x="2962" y="31"/>
                  </a:moveTo>
                  <a:cubicBezTo>
                    <a:pt x="3029" y="31"/>
                    <a:pt x="3029" y="32"/>
                    <a:pt x="2993" y="43"/>
                  </a:cubicBezTo>
                  <a:cubicBezTo>
                    <a:pt x="2978" y="44"/>
                    <a:pt x="2963" y="46"/>
                    <a:pt x="2947" y="50"/>
                  </a:cubicBezTo>
                  <a:lnTo>
                    <a:pt x="2927" y="54"/>
                  </a:lnTo>
                  <a:cubicBezTo>
                    <a:pt x="2895" y="52"/>
                    <a:pt x="2927" y="45"/>
                    <a:pt x="2962" y="31"/>
                  </a:cubicBezTo>
                  <a:close/>
                  <a:moveTo>
                    <a:pt x="3176" y="134"/>
                  </a:moveTo>
                  <a:cubicBezTo>
                    <a:pt x="3186" y="134"/>
                    <a:pt x="3199" y="136"/>
                    <a:pt x="3199" y="136"/>
                  </a:cubicBezTo>
                  <a:cubicBezTo>
                    <a:pt x="3209" y="140"/>
                    <a:pt x="3219" y="144"/>
                    <a:pt x="3227" y="151"/>
                  </a:cubicBezTo>
                  <a:cubicBezTo>
                    <a:pt x="3224" y="155"/>
                    <a:pt x="3222" y="159"/>
                    <a:pt x="3216" y="159"/>
                  </a:cubicBezTo>
                  <a:cubicBezTo>
                    <a:pt x="3211" y="159"/>
                    <a:pt x="3203" y="157"/>
                    <a:pt x="3191" y="151"/>
                  </a:cubicBezTo>
                  <a:lnTo>
                    <a:pt x="3164" y="137"/>
                  </a:lnTo>
                  <a:cubicBezTo>
                    <a:pt x="3165" y="134"/>
                    <a:pt x="3170" y="134"/>
                    <a:pt x="3176" y="134"/>
                  </a:cubicBezTo>
                  <a:close/>
                  <a:moveTo>
                    <a:pt x="3548" y="392"/>
                  </a:moveTo>
                  <a:lnTo>
                    <a:pt x="3532" y="400"/>
                  </a:lnTo>
                  <a:lnTo>
                    <a:pt x="3540" y="396"/>
                  </a:lnTo>
                  <a:lnTo>
                    <a:pt x="3548" y="392"/>
                  </a:lnTo>
                  <a:close/>
                  <a:moveTo>
                    <a:pt x="2362" y="310"/>
                  </a:moveTo>
                  <a:cubicBezTo>
                    <a:pt x="2365" y="310"/>
                    <a:pt x="2368" y="312"/>
                    <a:pt x="2371" y="316"/>
                  </a:cubicBezTo>
                  <a:cubicBezTo>
                    <a:pt x="2379" y="321"/>
                    <a:pt x="2382" y="326"/>
                    <a:pt x="2355" y="382"/>
                  </a:cubicBezTo>
                  <a:cubicBezTo>
                    <a:pt x="2344" y="399"/>
                    <a:pt x="2334" y="416"/>
                    <a:pt x="2325" y="435"/>
                  </a:cubicBezTo>
                  <a:cubicBezTo>
                    <a:pt x="2329" y="413"/>
                    <a:pt x="2335" y="392"/>
                    <a:pt x="2342" y="372"/>
                  </a:cubicBezTo>
                  <a:cubicBezTo>
                    <a:pt x="2351" y="324"/>
                    <a:pt x="2356" y="310"/>
                    <a:pt x="2362" y="310"/>
                  </a:cubicBezTo>
                  <a:close/>
                  <a:moveTo>
                    <a:pt x="2265" y="439"/>
                  </a:moveTo>
                  <a:lnTo>
                    <a:pt x="2273" y="444"/>
                  </a:lnTo>
                  <a:cubicBezTo>
                    <a:pt x="2271" y="454"/>
                    <a:pt x="2269" y="464"/>
                    <a:pt x="2268" y="475"/>
                  </a:cubicBezTo>
                  <a:lnTo>
                    <a:pt x="2249" y="499"/>
                  </a:lnTo>
                  <a:cubicBezTo>
                    <a:pt x="2242" y="494"/>
                    <a:pt x="2251" y="468"/>
                    <a:pt x="2265" y="439"/>
                  </a:cubicBezTo>
                  <a:close/>
                  <a:moveTo>
                    <a:pt x="3513" y="598"/>
                  </a:moveTo>
                  <a:cubicBezTo>
                    <a:pt x="3515" y="598"/>
                    <a:pt x="3528" y="640"/>
                    <a:pt x="3531" y="665"/>
                  </a:cubicBezTo>
                  <a:lnTo>
                    <a:pt x="3522" y="666"/>
                  </a:lnTo>
                  <a:cubicBezTo>
                    <a:pt x="3518" y="635"/>
                    <a:pt x="3506" y="607"/>
                    <a:pt x="3514" y="606"/>
                  </a:cubicBezTo>
                  <a:cubicBezTo>
                    <a:pt x="3513" y="600"/>
                    <a:pt x="3513" y="598"/>
                    <a:pt x="3513" y="598"/>
                  </a:cubicBezTo>
                  <a:close/>
                  <a:moveTo>
                    <a:pt x="3555" y="853"/>
                  </a:moveTo>
                  <a:cubicBezTo>
                    <a:pt x="3563" y="855"/>
                    <a:pt x="3573" y="858"/>
                    <a:pt x="3564" y="889"/>
                  </a:cubicBezTo>
                  <a:cubicBezTo>
                    <a:pt x="3564" y="912"/>
                    <a:pt x="3557" y="933"/>
                    <a:pt x="3549" y="933"/>
                  </a:cubicBezTo>
                  <a:cubicBezTo>
                    <a:pt x="3546" y="933"/>
                    <a:pt x="3542" y="928"/>
                    <a:pt x="3540" y="916"/>
                  </a:cubicBezTo>
                  <a:cubicBezTo>
                    <a:pt x="3548" y="884"/>
                    <a:pt x="3550" y="884"/>
                    <a:pt x="3555" y="853"/>
                  </a:cubicBezTo>
                  <a:close/>
                  <a:moveTo>
                    <a:pt x="3499" y="1117"/>
                  </a:moveTo>
                  <a:lnTo>
                    <a:pt x="3491" y="1145"/>
                  </a:lnTo>
                  <a:cubicBezTo>
                    <a:pt x="3486" y="1168"/>
                    <a:pt x="3485" y="1172"/>
                    <a:pt x="3481" y="1172"/>
                  </a:cubicBezTo>
                  <a:cubicBezTo>
                    <a:pt x="3479" y="1172"/>
                    <a:pt x="3478" y="1172"/>
                    <a:pt x="3476" y="1172"/>
                  </a:cubicBezTo>
                  <a:lnTo>
                    <a:pt x="3484" y="1142"/>
                  </a:lnTo>
                  <a:lnTo>
                    <a:pt x="3499" y="1117"/>
                  </a:lnTo>
                  <a:close/>
                  <a:moveTo>
                    <a:pt x="3442" y="1438"/>
                  </a:moveTo>
                  <a:cubicBezTo>
                    <a:pt x="3433" y="1438"/>
                    <a:pt x="3420" y="1462"/>
                    <a:pt x="3420" y="1462"/>
                  </a:cubicBezTo>
                  <a:cubicBezTo>
                    <a:pt x="3412" y="1490"/>
                    <a:pt x="3420" y="1492"/>
                    <a:pt x="3420" y="1492"/>
                  </a:cubicBezTo>
                  <a:cubicBezTo>
                    <a:pt x="3420" y="1492"/>
                    <a:pt x="3420" y="1493"/>
                    <a:pt x="3421" y="1493"/>
                  </a:cubicBezTo>
                  <a:cubicBezTo>
                    <a:pt x="3423" y="1493"/>
                    <a:pt x="3430" y="1490"/>
                    <a:pt x="3435" y="1467"/>
                  </a:cubicBezTo>
                  <a:lnTo>
                    <a:pt x="3443" y="1439"/>
                  </a:lnTo>
                  <a:cubicBezTo>
                    <a:pt x="3443" y="1438"/>
                    <a:pt x="3442" y="1438"/>
                    <a:pt x="3442" y="1438"/>
                  </a:cubicBezTo>
                  <a:close/>
                  <a:moveTo>
                    <a:pt x="3342" y="1594"/>
                  </a:moveTo>
                  <a:cubicBezTo>
                    <a:pt x="3350" y="1598"/>
                    <a:pt x="3342" y="1624"/>
                    <a:pt x="3342" y="1624"/>
                  </a:cubicBezTo>
                  <a:cubicBezTo>
                    <a:pt x="3336" y="1652"/>
                    <a:pt x="3328" y="1679"/>
                    <a:pt x="3321" y="1679"/>
                  </a:cubicBezTo>
                  <a:cubicBezTo>
                    <a:pt x="3320" y="1679"/>
                    <a:pt x="3320" y="1679"/>
                    <a:pt x="3320" y="1679"/>
                  </a:cubicBezTo>
                  <a:cubicBezTo>
                    <a:pt x="3320" y="1679"/>
                    <a:pt x="3312" y="1676"/>
                    <a:pt x="3319" y="1647"/>
                  </a:cubicBezTo>
                  <a:cubicBezTo>
                    <a:pt x="3324" y="1628"/>
                    <a:pt x="3332" y="1610"/>
                    <a:pt x="3342" y="1594"/>
                  </a:cubicBezTo>
                  <a:close/>
                  <a:moveTo>
                    <a:pt x="1864" y="1555"/>
                  </a:moveTo>
                  <a:cubicBezTo>
                    <a:pt x="1856" y="1555"/>
                    <a:pt x="1845" y="1580"/>
                    <a:pt x="1835" y="1606"/>
                  </a:cubicBezTo>
                  <a:cubicBezTo>
                    <a:pt x="1803" y="1656"/>
                    <a:pt x="1801" y="1688"/>
                    <a:pt x="1809" y="1691"/>
                  </a:cubicBezTo>
                  <a:cubicBezTo>
                    <a:pt x="1809" y="1691"/>
                    <a:pt x="1810" y="1691"/>
                    <a:pt x="1810" y="1691"/>
                  </a:cubicBezTo>
                  <a:cubicBezTo>
                    <a:pt x="1818" y="1691"/>
                    <a:pt x="1828" y="1664"/>
                    <a:pt x="1850" y="1612"/>
                  </a:cubicBezTo>
                  <a:cubicBezTo>
                    <a:pt x="1857" y="1595"/>
                    <a:pt x="1863" y="1574"/>
                    <a:pt x="1865" y="1555"/>
                  </a:cubicBezTo>
                  <a:cubicBezTo>
                    <a:pt x="1864" y="1555"/>
                    <a:pt x="1864" y="1555"/>
                    <a:pt x="1864" y="1555"/>
                  </a:cubicBezTo>
                  <a:close/>
                  <a:moveTo>
                    <a:pt x="1763" y="1748"/>
                  </a:moveTo>
                  <a:cubicBezTo>
                    <a:pt x="1767" y="1748"/>
                    <a:pt x="1767" y="1763"/>
                    <a:pt x="1758" y="1799"/>
                  </a:cubicBezTo>
                  <a:cubicBezTo>
                    <a:pt x="1748" y="1827"/>
                    <a:pt x="1738" y="1854"/>
                    <a:pt x="1738" y="1854"/>
                  </a:cubicBezTo>
                  <a:cubicBezTo>
                    <a:pt x="1730" y="1851"/>
                    <a:pt x="1743" y="1792"/>
                    <a:pt x="1753" y="1765"/>
                  </a:cubicBezTo>
                  <a:cubicBezTo>
                    <a:pt x="1757" y="1754"/>
                    <a:pt x="1761" y="1748"/>
                    <a:pt x="1763" y="1748"/>
                  </a:cubicBezTo>
                  <a:close/>
                  <a:moveTo>
                    <a:pt x="3074" y="1912"/>
                  </a:moveTo>
                  <a:cubicBezTo>
                    <a:pt x="3067" y="1912"/>
                    <a:pt x="3060" y="1940"/>
                    <a:pt x="3069" y="1971"/>
                  </a:cubicBezTo>
                  <a:cubicBezTo>
                    <a:pt x="3071" y="1972"/>
                    <a:pt x="3073" y="1973"/>
                    <a:pt x="3074" y="1973"/>
                  </a:cubicBezTo>
                  <a:cubicBezTo>
                    <a:pt x="3078" y="1973"/>
                    <a:pt x="3079" y="1967"/>
                    <a:pt x="3084" y="1946"/>
                  </a:cubicBezTo>
                  <a:cubicBezTo>
                    <a:pt x="3084" y="1946"/>
                    <a:pt x="3083" y="1915"/>
                    <a:pt x="3075" y="1912"/>
                  </a:cubicBezTo>
                  <a:cubicBezTo>
                    <a:pt x="3075" y="1912"/>
                    <a:pt x="3075" y="1912"/>
                    <a:pt x="3074" y="1912"/>
                  </a:cubicBezTo>
                  <a:close/>
                  <a:moveTo>
                    <a:pt x="3289" y="1995"/>
                  </a:moveTo>
                  <a:cubicBezTo>
                    <a:pt x="3290" y="1995"/>
                    <a:pt x="3291" y="1998"/>
                    <a:pt x="3288" y="2008"/>
                  </a:cubicBezTo>
                  <a:cubicBezTo>
                    <a:pt x="3283" y="2007"/>
                    <a:pt x="3287" y="1995"/>
                    <a:pt x="3289" y="1995"/>
                  </a:cubicBezTo>
                  <a:close/>
                  <a:moveTo>
                    <a:pt x="3372" y="1952"/>
                  </a:moveTo>
                  <a:cubicBezTo>
                    <a:pt x="3370" y="1952"/>
                    <a:pt x="3367" y="1958"/>
                    <a:pt x="3360" y="1968"/>
                  </a:cubicBezTo>
                  <a:lnTo>
                    <a:pt x="3346" y="2025"/>
                  </a:lnTo>
                  <a:cubicBezTo>
                    <a:pt x="3348" y="2026"/>
                    <a:pt x="3349" y="2027"/>
                    <a:pt x="3350" y="2027"/>
                  </a:cubicBezTo>
                  <a:cubicBezTo>
                    <a:pt x="3354" y="2027"/>
                    <a:pt x="3355" y="2021"/>
                    <a:pt x="3360" y="1999"/>
                  </a:cubicBezTo>
                  <a:cubicBezTo>
                    <a:pt x="3370" y="1965"/>
                    <a:pt x="3373" y="1952"/>
                    <a:pt x="3372" y="1952"/>
                  </a:cubicBezTo>
                  <a:close/>
                  <a:moveTo>
                    <a:pt x="3213" y="2120"/>
                  </a:moveTo>
                  <a:cubicBezTo>
                    <a:pt x="3215" y="2120"/>
                    <a:pt x="3212" y="2134"/>
                    <a:pt x="3203" y="2168"/>
                  </a:cubicBezTo>
                  <a:cubicBezTo>
                    <a:pt x="3197" y="2192"/>
                    <a:pt x="3190" y="2194"/>
                    <a:pt x="3188" y="2194"/>
                  </a:cubicBezTo>
                  <a:cubicBezTo>
                    <a:pt x="3188" y="2194"/>
                    <a:pt x="3187" y="2194"/>
                    <a:pt x="3187" y="2194"/>
                  </a:cubicBezTo>
                  <a:cubicBezTo>
                    <a:pt x="3180" y="2191"/>
                    <a:pt x="3195" y="2164"/>
                    <a:pt x="3202" y="2136"/>
                  </a:cubicBezTo>
                  <a:cubicBezTo>
                    <a:pt x="3208" y="2126"/>
                    <a:pt x="3212" y="2120"/>
                    <a:pt x="3213" y="2120"/>
                  </a:cubicBezTo>
                  <a:close/>
                  <a:moveTo>
                    <a:pt x="558" y="2509"/>
                  </a:moveTo>
                  <a:cubicBezTo>
                    <a:pt x="555" y="2509"/>
                    <a:pt x="548" y="2513"/>
                    <a:pt x="532" y="2523"/>
                  </a:cubicBezTo>
                  <a:cubicBezTo>
                    <a:pt x="523" y="2529"/>
                    <a:pt x="514" y="2535"/>
                    <a:pt x="505" y="2541"/>
                  </a:cubicBezTo>
                  <a:cubicBezTo>
                    <a:pt x="515" y="2537"/>
                    <a:pt x="527" y="2533"/>
                    <a:pt x="537" y="2530"/>
                  </a:cubicBezTo>
                  <a:lnTo>
                    <a:pt x="564" y="2513"/>
                  </a:lnTo>
                  <a:cubicBezTo>
                    <a:pt x="562" y="2511"/>
                    <a:pt x="561" y="2509"/>
                    <a:pt x="558" y="2509"/>
                  </a:cubicBezTo>
                  <a:close/>
                  <a:moveTo>
                    <a:pt x="530" y="2582"/>
                  </a:moveTo>
                  <a:cubicBezTo>
                    <a:pt x="531" y="2582"/>
                    <a:pt x="533" y="2583"/>
                    <a:pt x="533" y="2584"/>
                  </a:cubicBezTo>
                  <a:lnTo>
                    <a:pt x="509" y="2602"/>
                  </a:lnTo>
                  <a:cubicBezTo>
                    <a:pt x="508" y="2601"/>
                    <a:pt x="507" y="2601"/>
                    <a:pt x="506" y="2601"/>
                  </a:cubicBezTo>
                  <a:cubicBezTo>
                    <a:pt x="500" y="2601"/>
                    <a:pt x="492" y="2612"/>
                    <a:pt x="501" y="2612"/>
                  </a:cubicBezTo>
                  <a:cubicBezTo>
                    <a:pt x="503" y="2612"/>
                    <a:pt x="507" y="2611"/>
                    <a:pt x="513" y="2609"/>
                  </a:cubicBezTo>
                  <a:lnTo>
                    <a:pt x="522" y="2623"/>
                  </a:lnTo>
                  <a:cubicBezTo>
                    <a:pt x="503" y="2637"/>
                    <a:pt x="482" y="2648"/>
                    <a:pt x="471" y="2648"/>
                  </a:cubicBezTo>
                  <a:cubicBezTo>
                    <a:pt x="468" y="2648"/>
                    <a:pt x="466" y="2647"/>
                    <a:pt x="465" y="2646"/>
                  </a:cubicBezTo>
                  <a:cubicBezTo>
                    <a:pt x="455" y="2647"/>
                    <a:pt x="448" y="2648"/>
                    <a:pt x="444" y="2648"/>
                  </a:cubicBezTo>
                  <a:cubicBezTo>
                    <a:pt x="434" y="2648"/>
                    <a:pt x="444" y="2641"/>
                    <a:pt x="478" y="2613"/>
                  </a:cubicBezTo>
                  <a:cubicBezTo>
                    <a:pt x="499" y="2597"/>
                    <a:pt x="521" y="2582"/>
                    <a:pt x="530" y="2582"/>
                  </a:cubicBezTo>
                  <a:close/>
                  <a:moveTo>
                    <a:pt x="3148" y="2637"/>
                  </a:moveTo>
                  <a:cubicBezTo>
                    <a:pt x="3146" y="2645"/>
                    <a:pt x="3146" y="2649"/>
                    <a:pt x="3146" y="2649"/>
                  </a:cubicBezTo>
                  <a:cubicBezTo>
                    <a:pt x="3146" y="2649"/>
                    <a:pt x="3146" y="2645"/>
                    <a:pt x="3148" y="2638"/>
                  </a:cubicBezTo>
                  <a:cubicBezTo>
                    <a:pt x="3148" y="2638"/>
                    <a:pt x="3148" y="2637"/>
                    <a:pt x="3148" y="2637"/>
                  </a:cubicBezTo>
                  <a:close/>
                  <a:moveTo>
                    <a:pt x="3098" y="2625"/>
                  </a:moveTo>
                  <a:cubicBezTo>
                    <a:pt x="3098" y="2625"/>
                    <a:pt x="3098" y="2625"/>
                    <a:pt x="3099" y="2625"/>
                  </a:cubicBezTo>
                  <a:cubicBezTo>
                    <a:pt x="3107" y="2628"/>
                    <a:pt x="3100" y="2656"/>
                    <a:pt x="3078" y="2680"/>
                  </a:cubicBezTo>
                  <a:cubicBezTo>
                    <a:pt x="3069" y="2678"/>
                    <a:pt x="3069" y="2678"/>
                    <a:pt x="3075" y="2649"/>
                  </a:cubicBezTo>
                  <a:cubicBezTo>
                    <a:pt x="3075" y="2649"/>
                    <a:pt x="3089" y="2625"/>
                    <a:pt x="3098" y="2625"/>
                  </a:cubicBezTo>
                  <a:close/>
                  <a:moveTo>
                    <a:pt x="3010" y="2845"/>
                  </a:moveTo>
                  <a:cubicBezTo>
                    <a:pt x="3015" y="2846"/>
                    <a:pt x="3011" y="2859"/>
                    <a:pt x="3010" y="2859"/>
                  </a:cubicBezTo>
                  <a:cubicBezTo>
                    <a:pt x="3009" y="2859"/>
                    <a:pt x="3008" y="2855"/>
                    <a:pt x="3010" y="2845"/>
                  </a:cubicBezTo>
                  <a:close/>
                  <a:moveTo>
                    <a:pt x="3048" y="2823"/>
                  </a:moveTo>
                  <a:lnTo>
                    <a:pt x="3052" y="2854"/>
                  </a:lnTo>
                  <a:lnTo>
                    <a:pt x="3046" y="2882"/>
                  </a:lnTo>
                  <a:cubicBezTo>
                    <a:pt x="3038" y="2881"/>
                    <a:pt x="3029" y="2879"/>
                    <a:pt x="3035" y="2850"/>
                  </a:cubicBezTo>
                  <a:lnTo>
                    <a:pt x="3048" y="2823"/>
                  </a:lnTo>
                  <a:close/>
                  <a:moveTo>
                    <a:pt x="258" y="2831"/>
                  </a:moveTo>
                  <a:cubicBezTo>
                    <a:pt x="259" y="2831"/>
                    <a:pt x="261" y="2832"/>
                    <a:pt x="263" y="2834"/>
                  </a:cubicBezTo>
                  <a:cubicBezTo>
                    <a:pt x="255" y="2853"/>
                    <a:pt x="245" y="2871"/>
                    <a:pt x="233" y="2888"/>
                  </a:cubicBezTo>
                  <a:lnTo>
                    <a:pt x="208" y="2908"/>
                  </a:lnTo>
                  <a:cubicBezTo>
                    <a:pt x="201" y="2904"/>
                    <a:pt x="218" y="2878"/>
                    <a:pt x="238" y="2853"/>
                  </a:cubicBezTo>
                  <a:cubicBezTo>
                    <a:pt x="250" y="2836"/>
                    <a:pt x="254" y="2831"/>
                    <a:pt x="258" y="2831"/>
                  </a:cubicBezTo>
                  <a:close/>
                  <a:moveTo>
                    <a:pt x="3010" y="2995"/>
                  </a:moveTo>
                  <a:cubicBezTo>
                    <a:pt x="3016" y="2996"/>
                    <a:pt x="3012" y="3008"/>
                    <a:pt x="3010" y="3008"/>
                  </a:cubicBezTo>
                  <a:cubicBezTo>
                    <a:pt x="3009" y="3008"/>
                    <a:pt x="3009" y="3005"/>
                    <a:pt x="3010" y="2995"/>
                  </a:cubicBezTo>
                  <a:close/>
                  <a:moveTo>
                    <a:pt x="305" y="2979"/>
                  </a:moveTo>
                  <a:lnTo>
                    <a:pt x="288" y="3002"/>
                  </a:lnTo>
                  <a:cubicBezTo>
                    <a:pt x="288" y="3002"/>
                    <a:pt x="280" y="3030"/>
                    <a:pt x="288" y="3035"/>
                  </a:cubicBezTo>
                  <a:lnTo>
                    <a:pt x="302" y="3011"/>
                  </a:lnTo>
                  <a:cubicBezTo>
                    <a:pt x="318" y="2989"/>
                    <a:pt x="311" y="2984"/>
                    <a:pt x="305" y="2979"/>
                  </a:cubicBezTo>
                  <a:close/>
                  <a:moveTo>
                    <a:pt x="3007" y="4718"/>
                  </a:moveTo>
                  <a:lnTo>
                    <a:pt x="3020" y="4746"/>
                  </a:lnTo>
                  <a:lnTo>
                    <a:pt x="3026" y="4774"/>
                  </a:lnTo>
                  <a:cubicBezTo>
                    <a:pt x="3024" y="4774"/>
                    <a:pt x="3022" y="4774"/>
                    <a:pt x="3021" y="4774"/>
                  </a:cubicBezTo>
                  <a:cubicBezTo>
                    <a:pt x="3014" y="4774"/>
                    <a:pt x="3008" y="4770"/>
                    <a:pt x="3004" y="4748"/>
                  </a:cubicBezTo>
                  <a:lnTo>
                    <a:pt x="3007" y="4718"/>
                  </a:lnTo>
                  <a:close/>
                  <a:moveTo>
                    <a:pt x="3135" y="5429"/>
                  </a:moveTo>
                  <a:cubicBezTo>
                    <a:pt x="3141" y="5429"/>
                    <a:pt x="3151" y="5439"/>
                    <a:pt x="3157" y="5439"/>
                  </a:cubicBezTo>
                  <a:cubicBezTo>
                    <a:pt x="3157" y="5439"/>
                    <a:pt x="3157" y="5439"/>
                    <a:pt x="3157" y="5439"/>
                  </a:cubicBezTo>
                  <a:lnTo>
                    <a:pt x="3157" y="5439"/>
                  </a:lnTo>
                  <a:cubicBezTo>
                    <a:pt x="3163" y="5468"/>
                    <a:pt x="3163" y="5468"/>
                    <a:pt x="3155" y="5469"/>
                  </a:cubicBezTo>
                  <a:cubicBezTo>
                    <a:pt x="3155" y="5469"/>
                    <a:pt x="3155" y="5469"/>
                    <a:pt x="3154" y="5469"/>
                  </a:cubicBezTo>
                  <a:cubicBezTo>
                    <a:pt x="3145" y="5469"/>
                    <a:pt x="3133" y="5443"/>
                    <a:pt x="3133" y="5443"/>
                  </a:cubicBezTo>
                  <a:cubicBezTo>
                    <a:pt x="3130" y="5433"/>
                    <a:pt x="3132" y="5429"/>
                    <a:pt x="3135" y="5429"/>
                  </a:cubicBezTo>
                  <a:close/>
                  <a:moveTo>
                    <a:pt x="3287" y="5895"/>
                  </a:moveTo>
                  <a:cubicBezTo>
                    <a:pt x="3296" y="5895"/>
                    <a:pt x="3309" y="5922"/>
                    <a:pt x="3309" y="5922"/>
                  </a:cubicBezTo>
                  <a:lnTo>
                    <a:pt x="3314" y="5950"/>
                  </a:lnTo>
                  <a:cubicBezTo>
                    <a:pt x="3312" y="5951"/>
                    <a:pt x="3310" y="5951"/>
                    <a:pt x="3308" y="5951"/>
                  </a:cubicBezTo>
                  <a:cubicBezTo>
                    <a:pt x="3302" y="5951"/>
                    <a:pt x="3296" y="5947"/>
                    <a:pt x="3292" y="5925"/>
                  </a:cubicBezTo>
                  <a:lnTo>
                    <a:pt x="3286" y="5895"/>
                  </a:lnTo>
                  <a:cubicBezTo>
                    <a:pt x="3286" y="5895"/>
                    <a:pt x="3287" y="5895"/>
                    <a:pt x="3287" y="5895"/>
                  </a:cubicBezTo>
                  <a:close/>
                  <a:moveTo>
                    <a:pt x="3315" y="6279"/>
                  </a:moveTo>
                  <a:lnTo>
                    <a:pt x="3329" y="6307"/>
                  </a:lnTo>
                  <a:lnTo>
                    <a:pt x="3334" y="6336"/>
                  </a:lnTo>
                  <a:cubicBezTo>
                    <a:pt x="3333" y="6337"/>
                    <a:pt x="3331" y="6337"/>
                    <a:pt x="3329" y="6337"/>
                  </a:cubicBezTo>
                  <a:cubicBezTo>
                    <a:pt x="3322" y="6337"/>
                    <a:pt x="3317" y="6333"/>
                    <a:pt x="3312" y="6310"/>
                  </a:cubicBezTo>
                  <a:lnTo>
                    <a:pt x="3315" y="6279"/>
                  </a:lnTo>
                  <a:close/>
                  <a:moveTo>
                    <a:pt x="10998" y="6577"/>
                  </a:moveTo>
                  <a:cubicBezTo>
                    <a:pt x="11016" y="6577"/>
                    <a:pt x="11003" y="6589"/>
                    <a:pt x="10961" y="6601"/>
                  </a:cubicBezTo>
                  <a:cubicBezTo>
                    <a:pt x="10946" y="6609"/>
                    <a:pt x="10939" y="6614"/>
                    <a:pt x="10935" y="6614"/>
                  </a:cubicBezTo>
                  <a:cubicBezTo>
                    <a:pt x="10931" y="6614"/>
                    <a:pt x="10931" y="6609"/>
                    <a:pt x="10931" y="6601"/>
                  </a:cubicBezTo>
                  <a:cubicBezTo>
                    <a:pt x="10932" y="6592"/>
                    <a:pt x="10932" y="6584"/>
                    <a:pt x="10961" y="6584"/>
                  </a:cubicBezTo>
                  <a:cubicBezTo>
                    <a:pt x="10979" y="6579"/>
                    <a:pt x="10991" y="6577"/>
                    <a:pt x="10998" y="6577"/>
                  </a:cubicBezTo>
                  <a:close/>
                  <a:moveTo>
                    <a:pt x="7078" y="7554"/>
                  </a:moveTo>
                  <a:cubicBezTo>
                    <a:pt x="7080" y="7554"/>
                    <a:pt x="7081" y="7555"/>
                    <a:pt x="7083" y="7557"/>
                  </a:cubicBezTo>
                  <a:cubicBezTo>
                    <a:pt x="7090" y="7562"/>
                    <a:pt x="7077" y="7590"/>
                    <a:pt x="7058" y="7613"/>
                  </a:cubicBezTo>
                  <a:cubicBezTo>
                    <a:pt x="7051" y="7620"/>
                    <a:pt x="7045" y="7624"/>
                    <a:pt x="7042" y="7624"/>
                  </a:cubicBezTo>
                  <a:cubicBezTo>
                    <a:pt x="7034" y="7624"/>
                    <a:pt x="7036" y="7608"/>
                    <a:pt x="7058" y="7574"/>
                  </a:cubicBezTo>
                  <a:cubicBezTo>
                    <a:pt x="7070" y="7559"/>
                    <a:pt x="7075" y="7554"/>
                    <a:pt x="7078" y="7554"/>
                  </a:cubicBezTo>
                  <a:close/>
                  <a:moveTo>
                    <a:pt x="6443" y="8331"/>
                  </a:moveTo>
                  <a:cubicBezTo>
                    <a:pt x="6444" y="8331"/>
                    <a:pt x="6444" y="8331"/>
                    <a:pt x="6445" y="8332"/>
                  </a:cubicBezTo>
                  <a:cubicBezTo>
                    <a:pt x="6445" y="8332"/>
                    <a:pt x="6452" y="8338"/>
                    <a:pt x="6438" y="8366"/>
                  </a:cubicBezTo>
                  <a:cubicBezTo>
                    <a:pt x="6438" y="8366"/>
                    <a:pt x="6427" y="8389"/>
                    <a:pt x="6421" y="8389"/>
                  </a:cubicBezTo>
                  <a:cubicBezTo>
                    <a:pt x="6420" y="8389"/>
                    <a:pt x="6420" y="8389"/>
                    <a:pt x="6419" y="8388"/>
                  </a:cubicBezTo>
                  <a:lnTo>
                    <a:pt x="6413" y="8381"/>
                  </a:lnTo>
                  <a:cubicBezTo>
                    <a:pt x="6425" y="8356"/>
                    <a:pt x="6436" y="8331"/>
                    <a:pt x="6443" y="8331"/>
                  </a:cubicBezTo>
                  <a:close/>
                  <a:moveTo>
                    <a:pt x="3692" y="8297"/>
                  </a:moveTo>
                  <a:cubicBezTo>
                    <a:pt x="3698" y="8297"/>
                    <a:pt x="3705" y="8316"/>
                    <a:pt x="3709" y="8336"/>
                  </a:cubicBezTo>
                  <a:cubicBezTo>
                    <a:pt x="3719" y="8395"/>
                    <a:pt x="3719" y="8395"/>
                    <a:pt x="3711" y="8396"/>
                  </a:cubicBezTo>
                  <a:cubicBezTo>
                    <a:pt x="3711" y="8396"/>
                    <a:pt x="3711" y="8396"/>
                    <a:pt x="3711" y="8396"/>
                  </a:cubicBezTo>
                  <a:cubicBezTo>
                    <a:pt x="3702" y="8396"/>
                    <a:pt x="3692" y="8340"/>
                    <a:pt x="3687" y="8311"/>
                  </a:cubicBezTo>
                  <a:cubicBezTo>
                    <a:pt x="3688" y="8301"/>
                    <a:pt x="3690" y="8297"/>
                    <a:pt x="3692" y="8297"/>
                  </a:cubicBezTo>
                  <a:close/>
                  <a:moveTo>
                    <a:pt x="5677" y="9228"/>
                  </a:moveTo>
                  <a:cubicBezTo>
                    <a:pt x="5678" y="9228"/>
                    <a:pt x="5679" y="9228"/>
                    <a:pt x="5679" y="9228"/>
                  </a:cubicBezTo>
                  <a:cubicBezTo>
                    <a:pt x="5679" y="9228"/>
                    <a:pt x="5685" y="9234"/>
                    <a:pt x="5665" y="9256"/>
                  </a:cubicBezTo>
                  <a:cubicBezTo>
                    <a:pt x="5665" y="9256"/>
                    <a:pt x="5647" y="9269"/>
                    <a:pt x="5637" y="9269"/>
                  </a:cubicBezTo>
                  <a:cubicBezTo>
                    <a:pt x="5635" y="9269"/>
                    <a:pt x="5634" y="9268"/>
                    <a:pt x="5633" y="9268"/>
                  </a:cubicBezTo>
                  <a:lnTo>
                    <a:pt x="5653" y="9245"/>
                  </a:lnTo>
                  <a:cubicBezTo>
                    <a:pt x="5666" y="9230"/>
                    <a:pt x="5673" y="9228"/>
                    <a:pt x="5677" y="9228"/>
                  </a:cubicBezTo>
                  <a:close/>
                  <a:moveTo>
                    <a:pt x="5493" y="9460"/>
                  </a:moveTo>
                  <a:cubicBezTo>
                    <a:pt x="5494" y="9460"/>
                    <a:pt x="5495" y="9461"/>
                    <a:pt x="5497" y="9463"/>
                  </a:cubicBezTo>
                  <a:lnTo>
                    <a:pt x="5478" y="9485"/>
                  </a:lnTo>
                  <a:lnTo>
                    <a:pt x="5452" y="9502"/>
                  </a:lnTo>
                  <a:lnTo>
                    <a:pt x="5452" y="9502"/>
                  </a:lnTo>
                  <a:lnTo>
                    <a:pt x="5473" y="9480"/>
                  </a:lnTo>
                  <a:cubicBezTo>
                    <a:pt x="5485" y="9465"/>
                    <a:pt x="5489" y="9460"/>
                    <a:pt x="5493" y="9460"/>
                  </a:cubicBezTo>
                  <a:close/>
                  <a:moveTo>
                    <a:pt x="3918" y="9497"/>
                  </a:moveTo>
                  <a:cubicBezTo>
                    <a:pt x="3926" y="9497"/>
                    <a:pt x="3940" y="9523"/>
                    <a:pt x="3940" y="9523"/>
                  </a:cubicBezTo>
                  <a:lnTo>
                    <a:pt x="3945" y="9552"/>
                  </a:lnTo>
                  <a:cubicBezTo>
                    <a:pt x="3943" y="9553"/>
                    <a:pt x="3941" y="9553"/>
                    <a:pt x="3939" y="9553"/>
                  </a:cubicBezTo>
                  <a:cubicBezTo>
                    <a:pt x="3933" y="9553"/>
                    <a:pt x="3927" y="9549"/>
                    <a:pt x="3923" y="9527"/>
                  </a:cubicBezTo>
                  <a:lnTo>
                    <a:pt x="3918" y="9497"/>
                  </a:lnTo>
                  <a:cubicBezTo>
                    <a:pt x="3918" y="9497"/>
                    <a:pt x="3918" y="9497"/>
                    <a:pt x="3918" y="9497"/>
                  </a:cubicBezTo>
                  <a:close/>
                  <a:moveTo>
                    <a:pt x="5439" y="9538"/>
                  </a:moveTo>
                  <a:cubicBezTo>
                    <a:pt x="5438" y="9538"/>
                    <a:pt x="5433" y="9544"/>
                    <a:pt x="5427" y="9557"/>
                  </a:cubicBezTo>
                  <a:cubicBezTo>
                    <a:pt x="5437" y="9545"/>
                    <a:pt x="5440" y="9538"/>
                    <a:pt x="5439" y="9538"/>
                  </a:cubicBezTo>
                  <a:close/>
                  <a:moveTo>
                    <a:pt x="5299" y="9682"/>
                  </a:moveTo>
                  <a:cubicBezTo>
                    <a:pt x="5301" y="9682"/>
                    <a:pt x="5302" y="9684"/>
                    <a:pt x="5304" y="9686"/>
                  </a:cubicBezTo>
                  <a:lnTo>
                    <a:pt x="5285" y="9707"/>
                  </a:lnTo>
                  <a:lnTo>
                    <a:pt x="5259" y="9724"/>
                  </a:lnTo>
                  <a:lnTo>
                    <a:pt x="5259" y="9724"/>
                  </a:lnTo>
                  <a:lnTo>
                    <a:pt x="5278" y="9702"/>
                  </a:lnTo>
                  <a:cubicBezTo>
                    <a:pt x="5292" y="9687"/>
                    <a:pt x="5296" y="9682"/>
                    <a:pt x="5299" y="9682"/>
                  </a:cubicBezTo>
                  <a:close/>
                  <a:moveTo>
                    <a:pt x="5265" y="9790"/>
                  </a:moveTo>
                  <a:cubicBezTo>
                    <a:pt x="5264" y="9790"/>
                    <a:pt x="5262" y="9792"/>
                    <a:pt x="5256" y="9795"/>
                  </a:cubicBezTo>
                  <a:lnTo>
                    <a:pt x="5256" y="9795"/>
                  </a:lnTo>
                  <a:cubicBezTo>
                    <a:pt x="5262" y="9794"/>
                    <a:pt x="5267" y="9790"/>
                    <a:pt x="5265" y="9790"/>
                  </a:cubicBezTo>
                  <a:close/>
                  <a:moveTo>
                    <a:pt x="5250" y="9794"/>
                  </a:moveTo>
                  <a:lnTo>
                    <a:pt x="5250" y="9794"/>
                  </a:lnTo>
                  <a:cubicBezTo>
                    <a:pt x="5251" y="9795"/>
                    <a:pt x="5252" y="9796"/>
                    <a:pt x="5253" y="9797"/>
                  </a:cubicBezTo>
                  <a:cubicBezTo>
                    <a:pt x="5254" y="9796"/>
                    <a:pt x="5255" y="9795"/>
                    <a:pt x="5256" y="9795"/>
                  </a:cubicBezTo>
                  <a:lnTo>
                    <a:pt x="5256" y="9795"/>
                  </a:lnTo>
                  <a:cubicBezTo>
                    <a:pt x="5256" y="9795"/>
                    <a:pt x="5256" y="9795"/>
                    <a:pt x="5255" y="9795"/>
                  </a:cubicBezTo>
                  <a:cubicBezTo>
                    <a:pt x="5253" y="9795"/>
                    <a:pt x="5252" y="9794"/>
                    <a:pt x="5250" y="9794"/>
                  </a:cubicBezTo>
                  <a:close/>
                  <a:moveTo>
                    <a:pt x="5160" y="9834"/>
                  </a:moveTo>
                  <a:cubicBezTo>
                    <a:pt x="5161" y="9834"/>
                    <a:pt x="5162" y="9835"/>
                    <a:pt x="5163" y="9835"/>
                  </a:cubicBezTo>
                  <a:cubicBezTo>
                    <a:pt x="5170" y="9842"/>
                    <a:pt x="5170" y="9842"/>
                    <a:pt x="5149" y="9863"/>
                  </a:cubicBezTo>
                  <a:cubicBezTo>
                    <a:pt x="5128" y="9888"/>
                    <a:pt x="5119" y="9899"/>
                    <a:pt x="5117" y="9899"/>
                  </a:cubicBezTo>
                  <a:cubicBezTo>
                    <a:pt x="5116" y="9899"/>
                    <a:pt x="5119" y="9892"/>
                    <a:pt x="5125" y="9880"/>
                  </a:cubicBezTo>
                  <a:cubicBezTo>
                    <a:pt x="5136" y="9855"/>
                    <a:pt x="5152" y="9834"/>
                    <a:pt x="5160" y="9834"/>
                  </a:cubicBezTo>
                  <a:close/>
                  <a:moveTo>
                    <a:pt x="4964" y="9973"/>
                  </a:moveTo>
                  <a:lnTo>
                    <a:pt x="4964" y="9973"/>
                  </a:lnTo>
                  <a:cubicBezTo>
                    <a:pt x="4970" y="9980"/>
                    <a:pt x="4977" y="9985"/>
                    <a:pt x="4958" y="10008"/>
                  </a:cubicBezTo>
                  <a:lnTo>
                    <a:pt x="4932" y="10024"/>
                  </a:lnTo>
                  <a:lnTo>
                    <a:pt x="4945" y="9996"/>
                  </a:lnTo>
                  <a:lnTo>
                    <a:pt x="4964" y="9973"/>
                  </a:lnTo>
                  <a:close/>
                  <a:moveTo>
                    <a:pt x="4740" y="10249"/>
                  </a:moveTo>
                  <a:cubicBezTo>
                    <a:pt x="4741" y="10249"/>
                    <a:pt x="4743" y="10251"/>
                    <a:pt x="4745" y="10252"/>
                  </a:cubicBezTo>
                  <a:cubicBezTo>
                    <a:pt x="4745" y="10252"/>
                    <a:pt x="4751" y="10258"/>
                    <a:pt x="4732" y="10280"/>
                  </a:cubicBezTo>
                  <a:lnTo>
                    <a:pt x="4706" y="10297"/>
                  </a:lnTo>
                  <a:cubicBezTo>
                    <a:pt x="4700" y="10292"/>
                    <a:pt x="4719" y="10269"/>
                    <a:pt x="4719" y="10269"/>
                  </a:cubicBezTo>
                  <a:cubicBezTo>
                    <a:pt x="4732" y="10254"/>
                    <a:pt x="4737" y="10249"/>
                    <a:pt x="4740" y="10249"/>
                  </a:cubicBezTo>
                  <a:close/>
                  <a:moveTo>
                    <a:pt x="2852" y="0"/>
                  </a:moveTo>
                  <a:cubicBezTo>
                    <a:pt x="2809" y="0"/>
                    <a:pt x="2757" y="4"/>
                    <a:pt x="2706" y="17"/>
                  </a:cubicBezTo>
                  <a:cubicBezTo>
                    <a:pt x="2586" y="45"/>
                    <a:pt x="2483" y="117"/>
                    <a:pt x="2475" y="135"/>
                  </a:cubicBezTo>
                  <a:cubicBezTo>
                    <a:pt x="2456" y="147"/>
                    <a:pt x="2438" y="162"/>
                    <a:pt x="2420" y="178"/>
                  </a:cubicBezTo>
                  <a:cubicBezTo>
                    <a:pt x="2374" y="210"/>
                    <a:pt x="2334" y="251"/>
                    <a:pt x="2301" y="298"/>
                  </a:cubicBezTo>
                  <a:cubicBezTo>
                    <a:pt x="2272" y="336"/>
                    <a:pt x="2250" y="379"/>
                    <a:pt x="2235" y="425"/>
                  </a:cubicBezTo>
                  <a:cubicBezTo>
                    <a:pt x="2235" y="424"/>
                    <a:pt x="2235" y="424"/>
                    <a:pt x="2235" y="424"/>
                  </a:cubicBezTo>
                  <a:cubicBezTo>
                    <a:pt x="2235" y="424"/>
                    <a:pt x="2229" y="434"/>
                    <a:pt x="2224" y="447"/>
                  </a:cubicBezTo>
                  <a:cubicBezTo>
                    <a:pt x="2218" y="460"/>
                    <a:pt x="2209" y="481"/>
                    <a:pt x="2198" y="508"/>
                  </a:cubicBezTo>
                  <a:cubicBezTo>
                    <a:pt x="2168" y="558"/>
                    <a:pt x="2155" y="586"/>
                    <a:pt x="2152" y="616"/>
                  </a:cubicBezTo>
                  <a:cubicBezTo>
                    <a:pt x="2149" y="640"/>
                    <a:pt x="2154" y="648"/>
                    <a:pt x="2152" y="648"/>
                  </a:cubicBezTo>
                  <a:cubicBezTo>
                    <a:pt x="2151" y="648"/>
                    <a:pt x="2150" y="648"/>
                    <a:pt x="2149" y="647"/>
                  </a:cubicBezTo>
                  <a:cubicBezTo>
                    <a:pt x="2148" y="647"/>
                    <a:pt x="2148" y="646"/>
                    <a:pt x="2148" y="646"/>
                  </a:cubicBezTo>
                  <a:cubicBezTo>
                    <a:pt x="2139" y="646"/>
                    <a:pt x="2116" y="701"/>
                    <a:pt x="2071" y="806"/>
                  </a:cubicBezTo>
                  <a:cubicBezTo>
                    <a:pt x="2040" y="880"/>
                    <a:pt x="2030" y="904"/>
                    <a:pt x="2033" y="904"/>
                  </a:cubicBezTo>
                  <a:cubicBezTo>
                    <a:pt x="2034" y="904"/>
                    <a:pt x="2038" y="899"/>
                    <a:pt x="2044" y="891"/>
                  </a:cubicBezTo>
                  <a:lnTo>
                    <a:pt x="2044" y="891"/>
                  </a:lnTo>
                  <a:cubicBezTo>
                    <a:pt x="2013" y="984"/>
                    <a:pt x="2002" y="998"/>
                    <a:pt x="1995" y="998"/>
                  </a:cubicBezTo>
                  <a:cubicBezTo>
                    <a:pt x="1993" y="998"/>
                    <a:pt x="1992" y="997"/>
                    <a:pt x="1991" y="997"/>
                  </a:cubicBezTo>
                  <a:cubicBezTo>
                    <a:pt x="1990" y="989"/>
                    <a:pt x="1988" y="986"/>
                    <a:pt x="1986" y="986"/>
                  </a:cubicBezTo>
                  <a:cubicBezTo>
                    <a:pt x="1979" y="986"/>
                    <a:pt x="1966" y="1025"/>
                    <a:pt x="1976" y="1055"/>
                  </a:cubicBezTo>
                  <a:cubicBezTo>
                    <a:pt x="1979" y="1087"/>
                    <a:pt x="1959" y="1139"/>
                    <a:pt x="1950" y="1139"/>
                  </a:cubicBezTo>
                  <a:cubicBezTo>
                    <a:pt x="1950" y="1139"/>
                    <a:pt x="1949" y="1139"/>
                    <a:pt x="1949" y="1139"/>
                  </a:cubicBezTo>
                  <a:cubicBezTo>
                    <a:pt x="1941" y="1136"/>
                    <a:pt x="1952" y="1109"/>
                    <a:pt x="1964" y="1082"/>
                  </a:cubicBezTo>
                  <a:lnTo>
                    <a:pt x="1948" y="1075"/>
                  </a:lnTo>
                  <a:cubicBezTo>
                    <a:pt x="1939" y="1093"/>
                    <a:pt x="1934" y="1112"/>
                    <a:pt x="1933" y="1132"/>
                  </a:cubicBezTo>
                  <a:cubicBezTo>
                    <a:pt x="1925" y="1151"/>
                    <a:pt x="1921" y="1170"/>
                    <a:pt x="1918" y="1191"/>
                  </a:cubicBezTo>
                  <a:cubicBezTo>
                    <a:pt x="1916" y="1208"/>
                    <a:pt x="1917" y="1216"/>
                    <a:pt x="1923" y="1216"/>
                  </a:cubicBezTo>
                  <a:cubicBezTo>
                    <a:pt x="1927" y="1216"/>
                    <a:pt x="1933" y="1211"/>
                    <a:pt x="1941" y="1201"/>
                  </a:cubicBezTo>
                  <a:cubicBezTo>
                    <a:pt x="1946" y="1194"/>
                    <a:pt x="1949" y="1192"/>
                    <a:pt x="1951" y="1192"/>
                  </a:cubicBezTo>
                  <a:cubicBezTo>
                    <a:pt x="1954" y="1192"/>
                    <a:pt x="1946" y="1211"/>
                    <a:pt x="1938" y="1231"/>
                  </a:cubicBezTo>
                  <a:cubicBezTo>
                    <a:pt x="1921" y="1259"/>
                    <a:pt x="1911" y="1271"/>
                    <a:pt x="1906" y="1271"/>
                  </a:cubicBezTo>
                  <a:cubicBezTo>
                    <a:pt x="1902" y="1271"/>
                    <a:pt x="1901" y="1262"/>
                    <a:pt x="1903" y="1248"/>
                  </a:cubicBezTo>
                  <a:cubicBezTo>
                    <a:pt x="1914" y="1221"/>
                    <a:pt x="1906" y="1218"/>
                    <a:pt x="1899" y="1214"/>
                  </a:cubicBezTo>
                  <a:cubicBezTo>
                    <a:pt x="1898" y="1214"/>
                    <a:pt x="1898" y="1214"/>
                    <a:pt x="1898" y="1214"/>
                  </a:cubicBezTo>
                  <a:cubicBezTo>
                    <a:pt x="1890" y="1214"/>
                    <a:pt x="1848" y="1354"/>
                    <a:pt x="1853" y="1387"/>
                  </a:cubicBezTo>
                  <a:lnTo>
                    <a:pt x="1845" y="1384"/>
                  </a:lnTo>
                  <a:cubicBezTo>
                    <a:pt x="1844" y="1384"/>
                    <a:pt x="1844" y="1383"/>
                    <a:pt x="1844" y="1383"/>
                  </a:cubicBezTo>
                  <a:cubicBezTo>
                    <a:pt x="1836" y="1383"/>
                    <a:pt x="1814" y="1437"/>
                    <a:pt x="1791" y="1489"/>
                  </a:cubicBezTo>
                  <a:cubicBezTo>
                    <a:pt x="1768" y="1544"/>
                    <a:pt x="1756" y="1571"/>
                    <a:pt x="1764" y="1574"/>
                  </a:cubicBezTo>
                  <a:cubicBezTo>
                    <a:pt x="1772" y="1578"/>
                    <a:pt x="1780" y="1581"/>
                    <a:pt x="1768" y="1609"/>
                  </a:cubicBezTo>
                  <a:cubicBezTo>
                    <a:pt x="1776" y="1590"/>
                    <a:pt x="1782" y="1586"/>
                    <a:pt x="1788" y="1586"/>
                  </a:cubicBezTo>
                  <a:cubicBezTo>
                    <a:pt x="1790" y="1586"/>
                    <a:pt x="1793" y="1587"/>
                    <a:pt x="1795" y="1588"/>
                  </a:cubicBezTo>
                  <a:cubicBezTo>
                    <a:pt x="1795" y="1588"/>
                    <a:pt x="1764" y="1641"/>
                    <a:pt x="1745" y="1665"/>
                  </a:cubicBezTo>
                  <a:cubicBezTo>
                    <a:pt x="1708" y="1715"/>
                    <a:pt x="1679" y="1768"/>
                    <a:pt x="1638" y="1878"/>
                  </a:cubicBezTo>
                  <a:cubicBezTo>
                    <a:pt x="1618" y="1932"/>
                    <a:pt x="1587" y="2012"/>
                    <a:pt x="1568" y="2034"/>
                  </a:cubicBezTo>
                  <a:cubicBezTo>
                    <a:pt x="1545" y="2086"/>
                    <a:pt x="1533" y="2109"/>
                    <a:pt x="1541" y="2114"/>
                  </a:cubicBezTo>
                  <a:lnTo>
                    <a:pt x="1516" y="2162"/>
                  </a:lnTo>
                  <a:cubicBezTo>
                    <a:pt x="1496" y="2182"/>
                    <a:pt x="1469" y="2226"/>
                    <a:pt x="1476" y="2232"/>
                  </a:cubicBezTo>
                  <a:cubicBezTo>
                    <a:pt x="1468" y="2259"/>
                    <a:pt x="1445" y="2274"/>
                    <a:pt x="1434" y="2287"/>
                  </a:cubicBezTo>
                  <a:cubicBezTo>
                    <a:pt x="1429" y="2288"/>
                    <a:pt x="1425" y="2289"/>
                    <a:pt x="1422" y="2289"/>
                  </a:cubicBezTo>
                  <a:cubicBezTo>
                    <a:pt x="1418" y="2289"/>
                    <a:pt x="1417" y="2288"/>
                    <a:pt x="1416" y="2288"/>
                  </a:cubicBezTo>
                  <a:cubicBezTo>
                    <a:pt x="1416" y="2288"/>
                    <a:pt x="1415" y="2288"/>
                    <a:pt x="1415" y="2289"/>
                  </a:cubicBezTo>
                  <a:cubicBezTo>
                    <a:pt x="1414" y="2290"/>
                    <a:pt x="1418" y="2296"/>
                    <a:pt x="1431" y="2302"/>
                  </a:cubicBezTo>
                  <a:cubicBezTo>
                    <a:pt x="1432" y="2304"/>
                    <a:pt x="1433" y="2305"/>
                    <a:pt x="1436" y="2305"/>
                  </a:cubicBezTo>
                  <a:cubicBezTo>
                    <a:pt x="1439" y="2305"/>
                    <a:pt x="1444" y="2303"/>
                    <a:pt x="1450" y="2299"/>
                  </a:cubicBezTo>
                  <a:cubicBezTo>
                    <a:pt x="1462" y="2291"/>
                    <a:pt x="1473" y="2280"/>
                    <a:pt x="1481" y="2268"/>
                  </a:cubicBezTo>
                  <a:cubicBezTo>
                    <a:pt x="1497" y="2246"/>
                    <a:pt x="1512" y="2223"/>
                    <a:pt x="1525" y="2199"/>
                  </a:cubicBezTo>
                  <a:lnTo>
                    <a:pt x="1525" y="2199"/>
                  </a:lnTo>
                  <a:cubicBezTo>
                    <a:pt x="1514" y="2224"/>
                    <a:pt x="1501" y="2250"/>
                    <a:pt x="1488" y="2273"/>
                  </a:cubicBezTo>
                  <a:cubicBezTo>
                    <a:pt x="1472" y="2298"/>
                    <a:pt x="1450" y="2332"/>
                    <a:pt x="1455" y="2337"/>
                  </a:cubicBezTo>
                  <a:cubicBezTo>
                    <a:pt x="1455" y="2337"/>
                    <a:pt x="1461" y="2345"/>
                    <a:pt x="1442" y="2355"/>
                  </a:cubicBezTo>
                  <a:lnTo>
                    <a:pt x="1435" y="2339"/>
                  </a:lnTo>
                  <a:cubicBezTo>
                    <a:pt x="1444" y="2332"/>
                    <a:pt x="1444" y="2317"/>
                    <a:pt x="1435" y="2309"/>
                  </a:cubicBezTo>
                  <a:cubicBezTo>
                    <a:pt x="1425" y="2307"/>
                    <a:pt x="1415" y="2306"/>
                    <a:pt x="1405" y="2305"/>
                  </a:cubicBezTo>
                  <a:cubicBezTo>
                    <a:pt x="1404" y="2304"/>
                    <a:pt x="1402" y="2304"/>
                    <a:pt x="1400" y="2304"/>
                  </a:cubicBezTo>
                  <a:cubicBezTo>
                    <a:pt x="1390" y="2304"/>
                    <a:pt x="1375" y="2307"/>
                    <a:pt x="1375" y="2315"/>
                  </a:cubicBezTo>
                  <a:cubicBezTo>
                    <a:pt x="1372" y="2315"/>
                    <a:pt x="1370" y="2315"/>
                    <a:pt x="1367" y="2315"/>
                  </a:cubicBezTo>
                  <a:cubicBezTo>
                    <a:pt x="1351" y="2315"/>
                    <a:pt x="1334" y="2312"/>
                    <a:pt x="1319" y="2306"/>
                  </a:cubicBezTo>
                  <a:cubicBezTo>
                    <a:pt x="1319" y="2302"/>
                    <a:pt x="1313" y="2300"/>
                    <a:pt x="1305" y="2300"/>
                  </a:cubicBezTo>
                  <a:cubicBezTo>
                    <a:pt x="1293" y="2300"/>
                    <a:pt x="1275" y="2304"/>
                    <a:pt x="1257" y="2314"/>
                  </a:cubicBezTo>
                  <a:cubicBezTo>
                    <a:pt x="1241" y="2323"/>
                    <a:pt x="1223" y="2328"/>
                    <a:pt x="1205" y="2328"/>
                  </a:cubicBezTo>
                  <a:cubicBezTo>
                    <a:pt x="1190" y="2328"/>
                    <a:pt x="1175" y="2325"/>
                    <a:pt x="1162" y="2318"/>
                  </a:cubicBezTo>
                  <a:cubicBezTo>
                    <a:pt x="1148" y="2315"/>
                    <a:pt x="1131" y="2314"/>
                    <a:pt x="1114" y="2314"/>
                  </a:cubicBezTo>
                  <a:cubicBezTo>
                    <a:pt x="1049" y="2314"/>
                    <a:pt x="970" y="2330"/>
                    <a:pt x="972" y="2338"/>
                  </a:cubicBezTo>
                  <a:cubicBezTo>
                    <a:pt x="975" y="2354"/>
                    <a:pt x="883" y="2378"/>
                    <a:pt x="852" y="2381"/>
                  </a:cubicBezTo>
                  <a:cubicBezTo>
                    <a:pt x="819" y="2382"/>
                    <a:pt x="788" y="2393"/>
                    <a:pt x="762" y="2413"/>
                  </a:cubicBezTo>
                  <a:cubicBezTo>
                    <a:pt x="761" y="2411"/>
                    <a:pt x="757" y="2410"/>
                    <a:pt x="751" y="2410"/>
                  </a:cubicBezTo>
                  <a:cubicBezTo>
                    <a:pt x="739" y="2410"/>
                    <a:pt x="718" y="2416"/>
                    <a:pt x="701" y="2430"/>
                  </a:cubicBezTo>
                  <a:cubicBezTo>
                    <a:pt x="701" y="2430"/>
                    <a:pt x="681" y="2439"/>
                    <a:pt x="692" y="2439"/>
                  </a:cubicBezTo>
                  <a:cubicBezTo>
                    <a:pt x="694" y="2439"/>
                    <a:pt x="698" y="2439"/>
                    <a:pt x="704" y="2438"/>
                  </a:cubicBezTo>
                  <a:lnTo>
                    <a:pt x="704" y="2438"/>
                  </a:lnTo>
                  <a:cubicBezTo>
                    <a:pt x="704" y="2438"/>
                    <a:pt x="678" y="2459"/>
                    <a:pt x="655" y="2482"/>
                  </a:cubicBezTo>
                  <a:cubicBezTo>
                    <a:pt x="666" y="2476"/>
                    <a:pt x="673" y="2474"/>
                    <a:pt x="678" y="2474"/>
                  </a:cubicBezTo>
                  <a:cubicBezTo>
                    <a:pt x="685" y="2474"/>
                    <a:pt x="687" y="2478"/>
                    <a:pt x="689" y="2483"/>
                  </a:cubicBezTo>
                  <a:cubicBezTo>
                    <a:pt x="693" y="2490"/>
                    <a:pt x="580" y="2539"/>
                    <a:pt x="514" y="2556"/>
                  </a:cubicBezTo>
                  <a:cubicBezTo>
                    <a:pt x="494" y="2563"/>
                    <a:pt x="474" y="2569"/>
                    <a:pt x="454" y="2578"/>
                  </a:cubicBezTo>
                  <a:lnTo>
                    <a:pt x="464" y="2593"/>
                  </a:lnTo>
                  <a:cubicBezTo>
                    <a:pt x="442" y="2609"/>
                    <a:pt x="420" y="2627"/>
                    <a:pt x="412" y="2627"/>
                  </a:cubicBezTo>
                  <a:cubicBezTo>
                    <a:pt x="410" y="2627"/>
                    <a:pt x="409" y="2626"/>
                    <a:pt x="409" y="2625"/>
                  </a:cubicBezTo>
                  <a:cubicBezTo>
                    <a:pt x="407" y="2623"/>
                    <a:pt x="406" y="2621"/>
                    <a:pt x="404" y="2621"/>
                  </a:cubicBezTo>
                  <a:cubicBezTo>
                    <a:pt x="400" y="2621"/>
                    <a:pt x="395" y="2626"/>
                    <a:pt x="380" y="2640"/>
                  </a:cubicBezTo>
                  <a:cubicBezTo>
                    <a:pt x="380" y="2640"/>
                    <a:pt x="355" y="2661"/>
                    <a:pt x="362" y="2668"/>
                  </a:cubicBezTo>
                  <a:cubicBezTo>
                    <a:pt x="373" y="2680"/>
                    <a:pt x="373" y="2680"/>
                    <a:pt x="344" y="2696"/>
                  </a:cubicBezTo>
                  <a:cubicBezTo>
                    <a:pt x="311" y="2704"/>
                    <a:pt x="285" y="2731"/>
                    <a:pt x="279" y="2765"/>
                  </a:cubicBezTo>
                  <a:cubicBezTo>
                    <a:pt x="291" y="2776"/>
                    <a:pt x="291" y="2776"/>
                    <a:pt x="257" y="2788"/>
                  </a:cubicBezTo>
                  <a:cubicBezTo>
                    <a:pt x="257" y="2787"/>
                    <a:pt x="256" y="2787"/>
                    <a:pt x="254" y="2787"/>
                  </a:cubicBezTo>
                  <a:cubicBezTo>
                    <a:pt x="245" y="2787"/>
                    <a:pt x="221" y="2804"/>
                    <a:pt x="205" y="2826"/>
                  </a:cubicBezTo>
                  <a:lnTo>
                    <a:pt x="211" y="2832"/>
                  </a:lnTo>
                  <a:cubicBezTo>
                    <a:pt x="225" y="2843"/>
                    <a:pt x="205" y="2867"/>
                    <a:pt x="181" y="2888"/>
                  </a:cubicBezTo>
                  <a:cubicBezTo>
                    <a:pt x="180" y="2887"/>
                    <a:pt x="180" y="2887"/>
                    <a:pt x="179" y="2887"/>
                  </a:cubicBezTo>
                  <a:cubicBezTo>
                    <a:pt x="170" y="2887"/>
                    <a:pt x="152" y="2913"/>
                    <a:pt x="128" y="2966"/>
                  </a:cubicBezTo>
                  <a:cubicBezTo>
                    <a:pt x="99" y="3018"/>
                    <a:pt x="84" y="3046"/>
                    <a:pt x="77" y="3046"/>
                  </a:cubicBezTo>
                  <a:cubicBezTo>
                    <a:pt x="76" y="3046"/>
                    <a:pt x="76" y="3046"/>
                    <a:pt x="76" y="3046"/>
                  </a:cubicBezTo>
                  <a:cubicBezTo>
                    <a:pt x="71" y="3043"/>
                    <a:pt x="67" y="3041"/>
                    <a:pt x="65" y="3041"/>
                  </a:cubicBezTo>
                  <a:cubicBezTo>
                    <a:pt x="60" y="3041"/>
                    <a:pt x="60" y="3050"/>
                    <a:pt x="61" y="3074"/>
                  </a:cubicBezTo>
                  <a:cubicBezTo>
                    <a:pt x="55" y="3107"/>
                    <a:pt x="54" y="3107"/>
                    <a:pt x="23" y="3162"/>
                  </a:cubicBezTo>
                  <a:cubicBezTo>
                    <a:pt x="4" y="3187"/>
                    <a:pt x="3" y="3187"/>
                    <a:pt x="1" y="3221"/>
                  </a:cubicBezTo>
                  <a:cubicBezTo>
                    <a:pt x="7" y="3223"/>
                    <a:pt x="11" y="3225"/>
                    <a:pt x="16" y="3225"/>
                  </a:cubicBezTo>
                  <a:cubicBezTo>
                    <a:pt x="23" y="3225"/>
                    <a:pt x="28" y="3220"/>
                    <a:pt x="35" y="3201"/>
                  </a:cubicBezTo>
                  <a:cubicBezTo>
                    <a:pt x="44" y="3179"/>
                    <a:pt x="46" y="3174"/>
                    <a:pt x="50" y="3174"/>
                  </a:cubicBezTo>
                  <a:cubicBezTo>
                    <a:pt x="51" y="3174"/>
                    <a:pt x="52" y="3174"/>
                    <a:pt x="54" y="3175"/>
                  </a:cubicBezTo>
                  <a:cubicBezTo>
                    <a:pt x="54" y="3175"/>
                    <a:pt x="42" y="3203"/>
                    <a:pt x="33" y="3233"/>
                  </a:cubicBezTo>
                  <a:cubicBezTo>
                    <a:pt x="18" y="3273"/>
                    <a:pt x="9" y="3313"/>
                    <a:pt x="6" y="3355"/>
                  </a:cubicBezTo>
                  <a:cubicBezTo>
                    <a:pt x="3" y="3387"/>
                    <a:pt x="6" y="3403"/>
                    <a:pt x="11" y="3403"/>
                  </a:cubicBezTo>
                  <a:cubicBezTo>
                    <a:pt x="15" y="3403"/>
                    <a:pt x="20" y="3389"/>
                    <a:pt x="23" y="3359"/>
                  </a:cubicBezTo>
                  <a:cubicBezTo>
                    <a:pt x="27" y="3350"/>
                    <a:pt x="32" y="3341"/>
                    <a:pt x="38" y="3332"/>
                  </a:cubicBezTo>
                  <a:cubicBezTo>
                    <a:pt x="39" y="3333"/>
                    <a:pt x="40" y="3333"/>
                    <a:pt x="42" y="3333"/>
                  </a:cubicBezTo>
                  <a:cubicBezTo>
                    <a:pt x="65" y="3333"/>
                    <a:pt x="77" y="3281"/>
                    <a:pt x="54" y="3274"/>
                  </a:cubicBezTo>
                  <a:cubicBezTo>
                    <a:pt x="31" y="3266"/>
                    <a:pt x="31" y="3265"/>
                    <a:pt x="57" y="3242"/>
                  </a:cubicBezTo>
                  <a:cubicBezTo>
                    <a:pt x="58" y="3243"/>
                    <a:pt x="59" y="3243"/>
                    <a:pt x="61" y="3243"/>
                  </a:cubicBezTo>
                  <a:cubicBezTo>
                    <a:pt x="74" y="3243"/>
                    <a:pt x="83" y="3218"/>
                    <a:pt x="94" y="3192"/>
                  </a:cubicBezTo>
                  <a:cubicBezTo>
                    <a:pt x="101" y="3171"/>
                    <a:pt x="104" y="3166"/>
                    <a:pt x="108" y="3166"/>
                  </a:cubicBezTo>
                  <a:cubicBezTo>
                    <a:pt x="109" y="3166"/>
                    <a:pt x="111" y="3166"/>
                    <a:pt x="113" y="3167"/>
                  </a:cubicBezTo>
                  <a:cubicBezTo>
                    <a:pt x="113" y="3167"/>
                    <a:pt x="114" y="3168"/>
                    <a:pt x="114" y="3168"/>
                  </a:cubicBezTo>
                  <a:cubicBezTo>
                    <a:pt x="123" y="3168"/>
                    <a:pt x="140" y="3145"/>
                    <a:pt x="152" y="3121"/>
                  </a:cubicBezTo>
                  <a:cubicBezTo>
                    <a:pt x="165" y="3094"/>
                    <a:pt x="165" y="3094"/>
                    <a:pt x="158" y="3091"/>
                  </a:cubicBezTo>
                  <a:lnTo>
                    <a:pt x="158" y="3091"/>
                  </a:lnTo>
                  <a:cubicBezTo>
                    <a:pt x="154" y="3095"/>
                    <a:pt x="152" y="3096"/>
                    <a:pt x="151" y="3096"/>
                  </a:cubicBezTo>
                  <a:cubicBezTo>
                    <a:pt x="146" y="3096"/>
                    <a:pt x="168" y="3057"/>
                    <a:pt x="193" y="3043"/>
                  </a:cubicBezTo>
                  <a:cubicBezTo>
                    <a:pt x="215" y="3021"/>
                    <a:pt x="215" y="3021"/>
                    <a:pt x="200" y="3012"/>
                  </a:cubicBezTo>
                  <a:cubicBezTo>
                    <a:pt x="187" y="3005"/>
                    <a:pt x="217" y="2952"/>
                    <a:pt x="250" y="2938"/>
                  </a:cubicBezTo>
                  <a:cubicBezTo>
                    <a:pt x="250" y="2938"/>
                    <a:pt x="265" y="2914"/>
                    <a:pt x="284" y="2891"/>
                  </a:cubicBezTo>
                  <a:cubicBezTo>
                    <a:pt x="302" y="2868"/>
                    <a:pt x="296" y="2862"/>
                    <a:pt x="289" y="2857"/>
                  </a:cubicBezTo>
                  <a:cubicBezTo>
                    <a:pt x="276" y="2845"/>
                    <a:pt x="276" y="2845"/>
                    <a:pt x="302" y="2827"/>
                  </a:cubicBezTo>
                  <a:cubicBezTo>
                    <a:pt x="318" y="2817"/>
                    <a:pt x="326" y="2815"/>
                    <a:pt x="331" y="2815"/>
                  </a:cubicBezTo>
                  <a:cubicBezTo>
                    <a:pt x="334" y="2815"/>
                    <a:pt x="335" y="2816"/>
                    <a:pt x="335" y="2816"/>
                  </a:cubicBezTo>
                  <a:cubicBezTo>
                    <a:pt x="335" y="2817"/>
                    <a:pt x="336" y="2817"/>
                    <a:pt x="337" y="2817"/>
                  </a:cubicBezTo>
                  <a:cubicBezTo>
                    <a:pt x="345" y="2817"/>
                    <a:pt x="363" y="2798"/>
                    <a:pt x="381" y="2779"/>
                  </a:cubicBezTo>
                  <a:cubicBezTo>
                    <a:pt x="401" y="2758"/>
                    <a:pt x="444" y="2718"/>
                    <a:pt x="440" y="2712"/>
                  </a:cubicBezTo>
                  <a:lnTo>
                    <a:pt x="440" y="2712"/>
                  </a:lnTo>
                  <a:lnTo>
                    <a:pt x="445" y="2719"/>
                  </a:lnTo>
                  <a:cubicBezTo>
                    <a:pt x="467" y="2698"/>
                    <a:pt x="473" y="2705"/>
                    <a:pt x="467" y="2698"/>
                  </a:cubicBezTo>
                  <a:cubicBezTo>
                    <a:pt x="491" y="2680"/>
                    <a:pt x="515" y="2665"/>
                    <a:pt x="542" y="2651"/>
                  </a:cubicBezTo>
                  <a:cubicBezTo>
                    <a:pt x="582" y="2629"/>
                    <a:pt x="634" y="2587"/>
                    <a:pt x="611" y="2587"/>
                  </a:cubicBezTo>
                  <a:cubicBezTo>
                    <a:pt x="605" y="2587"/>
                    <a:pt x="594" y="2590"/>
                    <a:pt x="577" y="2596"/>
                  </a:cubicBezTo>
                  <a:cubicBezTo>
                    <a:pt x="567" y="2603"/>
                    <a:pt x="561" y="2607"/>
                    <a:pt x="561" y="2607"/>
                  </a:cubicBezTo>
                  <a:cubicBezTo>
                    <a:pt x="560" y="2607"/>
                    <a:pt x="572" y="2599"/>
                    <a:pt x="602" y="2579"/>
                  </a:cubicBezTo>
                  <a:cubicBezTo>
                    <a:pt x="628" y="2564"/>
                    <a:pt x="624" y="2557"/>
                    <a:pt x="624" y="2557"/>
                  </a:cubicBezTo>
                  <a:cubicBezTo>
                    <a:pt x="620" y="2549"/>
                    <a:pt x="646" y="2535"/>
                    <a:pt x="672" y="2520"/>
                  </a:cubicBezTo>
                  <a:lnTo>
                    <a:pt x="680" y="2536"/>
                  </a:lnTo>
                  <a:cubicBezTo>
                    <a:pt x="675" y="2549"/>
                    <a:pt x="679" y="2555"/>
                    <a:pt x="688" y="2555"/>
                  </a:cubicBezTo>
                  <a:cubicBezTo>
                    <a:pt x="702" y="2555"/>
                    <a:pt x="727" y="2539"/>
                    <a:pt x="738" y="2517"/>
                  </a:cubicBezTo>
                  <a:lnTo>
                    <a:pt x="738" y="2517"/>
                  </a:lnTo>
                  <a:cubicBezTo>
                    <a:pt x="738" y="2519"/>
                    <a:pt x="740" y="2522"/>
                    <a:pt x="741" y="2524"/>
                  </a:cubicBezTo>
                  <a:cubicBezTo>
                    <a:pt x="742" y="2526"/>
                    <a:pt x="743" y="2527"/>
                    <a:pt x="745" y="2527"/>
                  </a:cubicBezTo>
                  <a:cubicBezTo>
                    <a:pt x="755" y="2527"/>
                    <a:pt x="780" y="2513"/>
                    <a:pt x="823" y="2490"/>
                  </a:cubicBezTo>
                  <a:cubicBezTo>
                    <a:pt x="850" y="2480"/>
                    <a:pt x="873" y="2454"/>
                    <a:pt x="871" y="2446"/>
                  </a:cubicBezTo>
                  <a:cubicBezTo>
                    <a:pt x="869" y="2437"/>
                    <a:pt x="898" y="2429"/>
                    <a:pt x="898" y="2429"/>
                  </a:cubicBezTo>
                  <a:cubicBezTo>
                    <a:pt x="912" y="2424"/>
                    <a:pt x="920" y="2422"/>
                    <a:pt x="924" y="2422"/>
                  </a:cubicBezTo>
                  <a:cubicBezTo>
                    <a:pt x="927" y="2422"/>
                    <a:pt x="928" y="2424"/>
                    <a:pt x="928" y="2428"/>
                  </a:cubicBezTo>
                  <a:cubicBezTo>
                    <a:pt x="930" y="2433"/>
                    <a:pt x="936" y="2435"/>
                    <a:pt x="944" y="2435"/>
                  </a:cubicBezTo>
                  <a:cubicBezTo>
                    <a:pt x="965" y="2435"/>
                    <a:pt x="998" y="2423"/>
                    <a:pt x="1017" y="2408"/>
                  </a:cubicBezTo>
                  <a:lnTo>
                    <a:pt x="1018" y="2416"/>
                  </a:lnTo>
                  <a:cubicBezTo>
                    <a:pt x="1019" y="2419"/>
                    <a:pt x="1023" y="2421"/>
                    <a:pt x="1033" y="2421"/>
                  </a:cubicBezTo>
                  <a:cubicBezTo>
                    <a:pt x="1054" y="2421"/>
                    <a:pt x="1100" y="2414"/>
                    <a:pt x="1196" y="2401"/>
                  </a:cubicBezTo>
                  <a:cubicBezTo>
                    <a:pt x="1228" y="2400"/>
                    <a:pt x="1258" y="2399"/>
                    <a:pt x="1285" y="2399"/>
                  </a:cubicBezTo>
                  <a:cubicBezTo>
                    <a:pt x="1356" y="2399"/>
                    <a:pt x="1403" y="2403"/>
                    <a:pt x="1403" y="2407"/>
                  </a:cubicBezTo>
                  <a:cubicBezTo>
                    <a:pt x="1403" y="2408"/>
                    <a:pt x="1405" y="2409"/>
                    <a:pt x="1410" y="2409"/>
                  </a:cubicBezTo>
                  <a:cubicBezTo>
                    <a:pt x="1421" y="2409"/>
                    <a:pt x="1444" y="2404"/>
                    <a:pt x="1464" y="2388"/>
                  </a:cubicBezTo>
                  <a:cubicBezTo>
                    <a:pt x="1492" y="2364"/>
                    <a:pt x="1513" y="2333"/>
                    <a:pt x="1523" y="2298"/>
                  </a:cubicBezTo>
                  <a:cubicBezTo>
                    <a:pt x="1523" y="2298"/>
                    <a:pt x="1524" y="2299"/>
                    <a:pt x="1525" y="2299"/>
                  </a:cubicBezTo>
                  <a:cubicBezTo>
                    <a:pt x="1533" y="2299"/>
                    <a:pt x="1549" y="2275"/>
                    <a:pt x="1575" y="2229"/>
                  </a:cubicBezTo>
                  <a:cubicBezTo>
                    <a:pt x="1610" y="2167"/>
                    <a:pt x="1615" y="2155"/>
                    <a:pt x="1620" y="2155"/>
                  </a:cubicBezTo>
                  <a:cubicBezTo>
                    <a:pt x="1621" y="2155"/>
                    <a:pt x="1622" y="2156"/>
                    <a:pt x="1624" y="2157"/>
                  </a:cubicBezTo>
                  <a:cubicBezTo>
                    <a:pt x="1625" y="2171"/>
                    <a:pt x="1625" y="2179"/>
                    <a:pt x="1627" y="2179"/>
                  </a:cubicBezTo>
                  <a:cubicBezTo>
                    <a:pt x="1629" y="2179"/>
                    <a:pt x="1631" y="2165"/>
                    <a:pt x="1637" y="2130"/>
                  </a:cubicBezTo>
                  <a:cubicBezTo>
                    <a:pt x="1635" y="2097"/>
                    <a:pt x="1674" y="2025"/>
                    <a:pt x="1689" y="2025"/>
                  </a:cubicBezTo>
                  <a:cubicBezTo>
                    <a:pt x="1690" y="2025"/>
                    <a:pt x="1691" y="2025"/>
                    <a:pt x="1691" y="2025"/>
                  </a:cubicBezTo>
                  <a:cubicBezTo>
                    <a:pt x="1691" y="2025"/>
                    <a:pt x="1692" y="2026"/>
                    <a:pt x="1692" y="2026"/>
                  </a:cubicBezTo>
                  <a:cubicBezTo>
                    <a:pt x="1700" y="2026"/>
                    <a:pt x="1711" y="1999"/>
                    <a:pt x="1731" y="1947"/>
                  </a:cubicBezTo>
                  <a:cubicBezTo>
                    <a:pt x="1734" y="1915"/>
                    <a:pt x="1754" y="1860"/>
                    <a:pt x="1774" y="1805"/>
                  </a:cubicBezTo>
                  <a:cubicBezTo>
                    <a:pt x="1805" y="1722"/>
                    <a:pt x="1805" y="1722"/>
                    <a:pt x="1790" y="1716"/>
                  </a:cubicBezTo>
                  <a:cubicBezTo>
                    <a:pt x="1774" y="1709"/>
                    <a:pt x="1784" y="1681"/>
                    <a:pt x="1808" y="1626"/>
                  </a:cubicBezTo>
                  <a:cubicBezTo>
                    <a:pt x="1818" y="1600"/>
                    <a:pt x="1829" y="1575"/>
                    <a:pt x="1837" y="1575"/>
                  </a:cubicBezTo>
                  <a:cubicBezTo>
                    <a:pt x="1837" y="1575"/>
                    <a:pt x="1838" y="1575"/>
                    <a:pt x="1838" y="1575"/>
                  </a:cubicBezTo>
                  <a:cubicBezTo>
                    <a:pt x="1850" y="1560"/>
                    <a:pt x="1860" y="1542"/>
                    <a:pt x="1869" y="1524"/>
                  </a:cubicBezTo>
                  <a:cubicBezTo>
                    <a:pt x="1880" y="1498"/>
                    <a:pt x="1891" y="1473"/>
                    <a:pt x="1898" y="1473"/>
                  </a:cubicBezTo>
                  <a:cubicBezTo>
                    <a:pt x="1899" y="1473"/>
                    <a:pt x="1899" y="1473"/>
                    <a:pt x="1900" y="1473"/>
                  </a:cubicBezTo>
                  <a:cubicBezTo>
                    <a:pt x="1917" y="1450"/>
                    <a:pt x="1931" y="1423"/>
                    <a:pt x="1942" y="1396"/>
                  </a:cubicBezTo>
                  <a:cubicBezTo>
                    <a:pt x="1964" y="1343"/>
                    <a:pt x="1987" y="1290"/>
                    <a:pt x="1995" y="1290"/>
                  </a:cubicBezTo>
                  <a:cubicBezTo>
                    <a:pt x="1996" y="1290"/>
                    <a:pt x="1996" y="1290"/>
                    <a:pt x="1996" y="1291"/>
                  </a:cubicBezTo>
                  <a:cubicBezTo>
                    <a:pt x="2007" y="1264"/>
                    <a:pt x="2007" y="1264"/>
                    <a:pt x="2000" y="1260"/>
                  </a:cubicBezTo>
                  <a:cubicBezTo>
                    <a:pt x="1992" y="1256"/>
                    <a:pt x="1996" y="1225"/>
                    <a:pt x="2050" y="1120"/>
                  </a:cubicBezTo>
                  <a:cubicBezTo>
                    <a:pt x="2072" y="1066"/>
                    <a:pt x="2107" y="984"/>
                    <a:pt x="2099" y="981"/>
                  </a:cubicBezTo>
                  <a:cubicBezTo>
                    <a:pt x="2108" y="961"/>
                    <a:pt x="2110" y="956"/>
                    <a:pt x="2114" y="956"/>
                  </a:cubicBezTo>
                  <a:cubicBezTo>
                    <a:pt x="2115" y="956"/>
                    <a:pt x="2116" y="956"/>
                    <a:pt x="2118" y="957"/>
                  </a:cubicBezTo>
                  <a:cubicBezTo>
                    <a:pt x="2119" y="958"/>
                    <a:pt x="2120" y="958"/>
                    <a:pt x="2122" y="958"/>
                  </a:cubicBezTo>
                  <a:cubicBezTo>
                    <a:pt x="2137" y="958"/>
                    <a:pt x="2158" y="906"/>
                    <a:pt x="2164" y="849"/>
                  </a:cubicBezTo>
                  <a:cubicBezTo>
                    <a:pt x="2157" y="845"/>
                    <a:pt x="2169" y="818"/>
                    <a:pt x="2188" y="795"/>
                  </a:cubicBezTo>
                  <a:cubicBezTo>
                    <a:pt x="2195" y="776"/>
                    <a:pt x="2200" y="757"/>
                    <a:pt x="2203" y="736"/>
                  </a:cubicBezTo>
                  <a:cubicBezTo>
                    <a:pt x="2207" y="706"/>
                    <a:pt x="2207" y="706"/>
                    <a:pt x="2237" y="656"/>
                  </a:cubicBezTo>
                  <a:cubicBezTo>
                    <a:pt x="2238" y="656"/>
                    <a:pt x="2238" y="656"/>
                    <a:pt x="2239" y="656"/>
                  </a:cubicBezTo>
                  <a:cubicBezTo>
                    <a:pt x="2246" y="656"/>
                    <a:pt x="2257" y="630"/>
                    <a:pt x="2269" y="605"/>
                  </a:cubicBezTo>
                  <a:cubicBezTo>
                    <a:pt x="2290" y="534"/>
                    <a:pt x="2319" y="467"/>
                    <a:pt x="2354" y="403"/>
                  </a:cubicBezTo>
                  <a:cubicBezTo>
                    <a:pt x="2402" y="322"/>
                    <a:pt x="2471" y="262"/>
                    <a:pt x="2486" y="257"/>
                  </a:cubicBezTo>
                  <a:cubicBezTo>
                    <a:pt x="2495" y="238"/>
                    <a:pt x="2510" y="224"/>
                    <a:pt x="2528" y="214"/>
                  </a:cubicBezTo>
                  <a:cubicBezTo>
                    <a:pt x="2560" y="209"/>
                    <a:pt x="2582" y="189"/>
                    <a:pt x="2574" y="173"/>
                  </a:cubicBezTo>
                  <a:lnTo>
                    <a:pt x="2574" y="173"/>
                  </a:lnTo>
                  <a:lnTo>
                    <a:pt x="2548" y="189"/>
                  </a:lnTo>
                  <a:lnTo>
                    <a:pt x="2523" y="206"/>
                  </a:lnTo>
                  <a:cubicBezTo>
                    <a:pt x="2514" y="193"/>
                    <a:pt x="2566" y="159"/>
                    <a:pt x="2591" y="159"/>
                  </a:cubicBezTo>
                  <a:cubicBezTo>
                    <a:pt x="2597" y="159"/>
                    <a:pt x="2602" y="161"/>
                    <a:pt x="2604" y="165"/>
                  </a:cubicBezTo>
                  <a:cubicBezTo>
                    <a:pt x="2613" y="166"/>
                    <a:pt x="2620" y="167"/>
                    <a:pt x="2625" y="167"/>
                  </a:cubicBezTo>
                  <a:cubicBezTo>
                    <a:pt x="2640" y="167"/>
                    <a:pt x="2643" y="162"/>
                    <a:pt x="2659" y="141"/>
                  </a:cubicBezTo>
                  <a:cubicBezTo>
                    <a:pt x="2674" y="121"/>
                    <a:pt x="2698" y="110"/>
                    <a:pt x="2722" y="110"/>
                  </a:cubicBezTo>
                  <a:cubicBezTo>
                    <a:pt x="2730" y="110"/>
                    <a:pt x="2738" y="111"/>
                    <a:pt x="2746" y="114"/>
                  </a:cubicBezTo>
                  <a:cubicBezTo>
                    <a:pt x="2747" y="121"/>
                    <a:pt x="2748" y="126"/>
                    <a:pt x="2750" y="126"/>
                  </a:cubicBezTo>
                  <a:cubicBezTo>
                    <a:pt x="2754" y="126"/>
                    <a:pt x="2760" y="120"/>
                    <a:pt x="2775" y="107"/>
                  </a:cubicBezTo>
                  <a:cubicBezTo>
                    <a:pt x="2806" y="80"/>
                    <a:pt x="2853" y="66"/>
                    <a:pt x="2886" y="66"/>
                  </a:cubicBezTo>
                  <a:cubicBezTo>
                    <a:pt x="2910" y="66"/>
                    <a:pt x="2926" y="73"/>
                    <a:pt x="2925" y="88"/>
                  </a:cubicBezTo>
                  <a:cubicBezTo>
                    <a:pt x="2924" y="106"/>
                    <a:pt x="2952" y="114"/>
                    <a:pt x="2981" y="119"/>
                  </a:cubicBezTo>
                  <a:cubicBezTo>
                    <a:pt x="2986" y="120"/>
                    <a:pt x="2991" y="121"/>
                    <a:pt x="2994" y="121"/>
                  </a:cubicBezTo>
                  <a:cubicBezTo>
                    <a:pt x="3010" y="121"/>
                    <a:pt x="3012" y="113"/>
                    <a:pt x="3014" y="107"/>
                  </a:cubicBezTo>
                  <a:cubicBezTo>
                    <a:pt x="3002" y="98"/>
                    <a:pt x="3001" y="93"/>
                    <a:pt x="3008" y="93"/>
                  </a:cubicBezTo>
                  <a:cubicBezTo>
                    <a:pt x="3017" y="93"/>
                    <a:pt x="3041" y="102"/>
                    <a:pt x="3072" y="122"/>
                  </a:cubicBezTo>
                  <a:cubicBezTo>
                    <a:pt x="3137" y="165"/>
                    <a:pt x="3207" y="204"/>
                    <a:pt x="3278" y="237"/>
                  </a:cubicBezTo>
                  <a:cubicBezTo>
                    <a:pt x="3319" y="260"/>
                    <a:pt x="3356" y="290"/>
                    <a:pt x="3386" y="325"/>
                  </a:cubicBezTo>
                  <a:cubicBezTo>
                    <a:pt x="3394" y="334"/>
                    <a:pt x="3398" y="340"/>
                    <a:pt x="3395" y="340"/>
                  </a:cubicBezTo>
                  <a:cubicBezTo>
                    <a:pt x="3392" y="340"/>
                    <a:pt x="3382" y="334"/>
                    <a:pt x="3364" y="319"/>
                  </a:cubicBezTo>
                  <a:cubicBezTo>
                    <a:pt x="3351" y="309"/>
                    <a:pt x="3338" y="301"/>
                    <a:pt x="3324" y="296"/>
                  </a:cubicBezTo>
                  <a:lnTo>
                    <a:pt x="3324" y="296"/>
                  </a:lnTo>
                  <a:cubicBezTo>
                    <a:pt x="3323" y="297"/>
                    <a:pt x="3336" y="304"/>
                    <a:pt x="3357" y="324"/>
                  </a:cubicBezTo>
                  <a:cubicBezTo>
                    <a:pt x="3389" y="361"/>
                    <a:pt x="3417" y="401"/>
                    <a:pt x="3440" y="444"/>
                  </a:cubicBezTo>
                  <a:cubicBezTo>
                    <a:pt x="3451" y="469"/>
                    <a:pt x="3469" y="491"/>
                    <a:pt x="3478" y="491"/>
                  </a:cubicBezTo>
                  <a:cubicBezTo>
                    <a:pt x="3479" y="491"/>
                    <a:pt x="3480" y="491"/>
                    <a:pt x="3480" y="491"/>
                  </a:cubicBezTo>
                  <a:lnTo>
                    <a:pt x="3480" y="491"/>
                  </a:lnTo>
                  <a:cubicBezTo>
                    <a:pt x="3475" y="525"/>
                    <a:pt x="3486" y="580"/>
                    <a:pt x="3509" y="637"/>
                  </a:cubicBezTo>
                  <a:cubicBezTo>
                    <a:pt x="3513" y="656"/>
                    <a:pt x="3515" y="676"/>
                    <a:pt x="3515" y="696"/>
                  </a:cubicBezTo>
                  <a:cubicBezTo>
                    <a:pt x="3516" y="715"/>
                    <a:pt x="3518" y="735"/>
                    <a:pt x="3524" y="755"/>
                  </a:cubicBezTo>
                  <a:cubicBezTo>
                    <a:pt x="3532" y="786"/>
                    <a:pt x="3518" y="815"/>
                    <a:pt x="3505" y="843"/>
                  </a:cubicBezTo>
                  <a:cubicBezTo>
                    <a:pt x="3491" y="870"/>
                    <a:pt x="3475" y="895"/>
                    <a:pt x="3484" y="897"/>
                  </a:cubicBezTo>
                  <a:cubicBezTo>
                    <a:pt x="3494" y="899"/>
                    <a:pt x="3478" y="961"/>
                    <a:pt x="3479" y="988"/>
                  </a:cubicBezTo>
                  <a:cubicBezTo>
                    <a:pt x="3480" y="1009"/>
                    <a:pt x="3473" y="1028"/>
                    <a:pt x="3468" y="1028"/>
                  </a:cubicBezTo>
                  <a:cubicBezTo>
                    <a:pt x="3466" y="1028"/>
                    <a:pt x="3464" y="1024"/>
                    <a:pt x="3463" y="1015"/>
                  </a:cubicBezTo>
                  <a:cubicBezTo>
                    <a:pt x="3462" y="1014"/>
                    <a:pt x="3461" y="1014"/>
                    <a:pt x="3460" y="1014"/>
                  </a:cubicBezTo>
                  <a:cubicBezTo>
                    <a:pt x="3455" y="1014"/>
                    <a:pt x="3452" y="1021"/>
                    <a:pt x="3432" y="1066"/>
                  </a:cubicBezTo>
                  <a:cubicBezTo>
                    <a:pt x="3425" y="1095"/>
                    <a:pt x="3411" y="1153"/>
                    <a:pt x="3419" y="1155"/>
                  </a:cubicBezTo>
                  <a:cubicBezTo>
                    <a:pt x="3426" y="1157"/>
                    <a:pt x="3383" y="1329"/>
                    <a:pt x="3368" y="1354"/>
                  </a:cubicBezTo>
                  <a:cubicBezTo>
                    <a:pt x="3368" y="1354"/>
                    <a:pt x="3360" y="1384"/>
                    <a:pt x="3352" y="1412"/>
                  </a:cubicBezTo>
                  <a:cubicBezTo>
                    <a:pt x="3346" y="1441"/>
                    <a:pt x="3347" y="1471"/>
                    <a:pt x="3339" y="1500"/>
                  </a:cubicBezTo>
                  <a:cubicBezTo>
                    <a:pt x="3334" y="1519"/>
                    <a:pt x="3332" y="1540"/>
                    <a:pt x="3332" y="1560"/>
                  </a:cubicBezTo>
                  <a:cubicBezTo>
                    <a:pt x="3326" y="1587"/>
                    <a:pt x="3318" y="1615"/>
                    <a:pt x="3311" y="1615"/>
                  </a:cubicBezTo>
                  <a:cubicBezTo>
                    <a:pt x="3310" y="1615"/>
                    <a:pt x="3310" y="1615"/>
                    <a:pt x="3310" y="1615"/>
                  </a:cubicBezTo>
                  <a:lnTo>
                    <a:pt x="3310" y="1615"/>
                  </a:lnTo>
                  <a:cubicBezTo>
                    <a:pt x="3319" y="1647"/>
                    <a:pt x="3319" y="1647"/>
                    <a:pt x="3295" y="1672"/>
                  </a:cubicBezTo>
                  <a:cubicBezTo>
                    <a:pt x="3291" y="1670"/>
                    <a:pt x="3287" y="1669"/>
                    <a:pt x="3285" y="1669"/>
                  </a:cubicBezTo>
                  <a:cubicBezTo>
                    <a:pt x="3280" y="1669"/>
                    <a:pt x="3282" y="1676"/>
                    <a:pt x="3288" y="1700"/>
                  </a:cubicBezTo>
                  <a:cubicBezTo>
                    <a:pt x="3288" y="1731"/>
                    <a:pt x="3288" y="1731"/>
                    <a:pt x="3274" y="1757"/>
                  </a:cubicBezTo>
                  <a:cubicBezTo>
                    <a:pt x="3274" y="1757"/>
                    <a:pt x="3273" y="1757"/>
                    <a:pt x="3273" y="1757"/>
                  </a:cubicBezTo>
                  <a:cubicBezTo>
                    <a:pt x="3264" y="1757"/>
                    <a:pt x="3258" y="1783"/>
                    <a:pt x="3266" y="1785"/>
                  </a:cubicBezTo>
                  <a:cubicBezTo>
                    <a:pt x="3275" y="1818"/>
                    <a:pt x="3262" y="1902"/>
                    <a:pt x="3246" y="1902"/>
                  </a:cubicBezTo>
                  <a:cubicBezTo>
                    <a:pt x="3246" y="1902"/>
                    <a:pt x="3245" y="1902"/>
                    <a:pt x="3245" y="1902"/>
                  </a:cubicBezTo>
                  <a:cubicBezTo>
                    <a:pt x="3240" y="1922"/>
                    <a:pt x="3238" y="1942"/>
                    <a:pt x="3238" y="1962"/>
                  </a:cubicBezTo>
                  <a:cubicBezTo>
                    <a:pt x="3244" y="1986"/>
                    <a:pt x="3246" y="1993"/>
                    <a:pt x="3241" y="1993"/>
                  </a:cubicBezTo>
                  <a:cubicBezTo>
                    <a:pt x="3239" y="1993"/>
                    <a:pt x="3236" y="1992"/>
                    <a:pt x="3231" y="1991"/>
                  </a:cubicBezTo>
                  <a:cubicBezTo>
                    <a:pt x="3208" y="2013"/>
                    <a:pt x="3200" y="2045"/>
                    <a:pt x="3209" y="2077"/>
                  </a:cubicBezTo>
                  <a:cubicBezTo>
                    <a:pt x="3209" y="2096"/>
                    <a:pt x="3204" y="2116"/>
                    <a:pt x="3194" y="2134"/>
                  </a:cubicBezTo>
                  <a:cubicBezTo>
                    <a:pt x="3174" y="2185"/>
                    <a:pt x="3120" y="2334"/>
                    <a:pt x="3134" y="2334"/>
                  </a:cubicBezTo>
                  <a:cubicBezTo>
                    <a:pt x="3135" y="2334"/>
                    <a:pt x="3136" y="2333"/>
                    <a:pt x="3138" y="2332"/>
                  </a:cubicBezTo>
                  <a:lnTo>
                    <a:pt x="3138" y="2332"/>
                  </a:lnTo>
                  <a:lnTo>
                    <a:pt x="3122" y="2389"/>
                  </a:lnTo>
                  <a:cubicBezTo>
                    <a:pt x="3099" y="2443"/>
                    <a:pt x="3092" y="2472"/>
                    <a:pt x="3092" y="2502"/>
                  </a:cubicBezTo>
                  <a:lnTo>
                    <a:pt x="3093" y="2533"/>
                  </a:lnTo>
                  <a:cubicBezTo>
                    <a:pt x="3093" y="2533"/>
                    <a:pt x="3093" y="2533"/>
                    <a:pt x="3092" y="2533"/>
                  </a:cubicBezTo>
                  <a:cubicBezTo>
                    <a:pt x="3084" y="2533"/>
                    <a:pt x="3071" y="2558"/>
                    <a:pt x="3064" y="2586"/>
                  </a:cubicBezTo>
                  <a:cubicBezTo>
                    <a:pt x="3057" y="2614"/>
                    <a:pt x="3057" y="2614"/>
                    <a:pt x="3065" y="2616"/>
                  </a:cubicBezTo>
                  <a:cubicBezTo>
                    <a:pt x="3070" y="2609"/>
                    <a:pt x="3072" y="2606"/>
                    <a:pt x="3074" y="2606"/>
                  </a:cubicBezTo>
                  <a:cubicBezTo>
                    <a:pt x="3077" y="2606"/>
                    <a:pt x="3072" y="2627"/>
                    <a:pt x="3067" y="2648"/>
                  </a:cubicBezTo>
                  <a:cubicBezTo>
                    <a:pt x="3061" y="2675"/>
                    <a:pt x="3047" y="2701"/>
                    <a:pt x="3039" y="2701"/>
                  </a:cubicBezTo>
                  <a:cubicBezTo>
                    <a:pt x="3039" y="2701"/>
                    <a:pt x="3039" y="2701"/>
                    <a:pt x="3038" y="2701"/>
                  </a:cubicBezTo>
                  <a:lnTo>
                    <a:pt x="3033" y="2730"/>
                  </a:lnTo>
                  <a:cubicBezTo>
                    <a:pt x="3049" y="2733"/>
                    <a:pt x="3044" y="2760"/>
                    <a:pt x="3036" y="2760"/>
                  </a:cubicBezTo>
                  <a:cubicBezTo>
                    <a:pt x="3036" y="2760"/>
                    <a:pt x="3035" y="2760"/>
                    <a:pt x="3035" y="2760"/>
                  </a:cubicBezTo>
                  <a:cubicBezTo>
                    <a:pt x="3023" y="2787"/>
                    <a:pt x="3014" y="2816"/>
                    <a:pt x="3010" y="2845"/>
                  </a:cubicBezTo>
                  <a:lnTo>
                    <a:pt x="3001" y="2843"/>
                  </a:lnTo>
                  <a:lnTo>
                    <a:pt x="3001" y="2843"/>
                  </a:lnTo>
                  <a:cubicBezTo>
                    <a:pt x="2988" y="2871"/>
                    <a:pt x="2997" y="2872"/>
                    <a:pt x="3005" y="2874"/>
                  </a:cubicBezTo>
                  <a:cubicBezTo>
                    <a:pt x="3005" y="2874"/>
                    <a:pt x="3000" y="2904"/>
                    <a:pt x="2996" y="2932"/>
                  </a:cubicBezTo>
                  <a:cubicBezTo>
                    <a:pt x="2992" y="2953"/>
                    <a:pt x="2988" y="2974"/>
                    <a:pt x="2992" y="2974"/>
                  </a:cubicBezTo>
                  <a:cubicBezTo>
                    <a:pt x="2993" y="2974"/>
                    <a:pt x="2995" y="2971"/>
                    <a:pt x="2999" y="2963"/>
                  </a:cubicBezTo>
                  <a:cubicBezTo>
                    <a:pt x="3007" y="2964"/>
                    <a:pt x="3016" y="2965"/>
                    <a:pt x="3010" y="2995"/>
                  </a:cubicBezTo>
                  <a:cubicBezTo>
                    <a:pt x="3008" y="2994"/>
                    <a:pt x="3007" y="2994"/>
                    <a:pt x="3005" y="2994"/>
                  </a:cubicBezTo>
                  <a:cubicBezTo>
                    <a:pt x="2999" y="2994"/>
                    <a:pt x="2992" y="2998"/>
                    <a:pt x="2989" y="3020"/>
                  </a:cubicBezTo>
                  <a:cubicBezTo>
                    <a:pt x="2986" y="3047"/>
                    <a:pt x="2978" y="3048"/>
                    <a:pt x="2977" y="3048"/>
                  </a:cubicBezTo>
                  <a:cubicBezTo>
                    <a:pt x="2977" y="3048"/>
                    <a:pt x="2977" y="3048"/>
                    <a:pt x="2977" y="3048"/>
                  </a:cubicBezTo>
                  <a:cubicBezTo>
                    <a:pt x="2975" y="3044"/>
                    <a:pt x="2974" y="3043"/>
                    <a:pt x="2972" y="3043"/>
                  </a:cubicBezTo>
                  <a:cubicBezTo>
                    <a:pt x="2963" y="3043"/>
                    <a:pt x="2957" y="3138"/>
                    <a:pt x="2961" y="3165"/>
                  </a:cubicBezTo>
                  <a:cubicBezTo>
                    <a:pt x="2971" y="3223"/>
                    <a:pt x="2969" y="3253"/>
                    <a:pt x="2954" y="3253"/>
                  </a:cubicBezTo>
                  <a:cubicBezTo>
                    <a:pt x="2953" y="3253"/>
                    <a:pt x="2953" y="3253"/>
                    <a:pt x="2952" y="3253"/>
                  </a:cubicBezTo>
                  <a:cubicBezTo>
                    <a:pt x="2952" y="3252"/>
                    <a:pt x="2951" y="3252"/>
                    <a:pt x="2951" y="3252"/>
                  </a:cubicBezTo>
                  <a:cubicBezTo>
                    <a:pt x="2935" y="3252"/>
                    <a:pt x="2946" y="3313"/>
                    <a:pt x="2968" y="3343"/>
                  </a:cubicBezTo>
                  <a:lnTo>
                    <a:pt x="2990" y="3376"/>
                  </a:lnTo>
                  <a:lnTo>
                    <a:pt x="2965" y="3373"/>
                  </a:lnTo>
                  <a:cubicBezTo>
                    <a:pt x="2929" y="3398"/>
                    <a:pt x="2929" y="3398"/>
                    <a:pt x="2940" y="3488"/>
                  </a:cubicBezTo>
                  <a:cubicBezTo>
                    <a:pt x="2944" y="3540"/>
                    <a:pt x="2945" y="3547"/>
                    <a:pt x="2939" y="3547"/>
                  </a:cubicBezTo>
                  <a:cubicBezTo>
                    <a:pt x="2938" y="3547"/>
                    <a:pt x="2937" y="3547"/>
                    <a:pt x="2936" y="3546"/>
                  </a:cubicBezTo>
                  <a:cubicBezTo>
                    <a:pt x="2927" y="3546"/>
                    <a:pt x="2926" y="3576"/>
                    <a:pt x="2923" y="3663"/>
                  </a:cubicBezTo>
                  <a:cubicBezTo>
                    <a:pt x="2919" y="3752"/>
                    <a:pt x="2922" y="3781"/>
                    <a:pt x="2929" y="3782"/>
                  </a:cubicBezTo>
                  <a:cubicBezTo>
                    <a:pt x="2929" y="3782"/>
                    <a:pt x="2929" y="3811"/>
                    <a:pt x="2928" y="3840"/>
                  </a:cubicBezTo>
                  <a:cubicBezTo>
                    <a:pt x="2914" y="3864"/>
                    <a:pt x="2918" y="3908"/>
                    <a:pt x="2929" y="3908"/>
                  </a:cubicBezTo>
                  <a:cubicBezTo>
                    <a:pt x="2932" y="3908"/>
                    <a:pt x="2934" y="3905"/>
                    <a:pt x="2937" y="3900"/>
                  </a:cubicBezTo>
                  <a:cubicBezTo>
                    <a:pt x="2937" y="3900"/>
                    <a:pt x="2938" y="3929"/>
                    <a:pt x="2938" y="3958"/>
                  </a:cubicBezTo>
                  <a:lnTo>
                    <a:pt x="2931" y="3958"/>
                  </a:lnTo>
                  <a:cubicBezTo>
                    <a:pt x="2923" y="3958"/>
                    <a:pt x="2919" y="4016"/>
                    <a:pt x="2935" y="4252"/>
                  </a:cubicBezTo>
                  <a:cubicBezTo>
                    <a:pt x="2957" y="4507"/>
                    <a:pt x="2966" y="4543"/>
                    <a:pt x="2981" y="4543"/>
                  </a:cubicBezTo>
                  <a:cubicBezTo>
                    <a:pt x="2981" y="4543"/>
                    <a:pt x="2982" y="4543"/>
                    <a:pt x="2982" y="4543"/>
                  </a:cubicBezTo>
                  <a:cubicBezTo>
                    <a:pt x="3002" y="4571"/>
                    <a:pt x="3007" y="4599"/>
                    <a:pt x="2990" y="4601"/>
                  </a:cubicBezTo>
                  <a:cubicBezTo>
                    <a:pt x="2982" y="4602"/>
                    <a:pt x="2978" y="4631"/>
                    <a:pt x="2985" y="4631"/>
                  </a:cubicBezTo>
                  <a:cubicBezTo>
                    <a:pt x="2985" y="4631"/>
                    <a:pt x="2985" y="4631"/>
                    <a:pt x="2986" y="4631"/>
                  </a:cubicBezTo>
                  <a:cubicBezTo>
                    <a:pt x="2990" y="4660"/>
                    <a:pt x="2992" y="4690"/>
                    <a:pt x="2990" y="4720"/>
                  </a:cubicBezTo>
                  <a:cubicBezTo>
                    <a:pt x="2988" y="4808"/>
                    <a:pt x="3002" y="4835"/>
                    <a:pt x="3010" y="4835"/>
                  </a:cubicBezTo>
                  <a:cubicBezTo>
                    <a:pt x="3010" y="4835"/>
                    <a:pt x="3010" y="4835"/>
                    <a:pt x="3010" y="4835"/>
                  </a:cubicBezTo>
                  <a:cubicBezTo>
                    <a:pt x="3014" y="4826"/>
                    <a:pt x="3016" y="4822"/>
                    <a:pt x="3018" y="4822"/>
                  </a:cubicBezTo>
                  <a:cubicBezTo>
                    <a:pt x="3021" y="4822"/>
                    <a:pt x="3018" y="4843"/>
                    <a:pt x="3016" y="4865"/>
                  </a:cubicBezTo>
                  <a:cubicBezTo>
                    <a:pt x="3013" y="4894"/>
                    <a:pt x="3009" y="4924"/>
                    <a:pt x="3018" y="4924"/>
                  </a:cubicBezTo>
                  <a:cubicBezTo>
                    <a:pt x="3018" y="4924"/>
                    <a:pt x="3018" y="4924"/>
                    <a:pt x="3018" y="4924"/>
                  </a:cubicBezTo>
                  <a:cubicBezTo>
                    <a:pt x="3032" y="4951"/>
                    <a:pt x="3073" y="5124"/>
                    <a:pt x="3056" y="5127"/>
                  </a:cubicBezTo>
                  <a:lnTo>
                    <a:pt x="3066" y="5184"/>
                  </a:lnTo>
                  <a:cubicBezTo>
                    <a:pt x="3066" y="5184"/>
                    <a:pt x="3067" y="5184"/>
                    <a:pt x="3067" y="5184"/>
                  </a:cubicBezTo>
                  <a:cubicBezTo>
                    <a:pt x="3076" y="5184"/>
                    <a:pt x="3087" y="5242"/>
                    <a:pt x="3097" y="5300"/>
                  </a:cubicBezTo>
                  <a:cubicBezTo>
                    <a:pt x="3108" y="5357"/>
                    <a:pt x="3113" y="5386"/>
                    <a:pt x="3104" y="5387"/>
                  </a:cubicBezTo>
                  <a:cubicBezTo>
                    <a:pt x="3101" y="5380"/>
                    <a:pt x="3099" y="5377"/>
                    <a:pt x="3098" y="5377"/>
                  </a:cubicBezTo>
                  <a:cubicBezTo>
                    <a:pt x="3095" y="5377"/>
                    <a:pt x="3102" y="5404"/>
                    <a:pt x="3116" y="5446"/>
                  </a:cubicBezTo>
                  <a:cubicBezTo>
                    <a:pt x="3121" y="5475"/>
                    <a:pt x="3144" y="5501"/>
                    <a:pt x="3149" y="5530"/>
                  </a:cubicBezTo>
                  <a:cubicBezTo>
                    <a:pt x="3150" y="5530"/>
                    <a:pt x="3150" y="5530"/>
                    <a:pt x="3150" y="5530"/>
                  </a:cubicBezTo>
                  <a:cubicBezTo>
                    <a:pt x="3158" y="5530"/>
                    <a:pt x="3171" y="5556"/>
                    <a:pt x="3176" y="5585"/>
                  </a:cubicBezTo>
                  <a:lnTo>
                    <a:pt x="3168" y="5586"/>
                  </a:lnTo>
                  <a:lnTo>
                    <a:pt x="3152" y="5589"/>
                  </a:lnTo>
                  <a:cubicBezTo>
                    <a:pt x="3156" y="5617"/>
                    <a:pt x="3161" y="5645"/>
                    <a:pt x="3170" y="5645"/>
                  </a:cubicBezTo>
                  <a:cubicBezTo>
                    <a:pt x="3170" y="5645"/>
                    <a:pt x="3170" y="5645"/>
                    <a:pt x="3171" y="5645"/>
                  </a:cubicBezTo>
                  <a:lnTo>
                    <a:pt x="3171" y="5645"/>
                  </a:lnTo>
                  <a:cubicBezTo>
                    <a:pt x="3167" y="5677"/>
                    <a:pt x="3173" y="5705"/>
                    <a:pt x="3184" y="5763"/>
                  </a:cubicBezTo>
                  <a:cubicBezTo>
                    <a:pt x="3194" y="5821"/>
                    <a:pt x="3205" y="5879"/>
                    <a:pt x="3219" y="5907"/>
                  </a:cubicBezTo>
                  <a:cubicBezTo>
                    <a:pt x="3208" y="5938"/>
                    <a:pt x="3240" y="6112"/>
                    <a:pt x="3263" y="6139"/>
                  </a:cubicBezTo>
                  <a:cubicBezTo>
                    <a:pt x="3263" y="6139"/>
                    <a:pt x="3263" y="6139"/>
                    <a:pt x="3263" y="6139"/>
                  </a:cubicBezTo>
                  <a:cubicBezTo>
                    <a:pt x="3272" y="6139"/>
                    <a:pt x="3276" y="6166"/>
                    <a:pt x="3274" y="6196"/>
                  </a:cubicBezTo>
                  <a:cubicBezTo>
                    <a:pt x="3270" y="6227"/>
                    <a:pt x="3270" y="6227"/>
                    <a:pt x="3284" y="6254"/>
                  </a:cubicBezTo>
                  <a:cubicBezTo>
                    <a:pt x="3299" y="6282"/>
                    <a:pt x="3295" y="6313"/>
                    <a:pt x="3292" y="6343"/>
                  </a:cubicBezTo>
                  <a:cubicBezTo>
                    <a:pt x="3282" y="6372"/>
                    <a:pt x="3285" y="6405"/>
                    <a:pt x="3300" y="6432"/>
                  </a:cubicBezTo>
                  <a:cubicBezTo>
                    <a:pt x="3315" y="6478"/>
                    <a:pt x="3328" y="6526"/>
                    <a:pt x="3336" y="6575"/>
                  </a:cubicBezTo>
                  <a:cubicBezTo>
                    <a:pt x="3349" y="6616"/>
                    <a:pt x="3356" y="6642"/>
                    <a:pt x="3360" y="6642"/>
                  </a:cubicBezTo>
                  <a:cubicBezTo>
                    <a:pt x="3362" y="6642"/>
                    <a:pt x="3363" y="6639"/>
                    <a:pt x="3364" y="6630"/>
                  </a:cubicBezTo>
                  <a:cubicBezTo>
                    <a:pt x="3364" y="6630"/>
                    <a:pt x="3364" y="6630"/>
                    <a:pt x="3364" y="6630"/>
                  </a:cubicBezTo>
                  <a:cubicBezTo>
                    <a:pt x="3372" y="6630"/>
                    <a:pt x="3386" y="6656"/>
                    <a:pt x="3386" y="6656"/>
                  </a:cubicBezTo>
                  <a:cubicBezTo>
                    <a:pt x="3397" y="6690"/>
                    <a:pt x="3399" y="6704"/>
                    <a:pt x="3397" y="6704"/>
                  </a:cubicBezTo>
                  <a:cubicBezTo>
                    <a:pt x="3396" y="6704"/>
                    <a:pt x="3393" y="6697"/>
                    <a:pt x="3392" y="6685"/>
                  </a:cubicBezTo>
                  <a:cubicBezTo>
                    <a:pt x="3383" y="6662"/>
                    <a:pt x="3379" y="6653"/>
                    <a:pt x="3377" y="6653"/>
                  </a:cubicBezTo>
                  <a:cubicBezTo>
                    <a:pt x="3375" y="6653"/>
                    <a:pt x="3376" y="6670"/>
                    <a:pt x="3375" y="6689"/>
                  </a:cubicBezTo>
                  <a:cubicBezTo>
                    <a:pt x="3371" y="6719"/>
                    <a:pt x="3383" y="6776"/>
                    <a:pt x="3387" y="6805"/>
                  </a:cubicBezTo>
                  <a:lnTo>
                    <a:pt x="3410" y="6921"/>
                  </a:lnTo>
                  <a:cubicBezTo>
                    <a:pt x="3417" y="7008"/>
                    <a:pt x="3423" y="7037"/>
                    <a:pt x="3430" y="7037"/>
                  </a:cubicBezTo>
                  <a:cubicBezTo>
                    <a:pt x="3431" y="7037"/>
                    <a:pt x="3431" y="7037"/>
                    <a:pt x="3431" y="7037"/>
                  </a:cubicBezTo>
                  <a:lnTo>
                    <a:pt x="3440" y="7036"/>
                  </a:lnTo>
                  <a:lnTo>
                    <a:pt x="3440" y="7036"/>
                  </a:lnTo>
                  <a:cubicBezTo>
                    <a:pt x="3428" y="7068"/>
                    <a:pt x="3488" y="7386"/>
                    <a:pt x="3509" y="7413"/>
                  </a:cubicBezTo>
                  <a:lnTo>
                    <a:pt x="3502" y="7414"/>
                  </a:lnTo>
                  <a:cubicBezTo>
                    <a:pt x="3493" y="7415"/>
                    <a:pt x="3498" y="7445"/>
                    <a:pt x="3509" y="7503"/>
                  </a:cubicBezTo>
                  <a:cubicBezTo>
                    <a:pt x="3515" y="7531"/>
                    <a:pt x="3545" y="7647"/>
                    <a:pt x="3561" y="7733"/>
                  </a:cubicBezTo>
                  <a:cubicBezTo>
                    <a:pt x="3583" y="7848"/>
                    <a:pt x="3599" y="7935"/>
                    <a:pt x="3608" y="7935"/>
                  </a:cubicBezTo>
                  <a:cubicBezTo>
                    <a:pt x="3608" y="7935"/>
                    <a:pt x="3608" y="7935"/>
                    <a:pt x="3608" y="7935"/>
                  </a:cubicBezTo>
                  <a:lnTo>
                    <a:pt x="3608" y="7935"/>
                  </a:lnTo>
                  <a:cubicBezTo>
                    <a:pt x="3613" y="7964"/>
                    <a:pt x="3613" y="7964"/>
                    <a:pt x="3605" y="7965"/>
                  </a:cubicBezTo>
                  <a:cubicBezTo>
                    <a:pt x="3601" y="7957"/>
                    <a:pt x="3599" y="7954"/>
                    <a:pt x="3597" y="7954"/>
                  </a:cubicBezTo>
                  <a:cubicBezTo>
                    <a:pt x="3594" y="7954"/>
                    <a:pt x="3597" y="7975"/>
                    <a:pt x="3601" y="7995"/>
                  </a:cubicBezTo>
                  <a:cubicBezTo>
                    <a:pt x="3606" y="8018"/>
                    <a:pt x="3612" y="8022"/>
                    <a:pt x="3618" y="8022"/>
                  </a:cubicBezTo>
                  <a:cubicBezTo>
                    <a:pt x="3620" y="8022"/>
                    <a:pt x="3622" y="8022"/>
                    <a:pt x="3624" y="8021"/>
                  </a:cubicBezTo>
                  <a:cubicBezTo>
                    <a:pt x="3624" y="8021"/>
                    <a:pt x="3624" y="8021"/>
                    <a:pt x="3624" y="8021"/>
                  </a:cubicBezTo>
                  <a:cubicBezTo>
                    <a:pt x="3633" y="8021"/>
                    <a:pt x="3637" y="8050"/>
                    <a:pt x="3641" y="8109"/>
                  </a:cubicBezTo>
                  <a:cubicBezTo>
                    <a:pt x="3646" y="8187"/>
                    <a:pt x="3661" y="8265"/>
                    <a:pt x="3683" y="8341"/>
                  </a:cubicBezTo>
                  <a:cubicBezTo>
                    <a:pt x="3689" y="8369"/>
                    <a:pt x="3695" y="8398"/>
                    <a:pt x="3686" y="8399"/>
                  </a:cubicBezTo>
                  <a:cubicBezTo>
                    <a:pt x="3682" y="8450"/>
                    <a:pt x="3691" y="8499"/>
                    <a:pt x="3714" y="8545"/>
                  </a:cubicBezTo>
                  <a:cubicBezTo>
                    <a:pt x="3719" y="8573"/>
                    <a:pt x="3719" y="8573"/>
                    <a:pt x="3710" y="8575"/>
                  </a:cubicBezTo>
                  <a:cubicBezTo>
                    <a:pt x="3707" y="8606"/>
                    <a:pt x="3699" y="8607"/>
                    <a:pt x="3721" y="8633"/>
                  </a:cubicBezTo>
                  <a:cubicBezTo>
                    <a:pt x="3742" y="8699"/>
                    <a:pt x="3755" y="8767"/>
                    <a:pt x="3760" y="8836"/>
                  </a:cubicBezTo>
                  <a:cubicBezTo>
                    <a:pt x="3764" y="8864"/>
                    <a:pt x="3769" y="8893"/>
                    <a:pt x="3778" y="8893"/>
                  </a:cubicBezTo>
                  <a:cubicBezTo>
                    <a:pt x="3778" y="8893"/>
                    <a:pt x="3778" y="8893"/>
                    <a:pt x="3779" y="8893"/>
                  </a:cubicBezTo>
                  <a:lnTo>
                    <a:pt x="3787" y="8891"/>
                  </a:lnTo>
                  <a:lnTo>
                    <a:pt x="3787" y="8891"/>
                  </a:lnTo>
                  <a:cubicBezTo>
                    <a:pt x="3775" y="8923"/>
                    <a:pt x="3775" y="8923"/>
                    <a:pt x="3798" y="8949"/>
                  </a:cubicBezTo>
                  <a:cubicBezTo>
                    <a:pt x="3798" y="8949"/>
                    <a:pt x="3798" y="8949"/>
                    <a:pt x="3798" y="8949"/>
                  </a:cubicBezTo>
                  <a:cubicBezTo>
                    <a:pt x="3806" y="8949"/>
                    <a:pt x="3811" y="8977"/>
                    <a:pt x="3803" y="8978"/>
                  </a:cubicBezTo>
                  <a:cubicBezTo>
                    <a:pt x="3801" y="8998"/>
                    <a:pt x="3802" y="9017"/>
                    <a:pt x="3806" y="9038"/>
                  </a:cubicBezTo>
                  <a:cubicBezTo>
                    <a:pt x="3811" y="9067"/>
                    <a:pt x="3846" y="9210"/>
                    <a:pt x="3874" y="9355"/>
                  </a:cubicBezTo>
                  <a:cubicBezTo>
                    <a:pt x="3916" y="9586"/>
                    <a:pt x="3933" y="9672"/>
                    <a:pt x="3941" y="9672"/>
                  </a:cubicBezTo>
                  <a:cubicBezTo>
                    <a:pt x="3941" y="9672"/>
                    <a:pt x="3941" y="9672"/>
                    <a:pt x="3941" y="9672"/>
                  </a:cubicBezTo>
                  <a:cubicBezTo>
                    <a:pt x="3956" y="9701"/>
                    <a:pt x="3956" y="9701"/>
                    <a:pt x="3953" y="9731"/>
                  </a:cubicBezTo>
                  <a:cubicBezTo>
                    <a:pt x="3951" y="9760"/>
                    <a:pt x="3954" y="9790"/>
                    <a:pt x="3960" y="9818"/>
                  </a:cubicBezTo>
                  <a:cubicBezTo>
                    <a:pt x="3966" y="9847"/>
                    <a:pt x="3972" y="9877"/>
                    <a:pt x="3963" y="9878"/>
                  </a:cubicBezTo>
                  <a:cubicBezTo>
                    <a:pt x="3973" y="9896"/>
                    <a:pt x="3979" y="9915"/>
                    <a:pt x="3982" y="9935"/>
                  </a:cubicBezTo>
                  <a:cubicBezTo>
                    <a:pt x="3974" y="9936"/>
                    <a:pt x="3979" y="9965"/>
                    <a:pt x="3993" y="9992"/>
                  </a:cubicBezTo>
                  <a:cubicBezTo>
                    <a:pt x="4015" y="10019"/>
                    <a:pt x="4015" y="10019"/>
                    <a:pt x="3999" y="10021"/>
                  </a:cubicBezTo>
                  <a:cubicBezTo>
                    <a:pt x="3991" y="10023"/>
                    <a:pt x="3995" y="10087"/>
                    <a:pt x="3999" y="10087"/>
                  </a:cubicBezTo>
                  <a:cubicBezTo>
                    <a:pt x="4000" y="10087"/>
                    <a:pt x="4000" y="10085"/>
                    <a:pt x="4001" y="10081"/>
                  </a:cubicBezTo>
                  <a:cubicBezTo>
                    <a:pt x="4001" y="10081"/>
                    <a:pt x="4001" y="10081"/>
                    <a:pt x="4001" y="10081"/>
                  </a:cubicBezTo>
                  <a:cubicBezTo>
                    <a:pt x="4010" y="10081"/>
                    <a:pt x="4020" y="10138"/>
                    <a:pt x="4034" y="10165"/>
                  </a:cubicBezTo>
                  <a:cubicBezTo>
                    <a:pt x="4039" y="10194"/>
                    <a:pt x="4045" y="10223"/>
                    <a:pt x="4037" y="10224"/>
                  </a:cubicBezTo>
                  <a:cubicBezTo>
                    <a:pt x="4033" y="10255"/>
                    <a:pt x="4069" y="10398"/>
                    <a:pt x="4083" y="10426"/>
                  </a:cubicBezTo>
                  <a:cubicBezTo>
                    <a:pt x="4083" y="10426"/>
                    <a:pt x="4083" y="10426"/>
                    <a:pt x="4083" y="10426"/>
                  </a:cubicBezTo>
                  <a:cubicBezTo>
                    <a:pt x="4092" y="10426"/>
                    <a:pt x="4096" y="10454"/>
                    <a:pt x="4088" y="10455"/>
                  </a:cubicBezTo>
                  <a:cubicBezTo>
                    <a:pt x="4079" y="10457"/>
                    <a:pt x="4085" y="10486"/>
                    <a:pt x="4091" y="10515"/>
                  </a:cubicBezTo>
                  <a:cubicBezTo>
                    <a:pt x="4104" y="10542"/>
                    <a:pt x="4096" y="10544"/>
                    <a:pt x="4087" y="10545"/>
                  </a:cubicBezTo>
                  <a:cubicBezTo>
                    <a:pt x="4084" y="10538"/>
                    <a:pt x="4081" y="10534"/>
                    <a:pt x="4080" y="10534"/>
                  </a:cubicBezTo>
                  <a:cubicBezTo>
                    <a:pt x="4077" y="10534"/>
                    <a:pt x="4082" y="10562"/>
                    <a:pt x="4091" y="10605"/>
                  </a:cubicBezTo>
                  <a:cubicBezTo>
                    <a:pt x="4104" y="10632"/>
                    <a:pt x="4125" y="10748"/>
                    <a:pt x="4141" y="10831"/>
                  </a:cubicBezTo>
                  <a:cubicBezTo>
                    <a:pt x="4163" y="10951"/>
                    <a:pt x="4176" y="10982"/>
                    <a:pt x="4190" y="10994"/>
                  </a:cubicBezTo>
                  <a:lnTo>
                    <a:pt x="4207" y="10963"/>
                  </a:lnTo>
                  <a:lnTo>
                    <a:pt x="4230" y="10911"/>
                  </a:lnTo>
                  <a:lnTo>
                    <a:pt x="4223" y="10945"/>
                  </a:lnTo>
                  <a:cubicBezTo>
                    <a:pt x="4221" y="10955"/>
                    <a:pt x="4224" y="10966"/>
                    <a:pt x="4232" y="10974"/>
                  </a:cubicBezTo>
                  <a:cubicBezTo>
                    <a:pt x="4245" y="10960"/>
                    <a:pt x="4253" y="10942"/>
                    <a:pt x="4253" y="10923"/>
                  </a:cubicBezTo>
                  <a:cubicBezTo>
                    <a:pt x="4255" y="10908"/>
                    <a:pt x="4268" y="10893"/>
                    <a:pt x="4303" y="10866"/>
                  </a:cubicBezTo>
                  <a:cubicBezTo>
                    <a:pt x="4340" y="10837"/>
                    <a:pt x="4360" y="10813"/>
                    <a:pt x="4370" y="10789"/>
                  </a:cubicBezTo>
                  <a:cubicBezTo>
                    <a:pt x="4389" y="10765"/>
                    <a:pt x="4410" y="10744"/>
                    <a:pt x="4435" y="10727"/>
                  </a:cubicBezTo>
                  <a:cubicBezTo>
                    <a:pt x="4454" y="10705"/>
                    <a:pt x="4454" y="10705"/>
                    <a:pt x="4447" y="10699"/>
                  </a:cubicBezTo>
                  <a:cubicBezTo>
                    <a:pt x="4442" y="10693"/>
                    <a:pt x="4461" y="10671"/>
                    <a:pt x="4487" y="10654"/>
                  </a:cubicBezTo>
                  <a:cubicBezTo>
                    <a:pt x="4518" y="10644"/>
                    <a:pt x="4576" y="10577"/>
                    <a:pt x="4570" y="10571"/>
                  </a:cubicBezTo>
                  <a:cubicBezTo>
                    <a:pt x="4564" y="10565"/>
                    <a:pt x="4583" y="10543"/>
                    <a:pt x="4602" y="10521"/>
                  </a:cubicBezTo>
                  <a:cubicBezTo>
                    <a:pt x="4622" y="10499"/>
                    <a:pt x="4640" y="10475"/>
                    <a:pt x="4654" y="10448"/>
                  </a:cubicBezTo>
                  <a:lnTo>
                    <a:pt x="4693" y="10404"/>
                  </a:lnTo>
                  <a:cubicBezTo>
                    <a:pt x="4698" y="10398"/>
                    <a:pt x="4701" y="10396"/>
                    <a:pt x="4702" y="10396"/>
                  </a:cubicBezTo>
                  <a:cubicBezTo>
                    <a:pt x="4705" y="10396"/>
                    <a:pt x="4694" y="10415"/>
                    <a:pt x="4679" y="10432"/>
                  </a:cubicBezTo>
                  <a:lnTo>
                    <a:pt x="4705" y="10415"/>
                  </a:lnTo>
                  <a:cubicBezTo>
                    <a:pt x="4743" y="10370"/>
                    <a:pt x="4764" y="10348"/>
                    <a:pt x="4776" y="10320"/>
                  </a:cubicBezTo>
                  <a:cubicBezTo>
                    <a:pt x="4780" y="10299"/>
                    <a:pt x="4782" y="10291"/>
                    <a:pt x="4785" y="10291"/>
                  </a:cubicBezTo>
                  <a:cubicBezTo>
                    <a:pt x="4787" y="10291"/>
                    <a:pt x="4790" y="10294"/>
                    <a:pt x="4795" y="10298"/>
                  </a:cubicBezTo>
                  <a:cubicBezTo>
                    <a:pt x="4796" y="10299"/>
                    <a:pt x="4797" y="10300"/>
                    <a:pt x="4798" y="10300"/>
                  </a:cubicBezTo>
                  <a:cubicBezTo>
                    <a:pt x="4808" y="10300"/>
                    <a:pt x="4829" y="10284"/>
                    <a:pt x="4840" y="10259"/>
                  </a:cubicBezTo>
                  <a:cubicBezTo>
                    <a:pt x="4846" y="10230"/>
                    <a:pt x="4866" y="10213"/>
                    <a:pt x="4876" y="10213"/>
                  </a:cubicBezTo>
                  <a:cubicBezTo>
                    <a:pt x="4877" y="10213"/>
                    <a:pt x="4878" y="10214"/>
                    <a:pt x="4879" y="10214"/>
                  </a:cubicBezTo>
                  <a:cubicBezTo>
                    <a:pt x="4877" y="10227"/>
                    <a:pt x="4875" y="10234"/>
                    <a:pt x="4877" y="10234"/>
                  </a:cubicBezTo>
                  <a:cubicBezTo>
                    <a:pt x="4881" y="10234"/>
                    <a:pt x="4896" y="10211"/>
                    <a:pt x="4937" y="10148"/>
                  </a:cubicBezTo>
                  <a:cubicBezTo>
                    <a:pt x="4976" y="10103"/>
                    <a:pt x="5046" y="10008"/>
                    <a:pt x="5105" y="9942"/>
                  </a:cubicBezTo>
                  <a:cubicBezTo>
                    <a:pt x="5182" y="9852"/>
                    <a:pt x="5220" y="9808"/>
                    <a:pt x="5246" y="9791"/>
                  </a:cubicBezTo>
                  <a:cubicBezTo>
                    <a:pt x="5247" y="9793"/>
                    <a:pt x="5249" y="9793"/>
                    <a:pt x="5250" y="9794"/>
                  </a:cubicBezTo>
                  <a:lnTo>
                    <a:pt x="5250" y="9794"/>
                  </a:lnTo>
                  <a:cubicBezTo>
                    <a:pt x="5244" y="9782"/>
                    <a:pt x="5264" y="9758"/>
                    <a:pt x="5318" y="9696"/>
                  </a:cubicBezTo>
                  <a:cubicBezTo>
                    <a:pt x="5382" y="9635"/>
                    <a:pt x="5414" y="9585"/>
                    <a:pt x="5427" y="9557"/>
                  </a:cubicBezTo>
                  <a:lnTo>
                    <a:pt x="5427" y="9557"/>
                  </a:lnTo>
                  <a:lnTo>
                    <a:pt x="5388" y="9602"/>
                  </a:lnTo>
                  <a:cubicBezTo>
                    <a:pt x="5376" y="9591"/>
                    <a:pt x="5395" y="9568"/>
                    <a:pt x="5440" y="9529"/>
                  </a:cubicBezTo>
                  <a:cubicBezTo>
                    <a:pt x="5450" y="9517"/>
                    <a:pt x="5457" y="9513"/>
                    <a:pt x="5462" y="9513"/>
                  </a:cubicBezTo>
                  <a:cubicBezTo>
                    <a:pt x="5466" y="9513"/>
                    <a:pt x="5469" y="9516"/>
                    <a:pt x="5471" y="9519"/>
                  </a:cubicBezTo>
                  <a:cubicBezTo>
                    <a:pt x="5472" y="9520"/>
                    <a:pt x="5474" y="9520"/>
                    <a:pt x="5475" y="9520"/>
                  </a:cubicBezTo>
                  <a:cubicBezTo>
                    <a:pt x="5485" y="9520"/>
                    <a:pt x="5506" y="9505"/>
                    <a:pt x="5523" y="9485"/>
                  </a:cubicBezTo>
                  <a:cubicBezTo>
                    <a:pt x="5537" y="9468"/>
                    <a:pt x="5553" y="9451"/>
                    <a:pt x="5548" y="9451"/>
                  </a:cubicBezTo>
                  <a:cubicBezTo>
                    <a:pt x="5546" y="9451"/>
                    <a:pt x="5543" y="9453"/>
                    <a:pt x="5536" y="9457"/>
                  </a:cubicBezTo>
                  <a:cubicBezTo>
                    <a:pt x="5530" y="9451"/>
                    <a:pt x="5530" y="9451"/>
                    <a:pt x="5549" y="9429"/>
                  </a:cubicBezTo>
                  <a:cubicBezTo>
                    <a:pt x="5570" y="9408"/>
                    <a:pt x="5587" y="9383"/>
                    <a:pt x="5600" y="9356"/>
                  </a:cubicBezTo>
                  <a:cubicBezTo>
                    <a:pt x="5595" y="9351"/>
                    <a:pt x="5614" y="9328"/>
                    <a:pt x="5633" y="9306"/>
                  </a:cubicBezTo>
                  <a:cubicBezTo>
                    <a:pt x="5657" y="9288"/>
                    <a:pt x="5678" y="9268"/>
                    <a:pt x="5698" y="9245"/>
                  </a:cubicBezTo>
                  <a:lnTo>
                    <a:pt x="5704" y="9251"/>
                  </a:lnTo>
                  <a:cubicBezTo>
                    <a:pt x="5705" y="9252"/>
                    <a:pt x="5706" y="9252"/>
                    <a:pt x="5708" y="9252"/>
                  </a:cubicBezTo>
                  <a:cubicBezTo>
                    <a:pt x="5718" y="9252"/>
                    <a:pt x="5736" y="9241"/>
                    <a:pt x="5736" y="9241"/>
                  </a:cubicBezTo>
                  <a:cubicBezTo>
                    <a:pt x="5755" y="9218"/>
                    <a:pt x="5749" y="9213"/>
                    <a:pt x="5749" y="9213"/>
                  </a:cubicBezTo>
                  <a:cubicBezTo>
                    <a:pt x="5754" y="9202"/>
                    <a:pt x="5760" y="9195"/>
                    <a:pt x="5766" y="9187"/>
                  </a:cubicBezTo>
                  <a:lnTo>
                    <a:pt x="5818" y="9124"/>
                  </a:lnTo>
                  <a:lnTo>
                    <a:pt x="5983" y="8931"/>
                  </a:lnTo>
                  <a:lnTo>
                    <a:pt x="6265" y="8605"/>
                  </a:lnTo>
                  <a:cubicBezTo>
                    <a:pt x="6305" y="8571"/>
                    <a:pt x="6355" y="8513"/>
                    <a:pt x="6347" y="8513"/>
                  </a:cubicBezTo>
                  <a:cubicBezTo>
                    <a:pt x="6347" y="8513"/>
                    <a:pt x="6345" y="8514"/>
                    <a:pt x="6342" y="8516"/>
                  </a:cubicBezTo>
                  <a:cubicBezTo>
                    <a:pt x="6335" y="8510"/>
                    <a:pt x="6432" y="8398"/>
                    <a:pt x="6548" y="8265"/>
                  </a:cubicBezTo>
                  <a:cubicBezTo>
                    <a:pt x="6683" y="8109"/>
                    <a:pt x="6779" y="7998"/>
                    <a:pt x="6774" y="7992"/>
                  </a:cubicBezTo>
                  <a:lnTo>
                    <a:pt x="6831" y="7925"/>
                  </a:lnTo>
                  <a:cubicBezTo>
                    <a:pt x="6870" y="7880"/>
                    <a:pt x="6903" y="7831"/>
                    <a:pt x="6922" y="7808"/>
                  </a:cubicBezTo>
                  <a:cubicBezTo>
                    <a:pt x="6930" y="7789"/>
                    <a:pt x="6942" y="7773"/>
                    <a:pt x="6945" y="7773"/>
                  </a:cubicBezTo>
                  <a:cubicBezTo>
                    <a:pt x="6946" y="7773"/>
                    <a:pt x="6945" y="7777"/>
                    <a:pt x="6941" y="7786"/>
                  </a:cubicBezTo>
                  <a:cubicBezTo>
                    <a:pt x="6944" y="7788"/>
                    <a:pt x="6947" y="7791"/>
                    <a:pt x="6951" y="7791"/>
                  </a:cubicBezTo>
                  <a:cubicBezTo>
                    <a:pt x="6956" y="7791"/>
                    <a:pt x="6962" y="7787"/>
                    <a:pt x="6973" y="7774"/>
                  </a:cubicBezTo>
                  <a:cubicBezTo>
                    <a:pt x="7012" y="7731"/>
                    <a:pt x="7005" y="7724"/>
                    <a:pt x="6999" y="7718"/>
                  </a:cubicBezTo>
                  <a:cubicBezTo>
                    <a:pt x="6993" y="7713"/>
                    <a:pt x="7012" y="7690"/>
                    <a:pt x="7012" y="7690"/>
                  </a:cubicBezTo>
                  <a:cubicBezTo>
                    <a:pt x="7025" y="7676"/>
                    <a:pt x="7029" y="7671"/>
                    <a:pt x="7032" y="7671"/>
                  </a:cubicBezTo>
                  <a:cubicBezTo>
                    <a:pt x="7034" y="7671"/>
                    <a:pt x="7035" y="7672"/>
                    <a:pt x="7037" y="7675"/>
                  </a:cubicBezTo>
                  <a:lnTo>
                    <a:pt x="7051" y="7686"/>
                  </a:lnTo>
                  <a:lnTo>
                    <a:pt x="7070" y="7663"/>
                  </a:lnTo>
                  <a:cubicBezTo>
                    <a:pt x="7063" y="7658"/>
                    <a:pt x="7082" y="7635"/>
                    <a:pt x="7082" y="7635"/>
                  </a:cubicBezTo>
                  <a:cubicBezTo>
                    <a:pt x="7094" y="7622"/>
                    <a:pt x="7099" y="7617"/>
                    <a:pt x="7104" y="7617"/>
                  </a:cubicBezTo>
                  <a:cubicBezTo>
                    <a:pt x="7107" y="7617"/>
                    <a:pt x="7110" y="7619"/>
                    <a:pt x="7115" y="7624"/>
                  </a:cubicBezTo>
                  <a:cubicBezTo>
                    <a:pt x="7117" y="7626"/>
                    <a:pt x="7120" y="7628"/>
                    <a:pt x="7122" y="7628"/>
                  </a:cubicBezTo>
                  <a:cubicBezTo>
                    <a:pt x="7134" y="7628"/>
                    <a:pt x="7148" y="7608"/>
                    <a:pt x="7153" y="7580"/>
                  </a:cubicBezTo>
                  <a:lnTo>
                    <a:pt x="7186" y="7530"/>
                  </a:lnTo>
                  <a:cubicBezTo>
                    <a:pt x="7218" y="7519"/>
                    <a:pt x="7244" y="7463"/>
                    <a:pt x="7256" y="7435"/>
                  </a:cubicBezTo>
                  <a:cubicBezTo>
                    <a:pt x="7288" y="7426"/>
                    <a:pt x="7310" y="7400"/>
                    <a:pt x="7315" y="7368"/>
                  </a:cubicBezTo>
                  <a:cubicBezTo>
                    <a:pt x="7308" y="7363"/>
                    <a:pt x="7328" y="7340"/>
                    <a:pt x="7354" y="7323"/>
                  </a:cubicBezTo>
                  <a:cubicBezTo>
                    <a:pt x="7362" y="7318"/>
                    <a:pt x="7371" y="7311"/>
                    <a:pt x="7377" y="7304"/>
                  </a:cubicBezTo>
                  <a:cubicBezTo>
                    <a:pt x="7403" y="7288"/>
                    <a:pt x="7428" y="7270"/>
                    <a:pt x="7451" y="7251"/>
                  </a:cubicBezTo>
                  <a:cubicBezTo>
                    <a:pt x="7469" y="7225"/>
                    <a:pt x="7636" y="7098"/>
                    <a:pt x="7847" y="6987"/>
                  </a:cubicBezTo>
                  <a:cubicBezTo>
                    <a:pt x="8085" y="6862"/>
                    <a:pt x="8257" y="6810"/>
                    <a:pt x="8253" y="6801"/>
                  </a:cubicBezTo>
                  <a:cubicBezTo>
                    <a:pt x="8270" y="6794"/>
                    <a:pt x="8288" y="6790"/>
                    <a:pt x="8305" y="6790"/>
                  </a:cubicBezTo>
                  <a:cubicBezTo>
                    <a:pt x="8308" y="6790"/>
                    <a:pt x="8310" y="6790"/>
                    <a:pt x="8313" y="6791"/>
                  </a:cubicBezTo>
                  <a:cubicBezTo>
                    <a:pt x="8313" y="6792"/>
                    <a:pt x="8315" y="6793"/>
                    <a:pt x="8318" y="6793"/>
                  </a:cubicBezTo>
                  <a:cubicBezTo>
                    <a:pt x="8328" y="6793"/>
                    <a:pt x="8349" y="6783"/>
                    <a:pt x="8368" y="6764"/>
                  </a:cubicBezTo>
                  <a:cubicBezTo>
                    <a:pt x="8384" y="6754"/>
                    <a:pt x="8389" y="6747"/>
                    <a:pt x="8392" y="6747"/>
                  </a:cubicBezTo>
                  <a:cubicBezTo>
                    <a:pt x="8393" y="6747"/>
                    <a:pt x="8394" y="6749"/>
                    <a:pt x="8396" y="6756"/>
                  </a:cubicBezTo>
                  <a:cubicBezTo>
                    <a:pt x="8396" y="6757"/>
                    <a:pt x="8398" y="6758"/>
                    <a:pt x="8402" y="6758"/>
                  </a:cubicBezTo>
                  <a:cubicBezTo>
                    <a:pt x="8419" y="6758"/>
                    <a:pt x="8475" y="6741"/>
                    <a:pt x="8571" y="6719"/>
                  </a:cubicBezTo>
                  <a:cubicBezTo>
                    <a:pt x="8658" y="6699"/>
                    <a:pt x="8775" y="6681"/>
                    <a:pt x="8775" y="6673"/>
                  </a:cubicBezTo>
                  <a:cubicBezTo>
                    <a:pt x="8806" y="6663"/>
                    <a:pt x="8820" y="6659"/>
                    <a:pt x="8822" y="6659"/>
                  </a:cubicBezTo>
                  <a:cubicBezTo>
                    <a:pt x="8824" y="6659"/>
                    <a:pt x="8817" y="6662"/>
                    <a:pt x="8804" y="6668"/>
                  </a:cubicBezTo>
                  <a:cubicBezTo>
                    <a:pt x="8795" y="6676"/>
                    <a:pt x="8807" y="6679"/>
                    <a:pt x="8831" y="6679"/>
                  </a:cubicBezTo>
                  <a:cubicBezTo>
                    <a:pt x="8874" y="6679"/>
                    <a:pt x="8955" y="6669"/>
                    <a:pt x="9012" y="6655"/>
                  </a:cubicBezTo>
                  <a:cubicBezTo>
                    <a:pt x="9025" y="6654"/>
                    <a:pt x="9038" y="6654"/>
                    <a:pt x="9048" y="6654"/>
                  </a:cubicBezTo>
                  <a:cubicBezTo>
                    <a:pt x="9062" y="6654"/>
                    <a:pt x="9071" y="6655"/>
                    <a:pt x="9071" y="6659"/>
                  </a:cubicBezTo>
                  <a:cubicBezTo>
                    <a:pt x="9102" y="6657"/>
                    <a:pt x="9131" y="6658"/>
                    <a:pt x="9220" y="6648"/>
                  </a:cubicBezTo>
                  <a:lnTo>
                    <a:pt x="9427" y="6648"/>
                  </a:lnTo>
                  <a:cubicBezTo>
                    <a:pt x="9466" y="6648"/>
                    <a:pt x="9505" y="6645"/>
                    <a:pt x="9545" y="6640"/>
                  </a:cubicBezTo>
                  <a:lnTo>
                    <a:pt x="9574" y="6640"/>
                  </a:lnTo>
                  <a:cubicBezTo>
                    <a:pt x="9574" y="6648"/>
                    <a:pt x="9721" y="6648"/>
                    <a:pt x="9927" y="6649"/>
                  </a:cubicBezTo>
                  <a:cubicBezTo>
                    <a:pt x="10135" y="6649"/>
                    <a:pt x="10311" y="6650"/>
                    <a:pt x="10340" y="6658"/>
                  </a:cubicBezTo>
                  <a:cubicBezTo>
                    <a:pt x="10360" y="6658"/>
                    <a:pt x="10380" y="6655"/>
                    <a:pt x="10399" y="6650"/>
                  </a:cubicBezTo>
                  <a:cubicBezTo>
                    <a:pt x="10416" y="6641"/>
                    <a:pt x="10435" y="6636"/>
                    <a:pt x="10454" y="6636"/>
                  </a:cubicBezTo>
                  <a:cubicBezTo>
                    <a:pt x="10465" y="6636"/>
                    <a:pt x="10477" y="6638"/>
                    <a:pt x="10488" y="6641"/>
                  </a:cubicBezTo>
                  <a:cubicBezTo>
                    <a:pt x="10503" y="6651"/>
                    <a:pt x="10541" y="6655"/>
                    <a:pt x="10578" y="6655"/>
                  </a:cubicBezTo>
                  <a:cubicBezTo>
                    <a:pt x="10614" y="6655"/>
                    <a:pt x="10650" y="6651"/>
                    <a:pt x="10665" y="6643"/>
                  </a:cubicBezTo>
                  <a:cubicBezTo>
                    <a:pt x="10665" y="6645"/>
                    <a:pt x="10665" y="6648"/>
                    <a:pt x="10665" y="6650"/>
                  </a:cubicBezTo>
                  <a:cubicBezTo>
                    <a:pt x="10677" y="6657"/>
                    <a:pt x="10697" y="6660"/>
                    <a:pt x="10719" y="6660"/>
                  </a:cubicBezTo>
                  <a:cubicBezTo>
                    <a:pt x="10754" y="6660"/>
                    <a:pt x="10794" y="6653"/>
                    <a:pt x="10812" y="6643"/>
                  </a:cubicBezTo>
                  <a:cubicBezTo>
                    <a:pt x="10833" y="6649"/>
                    <a:pt x="10854" y="6655"/>
                    <a:pt x="10875" y="6655"/>
                  </a:cubicBezTo>
                  <a:cubicBezTo>
                    <a:pt x="10884" y="6655"/>
                    <a:pt x="10892" y="6654"/>
                    <a:pt x="10901" y="6652"/>
                  </a:cubicBezTo>
                  <a:cubicBezTo>
                    <a:pt x="10930" y="6652"/>
                    <a:pt x="10930" y="6652"/>
                    <a:pt x="10930" y="6668"/>
                  </a:cubicBezTo>
                  <a:cubicBezTo>
                    <a:pt x="10930" y="6677"/>
                    <a:pt x="10930" y="6685"/>
                    <a:pt x="10959" y="6685"/>
                  </a:cubicBezTo>
                  <a:cubicBezTo>
                    <a:pt x="10988" y="6685"/>
                    <a:pt x="10988" y="6677"/>
                    <a:pt x="10989" y="6668"/>
                  </a:cubicBezTo>
                  <a:lnTo>
                    <a:pt x="11048" y="6668"/>
                  </a:lnTo>
                  <a:cubicBezTo>
                    <a:pt x="11048" y="6668"/>
                    <a:pt x="11077" y="6668"/>
                    <a:pt x="11078" y="6660"/>
                  </a:cubicBezTo>
                  <a:cubicBezTo>
                    <a:pt x="11078" y="6652"/>
                    <a:pt x="11107" y="6652"/>
                    <a:pt x="11136" y="6652"/>
                  </a:cubicBezTo>
                  <a:cubicBezTo>
                    <a:pt x="11136" y="6654"/>
                    <a:pt x="11139" y="6655"/>
                    <a:pt x="11142" y="6655"/>
                  </a:cubicBezTo>
                  <a:cubicBezTo>
                    <a:pt x="11149" y="6655"/>
                    <a:pt x="11158" y="6649"/>
                    <a:pt x="11138" y="6644"/>
                  </a:cubicBezTo>
                  <a:cubicBezTo>
                    <a:pt x="11138" y="6635"/>
                    <a:pt x="11138" y="6626"/>
                    <a:pt x="11167" y="6626"/>
                  </a:cubicBezTo>
                  <a:lnTo>
                    <a:pt x="11168" y="6609"/>
                  </a:lnTo>
                  <a:cubicBezTo>
                    <a:pt x="11168" y="6592"/>
                    <a:pt x="11168" y="6583"/>
                    <a:pt x="11109" y="6575"/>
                  </a:cubicBezTo>
                  <a:cubicBezTo>
                    <a:pt x="11040" y="6570"/>
                    <a:pt x="10981" y="6565"/>
                    <a:pt x="10944" y="6565"/>
                  </a:cubicBezTo>
                  <a:cubicBezTo>
                    <a:pt x="10918" y="6565"/>
                    <a:pt x="10903" y="6567"/>
                    <a:pt x="10903" y="6574"/>
                  </a:cubicBezTo>
                  <a:cubicBezTo>
                    <a:pt x="10884" y="6580"/>
                    <a:pt x="10864" y="6583"/>
                    <a:pt x="10844" y="6583"/>
                  </a:cubicBezTo>
                  <a:cubicBezTo>
                    <a:pt x="10823" y="6582"/>
                    <a:pt x="10804" y="6580"/>
                    <a:pt x="10785" y="6574"/>
                  </a:cubicBezTo>
                  <a:cubicBezTo>
                    <a:pt x="10785" y="6566"/>
                    <a:pt x="10668" y="6565"/>
                    <a:pt x="10519" y="6565"/>
                  </a:cubicBezTo>
                  <a:cubicBezTo>
                    <a:pt x="10342" y="6565"/>
                    <a:pt x="10255" y="6565"/>
                    <a:pt x="10226" y="6556"/>
                  </a:cubicBezTo>
                  <a:cubicBezTo>
                    <a:pt x="10205" y="6551"/>
                    <a:pt x="10186" y="6548"/>
                    <a:pt x="10166" y="6547"/>
                  </a:cubicBezTo>
                  <a:cubicBezTo>
                    <a:pt x="10166" y="6554"/>
                    <a:pt x="10053" y="6555"/>
                    <a:pt x="9902" y="6555"/>
                  </a:cubicBezTo>
                  <a:cubicBezTo>
                    <a:pt x="9864" y="6555"/>
                    <a:pt x="9824" y="6555"/>
                    <a:pt x="9782" y="6555"/>
                  </a:cubicBezTo>
                  <a:cubicBezTo>
                    <a:pt x="9741" y="6555"/>
                    <a:pt x="9700" y="6555"/>
                    <a:pt x="9660" y="6555"/>
                  </a:cubicBezTo>
                  <a:cubicBezTo>
                    <a:pt x="9502" y="6555"/>
                    <a:pt x="9370" y="6556"/>
                    <a:pt x="9370" y="6563"/>
                  </a:cubicBezTo>
                  <a:lnTo>
                    <a:pt x="9310" y="6563"/>
                  </a:lnTo>
                  <a:cubicBezTo>
                    <a:pt x="9310" y="6556"/>
                    <a:pt x="9274" y="6554"/>
                    <a:pt x="9227" y="6554"/>
                  </a:cubicBezTo>
                  <a:cubicBezTo>
                    <a:pt x="9216" y="6554"/>
                    <a:pt x="9204" y="6554"/>
                    <a:pt x="9191" y="6554"/>
                  </a:cubicBezTo>
                  <a:cubicBezTo>
                    <a:pt x="9151" y="6561"/>
                    <a:pt x="9110" y="6564"/>
                    <a:pt x="9069" y="6566"/>
                  </a:cubicBezTo>
                  <a:cubicBezTo>
                    <a:pt x="9069" y="6562"/>
                    <a:pt x="9061" y="6560"/>
                    <a:pt x="9046" y="6560"/>
                  </a:cubicBezTo>
                  <a:cubicBezTo>
                    <a:pt x="9031" y="6560"/>
                    <a:pt x="9008" y="6562"/>
                    <a:pt x="8977" y="6564"/>
                  </a:cubicBezTo>
                  <a:cubicBezTo>
                    <a:pt x="8916" y="6569"/>
                    <a:pt x="8885" y="6573"/>
                    <a:pt x="8886" y="6581"/>
                  </a:cubicBezTo>
                  <a:cubicBezTo>
                    <a:pt x="8856" y="6581"/>
                    <a:pt x="8644" y="6614"/>
                    <a:pt x="8553" y="6627"/>
                  </a:cubicBezTo>
                  <a:cubicBezTo>
                    <a:pt x="8552" y="6627"/>
                    <a:pt x="8551" y="6627"/>
                    <a:pt x="8550" y="6627"/>
                  </a:cubicBezTo>
                  <a:cubicBezTo>
                    <a:pt x="8519" y="6627"/>
                    <a:pt x="8491" y="6642"/>
                    <a:pt x="8464" y="6657"/>
                  </a:cubicBezTo>
                  <a:cubicBezTo>
                    <a:pt x="8467" y="6665"/>
                    <a:pt x="8439" y="6681"/>
                    <a:pt x="8410" y="6690"/>
                  </a:cubicBezTo>
                  <a:lnTo>
                    <a:pt x="8406" y="6673"/>
                  </a:lnTo>
                  <a:cubicBezTo>
                    <a:pt x="8419" y="6664"/>
                    <a:pt x="8426" y="6660"/>
                    <a:pt x="8422" y="6660"/>
                  </a:cubicBezTo>
                  <a:cubicBezTo>
                    <a:pt x="8418" y="6660"/>
                    <a:pt x="8404" y="6664"/>
                    <a:pt x="8375" y="6673"/>
                  </a:cubicBezTo>
                  <a:lnTo>
                    <a:pt x="8315" y="6691"/>
                  </a:lnTo>
                  <a:cubicBezTo>
                    <a:pt x="8319" y="6700"/>
                    <a:pt x="8170" y="6741"/>
                    <a:pt x="7974" y="6830"/>
                  </a:cubicBezTo>
                  <a:cubicBezTo>
                    <a:pt x="7887" y="6869"/>
                    <a:pt x="7802" y="6913"/>
                    <a:pt x="7719" y="6961"/>
                  </a:cubicBezTo>
                  <a:cubicBezTo>
                    <a:pt x="7670" y="6991"/>
                    <a:pt x="7652" y="7005"/>
                    <a:pt x="7654" y="7008"/>
                  </a:cubicBezTo>
                  <a:cubicBezTo>
                    <a:pt x="7658" y="7016"/>
                    <a:pt x="7632" y="7032"/>
                    <a:pt x="7551" y="7074"/>
                  </a:cubicBezTo>
                  <a:cubicBezTo>
                    <a:pt x="7385" y="7157"/>
                    <a:pt x="7387" y="7161"/>
                    <a:pt x="7367" y="7185"/>
                  </a:cubicBezTo>
                  <a:cubicBezTo>
                    <a:pt x="7379" y="7177"/>
                    <a:pt x="7386" y="7174"/>
                    <a:pt x="7391" y="7174"/>
                  </a:cubicBezTo>
                  <a:cubicBezTo>
                    <a:pt x="7396" y="7174"/>
                    <a:pt x="7399" y="7177"/>
                    <a:pt x="7402" y="7181"/>
                  </a:cubicBezTo>
                  <a:cubicBezTo>
                    <a:pt x="7412" y="7194"/>
                    <a:pt x="7387" y="7214"/>
                    <a:pt x="7354" y="7218"/>
                  </a:cubicBezTo>
                  <a:cubicBezTo>
                    <a:pt x="7353" y="7218"/>
                    <a:pt x="7353" y="7218"/>
                    <a:pt x="7352" y="7218"/>
                  </a:cubicBezTo>
                  <a:cubicBezTo>
                    <a:pt x="7351" y="7218"/>
                    <a:pt x="7348" y="7219"/>
                    <a:pt x="7345" y="7220"/>
                  </a:cubicBezTo>
                  <a:cubicBezTo>
                    <a:pt x="7335" y="7226"/>
                    <a:pt x="7325" y="7233"/>
                    <a:pt x="7316" y="7239"/>
                  </a:cubicBezTo>
                  <a:cubicBezTo>
                    <a:pt x="7306" y="7251"/>
                    <a:pt x="7292" y="7265"/>
                    <a:pt x="7276" y="7282"/>
                  </a:cubicBezTo>
                  <a:lnTo>
                    <a:pt x="7236" y="7327"/>
                  </a:lnTo>
                  <a:cubicBezTo>
                    <a:pt x="7208" y="7360"/>
                    <a:pt x="7177" y="7399"/>
                    <a:pt x="7145" y="7435"/>
                  </a:cubicBezTo>
                  <a:cubicBezTo>
                    <a:pt x="7086" y="7507"/>
                    <a:pt x="7035" y="7575"/>
                    <a:pt x="7032" y="7589"/>
                  </a:cubicBezTo>
                  <a:lnTo>
                    <a:pt x="7026" y="7584"/>
                  </a:lnTo>
                  <a:cubicBezTo>
                    <a:pt x="7026" y="7583"/>
                    <a:pt x="7025" y="7583"/>
                    <a:pt x="7024" y="7583"/>
                  </a:cubicBezTo>
                  <a:cubicBezTo>
                    <a:pt x="7015" y="7583"/>
                    <a:pt x="6993" y="7609"/>
                    <a:pt x="6923" y="7689"/>
                  </a:cubicBezTo>
                  <a:lnTo>
                    <a:pt x="6865" y="7756"/>
                  </a:lnTo>
                  <a:cubicBezTo>
                    <a:pt x="6877" y="7767"/>
                    <a:pt x="6760" y="7890"/>
                    <a:pt x="6750" y="7890"/>
                  </a:cubicBezTo>
                  <a:cubicBezTo>
                    <a:pt x="6749" y="7890"/>
                    <a:pt x="6749" y="7890"/>
                    <a:pt x="6749" y="7890"/>
                  </a:cubicBezTo>
                  <a:cubicBezTo>
                    <a:pt x="6723" y="7907"/>
                    <a:pt x="6723" y="7907"/>
                    <a:pt x="6685" y="7951"/>
                  </a:cubicBezTo>
                  <a:cubicBezTo>
                    <a:pt x="6640" y="8027"/>
                    <a:pt x="6541" y="8129"/>
                    <a:pt x="6531" y="8129"/>
                  </a:cubicBezTo>
                  <a:cubicBezTo>
                    <a:pt x="6531" y="8129"/>
                    <a:pt x="6531" y="8129"/>
                    <a:pt x="6530" y="8129"/>
                  </a:cubicBezTo>
                  <a:lnTo>
                    <a:pt x="6491" y="8174"/>
                  </a:lnTo>
                  <a:cubicBezTo>
                    <a:pt x="6479" y="8202"/>
                    <a:pt x="6440" y="8247"/>
                    <a:pt x="6420" y="8268"/>
                  </a:cubicBezTo>
                  <a:cubicBezTo>
                    <a:pt x="6374" y="8321"/>
                    <a:pt x="6353" y="8346"/>
                    <a:pt x="6358" y="8346"/>
                  </a:cubicBezTo>
                  <a:cubicBezTo>
                    <a:pt x="6360" y="8346"/>
                    <a:pt x="6363" y="8344"/>
                    <a:pt x="6369" y="8341"/>
                  </a:cubicBezTo>
                  <a:lnTo>
                    <a:pt x="6369" y="8341"/>
                  </a:lnTo>
                  <a:cubicBezTo>
                    <a:pt x="6374" y="8347"/>
                    <a:pt x="6381" y="8352"/>
                    <a:pt x="6362" y="8375"/>
                  </a:cubicBezTo>
                  <a:lnTo>
                    <a:pt x="6355" y="8369"/>
                  </a:lnTo>
                  <a:cubicBezTo>
                    <a:pt x="6355" y="8369"/>
                    <a:pt x="6355" y="8369"/>
                    <a:pt x="6354" y="8369"/>
                  </a:cubicBezTo>
                  <a:cubicBezTo>
                    <a:pt x="6345" y="8369"/>
                    <a:pt x="6288" y="8434"/>
                    <a:pt x="6214" y="8519"/>
                  </a:cubicBezTo>
                  <a:cubicBezTo>
                    <a:pt x="6118" y="8630"/>
                    <a:pt x="6078" y="8675"/>
                    <a:pt x="6054" y="8692"/>
                  </a:cubicBezTo>
                  <a:lnTo>
                    <a:pt x="6040" y="8720"/>
                  </a:lnTo>
                  <a:cubicBezTo>
                    <a:pt x="6028" y="8745"/>
                    <a:pt x="6012" y="8765"/>
                    <a:pt x="6004" y="8765"/>
                  </a:cubicBezTo>
                  <a:cubicBezTo>
                    <a:pt x="6003" y="8765"/>
                    <a:pt x="6002" y="8765"/>
                    <a:pt x="6001" y="8764"/>
                  </a:cubicBezTo>
                  <a:cubicBezTo>
                    <a:pt x="5976" y="8781"/>
                    <a:pt x="5899" y="8870"/>
                    <a:pt x="5866" y="8920"/>
                  </a:cubicBezTo>
                  <a:lnTo>
                    <a:pt x="5827" y="8965"/>
                  </a:lnTo>
                  <a:cubicBezTo>
                    <a:pt x="5796" y="8976"/>
                    <a:pt x="5737" y="9042"/>
                    <a:pt x="5731" y="9076"/>
                  </a:cubicBezTo>
                  <a:cubicBezTo>
                    <a:pt x="5730" y="9075"/>
                    <a:pt x="5729" y="9075"/>
                    <a:pt x="5728" y="9075"/>
                  </a:cubicBezTo>
                  <a:cubicBezTo>
                    <a:pt x="5721" y="9075"/>
                    <a:pt x="5703" y="9095"/>
                    <a:pt x="5686" y="9115"/>
                  </a:cubicBezTo>
                  <a:cubicBezTo>
                    <a:pt x="5654" y="9164"/>
                    <a:pt x="5580" y="9249"/>
                    <a:pt x="5571" y="9249"/>
                  </a:cubicBezTo>
                  <a:cubicBezTo>
                    <a:pt x="5571" y="9249"/>
                    <a:pt x="5570" y="9249"/>
                    <a:pt x="5570" y="9248"/>
                  </a:cubicBezTo>
                  <a:lnTo>
                    <a:pt x="5551" y="9271"/>
                  </a:lnTo>
                  <a:cubicBezTo>
                    <a:pt x="5536" y="9298"/>
                    <a:pt x="5520" y="9322"/>
                    <a:pt x="5499" y="9344"/>
                  </a:cubicBezTo>
                  <a:cubicBezTo>
                    <a:pt x="5478" y="9365"/>
                    <a:pt x="5461" y="9390"/>
                    <a:pt x="5447" y="9417"/>
                  </a:cubicBezTo>
                  <a:cubicBezTo>
                    <a:pt x="5439" y="9435"/>
                    <a:pt x="5428" y="9451"/>
                    <a:pt x="5415" y="9466"/>
                  </a:cubicBezTo>
                  <a:cubicBezTo>
                    <a:pt x="5410" y="9472"/>
                    <a:pt x="5407" y="9474"/>
                    <a:pt x="5406" y="9474"/>
                  </a:cubicBezTo>
                  <a:cubicBezTo>
                    <a:pt x="5402" y="9474"/>
                    <a:pt x="5412" y="9453"/>
                    <a:pt x="5422" y="9432"/>
                  </a:cubicBezTo>
                  <a:cubicBezTo>
                    <a:pt x="5430" y="9420"/>
                    <a:pt x="5432" y="9415"/>
                    <a:pt x="5431" y="9415"/>
                  </a:cubicBezTo>
                  <a:cubicBezTo>
                    <a:pt x="5427" y="9415"/>
                    <a:pt x="5385" y="9468"/>
                    <a:pt x="5350" y="9528"/>
                  </a:cubicBezTo>
                  <a:cubicBezTo>
                    <a:pt x="5326" y="9570"/>
                    <a:pt x="5315" y="9590"/>
                    <a:pt x="5314" y="9590"/>
                  </a:cubicBezTo>
                  <a:cubicBezTo>
                    <a:pt x="5313" y="9590"/>
                    <a:pt x="5319" y="9576"/>
                    <a:pt x="5331" y="9550"/>
                  </a:cubicBezTo>
                  <a:cubicBezTo>
                    <a:pt x="5339" y="9533"/>
                    <a:pt x="5347" y="9517"/>
                    <a:pt x="5345" y="9517"/>
                  </a:cubicBezTo>
                  <a:cubicBezTo>
                    <a:pt x="5343" y="9517"/>
                    <a:pt x="5338" y="9524"/>
                    <a:pt x="5324" y="9545"/>
                  </a:cubicBezTo>
                  <a:cubicBezTo>
                    <a:pt x="5324" y="9545"/>
                    <a:pt x="5286" y="9588"/>
                    <a:pt x="5293" y="9594"/>
                  </a:cubicBezTo>
                  <a:lnTo>
                    <a:pt x="5235" y="9661"/>
                  </a:lnTo>
                  <a:cubicBezTo>
                    <a:pt x="5204" y="9687"/>
                    <a:pt x="5176" y="9714"/>
                    <a:pt x="5151" y="9744"/>
                  </a:cubicBezTo>
                  <a:cubicBezTo>
                    <a:pt x="5138" y="9772"/>
                    <a:pt x="5138" y="9772"/>
                    <a:pt x="5112" y="9789"/>
                  </a:cubicBezTo>
                  <a:cubicBezTo>
                    <a:pt x="5112" y="9789"/>
                    <a:pt x="5111" y="9788"/>
                    <a:pt x="5110" y="9788"/>
                  </a:cubicBezTo>
                  <a:cubicBezTo>
                    <a:pt x="5102" y="9788"/>
                    <a:pt x="5088" y="9807"/>
                    <a:pt x="5099" y="9817"/>
                  </a:cubicBezTo>
                  <a:cubicBezTo>
                    <a:pt x="5087" y="9844"/>
                    <a:pt x="5066" y="9868"/>
                    <a:pt x="5042" y="9884"/>
                  </a:cubicBezTo>
                  <a:cubicBezTo>
                    <a:pt x="5039" y="9882"/>
                    <a:pt x="5036" y="9881"/>
                    <a:pt x="5033" y="9881"/>
                  </a:cubicBezTo>
                  <a:cubicBezTo>
                    <a:pt x="5021" y="9881"/>
                    <a:pt x="5011" y="9896"/>
                    <a:pt x="5016" y="9900"/>
                  </a:cubicBezTo>
                  <a:cubicBezTo>
                    <a:pt x="5007" y="9918"/>
                    <a:pt x="4996" y="9935"/>
                    <a:pt x="4983" y="9951"/>
                  </a:cubicBezTo>
                  <a:cubicBezTo>
                    <a:pt x="4983" y="9951"/>
                    <a:pt x="4983" y="9951"/>
                    <a:pt x="4983" y="9951"/>
                  </a:cubicBezTo>
                  <a:cubicBezTo>
                    <a:pt x="4978" y="9951"/>
                    <a:pt x="4934" y="9998"/>
                    <a:pt x="4869" y="10071"/>
                  </a:cubicBezTo>
                  <a:lnTo>
                    <a:pt x="4629" y="10347"/>
                  </a:lnTo>
                  <a:cubicBezTo>
                    <a:pt x="4610" y="10368"/>
                    <a:pt x="4596" y="10396"/>
                    <a:pt x="4603" y="10402"/>
                  </a:cubicBezTo>
                  <a:cubicBezTo>
                    <a:pt x="4616" y="10414"/>
                    <a:pt x="4610" y="10408"/>
                    <a:pt x="4584" y="10424"/>
                  </a:cubicBezTo>
                  <a:cubicBezTo>
                    <a:pt x="4548" y="10429"/>
                    <a:pt x="4511" y="10469"/>
                    <a:pt x="4539" y="10469"/>
                  </a:cubicBezTo>
                  <a:cubicBezTo>
                    <a:pt x="4541" y="10469"/>
                    <a:pt x="4543" y="10469"/>
                    <a:pt x="4545" y="10469"/>
                  </a:cubicBezTo>
                  <a:cubicBezTo>
                    <a:pt x="4557" y="10465"/>
                    <a:pt x="4564" y="10462"/>
                    <a:pt x="4567" y="10462"/>
                  </a:cubicBezTo>
                  <a:cubicBezTo>
                    <a:pt x="4570" y="10462"/>
                    <a:pt x="4558" y="10470"/>
                    <a:pt x="4526" y="10491"/>
                  </a:cubicBezTo>
                  <a:cubicBezTo>
                    <a:pt x="4500" y="10508"/>
                    <a:pt x="4500" y="10508"/>
                    <a:pt x="4488" y="10536"/>
                  </a:cubicBezTo>
                  <a:cubicBezTo>
                    <a:pt x="4493" y="10541"/>
                    <a:pt x="4479" y="10559"/>
                    <a:pt x="4471" y="10559"/>
                  </a:cubicBezTo>
                  <a:cubicBezTo>
                    <a:pt x="4469" y="10559"/>
                    <a:pt x="4468" y="10558"/>
                    <a:pt x="4467" y="10558"/>
                  </a:cubicBezTo>
                  <a:cubicBezTo>
                    <a:pt x="4443" y="10574"/>
                    <a:pt x="4417" y="10591"/>
                    <a:pt x="4423" y="10597"/>
                  </a:cubicBezTo>
                  <a:cubicBezTo>
                    <a:pt x="4410" y="10611"/>
                    <a:pt x="4395" y="10625"/>
                    <a:pt x="4378" y="10636"/>
                  </a:cubicBezTo>
                  <a:cubicBezTo>
                    <a:pt x="4352" y="10652"/>
                    <a:pt x="4340" y="10680"/>
                    <a:pt x="4326" y="10708"/>
                  </a:cubicBezTo>
                  <a:cubicBezTo>
                    <a:pt x="4320" y="10718"/>
                    <a:pt x="4315" y="10727"/>
                    <a:pt x="4310" y="10735"/>
                  </a:cubicBezTo>
                  <a:cubicBezTo>
                    <a:pt x="4305" y="10745"/>
                    <a:pt x="4307" y="10744"/>
                    <a:pt x="4305" y="10747"/>
                  </a:cubicBezTo>
                  <a:cubicBezTo>
                    <a:pt x="4304" y="10752"/>
                    <a:pt x="4301" y="10756"/>
                    <a:pt x="4299" y="10759"/>
                  </a:cubicBezTo>
                  <a:cubicBezTo>
                    <a:pt x="4298" y="10761"/>
                    <a:pt x="4297" y="10761"/>
                    <a:pt x="4296" y="10761"/>
                  </a:cubicBezTo>
                  <a:cubicBezTo>
                    <a:pt x="4294" y="10761"/>
                    <a:pt x="4293" y="10757"/>
                    <a:pt x="4292" y="10748"/>
                  </a:cubicBezTo>
                  <a:cubicBezTo>
                    <a:pt x="4291" y="10744"/>
                    <a:pt x="4289" y="10742"/>
                    <a:pt x="4287" y="10742"/>
                  </a:cubicBezTo>
                  <a:cubicBezTo>
                    <a:pt x="4280" y="10742"/>
                    <a:pt x="4270" y="10765"/>
                    <a:pt x="4262" y="10795"/>
                  </a:cubicBezTo>
                  <a:cubicBezTo>
                    <a:pt x="4256" y="10819"/>
                    <a:pt x="4253" y="10828"/>
                    <a:pt x="4252" y="10828"/>
                  </a:cubicBezTo>
                  <a:cubicBezTo>
                    <a:pt x="4252" y="10828"/>
                    <a:pt x="4252" y="10825"/>
                    <a:pt x="4253" y="10819"/>
                  </a:cubicBezTo>
                  <a:cubicBezTo>
                    <a:pt x="4254" y="10811"/>
                    <a:pt x="4252" y="10809"/>
                    <a:pt x="4251" y="10809"/>
                  </a:cubicBezTo>
                  <a:cubicBezTo>
                    <a:pt x="4249" y="10809"/>
                    <a:pt x="4248" y="10811"/>
                    <a:pt x="4248" y="10811"/>
                  </a:cubicBezTo>
                  <a:cubicBezTo>
                    <a:pt x="4244" y="10815"/>
                    <a:pt x="4241" y="10819"/>
                    <a:pt x="4239" y="10819"/>
                  </a:cubicBezTo>
                  <a:cubicBezTo>
                    <a:pt x="4238" y="10819"/>
                    <a:pt x="4238" y="10818"/>
                    <a:pt x="4239" y="10813"/>
                  </a:cubicBezTo>
                  <a:cubicBezTo>
                    <a:pt x="4239" y="10810"/>
                    <a:pt x="4240" y="10809"/>
                    <a:pt x="4240" y="10807"/>
                  </a:cubicBezTo>
                  <a:cubicBezTo>
                    <a:pt x="4240" y="10805"/>
                    <a:pt x="4239" y="10800"/>
                    <a:pt x="4230" y="10794"/>
                  </a:cubicBezTo>
                  <a:cubicBezTo>
                    <a:pt x="4229" y="10794"/>
                    <a:pt x="4228" y="10795"/>
                    <a:pt x="4228" y="10795"/>
                  </a:cubicBezTo>
                  <a:cubicBezTo>
                    <a:pt x="4213" y="10795"/>
                    <a:pt x="4211" y="10741"/>
                    <a:pt x="4226" y="10728"/>
                  </a:cubicBezTo>
                  <a:lnTo>
                    <a:pt x="4224" y="10726"/>
                  </a:lnTo>
                  <a:lnTo>
                    <a:pt x="4221" y="10721"/>
                  </a:lnTo>
                  <a:cubicBezTo>
                    <a:pt x="4220" y="10718"/>
                    <a:pt x="4218" y="10721"/>
                    <a:pt x="4213" y="10703"/>
                  </a:cubicBezTo>
                  <a:cubicBezTo>
                    <a:pt x="4190" y="10678"/>
                    <a:pt x="4177" y="10650"/>
                    <a:pt x="4194" y="10647"/>
                  </a:cubicBezTo>
                  <a:lnTo>
                    <a:pt x="4202" y="10645"/>
                  </a:lnTo>
                  <a:cubicBezTo>
                    <a:pt x="4179" y="10619"/>
                    <a:pt x="4166" y="10501"/>
                    <a:pt x="4183" y="10499"/>
                  </a:cubicBezTo>
                  <a:cubicBezTo>
                    <a:pt x="4191" y="10498"/>
                    <a:pt x="4191" y="10498"/>
                    <a:pt x="4186" y="10469"/>
                  </a:cubicBezTo>
                  <a:lnTo>
                    <a:pt x="4186" y="10469"/>
                  </a:lnTo>
                  <a:lnTo>
                    <a:pt x="4178" y="10470"/>
                  </a:lnTo>
                  <a:cubicBezTo>
                    <a:pt x="4176" y="10470"/>
                    <a:pt x="4174" y="10471"/>
                    <a:pt x="4172" y="10471"/>
                  </a:cubicBezTo>
                  <a:cubicBezTo>
                    <a:pt x="4166" y="10471"/>
                    <a:pt x="4160" y="10467"/>
                    <a:pt x="4156" y="10444"/>
                  </a:cubicBezTo>
                  <a:cubicBezTo>
                    <a:pt x="4150" y="10415"/>
                    <a:pt x="4144" y="10386"/>
                    <a:pt x="4153" y="10385"/>
                  </a:cubicBezTo>
                  <a:cubicBezTo>
                    <a:pt x="4156" y="10355"/>
                    <a:pt x="4159" y="10325"/>
                    <a:pt x="4150" y="10325"/>
                  </a:cubicBezTo>
                  <a:cubicBezTo>
                    <a:pt x="4150" y="10325"/>
                    <a:pt x="4150" y="10325"/>
                    <a:pt x="4150" y="10325"/>
                  </a:cubicBezTo>
                  <a:cubicBezTo>
                    <a:pt x="4147" y="10305"/>
                    <a:pt x="4147" y="10286"/>
                    <a:pt x="4148" y="10266"/>
                  </a:cubicBezTo>
                  <a:cubicBezTo>
                    <a:pt x="4142" y="10237"/>
                    <a:pt x="4138" y="10208"/>
                    <a:pt x="4126" y="10150"/>
                  </a:cubicBezTo>
                  <a:cubicBezTo>
                    <a:pt x="4113" y="10122"/>
                    <a:pt x="4102" y="10064"/>
                    <a:pt x="4110" y="10063"/>
                  </a:cubicBezTo>
                  <a:cubicBezTo>
                    <a:pt x="4105" y="10034"/>
                    <a:pt x="4096" y="10006"/>
                    <a:pt x="4085" y="9978"/>
                  </a:cubicBezTo>
                  <a:cubicBezTo>
                    <a:pt x="4075" y="9919"/>
                    <a:pt x="4069" y="9890"/>
                    <a:pt x="4077" y="9889"/>
                  </a:cubicBezTo>
                  <a:cubicBezTo>
                    <a:pt x="4086" y="9888"/>
                    <a:pt x="4086" y="9888"/>
                    <a:pt x="4071" y="9860"/>
                  </a:cubicBezTo>
                  <a:cubicBezTo>
                    <a:pt x="4071" y="9860"/>
                    <a:pt x="4071" y="9860"/>
                    <a:pt x="4071" y="9860"/>
                  </a:cubicBezTo>
                  <a:cubicBezTo>
                    <a:pt x="4063" y="9860"/>
                    <a:pt x="4058" y="9832"/>
                    <a:pt x="4052" y="9804"/>
                  </a:cubicBezTo>
                  <a:cubicBezTo>
                    <a:pt x="4047" y="9775"/>
                    <a:pt x="4042" y="9745"/>
                    <a:pt x="4042" y="9745"/>
                  </a:cubicBezTo>
                  <a:cubicBezTo>
                    <a:pt x="4041" y="9746"/>
                    <a:pt x="4040" y="9746"/>
                    <a:pt x="4038" y="9746"/>
                  </a:cubicBezTo>
                  <a:cubicBezTo>
                    <a:pt x="4033" y="9746"/>
                    <a:pt x="4032" y="9742"/>
                    <a:pt x="4028" y="9718"/>
                  </a:cubicBezTo>
                  <a:cubicBezTo>
                    <a:pt x="4022" y="9689"/>
                    <a:pt x="4014" y="9601"/>
                    <a:pt x="4010" y="9572"/>
                  </a:cubicBezTo>
                  <a:cubicBezTo>
                    <a:pt x="3999" y="9517"/>
                    <a:pt x="3995" y="9497"/>
                    <a:pt x="3993" y="9497"/>
                  </a:cubicBezTo>
                  <a:cubicBezTo>
                    <a:pt x="3992" y="9497"/>
                    <a:pt x="3991" y="9504"/>
                    <a:pt x="3990" y="9515"/>
                  </a:cubicBezTo>
                  <a:cubicBezTo>
                    <a:pt x="3992" y="9527"/>
                    <a:pt x="3992" y="9534"/>
                    <a:pt x="3991" y="9534"/>
                  </a:cubicBezTo>
                  <a:cubicBezTo>
                    <a:pt x="3990" y="9534"/>
                    <a:pt x="3986" y="9521"/>
                    <a:pt x="3985" y="9486"/>
                  </a:cubicBezTo>
                  <a:cubicBezTo>
                    <a:pt x="3979" y="9457"/>
                    <a:pt x="3972" y="9368"/>
                    <a:pt x="3955" y="9282"/>
                  </a:cubicBezTo>
                  <a:cubicBezTo>
                    <a:pt x="3935" y="9176"/>
                    <a:pt x="3934" y="9166"/>
                    <a:pt x="3927" y="9166"/>
                  </a:cubicBezTo>
                  <a:cubicBezTo>
                    <a:pt x="3926" y="9166"/>
                    <a:pt x="3925" y="9166"/>
                    <a:pt x="3924" y="9167"/>
                  </a:cubicBezTo>
                  <a:cubicBezTo>
                    <a:pt x="3921" y="9177"/>
                    <a:pt x="3918" y="9181"/>
                    <a:pt x="3916" y="9181"/>
                  </a:cubicBezTo>
                  <a:cubicBezTo>
                    <a:pt x="3912" y="9181"/>
                    <a:pt x="3911" y="9160"/>
                    <a:pt x="3920" y="9139"/>
                  </a:cubicBezTo>
                  <a:cubicBezTo>
                    <a:pt x="3926" y="9079"/>
                    <a:pt x="3920" y="9050"/>
                    <a:pt x="3913" y="9050"/>
                  </a:cubicBezTo>
                  <a:cubicBezTo>
                    <a:pt x="3912" y="9050"/>
                    <a:pt x="3912" y="9050"/>
                    <a:pt x="3912" y="9050"/>
                  </a:cubicBezTo>
                  <a:cubicBezTo>
                    <a:pt x="3901" y="9032"/>
                    <a:pt x="3894" y="9013"/>
                    <a:pt x="3892" y="8993"/>
                  </a:cubicBezTo>
                  <a:cubicBezTo>
                    <a:pt x="3901" y="8992"/>
                    <a:pt x="3895" y="8962"/>
                    <a:pt x="3876" y="8906"/>
                  </a:cubicBezTo>
                  <a:cubicBezTo>
                    <a:pt x="3871" y="8877"/>
                    <a:pt x="3871" y="8877"/>
                    <a:pt x="3879" y="8876"/>
                  </a:cubicBezTo>
                  <a:cubicBezTo>
                    <a:pt x="3879" y="8876"/>
                    <a:pt x="3874" y="8847"/>
                    <a:pt x="3868" y="8818"/>
                  </a:cubicBezTo>
                  <a:cubicBezTo>
                    <a:pt x="3840" y="8763"/>
                    <a:pt x="3817" y="8588"/>
                    <a:pt x="3819" y="8557"/>
                  </a:cubicBezTo>
                  <a:cubicBezTo>
                    <a:pt x="3816" y="8537"/>
                    <a:pt x="3809" y="8518"/>
                    <a:pt x="3800" y="8500"/>
                  </a:cubicBezTo>
                  <a:cubicBezTo>
                    <a:pt x="3778" y="8474"/>
                    <a:pt x="3772" y="8445"/>
                    <a:pt x="3789" y="8442"/>
                  </a:cubicBezTo>
                  <a:cubicBezTo>
                    <a:pt x="3806" y="8440"/>
                    <a:pt x="3806" y="8440"/>
                    <a:pt x="3784" y="8414"/>
                  </a:cubicBezTo>
                  <a:cubicBezTo>
                    <a:pt x="3771" y="8388"/>
                    <a:pt x="3747" y="8264"/>
                    <a:pt x="3761" y="8264"/>
                  </a:cubicBezTo>
                  <a:cubicBezTo>
                    <a:pt x="3762" y="8264"/>
                    <a:pt x="3763" y="8265"/>
                    <a:pt x="3765" y="8267"/>
                  </a:cubicBezTo>
                  <a:lnTo>
                    <a:pt x="3782" y="8265"/>
                  </a:lnTo>
                  <a:cubicBezTo>
                    <a:pt x="3773" y="8247"/>
                    <a:pt x="3766" y="8228"/>
                    <a:pt x="3763" y="8207"/>
                  </a:cubicBezTo>
                  <a:cubicBezTo>
                    <a:pt x="3763" y="8207"/>
                    <a:pt x="3763" y="8207"/>
                    <a:pt x="3762" y="8207"/>
                  </a:cubicBezTo>
                  <a:cubicBezTo>
                    <a:pt x="3754" y="8207"/>
                    <a:pt x="3748" y="8179"/>
                    <a:pt x="3733" y="8093"/>
                  </a:cubicBezTo>
                  <a:cubicBezTo>
                    <a:pt x="3719" y="8036"/>
                    <a:pt x="3693" y="7920"/>
                    <a:pt x="3681" y="7863"/>
                  </a:cubicBezTo>
                  <a:cubicBezTo>
                    <a:pt x="3670" y="7805"/>
                    <a:pt x="3653" y="7717"/>
                    <a:pt x="3656" y="7687"/>
                  </a:cubicBezTo>
                  <a:cubicBezTo>
                    <a:pt x="3650" y="7649"/>
                    <a:pt x="3640" y="7610"/>
                    <a:pt x="3626" y="7573"/>
                  </a:cubicBezTo>
                  <a:cubicBezTo>
                    <a:pt x="3613" y="7546"/>
                    <a:pt x="3601" y="7487"/>
                    <a:pt x="3610" y="7486"/>
                  </a:cubicBezTo>
                  <a:lnTo>
                    <a:pt x="3605" y="7457"/>
                  </a:lnTo>
                  <a:cubicBezTo>
                    <a:pt x="3595" y="7429"/>
                    <a:pt x="3587" y="7400"/>
                    <a:pt x="3580" y="7372"/>
                  </a:cubicBezTo>
                  <a:cubicBezTo>
                    <a:pt x="3588" y="7369"/>
                    <a:pt x="3591" y="7339"/>
                    <a:pt x="3578" y="7312"/>
                  </a:cubicBezTo>
                  <a:cubicBezTo>
                    <a:pt x="3578" y="7312"/>
                    <a:pt x="3578" y="7312"/>
                    <a:pt x="3577" y="7312"/>
                  </a:cubicBezTo>
                  <a:cubicBezTo>
                    <a:pt x="3569" y="7312"/>
                    <a:pt x="3563" y="7283"/>
                    <a:pt x="3553" y="7226"/>
                  </a:cubicBezTo>
                  <a:cubicBezTo>
                    <a:pt x="3552" y="7197"/>
                    <a:pt x="3506" y="6942"/>
                    <a:pt x="3460" y="6696"/>
                  </a:cubicBezTo>
                  <a:cubicBezTo>
                    <a:pt x="3437" y="6573"/>
                    <a:pt x="3413" y="6452"/>
                    <a:pt x="3396" y="6361"/>
                  </a:cubicBezTo>
                  <a:cubicBezTo>
                    <a:pt x="3386" y="6316"/>
                    <a:pt x="3379" y="6279"/>
                    <a:pt x="3374" y="6252"/>
                  </a:cubicBezTo>
                  <a:cubicBezTo>
                    <a:pt x="3371" y="6239"/>
                    <a:pt x="3368" y="6225"/>
                    <a:pt x="3362" y="6212"/>
                  </a:cubicBezTo>
                  <a:cubicBezTo>
                    <a:pt x="3362" y="6212"/>
                    <a:pt x="3358" y="6183"/>
                    <a:pt x="3347" y="6124"/>
                  </a:cubicBezTo>
                  <a:cubicBezTo>
                    <a:pt x="3341" y="6095"/>
                    <a:pt x="3330" y="6038"/>
                    <a:pt x="3330" y="6038"/>
                  </a:cubicBezTo>
                  <a:cubicBezTo>
                    <a:pt x="3347" y="6035"/>
                    <a:pt x="3312" y="5891"/>
                    <a:pt x="3287" y="5806"/>
                  </a:cubicBezTo>
                  <a:cubicBezTo>
                    <a:pt x="3275" y="5779"/>
                    <a:pt x="3266" y="5750"/>
                    <a:pt x="3263" y="5720"/>
                  </a:cubicBezTo>
                  <a:cubicBezTo>
                    <a:pt x="3279" y="5717"/>
                    <a:pt x="3263" y="5631"/>
                    <a:pt x="3244" y="5573"/>
                  </a:cubicBezTo>
                  <a:cubicBezTo>
                    <a:pt x="3221" y="5548"/>
                    <a:pt x="3216" y="5519"/>
                    <a:pt x="3232" y="5516"/>
                  </a:cubicBezTo>
                  <a:cubicBezTo>
                    <a:pt x="3249" y="5513"/>
                    <a:pt x="3239" y="5455"/>
                    <a:pt x="3202" y="5402"/>
                  </a:cubicBezTo>
                  <a:cubicBezTo>
                    <a:pt x="3189" y="5374"/>
                    <a:pt x="3189" y="5374"/>
                    <a:pt x="3192" y="5344"/>
                  </a:cubicBezTo>
                  <a:cubicBezTo>
                    <a:pt x="3203" y="5312"/>
                    <a:pt x="3198" y="5284"/>
                    <a:pt x="3190" y="5284"/>
                  </a:cubicBezTo>
                  <a:cubicBezTo>
                    <a:pt x="3190" y="5284"/>
                    <a:pt x="3190" y="5284"/>
                    <a:pt x="3190" y="5284"/>
                  </a:cubicBezTo>
                  <a:cubicBezTo>
                    <a:pt x="3167" y="5261"/>
                    <a:pt x="3162" y="5227"/>
                    <a:pt x="3173" y="5197"/>
                  </a:cubicBezTo>
                  <a:cubicBezTo>
                    <a:pt x="3179" y="5136"/>
                    <a:pt x="3179" y="5136"/>
                    <a:pt x="3156" y="5110"/>
                  </a:cubicBezTo>
                  <a:cubicBezTo>
                    <a:pt x="3135" y="5084"/>
                    <a:pt x="3112" y="4968"/>
                    <a:pt x="3124" y="4936"/>
                  </a:cubicBezTo>
                  <a:cubicBezTo>
                    <a:pt x="3119" y="4908"/>
                    <a:pt x="3121" y="4878"/>
                    <a:pt x="3114" y="4878"/>
                  </a:cubicBezTo>
                  <a:cubicBezTo>
                    <a:pt x="3114" y="4878"/>
                    <a:pt x="3114" y="4878"/>
                    <a:pt x="3113" y="4878"/>
                  </a:cubicBezTo>
                  <a:lnTo>
                    <a:pt x="3117" y="4849"/>
                  </a:lnTo>
                  <a:lnTo>
                    <a:pt x="3107" y="4792"/>
                  </a:lnTo>
                  <a:lnTo>
                    <a:pt x="3098" y="4793"/>
                  </a:lnTo>
                  <a:cubicBezTo>
                    <a:pt x="3092" y="4764"/>
                    <a:pt x="3071" y="4592"/>
                    <a:pt x="3050" y="4390"/>
                  </a:cubicBezTo>
                  <a:cubicBezTo>
                    <a:pt x="3035" y="4232"/>
                    <a:pt x="3030" y="4139"/>
                    <a:pt x="3027" y="4088"/>
                  </a:cubicBezTo>
                  <a:cubicBezTo>
                    <a:pt x="3024" y="4052"/>
                    <a:pt x="3022" y="4038"/>
                    <a:pt x="3020" y="4038"/>
                  </a:cubicBezTo>
                  <a:cubicBezTo>
                    <a:pt x="3019" y="4038"/>
                    <a:pt x="3018" y="4040"/>
                    <a:pt x="3017" y="4044"/>
                  </a:cubicBezTo>
                  <a:cubicBezTo>
                    <a:pt x="3014" y="4050"/>
                    <a:pt x="3011" y="4053"/>
                    <a:pt x="3009" y="4053"/>
                  </a:cubicBezTo>
                  <a:cubicBezTo>
                    <a:pt x="3001" y="4053"/>
                    <a:pt x="3002" y="4011"/>
                    <a:pt x="3016" y="3987"/>
                  </a:cubicBezTo>
                  <a:cubicBezTo>
                    <a:pt x="3017" y="3958"/>
                    <a:pt x="3019" y="3900"/>
                    <a:pt x="3023" y="3843"/>
                  </a:cubicBezTo>
                  <a:cubicBezTo>
                    <a:pt x="3023" y="3784"/>
                    <a:pt x="3023" y="3727"/>
                    <a:pt x="3032" y="3727"/>
                  </a:cubicBezTo>
                  <a:lnTo>
                    <a:pt x="3032" y="3699"/>
                  </a:lnTo>
                  <a:cubicBezTo>
                    <a:pt x="3016" y="3640"/>
                    <a:pt x="3025" y="3467"/>
                    <a:pt x="3042" y="3380"/>
                  </a:cubicBezTo>
                  <a:cubicBezTo>
                    <a:pt x="3047" y="3333"/>
                    <a:pt x="3050" y="3284"/>
                    <a:pt x="3047" y="3236"/>
                  </a:cubicBezTo>
                  <a:cubicBezTo>
                    <a:pt x="3044" y="3177"/>
                    <a:pt x="3046" y="3177"/>
                    <a:pt x="3057" y="3150"/>
                  </a:cubicBezTo>
                  <a:cubicBezTo>
                    <a:pt x="3057" y="3150"/>
                    <a:pt x="3057" y="3150"/>
                    <a:pt x="3057" y="3150"/>
                  </a:cubicBezTo>
                  <a:cubicBezTo>
                    <a:pt x="3065" y="3150"/>
                    <a:pt x="3098" y="2981"/>
                    <a:pt x="3082" y="2978"/>
                  </a:cubicBezTo>
                  <a:lnTo>
                    <a:pt x="3095" y="2951"/>
                  </a:lnTo>
                  <a:cubicBezTo>
                    <a:pt x="3108" y="2924"/>
                    <a:pt x="3104" y="2895"/>
                    <a:pt x="3097" y="2892"/>
                  </a:cubicBezTo>
                  <a:cubicBezTo>
                    <a:pt x="3080" y="2889"/>
                    <a:pt x="3084" y="2860"/>
                    <a:pt x="3115" y="2837"/>
                  </a:cubicBezTo>
                  <a:cubicBezTo>
                    <a:pt x="3116" y="2838"/>
                    <a:pt x="3116" y="2838"/>
                    <a:pt x="3117" y="2838"/>
                  </a:cubicBezTo>
                  <a:cubicBezTo>
                    <a:pt x="3132" y="2838"/>
                    <a:pt x="3137" y="2813"/>
                    <a:pt x="3129" y="2811"/>
                  </a:cubicBezTo>
                  <a:cubicBezTo>
                    <a:pt x="3126" y="2781"/>
                    <a:pt x="3124" y="2750"/>
                    <a:pt x="3137" y="2724"/>
                  </a:cubicBezTo>
                  <a:cubicBezTo>
                    <a:pt x="3143" y="2696"/>
                    <a:pt x="3150" y="2668"/>
                    <a:pt x="3134" y="2664"/>
                  </a:cubicBezTo>
                  <a:cubicBezTo>
                    <a:pt x="3125" y="2661"/>
                    <a:pt x="3131" y="2633"/>
                    <a:pt x="3138" y="2605"/>
                  </a:cubicBezTo>
                  <a:cubicBezTo>
                    <a:pt x="3146" y="2607"/>
                    <a:pt x="3146" y="2607"/>
                    <a:pt x="3148" y="2637"/>
                  </a:cubicBezTo>
                  <a:lnTo>
                    <a:pt x="3148" y="2637"/>
                  </a:lnTo>
                  <a:cubicBezTo>
                    <a:pt x="3151" y="2625"/>
                    <a:pt x="3155" y="2606"/>
                    <a:pt x="3161" y="2581"/>
                  </a:cubicBezTo>
                  <a:cubicBezTo>
                    <a:pt x="3167" y="2553"/>
                    <a:pt x="3189" y="2501"/>
                    <a:pt x="3197" y="2501"/>
                  </a:cubicBezTo>
                  <a:cubicBezTo>
                    <a:pt x="3197" y="2501"/>
                    <a:pt x="3197" y="2501"/>
                    <a:pt x="3198" y="2501"/>
                  </a:cubicBezTo>
                  <a:cubicBezTo>
                    <a:pt x="3209" y="2483"/>
                    <a:pt x="3216" y="2463"/>
                    <a:pt x="3210" y="2463"/>
                  </a:cubicBezTo>
                  <a:cubicBezTo>
                    <a:pt x="3208" y="2463"/>
                    <a:pt x="3204" y="2465"/>
                    <a:pt x="3198" y="2472"/>
                  </a:cubicBezTo>
                  <a:cubicBezTo>
                    <a:pt x="3181" y="2466"/>
                    <a:pt x="3181" y="2466"/>
                    <a:pt x="3195" y="2410"/>
                  </a:cubicBezTo>
                  <a:cubicBezTo>
                    <a:pt x="3202" y="2384"/>
                    <a:pt x="3210" y="2357"/>
                    <a:pt x="3218" y="2357"/>
                  </a:cubicBezTo>
                  <a:cubicBezTo>
                    <a:pt x="3218" y="2357"/>
                    <a:pt x="3218" y="2357"/>
                    <a:pt x="3219" y="2357"/>
                  </a:cubicBezTo>
                  <a:cubicBezTo>
                    <a:pt x="3220" y="2358"/>
                    <a:pt x="3221" y="2358"/>
                    <a:pt x="3222" y="2358"/>
                  </a:cubicBezTo>
                  <a:cubicBezTo>
                    <a:pt x="3227" y="2358"/>
                    <a:pt x="3230" y="2350"/>
                    <a:pt x="3244" y="2303"/>
                  </a:cubicBezTo>
                  <a:cubicBezTo>
                    <a:pt x="3270" y="2219"/>
                    <a:pt x="3267" y="2125"/>
                    <a:pt x="3258" y="2091"/>
                  </a:cubicBezTo>
                  <a:cubicBezTo>
                    <a:pt x="3241" y="2087"/>
                    <a:pt x="3241" y="2087"/>
                    <a:pt x="3265" y="2062"/>
                  </a:cubicBezTo>
                  <a:cubicBezTo>
                    <a:pt x="3265" y="2062"/>
                    <a:pt x="3266" y="2063"/>
                    <a:pt x="3266" y="2063"/>
                  </a:cubicBezTo>
                  <a:cubicBezTo>
                    <a:pt x="3274" y="2063"/>
                    <a:pt x="3281" y="2035"/>
                    <a:pt x="3288" y="2008"/>
                  </a:cubicBezTo>
                  <a:lnTo>
                    <a:pt x="3288" y="2008"/>
                  </a:lnTo>
                  <a:cubicBezTo>
                    <a:pt x="3296" y="2011"/>
                    <a:pt x="3288" y="2039"/>
                    <a:pt x="3282" y="2068"/>
                  </a:cubicBezTo>
                  <a:lnTo>
                    <a:pt x="3290" y="2070"/>
                  </a:lnTo>
                  <a:cubicBezTo>
                    <a:pt x="3313" y="2049"/>
                    <a:pt x="3321" y="2015"/>
                    <a:pt x="3312" y="1985"/>
                  </a:cubicBezTo>
                  <a:cubicBezTo>
                    <a:pt x="3311" y="1953"/>
                    <a:pt x="3311" y="1953"/>
                    <a:pt x="3327" y="1928"/>
                  </a:cubicBezTo>
                  <a:cubicBezTo>
                    <a:pt x="3342" y="1901"/>
                    <a:pt x="3357" y="1875"/>
                    <a:pt x="3349" y="1873"/>
                  </a:cubicBezTo>
                  <a:cubicBezTo>
                    <a:pt x="3356" y="1844"/>
                    <a:pt x="3366" y="1816"/>
                    <a:pt x="3379" y="1789"/>
                  </a:cubicBezTo>
                  <a:cubicBezTo>
                    <a:pt x="3394" y="1731"/>
                    <a:pt x="3402" y="1703"/>
                    <a:pt x="3393" y="1701"/>
                  </a:cubicBezTo>
                  <a:cubicBezTo>
                    <a:pt x="3385" y="1698"/>
                    <a:pt x="3393" y="1670"/>
                    <a:pt x="3400" y="1641"/>
                  </a:cubicBezTo>
                  <a:cubicBezTo>
                    <a:pt x="3407" y="1612"/>
                    <a:pt x="3414" y="1583"/>
                    <a:pt x="3406" y="1581"/>
                  </a:cubicBezTo>
                  <a:cubicBezTo>
                    <a:pt x="3398" y="1579"/>
                    <a:pt x="3397" y="1547"/>
                    <a:pt x="3412" y="1490"/>
                  </a:cubicBezTo>
                  <a:cubicBezTo>
                    <a:pt x="3419" y="1431"/>
                    <a:pt x="3419" y="1431"/>
                    <a:pt x="3442" y="1407"/>
                  </a:cubicBezTo>
                  <a:cubicBezTo>
                    <a:pt x="3442" y="1407"/>
                    <a:pt x="3443" y="1407"/>
                    <a:pt x="3443" y="1407"/>
                  </a:cubicBezTo>
                  <a:cubicBezTo>
                    <a:pt x="3451" y="1407"/>
                    <a:pt x="3458" y="1380"/>
                    <a:pt x="3465" y="1352"/>
                  </a:cubicBezTo>
                  <a:cubicBezTo>
                    <a:pt x="3470" y="1333"/>
                    <a:pt x="3478" y="1314"/>
                    <a:pt x="3487" y="1297"/>
                  </a:cubicBezTo>
                  <a:cubicBezTo>
                    <a:pt x="3503" y="1271"/>
                    <a:pt x="3495" y="1269"/>
                    <a:pt x="3487" y="1266"/>
                  </a:cubicBezTo>
                  <a:lnTo>
                    <a:pt x="3470" y="1261"/>
                  </a:lnTo>
                  <a:cubicBezTo>
                    <a:pt x="3478" y="1235"/>
                    <a:pt x="3499" y="1212"/>
                    <a:pt x="3508" y="1212"/>
                  </a:cubicBezTo>
                  <a:cubicBezTo>
                    <a:pt x="3508" y="1212"/>
                    <a:pt x="3509" y="1212"/>
                    <a:pt x="3509" y="1212"/>
                  </a:cubicBezTo>
                  <a:cubicBezTo>
                    <a:pt x="3533" y="1187"/>
                    <a:pt x="3533" y="1187"/>
                    <a:pt x="3517" y="1183"/>
                  </a:cubicBezTo>
                  <a:cubicBezTo>
                    <a:pt x="3508" y="1181"/>
                    <a:pt x="3508" y="1149"/>
                    <a:pt x="3531" y="1094"/>
                  </a:cubicBezTo>
                  <a:cubicBezTo>
                    <a:pt x="3537" y="1066"/>
                    <a:pt x="3545" y="1037"/>
                    <a:pt x="3552" y="1016"/>
                  </a:cubicBezTo>
                  <a:cubicBezTo>
                    <a:pt x="3553" y="1011"/>
                    <a:pt x="3555" y="1007"/>
                    <a:pt x="3557" y="1002"/>
                  </a:cubicBezTo>
                  <a:cubicBezTo>
                    <a:pt x="3557" y="1001"/>
                    <a:pt x="3558" y="1000"/>
                    <a:pt x="3559" y="999"/>
                  </a:cubicBezTo>
                  <a:lnTo>
                    <a:pt x="3560" y="999"/>
                  </a:lnTo>
                  <a:cubicBezTo>
                    <a:pt x="3560" y="1000"/>
                    <a:pt x="3559" y="1001"/>
                    <a:pt x="3559" y="1001"/>
                  </a:cubicBezTo>
                  <a:cubicBezTo>
                    <a:pt x="3560" y="1001"/>
                    <a:pt x="3560" y="1001"/>
                    <a:pt x="3560" y="1001"/>
                  </a:cubicBezTo>
                  <a:lnTo>
                    <a:pt x="3562" y="998"/>
                  </a:lnTo>
                  <a:cubicBezTo>
                    <a:pt x="3563" y="997"/>
                    <a:pt x="3564" y="995"/>
                    <a:pt x="3566" y="995"/>
                  </a:cubicBezTo>
                  <a:cubicBezTo>
                    <a:pt x="3574" y="983"/>
                    <a:pt x="3581" y="969"/>
                    <a:pt x="3586" y="953"/>
                  </a:cubicBezTo>
                  <a:cubicBezTo>
                    <a:pt x="3587" y="946"/>
                    <a:pt x="3588" y="938"/>
                    <a:pt x="3588" y="932"/>
                  </a:cubicBezTo>
                  <a:cubicBezTo>
                    <a:pt x="3589" y="896"/>
                    <a:pt x="3603" y="864"/>
                    <a:pt x="3617" y="762"/>
                  </a:cubicBezTo>
                  <a:cubicBezTo>
                    <a:pt x="3626" y="712"/>
                    <a:pt x="3628" y="661"/>
                    <a:pt x="3622" y="611"/>
                  </a:cubicBezTo>
                  <a:cubicBezTo>
                    <a:pt x="3620" y="593"/>
                    <a:pt x="3616" y="590"/>
                    <a:pt x="3611" y="590"/>
                  </a:cubicBezTo>
                  <a:cubicBezTo>
                    <a:pt x="3609" y="590"/>
                    <a:pt x="3608" y="590"/>
                    <a:pt x="3606" y="591"/>
                  </a:cubicBezTo>
                  <a:cubicBezTo>
                    <a:pt x="3604" y="591"/>
                    <a:pt x="3602" y="591"/>
                    <a:pt x="3601" y="591"/>
                  </a:cubicBezTo>
                  <a:cubicBezTo>
                    <a:pt x="3594" y="591"/>
                    <a:pt x="3591" y="587"/>
                    <a:pt x="3598" y="557"/>
                  </a:cubicBezTo>
                  <a:cubicBezTo>
                    <a:pt x="3598" y="522"/>
                    <a:pt x="3581" y="490"/>
                    <a:pt x="3545" y="430"/>
                  </a:cubicBezTo>
                  <a:cubicBezTo>
                    <a:pt x="3533" y="415"/>
                    <a:pt x="3523" y="411"/>
                    <a:pt x="3515" y="411"/>
                  </a:cubicBezTo>
                  <a:cubicBezTo>
                    <a:pt x="3509" y="411"/>
                    <a:pt x="3504" y="413"/>
                    <a:pt x="3500" y="414"/>
                  </a:cubicBezTo>
                  <a:cubicBezTo>
                    <a:pt x="3496" y="416"/>
                    <a:pt x="3493" y="418"/>
                    <a:pt x="3491" y="418"/>
                  </a:cubicBezTo>
                  <a:cubicBezTo>
                    <a:pt x="3484" y="418"/>
                    <a:pt x="3479" y="407"/>
                    <a:pt x="3461" y="363"/>
                  </a:cubicBezTo>
                  <a:cubicBezTo>
                    <a:pt x="3443" y="336"/>
                    <a:pt x="3431" y="306"/>
                    <a:pt x="3438" y="300"/>
                  </a:cubicBezTo>
                  <a:cubicBezTo>
                    <a:pt x="3438" y="299"/>
                    <a:pt x="3439" y="299"/>
                    <a:pt x="3440" y="299"/>
                  </a:cubicBezTo>
                  <a:cubicBezTo>
                    <a:pt x="3448" y="299"/>
                    <a:pt x="3463" y="322"/>
                    <a:pt x="3463" y="322"/>
                  </a:cubicBezTo>
                  <a:lnTo>
                    <a:pt x="3483" y="349"/>
                  </a:lnTo>
                  <a:cubicBezTo>
                    <a:pt x="3490" y="345"/>
                    <a:pt x="3498" y="340"/>
                    <a:pt x="3458" y="285"/>
                  </a:cubicBezTo>
                  <a:cubicBezTo>
                    <a:pt x="3445" y="257"/>
                    <a:pt x="3425" y="233"/>
                    <a:pt x="3416" y="233"/>
                  </a:cubicBezTo>
                  <a:cubicBezTo>
                    <a:pt x="3415" y="233"/>
                    <a:pt x="3415" y="233"/>
                    <a:pt x="3414" y="234"/>
                  </a:cubicBezTo>
                  <a:cubicBezTo>
                    <a:pt x="3396" y="204"/>
                    <a:pt x="3347" y="154"/>
                    <a:pt x="3287" y="118"/>
                  </a:cubicBezTo>
                  <a:cubicBezTo>
                    <a:pt x="3231" y="78"/>
                    <a:pt x="3134" y="41"/>
                    <a:pt x="3103" y="24"/>
                  </a:cubicBezTo>
                  <a:cubicBezTo>
                    <a:pt x="3059" y="11"/>
                    <a:pt x="3028" y="5"/>
                    <a:pt x="3012" y="5"/>
                  </a:cubicBezTo>
                  <a:cubicBezTo>
                    <a:pt x="3004" y="5"/>
                    <a:pt x="2999" y="7"/>
                    <a:pt x="2999" y="9"/>
                  </a:cubicBezTo>
                  <a:cubicBezTo>
                    <a:pt x="2997" y="18"/>
                    <a:pt x="2989" y="21"/>
                    <a:pt x="2981" y="21"/>
                  </a:cubicBezTo>
                  <a:cubicBezTo>
                    <a:pt x="2972" y="21"/>
                    <a:pt x="2964" y="17"/>
                    <a:pt x="2964" y="14"/>
                  </a:cubicBezTo>
                  <a:cubicBezTo>
                    <a:pt x="2955" y="8"/>
                    <a:pt x="2911" y="0"/>
                    <a:pt x="28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33"/>
            <p:cNvSpPr/>
            <p:nvPr/>
          </p:nvSpPr>
          <p:spPr>
            <a:xfrm>
              <a:off x="1531640" y="2031823"/>
              <a:ext cx="1048172" cy="1644830"/>
            </a:xfrm>
            <a:custGeom>
              <a:avLst/>
              <a:gdLst/>
              <a:ahLst/>
              <a:cxnLst/>
              <a:rect l="l" t="t" r="r" b="b"/>
              <a:pathLst>
                <a:path w="10493" h="16466" extrusionOk="0">
                  <a:moveTo>
                    <a:pt x="1661" y="888"/>
                  </a:moveTo>
                  <a:cubicBezTo>
                    <a:pt x="1666" y="888"/>
                    <a:pt x="1673" y="892"/>
                    <a:pt x="1682" y="907"/>
                  </a:cubicBezTo>
                  <a:cubicBezTo>
                    <a:pt x="1708" y="931"/>
                    <a:pt x="1715" y="944"/>
                    <a:pt x="1709" y="944"/>
                  </a:cubicBezTo>
                  <a:cubicBezTo>
                    <a:pt x="1703" y="944"/>
                    <a:pt x="1689" y="935"/>
                    <a:pt x="1668" y="916"/>
                  </a:cubicBezTo>
                  <a:cubicBezTo>
                    <a:pt x="1637" y="901"/>
                    <a:pt x="1637" y="901"/>
                    <a:pt x="1652" y="892"/>
                  </a:cubicBezTo>
                  <a:cubicBezTo>
                    <a:pt x="1654" y="890"/>
                    <a:pt x="1657" y="888"/>
                    <a:pt x="1661" y="888"/>
                  </a:cubicBezTo>
                  <a:close/>
                  <a:moveTo>
                    <a:pt x="972" y="2451"/>
                  </a:moveTo>
                  <a:cubicBezTo>
                    <a:pt x="981" y="2451"/>
                    <a:pt x="1001" y="2471"/>
                    <a:pt x="1016" y="2494"/>
                  </a:cubicBezTo>
                  <a:cubicBezTo>
                    <a:pt x="1023" y="2506"/>
                    <a:pt x="1024" y="2515"/>
                    <a:pt x="1018" y="2515"/>
                  </a:cubicBezTo>
                  <a:cubicBezTo>
                    <a:pt x="1012" y="2515"/>
                    <a:pt x="998" y="2505"/>
                    <a:pt x="979" y="2481"/>
                  </a:cubicBezTo>
                  <a:cubicBezTo>
                    <a:pt x="963" y="2455"/>
                    <a:pt x="963" y="2455"/>
                    <a:pt x="970" y="2451"/>
                  </a:cubicBezTo>
                  <a:cubicBezTo>
                    <a:pt x="970" y="2451"/>
                    <a:pt x="971" y="2451"/>
                    <a:pt x="972" y="2451"/>
                  </a:cubicBezTo>
                  <a:close/>
                  <a:moveTo>
                    <a:pt x="1508" y="3317"/>
                  </a:moveTo>
                  <a:cubicBezTo>
                    <a:pt x="1511" y="3317"/>
                    <a:pt x="1520" y="3319"/>
                    <a:pt x="1536" y="3336"/>
                  </a:cubicBezTo>
                  <a:cubicBezTo>
                    <a:pt x="1536" y="3336"/>
                    <a:pt x="1558" y="3359"/>
                    <a:pt x="1550" y="3363"/>
                  </a:cubicBezTo>
                  <a:lnTo>
                    <a:pt x="1542" y="3366"/>
                  </a:lnTo>
                  <a:cubicBezTo>
                    <a:pt x="1522" y="3343"/>
                    <a:pt x="1499" y="3320"/>
                    <a:pt x="1507" y="3317"/>
                  </a:cubicBezTo>
                  <a:cubicBezTo>
                    <a:pt x="1507" y="3317"/>
                    <a:pt x="1508" y="3317"/>
                    <a:pt x="1508" y="3317"/>
                  </a:cubicBezTo>
                  <a:close/>
                  <a:moveTo>
                    <a:pt x="2007" y="4403"/>
                  </a:moveTo>
                  <a:cubicBezTo>
                    <a:pt x="2009" y="4403"/>
                    <a:pt x="2016" y="4405"/>
                    <a:pt x="2025" y="4429"/>
                  </a:cubicBezTo>
                  <a:cubicBezTo>
                    <a:pt x="2025" y="4429"/>
                    <a:pt x="2028" y="4459"/>
                    <a:pt x="2020" y="4462"/>
                  </a:cubicBezTo>
                  <a:lnTo>
                    <a:pt x="2009" y="4434"/>
                  </a:lnTo>
                  <a:cubicBezTo>
                    <a:pt x="1998" y="4406"/>
                    <a:pt x="2006" y="4403"/>
                    <a:pt x="2006" y="4403"/>
                  </a:cubicBezTo>
                  <a:cubicBezTo>
                    <a:pt x="2006" y="4403"/>
                    <a:pt x="2006" y="4403"/>
                    <a:pt x="2007" y="4403"/>
                  </a:cubicBezTo>
                  <a:close/>
                  <a:moveTo>
                    <a:pt x="2124" y="4679"/>
                  </a:moveTo>
                  <a:lnTo>
                    <a:pt x="2134" y="4708"/>
                  </a:lnTo>
                  <a:lnTo>
                    <a:pt x="2136" y="4738"/>
                  </a:lnTo>
                  <a:lnTo>
                    <a:pt x="2136" y="4738"/>
                  </a:lnTo>
                  <a:lnTo>
                    <a:pt x="2126" y="4710"/>
                  </a:lnTo>
                  <a:cubicBezTo>
                    <a:pt x="2116" y="4682"/>
                    <a:pt x="2116" y="4682"/>
                    <a:pt x="2124" y="4679"/>
                  </a:cubicBezTo>
                  <a:close/>
                  <a:moveTo>
                    <a:pt x="2161" y="4771"/>
                  </a:moveTo>
                  <a:cubicBezTo>
                    <a:pt x="2160" y="4771"/>
                    <a:pt x="2162" y="4778"/>
                    <a:pt x="2171" y="4791"/>
                  </a:cubicBezTo>
                  <a:cubicBezTo>
                    <a:pt x="2167" y="4777"/>
                    <a:pt x="2162" y="4771"/>
                    <a:pt x="2161" y="4771"/>
                  </a:cubicBezTo>
                  <a:close/>
                  <a:moveTo>
                    <a:pt x="2218" y="4964"/>
                  </a:moveTo>
                  <a:lnTo>
                    <a:pt x="2226" y="4993"/>
                  </a:lnTo>
                  <a:lnTo>
                    <a:pt x="2227" y="5023"/>
                  </a:lnTo>
                  <a:lnTo>
                    <a:pt x="2218" y="4995"/>
                  </a:lnTo>
                  <a:cubicBezTo>
                    <a:pt x="2209" y="4966"/>
                    <a:pt x="2209" y="4966"/>
                    <a:pt x="2218" y="4964"/>
                  </a:cubicBezTo>
                  <a:close/>
                  <a:moveTo>
                    <a:pt x="2287" y="5056"/>
                  </a:moveTo>
                  <a:cubicBezTo>
                    <a:pt x="2287" y="5056"/>
                    <a:pt x="2286" y="5059"/>
                    <a:pt x="2286" y="5066"/>
                  </a:cubicBezTo>
                  <a:lnTo>
                    <a:pt x="2286" y="5066"/>
                  </a:lnTo>
                  <a:cubicBezTo>
                    <a:pt x="2288" y="5061"/>
                    <a:pt x="2288" y="5056"/>
                    <a:pt x="2287" y="5056"/>
                  </a:cubicBezTo>
                  <a:close/>
                  <a:moveTo>
                    <a:pt x="2274" y="5166"/>
                  </a:moveTo>
                  <a:cubicBezTo>
                    <a:pt x="2278" y="5166"/>
                    <a:pt x="2279" y="5171"/>
                    <a:pt x="2286" y="5194"/>
                  </a:cubicBezTo>
                  <a:cubicBezTo>
                    <a:pt x="2296" y="5228"/>
                    <a:pt x="2300" y="5243"/>
                    <a:pt x="2298" y="5243"/>
                  </a:cubicBezTo>
                  <a:cubicBezTo>
                    <a:pt x="2296" y="5243"/>
                    <a:pt x="2292" y="5236"/>
                    <a:pt x="2286" y="5225"/>
                  </a:cubicBezTo>
                  <a:cubicBezTo>
                    <a:pt x="2270" y="5198"/>
                    <a:pt x="2262" y="5169"/>
                    <a:pt x="2270" y="5167"/>
                  </a:cubicBezTo>
                  <a:cubicBezTo>
                    <a:pt x="2272" y="5166"/>
                    <a:pt x="2273" y="5166"/>
                    <a:pt x="2274" y="5166"/>
                  </a:cubicBezTo>
                  <a:close/>
                  <a:moveTo>
                    <a:pt x="2280" y="5411"/>
                  </a:moveTo>
                  <a:cubicBezTo>
                    <a:pt x="2287" y="5411"/>
                    <a:pt x="2293" y="5415"/>
                    <a:pt x="2299" y="5437"/>
                  </a:cubicBezTo>
                  <a:lnTo>
                    <a:pt x="2298" y="5467"/>
                  </a:lnTo>
                  <a:lnTo>
                    <a:pt x="2282" y="5441"/>
                  </a:lnTo>
                  <a:lnTo>
                    <a:pt x="2274" y="5411"/>
                  </a:lnTo>
                  <a:cubicBezTo>
                    <a:pt x="2276" y="5411"/>
                    <a:pt x="2278" y="5411"/>
                    <a:pt x="2280" y="5411"/>
                  </a:cubicBezTo>
                  <a:close/>
                  <a:moveTo>
                    <a:pt x="2376" y="5756"/>
                  </a:moveTo>
                  <a:cubicBezTo>
                    <a:pt x="2377" y="5756"/>
                    <a:pt x="2384" y="5757"/>
                    <a:pt x="2390" y="5783"/>
                  </a:cubicBezTo>
                  <a:lnTo>
                    <a:pt x="2388" y="5814"/>
                  </a:lnTo>
                  <a:cubicBezTo>
                    <a:pt x="2388" y="5814"/>
                    <a:pt x="2387" y="5814"/>
                    <a:pt x="2387" y="5814"/>
                  </a:cubicBezTo>
                  <a:cubicBezTo>
                    <a:pt x="2380" y="5814"/>
                    <a:pt x="2373" y="5786"/>
                    <a:pt x="2373" y="5786"/>
                  </a:cubicBezTo>
                  <a:cubicBezTo>
                    <a:pt x="2368" y="5757"/>
                    <a:pt x="2368" y="5757"/>
                    <a:pt x="2375" y="5756"/>
                  </a:cubicBezTo>
                  <a:cubicBezTo>
                    <a:pt x="2375" y="5756"/>
                    <a:pt x="2376" y="5756"/>
                    <a:pt x="2376" y="5756"/>
                  </a:cubicBezTo>
                  <a:close/>
                  <a:moveTo>
                    <a:pt x="2908" y="8224"/>
                  </a:moveTo>
                  <a:cubicBezTo>
                    <a:pt x="2915" y="8224"/>
                    <a:pt x="2921" y="8228"/>
                    <a:pt x="2925" y="8252"/>
                  </a:cubicBezTo>
                  <a:lnTo>
                    <a:pt x="2932" y="8281"/>
                  </a:lnTo>
                  <a:cubicBezTo>
                    <a:pt x="2932" y="8281"/>
                    <a:pt x="2931" y="8281"/>
                    <a:pt x="2931" y="8281"/>
                  </a:cubicBezTo>
                  <a:cubicBezTo>
                    <a:pt x="2922" y="8281"/>
                    <a:pt x="2908" y="8254"/>
                    <a:pt x="2908" y="8254"/>
                  </a:cubicBezTo>
                  <a:lnTo>
                    <a:pt x="2903" y="8225"/>
                  </a:lnTo>
                  <a:cubicBezTo>
                    <a:pt x="2905" y="8225"/>
                    <a:pt x="2906" y="8224"/>
                    <a:pt x="2908" y="8224"/>
                  </a:cubicBezTo>
                  <a:close/>
                  <a:moveTo>
                    <a:pt x="3150" y="9403"/>
                  </a:moveTo>
                  <a:cubicBezTo>
                    <a:pt x="3159" y="9403"/>
                    <a:pt x="3170" y="9460"/>
                    <a:pt x="3175" y="9489"/>
                  </a:cubicBezTo>
                  <a:cubicBezTo>
                    <a:pt x="3174" y="9499"/>
                    <a:pt x="3173" y="9503"/>
                    <a:pt x="3170" y="9503"/>
                  </a:cubicBezTo>
                  <a:cubicBezTo>
                    <a:pt x="3165" y="9503"/>
                    <a:pt x="3157" y="9483"/>
                    <a:pt x="3153" y="9463"/>
                  </a:cubicBezTo>
                  <a:cubicBezTo>
                    <a:pt x="3142" y="9404"/>
                    <a:pt x="3142" y="9404"/>
                    <a:pt x="3149" y="9403"/>
                  </a:cubicBezTo>
                  <a:cubicBezTo>
                    <a:pt x="3150" y="9403"/>
                    <a:pt x="3150" y="9403"/>
                    <a:pt x="3150" y="9403"/>
                  </a:cubicBezTo>
                  <a:close/>
                  <a:moveTo>
                    <a:pt x="3554" y="11499"/>
                  </a:moveTo>
                  <a:cubicBezTo>
                    <a:pt x="3561" y="11499"/>
                    <a:pt x="3567" y="11503"/>
                    <a:pt x="3571" y="11526"/>
                  </a:cubicBezTo>
                  <a:lnTo>
                    <a:pt x="3569" y="11556"/>
                  </a:lnTo>
                  <a:lnTo>
                    <a:pt x="3554" y="11528"/>
                  </a:lnTo>
                  <a:lnTo>
                    <a:pt x="3549" y="11499"/>
                  </a:lnTo>
                  <a:cubicBezTo>
                    <a:pt x="3551" y="11499"/>
                    <a:pt x="3553" y="11499"/>
                    <a:pt x="3554" y="11499"/>
                  </a:cubicBezTo>
                  <a:close/>
                  <a:moveTo>
                    <a:pt x="3579" y="11891"/>
                  </a:moveTo>
                  <a:cubicBezTo>
                    <a:pt x="3585" y="11891"/>
                    <a:pt x="3592" y="11896"/>
                    <a:pt x="3596" y="11918"/>
                  </a:cubicBezTo>
                  <a:lnTo>
                    <a:pt x="3601" y="11948"/>
                  </a:lnTo>
                  <a:cubicBezTo>
                    <a:pt x="3601" y="11948"/>
                    <a:pt x="3601" y="11948"/>
                    <a:pt x="3601" y="11948"/>
                  </a:cubicBezTo>
                  <a:cubicBezTo>
                    <a:pt x="3592" y="11948"/>
                    <a:pt x="3579" y="11921"/>
                    <a:pt x="3579" y="11921"/>
                  </a:cubicBezTo>
                  <a:lnTo>
                    <a:pt x="3573" y="11892"/>
                  </a:lnTo>
                  <a:cubicBezTo>
                    <a:pt x="3575" y="11891"/>
                    <a:pt x="3577" y="11891"/>
                    <a:pt x="3579" y="11891"/>
                  </a:cubicBezTo>
                  <a:close/>
                  <a:moveTo>
                    <a:pt x="3739" y="12382"/>
                  </a:moveTo>
                  <a:cubicBezTo>
                    <a:pt x="3747" y="12382"/>
                    <a:pt x="3761" y="12408"/>
                    <a:pt x="3761" y="12408"/>
                  </a:cubicBezTo>
                  <a:cubicBezTo>
                    <a:pt x="3763" y="12419"/>
                    <a:pt x="3761" y="12422"/>
                    <a:pt x="3758" y="12422"/>
                  </a:cubicBezTo>
                  <a:cubicBezTo>
                    <a:pt x="3752" y="12422"/>
                    <a:pt x="3741" y="12412"/>
                    <a:pt x="3736" y="12412"/>
                  </a:cubicBezTo>
                  <a:cubicBezTo>
                    <a:pt x="3735" y="12412"/>
                    <a:pt x="3735" y="12412"/>
                    <a:pt x="3735" y="12412"/>
                  </a:cubicBezTo>
                  <a:cubicBezTo>
                    <a:pt x="3729" y="12383"/>
                    <a:pt x="3729" y="12383"/>
                    <a:pt x="3738" y="12382"/>
                  </a:cubicBezTo>
                  <a:cubicBezTo>
                    <a:pt x="3739" y="12382"/>
                    <a:pt x="3739" y="12382"/>
                    <a:pt x="3739" y="12382"/>
                  </a:cubicBezTo>
                  <a:close/>
                  <a:moveTo>
                    <a:pt x="3880" y="13090"/>
                  </a:moveTo>
                  <a:cubicBezTo>
                    <a:pt x="3887" y="13090"/>
                    <a:pt x="3893" y="13093"/>
                    <a:pt x="3899" y="13117"/>
                  </a:cubicBezTo>
                  <a:lnTo>
                    <a:pt x="3895" y="13147"/>
                  </a:lnTo>
                  <a:lnTo>
                    <a:pt x="3882" y="13119"/>
                  </a:lnTo>
                  <a:lnTo>
                    <a:pt x="3875" y="13090"/>
                  </a:lnTo>
                  <a:cubicBezTo>
                    <a:pt x="3877" y="13090"/>
                    <a:pt x="3879" y="13090"/>
                    <a:pt x="3880" y="13090"/>
                  </a:cubicBezTo>
                  <a:close/>
                  <a:moveTo>
                    <a:pt x="10069" y="13181"/>
                  </a:moveTo>
                  <a:lnTo>
                    <a:pt x="10047" y="13202"/>
                  </a:lnTo>
                  <a:cubicBezTo>
                    <a:pt x="10025" y="13222"/>
                    <a:pt x="10030" y="13229"/>
                    <a:pt x="10036" y="13236"/>
                  </a:cubicBezTo>
                  <a:lnTo>
                    <a:pt x="10058" y="13214"/>
                  </a:lnTo>
                  <a:cubicBezTo>
                    <a:pt x="10058" y="13214"/>
                    <a:pt x="10074" y="13188"/>
                    <a:pt x="10069" y="13181"/>
                  </a:cubicBezTo>
                  <a:close/>
                  <a:moveTo>
                    <a:pt x="10117" y="13323"/>
                  </a:moveTo>
                  <a:lnTo>
                    <a:pt x="10117" y="13323"/>
                  </a:lnTo>
                  <a:cubicBezTo>
                    <a:pt x="10122" y="13330"/>
                    <a:pt x="10100" y="13350"/>
                    <a:pt x="10079" y="13372"/>
                  </a:cubicBezTo>
                  <a:cubicBezTo>
                    <a:pt x="10064" y="13385"/>
                    <a:pt x="10059" y="13389"/>
                    <a:pt x="10056" y="13389"/>
                  </a:cubicBezTo>
                  <a:cubicBezTo>
                    <a:pt x="10054" y="13389"/>
                    <a:pt x="10053" y="13388"/>
                    <a:pt x="10051" y="13386"/>
                  </a:cubicBezTo>
                  <a:cubicBezTo>
                    <a:pt x="10062" y="13368"/>
                    <a:pt x="10074" y="13352"/>
                    <a:pt x="10089" y="13338"/>
                  </a:cubicBezTo>
                  <a:lnTo>
                    <a:pt x="10117" y="13323"/>
                  </a:lnTo>
                  <a:close/>
                  <a:moveTo>
                    <a:pt x="9870" y="13562"/>
                  </a:moveTo>
                  <a:cubicBezTo>
                    <a:pt x="9878" y="13562"/>
                    <a:pt x="9869" y="13570"/>
                    <a:pt x="9839" y="13598"/>
                  </a:cubicBezTo>
                  <a:cubicBezTo>
                    <a:pt x="9819" y="13617"/>
                    <a:pt x="9800" y="13635"/>
                    <a:pt x="9792" y="13635"/>
                  </a:cubicBezTo>
                  <a:cubicBezTo>
                    <a:pt x="9791" y="13635"/>
                    <a:pt x="9790" y="13635"/>
                    <a:pt x="9789" y="13634"/>
                  </a:cubicBezTo>
                  <a:lnTo>
                    <a:pt x="9811" y="13613"/>
                  </a:lnTo>
                  <a:cubicBezTo>
                    <a:pt x="9811" y="13613"/>
                    <a:pt x="9812" y="13614"/>
                    <a:pt x="9813" y="13614"/>
                  </a:cubicBezTo>
                  <a:cubicBezTo>
                    <a:pt x="9818" y="13614"/>
                    <a:pt x="9825" y="13603"/>
                    <a:pt x="9817" y="13603"/>
                  </a:cubicBezTo>
                  <a:cubicBezTo>
                    <a:pt x="9815" y="13603"/>
                    <a:pt x="9811" y="13604"/>
                    <a:pt x="9805" y="13607"/>
                  </a:cubicBezTo>
                  <a:lnTo>
                    <a:pt x="9794" y="13594"/>
                  </a:lnTo>
                  <a:cubicBezTo>
                    <a:pt x="9811" y="13577"/>
                    <a:pt x="9834" y="13564"/>
                    <a:pt x="9844" y="13564"/>
                  </a:cubicBezTo>
                  <a:cubicBezTo>
                    <a:pt x="9846" y="13564"/>
                    <a:pt x="9848" y="13564"/>
                    <a:pt x="9849" y="13566"/>
                  </a:cubicBezTo>
                  <a:cubicBezTo>
                    <a:pt x="9859" y="13563"/>
                    <a:pt x="9866" y="13562"/>
                    <a:pt x="9870" y="13562"/>
                  </a:cubicBezTo>
                  <a:close/>
                  <a:moveTo>
                    <a:pt x="9823" y="13672"/>
                  </a:moveTo>
                  <a:lnTo>
                    <a:pt x="9796" y="13686"/>
                  </a:lnTo>
                  <a:lnTo>
                    <a:pt x="9773" y="13707"/>
                  </a:lnTo>
                  <a:cubicBezTo>
                    <a:pt x="9775" y="13709"/>
                    <a:pt x="9777" y="13710"/>
                    <a:pt x="9778" y="13710"/>
                  </a:cubicBezTo>
                  <a:cubicBezTo>
                    <a:pt x="9782" y="13710"/>
                    <a:pt x="9787" y="13706"/>
                    <a:pt x="9802" y="13692"/>
                  </a:cubicBezTo>
                  <a:lnTo>
                    <a:pt x="9823" y="13672"/>
                  </a:lnTo>
                  <a:close/>
                  <a:moveTo>
                    <a:pt x="8608" y="14703"/>
                  </a:moveTo>
                  <a:lnTo>
                    <a:pt x="8608" y="14703"/>
                  </a:lnTo>
                  <a:cubicBezTo>
                    <a:pt x="8614" y="14710"/>
                    <a:pt x="8577" y="14757"/>
                    <a:pt x="8554" y="14778"/>
                  </a:cubicBezTo>
                  <a:cubicBezTo>
                    <a:pt x="8547" y="14785"/>
                    <a:pt x="8541" y="14789"/>
                    <a:pt x="8539" y="14789"/>
                  </a:cubicBezTo>
                  <a:cubicBezTo>
                    <a:pt x="8534" y="14789"/>
                    <a:pt x="8540" y="14776"/>
                    <a:pt x="8564" y="14745"/>
                  </a:cubicBezTo>
                  <a:lnTo>
                    <a:pt x="8608" y="14703"/>
                  </a:lnTo>
                  <a:close/>
                  <a:moveTo>
                    <a:pt x="8469" y="14820"/>
                  </a:moveTo>
                  <a:cubicBezTo>
                    <a:pt x="8461" y="14820"/>
                    <a:pt x="8439" y="14840"/>
                    <a:pt x="8400" y="14877"/>
                  </a:cubicBezTo>
                  <a:cubicBezTo>
                    <a:pt x="8386" y="14892"/>
                    <a:pt x="8374" y="14907"/>
                    <a:pt x="8362" y="14925"/>
                  </a:cubicBezTo>
                  <a:cubicBezTo>
                    <a:pt x="8363" y="14926"/>
                    <a:pt x="8364" y="14926"/>
                    <a:pt x="8365" y="14926"/>
                  </a:cubicBezTo>
                  <a:cubicBezTo>
                    <a:pt x="8373" y="14926"/>
                    <a:pt x="8393" y="14908"/>
                    <a:pt x="8412" y="14889"/>
                  </a:cubicBezTo>
                  <a:cubicBezTo>
                    <a:pt x="8461" y="14855"/>
                    <a:pt x="8478" y="14828"/>
                    <a:pt x="8471" y="14821"/>
                  </a:cubicBezTo>
                  <a:cubicBezTo>
                    <a:pt x="8470" y="14820"/>
                    <a:pt x="8470" y="14820"/>
                    <a:pt x="8469" y="14820"/>
                  </a:cubicBezTo>
                  <a:close/>
                  <a:moveTo>
                    <a:pt x="4247" y="15013"/>
                  </a:moveTo>
                  <a:cubicBezTo>
                    <a:pt x="4254" y="15013"/>
                    <a:pt x="4261" y="15017"/>
                    <a:pt x="4268" y="15040"/>
                  </a:cubicBezTo>
                  <a:lnTo>
                    <a:pt x="4268" y="15071"/>
                  </a:lnTo>
                  <a:lnTo>
                    <a:pt x="4251" y="15044"/>
                  </a:lnTo>
                  <a:lnTo>
                    <a:pt x="4242" y="15014"/>
                  </a:lnTo>
                  <a:cubicBezTo>
                    <a:pt x="4244" y="15014"/>
                    <a:pt x="4246" y="15013"/>
                    <a:pt x="4247" y="15013"/>
                  </a:cubicBezTo>
                  <a:close/>
                  <a:moveTo>
                    <a:pt x="4327" y="15214"/>
                  </a:moveTo>
                  <a:cubicBezTo>
                    <a:pt x="4330" y="15214"/>
                    <a:pt x="4333" y="15220"/>
                    <a:pt x="4342" y="15240"/>
                  </a:cubicBezTo>
                  <a:cubicBezTo>
                    <a:pt x="4342" y="15240"/>
                    <a:pt x="4346" y="15272"/>
                    <a:pt x="4340" y="15275"/>
                  </a:cubicBezTo>
                  <a:lnTo>
                    <a:pt x="4338" y="15275"/>
                  </a:lnTo>
                  <a:cubicBezTo>
                    <a:pt x="4338" y="15275"/>
                    <a:pt x="4338" y="15275"/>
                    <a:pt x="4337" y="15275"/>
                  </a:cubicBezTo>
                  <a:cubicBezTo>
                    <a:pt x="4330" y="15275"/>
                    <a:pt x="4318" y="15249"/>
                    <a:pt x="4322" y="15216"/>
                  </a:cubicBezTo>
                  <a:cubicBezTo>
                    <a:pt x="4324" y="15215"/>
                    <a:pt x="4325" y="15214"/>
                    <a:pt x="4327" y="15214"/>
                  </a:cubicBezTo>
                  <a:close/>
                  <a:moveTo>
                    <a:pt x="4287" y="15284"/>
                  </a:moveTo>
                  <a:cubicBezTo>
                    <a:pt x="4287" y="15284"/>
                    <a:pt x="4288" y="15288"/>
                    <a:pt x="4291" y="15295"/>
                  </a:cubicBezTo>
                  <a:cubicBezTo>
                    <a:pt x="4292" y="15296"/>
                    <a:pt x="4292" y="15296"/>
                    <a:pt x="4292" y="15297"/>
                  </a:cubicBezTo>
                  <a:lnTo>
                    <a:pt x="4292" y="15297"/>
                  </a:lnTo>
                  <a:cubicBezTo>
                    <a:pt x="4289" y="15288"/>
                    <a:pt x="4287" y="15284"/>
                    <a:pt x="4287" y="15284"/>
                  </a:cubicBezTo>
                  <a:close/>
                  <a:moveTo>
                    <a:pt x="4847" y="15679"/>
                  </a:moveTo>
                  <a:lnTo>
                    <a:pt x="4847" y="15679"/>
                  </a:lnTo>
                  <a:cubicBezTo>
                    <a:pt x="4840" y="15685"/>
                    <a:pt x="4840" y="15685"/>
                    <a:pt x="4860" y="15705"/>
                  </a:cubicBezTo>
                  <a:cubicBezTo>
                    <a:pt x="4860" y="15705"/>
                    <a:pt x="4877" y="15715"/>
                    <a:pt x="4887" y="15715"/>
                  </a:cubicBezTo>
                  <a:cubicBezTo>
                    <a:pt x="4889" y="15715"/>
                    <a:pt x="4890" y="15715"/>
                    <a:pt x="4892" y="15714"/>
                  </a:cubicBezTo>
                  <a:cubicBezTo>
                    <a:pt x="4897" y="15707"/>
                    <a:pt x="4878" y="15688"/>
                    <a:pt x="4847" y="15679"/>
                  </a:cubicBezTo>
                  <a:close/>
                  <a:moveTo>
                    <a:pt x="4602" y="15656"/>
                  </a:moveTo>
                  <a:cubicBezTo>
                    <a:pt x="4609" y="15656"/>
                    <a:pt x="4622" y="15682"/>
                    <a:pt x="4639" y="15703"/>
                  </a:cubicBezTo>
                  <a:cubicBezTo>
                    <a:pt x="4645" y="15715"/>
                    <a:pt x="4648" y="15723"/>
                    <a:pt x="4647" y="15723"/>
                  </a:cubicBezTo>
                  <a:cubicBezTo>
                    <a:pt x="4645" y="15723"/>
                    <a:pt x="4635" y="15711"/>
                    <a:pt x="4613" y="15685"/>
                  </a:cubicBezTo>
                  <a:cubicBezTo>
                    <a:pt x="4593" y="15661"/>
                    <a:pt x="4600" y="15657"/>
                    <a:pt x="4600" y="15657"/>
                  </a:cubicBezTo>
                  <a:cubicBezTo>
                    <a:pt x="4600" y="15656"/>
                    <a:pt x="4601" y="15656"/>
                    <a:pt x="4602" y="15656"/>
                  </a:cubicBezTo>
                  <a:close/>
                  <a:moveTo>
                    <a:pt x="7573" y="15754"/>
                  </a:moveTo>
                  <a:lnTo>
                    <a:pt x="7573" y="15754"/>
                  </a:lnTo>
                  <a:cubicBezTo>
                    <a:pt x="7578" y="15760"/>
                    <a:pt x="7557" y="15781"/>
                    <a:pt x="7534" y="15801"/>
                  </a:cubicBezTo>
                  <a:lnTo>
                    <a:pt x="7529" y="15795"/>
                  </a:lnTo>
                  <a:lnTo>
                    <a:pt x="7546" y="15768"/>
                  </a:lnTo>
                  <a:lnTo>
                    <a:pt x="7573" y="15754"/>
                  </a:lnTo>
                  <a:close/>
                  <a:moveTo>
                    <a:pt x="7478" y="15784"/>
                  </a:moveTo>
                  <a:lnTo>
                    <a:pt x="7446" y="15838"/>
                  </a:lnTo>
                  <a:cubicBezTo>
                    <a:pt x="7427" y="15880"/>
                    <a:pt x="7422" y="15894"/>
                    <a:pt x="7416" y="15894"/>
                  </a:cubicBezTo>
                  <a:cubicBezTo>
                    <a:pt x="7414" y="15894"/>
                    <a:pt x="7411" y="15891"/>
                    <a:pt x="7408" y="15887"/>
                  </a:cubicBezTo>
                  <a:cubicBezTo>
                    <a:pt x="7402" y="15880"/>
                    <a:pt x="7396" y="15874"/>
                    <a:pt x="7435" y="15826"/>
                  </a:cubicBezTo>
                  <a:lnTo>
                    <a:pt x="7478" y="15784"/>
                  </a:lnTo>
                  <a:close/>
                  <a:moveTo>
                    <a:pt x="4662" y="15892"/>
                  </a:moveTo>
                  <a:lnTo>
                    <a:pt x="4662" y="15892"/>
                  </a:lnTo>
                  <a:cubicBezTo>
                    <a:pt x="4655" y="15898"/>
                    <a:pt x="4655" y="15898"/>
                    <a:pt x="4677" y="15921"/>
                  </a:cubicBezTo>
                  <a:cubicBezTo>
                    <a:pt x="4703" y="15946"/>
                    <a:pt x="4715" y="15957"/>
                    <a:pt x="4718" y="15957"/>
                  </a:cubicBezTo>
                  <a:cubicBezTo>
                    <a:pt x="4720" y="15957"/>
                    <a:pt x="4716" y="15950"/>
                    <a:pt x="4708" y="15937"/>
                  </a:cubicBezTo>
                  <a:cubicBezTo>
                    <a:pt x="4691" y="15924"/>
                    <a:pt x="4676" y="15908"/>
                    <a:pt x="4662" y="15892"/>
                  </a:cubicBezTo>
                  <a:close/>
                  <a:moveTo>
                    <a:pt x="5003" y="16032"/>
                  </a:moveTo>
                  <a:cubicBezTo>
                    <a:pt x="5007" y="16032"/>
                    <a:pt x="5015" y="16034"/>
                    <a:pt x="5028" y="16044"/>
                  </a:cubicBezTo>
                  <a:cubicBezTo>
                    <a:pt x="5045" y="16056"/>
                    <a:pt x="5061" y="16069"/>
                    <a:pt x="5074" y="16085"/>
                  </a:cubicBezTo>
                  <a:cubicBezTo>
                    <a:pt x="5073" y="16087"/>
                    <a:pt x="5072" y="16087"/>
                    <a:pt x="5070" y="16087"/>
                  </a:cubicBezTo>
                  <a:cubicBezTo>
                    <a:pt x="5061" y="16087"/>
                    <a:pt x="5044" y="16075"/>
                    <a:pt x="5044" y="16075"/>
                  </a:cubicBezTo>
                  <a:cubicBezTo>
                    <a:pt x="5018" y="16058"/>
                    <a:pt x="4994" y="16040"/>
                    <a:pt x="4998" y="16034"/>
                  </a:cubicBezTo>
                  <a:cubicBezTo>
                    <a:pt x="4998" y="16034"/>
                    <a:pt x="4999" y="16032"/>
                    <a:pt x="5003" y="16032"/>
                  </a:cubicBezTo>
                  <a:close/>
                  <a:moveTo>
                    <a:pt x="5159" y="16190"/>
                  </a:moveTo>
                  <a:cubicBezTo>
                    <a:pt x="5155" y="16190"/>
                    <a:pt x="5154" y="16192"/>
                    <a:pt x="5154" y="16192"/>
                  </a:cubicBezTo>
                  <a:cubicBezTo>
                    <a:pt x="5154" y="16192"/>
                    <a:pt x="5150" y="16200"/>
                    <a:pt x="5178" y="16214"/>
                  </a:cubicBezTo>
                  <a:lnTo>
                    <a:pt x="5206" y="16228"/>
                  </a:lnTo>
                  <a:cubicBezTo>
                    <a:pt x="5209" y="16221"/>
                    <a:pt x="5185" y="16198"/>
                    <a:pt x="5185" y="16198"/>
                  </a:cubicBezTo>
                  <a:cubicBezTo>
                    <a:pt x="5171" y="16192"/>
                    <a:pt x="5164" y="16190"/>
                    <a:pt x="5159" y="16190"/>
                  </a:cubicBezTo>
                  <a:close/>
                  <a:moveTo>
                    <a:pt x="6909" y="16228"/>
                  </a:moveTo>
                  <a:cubicBezTo>
                    <a:pt x="6916" y="16228"/>
                    <a:pt x="6897" y="16246"/>
                    <a:pt x="6879" y="16268"/>
                  </a:cubicBezTo>
                  <a:cubicBezTo>
                    <a:pt x="6852" y="16285"/>
                    <a:pt x="6838" y="16293"/>
                    <a:pt x="6834" y="16293"/>
                  </a:cubicBezTo>
                  <a:cubicBezTo>
                    <a:pt x="6831" y="16293"/>
                    <a:pt x="6836" y="16286"/>
                    <a:pt x="6848" y="16272"/>
                  </a:cubicBezTo>
                  <a:lnTo>
                    <a:pt x="6898" y="16232"/>
                  </a:lnTo>
                  <a:cubicBezTo>
                    <a:pt x="6904" y="16230"/>
                    <a:pt x="6908" y="16228"/>
                    <a:pt x="6909" y="16228"/>
                  </a:cubicBezTo>
                  <a:close/>
                  <a:moveTo>
                    <a:pt x="6661" y="16295"/>
                  </a:moveTo>
                  <a:cubicBezTo>
                    <a:pt x="6663" y="16303"/>
                    <a:pt x="6635" y="16320"/>
                    <a:pt x="6635" y="16320"/>
                  </a:cubicBezTo>
                  <a:lnTo>
                    <a:pt x="6606" y="16327"/>
                  </a:lnTo>
                  <a:cubicBezTo>
                    <a:pt x="6603" y="16320"/>
                    <a:pt x="6601" y="16311"/>
                    <a:pt x="6631" y="16303"/>
                  </a:cubicBezTo>
                  <a:cubicBezTo>
                    <a:pt x="6640" y="16301"/>
                    <a:pt x="6650" y="16298"/>
                    <a:pt x="6661" y="16295"/>
                  </a:cubicBezTo>
                  <a:close/>
                  <a:moveTo>
                    <a:pt x="5478" y="16306"/>
                  </a:moveTo>
                  <a:lnTo>
                    <a:pt x="5508" y="16317"/>
                  </a:lnTo>
                  <a:lnTo>
                    <a:pt x="5534" y="16335"/>
                  </a:lnTo>
                  <a:lnTo>
                    <a:pt x="5505" y="16325"/>
                  </a:lnTo>
                  <a:cubicBezTo>
                    <a:pt x="5476" y="16315"/>
                    <a:pt x="5476" y="16315"/>
                    <a:pt x="5478" y="16306"/>
                  </a:cubicBezTo>
                  <a:close/>
                  <a:moveTo>
                    <a:pt x="6048" y="16356"/>
                  </a:moveTo>
                  <a:cubicBezTo>
                    <a:pt x="6055" y="16356"/>
                    <a:pt x="6059" y="16357"/>
                    <a:pt x="6059" y="16360"/>
                  </a:cubicBezTo>
                  <a:cubicBezTo>
                    <a:pt x="6085" y="16361"/>
                    <a:pt x="6043" y="16366"/>
                    <a:pt x="6012" y="16366"/>
                  </a:cubicBezTo>
                  <a:cubicBezTo>
                    <a:pt x="6007" y="16366"/>
                    <a:pt x="6002" y="16366"/>
                    <a:pt x="5998" y="16366"/>
                  </a:cubicBezTo>
                  <a:lnTo>
                    <a:pt x="5999" y="16358"/>
                  </a:lnTo>
                  <a:cubicBezTo>
                    <a:pt x="6001" y="16358"/>
                    <a:pt x="6003" y="16358"/>
                    <a:pt x="6005" y="16358"/>
                  </a:cubicBezTo>
                  <a:cubicBezTo>
                    <a:pt x="6022" y="16358"/>
                    <a:pt x="6038" y="16356"/>
                    <a:pt x="6048" y="16356"/>
                  </a:cubicBezTo>
                  <a:close/>
                  <a:moveTo>
                    <a:pt x="5750" y="16370"/>
                  </a:moveTo>
                  <a:lnTo>
                    <a:pt x="5811" y="16380"/>
                  </a:lnTo>
                  <a:cubicBezTo>
                    <a:pt x="5810" y="16387"/>
                    <a:pt x="5809" y="16394"/>
                    <a:pt x="5792" y="16394"/>
                  </a:cubicBezTo>
                  <a:cubicBezTo>
                    <a:pt x="5788" y="16394"/>
                    <a:pt x="5783" y="16393"/>
                    <a:pt x="5777" y="16392"/>
                  </a:cubicBezTo>
                  <a:cubicBezTo>
                    <a:pt x="5773" y="16393"/>
                    <a:pt x="5770" y="16393"/>
                    <a:pt x="5767" y="16393"/>
                  </a:cubicBezTo>
                  <a:cubicBezTo>
                    <a:pt x="5739" y="16393"/>
                    <a:pt x="5719" y="16380"/>
                    <a:pt x="5750" y="16370"/>
                  </a:cubicBezTo>
                  <a:close/>
                  <a:moveTo>
                    <a:pt x="6244" y="16436"/>
                  </a:moveTo>
                  <a:cubicBezTo>
                    <a:pt x="6244" y="16436"/>
                    <a:pt x="6244" y="16442"/>
                    <a:pt x="6244" y="16449"/>
                  </a:cubicBezTo>
                  <a:lnTo>
                    <a:pt x="6244" y="16440"/>
                  </a:lnTo>
                  <a:cubicBezTo>
                    <a:pt x="6244" y="16437"/>
                    <a:pt x="6244" y="16436"/>
                    <a:pt x="6244" y="16436"/>
                  </a:cubicBezTo>
                  <a:close/>
                  <a:moveTo>
                    <a:pt x="721" y="0"/>
                  </a:moveTo>
                  <a:cubicBezTo>
                    <a:pt x="640" y="0"/>
                    <a:pt x="559" y="15"/>
                    <a:pt x="482" y="43"/>
                  </a:cubicBezTo>
                  <a:cubicBezTo>
                    <a:pt x="393" y="75"/>
                    <a:pt x="343" y="114"/>
                    <a:pt x="345" y="117"/>
                  </a:cubicBezTo>
                  <a:lnTo>
                    <a:pt x="305" y="143"/>
                  </a:lnTo>
                  <a:lnTo>
                    <a:pt x="287" y="157"/>
                  </a:lnTo>
                  <a:cubicBezTo>
                    <a:pt x="286" y="156"/>
                    <a:pt x="286" y="156"/>
                    <a:pt x="285" y="156"/>
                  </a:cubicBezTo>
                  <a:cubicBezTo>
                    <a:pt x="274" y="156"/>
                    <a:pt x="222" y="197"/>
                    <a:pt x="178" y="247"/>
                  </a:cubicBezTo>
                  <a:cubicBezTo>
                    <a:pt x="136" y="306"/>
                    <a:pt x="100" y="368"/>
                    <a:pt x="100" y="368"/>
                  </a:cubicBezTo>
                  <a:cubicBezTo>
                    <a:pt x="100" y="368"/>
                    <a:pt x="100" y="367"/>
                    <a:pt x="99" y="367"/>
                  </a:cubicBezTo>
                  <a:cubicBezTo>
                    <a:pt x="92" y="367"/>
                    <a:pt x="72" y="398"/>
                    <a:pt x="47" y="460"/>
                  </a:cubicBezTo>
                  <a:cubicBezTo>
                    <a:pt x="21" y="526"/>
                    <a:pt x="15" y="562"/>
                    <a:pt x="22" y="564"/>
                  </a:cubicBezTo>
                  <a:cubicBezTo>
                    <a:pt x="10" y="618"/>
                    <a:pt x="3" y="674"/>
                    <a:pt x="1" y="730"/>
                  </a:cubicBezTo>
                  <a:cubicBezTo>
                    <a:pt x="1" y="804"/>
                    <a:pt x="8" y="878"/>
                    <a:pt x="25" y="950"/>
                  </a:cubicBezTo>
                  <a:cubicBezTo>
                    <a:pt x="29" y="987"/>
                    <a:pt x="49" y="1018"/>
                    <a:pt x="72" y="1047"/>
                  </a:cubicBezTo>
                  <a:cubicBezTo>
                    <a:pt x="73" y="1046"/>
                    <a:pt x="73" y="1046"/>
                    <a:pt x="73" y="1046"/>
                  </a:cubicBezTo>
                  <a:cubicBezTo>
                    <a:pt x="82" y="1046"/>
                    <a:pt x="103" y="1073"/>
                    <a:pt x="121" y="1100"/>
                  </a:cubicBezTo>
                  <a:lnTo>
                    <a:pt x="106" y="1108"/>
                  </a:lnTo>
                  <a:cubicBezTo>
                    <a:pt x="96" y="1098"/>
                    <a:pt x="90" y="1092"/>
                    <a:pt x="88" y="1092"/>
                  </a:cubicBezTo>
                  <a:cubicBezTo>
                    <a:pt x="86" y="1092"/>
                    <a:pt x="94" y="1106"/>
                    <a:pt x="116" y="1142"/>
                  </a:cubicBezTo>
                  <a:lnTo>
                    <a:pt x="148" y="1193"/>
                  </a:lnTo>
                  <a:cubicBezTo>
                    <a:pt x="148" y="1193"/>
                    <a:pt x="148" y="1193"/>
                    <a:pt x="148" y="1193"/>
                  </a:cubicBezTo>
                  <a:cubicBezTo>
                    <a:pt x="157" y="1193"/>
                    <a:pt x="235" y="1320"/>
                    <a:pt x="343" y="1496"/>
                  </a:cubicBezTo>
                  <a:cubicBezTo>
                    <a:pt x="482" y="1722"/>
                    <a:pt x="530" y="1799"/>
                    <a:pt x="539" y="1799"/>
                  </a:cubicBezTo>
                  <a:cubicBezTo>
                    <a:pt x="539" y="1799"/>
                    <a:pt x="539" y="1799"/>
                    <a:pt x="539" y="1799"/>
                  </a:cubicBezTo>
                  <a:cubicBezTo>
                    <a:pt x="540" y="1799"/>
                    <a:pt x="540" y="1799"/>
                    <a:pt x="541" y="1799"/>
                  </a:cubicBezTo>
                  <a:cubicBezTo>
                    <a:pt x="549" y="1799"/>
                    <a:pt x="565" y="1826"/>
                    <a:pt x="602" y="1901"/>
                  </a:cubicBezTo>
                  <a:cubicBezTo>
                    <a:pt x="675" y="2067"/>
                    <a:pt x="675" y="2067"/>
                    <a:pt x="697" y="2089"/>
                  </a:cubicBezTo>
                  <a:cubicBezTo>
                    <a:pt x="681" y="2064"/>
                    <a:pt x="689" y="2059"/>
                    <a:pt x="696" y="2055"/>
                  </a:cubicBezTo>
                  <a:cubicBezTo>
                    <a:pt x="698" y="2054"/>
                    <a:pt x="700" y="2053"/>
                    <a:pt x="702" y="2053"/>
                  </a:cubicBezTo>
                  <a:cubicBezTo>
                    <a:pt x="715" y="2053"/>
                    <a:pt x="727" y="2076"/>
                    <a:pt x="727" y="2105"/>
                  </a:cubicBezTo>
                  <a:cubicBezTo>
                    <a:pt x="713" y="2114"/>
                    <a:pt x="956" y="2494"/>
                    <a:pt x="987" y="2512"/>
                  </a:cubicBezTo>
                  <a:lnTo>
                    <a:pt x="980" y="2515"/>
                  </a:lnTo>
                  <a:cubicBezTo>
                    <a:pt x="972" y="2519"/>
                    <a:pt x="988" y="2545"/>
                    <a:pt x="1051" y="2647"/>
                  </a:cubicBezTo>
                  <a:lnTo>
                    <a:pt x="1098" y="2725"/>
                  </a:lnTo>
                  <a:cubicBezTo>
                    <a:pt x="1098" y="2724"/>
                    <a:pt x="1099" y="2724"/>
                    <a:pt x="1099" y="2724"/>
                  </a:cubicBezTo>
                  <a:cubicBezTo>
                    <a:pt x="1118" y="2724"/>
                    <a:pt x="1198" y="2874"/>
                    <a:pt x="1191" y="2878"/>
                  </a:cubicBezTo>
                  <a:cubicBezTo>
                    <a:pt x="1199" y="2908"/>
                    <a:pt x="1199" y="2908"/>
                    <a:pt x="1229" y="2958"/>
                  </a:cubicBezTo>
                  <a:cubicBezTo>
                    <a:pt x="1289" y="3026"/>
                    <a:pt x="1355" y="3161"/>
                    <a:pt x="1347" y="3164"/>
                  </a:cubicBezTo>
                  <a:lnTo>
                    <a:pt x="1376" y="3217"/>
                  </a:lnTo>
                  <a:cubicBezTo>
                    <a:pt x="1397" y="3238"/>
                    <a:pt x="1425" y="3291"/>
                    <a:pt x="1440" y="3317"/>
                  </a:cubicBezTo>
                  <a:cubicBezTo>
                    <a:pt x="1471" y="3374"/>
                    <a:pt x="1486" y="3404"/>
                    <a:pt x="1490" y="3404"/>
                  </a:cubicBezTo>
                  <a:cubicBezTo>
                    <a:pt x="1491" y="3404"/>
                    <a:pt x="1491" y="3400"/>
                    <a:pt x="1489" y="3392"/>
                  </a:cubicBezTo>
                  <a:cubicBezTo>
                    <a:pt x="1491" y="3391"/>
                    <a:pt x="1494" y="3390"/>
                    <a:pt x="1497" y="3390"/>
                  </a:cubicBezTo>
                  <a:cubicBezTo>
                    <a:pt x="1502" y="3390"/>
                    <a:pt x="1508" y="3394"/>
                    <a:pt x="1517" y="3411"/>
                  </a:cubicBezTo>
                  <a:lnTo>
                    <a:pt x="1509" y="3416"/>
                  </a:lnTo>
                  <a:cubicBezTo>
                    <a:pt x="1502" y="3419"/>
                    <a:pt x="1543" y="3498"/>
                    <a:pt x="1596" y="3605"/>
                  </a:cubicBezTo>
                  <a:cubicBezTo>
                    <a:pt x="1661" y="3739"/>
                    <a:pt x="1685" y="3793"/>
                    <a:pt x="1690" y="3823"/>
                  </a:cubicBezTo>
                  <a:lnTo>
                    <a:pt x="1710" y="3846"/>
                  </a:lnTo>
                  <a:cubicBezTo>
                    <a:pt x="1730" y="3871"/>
                    <a:pt x="1743" y="3898"/>
                    <a:pt x="1735" y="3901"/>
                  </a:cubicBezTo>
                  <a:cubicBezTo>
                    <a:pt x="1739" y="3932"/>
                    <a:pt x="1786" y="4041"/>
                    <a:pt x="1818" y="4092"/>
                  </a:cubicBezTo>
                  <a:lnTo>
                    <a:pt x="1840" y="4147"/>
                  </a:lnTo>
                  <a:cubicBezTo>
                    <a:pt x="1836" y="4181"/>
                    <a:pt x="1869" y="4263"/>
                    <a:pt x="1896" y="4285"/>
                  </a:cubicBezTo>
                  <a:cubicBezTo>
                    <a:pt x="1889" y="4287"/>
                    <a:pt x="1900" y="4315"/>
                    <a:pt x="1910" y="4342"/>
                  </a:cubicBezTo>
                  <a:cubicBezTo>
                    <a:pt x="1940" y="4395"/>
                    <a:pt x="1982" y="4507"/>
                    <a:pt x="1974" y="4509"/>
                  </a:cubicBezTo>
                  <a:lnTo>
                    <a:pt x="1984" y="4537"/>
                  </a:lnTo>
                  <a:cubicBezTo>
                    <a:pt x="2001" y="4562"/>
                    <a:pt x="2013" y="4590"/>
                    <a:pt x="2022" y="4618"/>
                  </a:cubicBezTo>
                  <a:cubicBezTo>
                    <a:pt x="2031" y="4647"/>
                    <a:pt x="2043" y="4674"/>
                    <a:pt x="2059" y="4700"/>
                  </a:cubicBezTo>
                  <a:cubicBezTo>
                    <a:pt x="2071" y="4717"/>
                    <a:pt x="2080" y="4735"/>
                    <a:pt x="2087" y="4754"/>
                  </a:cubicBezTo>
                  <a:cubicBezTo>
                    <a:pt x="2090" y="4763"/>
                    <a:pt x="2090" y="4766"/>
                    <a:pt x="2089" y="4766"/>
                  </a:cubicBezTo>
                  <a:cubicBezTo>
                    <a:pt x="2086" y="4766"/>
                    <a:pt x="2074" y="4748"/>
                    <a:pt x="2061" y="4730"/>
                  </a:cubicBezTo>
                  <a:cubicBezTo>
                    <a:pt x="2055" y="4719"/>
                    <a:pt x="2052" y="4714"/>
                    <a:pt x="2051" y="4714"/>
                  </a:cubicBezTo>
                  <a:cubicBezTo>
                    <a:pt x="2047" y="4714"/>
                    <a:pt x="2073" y="4778"/>
                    <a:pt x="2107" y="4842"/>
                  </a:cubicBezTo>
                  <a:cubicBezTo>
                    <a:pt x="2132" y="4886"/>
                    <a:pt x="2142" y="4905"/>
                    <a:pt x="2141" y="4905"/>
                  </a:cubicBezTo>
                  <a:cubicBezTo>
                    <a:pt x="2140" y="4905"/>
                    <a:pt x="2132" y="4893"/>
                    <a:pt x="2116" y="4870"/>
                  </a:cubicBezTo>
                  <a:cubicBezTo>
                    <a:pt x="2106" y="4855"/>
                    <a:pt x="2096" y="4840"/>
                    <a:pt x="2094" y="4840"/>
                  </a:cubicBezTo>
                  <a:cubicBezTo>
                    <a:pt x="2093" y="4840"/>
                    <a:pt x="2096" y="4849"/>
                    <a:pt x="2107" y="4872"/>
                  </a:cubicBezTo>
                  <a:cubicBezTo>
                    <a:pt x="2107" y="4872"/>
                    <a:pt x="2125" y="4926"/>
                    <a:pt x="2133" y="4926"/>
                  </a:cubicBezTo>
                  <a:cubicBezTo>
                    <a:pt x="2134" y="4926"/>
                    <a:pt x="2134" y="4926"/>
                    <a:pt x="2134" y="4926"/>
                  </a:cubicBezTo>
                  <a:lnTo>
                    <a:pt x="2161" y="5011"/>
                  </a:lnTo>
                  <a:cubicBezTo>
                    <a:pt x="2167" y="5050"/>
                    <a:pt x="2176" y="5089"/>
                    <a:pt x="2187" y="5128"/>
                  </a:cubicBezTo>
                  <a:cubicBezTo>
                    <a:pt x="2204" y="5153"/>
                    <a:pt x="2204" y="5153"/>
                    <a:pt x="2204" y="5185"/>
                  </a:cubicBezTo>
                  <a:cubicBezTo>
                    <a:pt x="2196" y="5187"/>
                    <a:pt x="2203" y="5211"/>
                    <a:pt x="2217" y="5211"/>
                  </a:cubicBezTo>
                  <a:cubicBezTo>
                    <a:pt x="2218" y="5211"/>
                    <a:pt x="2219" y="5211"/>
                    <a:pt x="2221" y="5211"/>
                  </a:cubicBezTo>
                  <a:cubicBezTo>
                    <a:pt x="2236" y="5236"/>
                    <a:pt x="2244" y="5267"/>
                    <a:pt x="2244" y="5297"/>
                  </a:cubicBezTo>
                  <a:cubicBezTo>
                    <a:pt x="2228" y="5301"/>
                    <a:pt x="2235" y="5327"/>
                    <a:pt x="2242" y="5327"/>
                  </a:cubicBezTo>
                  <a:cubicBezTo>
                    <a:pt x="2242" y="5327"/>
                    <a:pt x="2243" y="5327"/>
                    <a:pt x="2243" y="5327"/>
                  </a:cubicBezTo>
                  <a:cubicBezTo>
                    <a:pt x="2254" y="5345"/>
                    <a:pt x="2262" y="5363"/>
                    <a:pt x="2268" y="5383"/>
                  </a:cubicBezTo>
                  <a:cubicBezTo>
                    <a:pt x="2263" y="5384"/>
                    <a:pt x="2278" y="5450"/>
                    <a:pt x="2301" y="5547"/>
                  </a:cubicBezTo>
                  <a:cubicBezTo>
                    <a:pt x="2324" y="5645"/>
                    <a:pt x="2355" y="5775"/>
                    <a:pt x="2381" y="5906"/>
                  </a:cubicBezTo>
                  <a:cubicBezTo>
                    <a:pt x="2386" y="5935"/>
                    <a:pt x="2401" y="5961"/>
                    <a:pt x="2410" y="5961"/>
                  </a:cubicBezTo>
                  <a:cubicBezTo>
                    <a:pt x="2410" y="5961"/>
                    <a:pt x="2410" y="5961"/>
                    <a:pt x="2410" y="5961"/>
                  </a:cubicBezTo>
                  <a:cubicBezTo>
                    <a:pt x="2414" y="5960"/>
                    <a:pt x="2416" y="5960"/>
                    <a:pt x="2418" y="5960"/>
                  </a:cubicBezTo>
                  <a:cubicBezTo>
                    <a:pt x="2423" y="5960"/>
                    <a:pt x="2418" y="5966"/>
                    <a:pt x="2416" y="5990"/>
                  </a:cubicBezTo>
                  <a:cubicBezTo>
                    <a:pt x="2401" y="6017"/>
                    <a:pt x="2405" y="6060"/>
                    <a:pt x="2417" y="6060"/>
                  </a:cubicBezTo>
                  <a:cubicBezTo>
                    <a:pt x="2420" y="6060"/>
                    <a:pt x="2424" y="6057"/>
                    <a:pt x="2428" y="6050"/>
                  </a:cubicBezTo>
                  <a:cubicBezTo>
                    <a:pt x="2432" y="6036"/>
                    <a:pt x="2435" y="6028"/>
                    <a:pt x="2436" y="6028"/>
                  </a:cubicBezTo>
                  <a:lnTo>
                    <a:pt x="2436" y="6028"/>
                  </a:lnTo>
                  <a:cubicBezTo>
                    <a:pt x="2437" y="6028"/>
                    <a:pt x="2436" y="6043"/>
                    <a:pt x="2434" y="6079"/>
                  </a:cubicBezTo>
                  <a:cubicBezTo>
                    <a:pt x="2430" y="6109"/>
                    <a:pt x="2430" y="6109"/>
                    <a:pt x="2445" y="6137"/>
                  </a:cubicBezTo>
                  <a:cubicBezTo>
                    <a:pt x="2445" y="6137"/>
                    <a:pt x="2445" y="6137"/>
                    <a:pt x="2445" y="6137"/>
                  </a:cubicBezTo>
                  <a:cubicBezTo>
                    <a:pt x="2453" y="6137"/>
                    <a:pt x="2458" y="6165"/>
                    <a:pt x="2451" y="6167"/>
                  </a:cubicBezTo>
                  <a:cubicBezTo>
                    <a:pt x="2448" y="6197"/>
                    <a:pt x="2445" y="6228"/>
                    <a:pt x="2453" y="6228"/>
                  </a:cubicBezTo>
                  <a:cubicBezTo>
                    <a:pt x="2454" y="6228"/>
                    <a:pt x="2454" y="6228"/>
                    <a:pt x="2454" y="6228"/>
                  </a:cubicBezTo>
                  <a:cubicBezTo>
                    <a:pt x="2457" y="6247"/>
                    <a:pt x="2458" y="6268"/>
                    <a:pt x="2456" y="6289"/>
                  </a:cubicBezTo>
                  <a:cubicBezTo>
                    <a:pt x="2454" y="6319"/>
                    <a:pt x="2468" y="6347"/>
                    <a:pt x="2482" y="6375"/>
                  </a:cubicBezTo>
                  <a:cubicBezTo>
                    <a:pt x="2508" y="6441"/>
                    <a:pt x="2518" y="6473"/>
                    <a:pt x="2511" y="6473"/>
                  </a:cubicBezTo>
                  <a:cubicBezTo>
                    <a:pt x="2509" y="6473"/>
                    <a:pt x="2505" y="6470"/>
                    <a:pt x="2500" y="6464"/>
                  </a:cubicBezTo>
                  <a:cubicBezTo>
                    <a:pt x="2498" y="6461"/>
                    <a:pt x="2497" y="6460"/>
                    <a:pt x="2495" y="6460"/>
                  </a:cubicBezTo>
                  <a:cubicBezTo>
                    <a:pt x="2484" y="6460"/>
                    <a:pt x="2516" y="6586"/>
                    <a:pt x="2537" y="6609"/>
                  </a:cubicBezTo>
                  <a:cubicBezTo>
                    <a:pt x="2559" y="6636"/>
                    <a:pt x="2559" y="6636"/>
                    <a:pt x="2550" y="6637"/>
                  </a:cubicBezTo>
                  <a:cubicBezTo>
                    <a:pt x="2543" y="6640"/>
                    <a:pt x="2548" y="6669"/>
                    <a:pt x="2548" y="6669"/>
                  </a:cubicBezTo>
                  <a:cubicBezTo>
                    <a:pt x="2554" y="6698"/>
                    <a:pt x="2559" y="6728"/>
                    <a:pt x="2551" y="6729"/>
                  </a:cubicBezTo>
                  <a:cubicBezTo>
                    <a:pt x="2558" y="6759"/>
                    <a:pt x="2566" y="6788"/>
                    <a:pt x="2577" y="6817"/>
                  </a:cubicBezTo>
                  <a:cubicBezTo>
                    <a:pt x="2605" y="6873"/>
                    <a:pt x="2614" y="6963"/>
                    <a:pt x="2603" y="6995"/>
                  </a:cubicBezTo>
                  <a:lnTo>
                    <a:pt x="2623" y="7053"/>
                  </a:lnTo>
                  <a:cubicBezTo>
                    <a:pt x="2646" y="7079"/>
                    <a:pt x="2659" y="7107"/>
                    <a:pt x="2642" y="7110"/>
                  </a:cubicBezTo>
                  <a:lnTo>
                    <a:pt x="2634" y="7112"/>
                  </a:lnTo>
                  <a:cubicBezTo>
                    <a:pt x="2657" y="7138"/>
                    <a:pt x="2672" y="7258"/>
                    <a:pt x="2655" y="7260"/>
                  </a:cubicBezTo>
                  <a:cubicBezTo>
                    <a:pt x="2646" y="7262"/>
                    <a:pt x="2646" y="7262"/>
                    <a:pt x="2652" y="7291"/>
                  </a:cubicBezTo>
                  <a:lnTo>
                    <a:pt x="2660" y="7290"/>
                  </a:lnTo>
                  <a:cubicBezTo>
                    <a:pt x="2662" y="7290"/>
                    <a:pt x="2664" y="7290"/>
                    <a:pt x="2666" y="7290"/>
                  </a:cubicBezTo>
                  <a:cubicBezTo>
                    <a:pt x="2673" y="7290"/>
                    <a:pt x="2678" y="7294"/>
                    <a:pt x="2683" y="7317"/>
                  </a:cubicBezTo>
                  <a:cubicBezTo>
                    <a:pt x="2688" y="7346"/>
                    <a:pt x="2694" y="7376"/>
                    <a:pt x="2686" y="7377"/>
                  </a:cubicBezTo>
                  <a:cubicBezTo>
                    <a:pt x="2684" y="7407"/>
                    <a:pt x="2681" y="7437"/>
                    <a:pt x="2689" y="7437"/>
                  </a:cubicBezTo>
                  <a:cubicBezTo>
                    <a:pt x="2689" y="7437"/>
                    <a:pt x="2689" y="7437"/>
                    <a:pt x="2689" y="7437"/>
                  </a:cubicBezTo>
                  <a:cubicBezTo>
                    <a:pt x="2693" y="7457"/>
                    <a:pt x="2694" y="7478"/>
                    <a:pt x="2692" y="7498"/>
                  </a:cubicBezTo>
                  <a:cubicBezTo>
                    <a:pt x="2698" y="7527"/>
                    <a:pt x="2704" y="7557"/>
                    <a:pt x="2715" y="7616"/>
                  </a:cubicBezTo>
                  <a:cubicBezTo>
                    <a:pt x="2729" y="7644"/>
                    <a:pt x="2741" y="7703"/>
                    <a:pt x="2732" y="7704"/>
                  </a:cubicBezTo>
                  <a:cubicBezTo>
                    <a:pt x="2738" y="7735"/>
                    <a:pt x="2747" y="7764"/>
                    <a:pt x="2758" y="7792"/>
                  </a:cubicBezTo>
                  <a:cubicBezTo>
                    <a:pt x="2769" y="7851"/>
                    <a:pt x="2775" y="7880"/>
                    <a:pt x="2767" y="7882"/>
                  </a:cubicBezTo>
                  <a:cubicBezTo>
                    <a:pt x="2758" y="7883"/>
                    <a:pt x="2758" y="7883"/>
                    <a:pt x="2772" y="7911"/>
                  </a:cubicBezTo>
                  <a:cubicBezTo>
                    <a:pt x="2773" y="7911"/>
                    <a:pt x="2773" y="7911"/>
                    <a:pt x="2773" y="7911"/>
                  </a:cubicBezTo>
                  <a:cubicBezTo>
                    <a:pt x="2782" y="7911"/>
                    <a:pt x="2787" y="7939"/>
                    <a:pt x="2793" y="7969"/>
                  </a:cubicBezTo>
                  <a:cubicBezTo>
                    <a:pt x="2798" y="7998"/>
                    <a:pt x="2804" y="8027"/>
                    <a:pt x="2804" y="8027"/>
                  </a:cubicBezTo>
                  <a:cubicBezTo>
                    <a:pt x="2805" y="8027"/>
                    <a:pt x="2807" y="8027"/>
                    <a:pt x="2808" y="8027"/>
                  </a:cubicBezTo>
                  <a:cubicBezTo>
                    <a:pt x="2813" y="8027"/>
                    <a:pt x="2814" y="8031"/>
                    <a:pt x="2818" y="8055"/>
                  </a:cubicBezTo>
                  <a:cubicBezTo>
                    <a:pt x="2824" y="8086"/>
                    <a:pt x="2833" y="8175"/>
                    <a:pt x="2839" y="8205"/>
                  </a:cubicBezTo>
                  <a:cubicBezTo>
                    <a:pt x="2849" y="8261"/>
                    <a:pt x="2853" y="8281"/>
                    <a:pt x="2855" y="8281"/>
                  </a:cubicBezTo>
                  <a:cubicBezTo>
                    <a:pt x="2856" y="8281"/>
                    <a:pt x="2857" y="8274"/>
                    <a:pt x="2858" y="8263"/>
                  </a:cubicBezTo>
                  <a:cubicBezTo>
                    <a:pt x="2855" y="8250"/>
                    <a:pt x="2856" y="8243"/>
                    <a:pt x="2857" y="8243"/>
                  </a:cubicBezTo>
                  <a:cubicBezTo>
                    <a:pt x="2859" y="8243"/>
                    <a:pt x="2863" y="8257"/>
                    <a:pt x="2864" y="8292"/>
                  </a:cubicBezTo>
                  <a:cubicBezTo>
                    <a:pt x="2870" y="8321"/>
                    <a:pt x="2879" y="8411"/>
                    <a:pt x="2896" y="8500"/>
                  </a:cubicBezTo>
                  <a:cubicBezTo>
                    <a:pt x="2916" y="8607"/>
                    <a:pt x="2918" y="8616"/>
                    <a:pt x="2925" y="8616"/>
                  </a:cubicBezTo>
                  <a:cubicBezTo>
                    <a:pt x="2926" y="8616"/>
                    <a:pt x="2926" y="8616"/>
                    <a:pt x="2927" y="8616"/>
                  </a:cubicBezTo>
                  <a:cubicBezTo>
                    <a:pt x="2931" y="8606"/>
                    <a:pt x="2934" y="8602"/>
                    <a:pt x="2936" y="8602"/>
                  </a:cubicBezTo>
                  <a:cubicBezTo>
                    <a:pt x="2940" y="8602"/>
                    <a:pt x="2941" y="8624"/>
                    <a:pt x="2933" y="8645"/>
                  </a:cubicBezTo>
                  <a:cubicBezTo>
                    <a:pt x="2927" y="8707"/>
                    <a:pt x="2933" y="8736"/>
                    <a:pt x="2941" y="8736"/>
                  </a:cubicBezTo>
                  <a:cubicBezTo>
                    <a:pt x="2942" y="8736"/>
                    <a:pt x="2942" y="8736"/>
                    <a:pt x="2942" y="8736"/>
                  </a:cubicBezTo>
                  <a:cubicBezTo>
                    <a:pt x="2952" y="8753"/>
                    <a:pt x="2959" y="8773"/>
                    <a:pt x="2962" y="8794"/>
                  </a:cubicBezTo>
                  <a:cubicBezTo>
                    <a:pt x="2953" y="8795"/>
                    <a:pt x="2959" y="8825"/>
                    <a:pt x="2979" y="8882"/>
                  </a:cubicBezTo>
                  <a:cubicBezTo>
                    <a:pt x="2984" y="8911"/>
                    <a:pt x="2984" y="8911"/>
                    <a:pt x="2977" y="8914"/>
                  </a:cubicBezTo>
                  <a:cubicBezTo>
                    <a:pt x="2977" y="8914"/>
                    <a:pt x="2982" y="8943"/>
                    <a:pt x="2988" y="8972"/>
                  </a:cubicBezTo>
                  <a:cubicBezTo>
                    <a:pt x="3016" y="9028"/>
                    <a:pt x="3042" y="9206"/>
                    <a:pt x="3039" y="9238"/>
                  </a:cubicBezTo>
                  <a:cubicBezTo>
                    <a:pt x="3044" y="9258"/>
                    <a:pt x="3051" y="9277"/>
                    <a:pt x="3060" y="9295"/>
                  </a:cubicBezTo>
                  <a:cubicBezTo>
                    <a:pt x="3082" y="9322"/>
                    <a:pt x="3088" y="9351"/>
                    <a:pt x="3071" y="9354"/>
                  </a:cubicBezTo>
                  <a:cubicBezTo>
                    <a:pt x="3054" y="9357"/>
                    <a:pt x="3054" y="9357"/>
                    <a:pt x="3076" y="9384"/>
                  </a:cubicBezTo>
                  <a:cubicBezTo>
                    <a:pt x="3090" y="9409"/>
                    <a:pt x="3115" y="9536"/>
                    <a:pt x="3101" y="9536"/>
                  </a:cubicBezTo>
                  <a:cubicBezTo>
                    <a:pt x="3100" y="9536"/>
                    <a:pt x="3099" y="9535"/>
                    <a:pt x="3097" y="9533"/>
                  </a:cubicBezTo>
                  <a:lnTo>
                    <a:pt x="3080" y="9536"/>
                  </a:lnTo>
                  <a:cubicBezTo>
                    <a:pt x="3089" y="9554"/>
                    <a:pt x="3096" y="9573"/>
                    <a:pt x="3100" y="9593"/>
                  </a:cubicBezTo>
                  <a:cubicBezTo>
                    <a:pt x="3100" y="9593"/>
                    <a:pt x="3100" y="9593"/>
                    <a:pt x="3100" y="9593"/>
                  </a:cubicBezTo>
                  <a:cubicBezTo>
                    <a:pt x="3108" y="9593"/>
                    <a:pt x="3114" y="9623"/>
                    <a:pt x="3131" y="9710"/>
                  </a:cubicBezTo>
                  <a:lnTo>
                    <a:pt x="3185" y="9944"/>
                  </a:lnTo>
                  <a:cubicBezTo>
                    <a:pt x="3197" y="10004"/>
                    <a:pt x="3214" y="10093"/>
                    <a:pt x="3211" y="10123"/>
                  </a:cubicBezTo>
                  <a:cubicBezTo>
                    <a:pt x="3219" y="10163"/>
                    <a:pt x="3229" y="10201"/>
                    <a:pt x="3243" y="10240"/>
                  </a:cubicBezTo>
                  <a:cubicBezTo>
                    <a:pt x="3257" y="10268"/>
                    <a:pt x="3268" y="10327"/>
                    <a:pt x="3260" y="10328"/>
                  </a:cubicBezTo>
                  <a:lnTo>
                    <a:pt x="3266" y="10357"/>
                  </a:lnTo>
                  <a:cubicBezTo>
                    <a:pt x="3276" y="10386"/>
                    <a:pt x="3285" y="10416"/>
                    <a:pt x="3292" y="10445"/>
                  </a:cubicBezTo>
                  <a:cubicBezTo>
                    <a:pt x="3283" y="10446"/>
                    <a:pt x="3281" y="10477"/>
                    <a:pt x="3295" y="10505"/>
                  </a:cubicBezTo>
                  <a:cubicBezTo>
                    <a:pt x="3295" y="10505"/>
                    <a:pt x="3296" y="10505"/>
                    <a:pt x="3296" y="10505"/>
                  </a:cubicBezTo>
                  <a:cubicBezTo>
                    <a:pt x="3303" y="10505"/>
                    <a:pt x="3309" y="10535"/>
                    <a:pt x="3320" y="10593"/>
                  </a:cubicBezTo>
                  <a:cubicBezTo>
                    <a:pt x="3322" y="10623"/>
                    <a:pt x="3370" y="10881"/>
                    <a:pt x="3419" y="11132"/>
                  </a:cubicBezTo>
                  <a:cubicBezTo>
                    <a:pt x="3443" y="11257"/>
                    <a:pt x="3468" y="11380"/>
                    <a:pt x="3487" y="11473"/>
                  </a:cubicBezTo>
                  <a:cubicBezTo>
                    <a:pt x="3497" y="11519"/>
                    <a:pt x="3505" y="11558"/>
                    <a:pt x="3511" y="11583"/>
                  </a:cubicBezTo>
                  <a:cubicBezTo>
                    <a:pt x="3513" y="11598"/>
                    <a:pt x="3516" y="11611"/>
                    <a:pt x="3522" y="11625"/>
                  </a:cubicBezTo>
                  <a:cubicBezTo>
                    <a:pt x="3522" y="11625"/>
                    <a:pt x="3527" y="11655"/>
                    <a:pt x="3539" y="11714"/>
                  </a:cubicBezTo>
                  <a:cubicBezTo>
                    <a:pt x="3544" y="11744"/>
                    <a:pt x="3555" y="11802"/>
                    <a:pt x="3555" y="11802"/>
                  </a:cubicBezTo>
                  <a:cubicBezTo>
                    <a:pt x="3539" y="11806"/>
                    <a:pt x="3576" y="11951"/>
                    <a:pt x="3601" y="12039"/>
                  </a:cubicBezTo>
                  <a:cubicBezTo>
                    <a:pt x="3614" y="12066"/>
                    <a:pt x="3623" y="12096"/>
                    <a:pt x="3627" y="12125"/>
                  </a:cubicBezTo>
                  <a:cubicBezTo>
                    <a:pt x="3610" y="12129"/>
                    <a:pt x="3627" y="12217"/>
                    <a:pt x="3647" y="12274"/>
                  </a:cubicBezTo>
                  <a:cubicBezTo>
                    <a:pt x="3670" y="12301"/>
                    <a:pt x="3676" y="12331"/>
                    <a:pt x="3659" y="12334"/>
                  </a:cubicBezTo>
                  <a:cubicBezTo>
                    <a:pt x="3642" y="12336"/>
                    <a:pt x="3654" y="12396"/>
                    <a:pt x="3690" y="12451"/>
                  </a:cubicBezTo>
                  <a:cubicBezTo>
                    <a:pt x="3705" y="12479"/>
                    <a:pt x="3705" y="12479"/>
                    <a:pt x="3702" y="12509"/>
                  </a:cubicBezTo>
                  <a:cubicBezTo>
                    <a:pt x="3692" y="12540"/>
                    <a:pt x="3696" y="12570"/>
                    <a:pt x="3704" y="12570"/>
                  </a:cubicBezTo>
                  <a:cubicBezTo>
                    <a:pt x="3704" y="12570"/>
                    <a:pt x="3704" y="12570"/>
                    <a:pt x="3705" y="12569"/>
                  </a:cubicBezTo>
                  <a:cubicBezTo>
                    <a:pt x="3727" y="12594"/>
                    <a:pt x="3734" y="12628"/>
                    <a:pt x="3723" y="12658"/>
                  </a:cubicBezTo>
                  <a:cubicBezTo>
                    <a:pt x="3717" y="12720"/>
                    <a:pt x="3717" y="12720"/>
                    <a:pt x="3739" y="12747"/>
                  </a:cubicBezTo>
                  <a:cubicBezTo>
                    <a:pt x="3762" y="12774"/>
                    <a:pt x="3785" y="12891"/>
                    <a:pt x="3774" y="12924"/>
                  </a:cubicBezTo>
                  <a:cubicBezTo>
                    <a:pt x="3780" y="12953"/>
                    <a:pt x="3778" y="12983"/>
                    <a:pt x="3785" y="12983"/>
                  </a:cubicBezTo>
                  <a:cubicBezTo>
                    <a:pt x="3785" y="12983"/>
                    <a:pt x="3785" y="12983"/>
                    <a:pt x="3785" y="12983"/>
                  </a:cubicBezTo>
                  <a:lnTo>
                    <a:pt x="3785" y="12983"/>
                  </a:lnTo>
                  <a:lnTo>
                    <a:pt x="3783" y="13014"/>
                  </a:lnTo>
                  <a:cubicBezTo>
                    <a:pt x="3789" y="13044"/>
                    <a:pt x="3794" y="13073"/>
                    <a:pt x="3794" y="13073"/>
                  </a:cubicBezTo>
                  <a:lnTo>
                    <a:pt x="3802" y="13072"/>
                  </a:lnTo>
                  <a:cubicBezTo>
                    <a:pt x="3809" y="13101"/>
                    <a:pt x="3835" y="13280"/>
                    <a:pt x="3875" y="13486"/>
                  </a:cubicBezTo>
                  <a:cubicBezTo>
                    <a:pt x="3929" y="13763"/>
                    <a:pt x="3945" y="13846"/>
                    <a:pt x="3950" y="13846"/>
                  </a:cubicBezTo>
                  <a:cubicBezTo>
                    <a:pt x="3951" y="13846"/>
                    <a:pt x="3952" y="13844"/>
                    <a:pt x="3953" y="13839"/>
                  </a:cubicBezTo>
                  <a:cubicBezTo>
                    <a:pt x="3955" y="13833"/>
                    <a:pt x="3957" y="13830"/>
                    <a:pt x="3959" y="13830"/>
                  </a:cubicBezTo>
                  <a:cubicBezTo>
                    <a:pt x="3967" y="13830"/>
                    <a:pt x="3973" y="13872"/>
                    <a:pt x="3964" y="13898"/>
                  </a:cubicBezTo>
                  <a:cubicBezTo>
                    <a:pt x="3969" y="13927"/>
                    <a:pt x="3973" y="13987"/>
                    <a:pt x="3984" y="14047"/>
                  </a:cubicBezTo>
                  <a:cubicBezTo>
                    <a:pt x="3995" y="14106"/>
                    <a:pt x="4006" y="14165"/>
                    <a:pt x="3999" y="14167"/>
                  </a:cubicBezTo>
                  <a:lnTo>
                    <a:pt x="4004" y="14196"/>
                  </a:lnTo>
                  <a:cubicBezTo>
                    <a:pt x="4032" y="14252"/>
                    <a:pt x="4067" y="14429"/>
                    <a:pt x="4076" y="14519"/>
                  </a:cubicBezTo>
                  <a:cubicBezTo>
                    <a:pt x="4084" y="14568"/>
                    <a:pt x="4096" y="14618"/>
                    <a:pt x="4113" y="14665"/>
                  </a:cubicBezTo>
                  <a:cubicBezTo>
                    <a:pt x="4133" y="14723"/>
                    <a:pt x="4133" y="14723"/>
                    <a:pt x="4130" y="14754"/>
                  </a:cubicBezTo>
                  <a:cubicBezTo>
                    <a:pt x="4125" y="14755"/>
                    <a:pt x="4130" y="14800"/>
                    <a:pt x="4138" y="14844"/>
                  </a:cubicBezTo>
                  <a:cubicBezTo>
                    <a:pt x="4147" y="14890"/>
                    <a:pt x="4160" y="14935"/>
                    <a:pt x="4168" y="14935"/>
                  </a:cubicBezTo>
                  <a:cubicBezTo>
                    <a:pt x="4168" y="14935"/>
                    <a:pt x="4168" y="14935"/>
                    <a:pt x="4168" y="14935"/>
                  </a:cubicBezTo>
                  <a:lnTo>
                    <a:pt x="4168" y="14935"/>
                  </a:lnTo>
                  <a:lnTo>
                    <a:pt x="4167" y="14968"/>
                  </a:lnTo>
                  <a:cubicBezTo>
                    <a:pt x="4166" y="14999"/>
                    <a:pt x="4183" y="15027"/>
                    <a:pt x="4192" y="15027"/>
                  </a:cubicBezTo>
                  <a:cubicBezTo>
                    <a:pt x="4192" y="15027"/>
                    <a:pt x="4192" y="15027"/>
                    <a:pt x="4193" y="15027"/>
                  </a:cubicBezTo>
                  <a:cubicBezTo>
                    <a:pt x="4194" y="15027"/>
                    <a:pt x="4195" y="15027"/>
                    <a:pt x="4196" y="15027"/>
                  </a:cubicBezTo>
                  <a:cubicBezTo>
                    <a:pt x="4211" y="15027"/>
                    <a:pt x="4217" y="15056"/>
                    <a:pt x="4203" y="15090"/>
                  </a:cubicBezTo>
                  <a:cubicBezTo>
                    <a:pt x="4188" y="15094"/>
                    <a:pt x="4195" y="15124"/>
                    <a:pt x="4203" y="15124"/>
                  </a:cubicBezTo>
                  <a:cubicBezTo>
                    <a:pt x="4203" y="15124"/>
                    <a:pt x="4204" y="15124"/>
                    <a:pt x="4204" y="15124"/>
                  </a:cubicBezTo>
                  <a:cubicBezTo>
                    <a:pt x="4224" y="15151"/>
                    <a:pt x="4243" y="15178"/>
                    <a:pt x="4246" y="15210"/>
                  </a:cubicBezTo>
                  <a:cubicBezTo>
                    <a:pt x="4256" y="15237"/>
                    <a:pt x="4268" y="15264"/>
                    <a:pt x="4282" y="15264"/>
                  </a:cubicBezTo>
                  <a:cubicBezTo>
                    <a:pt x="4284" y="15264"/>
                    <a:pt x="4285" y="15264"/>
                    <a:pt x="4287" y="15263"/>
                  </a:cubicBezTo>
                  <a:cubicBezTo>
                    <a:pt x="4287" y="15263"/>
                    <a:pt x="4288" y="15263"/>
                    <a:pt x="4288" y="15263"/>
                  </a:cubicBezTo>
                  <a:cubicBezTo>
                    <a:pt x="4296" y="15263"/>
                    <a:pt x="4308" y="15290"/>
                    <a:pt x="4321" y="15317"/>
                  </a:cubicBezTo>
                  <a:cubicBezTo>
                    <a:pt x="4318" y="15318"/>
                    <a:pt x="4317" y="15318"/>
                    <a:pt x="4315" y="15318"/>
                  </a:cubicBezTo>
                  <a:cubicBezTo>
                    <a:pt x="4311" y="15318"/>
                    <a:pt x="4307" y="15314"/>
                    <a:pt x="4292" y="15297"/>
                  </a:cubicBezTo>
                  <a:lnTo>
                    <a:pt x="4292" y="15297"/>
                  </a:lnTo>
                  <a:cubicBezTo>
                    <a:pt x="4298" y="15308"/>
                    <a:pt x="4307" y="15328"/>
                    <a:pt x="4318" y="15353"/>
                  </a:cubicBezTo>
                  <a:cubicBezTo>
                    <a:pt x="4333" y="15381"/>
                    <a:pt x="4356" y="15440"/>
                    <a:pt x="4349" y="15445"/>
                  </a:cubicBezTo>
                  <a:cubicBezTo>
                    <a:pt x="4354" y="15466"/>
                    <a:pt x="4362" y="15486"/>
                    <a:pt x="4367" y="15486"/>
                  </a:cubicBezTo>
                  <a:cubicBezTo>
                    <a:pt x="4369" y="15486"/>
                    <a:pt x="4371" y="15481"/>
                    <a:pt x="4371" y="15469"/>
                  </a:cubicBezTo>
                  <a:cubicBezTo>
                    <a:pt x="4375" y="15467"/>
                    <a:pt x="4378" y="15465"/>
                    <a:pt x="4381" y="15465"/>
                  </a:cubicBezTo>
                  <a:cubicBezTo>
                    <a:pt x="4388" y="15465"/>
                    <a:pt x="4394" y="15476"/>
                    <a:pt x="4419" y="15515"/>
                  </a:cubicBezTo>
                  <a:cubicBezTo>
                    <a:pt x="4436" y="15541"/>
                    <a:pt x="4453" y="15568"/>
                    <a:pt x="4445" y="15572"/>
                  </a:cubicBezTo>
                  <a:cubicBezTo>
                    <a:pt x="4439" y="15577"/>
                    <a:pt x="4437" y="15578"/>
                    <a:pt x="4475" y="15630"/>
                  </a:cubicBezTo>
                  <a:cubicBezTo>
                    <a:pt x="4519" y="15692"/>
                    <a:pt x="4577" y="15743"/>
                    <a:pt x="4646" y="15778"/>
                  </a:cubicBezTo>
                  <a:cubicBezTo>
                    <a:pt x="4651" y="15774"/>
                    <a:pt x="4654" y="15771"/>
                    <a:pt x="4656" y="15771"/>
                  </a:cubicBezTo>
                  <a:cubicBezTo>
                    <a:pt x="4661" y="15771"/>
                    <a:pt x="4663" y="15779"/>
                    <a:pt x="4668" y="15800"/>
                  </a:cubicBezTo>
                  <a:cubicBezTo>
                    <a:pt x="4662" y="15806"/>
                    <a:pt x="4683" y="15828"/>
                    <a:pt x="4705" y="15851"/>
                  </a:cubicBezTo>
                  <a:cubicBezTo>
                    <a:pt x="4706" y="15850"/>
                    <a:pt x="4706" y="15850"/>
                    <a:pt x="4707" y="15850"/>
                  </a:cubicBezTo>
                  <a:cubicBezTo>
                    <a:pt x="4711" y="15850"/>
                    <a:pt x="4718" y="15860"/>
                    <a:pt x="4716" y="15860"/>
                  </a:cubicBezTo>
                  <a:cubicBezTo>
                    <a:pt x="4715" y="15860"/>
                    <a:pt x="4712" y="15857"/>
                    <a:pt x="4705" y="15851"/>
                  </a:cubicBezTo>
                  <a:cubicBezTo>
                    <a:pt x="4705" y="15851"/>
                    <a:pt x="4704" y="15852"/>
                    <a:pt x="4703" y="15852"/>
                  </a:cubicBezTo>
                  <a:cubicBezTo>
                    <a:pt x="4694" y="15852"/>
                    <a:pt x="4675" y="15831"/>
                    <a:pt x="4655" y="15811"/>
                  </a:cubicBezTo>
                  <a:lnTo>
                    <a:pt x="4648" y="15817"/>
                  </a:lnTo>
                  <a:cubicBezTo>
                    <a:pt x="4657" y="15850"/>
                    <a:pt x="4682" y="15875"/>
                    <a:pt x="4714" y="15885"/>
                  </a:cubicBezTo>
                  <a:cubicBezTo>
                    <a:pt x="4743" y="15901"/>
                    <a:pt x="4743" y="15901"/>
                    <a:pt x="4760" y="15928"/>
                  </a:cubicBezTo>
                  <a:cubicBezTo>
                    <a:pt x="4777" y="15954"/>
                    <a:pt x="4793" y="15978"/>
                    <a:pt x="4800" y="15978"/>
                  </a:cubicBezTo>
                  <a:cubicBezTo>
                    <a:pt x="4801" y="15978"/>
                    <a:pt x="4801" y="15978"/>
                    <a:pt x="4802" y="15977"/>
                  </a:cubicBezTo>
                  <a:lnTo>
                    <a:pt x="4829" y="16001"/>
                  </a:lnTo>
                  <a:cubicBezTo>
                    <a:pt x="4843" y="16014"/>
                    <a:pt x="4858" y="16029"/>
                    <a:pt x="4870" y="16044"/>
                  </a:cubicBezTo>
                  <a:cubicBezTo>
                    <a:pt x="4912" y="16079"/>
                    <a:pt x="4939" y="16096"/>
                    <a:pt x="4949" y="16096"/>
                  </a:cubicBezTo>
                  <a:cubicBezTo>
                    <a:pt x="4950" y="16096"/>
                    <a:pt x="4951" y="16095"/>
                    <a:pt x="4952" y="16094"/>
                  </a:cubicBezTo>
                  <a:cubicBezTo>
                    <a:pt x="4953" y="16093"/>
                    <a:pt x="4954" y="16093"/>
                    <a:pt x="4956" y="16093"/>
                  </a:cubicBezTo>
                  <a:cubicBezTo>
                    <a:pt x="4965" y="16093"/>
                    <a:pt x="4987" y="16108"/>
                    <a:pt x="5009" y="16123"/>
                  </a:cubicBezTo>
                  <a:cubicBezTo>
                    <a:pt x="5031" y="16139"/>
                    <a:pt x="5054" y="16152"/>
                    <a:pt x="5063" y="16152"/>
                  </a:cubicBezTo>
                  <a:cubicBezTo>
                    <a:pt x="5065" y="16152"/>
                    <a:pt x="5067" y="16151"/>
                    <a:pt x="5068" y="16150"/>
                  </a:cubicBezTo>
                  <a:cubicBezTo>
                    <a:pt x="5069" y="16149"/>
                    <a:pt x="5071" y="16148"/>
                    <a:pt x="5074" y="16148"/>
                  </a:cubicBezTo>
                  <a:cubicBezTo>
                    <a:pt x="5086" y="16148"/>
                    <a:pt x="5115" y="16159"/>
                    <a:pt x="5157" y="16184"/>
                  </a:cubicBezTo>
                  <a:cubicBezTo>
                    <a:pt x="5218" y="16205"/>
                    <a:pt x="5217" y="16205"/>
                    <a:pt x="5237" y="16234"/>
                  </a:cubicBezTo>
                  <a:cubicBezTo>
                    <a:pt x="5234" y="16241"/>
                    <a:pt x="5261" y="16258"/>
                    <a:pt x="5291" y="16269"/>
                  </a:cubicBezTo>
                  <a:cubicBezTo>
                    <a:pt x="5310" y="16278"/>
                    <a:pt x="5328" y="16289"/>
                    <a:pt x="5345" y="16302"/>
                  </a:cubicBezTo>
                  <a:cubicBezTo>
                    <a:pt x="5357" y="16311"/>
                    <a:pt x="5364" y="16314"/>
                    <a:pt x="5369" y="16314"/>
                  </a:cubicBezTo>
                  <a:cubicBezTo>
                    <a:pt x="5374" y="16314"/>
                    <a:pt x="5375" y="16310"/>
                    <a:pt x="5377" y="16306"/>
                  </a:cubicBezTo>
                  <a:lnTo>
                    <a:pt x="5384" y="16290"/>
                  </a:lnTo>
                  <a:cubicBezTo>
                    <a:pt x="5413" y="16303"/>
                    <a:pt x="5437" y="16327"/>
                    <a:pt x="5433" y="16336"/>
                  </a:cubicBezTo>
                  <a:cubicBezTo>
                    <a:pt x="5447" y="16351"/>
                    <a:pt x="5453" y="16357"/>
                    <a:pt x="5457" y="16357"/>
                  </a:cubicBezTo>
                  <a:cubicBezTo>
                    <a:pt x="5460" y="16357"/>
                    <a:pt x="5461" y="16353"/>
                    <a:pt x="5464" y="16346"/>
                  </a:cubicBezTo>
                  <a:cubicBezTo>
                    <a:pt x="5465" y="16344"/>
                    <a:pt x="5468" y="16342"/>
                    <a:pt x="5475" y="16342"/>
                  </a:cubicBezTo>
                  <a:cubicBezTo>
                    <a:pt x="5489" y="16342"/>
                    <a:pt x="5516" y="16350"/>
                    <a:pt x="5557" y="16368"/>
                  </a:cubicBezTo>
                  <a:cubicBezTo>
                    <a:pt x="5617" y="16386"/>
                    <a:pt x="5679" y="16399"/>
                    <a:pt x="5677" y="16407"/>
                  </a:cubicBezTo>
                  <a:cubicBezTo>
                    <a:pt x="5694" y="16415"/>
                    <a:pt x="5713" y="16420"/>
                    <a:pt x="5733" y="16420"/>
                  </a:cubicBezTo>
                  <a:cubicBezTo>
                    <a:pt x="5735" y="16420"/>
                    <a:pt x="5737" y="16420"/>
                    <a:pt x="5740" y="16419"/>
                  </a:cubicBezTo>
                  <a:cubicBezTo>
                    <a:pt x="5744" y="16419"/>
                    <a:pt x="5748" y="16419"/>
                    <a:pt x="5752" y="16419"/>
                  </a:cubicBezTo>
                  <a:cubicBezTo>
                    <a:pt x="5780" y="16419"/>
                    <a:pt x="5814" y="16426"/>
                    <a:pt x="5896" y="16443"/>
                  </a:cubicBezTo>
                  <a:cubicBezTo>
                    <a:pt x="5978" y="16459"/>
                    <a:pt x="6017" y="16466"/>
                    <a:pt x="6036" y="16466"/>
                  </a:cubicBezTo>
                  <a:cubicBezTo>
                    <a:pt x="6054" y="16466"/>
                    <a:pt x="6054" y="16461"/>
                    <a:pt x="6055" y="16453"/>
                  </a:cubicBezTo>
                  <a:cubicBezTo>
                    <a:pt x="6055" y="16448"/>
                    <a:pt x="6055" y="16443"/>
                    <a:pt x="6061" y="16443"/>
                  </a:cubicBezTo>
                  <a:cubicBezTo>
                    <a:pt x="6065" y="16443"/>
                    <a:pt x="6073" y="16446"/>
                    <a:pt x="6086" y="16453"/>
                  </a:cubicBezTo>
                  <a:cubicBezTo>
                    <a:pt x="6095" y="16456"/>
                    <a:pt x="6104" y="16457"/>
                    <a:pt x="6114" y="16457"/>
                  </a:cubicBezTo>
                  <a:cubicBezTo>
                    <a:pt x="6139" y="16457"/>
                    <a:pt x="6168" y="16450"/>
                    <a:pt x="6213" y="16442"/>
                  </a:cubicBezTo>
                  <a:cubicBezTo>
                    <a:pt x="6244" y="16432"/>
                    <a:pt x="6243" y="16414"/>
                    <a:pt x="6242" y="16406"/>
                  </a:cubicBezTo>
                  <a:cubicBezTo>
                    <a:pt x="6242" y="16394"/>
                    <a:pt x="6242" y="16390"/>
                    <a:pt x="6260" y="16390"/>
                  </a:cubicBezTo>
                  <a:cubicBezTo>
                    <a:pt x="6270" y="16390"/>
                    <a:pt x="6283" y="16391"/>
                    <a:pt x="6304" y="16392"/>
                  </a:cubicBezTo>
                  <a:cubicBezTo>
                    <a:pt x="6311" y="16391"/>
                    <a:pt x="6319" y="16391"/>
                    <a:pt x="6326" y="16391"/>
                  </a:cubicBezTo>
                  <a:cubicBezTo>
                    <a:pt x="6348" y="16391"/>
                    <a:pt x="6366" y="16396"/>
                    <a:pt x="6367" y="16401"/>
                  </a:cubicBezTo>
                  <a:cubicBezTo>
                    <a:pt x="6368" y="16410"/>
                    <a:pt x="6336" y="16414"/>
                    <a:pt x="6336" y="16414"/>
                  </a:cubicBezTo>
                  <a:lnTo>
                    <a:pt x="6306" y="16417"/>
                  </a:lnTo>
                  <a:cubicBezTo>
                    <a:pt x="6306" y="16424"/>
                    <a:pt x="6307" y="16430"/>
                    <a:pt x="6331" y="16430"/>
                  </a:cubicBezTo>
                  <a:cubicBezTo>
                    <a:pt x="6341" y="16430"/>
                    <a:pt x="6353" y="16429"/>
                    <a:pt x="6370" y="16427"/>
                  </a:cubicBezTo>
                  <a:cubicBezTo>
                    <a:pt x="6377" y="16428"/>
                    <a:pt x="6384" y="16429"/>
                    <a:pt x="6391" y="16429"/>
                  </a:cubicBezTo>
                  <a:cubicBezTo>
                    <a:pt x="6415" y="16429"/>
                    <a:pt x="6433" y="16423"/>
                    <a:pt x="6432" y="16417"/>
                  </a:cubicBezTo>
                  <a:lnTo>
                    <a:pt x="6432" y="16417"/>
                  </a:lnTo>
                  <a:cubicBezTo>
                    <a:pt x="6436" y="16418"/>
                    <a:pt x="6441" y="16418"/>
                    <a:pt x="6446" y="16418"/>
                  </a:cubicBezTo>
                  <a:cubicBezTo>
                    <a:pt x="6481" y="16418"/>
                    <a:pt x="6535" y="16406"/>
                    <a:pt x="6589" y="16394"/>
                  </a:cubicBezTo>
                  <a:cubicBezTo>
                    <a:pt x="6650" y="16378"/>
                    <a:pt x="6741" y="16349"/>
                    <a:pt x="6774" y="16346"/>
                  </a:cubicBezTo>
                  <a:cubicBezTo>
                    <a:pt x="6833" y="16324"/>
                    <a:pt x="6864" y="16313"/>
                    <a:pt x="6860" y="16304"/>
                  </a:cubicBezTo>
                  <a:cubicBezTo>
                    <a:pt x="6855" y="16292"/>
                    <a:pt x="6872" y="16281"/>
                    <a:pt x="6881" y="16281"/>
                  </a:cubicBezTo>
                  <a:cubicBezTo>
                    <a:pt x="6883" y="16281"/>
                    <a:pt x="6885" y="16282"/>
                    <a:pt x="6886" y="16284"/>
                  </a:cubicBezTo>
                  <a:cubicBezTo>
                    <a:pt x="6886" y="16284"/>
                    <a:pt x="6887" y="16284"/>
                    <a:pt x="6887" y="16284"/>
                  </a:cubicBezTo>
                  <a:cubicBezTo>
                    <a:pt x="6906" y="16284"/>
                    <a:pt x="7010" y="16247"/>
                    <a:pt x="7106" y="16193"/>
                  </a:cubicBezTo>
                  <a:cubicBezTo>
                    <a:pt x="7204" y="16138"/>
                    <a:pt x="7293" y="16071"/>
                    <a:pt x="7300" y="16054"/>
                  </a:cubicBezTo>
                  <a:lnTo>
                    <a:pt x="7350" y="16014"/>
                  </a:lnTo>
                  <a:cubicBezTo>
                    <a:pt x="7408" y="15982"/>
                    <a:pt x="7545" y="15851"/>
                    <a:pt x="7558" y="15826"/>
                  </a:cubicBezTo>
                  <a:lnTo>
                    <a:pt x="7623" y="15764"/>
                  </a:lnTo>
                  <a:cubicBezTo>
                    <a:pt x="7672" y="15728"/>
                    <a:pt x="7695" y="15708"/>
                    <a:pt x="7711" y="15681"/>
                  </a:cubicBezTo>
                  <a:cubicBezTo>
                    <a:pt x="7723" y="15661"/>
                    <a:pt x="7723" y="15652"/>
                    <a:pt x="7724" y="15652"/>
                  </a:cubicBezTo>
                  <a:cubicBezTo>
                    <a:pt x="7725" y="15652"/>
                    <a:pt x="7726" y="15653"/>
                    <a:pt x="7727" y="15654"/>
                  </a:cubicBezTo>
                  <a:cubicBezTo>
                    <a:pt x="7728" y="15655"/>
                    <a:pt x="7728" y="15655"/>
                    <a:pt x="7729" y="15655"/>
                  </a:cubicBezTo>
                  <a:cubicBezTo>
                    <a:pt x="7739" y="15655"/>
                    <a:pt x="7783" y="15614"/>
                    <a:pt x="7864" y="15537"/>
                  </a:cubicBezTo>
                  <a:cubicBezTo>
                    <a:pt x="7925" y="15478"/>
                    <a:pt x="7943" y="15461"/>
                    <a:pt x="7939" y="15461"/>
                  </a:cubicBezTo>
                  <a:cubicBezTo>
                    <a:pt x="7937" y="15461"/>
                    <a:pt x="7932" y="15464"/>
                    <a:pt x="7924" y="15468"/>
                  </a:cubicBezTo>
                  <a:cubicBezTo>
                    <a:pt x="7984" y="15402"/>
                    <a:pt x="8003" y="15389"/>
                    <a:pt x="8011" y="15389"/>
                  </a:cubicBezTo>
                  <a:cubicBezTo>
                    <a:pt x="8014" y="15389"/>
                    <a:pt x="8015" y="15390"/>
                    <a:pt x="8017" y="15392"/>
                  </a:cubicBezTo>
                  <a:cubicBezTo>
                    <a:pt x="8014" y="15401"/>
                    <a:pt x="8015" y="15404"/>
                    <a:pt x="8018" y="15404"/>
                  </a:cubicBezTo>
                  <a:cubicBezTo>
                    <a:pt x="8027" y="15404"/>
                    <a:pt x="8052" y="15374"/>
                    <a:pt x="8055" y="15345"/>
                  </a:cubicBezTo>
                  <a:cubicBezTo>
                    <a:pt x="8064" y="15314"/>
                    <a:pt x="8103" y="15276"/>
                    <a:pt x="8113" y="15276"/>
                  </a:cubicBezTo>
                  <a:cubicBezTo>
                    <a:pt x="8113" y="15276"/>
                    <a:pt x="8114" y="15276"/>
                    <a:pt x="8114" y="15276"/>
                  </a:cubicBezTo>
                  <a:cubicBezTo>
                    <a:pt x="8120" y="15283"/>
                    <a:pt x="8098" y="15303"/>
                    <a:pt x="8076" y="15323"/>
                  </a:cubicBezTo>
                  <a:lnTo>
                    <a:pt x="8087" y="15337"/>
                  </a:lnTo>
                  <a:cubicBezTo>
                    <a:pt x="8103" y="15323"/>
                    <a:pt x="8117" y="15307"/>
                    <a:pt x="8126" y="15289"/>
                  </a:cubicBezTo>
                  <a:cubicBezTo>
                    <a:pt x="8140" y="15274"/>
                    <a:pt x="8153" y="15258"/>
                    <a:pt x="8164" y="15242"/>
                  </a:cubicBezTo>
                  <a:cubicBezTo>
                    <a:pt x="8174" y="15224"/>
                    <a:pt x="8175" y="15215"/>
                    <a:pt x="8167" y="15215"/>
                  </a:cubicBezTo>
                  <a:cubicBezTo>
                    <a:pt x="8162" y="15215"/>
                    <a:pt x="8155" y="15217"/>
                    <a:pt x="8146" y="15222"/>
                  </a:cubicBezTo>
                  <a:cubicBezTo>
                    <a:pt x="8140" y="15226"/>
                    <a:pt x="8136" y="15227"/>
                    <a:pt x="8134" y="15227"/>
                  </a:cubicBezTo>
                  <a:cubicBezTo>
                    <a:pt x="8129" y="15227"/>
                    <a:pt x="8145" y="15211"/>
                    <a:pt x="8163" y="15196"/>
                  </a:cubicBezTo>
                  <a:cubicBezTo>
                    <a:pt x="8187" y="15179"/>
                    <a:pt x="8200" y="15171"/>
                    <a:pt x="8206" y="15171"/>
                  </a:cubicBezTo>
                  <a:cubicBezTo>
                    <a:pt x="8212" y="15171"/>
                    <a:pt x="8210" y="15179"/>
                    <a:pt x="8202" y="15193"/>
                  </a:cubicBezTo>
                  <a:cubicBezTo>
                    <a:pt x="8179" y="15215"/>
                    <a:pt x="8185" y="15220"/>
                    <a:pt x="8191" y="15227"/>
                  </a:cubicBezTo>
                  <a:cubicBezTo>
                    <a:pt x="8191" y="15227"/>
                    <a:pt x="8191" y="15227"/>
                    <a:pt x="8191" y="15227"/>
                  </a:cubicBezTo>
                  <a:cubicBezTo>
                    <a:pt x="8203" y="15227"/>
                    <a:pt x="8295" y="15116"/>
                    <a:pt x="8305" y="15084"/>
                  </a:cubicBezTo>
                  <a:cubicBezTo>
                    <a:pt x="8303" y="15082"/>
                    <a:pt x="8301" y="15080"/>
                    <a:pt x="8301" y="15080"/>
                  </a:cubicBezTo>
                  <a:lnTo>
                    <a:pt x="8301" y="15080"/>
                  </a:lnTo>
                  <a:cubicBezTo>
                    <a:pt x="8302" y="15080"/>
                    <a:pt x="8304" y="15083"/>
                    <a:pt x="8311" y="15090"/>
                  </a:cubicBezTo>
                  <a:cubicBezTo>
                    <a:pt x="8311" y="15091"/>
                    <a:pt x="8312" y="15091"/>
                    <a:pt x="8313" y="15091"/>
                  </a:cubicBezTo>
                  <a:cubicBezTo>
                    <a:pt x="8323" y="15091"/>
                    <a:pt x="8363" y="15052"/>
                    <a:pt x="8404" y="15014"/>
                  </a:cubicBezTo>
                  <a:cubicBezTo>
                    <a:pt x="8448" y="14972"/>
                    <a:pt x="8469" y="14952"/>
                    <a:pt x="8463" y="14945"/>
                  </a:cubicBezTo>
                  <a:cubicBezTo>
                    <a:pt x="8458" y="14940"/>
                    <a:pt x="8452" y="14933"/>
                    <a:pt x="8473" y="14913"/>
                  </a:cubicBezTo>
                  <a:lnTo>
                    <a:pt x="8473" y="14913"/>
                  </a:lnTo>
                  <a:cubicBezTo>
                    <a:pt x="8462" y="14923"/>
                    <a:pt x="8455" y="14927"/>
                    <a:pt x="8451" y="14927"/>
                  </a:cubicBezTo>
                  <a:cubicBezTo>
                    <a:pt x="8446" y="14927"/>
                    <a:pt x="8444" y="14924"/>
                    <a:pt x="8441" y="14921"/>
                  </a:cubicBezTo>
                  <a:cubicBezTo>
                    <a:pt x="8441" y="14921"/>
                    <a:pt x="8490" y="14886"/>
                    <a:pt x="8517" y="14871"/>
                  </a:cubicBezTo>
                  <a:cubicBezTo>
                    <a:pt x="8573" y="14842"/>
                    <a:pt x="8623" y="14807"/>
                    <a:pt x="8709" y="14724"/>
                  </a:cubicBezTo>
                  <a:cubicBezTo>
                    <a:pt x="8753" y="14684"/>
                    <a:pt x="8819" y="14621"/>
                    <a:pt x="8846" y="14607"/>
                  </a:cubicBezTo>
                  <a:cubicBezTo>
                    <a:pt x="8890" y="14566"/>
                    <a:pt x="8912" y="14545"/>
                    <a:pt x="8906" y="14539"/>
                  </a:cubicBezTo>
                  <a:lnTo>
                    <a:pt x="8950" y="14498"/>
                  </a:lnTo>
                  <a:cubicBezTo>
                    <a:pt x="8977" y="14483"/>
                    <a:pt x="9021" y="14442"/>
                    <a:pt x="9015" y="14436"/>
                  </a:cubicBezTo>
                  <a:cubicBezTo>
                    <a:pt x="9031" y="14409"/>
                    <a:pt x="9059" y="14395"/>
                    <a:pt x="9080" y="14373"/>
                  </a:cubicBezTo>
                  <a:cubicBezTo>
                    <a:pt x="9127" y="14350"/>
                    <a:pt x="9135" y="14346"/>
                    <a:pt x="9113" y="14346"/>
                  </a:cubicBezTo>
                  <a:cubicBezTo>
                    <a:pt x="9109" y="14346"/>
                    <a:pt x="9104" y="14346"/>
                    <a:pt x="9097" y="14346"/>
                  </a:cubicBezTo>
                  <a:cubicBezTo>
                    <a:pt x="9097" y="14346"/>
                    <a:pt x="9096" y="14346"/>
                    <a:pt x="9095" y="14346"/>
                  </a:cubicBezTo>
                  <a:cubicBezTo>
                    <a:pt x="9084" y="14346"/>
                    <a:pt x="9040" y="14377"/>
                    <a:pt x="9020" y="14396"/>
                  </a:cubicBezTo>
                  <a:lnTo>
                    <a:pt x="8955" y="14459"/>
                  </a:lnTo>
                  <a:lnTo>
                    <a:pt x="8955" y="14459"/>
                  </a:lnTo>
                  <a:lnTo>
                    <a:pt x="9014" y="14390"/>
                  </a:lnTo>
                  <a:cubicBezTo>
                    <a:pt x="9035" y="14369"/>
                    <a:pt x="9074" y="14322"/>
                    <a:pt x="9068" y="14315"/>
                  </a:cubicBezTo>
                  <a:cubicBezTo>
                    <a:pt x="9068" y="14315"/>
                    <a:pt x="9062" y="14309"/>
                    <a:pt x="9084" y="14288"/>
                  </a:cubicBezTo>
                  <a:lnTo>
                    <a:pt x="9096" y="14300"/>
                  </a:lnTo>
                  <a:cubicBezTo>
                    <a:pt x="9079" y="14327"/>
                    <a:pt x="9085" y="14334"/>
                    <a:pt x="9091" y="14341"/>
                  </a:cubicBezTo>
                  <a:cubicBezTo>
                    <a:pt x="9124" y="14332"/>
                    <a:pt x="9196" y="14277"/>
                    <a:pt x="9185" y="14264"/>
                  </a:cubicBezTo>
                  <a:cubicBezTo>
                    <a:pt x="9198" y="14249"/>
                    <a:pt x="9215" y="14238"/>
                    <a:pt x="9234" y="14229"/>
                  </a:cubicBezTo>
                  <a:cubicBezTo>
                    <a:pt x="9235" y="14229"/>
                    <a:pt x="9236" y="14230"/>
                    <a:pt x="9237" y="14230"/>
                  </a:cubicBezTo>
                  <a:cubicBezTo>
                    <a:pt x="9245" y="14230"/>
                    <a:pt x="9262" y="14211"/>
                    <a:pt x="9271" y="14181"/>
                  </a:cubicBezTo>
                  <a:cubicBezTo>
                    <a:pt x="9280" y="14150"/>
                    <a:pt x="9306" y="14126"/>
                    <a:pt x="9337" y="14120"/>
                  </a:cubicBezTo>
                  <a:cubicBezTo>
                    <a:pt x="9392" y="14091"/>
                    <a:pt x="9480" y="14008"/>
                    <a:pt x="9474" y="14002"/>
                  </a:cubicBezTo>
                  <a:cubicBezTo>
                    <a:pt x="9463" y="13990"/>
                    <a:pt x="9528" y="13927"/>
                    <a:pt x="9555" y="13912"/>
                  </a:cubicBezTo>
                  <a:cubicBezTo>
                    <a:pt x="9583" y="13899"/>
                    <a:pt x="9605" y="13877"/>
                    <a:pt x="9621" y="13851"/>
                  </a:cubicBezTo>
                  <a:cubicBezTo>
                    <a:pt x="9622" y="13852"/>
                    <a:pt x="9623" y="13852"/>
                    <a:pt x="9625" y="13852"/>
                  </a:cubicBezTo>
                  <a:cubicBezTo>
                    <a:pt x="9635" y="13852"/>
                    <a:pt x="9657" y="13838"/>
                    <a:pt x="9670" y="13816"/>
                  </a:cubicBezTo>
                  <a:cubicBezTo>
                    <a:pt x="9670" y="13816"/>
                    <a:pt x="9682" y="13804"/>
                    <a:pt x="9677" y="13804"/>
                  </a:cubicBezTo>
                  <a:cubicBezTo>
                    <a:pt x="9675" y="13804"/>
                    <a:pt x="9671" y="13806"/>
                    <a:pt x="9665" y="13809"/>
                  </a:cubicBezTo>
                  <a:lnTo>
                    <a:pt x="9697" y="13755"/>
                  </a:lnTo>
                  <a:lnTo>
                    <a:pt x="9697" y="13755"/>
                  </a:lnTo>
                  <a:cubicBezTo>
                    <a:pt x="9686" y="13766"/>
                    <a:pt x="9679" y="13770"/>
                    <a:pt x="9674" y="13770"/>
                  </a:cubicBezTo>
                  <a:cubicBezTo>
                    <a:pt x="9669" y="13770"/>
                    <a:pt x="9666" y="13766"/>
                    <a:pt x="9664" y="13763"/>
                  </a:cubicBezTo>
                  <a:cubicBezTo>
                    <a:pt x="9658" y="13757"/>
                    <a:pt x="9751" y="13681"/>
                    <a:pt x="9812" y="13659"/>
                  </a:cubicBezTo>
                  <a:lnTo>
                    <a:pt x="9867" y="13630"/>
                  </a:lnTo>
                  <a:cubicBezTo>
                    <a:pt x="9861" y="13624"/>
                    <a:pt x="9855" y="13617"/>
                    <a:pt x="9855" y="13617"/>
                  </a:cubicBezTo>
                  <a:cubicBezTo>
                    <a:pt x="9874" y="13600"/>
                    <a:pt x="9893" y="13581"/>
                    <a:pt x="9902" y="13581"/>
                  </a:cubicBezTo>
                  <a:cubicBezTo>
                    <a:pt x="9903" y="13581"/>
                    <a:pt x="9904" y="13582"/>
                    <a:pt x="9905" y="13582"/>
                  </a:cubicBezTo>
                  <a:cubicBezTo>
                    <a:pt x="9907" y="13584"/>
                    <a:pt x="9908" y="13586"/>
                    <a:pt x="9910" y="13586"/>
                  </a:cubicBezTo>
                  <a:cubicBezTo>
                    <a:pt x="9913" y="13586"/>
                    <a:pt x="9918" y="13581"/>
                    <a:pt x="9933" y="13568"/>
                  </a:cubicBezTo>
                  <a:cubicBezTo>
                    <a:pt x="9933" y="13568"/>
                    <a:pt x="9954" y="13548"/>
                    <a:pt x="9948" y="13541"/>
                  </a:cubicBezTo>
                  <a:cubicBezTo>
                    <a:pt x="9937" y="13529"/>
                    <a:pt x="9937" y="13529"/>
                    <a:pt x="9964" y="13514"/>
                  </a:cubicBezTo>
                  <a:cubicBezTo>
                    <a:pt x="9997" y="13507"/>
                    <a:pt x="10021" y="13484"/>
                    <a:pt x="10030" y="13452"/>
                  </a:cubicBezTo>
                  <a:cubicBezTo>
                    <a:pt x="10018" y="13439"/>
                    <a:pt x="10018" y="13439"/>
                    <a:pt x="10052" y="13431"/>
                  </a:cubicBezTo>
                  <a:cubicBezTo>
                    <a:pt x="10053" y="13432"/>
                    <a:pt x="10054" y="13433"/>
                    <a:pt x="10056" y="13433"/>
                  </a:cubicBezTo>
                  <a:cubicBezTo>
                    <a:pt x="10067" y="13433"/>
                    <a:pt x="10089" y="13420"/>
                    <a:pt x="10107" y="13403"/>
                  </a:cubicBezTo>
                  <a:lnTo>
                    <a:pt x="10101" y="13396"/>
                  </a:lnTo>
                  <a:cubicBezTo>
                    <a:pt x="10090" y="13384"/>
                    <a:pt x="10111" y="13363"/>
                    <a:pt x="10139" y="13349"/>
                  </a:cubicBezTo>
                  <a:cubicBezTo>
                    <a:pt x="10140" y="13350"/>
                    <a:pt x="10141" y="13350"/>
                    <a:pt x="10142" y="13350"/>
                  </a:cubicBezTo>
                  <a:cubicBezTo>
                    <a:pt x="10150" y="13350"/>
                    <a:pt x="10171" y="13329"/>
                    <a:pt x="10204" y="13286"/>
                  </a:cubicBezTo>
                  <a:cubicBezTo>
                    <a:pt x="10242" y="13250"/>
                    <a:pt x="10264" y="13230"/>
                    <a:pt x="10273" y="13230"/>
                  </a:cubicBezTo>
                  <a:cubicBezTo>
                    <a:pt x="10274" y="13230"/>
                    <a:pt x="10275" y="13230"/>
                    <a:pt x="10276" y="13231"/>
                  </a:cubicBezTo>
                  <a:cubicBezTo>
                    <a:pt x="10280" y="13236"/>
                    <a:pt x="10283" y="13239"/>
                    <a:pt x="10285" y="13239"/>
                  </a:cubicBezTo>
                  <a:cubicBezTo>
                    <a:pt x="10289" y="13239"/>
                    <a:pt x="10291" y="13231"/>
                    <a:pt x="10297" y="13210"/>
                  </a:cubicBezTo>
                  <a:cubicBezTo>
                    <a:pt x="10314" y="13183"/>
                    <a:pt x="10314" y="13183"/>
                    <a:pt x="10364" y="13148"/>
                  </a:cubicBezTo>
                  <a:cubicBezTo>
                    <a:pt x="10390" y="13134"/>
                    <a:pt x="10390" y="13134"/>
                    <a:pt x="10407" y="13107"/>
                  </a:cubicBezTo>
                  <a:cubicBezTo>
                    <a:pt x="10401" y="13100"/>
                    <a:pt x="10396" y="13095"/>
                    <a:pt x="10390" y="13095"/>
                  </a:cubicBezTo>
                  <a:cubicBezTo>
                    <a:pt x="10385" y="13095"/>
                    <a:pt x="10378" y="13099"/>
                    <a:pt x="10368" y="13109"/>
                  </a:cubicBezTo>
                  <a:cubicBezTo>
                    <a:pt x="10354" y="13122"/>
                    <a:pt x="10349" y="13127"/>
                    <a:pt x="10345" y="13127"/>
                  </a:cubicBezTo>
                  <a:cubicBezTo>
                    <a:pt x="10343" y="13127"/>
                    <a:pt x="10342" y="13125"/>
                    <a:pt x="10340" y="13122"/>
                  </a:cubicBezTo>
                  <a:lnTo>
                    <a:pt x="10384" y="13082"/>
                  </a:lnTo>
                  <a:cubicBezTo>
                    <a:pt x="10414" y="13054"/>
                    <a:pt x="10441" y="13025"/>
                    <a:pt x="10466" y="12992"/>
                  </a:cubicBezTo>
                  <a:cubicBezTo>
                    <a:pt x="10487" y="12966"/>
                    <a:pt x="10493" y="12950"/>
                    <a:pt x="10487" y="12950"/>
                  </a:cubicBezTo>
                  <a:cubicBezTo>
                    <a:pt x="10483" y="12950"/>
                    <a:pt x="10471" y="12960"/>
                    <a:pt x="10454" y="12981"/>
                  </a:cubicBezTo>
                  <a:lnTo>
                    <a:pt x="10454" y="12980"/>
                  </a:lnTo>
                  <a:lnTo>
                    <a:pt x="10426" y="12995"/>
                  </a:lnTo>
                  <a:cubicBezTo>
                    <a:pt x="10423" y="12991"/>
                    <a:pt x="10419" y="12990"/>
                    <a:pt x="10415" y="12990"/>
                  </a:cubicBezTo>
                  <a:cubicBezTo>
                    <a:pt x="10396" y="12990"/>
                    <a:pt x="10369" y="13020"/>
                    <a:pt x="10383" y="13036"/>
                  </a:cubicBezTo>
                  <a:cubicBezTo>
                    <a:pt x="10401" y="13055"/>
                    <a:pt x="10401" y="13055"/>
                    <a:pt x="10367" y="13063"/>
                  </a:cubicBezTo>
                  <a:cubicBezTo>
                    <a:pt x="10365" y="13060"/>
                    <a:pt x="10362" y="13059"/>
                    <a:pt x="10358" y="13059"/>
                  </a:cubicBezTo>
                  <a:cubicBezTo>
                    <a:pt x="10346" y="13059"/>
                    <a:pt x="10329" y="13075"/>
                    <a:pt x="10312" y="13092"/>
                  </a:cubicBezTo>
                  <a:cubicBezTo>
                    <a:pt x="10298" y="13105"/>
                    <a:pt x="10293" y="13110"/>
                    <a:pt x="10289" y="13110"/>
                  </a:cubicBezTo>
                  <a:cubicBezTo>
                    <a:pt x="10287" y="13110"/>
                    <a:pt x="10286" y="13108"/>
                    <a:pt x="10284" y="13106"/>
                  </a:cubicBezTo>
                  <a:cubicBezTo>
                    <a:pt x="10283" y="13105"/>
                    <a:pt x="10282" y="13104"/>
                    <a:pt x="10280" y="13104"/>
                  </a:cubicBezTo>
                  <a:cubicBezTo>
                    <a:pt x="10271" y="13104"/>
                    <a:pt x="10248" y="13118"/>
                    <a:pt x="10229" y="13135"/>
                  </a:cubicBezTo>
                  <a:cubicBezTo>
                    <a:pt x="10208" y="13155"/>
                    <a:pt x="10208" y="13155"/>
                    <a:pt x="10213" y="13162"/>
                  </a:cubicBezTo>
                  <a:cubicBezTo>
                    <a:pt x="10217" y="13160"/>
                    <a:pt x="10220" y="13159"/>
                    <a:pt x="10221" y="13159"/>
                  </a:cubicBezTo>
                  <a:cubicBezTo>
                    <a:pt x="10228" y="13159"/>
                    <a:pt x="10193" y="13190"/>
                    <a:pt x="10164" y="13197"/>
                  </a:cubicBezTo>
                  <a:cubicBezTo>
                    <a:pt x="10136" y="13211"/>
                    <a:pt x="10136" y="13211"/>
                    <a:pt x="10147" y="13223"/>
                  </a:cubicBezTo>
                  <a:cubicBezTo>
                    <a:pt x="10159" y="13237"/>
                    <a:pt x="10116" y="13278"/>
                    <a:pt x="10082" y="13286"/>
                  </a:cubicBezTo>
                  <a:lnTo>
                    <a:pt x="10038" y="13328"/>
                  </a:lnTo>
                  <a:cubicBezTo>
                    <a:pt x="10017" y="13348"/>
                    <a:pt x="10023" y="13355"/>
                    <a:pt x="10028" y="13360"/>
                  </a:cubicBezTo>
                  <a:cubicBezTo>
                    <a:pt x="10039" y="13373"/>
                    <a:pt x="10039" y="13373"/>
                    <a:pt x="10011" y="13387"/>
                  </a:cubicBezTo>
                  <a:cubicBezTo>
                    <a:pt x="9997" y="13395"/>
                    <a:pt x="9989" y="13397"/>
                    <a:pt x="9984" y="13397"/>
                  </a:cubicBezTo>
                  <a:cubicBezTo>
                    <a:pt x="9980" y="13397"/>
                    <a:pt x="9979" y="13395"/>
                    <a:pt x="9979" y="13395"/>
                  </a:cubicBezTo>
                  <a:cubicBezTo>
                    <a:pt x="9978" y="13394"/>
                    <a:pt x="9977" y="13394"/>
                    <a:pt x="9976" y="13394"/>
                  </a:cubicBezTo>
                  <a:cubicBezTo>
                    <a:pt x="9968" y="13394"/>
                    <a:pt x="9948" y="13412"/>
                    <a:pt x="9929" y="13431"/>
                  </a:cubicBezTo>
                  <a:cubicBezTo>
                    <a:pt x="9907" y="13451"/>
                    <a:pt x="9863" y="13493"/>
                    <a:pt x="9869" y="13499"/>
                  </a:cubicBezTo>
                  <a:lnTo>
                    <a:pt x="9863" y="13493"/>
                  </a:lnTo>
                  <a:cubicBezTo>
                    <a:pt x="9842" y="13513"/>
                    <a:pt x="9836" y="13507"/>
                    <a:pt x="9842" y="13513"/>
                  </a:cubicBezTo>
                  <a:cubicBezTo>
                    <a:pt x="9819" y="13533"/>
                    <a:pt x="9796" y="13552"/>
                    <a:pt x="9770" y="13569"/>
                  </a:cubicBezTo>
                  <a:cubicBezTo>
                    <a:pt x="9732" y="13596"/>
                    <a:pt x="9692" y="13646"/>
                    <a:pt x="9710" y="13646"/>
                  </a:cubicBezTo>
                  <a:cubicBezTo>
                    <a:pt x="9715" y="13646"/>
                    <a:pt x="9725" y="13642"/>
                    <a:pt x="9741" y="13632"/>
                  </a:cubicBezTo>
                  <a:lnTo>
                    <a:pt x="9741" y="13632"/>
                  </a:lnTo>
                  <a:cubicBezTo>
                    <a:pt x="9736" y="13637"/>
                    <a:pt x="9730" y="13642"/>
                    <a:pt x="9722" y="13650"/>
                  </a:cubicBezTo>
                  <a:cubicBezTo>
                    <a:pt x="9701" y="13671"/>
                    <a:pt x="9706" y="13677"/>
                    <a:pt x="9706" y="13677"/>
                  </a:cubicBezTo>
                  <a:cubicBezTo>
                    <a:pt x="9712" y="13683"/>
                    <a:pt x="9690" y="13704"/>
                    <a:pt x="9668" y="13725"/>
                  </a:cubicBezTo>
                  <a:lnTo>
                    <a:pt x="9657" y="13711"/>
                  </a:lnTo>
                  <a:cubicBezTo>
                    <a:pt x="9658" y="13699"/>
                    <a:pt x="9654" y="13694"/>
                    <a:pt x="9648" y="13694"/>
                  </a:cubicBezTo>
                  <a:cubicBezTo>
                    <a:pt x="9635" y="13694"/>
                    <a:pt x="9611" y="13719"/>
                    <a:pt x="9607" y="13747"/>
                  </a:cubicBezTo>
                  <a:lnTo>
                    <a:pt x="9602" y="13741"/>
                  </a:lnTo>
                  <a:cubicBezTo>
                    <a:pt x="9601" y="13740"/>
                    <a:pt x="9600" y="13739"/>
                    <a:pt x="9599" y="13739"/>
                  </a:cubicBezTo>
                  <a:cubicBezTo>
                    <a:pt x="9591" y="13739"/>
                    <a:pt x="9569" y="13761"/>
                    <a:pt x="9536" y="13802"/>
                  </a:cubicBezTo>
                  <a:cubicBezTo>
                    <a:pt x="9514" y="13824"/>
                    <a:pt x="9504" y="13856"/>
                    <a:pt x="9510" y="13863"/>
                  </a:cubicBezTo>
                  <a:cubicBezTo>
                    <a:pt x="9515" y="13870"/>
                    <a:pt x="9493" y="13890"/>
                    <a:pt x="9493" y="13890"/>
                  </a:cubicBezTo>
                  <a:cubicBezTo>
                    <a:pt x="9479" y="13903"/>
                    <a:pt x="9475" y="13908"/>
                    <a:pt x="9471" y="13908"/>
                  </a:cubicBezTo>
                  <a:cubicBezTo>
                    <a:pt x="9469" y="13908"/>
                    <a:pt x="9468" y="13907"/>
                    <a:pt x="9466" y="13904"/>
                  </a:cubicBezTo>
                  <a:cubicBezTo>
                    <a:pt x="9465" y="13903"/>
                    <a:pt x="9463" y="13902"/>
                    <a:pt x="9461" y="13902"/>
                  </a:cubicBezTo>
                  <a:cubicBezTo>
                    <a:pt x="9445" y="13902"/>
                    <a:pt x="9410" y="13938"/>
                    <a:pt x="9400" y="13966"/>
                  </a:cubicBezTo>
                  <a:lnTo>
                    <a:pt x="9394" y="13960"/>
                  </a:lnTo>
                  <a:cubicBezTo>
                    <a:pt x="9394" y="13960"/>
                    <a:pt x="9393" y="13959"/>
                    <a:pt x="9391" y="13959"/>
                  </a:cubicBezTo>
                  <a:cubicBezTo>
                    <a:pt x="9380" y="13959"/>
                    <a:pt x="9348" y="13982"/>
                    <a:pt x="9257" y="14077"/>
                  </a:cubicBezTo>
                  <a:cubicBezTo>
                    <a:pt x="9174" y="14157"/>
                    <a:pt x="9110" y="14217"/>
                    <a:pt x="9100" y="14217"/>
                  </a:cubicBezTo>
                  <a:cubicBezTo>
                    <a:pt x="9100" y="14217"/>
                    <a:pt x="9100" y="14216"/>
                    <a:pt x="9099" y="14216"/>
                  </a:cubicBezTo>
                  <a:cubicBezTo>
                    <a:pt x="9099" y="14216"/>
                    <a:pt x="9099" y="14216"/>
                    <a:pt x="9099" y="14216"/>
                  </a:cubicBezTo>
                  <a:cubicBezTo>
                    <a:pt x="9089" y="14216"/>
                    <a:pt x="9016" y="14307"/>
                    <a:pt x="8985" y="14359"/>
                  </a:cubicBezTo>
                  <a:cubicBezTo>
                    <a:pt x="8984" y="14358"/>
                    <a:pt x="8983" y="14358"/>
                    <a:pt x="8982" y="14358"/>
                  </a:cubicBezTo>
                  <a:cubicBezTo>
                    <a:pt x="8974" y="14358"/>
                    <a:pt x="8953" y="14378"/>
                    <a:pt x="8914" y="14415"/>
                  </a:cubicBezTo>
                  <a:cubicBezTo>
                    <a:pt x="8864" y="14461"/>
                    <a:pt x="8852" y="14473"/>
                    <a:pt x="8847" y="14473"/>
                  </a:cubicBezTo>
                  <a:cubicBezTo>
                    <a:pt x="8845" y="14473"/>
                    <a:pt x="8844" y="14471"/>
                    <a:pt x="8842" y="14470"/>
                  </a:cubicBezTo>
                  <a:cubicBezTo>
                    <a:pt x="8847" y="14456"/>
                    <a:pt x="8850" y="14448"/>
                    <a:pt x="8849" y="14448"/>
                  </a:cubicBezTo>
                  <a:lnTo>
                    <a:pt x="8849" y="14448"/>
                  </a:lnTo>
                  <a:cubicBezTo>
                    <a:pt x="8847" y="14448"/>
                    <a:pt x="8839" y="14461"/>
                    <a:pt x="8821" y="14491"/>
                  </a:cubicBezTo>
                  <a:cubicBezTo>
                    <a:pt x="8812" y="14520"/>
                    <a:pt x="8752" y="14569"/>
                    <a:pt x="8733" y="14569"/>
                  </a:cubicBezTo>
                  <a:cubicBezTo>
                    <a:pt x="8731" y="14569"/>
                    <a:pt x="8729" y="14569"/>
                    <a:pt x="8728" y="14567"/>
                  </a:cubicBezTo>
                  <a:cubicBezTo>
                    <a:pt x="8727" y="14567"/>
                    <a:pt x="8726" y="14566"/>
                    <a:pt x="8725" y="14566"/>
                  </a:cubicBezTo>
                  <a:cubicBezTo>
                    <a:pt x="8717" y="14566"/>
                    <a:pt x="8695" y="14587"/>
                    <a:pt x="8656" y="14623"/>
                  </a:cubicBezTo>
                  <a:cubicBezTo>
                    <a:pt x="8641" y="14650"/>
                    <a:pt x="8597" y="14691"/>
                    <a:pt x="8553" y="14732"/>
                  </a:cubicBezTo>
                  <a:cubicBezTo>
                    <a:pt x="8488" y="14795"/>
                    <a:pt x="8488" y="14795"/>
                    <a:pt x="8499" y="14807"/>
                  </a:cubicBezTo>
                  <a:cubicBezTo>
                    <a:pt x="8510" y="14820"/>
                    <a:pt x="8489" y="14840"/>
                    <a:pt x="8445" y="14881"/>
                  </a:cubicBezTo>
                  <a:cubicBezTo>
                    <a:pt x="8426" y="14900"/>
                    <a:pt x="8407" y="14918"/>
                    <a:pt x="8399" y="14918"/>
                  </a:cubicBezTo>
                  <a:cubicBezTo>
                    <a:pt x="8398" y="14918"/>
                    <a:pt x="8397" y="14917"/>
                    <a:pt x="8396" y="14916"/>
                  </a:cubicBezTo>
                  <a:cubicBezTo>
                    <a:pt x="8378" y="14926"/>
                    <a:pt x="8361" y="14939"/>
                    <a:pt x="8347" y="14952"/>
                  </a:cubicBezTo>
                  <a:cubicBezTo>
                    <a:pt x="8327" y="14970"/>
                    <a:pt x="8308" y="14988"/>
                    <a:pt x="8300" y="14988"/>
                  </a:cubicBezTo>
                  <a:cubicBezTo>
                    <a:pt x="8299" y="14988"/>
                    <a:pt x="8298" y="14988"/>
                    <a:pt x="8297" y="14987"/>
                  </a:cubicBezTo>
                  <a:cubicBezTo>
                    <a:pt x="8270" y="15003"/>
                    <a:pt x="8247" y="15022"/>
                    <a:pt x="8225" y="15043"/>
                  </a:cubicBezTo>
                  <a:cubicBezTo>
                    <a:pt x="8184" y="15081"/>
                    <a:pt x="8143" y="15120"/>
                    <a:pt x="8134" y="15120"/>
                  </a:cubicBezTo>
                  <a:cubicBezTo>
                    <a:pt x="8133" y="15120"/>
                    <a:pt x="8133" y="15120"/>
                    <a:pt x="8132" y="15119"/>
                  </a:cubicBezTo>
                  <a:cubicBezTo>
                    <a:pt x="8111" y="15139"/>
                    <a:pt x="8111" y="15139"/>
                    <a:pt x="8117" y="15146"/>
                  </a:cubicBezTo>
                  <a:cubicBezTo>
                    <a:pt x="8122" y="15152"/>
                    <a:pt x="8107" y="15179"/>
                    <a:pt x="8013" y="15255"/>
                  </a:cubicBezTo>
                  <a:cubicBezTo>
                    <a:pt x="7970" y="15297"/>
                    <a:pt x="7903" y="15359"/>
                    <a:pt x="7909" y="15365"/>
                  </a:cubicBezTo>
                  <a:cubicBezTo>
                    <a:pt x="7895" y="15379"/>
                    <a:pt x="7891" y="15383"/>
                    <a:pt x="7887" y="15383"/>
                  </a:cubicBezTo>
                  <a:cubicBezTo>
                    <a:pt x="7885" y="15383"/>
                    <a:pt x="7884" y="15382"/>
                    <a:pt x="7882" y="15380"/>
                  </a:cubicBezTo>
                  <a:cubicBezTo>
                    <a:pt x="7881" y="15378"/>
                    <a:pt x="7879" y="15377"/>
                    <a:pt x="7876" y="15377"/>
                  </a:cubicBezTo>
                  <a:cubicBezTo>
                    <a:pt x="7860" y="15377"/>
                    <a:pt x="7822" y="15415"/>
                    <a:pt x="7795" y="15463"/>
                  </a:cubicBezTo>
                  <a:cubicBezTo>
                    <a:pt x="7800" y="15468"/>
                    <a:pt x="7778" y="15489"/>
                    <a:pt x="7751" y="15504"/>
                  </a:cubicBezTo>
                  <a:cubicBezTo>
                    <a:pt x="7736" y="15517"/>
                    <a:pt x="7724" y="15534"/>
                    <a:pt x="7713" y="15551"/>
                  </a:cubicBezTo>
                  <a:cubicBezTo>
                    <a:pt x="7697" y="15578"/>
                    <a:pt x="7697" y="15578"/>
                    <a:pt x="7648" y="15613"/>
                  </a:cubicBezTo>
                  <a:cubicBezTo>
                    <a:pt x="7647" y="15612"/>
                    <a:pt x="7646" y="15612"/>
                    <a:pt x="7645" y="15612"/>
                  </a:cubicBezTo>
                  <a:cubicBezTo>
                    <a:pt x="7637" y="15612"/>
                    <a:pt x="7617" y="15630"/>
                    <a:pt x="7598" y="15648"/>
                  </a:cubicBezTo>
                  <a:cubicBezTo>
                    <a:pt x="7560" y="15695"/>
                    <a:pt x="7320" y="15925"/>
                    <a:pt x="7289" y="15934"/>
                  </a:cubicBezTo>
                  <a:cubicBezTo>
                    <a:pt x="7278" y="15952"/>
                    <a:pt x="7263" y="15966"/>
                    <a:pt x="7246" y="15977"/>
                  </a:cubicBezTo>
                  <a:cubicBezTo>
                    <a:pt x="7212" y="15983"/>
                    <a:pt x="7192" y="16005"/>
                    <a:pt x="7201" y="16020"/>
                  </a:cubicBezTo>
                  <a:lnTo>
                    <a:pt x="7226" y="16003"/>
                  </a:lnTo>
                  <a:lnTo>
                    <a:pt x="7251" y="15984"/>
                  </a:lnTo>
                  <a:lnTo>
                    <a:pt x="7251" y="15984"/>
                  </a:lnTo>
                  <a:cubicBezTo>
                    <a:pt x="7260" y="15996"/>
                    <a:pt x="7209" y="16036"/>
                    <a:pt x="7184" y="16036"/>
                  </a:cubicBezTo>
                  <a:cubicBezTo>
                    <a:pt x="7178" y="16036"/>
                    <a:pt x="7174" y="16034"/>
                    <a:pt x="7172" y="16030"/>
                  </a:cubicBezTo>
                  <a:cubicBezTo>
                    <a:pt x="7137" y="16034"/>
                    <a:pt x="7138" y="16034"/>
                    <a:pt x="7122" y="16064"/>
                  </a:cubicBezTo>
                  <a:cubicBezTo>
                    <a:pt x="7107" y="16092"/>
                    <a:pt x="7078" y="16111"/>
                    <a:pt x="7047" y="16111"/>
                  </a:cubicBezTo>
                  <a:cubicBezTo>
                    <a:pt x="7046" y="16111"/>
                    <a:pt x="7045" y="16111"/>
                    <a:pt x="7044" y="16111"/>
                  </a:cubicBezTo>
                  <a:cubicBezTo>
                    <a:pt x="7040" y="16105"/>
                    <a:pt x="7038" y="16101"/>
                    <a:pt x="7036" y="16101"/>
                  </a:cubicBezTo>
                  <a:cubicBezTo>
                    <a:pt x="7032" y="16101"/>
                    <a:pt x="7028" y="16108"/>
                    <a:pt x="7017" y="16126"/>
                  </a:cubicBezTo>
                  <a:cubicBezTo>
                    <a:pt x="6989" y="16172"/>
                    <a:pt x="6933" y="16211"/>
                    <a:pt x="6903" y="16211"/>
                  </a:cubicBezTo>
                  <a:cubicBezTo>
                    <a:pt x="6894" y="16211"/>
                    <a:pt x="6888" y="16208"/>
                    <a:pt x="6885" y="16201"/>
                  </a:cubicBezTo>
                  <a:cubicBezTo>
                    <a:pt x="6882" y="16194"/>
                    <a:pt x="6874" y="16191"/>
                    <a:pt x="6864" y="16191"/>
                  </a:cubicBezTo>
                  <a:cubicBezTo>
                    <a:pt x="6852" y="16191"/>
                    <a:pt x="6836" y="16195"/>
                    <a:pt x="6821" y="16202"/>
                  </a:cubicBezTo>
                  <a:cubicBezTo>
                    <a:pt x="6793" y="16213"/>
                    <a:pt x="6795" y="16221"/>
                    <a:pt x="6799" y="16229"/>
                  </a:cubicBezTo>
                  <a:cubicBezTo>
                    <a:pt x="6833" y="16233"/>
                    <a:pt x="6804" y="16244"/>
                    <a:pt x="6741" y="16250"/>
                  </a:cubicBezTo>
                  <a:cubicBezTo>
                    <a:pt x="6648" y="16255"/>
                    <a:pt x="6593" y="16272"/>
                    <a:pt x="6508" y="16308"/>
                  </a:cubicBezTo>
                  <a:cubicBezTo>
                    <a:pt x="6438" y="16334"/>
                    <a:pt x="6377" y="16347"/>
                    <a:pt x="6359" y="16347"/>
                  </a:cubicBezTo>
                  <a:cubicBezTo>
                    <a:pt x="6348" y="16347"/>
                    <a:pt x="6355" y="16341"/>
                    <a:pt x="6389" y="16330"/>
                  </a:cubicBezTo>
                  <a:cubicBezTo>
                    <a:pt x="6420" y="16315"/>
                    <a:pt x="6434" y="16308"/>
                    <a:pt x="6432" y="16308"/>
                  </a:cubicBezTo>
                  <a:cubicBezTo>
                    <a:pt x="6429" y="16308"/>
                    <a:pt x="6415" y="16313"/>
                    <a:pt x="6388" y="16322"/>
                  </a:cubicBezTo>
                  <a:cubicBezTo>
                    <a:pt x="6329" y="16331"/>
                    <a:pt x="6269" y="16336"/>
                    <a:pt x="6240" y="16339"/>
                  </a:cubicBezTo>
                  <a:cubicBezTo>
                    <a:pt x="6210" y="16341"/>
                    <a:pt x="6179" y="16351"/>
                    <a:pt x="6180" y="16359"/>
                  </a:cubicBezTo>
                  <a:cubicBezTo>
                    <a:pt x="6161" y="16349"/>
                    <a:pt x="6133" y="16343"/>
                    <a:pt x="6099" y="16343"/>
                  </a:cubicBezTo>
                  <a:cubicBezTo>
                    <a:pt x="6077" y="16343"/>
                    <a:pt x="6053" y="16345"/>
                    <a:pt x="6029" y="16351"/>
                  </a:cubicBezTo>
                  <a:lnTo>
                    <a:pt x="5970" y="16348"/>
                  </a:lnTo>
                  <a:cubicBezTo>
                    <a:pt x="5962" y="16346"/>
                    <a:pt x="5954" y="16346"/>
                    <a:pt x="5946" y="16346"/>
                  </a:cubicBezTo>
                  <a:cubicBezTo>
                    <a:pt x="5934" y="16346"/>
                    <a:pt x="5920" y="16347"/>
                    <a:pt x="5908" y="16351"/>
                  </a:cubicBezTo>
                  <a:cubicBezTo>
                    <a:pt x="5903" y="16352"/>
                    <a:pt x="5899" y="16352"/>
                    <a:pt x="5895" y="16352"/>
                  </a:cubicBezTo>
                  <a:cubicBezTo>
                    <a:pt x="5868" y="16352"/>
                    <a:pt x="5844" y="16341"/>
                    <a:pt x="5819" y="16331"/>
                  </a:cubicBezTo>
                  <a:cubicBezTo>
                    <a:pt x="5797" y="16320"/>
                    <a:pt x="5775" y="16309"/>
                    <a:pt x="5766" y="16309"/>
                  </a:cubicBezTo>
                  <a:cubicBezTo>
                    <a:pt x="5764" y="16309"/>
                    <a:pt x="5762" y="16310"/>
                    <a:pt x="5762" y="16312"/>
                  </a:cubicBezTo>
                  <a:cubicBezTo>
                    <a:pt x="5761" y="16318"/>
                    <a:pt x="5734" y="16318"/>
                    <a:pt x="5706" y="16318"/>
                  </a:cubicBezTo>
                  <a:cubicBezTo>
                    <a:pt x="5700" y="16318"/>
                    <a:pt x="5695" y="16318"/>
                    <a:pt x="5690" y="16318"/>
                  </a:cubicBezTo>
                  <a:cubicBezTo>
                    <a:pt x="5682" y="16318"/>
                    <a:pt x="5674" y="16318"/>
                    <a:pt x="5668" y="16318"/>
                  </a:cubicBezTo>
                  <a:cubicBezTo>
                    <a:pt x="5667" y="16318"/>
                    <a:pt x="5666" y="16319"/>
                    <a:pt x="5665" y="16319"/>
                  </a:cubicBezTo>
                  <a:cubicBezTo>
                    <a:pt x="5635" y="16319"/>
                    <a:pt x="5611" y="16304"/>
                    <a:pt x="5641" y="16303"/>
                  </a:cubicBezTo>
                  <a:cubicBezTo>
                    <a:pt x="5643" y="16295"/>
                    <a:pt x="5643" y="16295"/>
                    <a:pt x="5587" y="16271"/>
                  </a:cubicBezTo>
                  <a:cubicBezTo>
                    <a:pt x="5563" y="16265"/>
                    <a:pt x="5519" y="16249"/>
                    <a:pt x="5504" y="16249"/>
                  </a:cubicBezTo>
                  <a:cubicBezTo>
                    <a:pt x="5502" y="16249"/>
                    <a:pt x="5500" y="16250"/>
                    <a:pt x="5500" y="16251"/>
                  </a:cubicBezTo>
                  <a:cubicBezTo>
                    <a:pt x="5499" y="16252"/>
                    <a:pt x="5499" y="16252"/>
                    <a:pt x="5497" y="16252"/>
                  </a:cubicBezTo>
                  <a:cubicBezTo>
                    <a:pt x="5488" y="16252"/>
                    <a:pt x="5448" y="16241"/>
                    <a:pt x="5409" y="16225"/>
                  </a:cubicBezTo>
                  <a:cubicBezTo>
                    <a:pt x="5363" y="16205"/>
                    <a:pt x="5316" y="16184"/>
                    <a:pt x="5303" y="16174"/>
                  </a:cubicBezTo>
                  <a:lnTo>
                    <a:pt x="5250" y="16146"/>
                  </a:lnTo>
                  <a:cubicBezTo>
                    <a:pt x="5224" y="16132"/>
                    <a:pt x="5192" y="16127"/>
                    <a:pt x="5166" y="16111"/>
                  </a:cubicBezTo>
                  <a:cubicBezTo>
                    <a:pt x="5148" y="16101"/>
                    <a:pt x="5129" y="16093"/>
                    <a:pt x="5110" y="16087"/>
                  </a:cubicBezTo>
                  <a:cubicBezTo>
                    <a:pt x="5083" y="16072"/>
                    <a:pt x="5059" y="16055"/>
                    <a:pt x="5063" y="16047"/>
                  </a:cubicBezTo>
                  <a:cubicBezTo>
                    <a:pt x="5028" y="16045"/>
                    <a:pt x="5028" y="16044"/>
                    <a:pt x="5014" y="16013"/>
                  </a:cubicBezTo>
                  <a:cubicBezTo>
                    <a:pt x="5024" y="16000"/>
                    <a:pt x="5024" y="16000"/>
                    <a:pt x="4989" y="15997"/>
                  </a:cubicBezTo>
                  <a:cubicBezTo>
                    <a:pt x="4959" y="15985"/>
                    <a:pt x="4960" y="15984"/>
                    <a:pt x="4941" y="15959"/>
                  </a:cubicBezTo>
                  <a:cubicBezTo>
                    <a:pt x="4946" y="15954"/>
                    <a:pt x="4929" y="15939"/>
                    <a:pt x="4921" y="15939"/>
                  </a:cubicBezTo>
                  <a:cubicBezTo>
                    <a:pt x="4919" y="15939"/>
                    <a:pt x="4918" y="15939"/>
                    <a:pt x="4917" y="15940"/>
                  </a:cubicBezTo>
                  <a:cubicBezTo>
                    <a:pt x="4881" y="15936"/>
                    <a:pt x="4809" y="15880"/>
                    <a:pt x="4820" y="15867"/>
                  </a:cubicBezTo>
                  <a:cubicBezTo>
                    <a:pt x="4804" y="15854"/>
                    <a:pt x="4787" y="15843"/>
                    <a:pt x="4769" y="15833"/>
                  </a:cubicBezTo>
                  <a:cubicBezTo>
                    <a:pt x="4736" y="15823"/>
                    <a:pt x="4736" y="15823"/>
                    <a:pt x="4748" y="15810"/>
                  </a:cubicBezTo>
                  <a:cubicBezTo>
                    <a:pt x="4741" y="15779"/>
                    <a:pt x="4717" y="15753"/>
                    <a:pt x="4685" y="15744"/>
                  </a:cubicBezTo>
                  <a:cubicBezTo>
                    <a:pt x="4668" y="15733"/>
                    <a:pt x="4655" y="15716"/>
                    <a:pt x="4646" y="15698"/>
                  </a:cubicBezTo>
                  <a:cubicBezTo>
                    <a:pt x="4613" y="15654"/>
                    <a:pt x="4532" y="15523"/>
                    <a:pt x="4520" y="15523"/>
                  </a:cubicBezTo>
                  <a:cubicBezTo>
                    <a:pt x="4518" y="15523"/>
                    <a:pt x="4518" y="15524"/>
                    <a:pt x="4518" y="15528"/>
                  </a:cubicBezTo>
                  <a:lnTo>
                    <a:pt x="4485" y="15477"/>
                  </a:lnTo>
                  <a:cubicBezTo>
                    <a:pt x="4459" y="15421"/>
                    <a:pt x="4447" y="15394"/>
                    <a:pt x="4425" y="15372"/>
                  </a:cubicBezTo>
                  <a:lnTo>
                    <a:pt x="4402" y="15348"/>
                  </a:lnTo>
                  <a:cubicBezTo>
                    <a:pt x="4409" y="15345"/>
                    <a:pt x="4402" y="15314"/>
                    <a:pt x="4391" y="15286"/>
                  </a:cubicBezTo>
                  <a:cubicBezTo>
                    <a:pt x="4381" y="15266"/>
                    <a:pt x="4379" y="15260"/>
                    <a:pt x="4375" y="15260"/>
                  </a:cubicBezTo>
                  <a:cubicBezTo>
                    <a:pt x="4373" y="15260"/>
                    <a:pt x="4372" y="15261"/>
                    <a:pt x="4370" y="15262"/>
                  </a:cubicBezTo>
                  <a:cubicBezTo>
                    <a:pt x="4372" y="15272"/>
                    <a:pt x="4372" y="15276"/>
                    <a:pt x="4370" y="15276"/>
                  </a:cubicBezTo>
                  <a:cubicBezTo>
                    <a:pt x="4367" y="15276"/>
                    <a:pt x="4358" y="15257"/>
                    <a:pt x="4350" y="15238"/>
                  </a:cubicBezTo>
                  <a:cubicBezTo>
                    <a:pt x="4336" y="15210"/>
                    <a:pt x="4334" y="15179"/>
                    <a:pt x="4342" y="15175"/>
                  </a:cubicBezTo>
                  <a:lnTo>
                    <a:pt x="4332" y="15147"/>
                  </a:lnTo>
                  <a:cubicBezTo>
                    <a:pt x="4330" y="15148"/>
                    <a:pt x="4329" y="15148"/>
                    <a:pt x="4327" y="15148"/>
                  </a:cubicBezTo>
                  <a:cubicBezTo>
                    <a:pt x="4313" y="15148"/>
                    <a:pt x="4306" y="15124"/>
                    <a:pt x="4313" y="15122"/>
                  </a:cubicBezTo>
                  <a:cubicBezTo>
                    <a:pt x="4308" y="15091"/>
                    <a:pt x="4301" y="15062"/>
                    <a:pt x="4292" y="15033"/>
                  </a:cubicBezTo>
                  <a:cubicBezTo>
                    <a:pt x="4292" y="15033"/>
                    <a:pt x="4292" y="15033"/>
                    <a:pt x="4292" y="15033"/>
                  </a:cubicBezTo>
                  <a:cubicBezTo>
                    <a:pt x="4286" y="15033"/>
                    <a:pt x="4285" y="15020"/>
                    <a:pt x="4287" y="15020"/>
                  </a:cubicBezTo>
                  <a:cubicBezTo>
                    <a:pt x="4288" y="15020"/>
                    <a:pt x="4290" y="15024"/>
                    <a:pt x="4292" y="15033"/>
                  </a:cubicBezTo>
                  <a:lnTo>
                    <a:pt x="4300" y="15031"/>
                  </a:lnTo>
                  <a:cubicBezTo>
                    <a:pt x="4300" y="15007"/>
                    <a:pt x="4295" y="15003"/>
                    <a:pt x="4289" y="15003"/>
                  </a:cubicBezTo>
                  <a:cubicBezTo>
                    <a:pt x="4288" y="15003"/>
                    <a:pt x="4286" y="15003"/>
                    <a:pt x="4284" y="15004"/>
                  </a:cubicBezTo>
                  <a:cubicBezTo>
                    <a:pt x="4284" y="15004"/>
                    <a:pt x="4273" y="14975"/>
                    <a:pt x="4267" y="14945"/>
                  </a:cubicBezTo>
                  <a:cubicBezTo>
                    <a:pt x="4262" y="14925"/>
                    <a:pt x="4257" y="14904"/>
                    <a:pt x="4254" y="14904"/>
                  </a:cubicBezTo>
                  <a:cubicBezTo>
                    <a:pt x="4253" y="14904"/>
                    <a:pt x="4252" y="14908"/>
                    <a:pt x="4252" y="14917"/>
                  </a:cubicBezTo>
                  <a:cubicBezTo>
                    <a:pt x="4250" y="14918"/>
                    <a:pt x="4247" y="14919"/>
                    <a:pt x="4245" y="14919"/>
                  </a:cubicBezTo>
                  <a:cubicBezTo>
                    <a:pt x="4239" y="14919"/>
                    <a:pt x="4234" y="14914"/>
                    <a:pt x="4229" y="14892"/>
                  </a:cubicBezTo>
                  <a:cubicBezTo>
                    <a:pt x="4228" y="14892"/>
                    <a:pt x="4228" y="14892"/>
                    <a:pt x="4228" y="14892"/>
                  </a:cubicBezTo>
                  <a:cubicBezTo>
                    <a:pt x="4222" y="14892"/>
                    <a:pt x="4221" y="14878"/>
                    <a:pt x="4223" y="14878"/>
                  </a:cubicBezTo>
                  <a:cubicBezTo>
                    <a:pt x="4224" y="14878"/>
                    <a:pt x="4226" y="14882"/>
                    <a:pt x="4229" y="14892"/>
                  </a:cubicBezTo>
                  <a:cubicBezTo>
                    <a:pt x="4236" y="14889"/>
                    <a:pt x="4244" y="14888"/>
                    <a:pt x="4238" y="14859"/>
                  </a:cubicBezTo>
                  <a:cubicBezTo>
                    <a:pt x="4231" y="14829"/>
                    <a:pt x="4240" y="14828"/>
                    <a:pt x="4240" y="14828"/>
                  </a:cubicBezTo>
                  <a:cubicBezTo>
                    <a:pt x="4242" y="14830"/>
                    <a:pt x="4244" y="14832"/>
                    <a:pt x="4245" y="14832"/>
                  </a:cubicBezTo>
                  <a:cubicBezTo>
                    <a:pt x="4256" y="14832"/>
                    <a:pt x="4229" y="14735"/>
                    <a:pt x="4217" y="14710"/>
                  </a:cubicBezTo>
                  <a:cubicBezTo>
                    <a:pt x="4188" y="14654"/>
                    <a:pt x="4183" y="14623"/>
                    <a:pt x="4199" y="14621"/>
                  </a:cubicBezTo>
                  <a:cubicBezTo>
                    <a:pt x="4216" y="14618"/>
                    <a:pt x="4188" y="14562"/>
                    <a:pt x="4157" y="14537"/>
                  </a:cubicBezTo>
                  <a:lnTo>
                    <a:pt x="4126" y="14511"/>
                  </a:lnTo>
                  <a:lnTo>
                    <a:pt x="4151" y="14507"/>
                  </a:lnTo>
                  <a:cubicBezTo>
                    <a:pt x="4179" y="14472"/>
                    <a:pt x="4179" y="14472"/>
                    <a:pt x="4146" y="14387"/>
                  </a:cubicBezTo>
                  <a:cubicBezTo>
                    <a:pt x="4125" y="14328"/>
                    <a:pt x="4125" y="14328"/>
                    <a:pt x="4134" y="14327"/>
                  </a:cubicBezTo>
                  <a:cubicBezTo>
                    <a:pt x="4142" y="14326"/>
                    <a:pt x="4137" y="14296"/>
                    <a:pt x="4120" y="14207"/>
                  </a:cubicBezTo>
                  <a:cubicBezTo>
                    <a:pt x="4102" y="14120"/>
                    <a:pt x="4096" y="14091"/>
                    <a:pt x="4089" y="14091"/>
                  </a:cubicBezTo>
                  <a:cubicBezTo>
                    <a:pt x="4089" y="14091"/>
                    <a:pt x="4088" y="14091"/>
                    <a:pt x="4088" y="14091"/>
                  </a:cubicBezTo>
                  <a:cubicBezTo>
                    <a:pt x="4088" y="14091"/>
                    <a:pt x="4082" y="14061"/>
                    <a:pt x="4076" y="14032"/>
                  </a:cubicBezTo>
                  <a:cubicBezTo>
                    <a:pt x="4085" y="14006"/>
                    <a:pt x="4074" y="13965"/>
                    <a:pt x="4064" y="13965"/>
                  </a:cubicBezTo>
                  <a:cubicBezTo>
                    <a:pt x="4061" y="13965"/>
                    <a:pt x="4059" y="13968"/>
                    <a:pt x="4057" y="13974"/>
                  </a:cubicBezTo>
                  <a:lnTo>
                    <a:pt x="4045" y="13916"/>
                  </a:lnTo>
                  <a:lnTo>
                    <a:pt x="4054" y="13914"/>
                  </a:lnTo>
                  <a:cubicBezTo>
                    <a:pt x="4061" y="13912"/>
                    <a:pt x="4050" y="13854"/>
                    <a:pt x="4004" y="13617"/>
                  </a:cubicBezTo>
                  <a:cubicBezTo>
                    <a:pt x="3955" y="13363"/>
                    <a:pt x="3948" y="13325"/>
                    <a:pt x="3932" y="13325"/>
                  </a:cubicBezTo>
                  <a:cubicBezTo>
                    <a:pt x="3932" y="13325"/>
                    <a:pt x="3931" y="13325"/>
                    <a:pt x="3930" y="13326"/>
                  </a:cubicBezTo>
                  <a:cubicBezTo>
                    <a:pt x="3908" y="13299"/>
                    <a:pt x="3902" y="13269"/>
                    <a:pt x="3919" y="13266"/>
                  </a:cubicBezTo>
                  <a:cubicBezTo>
                    <a:pt x="3927" y="13265"/>
                    <a:pt x="3930" y="13235"/>
                    <a:pt x="3922" y="13235"/>
                  </a:cubicBezTo>
                  <a:cubicBezTo>
                    <a:pt x="3921" y="13235"/>
                    <a:pt x="3921" y="13235"/>
                    <a:pt x="3921" y="13235"/>
                  </a:cubicBezTo>
                  <a:cubicBezTo>
                    <a:pt x="3916" y="13206"/>
                    <a:pt x="3912" y="13175"/>
                    <a:pt x="3912" y="13145"/>
                  </a:cubicBezTo>
                  <a:cubicBezTo>
                    <a:pt x="3912" y="13056"/>
                    <a:pt x="3898" y="13027"/>
                    <a:pt x="3890" y="13027"/>
                  </a:cubicBezTo>
                  <a:cubicBezTo>
                    <a:pt x="3890" y="13027"/>
                    <a:pt x="3890" y="13027"/>
                    <a:pt x="3890" y="13027"/>
                  </a:cubicBezTo>
                  <a:cubicBezTo>
                    <a:pt x="3886" y="13037"/>
                    <a:pt x="3884" y="13041"/>
                    <a:pt x="3883" y="13041"/>
                  </a:cubicBezTo>
                  <a:cubicBezTo>
                    <a:pt x="3880" y="13041"/>
                    <a:pt x="3882" y="13019"/>
                    <a:pt x="3884" y="12998"/>
                  </a:cubicBezTo>
                  <a:cubicBezTo>
                    <a:pt x="3886" y="12967"/>
                    <a:pt x="3889" y="12937"/>
                    <a:pt x="3881" y="12937"/>
                  </a:cubicBezTo>
                  <a:cubicBezTo>
                    <a:pt x="3881" y="12937"/>
                    <a:pt x="3881" y="12937"/>
                    <a:pt x="3881" y="12937"/>
                  </a:cubicBezTo>
                  <a:cubicBezTo>
                    <a:pt x="3866" y="12909"/>
                    <a:pt x="3824" y="12733"/>
                    <a:pt x="3840" y="12731"/>
                  </a:cubicBezTo>
                  <a:lnTo>
                    <a:pt x="3829" y="12672"/>
                  </a:lnTo>
                  <a:cubicBezTo>
                    <a:pt x="3829" y="12672"/>
                    <a:pt x="3829" y="12672"/>
                    <a:pt x="3829" y="12672"/>
                  </a:cubicBezTo>
                  <a:cubicBezTo>
                    <a:pt x="3820" y="12672"/>
                    <a:pt x="3809" y="12614"/>
                    <a:pt x="3798" y="12555"/>
                  </a:cubicBezTo>
                  <a:cubicBezTo>
                    <a:pt x="3787" y="12495"/>
                    <a:pt x="3780" y="12466"/>
                    <a:pt x="3789" y="12465"/>
                  </a:cubicBezTo>
                  <a:lnTo>
                    <a:pt x="3789" y="12465"/>
                  </a:lnTo>
                  <a:cubicBezTo>
                    <a:pt x="3793" y="12472"/>
                    <a:pt x="3795" y="12476"/>
                    <a:pt x="3796" y="12476"/>
                  </a:cubicBezTo>
                  <a:cubicBezTo>
                    <a:pt x="3799" y="12476"/>
                    <a:pt x="3792" y="12449"/>
                    <a:pt x="3778" y="12406"/>
                  </a:cubicBezTo>
                  <a:cubicBezTo>
                    <a:pt x="3772" y="12377"/>
                    <a:pt x="3748" y="12350"/>
                    <a:pt x="3743" y="12320"/>
                  </a:cubicBezTo>
                  <a:cubicBezTo>
                    <a:pt x="3743" y="12320"/>
                    <a:pt x="3743" y="12320"/>
                    <a:pt x="3742" y="12320"/>
                  </a:cubicBezTo>
                  <a:cubicBezTo>
                    <a:pt x="3734" y="12320"/>
                    <a:pt x="3720" y="12293"/>
                    <a:pt x="3715" y="12264"/>
                  </a:cubicBezTo>
                  <a:lnTo>
                    <a:pt x="3724" y="12263"/>
                  </a:lnTo>
                  <a:lnTo>
                    <a:pt x="3741" y="12260"/>
                  </a:lnTo>
                  <a:cubicBezTo>
                    <a:pt x="3735" y="12232"/>
                    <a:pt x="3729" y="12203"/>
                    <a:pt x="3721" y="12203"/>
                  </a:cubicBezTo>
                  <a:cubicBezTo>
                    <a:pt x="3721" y="12203"/>
                    <a:pt x="3721" y="12203"/>
                    <a:pt x="3720" y="12203"/>
                  </a:cubicBezTo>
                  <a:cubicBezTo>
                    <a:pt x="3723" y="12171"/>
                    <a:pt x="3717" y="12142"/>
                    <a:pt x="3706" y="12083"/>
                  </a:cubicBezTo>
                  <a:cubicBezTo>
                    <a:pt x="3695" y="12024"/>
                    <a:pt x="3682" y="11965"/>
                    <a:pt x="3669" y="11937"/>
                  </a:cubicBezTo>
                  <a:cubicBezTo>
                    <a:pt x="3680" y="11904"/>
                    <a:pt x="3645" y="11727"/>
                    <a:pt x="3623" y="11700"/>
                  </a:cubicBezTo>
                  <a:cubicBezTo>
                    <a:pt x="3622" y="11700"/>
                    <a:pt x="3622" y="11700"/>
                    <a:pt x="3622" y="11700"/>
                  </a:cubicBezTo>
                  <a:cubicBezTo>
                    <a:pt x="3613" y="11700"/>
                    <a:pt x="3608" y="11671"/>
                    <a:pt x="3612" y="11642"/>
                  </a:cubicBezTo>
                  <a:cubicBezTo>
                    <a:pt x="3614" y="11610"/>
                    <a:pt x="3614" y="11610"/>
                    <a:pt x="3599" y="11582"/>
                  </a:cubicBezTo>
                  <a:cubicBezTo>
                    <a:pt x="3586" y="11554"/>
                    <a:pt x="3588" y="11524"/>
                    <a:pt x="3591" y="11493"/>
                  </a:cubicBezTo>
                  <a:cubicBezTo>
                    <a:pt x="3600" y="11462"/>
                    <a:pt x="3597" y="11430"/>
                    <a:pt x="3582" y="11403"/>
                  </a:cubicBezTo>
                  <a:cubicBezTo>
                    <a:pt x="3567" y="11355"/>
                    <a:pt x="3554" y="11306"/>
                    <a:pt x="3545" y="11257"/>
                  </a:cubicBezTo>
                  <a:cubicBezTo>
                    <a:pt x="3531" y="11215"/>
                    <a:pt x="3524" y="11188"/>
                    <a:pt x="3520" y="11188"/>
                  </a:cubicBezTo>
                  <a:cubicBezTo>
                    <a:pt x="3518" y="11188"/>
                    <a:pt x="3517" y="11191"/>
                    <a:pt x="3516" y="11200"/>
                  </a:cubicBezTo>
                  <a:cubicBezTo>
                    <a:pt x="3516" y="11200"/>
                    <a:pt x="3516" y="11200"/>
                    <a:pt x="3515" y="11200"/>
                  </a:cubicBezTo>
                  <a:cubicBezTo>
                    <a:pt x="3507" y="11200"/>
                    <a:pt x="3494" y="11174"/>
                    <a:pt x="3494" y="11174"/>
                  </a:cubicBezTo>
                  <a:cubicBezTo>
                    <a:pt x="3482" y="11139"/>
                    <a:pt x="3481" y="11125"/>
                    <a:pt x="3482" y="11125"/>
                  </a:cubicBezTo>
                  <a:lnTo>
                    <a:pt x="3482" y="11125"/>
                  </a:lnTo>
                  <a:cubicBezTo>
                    <a:pt x="3483" y="11125"/>
                    <a:pt x="3486" y="11132"/>
                    <a:pt x="3488" y="11144"/>
                  </a:cubicBezTo>
                  <a:cubicBezTo>
                    <a:pt x="3497" y="11168"/>
                    <a:pt x="3500" y="11177"/>
                    <a:pt x="3502" y="11177"/>
                  </a:cubicBezTo>
                  <a:cubicBezTo>
                    <a:pt x="3505" y="11177"/>
                    <a:pt x="3504" y="11159"/>
                    <a:pt x="3505" y="11141"/>
                  </a:cubicBezTo>
                  <a:cubicBezTo>
                    <a:pt x="3508" y="11110"/>
                    <a:pt x="3496" y="11052"/>
                    <a:pt x="3490" y="11021"/>
                  </a:cubicBezTo>
                  <a:cubicBezTo>
                    <a:pt x="3485" y="10992"/>
                    <a:pt x="3474" y="10933"/>
                    <a:pt x="3468" y="10904"/>
                  </a:cubicBezTo>
                  <a:cubicBezTo>
                    <a:pt x="3459" y="10816"/>
                    <a:pt x="3454" y="10786"/>
                    <a:pt x="3445" y="10786"/>
                  </a:cubicBezTo>
                  <a:cubicBezTo>
                    <a:pt x="3445" y="10786"/>
                    <a:pt x="3445" y="10786"/>
                    <a:pt x="3444" y="10786"/>
                  </a:cubicBezTo>
                  <a:lnTo>
                    <a:pt x="3437" y="10787"/>
                  </a:lnTo>
                  <a:cubicBezTo>
                    <a:pt x="3448" y="10754"/>
                    <a:pt x="3384" y="10430"/>
                    <a:pt x="3361" y="10403"/>
                  </a:cubicBezTo>
                  <a:lnTo>
                    <a:pt x="3370" y="10402"/>
                  </a:lnTo>
                  <a:cubicBezTo>
                    <a:pt x="3378" y="10401"/>
                    <a:pt x="3373" y="10371"/>
                    <a:pt x="3361" y="10312"/>
                  </a:cubicBezTo>
                  <a:cubicBezTo>
                    <a:pt x="3356" y="10282"/>
                    <a:pt x="3324" y="10165"/>
                    <a:pt x="3306" y="10077"/>
                  </a:cubicBezTo>
                  <a:cubicBezTo>
                    <a:pt x="3284" y="9961"/>
                    <a:pt x="3267" y="9873"/>
                    <a:pt x="3259" y="9873"/>
                  </a:cubicBezTo>
                  <a:cubicBezTo>
                    <a:pt x="3258" y="9873"/>
                    <a:pt x="3258" y="9873"/>
                    <a:pt x="3258" y="9873"/>
                  </a:cubicBezTo>
                  <a:cubicBezTo>
                    <a:pt x="3253" y="9842"/>
                    <a:pt x="3253" y="9842"/>
                    <a:pt x="3260" y="9841"/>
                  </a:cubicBezTo>
                  <a:cubicBezTo>
                    <a:pt x="3265" y="9849"/>
                    <a:pt x="3267" y="9853"/>
                    <a:pt x="3268" y="9853"/>
                  </a:cubicBezTo>
                  <a:cubicBezTo>
                    <a:pt x="3272" y="9853"/>
                    <a:pt x="3268" y="9832"/>
                    <a:pt x="3264" y="9810"/>
                  </a:cubicBezTo>
                  <a:cubicBezTo>
                    <a:pt x="3260" y="9788"/>
                    <a:pt x="3253" y="9783"/>
                    <a:pt x="3247" y="9783"/>
                  </a:cubicBezTo>
                  <a:cubicBezTo>
                    <a:pt x="3245" y="9783"/>
                    <a:pt x="3243" y="9784"/>
                    <a:pt x="3241" y="9784"/>
                  </a:cubicBezTo>
                  <a:cubicBezTo>
                    <a:pt x="3241" y="9784"/>
                    <a:pt x="3241" y="9784"/>
                    <a:pt x="3241" y="9784"/>
                  </a:cubicBezTo>
                  <a:cubicBezTo>
                    <a:pt x="3232" y="9784"/>
                    <a:pt x="3227" y="9755"/>
                    <a:pt x="3223" y="9695"/>
                  </a:cubicBezTo>
                  <a:cubicBezTo>
                    <a:pt x="3217" y="9615"/>
                    <a:pt x="3201" y="9536"/>
                    <a:pt x="3177" y="9459"/>
                  </a:cubicBezTo>
                  <a:cubicBezTo>
                    <a:pt x="3172" y="9430"/>
                    <a:pt x="3166" y="9400"/>
                    <a:pt x="3175" y="9398"/>
                  </a:cubicBezTo>
                  <a:cubicBezTo>
                    <a:pt x="3179" y="9348"/>
                    <a:pt x="3168" y="9297"/>
                    <a:pt x="3146" y="9251"/>
                  </a:cubicBezTo>
                  <a:cubicBezTo>
                    <a:pt x="3140" y="9221"/>
                    <a:pt x="3140" y="9221"/>
                    <a:pt x="3148" y="9220"/>
                  </a:cubicBezTo>
                  <a:cubicBezTo>
                    <a:pt x="3152" y="9190"/>
                    <a:pt x="3159" y="9187"/>
                    <a:pt x="3137" y="9161"/>
                  </a:cubicBezTo>
                  <a:cubicBezTo>
                    <a:pt x="3116" y="9094"/>
                    <a:pt x="3102" y="9025"/>
                    <a:pt x="3097" y="8954"/>
                  </a:cubicBezTo>
                  <a:cubicBezTo>
                    <a:pt x="3091" y="8925"/>
                    <a:pt x="3086" y="8897"/>
                    <a:pt x="3078" y="8897"/>
                  </a:cubicBezTo>
                  <a:cubicBezTo>
                    <a:pt x="3078" y="8897"/>
                    <a:pt x="3078" y="8897"/>
                    <a:pt x="3078" y="8897"/>
                  </a:cubicBezTo>
                  <a:cubicBezTo>
                    <a:pt x="3071" y="8898"/>
                    <a:pt x="3066" y="8899"/>
                    <a:pt x="3065" y="8899"/>
                  </a:cubicBezTo>
                  <a:cubicBezTo>
                    <a:pt x="3065" y="8899"/>
                    <a:pt x="3066" y="8899"/>
                    <a:pt x="3069" y="8898"/>
                  </a:cubicBezTo>
                  <a:cubicBezTo>
                    <a:pt x="3080" y="8865"/>
                    <a:pt x="3080" y="8865"/>
                    <a:pt x="3057" y="8840"/>
                  </a:cubicBezTo>
                  <a:cubicBezTo>
                    <a:pt x="3057" y="8840"/>
                    <a:pt x="3057" y="8840"/>
                    <a:pt x="3057" y="8840"/>
                  </a:cubicBezTo>
                  <a:cubicBezTo>
                    <a:pt x="3048" y="8840"/>
                    <a:pt x="3043" y="8811"/>
                    <a:pt x="3052" y="8809"/>
                  </a:cubicBezTo>
                  <a:cubicBezTo>
                    <a:pt x="3053" y="8789"/>
                    <a:pt x="3052" y="8769"/>
                    <a:pt x="3048" y="8749"/>
                  </a:cubicBezTo>
                  <a:cubicBezTo>
                    <a:pt x="3043" y="8720"/>
                    <a:pt x="3006" y="8574"/>
                    <a:pt x="2977" y="8426"/>
                  </a:cubicBezTo>
                  <a:cubicBezTo>
                    <a:pt x="2931" y="8191"/>
                    <a:pt x="2914" y="8103"/>
                    <a:pt x="2905" y="8103"/>
                  </a:cubicBezTo>
                  <a:cubicBezTo>
                    <a:pt x="2905" y="8103"/>
                    <a:pt x="2905" y="8103"/>
                    <a:pt x="2905" y="8103"/>
                  </a:cubicBezTo>
                  <a:cubicBezTo>
                    <a:pt x="2891" y="8074"/>
                    <a:pt x="2891" y="8074"/>
                    <a:pt x="2894" y="8044"/>
                  </a:cubicBezTo>
                  <a:cubicBezTo>
                    <a:pt x="2895" y="8014"/>
                    <a:pt x="2893" y="7984"/>
                    <a:pt x="2885" y="7953"/>
                  </a:cubicBezTo>
                  <a:cubicBezTo>
                    <a:pt x="2879" y="7924"/>
                    <a:pt x="2873" y="7895"/>
                    <a:pt x="2882" y="7893"/>
                  </a:cubicBezTo>
                  <a:cubicBezTo>
                    <a:pt x="2871" y="7876"/>
                    <a:pt x="2864" y="7856"/>
                    <a:pt x="2862" y="7836"/>
                  </a:cubicBezTo>
                  <a:cubicBezTo>
                    <a:pt x="2870" y="7834"/>
                    <a:pt x="2864" y="7805"/>
                    <a:pt x="2851" y="7777"/>
                  </a:cubicBezTo>
                  <a:cubicBezTo>
                    <a:pt x="2827" y="7750"/>
                    <a:pt x="2827" y="7750"/>
                    <a:pt x="2844" y="7747"/>
                  </a:cubicBezTo>
                  <a:cubicBezTo>
                    <a:pt x="2852" y="7746"/>
                    <a:pt x="2846" y="7680"/>
                    <a:pt x="2843" y="7680"/>
                  </a:cubicBezTo>
                  <a:cubicBezTo>
                    <a:pt x="2843" y="7680"/>
                    <a:pt x="2842" y="7682"/>
                    <a:pt x="2842" y="7686"/>
                  </a:cubicBezTo>
                  <a:cubicBezTo>
                    <a:pt x="2842" y="7686"/>
                    <a:pt x="2842" y="7686"/>
                    <a:pt x="2842" y="7686"/>
                  </a:cubicBezTo>
                  <a:cubicBezTo>
                    <a:pt x="2833" y="7686"/>
                    <a:pt x="2822" y="7629"/>
                    <a:pt x="2807" y="7601"/>
                  </a:cubicBezTo>
                  <a:cubicBezTo>
                    <a:pt x="2802" y="7572"/>
                    <a:pt x="2796" y="7542"/>
                    <a:pt x="2805" y="7541"/>
                  </a:cubicBezTo>
                  <a:cubicBezTo>
                    <a:pt x="2807" y="7509"/>
                    <a:pt x="2770" y="7363"/>
                    <a:pt x="2756" y="7335"/>
                  </a:cubicBezTo>
                  <a:cubicBezTo>
                    <a:pt x="2756" y="7335"/>
                    <a:pt x="2755" y="7335"/>
                    <a:pt x="2755" y="7335"/>
                  </a:cubicBezTo>
                  <a:cubicBezTo>
                    <a:pt x="2748" y="7335"/>
                    <a:pt x="2742" y="7307"/>
                    <a:pt x="2750" y="7306"/>
                  </a:cubicBezTo>
                  <a:cubicBezTo>
                    <a:pt x="2759" y="7305"/>
                    <a:pt x="2753" y="7275"/>
                    <a:pt x="2747" y="7245"/>
                  </a:cubicBezTo>
                  <a:cubicBezTo>
                    <a:pt x="2733" y="7217"/>
                    <a:pt x="2741" y="7216"/>
                    <a:pt x="2750" y="7214"/>
                  </a:cubicBezTo>
                  <a:cubicBezTo>
                    <a:pt x="2754" y="7221"/>
                    <a:pt x="2756" y="7225"/>
                    <a:pt x="2757" y="7225"/>
                  </a:cubicBezTo>
                  <a:cubicBezTo>
                    <a:pt x="2760" y="7225"/>
                    <a:pt x="2755" y="7197"/>
                    <a:pt x="2747" y="7153"/>
                  </a:cubicBezTo>
                  <a:cubicBezTo>
                    <a:pt x="2732" y="7125"/>
                    <a:pt x="2710" y="7008"/>
                    <a:pt x="2693" y="6919"/>
                  </a:cubicBezTo>
                  <a:cubicBezTo>
                    <a:pt x="2664" y="6772"/>
                    <a:pt x="2649" y="6744"/>
                    <a:pt x="2621" y="6688"/>
                  </a:cubicBezTo>
                  <a:lnTo>
                    <a:pt x="2599" y="6661"/>
                  </a:lnTo>
                  <a:lnTo>
                    <a:pt x="2615" y="6658"/>
                  </a:lnTo>
                  <a:cubicBezTo>
                    <a:pt x="2624" y="6657"/>
                    <a:pt x="2634" y="6624"/>
                    <a:pt x="2634" y="6624"/>
                  </a:cubicBezTo>
                  <a:cubicBezTo>
                    <a:pt x="2630" y="6600"/>
                    <a:pt x="2624" y="6597"/>
                    <a:pt x="2617" y="6597"/>
                  </a:cubicBezTo>
                  <a:cubicBezTo>
                    <a:pt x="2615" y="6597"/>
                    <a:pt x="2614" y="6597"/>
                    <a:pt x="2612" y="6597"/>
                  </a:cubicBezTo>
                  <a:cubicBezTo>
                    <a:pt x="2612" y="6597"/>
                    <a:pt x="2612" y="6597"/>
                    <a:pt x="2611" y="6597"/>
                  </a:cubicBezTo>
                  <a:cubicBezTo>
                    <a:pt x="2604" y="6597"/>
                    <a:pt x="2598" y="6567"/>
                    <a:pt x="2595" y="6510"/>
                  </a:cubicBezTo>
                  <a:cubicBezTo>
                    <a:pt x="2592" y="6449"/>
                    <a:pt x="2586" y="6419"/>
                    <a:pt x="2572" y="6391"/>
                  </a:cubicBezTo>
                  <a:cubicBezTo>
                    <a:pt x="2565" y="6362"/>
                    <a:pt x="2562" y="6331"/>
                    <a:pt x="2564" y="6301"/>
                  </a:cubicBezTo>
                  <a:cubicBezTo>
                    <a:pt x="2558" y="6277"/>
                    <a:pt x="2557" y="6273"/>
                    <a:pt x="2553" y="6273"/>
                  </a:cubicBezTo>
                  <a:cubicBezTo>
                    <a:pt x="2552" y="6273"/>
                    <a:pt x="2551" y="6273"/>
                    <a:pt x="2549" y="6273"/>
                  </a:cubicBezTo>
                  <a:cubicBezTo>
                    <a:pt x="2549" y="6273"/>
                    <a:pt x="2549" y="6273"/>
                    <a:pt x="2549" y="6273"/>
                  </a:cubicBezTo>
                  <a:cubicBezTo>
                    <a:pt x="2540" y="6273"/>
                    <a:pt x="2535" y="6244"/>
                    <a:pt x="2538" y="6213"/>
                  </a:cubicBezTo>
                  <a:cubicBezTo>
                    <a:pt x="2549" y="6182"/>
                    <a:pt x="2532" y="6095"/>
                    <a:pt x="2524" y="6095"/>
                  </a:cubicBezTo>
                  <a:cubicBezTo>
                    <a:pt x="2524" y="6095"/>
                    <a:pt x="2523" y="6095"/>
                    <a:pt x="2523" y="6095"/>
                  </a:cubicBezTo>
                  <a:cubicBezTo>
                    <a:pt x="2523" y="6095"/>
                    <a:pt x="2523" y="6095"/>
                    <a:pt x="2523" y="6095"/>
                  </a:cubicBezTo>
                  <a:cubicBezTo>
                    <a:pt x="2514" y="6095"/>
                    <a:pt x="2509" y="6066"/>
                    <a:pt x="2503" y="6037"/>
                  </a:cubicBezTo>
                  <a:cubicBezTo>
                    <a:pt x="2499" y="6007"/>
                    <a:pt x="2490" y="5978"/>
                    <a:pt x="2477" y="5950"/>
                  </a:cubicBezTo>
                  <a:lnTo>
                    <a:pt x="2465" y="5891"/>
                  </a:lnTo>
                  <a:cubicBezTo>
                    <a:pt x="2463" y="5883"/>
                    <a:pt x="2463" y="5879"/>
                    <a:pt x="2465" y="5879"/>
                  </a:cubicBezTo>
                  <a:cubicBezTo>
                    <a:pt x="2467" y="5879"/>
                    <a:pt x="2475" y="5898"/>
                    <a:pt x="2480" y="5920"/>
                  </a:cubicBezTo>
                  <a:lnTo>
                    <a:pt x="2482" y="5888"/>
                  </a:lnTo>
                  <a:cubicBezTo>
                    <a:pt x="2470" y="5830"/>
                    <a:pt x="2464" y="5800"/>
                    <a:pt x="2449" y="5773"/>
                  </a:cubicBezTo>
                  <a:cubicBezTo>
                    <a:pt x="2426" y="5747"/>
                    <a:pt x="2426" y="5747"/>
                    <a:pt x="2443" y="5743"/>
                  </a:cubicBezTo>
                  <a:cubicBezTo>
                    <a:pt x="2451" y="5741"/>
                    <a:pt x="2453" y="5711"/>
                    <a:pt x="2437" y="5683"/>
                  </a:cubicBezTo>
                  <a:cubicBezTo>
                    <a:pt x="2414" y="5657"/>
                    <a:pt x="2416" y="5626"/>
                    <a:pt x="2424" y="5625"/>
                  </a:cubicBezTo>
                  <a:lnTo>
                    <a:pt x="2424" y="5625"/>
                  </a:lnTo>
                  <a:cubicBezTo>
                    <a:pt x="2431" y="5633"/>
                    <a:pt x="2436" y="5638"/>
                    <a:pt x="2439" y="5638"/>
                  </a:cubicBezTo>
                  <a:cubicBezTo>
                    <a:pt x="2443" y="5638"/>
                    <a:pt x="2434" y="5614"/>
                    <a:pt x="2403" y="5537"/>
                  </a:cubicBezTo>
                  <a:cubicBezTo>
                    <a:pt x="2388" y="5479"/>
                    <a:pt x="2352" y="5363"/>
                    <a:pt x="2327" y="5277"/>
                  </a:cubicBezTo>
                  <a:cubicBezTo>
                    <a:pt x="2296" y="5161"/>
                    <a:pt x="2278" y="5104"/>
                    <a:pt x="2278" y="5073"/>
                  </a:cubicBezTo>
                  <a:cubicBezTo>
                    <a:pt x="2279" y="5072"/>
                    <a:pt x="2281" y="5072"/>
                    <a:pt x="2282" y="5071"/>
                  </a:cubicBezTo>
                  <a:lnTo>
                    <a:pt x="2282" y="5071"/>
                  </a:lnTo>
                  <a:cubicBezTo>
                    <a:pt x="2282" y="5071"/>
                    <a:pt x="2282" y="5071"/>
                    <a:pt x="2282" y="5071"/>
                  </a:cubicBezTo>
                  <a:cubicBezTo>
                    <a:pt x="2283" y="5071"/>
                    <a:pt x="2284" y="5071"/>
                    <a:pt x="2286" y="5070"/>
                  </a:cubicBezTo>
                  <a:cubicBezTo>
                    <a:pt x="2286" y="5069"/>
                    <a:pt x="2286" y="5067"/>
                    <a:pt x="2286" y="5066"/>
                  </a:cubicBezTo>
                  <a:lnTo>
                    <a:pt x="2286" y="5066"/>
                  </a:lnTo>
                  <a:cubicBezTo>
                    <a:pt x="2285" y="5068"/>
                    <a:pt x="2283" y="5069"/>
                    <a:pt x="2282" y="5071"/>
                  </a:cubicBezTo>
                  <a:lnTo>
                    <a:pt x="2282" y="5071"/>
                  </a:lnTo>
                  <a:cubicBezTo>
                    <a:pt x="2267" y="5070"/>
                    <a:pt x="2259" y="5040"/>
                    <a:pt x="2234" y="4960"/>
                  </a:cubicBezTo>
                  <a:cubicBezTo>
                    <a:pt x="2224" y="4900"/>
                    <a:pt x="2203" y="4843"/>
                    <a:pt x="2171" y="4791"/>
                  </a:cubicBezTo>
                  <a:lnTo>
                    <a:pt x="2171" y="4791"/>
                  </a:lnTo>
                  <a:cubicBezTo>
                    <a:pt x="2180" y="4820"/>
                    <a:pt x="2189" y="4848"/>
                    <a:pt x="2189" y="4848"/>
                  </a:cubicBezTo>
                  <a:cubicBezTo>
                    <a:pt x="2188" y="4849"/>
                    <a:pt x="2187" y="4849"/>
                    <a:pt x="2186" y="4849"/>
                  </a:cubicBezTo>
                  <a:cubicBezTo>
                    <a:pt x="2172" y="4849"/>
                    <a:pt x="2164" y="4821"/>
                    <a:pt x="2153" y="4765"/>
                  </a:cubicBezTo>
                  <a:cubicBezTo>
                    <a:pt x="2144" y="4737"/>
                    <a:pt x="2152" y="4734"/>
                    <a:pt x="2161" y="4732"/>
                  </a:cubicBezTo>
                  <a:cubicBezTo>
                    <a:pt x="2169" y="4729"/>
                    <a:pt x="2167" y="4698"/>
                    <a:pt x="2157" y="4670"/>
                  </a:cubicBezTo>
                  <a:cubicBezTo>
                    <a:pt x="2150" y="4650"/>
                    <a:pt x="2144" y="4630"/>
                    <a:pt x="2140" y="4630"/>
                  </a:cubicBezTo>
                  <a:cubicBezTo>
                    <a:pt x="2139" y="4630"/>
                    <a:pt x="2138" y="4634"/>
                    <a:pt x="2139" y="4644"/>
                  </a:cubicBezTo>
                  <a:cubicBezTo>
                    <a:pt x="2137" y="4645"/>
                    <a:pt x="2136" y="4645"/>
                    <a:pt x="2134" y="4645"/>
                  </a:cubicBezTo>
                  <a:cubicBezTo>
                    <a:pt x="2130" y="4645"/>
                    <a:pt x="2129" y="4640"/>
                    <a:pt x="2121" y="4618"/>
                  </a:cubicBezTo>
                  <a:cubicBezTo>
                    <a:pt x="2112" y="4589"/>
                    <a:pt x="2099" y="4561"/>
                    <a:pt x="2083" y="4536"/>
                  </a:cubicBezTo>
                  <a:cubicBezTo>
                    <a:pt x="2082" y="4536"/>
                    <a:pt x="2082" y="4537"/>
                    <a:pt x="2082" y="4537"/>
                  </a:cubicBezTo>
                  <a:cubicBezTo>
                    <a:pt x="2074" y="4537"/>
                    <a:pt x="2064" y="4510"/>
                    <a:pt x="2055" y="4483"/>
                  </a:cubicBezTo>
                  <a:cubicBezTo>
                    <a:pt x="2049" y="4453"/>
                    <a:pt x="2041" y="4424"/>
                    <a:pt x="2031" y="4395"/>
                  </a:cubicBezTo>
                  <a:lnTo>
                    <a:pt x="2039" y="4393"/>
                  </a:lnTo>
                  <a:cubicBezTo>
                    <a:pt x="2047" y="4389"/>
                    <a:pt x="2044" y="4359"/>
                    <a:pt x="2044" y="4359"/>
                  </a:cubicBezTo>
                  <a:cubicBezTo>
                    <a:pt x="2035" y="4335"/>
                    <a:pt x="2028" y="4333"/>
                    <a:pt x="2026" y="4333"/>
                  </a:cubicBezTo>
                  <a:cubicBezTo>
                    <a:pt x="2026" y="4333"/>
                    <a:pt x="2025" y="4333"/>
                    <a:pt x="2025" y="4333"/>
                  </a:cubicBezTo>
                  <a:cubicBezTo>
                    <a:pt x="2020" y="4324"/>
                    <a:pt x="2015" y="4315"/>
                    <a:pt x="2012" y="4305"/>
                  </a:cubicBezTo>
                  <a:lnTo>
                    <a:pt x="1979" y="4229"/>
                  </a:lnTo>
                  <a:cubicBezTo>
                    <a:pt x="1952" y="4166"/>
                    <a:pt x="1917" y="4080"/>
                    <a:pt x="1877" y="3992"/>
                  </a:cubicBezTo>
                  <a:cubicBezTo>
                    <a:pt x="1802" y="3816"/>
                    <a:pt x="1715" y="3634"/>
                    <a:pt x="1694" y="3594"/>
                  </a:cubicBezTo>
                  <a:cubicBezTo>
                    <a:pt x="1679" y="3545"/>
                    <a:pt x="1647" y="3479"/>
                    <a:pt x="1641" y="3479"/>
                  </a:cubicBezTo>
                  <a:cubicBezTo>
                    <a:pt x="1640" y="3479"/>
                    <a:pt x="1640" y="3482"/>
                    <a:pt x="1641" y="3486"/>
                  </a:cubicBezTo>
                  <a:cubicBezTo>
                    <a:pt x="1641" y="3486"/>
                    <a:pt x="1640" y="3486"/>
                    <a:pt x="1640" y="3486"/>
                  </a:cubicBezTo>
                  <a:cubicBezTo>
                    <a:pt x="1631" y="3486"/>
                    <a:pt x="1567" y="3353"/>
                    <a:pt x="1480" y="3197"/>
                  </a:cubicBezTo>
                  <a:cubicBezTo>
                    <a:pt x="1382" y="3016"/>
                    <a:pt x="1306" y="2888"/>
                    <a:pt x="1296" y="2888"/>
                  </a:cubicBezTo>
                  <a:cubicBezTo>
                    <a:pt x="1295" y="2888"/>
                    <a:pt x="1295" y="2888"/>
                    <a:pt x="1295" y="2888"/>
                  </a:cubicBezTo>
                  <a:lnTo>
                    <a:pt x="1249" y="2811"/>
                  </a:lnTo>
                  <a:cubicBezTo>
                    <a:pt x="1219" y="2759"/>
                    <a:pt x="1180" y="2712"/>
                    <a:pt x="1164" y="2687"/>
                  </a:cubicBezTo>
                  <a:cubicBezTo>
                    <a:pt x="1147" y="2671"/>
                    <a:pt x="1134" y="2653"/>
                    <a:pt x="1138" y="2653"/>
                  </a:cubicBezTo>
                  <a:cubicBezTo>
                    <a:pt x="1139" y="2653"/>
                    <a:pt x="1142" y="2655"/>
                    <a:pt x="1148" y="2661"/>
                  </a:cubicBezTo>
                  <a:cubicBezTo>
                    <a:pt x="1156" y="2657"/>
                    <a:pt x="1163" y="2653"/>
                    <a:pt x="1147" y="2627"/>
                  </a:cubicBezTo>
                  <a:cubicBezTo>
                    <a:pt x="1124" y="2590"/>
                    <a:pt x="1115" y="2582"/>
                    <a:pt x="1108" y="2582"/>
                  </a:cubicBezTo>
                  <a:cubicBezTo>
                    <a:pt x="1105" y="2582"/>
                    <a:pt x="1103" y="2583"/>
                    <a:pt x="1101" y="2584"/>
                  </a:cubicBezTo>
                  <a:cubicBezTo>
                    <a:pt x="1100" y="2585"/>
                    <a:pt x="1100" y="2585"/>
                    <a:pt x="1099" y="2585"/>
                  </a:cubicBezTo>
                  <a:cubicBezTo>
                    <a:pt x="1092" y="2585"/>
                    <a:pt x="1079" y="2563"/>
                    <a:pt x="1079" y="2563"/>
                  </a:cubicBezTo>
                  <a:cubicBezTo>
                    <a:pt x="1063" y="2537"/>
                    <a:pt x="1063" y="2537"/>
                    <a:pt x="1070" y="2533"/>
                  </a:cubicBezTo>
                  <a:lnTo>
                    <a:pt x="1084" y="2525"/>
                  </a:lnTo>
                  <a:lnTo>
                    <a:pt x="1068" y="2499"/>
                  </a:lnTo>
                  <a:cubicBezTo>
                    <a:pt x="1068" y="2500"/>
                    <a:pt x="1067" y="2500"/>
                    <a:pt x="1067" y="2500"/>
                  </a:cubicBezTo>
                  <a:cubicBezTo>
                    <a:pt x="1059" y="2500"/>
                    <a:pt x="1046" y="2478"/>
                    <a:pt x="1046" y="2478"/>
                  </a:cubicBezTo>
                  <a:cubicBezTo>
                    <a:pt x="1030" y="2452"/>
                    <a:pt x="1030" y="2452"/>
                    <a:pt x="1045" y="2443"/>
                  </a:cubicBezTo>
                  <a:cubicBezTo>
                    <a:pt x="1060" y="2435"/>
                    <a:pt x="1044" y="2409"/>
                    <a:pt x="1014" y="2393"/>
                  </a:cubicBezTo>
                  <a:lnTo>
                    <a:pt x="974" y="2344"/>
                  </a:lnTo>
                  <a:cubicBezTo>
                    <a:pt x="973" y="2310"/>
                    <a:pt x="927" y="2267"/>
                    <a:pt x="904" y="2247"/>
                  </a:cubicBezTo>
                  <a:cubicBezTo>
                    <a:pt x="904" y="2214"/>
                    <a:pt x="886" y="2184"/>
                    <a:pt x="856" y="2169"/>
                  </a:cubicBezTo>
                  <a:cubicBezTo>
                    <a:pt x="856" y="2170"/>
                    <a:pt x="855" y="2170"/>
                    <a:pt x="855" y="2170"/>
                  </a:cubicBezTo>
                  <a:cubicBezTo>
                    <a:pt x="847" y="2170"/>
                    <a:pt x="833" y="2146"/>
                    <a:pt x="825" y="2118"/>
                  </a:cubicBezTo>
                  <a:cubicBezTo>
                    <a:pt x="817" y="2089"/>
                    <a:pt x="802" y="2063"/>
                    <a:pt x="770" y="2011"/>
                  </a:cubicBezTo>
                  <a:cubicBezTo>
                    <a:pt x="747" y="1990"/>
                    <a:pt x="637" y="1810"/>
                    <a:pt x="511" y="1606"/>
                  </a:cubicBezTo>
                  <a:lnTo>
                    <a:pt x="338" y="1328"/>
                  </a:lnTo>
                  <a:cubicBezTo>
                    <a:pt x="298" y="1263"/>
                    <a:pt x="272" y="1226"/>
                    <a:pt x="268" y="1226"/>
                  </a:cubicBezTo>
                  <a:cubicBezTo>
                    <a:pt x="268" y="1226"/>
                    <a:pt x="268" y="1226"/>
                    <a:pt x="268" y="1226"/>
                  </a:cubicBezTo>
                  <a:cubicBezTo>
                    <a:pt x="255" y="1209"/>
                    <a:pt x="247" y="1190"/>
                    <a:pt x="243" y="1170"/>
                  </a:cubicBezTo>
                  <a:cubicBezTo>
                    <a:pt x="251" y="1167"/>
                    <a:pt x="235" y="1141"/>
                    <a:pt x="205" y="1124"/>
                  </a:cubicBezTo>
                  <a:cubicBezTo>
                    <a:pt x="181" y="1103"/>
                    <a:pt x="174" y="1107"/>
                    <a:pt x="189" y="1098"/>
                  </a:cubicBezTo>
                  <a:cubicBezTo>
                    <a:pt x="198" y="1093"/>
                    <a:pt x="156" y="1044"/>
                    <a:pt x="116" y="925"/>
                  </a:cubicBezTo>
                  <a:cubicBezTo>
                    <a:pt x="103" y="879"/>
                    <a:pt x="93" y="831"/>
                    <a:pt x="88" y="784"/>
                  </a:cubicBezTo>
                  <a:cubicBezTo>
                    <a:pt x="85" y="740"/>
                    <a:pt x="82" y="709"/>
                    <a:pt x="79" y="709"/>
                  </a:cubicBezTo>
                  <a:cubicBezTo>
                    <a:pt x="77" y="671"/>
                    <a:pt x="76" y="656"/>
                    <a:pt x="77" y="656"/>
                  </a:cubicBezTo>
                  <a:lnTo>
                    <a:pt x="77" y="656"/>
                  </a:lnTo>
                  <a:cubicBezTo>
                    <a:pt x="78" y="656"/>
                    <a:pt x="79" y="663"/>
                    <a:pt x="81" y="677"/>
                  </a:cubicBezTo>
                  <a:cubicBezTo>
                    <a:pt x="83" y="681"/>
                    <a:pt x="84" y="682"/>
                    <a:pt x="86" y="682"/>
                  </a:cubicBezTo>
                  <a:cubicBezTo>
                    <a:pt x="92" y="682"/>
                    <a:pt x="97" y="654"/>
                    <a:pt x="107" y="618"/>
                  </a:cubicBezTo>
                  <a:cubicBezTo>
                    <a:pt x="116" y="573"/>
                    <a:pt x="134" y="515"/>
                    <a:pt x="144" y="468"/>
                  </a:cubicBezTo>
                  <a:cubicBezTo>
                    <a:pt x="158" y="442"/>
                    <a:pt x="171" y="416"/>
                    <a:pt x="178" y="416"/>
                  </a:cubicBezTo>
                  <a:cubicBezTo>
                    <a:pt x="179" y="416"/>
                    <a:pt x="180" y="416"/>
                    <a:pt x="180" y="416"/>
                  </a:cubicBezTo>
                  <a:cubicBezTo>
                    <a:pt x="207" y="372"/>
                    <a:pt x="236" y="329"/>
                    <a:pt x="268" y="288"/>
                  </a:cubicBezTo>
                  <a:cubicBezTo>
                    <a:pt x="285" y="262"/>
                    <a:pt x="384" y="185"/>
                    <a:pt x="443" y="159"/>
                  </a:cubicBezTo>
                  <a:cubicBezTo>
                    <a:pt x="460" y="149"/>
                    <a:pt x="479" y="141"/>
                    <a:pt x="496" y="134"/>
                  </a:cubicBezTo>
                  <a:lnTo>
                    <a:pt x="496" y="134"/>
                  </a:lnTo>
                  <a:cubicBezTo>
                    <a:pt x="384" y="200"/>
                    <a:pt x="325" y="336"/>
                    <a:pt x="363" y="467"/>
                  </a:cubicBezTo>
                  <a:cubicBezTo>
                    <a:pt x="400" y="596"/>
                    <a:pt x="517" y="680"/>
                    <a:pt x="645" y="680"/>
                  </a:cubicBezTo>
                  <a:cubicBezTo>
                    <a:pt x="669" y="680"/>
                    <a:pt x="693" y="677"/>
                    <a:pt x="717" y="671"/>
                  </a:cubicBezTo>
                  <a:cubicBezTo>
                    <a:pt x="871" y="631"/>
                    <a:pt x="965" y="477"/>
                    <a:pt x="931" y="322"/>
                  </a:cubicBezTo>
                  <a:cubicBezTo>
                    <a:pt x="902" y="194"/>
                    <a:pt x="793" y="105"/>
                    <a:pt x="668" y="94"/>
                  </a:cubicBezTo>
                  <a:lnTo>
                    <a:pt x="668" y="94"/>
                  </a:lnTo>
                  <a:cubicBezTo>
                    <a:pt x="681" y="93"/>
                    <a:pt x="695" y="93"/>
                    <a:pt x="710" y="93"/>
                  </a:cubicBezTo>
                  <a:cubicBezTo>
                    <a:pt x="775" y="93"/>
                    <a:pt x="861" y="102"/>
                    <a:pt x="956" y="139"/>
                  </a:cubicBezTo>
                  <a:cubicBezTo>
                    <a:pt x="1046" y="173"/>
                    <a:pt x="1127" y="226"/>
                    <a:pt x="1194" y="295"/>
                  </a:cubicBezTo>
                  <a:cubicBezTo>
                    <a:pt x="1247" y="352"/>
                    <a:pt x="1275" y="400"/>
                    <a:pt x="1278" y="414"/>
                  </a:cubicBezTo>
                  <a:cubicBezTo>
                    <a:pt x="1289" y="432"/>
                    <a:pt x="1303" y="446"/>
                    <a:pt x="1318" y="461"/>
                  </a:cubicBezTo>
                  <a:cubicBezTo>
                    <a:pt x="1346" y="476"/>
                    <a:pt x="1366" y="501"/>
                    <a:pt x="1374" y="533"/>
                  </a:cubicBezTo>
                  <a:cubicBezTo>
                    <a:pt x="1375" y="566"/>
                    <a:pt x="1440" y="668"/>
                    <a:pt x="1470" y="685"/>
                  </a:cubicBezTo>
                  <a:lnTo>
                    <a:pt x="1463" y="689"/>
                  </a:lnTo>
                  <a:cubicBezTo>
                    <a:pt x="1464" y="723"/>
                    <a:pt x="1521" y="795"/>
                    <a:pt x="1551" y="812"/>
                  </a:cubicBezTo>
                  <a:cubicBezTo>
                    <a:pt x="1560" y="841"/>
                    <a:pt x="1569" y="872"/>
                    <a:pt x="1592" y="893"/>
                  </a:cubicBezTo>
                  <a:cubicBezTo>
                    <a:pt x="1608" y="918"/>
                    <a:pt x="1608" y="918"/>
                    <a:pt x="1593" y="926"/>
                  </a:cubicBezTo>
                  <a:cubicBezTo>
                    <a:pt x="1586" y="931"/>
                    <a:pt x="1579" y="935"/>
                    <a:pt x="1595" y="961"/>
                  </a:cubicBezTo>
                  <a:cubicBezTo>
                    <a:pt x="1605" y="976"/>
                    <a:pt x="1611" y="980"/>
                    <a:pt x="1617" y="980"/>
                  </a:cubicBezTo>
                  <a:cubicBezTo>
                    <a:pt x="1620" y="980"/>
                    <a:pt x="1623" y="979"/>
                    <a:pt x="1626" y="977"/>
                  </a:cubicBezTo>
                  <a:lnTo>
                    <a:pt x="1657" y="1029"/>
                  </a:lnTo>
                  <a:cubicBezTo>
                    <a:pt x="1657" y="1029"/>
                    <a:pt x="1672" y="1049"/>
                    <a:pt x="1679" y="1049"/>
                  </a:cubicBezTo>
                  <a:cubicBezTo>
                    <a:pt x="1680" y="1049"/>
                    <a:pt x="1680" y="1049"/>
                    <a:pt x="1681" y="1049"/>
                  </a:cubicBezTo>
                  <a:cubicBezTo>
                    <a:pt x="1682" y="1048"/>
                    <a:pt x="1682" y="1048"/>
                    <a:pt x="1683" y="1048"/>
                  </a:cubicBezTo>
                  <a:cubicBezTo>
                    <a:pt x="1691" y="1048"/>
                    <a:pt x="1706" y="1072"/>
                    <a:pt x="1720" y="1096"/>
                  </a:cubicBezTo>
                  <a:cubicBezTo>
                    <a:pt x="1716" y="1099"/>
                    <a:pt x="1723" y="1107"/>
                    <a:pt x="1727" y="1107"/>
                  </a:cubicBezTo>
                  <a:cubicBezTo>
                    <a:pt x="1730" y="1107"/>
                    <a:pt x="1732" y="1103"/>
                    <a:pt x="1728" y="1091"/>
                  </a:cubicBezTo>
                  <a:cubicBezTo>
                    <a:pt x="1731" y="1090"/>
                    <a:pt x="1733" y="1088"/>
                    <a:pt x="1737" y="1088"/>
                  </a:cubicBezTo>
                  <a:cubicBezTo>
                    <a:pt x="1742" y="1088"/>
                    <a:pt x="1749" y="1092"/>
                    <a:pt x="1758" y="1108"/>
                  </a:cubicBezTo>
                  <a:lnTo>
                    <a:pt x="1773" y="1099"/>
                  </a:lnTo>
                  <a:cubicBezTo>
                    <a:pt x="1788" y="1090"/>
                    <a:pt x="1795" y="1086"/>
                    <a:pt x="1771" y="1031"/>
                  </a:cubicBezTo>
                  <a:cubicBezTo>
                    <a:pt x="1716" y="930"/>
                    <a:pt x="1676" y="852"/>
                    <a:pt x="1660" y="852"/>
                  </a:cubicBezTo>
                  <a:cubicBezTo>
                    <a:pt x="1659" y="852"/>
                    <a:pt x="1658" y="852"/>
                    <a:pt x="1657" y="852"/>
                  </a:cubicBezTo>
                  <a:cubicBezTo>
                    <a:pt x="1643" y="839"/>
                    <a:pt x="1629" y="823"/>
                    <a:pt x="1618" y="806"/>
                  </a:cubicBezTo>
                  <a:cubicBezTo>
                    <a:pt x="1607" y="789"/>
                    <a:pt x="1599" y="771"/>
                    <a:pt x="1592" y="751"/>
                  </a:cubicBezTo>
                  <a:cubicBezTo>
                    <a:pt x="1600" y="747"/>
                    <a:pt x="1535" y="645"/>
                    <a:pt x="1456" y="518"/>
                  </a:cubicBezTo>
                  <a:lnTo>
                    <a:pt x="1344" y="342"/>
                  </a:lnTo>
                  <a:cubicBezTo>
                    <a:pt x="1312" y="294"/>
                    <a:pt x="1289" y="266"/>
                    <a:pt x="1282" y="250"/>
                  </a:cubicBezTo>
                  <a:cubicBezTo>
                    <a:pt x="1274" y="235"/>
                    <a:pt x="1264" y="222"/>
                    <a:pt x="1252" y="211"/>
                  </a:cubicBezTo>
                  <a:lnTo>
                    <a:pt x="1237" y="194"/>
                  </a:lnTo>
                  <a:cubicBezTo>
                    <a:pt x="1237" y="194"/>
                    <a:pt x="1237" y="194"/>
                    <a:pt x="1236" y="194"/>
                  </a:cubicBezTo>
                  <a:cubicBezTo>
                    <a:pt x="1231" y="194"/>
                    <a:pt x="1192" y="158"/>
                    <a:pt x="1123" y="117"/>
                  </a:cubicBezTo>
                  <a:cubicBezTo>
                    <a:pt x="1031" y="60"/>
                    <a:pt x="928" y="22"/>
                    <a:pt x="822" y="8"/>
                  </a:cubicBezTo>
                  <a:cubicBezTo>
                    <a:pt x="788" y="3"/>
                    <a:pt x="755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33"/>
            <p:cNvSpPr/>
            <p:nvPr/>
          </p:nvSpPr>
          <p:spPr>
            <a:xfrm>
              <a:off x="1839717" y="2105745"/>
              <a:ext cx="67328" cy="85009"/>
            </a:xfrm>
            <a:custGeom>
              <a:avLst/>
              <a:gdLst/>
              <a:ahLst/>
              <a:cxnLst/>
              <a:rect l="l" t="t" r="r" b="b"/>
              <a:pathLst>
                <a:path w="674" h="851" extrusionOk="0">
                  <a:moveTo>
                    <a:pt x="165" y="25"/>
                  </a:moveTo>
                  <a:lnTo>
                    <a:pt x="160" y="31"/>
                  </a:lnTo>
                  <a:lnTo>
                    <a:pt x="160" y="32"/>
                  </a:lnTo>
                  <a:cubicBezTo>
                    <a:pt x="167" y="26"/>
                    <a:pt x="167" y="26"/>
                    <a:pt x="166" y="26"/>
                  </a:cubicBezTo>
                  <a:lnTo>
                    <a:pt x="165" y="25"/>
                  </a:lnTo>
                  <a:close/>
                  <a:moveTo>
                    <a:pt x="122" y="34"/>
                  </a:moveTo>
                  <a:cubicBezTo>
                    <a:pt x="122" y="34"/>
                    <a:pt x="123" y="35"/>
                    <a:pt x="123" y="35"/>
                  </a:cubicBezTo>
                  <a:cubicBezTo>
                    <a:pt x="124" y="36"/>
                    <a:pt x="124" y="36"/>
                    <a:pt x="116" y="41"/>
                  </a:cubicBezTo>
                  <a:cubicBezTo>
                    <a:pt x="116" y="41"/>
                    <a:pt x="111" y="44"/>
                    <a:pt x="109" y="44"/>
                  </a:cubicBezTo>
                  <a:cubicBezTo>
                    <a:pt x="108" y="44"/>
                    <a:pt x="108" y="44"/>
                    <a:pt x="108" y="44"/>
                  </a:cubicBezTo>
                  <a:lnTo>
                    <a:pt x="115" y="38"/>
                  </a:lnTo>
                  <a:cubicBezTo>
                    <a:pt x="119" y="35"/>
                    <a:pt x="121" y="34"/>
                    <a:pt x="122" y="34"/>
                  </a:cubicBezTo>
                  <a:close/>
                  <a:moveTo>
                    <a:pt x="128" y="45"/>
                  </a:moveTo>
                  <a:cubicBezTo>
                    <a:pt x="129" y="45"/>
                    <a:pt x="129" y="46"/>
                    <a:pt x="129" y="46"/>
                  </a:cubicBezTo>
                  <a:cubicBezTo>
                    <a:pt x="129" y="47"/>
                    <a:pt x="130" y="49"/>
                    <a:pt x="124" y="53"/>
                  </a:cubicBezTo>
                  <a:lnTo>
                    <a:pt x="123" y="52"/>
                  </a:lnTo>
                  <a:cubicBezTo>
                    <a:pt x="125" y="50"/>
                    <a:pt x="126" y="50"/>
                    <a:pt x="125" y="50"/>
                  </a:cubicBezTo>
                  <a:lnTo>
                    <a:pt x="125" y="50"/>
                  </a:lnTo>
                  <a:cubicBezTo>
                    <a:pt x="125" y="50"/>
                    <a:pt x="120" y="53"/>
                    <a:pt x="116" y="56"/>
                  </a:cubicBezTo>
                  <a:cubicBezTo>
                    <a:pt x="108" y="61"/>
                    <a:pt x="101" y="66"/>
                    <a:pt x="101" y="66"/>
                  </a:cubicBezTo>
                  <a:cubicBezTo>
                    <a:pt x="101" y="65"/>
                    <a:pt x="107" y="60"/>
                    <a:pt x="115" y="55"/>
                  </a:cubicBezTo>
                  <a:lnTo>
                    <a:pt x="115" y="54"/>
                  </a:lnTo>
                  <a:cubicBezTo>
                    <a:pt x="124" y="47"/>
                    <a:pt x="127" y="45"/>
                    <a:pt x="128" y="45"/>
                  </a:cubicBezTo>
                  <a:close/>
                  <a:moveTo>
                    <a:pt x="15" y="103"/>
                  </a:moveTo>
                  <a:cubicBezTo>
                    <a:pt x="9" y="106"/>
                    <a:pt x="5" y="109"/>
                    <a:pt x="0" y="111"/>
                  </a:cubicBezTo>
                  <a:lnTo>
                    <a:pt x="0" y="112"/>
                  </a:lnTo>
                  <a:cubicBezTo>
                    <a:pt x="0" y="113"/>
                    <a:pt x="1" y="113"/>
                    <a:pt x="1" y="113"/>
                  </a:cubicBezTo>
                  <a:cubicBezTo>
                    <a:pt x="3" y="113"/>
                    <a:pt x="9" y="109"/>
                    <a:pt x="15" y="105"/>
                  </a:cubicBezTo>
                  <a:lnTo>
                    <a:pt x="15" y="103"/>
                  </a:lnTo>
                  <a:close/>
                  <a:moveTo>
                    <a:pt x="141" y="117"/>
                  </a:moveTo>
                  <a:cubicBezTo>
                    <a:pt x="142" y="118"/>
                    <a:pt x="135" y="123"/>
                    <a:pt x="126" y="125"/>
                  </a:cubicBezTo>
                  <a:lnTo>
                    <a:pt x="125" y="124"/>
                  </a:lnTo>
                  <a:cubicBezTo>
                    <a:pt x="129" y="119"/>
                    <a:pt x="135" y="117"/>
                    <a:pt x="141" y="117"/>
                  </a:cubicBezTo>
                  <a:close/>
                  <a:moveTo>
                    <a:pt x="132" y="129"/>
                  </a:moveTo>
                  <a:cubicBezTo>
                    <a:pt x="130" y="129"/>
                    <a:pt x="126" y="131"/>
                    <a:pt x="121" y="134"/>
                  </a:cubicBezTo>
                  <a:cubicBezTo>
                    <a:pt x="115" y="138"/>
                    <a:pt x="115" y="139"/>
                    <a:pt x="116" y="142"/>
                  </a:cubicBezTo>
                  <a:cubicBezTo>
                    <a:pt x="116" y="142"/>
                    <a:pt x="116" y="142"/>
                    <a:pt x="116" y="142"/>
                  </a:cubicBezTo>
                  <a:cubicBezTo>
                    <a:pt x="119" y="142"/>
                    <a:pt x="125" y="138"/>
                    <a:pt x="125" y="138"/>
                  </a:cubicBezTo>
                  <a:cubicBezTo>
                    <a:pt x="132" y="134"/>
                    <a:pt x="130" y="133"/>
                    <a:pt x="130" y="132"/>
                  </a:cubicBezTo>
                  <a:cubicBezTo>
                    <a:pt x="133" y="129"/>
                    <a:pt x="133" y="129"/>
                    <a:pt x="132" y="129"/>
                  </a:cubicBezTo>
                  <a:close/>
                  <a:moveTo>
                    <a:pt x="203" y="139"/>
                  </a:moveTo>
                  <a:cubicBezTo>
                    <a:pt x="203" y="139"/>
                    <a:pt x="203" y="139"/>
                    <a:pt x="203" y="139"/>
                  </a:cubicBezTo>
                  <a:lnTo>
                    <a:pt x="197" y="145"/>
                  </a:lnTo>
                  <a:lnTo>
                    <a:pt x="189" y="148"/>
                  </a:lnTo>
                  <a:lnTo>
                    <a:pt x="196" y="143"/>
                  </a:lnTo>
                  <a:cubicBezTo>
                    <a:pt x="200" y="140"/>
                    <a:pt x="202" y="139"/>
                    <a:pt x="203" y="139"/>
                  </a:cubicBezTo>
                  <a:close/>
                  <a:moveTo>
                    <a:pt x="196" y="152"/>
                  </a:moveTo>
                  <a:cubicBezTo>
                    <a:pt x="196" y="152"/>
                    <a:pt x="192" y="154"/>
                    <a:pt x="185" y="158"/>
                  </a:cubicBezTo>
                  <a:cubicBezTo>
                    <a:pt x="179" y="164"/>
                    <a:pt x="171" y="169"/>
                    <a:pt x="163" y="171"/>
                  </a:cubicBezTo>
                  <a:lnTo>
                    <a:pt x="162" y="170"/>
                  </a:lnTo>
                  <a:lnTo>
                    <a:pt x="178" y="162"/>
                  </a:lnTo>
                  <a:cubicBezTo>
                    <a:pt x="190" y="155"/>
                    <a:pt x="195" y="152"/>
                    <a:pt x="196" y="152"/>
                  </a:cubicBezTo>
                  <a:close/>
                  <a:moveTo>
                    <a:pt x="266" y="162"/>
                  </a:moveTo>
                  <a:lnTo>
                    <a:pt x="266" y="162"/>
                  </a:lnTo>
                  <a:cubicBezTo>
                    <a:pt x="259" y="167"/>
                    <a:pt x="252" y="172"/>
                    <a:pt x="252" y="172"/>
                  </a:cubicBezTo>
                  <a:cubicBezTo>
                    <a:pt x="250" y="173"/>
                    <a:pt x="249" y="174"/>
                    <a:pt x="249" y="174"/>
                  </a:cubicBezTo>
                  <a:cubicBezTo>
                    <a:pt x="249" y="174"/>
                    <a:pt x="254" y="171"/>
                    <a:pt x="259" y="167"/>
                  </a:cubicBezTo>
                  <a:lnTo>
                    <a:pt x="266" y="162"/>
                  </a:lnTo>
                  <a:close/>
                  <a:moveTo>
                    <a:pt x="231" y="159"/>
                  </a:moveTo>
                  <a:cubicBezTo>
                    <a:pt x="232" y="159"/>
                    <a:pt x="228" y="161"/>
                    <a:pt x="219" y="166"/>
                  </a:cubicBezTo>
                  <a:lnTo>
                    <a:pt x="204" y="174"/>
                  </a:lnTo>
                  <a:cubicBezTo>
                    <a:pt x="203" y="173"/>
                    <a:pt x="211" y="170"/>
                    <a:pt x="226" y="161"/>
                  </a:cubicBezTo>
                  <a:cubicBezTo>
                    <a:pt x="229" y="159"/>
                    <a:pt x="231" y="159"/>
                    <a:pt x="231" y="159"/>
                  </a:cubicBezTo>
                  <a:close/>
                  <a:moveTo>
                    <a:pt x="331" y="189"/>
                  </a:moveTo>
                  <a:cubicBezTo>
                    <a:pt x="331" y="189"/>
                    <a:pt x="329" y="190"/>
                    <a:pt x="325" y="194"/>
                  </a:cubicBezTo>
                  <a:lnTo>
                    <a:pt x="326" y="195"/>
                  </a:lnTo>
                  <a:cubicBezTo>
                    <a:pt x="332" y="191"/>
                    <a:pt x="332" y="191"/>
                    <a:pt x="332" y="190"/>
                  </a:cubicBezTo>
                  <a:cubicBezTo>
                    <a:pt x="332" y="189"/>
                    <a:pt x="332" y="189"/>
                    <a:pt x="331" y="189"/>
                  </a:cubicBezTo>
                  <a:close/>
                  <a:moveTo>
                    <a:pt x="202" y="188"/>
                  </a:moveTo>
                  <a:lnTo>
                    <a:pt x="202" y="189"/>
                  </a:lnTo>
                  <a:cubicBezTo>
                    <a:pt x="196" y="193"/>
                    <a:pt x="190" y="197"/>
                    <a:pt x="188" y="197"/>
                  </a:cubicBezTo>
                  <a:cubicBezTo>
                    <a:pt x="188" y="197"/>
                    <a:pt x="188" y="197"/>
                    <a:pt x="188" y="197"/>
                  </a:cubicBezTo>
                  <a:lnTo>
                    <a:pt x="188" y="195"/>
                  </a:lnTo>
                  <a:cubicBezTo>
                    <a:pt x="192" y="192"/>
                    <a:pt x="197" y="190"/>
                    <a:pt x="202" y="188"/>
                  </a:cubicBezTo>
                  <a:close/>
                  <a:moveTo>
                    <a:pt x="242" y="199"/>
                  </a:moveTo>
                  <a:cubicBezTo>
                    <a:pt x="244" y="199"/>
                    <a:pt x="237" y="204"/>
                    <a:pt x="226" y="211"/>
                  </a:cubicBezTo>
                  <a:lnTo>
                    <a:pt x="225" y="209"/>
                  </a:lnTo>
                  <a:cubicBezTo>
                    <a:pt x="231" y="205"/>
                    <a:pt x="238" y="200"/>
                    <a:pt x="239" y="200"/>
                  </a:cubicBezTo>
                  <a:cubicBezTo>
                    <a:pt x="239" y="200"/>
                    <a:pt x="239" y="200"/>
                    <a:pt x="239" y="200"/>
                  </a:cubicBezTo>
                  <a:cubicBezTo>
                    <a:pt x="241" y="199"/>
                    <a:pt x="242" y="199"/>
                    <a:pt x="242" y="199"/>
                  </a:cubicBezTo>
                  <a:close/>
                  <a:moveTo>
                    <a:pt x="244" y="208"/>
                  </a:moveTo>
                  <a:lnTo>
                    <a:pt x="245" y="209"/>
                  </a:lnTo>
                  <a:cubicBezTo>
                    <a:pt x="245" y="210"/>
                    <a:pt x="245" y="210"/>
                    <a:pt x="238" y="215"/>
                  </a:cubicBezTo>
                  <a:lnTo>
                    <a:pt x="237" y="213"/>
                  </a:lnTo>
                  <a:lnTo>
                    <a:pt x="244" y="208"/>
                  </a:lnTo>
                  <a:close/>
                  <a:moveTo>
                    <a:pt x="272" y="204"/>
                  </a:moveTo>
                  <a:cubicBezTo>
                    <a:pt x="267" y="208"/>
                    <a:pt x="262" y="211"/>
                    <a:pt x="258" y="216"/>
                  </a:cubicBezTo>
                  <a:cubicBezTo>
                    <a:pt x="258" y="216"/>
                    <a:pt x="265" y="211"/>
                    <a:pt x="265" y="211"/>
                  </a:cubicBezTo>
                  <a:cubicBezTo>
                    <a:pt x="265" y="211"/>
                    <a:pt x="273" y="207"/>
                    <a:pt x="272" y="206"/>
                  </a:cubicBezTo>
                  <a:lnTo>
                    <a:pt x="272" y="204"/>
                  </a:lnTo>
                  <a:close/>
                  <a:moveTo>
                    <a:pt x="192" y="221"/>
                  </a:moveTo>
                  <a:lnTo>
                    <a:pt x="185" y="227"/>
                  </a:lnTo>
                  <a:cubicBezTo>
                    <a:pt x="185" y="227"/>
                    <a:pt x="185" y="227"/>
                    <a:pt x="185" y="227"/>
                  </a:cubicBezTo>
                  <a:cubicBezTo>
                    <a:pt x="184" y="227"/>
                    <a:pt x="183" y="227"/>
                    <a:pt x="182" y="227"/>
                  </a:cubicBezTo>
                  <a:cubicBezTo>
                    <a:pt x="181" y="227"/>
                    <a:pt x="181" y="227"/>
                    <a:pt x="184" y="225"/>
                  </a:cubicBezTo>
                  <a:cubicBezTo>
                    <a:pt x="184" y="224"/>
                    <a:pt x="192" y="221"/>
                    <a:pt x="192" y="221"/>
                  </a:cubicBezTo>
                  <a:close/>
                  <a:moveTo>
                    <a:pt x="233" y="239"/>
                  </a:moveTo>
                  <a:lnTo>
                    <a:pt x="233" y="239"/>
                  </a:lnTo>
                  <a:cubicBezTo>
                    <a:pt x="234" y="240"/>
                    <a:pt x="234" y="241"/>
                    <a:pt x="227" y="246"/>
                  </a:cubicBezTo>
                  <a:cubicBezTo>
                    <a:pt x="227" y="246"/>
                    <a:pt x="221" y="251"/>
                    <a:pt x="220" y="251"/>
                  </a:cubicBezTo>
                  <a:cubicBezTo>
                    <a:pt x="219" y="251"/>
                    <a:pt x="219" y="251"/>
                    <a:pt x="219" y="250"/>
                  </a:cubicBezTo>
                  <a:cubicBezTo>
                    <a:pt x="219" y="249"/>
                    <a:pt x="226" y="244"/>
                    <a:pt x="226" y="244"/>
                  </a:cubicBezTo>
                  <a:lnTo>
                    <a:pt x="225" y="244"/>
                  </a:lnTo>
                  <a:cubicBezTo>
                    <a:pt x="232" y="239"/>
                    <a:pt x="233" y="239"/>
                    <a:pt x="233" y="239"/>
                  </a:cubicBezTo>
                  <a:close/>
                  <a:moveTo>
                    <a:pt x="243" y="257"/>
                  </a:moveTo>
                  <a:cubicBezTo>
                    <a:pt x="243" y="257"/>
                    <a:pt x="243" y="257"/>
                    <a:pt x="244" y="258"/>
                  </a:cubicBezTo>
                  <a:cubicBezTo>
                    <a:pt x="244" y="259"/>
                    <a:pt x="237" y="264"/>
                    <a:pt x="237" y="264"/>
                  </a:cubicBezTo>
                  <a:cubicBezTo>
                    <a:pt x="235" y="265"/>
                    <a:pt x="234" y="266"/>
                    <a:pt x="234" y="266"/>
                  </a:cubicBezTo>
                  <a:cubicBezTo>
                    <a:pt x="233" y="266"/>
                    <a:pt x="237" y="262"/>
                    <a:pt x="236" y="262"/>
                  </a:cubicBezTo>
                  <a:cubicBezTo>
                    <a:pt x="240" y="258"/>
                    <a:pt x="242" y="257"/>
                    <a:pt x="243" y="257"/>
                  </a:cubicBezTo>
                  <a:close/>
                  <a:moveTo>
                    <a:pt x="272" y="261"/>
                  </a:moveTo>
                  <a:cubicBezTo>
                    <a:pt x="273" y="261"/>
                    <a:pt x="270" y="264"/>
                    <a:pt x="261" y="271"/>
                  </a:cubicBezTo>
                  <a:cubicBezTo>
                    <a:pt x="256" y="274"/>
                    <a:pt x="254" y="276"/>
                    <a:pt x="254" y="276"/>
                  </a:cubicBezTo>
                  <a:cubicBezTo>
                    <a:pt x="254" y="276"/>
                    <a:pt x="254" y="275"/>
                    <a:pt x="254" y="275"/>
                  </a:cubicBezTo>
                  <a:cubicBezTo>
                    <a:pt x="258" y="271"/>
                    <a:pt x="263" y="267"/>
                    <a:pt x="267" y="265"/>
                  </a:cubicBezTo>
                  <a:lnTo>
                    <a:pt x="267" y="264"/>
                  </a:lnTo>
                  <a:cubicBezTo>
                    <a:pt x="270" y="262"/>
                    <a:pt x="271" y="261"/>
                    <a:pt x="272" y="261"/>
                  </a:cubicBezTo>
                  <a:close/>
                  <a:moveTo>
                    <a:pt x="272" y="272"/>
                  </a:moveTo>
                  <a:lnTo>
                    <a:pt x="272" y="273"/>
                  </a:lnTo>
                  <a:cubicBezTo>
                    <a:pt x="266" y="277"/>
                    <a:pt x="260" y="282"/>
                    <a:pt x="258" y="282"/>
                  </a:cubicBezTo>
                  <a:cubicBezTo>
                    <a:pt x="257" y="282"/>
                    <a:pt x="257" y="282"/>
                    <a:pt x="257" y="282"/>
                  </a:cubicBezTo>
                  <a:lnTo>
                    <a:pt x="264" y="276"/>
                  </a:lnTo>
                  <a:lnTo>
                    <a:pt x="272" y="272"/>
                  </a:lnTo>
                  <a:close/>
                  <a:moveTo>
                    <a:pt x="294" y="345"/>
                  </a:moveTo>
                  <a:lnTo>
                    <a:pt x="295" y="346"/>
                  </a:lnTo>
                  <a:cubicBezTo>
                    <a:pt x="288" y="350"/>
                    <a:pt x="282" y="355"/>
                    <a:pt x="281" y="355"/>
                  </a:cubicBezTo>
                  <a:cubicBezTo>
                    <a:pt x="281" y="355"/>
                    <a:pt x="281" y="355"/>
                    <a:pt x="281" y="355"/>
                  </a:cubicBezTo>
                  <a:lnTo>
                    <a:pt x="286" y="349"/>
                  </a:lnTo>
                  <a:lnTo>
                    <a:pt x="294" y="345"/>
                  </a:lnTo>
                  <a:close/>
                  <a:moveTo>
                    <a:pt x="375" y="347"/>
                  </a:moveTo>
                  <a:lnTo>
                    <a:pt x="375" y="348"/>
                  </a:lnTo>
                  <a:cubicBezTo>
                    <a:pt x="369" y="352"/>
                    <a:pt x="363" y="357"/>
                    <a:pt x="361" y="357"/>
                  </a:cubicBezTo>
                  <a:cubicBezTo>
                    <a:pt x="361" y="357"/>
                    <a:pt x="361" y="357"/>
                    <a:pt x="360" y="357"/>
                  </a:cubicBezTo>
                  <a:lnTo>
                    <a:pt x="360" y="356"/>
                  </a:lnTo>
                  <a:cubicBezTo>
                    <a:pt x="365" y="353"/>
                    <a:pt x="369" y="350"/>
                    <a:pt x="375" y="347"/>
                  </a:cubicBezTo>
                  <a:close/>
                  <a:moveTo>
                    <a:pt x="98" y="347"/>
                  </a:moveTo>
                  <a:lnTo>
                    <a:pt x="98" y="347"/>
                  </a:lnTo>
                  <a:cubicBezTo>
                    <a:pt x="93" y="349"/>
                    <a:pt x="89" y="353"/>
                    <a:pt x="83" y="355"/>
                  </a:cubicBezTo>
                  <a:cubicBezTo>
                    <a:pt x="80" y="357"/>
                    <a:pt x="79" y="359"/>
                    <a:pt x="79" y="359"/>
                  </a:cubicBezTo>
                  <a:cubicBezTo>
                    <a:pt x="80" y="359"/>
                    <a:pt x="84" y="357"/>
                    <a:pt x="92" y="353"/>
                  </a:cubicBezTo>
                  <a:cubicBezTo>
                    <a:pt x="99" y="348"/>
                    <a:pt x="99" y="348"/>
                    <a:pt x="98" y="347"/>
                  </a:cubicBezTo>
                  <a:close/>
                  <a:moveTo>
                    <a:pt x="316" y="364"/>
                  </a:moveTo>
                  <a:cubicBezTo>
                    <a:pt x="316" y="365"/>
                    <a:pt x="316" y="365"/>
                    <a:pt x="309" y="369"/>
                  </a:cubicBezTo>
                  <a:cubicBezTo>
                    <a:pt x="304" y="373"/>
                    <a:pt x="299" y="375"/>
                    <a:pt x="294" y="377"/>
                  </a:cubicBezTo>
                  <a:cubicBezTo>
                    <a:pt x="301" y="373"/>
                    <a:pt x="308" y="368"/>
                    <a:pt x="316" y="364"/>
                  </a:cubicBezTo>
                  <a:close/>
                  <a:moveTo>
                    <a:pt x="339" y="388"/>
                  </a:moveTo>
                  <a:lnTo>
                    <a:pt x="340" y="390"/>
                  </a:lnTo>
                  <a:cubicBezTo>
                    <a:pt x="334" y="394"/>
                    <a:pt x="327" y="398"/>
                    <a:pt x="326" y="398"/>
                  </a:cubicBezTo>
                  <a:cubicBezTo>
                    <a:pt x="326" y="398"/>
                    <a:pt x="326" y="397"/>
                    <a:pt x="326" y="397"/>
                  </a:cubicBezTo>
                  <a:lnTo>
                    <a:pt x="332" y="392"/>
                  </a:lnTo>
                  <a:lnTo>
                    <a:pt x="339" y="388"/>
                  </a:lnTo>
                  <a:close/>
                  <a:moveTo>
                    <a:pt x="379" y="457"/>
                  </a:moveTo>
                  <a:cubicBezTo>
                    <a:pt x="379" y="457"/>
                    <a:pt x="379" y="457"/>
                    <a:pt x="379" y="457"/>
                  </a:cubicBezTo>
                  <a:cubicBezTo>
                    <a:pt x="381" y="458"/>
                    <a:pt x="381" y="458"/>
                    <a:pt x="374" y="464"/>
                  </a:cubicBezTo>
                  <a:cubicBezTo>
                    <a:pt x="371" y="466"/>
                    <a:pt x="369" y="466"/>
                    <a:pt x="367" y="466"/>
                  </a:cubicBezTo>
                  <a:cubicBezTo>
                    <a:pt x="366" y="466"/>
                    <a:pt x="365" y="465"/>
                    <a:pt x="365" y="465"/>
                  </a:cubicBezTo>
                  <a:cubicBezTo>
                    <a:pt x="371" y="460"/>
                    <a:pt x="377" y="457"/>
                    <a:pt x="379" y="457"/>
                  </a:cubicBezTo>
                  <a:close/>
                  <a:moveTo>
                    <a:pt x="410" y="492"/>
                  </a:moveTo>
                  <a:lnTo>
                    <a:pt x="411" y="493"/>
                  </a:lnTo>
                  <a:cubicBezTo>
                    <a:pt x="405" y="497"/>
                    <a:pt x="398" y="501"/>
                    <a:pt x="397" y="501"/>
                  </a:cubicBezTo>
                  <a:cubicBezTo>
                    <a:pt x="396" y="501"/>
                    <a:pt x="396" y="501"/>
                    <a:pt x="396" y="501"/>
                  </a:cubicBezTo>
                  <a:lnTo>
                    <a:pt x="395" y="501"/>
                  </a:lnTo>
                  <a:cubicBezTo>
                    <a:pt x="400" y="497"/>
                    <a:pt x="405" y="494"/>
                    <a:pt x="410" y="492"/>
                  </a:cubicBezTo>
                  <a:close/>
                  <a:moveTo>
                    <a:pt x="500" y="545"/>
                  </a:moveTo>
                  <a:cubicBezTo>
                    <a:pt x="501" y="545"/>
                    <a:pt x="501" y="545"/>
                    <a:pt x="501" y="545"/>
                  </a:cubicBezTo>
                  <a:cubicBezTo>
                    <a:pt x="502" y="547"/>
                    <a:pt x="502" y="547"/>
                    <a:pt x="494" y="551"/>
                  </a:cubicBezTo>
                  <a:cubicBezTo>
                    <a:pt x="494" y="551"/>
                    <a:pt x="489" y="555"/>
                    <a:pt x="487" y="555"/>
                  </a:cubicBezTo>
                  <a:cubicBezTo>
                    <a:pt x="486" y="555"/>
                    <a:pt x="486" y="555"/>
                    <a:pt x="486" y="554"/>
                  </a:cubicBezTo>
                  <a:lnTo>
                    <a:pt x="493" y="549"/>
                  </a:lnTo>
                  <a:cubicBezTo>
                    <a:pt x="498" y="546"/>
                    <a:pt x="500" y="545"/>
                    <a:pt x="500" y="545"/>
                  </a:cubicBezTo>
                  <a:close/>
                  <a:moveTo>
                    <a:pt x="515" y="552"/>
                  </a:moveTo>
                  <a:lnTo>
                    <a:pt x="515" y="553"/>
                  </a:lnTo>
                  <a:cubicBezTo>
                    <a:pt x="509" y="557"/>
                    <a:pt x="502" y="561"/>
                    <a:pt x="501" y="561"/>
                  </a:cubicBezTo>
                  <a:cubicBezTo>
                    <a:pt x="501" y="561"/>
                    <a:pt x="501" y="561"/>
                    <a:pt x="501" y="561"/>
                  </a:cubicBezTo>
                  <a:lnTo>
                    <a:pt x="507" y="556"/>
                  </a:lnTo>
                  <a:lnTo>
                    <a:pt x="515" y="552"/>
                  </a:lnTo>
                  <a:close/>
                  <a:moveTo>
                    <a:pt x="475" y="589"/>
                  </a:moveTo>
                  <a:cubicBezTo>
                    <a:pt x="476" y="589"/>
                    <a:pt x="474" y="591"/>
                    <a:pt x="470" y="594"/>
                  </a:cubicBezTo>
                  <a:cubicBezTo>
                    <a:pt x="466" y="597"/>
                    <a:pt x="464" y="598"/>
                    <a:pt x="464" y="598"/>
                  </a:cubicBezTo>
                  <a:cubicBezTo>
                    <a:pt x="463" y="598"/>
                    <a:pt x="463" y="597"/>
                    <a:pt x="463" y="597"/>
                  </a:cubicBezTo>
                  <a:cubicBezTo>
                    <a:pt x="461" y="596"/>
                    <a:pt x="461" y="596"/>
                    <a:pt x="469" y="593"/>
                  </a:cubicBezTo>
                  <a:lnTo>
                    <a:pt x="469" y="591"/>
                  </a:lnTo>
                  <a:cubicBezTo>
                    <a:pt x="472" y="590"/>
                    <a:pt x="474" y="589"/>
                    <a:pt x="475" y="589"/>
                  </a:cubicBezTo>
                  <a:close/>
                  <a:moveTo>
                    <a:pt x="474" y="599"/>
                  </a:moveTo>
                  <a:cubicBezTo>
                    <a:pt x="474" y="600"/>
                    <a:pt x="474" y="600"/>
                    <a:pt x="467" y="605"/>
                  </a:cubicBezTo>
                  <a:lnTo>
                    <a:pt x="473" y="599"/>
                  </a:lnTo>
                  <a:close/>
                  <a:moveTo>
                    <a:pt x="479" y="608"/>
                  </a:moveTo>
                  <a:lnTo>
                    <a:pt x="479" y="609"/>
                  </a:lnTo>
                  <a:cubicBezTo>
                    <a:pt x="480" y="611"/>
                    <a:pt x="480" y="611"/>
                    <a:pt x="473" y="615"/>
                  </a:cubicBezTo>
                  <a:lnTo>
                    <a:pt x="473" y="614"/>
                  </a:lnTo>
                  <a:lnTo>
                    <a:pt x="479" y="608"/>
                  </a:lnTo>
                  <a:close/>
                  <a:moveTo>
                    <a:pt x="467" y="614"/>
                  </a:moveTo>
                  <a:cubicBezTo>
                    <a:pt x="467" y="614"/>
                    <a:pt x="466" y="614"/>
                    <a:pt x="464" y="615"/>
                  </a:cubicBezTo>
                  <a:cubicBezTo>
                    <a:pt x="464" y="615"/>
                    <a:pt x="464" y="615"/>
                    <a:pt x="464" y="615"/>
                  </a:cubicBezTo>
                  <a:cubicBezTo>
                    <a:pt x="465" y="615"/>
                    <a:pt x="468" y="614"/>
                    <a:pt x="467" y="614"/>
                  </a:cubicBezTo>
                  <a:close/>
                  <a:moveTo>
                    <a:pt x="498" y="608"/>
                  </a:moveTo>
                  <a:lnTo>
                    <a:pt x="500" y="609"/>
                  </a:lnTo>
                  <a:cubicBezTo>
                    <a:pt x="500" y="611"/>
                    <a:pt x="493" y="615"/>
                    <a:pt x="493" y="615"/>
                  </a:cubicBezTo>
                  <a:cubicBezTo>
                    <a:pt x="493" y="615"/>
                    <a:pt x="487" y="620"/>
                    <a:pt x="485" y="620"/>
                  </a:cubicBezTo>
                  <a:cubicBezTo>
                    <a:pt x="485" y="620"/>
                    <a:pt x="485" y="620"/>
                    <a:pt x="485" y="619"/>
                  </a:cubicBezTo>
                  <a:cubicBezTo>
                    <a:pt x="489" y="615"/>
                    <a:pt x="494" y="612"/>
                    <a:pt x="498" y="609"/>
                  </a:cubicBezTo>
                  <a:lnTo>
                    <a:pt x="498" y="608"/>
                  </a:lnTo>
                  <a:close/>
                  <a:moveTo>
                    <a:pt x="525" y="648"/>
                  </a:moveTo>
                  <a:cubicBezTo>
                    <a:pt x="526" y="648"/>
                    <a:pt x="525" y="648"/>
                    <a:pt x="523" y="650"/>
                  </a:cubicBezTo>
                  <a:cubicBezTo>
                    <a:pt x="517" y="653"/>
                    <a:pt x="513" y="655"/>
                    <a:pt x="508" y="658"/>
                  </a:cubicBezTo>
                  <a:cubicBezTo>
                    <a:pt x="508" y="658"/>
                    <a:pt x="505" y="660"/>
                    <a:pt x="505" y="660"/>
                  </a:cubicBezTo>
                  <a:cubicBezTo>
                    <a:pt x="505" y="660"/>
                    <a:pt x="505" y="659"/>
                    <a:pt x="507" y="658"/>
                  </a:cubicBezTo>
                  <a:lnTo>
                    <a:pt x="514" y="652"/>
                  </a:lnTo>
                  <a:cubicBezTo>
                    <a:pt x="519" y="650"/>
                    <a:pt x="524" y="648"/>
                    <a:pt x="525" y="648"/>
                  </a:cubicBezTo>
                  <a:close/>
                  <a:moveTo>
                    <a:pt x="570" y="663"/>
                  </a:moveTo>
                  <a:cubicBezTo>
                    <a:pt x="570" y="664"/>
                    <a:pt x="570" y="664"/>
                    <a:pt x="563" y="669"/>
                  </a:cubicBezTo>
                  <a:cubicBezTo>
                    <a:pt x="557" y="673"/>
                    <a:pt x="549" y="677"/>
                    <a:pt x="548" y="677"/>
                  </a:cubicBezTo>
                  <a:cubicBezTo>
                    <a:pt x="554" y="670"/>
                    <a:pt x="562" y="665"/>
                    <a:pt x="570" y="663"/>
                  </a:cubicBezTo>
                  <a:close/>
                  <a:moveTo>
                    <a:pt x="663" y="792"/>
                  </a:moveTo>
                  <a:cubicBezTo>
                    <a:pt x="665" y="792"/>
                    <a:pt x="654" y="799"/>
                    <a:pt x="643" y="805"/>
                  </a:cubicBezTo>
                  <a:cubicBezTo>
                    <a:pt x="636" y="808"/>
                    <a:pt x="632" y="810"/>
                    <a:pt x="632" y="810"/>
                  </a:cubicBezTo>
                  <a:cubicBezTo>
                    <a:pt x="632" y="810"/>
                    <a:pt x="635" y="808"/>
                    <a:pt x="642" y="803"/>
                  </a:cubicBezTo>
                  <a:cubicBezTo>
                    <a:pt x="649" y="798"/>
                    <a:pt x="655" y="794"/>
                    <a:pt x="656" y="794"/>
                  </a:cubicBezTo>
                  <a:cubicBezTo>
                    <a:pt x="657" y="794"/>
                    <a:pt x="657" y="794"/>
                    <a:pt x="657" y="794"/>
                  </a:cubicBezTo>
                  <a:cubicBezTo>
                    <a:pt x="660" y="793"/>
                    <a:pt x="662" y="792"/>
                    <a:pt x="663" y="792"/>
                  </a:cubicBezTo>
                  <a:close/>
                  <a:moveTo>
                    <a:pt x="149" y="0"/>
                  </a:moveTo>
                  <a:cubicBezTo>
                    <a:pt x="148" y="0"/>
                    <a:pt x="146" y="1"/>
                    <a:pt x="143" y="3"/>
                  </a:cubicBezTo>
                  <a:cubicBezTo>
                    <a:pt x="129" y="13"/>
                    <a:pt x="121" y="17"/>
                    <a:pt x="123" y="18"/>
                  </a:cubicBezTo>
                  <a:cubicBezTo>
                    <a:pt x="123" y="19"/>
                    <a:pt x="123" y="19"/>
                    <a:pt x="116" y="24"/>
                  </a:cubicBezTo>
                  <a:cubicBezTo>
                    <a:pt x="116" y="24"/>
                    <a:pt x="115" y="23"/>
                    <a:pt x="115" y="22"/>
                  </a:cubicBezTo>
                  <a:cubicBezTo>
                    <a:pt x="114" y="21"/>
                    <a:pt x="114" y="20"/>
                    <a:pt x="113" y="20"/>
                  </a:cubicBezTo>
                  <a:cubicBezTo>
                    <a:pt x="111" y="20"/>
                    <a:pt x="109" y="21"/>
                    <a:pt x="105" y="23"/>
                  </a:cubicBezTo>
                  <a:cubicBezTo>
                    <a:pt x="98" y="25"/>
                    <a:pt x="87" y="32"/>
                    <a:pt x="89" y="32"/>
                  </a:cubicBezTo>
                  <a:cubicBezTo>
                    <a:pt x="89" y="32"/>
                    <a:pt x="90" y="32"/>
                    <a:pt x="91" y="32"/>
                  </a:cubicBezTo>
                  <a:lnTo>
                    <a:pt x="91" y="32"/>
                  </a:lnTo>
                  <a:lnTo>
                    <a:pt x="84" y="37"/>
                  </a:lnTo>
                  <a:cubicBezTo>
                    <a:pt x="73" y="45"/>
                    <a:pt x="68" y="49"/>
                    <a:pt x="69" y="49"/>
                  </a:cubicBezTo>
                  <a:cubicBezTo>
                    <a:pt x="70" y="49"/>
                    <a:pt x="76" y="46"/>
                    <a:pt x="86" y="40"/>
                  </a:cubicBezTo>
                  <a:cubicBezTo>
                    <a:pt x="97" y="32"/>
                    <a:pt x="102" y="28"/>
                    <a:pt x="103" y="28"/>
                  </a:cubicBezTo>
                  <a:lnTo>
                    <a:pt x="103" y="28"/>
                  </a:lnTo>
                  <a:cubicBezTo>
                    <a:pt x="103" y="28"/>
                    <a:pt x="100" y="31"/>
                    <a:pt x="93" y="36"/>
                  </a:cubicBezTo>
                  <a:cubicBezTo>
                    <a:pt x="79" y="45"/>
                    <a:pt x="80" y="46"/>
                    <a:pt x="80" y="47"/>
                  </a:cubicBezTo>
                  <a:cubicBezTo>
                    <a:pt x="81" y="49"/>
                    <a:pt x="81" y="49"/>
                    <a:pt x="74" y="53"/>
                  </a:cubicBezTo>
                  <a:cubicBezTo>
                    <a:pt x="67" y="57"/>
                    <a:pt x="61" y="63"/>
                    <a:pt x="61" y="64"/>
                  </a:cubicBezTo>
                  <a:cubicBezTo>
                    <a:pt x="61" y="65"/>
                    <a:pt x="62" y="65"/>
                    <a:pt x="62" y="65"/>
                  </a:cubicBezTo>
                  <a:cubicBezTo>
                    <a:pt x="63" y="65"/>
                    <a:pt x="64" y="64"/>
                    <a:pt x="69" y="61"/>
                  </a:cubicBezTo>
                  <a:cubicBezTo>
                    <a:pt x="71" y="59"/>
                    <a:pt x="73" y="58"/>
                    <a:pt x="74" y="58"/>
                  </a:cubicBezTo>
                  <a:lnTo>
                    <a:pt x="74" y="58"/>
                  </a:lnTo>
                  <a:cubicBezTo>
                    <a:pt x="74" y="58"/>
                    <a:pt x="71" y="61"/>
                    <a:pt x="63" y="68"/>
                  </a:cubicBezTo>
                  <a:cubicBezTo>
                    <a:pt x="60" y="70"/>
                    <a:pt x="59" y="71"/>
                    <a:pt x="59" y="71"/>
                  </a:cubicBezTo>
                  <a:cubicBezTo>
                    <a:pt x="59" y="71"/>
                    <a:pt x="62" y="69"/>
                    <a:pt x="70" y="63"/>
                  </a:cubicBezTo>
                  <a:cubicBezTo>
                    <a:pt x="76" y="59"/>
                    <a:pt x="80" y="57"/>
                    <a:pt x="81" y="57"/>
                  </a:cubicBezTo>
                  <a:cubicBezTo>
                    <a:pt x="83" y="57"/>
                    <a:pt x="80" y="61"/>
                    <a:pt x="72" y="66"/>
                  </a:cubicBezTo>
                  <a:cubicBezTo>
                    <a:pt x="72" y="66"/>
                    <a:pt x="72" y="68"/>
                    <a:pt x="73" y="69"/>
                  </a:cubicBezTo>
                  <a:cubicBezTo>
                    <a:pt x="73" y="69"/>
                    <a:pt x="81" y="64"/>
                    <a:pt x="88" y="60"/>
                  </a:cubicBezTo>
                  <a:cubicBezTo>
                    <a:pt x="96" y="55"/>
                    <a:pt x="100" y="52"/>
                    <a:pt x="100" y="52"/>
                  </a:cubicBezTo>
                  <a:lnTo>
                    <a:pt x="100" y="52"/>
                  </a:lnTo>
                  <a:cubicBezTo>
                    <a:pt x="100" y="52"/>
                    <a:pt x="99" y="54"/>
                    <a:pt x="96" y="56"/>
                  </a:cubicBezTo>
                  <a:cubicBezTo>
                    <a:pt x="91" y="60"/>
                    <a:pt x="87" y="63"/>
                    <a:pt x="82" y="66"/>
                  </a:cubicBezTo>
                  <a:cubicBezTo>
                    <a:pt x="74" y="71"/>
                    <a:pt x="75" y="72"/>
                    <a:pt x="75" y="73"/>
                  </a:cubicBezTo>
                  <a:cubicBezTo>
                    <a:pt x="76" y="74"/>
                    <a:pt x="77" y="75"/>
                    <a:pt x="78" y="75"/>
                  </a:cubicBezTo>
                  <a:cubicBezTo>
                    <a:pt x="79" y="75"/>
                    <a:pt x="81" y="74"/>
                    <a:pt x="84" y="71"/>
                  </a:cubicBezTo>
                  <a:lnTo>
                    <a:pt x="84" y="71"/>
                  </a:lnTo>
                  <a:lnTo>
                    <a:pt x="78" y="77"/>
                  </a:lnTo>
                  <a:cubicBezTo>
                    <a:pt x="78" y="77"/>
                    <a:pt x="75" y="79"/>
                    <a:pt x="75" y="79"/>
                  </a:cubicBezTo>
                  <a:cubicBezTo>
                    <a:pt x="75" y="79"/>
                    <a:pt x="76" y="78"/>
                    <a:pt x="79" y="77"/>
                  </a:cubicBezTo>
                  <a:lnTo>
                    <a:pt x="79" y="77"/>
                  </a:lnTo>
                  <a:cubicBezTo>
                    <a:pt x="79" y="77"/>
                    <a:pt x="79" y="78"/>
                    <a:pt x="73" y="84"/>
                  </a:cubicBezTo>
                  <a:cubicBezTo>
                    <a:pt x="71" y="86"/>
                    <a:pt x="71" y="87"/>
                    <a:pt x="72" y="87"/>
                  </a:cubicBezTo>
                  <a:cubicBezTo>
                    <a:pt x="75" y="87"/>
                    <a:pt x="87" y="81"/>
                    <a:pt x="96" y="72"/>
                  </a:cubicBezTo>
                  <a:lnTo>
                    <a:pt x="96" y="73"/>
                  </a:lnTo>
                  <a:cubicBezTo>
                    <a:pt x="96" y="73"/>
                    <a:pt x="96" y="73"/>
                    <a:pt x="96" y="73"/>
                  </a:cubicBezTo>
                  <a:cubicBezTo>
                    <a:pt x="98" y="73"/>
                    <a:pt x="104" y="70"/>
                    <a:pt x="104" y="70"/>
                  </a:cubicBezTo>
                  <a:cubicBezTo>
                    <a:pt x="108" y="67"/>
                    <a:pt x="110" y="66"/>
                    <a:pt x="111" y="66"/>
                  </a:cubicBezTo>
                  <a:cubicBezTo>
                    <a:pt x="111" y="66"/>
                    <a:pt x="111" y="66"/>
                    <a:pt x="111" y="66"/>
                  </a:cubicBezTo>
                  <a:lnTo>
                    <a:pt x="98" y="77"/>
                  </a:lnTo>
                  <a:cubicBezTo>
                    <a:pt x="84" y="85"/>
                    <a:pt x="77" y="90"/>
                    <a:pt x="78" y="90"/>
                  </a:cubicBezTo>
                  <a:cubicBezTo>
                    <a:pt x="79" y="90"/>
                    <a:pt x="83" y="88"/>
                    <a:pt x="91" y="83"/>
                  </a:cubicBezTo>
                  <a:lnTo>
                    <a:pt x="91" y="83"/>
                  </a:lnTo>
                  <a:lnTo>
                    <a:pt x="84" y="88"/>
                  </a:lnTo>
                  <a:cubicBezTo>
                    <a:pt x="80" y="91"/>
                    <a:pt x="78" y="92"/>
                    <a:pt x="81" y="92"/>
                  </a:cubicBezTo>
                  <a:cubicBezTo>
                    <a:pt x="82" y="92"/>
                    <a:pt x="84" y="92"/>
                    <a:pt x="87" y="91"/>
                  </a:cubicBezTo>
                  <a:cubicBezTo>
                    <a:pt x="95" y="88"/>
                    <a:pt x="101" y="83"/>
                    <a:pt x="109" y="79"/>
                  </a:cubicBezTo>
                  <a:cubicBezTo>
                    <a:pt x="114" y="75"/>
                    <a:pt x="115" y="74"/>
                    <a:pt x="116" y="74"/>
                  </a:cubicBezTo>
                  <a:cubicBezTo>
                    <a:pt x="116" y="74"/>
                    <a:pt x="116" y="74"/>
                    <a:pt x="116" y="74"/>
                  </a:cubicBezTo>
                  <a:cubicBezTo>
                    <a:pt x="117" y="75"/>
                    <a:pt x="117" y="75"/>
                    <a:pt x="110" y="80"/>
                  </a:cubicBezTo>
                  <a:cubicBezTo>
                    <a:pt x="102" y="86"/>
                    <a:pt x="99" y="89"/>
                    <a:pt x="100" y="89"/>
                  </a:cubicBezTo>
                  <a:cubicBezTo>
                    <a:pt x="101" y="89"/>
                    <a:pt x="105" y="87"/>
                    <a:pt x="111" y="83"/>
                  </a:cubicBezTo>
                  <a:lnTo>
                    <a:pt x="111" y="83"/>
                  </a:lnTo>
                  <a:lnTo>
                    <a:pt x="105" y="88"/>
                  </a:lnTo>
                  <a:cubicBezTo>
                    <a:pt x="98" y="92"/>
                    <a:pt x="91" y="99"/>
                    <a:pt x="101" y="99"/>
                  </a:cubicBezTo>
                  <a:cubicBezTo>
                    <a:pt x="104" y="102"/>
                    <a:pt x="105" y="106"/>
                    <a:pt x="98" y="110"/>
                  </a:cubicBezTo>
                  <a:cubicBezTo>
                    <a:pt x="96" y="111"/>
                    <a:pt x="96" y="112"/>
                    <a:pt x="97" y="112"/>
                  </a:cubicBezTo>
                  <a:cubicBezTo>
                    <a:pt x="99" y="112"/>
                    <a:pt x="111" y="107"/>
                    <a:pt x="123" y="102"/>
                  </a:cubicBezTo>
                  <a:lnTo>
                    <a:pt x="123" y="102"/>
                  </a:lnTo>
                  <a:cubicBezTo>
                    <a:pt x="116" y="107"/>
                    <a:pt x="116" y="108"/>
                    <a:pt x="117" y="109"/>
                  </a:cubicBezTo>
                  <a:cubicBezTo>
                    <a:pt x="119" y="112"/>
                    <a:pt x="119" y="112"/>
                    <a:pt x="111" y="117"/>
                  </a:cubicBezTo>
                  <a:cubicBezTo>
                    <a:pt x="104" y="122"/>
                    <a:pt x="100" y="124"/>
                    <a:pt x="101" y="124"/>
                  </a:cubicBezTo>
                  <a:cubicBezTo>
                    <a:pt x="101" y="124"/>
                    <a:pt x="105" y="122"/>
                    <a:pt x="113" y="118"/>
                  </a:cubicBezTo>
                  <a:cubicBezTo>
                    <a:pt x="117" y="116"/>
                    <a:pt x="120" y="115"/>
                    <a:pt x="121" y="115"/>
                  </a:cubicBezTo>
                  <a:cubicBezTo>
                    <a:pt x="123" y="115"/>
                    <a:pt x="117" y="120"/>
                    <a:pt x="108" y="127"/>
                  </a:cubicBezTo>
                  <a:cubicBezTo>
                    <a:pt x="100" y="132"/>
                    <a:pt x="101" y="133"/>
                    <a:pt x="102" y="134"/>
                  </a:cubicBezTo>
                  <a:cubicBezTo>
                    <a:pt x="105" y="133"/>
                    <a:pt x="107" y="132"/>
                    <a:pt x="109" y="132"/>
                  </a:cubicBezTo>
                  <a:cubicBezTo>
                    <a:pt x="111" y="132"/>
                    <a:pt x="112" y="133"/>
                    <a:pt x="113" y="135"/>
                  </a:cubicBezTo>
                  <a:cubicBezTo>
                    <a:pt x="113" y="136"/>
                    <a:pt x="113" y="136"/>
                    <a:pt x="114" y="136"/>
                  </a:cubicBezTo>
                  <a:cubicBezTo>
                    <a:pt x="115" y="136"/>
                    <a:pt x="118" y="134"/>
                    <a:pt x="128" y="128"/>
                  </a:cubicBezTo>
                  <a:cubicBezTo>
                    <a:pt x="137" y="122"/>
                    <a:pt x="140" y="120"/>
                    <a:pt x="142" y="120"/>
                  </a:cubicBezTo>
                  <a:cubicBezTo>
                    <a:pt x="143" y="120"/>
                    <a:pt x="144" y="121"/>
                    <a:pt x="144" y="121"/>
                  </a:cubicBezTo>
                  <a:cubicBezTo>
                    <a:pt x="144" y="123"/>
                    <a:pt x="145" y="124"/>
                    <a:pt x="138" y="128"/>
                  </a:cubicBezTo>
                  <a:cubicBezTo>
                    <a:pt x="138" y="128"/>
                    <a:pt x="132" y="134"/>
                    <a:pt x="132" y="135"/>
                  </a:cubicBezTo>
                  <a:cubicBezTo>
                    <a:pt x="133" y="136"/>
                    <a:pt x="133" y="137"/>
                    <a:pt x="126" y="142"/>
                  </a:cubicBezTo>
                  <a:cubicBezTo>
                    <a:pt x="126" y="142"/>
                    <a:pt x="119" y="147"/>
                    <a:pt x="120" y="149"/>
                  </a:cubicBezTo>
                  <a:cubicBezTo>
                    <a:pt x="121" y="151"/>
                    <a:pt x="123" y="153"/>
                    <a:pt x="116" y="157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7" y="158"/>
                    <a:pt x="118" y="157"/>
                    <a:pt x="124" y="154"/>
                  </a:cubicBezTo>
                  <a:cubicBezTo>
                    <a:pt x="128" y="151"/>
                    <a:pt x="132" y="149"/>
                    <a:pt x="134" y="149"/>
                  </a:cubicBezTo>
                  <a:cubicBezTo>
                    <a:pt x="135" y="149"/>
                    <a:pt x="136" y="151"/>
                    <a:pt x="134" y="154"/>
                  </a:cubicBezTo>
                  <a:cubicBezTo>
                    <a:pt x="134" y="155"/>
                    <a:pt x="135" y="157"/>
                    <a:pt x="137" y="157"/>
                  </a:cubicBezTo>
                  <a:cubicBezTo>
                    <a:pt x="138" y="157"/>
                    <a:pt x="141" y="156"/>
                    <a:pt x="144" y="154"/>
                  </a:cubicBezTo>
                  <a:lnTo>
                    <a:pt x="144" y="154"/>
                  </a:lnTo>
                  <a:cubicBezTo>
                    <a:pt x="144" y="155"/>
                    <a:pt x="144" y="155"/>
                    <a:pt x="137" y="160"/>
                  </a:cubicBezTo>
                  <a:cubicBezTo>
                    <a:pt x="129" y="165"/>
                    <a:pt x="126" y="168"/>
                    <a:pt x="127" y="168"/>
                  </a:cubicBezTo>
                  <a:cubicBezTo>
                    <a:pt x="129" y="168"/>
                    <a:pt x="133" y="167"/>
                    <a:pt x="139" y="164"/>
                  </a:cubicBezTo>
                  <a:cubicBezTo>
                    <a:pt x="143" y="162"/>
                    <a:pt x="145" y="161"/>
                    <a:pt x="145" y="161"/>
                  </a:cubicBezTo>
                  <a:lnTo>
                    <a:pt x="145" y="161"/>
                  </a:lnTo>
                  <a:cubicBezTo>
                    <a:pt x="145" y="161"/>
                    <a:pt x="144" y="162"/>
                    <a:pt x="141" y="165"/>
                  </a:cubicBezTo>
                  <a:cubicBezTo>
                    <a:pt x="141" y="165"/>
                    <a:pt x="141" y="165"/>
                    <a:pt x="141" y="165"/>
                  </a:cubicBezTo>
                  <a:cubicBezTo>
                    <a:pt x="142" y="165"/>
                    <a:pt x="144" y="165"/>
                    <a:pt x="148" y="163"/>
                  </a:cubicBezTo>
                  <a:cubicBezTo>
                    <a:pt x="152" y="162"/>
                    <a:pt x="154" y="161"/>
                    <a:pt x="154" y="161"/>
                  </a:cubicBezTo>
                  <a:cubicBezTo>
                    <a:pt x="155" y="161"/>
                    <a:pt x="154" y="162"/>
                    <a:pt x="151" y="166"/>
                  </a:cubicBezTo>
                  <a:cubicBezTo>
                    <a:pt x="143" y="171"/>
                    <a:pt x="144" y="172"/>
                    <a:pt x="144" y="173"/>
                  </a:cubicBezTo>
                  <a:cubicBezTo>
                    <a:pt x="145" y="173"/>
                    <a:pt x="146" y="172"/>
                    <a:pt x="147" y="172"/>
                  </a:cubicBezTo>
                  <a:cubicBezTo>
                    <a:pt x="154" y="172"/>
                    <a:pt x="158" y="181"/>
                    <a:pt x="152" y="186"/>
                  </a:cubicBezTo>
                  <a:cubicBezTo>
                    <a:pt x="157" y="183"/>
                    <a:pt x="159" y="182"/>
                    <a:pt x="160" y="182"/>
                  </a:cubicBezTo>
                  <a:cubicBezTo>
                    <a:pt x="160" y="182"/>
                    <a:pt x="160" y="183"/>
                    <a:pt x="161" y="183"/>
                  </a:cubicBezTo>
                  <a:cubicBezTo>
                    <a:pt x="155" y="187"/>
                    <a:pt x="153" y="189"/>
                    <a:pt x="154" y="189"/>
                  </a:cubicBezTo>
                  <a:cubicBezTo>
                    <a:pt x="154" y="189"/>
                    <a:pt x="160" y="186"/>
                    <a:pt x="169" y="181"/>
                  </a:cubicBezTo>
                  <a:lnTo>
                    <a:pt x="169" y="180"/>
                  </a:lnTo>
                  <a:lnTo>
                    <a:pt x="167" y="179"/>
                  </a:lnTo>
                  <a:cubicBezTo>
                    <a:pt x="173" y="175"/>
                    <a:pt x="177" y="173"/>
                    <a:pt x="178" y="173"/>
                  </a:cubicBezTo>
                  <a:cubicBezTo>
                    <a:pt x="179" y="173"/>
                    <a:pt x="175" y="178"/>
                    <a:pt x="162" y="186"/>
                  </a:cubicBezTo>
                  <a:cubicBezTo>
                    <a:pt x="155" y="192"/>
                    <a:pt x="152" y="194"/>
                    <a:pt x="152" y="194"/>
                  </a:cubicBezTo>
                  <a:cubicBezTo>
                    <a:pt x="152" y="194"/>
                    <a:pt x="156" y="192"/>
                    <a:pt x="163" y="188"/>
                  </a:cubicBezTo>
                  <a:cubicBezTo>
                    <a:pt x="169" y="184"/>
                    <a:pt x="173" y="182"/>
                    <a:pt x="174" y="182"/>
                  </a:cubicBezTo>
                  <a:cubicBezTo>
                    <a:pt x="176" y="182"/>
                    <a:pt x="173" y="185"/>
                    <a:pt x="165" y="191"/>
                  </a:cubicBezTo>
                  <a:cubicBezTo>
                    <a:pt x="158" y="196"/>
                    <a:pt x="154" y="199"/>
                    <a:pt x="154" y="199"/>
                  </a:cubicBezTo>
                  <a:cubicBezTo>
                    <a:pt x="155" y="199"/>
                    <a:pt x="158" y="196"/>
                    <a:pt x="165" y="192"/>
                  </a:cubicBezTo>
                  <a:cubicBezTo>
                    <a:pt x="181" y="183"/>
                    <a:pt x="191" y="179"/>
                    <a:pt x="193" y="179"/>
                  </a:cubicBezTo>
                  <a:cubicBezTo>
                    <a:pt x="195" y="179"/>
                    <a:pt x="189" y="183"/>
                    <a:pt x="175" y="192"/>
                  </a:cubicBezTo>
                  <a:cubicBezTo>
                    <a:pt x="162" y="202"/>
                    <a:pt x="155" y="208"/>
                    <a:pt x="155" y="208"/>
                  </a:cubicBezTo>
                  <a:cubicBezTo>
                    <a:pt x="155" y="208"/>
                    <a:pt x="155" y="208"/>
                    <a:pt x="156" y="208"/>
                  </a:cubicBezTo>
                  <a:cubicBezTo>
                    <a:pt x="158" y="208"/>
                    <a:pt x="164" y="204"/>
                    <a:pt x="170" y="200"/>
                  </a:cubicBezTo>
                  <a:cubicBezTo>
                    <a:pt x="176" y="195"/>
                    <a:pt x="180" y="193"/>
                    <a:pt x="181" y="193"/>
                  </a:cubicBezTo>
                  <a:lnTo>
                    <a:pt x="181" y="193"/>
                  </a:lnTo>
                  <a:cubicBezTo>
                    <a:pt x="181" y="193"/>
                    <a:pt x="178" y="196"/>
                    <a:pt x="171" y="202"/>
                  </a:cubicBezTo>
                  <a:cubicBezTo>
                    <a:pt x="158" y="213"/>
                    <a:pt x="154" y="218"/>
                    <a:pt x="158" y="218"/>
                  </a:cubicBezTo>
                  <a:cubicBezTo>
                    <a:pt x="160" y="218"/>
                    <a:pt x="163" y="217"/>
                    <a:pt x="169" y="215"/>
                  </a:cubicBezTo>
                  <a:cubicBezTo>
                    <a:pt x="175" y="212"/>
                    <a:pt x="179" y="212"/>
                    <a:pt x="181" y="212"/>
                  </a:cubicBezTo>
                  <a:cubicBezTo>
                    <a:pt x="184" y="212"/>
                    <a:pt x="181" y="214"/>
                    <a:pt x="171" y="218"/>
                  </a:cubicBezTo>
                  <a:cubicBezTo>
                    <a:pt x="161" y="223"/>
                    <a:pt x="158" y="225"/>
                    <a:pt x="159" y="225"/>
                  </a:cubicBezTo>
                  <a:cubicBezTo>
                    <a:pt x="160" y="225"/>
                    <a:pt x="161" y="224"/>
                    <a:pt x="164" y="223"/>
                  </a:cubicBezTo>
                  <a:cubicBezTo>
                    <a:pt x="165" y="225"/>
                    <a:pt x="166" y="227"/>
                    <a:pt x="166" y="228"/>
                  </a:cubicBezTo>
                  <a:cubicBezTo>
                    <a:pt x="166" y="228"/>
                    <a:pt x="167" y="228"/>
                    <a:pt x="167" y="228"/>
                  </a:cubicBezTo>
                  <a:cubicBezTo>
                    <a:pt x="169" y="228"/>
                    <a:pt x="176" y="224"/>
                    <a:pt x="182" y="220"/>
                  </a:cubicBezTo>
                  <a:lnTo>
                    <a:pt x="182" y="220"/>
                  </a:lnTo>
                  <a:cubicBezTo>
                    <a:pt x="172" y="227"/>
                    <a:pt x="167" y="233"/>
                    <a:pt x="170" y="233"/>
                  </a:cubicBezTo>
                  <a:cubicBezTo>
                    <a:pt x="171" y="233"/>
                    <a:pt x="174" y="232"/>
                    <a:pt x="178" y="230"/>
                  </a:cubicBezTo>
                  <a:lnTo>
                    <a:pt x="179" y="231"/>
                  </a:lnTo>
                  <a:cubicBezTo>
                    <a:pt x="179" y="232"/>
                    <a:pt x="179" y="232"/>
                    <a:pt x="180" y="232"/>
                  </a:cubicBezTo>
                  <a:cubicBezTo>
                    <a:pt x="181" y="232"/>
                    <a:pt x="183" y="231"/>
                    <a:pt x="188" y="229"/>
                  </a:cubicBezTo>
                  <a:cubicBezTo>
                    <a:pt x="189" y="228"/>
                    <a:pt x="190" y="228"/>
                    <a:pt x="191" y="228"/>
                  </a:cubicBezTo>
                  <a:cubicBezTo>
                    <a:pt x="193" y="228"/>
                    <a:pt x="187" y="233"/>
                    <a:pt x="182" y="237"/>
                  </a:cubicBezTo>
                  <a:cubicBezTo>
                    <a:pt x="177" y="241"/>
                    <a:pt x="172" y="245"/>
                    <a:pt x="173" y="245"/>
                  </a:cubicBezTo>
                  <a:cubicBezTo>
                    <a:pt x="173" y="245"/>
                    <a:pt x="174" y="245"/>
                    <a:pt x="176" y="244"/>
                  </a:cubicBezTo>
                  <a:cubicBezTo>
                    <a:pt x="183" y="239"/>
                    <a:pt x="191" y="236"/>
                    <a:pt x="199" y="232"/>
                  </a:cubicBezTo>
                  <a:cubicBezTo>
                    <a:pt x="201" y="231"/>
                    <a:pt x="202" y="231"/>
                    <a:pt x="202" y="231"/>
                  </a:cubicBezTo>
                  <a:lnTo>
                    <a:pt x="202" y="231"/>
                  </a:lnTo>
                  <a:cubicBezTo>
                    <a:pt x="203" y="231"/>
                    <a:pt x="198" y="235"/>
                    <a:pt x="192" y="238"/>
                  </a:cubicBezTo>
                  <a:cubicBezTo>
                    <a:pt x="188" y="240"/>
                    <a:pt x="183" y="245"/>
                    <a:pt x="180" y="249"/>
                  </a:cubicBezTo>
                  <a:cubicBezTo>
                    <a:pt x="180" y="250"/>
                    <a:pt x="180" y="251"/>
                    <a:pt x="181" y="251"/>
                  </a:cubicBezTo>
                  <a:cubicBezTo>
                    <a:pt x="183" y="251"/>
                    <a:pt x="185" y="250"/>
                    <a:pt x="189" y="247"/>
                  </a:cubicBezTo>
                  <a:cubicBezTo>
                    <a:pt x="191" y="246"/>
                    <a:pt x="192" y="245"/>
                    <a:pt x="193" y="245"/>
                  </a:cubicBezTo>
                  <a:cubicBezTo>
                    <a:pt x="197" y="245"/>
                    <a:pt x="197" y="250"/>
                    <a:pt x="192" y="254"/>
                  </a:cubicBezTo>
                  <a:lnTo>
                    <a:pt x="193" y="256"/>
                  </a:lnTo>
                  <a:cubicBezTo>
                    <a:pt x="193" y="256"/>
                    <a:pt x="194" y="256"/>
                    <a:pt x="194" y="256"/>
                  </a:cubicBezTo>
                  <a:cubicBezTo>
                    <a:pt x="196" y="256"/>
                    <a:pt x="200" y="255"/>
                    <a:pt x="201" y="255"/>
                  </a:cubicBezTo>
                  <a:cubicBezTo>
                    <a:pt x="202" y="255"/>
                    <a:pt x="202" y="255"/>
                    <a:pt x="202" y="255"/>
                  </a:cubicBezTo>
                  <a:cubicBezTo>
                    <a:pt x="202" y="255"/>
                    <a:pt x="202" y="255"/>
                    <a:pt x="210" y="252"/>
                  </a:cubicBezTo>
                  <a:lnTo>
                    <a:pt x="210" y="252"/>
                  </a:lnTo>
                  <a:cubicBezTo>
                    <a:pt x="211" y="253"/>
                    <a:pt x="211" y="254"/>
                    <a:pt x="204" y="258"/>
                  </a:cubicBezTo>
                  <a:cubicBezTo>
                    <a:pt x="211" y="254"/>
                    <a:pt x="215" y="252"/>
                    <a:pt x="216" y="252"/>
                  </a:cubicBezTo>
                  <a:lnTo>
                    <a:pt x="216" y="252"/>
                  </a:lnTo>
                  <a:cubicBezTo>
                    <a:pt x="216" y="252"/>
                    <a:pt x="213" y="255"/>
                    <a:pt x="206" y="261"/>
                  </a:cubicBezTo>
                  <a:cubicBezTo>
                    <a:pt x="198" y="265"/>
                    <a:pt x="194" y="267"/>
                    <a:pt x="195" y="267"/>
                  </a:cubicBezTo>
                  <a:cubicBezTo>
                    <a:pt x="195" y="267"/>
                    <a:pt x="199" y="265"/>
                    <a:pt x="207" y="262"/>
                  </a:cubicBezTo>
                  <a:cubicBezTo>
                    <a:pt x="210" y="260"/>
                    <a:pt x="212" y="258"/>
                    <a:pt x="212" y="258"/>
                  </a:cubicBezTo>
                  <a:lnTo>
                    <a:pt x="212" y="258"/>
                  </a:lnTo>
                  <a:cubicBezTo>
                    <a:pt x="212" y="258"/>
                    <a:pt x="211" y="260"/>
                    <a:pt x="208" y="263"/>
                  </a:cubicBezTo>
                  <a:cubicBezTo>
                    <a:pt x="204" y="266"/>
                    <a:pt x="202" y="267"/>
                    <a:pt x="202" y="267"/>
                  </a:cubicBezTo>
                  <a:cubicBezTo>
                    <a:pt x="203" y="267"/>
                    <a:pt x="205" y="266"/>
                    <a:pt x="208" y="264"/>
                  </a:cubicBezTo>
                  <a:cubicBezTo>
                    <a:pt x="216" y="260"/>
                    <a:pt x="222" y="257"/>
                    <a:pt x="224" y="257"/>
                  </a:cubicBezTo>
                  <a:cubicBezTo>
                    <a:pt x="225" y="257"/>
                    <a:pt x="223" y="259"/>
                    <a:pt x="217" y="263"/>
                  </a:cubicBezTo>
                  <a:cubicBezTo>
                    <a:pt x="217" y="263"/>
                    <a:pt x="217" y="263"/>
                    <a:pt x="218" y="263"/>
                  </a:cubicBezTo>
                  <a:cubicBezTo>
                    <a:pt x="219" y="263"/>
                    <a:pt x="221" y="263"/>
                    <a:pt x="226" y="261"/>
                  </a:cubicBezTo>
                  <a:cubicBezTo>
                    <a:pt x="233" y="256"/>
                    <a:pt x="237" y="254"/>
                    <a:pt x="237" y="254"/>
                  </a:cubicBezTo>
                  <a:lnTo>
                    <a:pt x="237" y="254"/>
                  </a:lnTo>
                  <a:cubicBezTo>
                    <a:pt x="237" y="254"/>
                    <a:pt x="233" y="256"/>
                    <a:pt x="226" y="262"/>
                  </a:cubicBezTo>
                  <a:cubicBezTo>
                    <a:pt x="218" y="267"/>
                    <a:pt x="215" y="270"/>
                    <a:pt x="217" y="270"/>
                  </a:cubicBezTo>
                  <a:cubicBezTo>
                    <a:pt x="218" y="270"/>
                    <a:pt x="221" y="268"/>
                    <a:pt x="228" y="264"/>
                  </a:cubicBezTo>
                  <a:cubicBezTo>
                    <a:pt x="228" y="264"/>
                    <a:pt x="230" y="263"/>
                    <a:pt x="231" y="263"/>
                  </a:cubicBezTo>
                  <a:cubicBezTo>
                    <a:pt x="232" y="263"/>
                    <a:pt x="232" y="264"/>
                    <a:pt x="229" y="266"/>
                  </a:cubicBezTo>
                  <a:cubicBezTo>
                    <a:pt x="225" y="271"/>
                    <a:pt x="222" y="278"/>
                    <a:pt x="225" y="278"/>
                  </a:cubicBezTo>
                  <a:cubicBezTo>
                    <a:pt x="226" y="278"/>
                    <a:pt x="228" y="276"/>
                    <a:pt x="233" y="273"/>
                  </a:cubicBezTo>
                  <a:lnTo>
                    <a:pt x="234" y="275"/>
                  </a:lnTo>
                  <a:cubicBezTo>
                    <a:pt x="230" y="279"/>
                    <a:pt x="229" y="281"/>
                    <a:pt x="231" y="281"/>
                  </a:cubicBezTo>
                  <a:cubicBezTo>
                    <a:pt x="231" y="281"/>
                    <a:pt x="233" y="280"/>
                    <a:pt x="236" y="278"/>
                  </a:cubicBezTo>
                  <a:lnTo>
                    <a:pt x="244" y="275"/>
                  </a:lnTo>
                  <a:lnTo>
                    <a:pt x="244" y="275"/>
                  </a:lnTo>
                  <a:cubicBezTo>
                    <a:pt x="237" y="280"/>
                    <a:pt x="230" y="285"/>
                    <a:pt x="231" y="286"/>
                  </a:cubicBezTo>
                  <a:cubicBezTo>
                    <a:pt x="231" y="287"/>
                    <a:pt x="231" y="287"/>
                    <a:pt x="232" y="287"/>
                  </a:cubicBezTo>
                  <a:cubicBezTo>
                    <a:pt x="232" y="287"/>
                    <a:pt x="234" y="286"/>
                    <a:pt x="238" y="283"/>
                  </a:cubicBezTo>
                  <a:cubicBezTo>
                    <a:pt x="242" y="280"/>
                    <a:pt x="244" y="279"/>
                    <a:pt x="245" y="279"/>
                  </a:cubicBezTo>
                  <a:cubicBezTo>
                    <a:pt x="246" y="279"/>
                    <a:pt x="246" y="279"/>
                    <a:pt x="246" y="280"/>
                  </a:cubicBezTo>
                  <a:cubicBezTo>
                    <a:pt x="247" y="280"/>
                    <a:pt x="240" y="286"/>
                    <a:pt x="234" y="291"/>
                  </a:cubicBezTo>
                  <a:lnTo>
                    <a:pt x="234" y="292"/>
                  </a:lnTo>
                  <a:cubicBezTo>
                    <a:pt x="242" y="286"/>
                    <a:pt x="245" y="284"/>
                    <a:pt x="246" y="284"/>
                  </a:cubicBezTo>
                  <a:lnTo>
                    <a:pt x="246" y="284"/>
                  </a:lnTo>
                  <a:cubicBezTo>
                    <a:pt x="246" y="284"/>
                    <a:pt x="244" y="285"/>
                    <a:pt x="242" y="287"/>
                  </a:cubicBezTo>
                  <a:cubicBezTo>
                    <a:pt x="235" y="293"/>
                    <a:pt x="236" y="294"/>
                    <a:pt x="236" y="295"/>
                  </a:cubicBezTo>
                  <a:cubicBezTo>
                    <a:pt x="238" y="294"/>
                    <a:pt x="239" y="294"/>
                    <a:pt x="240" y="294"/>
                  </a:cubicBezTo>
                  <a:cubicBezTo>
                    <a:pt x="240" y="294"/>
                    <a:pt x="238" y="295"/>
                    <a:pt x="236" y="295"/>
                  </a:cubicBezTo>
                  <a:cubicBezTo>
                    <a:pt x="236" y="295"/>
                    <a:pt x="236" y="295"/>
                    <a:pt x="236" y="295"/>
                  </a:cubicBezTo>
                  <a:lnTo>
                    <a:pt x="229" y="300"/>
                  </a:lnTo>
                  <a:cubicBezTo>
                    <a:pt x="227" y="302"/>
                    <a:pt x="226" y="302"/>
                    <a:pt x="226" y="302"/>
                  </a:cubicBezTo>
                  <a:cubicBezTo>
                    <a:pt x="227" y="302"/>
                    <a:pt x="232" y="299"/>
                    <a:pt x="237" y="296"/>
                  </a:cubicBezTo>
                  <a:lnTo>
                    <a:pt x="238" y="299"/>
                  </a:lnTo>
                  <a:cubicBezTo>
                    <a:pt x="238" y="299"/>
                    <a:pt x="238" y="299"/>
                    <a:pt x="239" y="299"/>
                  </a:cubicBezTo>
                  <a:cubicBezTo>
                    <a:pt x="239" y="299"/>
                    <a:pt x="241" y="298"/>
                    <a:pt x="246" y="294"/>
                  </a:cubicBezTo>
                  <a:cubicBezTo>
                    <a:pt x="252" y="290"/>
                    <a:pt x="258" y="286"/>
                    <a:pt x="260" y="286"/>
                  </a:cubicBezTo>
                  <a:cubicBezTo>
                    <a:pt x="260" y="286"/>
                    <a:pt x="260" y="286"/>
                    <a:pt x="261" y="286"/>
                  </a:cubicBezTo>
                  <a:cubicBezTo>
                    <a:pt x="263" y="285"/>
                    <a:pt x="263" y="285"/>
                    <a:pt x="264" y="285"/>
                  </a:cubicBezTo>
                  <a:lnTo>
                    <a:pt x="264" y="285"/>
                  </a:lnTo>
                  <a:cubicBezTo>
                    <a:pt x="264" y="285"/>
                    <a:pt x="261" y="286"/>
                    <a:pt x="261" y="286"/>
                  </a:cubicBezTo>
                  <a:cubicBezTo>
                    <a:pt x="261" y="286"/>
                    <a:pt x="261" y="286"/>
                    <a:pt x="261" y="286"/>
                  </a:cubicBezTo>
                  <a:cubicBezTo>
                    <a:pt x="253" y="291"/>
                    <a:pt x="246" y="295"/>
                    <a:pt x="247" y="296"/>
                  </a:cubicBezTo>
                  <a:cubicBezTo>
                    <a:pt x="247" y="298"/>
                    <a:pt x="240" y="302"/>
                    <a:pt x="240" y="302"/>
                  </a:cubicBezTo>
                  <a:cubicBezTo>
                    <a:pt x="232" y="307"/>
                    <a:pt x="231" y="309"/>
                    <a:pt x="234" y="309"/>
                  </a:cubicBezTo>
                  <a:cubicBezTo>
                    <a:pt x="236" y="309"/>
                    <a:pt x="239" y="308"/>
                    <a:pt x="243" y="307"/>
                  </a:cubicBezTo>
                  <a:cubicBezTo>
                    <a:pt x="250" y="303"/>
                    <a:pt x="254" y="301"/>
                    <a:pt x="254" y="301"/>
                  </a:cubicBezTo>
                  <a:cubicBezTo>
                    <a:pt x="255" y="301"/>
                    <a:pt x="252" y="304"/>
                    <a:pt x="244" y="309"/>
                  </a:cubicBezTo>
                  <a:cubicBezTo>
                    <a:pt x="240" y="312"/>
                    <a:pt x="238" y="313"/>
                    <a:pt x="239" y="313"/>
                  </a:cubicBezTo>
                  <a:cubicBezTo>
                    <a:pt x="240" y="313"/>
                    <a:pt x="252" y="307"/>
                    <a:pt x="267" y="298"/>
                  </a:cubicBezTo>
                  <a:lnTo>
                    <a:pt x="289" y="285"/>
                  </a:lnTo>
                  <a:lnTo>
                    <a:pt x="289" y="285"/>
                  </a:lnTo>
                  <a:lnTo>
                    <a:pt x="267" y="299"/>
                  </a:lnTo>
                  <a:cubicBezTo>
                    <a:pt x="250" y="311"/>
                    <a:pt x="244" y="316"/>
                    <a:pt x="246" y="316"/>
                  </a:cubicBezTo>
                  <a:cubicBezTo>
                    <a:pt x="247" y="316"/>
                    <a:pt x="250" y="315"/>
                    <a:pt x="256" y="312"/>
                  </a:cubicBezTo>
                  <a:cubicBezTo>
                    <a:pt x="259" y="311"/>
                    <a:pt x="261" y="311"/>
                    <a:pt x="262" y="311"/>
                  </a:cubicBezTo>
                  <a:cubicBezTo>
                    <a:pt x="263" y="311"/>
                    <a:pt x="261" y="312"/>
                    <a:pt x="257" y="314"/>
                  </a:cubicBezTo>
                  <a:cubicBezTo>
                    <a:pt x="249" y="319"/>
                    <a:pt x="250" y="320"/>
                    <a:pt x="253" y="322"/>
                  </a:cubicBezTo>
                  <a:cubicBezTo>
                    <a:pt x="253" y="324"/>
                    <a:pt x="254" y="325"/>
                    <a:pt x="255" y="325"/>
                  </a:cubicBezTo>
                  <a:cubicBezTo>
                    <a:pt x="257" y="325"/>
                    <a:pt x="259" y="324"/>
                    <a:pt x="262" y="322"/>
                  </a:cubicBezTo>
                  <a:lnTo>
                    <a:pt x="263" y="323"/>
                  </a:lnTo>
                  <a:cubicBezTo>
                    <a:pt x="257" y="328"/>
                    <a:pt x="255" y="330"/>
                    <a:pt x="256" y="330"/>
                  </a:cubicBezTo>
                  <a:cubicBezTo>
                    <a:pt x="257" y="330"/>
                    <a:pt x="263" y="327"/>
                    <a:pt x="271" y="321"/>
                  </a:cubicBezTo>
                  <a:lnTo>
                    <a:pt x="272" y="323"/>
                  </a:lnTo>
                  <a:lnTo>
                    <a:pt x="265" y="328"/>
                  </a:lnTo>
                  <a:cubicBezTo>
                    <a:pt x="258" y="332"/>
                    <a:pt x="259" y="335"/>
                    <a:pt x="264" y="342"/>
                  </a:cubicBezTo>
                  <a:cubicBezTo>
                    <a:pt x="266" y="347"/>
                    <a:pt x="268" y="349"/>
                    <a:pt x="270" y="349"/>
                  </a:cubicBezTo>
                  <a:cubicBezTo>
                    <a:pt x="273" y="349"/>
                    <a:pt x="276" y="347"/>
                    <a:pt x="283" y="342"/>
                  </a:cubicBezTo>
                  <a:cubicBezTo>
                    <a:pt x="290" y="339"/>
                    <a:pt x="294" y="337"/>
                    <a:pt x="295" y="337"/>
                  </a:cubicBezTo>
                  <a:lnTo>
                    <a:pt x="295" y="337"/>
                  </a:lnTo>
                  <a:cubicBezTo>
                    <a:pt x="296" y="337"/>
                    <a:pt x="292" y="339"/>
                    <a:pt x="284" y="345"/>
                  </a:cubicBezTo>
                  <a:cubicBezTo>
                    <a:pt x="279" y="348"/>
                    <a:pt x="274" y="352"/>
                    <a:pt x="275" y="352"/>
                  </a:cubicBezTo>
                  <a:cubicBezTo>
                    <a:pt x="275" y="352"/>
                    <a:pt x="276" y="351"/>
                    <a:pt x="279" y="350"/>
                  </a:cubicBezTo>
                  <a:lnTo>
                    <a:pt x="279" y="350"/>
                  </a:lnTo>
                  <a:cubicBezTo>
                    <a:pt x="279" y="350"/>
                    <a:pt x="280" y="353"/>
                    <a:pt x="273" y="358"/>
                  </a:cubicBezTo>
                  <a:cubicBezTo>
                    <a:pt x="267" y="364"/>
                    <a:pt x="266" y="366"/>
                    <a:pt x="267" y="366"/>
                  </a:cubicBezTo>
                  <a:cubicBezTo>
                    <a:pt x="268" y="366"/>
                    <a:pt x="272" y="364"/>
                    <a:pt x="275" y="361"/>
                  </a:cubicBezTo>
                  <a:cubicBezTo>
                    <a:pt x="281" y="357"/>
                    <a:pt x="283" y="356"/>
                    <a:pt x="283" y="356"/>
                  </a:cubicBezTo>
                  <a:lnTo>
                    <a:pt x="283" y="356"/>
                  </a:lnTo>
                  <a:cubicBezTo>
                    <a:pt x="283" y="356"/>
                    <a:pt x="279" y="359"/>
                    <a:pt x="275" y="363"/>
                  </a:cubicBezTo>
                  <a:cubicBezTo>
                    <a:pt x="271" y="367"/>
                    <a:pt x="266" y="371"/>
                    <a:pt x="267" y="371"/>
                  </a:cubicBezTo>
                  <a:cubicBezTo>
                    <a:pt x="267" y="371"/>
                    <a:pt x="268" y="370"/>
                    <a:pt x="270" y="369"/>
                  </a:cubicBezTo>
                  <a:cubicBezTo>
                    <a:pt x="272" y="368"/>
                    <a:pt x="275" y="368"/>
                    <a:pt x="277" y="368"/>
                  </a:cubicBezTo>
                  <a:cubicBezTo>
                    <a:pt x="282" y="368"/>
                    <a:pt x="283" y="370"/>
                    <a:pt x="274" y="376"/>
                  </a:cubicBezTo>
                  <a:lnTo>
                    <a:pt x="275" y="378"/>
                  </a:lnTo>
                  <a:cubicBezTo>
                    <a:pt x="278" y="376"/>
                    <a:pt x="280" y="375"/>
                    <a:pt x="281" y="375"/>
                  </a:cubicBezTo>
                  <a:cubicBezTo>
                    <a:pt x="283" y="375"/>
                    <a:pt x="284" y="376"/>
                    <a:pt x="284" y="377"/>
                  </a:cubicBezTo>
                  <a:cubicBezTo>
                    <a:pt x="285" y="379"/>
                    <a:pt x="286" y="381"/>
                    <a:pt x="279" y="385"/>
                  </a:cubicBezTo>
                  <a:cubicBezTo>
                    <a:pt x="274" y="387"/>
                    <a:pt x="272" y="388"/>
                    <a:pt x="273" y="388"/>
                  </a:cubicBezTo>
                  <a:cubicBezTo>
                    <a:pt x="274" y="388"/>
                    <a:pt x="276" y="388"/>
                    <a:pt x="280" y="386"/>
                  </a:cubicBezTo>
                  <a:cubicBezTo>
                    <a:pt x="280" y="386"/>
                    <a:pt x="280" y="386"/>
                    <a:pt x="280" y="386"/>
                  </a:cubicBezTo>
                  <a:cubicBezTo>
                    <a:pt x="282" y="386"/>
                    <a:pt x="294" y="380"/>
                    <a:pt x="295" y="380"/>
                  </a:cubicBezTo>
                  <a:cubicBezTo>
                    <a:pt x="295" y="380"/>
                    <a:pt x="295" y="380"/>
                    <a:pt x="295" y="381"/>
                  </a:cubicBezTo>
                  <a:cubicBezTo>
                    <a:pt x="302" y="376"/>
                    <a:pt x="309" y="372"/>
                    <a:pt x="311" y="372"/>
                  </a:cubicBezTo>
                  <a:cubicBezTo>
                    <a:pt x="311" y="372"/>
                    <a:pt x="311" y="373"/>
                    <a:pt x="311" y="373"/>
                  </a:cubicBezTo>
                  <a:lnTo>
                    <a:pt x="304" y="377"/>
                  </a:lnTo>
                  <a:lnTo>
                    <a:pt x="290" y="387"/>
                  </a:lnTo>
                  <a:cubicBezTo>
                    <a:pt x="290" y="387"/>
                    <a:pt x="290" y="387"/>
                    <a:pt x="291" y="387"/>
                  </a:cubicBezTo>
                  <a:cubicBezTo>
                    <a:pt x="292" y="387"/>
                    <a:pt x="293" y="387"/>
                    <a:pt x="299" y="384"/>
                  </a:cubicBezTo>
                  <a:lnTo>
                    <a:pt x="299" y="384"/>
                  </a:lnTo>
                  <a:cubicBezTo>
                    <a:pt x="292" y="390"/>
                    <a:pt x="292" y="391"/>
                    <a:pt x="293" y="393"/>
                  </a:cubicBezTo>
                  <a:cubicBezTo>
                    <a:pt x="294" y="394"/>
                    <a:pt x="294" y="395"/>
                    <a:pt x="296" y="395"/>
                  </a:cubicBezTo>
                  <a:cubicBezTo>
                    <a:pt x="297" y="395"/>
                    <a:pt x="300" y="394"/>
                    <a:pt x="303" y="393"/>
                  </a:cubicBezTo>
                  <a:lnTo>
                    <a:pt x="303" y="393"/>
                  </a:lnTo>
                  <a:cubicBezTo>
                    <a:pt x="294" y="400"/>
                    <a:pt x="293" y="404"/>
                    <a:pt x="297" y="404"/>
                  </a:cubicBezTo>
                  <a:cubicBezTo>
                    <a:pt x="299" y="404"/>
                    <a:pt x="303" y="403"/>
                    <a:pt x="308" y="401"/>
                  </a:cubicBezTo>
                  <a:cubicBezTo>
                    <a:pt x="311" y="399"/>
                    <a:pt x="313" y="398"/>
                    <a:pt x="314" y="398"/>
                  </a:cubicBezTo>
                  <a:cubicBezTo>
                    <a:pt x="314" y="398"/>
                    <a:pt x="313" y="400"/>
                    <a:pt x="309" y="403"/>
                  </a:cubicBezTo>
                  <a:cubicBezTo>
                    <a:pt x="305" y="406"/>
                    <a:pt x="304" y="407"/>
                    <a:pt x="304" y="407"/>
                  </a:cubicBezTo>
                  <a:cubicBezTo>
                    <a:pt x="304" y="407"/>
                    <a:pt x="306" y="406"/>
                    <a:pt x="310" y="404"/>
                  </a:cubicBezTo>
                  <a:cubicBezTo>
                    <a:pt x="312" y="403"/>
                    <a:pt x="313" y="403"/>
                    <a:pt x="313" y="403"/>
                  </a:cubicBezTo>
                  <a:cubicBezTo>
                    <a:pt x="315" y="403"/>
                    <a:pt x="310" y="408"/>
                    <a:pt x="304" y="412"/>
                  </a:cubicBezTo>
                  <a:cubicBezTo>
                    <a:pt x="295" y="419"/>
                    <a:pt x="293" y="422"/>
                    <a:pt x="295" y="422"/>
                  </a:cubicBezTo>
                  <a:cubicBezTo>
                    <a:pt x="295" y="422"/>
                    <a:pt x="297" y="421"/>
                    <a:pt x="300" y="420"/>
                  </a:cubicBezTo>
                  <a:cubicBezTo>
                    <a:pt x="303" y="418"/>
                    <a:pt x="305" y="418"/>
                    <a:pt x="306" y="418"/>
                  </a:cubicBezTo>
                  <a:cubicBezTo>
                    <a:pt x="309" y="418"/>
                    <a:pt x="309" y="419"/>
                    <a:pt x="310" y="420"/>
                  </a:cubicBezTo>
                  <a:cubicBezTo>
                    <a:pt x="318" y="418"/>
                    <a:pt x="318" y="418"/>
                    <a:pt x="325" y="412"/>
                  </a:cubicBezTo>
                  <a:cubicBezTo>
                    <a:pt x="329" y="410"/>
                    <a:pt x="335" y="406"/>
                    <a:pt x="339" y="404"/>
                  </a:cubicBezTo>
                  <a:cubicBezTo>
                    <a:pt x="341" y="403"/>
                    <a:pt x="342" y="403"/>
                    <a:pt x="343" y="403"/>
                  </a:cubicBezTo>
                  <a:cubicBezTo>
                    <a:pt x="345" y="403"/>
                    <a:pt x="341" y="405"/>
                    <a:pt x="340" y="405"/>
                  </a:cubicBezTo>
                  <a:cubicBezTo>
                    <a:pt x="340" y="405"/>
                    <a:pt x="340" y="405"/>
                    <a:pt x="340" y="405"/>
                  </a:cubicBezTo>
                  <a:cubicBezTo>
                    <a:pt x="332" y="407"/>
                    <a:pt x="332" y="409"/>
                    <a:pt x="326" y="414"/>
                  </a:cubicBezTo>
                  <a:cubicBezTo>
                    <a:pt x="319" y="420"/>
                    <a:pt x="320" y="422"/>
                    <a:pt x="321" y="423"/>
                  </a:cubicBezTo>
                  <a:lnTo>
                    <a:pt x="323" y="427"/>
                  </a:lnTo>
                  <a:cubicBezTo>
                    <a:pt x="320" y="431"/>
                    <a:pt x="319" y="434"/>
                    <a:pt x="320" y="434"/>
                  </a:cubicBezTo>
                  <a:cubicBezTo>
                    <a:pt x="321" y="434"/>
                    <a:pt x="323" y="433"/>
                    <a:pt x="326" y="431"/>
                  </a:cubicBezTo>
                  <a:lnTo>
                    <a:pt x="332" y="427"/>
                  </a:lnTo>
                  <a:lnTo>
                    <a:pt x="332" y="427"/>
                  </a:lnTo>
                  <a:cubicBezTo>
                    <a:pt x="322" y="434"/>
                    <a:pt x="324" y="442"/>
                    <a:pt x="331" y="442"/>
                  </a:cubicBezTo>
                  <a:cubicBezTo>
                    <a:pt x="333" y="442"/>
                    <a:pt x="337" y="441"/>
                    <a:pt x="340" y="439"/>
                  </a:cubicBezTo>
                  <a:lnTo>
                    <a:pt x="340" y="439"/>
                  </a:lnTo>
                  <a:cubicBezTo>
                    <a:pt x="338" y="440"/>
                    <a:pt x="336" y="442"/>
                    <a:pt x="334" y="443"/>
                  </a:cubicBezTo>
                  <a:cubicBezTo>
                    <a:pt x="326" y="448"/>
                    <a:pt x="327" y="449"/>
                    <a:pt x="328" y="451"/>
                  </a:cubicBezTo>
                  <a:cubicBezTo>
                    <a:pt x="328" y="452"/>
                    <a:pt x="338" y="451"/>
                    <a:pt x="339" y="455"/>
                  </a:cubicBezTo>
                  <a:cubicBezTo>
                    <a:pt x="340" y="457"/>
                    <a:pt x="342" y="459"/>
                    <a:pt x="344" y="459"/>
                  </a:cubicBezTo>
                  <a:cubicBezTo>
                    <a:pt x="346" y="459"/>
                    <a:pt x="348" y="458"/>
                    <a:pt x="350" y="456"/>
                  </a:cubicBezTo>
                  <a:lnTo>
                    <a:pt x="350" y="456"/>
                  </a:lnTo>
                  <a:cubicBezTo>
                    <a:pt x="351" y="457"/>
                    <a:pt x="351" y="457"/>
                    <a:pt x="344" y="461"/>
                  </a:cubicBezTo>
                  <a:cubicBezTo>
                    <a:pt x="336" y="466"/>
                    <a:pt x="337" y="467"/>
                    <a:pt x="337" y="468"/>
                  </a:cubicBezTo>
                  <a:cubicBezTo>
                    <a:pt x="338" y="468"/>
                    <a:pt x="345" y="464"/>
                    <a:pt x="353" y="459"/>
                  </a:cubicBezTo>
                  <a:cubicBezTo>
                    <a:pt x="355" y="457"/>
                    <a:pt x="357" y="456"/>
                    <a:pt x="357" y="456"/>
                  </a:cubicBezTo>
                  <a:cubicBezTo>
                    <a:pt x="358" y="456"/>
                    <a:pt x="357" y="458"/>
                    <a:pt x="354" y="462"/>
                  </a:cubicBezTo>
                  <a:cubicBezTo>
                    <a:pt x="349" y="468"/>
                    <a:pt x="350" y="471"/>
                    <a:pt x="354" y="471"/>
                  </a:cubicBezTo>
                  <a:cubicBezTo>
                    <a:pt x="355" y="471"/>
                    <a:pt x="357" y="471"/>
                    <a:pt x="358" y="470"/>
                  </a:cubicBezTo>
                  <a:cubicBezTo>
                    <a:pt x="359" y="470"/>
                    <a:pt x="359" y="471"/>
                    <a:pt x="353" y="477"/>
                  </a:cubicBezTo>
                  <a:cubicBezTo>
                    <a:pt x="348" y="481"/>
                    <a:pt x="344" y="485"/>
                    <a:pt x="346" y="485"/>
                  </a:cubicBezTo>
                  <a:cubicBezTo>
                    <a:pt x="347" y="485"/>
                    <a:pt x="350" y="484"/>
                    <a:pt x="355" y="482"/>
                  </a:cubicBezTo>
                  <a:lnTo>
                    <a:pt x="355" y="482"/>
                  </a:lnTo>
                  <a:cubicBezTo>
                    <a:pt x="356" y="483"/>
                    <a:pt x="356" y="483"/>
                    <a:pt x="349" y="487"/>
                  </a:cubicBezTo>
                  <a:cubicBezTo>
                    <a:pt x="345" y="491"/>
                    <a:pt x="341" y="494"/>
                    <a:pt x="341" y="494"/>
                  </a:cubicBezTo>
                  <a:cubicBezTo>
                    <a:pt x="342" y="494"/>
                    <a:pt x="344" y="492"/>
                    <a:pt x="350" y="489"/>
                  </a:cubicBezTo>
                  <a:cubicBezTo>
                    <a:pt x="352" y="488"/>
                    <a:pt x="354" y="488"/>
                    <a:pt x="355" y="488"/>
                  </a:cubicBezTo>
                  <a:cubicBezTo>
                    <a:pt x="359" y="488"/>
                    <a:pt x="359" y="491"/>
                    <a:pt x="354" y="496"/>
                  </a:cubicBezTo>
                  <a:cubicBezTo>
                    <a:pt x="354" y="496"/>
                    <a:pt x="354" y="497"/>
                    <a:pt x="355" y="497"/>
                  </a:cubicBezTo>
                  <a:cubicBezTo>
                    <a:pt x="356" y="497"/>
                    <a:pt x="357" y="496"/>
                    <a:pt x="363" y="493"/>
                  </a:cubicBezTo>
                  <a:cubicBezTo>
                    <a:pt x="365" y="491"/>
                    <a:pt x="368" y="489"/>
                    <a:pt x="369" y="488"/>
                  </a:cubicBezTo>
                  <a:lnTo>
                    <a:pt x="369" y="488"/>
                  </a:lnTo>
                  <a:cubicBezTo>
                    <a:pt x="362" y="494"/>
                    <a:pt x="359" y="496"/>
                    <a:pt x="360" y="496"/>
                  </a:cubicBezTo>
                  <a:cubicBezTo>
                    <a:pt x="360" y="496"/>
                    <a:pt x="364" y="494"/>
                    <a:pt x="371" y="490"/>
                  </a:cubicBezTo>
                  <a:cubicBezTo>
                    <a:pt x="374" y="488"/>
                    <a:pt x="376" y="487"/>
                    <a:pt x="376" y="487"/>
                  </a:cubicBezTo>
                  <a:lnTo>
                    <a:pt x="376" y="487"/>
                  </a:lnTo>
                  <a:cubicBezTo>
                    <a:pt x="376" y="487"/>
                    <a:pt x="375" y="489"/>
                    <a:pt x="371" y="492"/>
                  </a:cubicBezTo>
                  <a:cubicBezTo>
                    <a:pt x="365" y="497"/>
                    <a:pt x="365" y="498"/>
                    <a:pt x="365" y="498"/>
                  </a:cubicBezTo>
                  <a:cubicBezTo>
                    <a:pt x="366" y="498"/>
                    <a:pt x="375" y="499"/>
                    <a:pt x="378" y="504"/>
                  </a:cubicBezTo>
                  <a:cubicBezTo>
                    <a:pt x="381" y="509"/>
                    <a:pt x="383" y="512"/>
                    <a:pt x="386" y="512"/>
                  </a:cubicBezTo>
                  <a:cubicBezTo>
                    <a:pt x="388" y="512"/>
                    <a:pt x="390" y="511"/>
                    <a:pt x="392" y="510"/>
                  </a:cubicBezTo>
                  <a:cubicBezTo>
                    <a:pt x="395" y="508"/>
                    <a:pt x="397" y="507"/>
                    <a:pt x="398" y="507"/>
                  </a:cubicBezTo>
                  <a:cubicBezTo>
                    <a:pt x="398" y="507"/>
                    <a:pt x="397" y="509"/>
                    <a:pt x="393" y="512"/>
                  </a:cubicBezTo>
                  <a:cubicBezTo>
                    <a:pt x="386" y="517"/>
                    <a:pt x="387" y="519"/>
                    <a:pt x="387" y="520"/>
                  </a:cubicBezTo>
                  <a:cubicBezTo>
                    <a:pt x="388" y="521"/>
                    <a:pt x="388" y="522"/>
                    <a:pt x="382" y="526"/>
                  </a:cubicBezTo>
                  <a:cubicBezTo>
                    <a:pt x="387" y="523"/>
                    <a:pt x="389" y="522"/>
                    <a:pt x="389" y="522"/>
                  </a:cubicBezTo>
                  <a:cubicBezTo>
                    <a:pt x="390" y="522"/>
                    <a:pt x="390" y="523"/>
                    <a:pt x="390" y="523"/>
                  </a:cubicBezTo>
                  <a:cubicBezTo>
                    <a:pt x="386" y="526"/>
                    <a:pt x="384" y="527"/>
                    <a:pt x="385" y="527"/>
                  </a:cubicBezTo>
                  <a:cubicBezTo>
                    <a:pt x="386" y="527"/>
                    <a:pt x="388" y="527"/>
                    <a:pt x="391" y="525"/>
                  </a:cubicBezTo>
                  <a:cubicBezTo>
                    <a:pt x="398" y="521"/>
                    <a:pt x="401" y="519"/>
                    <a:pt x="402" y="519"/>
                  </a:cubicBezTo>
                  <a:lnTo>
                    <a:pt x="402" y="519"/>
                  </a:lnTo>
                  <a:cubicBezTo>
                    <a:pt x="402" y="519"/>
                    <a:pt x="399" y="521"/>
                    <a:pt x="392" y="526"/>
                  </a:cubicBezTo>
                  <a:cubicBezTo>
                    <a:pt x="386" y="530"/>
                    <a:pt x="382" y="535"/>
                    <a:pt x="383" y="535"/>
                  </a:cubicBezTo>
                  <a:cubicBezTo>
                    <a:pt x="383" y="535"/>
                    <a:pt x="384" y="534"/>
                    <a:pt x="385" y="533"/>
                  </a:cubicBezTo>
                  <a:cubicBezTo>
                    <a:pt x="393" y="529"/>
                    <a:pt x="394" y="530"/>
                    <a:pt x="402" y="526"/>
                  </a:cubicBezTo>
                  <a:lnTo>
                    <a:pt x="402" y="526"/>
                  </a:lnTo>
                  <a:cubicBezTo>
                    <a:pt x="402" y="528"/>
                    <a:pt x="403" y="529"/>
                    <a:pt x="395" y="533"/>
                  </a:cubicBezTo>
                  <a:cubicBezTo>
                    <a:pt x="391" y="536"/>
                    <a:pt x="393" y="538"/>
                    <a:pt x="396" y="538"/>
                  </a:cubicBezTo>
                  <a:cubicBezTo>
                    <a:pt x="399" y="538"/>
                    <a:pt x="403" y="537"/>
                    <a:pt x="406" y="535"/>
                  </a:cubicBezTo>
                  <a:cubicBezTo>
                    <a:pt x="410" y="533"/>
                    <a:pt x="412" y="532"/>
                    <a:pt x="412" y="532"/>
                  </a:cubicBezTo>
                  <a:lnTo>
                    <a:pt x="412" y="532"/>
                  </a:lnTo>
                  <a:cubicBezTo>
                    <a:pt x="412" y="532"/>
                    <a:pt x="411" y="534"/>
                    <a:pt x="408" y="536"/>
                  </a:cubicBezTo>
                  <a:cubicBezTo>
                    <a:pt x="400" y="541"/>
                    <a:pt x="401" y="542"/>
                    <a:pt x="401" y="543"/>
                  </a:cubicBezTo>
                  <a:cubicBezTo>
                    <a:pt x="403" y="542"/>
                    <a:pt x="404" y="541"/>
                    <a:pt x="404" y="541"/>
                  </a:cubicBezTo>
                  <a:lnTo>
                    <a:pt x="404" y="541"/>
                  </a:lnTo>
                  <a:cubicBezTo>
                    <a:pt x="405" y="541"/>
                    <a:pt x="400" y="545"/>
                    <a:pt x="395" y="549"/>
                  </a:cubicBezTo>
                  <a:cubicBezTo>
                    <a:pt x="387" y="552"/>
                    <a:pt x="387" y="553"/>
                    <a:pt x="388" y="556"/>
                  </a:cubicBezTo>
                  <a:cubicBezTo>
                    <a:pt x="391" y="554"/>
                    <a:pt x="393" y="554"/>
                    <a:pt x="394" y="554"/>
                  </a:cubicBezTo>
                  <a:cubicBezTo>
                    <a:pt x="398" y="554"/>
                    <a:pt x="399" y="556"/>
                    <a:pt x="401" y="558"/>
                  </a:cubicBezTo>
                  <a:cubicBezTo>
                    <a:pt x="402" y="560"/>
                    <a:pt x="403" y="560"/>
                    <a:pt x="405" y="560"/>
                  </a:cubicBezTo>
                  <a:cubicBezTo>
                    <a:pt x="409" y="560"/>
                    <a:pt x="416" y="557"/>
                    <a:pt x="427" y="552"/>
                  </a:cubicBezTo>
                  <a:lnTo>
                    <a:pt x="441" y="543"/>
                  </a:lnTo>
                  <a:lnTo>
                    <a:pt x="441" y="543"/>
                  </a:lnTo>
                  <a:lnTo>
                    <a:pt x="427" y="553"/>
                  </a:lnTo>
                  <a:cubicBezTo>
                    <a:pt x="420" y="558"/>
                    <a:pt x="406" y="568"/>
                    <a:pt x="406" y="568"/>
                  </a:cubicBezTo>
                  <a:cubicBezTo>
                    <a:pt x="406" y="568"/>
                    <a:pt x="407" y="568"/>
                    <a:pt x="407" y="568"/>
                  </a:cubicBezTo>
                  <a:cubicBezTo>
                    <a:pt x="408" y="568"/>
                    <a:pt x="415" y="564"/>
                    <a:pt x="421" y="560"/>
                  </a:cubicBezTo>
                  <a:cubicBezTo>
                    <a:pt x="424" y="558"/>
                    <a:pt x="426" y="556"/>
                    <a:pt x="426" y="556"/>
                  </a:cubicBezTo>
                  <a:cubicBezTo>
                    <a:pt x="427" y="556"/>
                    <a:pt x="426" y="558"/>
                    <a:pt x="422" y="562"/>
                  </a:cubicBezTo>
                  <a:cubicBezTo>
                    <a:pt x="419" y="567"/>
                    <a:pt x="418" y="569"/>
                    <a:pt x="419" y="569"/>
                  </a:cubicBezTo>
                  <a:cubicBezTo>
                    <a:pt x="420" y="569"/>
                    <a:pt x="422" y="568"/>
                    <a:pt x="424" y="567"/>
                  </a:cubicBezTo>
                  <a:cubicBezTo>
                    <a:pt x="425" y="567"/>
                    <a:pt x="425" y="568"/>
                    <a:pt x="420" y="573"/>
                  </a:cubicBezTo>
                  <a:cubicBezTo>
                    <a:pt x="420" y="574"/>
                    <a:pt x="420" y="574"/>
                    <a:pt x="420" y="574"/>
                  </a:cubicBezTo>
                  <a:cubicBezTo>
                    <a:pt x="421" y="574"/>
                    <a:pt x="422" y="573"/>
                    <a:pt x="427" y="570"/>
                  </a:cubicBezTo>
                  <a:cubicBezTo>
                    <a:pt x="430" y="568"/>
                    <a:pt x="432" y="567"/>
                    <a:pt x="433" y="567"/>
                  </a:cubicBezTo>
                  <a:cubicBezTo>
                    <a:pt x="433" y="567"/>
                    <a:pt x="432" y="569"/>
                    <a:pt x="429" y="572"/>
                  </a:cubicBezTo>
                  <a:cubicBezTo>
                    <a:pt x="419" y="579"/>
                    <a:pt x="417" y="583"/>
                    <a:pt x="419" y="583"/>
                  </a:cubicBezTo>
                  <a:cubicBezTo>
                    <a:pt x="419" y="583"/>
                    <a:pt x="421" y="582"/>
                    <a:pt x="423" y="580"/>
                  </a:cubicBezTo>
                  <a:cubicBezTo>
                    <a:pt x="428" y="578"/>
                    <a:pt x="430" y="577"/>
                    <a:pt x="431" y="577"/>
                  </a:cubicBezTo>
                  <a:cubicBezTo>
                    <a:pt x="431" y="577"/>
                    <a:pt x="432" y="577"/>
                    <a:pt x="432" y="578"/>
                  </a:cubicBezTo>
                  <a:cubicBezTo>
                    <a:pt x="432" y="578"/>
                    <a:pt x="432" y="579"/>
                    <a:pt x="433" y="579"/>
                  </a:cubicBezTo>
                  <a:cubicBezTo>
                    <a:pt x="434" y="579"/>
                    <a:pt x="436" y="578"/>
                    <a:pt x="440" y="576"/>
                  </a:cubicBezTo>
                  <a:lnTo>
                    <a:pt x="441" y="578"/>
                  </a:lnTo>
                  <a:cubicBezTo>
                    <a:pt x="442" y="579"/>
                    <a:pt x="436" y="582"/>
                    <a:pt x="435" y="582"/>
                  </a:cubicBezTo>
                  <a:cubicBezTo>
                    <a:pt x="435" y="582"/>
                    <a:pt x="434" y="582"/>
                    <a:pt x="434" y="581"/>
                  </a:cubicBezTo>
                  <a:lnTo>
                    <a:pt x="428" y="587"/>
                  </a:lnTo>
                  <a:cubicBezTo>
                    <a:pt x="428" y="588"/>
                    <a:pt x="429" y="589"/>
                    <a:pt x="430" y="589"/>
                  </a:cubicBezTo>
                  <a:cubicBezTo>
                    <a:pt x="431" y="589"/>
                    <a:pt x="433" y="588"/>
                    <a:pt x="437" y="587"/>
                  </a:cubicBezTo>
                  <a:cubicBezTo>
                    <a:pt x="444" y="583"/>
                    <a:pt x="447" y="580"/>
                    <a:pt x="448" y="580"/>
                  </a:cubicBezTo>
                  <a:lnTo>
                    <a:pt x="448" y="580"/>
                  </a:lnTo>
                  <a:cubicBezTo>
                    <a:pt x="448" y="580"/>
                    <a:pt x="445" y="583"/>
                    <a:pt x="438" y="588"/>
                  </a:cubicBezTo>
                  <a:cubicBezTo>
                    <a:pt x="432" y="592"/>
                    <a:pt x="427" y="596"/>
                    <a:pt x="428" y="596"/>
                  </a:cubicBezTo>
                  <a:cubicBezTo>
                    <a:pt x="429" y="596"/>
                    <a:pt x="430" y="596"/>
                    <a:pt x="431" y="595"/>
                  </a:cubicBezTo>
                  <a:cubicBezTo>
                    <a:pt x="437" y="591"/>
                    <a:pt x="440" y="590"/>
                    <a:pt x="440" y="590"/>
                  </a:cubicBezTo>
                  <a:cubicBezTo>
                    <a:pt x="441" y="590"/>
                    <a:pt x="437" y="593"/>
                    <a:pt x="432" y="596"/>
                  </a:cubicBezTo>
                  <a:cubicBezTo>
                    <a:pt x="424" y="601"/>
                    <a:pt x="420" y="603"/>
                    <a:pt x="422" y="603"/>
                  </a:cubicBezTo>
                  <a:cubicBezTo>
                    <a:pt x="423" y="603"/>
                    <a:pt x="427" y="602"/>
                    <a:pt x="434" y="599"/>
                  </a:cubicBezTo>
                  <a:cubicBezTo>
                    <a:pt x="436" y="602"/>
                    <a:pt x="445" y="600"/>
                    <a:pt x="447" y="604"/>
                  </a:cubicBezTo>
                  <a:cubicBezTo>
                    <a:pt x="449" y="607"/>
                    <a:pt x="450" y="609"/>
                    <a:pt x="443" y="615"/>
                  </a:cubicBezTo>
                  <a:cubicBezTo>
                    <a:pt x="435" y="620"/>
                    <a:pt x="432" y="623"/>
                    <a:pt x="432" y="623"/>
                  </a:cubicBezTo>
                  <a:cubicBezTo>
                    <a:pt x="432" y="623"/>
                    <a:pt x="434" y="622"/>
                    <a:pt x="437" y="619"/>
                  </a:cubicBezTo>
                  <a:cubicBezTo>
                    <a:pt x="445" y="614"/>
                    <a:pt x="449" y="612"/>
                    <a:pt x="450" y="612"/>
                  </a:cubicBezTo>
                  <a:cubicBezTo>
                    <a:pt x="452" y="612"/>
                    <a:pt x="452" y="613"/>
                    <a:pt x="452" y="614"/>
                  </a:cubicBezTo>
                  <a:cubicBezTo>
                    <a:pt x="450" y="617"/>
                    <a:pt x="451" y="619"/>
                    <a:pt x="453" y="619"/>
                  </a:cubicBezTo>
                  <a:cubicBezTo>
                    <a:pt x="455" y="619"/>
                    <a:pt x="459" y="617"/>
                    <a:pt x="464" y="615"/>
                  </a:cubicBezTo>
                  <a:cubicBezTo>
                    <a:pt x="463" y="614"/>
                    <a:pt x="463" y="613"/>
                    <a:pt x="463" y="613"/>
                  </a:cubicBezTo>
                  <a:cubicBezTo>
                    <a:pt x="469" y="608"/>
                    <a:pt x="473" y="606"/>
                    <a:pt x="474" y="606"/>
                  </a:cubicBezTo>
                  <a:cubicBezTo>
                    <a:pt x="475" y="606"/>
                    <a:pt x="474" y="608"/>
                    <a:pt x="471" y="612"/>
                  </a:cubicBezTo>
                  <a:cubicBezTo>
                    <a:pt x="471" y="613"/>
                    <a:pt x="465" y="617"/>
                    <a:pt x="457" y="622"/>
                  </a:cubicBezTo>
                  <a:cubicBezTo>
                    <a:pt x="450" y="626"/>
                    <a:pt x="443" y="632"/>
                    <a:pt x="445" y="633"/>
                  </a:cubicBezTo>
                  <a:cubicBezTo>
                    <a:pt x="445" y="633"/>
                    <a:pt x="445" y="634"/>
                    <a:pt x="445" y="634"/>
                  </a:cubicBezTo>
                  <a:cubicBezTo>
                    <a:pt x="446" y="634"/>
                    <a:pt x="448" y="633"/>
                    <a:pt x="452" y="630"/>
                  </a:cubicBezTo>
                  <a:cubicBezTo>
                    <a:pt x="459" y="625"/>
                    <a:pt x="459" y="625"/>
                    <a:pt x="460" y="625"/>
                  </a:cubicBezTo>
                  <a:cubicBezTo>
                    <a:pt x="460" y="626"/>
                    <a:pt x="461" y="626"/>
                    <a:pt x="462" y="626"/>
                  </a:cubicBezTo>
                  <a:cubicBezTo>
                    <a:pt x="463" y="626"/>
                    <a:pt x="465" y="626"/>
                    <a:pt x="468" y="624"/>
                  </a:cubicBezTo>
                  <a:cubicBezTo>
                    <a:pt x="473" y="621"/>
                    <a:pt x="475" y="620"/>
                    <a:pt x="476" y="620"/>
                  </a:cubicBezTo>
                  <a:cubicBezTo>
                    <a:pt x="476" y="620"/>
                    <a:pt x="477" y="621"/>
                    <a:pt x="477" y="621"/>
                  </a:cubicBezTo>
                  <a:cubicBezTo>
                    <a:pt x="470" y="626"/>
                    <a:pt x="471" y="628"/>
                    <a:pt x="471" y="628"/>
                  </a:cubicBezTo>
                  <a:lnTo>
                    <a:pt x="465" y="633"/>
                  </a:lnTo>
                  <a:cubicBezTo>
                    <a:pt x="459" y="636"/>
                    <a:pt x="455" y="640"/>
                    <a:pt x="451" y="644"/>
                  </a:cubicBezTo>
                  <a:cubicBezTo>
                    <a:pt x="451" y="644"/>
                    <a:pt x="451" y="644"/>
                    <a:pt x="451" y="644"/>
                  </a:cubicBezTo>
                  <a:cubicBezTo>
                    <a:pt x="452" y="644"/>
                    <a:pt x="458" y="640"/>
                    <a:pt x="458" y="640"/>
                  </a:cubicBezTo>
                  <a:cubicBezTo>
                    <a:pt x="459" y="639"/>
                    <a:pt x="459" y="639"/>
                    <a:pt x="460" y="639"/>
                  </a:cubicBezTo>
                  <a:cubicBezTo>
                    <a:pt x="468" y="639"/>
                    <a:pt x="479" y="659"/>
                    <a:pt x="480" y="662"/>
                  </a:cubicBezTo>
                  <a:cubicBezTo>
                    <a:pt x="477" y="666"/>
                    <a:pt x="477" y="669"/>
                    <a:pt x="478" y="669"/>
                  </a:cubicBezTo>
                  <a:cubicBezTo>
                    <a:pt x="479" y="669"/>
                    <a:pt x="481" y="668"/>
                    <a:pt x="483" y="665"/>
                  </a:cubicBezTo>
                  <a:cubicBezTo>
                    <a:pt x="485" y="664"/>
                    <a:pt x="487" y="664"/>
                    <a:pt x="488" y="664"/>
                  </a:cubicBezTo>
                  <a:cubicBezTo>
                    <a:pt x="492" y="664"/>
                    <a:pt x="494" y="667"/>
                    <a:pt x="496" y="671"/>
                  </a:cubicBezTo>
                  <a:cubicBezTo>
                    <a:pt x="500" y="676"/>
                    <a:pt x="502" y="681"/>
                    <a:pt x="506" y="681"/>
                  </a:cubicBezTo>
                  <a:cubicBezTo>
                    <a:pt x="508" y="681"/>
                    <a:pt x="509" y="680"/>
                    <a:pt x="511" y="679"/>
                  </a:cubicBezTo>
                  <a:cubicBezTo>
                    <a:pt x="511" y="679"/>
                    <a:pt x="511" y="680"/>
                    <a:pt x="512" y="681"/>
                  </a:cubicBezTo>
                  <a:cubicBezTo>
                    <a:pt x="512" y="682"/>
                    <a:pt x="513" y="682"/>
                    <a:pt x="515" y="682"/>
                  </a:cubicBezTo>
                  <a:cubicBezTo>
                    <a:pt x="518" y="682"/>
                    <a:pt x="522" y="681"/>
                    <a:pt x="522" y="681"/>
                  </a:cubicBezTo>
                  <a:cubicBezTo>
                    <a:pt x="525" y="680"/>
                    <a:pt x="527" y="679"/>
                    <a:pt x="528" y="679"/>
                  </a:cubicBezTo>
                  <a:cubicBezTo>
                    <a:pt x="529" y="679"/>
                    <a:pt x="528" y="680"/>
                    <a:pt x="523" y="682"/>
                  </a:cubicBezTo>
                  <a:cubicBezTo>
                    <a:pt x="515" y="687"/>
                    <a:pt x="508" y="692"/>
                    <a:pt x="510" y="694"/>
                  </a:cubicBezTo>
                  <a:cubicBezTo>
                    <a:pt x="510" y="694"/>
                    <a:pt x="510" y="694"/>
                    <a:pt x="510" y="694"/>
                  </a:cubicBezTo>
                  <a:cubicBezTo>
                    <a:pt x="512" y="694"/>
                    <a:pt x="518" y="690"/>
                    <a:pt x="524" y="686"/>
                  </a:cubicBezTo>
                  <a:cubicBezTo>
                    <a:pt x="529" y="683"/>
                    <a:pt x="531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3" y="682"/>
                    <a:pt x="533" y="682"/>
                    <a:pt x="525" y="688"/>
                  </a:cubicBezTo>
                  <a:lnTo>
                    <a:pt x="512" y="697"/>
                  </a:lnTo>
                  <a:lnTo>
                    <a:pt x="512" y="698"/>
                  </a:lnTo>
                  <a:cubicBezTo>
                    <a:pt x="517" y="695"/>
                    <a:pt x="519" y="695"/>
                    <a:pt x="519" y="695"/>
                  </a:cubicBezTo>
                  <a:cubicBezTo>
                    <a:pt x="520" y="695"/>
                    <a:pt x="520" y="695"/>
                    <a:pt x="520" y="695"/>
                  </a:cubicBezTo>
                  <a:cubicBezTo>
                    <a:pt x="521" y="695"/>
                    <a:pt x="521" y="695"/>
                    <a:pt x="506" y="705"/>
                  </a:cubicBezTo>
                  <a:cubicBezTo>
                    <a:pt x="498" y="710"/>
                    <a:pt x="495" y="712"/>
                    <a:pt x="496" y="712"/>
                  </a:cubicBezTo>
                  <a:cubicBezTo>
                    <a:pt x="497" y="712"/>
                    <a:pt x="501" y="711"/>
                    <a:pt x="507" y="707"/>
                  </a:cubicBezTo>
                  <a:lnTo>
                    <a:pt x="515" y="704"/>
                  </a:lnTo>
                  <a:lnTo>
                    <a:pt x="515" y="704"/>
                  </a:lnTo>
                  <a:cubicBezTo>
                    <a:pt x="510" y="707"/>
                    <a:pt x="509" y="709"/>
                    <a:pt x="511" y="709"/>
                  </a:cubicBezTo>
                  <a:cubicBezTo>
                    <a:pt x="513" y="709"/>
                    <a:pt x="520" y="705"/>
                    <a:pt x="525" y="703"/>
                  </a:cubicBezTo>
                  <a:lnTo>
                    <a:pt x="525" y="703"/>
                  </a:lnTo>
                  <a:cubicBezTo>
                    <a:pt x="517" y="709"/>
                    <a:pt x="514" y="711"/>
                    <a:pt x="515" y="711"/>
                  </a:cubicBezTo>
                  <a:cubicBezTo>
                    <a:pt x="516" y="711"/>
                    <a:pt x="520" y="709"/>
                    <a:pt x="526" y="706"/>
                  </a:cubicBezTo>
                  <a:cubicBezTo>
                    <a:pt x="529" y="704"/>
                    <a:pt x="531" y="703"/>
                    <a:pt x="532" y="703"/>
                  </a:cubicBezTo>
                  <a:cubicBezTo>
                    <a:pt x="533" y="703"/>
                    <a:pt x="531" y="705"/>
                    <a:pt x="528" y="708"/>
                  </a:cubicBezTo>
                  <a:cubicBezTo>
                    <a:pt x="521" y="714"/>
                    <a:pt x="522" y="715"/>
                    <a:pt x="523" y="716"/>
                  </a:cubicBezTo>
                  <a:cubicBezTo>
                    <a:pt x="525" y="715"/>
                    <a:pt x="526" y="715"/>
                    <a:pt x="527" y="715"/>
                  </a:cubicBezTo>
                  <a:cubicBezTo>
                    <a:pt x="532" y="715"/>
                    <a:pt x="535" y="721"/>
                    <a:pt x="539" y="727"/>
                  </a:cubicBezTo>
                  <a:cubicBezTo>
                    <a:pt x="543" y="734"/>
                    <a:pt x="546" y="739"/>
                    <a:pt x="550" y="739"/>
                  </a:cubicBezTo>
                  <a:cubicBezTo>
                    <a:pt x="551" y="739"/>
                    <a:pt x="553" y="738"/>
                    <a:pt x="554" y="737"/>
                  </a:cubicBezTo>
                  <a:lnTo>
                    <a:pt x="554" y="737"/>
                  </a:lnTo>
                  <a:cubicBezTo>
                    <a:pt x="556" y="738"/>
                    <a:pt x="556" y="738"/>
                    <a:pt x="549" y="744"/>
                  </a:cubicBezTo>
                  <a:cubicBezTo>
                    <a:pt x="546" y="746"/>
                    <a:pt x="544" y="747"/>
                    <a:pt x="545" y="747"/>
                  </a:cubicBezTo>
                  <a:cubicBezTo>
                    <a:pt x="545" y="747"/>
                    <a:pt x="549" y="746"/>
                    <a:pt x="557" y="741"/>
                  </a:cubicBezTo>
                  <a:cubicBezTo>
                    <a:pt x="561" y="739"/>
                    <a:pt x="566" y="736"/>
                    <a:pt x="566" y="736"/>
                  </a:cubicBezTo>
                  <a:lnTo>
                    <a:pt x="566" y="736"/>
                  </a:lnTo>
                  <a:cubicBezTo>
                    <a:pt x="566" y="736"/>
                    <a:pt x="564" y="738"/>
                    <a:pt x="558" y="742"/>
                  </a:cubicBezTo>
                  <a:cubicBezTo>
                    <a:pt x="551" y="746"/>
                    <a:pt x="552" y="748"/>
                    <a:pt x="554" y="753"/>
                  </a:cubicBezTo>
                  <a:cubicBezTo>
                    <a:pt x="555" y="754"/>
                    <a:pt x="556" y="757"/>
                    <a:pt x="559" y="757"/>
                  </a:cubicBezTo>
                  <a:cubicBezTo>
                    <a:pt x="561" y="757"/>
                    <a:pt x="563" y="756"/>
                    <a:pt x="566" y="754"/>
                  </a:cubicBezTo>
                  <a:cubicBezTo>
                    <a:pt x="569" y="753"/>
                    <a:pt x="571" y="753"/>
                    <a:pt x="572" y="753"/>
                  </a:cubicBezTo>
                  <a:cubicBezTo>
                    <a:pt x="572" y="753"/>
                    <a:pt x="570" y="753"/>
                    <a:pt x="566" y="755"/>
                  </a:cubicBezTo>
                  <a:cubicBezTo>
                    <a:pt x="554" y="762"/>
                    <a:pt x="549" y="769"/>
                    <a:pt x="555" y="769"/>
                  </a:cubicBezTo>
                  <a:cubicBezTo>
                    <a:pt x="557" y="769"/>
                    <a:pt x="559" y="769"/>
                    <a:pt x="562" y="768"/>
                  </a:cubicBezTo>
                  <a:cubicBezTo>
                    <a:pt x="563" y="768"/>
                    <a:pt x="563" y="769"/>
                    <a:pt x="557" y="774"/>
                  </a:cubicBezTo>
                  <a:cubicBezTo>
                    <a:pt x="557" y="774"/>
                    <a:pt x="557" y="775"/>
                    <a:pt x="560" y="775"/>
                  </a:cubicBezTo>
                  <a:cubicBezTo>
                    <a:pt x="562" y="775"/>
                    <a:pt x="564" y="775"/>
                    <a:pt x="567" y="774"/>
                  </a:cubicBezTo>
                  <a:lnTo>
                    <a:pt x="570" y="781"/>
                  </a:lnTo>
                  <a:cubicBezTo>
                    <a:pt x="570" y="781"/>
                    <a:pt x="571" y="781"/>
                    <a:pt x="572" y="781"/>
                  </a:cubicBezTo>
                  <a:cubicBezTo>
                    <a:pt x="575" y="781"/>
                    <a:pt x="580" y="780"/>
                    <a:pt x="580" y="780"/>
                  </a:cubicBezTo>
                  <a:lnTo>
                    <a:pt x="580" y="781"/>
                  </a:lnTo>
                  <a:cubicBezTo>
                    <a:pt x="574" y="786"/>
                    <a:pt x="577" y="790"/>
                    <a:pt x="580" y="798"/>
                  </a:cubicBezTo>
                  <a:cubicBezTo>
                    <a:pt x="585" y="805"/>
                    <a:pt x="588" y="810"/>
                    <a:pt x="581" y="816"/>
                  </a:cubicBezTo>
                  <a:cubicBezTo>
                    <a:pt x="581" y="816"/>
                    <a:pt x="581" y="816"/>
                    <a:pt x="582" y="816"/>
                  </a:cubicBezTo>
                  <a:cubicBezTo>
                    <a:pt x="582" y="816"/>
                    <a:pt x="584" y="815"/>
                    <a:pt x="589" y="812"/>
                  </a:cubicBezTo>
                  <a:cubicBezTo>
                    <a:pt x="597" y="809"/>
                    <a:pt x="600" y="807"/>
                    <a:pt x="602" y="807"/>
                  </a:cubicBezTo>
                  <a:cubicBezTo>
                    <a:pt x="603" y="807"/>
                    <a:pt x="602" y="809"/>
                    <a:pt x="598" y="811"/>
                  </a:cubicBezTo>
                  <a:cubicBezTo>
                    <a:pt x="590" y="818"/>
                    <a:pt x="588" y="822"/>
                    <a:pt x="591" y="822"/>
                  </a:cubicBezTo>
                  <a:cubicBezTo>
                    <a:pt x="592" y="822"/>
                    <a:pt x="596" y="820"/>
                    <a:pt x="602" y="817"/>
                  </a:cubicBezTo>
                  <a:lnTo>
                    <a:pt x="602" y="817"/>
                  </a:lnTo>
                  <a:cubicBezTo>
                    <a:pt x="600" y="818"/>
                    <a:pt x="597" y="820"/>
                    <a:pt x="595" y="821"/>
                  </a:cubicBezTo>
                  <a:cubicBezTo>
                    <a:pt x="588" y="826"/>
                    <a:pt x="587" y="829"/>
                    <a:pt x="589" y="829"/>
                  </a:cubicBezTo>
                  <a:cubicBezTo>
                    <a:pt x="591" y="829"/>
                    <a:pt x="597" y="826"/>
                    <a:pt x="605" y="821"/>
                  </a:cubicBezTo>
                  <a:lnTo>
                    <a:pt x="605" y="821"/>
                  </a:lnTo>
                  <a:cubicBezTo>
                    <a:pt x="600" y="826"/>
                    <a:pt x="594" y="830"/>
                    <a:pt x="596" y="830"/>
                  </a:cubicBezTo>
                  <a:cubicBezTo>
                    <a:pt x="597" y="830"/>
                    <a:pt x="598" y="830"/>
                    <a:pt x="599" y="829"/>
                  </a:cubicBezTo>
                  <a:lnTo>
                    <a:pt x="599" y="829"/>
                  </a:lnTo>
                  <a:cubicBezTo>
                    <a:pt x="599" y="830"/>
                    <a:pt x="599" y="830"/>
                    <a:pt x="586" y="839"/>
                  </a:cubicBezTo>
                  <a:cubicBezTo>
                    <a:pt x="578" y="845"/>
                    <a:pt x="571" y="849"/>
                    <a:pt x="572" y="851"/>
                  </a:cubicBezTo>
                  <a:cubicBezTo>
                    <a:pt x="572" y="851"/>
                    <a:pt x="572" y="851"/>
                    <a:pt x="573" y="851"/>
                  </a:cubicBezTo>
                  <a:cubicBezTo>
                    <a:pt x="574" y="851"/>
                    <a:pt x="580" y="846"/>
                    <a:pt x="587" y="842"/>
                  </a:cubicBezTo>
                  <a:lnTo>
                    <a:pt x="588" y="844"/>
                  </a:lnTo>
                  <a:cubicBezTo>
                    <a:pt x="588" y="844"/>
                    <a:pt x="588" y="844"/>
                    <a:pt x="588" y="844"/>
                  </a:cubicBezTo>
                  <a:cubicBezTo>
                    <a:pt x="589" y="844"/>
                    <a:pt x="591" y="843"/>
                    <a:pt x="596" y="840"/>
                  </a:cubicBezTo>
                  <a:cubicBezTo>
                    <a:pt x="600" y="837"/>
                    <a:pt x="602" y="836"/>
                    <a:pt x="603" y="836"/>
                  </a:cubicBezTo>
                  <a:cubicBezTo>
                    <a:pt x="603" y="836"/>
                    <a:pt x="603" y="837"/>
                    <a:pt x="604" y="837"/>
                  </a:cubicBezTo>
                  <a:cubicBezTo>
                    <a:pt x="602" y="839"/>
                    <a:pt x="601" y="839"/>
                    <a:pt x="601" y="839"/>
                  </a:cubicBezTo>
                  <a:cubicBezTo>
                    <a:pt x="601" y="839"/>
                    <a:pt x="606" y="836"/>
                    <a:pt x="611" y="833"/>
                  </a:cubicBezTo>
                  <a:cubicBezTo>
                    <a:pt x="618" y="829"/>
                    <a:pt x="624" y="824"/>
                    <a:pt x="625" y="824"/>
                  </a:cubicBezTo>
                  <a:cubicBezTo>
                    <a:pt x="625" y="824"/>
                    <a:pt x="625" y="824"/>
                    <a:pt x="625" y="824"/>
                  </a:cubicBezTo>
                  <a:cubicBezTo>
                    <a:pt x="625" y="824"/>
                    <a:pt x="633" y="819"/>
                    <a:pt x="640" y="815"/>
                  </a:cubicBezTo>
                  <a:cubicBezTo>
                    <a:pt x="650" y="809"/>
                    <a:pt x="659" y="802"/>
                    <a:pt x="667" y="793"/>
                  </a:cubicBezTo>
                  <a:cubicBezTo>
                    <a:pt x="671" y="788"/>
                    <a:pt x="674" y="783"/>
                    <a:pt x="671" y="783"/>
                  </a:cubicBezTo>
                  <a:cubicBezTo>
                    <a:pt x="670" y="783"/>
                    <a:pt x="668" y="784"/>
                    <a:pt x="663" y="787"/>
                  </a:cubicBezTo>
                  <a:cubicBezTo>
                    <a:pt x="663" y="787"/>
                    <a:pt x="657" y="790"/>
                    <a:pt x="655" y="790"/>
                  </a:cubicBezTo>
                  <a:cubicBezTo>
                    <a:pt x="655" y="790"/>
                    <a:pt x="654" y="790"/>
                    <a:pt x="654" y="790"/>
                  </a:cubicBezTo>
                  <a:cubicBezTo>
                    <a:pt x="654" y="789"/>
                    <a:pt x="661" y="783"/>
                    <a:pt x="661" y="783"/>
                  </a:cubicBezTo>
                  <a:cubicBezTo>
                    <a:pt x="668" y="779"/>
                    <a:pt x="666" y="774"/>
                    <a:pt x="663" y="770"/>
                  </a:cubicBezTo>
                  <a:cubicBezTo>
                    <a:pt x="659" y="764"/>
                    <a:pt x="658" y="761"/>
                    <a:pt x="664" y="755"/>
                  </a:cubicBezTo>
                  <a:cubicBezTo>
                    <a:pt x="671" y="750"/>
                    <a:pt x="670" y="748"/>
                    <a:pt x="670" y="748"/>
                  </a:cubicBezTo>
                  <a:lnTo>
                    <a:pt x="670" y="748"/>
                  </a:lnTo>
                  <a:cubicBezTo>
                    <a:pt x="668" y="750"/>
                    <a:pt x="667" y="750"/>
                    <a:pt x="666" y="750"/>
                  </a:cubicBezTo>
                  <a:cubicBezTo>
                    <a:pt x="662" y="750"/>
                    <a:pt x="659" y="746"/>
                    <a:pt x="655" y="741"/>
                  </a:cubicBezTo>
                  <a:cubicBezTo>
                    <a:pt x="653" y="735"/>
                    <a:pt x="650" y="730"/>
                    <a:pt x="645" y="730"/>
                  </a:cubicBezTo>
                  <a:cubicBezTo>
                    <a:pt x="644" y="730"/>
                    <a:pt x="642" y="731"/>
                    <a:pt x="641" y="732"/>
                  </a:cubicBezTo>
                  <a:cubicBezTo>
                    <a:pt x="640" y="731"/>
                    <a:pt x="640" y="729"/>
                    <a:pt x="640" y="729"/>
                  </a:cubicBezTo>
                  <a:cubicBezTo>
                    <a:pt x="646" y="725"/>
                    <a:pt x="645" y="723"/>
                    <a:pt x="644" y="722"/>
                  </a:cubicBezTo>
                  <a:lnTo>
                    <a:pt x="644" y="722"/>
                  </a:lnTo>
                  <a:cubicBezTo>
                    <a:pt x="642" y="722"/>
                    <a:pt x="640" y="723"/>
                    <a:pt x="638" y="723"/>
                  </a:cubicBezTo>
                  <a:cubicBezTo>
                    <a:pt x="636" y="723"/>
                    <a:pt x="635" y="722"/>
                    <a:pt x="635" y="722"/>
                  </a:cubicBezTo>
                  <a:cubicBezTo>
                    <a:pt x="642" y="717"/>
                    <a:pt x="641" y="716"/>
                    <a:pt x="640" y="715"/>
                  </a:cubicBezTo>
                  <a:cubicBezTo>
                    <a:pt x="639" y="714"/>
                    <a:pt x="639" y="713"/>
                    <a:pt x="638" y="713"/>
                  </a:cubicBezTo>
                  <a:cubicBezTo>
                    <a:pt x="637" y="713"/>
                    <a:pt x="635" y="714"/>
                    <a:pt x="631" y="716"/>
                  </a:cubicBezTo>
                  <a:cubicBezTo>
                    <a:pt x="629" y="711"/>
                    <a:pt x="629" y="705"/>
                    <a:pt x="632" y="700"/>
                  </a:cubicBezTo>
                  <a:cubicBezTo>
                    <a:pt x="634" y="698"/>
                    <a:pt x="635" y="698"/>
                    <a:pt x="634" y="698"/>
                  </a:cubicBezTo>
                  <a:cubicBezTo>
                    <a:pt x="633" y="698"/>
                    <a:pt x="628" y="700"/>
                    <a:pt x="623" y="703"/>
                  </a:cubicBezTo>
                  <a:cubicBezTo>
                    <a:pt x="616" y="707"/>
                    <a:pt x="608" y="710"/>
                    <a:pt x="608" y="710"/>
                  </a:cubicBezTo>
                  <a:lnTo>
                    <a:pt x="622" y="700"/>
                  </a:lnTo>
                  <a:cubicBezTo>
                    <a:pt x="630" y="697"/>
                    <a:pt x="630" y="697"/>
                    <a:pt x="629" y="695"/>
                  </a:cubicBezTo>
                  <a:lnTo>
                    <a:pt x="627" y="692"/>
                  </a:lnTo>
                  <a:cubicBezTo>
                    <a:pt x="625" y="694"/>
                    <a:pt x="624" y="695"/>
                    <a:pt x="622" y="695"/>
                  </a:cubicBezTo>
                  <a:cubicBezTo>
                    <a:pt x="619" y="695"/>
                    <a:pt x="616" y="690"/>
                    <a:pt x="614" y="686"/>
                  </a:cubicBezTo>
                  <a:cubicBezTo>
                    <a:pt x="610" y="680"/>
                    <a:pt x="608" y="677"/>
                    <a:pt x="605" y="677"/>
                  </a:cubicBezTo>
                  <a:cubicBezTo>
                    <a:pt x="604" y="677"/>
                    <a:pt x="602" y="677"/>
                    <a:pt x="599" y="679"/>
                  </a:cubicBezTo>
                  <a:cubicBezTo>
                    <a:pt x="597" y="681"/>
                    <a:pt x="595" y="682"/>
                    <a:pt x="594" y="682"/>
                  </a:cubicBezTo>
                  <a:cubicBezTo>
                    <a:pt x="593" y="682"/>
                    <a:pt x="594" y="679"/>
                    <a:pt x="597" y="674"/>
                  </a:cubicBezTo>
                  <a:cubicBezTo>
                    <a:pt x="610" y="661"/>
                    <a:pt x="613" y="657"/>
                    <a:pt x="612" y="657"/>
                  </a:cubicBezTo>
                  <a:cubicBezTo>
                    <a:pt x="611" y="657"/>
                    <a:pt x="610" y="658"/>
                    <a:pt x="607" y="659"/>
                  </a:cubicBezTo>
                  <a:cubicBezTo>
                    <a:pt x="608" y="660"/>
                    <a:pt x="600" y="664"/>
                    <a:pt x="594" y="669"/>
                  </a:cubicBezTo>
                  <a:cubicBezTo>
                    <a:pt x="587" y="674"/>
                    <a:pt x="583" y="676"/>
                    <a:pt x="583" y="676"/>
                  </a:cubicBezTo>
                  <a:cubicBezTo>
                    <a:pt x="582" y="676"/>
                    <a:pt x="586" y="673"/>
                    <a:pt x="593" y="668"/>
                  </a:cubicBezTo>
                  <a:cubicBezTo>
                    <a:pt x="603" y="660"/>
                    <a:pt x="598" y="653"/>
                    <a:pt x="588" y="653"/>
                  </a:cubicBezTo>
                  <a:cubicBezTo>
                    <a:pt x="585" y="653"/>
                    <a:pt x="581" y="654"/>
                    <a:pt x="577" y="657"/>
                  </a:cubicBezTo>
                  <a:cubicBezTo>
                    <a:pt x="574" y="658"/>
                    <a:pt x="572" y="659"/>
                    <a:pt x="572" y="659"/>
                  </a:cubicBezTo>
                  <a:cubicBezTo>
                    <a:pt x="572" y="659"/>
                    <a:pt x="575" y="657"/>
                    <a:pt x="584" y="652"/>
                  </a:cubicBezTo>
                  <a:cubicBezTo>
                    <a:pt x="590" y="646"/>
                    <a:pt x="590" y="646"/>
                    <a:pt x="588" y="642"/>
                  </a:cubicBezTo>
                  <a:lnTo>
                    <a:pt x="586" y="639"/>
                  </a:lnTo>
                  <a:cubicBezTo>
                    <a:pt x="582" y="642"/>
                    <a:pt x="579" y="643"/>
                    <a:pt x="578" y="643"/>
                  </a:cubicBezTo>
                  <a:cubicBezTo>
                    <a:pt x="574" y="643"/>
                    <a:pt x="578" y="636"/>
                    <a:pt x="583" y="633"/>
                  </a:cubicBezTo>
                  <a:cubicBezTo>
                    <a:pt x="589" y="627"/>
                    <a:pt x="589" y="627"/>
                    <a:pt x="588" y="625"/>
                  </a:cubicBezTo>
                  <a:lnTo>
                    <a:pt x="588" y="625"/>
                  </a:lnTo>
                  <a:cubicBezTo>
                    <a:pt x="584" y="627"/>
                    <a:pt x="581" y="628"/>
                    <a:pt x="580" y="628"/>
                  </a:cubicBezTo>
                  <a:cubicBezTo>
                    <a:pt x="574" y="628"/>
                    <a:pt x="578" y="622"/>
                    <a:pt x="584" y="618"/>
                  </a:cubicBezTo>
                  <a:lnTo>
                    <a:pt x="583" y="616"/>
                  </a:lnTo>
                  <a:cubicBezTo>
                    <a:pt x="579" y="618"/>
                    <a:pt x="577" y="618"/>
                    <a:pt x="576" y="618"/>
                  </a:cubicBezTo>
                  <a:cubicBezTo>
                    <a:pt x="574" y="618"/>
                    <a:pt x="573" y="617"/>
                    <a:pt x="572" y="617"/>
                  </a:cubicBezTo>
                  <a:cubicBezTo>
                    <a:pt x="572" y="616"/>
                    <a:pt x="571" y="614"/>
                    <a:pt x="570" y="614"/>
                  </a:cubicBezTo>
                  <a:cubicBezTo>
                    <a:pt x="569" y="614"/>
                    <a:pt x="567" y="616"/>
                    <a:pt x="565" y="618"/>
                  </a:cubicBezTo>
                  <a:cubicBezTo>
                    <a:pt x="557" y="623"/>
                    <a:pt x="550" y="627"/>
                    <a:pt x="549" y="627"/>
                  </a:cubicBezTo>
                  <a:lnTo>
                    <a:pt x="557" y="622"/>
                  </a:lnTo>
                  <a:cubicBezTo>
                    <a:pt x="563" y="617"/>
                    <a:pt x="562" y="615"/>
                    <a:pt x="559" y="611"/>
                  </a:cubicBezTo>
                  <a:cubicBezTo>
                    <a:pt x="557" y="606"/>
                    <a:pt x="556" y="604"/>
                    <a:pt x="562" y="598"/>
                  </a:cubicBezTo>
                  <a:lnTo>
                    <a:pt x="562" y="598"/>
                  </a:lnTo>
                  <a:lnTo>
                    <a:pt x="554" y="602"/>
                  </a:lnTo>
                  <a:cubicBezTo>
                    <a:pt x="551" y="604"/>
                    <a:pt x="549" y="604"/>
                    <a:pt x="549" y="604"/>
                  </a:cubicBezTo>
                  <a:cubicBezTo>
                    <a:pt x="548" y="604"/>
                    <a:pt x="550" y="603"/>
                    <a:pt x="553" y="600"/>
                  </a:cubicBezTo>
                  <a:cubicBezTo>
                    <a:pt x="559" y="595"/>
                    <a:pt x="558" y="592"/>
                    <a:pt x="554" y="592"/>
                  </a:cubicBezTo>
                  <a:cubicBezTo>
                    <a:pt x="552" y="592"/>
                    <a:pt x="551" y="592"/>
                    <a:pt x="549" y="593"/>
                  </a:cubicBezTo>
                  <a:lnTo>
                    <a:pt x="548" y="591"/>
                  </a:lnTo>
                  <a:cubicBezTo>
                    <a:pt x="556" y="585"/>
                    <a:pt x="559" y="581"/>
                    <a:pt x="556" y="581"/>
                  </a:cubicBezTo>
                  <a:cubicBezTo>
                    <a:pt x="555" y="581"/>
                    <a:pt x="551" y="583"/>
                    <a:pt x="546" y="586"/>
                  </a:cubicBezTo>
                  <a:cubicBezTo>
                    <a:pt x="552" y="581"/>
                    <a:pt x="552" y="580"/>
                    <a:pt x="551" y="579"/>
                  </a:cubicBezTo>
                  <a:lnTo>
                    <a:pt x="551" y="579"/>
                  </a:lnTo>
                  <a:cubicBezTo>
                    <a:pt x="549" y="580"/>
                    <a:pt x="548" y="580"/>
                    <a:pt x="546" y="580"/>
                  </a:cubicBezTo>
                  <a:cubicBezTo>
                    <a:pt x="543" y="580"/>
                    <a:pt x="543" y="577"/>
                    <a:pt x="548" y="573"/>
                  </a:cubicBezTo>
                  <a:lnTo>
                    <a:pt x="548" y="572"/>
                  </a:lnTo>
                  <a:cubicBezTo>
                    <a:pt x="543" y="575"/>
                    <a:pt x="541" y="576"/>
                    <a:pt x="540" y="576"/>
                  </a:cubicBezTo>
                  <a:cubicBezTo>
                    <a:pt x="539" y="576"/>
                    <a:pt x="539" y="575"/>
                    <a:pt x="539" y="575"/>
                  </a:cubicBezTo>
                  <a:cubicBezTo>
                    <a:pt x="538" y="574"/>
                    <a:pt x="538" y="574"/>
                    <a:pt x="537" y="574"/>
                  </a:cubicBezTo>
                  <a:cubicBezTo>
                    <a:pt x="536" y="574"/>
                    <a:pt x="534" y="574"/>
                    <a:pt x="530" y="577"/>
                  </a:cubicBezTo>
                  <a:cubicBezTo>
                    <a:pt x="525" y="579"/>
                    <a:pt x="523" y="579"/>
                    <a:pt x="522" y="579"/>
                  </a:cubicBezTo>
                  <a:cubicBezTo>
                    <a:pt x="521" y="579"/>
                    <a:pt x="521" y="579"/>
                    <a:pt x="521" y="579"/>
                  </a:cubicBezTo>
                  <a:cubicBezTo>
                    <a:pt x="521" y="578"/>
                    <a:pt x="529" y="575"/>
                    <a:pt x="537" y="571"/>
                  </a:cubicBezTo>
                  <a:cubicBezTo>
                    <a:pt x="541" y="569"/>
                    <a:pt x="542" y="568"/>
                    <a:pt x="540" y="568"/>
                  </a:cubicBezTo>
                  <a:cubicBezTo>
                    <a:pt x="538" y="568"/>
                    <a:pt x="533" y="569"/>
                    <a:pt x="526" y="571"/>
                  </a:cubicBezTo>
                  <a:cubicBezTo>
                    <a:pt x="519" y="574"/>
                    <a:pt x="515" y="576"/>
                    <a:pt x="515" y="576"/>
                  </a:cubicBezTo>
                  <a:cubicBezTo>
                    <a:pt x="514" y="576"/>
                    <a:pt x="518" y="574"/>
                    <a:pt x="526" y="570"/>
                  </a:cubicBezTo>
                  <a:cubicBezTo>
                    <a:pt x="533" y="568"/>
                    <a:pt x="538" y="565"/>
                    <a:pt x="536" y="565"/>
                  </a:cubicBezTo>
                  <a:cubicBezTo>
                    <a:pt x="536" y="565"/>
                    <a:pt x="535" y="565"/>
                    <a:pt x="533" y="566"/>
                  </a:cubicBezTo>
                  <a:cubicBezTo>
                    <a:pt x="533" y="566"/>
                    <a:pt x="533" y="566"/>
                    <a:pt x="533" y="566"/>
                  </a:cubicBezTo>
                  <a:cubicBezTo>
                    <a:pt x="532" y="566"/>
                    <a:pt x="530" y="566"/>
                    <a:pt x="525" y="569"/>
                  </a:cubicBezTo>
                  <a:cubicBezTo>
                    <a:pt x="524" y="568"/>
                    <a:pt x="524" y="567"/>
                    <a:pt x="523" y="566"/>
                  </a:cubicBezTo>
                  <a:cubicBezTo>
                    <a:pt x="530" y="559"/>
                    <a:pt x="529" y="558"/>
                    <a:pt x="528" y="557"/>
                  </a:cubicBezTo>
                  <a:lnTo>
                    <a:pt x="528" y="557"/>
                  </a:lnTo>
                  <a:cubicBezTo>
                    <a:pt x="524" y="559"/>
                    <a:pt x="523" y="560"/>
                    <a:pt x="522" y="560"/>
                  </a:cubicBezTo>
                  <a:cubicBezTo>
                    <a:pt x="522" y="560"/>
                    <a:pt x="523" y="559"/>
                    <a:pt x="526" y="556"/>
                  </a:cubicBezTo>
                  <a:cubicBezTo>
                    <a:pt x="530" y="553"/>
                    <a:pt x="532" y="552"/>
                    <a:pt x="531" y="552"/>
                  </a:cubicBezTo>
                  <a:lnTo>
                    <a:pt x="531" y="552"/>
                  </a:lnTo>
                  <a:cubicBezTo>
                    <a:pt x="531" y="552"/>
                    <a:pt x="527" y="554"/>
                    <a:pt x="520" y="559"/>
                  </a:cubicBezTo>
                  <a:cubicBezTo>
                    <a:pt x="516" y="560"/>
                    <a:pt x="514" y="561"/>
                    <a:pt x="514" y="561"/>
                  </a:cubicBezTo>
                  <a:cubicBezTo>
                    <a:pt x="512" y="561"/>
                    <a:pt x="514" y="559"/>
                    <a:pt x="517" y="556"/>
                  </a:cubicBezTo>
                  <a:cubicBezTo>
                    <a:pt x="527" y="550"/>
                    <a:pt x="530" y="547"/>
                    <a:pt x="529" y="547"/>
                  </a:cubicBezTo>
                  <a:cubicBezTo>
                    <a:pt x="528" y="547"/>
                    <a:pt x="527" y="548"/>
                    <a:pt x="524" y="550"/>
                  </a:cubicBezTo>
                  <a:cubicBezTo>
                    <a:pt x="519" y="553"/>
                    <a:pt x="517" y="553"/>
                    <a:pt x="517" y="553"/>
                  </a:cubicBezTo>
                  <a:cubicBezTo>
                    <a:pt x="516" y="553"/>
                    <a:pt x="516" y="553"/>
                    <a:pt x="516" y="553"/>
                  </a:cubicBezTo>
                  <a:cubicBezTo>
                    <a:pt x="523" y="549"/>
                    <a:pt x="517" y="540"/>
                    <a:pt x="513" y="531"/>
                  </a:cubicBezTo>
                  <a:cubicBezTo>
                    <a:pt x="513" y="531"/>
                    <a:pt x="513" y="531"/>
                    <a:pt x="512" y="531"/>
                  </a:cubicBezTo>
                  <a:cubicBezTo>
                    <a:pt x="510" y="531"/>
                    <a:pt x="503" y="535"/>
                    <a:pt x="497" y="539"/>
                  </a:cubicBezTo>
                  <a:cubicBezTo>
                    <a:pt x="491" y="542"/>
                    <a:pt x="489" y="544"/>
                    <a:pt x="489" y="544"/>
                  </a:cubicBezTo>
                  <a:cubicBezTo>
                    <a:pt x="489" y="544"/>
                    <a:pt x="493" y="541"/>
                    <a:pt x="496" y="538"/>
                  </a:cubicBezTo>
                  <a:cubicBezTo>
                    <a:pt x="507" y="529"/>
                    <a:pt x="512" y="525"/>
                    <a:pt x="511" y="525"/>
                  </a:cubicBezTo>
                  <a:lnTo>
                    <a:pt x="511" y="525"/>
                  </a:lnTo>
                  <a:cubicBezTo>
                    <a:pt x="511" y="525"/>
                    <a:pt x="505" y="528"/>
                    <a:pt x="495" y="535"/>
                  </a:cubicBezTo>
                  <a:cubicBezTo>
                    <a:pt x="488" y="540"/>
                    <a:pt x="485" y="543"/>
                    <a:pt x="485" y="543"/>
                  </a:cubicBezTo>
                  <a:cubicBezTo>
                    <a:pt x="485" y="543"/>
                    <a:pt x="488" y="540"/>
                    <a:pt x="495" y="534"/>
                  </a:cubicBezTo>
                  <a:cubicBezTo>
                    <a:pt x="499" y="531"/>
                    <a:pt x="500" y="530"/>
                    <a:pt x="500" y="530"/>
                  </a:cubicBezTo>
                  <a:lnTo>
                    <a:pt x="500" y="530"/>
                  </a:lnTo>
                  <a:cubicBezTo>
                    <a:pt x="500" y="530"/>
                    <a:pt x="498" y="531"/>
                    <a:pt x="494" y="533"/>
                  </a:cubicBezTo>
                  <a:cubicBezTo>
                    <a:pt x="491" y="535"/>
                    <a:pt x="489" y="536"/>
                    <a:pt x="488" y="536"/>
                  </a:cubicBezTo>
                  <a:cubicBezTo>
                    <a:pt x="488" y="536"/>
                    <a:pt x="489" y="535"/>
                    <a:pt x="493" y="532"/>
                  </a:cubicBezTo>
                  <a:cubicBezTo>
                    <a:pt x="498" y="528"/>
                    <a:pt x="503" y="524"/>
                    <a:pt x="502" y="524"/>
                  </a:cubicBezTo>
                  <a:lnTo>
                    <a:pt x="502" y="524"/>
                  </a:lnTo>
                  <a:cubicBezTo>
                    <a:pt x="502" y="524"/>
                    <a:pt x="501" y="524"/>
                    <a:pt x="500" y="525"/>
                  </a:cubicBezTo>
                  <a:cubicBezTo>
                    <a:pt x="500" y="525"/>
                    <a:pt x="498" y="524"/>
                    <a:pt x="505" y="519"/>
                  </a:cubicBezTo>
                  <a:cubicBezTo>
                    <a:pt x="508" y="516"/>
                    <a:pt x="508" y="516"/>
                    <a:pt x="507" y="516"/>
                  </a:cubicBezTo>
                  <a:cubicBezTo>
                    <a:pt x="506" y="516"/>
                    <a:pt x="501" y="518"/>
                    <a:pt x="496" y="520"/>
                  </a:cubicBezTo>
                  <a:cubicBezTo>
                    <a:pt x="489" y="523"/>
                    <a:pt x="485" y="524"/>
                    <a:pt x="484" y="524"/>
                  </a:cubicBezTo>
                  <a:cubicBezTo>
                    <a:pt x="483" y="524"/>
                    <a:pt x="487" y="522"/>
                    <a:pt x="495" y="517"/>
                  </a:cubicBezTo>
                  <a:cubicBezTo>
                    <a:pt x="502" y="513"/>
                    <a:pt x="503" y="511"/>
                    <a:pt x="501" y="511"/>
                  </a:cubicBezTo>
                  <a:cubicBezTo>
                    <a:pt x="498" y="511"/>
                    <a:pt x="492" y="513"/>
                    <a:pt x="485" y="517"/>
                  </a:cubicBezTo>
                  <a:cubicBezTo>
                    <a:pt x="477" y="522"/>
                    <a:pt x="473" y="524"/>
                    <a:pt x="473" y="524"/>
                  </a:cubicBezTo>
                  <a:cubicBezTo>
                    <a:pt x="473" y="524"/>
                    <a:pt x="474" y="523"/>
                    <a:pt x="477" y="521"/>
                  </a:cubicBezTo>
                  <a:cubicBezTo>
                    <a:pt x="484" y="516"/>
                    <a:pt x="484" y="515"/>
                    <a:pt x="484" y="515"/>
                  </a:cubicBezTo>
                  <a:cubicBezTo>
                    <a:pt x="483" y="514"/>
                    <a:pt x="483" y="513"/>
                    <a:pt x="489" y="508"/>
                  </a:cubicBezTo>
                  <a:cubicBezTo>
                    <a:pt x="489" y="508"/>
                    <a:pt x="489" y="508"/>
                    <a:pt x="489" y="508"/>
                  </a:cubicBezTo>
                  <a:cubicBezTo>
                    <a:pt x="488" y="508"/>
                    <a:pt x="486" y="509"/>
                    <a:pt x="480" y="511"/>
                  </a:cubicBezTo>
                  <a:cubicBezTo>
                    <a:pt x="477" y="512"/>
                    <a:pt x="474" y="513"/>
                    <a:pt x="473" y="513"/>
                  </a:cubicBezTo>
                  <a:cubicBezTo>
                    <a:pt x="469" y="513"/>
                    <a:pt x="474" y="507"/>
                    <a:pt x="484" y="499"/>
                  </a:cubicBezTo>
                  <a:lnTo>
                    <a:pt x="484" y="499"/>
                  </a:lnTo>
                  <a:lnTo>
                    <a:pt x="476" y="503"/>
                  </a:lnTo>
                  <a:cubicBezTo>
                    <a:pt x="467" y="507"/>
                    <a:pt x="461" y="511"/>
                    <a:pt x="460" y="511"/>
                  </a:cubicBezTo>
                  <a:cubicBezTo>
                    <a:pt x="460" y="511"/>
                    <a:pt x="462" y="509"/>
                    <a:pt x="468" y="505"/>
                  </a:cubicBezTo>
                  <a:cubicBezTo>
                    <a:pt x="471" y="503"/>
                    <a:pt x="473" y="502"/>
                    <a:pt x="475" y="501"/>
                  </a:cubicBezTo>
                  <a:lnTo>
                    <a:pt x="475" y="501"/>
                  </a:lnTo>
                  <a:cubicBezTo>
                    <a:pt x="471" y="503"/>
                    <a:pt x="468" y="504"/>
                    <a:pt x="467" y="504"/>
                  </a:cubicBezTo>
                  <a:cubicBezTo>
                    <a:pt x="464" y="504"/>
                    <a:pt x="469" y="498"/>
                    <a:pt x="479" y="490"/>
                  </a:cubicBezTo>
                  <a:cubicBezTo>
                    <a:pt x="486" y="486"/>
                    <a:pt x="486" y="486"/>
                    <a:pt x="486" y="485"/>
                  </a:cubicBezTo>
                  <a:lnTo>
                    <a:pt x="486" y="485"/>
                  </a:lnTo>
                  <a:lnTo>
                    <a:pt x="478" y="490"/>
                  </a:lnTo>
                  <a:cubicBezTo>
                    <a:pt x="472" y="494"/>
                    <a:pt x="466" y="499"/>
                    <a:pt x="464" y="499"/>
                  </a:cubicBezTo>
                  <a:cubicBezTo>
                    <a:pt x="464" y="499"/>
                    <a:pt x="464" y="498"/>
                    <a:pt x="464" y="498"/>
                  </a:cubicBezTo>
                  <a:cubicBezTo>
                    <a:pt x="464" y="497"/>
                    <a:pt x="463" y="496"/>
                    <a:pt x="470" y="492"/>
                  </a:cubicBezTo>
                  <a:cubicBezTo>
                    <a:pt x="475" y="487"/>
                    <a:pt x="479" y="483"/>
                    <a:pt x="479" y="483"/>
                  </a:cubicBezTo>
                  <a:lnTo>
                    <a:pt x="479" y="483"/>
                  </a:lnTo>
                  <a:cubicBezTo>
                    <a:pt x="479" y="483"/>
                    <a:pt x="478" y="484"/>
                    <a:pt x="476" y="485"/>
                  </a:cubicBezTo>
                  <a:cubicBezTo>
                    <a:pt x="476" y="485"/>
                    <a:pt x="475" y="484"/>
                    <a:pt x="482" y="478"/>
                  </a:cubicBezTo>
                  <a:cubicBezTo>
                    <a:pt x="482" y="477"/>
                    <a:pt x="480" y="476"/>
                    <a:pt x="479" y="475"/>
                  </a:cubicBezTo>
                  <a:cubicBezTo>
                    <a:pt x="477" y="476"/>
                    <a:pt x="475" y="476"/>
                    <a:pt x="474" y="476"/>
                  </a:cubicBezTo>
                  <a:cubicBezTo>
                    <a:pt x="472" y="476"/>
                    <a:pt x="473" y="474"/>
                    <a:pt x="478" y="471"/>
                  </a:cubicBezTo>
                  <a:cubicBezTo>
                    <a:pt x="478" y="471"/>
                    <a:pt x="478" y="471"/>
                    <a:pt x="477" y="471"/>
                  </a:cubicBezTo>
                  <a:cubicBezTo>
                    <a:pt x="475" y="471"/>
                    <a:pt x="473" y="471"/>
                    <a:pt x="469" y="474"/>
                  </a:cubicBezTo>
                  <a:cubicBezTo>
                    <a:pt x="468" y="471"/>
                    <a:pt x="467" y="470"/>
                    <a:pt x="475" y="466"/>
                  </a:cubicBezTo>
                  <a:cubicBezTo>
                    <a:pt x="478" y="463"/>
                    <a:pt x="480" y="462"/>
                    <a:pt x="480" y="462"/>
                  </a:cubicBezTo>
                  <a:lnTo>
                    <a:pt x="480" y="462"/>
                  </a:lnTo>
                  <a:cubicBezTo>
                    <a:pt x="479" y="462"/>
                    <a:pt x="477" y="463"/>
                    <a:pt x="474" y="465"/>
                  </a:cubicBezTo>
                  <a:cubicBezTo>
                    <a:pt x="469" y="468"/>
                    <a:pt x="467" y="468"/>
                    <a:pt x="466" y="468"/>
                  </a:cubicBezTo>
                  <a:cubicBezTo>
                    <a:pt x="466" y="468"/>
                    <a:pt x="466" y="468"/>
                    <a:pt x="466" y="468"/>
                  </a:cubicBezTo>
                  <a:lnTo>
                    <a:pt x="465" y="466"/>
                  </a:lnTo>
                  <a:cubicBezTo>
                    <a:pt x="460" y="469"/>
                    <a:pt x="458" y="470"/>
                    <a:pt x="457" y="470"/>
                  </a:cubicBezTo>
                  <a:cubicBezTo>
                    <a:pt x="457" y="470"/>
                    <a:pt x="457" y="470"/>
                    <a:pt x="457" y="469"/>
                  </a:cubicBezTo>
                  <a:cubicBezTo>
                    <a:pt x="456" y="468"/>
                    <a:pt x="461" y="461"/>
                    <a:pt x="461" y="460"/>
                  </a:cubicBezTo>
                  <a:cubicBezTo>
                    <a:pt x="460" y="459"/>
                    <a:pt x="460" y="458"/>
                    <a:pt x="459" y="458"/>
                  </a:cubicBezTo>
                  <a:cubicBezTo>
                    <a:pt x="458" y="458"/>
                    <a:pt x="456" y="459"/>
                    <a:pt x="452" y="462"/>
                  </a:cubicBezTo>
                  <a:cubicBezTo>
                    <a:pt x="453" y="463"/>
                    <a:pt x="451" y="465"/>
                    <a:pt x="450" y="465"/>
                  </a:cubicBezTo>
                  <a:cubicBezTo>
                    <a:pt x="449" y="465"/>
                    <a:pt x="450" y="464"/>
                    <a:pt x="452" y="461"/>
                  </a:cubicBezTo>
                  <a:cubicBezTo>
                    <a:pt x="451" y="460"/>
                    <a:pt x="457" y="453"/>
                    <a:pt x="455" y="450"/>
                  </a:cubicBezTo>
                  <a:cubicBezTo>
                    <a:pt x="454" y="449"/>
                    <a:pt x="453" y="448"/>
                    <a:pt x="452" y="448"/>
                  </a:cubicBezTo>
                  <a:cubicBezTo>
                    <a:pt x="451" y="448"/>
                    <a:pt x="449" y="449"/>
                    <a:pt x="446" y="451"/>
                  </a:cubicBezTo>
                  <a:cubicBezTo>
                    <a:pt x="439" y="456"/>
                    <a:pt x="436" y="458"/>
                    <a:pt x="435" y="458"/>
                  </a:cubicBezTo>
                  <a:cubicBezTo>
                    <a:pt x="435" y="458"/>
                    <a:pt x="438" y="455"/>
                    <a:pt x="446" y="450"/>
                  </a:cubicBezTo>
                  <a:cubicBezTo>
                    <a:pt x="454" y="443"/>
                    <a:pt x="457" y="440"/>
                    <a:pt x="455" y="440"/>
                  </a:cubicBezTo>
                  <a:cubicBezTo>
                    <a:pt x="455" y="440"/>
                    <a:pt x="453" y="441"/>
                    <a:pt x="450" y="442"/>
                  </a:cubicBezTo>
                  <a:cubicBezTo>
                    <a:pt x="443" y="446"/>
                    <a:pt x="443" y="446"/>
                    <a:pt x="442" y="446"/>
                  </a:cubicBezTo>
                  <a:cubicBezTo>
                    <a:pt x="447" y="442"/>
                    <a:pt x="448" y="440"/>
                    <a:pt x="447" y="440"/>
                  </a:cubicBezTo>
                  <a:cubicBezTo>
                    <a:pt x="446" y="440"/>
                    <a:pt x="444" y="441"/>
                    <a:pt x="441" y="442"/>
                  </a:cubicBezTo>
                  <a:cubicBezTo>
                    <a:pt x="440" y="441"/>
                    <a:pt x="440" y="441"/>
                    <a:pt x="447" y="437"/>
                  </a:cubicBezTo>
                  <a:cubicBezTo>
                    <a:pt x="447" y="437"/>
                    <a:pt x="447" y="436"/>
                    <a:pt x="446" y="434"/>
                  </a:cubicBezTo>
                  <a:cubicBezTo>
                    <a:pt x="442" y="436"/>
                    <a:pt x="440" y="437"/>
                    <a:pt x="438" y="437"/>
                  </a:cubicBezTo>
                  <a:cubicBezTo>
                    <a:pt x="433" y="437"/>
                    <a:pt x="436" y="430"/>
                    <a:pt x="441" y="425"/>
                  </a:cubicBezTo>
                  <a:cubicBezTo>
                    <a:pt x="441" y="425"/>
                    <a:pt x="441" y="425"/>
                    <a:pt x="441" y="425"/>
                  </a:cubicBezTo>
                  <a:cubicBezTo>
                    <a:pt x="440" y="425"/>
                    <a:pt x="437" y="426"/>
                    <a:pt x="432" y="429"/>
                  </a:cubicBezTo>
                  <a:cubicBezTo>
                    <a:pt x="426" y="432"/>
                    <a:pt x="422" y="434"/>
                    <a:pt x="421" y="434"/>
                  </a:cubicBezTo>
                  <a:cubicBezTo>
                    <a:pt x="420" y="434"/>
                    <a:pt x="424" y="431"/>
                    <a:pt x="431" y="427"/>
                  </a:cubicBezTo>
                  <a:cubicBezTo>
                    <a:pt x="439" y="422"/>
                    <a:pt x="442" y="420"/>
                    <a:pt x="442" y="420"/>
                  </a:cubicBezTo>
                  <a:lnTo>
                    <a:pt x="442" y="420"/>
                  </a:lnTo>
                  <a:cubicBezTo>
                    <a:pt x="442" y="420"/>
                    <a:pt x="438" y="422"/>
                    <a:pt x="431" y="425"/>
                  </a:cubicBezTo>
                  <a:cubicBezTo>
                    <a:pt x="429" y="427"/>
                    <a:pt x="428" y="427"/>
                    <a:pt x="426" y="427"/>
                  </a:cubicBezTo>
                  <a:cubicBezTo>
                    <a:pt x="423" y="427"/>
                    <a:pt x="424" y="422"/>
                    <a:pt x="436" y="416"/>
                  </a:cubicBezTo>
                  <a:lnTo>
                    <a:pt x="449" y="406"/>
                  </a:lnTo>
                  <a:lnTo>
                    <a:pt x="449" y="406"/>
                  </a:lnTo>
                  <a:cubicBezTo>
                    <a:pt x="444" y="409"/>
                    <a:pt x="442" y="410"/>
                    <a:pt x="441" y="410"/>
                  </a:cubicBezTo>
                  <a:cubicBezTo>
                    <a:pt x="441" y="410"/>
                    <a:pt x="441" y="410"/>
                    <a:pt x="441" y="410"/>
                  </a:cubicBezTo>
                  <a:cubicBezTo>
                    <a:pt x="438" y="412"/>
                    <a:pt x="436" y="413"/>
                    <a:pt x="435" y="413"/>
                  </a:cubicBezTo>
                  <a:cubicBezTo>
                    <a:pt x="433" y="413"/>
                    <a:pt x="433" y="412"/>
                    <a:pt x="432" y="410"/>
                  </a:cubicBezTo>
                  <a:cubicBezTo>
                    <a:pt x="431" y="409"/>
                    <a:pt x="421" y="409"/>
                    <a:pt x="420" y="407"/>
                  </a:cubicBezTo>
                  <a:cubicBezTo>
                    <a:pt x="419" y="405"/>
                    <a:pt x="418" y="402"/>
                    <a:pt x="423" y="396"/>
                  </a:cubicBezTo>
                  <a:cubicBezTo>
                    <a:pt x="423" y="396"/>
                    <a:pt x="423" y="396"/>
                    <a:pt x="422" y="396"/>
                  </a:cubicBezTo>
                  <a:cubicBezTo>
                    <a:pt x="421" y="396"/>
                    <a:pt x="419" y="396"/>
                    <a:pt x="414" y="397"/>
                  </a:cubicBezTo>
                  <a:cubicBezTo>
                    <a:pt x="411" y="399"/>
                    <a:pt x="409" y="399"/>
                    <a:pt x="408" y="399"/>
                  </a:cubicBezTo>
                  <a:cubicBezTo>
                    <a:pt x="407" y="399"/>
                    <a:pt x="408" y="398"/>
                    <a:pt x="413" y="394"/>
                  </a:cubicBezTo>
                  <a:lnTo>
                    <a:pt x="412" y="394"/>
                  </a:lnTo>
                  <a:cubicBezTo>
                    <a:pt x="408" y="395"/>
                    <a:pt x="406" y="395"/>
                    <a:pt x="405" y="395"/>
                  </a:cubicBezTo>
                  <a:cubicBezTo>
                    <a:pt x="403" y="395"/>
                    <a:pt x="403" y="395"/>
                    <a:pt x="403" y="395"/>
                  </a:cubicBezTo>
                  <a:cubicBezTo>
                    <a:pt x="408" y="392"/>
                    <a:pt x="414" y="387"/>
                    <a:pt x="412" y="387"/>
                  </a:cubicBezTo>
                  <a:cubicBezTo>
                    <a:pt x="411" y="387"/>
                    <a:pt x="410" y="388"/>
                    <a:pt x="409" y="388"/>
                  </a:cubicBezTo>
                  <a:cubicBezTo>
                    <a:pt x="405" y="391"/>
                    <a:pt x="403" y="392"/>
                    <a:pt x="402" y="392"/>
                  </a:cubicBezTo>
                  <a:cubicBezTo>
                    <a:pt x="402" y="392"/>
                    <a:pt x="401" y="392"/>
                    <a:pt x="401" y="391"/>
                  </a:cubicBezTo>
                  <a:cubicBezTo>
                    <a:pt x="406" y="384"/>
                    <a:pt x="390" y="355"/>
                    <a:pt x="382" y="355"/>
                  </a:cubicBezTo>
                  <a:cubicBezTo>
                    <a:pt x="382" y="355"/>
                    <a:pt x="381" y="356"/>
                    <a:pt x="381" y="356"/>
                  </a:cubicBezTo>
                  <a:lnTo>
                    <a:pt x="378" y="354"/>
                  </a:lnTo>
                  <a:lnTo>
                    <a:pt x="377" y="350"/>
                  </a:lnTo>
                  <a:cubicBezTo>
                    <a:pt x="387" y="344"/>
                    <a:pt x="384" y="342"/>
                    <a:pt x="379" y="342"/>
                  </a:cubicBezTo>
                  <a:cubicBezTo>
                    <a:pt x="377" y="342"/>
                    <a:pt x="375" y="342"/>
                    <a:pt x="373" y="342"/>
                  </a:cubicBezTo>
                  <a:cubicBezTo>
                    <a:pt x="368" y="345"/>
                    <a:pt x="366" y="346"/>
                    <a:pt x="365" y="346"/>
                  </a:cubicBezTo>
                  <a:cubicBezTo>
                    <a:pt x="364" y="346"/>
                    <a:pt x="364" y="345"/>
                    <a:pt x="364" y="345"/>
                  </a:cubicBezTo>
                  <a:cubicBezTo>
                    <a:pt x="375" y="337"/>
                    <a:pt x="376" y="334"/>
                    <a:pt x="372" y="334"/>
                  </a:cubicBezTo>
                  <a:cubicBezTo>
                    <a:pt x="371" y="334"/>
                    <a:pt x="370" y="334"/>
                    <a:pt x="368" y="335"/>
                  </a:cubicBezTo>
                  <a:cubicBezTo>
                    <a:pt x="361" y="339"/>
                    <a:pt x="357" y="341"/>
                    <a:pt x="356" y="341"/>
                  </a:cubicBezTo>
                  <a:cubicBezTo>
                    <a:pt x="356" y="341"/>
                    <a:pt x="359" y="338"/>
                    <a:pt x="367" y="333"/>
                  </a:cubicBezTo>
                  <a:cubicBezTo>
                    <a:pt x="374" y="328"/>
                    <a:pt x="377" y="325"/>
                    <a:pt x="375" y="325"/>
                  </a:cubicBezTo>
                  <a:cubicBezTo>
                    <a:pt x="374" y="325"/>
                    <a:pt x="368" y="328"/>
                    <a:pt x="357" y="333"/>
                  </a:cubicBezTo>
                  <a:cubicBezTo>
                    <a:pt x="353" y="336"/>
                    <a:pt x="351" y="337"/>
                    <a:pt x="351" y="337"/>
                  </a:cubicBezTo>
                  <a:cubicBezTo>
                    <a:pt x="351" y="337"/>
                    <a:pt x="352" y="335"/>
                    <a:pt x="356" y="332"/>
                  </a:cubicBezTo>
                  <a:cubicBezTo>
                    <a:pt x="364" y="325"/>
                    <a:pt x="367" y="322"/>
                    <a:pt x="367" y="322"/>
                  </a:cubicBezTo>
                  <a:lnTo>
                    <a:pt x="367" y="322"/>
                  </a:lnTo>
                  <a:cubicBezTo>
                    <a:pt x="366" y="322"/>
                    <a:pt x="365" y="323"/>
                    <a:pt x="362" y="326"/>
                  </a:cubicBezTo>
                  <a:cubicBezTo>
                    <a:pt x="355" y="329"/>
                    <a:pt x="352" y="331"/>
                    <a:pt x="351" y="331"/>
                  </a:cubicBezTo>
                  <a:cubicBezTo>
                    <a:pt x="350" y="331"/>
                    <a:pt x="353" y="328"/>
                    <a:pt x="360" y="322"/>
                  </a:cubicBezTo>
                  <a:cubicBezTo>
                    <a:pt x="368" y="316"/>
                    <a:pt x="371" y="313"/>
                    <a:pt x="370" y="313"/>
                  </a:cubicBezTo>
                  <a:cubicBezTo>
                    <a:pt x="369" y="313"/>
                    <a:pt x="365" y="315"/>
                    <a:pt x="358" y="319"/>
                  </a:cubicBezTo>
                  <a:cubicBezTo>
                    <a:pt x="352" y="322"/>
                    <a:pt x="349" y="324"/>
                    <a:pt x="347" y="324"/>
                  </a:cubicBezTo>
                  <a:cubicBezTo>
                    <a:pt x="344" y="324"/>
                    <a:pt x="347" y="320"/>
                    <a:pt x="355" y="313"/>
                  </a:cubicBezTo>
                  <a:cubicBezTo>
                    <a:pt x="355" y="312"/>
                    <a:pt x="358" y="310"/>
                    <a:pt x="357" y="310"/>
                  </a:cubicBezTo>
                  <a:lnTo>
                    <a:pt x="357" y="310"/>
                  </a:lnTo>
                  <a:cubicBezTo>
                    <a:pt x="357" y="310"/>
                    <a:pt x="356" y="310"/>
                    <a:pt x="354" y="312"/>
                  </a:cubicBezTo>
                  <a:lnTo>
                    <a:pt x="360" y="305"/>
                  </a:lnTo>
                  <a:lnTo>
                    <a:pt x="359" y="304"/>
                  </a:lnTo>
                  <a:lnTo>
                    <a:pt x="353" y="309"/>
                  </a:lnTo>
                  <a:cubicBezTo>
                    <a:pt x="351" y="308"/>
                    <a:pt x="356" y="298"/>
                    <a:pt x="351" y="291"/>
                  </a:cubicBezTo>
                  <a:cubicBezTo>
                    <a:pt x="347" y="283"/>
                    <a:pt x="345" y="280"/>
                    <a:pt x="342" y="280"/>
                  </a:cubicBezTo>
                  <a:cubicBezTo>
                    <a:pt x="341" y="280"/>
                    <a:pt x="339" y="281"/>
                    <a:pt x="337" y="283"/>
                  </a:cubicBezTo>
                  <a:cubicBezTo>
                    <a:pt x="331" y="288"/>
                    <a:pt x="327" y="290"/>
                    <a:pt x="326" y="290"/>
                  </a:cubicBezTo>
                  <a:cubicBezTo>
                    <a:pt x="325" y="290"/>
                    <a:pt x="328" y="287"/>
                    <a:pt x="336" y="282"/>
                  </a:cubicBezTo>
                  <a:cubicBezTo>
                    <a:pt x="336" y="281"/>
                    <a:pt x="341" y="274"/>
                    <a:pt x="340" y="272"/>
                  </a:cubicBezTo>
                  <a:cubicBezTo>
                    <a:pt x="339" y="269"/>
                    <a:pt x="338" y="268"/>
                    <a:pt x="346" y="263"/>
                  </a:cubicBezTo>
                  <a:lnTo>
                    <a:pt x="345" y="262"/>
                  </a:lnTo>
                  <a:cubicBezTo>
                    <a:pt x="339" y="264"/>
                    <a:pt x="335" y="265"/>
                    <a:pt x="333" y="265"/>
                  </a:cubicBezTo>
                  <a:cubicBezTo>
                    <a:pt x="328" y="265"/>
                    <a:pt x="328" y="261"/>
                    <a:pt x="331" y="256"/>
                  </a:cubicBezTo>
                  <a:cubicBezTo>
                    <a:pt x="331" y="255"/>
                    <a:pt x="330" y="254"/>
                    <a:pt x="329" y="254"/>
                  </a:cubicBezTo>
                  <a:cubicBezTo>
                    <a:pt x="328" y="254"/>
                    <a:pt x="326" y="255"/>
                    <a:pt x="321" y="256"/>
                  </a:cubicBezTo>
                  <a:cubicBezTo>
                    <a:pt x="318" y="257"/>
                    <a:pt x="316" y="258"/>
                    <a:pt x="315" y="258"/>
                  </a:cubicBezTo>
                  <a:cubicBezTo>
                    <a:pt x="315" y="258"/>
                    <a:pt x="316" y="256"/>
                    <a:pt x="320" y="253"/>
                  </a:cubicBezTo>
                  <a:cubicBezTo>
                    <a:pt x="325" y="249"/>
                    <a:pt x="328" y="243"/>
                    <a:pt x="324" y="243"/>
                  </a:cubicBezTo>
                  <a:cubicBezTo>
                    <a:pt x="323" y="243"/>
                    <a:pt x="321" y="244"/>
                    <a:pt x="317" y="247"/>
                  </a:cubicBezTo>
                  <a:lnTo>
                    <a:pt x="322" y="241"/>
                  </a:lnTo>
                  <a:cubicBezTo>
                    <a:pt x="325" y="239"/>
                    <a:pt x="325" y="239"/>
                    <a:pt x="325" y="239"/>
                  </a:cubicBezTo>
                  <a:cubicBezTo>
                    <a:pt x="323" y="239"/>
                    <a:pt x="319" y="241"/>
                    <a:pt x="314" y="245"/>
                  </a:cubicBezTo>
                  <a:cubicBezTo>
                    <a:pt x="308" y="249"/>
                    <a:pt x="305" y="251"/>
                    <a:pt x="304" y="251"/>
                  </a:cubicBezTo>
                  <a:cubicBezTo>
                    <a:pt x="303" y="251"/>
                    <a:pt x="308" y="247"/>
                    <a:pt x="320" y="238"/>
                  </a:cubicBezTo>
                  <a:cubicBezTo>
                    <a:pt x="329" y="232"/>
                    <a:pt x="332" y="229"/>
                    <a:pt x="332" y="229"/>
                  </a:cubicBezTo>
                  <a:lnTo>
                    <a:pt x="332" y="229"/>
                  </a:lnTo>
                  <a:cubicBezTo>
                    <a:pt x="332" y="229"/>
                    <a:pt x="330" y="230"/>
                    <a:pt x="327" y="232"/>
                  </a:cubicBezTo>
                  <a:cubicBezTo>
                    <a:pt x="322" y="235"/>
                    <a:pt x="318" y="237"/>
                    <a:pt x="316" y="237"/>
                  </a:cubicBezTo>
                  <a:cubicBezTo>
                    <a:pt x="315" y="237"/>
                    <a:pt x="316" y="236"/>
                    <a:pt x="318" y="234"/>
                  </a:cubicBezTo>
                  <a:cubicBezTo>
                    <a:pt x="318" y="233"/>
                    <a:pt x="318" y="233"/>
                    <a:pt x="317" y="233"/>
                  </a:cubicBezTo>
                  <a:cubicBezTo>
                    <a:pt x="316" y="233"/>
                    <a:pt x="313" y="235"/>
                    <a:pt x="303" y="241"/>
                  </a:cubicBezTo>
                  <a:cubicBezTo>
                    <a:pt x="299" y="244"/>
                    <a:pt x="297" y="245"/>
                    <a:pt x="296" y="245"/>
                  </a:cubicBezTo>
                  <a:cubicBezTo>
                    <a:pt x="295" y="245"/>
                    <a:pt x="295" y="244"/>
                    <a:pt x="294" y="244"/>
                  </a:cubicBezTo>
                  <a:cubicBezTo>
                    <a:pt x="299" y="240"/>
                    <a:pt x="304" y="238"/>
                    <a:pt x="309" y="236"/>
                  </a:cubicBezTo>
                  <a:lnTo>
                    <a:pt x="308" y="234"/>
                  </a:lnTo>
                  <a:cubicBezTo>
                    <a:pt x="308" y="232"/>
                    <a:pt x="313" y="226"/>
                    <a:pt x="321" y="221"/>
                  </a:cubicBezTo>
                  <a:cubicBezTo>
                    <a:pt x="324" y="219"/>
                    <a:pt x="325" y="217"/>
                    <a:pt x="325" y="217"/>
                  </a:cubicBezTo>
                  <a:lnTo>
                    <a:pt x="325" y="217"/>
                  </a:lnTo>
                  <a:cubicBezTo>
                    <a:pt x="324" y="217"/>
                    <a:pt x="321" y="220"/>
                    <a:pt x="313" y="226"/>
                  </a:cubicBezTo>
                  <a:cubicBezTo>
                    <a:pt x="304" y="232"/>
                    <a:pt x="300" y="234"/>
                    <a:pt x="299" y="234"/>
                  </a:cubicBezTo>
                  <a:cubicBezTo>
                    <a:pt x="298" y="234"/>
                    <a:pt x="298" y="233"/>
                    <a:pt x="298" y="232"/>
                  </a:cubicBezTo>
                  <a:cubicBezTo>
                    <a:pt x="298" y="231"/>
                    <a:pt x="296" y="230"/>
                    <a:pt x="303" y="226"/>
                  </a:cubicBezTo>
                  <a:cubicBezTo>
                    <a:pt x="311" y="221"/>
                    <a:pt x="311" y="221"/>
                    <a:pt x="310" y="219"/>
                  </a:cubicBezTo>
                  <a:cubicBezTo>
                    <a:pt x="310" y="219"/>
                    <a:pt x="309" y="219"/>
                    <a:pt x="309" y="219"/>
                  </a:cubicBezTo>
                  <a:cubicBezTo>
                    <a:pt x="304" y="219"/>
                    <a:pt x="284" y="229"/>
                    <a:pt x="271" y="236"/>
                  </a:cubicBezTo>
                  <a:cubicBezTo>
                    <a:pt x="264" y="241"/>
                    <a:pt x="260" y="243"/>
                    <a:pt x="260" y="243"/>
                  </a:cubicBezTo>
                  <a:cubicBezTo>
                    <a:pt x="259" y="243"/>
                    <a:pt x="263" y="240"/>
                    <a:pt x="270" y="235"/>
                  </a:cubicBezTo>
                  <a:cubicBezTo>
                    <a:pt x="276" y="230"/>
                    <a:pt x="276" y="229"/>
                    <a:pt x="275" y="228"/>
                  </a:cubicBezTo>
                  <a:cubicBezTo>
                    <a:pt x="280" y="226"/>
                    <a:pt x="281" y="225"/>
                    <a:pt x="283" y="225"/>
                  </a:cubicBezTo>
                  <a:cubicBezTo>
                    <a:pt x="283" y="225"/>
                    <a:pt x="284" y="225"/>
                    <a:pt x="284" y="226"/>
                  </a:cubicBezTo>
                  <a:lnTo>
                    <a:pt x="291" y="221"/>
                  </a:lnTo>
                  <a:cubicBezTo>
                    <a:pt x="298" y="215"/>
                    <a:pt x="302" y="212"/>
                    <a:pt x="301" y="212"/>
                  </a:cubicBezTo>
                  <a:cubicBezTo>
                    <a:pt x="300" y="212"/>
                    <a:pt x="296" y="214"/>
                    <a:pt x="289" y="218"/>
                  </a:cubicBezTo>
                  <a:cubicBezTo>
                    <a:pt x="286" y="219"/>
                    <a:pt x="284" y="220"/>
                    <a:pt x="284" y="220"/>
                  </a:cubicBezTo>
                  <a:cubicBezTo>
                    <a:pt x="283" y="220"/>
                    <a:pt x="284" y="219"/>
                    <a:pt x="288" y="216"/>
                  </a:cubicBezTo>
                  <a:cubicBezTo>
                    <a:pt x="293" y="211"/>
                    <a:pt x="298" y="207"/>
                    <a:pt x="297" y="207"/>
                  </a:cubicBezTo>
                  <a:lnTo>
                    <a:pt x="297" y="207"/>
                  </a:lnTo>
                  <a:cubicBezTo>
                    <a:pt x="297" y="207"/>
                    <a:pt x="296" y="208"/>
                    <a:pt x="294" y="209"/>
                  </a:cubicBezTo>
                  <a:cubicBezTo>
                    <a:pt x="294" y="209"/>
                    <a:pt x="293" y="208"/>
                    <a:pt x="300" y="202"/>
                  </a:cubicBezTo>
                  <a:cubicBezTo>
                    <a:pt x="299" y="201"/>
                    <a:pt x="299" y="200"/>
                    <a:pt x="297" y="200"/>
                  </a:cubicBezTo>
                  <a:cubicBezTo>
                    <a:pt x="296" y="200"/>
                    <a:pt x="294" y="201"/>
                    <a:pt x="291" y="203"/>
                  </a:cubicBezTo>
                  <a:cubicBezTo>
                    <a:pt x="286" y="206"/>
                    <a:pt x="284" y="207"/>
                    <a:pt x="283" y="207"/>
                  </a:cubicBezTo>
                  <a:cubicBezTo>
                    <a:pt x="283" y="207"/>
                    <a:pt x="282" y="207"/>
                    <a:pt x="282" y="207"/>
                  </a:cubicBezTo>
                  <a:cubicBezTo>
                    <a:pt x="282" y="206"/>
                    <a:pt x="282" y="206"/>
                    <a:pt x="281" y="206"/>
                  </a:cubicBezTo>
                  <a:cubicBezTo>
                    <a:pt x="280" y="206"/>
                    <a:pt x="278" y="206"/>
                    <a:pt x="274" y="209"/>
                  </a:cubicBezTo>
                  <a:cubicBezTo>
                    <a:pt x="269" y="213"/>
                    <a:pt x="262" y="216"/>
                    <a:pt x="260" y="216"/>
                  </a:cubicBezTo>
                  <a:cubicBezTo>
                    <a:pt x="259" y="216"/>
                    <a:pt x="259" y="216"/>
                    <a:pt x="258" y="216"/>
                  </a:cubicBezTo>
                  <a:cubicBezTo>
                    <a:pt x="255" y="217"/>
                    <a:pt x="253" y="218"/>
                    <a:pt x="252" y="218"/>
                  </a:cubicBezTo>
                  <a:cubicBezTo>
                    <a:pt x="251" y="218"/>
                    <a:pt x="255" y="215"/>
                    <a:pt x="264" y="208"/>
                  </a:cubicBezTo>
                  <a:cubicBezTo>
                    <a:pt x="271" y="203"/>
                    <a:pt x="270" y="202"/>
                    <a:pt x="270" y="201"/>
                  </a:cubicBezTo>
                  <a:cubicBezTo>
                    <a:pt x="270" y="201"/>
                    <a:pt x="268" y="200"/>
                    <a:pt x="275" y="194"/>
                  </a:cubicBezTo>
                  <a:cubicBezTo>
                    <a:pt x="277" y="193"/>
                    <a:pt x="278" y="192"/>
                    <a:pt x="278" y="192"/>
                  </a:cubicBezTo>
                  <a:lnTo>
                    <a:pt x="278" y="192"/>
                  </a:lnTo>
                  <a:cubicBezTo>
                    <a:pt x="277" y="192"/>
                    <a:pt x="273" y="195"/>
                    <a:pt x="267" y="199"/>
                  </a:cubicBezTo>
                  <a:lnTo>
                    <a:pt x="254" y="208"/>
                  </a:lnTo>
                  <a:cubicBezTo>
                    <a:pt x="259" y="202"/>
                    <a:pt x="266" y="197"/>
                    <a:pt x="274" y="192"/>
                  </a:cubicBezTo>
                  <a:cubicBezTo>
                    <a:pt x="281" y="186"/>
                    <a:pt x="284" y="184"/>
                    <a:pt x="284" y="184"/>
                  </a:cubicBezTo>
                  <a:lnTo>
                    <a:pt x="284" y="184"/>
                  </a:lnTo>
                  <a:cubicBezTo>
                    <a:pt x="284" y="184"/>
                    <a:pt x="280" y="186"/>
                    <a:pt x="273" y="191"/>
                  </a:cubicBezTo>
                  <a:cubicBezTo>
                    <a:pt x="269" y="194"/>
                    <a:pt x="265" y="196"/>
                    <a:pt x="263" y="196"/>
                  </a:cubicBezTo>
                  <a:cubicBezTo>
                    <a:pt x="262" y="196"/>
                    <a:pt x="262" y="195"/>
                    <a:pt x="264" y="192"/>
                  </a:cubicBezTo>
                  <a:cubicBezTo>
                    <a:pt x="263" y="191"/>
                    <a:pt x="262" y="189"/>
                    <a:pt x="270" y="184"/>
                  </a:cubicBezTo>
                  <a:cubicBezTo>
                    <a:pt x="272" y="182"/>
                    <a:pt x="272" y="181"/>
                    <a:pt x="271" y="181"/>
                  </a:cubicBezTo>
                  <a:cubicBezTo>
                    <a:pt x="270" y="181"/>
                    <a:pt x="268" y="182"/>
                    <a:pt x="268" y="182"/>
                  </a:cubicBezTo>
                  <a:cubicBezTo>
                    <a:pt x="265" y="183"/>
                    <a:pt x="263" y="184"/>
                    <a:pt x="262" y="184"/>
                  </a:cubicBezTo>
                  <a:cubicBezTo>
                    <a:pt x="261" y="184"/>
                    <a:pt x="262" y="182"/>
                    <a:pt x="265" y="178"/>
                  </a:cubicBezTo>
                  <a:cubicBezTo>
                    <a:pt x="271" y="169"/>
                    <a:pt x="274" y="166"/>
                    <a:pt x="273" y="166"/>
                  </a:cubicBezTo>
                  <a:cubicBezTo>
                    <a:pt x="272" y="166"/>
                    <a:pt x="269" y="168"/>
                    <a:pt x="263" y="172"/>
                  </a:cubicBezTo>
                  <a:cubicBezTo>
                    <a:pt x="258" y="175"/>
                    <a:pt x="254" y="178"/>
                    <a:pt x="254" y="178"/>
                  </a:cubicBezTo>
                  <a:cubicBezTo>
                    <a:pt x="254" y="178"/>
                    <a:pt x="256" y="176"/>
                    <a:pt x="262" y="172"/>
                  </a:cubicBezTo>
                  <a:cubicBezTo>
                    <a:pt x="264" y="169"/>
                    <a:pt x="265" y="168"/>
                    <a:pt x="264" y="168"/>
                  </a:cubicBezTo>
                  <a:cubicBezTo>
                    <a:pt x="262" y="168"/>
                    <a:pt x="258" y="171"/>
                    <a:pt x="253" y="172"/>
                  </a:cubicBezTo>
                  <a:cubicBezTo>
                    <a:pt x="243" y="178"/>
                    <a:pt x="233" y="183"/>
                    <a:pt x="224" y="190"/>
                  </a:cubicBezTo>
                  <a:cubicBezTo>
                    <a:pt x="216" y="195"/>
                    <a:pt x="212" y="198"/>
                    <a:pt x="211" y="198"/>
                  </a:cubicBezTo>
                  <a:cubicBezTo>
                    <a:pt x="211" y="198"/>
                    <a:pt x="213" y="196"/>
                    <a:pt x="216" y="193"/>
                  </a:cubicBezTo>
                  <a:cubicBezTo>
                    <a:pt x="215" y="192"/>
                    <a:pt x="221" y="186"/>
                    <a:pt x="228" y="182"/>
                  </a:cubicBezTo>
                  <a:cubicBezTo>
                    <a:pt x="234" y="178"/>
                    <a:pt x="235" y="177"/>
                    <a:pt x="236" y="177"/>
                  </a:cubicBezTo>
                  <a:cubicBezTo>
                    <a:pt x="236" y="177"/>
                    <a:pt x="236" y="178"/>
                    <a:pt x="236" y="178"/>
                  </a:cubicBezTo>
                  <a:lnTo>
                    <a:pt x="237" y="179"/>
                  </a:lnTo>
                  <a:cubicBezTo>
                    <a:pt x="244" y="174"/>
                    <a:pt x="250" y="170"/>
                    <a:pt x="249" y="167"/>
                  </a:cubicBezTo>
                  <a:cubicBezTo>
                    <a:pt x="253" y="164"/>
                    <a:pt x="255" y="162"/>
                    <a:pt x="254" y="162"/>
                  </a:cubicBezTo>
                  <a:cubicBezTo>
                    <a:pt x="253" y="162"/>
                    <a:pt x="251" y="163"/>
                    <a:pt x="248" y="165"/>
                  </a:cubicBezTo>
                  <a:cubicBezTo>
                    <a:pt x="255" y="160"/>
                    <a:pt x="254" y="157"/>
                    <a:pt x="253" y="156"/>
                  </a:cubicBezTo>
                  <a:cubicBezTo>
                    <a:pt x="252" y="154"/>
                    <a:pt x="249" y="151"/>
                    <a:pt x="256" y="145"/>
                  </a:cubicBezTo>
                  <a:cubicBezTo>
                    <a:pt x="256" y="144"/>
                    <a:pt x="255" y="144"/>
                    <a:pt x="254" y="144"/>
                  </a:cubicBezTo>
                  <a:cubicBezTo>
                    <a:pt x="253" y="144"/>
                    <a:pt x="251" y="145"/>
                    <a:pt x="247" y="147"/>
                  </a:cubicBezTo>
                  <a:cubicBezTo>
                    <a:pt x="240" y="152"/>
                    <a:pt x="236" y="154"/>
                    <a:pt x="235" y="154"/>
                  </a:cubicBezTo>
                  <a:cubicBezTo>
                    <a:pt x="235" y="154"/>
                    <a:pt x="236" y="153"/>
                    <a:pt x="239" y="151"/>
                  </a:cubicBezTo>
                  <a:cubicBezTo>
                    <a:pt x="251" y="142"/>
                    <a:pt x="253" y="129"/>
                    <a:pt x="245" y="129"/>
                  </a:cubicBezTo>
                  <a:cubicBezTo>
                    <a:pt x="243" y="129"/>
                    <a:pt x="241" y="130"/>
                    <a:pt x="238" y="132"/>
                  </a:cubicBezTo>
                  <a:lnTo>
                    <a:pt x="237" y="129"/>
                  </a:lnTo>
                  <a:cubicBezTo>
                    <a:pt x="241" y="124"/>
                    <a:pt x="240" y="119"/>
                    <a:pt x="236" y="119"/>
                  </a:cubicBezTo>
                  <a:cubicBezTo>
                    <a:pt x="235" y="119"/>
                    <a:pt x="234" y="120"/>
                    <a:pt x="233" y="120"/>
                  </a:cubicBezTo>
                  <a:lnTo>
                    <a:pt x="230" y="118"/>
                  </a:lnTo>
                  <a:cubicBezTo>
                    <a:pt x="234" y="114"/>
                    <a:pt x="235" y="112"/>
                    <a:pt x="234" y="112"/>
                  </a:cubicBezTo>
                  <a:cubicBezTo>
                    <a:pt x="233" y="112"/>
                    <a:pt x="231" y="112"/>
                    <a:pt x="228" y="114"/>
                  </a:cubicBezTo>
                  <a:cubicBezTo>
                    <a:pt x="223" y="117"/>
                    <a:pt x="218" y="120"/>
                    <a:pt x="217" y="120"/>
                  </a:cubicBezTo>
                  <a:cubicBezTo>
                    <a:pt x="217" y="120"/>
                    <a:pt x="218" y="119"/>
                    <a:pt x="220" y="118"/>
                  </a:cubicBezTo>
                  <a:cubicBezTo>
                    <a:pt x="228" y="114"/>
                    <a:pt x="226" y="111"/>
                    <a:pt x="224" y="107"/>
                  </a:cubicBezTo>
                  <a:cubicBezTo>
                    <a:pt x="223" y="105"/>
                    <a:pt x="222" y="105"/>
                    <a:pt x="221" y="105"/>
                  </a:cubicBezTo>
                  <a:cubicBezTo>
                    <a:pt x="220" y="105"/>
                    <a:pt x="219" y="106"/>
                    <a:pt x="216" y="109"/>
                  </a:cubicBezTo>
                  <a:cubicBezTo>
                    <a:pt x="215" y="109"/>
                    <a:pt x="214" y="109"/>
                    <a:pt x="213" y="109"/>
                  </a:cubicBezTo>
                  <a:cubicBezTo>
                    <a:pt x="207" y="109"/>
                    <a:pt x="214" y="104"/>
                    <a:pt x="220" y="100"/>
                  </a:cubicBezTo>
                  <a:cubicBezTo>
                    <a:pt x="227" y="96"/>
                    <a:pt x="231" y="94"/>
                    <a:pt x="230" y="94"/>
                  </a:cubicBezTo>
                  <a:cubicBezTo>
                    <a:pt x="229" y="94"/>
                    <a:pt x="223" y="97"/>
                    <a:pt x="212" y="103"/>
                  </a:cubicBezTo>
                  <a:cubicBezTo>
                    <a:pt x="205" y="107"/>
                    <a:pt x="201" y="109"/>
                    <a:pt x="199" y="109"/>
                  </a:cubicBezTo>
                  <a:cubicBezTo>
                    <a:pt x="198" y="109"/>
                    <a:pt x="199" y="107"/>
                    <a:pt x="203" y="105"/>
                  </a:cubicBezTo>
                  <a:cubicBezTo>
                    <a:pt x="207" y="102"/>
                    <a:pt x="209" y="101"/>
                    <a:pt x="210" y="101"/>
                  </a:cubicBezTo>
                  <a:cubicBezTo>
                    <a:pt x="211" y="101"/>
                    <a:pt x="211" y="102"/>
                    <a:pt x="211" y="102"/>
                  </a:cubicBezTo>
                  <a:lnTo>
                    <a:pt x="226" y="92"/>
                  </a:lnTo>
                  <a:cubicBezTo>
                    <a:pt x="225" y="92"/>
                    <a:pt x="225" y="92"/>
                    <a:pt x="225" y="92"/>
                  </a:cubicBezTo>
                  <a:cubicBezTo>
                    <a:pt x="224" y="92"/>
                    <a:pt x="222" y="93"/>
                    <a:pt x="217" y="96"/>
                  </a:cubicBezTo>
                  <a:cubicBezTo>
                    <a:pt x="217" y="96"/>
                    <a:pt x="217" y="95"/>
                    <a:pt x="216" y="95"/>
                  </a:cubicBezTo>
                  <a:cubicBezTo>
                    <a:pt x="216" y="95"/>
                    <a:pt x="214" y="96"/>
                    <a:pt x="209" y="98"/>
                  </a:cubicBezTo>
                  <a:cubicBezTo>
                    <a:pt x="201" y="102"/>
                    <a:pt x="194" y="107"/>
                    <a:pt x="188" y="112"/>
                  </a:cubicBezTo>
                  <a:cubicBezTo>
                    <a:pt x="184" y="116"/>
                    <a:pt x="182" y="117"/>
                    <a:pt x="181" y="117"/>
                  </a:cubicBezTo>
                  <a:cubicBezTo>
                    <a:pt x="181" y="117"/>
                    <a:pt x="180" y="116"/>
                    <a:pt x="180" y="116"/>
                  </a:cubicBezTo>
                  <a:cubicBezTo>
                    <a:pt x="185" y="110"/>
                    <a:pt x="193" y="105"/>
                    <a:pt x="201" y="101"/>
                  </a:cubicBezTo>
                  <a:cubicBezTo>
                    <a:pt x="201" y="101"/>
                    <a:pt x="201" y="101"/>
                    <a:pt x="201" y="101"/>
                  </a:cubicBezTo>
                  <a:cubicBezTo>
                    <a:pt x="202" y="101"/>
                    <a:pt x="209" y="96"/>
                    <a:pt x="216" y="92"/>
                  </a:cubicBezTo>
                  <a:cubicBezTo>
                    <a:pt x="218" y="91"/>
                    <a:pt x="218" y="90"/>
                    <a:pt x="217" y="90"/>
                  </a:cubicBezTo>
                  <a:cubicBezTo>
                    <a:pt x="214" y="90"/>
                    <a:pt x="202" y="95"/>
                    <a:pt x="191" y="101"/>
                  </a:cubicBezTo>
                  <a:lnTo>
                    <a:pt x="198" y="97"/>
                  </a:lnTo>
                  <a:cubicBezTo>
                    <a:pt x="204" y="91"/>
                    <a:pt x="203" y="90"/>
                    <a:pt x="202" y="88"/>
                  </a:cubicBezTo>
                  <a:cubicBezTo>
                    <a:pt x="202" y="87"/>
                    <a:pt x="201" y="86"/>
                    <a:pt x="200" y="86"/>
                  </a:cubicBezTo>
                  <a:cubicBezTo>
                    <a:pt x="199" y="86"/>
                    <a:pt x="198" y="87"/>
                    <a:pt x="194" y="89"/>
                  </a:cubicBezTo>
                  <a:cubicBezTo>
                    <a:pt x="187" y="94"/>
                    <a:pt x="181" y="98"/>
                    <a:pt x="179" y="98"/>
                  </a:cubicBezTo>
                  <a:cubicBezTo>
                    <a:pt x="179" y="98"/>
                    <a:pt x="179" y="98"/>
                    <a:pt x="179" y="98"/>
                  </a:cubicBezTo>
                  <a:lnTo>
                    <a:pt x="179" y="98"/>
                  </a:lnTo>
                  <a:cubicBezTo>
                    <a:pt x="180" y="99"/>
                    <a:pt x="173" y="103"/>
                    <a:pt x="165" y="108"/>
                  </a:cubicBezTo>
                  <a:cubicBezTo>
                    <a:pt x="170" y="103"/>
                    <a:pt x="173" y="100"/>
                    <a:pt x="178" y="96"/>
                  </a:cubicBezTo>
                  <a:cubicBezTo>
                    <a:pt x="191" y="84"/>
                    <a:pt x="197" y="78"/>
                    <a:pt x="194" y="74"/>
                  </a:cubicBezTo>
                  <a:cubicBezTo>
                    <a:pt x="193" y="72"/>
                    <a:pt x="192" y="69"/>
                    <a:pt x="199" y="63"/>
                  </a:cubicBezTo>
                  <a:cubicBezTo>
                    <a:pt x="198" y="62"/>
                    <a:pt x="197" y="62"/>
                    <a:pt x="197" y="62"/>
                  </a:cubicBezTo>
                  <a:cubicBezTo>
                    <a:pt x="195" y="62"/>
                    <a:pt x="194" y="63"/>
                    <a:pt x="190" y="65"/>
                  </a:cubicBezTo>
                  <a:lnTo>
                    <a:pt x="189" y="63"/>
                  </a:lnTo>
                  <a:cubicBezTo>
                    <a:pt x="192" y="60"/>
                    <a:pt x="193" y="57"/>
                    <a:pt x="192" y="57"/>
                  </a:cubicBezTo>
                  <a:cubicBezTo>
                    <a:pt x="191" y="57"/>
                    <a:pt x="189" y="58"/>
                    <a:pt x="187" y="60"/>
                  </a:cubicBezTo>
                  <a:cubicBezTo>
                    <a:pt x="184" y="61"/>
                    <a:pt x="183" y="61"/>
                    <a:pt x="183" y="61"/>
                  </a:cubicBezTo>
                  <a:cubicBezTo>
                    <a:pt x="182" y="61"/>
                    <a:pt x="185" y="58"/>
                    <a:pt x="185" y="57"/>
                  </a:cubicBezTo>
                  <a:cubicBezTo>
                    <a:pt x="191" y="52"/>
                    <a:pt x="194" y="49"/>
                    <a:pt x="194" y="49"/>
                  </a:cubicBezTo>
                  <a:lnTo>
                    <a:pt x="194" y="49"/>
                  </a:lnTo>
                  <a:cubicBezTo>
                    <a:pt x="193" y="49"/>
                    <a:pt x="188" y="53"/>
                    <a:pt x="178" y="61"/>
                  </a:cubicBezTo>
                  <a:cubicBezTo>
                    <a:pt x="170" y="65"/>
                    <a:pt x="164" y="72"/>
                    <a:pt x="165" y="73"/>
                  </a:cubicBezTo>
                  <a:lnTo>
                    <a:pt x="166" y="77"/>
                  </a:lnTo>
                  <a:lnTo>
                    <a:pt x="157" y="78"/>
                  </a:lnTo>
                  <a:cubicBezTo>
                    <a:pt x="152" y="79"/>
                    <a:pt x="146" y="81"/>
                    <a:pt x="142" y="84"/>
                  </a:cubicBezTo>
                  <a:cubicBezTo>
                    <a:pt x="142" y="84"/>
                    <a:pt x="135" y="89"/>
                    <a:pt x="134" y="89"/>
                  </a:cubicBezTo>
                  <a:lnTo>
                    <a:pt x="148" y="79"/>
                  </a:lnTo>
                  <a:cubicBezTo>
                    <a:pt x="156" y="75"/>
                    <a:pt x="163" y="71"/>
                    <a:pt x="170" y="65"/>
                  </a:cubicBezTo>
                  <a:cubicBezTo>
                    <a:pt x="180" y="59"/>
                    <a:pt x="185" y="53"/>
                    <a:pt x="183" y="53"/>
                  </a:cubicBezTo>
                  <a:cubicBezTo>
                    <a:pt x="182" y="53"/>
                    <a:pt x="180" y="54"/>
                    <a:pt x="175" y="57"/>
                  </a:cubicBezTo>
                  <a:cubicBezTo>
                    <a:pt x="174" y="56"/>
                    <a:pt x="174" y="56"/>
                    <a:pt x="181" y="51"/>
                  </a:cubicBezTo>
                  <a:cubicBezTo>
                    <a:pt x="184" y="49"/>
                    <a:pt x="186" y="47"/>
                    <a:pt x="185" y="47"/>
                  </a:cubicBezTo>
                  <a:cubicBezTo>
                    <a:pt x="184" y="47"/>
                    <a:pt x="181" y="49"/>
                    <a:pt x="173" y="53"/>
                  </a:cubicBezTo>
                  <a:cubicBezTo>
                    <a:pt x="166" y="57"/>
                    <a:pt x="163" y="59"/>
                    <a:pt x="162" y="59"/>
                  </a:cubicBezTo>
                  <a:cubicBezTo>
                    <a:pt x="161" y="59"/>
                    <a:pt x="164" y="56"/>
                    <a:pt x="171" y="51"/>
                  </a:cubicBezTo>
                  <a:cubicBezTo>
                    <a:pt x="181" y="42"/>
                    <a:pt x="182" y="38"/>
                    <a:pt x="179" y="38"/>
                  </a:cubicBezTo>
                  <a:cubicBezTo>
                    <a:pt x="178" y="38"/>
                    <a:pt x="176" y="38"/>
                    <a:pt x="174" y="40"/>
                  </a:cubicBezTo>
                  <a:cubicBezTo>
                    <a:pt x="168" y="44"/>
                    <a:pt x="164" y="46"/>
                    <a:pt x="162" y="46"/>
                  </a:cubicBezTo>
                  <a:cubicBezTo>
                    <a:pt x="161" y="46"/>
                    <a:pt x="162" y="44"/>
                    <a:pt x="165" y="41"/>
                  </a:cubicBezTo>
                  <a:cubicBezTo>
                    <a:pt x="169" y="37"/>
                    <a:pt x="171" y="35"/>
                    <a:pt x="169" y="35"/>
                  </a:cubicBezTo>
                  <a:cubicBezTo>
                    <a:pt x="168" y="35"/>
                    <a:pt x="167" y="36"/>
                    <a:pt x="164" y="37"/>
                  </a:cubicBezTo>
                  <a:cubicBezTo>
                    <a:pt x="169" y="34"/>
                    <a:pt x="175" y="30"/>
                    <a:pt x="173" y="30"/>
                  </a:cubicBezTo>
                  <a:cubicBezTo>
                    <a:pt x="172" y="30"/>
                    <a:pt x="171" y="30"/>
                    <a:pt x="170" y="31"/>
                  </a:cubicBezTo>
                  <a:cubicBezTo>
                    <a:pt x="170" y="31"/>
                    <a:pt x="169" y="31"/>
                    <a:pt x="162" y="36"/>
                  </a:cubicBezTo>
                  <a:lnTo>
                    <a:pt x="147" y="43"/>
                  </a:lnTo>
                  <a:cubicBezTo>
                    <a:pt x="147" y="44"/>
                    <a:pt x="141" y="49"/>
                    <a:pt x="134" y="54"/>
                  </a:cubicBezTo>
                  <a:cubicBezTo>
                    <a:pt x="132" y="55"/>
                    <a:pt x="131" y="55"/>
                    <a:pt x="131" y="55"/>
                  </a:cubicBezTo>
                  <a:cubicBezTo>
                    <a:pt x="128" y="55"/>
                    <a:pt x="135" y="47"/>
                    <a:pt x="152" y="34"/>
                  </a:cubicBezTo>
                  <a:lnTo>
                    <a:pt x="164" y="23"/>
                  </a:lnTo>
                  <a:lnTo>
                    <a:pt x="164" y="23"/>
                  </a:lnTo>
                  <a:lnTo>
                    <a:pt x="151" y="32"/>
                  </a:lnTo>
                  <a:cubicBezTo>
                    <a:pt x="150" y="31"/>
                    <a:pt x="150" y="29"/>
                    <a:pt x="156" y="25"/>
                  </a:cubicBezTo>
                  <a:cubicBezTo>
                    <a:pt x="163" y="20"/>
                    <a:pt x="163" y="20"/>
                    <a:pt x="163" y="19"/>
                  </a:cubicBezTo>
                  <a:cubicBezTo>
                    <a:pt x="163" y="19"/>
                    <a:pt x="163" y="19"/>
                    <a:pt x="162" y="19"/>
                  </a:cubicBezTo>
                  <a:cubicBezTo>
                    <a:pt x="162" y="19"/>
                    <a:pt x="160" y="20"/>
                    <a:pt x="155" y="23"/>
                  </a:cubicBezTo>
                  <a:cubicBezTo>
                    <a:pt x="147" y="28"/>
                    <a:pt x="143" y="31"/>
                    <a:pt x="143" y="31"/>
                  </a:cubicBezTo>
                  <a:cubicBezTo>
                    <a:pt x="143" y="31"/>
                    <a:pt x="144" y="30"/>
                    <a:pt x="147" y="27"/>
                  </a:cubicBezTo>
                  <a:cubicBezTo>
                    <a:pt x="155" y="21"/>
                    <a:pt x="158" y="18"/>
                    <a:pt x="157" y="18"/>
                  </a:cubicBezTo>
                  <a:cubicBezTo>
                    <a:pt x="156" y="18"/>
                    <a:pt x="153" y="20"/>
                    <a:pt x="146" y="24"/>
                  </a:cubicBezTo>
                  <a:cubicBezTo>
                    <a:pt x="139" y="29"/>
                    <a:pt x="135" y="31"/>
                    <a:pt x="135" y="31"/>
                  </a:cubicBezTo>
                  <a:cubicBezTo>
                    <a:pt x="135" y="31"/>
                    <a:pt x="138" y="28"/>
                    <a:pt x="145" y="23"/>
                  </a:cubicBezTo>
                  <a:cubicBezTo>
                    <a:pt x="152" y="18"/>
                    <a:pt x="159" y="13"/>
                    <a:pt x="159" y="11"/>
                  </a:cubicBezTo>
                  <a:lnTo>
                    <a:pt x="159" y="11"/>
                  </a:lnTo>
                  <a:lnTo>
                    <a:pt x="151" y="16"/>
                  </a:lnTo>
                  <a:cubicBezTo>
                    <a:pt x="143" y="21"/>
                    <a:pt x="140" y="24"/>
                    <a:pt x="139" y="24"/>
                  </a:cubicBezTo>
                  <a:cubicBezTo>
                    <a:pt x="138" y="24"/>
                    <a:pt x="140" y="22"/>
                    <a:pt x="143" y="19"/>
                  </a:cubicBezTo>
                  <a:cubicBezTo>
                    <a:pt x="147" y="16"/>
                    <a:pt x="149" y="15"/>
                    <a:pt x="147" y="15"/>
                  </a:cubicBezTo>
                  <a:cubicBezTo>
                    <a:pt x="146" y="15"/>
                    <a:pt x="144" y="15"/>
                    <a:pt x="141" y="16"/>
                  </a:cubicBezTo>
                  <a:cubicBezTo>
                    <a:pt x="139" y="14"/>
                    <a:pt x="139" y="14"/>
                    <a:pt x="146" y="8"/>
                  </a:cubicBezTo>
                  <a:lnTo>
                    <a:pt x="146" y="8"/>
                  </a:lnTo>
                  <a:cubicBezTo>
                    <a:pt x="143" y="10"/>
                    <a:pt x="141" y="10"/>
                    <a:pt x="140" y="10"/>
                  </a:cubicBezTo>
                  <a:cubicBezTo>
                    <a:pt x="139" y="10"/>
                    <a:pt x="141" y="9"/>
                    <a:pt x="144" y="5"/>
                  </a:cubicBezTo>
                  <a:cubicBezTo>
                    <a:pt x="148" y="2"/>
                    <a:pt x="149" y="0"/>
                    <a:pt x="1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33"/>
            <p:cNvSpPr/>
            <p:nvPr/>
          </p:nvSpPr>
          <p:spPr>
            <a:xfrm>
              <a:off x="1656409" y="1980477"/>
              <a:ext cx="117474" cy="257123"/>
            </a:xfrm>
            <a:custGeom>
              <a:avLst/>
              <a:gdLst/>
              <a:ahLst/>
              <a:cxnLst/>
              <a:rect l="l" t="t" r="r" b="b"/>
              <a:pathLst>
                <a:path w="1176" h="2574" extrusionOk="0">
                  <a:moveTo>
                    <a:pt x="538" y="10"/>
                  </a:moveTo>
                  <a:cubicBezTo>
                    <a:pt x="540" y="10"/>
                    <a:pt x="541" y="21"/>
                    <a:pt x="540" y="34"/>
                  </a:cubicBezTo>
                  <a:cubicBezTo>
                    <a:pt x="540" y="43"/>
                    <a:pt x="541" y="47"/>
                    <a:pt x="540" y="47"/>
                  </a:cubicBezTo>
                  <a:cubicBezTo>
                    <a:pt x="540" y="47"/>
                    <a:pt x="539" y="43"/>
                    <a:pt x="536" y="35"/>
                  </a:cubicBezTo>
                  <a:cubicBezTo>
                    <a:pt x="534" y="27"/>
                    <a:pt x="531" y="19"/>
                    <a:pt x="535" y="18"/>
                  </a:cubicBezTo>
                  <a:cubicBezTo>
                    <a:pt x="536" y="12"/>
                    <a:pt x="537" y="10"/>
                    <a:pt x="538" y="10"/>
                  </a:cubicBezTo>
                  <a:close/>
                  <a:moveTo>
                    <a:pt x="121" y="356"/>
                  </a:moveTo>
                  <a:cubicBezTo>
                    <a:pt x="122" y="356"/>
                    <a:pt x="124" y="357"/>
                    <a:pt x="128" y="359"/>
                  </a:cubicBezTo>
                  <a:cubicBezTo>
                    <a:pt x="136" y="364"/>
                    <a:pt x="140" y="370"/>
                    <a:pt x="139" y="374"/>
                  </a:cubicBezTo>
                  <a:cubicBezTo>
                    <a:pt x="139" y="374"/>
                    <a:pt x="138" y="374"/>
                    <a:pt x="137" y="374"/>
                  </a:cubicBezTo>
                  <a:cubicBezTo>
                    <a:pt x="133" y="374"/>
                    <a:pt x="122" y="367"/>
                    <a:pt x="118" y="358"/>
                  </a:cubicBezTo>
                  <a:cubicBezTo>
                    <a:pt x="119" y="356"/>
                    <a:pt x="119" y="356"/>
                    <a:pt x="121" y="356"/>
                  </a:cubicBezTo>
                  <a:close/>
                  <a:moveTo>
                    <a:pt x="95" y="487"/>
                  </a:moveTo>
                  <a:cubicBezTo>
                    <a:pt x="95" y="487"/>
                    <a:pt x="96" y="487"/>
                    <a:pt x="98" y="488"/>
                  </a:cubicBezTo>
                  <a:cubicBezTo>
                    <a:pt x="103" y="489"/>
                    <a:pt x="109" y="493"/>
                    <a:pt x="113" y="496"/>
                  </a:cubicBezTo>
                  <a:cubicBezTo>
                    <a:pt x="113" y="496"/>
                    <a:pt x="118" y="501"/>
                    <a:pt x="115" y="501"/>
                  </a:cubicBezTo>
                  <a:cubicBezTo>
                    <a:pt x="114" y="501"/>
                    <a:pt x="113" y="501"/>
                    <a:pt x="112" y="500"/>
                  </a:cubicBezTo>
                  <a:lnTo>
                    <a:pt x="103" y="497"/>
                  </a:lnTo>
                  <a:cubicBezTo>
                    <a:pt x="98" y="492"/>
                    <a:pt x="92" y="487"/>
                    <a:pt x="95" y="487"/>
                  </a:cubicBezTo>
                  <a:close/>
                  <a:moveTo>
                    <a:pt x="74" y="635"/>
                  </a:moveTo>
                  <a:cubicBezTo>
                    <a:pt x="74" y="635"/>
                    <a:pt x="82" y="636"/>
                    <a:pt x="82" y="640"/>
                  </a:cubicBezTo>
                  <a:cubicBezTo>
                    <a:pt x="78" y="641"/>
                    <a:pt x="74" y="642"/>
                    <a:pt x="70" y="642"/>
                  </a:cubicBezTo>
                  <a:cubicBezTo>
                    <a:pt x="68" y="642"/>
                    <a:pt x="67" y="642"/>
                    <a:pt x="65" y="642"/>
                  </a:cubicBezTo>
                  <a:lnTo>
                    <a:pt x="65" y="638"/>
                  </a:lnTo>
                  <a:cubicBezTo>
                    <a:pt x="65" y="635"/>
                    <a:pt x="74" y="635"/>
                    <a:pt x="74" y="635"/>
                  </a:cubicBezTo>
                  <a:close/>
                  <a:moveTo>
                    <a:pt x="89" y="673"/>
                  </a:moveTo>
                  <a:lnTo>
                    <a:pt x="88" y="677"/>
                  </a:lnTo>
                  <a:lnTo>
                    <a:pt x="80" y="680"/>
                  </a:lnTo>
                  <a:lnTo>
                    <a:pt x="80" y="677"/>
                  </a:lnTo>
                  <a:cubicBezTo>
                    <a:pt x="80" y="673"/>
                    <a:pt x="80" y="673"/>
                    <a:pt x="89" y="673"/>
                  </a:cubicBezTo>
                  <a:close/>
                  <a:moveTo>
                    <a:pt x="93" y="685"/>
                  </a:moveTo>
                  <a:cubicBezTo>
                    <a:pt x="92" y="685"/>
                    <a:pt x="92" y="686"/>
                    <a:pt x="95" y="688"/>
                  </a:cubicBezTo>
                  <a:cubicBezTo>
                    <a:pt x="95" y="686"/>
                    <a:pt x="93" y="685"/>
                    <a:pt x="93" y="685"/>
                  </a:cubicBezTo>
                  <a:close/>
                  <a:moveTo>
                    <a:pt x="88" y="709"/>
                  </a:moveTo>
                  <a:lnTo>
                    <a:pt x="88" y="714"/>
                  </a:lnTo>
                  <a:lnTo>
                    <a:pt x="79" y="717"/>
                  </a:lnTo>
                  <a:lnTo>
                    <a:pt x="79" y="714"/>
                  </a:lnTo>
                  <a:cubicBezTo>
                    <a:pt x="79" y="710"/>
                    <a:pt x="79" y="710"/>
                    <a:pt x="88" y="709"/>
                  </a:cubicBezTo>
                  <a:close/>
                  <a:moveTo>
                    <a:pt x="127" y="721"/>
                  </a:moveTo>
                  <a:cubicBezTo>
                    <a:pt x="126" y="721"/>
                    <a:pt x="125" y="721"/>
                    <a:pt x="122" y="722"/>
                  </a:cubicBezTo>
                  <a:lnTo>
                    <a:pt x="122" y="722"/>
                  </a:lnTo>
                  <a:cubicBezTo>
                    <a:pt x="127" y="722"/>
                    <a:pt x="128" y="721"/>
                    <a:pt x="127" y="721"/>
                  </a:cubicBezTo>
                  <a:close/>
                  <a:moveTo>
                    <a:pt x="86" y="735"/>
                  </a:moveTo>
                  <a:cubicBezTo>
                    <a:pt x="89" y="735"/>
                    <a:pt x="89" y="736"/>
                    <a:pt x="89" y="738"/>
                  </a:cubicBezTo>
                  <a:cubicBezTo>
                    <a:pt x="89" y="743"/>
                    <a:pt x="89" y="745"/>
                    <a:pt x="87" y="745"/>
                  </a:cubicBezTo>
                  <a:cubicBezTo>
                    <a:pt x="85" y="745"/>
                    <a:pt x="83" y="744"/>
                    <a:pt x="80" y="743"/>
                  </a:cubicBezTo>
                  <a:cubicBezTo>
                    <a:pt x="71" y="739"/>
                    <a:pt x="71" y="736"/>
                    <a:pt x="80" y="736"/>
                  </a:cubicBezTo>
                  <a:cubicBezTo>
                    <a:pt x="83" y="736"/>
                    <a:pt x="85" y="735"/>
                    <a:pt x="86" y="735"/>
                  </a:cubicBezTo>
                  <a:close/>
                  <a:moveTo>
                    <a:pt x="32" y="771"/>
                  </a:moveTo>
                  <a:cubicBezTo>
                    <a:pt x="36" y="771"/>
                    <a:pt x="39" y="771"/>
                    <a:pt x="39" y="773"/>
                  </a:cubicBezTo>
                  <a:lnTo>
                    <a:pt x="32" y="779"/>
                  </a:lnTo>
                  <a:lnTo>
                    <a:pt x="23" y="775"/>
                  </a:lnTo>
                  <a:lnTo>
                    <a:pt x="23" y="771"/>
                  </a:lnTo>
                  <a:cubicBezTo>
                    <a:pt x="26" y="771"/>
                    <a:pt x="29" y="771"/>
                    <a:pt x="32" y="771"/>
                  </a:cubicBezTo>
                  <a:close/>
                  <a:moveTo>
                    <a:pt x="49" y="816"/>
                  </a:moveTo>
                  <a:cubicBezTo>
                    <a:pt x="51" y="816"/>
                    <a:pt x="53" y="817"/>
                    <a:pt x="54" y="819"/>
                  </a:cubicBezTo>
                  <a:lnTo>
                    <a:pt x="46" y="825"/>
                  </a:lnTo>
                  <a:cubicBezTo>
                    <a:pt x="45" y="825"/>
                    <a:pt x="44" y="825"/>
                    <a:pt x="43" y="825"/>
                  </a:cubicBezTo>
                  <a:cubicBezTo>
                    <a:pt x="37" y="825"/>
                    <a:pt x="37" y="821"/>
                    <a:pt x="37" y="821"/>
                  </a:cubicBezTo>
                  <a:cubicBezTo>
                    <a:pt x="36" y="818"/>
                    <a:pt x="36" y="818"/>
                    <a:pt x="45" y="817"/>
                  </a:cubicBezTo>
                  <a:cubicBezTo>
                    <a:pt x="45" y="817"/>
                    <a:pt x="47" y="816"/>
                    <a:pt x="49" y="816"/>
                  </a:cubicBezTo>
                  <a:close/>
                  <a:moveTo>
                    <a:pt x="215" y="1087"/>
                  </a:moveTo>
                  <a:cubicBezTo>
                    <a:pt x="216" y="1087"/>
                    <a:pt x="216" y="1087"/>
                    <a:pt x="217" y="1087"/>
                  </a:cubicBezTo>
                  <a:lnTo>
                    <a:pt x="218" y="1090"/>
                  </a:lnTo>
                  <a:cubicBezTo>
                    <a:pt x="213" y="1093"/>
                    <a:pt x="208" y="1095"/>
                    <a:pt x="202" y="1096"/>
                  </a:cubicBezTo>
                  <a:lnTo>
                    <a:pt x="200" y="1094"/>
                  </a:lnTo>
                  <a:cubicBezTo>
                    <a:pt x="206" y="1090"/>
                    <a:pt x="212" y="1087"/>
                    <a:pt x="215" y="1087"/>
                  </a:cubicBezTo>
                  <a:close/>
                  <a:moveTo>
                    <a:pt x="289" y="1202"/>
                  </a:moveTo>
                  <a:cubicBezTo>
                    <a:pt x="293" y="1202"/>
                    <a:pt x="295" y="1206"/>
                    <a:pt x="296" y="1208"/>
                  </a:cubicBezTo>
                  <a:cubicBezTo>
                    <a:pt x="293" y="1213"/>
                    <a:pt x="287" y="1216"/>
                    <a:pt x="284" y="1216"/>
                  </a:cubicBezTo>
                  <a:cubicBezTo>
                    <a:pt x="282" y="1216"/>
                    <a:pt x="281" y="1215"/>
                    <a:pt x="281" y="1214"/>
                  </a:cubicBezTo>
                  <a:cubicBezTo>
                    <a:pt x="277" y="1208"/>
                    <a:pt x="277" y="1208"/>
                    <a:pt x="284" y="1204"/>
                  </a:cubicBezTo>
                  <a:cubicBezTo>
                    <a:pt x="286" y="1203"/>
                    <a:pt x="287" y="1202"/>
                    <a:pt x="289" y="1202"/>
                  </a:cubicBezTo>
                  <a:close/>
                  <a:moveTo>
                    <a:pt x="415" y="1413"/>
                  </a:moveTo>
                  <a:cubicBezTo>
                    <a:pt x="415" y="1413"/>
                    <a:pt x="416" y="1413"/>
                    <a:pt x="416" y="1414"/>
                  </a:cubicBezTo>
                  <a:lnTo>
                    <a:pt x="411" y="1421"/>
                  </a:lnTo>
                  <a:lnTo>
                    <a:pt x="402" y="1424"/>
                  </a:lnTo>
                  <a:lnTo>
                    <a:pt x="399" y="1420"/>
                  </a:lnTo>
                  <a:cubicBezTo>
                    <a:pt x="406" y="1417"/>
                    <a:pt x="412" y="1413"/>
                    <a:pt x="415" y="1413"/>
                  </a:cubicBezTo>
                  <a:close/>
                  <a:moveTo>
                    <a:pt x="394" y="1479"/>
                  </a:moveTo>
                  <a:cubicBezTo>
                    <a:pt x="394" y="1479"/>
                    <a:pt x="395" y="1479"/>
                    <a:pt x="395" y="1480"/>
                  </a:cubicBezTo>
                  <a:lnTo>
                    <a:pt x="397" y="1483"/>
                  </a:lnTo>
                  <a:cubicBezTo>
                    <a:pt x="392" y="1485"/>
                    <a:pt x="386" y="1488"/>
                    <a:pt x="380" y="1489"/>
                  </a:cubicBezTo>
                  <a:lnTo>
                    <a:pt x="379" y="1486"/>
                  </a:lnTo>
                  <a:cubicBezTo>
                    <a:pt x="385" y="1483"/>
                    <a:pt x="391" y="1479"/>
                    <a:pt x="394" y="1479"/>
                  </a:cubicBezTo>
                  <a:close/>
                  <a:moveTo>
                    <a:pt x="482" y="1494"/>
                  </a:moveTo>
                  <a:cubicBezTo>
                    <a:pt x="485" y="1498"/>
                    <a:pt x="468" y="1503"/>
                    <a:pt x="461" y="1508"/>
                  </a:cubicBezTo>
                  <a:cubicBezTo>
                    <a:pt x="459" y="1506"/>
                    <a:pt x="459" y="1506"/>
                    <a:pt x="467" y="1501"/>
                  </a:cubicBezTo>
                  <a:cubicBezTo>
                    <a:pt x="471" y="1498"/>
                    <a:pt x="477" y="1495"/>
                    <a:pt x="482" y="1494"/>
                  </a:cubicBezTo>
                  <a:close/>
                  <a:moveTo>
                    <a:pt x="522" y="1565"/>
                  </a:moveTo>
                  <a:cubicBezTo>
                    <a:pt x="523" y="1565"/>
                    <a:pt x="524" y="1565"/>
                    <a:pt x="524" y="1566"/>
                  </a:cubicBezTo>
                  <a:lnTo>
                    <a:pt x="518" y="1574"/>
                  </a:lnTo>
                  <a:lnTo>
                    <a:pt x="509" y="1575"/>
                  </a:lnTo>
                  <a:lnTo>
                    <a:pt x="508" y="1573"/>
                  </a:lnTo>
                  <a:cubicBezTo>
                    <a:pt x="513" y="1569"/>
                    <a:pt x="519" y="1565"/>
                    <a:pt x="522" y="1565"/>
                  </a:cubicBezTo>
                  <a:close/>
                  <a:moveTo>
                    <a:pt x="837" y="1758"/>
                  </a:moveTo>
                  <a:cubicBezTo>
                    <a:pt x="835" y="1758"/>
                    <a:pt x="831" y="1759"/>
                    <a:pt x="825" y="1761"/>
                  </a:cubicBezTo>
                  <a:cubicBezTo>
                    <a:pt x="818" y="1766"/>
                    <a:pt x="818" y="1766"/>
                    <a:pt x="819" y="1769"/>
                  </a:cubicBezTo>
                  <a:cubicBezTo>
                    <a:pt x="825" y="1768"/>
                    <a:pt x="830" y="1766"/>
                    <a:pt x="836" y="1764"/>
                  </a:cubicBezTo>
                  <a:cubicBezTo>
                    <a:pt x="840" y="1761"/>
                    <a:pt x="841" y="1758"/>
                    <a:pt x="837" y="1758"/>
                  </a:cubicBezTo>
                  <a:close/>
                  <a:moveTo>
                    <a:pt x="620" y="1768"/>
                  </a:moveTo>
                  <a:cubicBezTo>
                    <a:pt x="621" y="1768"/>
                    <a:pt x="622" y="1768"/>
                    <a:pt x="623" y="1769"/>
                  </a:cubicBezTo>
                  <a:lnTo>
                    <a:pt x="617" y="1777"/>
                  </a:lnTo>
                  <a:lnTo>
                    <a:pt x="608" y="1778"/>
                  </a:lnTo>
                  <a:lnTo>
                    <a:pt x="606" y="1775"/>
                  </a:lnTo>
                  <a:cubicBezTo>
                    <a:pt x="612" y="1771"/>
                    <a:pt x="617" y="1768"/>
                    <a:pt x="620" y="1768"/>
                  </a:cubicBezTo>
                  <a:close/>
                  <a:moveTo>
                    <a:pt x="632" y="1788"/>
                  </a:moveTo>
                  <a:cubicBezTo>
                    <a:pt x="633" y="1788"/>
                    <a:pt x="634" y="1789"/>
                    <a:pt x="635" y="1790"/>
                  </a:cubicBezTo>
                  <a:cubicBezTo>
                    <a:pt x="631" y="1795"/>
                    <a:pt x="626" y="1798"/>
                    <a:pt x="622" y="1802"/>
                  </a:cubicBezTo>
                  <a:cubicBezTo>
                    <a:pt x="619" y="1803"/>
                    <a:pt x="618" y="1804"/>
                    <a:pt x="617" y="1804"/>
                  </a:cubicBezTo>
                  <a:cubicBezTo>
                    <a:pt x="615" y="1804"/>
                    <a:pt x="617" y="1800"/>
                    <a:pt x="626" y="1792"/>
                  </a:cubicBezTo>
                  <a:cubicBezTo>
                    <a:pt x="630" y="1789"/>
                    <a:pt x="631" y="1788"/>
                    <a:pt x="632" y="1788"/>
                  </a:cubicBezTo>
                  <a:close/>
                  <a:moveTo>
                    <a:pt x="673" y="1832"/>
                  </a:moveTo>
                  <a:cubicBezTo>
                    <a:pt x="674" y="1832"/>
                    <a:pt x="671" y="1837"/>
                    <a:pt x="673" y="1839"/>
                  </a:cubicBezTo>
                  <a:lnTo>
                    <a:pt x="673" y="1840"/>
                  </a:lnTo>
                  <a:cubicBezTo>
                    <a:pt x="670" y="1843"/>
                    <a:pt x="669" y="1845"/>
                    <a:pt x="668" y="1845"/>
                  </a:cubicBezTo>
                  <a:cubicBezTo>
                    <a:pt x="667" y="1845"/>
                    <a:pt x="666" y="1844"/>
                    <a:pt x="664" y="1841"/>
                  </a:cubicBezTo>
                  <a:cubicBezTo>
                    <a:pt x="662" y="1838"/>
                    <a:pt x="670" y="1833"/>
                    <a:pt x="670" y="1833"/>
                  </a:cubicBezTo>
                  <a:cubicBezTo>
                    <a:pt x="671" y="1832"/>
                    <a:pt x="672" y="1832"/>
                    <a:pt x="673" y="1832"/>
                  </a:cubicBezTo>
                  <a:close/>
                  <a:moveTo>
                    <a:pt x="708" y="1885"/>
                  </a:moveTo>
                  <a:cubicBezTo>
                    <a:pt x="709" y="1885"/>
                    <a:pt x="710" y="1885"/>
                    <a:pt x="710" y="1886"/>
                  </a:cubicBezTo>
                  <a:cubicBezTo>
                    <a:pt x="711" y="1888"/>
                    <a:pt x="706" y="1896"/>
                    <a:pt x="706" y="1896"/>
                  </a:cubicBezTo>
                  <a:cubicBezTo>
                    <a:pt x="703" y="1898"/>
                    <a:pt x="701" y="1898"/>
                    <a:pt x="700" y="1898"/>
                  </a:cubicBezTo>
                  <a:cubicBezTo>
                    <a:pt x="698" y="1898"/>
                    <a:pt x="697" y="1897"/>
                    <a:pt x="697" y="1897"/>
                  </a:cubicBezTo>
                  <a:cubicBezTo>
                    <a:pt x="696" y="1895"/>
                    <a:pt x="693" y="1891"/>
                    <a:pt x="701" y="1887"/>
                  </a:cubicBezTo>
                  <a:cubicBezTo>
                    <a:pt x="701" y="1887"/>
                    <a:pt x="705" y="1885"/>
                    <a:pt x="708" y="1885"/>
                  </a:cubicBezTo>
                  <a:close/>
                  <a:moveTo>
                    <a:pt x="587" y="1913"/>
                  </a:moveTo>
                  <a:cubicBezTo>
                    <a:pt x="580" y="1917"/>
                    <a:pt x="580" y="1917"/>
                    <a:pt x="582" y="1919"/>
                  </a:cubicBezTo>
                  <a:cubicBezTo>
                    <a:pt x="584" y="1922"/>
                    <a:pt x="585" y="1924"/>
                    <a:pt x="586" y="1924"/>
                  </a:cubicBezTo>
                  <a:cubicBezTo>
                    <a:pt x="587" y="1924"/>
                    <a:pt x="588" y="1922"/>
                    <a:pt x="591" y="1918"/>
                  </a:cubicBezTo>
                  <a:lnTo>
                    <a:pt x="587" y="1913"/>
                  </a:lnTo>
                  <a:close/>
                  <a:moveTo>
                    <a:pt x="676" y="1932"/>
                  </a:moveTo>
                  <a:cubicBezTo>
                    <a:pt x="674" y="1932"/>
                    <a:pt x="670" y="1934"/>
                    <a:pt x="670" y="1934"/>
                  </a:cubicBezTo>
                  <a:cubicBezTo>
                    <a:pt x="670" y="1934"/>
                    <a:pt x="662" y="1939"/>
                    <a:pt x="664" y="1942"/>
                  </a:cubicBezTo>
                  <a:lnTo>
                    <a:pt x="665" y="1945"/>
                  </a:lnTo>
                  <a:cubicBezTo>
                    <a:pt x="671" y="1942"/>
                    <a:pt x="674" y="1937"/>
                    <a:pt x="679" y="1933"/>
                  </a:cubicBezTo>
                  <a:cubicBezTo>
                    <a:pt x="678" y="1932"/>
                    <a:pt x="677" y="1932"/>
                    <a:pt x="676" y="1932"/>
                  </a:cubicBezTo>
                  <a:close/>
                  <a:moveTo>
                    <a:pt x="710" y="1954"/>
                  </a:moveTo>
                  <a:lnTo>
                    <a:pt x="711" y="1958"/>
                  </a:lnTo>
                  <a:lnTo>
                    <a:pt x="707" y="1964"/>
                  </a:lnTo>
                  <a:lnTo>
                    <a:pt x="705" y="1962"/>
                  </a:lnTo>
                  <a:cubicBezTo>
                    <a:pt x="702" y="1959"/>
                    <a:pt x="702" y="1959"/>
                    <a:pt x="710" y="1954"/>
                  </a:cubicBezTo>
                  <a:close/>
                  <a:moveTo>
                    <a:pt x="783" y="1978"/>
                  </a:moveTo>
                  <a:cubicBezTo>
                    <a:pt x="785" y="1981"/>
                    <a:pt x="794" y="1980"/>
                    <a:pt x="786" y="1985"/>
                  </a:cubicBezTo>
                  <a:cubicBezTo>
                    <a:pt x="787" y="1985"/>
                    <a:pt x="786" y="1986"/>
                    <a:pt x="785" y="1986"/>
                  </a:cubicBezTo>
                  <a:cubicBezTo>
                    <a:pt x="782" y="1986"/>
                    <a:pt x="777" y="1984"/>
                    <a:pt x="776" y="1982"/>
                  </a:cubicBezTo>
                  <a:lnTo>
                    <a:pt x="783" y="1978"/>
                  </a:lnTo>
                  <a:close/>
                  <a:moveTo>
                    <a:pt x="733" y="1977"/>
                  </a:moveTo>
                  <a:lnTo>
                    <a:pt x="736" y="1982"/>
                  </a:lnTo>
                  <a:cubicBezTo>
                    <a:pt x="731" y="1986"/>
                    <a:pt x="725" y="1989"/>
                    <a:pt x="722" y="1989"/>
                  </a:cubicBezTo>
                  <a:cubicBezTo>
                    <a:pt x="721" y="1989"/>
                    <a:pt x="721" y="1989"/>
                    <a:pt x="720" y="1988"/>
                  </a:cubicBezTo>
                  <a:cubicBezTo>
                    <a:pt x="719" y="1988"/>
                    <a:pt x="718" y="1988"/>
                    <a:pt x="718" y="1988"/>
                  </a:cubicBezTo>
                  <a:cubicBezTo>
                    <a:pt x="713" y="1988"/>
                    <a:pt x="719" y="1982"/>
                    <a:pt x="733" y="1977"/>
                  </a:cubicBezTo>
                  <a:close/>
                  <a:moveTo>
                    <a:pt x="725" y="2046"/>
                  </a:moveTo>
                  <a:lnTo>
                    <a:pt x="717" y="2051"/>
                  </a:lnTo>
                  <a:lnTo>
                    <a:pt x="710" y="2055"/>
                  </a:lnTo>
                  <a:lnTo>
                    <a:pt x="725" y="2046"/>
                  </a:lnTo>
                  <a:close/>
                  <a:moveTo>
                    <a:pt x="803" y="2048"/>
                  </a:moveTo>
                  <a:cubicBezTo>
                    <a:pt x="804" y="2048"/>
                    <a:pt x="805" y="2049"/>
                    <a:pt x="806" y="2050"/>
                  </a:cubicBezTo>
                  <a:lnTo>
                    <a:pt x="807" y="2053"/>
                  </a:lnTo>
                  <a:cubicBezTo>
                    <a:pt x="802" y="2055"/>
                    <a:pt x="797" y="2057"/>
                    <a:pt x="791" y="2059"/>
                  </a:cubicBezTo>
                  <a:lnTo>
                    <a:pt x="789" y="2055"/>
                  </a:lnTo>
                  <a:cubicBezTo>
                    <a:pt x="795" y="2052"/>
                    <a:pt x="800" y="2048"/>
                    <a:pt x="803" y="2048"/>
                  </a:cubicBezTo>
                  <a:close/>
                  <a:moveTo>
                    <a:pt x="799" y="2090"/>
                  </a:moveTo>
                  <a:cubicBezTo>
                    <a:pt x="801" y="2093"/>
                    <a:pt x="792" y="2094"/>
                    <a:pt x="775" y="2100"/>
                  </a:cubicBezTo>
                  <a:cubicBezTo>
                    <a:pt x="764" y="2099"/>
                    <a:pt x="764" y="2099"/>
                    <a:pt x="781" y="2093"/>
                  </a:cubicBezTo>
                  <a:cubicBezTo>
                    <a:pt x="790" y="2091"/>
                    <a:pt x="799" y="2090"/>
                    <a:pt x="799" y="2090"/>
                  </a:cubicBezTo>
                  <a:close/>
                  <a:moveTo>
                    <a:pt x="862" y="2138"/>
                  </a:moveTo>
                  <a:cubicBezTo>
                    <a:pt x="863" y="2138"/>
                    <a:pt x="865" y="2138"/>
                    <a:pt x="866" y="2138"/>
                  </a:cubicBezTo>
                  <a:lnTo>
                    <a:pt x="869" y="2144"/>
                  </a:lnTo>
                  <a:lnTo>
                    <a:pt x="852" y="2146"/>
                  </a:lnTo>
                  <a:cubicBezTo>
                    <a:pt x="840" y="2150"/>
                    <a:pt x="833" y="2152"/>
                    <a:pt x="832" y="2152"/>
                  </a:cubicBezTo>
                  <a:cubicBezTo>
                    <a:pt x="830" y="2152"/>
                    <a:pt x="833" y="2150"/>
                    <a:pt x="840" y="2145"/>
                  </a:cubicBezTo>
                  <a:cubicBezTo>
                    <a:pt x="847" y="2140"/>
                    <a:pt x="854" y="2138"/>
                    <a:pt x="862" y="2138"/>
                  </a:cubicBezTo>
                  <a:close/>
                  <a:moveTo>
                    <a:pt x="844" y="2167"/>
                  </a:moveTo>
                  <a:lnTo>
                    <a:pt x="838" y="2175"/>
                  </a:lnTo>
                  <a:cubicBezTo>
                    <a:pt x="836" y="2177"/>
                    <a:pt x="834" y="2177"/>
                    <a:pt x="833" y="2177"/>
                  </a:cubicBezTo>
                  <a:cubicBezTo>
                    <a:pt x="830" y="2177"/>
                    <a:pt x="829" y="2175"/>
                    <a:pt x="828" y="2173"/>
                  </a:cubicBezTo>
                  <a:lnTo>
                    <a:pt x="835" y="2169"/>
                  </a:lnTo>
                  <a:lnTo>
                    <a:pt x="844" y="2167"/>
                  </a:lnTo>
                  <a:close/>
                  <a:moveTo>
                    <a:pt x="960" y="2257"/>
                  </a:moveTo>
                  <a:cubicBezTo>
                    <a:pt x="957" y="2257"/>
                    <a:pt x="955" y="2257"/>
                    <a:pt x="955" y="2257"/>
                  </a:cubicBezTo>
                  <a:cubicBezTo>
                    <a:pt x="948" y="2262"/>
                    <a:pt x="950" y="2265"/>
                    <a:pt x="951" y="2267"/>
                  </a:cubicBezTo>
                  <a:cubicBezTo>
                    <a:pt x="950" y="2273"/>
                    <a:pt x="951" y="2275"/>
                    <a:pt x="954" y="2275"/>
                  </a:cubicBezTo>
                  <a:cubicBezTo>
                    <a:pt x="957" y="2275"/>
                    <a:pt x="961" y="2274"/>
                    <a:pt x="964" y="2272"/>
                  </a:cubicBezTo>
                  <a:cubicBezTo>
                    <a:pt x="972" y="2267"/>
                    <a:pt x="969" y="2265"/>
                    <a:pt x="966" y="2258"/>
                  </a:cubicBezTo>
                  <a:cubicBezTo>
                    <a:pt x="965" y="2257"/>
                    <a:pt x="963" y="2257"/>
                    <a:pt x="960" y="2257"/>
                  </a:cubicBezTo>
                  <a:close/>
                  <a:moveTo>
                    <a:pt x="960" y="2288"/>
                  </a:moveTo>
                  <a:cubicBezTo>
                    <a:pt x="961" y="2288"/>
                    <a:pt x="962" y="2288"/>
                    <a:pt x="964" y="2289"/>
                  </a:cubicBezTo>
                  <a:cubicBezTo>
                    <a:pt x="965" y="2292"/>
                    <a:pt x="967" y="2294"/>
                    <a:pt x="967" y="2294"/>
                  </a:cubicBezTo>
                  <a:cubicBezTo>
                    <a:pt x="963" y="2296"/>
                    <a:pt x="959" y="2297"/>
                    <a:pt x="956" y="2297"/>
                  </a:cubicBezTo>
                  <a:cubicBezTo>
                    <a:pt x="952" y="2297"/>
                    <a:pt x="948" y="2296"/>
                    <a:pt x="947" y="2294"/>
                  </a:cubicBezTo>
                  <a:cubicBezTo>
                    <a:pt x="946" y="2292"/>
                    <a:pt x="951" y="2288"/>
                    <a:pt x="960" y="2288"/>
                  </a:cubicBezTo>
                  <a:close/>
                  <a:moveTo>
                    <a:pt x="1172" y="2447"/>
                  </a:moveTo>
                  <a:cubicBezTo>
                    <a:pt x="1169" y="2447"/>
                    <a:pt x="1164" y="2450"/>
                    <a:pt x="1158" y="2453"/>
                  </a:cubicBezTo>
                  <a:lnTo>
                    <a:pt x="1160" y="2457"/>
                  </a:lnTo>
                  <a:cubicBezTo>
                    <a:pt x="1166" y="2456"/>
                    <a:pt x="1171" y="2453"/>
                    <a:pt x="1176" y="2450"/>
                  </a:cubicBezTo>
                  <a:lnTo>
                    <a:pt x="1175" y="2448"/>
                  </a:lnTo>
                  <a:cubicBezTo>
                    <a:pt x="1174" y="2447"/>
                    <a:pt x="1173" y="2447"/>
                    <a:pt x="1172" y="2447"/>
                  </a:cubicBezTo>
                  <a:close/>
                  <a:moveTo>
                    <a:pt x="1053" y="2460"/>
                  </a:moveTo>
                  <a:lnTo>
                    <a:pt x="1053" y="2460"/>
                  </a:lnTo>
                  <a:cubicBezTo>
                    <a:pt x="1055" y="2462"/>
                    <a:pt x="1049" y="2470"/>
                    <a:pt x="1042" y="2475"/>
                  </a:cubicBezTo>
                  <a:cubicBezTo>
                    <a:pt x="1035" y="2481"/>
                    <a:pt x="1032" y="2484"/>
                    <a:pt x="1030" y="2484"/>
                  </a:cubicBezTo>
                  <a:cubicBezTo>
                    <a:pt x="1028" y="2484"/>
                    <a:pt x="1027" y="2483"/>
                    <a:pt x="1025" y="2480"/>
                  </a:cubicBezTo>
                  <a:cubicBezTo>
                    <a:pt x="1024" y="2478"/>
                    <a:pt x="1022" y="2475"/>
                    <a:pt x="1030" y="2470"/>
                  </a:cubicBezTo>
                  <a:lnTo>
                    <a:pt x="1031" y="2474"/>
                  </a:lnTo>
                  <a:cubicBezTo>
                    <a:pt x="1029" y="2475"/>
                    <a:pt x="1028" y="2476"/>
                    <a:pt x="1029" y="2476"/>
                  </a:cubicBezTo>
                  <a:cubicBezTo>
                    <a:pt x="1030" y="2476"/>
                    <a:pt x="1035" y="2474"/>
                    <a:pt x="1039" y="2469"/>
                  </a:cubicBezTo>
                  <a:lnTo>
                    <a:pt x="1053" y="2460"/>
                  </a:lnTo>
                  <a:close/>
                  <a:moveTo>
                    <a:pt x="990" y="2486"/>
                  </a:moveTo>
                  <a:cubicBezTo>
                    <a:pt x="983" y="2490"/>
                    <a:pt x="983" y="2490"/>
                    <a:pt x="984" y="2494"/>
                  </a:cubicBezTo>
                  <a:lnTo>
                    <a:pt x="986" y="2496"/>
                  </a:lnTo>
                  <a:lnTo>
                    <a:pt x="992" y="2489"/>
                  </a:lnTo>
                  <a:lnTo>
                    <a:pt x="990" y="2486"/>
                  </a:lnTo>
                  <a:close/>
                  <a:moveTo>
                    <a:pt x="1055" y="2506"/>
                  </a:moveTo>
                  <a:cubicBezTo>
                    <a:pt x="1058" y="2506"/>
                    <a:pt x="1061" y="2506"/>
                    <a:pt x="1061" y="2507"/>
                  </a:cubicBezTo>
                  <a:lnTo>
                    <a:pt x="1056" y="2515"/>
                  </a:lnTo>
                  <a:cubicBezTo>
                    <a:pt x="1053" y="2517"/>
                    <a:pt x="1052" y="2517"/>
                    <a:pt x="1050" y="2517"/>
                  </a:cubicBezTo>
                  <a:cubicBezTo>
                    <a:pt x="1047" y="2517"/>
                    <a:pt x="1046" y="2515"/>
                    <a:pt x="1044" y="2513"/>
                  </a:cubicBezTo>
                  <a:cubicBezTo>
                    <a:pt x="1043" y="2511"/>
                    <a:pt x="1043" y="2511"/>
                    <a:pt x="1050" y="2506"/>
                  </a:cubicBezTo>
                  <a:cubicBezTo>
                    <a:pt x="1050" y="2506"/>
                    <a:pt x="1053" y="2506"/>
                    <a:pt x="1055" y="2506"/>
                  </a:cubicBezTo>
                  <a:close/>
                  <a:moveTo>
                    <a:pt x="530" y="0"/>
                  </a:moveTo>
                  <a:cubicBezTo>
                    <a:pt x="525" y="0"/>
                    <a:pt x="522" y="3"/>
                    <a:pt x="524" y="11"/>
                  </a:cubicBezTo>
                  <a:cubicBezTo>
                    <a:pt x="524" y="11"/>
                    <a:pt x="523" y="21"/>
                    <a:pt x="519" y="23"/>
                  </a:cubicBezTo>
                  <a:cubicBezTo>
                    <a:pt x="519" y="23"/>
                    <a:pt x="519" y="23"/>
                    <a:pt x="519" y="23"/>
                  </a:cubicBezTo>
                  <a:cubicBezTo>
                    <a:pt x="515" y="23"/>
                    <a:pt x="509" y="17"/>
                    <a:pt x="509" y="17"/>
                  </a:cubicBezTo>
                  <a:cubicBezTo>
                    <a:pt x="508" y="14"/>
                    <a:pt x="505" y="12"/>
                    <a:pt x="501" y="12"/>
                  </a:cubicBezTo>
                  <a:cubicBezTo>
                    <a:pt x="495" y="12"/>
                    <a:pt x="484" y="16"/>
                    <a:pt x="472" y="20"/>
                  </a:cubicBezTo>
                  <a:cubicBezTo>
                    <a:pt x="457" y="27"/>
                    <a:pt x="447" y="31"/>
                    <a:pt x="439" y="31"/>
                  </a:cubicBezTo>
                  <a:cubicBezTo>
                    <a:pt x="436" y="31"/>
                    <a:pt x="433" y="30"/>
                    <a:pt x="431" y="28"/>
                  </a:cubicBezTo>
                  <a:cubicBezTo>
                    <a:pt x="426" y="24"/>
                    <a:pt x="422" y="24"/>
                    <a:pt x="421" y="24"/>
                  </a:cubicBezTo>
                  <a:cubicBezTo>
                    <a:pt x="420" y="24"/>
                    <a:pt x="420" y="24"/>
                    <a:pt x="420" y="24"/>
                  </a:cubicBezTo>
                  <a:cubicBezTo>
                    <a:pt x="424" y="32"/>
                    <a:pt x="402" y="42"/>
                    <a:pt x="376" y="55"/>
                  </a:cubicBezTo>
                  <a:cubicBezTo>
                    <a:pt x="351" y="70"/>
                    <a:pt x="328" y="85"/>
                    <a:pt x="332" y="92"/>
                  </a:cubicBezTo>
                  <a:lnTo>
                    <a:pt x="325" y="97"/>
                  </a:lnTo>
                  <a:cubicBezTo>
                    <a:pt x="324" y="94"/>
                    <a:pt x="322" y="93"/>
                    <a:pt x="320" y="93"/>
                  </a:cubicBezTo>
                  <a:cubicBezTo>
                    <a:pt x="316" y="93"/>
                    <a:pt x="312" y="96"/>
                    <a:pt x="307" y="100"/>
                  </a:cubicBezTo>
                  <a:cubicBezTo>
                    <a:pt x="306" y="106"/>
                    <a:pt x="304" y="111"/>
                    <a:pt x="300" y="116"/>
                  </a:cubicBezTo>
                  <a:cubicBezTo>
                    <a:pt x="297" y="113"/>
                    <a:pt x="295" y="112"/>
                    <a:pt x="293" y="112"/>
                  </a:cubicBezTo>
                  <a:cubicBezTo>
                    <a:pt x="290" y="112"/>
                    <a:pt x="288" y="114"/>
                    <a:pt x="284" y="117"/>
                  </a:cubicBezTo>
                  <a:cubicBezTo>
                    <a:pt x="277" y="121"/>
                    <a:pt x="274" y="124"/>
                    <a:pt x="279" y="130"/>
                  </a:cubicBezTo>
                  <a:cubicBezTo>
                    <a:pt x="276" y="132"/>
                    <a:pt x="255" y="152"/>
                    <a:pt x="240" y="153"/>
                  </a:cubicBezTo>
                  <a:cubicBezTo>
                    <a:pt x="239" y="152"/>
                    <a:pt x="238" y="152"/>
                    <a:pt x="237" y="152"/>
                  </a:cubicBezTo>
                  <a:cubicBezTo>
                    <a:pt x="232" y="152"/>
                    <a:pt x="234" y="160"/>
                    <a:pt x="237" y="167"/>
                  </a:cubicBezTo>
                  <a:cubicBezTo>
                    <a:pt x="242" y="174"/>
                    <a:pt x="246" y="183"/>
                    <a:pt x="242" y="185"/>
                  </a:cubicBezTo>
                  <a:lnTo>
                    <a:pt x="230" y="173"/>
                  </a:lnTo>
                  <a:cubicBezTo>
                    <a:pt x="229" y="168"/>
                    <a:pt x="228" y="166"/>
                    <a:pt x="227" y="166"/>
                  </a:cubicBezTo>
                  <a:cubicBezTo>
                    <a:pt x="226" y="166"/>
                    <a:pt x="224" y="167"/>
                    <a:pt x="221" y="170"/>
                  </a:cubicBezTo>
                  <a:lnTo>
                    <a:pt x="215" y="175"/>
                  </a:lnTo>
                  <a:cubicBezTo>
                    <a:pt x="221" y="181"/>
                    <a:pt x="208" y="196"/>
                    <a:pt x="189" y="217"/>
                  </a:cubicBezTo>
                  <a:cubicBezTo>
                    <a:pt x="163" y="244"/>
                    <a:pt x="157" y="255"/>
                    <a:pt x="164" y="259"/>
                  </a:cubicBezTo>
                  <a:cubicBezTo>
                    <a:pt x="171" y="265"/>
                    <a:pt x="168" y="268"/>
                    <a:pt x="154" y="273"/>
                  </a:cubicBezTo>
                  <a:cubicBezTo>
                    <a:pt x="119" y="277"/>
                    <a:pt x="118" y="277"/>
                    <a:pt x="122" y="285"/>
                  </a:cubicBezTo>
                  <a:cubicBezTo>
                    <a:pt x="123" y="285"/>
                    <a:pt x="124" y="284"/>
                    <a:pt x="125" y="284"/>
                  </a:cubicBezTo>
                  <a:cubicBezTo>
                    <a:pt x="128" y="284"/>
                    <a:pt x="134" y="288"/>
                    <a:pt x="139" y="292"/>
                  </a:cubicBezTo>
                  <a:cubicBezTo>
                    <a:pt x="149" y="298"/>
                    <a:pt x="151" y="302"/>
                    <a:pt x="147" y="302"/>
                  </a:cubicBezTo>
                  <a:cubicBezTo>
                    <a:pt x="145" y="302"/>
                    <a:pt x="141" y="301"/>
                    <a:pt x="135" y="299"/>
                  </a:cubicBezTo>
                  <a:cubicBezTo>
                    <a:pt x="134" y="298"/>
                    <a:pt x="132" y="297"/>
                    <a:pt x="131" y="297"/>
                  </a:cubicBezTo>
                  <a:cubicBezTo>
                    <a:pt x="116" y="297"/>
                    <a:pt x="97" y="348"/>
                    <a:pt x="109" y="358"/>
                  </a:cubicBezTo>
                  <a:lnTo>
                    <a:pt x="101" y="353"/>
                  </a:lnTo>
                  <a:cubicBezTo>
                    <a:pt x="99" y="352"/>
                    <a:pt x="97" y="352"/>
                    <a:pt x="96" y="352"/>
                  </a:cubicBezTo>
                  <a:cubicBezTo>
                    <a:pt x="92" y="352"/>
                    <a:pt x="89" y="357"/>
                    <a:pt x="84" y="368"/>
                  </a:cubicBezTo>
                  <a:cubicBezTo>
                    <a:pt x="81" y="375"/>
                    <a:pt x="79" y="378"/>
                    <a:pt x="79" y="378"/>
                  </a:cubicBezTo>
                  <a:cubicBezTo>
                    <a:pt x="93" y="385"/>
                    <a:pt x="79" y="401"/>
                    <a:pt x="71" y="401"/>
                  </a:cubicBezTo>
                  <a:cubicBezTo>
                    <a:pt x="70" y="401"/>
                    <a:pt x="69" y="401"/>
                    <a:pt x="69" y="401"/>
                  </a:cubicBezTo>
                  <a:cubicBezTo>
                    <a:pt x="58" y="401"/>
                    <a:pt x="58" y="401"/>
                    <a:pt x="55" y="408"/>
                  </a:cubicBezTo>
                  <a:cubicBezTo>
                    <a:pt x="65" y="425"/>
                    <a:pt x="53" y="440"/>
                    <a:pt x="45" y="440"/>
                  </a:cubicBezTo>
                  <a:cubicBezTo>
                    <a:pt x="44" y="440"/>
                    <a:pt x="43" y="440"/>
                    <a:pt x="43" y="440"/>
                  </a:cubicBezTo>
                  <a:lnTo>
                    <a:pt x="40" y="447"/>
                  </a:lnTo>
                  <a:cubicBezTo>
                    <a:pt x="45" y="452"/>
                    <a:pt x="46" y="459"/>
                    <a:pt x="43" y="466"/>
                  </a:cubicBezTo>
                  <a:cubicBezTo>
                    <a:pt x="39" y="476"/>
                    <a:pt x="37" y="479"/>
                    <a:pt x="43" y="479"/>
                  </a:cubicBezTo>
                  <a:cubicBezTo>
                    <a:pt x="44" y="479"/>
                    <a:pt x="45" y="479"/>
                    <a:pt x="46" y="479"/>
                  </a:cubicBezTo>
                  <a:cubicBezTo>
                    <a:pt x="55" y="482"/>
                    <a:pt x="63" y="485"/>
                    <a:pt x="62" y="488"/>
                  </a:cubicBezTo>
                  <a:lnTo>
                    <a:pt x="53" y="486"/>
                  </a:lnTo>
                  <a:cubicBezTo>
                    <a:pt x="52" y="486"/>
                    <a:pt x="52" y="486"/>
                    <a:pt x="51" y="486"/>
                  </a:cubicBezTo>
                  <a:cubicBezTo>
                    <a:pt x="44" y="486"/>
                    <a:pt x="41" y="496"/>
                    <a:pt x="37" y="511"/>
                  </a:cubicBezTo>
                  <a:cubicBezTo>
                    <a:pt x="33" y="531"/>
                    <a:pt x="30" y="537"/>
                    <a:pt x="21" y="540"/>
                  </a:cubicBezTo>
                  <a:lnTo>
                    <a:pt x="28" y="545"/>
                  </a:lnTo>
                  <a:cubicBezTo>
                    <a:pt x="34" y="551"/>
                    <a:pt x="35" y="554"/>
                    <a:pt x="30" y="554"/>
                  </a:cubicBezTo>
                  <a:cubicBezTo>
                    <a:pt x="29" y="554"/>
                    <a:pt x="28" y="554"/>
                    <a:pt x="26" y="553"/>
                  </a:cubicBezTo>
                  <a:cubicBezTo>
                    <a:pt x="17" y="555"/>
                    <a:pt x="15" y="572"/>
                    <a:pt x="21" y="581"/>
                  </a:cubicBezTo>
                  <a:lnTo>
                    <a:pt x="20" y="590"/>
                  </a:lnTo>
                  <a:cubicBezTo>
                    <a:pt x="2" y="591"/>
                    <a:pt x="0" y="604"/>
                    <a:pt x="17" y="609"/>
                  </a:cubicBezTo>
                  <a:cubicBezTo>
                    <a:pt x="16" y="609"/>
                    <a:pt x="15" y="609"/>
                    <a:pt x="14" y="609"/>
                  </a:cubicBezTo>
                  <a:cubicBezTo>
                    <a:pt x="8" y="609"/>
                    <a:pt x="8" y="613"/>
                    <a:pt x="7" y="617"/>
                  </a:cubicBezTo>
                  <a:cubicBezTo>
                    <a:pt x="15" y="626"/>
                    <a:pt x="14" y="642"/>
                    <a:pt x="5" y="642"/>
                  </a:cubicBezTo>
                  <a:lnTo>
                    <a:pt x="5" y="645"/>
                  </a:lnTo>
                  <a:cubicBezTo>
                    <a:pt x="12" y="650"/>
                    <a:pt x="12" y="654"/>
                    <a:pt x="12" y="659"/>
                  </a:cubicBezTo>
                  <a:cubicBezTo>
                    <a:pt x="12" y="662"/>
                    <a:pt x="11" y="666"/>
                    <a:pt x="20" y="671"/>
                  </a:cubicBezTo>
                  <a:cubicBezTo>
                    <a:pt x="28" y="675"/>
                    <a:pt x="28" y="679"/>
                    <a:pt x="28" y="679"/>
                  </a:cubicBezTo>
                  <a:cubicBezTo>
                    <a:pt x="28" y="680"/>
                    <a:pt x="27" y="681"/>
                    <a:pt x="26" y="681"/>
                  </a:cubicBezTo>
                  <a:cubicBezTo>
                    <a:pt x="23" y="681"/>
                    <a:pt x="17" y="677"/>
                    <a:pt x="11" y="674"/>
                  </a:cubicBezTo>
                  <a:cubicBezTo>
                    <a:pt x="10" y="672"/>
                    <a:pt x="8" y="671"/>
                    <a:pt x="7" y="671"/>
                  </a:cubicBezTo>
                  <a:cubicBezTo>
                    <a:pt x="4" y="671"/>
                    <a:pt x="6" y="682"/>
                    <a:pt x="18" y="691"/>
                  </a:cubicBezTo>
                  <a:cubicBezTo>
                    <a:pt x="28" y="697"/>
                    <a:pt x="32" y="700"/>
                    <a:pt x="31" y="700"/>
                  </a:cubicBezTo>
                  <a:cubicBezTo>
                    <a:pt x="31" y="700"/>
                    <a:pt x="26" y="698"/>
                    <a:pt x="18" y="694"/>
                  </a:cubicBezTo>
                  <a:cubicBezTo>
                    <a:pt x="13" y="693"/>
                    <a:pt x="8" y="690"/>
                    <a:pt x="7" y="690"/>
                  </a:cubicBezTo>
                  <a:cubicBezTo>
                    <a:pt x="6" y="690"/>
                    <a:pt x="7" y="691"/>
                    <a:pt x="10" y="694"/>
                  </a:cubicBezTo>
                  <a:cubicBezTo>
                    <a:pt x="10" y="699"/>
                    <a:pt x="13" y="703"/>
                    <a:pt x="17" y="703"/>
                  </a:cubicBezTo>
                  <a:cubicBezTo>
                    <a:pt x="18" y="703"/>
                    <a:pt x="19" y="702"/>
                    <a:pt x="19" y="702"/>
                  </a:cubicBezTo>
                  <a:lnTo>
                    <a:pt x="19" y="715"/>
                  </a:lnTo>
                  <a:cubicBezTo>
                    <a:pt x="11" y="723"/>
                    <a:pt x="11" y="727"/>
                    <a:pt x="11" y="732"/>
                  </a:cubicBezTo>
                  <a:cubicBezTo>
                    <a:pt x="19" y="735"/>
                    <a:pt x="19" y="735"/>
                    <a:pt x="11" y="739"/>
                  </a:cubicBezTo>
                  <a:cubicBezTo>
                    <a:pt x="3" y="739"/>
                    <a:pt x="2" y="743"/>
                    <a:pt x="15" y="743"/>
                  </a:cubicBezTo>
                  <a:cubicBezTo>
                    <a:pt x="17" y="743"/>
                    <a:pt x="18" y="743"/>
                    <a:pt x="20" y="743"/>
                  </a:cubicBezTo>
                  <a:cubicBezTo>
                    <a:pt x="28" y="746"/>
                    <a:pt x="28" y="751"/>
                    <a:pt x="20" y="755"/>
                  </a:cubicBezTo>
                  <a:cubicBezTo>
                    <a:pt x="5" y="756"/>
                    <a:pt x="4" y="760"/>
                    <a:pt x="9" y="760"/>
                  </a:cubicBezTo>
                  <a:cubicBezTo>
                    <a:pt x="10" y="760"/>
                    <a:pt x="10" y="760"/>
                    <a:pt x="11" y="760"/>
                  </a:cubicBezTo>
                  <a:cubicBezTo>
                    <a:pt x="20" y="763"/>
                    <a:pt x="21" y="767"/>
                    <a:pt x="21" y="767"/>
                  </a:cubicBezTo>
                  <a:cubicBezTo>
                    <a:pt x="12" y="767"/>
                    <a:pt x="16" y="804"/>
                    <a:pt x="23" y="840"/>
                  </a:cubicBezTo>
                  <a:cubicBezTo>
                    <a:pt x="23" y="844"/>
                    <a:pt x="28" y="846"/>
                    <a:pt x="34" y="846"/>
                  </a:cubicBezTo>
                  <a:cubicBezTo>
                    <a:pt x="36" y="846"/>
                    <a:pt x="38" y="845"/>
                    <a:pt x="40" y="845"/>
                  </a:cubicBezTo>
                  <a:cubicBezTo>
                    <a:pt x="46" y="844"/>
                    <a:pt x="49" y="843"/>
                    <a:pt x="50" y="843"/>
                  </a:cubicBezTo>
                  <a:cubicBezTo>
                    <a:pt x="52" y="843"/>
                    <a:pt x="47" y="845"/>
                    <a:pt x="42" y="849"/>
                  </a:cubicBezTo>
                  <a:cubicBezTo>
                    <a:pt x="25" y="855"/>
                    <a:pt x="21" y="861"/>
                    <a:pt x="28" y="861"/>
                  </a:cubicBezTo>
                  <a:cubicBezTo>
                    <a:pt x="31" y="861"/>
                    <a:pt x="36" y="860"/>
                    <a:pt x="44" y="857"/>
                  </a:cubicBezTo>
                  <a:cubicBezTo>
                    <a:pt x="51" y="854"/>
                    <a:pt x="55" y="852"/>
                    <a:pt x="56" y="852"/>
                  </a:cubicBezTo>
                  <a:cubicBezTo>
                    <a:pt x="56" y="852"/>
                    <a:pt x="52" y="854"/>
                    <a:pt x="44" y="861"/>
                  </a:cubicBezTo>
                  <a:cubicBezTo>
                    <a:pt x="37" y="866"/>
                    <a:pt x="37" y="866"/>
                    <a:pt x="46" y="868"/>
                  </a:cubicBezTo>
                  <a:cubicBezTo>
                    <a:pt x="48" y="868"/>
                    <a:pt x="49" y="868"/>
                    <a:pt x="50" y="868"/>
                  </a:cubicBezTo>
                  <a:cubicBezTo>
                    <a:pt x="54" y="868"/>
                    <a:pt x="54" y="871"/>
                    <a:pt x="47" y="873"/>
                  </a:cubicBezTo>
                  <a:cubicBezTo>
                    <a:pt x="41" y="878"/>
                    <a:pt x="35" y="882"/>
                    <a:pt x="38" y="882"/>
                  </a:cubicBezTo>
                  <a:cubicBezTo>
                    <a:pt x="38" y="882"/>
                    <a:pt x="39" y="882"/>
                    <a:pt x="40" y="882"/>
                  </a:cubicBezTo>
                  <a:lnTo>
                    <a:pt x="40" y="882"/>
                  </a:lnTo>
                  <a:cubicBezTo>
                    <a:pt x="40" y="882"/>
                    <a:pt x="42" y="886"/>
                    <a:pt x="34" y="892"/>
                  </a:cubicBezTo>
                  <a:cubicBezTo>
                    <a:pt x="27" y="899"/>
                    <a:pt x="36" y="901"/>
                    <a:pt x="45" y="902"/>
                  </a:cubicBezTo>
                  <a:cubicBezTo>
                    <a:pt x="65" y="909"/>
                    <a:pt x="66" y="912"/>
                    <a:pt x="49" y="913"/>
                  </a:cubicBezTo>
                  <a:cubicBezTo>
                    <a:pt x="32" y="914"/>
                    <a:pt x="45" y="930"/>
                    <a:pt x="61" y="930"/>
                  </a:cubicBezTo>
                  <a:cubicBezTo>
                    <a:pt x="62" y="930"/>
                    <a:pt x="62" y="930"/>
                    <a:pt x="63" y="930"/>
                  </a:cubicBezTo>
                  <a:cubicBezTo>
                    <a:pt x="71" y="929"/>
                    <a:pt x="75" y="929"/>
                    <a:pt x="77" y="929"/>
                  </a:cubicBezTo>
                  <a:cubicBezTo>
                    <a:pt x="79" y="929"/>
                    <a:pt x="77" y="929"/>
                    <a:pt x="73" y="931"/>
                  </a:cubicBezTo>
                  <a:cubicBezTo>
                    <a:pt x="65" y="933"/>
                    <a:pt x="66" y="938"/>
                    <a:pt x="66" y="938"/>
                  </a:cubicBezTo>
                  <a:cubicBezTo>
                    <a:pt x="67" y="941"/>
                    <a:pt x="69" y="945"/>
                    <a:pt x="61" y="948"/>
                  </a:cubicBezTo>
                  <a:cubicBezTo>
                    <a:pt x="61" y="948"/>
                    <a:pt x="62" y="953"/>
                    <a:pt x="72" y="957"/>
                  </a:cubicBezTo>
                  <a:cubicBezTo>
                    <a:pt x="91" y="958"/>
                    <a:pt x="88" y="972"/>
                    <a:pt x="73" y="982"/>
                  </a:cubicBezTo>
                  <a:lnTo>
                    <a:pt x="84" y="986"/>
                  </a:lnTo>
                  <a:cubicBezTo>
                    <a:pt x="92" y="985"/>
                    <a:pt x="98" y="984"/>
                    <a:pt x="101" y="984"/>
                  </a:cubicBezTo>
                  <a:cubicBezTo>
                    <a:pt x="105" y="984"/>
                    <a:pt x="105" y="986"/>
                    <a:pt x="95" y="990"/>
                  </a:cubicBezTo>
                  <a:lnTo>
                    <a:pt x="88" y="993"/>
                  </a:lnTo>
                  <a:cubicBezTo>
                    <a:pt x="89" y="993"/>
                    <a:pt x="90" y="992"/>
                    <a:pt x="91" y="992"/>
                  </a:cubicBezTo>
                  <a:cubicBezTo>
                    <a:pt x="104" y="992"/>
                    <a:pt x="102" y="1008"/>
                    <a:pt x="89" y="1015"/>
                  </a:cubicBezTo>
                  <a:cubicBezTo>
                    <a:pt x="81" y="1019"/>
                    <a:pt x="81" y="1019"/>
                    <a:pt x="82" y="1023"/>
                  </a:cubicBezTo>
                  <a:lnTo>
                    <a:pt x="90" y="1019"/>
                  </a:lnTo>
                  <a:cubicBezTo>
                    <a:pt x="95" y="1016"/>
                    <a:pt x="101" y="1014"/>
                    <a:pt x="104" y="1014"/>
                  </a:cubicBezTo>
                  <a:cubicBezTo>
                    <a:pt x="105" y="1014"/>
                    <a:pt x="106" y="1014"/>
                    <a:pt x="107" y="1015"/>
                  </a:cubicBezTo>
                  <a:cubicBezTo>
                    <a:pt x="109" y="1019"/>
                    <a:pt x="110" y="1022"/>
                    <a:pt x="102" y="1027"/>
                  </a:cubicBezTo>
                  <a:cubicBezTo>
                    <a:pt x="98" y="1032"/>
                    <a:pt x="93" y="1039"/>
                    <a:pt x="96" y="1039"/>
                  </a:cubicBezTo>
                  <a:cubicBezTo>
                    <a:pt x="97" y="1039"/>
                    <a:pt x="98" y="1038"/>
                    <a:pt x="99" y="1038"/>
                  </a:cubicBezTo>
                  <a:lnTo>
                    <a:pt x="99" y="1038"/>
                  </a:lnTo>
                  <a:cubicBezTo>
                    <a:pt x="99" y="1038"/>
                    <a:pt x="100" y="1041"/>
                    <a:pt x="95" y="1048"/>
                  </a:cubicBezTo>
                  <a:lnTo>
                    <a:pt x="103" y="1062"/>
                  </a:lnTo>
                  <a:cubicBezTo>
                    <a:pt x="104" y="1062"/>
                    <a:pt x="105" y="1062"/>
                    <a:pt x="105" y="1062"/>
                  </a:cubicBezTo>
                  <a:cubicBezTo>
                    <a:pt x="113" y="1062"/>
                    <a:pt x="115" y="1068"/>
                    <a:pt x="109" y="1073"/>
                  </a:cubicBezTo>
                  <a:cubicBezTo>
                    <a:pt x="111" y="1076"/>
                    <a:pt x="115" y="1078"/>
                    <a:pt x="120" y="1078"/>
                  </a:cubicBezTo>
                  <a:cubicBezTo>
                    <a:pt x="120" y="1078"/>
                    <a:pt x="121" y="1078"/>
                    <a:pt x="122" y="1078"/>
                  </a:cubicBezTo>
                  <a:lnTo>
                    <a:pt x="122" y="1078"/>
                  </a:lnTo>
                  <a:cubicBezTo>
                    <a:pt x="126" y="1085"/>
                    <a:pt x="128" y="1088"/>
                    <a:pt x="120" y="1093"/>
                  </a:cubicBezTo>
                  <a:cubicBezTo>
                    <a:pt x="116" y="1096"/>
                    <a:pt x="114" y="1097"/>
                    <a:pt x="116" y="1097"/>
                  </a:cubicBezTo>
                  <a:cubicBezTo>
                    <a:pt x="117" y="1097"/>
                    <a:pt x="119" y="1096"/>
                    <a:pt x="122" y="1096"/>
                  </a:cubicBezTo>
                  <a:cubicBezTo>
                    <a:pt x="125" y="1095"/>
                    <a:pt x="127" y="1094"/>
                    <a:pt x="128" y="1094"/>
                  </a:cubicBezTo>
                  <a:cubicBezTo>
                    <a:pt x="131" y="1094"/>
                    <a:pt x="132" y="1096"/>
                    <a:pt x="134" y="1098"/>
                  </a:cubicBezTo>
                  <a:lnTo>
                    <a:pt x="137" y="1104"/>
                  </a:lnTo>
                  <a:cubicBezTo>
                    <a:pt x="141" y="1102"/>
                    <a:pt x="143" y="1100"/>
                    <a:pt x="144" y="1100"/>
                  </a:cubicBezTo>
                  <a:cubicBezTo>
                    <a:pt x="145" y="1100"/>
                    <a:pt x="145" y="1101"/>
                    <a:pt x="146" y="1103"/>
                  </a:cubicBezTo>
                  <a:cubicBezTo>
                    <a:pt x="148" y="1106"/>
                    <a:pt x="146" y="1120"/>
                    <a:pt x="147" y="1122"/>
                  </a:cubicBezTo>
                  <a:cubicBezTo>
                    <a:pt x="150" y="1127"/>
                    <a:pt x="151" y="1129"/>
                    <a:pt x="153" y="1129"/>
                  </a:cubicBezTo>
                  <a:cubicBezTo>
                    <a:pt x="154" y="1129"/>
                    <a:pt x="156" y="1127"/>
                    <a:pt x="158" y="1124"/>
                  </a:cubicBezTo>
                  <a:cubicBezTo>
                    <a:pt x="157" y="1122"/>
                    <a:pt x="159" y="1120"/>
                    <a:pt x="160" y="1120"/>
                  </a:cubicBezTo>
                  <a:cubicBezTo>
                    <a:pt x="161" y="1120"/>
                    <a:pt x="162" y="1122"/>
                    <a:pt x="161" y="1126"/>
                  </a:cubicBezTo>
                  <a:cubicBezTo>
                    <a:pt x="162" y="1130"/>
                    <a:pt x="159" y="1143"/>
                    <a:pt x="165" y="1152"/>
                  </a:cubicBezTo>
                  <a:cubicBezTo>
                    <a:pt x="169" y="1160"/>
                    <a:pt x="171" y="1163"/>
                    <a:pt x="173" y="1163"/>
                  </a:cubicBezTo>
                  <a:cubicBezTo>
                    <a:pt x="175" y="1163"/>
                    <a:pt x="177" y="1162"/>
                    <a:pt x="180" y="1160"/>
                  </a:cubicBezTo>
                  <a:cubicBezTo>
                    <a:pt x="185" y="1154"/>
                    <a:pt x="188" y="1152"/>
                    <a:pt x="189" y="1152"/>
                  </a:cubicBezTo>
                  <a:cubicBezTo>
                    <a:pt x="190" y="1152"/>
                    <a:pt x="187" y="1156"/>
                    <a:pt x="181" y="1162"/>
                  </a:cubicBezTo>
                  <a:cubicBezTo>
                    <a:pt x="173" y="1173"/>
                    <a:pt x="172" y="1178"/>
                    <a:pt x="174" y="1178"/>
                  </a:cubicBezTo>
                  <a:cubicBezTo>
                    <a:pt x="175" y="1178"/>
                    <a:pt x="177" y="1177"/>
                    <a:pt x="178" y="1176"/>
                  </a:cubicBezTo>
                  <a:cubicBezTo>
                    <a:pt x="182" y="1175"/>
                    <a:pt x="184" y="1175"/>
                    <a:pt x="186" y="1175"/>
                  </a:cubicBezTo>
                  <a:cubicBezTo>
                    <a:pt x="188" y="1175"/>
                    <a:pt x="188" y="1176"/>
                    <a:pt x="190" y="1177"/>
                  </a:cubicBezTo>
                  <a:cubicBezTo>
                    <a:pt x="182" y="1182"/>
                    <a:pt x="184" y="1185"/>
                    <a:pt x="194" y="1186"/>
                  </a:cubicBezTo>
                  <a:cubicBezTo>
                    <a:pt x="196" y="1189"/>
                    <a:pt x="196" y="1189"/>
                    <a:pt x="190" y="1194"/>
                  </a:cubicBezTo>
                  <a:cubicBezTo>
                    <a:pt x="190" y="1194"/>
                    <a:pt x="191" y="1197"/>
                    <a:pt x="193" y="1199"/>
                  </a:cubicBezTo>
                  <a:cubicBezTo>
                    <a:pt x="194" y="1199"/>
                    <a:pt x="195" y="1199"/>
                    <a:pt x="195" y="1199"/>
                  </a:cubicBezTo>
                  <a:cubicBezTo>
                    <a:pt x="211" y="1199"/>
                    <a:pt x="213" y="1220"/>
                    <a:pt x="209" y="1226"/>
                  </a:cubicBezTo>
                  <a:cubicBezTo>
                    <a:pt x="209" y="1226"/>
                    <a:pt x="210" y="1229"/>
                    <a:pt x="215" y="1229"/>
                  </a:cubicBezTo>
                  <a:cubicBezTo>
                    <a:pt x="216" y="1229"/>
                    <a:pt x="218" y="1229"/>
                    <a:pt x="219" y="1228"/>
                  </a:cubicBezTo>
                  <a:cubicBezTo>
                    <a:pt x="225" y="1226"/>
                    <a:pt x="228" y="1225"/>
                    <a:pt x="230" y="1225"/>
                  </a:cubicBezTo>
                  <a:cubicBezTo>
                    <a:pt x="234" y="1225"/>
                    <a:pt x="232" y="1228"/>
                    <a:pt x="222" y="1234"/>
                  </a:cubicBezTo>
                  <a:cubicBezTo>
                    <a:pt x="214" y="1239"/>
                    <a:pt x="210" y="1241"/>
                    <a:pt x="212" y="1241"/>
                  </a:cubicBezTo>
                  <a:cubicBezTo>
                    <a:pt x="213" y="1241"/>
                    <a:pt x="217" y="1240"/>
                    <a:pt x="224" y="1237"/>
                  </a:cubicBezTo>
                  <a:cubicBezTo>
                    <a:pt x="225" y="1237"/>
                    <a:pt x="226" y="1237"/>
                    <a:pt x="226" y="1237"/>
                  </a:cubicBezTo>
                  <a:cubicBezTo>
                    <a:pt x="234" y="1237"/>
                    <a:pt x="240" y="1251"/>
                    <a:pt x="226" y="1257"/>
                  </a:cubicBezTo>
                  <a:lnTo>
                    <a:pt x="211" y="1265"/>
                  </a:lnTo>
                  <a:cubicBezTo>
                    <a:pt x="213" y="1265"/>
                    <a:pt x="214" y="1265"/>
                    <a:pt x="216" y="1265"/>
                  </a:cubicBezTo>
                  <a:cubicBezTo>
                    <a:pt x="221" y="1265"/>
                    <a:pt x="222" y="1267"/>
                    <a:pt x="222" y="1267"/>
                  </a:cubicBezTo>
                  <a:cubicBezTo>
                    <a:pt x="224" y="1265"/>
                    <a:pt x="226" y="1265"/>
                    <a:pt x="227" y="1265"/>
                  </a:cubicBezTo>
                  <a:cubicBezTo>
                    <a:pt x="230" y="1265"/>
                    <a:pt x="233" y="1268"/>
                    <a:pt x="236" y="1274"/>
                  </a:cubicBezTo>
                  <a:cubicBezTo>
                    <a:pt x="239" y="1280"/>
                    <a:pt x="254" y="1288"/>
                    <a:pt x="257" y="1294"/>
                  </a:cubicBezTo>
                  <a:cubicBezTo>
                    <a:pt x="260" y="1299"/>
                    <a:pt x="266" y="1308"/>
                    <a:pt x="260" y="1316"/>
                  </a:cubicBezTo>
                  <a:cubicBezTo>
                    <a:pt x="261" y="1319"/>
                    <a:pt x="264" y="1322"/>
                    <a:pt x="274" y="1324"/>
                  </a:cubicBezTo>
                  <a:cubicBezTo>
                    <a:pt x="275" y="1324"/>
                    <a:pt x="276" y="1323"/>
                    <a:pt x="277" y="1323"/>
                  </a:cubicBezTo>
                  <a:cubicBezTo>
                    <a:pt x="284" y="1323"/>
                    <a:pt x="285" y="1329"/>
                    <a:pt x="279" y="1333"/>
                  </a:cubicBezTo>
                  <a:lnTo>
                    <a:pt x="282" y="1335"/>
                  </a:lnTo>
                  <a:cubicBezTo>
                    <a:pt x="292" y="1337"/>
                    <a:pt x="294" y="1340"/>
                    <a:pt x="294" y="1340"/>
                  </a:cubicBezTo>
                  <a:cubicBezTo>
                    <a:pt x="287" y="1344"/>
                    <a:pt x="281" y="1351"/>
                    <a:pt x="288" y="1351"/>
                  </a:cubicBezTo>
                  <a:cubicBezTo>
                    <a:pt x="288" y="1351"/>
                    <a:pt x="289" y="1351"/>
                    <a:pt x="290" y="1351"/>
                  </a:cubicBezTo>
                  <a:cubicBezTo>
                    <a:pt x="292" y="1349"/>
                    <a:pt x="294" y="1348"/>
                    <a:pt x="296" y="1348"/>
                  </a:cubicBezTo>
                  <a:cubicBezTo>
                    <a:pt x="298" y="1348"/>
                    <a:pt x="300" y="1351"/>
                    <a:pt x="302" y="1355"/>
                  </a:cubicBezTo>
                  <a:cubicBezTo>
                    <a:pt x="299" y="1365"/>
                    <a:pt x="353" y="1460"/>
                    <a:pt x="362" y="1460"/>
                  </a:cubicBezTo>
                  <a:cubicBezTo>
                    <a:pt x="362" y="1460"/>
                    <a:pt x="362" y="1460"/>
                    <a:pt x="362" y="1460"/>
                  </a:cubicBezTo>
                  <a:lnTo>
                    <a:pt x="368" y="1469"/>
                  </a:lnTo>
                  <a:cubicBezTo>
                    <a:pt x="370" y="1471"/>
                    <a:pt x="374" y="1477"/>
                    <a:pt x="374" y="1477"/>
                  </a:cubicBezTo>
                  <a:cubicBezTo>
                    <a:pt x="359" y="1486"/>
                    <a:pt x="375" y="1497"/>
                    <a:pt x="387" y="1501"/>
                  </a:cubicBezTo>
                  <a:cubicBezTo>
                    <a:pt x="389" y="1501"/>
                    <a:pt x="391" y="1500"/>
                    <a:pt x="392" y="1500"/>
                  </a:cubicBezTo>
                  <a:cubicBezTo>
                    <a:pt x="397" y="1500"/>
                    <a:pt x="399" y="1503"/>
                    <a:pt x="399" y="1506"/>
                  </a:cubicBezTo>
                  <a:cubicBezTo>
                    <a:pt x="385" y="1515"/>
                    <a:pt x="390" y="1523"/>
                    <a:pt x="401" y="1525"/>
                  </a:cubicBezTo>
                  <a:cubicBezTo>
                    <a:pt x="407" y="1523"/>
                    <a:pt x="411" y="1522"/>
                    <a:pt x="413" y="1522"/>
                  </a:cubicBezTo>
                  <a:cubicBezTo>
                    <a:pt x="416" y="1522"/>
                    <a:pt x="413" y="1525"/>
                    <a:pt x="404" y="1530"/>
                  </a:cubicBezTo>
                  <a:cubicBezTo>
                    <a:pt x="395" y="1536"/>
                    <a:pt x="393" y="1542"/>
                    <a:pt x="402" y="1542"/>
                  </a:cubicBezTo>
                  <a:cubicBezTo>
                    <a:pt x="405" y="1542"/>
                    <a:pt x="411" y="1541"/>
                    <a:pt x="419" y="1538"/>
                  </a:cubicBezTo>
                  <a:cubicBezTo>
                    <a:pt x="421" y="1538"/>
                    <a:pt x="423" y="1538"/>
                    <a:pt x="424" y="1538"/>
                  </a:cubicBezTo>
                  <a:cubicBezTo>
                    <a:pt x="427" y="1538"/>
                    <a:pt x="426" y="1539"/>
                    <a:pt x="422" y="1544"/>
                  </a:cubicBezTo>
                  <a:cubicBezTo>
                    <a:pt x="413" y="1553"/>
                    <a:pt x="411" y="1557"/>
                    <a:pt x="414" y="1557"/>
                  </a:cubicBezTo>
                  <a:cubicBezTo>
                    <a:pt x="415" y="1557"/>
                    <a:pt x="416" y="1556"/>
                    <a:pt x="419" y="1555"/>
                  </a:cubicBezTo>
                  <a:cubicBezTo>
                    <a:pt x="424" y="1553"/>
                    <a:pt x="428" y="1551"/>
                    <a:pt x="430" y="1551"/>
                  </a:cubicBezTo>
                  <a:cubicBezTo>
                    <a:pt x="434" y="1551"/>
                    <a:pt x="432" y="1556"/>
                    <a:pt x="423" y="1564"/>
                  </a:cubicBezTo>
                  <a:cubicBezTo>
                    <a:pt x="417" y="1573"/>
                    <a:pt x="414" y="1576"/>
                    <a:pt x="417" y="1576"/>
                  </a:cubicBezTo>
                  <a:cubicBezTo>
                    <a:pt x="419" y="1576"/>
                    <a:pt x="423" y="1575"/>
                    <a:pt x="429" y="1573"/>
                  </a:cubicBezTo>
                  <a:cubicBezTo>
                    <a:pt x="432" y="1572"/>
                    <a:pt x="435" y="1571"/>
                    <a:pt x="437" y="1571"/>
                  </a:cubicBezTo>
                  <a:cubicBezTo>
                    <a:pt x="447" y="1571"/>
                    <a:pt x="450" y="1581"/>
                    <a:pt x="439" y="1590"/>
                  </a:cubicBezTo>
                  <a:cubicBezTo>
                    <a:pt x="440" y="1592"/>
                    <a:pt x="437" y="1598"/>
                    <a:pt x="439" y="1598"/>
                  </a:cubicBezTo>
                  <a:cubicBezTo>
                    <a:pt x="440" y="1598"/>
                    <a:pt x="441" y="1597"/>
                    <a:pt x="442" y="1596"/>
                  </a:cubicBezTo>
                  <a:lnTo>
                    <a:pt x="442" y="1596"/>
                  </a:lnTo>
                  <a:lnTo>
                    <a:pt x="438" y="1603"/>
                  </a:lnTo>
                  <a:lnTo>
                    <a:pt x="441" y="1610"/>
                  </a:lnTo>
                  <a:lnTo>
                    <a:pt x="448" y="1605"/>
                  </a:lnTo>
                  <a:cubicBezTo>
                    <a:pt x="451" y="1621"/>
                    <a:pt x="458" y="1637"/>
                    <a:pt x="465" y="1651"/>
                  </a:cubicBezTo>
                  <a:cubicBezTo>
                    <a:pt x="479" y="1676"/>
                    <a:pt x="484" y="1686"/>
                    <a:pt x="489" y="1686"/>
                  </a:cubicBezTo>
                  <a:cubicBezTo>
                    <a:pt x="490" y="1686"/>
                    <a:pt x="491" y="1685"/>
                    <a:pt x="493" y="1683"/>
                  </a:cubicBezTo>
                  <a:cubicBezTo>
                    <a:pt x="498" y="1678"/>
                    <a:pt x="501" y="1676"/>
                    <a:pt x="503" y="1676"/>
                  </a:cubicBezTo>
                  <a:cubicBezTo>
                    <a:pt x="506" y="1676"/>
                    <a:pt x="504" y="1681"/>
                    <a:pt x="496" y="1688"/>
                  </a:cubicBezTo>
                  <a:cubicBezTo>
                    <a:pt x="498" y="1692"/>
                    <a:pt x="494" y="1702"/>
                    <a:pt x="498" y="1709"/>
                  </a:cubicBezTo>
                  <a:cubicBezTo>
                    <a:pt x="502" y="1714"/>
                    <a:pt x="505" y="1720"/>
                    <a:pt x="497" y="1724"/>
                  </a:cubicBezTo>
                  <a:lnTo>
                    <a:pt x="499" y="1728"/>
                  </a:lnTo>
                  <a:cubicBezTo>
                    <a:pt x="500" y="1728"/>
                    <a:pt x="501" y="1727"/>
                    <a:pt x="503" y="1727"/>
                  </a:cubicBezTo>
                  <a:cubicBezTo>
                    <a:pt x="517" y="1727"/>
                    <a:pt x="528" y="1741"/>
                    <a:pt x="525" y="1756"/>
                  </a:cubicBezTo>
                  <a:cubicBezTo>
                    <a:pt x="528" y="1762"/>
                    <a:pt x="534" y="1766"/>
                    <a:pt x="541" y="1766"/>
                  </a:cubicBezTo>
                  <a:cubicBezTo>
                    <a:pt x="552" y="1768"/>
                    <a:pt x="552" y="1768"/>
                    <a:pt x="546" y="1775"/>
                  </a:cubicBezTo>
                  <a:cubicBezTo>
                    <a:pt x="541" y="1779"/>
                    <a:pt x="541" y="1795"/>
                    <a:pt x="550" y="1795"/>
                  </a:cubicBezTo>
                  <a:cubicBezTo>
                    <a:pt x="552" y="1795"/>
                    <a:pt x="554" y="1794"/>
                    <a:pt x="557" y="1793"/>
                  </a:cubicBezTo>
                  <a:lnTo>
                    <a:pt x="557" y="1793"/>
                  </a:lnTo>
                  <a:lnTo>
                    <a:pt x="551" y="1801"/>
                  </a:lnTo>
                  <a:cubicBezTo>
                    <a:pt x="549" y="1804"/>
                    <a:pt x="550" y="1806"/>
                    <a:pt x="552" y="1806"/>
                  </a:cubicBezTo>
                  <a:cubicBezTo>
                    <a:pt x="554" y="1806"/>
                    <a:pt x="559" y="1804"/>
                    <a:pt x="562" y="1802"/>
                  </a:cubicBezTo>
                  <a:cubicBezTo>
                    <a:pt x="567" y="1798"/>
                    <a:pt x="571" y="1797"/>
                    <a:pt x="572" y="1797"/>
                  </a:cubicBezTo>
                  <a:cubicBezTo>
                    <a:pt x="575" y="1797"/>
                    <a:pt x="571" y="1802"/>
                    <a:pt x="559" y="1813"/>
                  </a:cubicBezTo>
                  <a:cubicBezTo>
                    <a:pt x="549" y="1819"/>
                    <a:pt x="546" y="1822"/>
                    <a:pt x="548" y="1822"/>
                  </a:cubicBezTo>
                  <a:cubicBezTo>
                    <a:pt x="549" y="1822"/>
                    <a:pt x="551" y="1821"/>
                    <a:pt x="553" y="1820"/>
                  </a:cubicBezTo>
                  <a:cubicBezTo>
                    <a:pt x="557" y="1819"/>
                    <a:pt x="560" y="1819"/>
                    <a:pt x="563" y="1819"/>
                  </a:cubicBezTo>
                  <a:cubicBezTo>
                    <a:pt x="567" y="1819"/>
                    <a:pt x="569" y="1820"/>
                    <a:pt x="565" y="1824"/>
                  </a:cubicBezTo>
                  <a:cubicBezTo>
                    <a:pt x="566" y="1826"/>
                    <a:pt x="567" y="1827"/>
                    <a:pt x="569" y="1827"/>
                  </a:cubicBezTo>
                  <a:cubicBezTo>
                    <a:pt x="572" y="1827"/>
                    <a:pt x="576" y="1825"/>
                    <a:pt x="583" y="1821"/>
                  </a:cubicBezTo>
                  <a:cubicBezTo>
                    <a:pt x="586" y="1820"/>
                    <a:pt x="588" y="1819"/>
                    <a:pt x="589" y="1819"/>
                  </a:cubicBezTo>
                  <a:cubicBezTo>
                    <a:pt x="592" y="1819"/>
                    <a:pt x="593" y="1821"/>
                    <a:pt x="594" y="1823"/>
                  </a:cubicBezTo>
                  <a:cubicBezTo>
                    <a:pt x="589" y="1826"/>
                    <a:pt x="583" y="1829"/>
                    <a:pt x="578" y="1829"/>
                  </a:cubicBezTo>
                  <a:cubicBezTo>
                    <a:pt x="577" y="1828"/>
                    <a:pt x="577" y="1827"/>
                    <a:pt x="577" y="1827"/>
                  </a:cubicBezTo>
                  <a:lnTo>
                    <a:pt x="577" y="1827"/>
                  </a:lnTo>
                  <a:cubicBezTo>
                    <a:pt x="577" y="1827"/>
                    <a:pt x="579" y="1830"/>
                    <a:pt x="581" y="1834"/>
                  </a:cubicBezTo>
                  <a:cubicBezTo>
                    <a:pt x="583" y="1838"/>
                    <a:pt x="579" y="1848"/>
                    <a:pt x="572" y="1852"/>
                  </a:cubicBezTo>
                  <a:cubicBezTo>
                    <a:pt x="569" y="1856"/>
                    <a:pt x="568" y="1859"/>
                    <a:pt x="570" y="1859"/>
                  </a:cubicBezTo>
                  <a:cubicBezTo>
                    <a:pt x="571" y="1859"/>
                    <a:pt x="575" y="1857"/>
                    <a:pt x="581" y="1851"/>
                  </a:cubicBezTo>
                  <a:cubicBezTo>
                    <a:pt x="589" y="1846"/>
                    <a:pt x="593" y="1844"/>
                    <a:pt x="595" y="1844"/>
                  </a:cubicBezTo>
                  <a:cubicBezTo>
                    <a:pt x="597" y="1844"/>
                    <a:pt x="598" y="1845"/>
                    <a:pt x="599" y="1848"/>
                  </a:cubicBezTo>
                  <a:cubicBezTo>
                    <a:pt x="600" y="1851"/>
                    <a:pt x="602" y="1854"/>
                    <a:pt x="595" y="1859"/>
                  </a:cubicBezTo>
                  <a:cubicBezTo>
                    <a:pt x="588" y="1863"/>
                    <a:pt x="588" y="1863"/>
                    <a:pt x="591" y="1869"/>
                  </a:cubicBezTo>
                  <a:cubicBezTo>
                    <a:pt x="594" y="1873"/>
                    <a:pt x="599" y="1874"/>
                    <a:pt x="607" y="1874"/>
                  </a:cubicBezTo>
                  <a:cubicBezTo>
                    <a:pt x="617" y="1874"/>
                    <a:pt x="630" y="1871"/>
                    <a:pt x="640" y="1868"/>
                  </a:cubicBezTo>
                  <a:cubicBezTo>
                    <a:pt x="646" y="1864"/>
                    <a:pt x="650" y="1861"/>
                    <a:pt x="651" y="1861"/>
                  </a:cubicBezTo>
                  <a:lnTo>
                    <a:pt x="651" y="1861"/>
                  </a:lnTo>
                  <a:cubicBezTo>
                    <a:pt x="651" y="1861"/>
                    <a:pt x="648" y="1864"/>
                    <a:pt x="642" y="1870"/>
                  </a:cubicBezTo>
                  <a:cubicBezTo>
                    <a:pt x="634" y="1875"/>
                    <a:pt x="636" y="1878"/>
                    <a:pt x="637" y="1881"/>
                  </a:cubicBezTo>
                  <a:cubicBezTo>
                    <a:pt x="639" y="1880"/>
                    <a:pt x="640" y="1880"/>
                    <a:pt x="641" y="1880"/>
                  </a:cubicBezTo>
                  <a:cubicBezTo>
                    <a:pt x="642" y="1880"/>
                    <a:pt x="640" y="1882"/>
                    <a:pt x="638" y="1882"/>
                  </a:cubicBezTo>
                  <a:cubicBezTo>
                    <a:pt x="638" y="1882"/>
                    <a:pt x="638" y="1882"/>
                    <a:pt x="637" y="1881"/>
                  </a:cubicBezTo>
                  <a:cubicBezTo>
                    <a:pt x="635" y="1883"/>
                    <a:pt x="633" y="1884"/>
                    <a:pt x="632" y="1884"/>
                  </a:cubicBezTo>
                  <a:cubicBezTo>
                    <a:pt x="629" y="1884"/>
                    <a:pt x="628" y="1881"/>
                    <a:pt x="627" y="1879"/>
                  </a:cubicBezTo>
                  <a:lnTo>
                    <a:pt x="619" y="1884"/>
                  </a:lnTo>
                  <a:cubicBezTo>
                    <a:pt x="611" y="1892"/>
                    <a:pt x="609" y="1896"/>
                    <a:pt x="613" y="1896"/>
                  </a:cubicBezTo>
                  <a:cubicBezTo>
                    <a:pt x="615" y="1896"/>
                    <a:pt x="619" y="1895"/>
                    <a:pt x="625" y="1893"/>
                  </a:cubicBezTo>
                  <a:cubicBezTo>
                    <a:pt x="627" y="1892"/>
                    <a:pt x="629" y="1892"/>
                    <a:pt x="630" y="1892"/>
                  </a:cubicBezTo>
                  <a:cubicBezTo>
                    <a:pt x="633" y="1892"/>
                    <a:pt x="632" y="1894"/>
                    <a:pt x="628" y="1899"/>
                  </a:cubicBezTo>
                  <a:cubicBezTo>
                    <a:pt x="624" y="1905"/>
                    <a:pt x="619" y="1911"/>
                    <a:pt x="622" y="1911"/>
                  </a:cubicBezTo>
                  <a:cubicBezTo>
                    <a:pt x="622" y="1911"/>
                    <a:pt x="623" y="1910"/>
                    <a:pt x="625" y="1909"/>
                  </a:cubicBezTo>
                  <a:lnTo>
                    <a:pt x="625" y="1909"/>
                  </a:lnTo>
                  <a:cubicBezTo>
                    <a:pt x="626" y="1914"/>
                    <a:pt x="626" y="1919"/>
                    <a:pt x="623" y="1923"/>
                  </a:cubicBezTo>
                  <a:cubicBezTo>
                    <a:pt x="625" y="1927"/>
                    <a:pt x="626" y="1929"/>
                    <a:pt x="629" y="1929"/>
                  </a:cubicBezTo>
                  <a:cubicBezTo>
                    <a:pt x="631" y="1929"/>
                    <a:pt x="632" y="1929"/>
                    <a:pt x="635" y="1927"/>
                  </a:cubicBezTo>
                  <a:cubicBezTo>
                    <a:pt x="637" y="1926"/>
                    <a:pt x="639" y="1925"/>
                    <a:pt x="641" y="1925"/>
                  </a:cubicBezTo>
                  <a:cubicBezTo>
                    <a:pt x="643" y="1925"/>
                    <a:pt x="644" y="1927"/>
                    <a:pt x="645" y="1928"/>
                  </a:cubicBezTo>
                  <a:cubicBezTo>
                    <a:pt x="647" y="1931"/>
                    <a:pt x="648" y="1932"/>
                    <a:pt x="650" y="1932"/>
                  </a:cubicBezTo>
                  <a:cubicBezTo>
                    <a:pt x="652" y="1932"/>
                    <a:pt x="654" y="1932"/>
                    <a:pt x="656" y="1931"/>
                  </a:cubicBezTo>
                  <a:cubicBezTo>
                    <a:pt x="660" y="1928"/>
                    <a:pt x="664" y="1926"/>
                    <a:pt x="668" y="1926"/>
                  </a:cubicBezTo>
                  <a:cubicBezTo>
                    <a:pt x="671" y="1926"/>
                    <a:pt x="674" y="1928"/>
                    <a:pt x="675" y="1931"/>
                  </a:cubicBezTo>
                  <a:cubicBezTo>
                    <a:pt x="687" y="1932"/>
                    <a:pt x="687" y="1932"/>
                    <a:pt x="674" y="1943"/>
                  </a:cubicBezTo>
                  <a:cubicBezTo>
                    <a:pt x="666" y="1948"/>
                    <a:pt x="669" y="1951"/>
                    <a:pt x="670" y="1954"/>
                  </a:cubicBezTo>
                  <a:cubicBezTo>
                    <a:pt x="670" y="1954"/>
                    <a:pt x="672" y="1957"/>
                    <a:pt x="666" y="1964"/>
                  </a:cubicBezTo>
                  <a:cubicBezTo>
                    <a:pt x="664" y="1967"/>
                    <a:pt x="664" y="1969"/>
                    <a:pt x="665" y="1969"/>
                  </a:cubicBezTo>
                  <a:cubicBezTo>
                    <a:pt x="666" y="1969"/>
                    <a:pt x="671" y="1966"/>
                    <a:pt x="675" y="1963"/>
                  </a:cubicBezTo>
                  <a:lnTo>
                    <a:pt x="690" y="1954"/>
                  </a:lnTo>
                  <a:lnTo>
                    <a:pt x="690" y="1954"/>
                  </a:lnTo>
                  <a:cubicBezTo>
                    <a:pt x="691" y="1957"/>
                    <a:pt x="679" y="1969"/>
                    <a:pt x="671" y="1973"/>
                  </a:cubicBezTo>
                  <a:cubicBezTo>
                    <a:pt x="664" y="1980"/>
                    <a:pt x="661" y="1983"/>
                    <a:pt x="662" y="1983"/>
                  </a:cubicBezTo>
                  <a:cubicBezTo>
                    <a:pt x="663" y="1983"/>
                    <a:pt x="666" y="1981"/>
                    <a:pt x="673" y="1977"/>
                  </a:cubicBezTo>
                  <a:cubicBezTo>
                    <a:pt x="676" y="1975"/>
                    <a:pt x="680" y="1973"/>
                    <a:pt x="683" y="1973"/>
                  </a:cubicBezTo>
                  <a:cubicBezTo>
                    <a:pt x="686" y="1973"/>
                    <a:pt x="688" y="1975"/>
                    <a:pt x="686" y="1981"/>
                  </a:cubicBezTo>
                  <a:cubicBezTo>
                    <a:pt x="689" y="1987"/>
                    <a:pt x="692" y="1992"/>
                    <a:pt x="686" y="1997"/>
                  </a:cubicBezTo>
                  <a:cubicBezTo>
                    <a:pt x="681" y="2003"/>
                    <a:pt x="686" y="2004"/>
                    <a:pt x="688" y="2004"/>
                  </a:cubicBezTo>
                  <a:cubicBezTo>
                    <a:pt x="688" y="2004"/>
                    <a:pt x="689" y="2004"/>
                    <a:pt x="689" y="2004"/>
                  </a:cubicBezTo>
                  <a:cubicBezTo>
                    <a:pt x="691" y="2003"/>
                    <a:pt x="692" y="2003"/>
                    <a:pt x="693" y="2003"/>
                  </a:cubicBezTo>
                  <a:cubicBezTo>
                    <a:pt x="698" y="2003"/>
                    <a:pt x="699" y="2007"/>
                    <a:pt x="698" y="2018"/>
                  </a:cubicBezTo>
                  <a:cubicBezTo>
                    <a:pt x="694" y="2033"/>
                    <a:pt x="692" y="2038"/>
                    <a:pt x="695" y="2038"/>
                  </a:cubicBezTo>
                  <a:cubicBezTo>
                    <a:pt x="697" y="2038"/>
                    <a:pt x="700" y="2036"/>
                    <a:pt x="706" y="2033"/>
                  </a:cubicBezTo>
                  <a:cubicBezTo>
                    <a:pt x="710" y="2030"/>
                    <a:pt x="714" y="2028"/>
                    <a:pt x="714" y="2028"/>
                  </a:cubicBezTo>
                  <a:cubicBezTo>
                    <a:pt x="715" y="2028"/>
                    <a:pt x="714" y="2030"/>
                    <a:pt x="708" y="2036"/>
                  </a:cubicBezTo>
                  <a:cubicBezTo>
                    <a:pt x="702" y="2044"/>
                    <a:pt x="711" y="2042"/>
                    <a:pt x="723" y="2044"/>
                  </a:cubicBezTo>
                  <a:cubicBezTo>
                    <a:pt x="733" y="2041"/>
                    <a:pt x="744" y="2035"/>
                    <a:pt x="753" y="2028"/>
                  </a:cubicBezTo>
                  <a:cubicBezTo>
                    <a:pt x="760" y="2024"/>
                    <a:pt x="763" y="2022"/>
                    <a:pt x="765" y="2022"/>
                  </a:cubicBezTo>
                  <a:cubicBezTo>
                    <a:pt x="767" y="2022"/>
                    <a:pt x="766" y="2025"/>
                    <a:pt x="764" y="2031"/>
                  </a:cubicBezTo>
                  <a:cubicBezTo>
                    <a:pt x="765" y="2033"/>
                    <a:pt x="760" y="2041"/>
                    <a:pt x="753" y="2045"/>
                  </a:cubicBezTo>
                  <a:cubicBezTo>
                    <a:pt x="750" y="2047"/>
                    <a:pt x="748" y="2047"/>
                    <a:pt x="746" y="2047"/>
                  </a:cubicBezTo>
                  <a:cubicBezTo>
                    <a:pt x="744" y="2047"/>
                    <a:pt x="744" y="2046"/>
                    <a:pt x="744" y="2046"/>
                  </a:cubicBezTo>
                  <a:lnTo>
                    <a:pt x="742" y="2044"/>
                  </a:lnTo>
                  <a:cubicBezTo>
                    <a:pt x="735" y="2048"/>
                    <a:pt x="727" y="2053"/>
                    <a:pt x="730" y="2059"/>
                  </a:cubicBezTo>
                  <a:cubicBezTo>
                    <a:pt x="727" y="2063"/>
                    <a:pt x="726" y="2066"/>
                    <a:pt x="729" y="2066"/>
                  </a:cubicBezTo>
                  <a:cubicBezTo>
                    <a:pt x="730" y="2066"/>
                    <a:pt x="732" y="2066"/>
                    <a:pt x="734" y="2064"/>
                  </a:cubicBezTo>
                  <a:lnTo>
                    <a:pt x="734" y="2064"/>
                  </a:lnTo>
                  <a:cubicBezTo>
                    <a:pt x="729" y="2072"/>
                    <a:pt x="733" y="2078"/>
                    <a:pt x="736" y="2083"/>
                  </a:cubicBezTo>
                  <a:cubicBezTo>
                    <a:pt x="739" y="2090"/>
                    <a:pt x="744" y="2099"/>
                    <a:pt x="738" y="2106"/>
                  </a:cubicBezTo>
                  <a:cubicBezTo>
                    <a:pt x="741" y="2110"/>
                    <a:pt x="743" y="2113"/>
                    <a:pt x="745" y="2113"/>
                  </a:cubicBezTo>
                  <a:cubicBezTo>
                    <a:pt x="747" y="2113"/>
                    <a:pt x="749" y="2112"/>
                    <a:pt x="752" y="2110"/>
                  </a:cubicBezTo>
                  <a:cubicBezTo>
                    <a:pt x="758" y="2106"/>
                    <a:pt x="762" y="2105"/>
                    <a:pt x="764" y="2105"/>
                  </a:cubicBezTo>
                  <a:cubicBezTo>
                    <a:pt x="766" y="2105"/>
                    <a:pt x="764" y="2107"/>
                    <a:pt x="761" y="2109"/>
                  </a:cubicBezTo>
                  <a:cubicBezTo>
                    <a:pt x="748" y="2121"/>
                    <a:pt x="761" y="2159"/>
                    <a:pt x="776" y="2159"/>
                  </a:cubicBezTo>
                  <a:cubicBezTo>
                    <a:pt x="777" y="2159"/>
                    <a:pt x="778" y="2159"/>
                    <a:pt x="779" y="2158"/>
                  </a:cubicBezTo>
                  <a:cubicBezTo>
                    <a:pt x="779" y="2158"/>
                    <a:pt x="781" y="2161"/>
                    <a:pt x="782" y="2164"/>
                  </a:cubicBezTo>
                  <a:cubicBezTo>
                    <a:pt x="779" y="2174"/>
                    <a:pt x="788" y="2191"/>
                    <a:pt x="797" y="2191"/>
                  </a:cubicBezTo>
                  <a:cubicBezTo>
                    <a:pt x="797" y="2191"/>
                    <a:pt x="797" y="2191"/>
                    <a:pt x="798" y="2191"/>
                  </a:cubicBezTo>
                  <a:lnTo>
                    <a:pt x="803" y="2200"/>
                  </a:lnTo>
                  <a:cubicBezTo>
                    <a:pt x="800" y="2209"/>
                    <a:pt x="801" y="2212"/>
                    <a:pt x="807" y="2212"/>
                  </a:cubicBezTo>
                  <a:cubicBezTo>
                    <a:pt x="808" y="2212"/>
                    <a:pt x="809" y="2212"/>
                    <a:pt x="810" y="2212"/>
                  </a:cubicBezTo>
                  <a:cubicBezTo>
                    <a:pt x="816" y="2211"/>
                    <a:pt x="822" y="2208"/>
                    <a:pt x="822" y="2208"/>
                  </a:cubicBezTo>
                  <a:lnTo>
                    <a:pt x="822" y="2208"/>
                  </a:lnTo>
                  <a:cubicBezTo>
                    <a:pt x="822" y="2208"/>
                    <a:pt x="821" y="2209"/>
                    <a:pt x="819" y="2210"/>
                  </a:cubicBezTo>
                  <a:cubicBezTo>
                    <a:pt x="812" y="2215"/>
                    <a:pt x="816" y="2221"/>
                    <a:pt x="822" y="2232"/>
                  </a:cubicBezTo>
                  <a:cubicBezTo>
                    <a:pt x="826" y="2239"/>
                    <a:pt x="828" y="2242"/>
                    <a:pt x="829" y="2242"/>
                  </a:cubicBezTo>
                  <a:cubicBezTo>
                    <a:pt x="831" y="2242"/>
                    <a:pt x="832" y="2240"/>
                    <a:pt x="835" y="2237"/>
                  </a:cubicBezTo>
                  <a:cubicBezTo>
                    <a:pt x="849" y="2245"/>
                    <a:pt x="841" y="2249"/>
                    <a:pt x="835" y="2254"/>
                  </a:cubicBezTo>
                  <a:cubicBezTo>
                    <a:pt x="825" y="2257"/>
                    <a:pt x="822" y="2260"/>
                    <a:pt x="826" y="2260"/>
                  </a:cubicBezTo>
                  <a:cubicBezTo>
                    <a:pt x="829" y="2260"/>
                    <a:pt x="835" y="2259"/>
                    <a:pt x="845" y="2255"/>
                  </a:cubicBezTo>
                  <a:cubicBezTo>
                    <a:pt x="850" y="2253"/>
                    <a:pt x="854" y="2253"/>
                    <a:pt x="856" y="2253"/>
                  </a:cubicBezTo>
                  <a:cubicBezTo>
                    <a:pt x="863" y="2253"/>
                    <a:pt x="863" y="2256"/>
                    <a:pt x="857" y="2259"/>
                  </a:cubicBezTo>
                  <a:cubicBezTo>
                    <a:pt x="854" y="2261"/>
                    <a:pt x="852" y="2262"/>
                    <a:pt x="851" y="2262"/>
                  </a:cubicBezTo>
                  <a:cubicBezTo>
                    <a:pt x="849" y="2262"/>
                    <a:pt x="848" y="2260"/>
                    <a:pt x="847" y="2258"/>
                  </a:cubicBezTo>
                  <a:lnTo>
                    <a:pt x="832" y="2267"/>
                  </a:lnTo>
                  <a:cubicBezTo>
                    <a:pt x="833" y="2269"/>
                    <a:pt x="833" y="2269"/>
                    <a:pt x="835" y="2269"/>
                  </a:cubicBezTo>
                  <a:cubicBezTo>
                    <a:pt x="837" y="2269"/>
                    <a:pt x="839" y="2269"/>
                    <a:pt x="843" y="2268"/>
                  </a:cubicBezTo>
                  <a:cubicBezTo>
                    <a:pt x="843" y="2268"/>
                    <a:pt x="844" y="2271"/>
                    <a:pt x="850" y="2271"/>
                  </a:cubicBezTo>
                  <a:cubicBezTo>
                    <a:pt x="851" y="2271"/>
                    <a:pt x="852" y="2271"/>
                    <a:pt x="854" y="2271"/>
                  </a:cubicBezTo>
                  <a:cubicBezTo>
                    <a:pt x="863" y="2268"/>
                    <a:pt x="871" y="2264"/>
                    <a:pt x="875" y="2257"/>
                  </a:cubicBezTo>
                  <a:cubicBezTo>
                    <a:pt x="878" y="2253"/>
                    <a:pt x="880" y="2252"/>
                    <a:pt x="881" y="2252"/>
                  </a:cubicBezTo>
                  <a:cubicBezTo>
                    <a:pt x="883" y="2252"/>
                    <a:pt x="883" y="2254"/>
                    <a:pt x="884" y="2255"/>
                  </a:cubicBezTo>
                  <a:cubicBezTo>
                    <a:pt x="882" y="2264"/>
                    <a:pt x="874" y="2271"/>
                    <a:pt x="865" y="2272"/>
                  </a:cubicBezTo>
                  <a:cubicBezTo>
                    <a:pt x="864" y="2271"/>
                    <a:pt x="864" y="2271"/>
                    <a:pt x="863" y="2271"/>
                  </a:cubicBezTo>
                  <a:cubicBezTo>
                    <a:pt x="859" y="2271"/>
                    <a:pt x="854" y="2274"/>
                    <a:pt x="848" y="2277"/>
                  </a:cubicBezTo>
                  <a:cubicBezTo>
                    <a:pt x="843" y="2280"/>
                    <a:pt x="853" y="2285"/>
                    <a:pt x="865" y="2285"/>
                  </a:cubicBezTo>
                  <a:cubicBezTo>
                    <a:pt x="869" y="2285"/>
                    <a:pt x="875" y="2284"/>
                    <a:pt x="879" y="2282"/>
                  </a:cubicBezTo>
                  <a:lnTo>
                    <a:pt x="879" y="2282"/>
                  </a:lnTo>
                  <a:cubicBezTo>
                    <a:pt x="878" y="2283"/>
                    <a:pt x="875" y="2285"/>
                    <a:pt x="873" y="2286"/>
                  </a:cubicBezTo>
                  <a:cubicBezTo>
                    <a:pt x="866" y="2291"/>
                    <a:pt x="869" y="2298"/>
                    <a:pt x="873" y="2303"/>
                  </a:cubicBezTo>
                  <a:cubicBezTo>
                    <a:pt x="875" y="2307"/>
                    <a:pt x="877" y="2310"/>
                    <a:pt x="880" y="2310"/>
                  </a:cubicBezTo>
                  <a:cubicBezTo>
                    <a:pt x="881" y="2310"/>
                    <a:pt x="883" y="2309"/>
                    <a:pt x="885" y="2308"/>
                  </a:cubicBezTo>
                  <a:cubicBezTo>
                    <a:pt x="891" y="2304"/>
                    <a:pt x="896" y="2301"/>
                    <a:pt x="900" y="2301"/>
                  </a:cubicBezTo>
                  <a:cubicBezTo>
                    <a:pt x="901" y="2301"/>
                    <a:pt x="901" y="2301"/>
                    <a:pt x="902" y="2302"/>
                  </a:cubicBezTo>
                  <a:cubicBezTo>
                    <a:pt x="900" y="2299"/>
                    <a:pt x="908" y="2294"/>
                    <a:pt x="914" y="2290"/>
                  </a:cubicBezTo>
                  <a:lnTo>
                    <a:pt x="914" y="2290"/>
                  </a:lnTo>
                  <a:cubicBezTo>
                    <a:pt x="912" y="2296"/>
                    <a:pt x="909" y="2302"/>
                    <a:pt x="905" y="2308"/>
                  </a:cubicBezTo>
                  <a:cubicBezTo>
                    <a:pt x="894" y="2322"/>
                    <a:pt x="890" y="2332"/>
                    <a:pt x="898" y="2345"/>
                  </a:cubicBezTo>
                  <a:cubicBezTo>
                    <a:pt x="901" y="2350"/>
                    <a:pt x="905" y="2359"/>
                    <a:pt x="900" y="2367"/>
                  </a:cubicBezTo>
                  <a:cubicBezTo>
                    <a:pt x="902" y="2371"/>
                    <a:pt x="904" y="2374"/>
                    <a:pt x="907" y="2374"/>
                  </a:cubicBezTo>
                  <a:cubicBezTo>
                    <a:pt x="909" y="2374"/>
                    <a:pt x="911" y="2373"/>
                    <a:pt x="913" y="2372"/>
                  </a:cubicBezTo>
                  <a:lnTo>
                    <a:pt x="917" y="2377"/>
                  </a:lnTo>
                  <a:cubicBezTo>
                    <a:pt x="912" y="2383"/>
                    <a:pt x="913" y="2388"/>
                    <a:pt x="917" y="2388"/>
                  </a:cubicBezTo>
                  <a:cubicBezTo>
                    <a:pt x="918" y="2388"/>
                    <a:pt x="919" y="2387"/>
                    <a:pt x="921" y="2386"/>
                  </a:cubicBezTo>
                  <a:cubicBezTo>
                    <a:pt x="922" y="2386"/>
                    <a:pt x="922" y="2386"/>
                    <a:pt x="923" y="2386"/>
                  </a:cubicBezTo>
                  <a:cubicBezTo>
                    <a:pt x="929" y="2386"/>
                    <a:pt x="925" y="2393"/>
                    <a:pt x="927" y="2395"/>
                  </a:cubicBezTo>
                  <a:cubicBezTo>
                    <a:pt x="921" y="2402"/>
                    <a:pt x="918" y="2406"/>
                    <a:pt x="919" y="2406"/>
                  </a:cubicBezTo>
                  <a:cubicBezTo>
                    <a:pt x="920" y="2406"/>
                    <a:pt x="925" y="2402"/>
                    <a:pt x="936" y="2394"/>
                  </a:cubicBezTo>
                  <a:cubicBezTo>
                    <a:pt x="942" y="2390"/>
                    <a:pt x="947" y="2379"/>
                    <a:pt x="945" y="2376"/>
                  </a:cubicBezTo>
                  <a:lnTo>
                    <a:pt x="940" y="2367"/>
                  </a:lnTo>
                  <a:lnTo>
                    <a:pt x="940" y="2367"/>
                  </a:lnTo>
                  <a:lnTo>
                    <a:pt x="952" y="2372"/>
                  </a:lnTo>
                  <a:cubicBezTo>
                    <a:pt x="953" y="2373"/>
                    <a:pt x="957" y="2375"/>
                    <a:pt x="961" y="2375"/>
                  </a:cubicBezTo>
                  <a:cubicBezTo>
                    <a:pt x="964" y="2375"/>
                    <a:pt x="968" y="2374"/>
                    <a:pt x="972" y="2372"/>
                  </a:cubicBezTo>
                  <a:cubicBezTo>
                    <a:pt x="972" y="2372"/>
                    <a:pt x="976" y="2369"/>
                    <a:pt x="978" y="2369"/>
                  </a:cubicBezTo>
                  <a:cubicBezTo>
                    <a:pt x="979" y="2369"/>
                    <a:pt x="980" y="2370"/>
                    <a:pt x="981" y="2370"/>
                  </a:cubicBezTo>
                  <a:lnTo>
                    <a:pt x="966" y="2379"/>
                  </a:lnTo>
                  <a:cubicBezTo>
                    <a:pt x="958" y="2381"/>
                    <a:pt x="950" y="2385"/>
                    <a:pt x="942" y="2390"/>
                  </a:cubicBezTo>
                  <a:cubicBezTo>
                    <a:pt x="933" y="2399"/>
                    <a:pt x="929" y="2409"/>
                    <a:pt x="935" y="2409"/>
                  </a:cubicBezTo>
                  <a:cubicBezTo>
                    <a:pt x="937" y="2409"/>
                    <a:pt x="939" y="2408"/>
                    <a:pt x="942" y="2406"/>
                  </a:cubicBezTo>
                  <a:lnTo>
                    <a:pt x="942" y="2406"/>
                  </a:lnTo>
                  <a:cubicBezTo>
                    <a:pt x="945" y="2409"/>
                    <a:pt x="945" y="2409"/>
                    <a:pt x="939" y="2416"/>
                  </a:cubicBezTo>
                  <a:cubicBezTo>
                    <a:pt x="934" y="2419"/>
                    <a:pt x="933" y="2421"/>
                    <a:pt x="936" y="2421"/>
                  </a:cubicBezTo>
                  <a:cubicBezTo>
                    <a:pt x="938" y="2421"/>
                    <a:pt x="943" y="2420"/>
                    <a:pt x="949" y="2418"/>
                  </a:cubicBezTo>
                  <a:cubicBezTo>
                    <a:pt x="954" y="2416"/>
                    <a:pt x="958" y="2415"/>
                    <a:pt x="961" y="2415"/>
                  </a:cubicBezTo>
                  <a:cubicBezTo>
                    <a:pt x="965" y="2415"/>
                    <a:pt x="963" y="2419"/>
                    <a:pt x="955" y="2427"/>
                  </a:cubicBezTo>
                  <a:cubicBezTo>
                    <a:pt x="945" y="2439"/>
                    <a:pt x="949" y="2450"/>
                    <a:pt x="955" y="2450"/>
                  </a:cubicBezTo>
                  <a:cubicBezTo>
                    <a:pt x="956" y="2450"/>
                    <a:pt x="957" y="2450"/>
                    <a:pt x="958" y="2449"/>
                  </a:cubicBezTo>
                  <a:cubicBezTo>
                    <a:pt x="962" y="2446"/>
                    <a:pt x="966" y="2445"/>
                    <a:pt x="968" y="2445"/>
                  </a:cubicBezTo>
                  <a:cubicBezTo>
                    <a:pt x="974" y="2445"/>
                    <a:pt x="976" y="2451"/>
                    <a:pt x="972" y="2457"/>
                  </a:cubicBezTo>
                  <a:cubicBezTo>
                    <a:pt x="967" y="2463"/>
                    <a:pt x="968" y="2466"/>
                    <a:pt x="974" y="2466"/>
                  </a:cubicBezTo>
                  <a:cubicBezTo>
                    <a:pt x="975" y="2466"/>
                    <a:pt x="976" y="2466"/>
                    <a:pt x="977" y="2466"/>
                  </a:cubicBezTo>
                  <a:lnTo>
                    <a:pt x="977" y="2466"/>
                  </a:lnTo>
                  <a:cubicBezTo>
                    <a:pt x="970" y="2470"/>
                    <a:pt x="966" y="2476"/>
                    <a:pt x="972" y="2476"/>
                  </a:cubicBezTo>
                  <a:cubicBezTo>
                    <a:pt x="973" y="2476"/>
                    <a:pt x="973" y="2476"/>
                    <a:pt x="974" y="2476"/>
                  </a:cubicBezTo>
                  <a:cubicBezTo>
                    <a:pt x="974" y="2476"/>
                    <a:pt x="974" y="2477"/>
                    <a:pt x="975" y="2477"/>
                  </a:cubicBezTo>
                  <a:cubicBezTo>
                    <a:pt x="976" y="2477"/>
                    <a:pt x="978" y="2476"/>
                    <a:pt x="981" y="2471"/>
                  </a:cubicBezTo>
                  <a:lnTo>
                    <a:pt x="998" y="2469"/>
                  </a:lnTo>
                  <a:cubicBezTo>
                    <a:pt x="997" y="2466"/>
                    <a:pt x="1004" y="2461"/>
                    <a:pt x="1012" y="2457"/>
                  </a:cubicBezTo>
                  <a:cubicBezTo>
                    <a:pt x="1013" y="2456"/>
                    <a:pt x="1013" y="2456"/>
                    <a:pt x="1014" y="2456"/>
                  </a:cubicBezTo>
                  <a:cubicBezTo>
                    <a:pt x="1018" y="2456"/>
                    <a:pt x="1017" y="2471"/>
                    <a:pt x="1000" y="2488"/>
                  </a:cubicBezTo>
                  <a:lnTo>
                    <a:pt x="988" y="2503"/>
                  </a:lnTo>
                  <a:lnTo>
                    <a:pt x="988" y="2503"/>
                  </a:lnTo>
                  <a:lnTo>
                    <a:pt x="1003" y="2494"/>
                  </a:lnTo>
                  <a:lnTo>
                    <a:pt x="1003" y="2494"/>
                  </a:lnTo>
                  <a:cubicBezTo>
                    <a:pt x="1005" y="2497"/>
                    <a:pt x="1007" y="2499"/>
                    <a:pt x="1000" y="2504"/>
                  </a:cubicBezTo>
                  <a:cubicBezTo>
                    <a:pt x="993" y="2508"/>
                    <a:pt x="993" y="2508"/>
                    <a:pt x="994" y="2512"/>
                  </a:cubicBezTo>
                  <a:cubicBezTo>
                    <a:pt x="994" y="2512"/>
                    <a:pt x="995" y="2513"/>
                    <a:pt x="997" y="2513"/>
                  </a:cubicBezTo>
                  <a:cubicBezTo>
                    <a:pt x="998" y="2513"/>
                    <a:pt x="1000" y="2512"/>
                    <a:pt x="1003" y="2511"/>
                  </a:cubicBezTo>
                  <a:cubicBezTo>
                    <a:pt x="1011" y="2506"/>
                    <a:pt x="1014" y="2504"/>
                    <a:pt x="1015" y="2504"/>
                  </a:cubicBezTo>
                  <a:cubicBezTo>
                    <a:pt x="1016" y="2504"/>
                    <a:pt x="1015" y="2505"/>
                    <a:pt x="1012" y="2508"/>
                  </a:cubicBezTo>
                  <a:cubicBezTo>
                    <a:pt x="1004" y="2517"/>
                    <a:pt x="1002" y="2521"/>
                    <a:pt x="1006" y="2521"/>
                  </a:cubicBezTo>
                  <a:cubicBezTo>
                    <a:pt x="1008" y="2521"/>
                    <a:pt x="1012" y="2520"/>
                    <a:pt x="1018" y="2517"/>
                  </a:cubicBezTo>
                  <a:cubicBezTo>
                    <a:pt x="1024" y="2514"/>
                    <a:pt x="1028" y="2512"/>
                    <a:pt x="1029" y="2512"/>
                  </a:cubicBezTo>
                  <a:cubicBezTo>
                    <a:pt x="1029" y="2512"/>
                    <a:pt x="1026" y="2515"/>
                    <a:pt x="1019" y="2521"/>
                  </a:cubicBezTo>
                  <a:cubicBezTo>
                    <a:pt x="1012" y="2525"/>
                    <a:pt x="1006" y="2533"/>
                    <a:pt x="1007" y="2535"/>
                  </a:cubicBezTo>
                  <a:lnTo>
                    <a:pt x="1015" y="2531"/>
                  </a:lnTo>
                  <a:cubicBezTo>
                    <a:pt x="1021" y="2527"/>
                    <a:pt x="1025" y="2525"/>
                    <a:pt x="1027" y="2525"/>
                  </a:cubicBezTo>
                  <a:cubicBezTo>
                    <a:pt x="1030" y="2525"/>
                    <a:pt x="1029" y="2529"/>
                    <a:pt x="1025" y="2533"/>
                  </a:cubicBezTo>
                  <a:cubicBezTo>
                    <a:pt x="1019" y="2538"/>
                    <a:pt x="1021" y="2540"/>
                    <a:pt x="1031" y="2542"/>
                  </a:cubicBezTo>
                  <a:cubicBezTo>
                    <a:pt x="1034" y="2548"/>
                    <a:pt x="1037" y="2551"/>
                    <a:pt x="1029" y="2556"/>
                  </a:cubicBezTo>
                  <a:cubicBezTo>
                    <a:pt x="1021" y="2560"/>
                    <a:pt x="1017" y="2562"/>
                    <a:pt x="1018" y="2562"/>
                  </a:cubicBezTo>
                  <a:cubicBezTo>
                    <a:pt x="1019" y="2562"/>
                    <a:pt x="1023" y="2560"/>
                    <a:pt x="1031" y="2558"/>
                  </a:cubicBezTo>
                  <a:cubicBezTo>
                    <a:pt x="1033" y="2557"/>
                    <a:pt x="1035" y="2557"/>
                    <a:pt x="1036" y="2557"/>
                  </a:cubicBezTo>
                  <a:cubicBezTo>
                    <a:pt x="1040" y="2557"/>
                    <a:pt x="1039" y="2559"/>
                    <a:pt x="1036" y="2567"/>
                  </a:cubicBezTo>
                  <a:cubicBezTo>
                    <a:pt x="1032" y="2572"/>
                    <a:pt x="1031" y="2574"/>
                    <a:pt x="1033" y="2574"/>
                  </a:cubicBezTo>
                  <a:cubicBezTo>
                    <a:pt x="1034" y="2574"/>
                    <a:pt x="1036" y="2573"/>
                    <a:pt x="1040" y="2572"/>
                  </a:cubicBezTo>
                  <a:cubicBezTo>
                    <a:pt x="1055" y="2565"/>
                    <a:pt x="1061" y="2560"/>
                    <a:pt x="1059" y="2557"/>
                  </a:cubicBezTo>
                  <a:cubicBezTo>
                    <a:pt x="1058" y="2553"/>
                    <a:pt x="1058" y="2553"/>
                    <a:pt x="1065" y="2549"/>
                  </a:cubicBezTo>
                  <a:lnTo>
                    <a:pt x="1069" y="2556"/>
                  </a:lnTo>
                  <a:cubicBezTo>
                    <a:pt x="1070" y="2558"/>
                    <a:pt x="1073" y="2561"/>
                    <a:pt x="1083" y="2563"/>
                  </a:cubicBezTo>
                  <a:cubicBezTo>
                    <a:pt x="1083" y="2563"/>
                    <a:pt x="1084" y="2563"/>
                    <a:pt x="1085" y="2563"/>
                  </a:cubicBezTo>
                  <a:cubicBezTo>
                    <a:pt x="1095" y="2563"/>
                    <a:pt x="1107" y="2556"/>
                    <a:pt x="1099" y="2553"/>
                  </a:cubicBezTo>
                  <a:lnTo>
                    <a:pt x="1099" y="2553"/>
                  </a:lnTo>
                  <a:lnTo>
                    <a:pt x="1104" y="2547"/>
                  </a:lnTo>
                  <a:cubicBezTo>
                    <a:pt x="1117" y="2538"/>
                    <a:pt x="1121" y="2533"/>
                    <a:pt x="1117" y="2533"/>
                  </a:cubicBezTo>
                  <a:cubicBezTo>
                    <a:pt x="1115" y="2533"/>
                    <a:pt x="1109" y="2536"/>
                    <a:pt x="1101" y="2541"/>
                  </a:cubicBezTo>
                  <a:cubicBezTo>
                    <a:pt x="1089" y="2547"/>
                    <a:pt x="1083" y="2550"/>
                    <a:pt x="1083" y="2550"/>
                  </a:cubicBezTo>
                  <a:cubicBezTo>
                    <a:pt x="1082" y="2550"/>
                    <a:pt x="1085" y="2548"/>
                    <a:pt x="1092" y="2542"/>
                  </a:cubicBezTo>
                  <a:cubicBezTo>
                    <a:pt x="1106" y="2533"/>
                    <a:pt x="1104" y="2530"/>
                    <a:pt x="1103" y="2527"/>
                  </a:cubicBezTo>
                  <a:cubicBezTo>
                    <a:pt x="1101" y="2524"/>
                    <a:pt x="1101" y="2524"/>
                    <a:pt x="1108" y="2520"/>
                  </a:cubicBezTo>
                  <a:cubicBezTo>
                    <a:pt x="1115" y="2515"/>
                    <a:pt x="1121" y="2508"/>
                    <a:pt x="1119" y="2505"/>
                  </a:cubicBezTo>
                  <a:cubicBezTo>
                    <a:pt x="1118" y="2503"/>
                    <a:pt x="1118" y="2503"/>
                    <a:pt x="1117" y="2503"/>
                  </a:cubicBezTo>
                  <a:cubicBezTo>
                    <a:pt x="1116" y="2503"/>
                    <a:pt x="1114" y="2504"/>
                    <a:pt x="1110" y="2506"/>
                  </a:cubicBezTo>
                  <a:cubicBezTo>
                    <a:pt x="1108" y="2509"/>
                    <a:pt x="1106" y="2510"/>
                    <a:pt x="1105" y="2510"/>
                  </a:cubicBezTo>
                  <a:cubicBezTo>
                    <a:pt x="1103" y="2510"/>
                    <a:pt x="1105" y="2504"/>
                    <a:pt x="1114" y="2496"/>
                  </a:cubicBezTo>
                  <a:cubicBezTo>
                    <a:pt x="1117" y="2492"/>
                    <a:pt x="1118" y="2490"/>
                    <a:pt x="1117" y="2490"/>
                  </a:cubicBezTo>
                  <a:cubicBezTo>
                    <a:pt x="1116" y="2490"/>
                    <a:pt x="1113" y="2493"/>
                    <a:pt x="1105" y="2497"/>
                  </a:cubicBezTo>
                  <a:cubicBezTo>
                    <a:pt x="1100" y="2500"/>
                    <a:pt x="1096" y="2502"/>
                    <a:pt x="1094" y="2502"/>
                  </a:cubicBezTo>
                  <a:cubicBezTo>
                    <a:pt x="1090" y="2502"/>
                    <a:pt x="1091" y="2496"/>
                    <a:pt x="1099" y="2488"/>
                  </a:cubicBezTo>
                  <a:lnTo>
                    <a:pt x="1096" y="2483"/>
                  </a:lnTo>
                  <a:cubicBezTo>
                    <a:pt x="1096" y="2482"/>
                    <a:pt x="1095" y="2481"/>
                    <a:pt x="1094" y="2481"/>
                  </a:cubicBezTo>
                  <a:cubicBezTo>
                    <a:pt x="1090" y="2481"/>
                    <a:pt x="1085" y="2485"/>
                    <a:pt x="1079" y="2488"/>
                  </a:cubicBezTo>
                  <a:cubicBezTo>
                    <a:pt x="1072" y="2493"/>
                    <a:pt x="1068" y="2495"/>
                    <a:pt x="1067" y="2495"/>
                  </a:cubicBezTo>
                  <a:cubicBezTo>
                    <a:pt x="1066" y="2495"/>
                    <a:pt x="1068" y="2493"/>
                    <a:pt x="1070" y="2489"/>
                  </a:cubicBezTo>
                  <a:cubicBezTo>
                    <a:pt x="1075" y="2485"/>
                    <a:pt x="1078" y="2481"/>
                    <a:pt x="1084" y="2478"/>
                  </a:cubicBezTo>
                  <a:cubicBezTo>
                    <a:pt x="1090" y="2474"/>
                    <a:pt x="1089" y="2470"/>
                    <a:pt x="1087" y="2468"/>
                  </a:cubicBezTo>
                  <a:cubicBezTo>
                    <a:pt x="1086" y="2466"/>
                    <a:pt x="1084" y="2462"/>
                    <a:pt x="1080" y="2462"/>
                  </a:cubicBezTo>
                  <a:cubicBezTo>
                    <a:pt x="1079" y="2462"/>
                    <a:pt x="1077" y="2462"/>
                    <a:pt x="1075" y="2464"/>
                  </a:cubicBezTo>
                  <a:lnTo>
                    <a:pt x="1083" y="2459"/>
                  </a:lnTo>
                  <a:cubicBezTo>
                    <a:pt x="1081" y="2457"/>
                    <a:pt x="1084" y="2454"/>
                    <a:pt x="1084" y="2454"/>
                  </a:cubicBezTo>
                  <a:lnTo>
                    <a:pt x="1084" y="2454"/>
                  </a:lnTo>
                  <a:cubicBezTo>
                    <a:pt x="1084" y="2454"/>
                    <a:pt x="1083" y="2454"/>
                    <a:pt x="1080" y="2456"/>
                  </a:cubicBezTo>
                  <a:cubicBezTo>
                    <a:pt x="1080" y="2456"/>
                    <a:pt x="1079" y="2452"/>
                    <a:pt x="1083" y="2442"/>
                  </a:cubicBezTo>
                  <a:cubicBezTo>
                    <a:pt x="1084" y="2438"/>
                    <a:pt x="1081" y="2435"/>
                    <a:pt x="1077" y="2435"/>
                  </a:cubicBezTo>
                  <a:cubicBezTo>
                    <a:pt x="1071" y="2435"/>
                    <a:pt x="1063" y="2440"/>
                    <a:pt x="1057" y="2450"/>
                  </a:cubicBezTo>
                  <a:lnTo>
                    <a:pt x="1056" y="2447"/>
                  </a:lnTo>
                  <a:cubicBezTo>
                    <a:pt x="1055" y="2446"/>
                    <a:pt x="1054" y="2445"/>
                    <a:pt x="1053" y="2445"/>
                  </a:cubicBezTo>
                  <a:cubicBezTo>
                    <a:pt x="1050" y="2445"/>
                    <a:pt x="1047" y="2448"/>
                    <a:pt x="1047" y="2448"/>
                  </a:cubicBezTo>
                  <a:cubicBezTo>
                    <a:pt x="1044" y="2449"/>
                    <a:pt x="1042" y="2450"/>
                    <a:pt x="1040" y="2450"/>
                  </a:cubicBezTo>
                  <a:cubicBezTo>
                    <a:pt x="1038" y="2450"/>
                    <a:pt x="1037" y="2448"/>
                    <a:pt x="1036" y="2447"/>
                  </a:cubicBezTo>
                  <a:lnTo>
                    <a:pt x="1050" y="2438"/>
                  </a:lnTo>
                  <a:cubicBezTo>
                    <a:pt x="1067" y="2431"/>
                    <a:pt x="1074" y="2423"/>
                    <a:pt x="1068" y="2423"/>
                  </a:cubicBezTo>
                  <a:cubicBezTo>
                    <a:pt x="1066" y="2423"/>
                    <a:pt x="1061" y="2425"/>
                    <a:pt x="1055" y="2428"/>
                  </a:cubicBezTo>
                  <a:cubicBezTo>
                    <a:pt x="1052" y="2429"/>
                    <a:pt x="1051" y="2430"/>
                    <a:pt x="1051" y="2430"/>
                  </a:cubicBezTo>
                  <a:cubicBezTo>
                    <a:pt x="1051" y="2430"/>
                    <a:pt x="1057" y="2426"/>
                    <a:pt x="1061" y="2423"/>
                  </a:cubicBezTo>
                  <a:cubicBezTo>
                    <a:pt x="1069" y="2419"/>
                    <a:pt x="1067" y="2415"/>
                    <a:pt x="1056" y="2414"/>
                  </a:cubicBezTo>
                  <a:cubicBezTo>
                    <a:pt x="1055" y="2413"/>
                    <a:pt x="1055" y="2413"/>
                    <a:pt x="1053" y="2413"/>
                  </a:cubicBezTo>
                  <a:cubicBezTo>
                    <a:pt x="1048" y="2413"/>
                    <a:pt x="1036" y="2417"/>
                    <a:pt x="1031" y="2421"/>
                  </a:cubicBezTo>
                  <a:cubicBezTo>
                    <a:pt x="1028" y="2423"/>
                    <a:pt x="1026" y="2423"/>
                    <a:pt x="1024" y="2423"/>
                  </a:cubicBezTo>
                  <a:cubicBezTo>
                    <a:pt x="1022" y="2423"/>
                    <a:pt x="1022" y="2422"/>
                    <a:pt x="1022" y="2422"/>
                  </a:cubicBezTo>
                  <a:cubicBezTo>
                    <a:pt x="1020" y="2420"/>
                    <a:pt x="1020" y="2420"/>
                    <a:pt x="1028" y="2415"/>
                  </a:cubicBezTo>
                  <a:cubicBezTo>
                    <a:pt x="1038" y="2409"/>
                    <a:pt x="1039" y="2404"/>
                    <a:pt x="1033" y="2404"/>
                  </a:cubicBezTo>
                  <a:cubicBezTo>
                    <a:pt x="1030" y="2404"/>
                    <a:pt x="1027" y="2405"/>
                    <a:pt x="1022" y="2406"/>
                  </a:cubicBezTo>
                  <a:lnTo>
                    <a:pt x="1030" y="2402"/>
                  </a:lnTo>
                  <a:cubicBezTo>
                    <a:pt x="1037" y="2397"/>
                    <a:pt x="1042" y="2390"/>
                    <a:pt x="1027" y="2379"/>
                  </a:cubicBezTo>
                  <a:cubicBezTo>
                    <a:pt x="1020" y="2367"/>
                    <a:pt x="1014" y="2358"/>
                    <a:pt x="1022" y="2354"/>
                  </a:cubicBezTo>
                  <a:cubicBezTo>
                    <a:pt x="1027" y="2351"/>
                    <a:pt x="1016" y="2348"/>
                    <a:pt x="1002" y="2348"/>
                  </a:cubicBezTo>
                  <a:cubicBezTo>
                    <a:pt x="998" y="2348"/>
                    <a:pt x="994" y="2349"/>
                    <a:pt x="990" y="2349"/>
                  </a:cubicBezTo>
                  <a:cubicBezTo>
                    <a:pt x="996" y="2345"/>
                    <a:pt x="995" y="2342"/>
                    <a:pt x="992" y="2336"/>
                  </a:cubicBezTo>
                  <a:cubicBezTo>
                    <a:pt x="986" y="2327"/>
                    <a:pt x="986" y="2327"/>
                    <a:pt x="994" y="2323"/>
                  </a:cubicBezTo>
                  <a:cubicBezTo>
                    <a:pt x="1003" y="2319"/>
                    <a:pt x="1007" y="2318"/>
                    <a:pt x="1005" y="2318"/>
                  </a:cubicBezTo>
                  <a:cubicBezTo>
                    <a:pt x="1004" y="2318"/>
                    <a:pt x="999" y="2319"/>
                    <a:pt x="992" y="2320"/>
                  </a:cubicBezTo>
                  <a:cubicBezTo>
                    <a:pt x="989" y="2321"/>
                    <a:pt x="987" y="2321"/>
                    <a:pt x="985" y="2321"/>
                  </a:cubicBezTo>
                  <a:cubicBezTo>
                    <a:pt x="976" y="2321"/>
                    <a:pt x="980" y="2311"/>
                    <a:pt x="992" y="2303"/>
                  </a:cubicBezTo>
                  <a:cubicBezTo>
                    <a:pt x="1000" y="2299"/>
                    <a:pt x="997" y="2296"/>
                    <a:pt x="994" y="2290"/>
                  </a:cubicBezTo>
                  <a:lnTo>
                    <a:pt x="994" y="2290"/>
                  </a:lnTo>
                  <a:cubicBezTo>
                    <a:pt x="993" y="2290"/>
                    <a:pt x="992" y="2290"/>
                    <a:pt x="991" y="2290"/>
                  </a:cubicBezTo>
                  <a:cubicBezTo>
                    <a:pt x="984" y="2290"/>
                    <a:pt x="981" y="2284"/>
                    <a:pt x="978" y="2280"/>
                  </a:cubicBezTo>
                  <a:cubicBezTo>
                    <a:pt x="975" y="2275"/>
                    <a:pt x="974" y="2273"/>
                    <a:pt x="972" y="2273"/>
                  </a:cubicBezTo>
                  <a:cubicBezTo>
                    <a:pt x="969" y="2273"/>
                    <a:pt x="965" y="2275"/>
                    <a:pt x="958" y="2280"/>
                  </a:cubicBezTo>
                  <a:cubicBezTo>
                    <a:pt x="952" y="2284"/>
                    <a:pt x="948" y="2285"/>
                    <a:pt x="945" y="2285"/>
                  </a:cubicBezTo>
                  <a:cubicBezTo>
                    <a:pt x="942" y="2285"/>
                    <a:pt x="941" y="2283"/>
                    <a:pt x="939" y="2280"/>
                  </a:cubicBezTo>
                  <a:cubicBezTo>
                    <a:pt x="937" y="2276"/>
                    <a:pt x="936" y="2273"/>
                    <a:pt x="942" y="2269"/>
                  </a:cubicBezTo>
                  <a:cubicBezTo>
                    <a:pt x="942" y="2269"/>
                    <a:pt x="948" y="2262"/>
                    <a:pt x="947" y="2258"/>
                  </a:cubicBezTo>
                  <a:cubicBezTo>
                    <a:pt x="945" y="2256"/>
                    <a:pt x="942" y="2253"/>
                    <a:pt x="950" y="2248"/>
                  </a:cubicBezTo>
                  <a:cubicBezTo>
                    <a:pt x="950" y="2248"/>
                    <a:pt x="956" y="2240"/>
                    <a:pt x="952" y="2235"/>
                  </a:cubicBezTo>
                  <a:cubicBezTo>
                    <a:pt x="949" y="2229"/>
                    <a:pt x="946" y="2222"/>
                    <a:pt x="952" y="2218"/>
                  </a:cubicBezTo>
                  <a:cubicBezTo>
                    <a:pt x="952" y="2217"/>
                    <a:pt x="952" y="2216"/>
                    <a:pt x="951" y="2216"/>
                  </a:cubicBezTo>
                  <a:cubicBezTo>
                    <a:pt x="950" y="2216"/>
                    <a:pt x="948" y="2217"/>
                    <a:pt x="944" y="2220"/>
                  </a:cubicBezTo>
                  <a:cubicBezTo>
                    <a:pt x="941" y="2222"/>
                    <a:pt x="938" y="2223"/>
                    <a:pt x="936" y="2223"/>
                  </a:cubicBezTo>
                  <a:cubicBezTo>
                    <a:pt x="931" y="2223"/>
                    <a:pt x="928" y="2220"/>
                    <a:pt x="928" y="2209"/>
                  </a:cubicBezTo>
                  <a:cubicBezTo>
                    <a:pt x="925" y="2204"/>
                    <a:pt x="921" y="2198"/>
                    <a:pt x="916" y="2198"/>
                  </a:cubicBezTo>
                  <a:cubicBezTo>
                    <a:pt x="915" y="2198"/>
                    <a:pt x="913" y="2198"/>
                    <a:pt x="912" y="2199"/>
                  </a:cubicBezTo>
                  <a:cubicBezTo>
                    <a:pt x="910" y="2195"/>
                    <a:pt x="910" y="2195"/>
                    <a:pt x="918" y="2191"/>
                  </a:cubicBezTo>
                  <a:cubicBezTo>
                    <a:pt x="930" y="2185"/>
                    <a:pt x="929" y="2179"/>
                    <a:pt x="918" y="2179"/>
                  </a:cubicBezTo>
                  <a:cubicBezTo>
                    <a:pt x="916" y="2179"/>
                    <a:pt x="913" y="2179"/>
                    <a:pt x="910" y="2180"/>
                  </a:cubicBezTo>
                  <a:cubicBezTo>
                    <a:pt x="908" y="2181"/>
                    <a:pt x="906" y="2182"/>
                    <a:pt x="905" y="2182"/>
                  </a:cubicBezTo>
                  <a:cubicBezTo>
                    <a:pt x="902" y="2182"/>
                    <a:pt x="903" y="2178"/>
                    <a:pt x="907" y="2173"/>
                  </a:cubicBezTo>
                  <a:cubicBezTo>
                    <a:pt x="907" y="2173"/>
                    <a:pt x="906" y="2172"/>
                    <a:pt x="901" y="2172"/>
                  </a:cubicBezTo>
                  <a:cubicBezTo>
                    <a:pt x="900" y="2172"/>
                    <a:pt x="898" y="2172"/>
                    <a:pt x="896" y="2172"/>
                  </a:cubicBezTo>
                  <a:cubicBezTo>
                    <a:pt x="894" y="2172"/>
                    <a:pt x="892" y="2172"/>
                    <a:pt x="891" y="2172"/>
                  </a:cubicBezTo>
                  <a:cubicBezTo>
                    <a:pt x="888" y="2172"/>
                    <a:pt x="888" y="2170"/>
                    <a:pt x="891" y="2163"/>
                  </a:cubicBezTo>
                  <a:cubicBezTo>
                    <a:pt x="898" y="2158"/>
                    <a:pt x="896" y="2155"/>
                    <a:pt x="894" y="2153"/>
                  </a:cubicBezTo>
                  <a:cubicBezTo>
                    <a:pt x="884" y="2151"/>
                    <a:pt x="865" y="2118"/>
                    <a:pt x="871" y="2111"/>
                  </a:cubicBezTo>
                  <a:lnTo>
                    <a:pt x="871" y="2111"/>
                  </a:lnTo>
                  <a:cubicBezTo>
                    <a:pt x="867" y="2112"/>
                    <a:pt x="865" y="2112"/>
                    <a:pt x="864" y="2112"/>
                  </a:cubicBezTo>
                  <a:cubicBezTo>
                    <a:pt x="861" y="2112"/>
                    <a:pt x="861" y="2111"/>
                    <a:pt x="859" y="2109"/>
                  </a:cubicBezTo>
                  <a:cubicBezTo>
                    <a:pt x="866" y="2103"/>
                    <a:pt x="867" y="2101"/>
                    <a:pt x="865" y="2101"/>
                  </a:cubicBezTo>
                  <a:cubicBezTo>
                    <a:pt x="862" y="2101"/>
                    <a:pt x="857" y="2103"/>
                    <a:pt x="849" y="2108"/>
                  </a:cubicBezTo>
                  <a:lnTo>
                    <a:pt x="850" y="2111"/>
                  </a:lnTo>
                  <a:lnTo>
                    <a:pt x="853" y="2114"/>
                  </a:lnTo>
                  <a:cubicBezTo>
                    <a:pt x="849" y="2116"/>
                    <a:pt x="845" y="2117"/>
                    <a:pt x="843" y="2117"/>
                  </a:cubicBezTo>
                  <a:cubicBezTo>
                    <a:pt x="837" y="2117"/>
                    <a:pt x="839" y="2110"/>
                    <a:pt x="855" y="2100"/>
                  </a:cubicBezTo>
                  <a:cubicBezTo>
                    <a:pt x="862" y="2094"/>
                    <a:pt x="865" y="2091"/>
                    <a:pt x="863" y="2091"/>
                  </a:cubicBezTo>
                  <a:cubicBezTo>
                    <a:pt x="861" y="2091"/>
                    <a:pt x="857" y="2092"/>
                    <a:pt x="850" y="2094"/>
                  </a:cubicBezTo>
                  <a:cubicBezTo>
                    <a:pt x="845" y="2096"/>
                    <a:pt x="841" y="2097"/>
                    <a:pt x="839" y="2097"/>
                  </a:cubicBezTo>
                  <a:cubicBezTo>
                    <a:pt x="835" y="2097"/>
                    <a:pt x="837" y="2094"/>
                    <a:pt x="846" y="2086"/>
                  </a:cubicBezTo>
                  <a:cubicBezTo>
                    <a:pt x="854" y="2080"/>
                    <a:pt x="858" y="2078"/>
                    <a:pt x="856" y="2078"/>
                  </a:cubicBezTo>
                  <a:cubicBezTo>
                    <a:pt x="855" y="2078"/>
                    <a:pt x="851" y="2080"/>
                    <a:pt x="844" y="2082"/>
                  </a:cubicBezTo>
                  <a:cubicBezTo>
                    <a:pt x="831" y="2087"/>
                    <a:pt x="822" y="2089"/>
                    <a:pt x="816" y="2089"/>
                  </a:cubicBezTo>
                  <a:cubicBezTo>
                    <a:pt x="808" y="2089"/>
                    <a:pt x="810" y="2083"/>
                    <a:pt x="828" y="2072"/>
                  </a:cubicBezTo>
                  <a:cubicBezTo>
                    <a:pt x="843" y="2063"/>
                    <a:pt x="848" y="2055"/>
                    <a:pt x="846" y="2053"/>
                  </a:cubicBezTo>
                  <a:cubicBezTo>
                    <a:pt x="846" y="2052"/>
                    <a:pt x="845" y="2052"/>
                    <a:pt x="844" y="2052"/>
                  </a:cubicBezTo>
                  <a:cubicBezTo>
                    <a:pt x="841" y="2052"/>
                    <a:pt x="835" y="2055"/>
                    <a:pt x="830" y="2059"/>
                  </a:cubicBezTo>
                  <a:cubicBezTo>
                    <a:pt x="825" y="2064"/>
                    <a:pt x="821" y="2066"/>
                    <a:pt x="820" y="2066"/>
                  </a:cubicBezTo>
                  <a:cubicBezTo>
                    <a:pt x="818" y="2066"/>
                    <a:pt x="820" y="2061"/>
                    <a:pt x="827" y="2053"/>
                  </a:cubicBezTo>
                  <a:cubicBezTo>
                    <a:pt x="844" y="2031"/>
                    <a:pt x="839" y="2024"/>
                    <a:pt x="820" y="2024"/>
                  </a:cubicBezTo>
                  <a:cubicBezTo>
                    <a:pt x="799" y="2022"/>
                    <a:pt x="793" y="2013"/>
                    <a:pt x="813" y="2013"/>
                  </a:cubicBezTo>
                  <a:cubicBezTo>
                    <a:pt x="831" y="2009"/>
                    <a:pt x="831" y="2009"/>
                    <a:pt x="820" y="2008"/>
                  </a:cubicBezTo>
                  <a:cubicBezTo>
                    <a:pt x="817" y="2001"/>
                    <a:pt x="813" y="1996"/>
                    <a:pt x="811" y="1994"/>
                  </a:cubicBezTo>
                  <a:cubicBezTo>
                    <a:pt x="811" y="1992"/>
                    <a:pt x="809" y="1992"/>
                    <a:pt x="807" y="1992"/>
                  </a:cubicBezTo>
                  <a:cubicBezTo>
                    <a:pt x="803" y="1992"/>
                    <a:pt x="798" y="1993"/>
                    <a:pt x="793" y="1996"/>
                  </a:cubicBezTo>
                  <a:cubicBezTo>
                    <a:pt x="805" y="1986"/>
                    <a:pt x="809" y="1976"/>
                    <a:pt x="798" y="1976"/>
                  </a:cubicBezTo>
                  <a:cubicBezTo>
                    <a:pt x="796" y="1976"/>
                    <a:pt x="794" y="1976"/>
                    <a:pt x="792" y="1977"/>
                  </a:cubicBezTo>
                  <a:cubicBezTo>
                    <a:pt x="791" y="1973"/>
                    <a:pt x="789" y="1971"/>
                    <a:pt x="789" y="1971"/>
                  </a:cubicBezTo>
                  <a:cubicBezTo>
                    <a:pt x="787" y="1969"/>
                    <a:pt x="787" y="1968"/>
                    <a:pt x="784" y="1968"/>
                  </a:cubicBezTo>
                  <a:cubicBezTo>
                    <a:pt x="783" y="1968"/>
                    <a:pt x="781" y="1968"/>
                    <a:pt x="777" y="1969"/>
                  </a:cubicBezTo>
                  <a:cubicBezTo>
                    <a:pt x="777" y="1969"/>
                    <a:pt x="776" y="1969"/>
                    <a:pt x="776" y="1969"/>
                  </a:cubicBezTo>
                  <a:cubicBezTo>
                    <a:pt x="769" y="1969"/>
                    <a:pt x="775" y="1963"/>
                    <a:pt x="780" y="1955"/>
                  </a:cubicBezTo>
                  <a:cubicBezTo>
                    <a:pt x="784" y="1950"/>
                    <a:pt x="789" y="1944"/>
                    <a:pt x="787" y="1944"/>
                  </a:cubicBezTo>
                  <a:cubicBezTo>
                    <a:pt x="786" y="1944"/>
                    <a:pt x="786" y="1944"/>
                    <a:pt x="784" y="1945"/>
                  </a:cubicBezTo>
                  <a:cubicBezTo>
                    <a:pt x="775" y="1949"/>
                    <a:pt x="766" y="1950"/>
                    <a:pt x="757" y="1950"/>
                  </a:cubicBezTo>
                  <a:cubicBezTo>
                    <a:pt x="757" y="1950"/>
                    <a:pt x="756" y="1950"/>
                    <a:pt x="756" y="1950"/>
                  </a:cubicBezTo>
                  <a:cubicBezTo>
                    <a:pt x="749" y="1950"/>
                    <a:pt x="755" y="1944"/>
                    <a:pt x="763" y="1942"/>
                  </a:cubicBezTo>
                  <a:cubicBezTo>
                    <a:pt x="770" y="1937"/>
                    <a:pt x="770" y="1937"/>
                    <a:pt x="773" y="1927"/>
                  </a:cubicBezTo>
                  <a:cubicBezTo>
                    <a:pt x="772" y="1925"/>
                    <a:pt x="770" y="1921"/>
                    <a:pt x="766" y="1921"/>
                  </a:cubicBezTo>
                  <a:cubicBezTo>
                    <a:pt x="765" y="1921"/>
                    <a:pt x="763" y="1922"/>
                    <a:pt x="761" y="1923"/>
                  </a:cubicBezTo>
                  <a:cubicBezTo>
                    <a:pt x="760" y="1923"/>
                    <a:pt x="759" y="1924"/>
                    <a:pt x="758" y="1924"/>
                  </a:cubicBezTo>
                  <a:cubicBezTo>
                    <a:pt x="752" y="1924"/>
                    <a:pt x="744" y="1909"/>
                    <a:pt x="748" y="1902"/>
                  </a:cubicBezTo>
                  <a:lnTo>
                    <a:pt x="745" y="1896"/>
                  </a:lnTo>
                  <a:cubicBezTo>
                    <a:pt x="744" y="1893"/>
                    <a:pt x="735" y="1895"/>
                    <a:pt x="733" y="1891"/>
                  </a:cubicBezTo>
                  <a:cubicBezTo>
                    <a:pt x="733" y="1891"/>
                    <a:pt x="732" y="1890"/>
                    <a:pt x="728" y="1890"/>
                  </a:cubicBezTo>
                  <a:cubicBezTo>
                    <a:pt x="727" y="1890"/>
                    <a:pt x="725" y="1890"/>
                    <a:pt x="723" y="1890"/>
                  </a:cubicBezTo>
                  <a:cubicBezTo>
                    <a:pt x="720" y="1887"/>
                    <a:pt x="719" y="1884"/>
                    <a:pt x="726" y="1879"/>
                  </a:cubicBezTo>
                  <a:lnTo>
                    <a:pt x="726" y="1879"/>
                  </a:lnTo>
                  <a:cubicBezTo>
                    <a:pt x="719" y="1882"/>
                    <a:pt x="715" y="1884"/>
                    <a:pt x="714" y="1884"/>
                  </a:cubicBezTo>
                  <a:cubicBezTo>
                    <a:pt x="712" y="1884"/>
                    <a:pt x="715" y="1881"/>
                    <a:pt x="723" y="1873"/>
                  </a:cubicBezTo>
                  <a:cubicBezTo>
                    <a:pt x="731" y="1868"/>
                    <a:pt x="734" y="1866"/>
                    <a:pt x="733" y="1866"/>
                  </a:cubicBezTo>
                  <a:cubicBezTo>
                    <a:pt x="732" y="1866"/>
                    <a:pt x="728" y="1868"/>
                    <a:pt x="720" y="1870"/>
                  </a:cubicBezTo>
                  <a:cubicBezTo>
                    <a:pt x="717" y="1871"/>
                    <a:pt x="715" y="1871"/>
                    <a:pt x="714" y="1871"/>
                  </a:cubicBezTo>
                  <a:cubicBezTo>
                    <a:pt x="712" y="1871"/>
                    <a:pt x="713" y="1870"/>
                    <a:pt x="717" y="1865"/>
                  </a:cubicBezTo>
                  <a:cubicBezTo>
                    <a:pt x="722" y="1862"/>
                    <a:pt x="723" y="1859"/>
                    <a:pt x="721" y="1859"/>
                  </a:cubicBezTo>
                  <a:cubicBezTo>
                    <a:pt x="720" y="1859"/>
                    <a:pt x="718" y="1860"/>
                    <a:pt x="716" y="1861"/>
                  </a:cubicBezTo>
                  <a:cubicBezTo>
                    <a:pt x="710" y="1863"/>
                    <a:pt x="705" y="1864"/>
                    <a:pt x="701" y="1864"/>
                  </a:cubicBezTo>
                  <a:cubicBezTo>
                    <a:pt x="694" y="1864"/>
                    <a:pt x="691" y="1860"/>
                    <a:pt x="701" y="1854"/>
                  </a:cubicBezTo>
                  <a:cubicBezTo>
                    <a:pt x="701" y="1854"/>
                    <a:pt x="700" y="1852"/>
                    <a:pt x="695" y="1852"/>
                  </a:cubicBezTo>
                  <a:cubicBezTo>
                    <a:pt x="694" y="1852"/>
                    <a:pt x="692" y="1852"/>
                    <a:pt x="691" y="1852"/>
                  </a:cubicBezTo>
                  <a:cubicBezTo>
                    <a:pt x="683" y="1855"/>
                    <a:pt x="679" y="1857"/>
                    <a:pt x="678" y="1857"/>
                  </a:cubicBezTo>
                  <a:cubicBezTo>
                    <a:pt x="677" y="1857"/>
                    <a:pt x="681" y="1855"/>
                    <a:pt x="689" y="1850"/>
                  </a:cubicBezTo>
                  <a:cubicBezTo>
                    <a:pt x="697" y="1842"/>
                    <a:pt x="699" y="1838"/>
                    <a:pt x="695" y="1838"/>
                  </a:cubicBezTo>
                  <a:cubicBezTo>
                    <a:pt x="693" y="1838"/>
                    <a:pt x="689" y="1839"/>
                    <a:pt x="683" y="1841"/>
                  </a:cubicBezTo>
                  <a:cubicBezTo>
                    <a:pt x="683" y="1841"/>
                    <a:pt x="683" y="1841"/>
                    <a:pt x="682" y="1841"/>
                  </a:cubicBezTo>
                  <a:cubicBezTo>
                    <a:pt x="680" y="1841"/>
                    <a:pt x="676" y="1840"/>
                    <a:pt x="680" y="1834"/>
                  </a:cubicBezTo>
                  <a:cubicBezTo>
                    <a:pt x="683" y="1826"/>
                    <a:pt x="682" y="1810"/>
                    <a:pt x="675" y="1810"/>
                  </a:cubicBezTo>
                  <a:cubicBezTo>
                    <a:pt x="673" y="1810"/>
                    <a:pt x="670" y="1811"/>
                    <a:pt x="668" y="1814"/>
                  </a:cubicBezTo>
                  <a:lnTo>
                    <a:pt x="664" y="1807"/>
                  </a:lnTo>
                  <a:cubicBezTo>
                    <a:pt x="668" y="1799"/>
                    <a:pt x="667" y="1796"/>
                    <a:pt x="661" y="1796"/>
                  </a:cubicBezTo>
                  <a:cubicBezTo>
                    <a:pt x="660" y="1796"/>
                    <a:pt x="659" y="1796"/>
                    <a:pt x="657" y="1796"/>
                  </a:cubicBezTo>
                  <a:lnTo>
                    <a:pt x="648" y="1797"/>
                  </a:lnTo>
                  <a:cubicBezTo>
                    <a:pt x="656" y="1793"/>
                    <a:pt x="662" y="1786"/>
                    <a:pt x="660" y="1783"/>
                  </a:cubicBezTo>
                  <a:cubicBezTo>
                    <a:pt x="659" y="1781"/>
                    <a:pt x="658" y="1780"/>
                    <a:pt x="657" y="1780"/>
                  </a:cubicBezTo>
                  <a:cubicBezTo>
                    <a:pt x="656" y="1780"/>
                    <a:pt x="654" y="1781"/>
                    <a:pt x="651" y="1784"/>
                  </a:cubicBezTo>
                  <a:cubicBezTo>
                    <a:pt x="648" y="1787"/>
                    <a:pt x="646" y="1789"/>
                    <a:pt x="645" y="1789"/>
                  </a:cubicBezTo>
                  <a:cubicBezTo>
                    <a:pt x="643" y="1789"/>
                    <a:pt x="642" y="1787"/>
                    <a:pt x="642" y="1786"/>
                  </a:cubicBezTo>
                  <a:cubicBezTo>
                    <a:pt x="640" y="1783"/>
                    <a:pt x="645" y="1775"/>
                    <a:pt x="653" y="1770"/>
                  </a:cubicBezTo>
                  <a:lnTo>
                    <a:pt x="651" y="1768"/>
                  </a:lnTo>
                  <a:cubicBezTo>
                    <a:pt x="644" y="1772"/>
                    <a:pt x="640" y="1774"/>
                    <a:pt x="639" y="1774"/>
                  </a:cubicBezTo>
                  <a:cubicBezTo>
                    <a:pt x="637" y="1774"/>
                    <a:pt x="638" y="1772"/>
                    <a:pt x="642" y="1769"/>
                  </a:cubicBezTo>
                  <a:cubicBezTo>
                    <a:pt x="647" y="1761"/>
                    <a:pt x="646" y="1759"/>
                    <a:pt x="644" y="1756"/>
                  </a:cubicBezTo>
                  <a:lnTo>
                    <a:pt x="644" y="1756"/>
                  </a:lnTo>
                  <a:cubicBezTo>
                    <a:pt x="642" y="1757"/>
                    <a:pt x="641" y="1757"/>
                    <a:pt x="641" y="1757"/>
                  </a:cubicBezTo>
                  <a:cubicBezTo>
                    <a:pt x="640" y="1757"/>
                    <a:pt x="641" y="1755"/>
                    <a:pt x="643" y="1755"/>
                  </a:cubicBezTo>
                  <a:cubicBezTo>
                    <a:pt x="643" y="1755"/>
                    <a:pt x="644" y="1755"/>
                    <a:pt x="644" y="1756"/>
                  </a:cubicBezTo>
                  <a:lnTo>
                    <a:pt x="651" y="1751"/>
                  </a:lnTo>
                  <a:cubicBezTo>
                    <a:pt x="653" y="1748"/>
                    <a:pt x="653" y="1747"/>
                    <a:pt x="652" y="1747"/>
                  </a:cubicBezTo>
                  <a:cubicBezTo>
                    <a:pt x="651" y="1747"/>
                    <a:pt x="646" y="1750"/>
                    <a:pt x="642" y="1752"/>
                  </a:cubicBezTo>
                  <a:lnTo>
                    <a:pt x="638" y="1747"/>
                  </a:lnTo>
                  <a:cubicBezTo>
                    <a:pt x="638" y="1745"/>
                    <a:pt x="637" y="1743"/>
                    <a:pt x="635" y="1743"/>
                  </a:cubicBezTo>
                  <a:cubicBezTo>
                    <a:pt x="634" y="1743"/>
                    <a:pt x="632" y="1745"/>
                    <a:pt x="629" y="1748"/>
                  </a:cubicBezTo>
                  <a:cubicBezTo>
                    <a:pt x="624" y="1752"/>
                    <a:pt x="618" y="1755"/>
                    <a:pt x="615" y="1755"/>
                  </a:cubicBezTo>
                  <a:cubicBezTo>
                    <a:pt x="614" y="1755"/>
                    <a:pt x="614" y="1755"/>
                    <a:pt x="614" y="1755"/>
                  </a:cubicBezTo>
                  <a:cubicBezTo>
                    <a:pt x="612" y="1756"/>
                    <a:pt x="611" y="1756"/>
                    <a:pt x="610" y="1756"/>
                  </a:cubicBezTo>
                  <a:cubicBezTo>
                    <a:pt x="609" y="1756"/>
                    <a:pt x="611" y="1754"/>
                    <a:pt x="612" y="1754"/>
                  </a:cubicBezTo>
                  <a:cubicBezTo>
                    <a:pt x="613" y="1754"/>
                    <a:pt x="613" y="1754"/>
                    <a:pt x="614" y="1755"/>
                  </a:cubicBezTo>
                  <a:cubicBezTo>
                    <a:pt x="620" y="1750"/>
                    <a:pt x="628" y="1746"/>
                    <a:pt x="626" y="1742"/>
                  </a:cubicBezTo>
                  <a:cubicBezTo>
                    <a:pt x="625" y="1739"/>
                    <a:pt x="632" y="1734"/>
                    <a:pt x="632" y="1734"/>
                  </a:cubicBezTo>
                  <a:cubicBezTo>
                    <a:pt x="646" y="1729"/>
                    <a:pt x="637" y="1723"/>
                    <a:pt x="628" y="1723"/>
                  </a:cubicBezTo>
                  <a:cubicBezTo>
                    <a:pt x="627" y="1723"/>
                    <a:pt x="626" y="1723"/>
                    <a:pt x="625" y="1723"/>
                  </a:cubicBezTo>
                  <a:cubicBezTo>
                    <a:pt x="621" y="1724"/>
                    <a:pt x="617" y="1724"/>
                    <a:pt x="615" y="1724"/>
                  </a:cubicBezTo>
                  <a:cubicBezTo>
                    <a:pt x="607" y="1724"/>
                    <a:pt x="608" y="1721"/>
                    <a:pt x="619" y="1714"/>
                  </a:cubicBezTo>
                  <a:cubicBezTo>
                    <a:pt x="625" y="1710"/>
                    <a:pt x="626" y="1709"/>
                    <a:pt x="623" y="1709"/>
                  </a:cubicBezTo>
                  <a:cubicBezTo>
                    <a:pt x="618" y="1709"/>
                    <a:pt x="606" y="1712"/>
                    <a:pt x="592" y="1719"/>
                  </a:cubicBezTo>
                  <a:lnTo>
                    <a:pt x="569" y="1729"/>
                  </a:lnTo>
                  <a:lnTo>
                    <a:pt x="591" y="1715"/>
                  </a:lnTo>
                  <a:cubicBezTo>
                    <a:pt x="618" y="1694"/>
                    <a:pt x="618" y="1694"/>
                    <a:pt x="599" y="1694"/>
                  </a:cubicBezTo>
                  <a:cubicBezTo>
                    <a:pt x="588" y="1693"/>
                    <a:pt x="588" y="1693"/>
                    <a:pt x="595" y="1688"/>
                  </a:cubicBezTo>
                  <a:cubicBezTo>
                    <a:pt x="602" y="1684"/>
                    <a:pt x="600" y="1681"/>
                    <a:pt x="596" y="1672"/>
                  </a:cubicBezTo>
                  <a:cubicBezTo>
                    <a:pt x="592" y="1666"/>
                    <a:pt x="590" y="1663"/>
                    <a:pt x="587" y="1663"/>
                  </a:cubicBezTo>
                  <a:cubicBezTo>
                    <a:pt x="585" y="1663"/>
                    <a:pt x="583" y="1663"/>
                    <a:pt x="581" y="1665"/>
                  </a:cubicBezTo>
                  <a:lnTo>
                    <a:pt x="578" y="1658"/>
                  </a:lnTo>
                  <a:cubicBezTo>
                    <a:pt x="584" y="1652"/>
                    <a:pt x="585" y="1649"/>
                    <a:pt x="581" y="1649"/>
                  </a:cubicBezTo>
                  <a:cubicBezTo>
                    <a:pt x="578" y="1649"/>
                    <a:pt x="573" y="1651"/>
                    <a:pt x="567" y="1657"/>
                  </a:cubicBezTo>
                  <a:lnTo>
                    <a:pt x="563" y="1651"/>
                  </a:lnTo>
                  <a:lnTo>
                    <a:pt x="571" y="1647"/>
                  </a:lnTo>
                  <a:cubicBezTo>
                    <a:pt x="578" y="1642"/>
                    <a:pt x="574" y="1637"/>
                    <a:pt x="561" y="1612"/>
                  </a:cubicBezTo>
                  <a:cubicBezTo>
                    <a:pt x="551" y="1594"/>
                    <a:pt x="546" y="1587"/>
                    <a:pt x="540" y="1587"/>
                  </a:cubicBezTo>
                  <a:cubicBezTo>
                    <a:pt x="537" y="1587"/>
                    <a:pt x="533" y="1589"/>
                    <a:pt x="528" y="1592"/>
                  </a:cubicBezTo>
                  <a:cubicBezTo>
                    <a:pt x="523" y="1594"/>
                    <a:pt x="519" y="1595"/>
                    <a:pt x="517" y="1595"/>
                  </a:cubicBezTo>
                  <a:cubicBezTo>
                    <a:pt x="513" y="1595"/>
                    <a:pt x="515" y="1591"/>
                    <a:pt x="525" y="1585"/>
                  </a:cubicBezTo>
                  <a:cubicBezTo>
                    <a:pt x="531" y="1582"/>
                    <a:pt x="536" y="1577"/>
                    <a:pt x="534" y="1577"/>
                  </a:cubicBezTo>
                  <a:cubicBezTo>
                    <a:pt x="534" y="1577"/>
                    <a:pt x="533" y="1577"/>
                    <a:pt x="531" y="1578"/>
                  </a:cubicBezTo>
                  <a:cubicBezTo>
                    <a:pt x="528" y="1574"/>
                    <a:pt x="530" y="1568"/>
                    <a:pt x="533" y="1565"/>
                  </a:cubicBezTo>
                  <a:cubicBezTo>
                    <a:pt x="539" y="1554"/>
                    <a:pt x="537" y="1550"/>
                    <a:pt x="533" y="1550"/>
                  </a:cubicBezTo>
                  <a:cubicBezTo>
                    <a:pt x="531" y="1550"/>
                    <a:pt x="529" y="1551"/>
                    <a:pt x="526" y="1553"/>
                  </a:cubicBezTo>
                  <a:cubicBezTo>
                    <a:pt x="521" y="1557"/>
                    <a:pt x="519" y="1559"/>
                    <a:pt x="518" y="1559"/>
                  </a:cubicBezTo>
                  <a:cubicBezTo>
                    <a:pt x="517" y="1559"/>
                    <a:pt x="520" y="1554"/>
                    <a:pt x="524" y="1549"/>
                  </a:cubicBezTo>
                  <a:cubicBezTo>
                    <a:pt x="528" y="1544"/>
                    <a:pt x="533" y="1538"/>
                    <a:pt x="531" y="1538"/>
                  </a:cubicBezTo>
                  <a:cubicBezTo>
                    <a:pt x="531" y="1538"/>
                    <a:pt x="530" y="1538"/>
                    <a:pt x="528" y="1539"/>
                  </a:cubicBezTo>
                  <a:cubicBezTo>
                    <a:pt x="528" y="1539"/>
                    <a:pt x="528" y="1539"/>
                    <a:pt x="527" y="1539"/>
                  </a:cubicBezTo>
                  <a:cubicBezTo>
                    <a:pt x="518" y="1539"/>
                    <a:pt x="502" y="1527"/>
                    <a:pt x="516" y="1518"/>
                  </a:cubicBezTo>
                  <a:lnTo>
                    <a:pt x="513" y="1512"/>
                  </a:lnTo>
                  <a:cubicBezTo>
                    <a:pt x="511" y="1513"/>
                    <a:pt x="509" y="1514"/>
                    <a:pt x="508" y="1514"/>
                  </a:cubicBezTo>
                  <a:cubicBezTo>
                    <a:pt x="503" y="1514"/>
                    <a:pt x="501" y="1509"/>
                    <a:pt x="498" y="1504"/>
                  </a:cubicBezTo>
                  <a:cubicBezTo>
                    <a:pt x="495" y="1499"/>
                    <a:pt x="493" y="1497"/>
                    <a:pt x="500" y="1491"/>
                  </a:cubicBezTo>
                  <a:cubicBezTo>
                    <a:pt x="509" y="1490"/>
                    <a:pt x="507" y="1486"/>
                    <a:pt x="497" y="1485"/>
                  </a:cubicBezTo>
                  <a:cubicBezTo>
                    <a:pt x="497" y="1485"/>
                    <a:pt x="496" y="1485"/>
                    <a:pt x="495" y="1485"/>
                  </a:cubicBezTo>
                  <a:cubicBezTo>
                    <a:pt x="491" y="1485"/>
                    <a:pt x="485" y="1486"/>
                    <a:pt x="480" y="1486"/>
                  </a:cubicBezTo>
                  <a:cubicBezTo>
                    <a:pt x="479" y="1486"/>
                    <a:pt x="477" y="1486"/>
                    <a:pt x="477" y="1485"/>
                  </a:cubicBezTo>
                  <a:cubicBezTo>
                    <a:pt x="472" y="1488"/>
                    <a:pt x="467" y="1490"/>
                    <a:pt x="463" y="1490"/>
                  </a:cubicBezTo>
                  <a:cubicBezTo>
                    <a:pt x="461" y="1490"/>
                    <a:pt x="460" y="1490"/>
                    <a:pt x="459" y="1489"/>
                  </a:cubicBezTo>
                  <a:lnTo>
                    <a:pt x="467" y="1484"/>
                  </a:lnTo>
                  <a:lnTo>
                    <a:pt x="481" y="1475"/>
                  </a:lnTo>
                  <a:cubicBezTo>
                    <a:pt x="480" y="1473"/>
                    <a:pt x="479" y="1472"/>
                    <a:pt x="476" y="1472"/>
                  </a:cubicBezTo>
                  <a:cubicBezTo>
                    <a:pt x="475" y="1472"/>
                    <a:pt x="473" y="1472"/>
                    <a:pt x="470" y="1474"/>
                  </a:cubicBezTo>
                  <a:cubicBezTo>
                    <a:pt x="476" y="1466"/>
                    <a:pt x="473" y="1463"/>
                    <a:pt x="470" y="1457"/>
                  </a:cubicBezTo>
                  <a:cubicBezTo>
                    <a:pt x="467" y="1452"/>
                    <a:pt x="464" y="1447"/>
                    <a:pt x="458" y="1447"/>
                  </a:cubicBezTo>
                  <a:cubicBezTo>
                    <a:pt x="457" y="1447"/>
                    <a:pt x="456" y="1447"/>
                    <a:pt x="454" y="1447"/>
                  </a:cubicBezTo>
                  <a:cubicBezTo>
                    <a:pt x="466" y="1438"/>
                    <a:pt x="458" y="1421"/>
                    <a:pt x="447" y="1421"/>
                  </a:cubicBezTo>
                  <a:cubicBezTo>
                    <a:pt x="445" y="1421"/>
                    <a:pt x="443" y="1422"/>
                    <a:pt x="441" y="1423"/>
                  </a:cubicBezTo>
                  <a:cubicBezTo>
                    <a:pt x="438" y="1424"/>
                    <a:pt x="436" y="1425"/>
                    <a:pt x="435" y="1425"/>
                  </a:cubicBezTo>
                  <a:cubicBezTo>
                    <a:pt x="433" y="1425"/>
                    <a:pt x="434" y="1422"/>
                    <a:pt x="438" y="1417"/>
                  </a:cubicBezTo>
                  <a:cubicBezTo>
                    <a:pt x="441" y="1412"/>
                    <a:pt x="443" y="1410"/>
                    <a:pt x="440" y="1410"/>
                  </a:cubicBezTo>
                  <a:cubicBezTo>
                    <a:pt x="439" y="1410"/>
                    <a:pt x="437" y="1411"/>
                    <a:pt x="434" y="1411"/>
                  </a:cubicBezTo>
                  <a:cubicBezTo>
                    <a:pt x="434" y="1411"/>
                    <a:pt x="433" y="1411"/>
                    <a:pt x="433" y="1411"/>
                  </a:cubicBezTo>
                  <a:cubicBezTo>
                    <a:pt x="426" y="1411"/>
                    <a:pt x="430" y="1404"/>
                    <a:pt x="435" y="1398"/>
                  </a:cubicBezTo>
                  <a:cubicBezTo>
                    <a:pt x="446" y="1388"/>
                    <a:pt x="447" y="1384"/>
                    <a:pt x="442" y="1384"/>
                  </a:cubicBezTo>
                  <a:cubicBezTo>
                    <a:pt x="441" y="1384"/>
                    <a:pt x="439" y="1384"/>
                    <a:pt x="438" y="1384"/>
                  </a:cubicBezTo>
                  <a:cubicBezTo>
                    <a:pt x="431" y="1383"/>
                    <a:pt x="425" y="1380"/>
                    <a:pt x="422" y="1373"/>
                  </a:cubicBezTo>
                  <a:cubicBezTo>
                    <a:pt x="416" y="1373"/>
                    <a:pt x="413" y="1371"/>
                    <a:pt x="411" y="1371"/>
                  </a:cubicBezTo>
                  <a:cubicBezTo>
                    <a:pt x="408" y="1371"/>
                    <a:pt x="407" y="1373"/>
                    <a:pt x="404" y="1377"/>
                  </a:cubicBezTo>
                  <a:cubicBezTo>
                    <a:pt x="399" y="1380"/>
                    <a:pt x="394" y="1382"/>
                    <a:pt x="388" y="1383"/>
                  </a:cubicBezTo>
                  <a:cubicBezTo>
                    <a:pt x="380" y="1382"/>
                    <a:pt x="382" y="1379"/>
                    <a:pt x="384" y="1379"/>
                  </a:cubicBezTo>
                  <a:cubicBezTo>
                    <a:pt x="385" y="1379"/>
                    <a:pt x="386" y="1379"/>
                    <a:pt x="386" y="1380"/>
                  </a:cubicBezTo>
                  <a:cubicBezTo>
                    <a:pt x="388" y="1380"/>
                    <a:pt x="389" y="1380"/>
                    <a:pt x="390" y="1380"/>
                  </a:cubicBezTo>
                  <a:cubicBezTo>
                    <a:pt x="397" y="1380"/>
                    <a:pt x="396" y="1378"/>
                    <a:pt x="401" y="1371"/>
                  </a:cubicBezTo>
                  <a:cubicBezTo>
                    <a:pt x="404" y="1366"/>
                    <a:pt x="404" y="1360"/>
                    <a:pt x="401" y="1354"/>
                  </a:cubicBezTo>
                  <a:cubicBezTo>
                    <a:pt x="399" y="1352"/>
                    <a:pt x="396" y="1345"/>
                    <a:pt x="394" y="1343"/>
                  </a:cubicBezTo>
                  <a:cubicBezTo>
                    <a:pt x="395" y="1333"/>
                    <a:pt x="395" y="1329"/>
                    <a:pt x="392" y="1329"/>
                  </a:cubicBezTo>
                  <a:cubicBezTo>
                    <a:pt x="390" y="1329"/>
                    <a:pt x="389" y="1329"/>
                    <a:pt x="387" y="1331"/>
                  </a:cubicBezTo>
                  <a:lnTo>
                    <a:pt x="379" y="1335"/>
                  </a:lnTo>
                  <a:cubicBezTo>
                    <a:pt x="392" y="1324"/>
                    <a:pt x="376" y="1295"/>
                    <a:pt x="361" y="1295"/>
                  </a:cubicBezTo>
                  <a:cubicBezTo>
                    <a:pt x="359" y="1295"/>
                    <a:pt x="358" y="1295"/>
                    <a:pt x="357" y="1296"/>
                  </a:cubicBezTo>
                  <a:lnTo>
                    <a:pt x="365" y="1291"/>
                  </a:lnTo>
                  <a:cubicBezTo>
                    <a:pt x="371" y="1287"/>
                    <a:pt x="369" y="1285"/>
                    <a:pt x="366" y="1278"/>
                  </a:cubicBezTo>
                  <a:cubicBezTo>
                    <a:pt x="365" y="1276"/>
                    <a:pt x="350" y="1268"/>
                    <a:pt x="346" y="1259"/>
                  </a:cubicBezTo>
                  <a:cubicBezTo>
                    <a:pt x="339" y="1249"/>
                    <a:pt x="335" y="1241"/>
                    <a:pt x="329" y="1241"/>
                  </a:cubicBezTo>
                  <a:cubicBezTo>
                    <a:pt x="328" y="1241"/>
                    <a:pt x="327" y="1241"/>
                    <a:pt x="325" y="1242"/>
                  </a:cubicBezTo>
                  <a:cubicBezTo>
                    <a:pt x="324" y="1240"/>
                    <a:pt x="324" y="1240"/>
                    <a:pt x="331" y="1235"/>
                  </a:cubicBezTo>
                  <a:cubicBezTo>
                    <a:pt x="340" y="1233"/>
                    <a:pt x="339" y="1231"/>
                    <a:pt x="337" y="1227"/>
                  </a:cubicBezTo>
                  <a:cubicBezTo>
                    <a:pt x="336" y="1227"/>
                    <a:pt x="336" y="1226"/>
                    <a:pt x="335" y="1226"/>
                  </a:cubicBezTo>
                  <a:cubicBezTo>
                    <a:pt x="332" y="1226"/>
                    <a:pt x="326" y="1230"/>
                    <a:pt x="321" y="1233"/>
                  </a:cubicBezTo>
                  <a:cubicBezTo>
                    <a:pt x="318" y="1235"/>
                    <a:pt x="317" y="1236"/>
                    <a:pt x="315" y="1236"/>
                  </a:cubicBezTo>
                  <a:cubicBezTo>
                    <a:pt x="313" y="1236"/>
                    <a:pt x="313" y="1232"/>
                    <a:pt x="315" y="1224"/>
                  </a:cubicBezTo>
                  <a:cubicBezTo>
                    <a:pt x="319" y="1214"/>
                    <a:pt x="313" y="1203"/>
                    <a:pt x="302" y="1200"/>
                  </a:cubicBezTo>
                  <a:cubicBezTo>
                    <a:pt x="300" y="1198"/>
                    <a:pt x="298" y="1195"/>
                    <a:pt x="305" y="1190"/>
                  </a:cubicBezTo>
                  <a:cubicBezTo>
                    <a:pt x="310" y="1184"/>
                    <a:pt x="313" y="1175"/>
                    <a:pt x="302" y="1175"/>
                  </a:cubicBezTo>
                  <a:cubicBezTo>
                    <a:pt x="301" y="1175"/>
                    <a:pt x="299" y="1175"/>
                    <a:pt x="296" y="1176"/>
                  </a:cubicBezTo>
                  <a:cubicBezTo>
                    <a:pt x="295" y="1172"/>
                    <a:pt x="295" y="1172"/>
                    <a:pt x="302" y="1168"/>
                  </a:cubicBezTo>
                  <a:cubicBezTo>
                    <a:pt x="306" y="1163"/>
                    <a:pt x="310" y="1159"/>
                    <a:pt x="308" y="1159"/>
                  </a:cubicBezTo>
                  <a:cubicBezTo>
                    <a:pt x="307" y="1159"/>
                    <a:pt x="304" y="1160"/>
                    <a:pt x="298" y="1162"/>
                  </a:cubicBezTo>
                  <a:cubicBezTo>
                    <a:pt x="288" y="1161"/>
                    <a:pt x="282" y="1150"/>
                    <a:pt x="286" y="1141"/>
                  </a:cubicBezTo>
                  <a:cubicBezTo>
                    <a:pt x="285" y="1139"/>
                    <a:pt x="284" y="1137"/>
                    <a:pt x="282" y="1137"/>
                  </a:cubicBezTo>
                  <a:cubicBezTo>
                    <a:pt x="281" y="1137"/>
                    <a:pt x="279" y="1138"/>
                    <a:pt x="276" y="1140"/>
                  </a:cubicBezTo>
                  <a:lnTo>
                    <a:pt x="268" y="1144"/>
                  </a:lnTo>
                  <a:cubicBezTo>
                    <a:pt x="276" y="1137"/>
                    <a:pt x="279" y="1134"/>
                    <a:pt x="277" y="1134"/>
                  </a:cubicBezTo>
                  <a:cubicBezTo>
                    <a:pt x="276" y="1134"/>
                    <a:pt x="272" y="1135"/>
                    <a:pt x="265" y="1138"/>
                  </a:cubicBezTo>
                  <a:cubicBezTo>
                    <a:pt x="262" y="1139"/>
                    <a:pt x="260" y="1140"/>
                    <a:pt x="259" y="1140"/>
                  </a:cubicBezTo>
                  <a:cubicBezTo>
                    <a:pt x="258" y="1140"/>
                    <a:pt x="259" y="1138"/>
                    <a:pt x="264" y="1135"/>
                  </a:cubicBezTo>
                  <a:cubicBezTo>
                    <a:pt x="269" y="1128"/>
                    <a:pt x="267" y="1124"/>
                    <a:pt x="267" y="1124"/>
                  </a:cubicBezTo>
                  <a:cubicBezTo>
                    <a:pt x="257" y="1116"/>
                    <a:pt x="248" y="1106"/>
                    <a:pt x="241" y="1096"/>
                  </a:cubicBezTo>
                  <a:cubicBezTo>
                    <a:pt x="229" y="1076"/>
                    <a:pt x="224" y="1067"/>
                    <a:pt x="218" y="1067"/>
                  </a:cubicBezTo>
                  <a:cubicBezTo>
                    <a:pt x="217" y="1067"/>
                    <a:pt x="216" y="1067"/>
                    <a:pt x="214" y="1068"/>
                  </a:cubicBezTo>
                  <a:cubicBezTo>
                    <a:pt x="212" y="1068"/>
                    <a:pt x="210" y="1069"/>
                    <a:pt x="209" y="1069"/>
                  </a:cubicBezTo>
                  <a:cubicBezTo>
                    <a:pt x="206" y="1069"/>
                    <a:pt x="207" y="1067"/>
                    <a:pt x="211" y="1062"/>
                  </a:cubicBezTo>
                  <a:cubicBezTo>
                    <a:pt x="217" y="1055"/>
                    <a:pt x="214" y="1051"/>
                    <a:pt x="213" y="1049"/>
                  </a:cubicBezTo>
                  <a:cubicBezTo>
                    <a:pt x="211" y="1046"/>
                    <a:pt x="210" y="1042"/>
                    <a:pt x="217" y="1038"/>
                  </a:cubicBezTo>
                  <a:lnTo>
                    <a:pt x="217" y="1038"/>
                  </a:lnTo>
                  <a:cubicBezTo>
                    <a:pt x="213" y="1038"/>
                    <a:pt x="211" y="1038"/>
                    <a:pt x="209" y="1038"/>
                  </a:cubicBezTo>
                  <a:cubicBezTo>
                    <a:pt x="207" y="1038"/>
                    <a:pt x="207" y="1038"/>
                    <a:pt x="207" y="1037"/>
                  </a:cubicBezTo>
                  <a:cubicBezTo>
                    <a:pt x="212" y="1033"/>
                    <a:pt x="212" y="1030"/>
                    <a:pt x="206" y="1030"/>
                  </a:cubicBezTo>
                  <a:cubicBezTo>
                    <a:pt x="205" y="1030"/>
                    <a:pt x="203" y="1030"/>
                    <a:pt x="202" y="1030"/>
                  </a:cubicBezTo>
                  <a:cubicBezTo>
                    <a:pt x="195" y="1032"/>
                    <a:pt x="191" y="1034"/>
                    <a:pt x="190" y="1034"/>
                  </a:cubicBezTo>
                  <a:cubicBezTo>
                    <a:pt x="189" y="1034"/>
                    <a:pt x="193" y="1032"/>
                    <a:pt x="201" y="1028"/>
                  </a:cubicBezTo>
                  <a:cubicBezTo>
                    <a:pt x="206" y="1024"/>
                    <a:pt x="209" y="1015"/>
                    <a:pt x="207" y="1015"/>
                  </a:cubicBezTo>
                  <a:cubicBezTo>
                    <a:pt x="206" y="1015"/>
                    <a:pt x="205" y="1015"/>
                    <a:pt x="204" y="1016"/>
                  </a:cubicBezTo>
                  <a:cubicBezTo>
                    <a:pt x="202" y="1018"/>
                    <a:pt x="201" y="1018"/>
                    <a:pt x="199" y="1018"/>
                  </a:cubicBezTo>
                  <a:cubicBezTo>
                    <a:pt x="196" y="1018"/>
                    <a:pt x="192" y="1016"/>
                    <a:pt x="187" y="1016"/>
                  </a:cubicBezTo>
                  <a:cubicBezTo>
                    <a:pt x="186" y="1016"/>
                    <a:pt x="185" y="1016"/>
                    <a:pt x="184" y="1016"/>
                  </a:cubicBezTo>
                  <a:cubicBezTo>
                    <a:pt x="183" y="1013"/>
                    <a:pt x="181" y="1010"/>
                    <a:pt x="189" y="1005"/>
                  </a:cubicBezTo>
                  <a:cubicBezTo>
                    <a:pt x="194" y="999"/>
                    <a:pt x="180" y="988"/>
                    <a:pt x="171" y="988"/>
                  </a:cubicBezTo>
                  <a:cubicBezTo>
                    <a:pt x="170" y="988"/>
                    <a:pt x="170" y="988"/>
                    <a:pt x="169" y="988"/>
                  </a:cubicBezTo>
                  <a:cubicBezTo>
                    <a:pt x="167" y="989"/>
                    <a:pt x="165" y="990"/>
                    <a:pt x="164" y="990"/>
                  </a:cubicBezTo>
                  <a:cubicBezTo>
                    <a:pt x="162" y="990"/>
                    <a:pt x="163" y="987"/>
                    <a:pt x="168" y="985"/>
                  </a:cubicBezTo>
                  <a:cubicBezTo>
                    <a:pt x="175" y="981"/>
                    <a:pt x="174" y="977"/>
                    <a:pt x="173" y="974"/>
                  </a:cubicBezTo>
                  <a:lnTo>
                    <a:pt x="173" y="974"/>
                  </a:lnTo>
                  <a:cubicBezTo>
                    <a:pt x="172" y="974"/>
                    <a:pt x="171" y="974"/>
                    <a:pt x="170" y="974"/>
                  </a:cubicBezTo>
                  <a:cubicBezTo>
                    <a:pt x="166" y="974"/>
                    <a:pt x="173" y="971"/>
                    <a:pt x="178" y="967"/>
                  </a:cubicBezTo>
                  <a:cubicBezTo>
                    <a:pt x="189" y="967"/>
                    <a:pt x="186" y="964"/>
                    <a:pt x="184" y="957"/>
                  </a:cubicBezTo>
                  <a:lnTo>
                    <a:pt x="184" y="957"/>
                  </a:lnTo>
                  <a:cubicBezTo>
                    <a:pt x="184" y="957"/>
                    <a:pt x="183" y="957"/>
                    <a:pt x="183" y="957"/>
                  </a:cubicBezTo>
                  <a:cubicBezTo>
                    <a:pt x="175" y="957"/>
                    <a:pt x="169" y="944"/>
                    <a:pt x="165" y="936"/>
                  </a:cubicBezTo>
                  <a:cubicBezTo>
                    <a:pt x="158" y="920"/>
                    <a:pt x="150" y="919"/>
                    <a:pt x="131" y="918"/>
                  </a:cubicBezTo>
                  <a:lnTo>
                    <a:pt x="115" y="920"/>
                  </a:lnTo>
                  <a:lnTo>
                    <a:pt x="130" y="914"/>
                  </a:lnTo>
                  <a:cubicBezTo>
                    <a:pt x="138" y="911"/>
                    <a:pt x="146" y="908"/>
                    <a:pt x="154" y="903"/>
                  </a:cubicBezTo>
                  <a:cubicBezTo>
                    <a:pt x="153" y="902"/>
                    <a:pt x="152" y="901"/>
                    <a:pt x="150" y="901"/>
                  </a:cubicBezTo>
                  <a:cubicBezTo>
                    <a:pt x="147" y="901"/>
                    <a:pt x="141" y="903"/>
                    <a:pt x="136" y="905"/>
                  </a:cubicBezTo>
                  <a:cubicBezTo>
                    <a:pt x="134" y="906"/>
                    <a:pt x="133" y="906"/>
                    <a:pt x="132" y="906"/>
                  </a:cubicBezTo>
                  <a:cubicBezTo>
                    <a:pt x="128" y="906"/>
                    <a:pt x="128" y="902"/>
                    <a:pt x="132" y="895"/>
                  </a:cubicBezTo>
                  <a:cubicBezTo>
                    <a:pt x="138" y="885"/>
                    <a:pt x="138" y="882"/>
                    <a:pt x="128" y="882"/>
                  </a:cubicBezTo>
                  <a:cubicBezTo>
                    <a:pt x="127" y="878"/>
                    <a:pt x="126" y="875"/>
                    <a:pt x="134" y="868"/>
                  </a:cubicBezTo>
                  <a:cubicBezTo>
                    <a:pt x="133" y="867"/>
                    <a:pt x="133" y="866"/>
                    <a:pt x="131" y="866"/>
                  </a:cubicBezTo>
                  <a:cubicBezTo>
                    <a:pt x="130" y="866"/>
                    <a:pt x="128" y="866"/>
                    <a:pt x="125" y="867"/>
                  </a:cubicBezTo>
                  <a:cubicBezTo>
                    <a:pt x="123" y="868"/>
                    <a:pt x="122" y="868"/>
                    <a:pt x="121" y="868"/>
                  </a:cubicBezTo>
                  <a:cubicBezTo>
                    <a:pt x="117" y="868"/>
                    <a:pt x="117" y="865"/>
                    <a:pt x="123" y="861"/>
                  </a:cubicBezTo>
                  <a:cubicBezTo>
                    <a:pt x="138" y="853"/>
                    <a:pt x="137" y="844"/>
                    <a:pt x="130" y="844"/>
                  </a:cubicBezTo>
                  <a:cubicBezTo>
                    <a:pt x="130" y="844"/>
                    <a:pt x="129" y="845"/>
                    <a:pt x="128" y="845"/>
                  </a:cubicBezTo>
                  <a:cubicBezTo>
                    <a:pt x="126" y="845"/>
                    <a:pt x="125" y="846"/>
                    <a:pt x="124" y="846"/>
                  </a:cubicBezTo>
                  <a:cubicBezTo>
                    <a:pt x="120" y="846"/>
                    <a:pt x="119" y="843"/>
                    <a:pt x="119" y="839"/>
                  </a:cubicBezTo>
                  <a:cubicBezTo>
                    <a:pt x="118" y="836"/>
                    <a:pt x="117" y="832"/>
                    <a:pt x="108" y="831"/>
                  </a:cubicBezTo>
                  <a:lnTo>
                    <a:pt x="107" y="825"/>
                  </a:lnTo>
                  <a:cubicBezTo>
                    <a:pt x="106" y="823"/>
                    <a:pt x="107" y="822"/>
                    <a:pt x="109" y="822"/>
                  </a:cubicBezTo>
                  <a:cubicBezTo>
                    <a:pt x="111" y="822"/>
                    <a:pt x="115" y="824"/>
                    <a:pt x="116" y="826"/>
                  </a:cubicBezTo>
                  <a:lnTo>
                    <a:pt x="122" y="821"/>
                  </a:lnTo>
                  <a:cubicBezTo>
                    <a:pt x="121" y="813"/>
                    <a:pt x="121" y="810"/>
                    <a:pt x="112" y="809"/>
                  </a:cubicBezTo>
                  <a:cubicBezTo>
                    <a:pt x="95" y="808"/>
                    <a:pt x="95" y="808"/>
                    <a:pt x="112" y="804"/>
                  </a:cubicBezTo>
                  <a:cubicBezTo>
                    <a:pt x="120" y="803"/>
                    <a:pt x="128" y="799"/>
                    <a:pt x="119" y="797"/>
                  </a:cubicBezTo>
                  <a:cubicBezTo>
                    <a:pt x="102" y="795"/>
                    <a:pt x="110" y="791"/>
                    <a:pt x="118" y="790"/>
                  </a:cubicBezTo>
                  <a:cubicBezTo>
                    <a:pt x="121" y="790"/>
                    <a:pt x="123" y="790"/>
                    <a:pt x="125" y="790"/>
                  </a:cubicBezTo>
                  <a:cubicBezTo>
                    <a:pt x="135" y="790"/>
                    <a:pt x="133" y="789"/>
                    <a:pt x="117" y="779"/>
                  </a:cubicBezTo>
                  <a:cubicBezTo>
                    <a:pt x="117" y="772"/>
                    <a:pt x="106" y="760"/>
                    <a:pt x="106" y="748"/>
                  </a:cubicBezTo>
                  <a:cubicBezTo>
                    <a:pt x="104" y="734"/>
                    <a:pt x="104" y="727"/>
                    <a:pt x="113" y="723"/>
                  </a:cubicBezTo>
                  <a:lnTo>
                    <a:pt x="113" y="723"/>
                  </a:lnTo>
                  <a:cubicBezTo>
                    <a:pt x="114" y="723"/>
                    <a:pt x="115" y="723"/>
                    <a:pt x="116" y="723"/>
                  </a:cubicBezTo>
                  <a:cubicBezTo>
                    <a:pt x="117" y="723"/>
                    <a:pt x="119" y="723"/>
                    <a:pt x="121" y="723"/>
                  </a:cubicBezTo>
                  <a:cubicBezTo>
                    <a:pt x="122" y="722"/>
                    <a:pt x="122" y="722"/>
                    <a:pt x="122" y="722"/>
                  </a:cubicBezTo>
                  <a:lnTo>
                    <a:pt x="122" y="722"/>
                  </a:lnTo>
                  <a:cubicBezTo>
                    <a:pt x="120" y="722"/>
                    <a:pt x="117" y="723"/>
                    <a:pt x="113" y="723"/>
                  </a:cubicBezTo>
                  <a:cubicBezTo>
                    <a:pt x="113" y="723"/>
                    <a:pt x="113" y="723"/>
                    <a:pt x="113" y="723"/>
                  </a:cubicBezTo>
                  <a:lnTo>
                    <a:pt x="113" y="723"/>
                  </a:lnTo>
                  <a:cubicBezTo>
                    <a:pt x="104" y="722"/>
                    <a:pt x="104" y="718"/>
                    <a:pt x="104" y="709"/>
                  </a:cubicBezTo>
                  <a:cubicBezTo>
                    <a:pt x="112" y="699"/>
                    <a:pt x="103" y="691"/>
                    <a:pt x="95" y="688"/>
                  </a:cubicBezTo>
                  <a:cubicBezTo>
                    <a:pt x="95" y="690"/>
                    <a:pt x="95" y="692"/>
                    <a:pt x="95" y="694"/>
                  </a:cubicBezTo>
                  <a:cubicBezTo>
                    <a:pt x="79" y="694"/>
                    <a:pt x="79" y="691"/>
                    <a:pt x="88" y="684"/>
                  </a:cubicBezTo>
                  <a:cubicBezTo>
                    <a:pt x="88" y="681"/>
                    <a:pt x="92" y="681"/>
                    <a:pt x="97" y="681"/>
                  </a:cubicBezTo>
                  <a:cubicBezTo>
                    <a:pt x="99" y="681"/>
                    <a:pt x="102" y="681"/>
                    <a:pt x="104" y="681"/>
                  </a:cubicBezTo>
                  <a:cubicBezTo>
                    <a:pt x="113" y="681"/>
                    <a:pt x="122" y="678"/>
                    <a:pt x="122" y="674"/>
                  </a:cubicBezTo>
                  <a:cubicBezTo>
                    <a:pt x="122" y="672"/>
                    <a:pt x="122" y="670"/>
                    <a:pt x="119" y="670"/>
                  </a:cubicBezTo>
                  <a:cubicBezTo>
                    <a:pt x="118" y="670"/>
                    <a:pt x="116" y="670"/>
                    <a:pt x="113" y="671"/>
                  </a:cubicBezTo>
                  <a:cubicBezTo>
                    <a:pt x="106" y="670"/>
                    <a:pt x="106" y="670"/>
                    <a:pt x="106" y="666"/>
                  </a:cubicBezTo>
                  <a:cubicBezTo>
                    <a:pt x="106" y="663"/>
                    <a:pt x="107" y="660"/>
                    <a:pt x="98" y="655"/>
                  </a:cubicBezTo>
                  <a:cubicBezTo>
                    <a:pt x="90" y="655"/>
                    <a:pt x="90" y="652"/>
                    <a:pt x="90" y="647"/>
                  </a:cubicBezTo>
                  <a:cubicBezTo>
                    <a:pt x="94" y="646"/>
                    <a:pt x="99" y="643"/>
                    <a:pt x="99" y="637"/>
                  </a:cubicBezTo>
                  <a:lnTo>
                    <a:pt x="108" y="638"/>
                  </a:lnTo>
                  <a:cubicBezTo>
                    <a:pt x="113" y="638"/>
                    <a:pt x="119" y="638"/>
                    <a:pt x="125" y="636"/>
                  </a:cubicBezTo>
                  <a:cubicBezTo>
                    <a:pt x="125" y="633"/>
                    <a:pt x="117" y="633"/>
                    <a:pt x="117" y="633"/>
                  </a:cubicBezTo>
                  <a:cubicBezTo>
                    <a:pt x="108" y="632"/>
                    <a:pt x="122" y="548"/>
                    <a:pt x="127" y="537"/>
                  </a:cubicBezTo>
                  <a:cubicBezTo>
                    <a:pt x="136" y="533"/>
                    <a:pt x="140" y="524"/>
                    <a:pt x="133" y="524"/>
                  </a:cubicBezTo>
                  <a:cubicBezTo>
                    <a:pt x="132" y="524"/>
                    <a:pt x="132" y="524"/>
                    <a:pt x="131" y="524"/>
                  </a:cubicBezTo>
                  <a:cubicBezTo>
                    <a:pt x="122" y="522"/>
                    <a:pt x="127" y="505"/>
                    <a:pt x="135" y="485"/>
                  </a:cubicBezTo>
                  <a:cubicBezTo>
                    <a:pt x="144" y="461"/>
                    <a:pt x="150" y="444"/>
                    <a:pt x="143" y="442"/>
                  </a:cubicBezTo>
                  <a:cubicBezTo>
                    <a:pt x="143" y="442"/>
                    <a:pt x="145" y="439"/>
                    <a:pt x="148" y="432"/>
                  </a:cubicBezTo>
                  <a:cubicBezTo>
                    <a:pt x="150" y="425"/>
                    <a:pt x="146" y="415"/>
                    <a:pt x="148" y="412"/>
                  </a:cubicBezTo>
                  <a:cubicBezTo>
                    <a:pt x="144" y="408"/>
                    <a:pt x="143" y="405"/>
                    <a:pt x="145" y="405"/>
                  </a:cubicBezTo>
                  <a:cubicBezTo>
                    <a:pt x="146" y="405"/>
                    <a:pt x="147" y="406"/>
                    <a:pt x="149" y="408"/>
                  </a:cubicBezTo>
                  <a:cubicBezTo>
                    <a:pt x="155" y="411"/>
                    <a:pt x="161" y="414"/>
                    <a:pt x="164" y="414"/>
                  </a:cubicBezTo>
                  <a:cubicBezTo>
                    <a:pt x="165" y="414"/>
                    <a:pt x="166" y="414"/>
                    <a:pt x="166" y="413"/>
                  </a:cubicBezTo>
                  <a:cubicBezTo>
                    <a:pt x="169" y="406"/>
                    <a:pt x="162" y="403"/>
                    <a:pt x="155" y="398"/>
                  </a:cubicBezTo>
                  <a:cubicBezTo>
                    <a:pt x="147" y="395"/>
                    <a:pt x="148" y="392"/>
                    <a:pt x="148" y="392"/>
                  </a:cubicBezTo>
                  <a:cubicBezTo>
                    <a:pt x="149" y="390"/>
                    <a:pt x="150" y="389"/>
                    <a:pt x="151" y="389"/>
                  </a:cubicBezTo>
                  <a:cubicBezTo>
                    <a:pt x="152" y="389"/>
                    <a:pt x="154" y="390"/>
                    <a:pt x="157" y="392"/>
                  </a:cubicBezTo>
                  <a:lnTo>
                    <a:pt x="173" y="399"/>
                  </a:lnTo>
                  <a:lnTo>
                    <a:pt x="174" y="397"/>
                  </a:lnTo>
                  <a:cubicBezTo>
                    <a:pt x="167" y="393"/>
                    <a:pt x="168" y="389"/>
                    <a:pt x="168" y="389"/>
                  </a:cubicBezTo>
                  <a:cubicBezTo>
                    <a:pt x="169" y="389"/>
                    <a:pt x="170" y="388"/>
                    <a:pt x="171" y="388"/>
                  </a:cubicBezTo>
                  <a:cubicBezTo>
                    <a:pt x="172" y="388"/>
                    <a:pt x="176" y="390"/>
                    <a:pt x="185" y="395"/>
                  </a:cubicBezTo>
                  <a:cubicBezTo>
                    <a:pt x="191" y="398"/>
                    <a:pt x="195" y="399"/>
                    <a:pt x="197" y="399"/>
                  </a:cubicBezTo>
                  <a:cubicBezTo>
                    <a:pt x="200" y="399"/>
                    <a:pt x="197" y="395"/>
                    <a:pt x="190" y="388"/>
                  </a:cubicBezTo>
                  <a:lnTo>
                    <a:pt x="185" y="378"/>
                  </a:lnTo>
                  <a:lnTo>
                    <a:pt x="185" y="378"/>
                  </a:lnTo>
                  <a:cubicBezTo>
                    <a:pt x="188" y="379"/>
                    <a:pt x="190" y="379"/>
                    <a:pt x="191" y="379"/>
                  </a:cubicBezTo>
                  <a:cubicBezTo>
                    <a:pt x="199" y="379"/>
                    <a:pt x="190" y="368"/>
                    <a:pt x="185" y="362"/>
                  </a:cubicBezTo>
                  <a:lnTo>
                    <a:pt x="185" y="362"/>
                  </a:lnTo>
                  <a:cubicBezTo>
                    <a:pt x="190" y="364"/>
                    <a:pt x="194" y="365"/>
                    <a:pt x="197" y="365"/>
                  </a:cubicBezTo>
                  <a:cubicBezTo>
                    <a:pt x="202" y="365"/>
                    <a:pt x="200" y="361"/>
                    <a:pt x="191" y="352"/>
                  </a:cubicBezTo>
                  <a:cubicBezTo>
                    <a:pt x="185" y="349"/>
                    <a:pt x="186" y="346"/>
                    <a:pt x="191" y="346"/>
                  </a:cubicBezTo>
                  <a:cubicBezTo>
                    <a:pt x="192" y="346"/>
                    <a:pt x="194" y="347"/>
                    <a:pt x="195" y="347"/>
                  </a:cubicBezTo>
                  <a:cubicBezTo>
                    <a:pt x="196" y="347"/>
                    <a:pt x="197" y="347"/>
                    <a:pt x="198" y="347"/>
                  </a:cubicBezTo>
                  <a:cubicBezTo>
                    <a:pt x="205" y="347"/>
                    <a:pt x="206" y="344"/>
                    <a:pt x="210" y="339"/>
                  </a:cubicBezTo>
                  <a:cubicBezTo>
                    <a:pt x="205" y="332"/>
                    <a:pt x="220" y="312"/>
                    <a:pt x="238" y="288"/>
                  </a:cubicBezTo>
                  <a:cubicBezTo>
                    <a:pt x="259" y="265"/>
                    <a:pt x="274" y="249"/>
                    <a:pt x="268" y="244"/>
                  </a:cubicBezTo>
                  <a:cubicBezTo>
                    <a:pt x="269" y="242"/>
                    <a:pt x="270" y="241"/>
                    <a:pt x="271" y="241"/>
                  </a:cubicBezTo>
                  <a:cubicBezTo>
                    <a:pt x="273" y="241"/>
                    <a:pt x="275" y="242"/>
                    <a:pt x="279" y="244"/>
                  </a:cubicBezTo>
                  <a:cubicBezTo>
                    <a:pt x="281" y="246"/>
                    <a:pt x="283" y="247"/>
                    <a:pt x="284" y="247"/>
                  </a:cubicBezTo>
                  <a:cubicBezTo>
                    <a:pt x="285" y="247"/>
                    <a:pt x="284" y="242"/>
                    <a:pt x="278" y="232"/>
                  </a:cubicBezTo>
                  <a:cubicBezTo>
                    <a:pt x="276" y="228"/>
                    <a:pt x="273" y="223"/>
                    <a:pt x="274" y="223"/>
                  </a:cubicBezTo>
                  <a:lnTo>
                    <a:pt x="274" y="223"/>
                  </a:lnTo>
                  <a:cubicBezTo>
                    <a:pt x="275" y="223"/>
                    <a:pt x="277" y="225"/>
                    <a:pt x="282" y="230"/>
                  </a:cubicBezTo>
                  <a:cubicBezTo>
                    <a:pt x="283" y="232"/>
                    <a:pt x="285" y="233"/>
                    <a:pt x="287" y="233"/>
                  </a:cubicBezTo>
                  <a:cubicBezTo>
                    <a:pt x="291" y="233"/>
                    <a:pt x="296" y="228"/>
                    <a:pt x="303" y="222"/>
                  </a:cubicBezTo>
                  <a:cubicBezTo>
                    <a:pt x="311" y="215"/>
                    <a:pt x="322" y="205"/>
                    <a:pt x="316" y="199"/>
                  </a:cubicBezTo>
                  <a:cubicBezTo>
                    <a:pt x="316" y="193"/>
                    <a:pt x="316" y="190"/>
                    <a:pt x="317" y="190"/>
                  </a:cubicBezTo>
                  <a:cubicBezTo>
                    <a:pt x="317" y="190"/>
                    <a:pt x="318" y="192"/>
                    <a:pt x="320" y="196"/>
                  </a:cubicBezTo>
                  <a:cubicBezTo>
                    <a:pt x="323" y="203"/>
                    <a:pt x="328" y="206"/>
                    <a:pt x="333" y="206"/>
                  </a:cubicBezTo>
                  <a:cubicBezTo>
                    <a:pt x="340" y="206"/>
                    <a:pt x="346" y="199"/>
                    <a:pt x="344" y="187"/>
                  </a:cubicBezTo>
                  <a:cubicBezTo>
                    <a:pt x="346" y="187"/>
                    <a:pt x="347" y="186"/>
                    <a:pt x="349" y="186"/>
                  </a:cubicBezTo>
                  <a:cubicBezTo>
                    <a:pt x="351" y="186"/>
                    <a:pt x="353" y="187"/>
                    <a:pt x="356" y="191"/>
                  </a:cubicBezTo>
                  <a:cubicBezTo>
                    <a:pt x="359" y="189"/>
                    <a:pt x="361" y="186"/>
                    <a:pt x="365" y="173"/>
                  </a:cubicBezTo>
                  <a:cubicBezTo>
                    <a:pt x="368" y="172"/>
                    <a:pt x="379" y="163"/>
                    <a:pt x="386" y="159"/>
                  </a:cubicBezTo>
                  <a:cubicBezTo>
                    <a:pt x="389" y="155"/>
                    <a:pt x="393" y="149"/>
                    <a:pt x="393" y="144"/>
                  </a:cubicBezTo>
                  <a:lnTo>
                    <a:pt x="396" y="143"/>
                  </a:lnTo>
                  <a:cubicBezTo>
                    <a:pt x="397" y="144"/>
                    <a:pt x="399" y="145"/>
                    <a:pt x="401" y="145"/>
                  </a:cubicBezTo>
                  <a:cubicBezTo>
                    <a:pt x="408" y="145"/>
                    <a:pt x="422" y="138"/>
                    <a:pt x="439" y="129"/>
                  </a:cubicBezTo>
                  <a:cubicBezTo>
                    <a:pt x="455" y="120"/>
                    <a:pt x="470" y="113"/>
                    <a:pt x="479" y="113"/>
                  </a:cubicBezTo>
                  <a:cubicBezTo>
                    <a:pt x="483" y="113"/>
                    <a:pt x="485" y="114"/>
                    <a:pt x="487" y="116"/>
                  </a:cubicBezTo>
                  <a:cubicBezTo>
                    <a:pt x="487" y="116"/>
                    <a:pt x="490" y="115"/>
                    <a:pt x="490" y="104"/>
                  </a:cubicBezTo>
                  <a:cubicBezTo>
                    <a:pt x="488" y="94"/>
                    <a:pt x="489" y="89"/>
                    <a:pt x="491" y="89"/>
                  </a:cubicBezTo>
                  <a:cubicBezTo>
                    <a:pt x="493" y="89"/>
                    <a:pt x="495" y="91"/>
                    <a:pt x="497" y="93"/>
                  </a:cubicBezTo>
                  <a:cubicBezTo>
                    <a:pt x="501" y="99"/>
                    <a:pt x="505" y="102"/>
                    <a:pt x="509" y="102"/>
                  </a:cubicBezTo>
                  <a:cubicBezTo>
                    <a:pt x="515" y="102"/>
                    <a:pt x="519" y="96"/>
                    <a:pt x="517" y="85"/>
                  </a:cubicBezTo>
                  <a:lnTo>
                    <a:pt x="517" y="85"/>
                  </a:lnTo>
                  <a:cubicBezTo>
                    <a:pt x="518" y="87"/>
                    <a:pt x="519" y="90"/>
                    <a:pt x="521" y="93"/>
                  </a:cubicBezTo>
                  <a:cubicBezTo>
                    <a:pt x="524" y="98"/>
                    <a:pt x="526" y="100"/>
                    <a:pt x="528" y="100"/>
                  </a:cubicBezTo>
                  <a:cubicBezTo>
                    <a:pt x="533" y="100"/>
                    <a:pt x="536" y="91"/>
                    <a:pt x="534" y="80"/>
                  </a:cubicBezTo>
                  <a:lnTo>
                    <a:pt x="534" y="80"/>
                  </a:lnTo>
                  <a:cubicBezTo>
                    <a:pt x="538" y="84"/>
                    <a:pt x="542" y="89"/>
                    <a:pt x="545" y="89"/>
                  </a:cubicBezTo>
                  <a:cubicBezTo>
                    <a:pt x="546" y="89"/>
                    <a:pt x="547" y="88"/>
                    <a:pt x="548" y="84"/>
                  </a:cubicBezTo>
                  <a:cubicBezTo>
                    <a:pt x="551" y="84"/>
                    <a:pt x="551" y="84"/>
                    <a:pt x="555" y="100"/>
                  </a:cubicBezTo>
                  <a:cubicBezTo>
                    <a:pt x="559" y="107"/>
                    <a:pt x="561" y="116"/>
                    <a:pt x="564" y="116"/>
                  </a:cubicBezTo>
                  <a:cubicBezTo>
                    <a:pt x="564" y="116"/>
                    <a:pt x="564" y="116"/>
                    <a:pt x="564" y="116"/>
                  </a:cubicBezTo>
                  <a:cubicBezTo>
                    <a:pt x="568" y="115"/>
                    <a:pt x="564" y="107"/>
                    <a:pt x="562" y="98"/>
                  </a:cubicBezTo>
                  <a:lnTo>
                    <a:pt x="569" y="97"/>
                  </a:lnTo>
                  <a:cubicBezTo>
                    <a:pt x="569" y="97"/>
                    <a:pt x="572" y="95"/>
                    <a:pt x="570" y="88"/>
                  </a:cubicBezTo>
                  <a:cubicBezTo>
                    <a:pt x="568" y="79"/>
                    <a:pt x="571" y="79"/>
                    <a:pt x="574" y="78"/>
                  </a:cubicBezTo>
                  <a:cubicBezTo>
                    <a:pt x="575" y="80"/>
                    <a:pt x="576" y="81"/>
                    <a:pt x="576" y="81"/>
                  </a:cubicBezTo>
                  <a:cubicBezTo>
                    <a:pt x="577" y="81"/>
                    <a:pt x="576" y="74"/>
                    <a:pt x="572" y="69"/>
                  </a:cubicBezTo>
                  <a:cubicBezTo>
                    <a:pt x="570" y="61"/>
                    <a:pt x="568" y="53"/>
                    <a:pt x="572" y="52"/>
                  </a:cubicBezTo>
                  <a:lnTo>
                    <a:pt x="568" y="35"/>
                  </a:lnTo>
                  <a:cubicBezTo>
                    <a:pt x="563" y="19"/>
                    <a:pt x="561" y="10"/>
                    <a:pt x="551" y="5"/>
                  </a:cubicBezTo>
                  <a:cubicBezTo>
                    <a:pt x="543" y="2"/>
                    <a:pt x="536" y="0"/>
                    <a:pt x="5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33"/>
            <p:cNvSpPr/>
            <p:nvPr/>
          </p:nvSpPr>
          <p:spPr>
            <a:xfrm>
              <a:off x="1979770" y="2073679"/>
              <a:ext cx="70824" cy="94199"/>
            </a:xfrm>
            <a:custGeom>
              <a:avLst/>
              <a:gdLst/>
              <a:ahLst/>
              <a:cxnLst/>
              <a:rect l="l" t="t" r="r" b="b"/>
              <a:pathLst>
                <a:path w="709" h="943" extrusionOk="0">
                  <a:moveTo>
                    <a:pt x="169" y="27"/>
                  </a:moveTo>
                  <a:lnTo>
                    <a:pt x="163" y="33"/>
                  </a:lnTo>
                  <a:lnTo>
                    <a:pt x="163" y="34"/>
                  </a:lnTo>
                  <a:cubicBezTo>
                    <a:pt x="171" y="30"/>
                    <a:pt x="171" y="30"/>
                    <a:pt x="170" y="28"/>
                  </a:cubicBezTo>
                  <a:lnTo>
                    <a:pt x="169" y="27"/>
                  </a:lnTo>
                  <a:close/>
                  <a:moveTo>
                    <a:pt x="124" y="35"/>
                  </a:moveTo>
                  <a:cubicBezTo>
                    <a:pt x="125" y="35"/>
                    <a:pt x="125" y="36"/>
                    <a:pt x="125" y="36"/>
                  </a:cubicBezTo>
                  <a:cubicBezTo>
                    <a:pt x="126" y="37"/>
                    <a:pt x="126" y="37"/>
                    <a:pt x="118" y="42"/>
                  </a:cubicBezTo>
                  <a:cubicBezTo>
                    <a:pt x="118" y="42"/>
                    <a:pt x="113" y="44"/>
                    <a:pt x="111" y="44"/>
                  </a:cubicBezTo>
                  <a:cubicBezTo>
                    <a:pt x="111" y="44"/>
                    <a:pt x="110" y="44"/>
                    <a:pt x="110" y="44"/>
                  </a:cubicBezTo>
                  <a:lnTo>
                    <a:pt x="117" y="39"/>
                  </a:lnTo>
                  <a:cubicBezTo>
                    <a:pt x="121" y="36"/>
                    <a:pt x="123" y="35"/>
                    <a:pt x="124" y="35"/>
                  </a:cubicBezTo>
                  <a:close/>
                  <a:moveTo>
                    <a:pt x="131" y="47"/>
                  </a:moveTo>
                  <a:cubicBezTo>
                    <a:pt x="131" y="47"/>
                    <a:pt x="131" y="48"/>
                    <a:pt x="132" y="49"/>
                  </a:cubicBezTo>
                  <a:cubicBezTo>
                    <a:pt x="133" y="50"/>
                    <a:pt x="133" y="51"/>
                    <a:pt x="126" y="55"/>
                  </a:cubicBezTo>
                  <a:lnTo>
                    <a:pt x="125" y="54"/>
                  </a:lnTo>
                  <a:cubicBezTo>
                    <a:pt x="128" y="53"/>
                    <a:pt x="129" y="52"/>
                    <a:pt x="128" y="52"/>
                  </a:cubicBezTo>
                  <a:lnTo>
                    <a:pt x="128" y="52"/>
                  </a:lnTo>
                  <a:cubicBezTo>
                    <a:pt x="128" y="52"/>
                    <a:pt x="123" y="55"/>
                    <a:pt x="118" y="59"/>
                  </a:cubicBezTo>
                  <a:lnTo>
                    <a:pt x="104" y="68"/>
                  </a:lnTo>
                  <a:cubicBezTo>
                    <a:pt x="104" y="67"/>
                    <a:pt x="109" y="61"/>
                    <a:pt x="117" y="57"/>
                  </a:cubicBezTo>
                  <a:cubicBezTo>
                    <a:pt x="126" y="50"/>
                    <a:pt x="129" y="47"/>
                    <a:pt x="131" y="47"/>
                  </a:cubicBezTo>
                  <a:close/>
                  <a:moveTo>
                    <a:pt x="15" y="101"/>
                  </a:moveTo>
                  <a:cubicBezTo>
                    <a:pt x="11" y="104"/>
                    <a:pt x="5" y="106"/>
                    <a:pt x="1" y="109"/>
                  </a:cubicBezTo>
                  <a:lnTo>
                    <a:pt x="1" y="110"/>
                  </a:lnTo>
                  <a:cubicBezTo>
                    <a:pt x="1" y="110"/>
                    <a:pt x="1" y="111"/>
                    <a:pt x="1" y="111"/>
                  </a:cubicBezTo>
                  <a:cubicBezTo>
                    <a:pt x="3" y="111"/>
                    <a:pt x="9" y="107"/>
                    <a:pt x="16" y="103"/>
                  </a:cubicBezTo>
                  <a:lnTo>
                    <a:pt x="15" y="101"/>
                  </a:lnTo>
                  <a:close/>
                  <a:moveTo>
                    <a:pt x="145" y="125"/>
                  </a:moveTo>
                  <a:cubicBezTo>
                    <a:pt x="145" y="125"/>
                    <a:pt x="145" y="125"/>
                    <a:pt x="145" y="125"/>
                  </a:cubicBezTo>
                  <a:cubicBezTo>
                    <a:pt x="146" y="126"/>
                    <a:pt x="140" y="131"/>
                    <a:pt x="131" y="133"/>
                  </a:cubicBezTo>
                  <a:lnTo>
                    <a:pt x="130" y="131"/>
                  </a:lnTo>
                  <a:cubicBezTo>
                    <a:pt x="135" y="127"/>
                    <a:pt x="142" y="125"/>
                    <a:pt x="145" y="125"/>
                  </a:cubicBezTo>
                  <a:close/>
                  <a:moveTo>
                    <a:pt x="136" y="137"/>
                  </a:moveTo>
                  <a:cubicBezTo>
                    <a:pt x="135" y="137"/>
                    <a:pt x="130" y="139"/>
                    <a:pt x="126" y="142"/>
                  </a:cubicBezTo>
                  <a:cubicBezTo>
                    <a:pt x="118" y="146"/>
                    <a:pt x="119" y="147"/>
                    <a:pt x="121" y="150"/>
                  </a:cubicBezTo>
                  <a:cubicBezTo>
                    <a:pt x="121" y="150"/>
                    <a:pt x="121" y="150"/>
                    <a:pt x="121" y="150"/>
                  </a:cubicBezTo>
                  <a:cubicBezTo>
                    <a:pt x="124" y="150"/>
                    <a:pt x="130" y="147"/>
                    <a:pt x="130" y="147"/>
                  </a:cubicBezTo>
                  <a:cubicBezTo>
                    <a:pt x="136" y="143"/>
                    <a:pt x="135" y="142"/>
                    <a:pt x="135" y="141"/>
                  </a:cubicBezTo>
                  <a:cubicBezTo>
                    <a:pt x="137" y="138"/>
                    <a:pt x="138" y="137"/>
                    <a:pt x="136" y="137"/>
                  </a:cubicBezTo>
                  <a:close/>
                  <a:moveTo>
                    <a:pt x="210" y="153"/>
                  </a:moveTo>
                  <a:cubicBezTo>
                    <a:pt x="211" y="153"/>
                    <a:pt x="211" y="154"/>
                    <a:pt x="211" y="154"/>
                  </a:cubicBezTo>
                  <a:lnTo>
                    <a:pt x="204" y="159"/>
                  </a:lnTo>
                  <a:lnTo>
                    <a:pt x="196" y="162"/>
                  </a:lnTo>
                  <a:lnTo>
                    <a:pt x="202" y="156"/>
                  </a:lnTo>
                  <a:cubicBezTo>
                    <a:pt x="207" y="154"/>
                    <a:pt x="209" y="153"/>
                    <a:pt x="210" y="153"/>
                  </a:cubicBezTo>
                  <a:close/>
                  <a:moveTo>
                    <a:pt x="202" y="167"/>
                  </a:moveTo>
                  <a:cubicBezTo>
                    <a:pt x="203" y="167"/>
                    <a:pt x="199" y="169"/>
                    <a:pt x="192" y="173"/>
                  </a:cubicBezTo>
                  <a:cubicBezTo>
                    <a:pt x="186" y="178"/>
                    <a:pt x="178" y="182"/>
                    <a:pt x="170" y="184"/>
                  </a:cubicBezTo>
                  <a:lnTo>
                    <a:pt x="169" y="182"/>
                  </a:lnTo>
                  <a:lnTo>
                    <a:pt x="185" y="175"/>
                  </a:lnTo>
                  <a:cubicBezTo>
                    <a:pt x="196" y="170"/>
                    <a:pt x="202" y="167"/>
                    <a:pt x="202" y="167"/>
                  </a:cubicBezTo>
                  <a:close/>
                  <a:moveTo>
                    <a:pt x="240" y="176"/>
                  </a:moveTo>
                  <a:cubicBezTo>
                    <a:pt x="241" y="176"/>
                    <a:pt x="237" y="178"/>
                    <a:pt x="227" y="183"/>
                  </a:cubicBezTo>
                  <a:lnTo>
                    <a:pt x="211" y="190"/>
                  </a:lnTo>
                  <a:cubicBezTo>
                    <a:pt x="211" y="189"/>
                    <a:pt x="219" y="186"/>
                    <a:pt x="234" y="178"/>
                  </a:cubicBezTo>
                  <a:cubicBezTo>
                    <a:pt x="237" y="177"/>
                    <a:pt x="239" y="176"/>
                    <a:pt x="240" y="176"/>
                  </a:cubicBezTo>
                  <a:close/>
                  <a:moveTo>
                    <a:pt x="210" y="205"/>
                  </a:moveTo>
                  <a:lnTo>
                    <a:pt x="210" y="206"/>
                  </a:lnTo>
                  <a:cubicBezTo>
                    <a:pt x="204" y="210"/>
                    <a:pt x="198" y="214"/>
                    <a:pt x="196" y="214"/>
                  </a:cubicBezTo>
                  <a:cubicBezTo>
                    <a:pt x="196" y="214"/>
                    <a:pt x="196" y="214"/>
                    <a:pt x="196" y="214"/>
                  </a:cubicBezTo>
                  <a:lnTo>
                    <a:pt x="195" y="212"/>
                  </a:lnTo>
                  <a:cubicBezTo>
                    <a:pt x="200" y="209"/>
                    <a:pt x="205" y="207"/>
                    <a:pt x="210" y="205"/>
                  </a:cubicBezTo>
                  <a:close/>
                  <a:moveTo>
                    <a:pt x="343" y="216"/>
                  </a:moveTo>
                  <a:cubicBezTo>
                    <a:pt x="342" y="216"/>
                    <a:pt x="340" y="217"/>
                    <a:pt x="336" y="220"/>
                  </a:cubicBezTo>
                  <a:lnTo>
                    <a:pt x="337" y="223"/>
                  </a:lnTo>
                  <a:cubicBezTo>
                    <a:pt x="345" y="218"/>
                    <a:pt x="345" y="218"/>
                    <a:pt x="344" y="217"/>
                  </a:cubicBezTo>
                  <a:cubicBezTo>
                    <a:pt x="343" y="216"/>
                    <a:pt x="343" y="216"/>
                    <a:pt x="343" y="216"/>
                  </a:cubicBezTo>
                  <a:close/>
                  <a:moveTo>
                    <a:pt x="252" y="220"/>
                  </a:moveTo>
                  <a:cubicBezTo>
                    <a:pt x="253" y="220"/>
                    <a:pt x="247" y="225"/>
                    <a:pt x="235" y="232"/>
                  </a:cubicBezTo>
                  <a:lnTo>
                    <a:pt x="234" y="229"/>
                  </a:lnTo>
                  <a:cubicBezTo>
                    <a:pt x="240" y="225"/>
                    <a:pt x="247" y="221"/>
                    <a:pt x="248" y="221"/>
                  </a:cubicBezTo>
                  <a:cubicBezTo>
                    <a:pt x="248" y="221"/>
                    <a:pt x="248" y="221"/>
                    <a:pt x="248" y="221"/>
                  </a:cubicBezTo>
                  <a:cubicBezTo>
                    <a:pt x="250" y="221"/>
                    <a:pt x="251" y="220"/>
                    <a:pt x="252" y="220"/>
                  </a:cubicBezTo>
                  <a:close/>
                  <a:moveTo>
                    <a:pt x="254" y="230"/>
                  </a:moveTo>
                  <a:lnTo>
                    <a:pt x="254" y="232"/>
                  </a:lnTo>
                  <a:cubicBezTo>
                    <a:pt x="255" y="233"/>
                    <a:pt x="255" y="233"/>
                    <a:pt x="247" y="237"/>
                  </a:cubicBezTo>
                  <a:lnTo>
                    <a:pt x="247" y="236"/>
                  </a:lnTo>
                  <a:lnTo>
                    <a:pt x="254" y="230"/>
                  </a:lnTo>
                  <a:close/>
                  <a:moveTo>
                    <a:pt x="282" y="228"/>
                  </a:moveTo>
                  <a:cubicBezTo>
                    <a:pt x="278" y="232"/>
                    <a:pt x="273" y="235"/>
                    <a:pt x="269" y="238"/>
                  </a:cubicBezTo>
                  <a:cubicBezTo>
                    <a:pt x="269" y="238"/>
                    <a:pt x="269" y="238"/>
                    <a:pt x="269" y="238"/>
                  </a:cubicBezTo>
                  <a:cubicBezTo>
                    <a:pt x="270" y="238"/>
                    <a:pt x="277" y="235"/>
                    <a:pt x="277" y="235"/>
                  </a:cubicBezTo>
                  <a:cubicBezTo>
                    <a:pt x="277" y="235"/>
                    <a:pt x="283" y="230"/>
                    <a:pt x="283" y="229"/>
                  </a:cubicBezTo>
                  <a:lnTo>
                    <a:pt x="282" y="228"/>
                  </a:lnTo>
                  <a:close/>
                  <a:moveTo>
                    <a:pt x="201" y="240"/>
                  </a:moveTo>
                  <a:cubicBezTo>
                    <a:pt x="201" y="240"/>
                    <a:pt x="201" y="240"/>
                    <a:pt x="201" y="240"/>
                  </a:cubicBezTo>
                  <a:lnTo>
                    <a:pt x="195" y="245"/>
                  </a:lnTo>
                  <a:cubicBezTo>
                    <a:pt x="194" y="245"/>
                    <a:pt x="191" y="246"/>
                    <a:pt x="190" y="246"/>
                  </a:cubicBezTo>
                  <a:cubicBezTo>
                    <a:pt x="190" y="246"/>
                    <a:pt x="190" y="246"/>
                    <a:pt x="194" y="244"/>
                  </a:cubicBezTo>
                  <a:lnTo>
                    <a:pt x="192" y="244"/>
                  </a:lnTo>
                  <a:cubicBezTo>
                    <a:pt x="192" y="243"/>
                    <a:pt x="198" y="240"/>
                    <a:pt x="201" y="240"/>
                  </a:cubicBezTo>
                  <a:close/>
                  <a:moveTo>
                    <a:pt x="243" y="263"/>
                  </a:moveTo>
                  <a:cubicBezTo>
                    <a:pt x="243" y="263"/>
                    <a:pt x="243" y="263"/>
                    <a:pt x="243" y="263"/>
                  </a:cubicBezTo>
                  <a:cubicBezTo>
                    <a:pt x="244" y="264"/>
                    <a:pt x="244" y="265"/>
                    <a:pt x="237" y="270"/>
                  </a:cubicBezTo>
                  <a:cubicBezTo>
                    <a:pt x="237" y="270"/>
                    <a:pt x="231" y="273"/>
                    <a:pt x="230" y="273"/>
                  </a:cubicBezTo>
                  <a:cubicBezTo>
                    <a:pt x="229" y="273"/>
                    <a:pt x="229" y="273"/>
                    <a:pt x="229" y="273"/>
                  </a:cubicBezTo>
                  <a:cubicBezTo>
                    <a:pt x="228" y="272"/>
                    <a:pt x="235" y="266"/>
                    <a:pt x="235" y="266"/>
                  </a:cubicBezTo>
                  <a:cubicBezTo>
                    <a:pt x="240" y="263"/>
                    <a:pt x="242" y="263"/>
                    <a:pt x="243" y="263"/>
                  </a:cubicBezTo>
                  <a:close/>
                  <a:moveTo>
                    <a:pt x="253" y="283"/>
                  </a:moveTo>
                  <a:cubicBezTo>
                    <a:pt x="254" y="283"/>
                    <a:pt x="254" y="283"/>
                    <a:pt x="255" y="284"/>
                  </a:cubicBezTo>
                  <a:cubicBezTo>
                    <a:pt x="255" y="285"/>
                    <a:pt x="248" y="290"/>
                    <a:pt x="248" y="290"/>
                  </a:cubicBezTo>
                  <a:cubicBezTo>
                    <a:pt x="246" y="291"/>
                    <a:pt x="245" y="292"/>
                    <a:pt x="245" y="292"/>
                  </a:cubicBezTo>
                  <a:cubicBezTo>
                    <a:pt x="244" y="292"/>
                    <a:pt x="247" y="288"/>
                    <a:pt x="247" y="288"/>
                  </a:cubicBezTo>
                  <a:cubicBezTo>
                    <a:pt x="251" y="284"/>
                    <a:pt x="252" y="283"/>
                    <a:pt x="253" y="283"/>
                  </a:cubicBezTo>
                  <a:close/>
                  <a:moveTo>
                    <a:pt x="283" y="290"/>
                  </a:moveTo>
                  <a:cubicBezTo>
                    <a:pt x="284" y="290"/>
                    <a:pt x="282" y="292"/>
                    <a:pt x="273" y="299"/>
                  </a:cubicBezTo>
                  <a:cubicBezTo>
                    <a:pt x="268" y="302"/>
                    <a:pt x="266" y="303"/>
                    <a:pt x="266" y="303"/>
                  </a:cubicBezTo>
                  <a:cubicBezTo>
                    <a:pt x="265" y="303"/>
                    <a:pt x="265" y="303"/>
                    <a:pt x="265" y="302"/>
                  </a:cubicBezTo>
                  <a:cubicBezTo>
                    <a:pt x="270" y="299"/>
                    <a:pt x="274" y="295"/>
                    <a:pt x="279" y="292"/>
                  </a:cubicBezTo>
                  <a:cubicBezTo>
                    <a:pt x="281" y="290"/>
                    <a:pt x="283" y="290"/>
                    <a:pt x="283" y="290"/>
                  </a:cubicBezTo>
                  <a:close/>
                  <a:moveTo>
                    <a:pt x="283" y="301"/>
                  </a:moveTo>
                  <a:lnTo>
                    <a:pt x="284" y="302"/>
                  </a:lnTo>
                  <a:cubicBezTo>
                    <a:pt x="278" y="306"/>
                    <a:pt x="271" y="310"/>
                    <a:pt x="270" y="310"/>
                  </a:cubicBezTo>
                  <a:cubicBezTo>
                    <a:pt x="270" y="310"/>
                    <a:pt x="270" y="310"/>
                    <a:pt x="270" y="310"/>
                  </a:cubicBezTo>
                  <a:lnTo>
                    <a:pt x="275" y="304"/>
                  </a:lnTo>
                  <a:lnTo>
                    <a:pt x="283" y="301"/>
                  </a:lnTo>
                  <a:close/>
                  <a:moveTo>
                    <a:pt x="107" y="368"/>
                  </a:moveTo>
                  <a:lnTo>
                    <a:pt x="107" y="368"/>
                  </a:lnTo>
                  <a:cubicBezTo>
                    <a:pt x="102" y="371"/>
                    <a:pt x="97" y="373"/>
                    <a:pt x="91" y="376"/>
                  </a:cubicBezTo>
                  <a:cubicBezTo>
                    <a:pt x="88" y="378"/>
                    <a:pt x="87" y="380"/>
                    <a:pt x="87" y="380"/>
                  </a:cubicBezTo>
                  <a:cubicBezTo>
                    <a:pt x="88" y="380"/>
                    <a:pt x="92" y="378"/>
                    <a:pt x="100" y="374"/>
                  </a:cubicBezTo>
                  <a:cubicBezTo>
                    <a:pt x="107" y="370"/>
                    <a:pt x="107" y="370"/>
                    <a:pt x="107" y="368"/>
                  </a:cubicBezTo>
                  <a:close/>
                  <a:moveTo>
                    <a:pt x="309" y="381"/>
                  </a:moveTo>
                  <a:lnTo>
                    <a:pt x="309" y="382"/>
                  </a:lnTo>
                  <a:cubicBezTo>
                    <a:pt x="303" y="386"/>
                    <a:pt x="297" y="390"/>
                    <a:pt x="295" y="390"/>
                  </a:cubicBezTo>
                  <a:cubicBezTo>
                    <a:pt x="295" y="390"/>
                    <a:pt x="295" y="390"/>
                    <a:pt x="294" y="390"/>
                  </a:cubicBezTo>
                  <a:lnTo>
                    <a:pt x="301" y="384"/>
                  </a:lnTo>
                  <a:lnTo>
                    <a:pt x="309" y="381"/>
                  </a:lnTo>
                  <a:close/>
                  <a:moveTo>
                    <a:pt x="392" y="389"/>
                  </a:moveTo>
                  <a:lnTo>
                    <a:pt x="392" y="390"/>
                  </a:lnTo>
                  <a:cubicBezTo>
                    <a:pt x="386" y="394"/>
                    <a:pt x="379" y="398"/>
                    <a:pt x="378" y="398"/>
                  </a:cubicBezTo>
                  <a:cubicBezTo>
                    <a:pt x="378" y="398"/>
                    <a:pt x="377" y="398"/>
                    <a:pt x="377" y="398"/>
                  </a:cubicBezTo>
                  <a:lnTo>
                    <a:pt x="376" y="396"/>
                  </a:lnTo>
                  <a:cubicBezTo>
                    <a:pt x="382" y="393"/>
                    <a:pt x="386" y="391"/>
                    <a:pt x="392" y="389"/>
                  </a:cubicBezTo>
                  <a:close/>
                  <a:moveTo>
                    <a:pt x="330" y="402"/>
                  </a:moveTo>
                  <a:cubicBezTo>
                    <a:pt x="331" y="403"/>
                    <a:pt x="331" y="403"/>
                    <a:pt x="324" y="408"/>
                  </a:cubicBezTo>
                  <a:cubicBezTo>
                    <a:pt x="319" y="411"/>
                    <a:pt x="315" y="413"/>
                    <a:pt x="309" y="415"/>
                  </a:cubicBezTo>
                  <a:cubicBezTo>
                    <a:pt x="316" y="410"/>
                    <a:pt x="324" y="405"/>
                    <a:pt x="330" y="402"/>
                  </a:cubicBezTo>
                  <a:close/>
                  <a:moveTo>
                    <a:pt x="356" y="430"/>
                  </a:moveTo>
                  <a:lnTo>
                    <a:pt x="357" y="431"/>
                  </a:lnTo>
                  <a:cubicBezTo>
                    <a:pt x="350" y="435"/>
                    <a:pt x="344" y="439"/>
                    <a:pt x="342" y="439"/>
                  </a:cubicBezTo>
                  <a:cubicBezTo>
                    <a:pt x="342" y="439"/>
                    <a:pt x="342" y="439"/>
                    <a:pt x="342" y="439"/>
                  </a:cubicBezTo>
                  <a:lnTo>
                    <a:pt x="348" y="433"/>
                  </a:lnTo>
                  <a:lnTo>
                    <a:pt x="356" y="430"/>
                  </a:lnTo>
                  <a:close/>
                  <a:moveTo>
                    <a:pt x="398" y="506"/>
                  </a:moveTo>
                  <a:cubicBezTo>
                    <a:pt x="399" y="506"/>
                    <a:pt x="399" y="506"/>
                    <a:pt x="399" y="506"/>
                  </a:cubicBezTo>
                  <a:cubicBezTo>
                    <a:pt x="400" y="507"/>
                    <a:pt x="400" y="507"/>
                    <a:pt x="393" y="513"/>
                  </a:cubicBezTo>
                  <a:cubicBezTo>
                    <a:pt x="390" y="515"/>
                    <a:pt x="387" y="516"/>
                    <a:pt x="386" y="516"/>
                  </a:cubicBezTo>
                  <a:cubicBezTo>
                    <a:pt x="385" y="516"/>
                    <a:pt x="384" y="515"/>
                    <a:pt x="384" y="514"/>
                  </a:cubicBezTo>
                  <a:cubicBezTo>
                    <a:pt x="390" y="509"/>
                    <a:pt x="397" y="506"/>
                    <a:pt x="398" y="506"/>
                  </a:cubicBezTo>
                  <a:close/>
                  <a:moveTo>
                    <a:pt x="431" y="546"/>
                  </a:moveTo>
                  <a:lnTo>
                    <a:pt x="431" y="547"/>
                  </a:lnTo>
                  <a:cubicBezTo>
                    <a:pt x="425" y="551"/>
                    <a:pt x="419" y="555"/>
                    <a:pt x="417" y="555"/>
                  </a:cubicBezTo>
                  <a:cubicBezTo>
                    <a:pt x="417" y="555"/>
                    <a:pt x="417" y="555"/>
                    <a:pt x="417" y="555"/>
                  </a:cubicBezTo>
                  <a:lnTo>
                    <a:pt x="416" y="553"/>
                  </a:lnTo>
                  <a:cubicBezTo>
                    <a:pt x="421" y="551"/>
                    <a:pt x="426" y="548"/>
                    <a:pt x="431" y="546"/>
                  </a:cubicBezTo>
                  <a:close/>
                  <a:moveTo>
                    <a:pt x="518" y="596"/>
                  </a:moveTo>
                  <a:cubicBezTo>
                    <a:pt x="515" y="599"/>
                    <a:pt x="513" y="600"/>
                    <a:pt x="512" y="600"/>
                  </a:cubicBezTo>
                  <a:cubicBezTo>
                    <a:pt x="512" y="600"/>
                    <a:pt x="514" y="598"/>
                    <a:pt x="518" y="596"/>
                  </a:cubicBezTo>
                  <a:close/>
                  <a:moveTo>
                    <a:pt x="525" y="609"/>
                  </a:moveTo>
                  <a:cubicBezTo>
                    <a:pt x="525" y="609"/>
                    <a:pt x="526" y="610"/>
                    <a:pt x="526" y="610"/>
                  </a:cubicBezTo>
                  <a:cubicBezTo>
                    <a:pt x="527" y="611"/>
                    <a:pt x="527" y="611"/>
                    <a:pt x="519" y="615"/>
                  </a:cubicBezTo>
                  <a:cubicBezTo>
                    <a:pt x="519" y="615"/>
                    <a:pt x="514" y="619"/>
                    <a:pt x="512" y="619"/>
                  </a:cubicBezTo>
                  <a:cubicBezTo>
                    <a:pt x="511" y="619"/>
                    <a:pt x="511" y="619"/>
                    <a:pt x="511" y="619"/>
                  </a:cubicBezTo>
                  <a:lnTo>
                    <a:pt x="518" y="613"/>
                  </a:lnTo>
                  <a:cubicBezTo>
                    <a:pt x="522" y="610"/>
                    <a:pt x="524" y="609"/>
                    <a:pt x="525" y="609"/>
                  </a:cubicBezTo>
                  <a:close/>
                  <a:moveTo>
                    <a:pt x="540" y="619"/>
                  </a:moveTo>
                  <a:lnTo>
                    <a:pt x="541" y="620"/>
                  </a:lnTo>
                  <a:cubicBezTo>
                    <a:pt x="534" y="624"/>
                    <a:pt x="528" y="628"/>
                    <a:pt x="526" y="628"/>
                  </a:cubicBezTo>
                  <a:cubicBezTo>
                    <a:pt x="526" y="628"/>
                    <a:pt x="526" y="628"/>
                    <a:pt x="526" y="628"/>
                  </a:cubicBezTo>
                  <a:lnTo>
                    <a:pt x="532" y="622"/>
                  </a:lnTo>
                  <a:lnTo>
                    <a:pt x="540" y="619"/>
                  </a:lnTo>
                  <a:close/>
                  <a:moveTo>
                    <a:pt x="500" y="656"/>
                  </a:moveTo>
                  <a:cubicBezTo>
                    <a:pt x="501" y="656"/>
                    <a:pt x="499" y="657"/>
                    <a:pt x="495" y="660"/>
                  </a:cubicBezTo>
                  <a:cubicBezTo>
                    <a:pt x="490" y="663"/>
                    <a:pt x="488" y="664"/>
                    <a:pt x="488" y="664"/>
                  </a:cubicBezTo>
                  <a:cubicBezTo>
                    <a:pt x="487" y="664"/>
                    <a:pt x="487" y="664"/>
                    <a:pt x="487" y="663"/>
                  </a:cubicBezTo>
                  <a:cubicBezTo>
                    <a:pt x="486" y="661"/>
                    <a:pt x="486" y="661"/>
                    <a:pt x="494" y="658"/>
                  </a:cubicBezTo>
                  <a:cubicBezTo>
                    <a:pt x="497" y="656"/>
                    <a:pt x="499" y="656"/>
                    <a:pt x="500" y="656"/>
                  </a:cubicBezTo>
                  <a:close/>
                  <a:moveTo>
                    <a:pt x="499" y="666"/>
                  </a:moveTo>
                  <a:lnTo>
                    <a:pt x="499" y="667"/>
                  </a:lnTo>
                  <a:cubicBezTo>
                    <a:pt x="500" y="668"/>
                    <a:pt x="500" y="668"/>
                    <a:pt x="492" y="672"/>
                  </a:cubicBezTo>
                  <a:lnTo>
                    <a:pt x="492" y="671"/>
                  </a:lnTo>
                  <a:lnTo>
                    <a:pt x="499" y="666"/>
                  </a:lnTo>
                  <a:close/>
                  <a:moveTo>
                    <a:pt x="504" y="676"/>
                  </a:moveTo>
                  <a:lnTo>
                    <a:pt x="505" y="677"/>
                  </a:lnTo>
                  <a:cubicBezTo>
                    <a:pt x="505" y="678"/>
                    <a:pt x="505" y="678"/>
                    <a:pt x="499" y="682"/>
                  </a:cubicBezTo>
                  <a:lnTo>
                    <a:pt x="498" y="681"/>
                  </a:lnTo>
                  <a:lnTo>
                    <a:pt x="504" y="676"/>
                  </a:lnTo>
                  <a:close/>
                  <a:moveTo>
                    <a:pt x="492" y="681"/>
                  </a:moveTo>
                  <a:cubicBezTo>
                    <a:pt x="492" y="681"/>
                    <a:pt x="491" y="682"/>
                    <a:pt x="489" y="682"/>
                  </a:cubicBezTo>
                  <a:cubicBezTo>
                    <a:pt x="489" y="683"/>
                    <a:pt x="489" y="683"/>
                    <a:pt x="489" y="683"/>
                  </a:cubicBezTo>
                  <a:cubicBezTo>
                    <a:pt x="490" y="683"/>
                    <a:pt x="492" y="681"/>
                    <a:pt x="492" y="681"/>
                  </a:cubicBezTo>
                  <a:close/>
                  <a:moveTo>
                    <a:pt x="524" y="678"/>
                  </a:moveTo>
                  <a:lnTo>
                    <a:pt x="526" y="679"/>
                  </a:lnTo>
                  <a:cubicBezTo>
                    <a:pt x="526" y="680"/>
                    <a:pt x="519" y="685"/>
                    <a:pt x="519" y="685"/>
                  </a:cubicBezTo>
                  <a:cubicBezTo>
                    <a:pt x="519" y="685"/>
                    <a:pt x="514" y="688"/>
                    <a:pt x="512" y="688"/>
                  </a:cubicBezTo>
                  <a:cubicBezTo>
                    <a:pt x="511" y="688"/>
                    <a:pt x="511" y="688"/>
                    <a:pt x="511" y="688"/>
                  </a:cubicBezTo>
                  <a:cubicBezTo>
                    <a:pt x="515" y="685"/>
                    <a:pt x="520" y="681"/>
                    <a:pt x="524" y="678"/>
                  </a:cubicBezTo>
                  <a:close/>
                  <a:moveTo>
                    <a:pt x="469" y="681"/>
                  </a:moveTo>
                  <a:cubicBezTo>
                    <a:pt x="467" y="682"/>
                    <a:pt x="464" y="684"/>
                    <a:pt x="460" y="686"/>
                  </a:cubicBezTo>
                  <a:cubicBezTo>
                    <a:pt x="459" y="687"/>
                    <a:pt x="457" y="689"/>
                    <a:pt x="457" y="689"/>
                  </a:cubicBezTo>
                  <a:lnTo>
                    <a:pt x="457" y="689"/>
                  </a:lnTo>
                  <a:cubicBezTo>
                    <a:pt x="458" y="688"/>
                    <a:pt x="461" y="686"/>
                    <a:pt x="468" y="681"/>
                  </a:cubicBezTo>
                  <a:cubicBezTo>
                    <a:pt x="468" y="681"/>
                    <a:pt x="469" y="681"/>
                    <a:pt x="469" y="681"/>
                  </a:cubicBezTo>
                  <a:close/>
                  <a:moveTo>
                    <a:pt x="457" y="689"/>
                  </a:move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7" y="689"/>
                  </a:cubicBezTo>
                  <a:close/>
                  <a:moveTo>
                    <a:pt x="553" y="721"/>
                  </a:moveTo>
                  <a:cubicBezTo>
                    <a:pt x="554" y="721"/>
                    <a:pt x="553" y="722"/>
                    <a:pt x="550" y="723"/>
                  </a:cubicBezTo>
                  <a:cubicBezTo>
                    <a:pt x="546" y="726"/>
                    <a:pt x="540" y="730"/>
                    <a:pt x="536" y="732"/>
                  </a:cubicBezTo>
                  <a:cubicBezTo>
                    <a:pt x="536" y="732"/>
                    <a:pt x="533" y="733"/>
                    <a:pt x="532" y="733"/>
                  </a:cubicBezTo>
                  <a:cubicBezTo>
                    <a:pt x="531" y="733"/>
                    <a:pt x="532" y="733"/>
                    <a:pt x="535" y="731"/>
                  </a:cubicBezTo>
                  <a:lnTo>
                    <a:pt x="542" y="726"/>
                  </a:lnTo>
                  <a:cubicBezTo>
                    <a:pt x="548" y="724"/>
                    <a:pt x="553" y="721"/>
                    <a:pt x="553" y="721"/>
                  </a:cubicBezTo>
                  <a:close/>
                  <a:moveTo>
                    <a:pt x="600" y="741"/>
                  </a:moveTo>
                  <a:cubicBezTo>
                    <a:pt x="600" y="742"/>
                    <a:pt x="600" y="742"/>
                    <a:pt x="593" y="746"/>
                  </a:cubicBezTo>
                  <a:cubicBezTo>
                    <a:pt x="586" y="750"/>
                    <a:pt x="579" y="753"/>
                    <a:pt x="578" y="753"/>
                  </a:cubicBezTo>
                  <a:cubicBezTo>
                    <a:pt x="577" y="753"/>
                    <a:pt x="577" y="753"/>
                    <a:pt x="577" y="753"/>
                  </a:cubicBezTo>
                  <a:cubicBezTo>
                    <a:pt x="584" y="748"/>
                    <a:pt x="591" y="744"/>
                    <a:pt x="600" y="741"/>
                  </a:cubicBezTo>
                  <a:close/>
                  <a:moveTo>
                    <a:pt x="698" y="886"/>
                  </a:moveTo>
                  <a:cubicBezTo>
                    <a:pt x="700" y="886"/>
                    <a:pt x="689" y="893"/>
                    <a:pt x="677" y="898"/>
                  </a:cubicBezTo>
                  <a:cubicBezTo>
                    <a:pt x="670" y="902"/>
                    <a:pt x="666" y="904"/>
                    <a:pt x="666" y="904"/>
                  </a:cubicBezTo>
                  <a:cubicBezTo>
                    <a:pt x="666" y="904"/>
                    <a:pt x="669" y="901"/>
                    <a:pt x="677" y="897"/>
                  </a:cubicBezTo>
                  <a:cubicBezTo>
                    <a:pt x="683" y="893"/>
                    <a:pt x="690" y="889"/>
                    <a:pt x="691" y="889"/>
                  </a:cubicBezTo>
                  <a:cubicBezTo>
                    <a:pt x="691" y="889"/>
                    <a:pt x="692" y="889"/>
                    <a:pt x="692" y="889"/>
                  </a:cubicBezTo>
                  <a:cubicBezTo>
                    <a:pt x="696" y="887"/>
                    <a:pt x="698" y="886"/>
                    <a:pt x="698" y="886"/>
                  </a:cubicBezTo>
                  <a:close/>
                  <a:moveTo>
                    <a:pt x="152" y="0"/>
                  </a:moveTo>
                  <a:cubicBezTo>
                    <a:pt x="152" y="0"/>
                    <a:pt x="150" y="1"/>
                    <a:pt x="146" y="3"/>
                  </a:cubicBezTo>
                  <a:cubicBezTo>
                    <a:pt x="132" y="12"/>
                    <a:pt x="124" y="16"/>
                    <a:pt x="125" y="17"/>
                  </a:cubicBezTo>
                  <a:cubicBezTo>
                    <a:pt x="125" y="18"/>
                    <a:pt x="125" y="18"/>
                    <a:pt x="118" y="23"/>
                  </a:cubicBezTo>
                  <a:lnTo>
                    <a:pt x="117" y="21"/>
                  </a:lnTo>
                  <a:cubicBezTo>
                    <a:pt x="117" y="20"/>
                    <a:pt x="116" y="19"/>
                    <a:pt x="114" y="19"/>
                  </a:cubicBezTo>
                  <a:cubicBezTo>
                    <a:pt x="113" y="19"/>
                    <a:pt x="111" y="20"/>
                    <a:pt x="107" y="21"/>
                  </a:cubicBezTo>
                  <a:cubicBezTo>
                    <a:pt x="100" y="24"/>
                    <a:pt x="88" y="31"/>
                    <a:pt x="91" y="31"/>
                  </a:cubicBezTo>
                  <a:cubicBezTo>
                    <a:pt x="91" y="31"/>
                    <a:pt x="92" y="31"/>
                    <a:pt x="93" y="31"/>
                  </a:cubicBezTo>
                  <a:lnTo>
                    <a:pt x="93" y="31"/>
                  </a:lnTo>
                  <a:lnTo>
                    <a:pt x="86" y="36"/>
                  </a:lnTo>
                  <a:cubicBezTo>
                    <a:pt x="74" y="44"/>
                    <a:pt x="69" y="48"/>
                    <a:pt x="71" y="48"/>
                  </a:cubicBezTo>
                  <a:cubicBezTo>
                    <a:pt x="72" y="48"/>
                    <a:pt x="77" y="45"/>
                    <a:pt x="87" y="39"/>
                  </a:cubicBezTo>
                  <a:cubicBezTo>
                    <a:pt x="99" y="31"/>
                    <a:pt x="104" y="27"/>
                    <a:pt x="105" y="27"/>
                  </a:cubicBezTo>
                  <a:lnTo>
                    <a:pt x="105" y="27"/>
                  </a:lnTo>
                  <a:cubicBezTo>
                    <a:pt x="105" y="27"/>
                    <a:pt x="102" y="30"/>
                    <a:pt x="95" y="35"/>
                  </a:cubicBezTo>
                  <a:cubicBezTo>
                    <a:pt x="81" y="44"/>
                    <a:pt x="81" y="45"/>
                    <a:pt x="82" y="46"/>
                  </a:cubicBezTo>
                  <a:cubicBezTo>
                    <a:pt x="82" y="46"/>
                    <a:pt x="82" y="46"/>
                    <a:pt x="76" y="52"/>
                  </a:cubicBezTo>
                  <a:cubicBezTo>
                    <a:pt x="68" y="57"/>
                    <a:pt x="61" y="62"/>
                    <a:pt x="62" y="63"/>
                  </a:cubicBezTo>
                  <a:cubicBezTo>
                    <a:pt x="63" y="63"/>
                    <a:pt x="63" y="63"/>
                    <a:pt x="70" y="59"/>
                  </a:cubicBezTo>
                  <a:cubicBezTo>
                    <a:pt x="73" y="57"/>
                    <a:pt x="74" y="56"/>
                    <a:pt x="75" y="56"/>
                  </a:cubicBezTo>
                  <a:cubicBezTo>
                    <a:pt x="76" y="56"/>
                    <a:pt x="73" y="59"/>
                    <a:pt x="64" y="65"/>
                  </a:cubicBezTo>
                  <a:cubicBezTo>
                    <a:pt x="62" y="68"/>
                    <a:pt x="60" y="69"/>
                    <a:pt x="60" y="69"/>
                  </a:cubicBezTo>
                  <a:cubicBezTo>
                    <a:pt x="61" y="69"/>
                    <a:pt x="64" y="67"/>
                    <a:pt x="72" y="62"/>
                  </a:cubicBezTo>
                  <a:cubicBezTo>
                    <a:pt x="78" y="58"/>
                    <a:pt x="82" y="57"/>
                    <a:pt x="83" y="57"/>
                  </a:cubicBezTo>
                  <a:cubicBezTo>
                    <a:pt x="84" y="57"/>
                    <a:pt x="81" y="60"/>
                    <a:pt x="73" y="65"/>
                  </a:cubicBezTo>
                  <a:lnTo>
                    <a:pt x="75" y="68"/>
                  </a:lnTo>
                  <a:cubicBezTo>
                    <a:pt x="75" y="68"/>
                    <a:pt x="75" y="68"/>
                    <a:pt x="75" y="68"/>
                  </a:cubicBezTo>
                  <a:cubicBezTo>
                    <a:pt x="77" y="68"/>
                    <a:pt x="83" y="64"/>
                    <a:pt x="90" y="60"/>
                  </a:cubicBezTo>
                  <a:cubicBezTo>
                    <a:pt x="98" y="55"/>
                    <a:pt x="102" y="53"/>
                    <a:pt x="102" y="53"/>
                  </a:cubicBezTo>
                  <a:lnTo>
                    <a:pt x="102" y="53"/>
                  </a:lnTo>
                  <a:cubicBezTo>
                    <a:pt x="103" y="53"/>
                    <a:pt x="101" y="54"/>
                    <a:pt x="98" y="57"/>
                  </a:cubicBezTo>
                  <a:cubicBezTo>
                    <a:pt x="94" y="60"/>
                    <a:pt x="89" y="63"/>
                    <a:pt x="84" y="67"/>
                  </a:cubicBezTo>
                  <a:cubicBezTo>
                    <a:pt x="77" y="71"/>
                    <a:pt x="77" y="72"/>
                    <a:pt x="78" y="73"/>
                  </a:cubicBezTo>
                  <a:cubicBezTo>
                    <a:pt x="79" y="74"/>
                    <a:pt x="79" y="75"/>
                    <a:pt x="81" y="75"/>
                  </a:cubicBezTo>
                  <a:cubicBezTo>
                    <a:pt x="82" y="75"/>
                    <a:pt x="84" y="74"/>
                    <a:pt x="87" y="72"/>
                  </a:cubicBezTo>
                  <a:lnTo>
                    <a:pt x="87" y="72"/>
                  </a:lnTo>
                  <a:lnTo>
                    <a:pt x="80" y="77"/>
                  </a:lnTo>
                  <a:cubicBezTo>
                    <a:pt x="80" y="77"/>
                    <a:pt x="77" y="80"/>
                    <a:pt x="77" y="80"/>
                  </a:cubicBezTo>
                  <a:cubicBezTo>
                    <a:pt x="77" y="80"/>
                    <a:pt x="78" y="79"/>
                    <a:pt x="80" y="78"/>
                  </a:cubicBezTo>
                  <a:lnTo>
                    <a:pt x="80" y="78"/>
                  </a:lnTo>
                  <a:cubicBezTo>
                    <a:pt x="80" y="78"/>
                    <a:pt x="81" y="79"/>
                    <a:pt x="75" y="86"/>
                  </a:cubicBezTo>
                  <a:cubicBezTo>
                    <a:pt x="73" y="88"/>
                    <a:pt x="73" y="89"/>
                    <a:pt x="75" y="89"/>
                  </a:cubicBezTo>
                  <a:cubicBezTo>
                    <a:pt x="78" y="89"/>
                    <a:pt x="89" y="83"/>
                    <a:pt x="98" y="75"/>
                  </a:cubicBezTo>
                  <a:lnTo>
                    <a:pt x="98" y="75"/>
                  </a:lnTo>
                  <a:cubicBezTo>
                    <a:pt x="98" y="75"/>
                    <a:pt x="98" y="75"/>
                    <a:pt x="98" y="76"/>
                  </a:cubicBezTo>
                  <a:cubicBezTo>
                    <a:pt x="98" y="76"/>
                    <a:pt x="98" y="76"/>
                    <a:pt x="99" y="76"/>
                  </a:cubicBezTo>
                  <a:cubicBezTo>
                    <a:pt x="101" y="76"/>
                    <a:pt x="106" y="72"/>
                    <a:pt x="106" y="72"/>
                  </a:cubicBezTo>
                  <a:cubicBezTo>
                    <a:pt x="111" y="69"/>
                    <a:pt x="113" y="68"/>
                    <a:pt x="114" y="68"/>
                  </a:cubicBezTo>
                  <a:cubicBezTo>
                    <a:pt x="114" y="68"/>
                    <a:pt x="115" y="68"/>
                    <a:pt x="115" y="69"/>
                  </a:cubicBezTo>
                  <a:lnTo>
                    <a:pt x="100" y="78"/>
                  </a:lnTo>
                  <a:cubicBezTo>
                    <a:pt x="87" y="86"/>
                    <a:pt x="79" y="92"/>
                    <a:pt x="81" y="92"/>
                  </a:cubicBezTo>
                  <a:cubicBezTo>
                    <a:pt x="82" y="92"/>
                    <a:pt x="86" y="90"/>
                    <a:pt x="95" y="85"/>
                  </a:cubicBezTo>
                  <a:cubicBezTo>
                    <a:pt x="97" y="83"/>
                    <a:pt x="98" y="83"/>
                    <a:pt x="98" y="83"/>
                  </a:cubicBezTo>
                  <a:lnTo>
                    <a:pt x="98" y="83"/>
                  </a:lnTo>
                  <a:cubicBezTo>
                    <a:pt x="98" y="83"/>
                    <a:pt x="93" y="86"/>
                    <a:pt x="87" y="90"/>
                  </a:cubicBezTo>
                  <a:cubicBezTo>
                    <a:pt x="83" y="93"/>
                    <a:pt x="81" y="94"/>
                    <a:pt x="83" y="94"/>
                  </a:cubicBezTo>
                  <a:cubicBezTo>
                    <a:pt x="83" y="94"/>
                    <a:pt x="86" y="94"/>
                    <a:pt x="89" y="92"/>
                  </a:cubicBezTo>
                  <a:cubicBezTo>
                    <a:pt x="97" y="90"/>
                    <a:pt x="105" y="86"/>
                    <a:pt x="112" y="81"/>
                  </a:cubicBezTo>
                  <a:cubicBezTo>
                    <a:pt x="117" y="78"/>
                    <a:pt x="119" y="78"/>
                    <a:pt x="119" y="78"/>
                  </a:cubicBezTo>
                  <a:cubicBezTo>
                    <a:pt x="119" y="78"/>
                    <a:pt x="119" y="78"/>
                    <a:pt x="119" y="78"/>
                  </a:cubicBezTo>
                  <a:cubicBezTo>
                    <a:pt x="121" y="79"/>
                    <a:pt x="121" y="79"/>
                    <a:pt x="113" y="83"/>
                  </a:cubicBezTo>
                  <a:cubicBezTo>
                    <a:pt x="104" y="89"/>
                    <a:pt x="101" y="92"/>
                    <a:pt x="103" y="92"/>
                  </a:cubicBezTo>
                  <a:cubicBezTo>
                    <a:pt x="104" y="92"/>
                    <a:pt x="108" y="90"/>
                    <a:pt x="115" y="87"/>
                  </a:cubicBezTo>
                  <a:lnTo>
                    <a:pt x="115" y="87"/>
                  </a:lnTo>
                  <a:lnTo>
                    <a:pt x="107" y="91"/>
                  </a:lnTo>
                  <a:cubicBezTo>
                    <a:pt x="100" y="96"/>
                    <a:pt x="94" y="101"/>
                    <a:pt x="104" y="103"/>
                  </a:cubicBezTo>
                  <a:cubicBezTo>
                    <a:pt x="106" y="107"/>
                    <a:pt x="108" y="110"/>
                    <a:pt x="102" y="115"/>
                  </a:cubicBezTo>
                  <a:cubicBezTo>
                    <a:pt x="99" y="116"/>
                    <a:pt x="99" y="117"/>
                    <a:pt x="100" y="117"/>
                  </a:cubicBezTo>
                  <a:cubicBezTo>
                    <a:pt x="103" y="117"/>
                    <a:pt x="115" y="113"/>
                    <a:pt x="126" y="107"/>
                  </a:cubicBezTo>
                  <a:lnTo>
                    <a:pt x="126" y="107"/>
                  </a:lnTo>
                  <a:cubicBezTo>
                    <a:pt x="119" y="111"/>
                    <a:pt x="119" y="113"/>
                    <a:pt x="121" y="115"/>
                  </a:cubicBezTo>
                  <a:cubicBezTo>
                    <a:pt x="123" y="118"/>
                    <a:pt x="123" y="118"/>
                    <a:pt x="116" y="123"/>
                  </a:cubicBezTo>
                  <a:cubicBezTo>
                    <a:pt x="108" y="127"/>
                    <a:pt x="104" y="129"/>
                    <a:pt x="104" y="129"/>
                  </a:cubicBezTo>
                  <a:cubicBezTo>
                    <a:pt x="105" y="129"/>
                    <a:pt x="109" y="127"/>
                    <a:pt x="116" y="124"/>
                  </a:cubicBezTo>
                  <a:cubicBezTo>
                    <a:pt x="120" y="122"/>
                    <a:pt x="123" y="121"/>
                    <a:pt x="124" y="121"/>
                  </a:cubicBezTo>
                  <a:cubicBezTo>
                    <a:pt x="127" y="121"/>
                    <a:pt x="122" y="126"/>
                    <a:pt x="112" y="133"/>
                  </a:cubicBezTo>
                  <a:cubicBezTo>
                    <a:pt x="104" y="137"/>
                    <a:pt x="105" y="138"/>
                    <a:pt x="106" y="141"/>
                  </a:cubicBezTo>
                  <a:cubicBezTo>
                    <a:pt x="109" y="139"/>
                    <a:pt x="111" y="139"/>
                    <a:pt x="112" y="139"/>
                  </a:cubicBezTo>
                  <a:cubicBezTo>
                    <a:pt x="115" y="139"/>
                    <a:pt x="115" y="140"/>
                    <a:pt x="116" y="142"/>
                  </a:cubicBezTo>
                  <a:cubicBezTo>
                    <a:pt x="117" y="143"/>
                    <a:pt x="117" y="144"/>
                    <a:pt x="119" y="144"/>
                  </a:cubicBezTo>
                  <a:cubicBezTo>
                    <a:pt x="120" y="144"/>
                    <a:pt x="124" y="142"/>
                    <a:pt x="133" y="136"/>
                  </a:cubicBezTo>
                  <a:cubicBezTo>
                    <a:pt x="142" y="131"/>
                    <a:pt x="145" y="129"/>
                    <a:pt x="147" y="129"/>
                  </a:cubicBezTo>
                  <a:cubicBezTo>
                    <a:pt x="148" y="129"/>
                    <a:pt x="148" y="130"/>
                    <a:pt x="149" y="131"/>
                  </a:cubicBezTo>
                  <a:cubicBezTo>
                    <a:pt x="150" y="132"/>
                    <a:pt x="150" y="133"/>
                    <a:pt x="143" y="137"/>
                  </a:cubicBezTo>
                  <a:cubicBezTo>
                    <a:pt x="143" y="137"/>
                    <a:pt x="136" y="143"/>
                    <a:pt x="136" y="144"/>
                  </a:cubicBezTo>
                  <a:cubicBezTo>
                    <a:pt x="137" y="145"/>
                    <a:pt x="139" y="145"/>
                    <a:pt x="131" y="151"/>
                  </a:cubicBezTo>
                  <a:cubicBezTo>
                    <a:pt x="131" y="151"/>
                    <a:pt x="124" y="156"/>
                    <a:pt x="125" y="157"/>
                  </a:cubicBezTo>
                  <a:cubicBezTo>
                    <a:pt x="126" y="160"/>
                    <a:pt x="128" y="162"/>
                    <a:pt x="121" y="166"/>
                  </a:cubicBezTo>
                  <a:cubicBezTo>
                    <a:pt x="121" y="167"/>
                    <a:pt x="121" y="167"/>
                    <a:pt x="122" y="167"/>
                  </a:cubicBezTo>
                  <a:cubicBezTo>
                    <a:pt x="122" y="167"/>
                    <a:pt x="124" y="166"/>
                    <a:pt x="128" y="163"/>
                  </a:cubicBezTo>
                  <a:cubicBezTo>
                    <a:pt x="132" y="161"/>
                    <a:pt x="136" y="159"/>
                    <a:pt x="138" y="159"/>
                  </a:cubicBezTo>
                  <a:cubicBezTo>
                    <a:pt x="140" y="159"/>
                    <a:pt x="141" y="160"/>
                    <a:pt x="139" y="164"/>
                  </a:cubicBezTo>
                  <a:cubicBezTo>
                    <a:pt x="139" y="166"/>
                    <a:pt x="140" y="168"/>
                    <a:pt x="143" y="168"/>
                  </a:cubicBezTo>
                  <a:cubicBezTo>
                    <a:pt x="144" y="168"/>
                    <a:pt x="146" y="167"/>
                    <a:pt x="149" y="165"/>
                  </a:cubicBezTo>
                  <a:lnTo>
                    <a:pt x="149" y="165"/>
                  </a:lnTo>
                  <a:cubicBezTo>
                    <a:pt x="150" y="166"/>
                    <a:pt x="150" y="166"/>
                    <a:pt x="142" y="171"/>
                  </a:cubicBezTo>
                  <a:cubicBezTo>
                    <a:pt x="134" y="176"/>
                    <a:pt x="131" y="179"/>
                    <a:pt x="133" y="179"/>
                  </a:cubicBezTo>
                  <a:cubicBezTo>
                    <a:pt x="135" y="179"/>
                    <a:pt x="139" y="178"/>
                    <a:pt x="145" y="175"/>
                  </a:cubicBezTo>
                  <a:cubicBezTo>
                    <a:pt x="148" y="174"/>
                    <a:pt x="150" y="173"/>
                    <a:pt x="151" y="173"/>
                  </a:cubicBezTo>
                  <a:cubicBezTo>
                    <a:pt x="152" y="173"/>
                    <a:pt x="150" y="174"/>
                    <a:pt x="146" y="178"/>
                  </a:cubicBezTo>
                  <a:cubicBezTo>
                    <a:pt x="146" y="178"/>
                    <a:pt x="146" y="178"/>
                    <a:pt x="147" y="178"/>
                  </a:cubicBezTo>
                  <a:cubicBezTo>
                    <a:pt x="148" y="178"/>
                    <a:pt x="150" y="177"/>
                    <a:pt x="154" y="175"/>
                  </a:cubicBezTo>
                  <a:cubicBezTo>
                    <a:pt x="158" y="173"/>
                    <a:pt x="160" y="172"/>
                    <a:pt x="160" y="172"/>
                  </a:cubicBezTo>
                  <a:cubicBezTo>
                    <a:pt x="161" y="172"/>
                    <a:pt x="160" y="174"/>
                    <a:pt x="156" y="178"/>
                  </a:cubicBezTo>
                  <a:cubicBezTo>
                    <a:pt x="149" y="183"/>
                    <a:pt x="150" y="183"/>
                    <a:pt x="151" y="184"/>
                  </a:cubicBezTo>
                  <a:cubicBezTo>
                    <a:pt x="151" y="184"/>
                    <a:pt x="152" y="184"/>
                    <a:pt x="152" y="184"/>
                  </a:cubicBezTo>
                  <a:cubicBezTo>
                    <a:pt x="159" y="184"/>
                    <a:pt x="165" y="194"/>
                    <a:pt x="159" y="200"/>
                  </a:cubicBezTo>
                  <a:cubicBezTo>
                    <a:pt x="164" y="198"/>
                    <a:pt x="166" y="197"/>
                    <a:pt x="166" y="197"/>
                  </a:cubicBezTo>
                  <a:cubicBezTo>
                    <a:pt x="167" y="197"/>
                    <a:pt x="167" y="197"/>
                    <a:pt x="168" y="198"/>
                  </a:cubicBezTo>
                  <a:cubicBezTo>
                    <a:pt x="161" y="202"/>
                    <a:pt x="159" y="204"/>
                    <a:pt x="160" y="204"/>
                  </a:cubicBezTo>
                  <a:cubicBezTo>
                    <a:pt x="161" y="204"/>
                    <a:pt x="167" y="201"/>
                    <a:pt x="176" y="196"/>
                  </a:cubicBezTo>
                  <a:lnTo>
                    <a:pt x="176" y="195"/>
                  </a:lnTo>
                  <a:lnTo>
                    <a:pt x="174" y="193"/>
                  </a:lnTo>
                  <a:cubicBezTo>
                    <a:pt x="180" y="190"/>
                    <a:pt x="184" y="188"/>
                    <a:pt x="185" y="188"/>
                  </a:cubicBezTo>
                  <a:cubicBezTo>
                    <a:pt x="187" y="188"/>
                    <a:pt x="183" y="193"/>
                    <a:pt x="169" y="201"/>
                  </a:cubicBezTo>
                  <a:cubicBezTo>
                    <a:pt x="162" y="207"/>
                    <a:pt x="158" y="209"/>
                    <a:pt x="159" y="209"/>
                  </a:cubicBezTo>
                  <a:cubicBezTo>
                    <a:pt x="159" y="209"/>
                    <a:pt x="163" y="207"/>
                    <a:pt x="170" y="203"/>
                  </a:cubicBezTo>
                  <a:cubicBezTo>
                    <a:pt x="177" y="200"/>
                    <a:pt x="181" y="198"/>
                    <a:pt x="182" y="198"/>
                  </a:cubicBezTo>
                  <a:cubicBezTo>
                    <a:pt x="183" y="198"/>
                    <a:pt x="180" y="201"/>
                    <a:pt x="172" y="207"/>
                  </a:cubicBezTo>
                  <a:cubicBezTo>
                    <a:pt x="165" y="211"/>
                    <a:pt x="161" y="214"/>
                    <a:pt x="161" y="214"/>
                  </a:cubicBezTo>
                  <a:cubicBezTo>
                    <a:pt x="161" y="214"/>
                    <a:pt x="165" y="212"/>
                    <a:pt x="172" y="208"/>
                  </a:cubicBezTo>
                  <a:cubicBezTo>
                    <a:pt x="188" y="199"/>
                    <a:pt x="197" y="195"/>
                    <a:pt x="200" y="195"/>
                  </a:cubicBezTo>
                  <a:cubicBezTo>
                    <a:pt x="202" y="195"/>
                    <a:pt x="197" y="199"/>
                    <a:pt x="183" y="208"/>
                  </a:cubicBezTo>
                  <a:cubicBezTo>
                    <a:pt x="169" y="217"/>
                    <a:pt x="162" y="223"/>
                    <a:pt x="162" y="224"/>
                  </a:cubicBezTo>
                  <a:cubicBezTo>
                    <a:pt x="162" y="224"/>
                    <a:pt x="162" y="224"/>
                    <a:pt x="163" y="224"/>
                  </a:cubicBezTo>
                  <a:cubicBezTo>
                    <a:pt x="165" y="224"/>
                    <a:pt x="171" y="220"/>
                    <a:pt x="178" y="216"/>
                  </a:cubicBezTo>
                  <a:cubicBezTo>
                    <a:pt x="184" y="211"/>
                    <a:pt x="188" y="209"/>
                    <a:pt x="188" y="209"/>
                  </a:cubicBezTo>
                  <a:cubicBezTo>
                    <a:pt x="189" y="209"/>
                    <a:pt x="186" y="212"/>
                    <a:pt x="179" y="218"/>
                  </a:cubicBezTo>
                  <a:cubicBezTo>
                    <a:pt x="165" y="230"/>
                    <a:pt x="161" y="234"/>
                    <a:pt x="166" y="234"/>
                  </a:cubicBezTo>
                  <a:cubicBezTo>
                    <a:pt x="168" y="234"/>
                    <a:pt x="171" y="233"/>
                    <a:pt x="177" y="232"/>
                  </a:cubicBezTo>
                  <a:cubicBezTo>
                    <a:pt x="182" y="230"/>
                    <a:pt x="186" y="229"/>
                    <a:pt x="188" y="229"/>
                  </a:cubicBezTo>
                  <a:cubicBezTo>
                    <a:pt x="193" y="229"/>
                    <a:pt x="190" y="232"/>
                    <a:pt x="179" y="236"/>
                  </a:cubicBezTo>
                  <a:cubicBezTo>
                    <a:pt x="169" y="240"/>
                    <a:pt x="165" y="242"/>
                    <a:pt x="166" y="242"/>
                  </a:cubicBezTo>
                  <a:cubicBezTo>
                    <a:pt x="167" y="242"/>
                    <a:pt x="169" y="241"/>
                    <a:pt x="172" y="240"/>
                  </a:cubicBezTo>
                  <a:cubicBezTo>
                    <a:pt x="173" y="243"/>
                    <a:pt x="174" y="245"/>
                    <a:pt x="174" y="246"/>
                  </a:cubicBezTo>
                  <a:cubicBezTo>
                    <a:pt x="175" y="246"/>
                    <a:pt x="175" y="246"/>
                    <a:pt x="175" y="246"/>
                  </a:cubicBezTo>
                  <a:cubicBezTo>
                    <a:pt x="178" y="246"/>
                    <a:pt x="184" y="243"/>
                    <a:pt x="190" y="239"/>
                  </a:cubicBezTo>
                  <a:lnTo>
                    <a:pt x="190" y="239"/>
                  </a:lnTo>
                  <a:cubicBezTo>
                    <a:pt x="180" y="247"/>
                    <a:pt x="175" y="252"/>
                    <a:pt x="178" y="252"/>
                  </a:cubicBezTo>
                  <a:cubicBezTo>
                    <a:pt x="179" y="252"/>
                    <a:pt x="182" y="251"/>
                    <a:pt x="186" y="249"/>
                  </a:cubicBezTo>
                  <a:lnTo>
                    <a:pt x="188" y="251"/>
                  </a:lnTo>
                  <a:cubicBezTo>
                    <a:pt x="188" y="251"/>
                    <a:pt x="188" y="251"/>
                    <a:pt x="188" y="251"/>
                  </a:cubicBezTo>
                  <a:cubicBezTo>
                    <a:pt x="189" y="251"/>
                    <a:pt x="191" y="250"/>
                    <a:pt x="196" y="248"/>
                  </a:cubicBezTo>
                  <a:cubicBezTo>
                    <a:pt x="197" y="248"/>
                    <a:pt x="198" y="247"/>
                    <a:pt x="199" y="247"/>
                  </a:cubicBezTo>
                  <a:cubicBezTo>
                    <a:pt x="201" y="247"/>
                    <a:pt x="195" y="252"/>
                    <a:pt x="190" y="256"/>
                  </a:cubicBezTo>
                  <a:cubicBezTo>
                    <a:pt x="185" y="260"/>
                    <a:pt x="181" y="265"/>
                    <a:pt x="182" y="265"/>
                  </a:cubicBezTo>
                  <a:cubicBezTo>
                    <a:pt x="182" y="265"/>
                    <a:pt x="183" y="264"/>
                    <a:pt x="185" y="263"/>
                  </a:cubicBezTo>
                  <a:cubicBezTo>
                    <a:pt x="192" y="260"/>
                    <a:pt x="200" y="256"/>
                    <a:pt x="208" y="253"/>
                  </a:cubicBezTo>
                  <a:cubicBezTo>
                    <a:pt x="210" y="252"/>
                    <a:pt x="211" y="252"/>
                    <a:pt x="211" y="252"/>
                  </a:cubicBezTo>
                  <a:cubicBezTo>
                    <a:pt x="213" y="252"/>
                    <a:pt x="208" y="256"/>
                    <a:pt x="201" y="258"/>
                  </a:cubicBezTo>
                  <a:cubicBezTo>
                    <a:pt x="196" y="262"/>
                    <a:pt x="191" y="265"/>
                    <a:pt x="188" y="270"/>
                  </a:cubicBezTo>
                  <a:cubicBezTo>
                    <a:pt x="189" y="270"/>
                    <a:pt x="189" y="271"/>
                    <a:pt x="191" y="271"/>
                  </a:cubicBezTo>
                  <a:cubicBezTo>
                    <a:pt x="192" y="271"/>
                    <a:pt x="194" y="271"/>
                    <a:pt x="197" y="269"/>
                  </a:cubicBezTo>
                  <a:cubicBezTo>
                    <a:pt x="199" y="268"/>
                    <a:pt x="200" y="267"/>
                    <a:pt x="201" y="267"/>
                  </a:cubicBezTo>
                  <a:cubicBezTo>
                    <a:pt x="206" y="267"/>
                    <a:pt x="207" y="272"/>
                    <a:pt x="201" y="276"/>
                  </a:cubicBezTo>
                  <a:cubicBezTo>
                    <a:pt x="201" y="276"/>
                    <a:pt x="202" y="278"/>
                    <a:pt x="202" y="279"/>
                  </a:cubicBezTo>
                  <a:cubicBezTo>
                    <a:pt x="203" y="279"/>
                    <a:pt x="203" y="279"/>
                    <a:pt x="203" y="279"/>
                  </a:cubicBezTo>
                  <a:cubicBezTo>
                    <a:pt x="206" y="279"/>
                    <a:pt x="211" y="276"/>
                    <a:pt x="211" y="276"/>
                  </a:cubicBezTo>
                  <a:cubicBezTo>
                    <a:pt x="211" y="276"/>
                    <a:pt x="212" y="277"/>
                    <a:pt x="212" y="277"/>
                  </a:cubicBezTo>
                  <a:cubicBezTo>
                    <a:pt x="213" y="277"/>
                    <a:pt x="216" y="276"/>
                    <a:pt x="220" y="274"/>
                  </a:cubicBezTo>
                  <a:lnTo>
                    <a:pt x="220" y="274"/>
                  </a:lnTo>
                  <a:cubicBezTo>
                    <a:pt x="220" y="275"/>
                    <a:pt x="222" y="276"/>
                    <a:pt x="214" y="281"/>
                  </a:cubicBezTo>
                  <a:cubicBezTo>
                    <a:pt x="221" y="277"/>
                    <a:pt x="225" y="275"/>
                    <a:pt x="226" y="275"/>
                  </a:cubicBezTo>
                  <a:lnTo>
                    <a:pt x="226" y="275"/>
                  </a:lnTo>
                  <a:cubicBezTo>
                    <a:pt x="226" y="275"/>
                    <a:pt x="223" y="278"/>
                    <a:pt x="215" y="283"/>
                  </a:cubicBezTo>
                  <a:cubicBezTo>
                    <a:pt x="208" y="288"/>
                    <a:pt x="204" y="290"/>
                    <a:pt x="205" y="290"/>
                  </a:cubicBezTo>
                  <a:cubicBezTo>
                    <a:pt x="205" y="290"/>
                    <a:pt x="209" y="288"/>
                    <a:pt x="216" y="284"/>
                  </a:cubicBezTo>
                  <a:cubicBezTo>
                    <a:pt x="219" y="283"/>
                    <a:pt x="221" y="282"/>
                    <a:pt x="222" y="282"/>
                  </a:cubicBezTo>
                  <a:cubicBezTo>
                    <a:pt x="223" y="282"/>
                    <a:pt x="221" y="283"/>
                    <a:pt x="217" y="286"/>
                  </a:cubicBezTo>
                  <a:cubicBezTo>
                    <a:pt x="213" y="289"/>
                    <a:pt x="212" y="290"/>
                    <a:pt x="212" y="290"/>
                  </a:cubicBezTo>
                  <a:cubicBezTo>
                    <a:pt x="213" y="290"/>
                    <a:pt x="215" y="290"/>
                    <a:pt x="218" y="288"/>
                  </a:cubicBezTo>
                  <a:cubicBezTo>
                    <a:pt x="226" y="284"/>
                    <a:pt x="232" y="281"/>
                    <a:pt x="234" y="281"/>
                  </a:cubicBezTo>
                  <a:cubicBezTo>
                    <a:pt x="236" y="281"/>
                    <a:pt x="234" y="283"/>
                    <a:pt x="227" y="288"/>
                  </a:cubicBezTo>
                  <a:cubicBezTo>
                    <a:pt x="227" y="288"/>
                    <a:pt x="227" y="288"/>
                    <a:pt x="228" y="288"/>
                  </a:cubicBezTo>
                  <a:cubicBezTo>
                    <a:pt x="229" y="288"/>
                    <a:pt x="231" y="287"/>
                    <a:pt x="236" y="285"/>
                  </a:cubicBezTo>
                  <a:cubicBezTo>
                    <a:pt x="243" y="282"/>
                    <a:pt x="247" y="280"/>
                    <a:pt x="247" y="280"/>
                  </a:cubicBezTo>
                  <a:lnTo>
                    <a:pt x="247" y="280"/>
                  </a:lnTo>
                  <a:cubicBezTo>
                    <a:pt x="247" y="280"/>
                    <a:pt x="244" y="282"/>
                    <a:pt x="236" y="286"/>
                  </a:cubicBezTo>
                  <a:cubicBezTo>
                    <a:pt x="229" y="292"/>
                    <a:pt x="225" y="295"/>
                    <a:pt x="227" y="295"/>
                  </a:cubicBezTo>
                  <a:cubicBezTo>
                    <a:pt x="228" y="295"/>
                    <a:pt x="232" y="293"/>
                    <a:pt x="238" y="290"/>
                  </a:cubicBezTo>
                  <a:cubicBezTo>
                    <a:pt x="238" y="290"/>
                    <a:pt x="241" y="289"/>
                    <a:pt x="242" y="289"/>
                  </a:cubicBezTo>
                  <a:cubicBezTo>
                    <a:pt x="243" y="289"/>
                    <a:pt x="243" y="290"/>
                    <a:pt x="239" y="292"/>
                  </a:cubicBezTo>
                  <a:cubicBezTo>
                    <a:pt x="236" y="297"/>
                    <a:pt x="232" y="303"/>
                    <a:pt x="235" y="303"/>
                  </a:cubicBezTo>
                  <a:cubicBezTo>
                    <a:pt x="237" y="303"/>
                    <a:pt x="240" y="302"/>
                    <a:pt x="244" y="299"/>
                  </a:cubicBezTo>
                  <a:lnTo>
                    <a:pt x="245" y="301"/>
                  </a:lnTo>
                  <a:cubicBezTo>
                    <a:pt x="242" y="305"/>
                    <a:pt x="240" y="307"/>
                    <a:pt x="242" y="307"/>
                  </a:cubicBezTo>
                  <a:cubicBezTo>
                    <a:pt x="243" y="307"/>
                    <a:pt x="245" y="307"/>
                    <a:pt x="247" y="306"/>
                  </a:cubicBezTo>
                  <a:lnTo>
                    <a:pt x="255" y="302"/>
                  </a:lnTo>
                  <a:lnTo>
                    <a:pt x="255" y="302"/>
                  </a:lnTo>
                  <a:cubicBezTo>
                    <a:pt x="248" y="307"/>
                    <a:pt x="242" y="312"/>
                    <a:pt x="242" y="313"/>
                  </a:cubicBezTo>
                  <a:cubicBezTo>
                    <a:pt x="242" y="314"/>
                    <a:pt x="242" y="314"/>
                    <a:pt x="243" y="314"/>
                  </a:cubicBezTo>
                  <a:cubicBezTo>
                    <a:pt x="244" y="314"/>
                    <a:pt x="245" y="313"/>
                    <a:pt x="250" y="310"/>
                  </a:cubicBezTo>
                  <a:cubicBezTo>
                    <a:pt x="254" y="307"/>
                    <a:pt x="256" y="306"/>
                    <a:pt x="257" y="306"/>
                  </a:cubicBezTo>
                  <a:cubicBezTo>
                    <a:pt x="257" y="306"/>
                    <a:pt x="257" y="306"/>
                    <a:pt x="257" y="307"/>
                  </a:cubicBezTo>
                  <a:cubicBezTo>
                    <a:pt x="259" y="308"/>
                    <a:pt x="252" y="313"/>
                    <a:pt x="244" y="318"/>
                  </a:cubicBezTo>
                  <a:lnTo>
                    <a:pt x="245" y="319"/>
                  </a:lnTo>
                  <a:cubicBezTo>
                    <a:pt x="253" y="314"/>
                    <a:pt x="257" y="312"/>
                    <a:pt x="257" y="312"/>
                  </a:cubicBezTo>
                  <a:lnTo>
                    <a:pt x="257" y="312"/>
                  </a:lnTo>
                  <a:cubicBezTo>
                    <a:pt x="258" y="312"/>
                    <a:pt x="256" y="314"/>
                    <a:pt x="253" y="316"/>
                  </a:cubicBezTo>
                  <a:cubicBezTo>
                    <a:pt x="246" y="321"/>
                    <a:pt x="247" y="322"/>
                    <a:pt x="247" y="324"/>
                  </a:cubicBezTo>
                  <a:cubicBezTo>
                    <a:pt x="250" y="322"/>
                    <a:pt x="251" y="322"/>
                    <a:pt x="251" y="322"/>
                  </a:cubicBezTo>
                  <a:lnTo>
                    <a:pt x="251" y="322"/>
                  </a:lnTo>
                  <a:cubicBezTo>
                    <a:pt x="252" y="322"/>
                    <a:pt x="249" y="324"/>
                    <a:pt x="248" y="324"/>
                  </a:cubicBezTo>
                  <a:cubicBezTo>
                    <a:pt x="248" y="324"/>
                    <a:pt x="247" y="324"/>
                    <a:pt x="247" y="324"/>
                  </a:cubicBezTo>
                  <a:lnTo>
                    <a:pt x="241" y="328"/>
                  </a:lnTo>
                  <a:cubicBezTo>
                    <a:pt x="238" y="330"/>
                    <a:pt x="238" y="331"/>
                    <a:pt x="238" y="331"/>
                  </a:cubicBezTo>
                  <a:cubicBezTo>
                    <a:pt x="238" y="331"/>
                    <a:pt x="243" y="328"/>
                    <a:pt x="248" y="325"/>
                  </a:cubicBezTo>
                  <a:lnTo>
                    <a:pt x="250" y="327"/>
                  </a:lnTo>
                  <a:cubicBezTo>
                    <a:pt x="250" y="327"/>
                    <a:pt x="250" y="328"/>
                    <a:pt x="250" y="328"/>
                  </a:cubicBezTo>
                  <a:cubicBezTo>
                    <a:pt x="251" y="328"/>
                    <a:pt x="253" y="327"/>
                    <a:pt x="257" y="324"/>
                  </a:cubicBezTo>
                  <a:cubicBezTo>
                    <a:pt x="263" y="319"/>
                    <a:pt x="270" y="315"/>
                    <a:pt x="272" y="315"/>
                  </a:cubicBezTo>
                  <a:cubicBezTo>
                    <a:pt x="272" y="315"/>
                    <a:pt x="272" y="316"/>
                    <a:pt x="272" y="316"/>
                  </a:cubicBezTo>
                  <a:cubicBezTo>
                    <a:pt x="274" y="314"/>
                    <a:pt x="275" y="313"/>
                    <a:pt x="276" y="313"/>
                  </a:cubicBezTo>
                  <a:lnTo>
                    <a:pt x="276" y="313"/>
                  </a:lnTo>
                  <a:cubicBezTo>
                    <a:pt x="276" y="313"/>
                    <a:pt x="274" y="316"/>
                    <a:pt x="272" y="316"/>
                  </a:cubicBezTo>
                  <a:cubicBezTo>
                    <a:pt x="272" y="316"/>
                    <a:pt x="272" y="316"/>
                    <a:pt x="272" y="316"/>
                  </a:cubicBezTo>
                  <a:cubicBezTo>
                    <a:pt x="265" y="320"/>
                    <a:pt x="257" y="325"/>
                    <a:pt x="259" y="326"/>
                  </a:cubicBezTo>
                  <a:cubicBezTo>
                    <a:pt x="259" y="327"/>
                    <a:pt x="252" y="331"/>
                    <a:pt x="252" y="331"/>
                  </a:cubicBezTo>
                  <a:cubicBezTo>
                    <a:pt x="244" y="336"/>
                    <a:pt x="243" y="338"/>
                    <a:pt x="245" y="338"/>
                  </a:cubicBezTo>
                  <a:cubicBezTo>
                    <a:pt x="247" y="338"/>
                    <a:pt x="251" y="337"/>
                    <a:pt x="254" y="335"/>
                  </a:cubicBezTo>
                  <a:cubicBezTo>
                    <a:pt x="261" y="332"/>
                    <a:pt x="265" y="330"/>
                    <a:pt x="266" y="330"/>
                  </a:cubicBezTo>
                  <a:cubicBezTo>
                    <a:pt x="268" y="330"/>
                    <a:pt x="265" y="333"/>
                    <a:pt x="256" y="338"/>
                  </a:cubicBezTo>
                  <a:cubicBezTo>
                    <a:pt x="252" y="341"/>
                    <a:pt x="250" y="342"/>
                    <a:pt x="251" y="342"/>
                  </a:cubicBezTo>
                  <a:cubicBezTo>
                    <a:pt x="252" y="342"/>
                    <a:pt x="265" y="336"/>
                    <a:pt x="280" y="328"/>
                  </a:cubicBezTo>
                  <a:lnTo>
                    <a:pt x="301" y="316"/>
                  </a:lnTo>
                  <a:lnTo>
                    <a:pt x="280" y="329"/>
                  </a:lnTo>
                  <a:cubicBezTo>
                    <a:pt x="262" y="341"/>
                    <a:pt x="255" y="346"/>
                    <a:pt x="257" y="346"/>
                  </a:cubicBezTo>
                  <a:cubicBezTo>
                    <a:pt x="258" y="346"/>
                    <a:pt x="262" y="345"/>
                    <a:pt x="268" y="343"/>
                  </a:cubicBezTo>
                  <a:cubicBezTo>
                    <a:pt x="271" y="342"/>
                    <a:pt x="273" y="341"/>
                    <a:pt x="274" y="341"/>
                  </a:cubicBezTo>
                  <a:cubicBezTo>
                    <a:pt x="275" y="341"/>
                    <a:pt x="274" y="342"/>
                    <a:pt x="270" y="345"/>
                  </a:cubicBezTo>
                  <a:cubicBezTo>
                    <a:pt x="262" y="349"/>
                    <a:pt x="263" y="350"/>
                    <a:pt x="264" y="354"/>
                  </a:cubicBezTo>
                  <a:cubicBezTo>
                    <a:pt x="265" y="356"/>
                    <a:pt x="266" y="357"/>
                    <a:pt x="267" y="357"/>
                  </a:cubicBezTo>
                  <a:cubicBezTo>
                    <a:pt x="269" y="357"/>
                    <a:pt x="271" y="356"/>
                    <a:pt x="274" y="354"/>
                  </a:cubicBezTo>
                  <a:lnTo>
                    <a:pt x="275" y="356"/>
                  </a:lnTo>
                  <a:cubicBezTo>
                    <a:pt x="269" y="361"/>
                    <a:pt x="268" y="363"/>
                    <a:pt x="269" y="363"/>
                  </a:cubicBezTo>
                  <a:cubicBezTo>
                    <a:pt x="270" y="363"/>
                    <a:pt x="276" y="359"/>
                    <a:pt x="284" y="354"/>
                  </a:cubicBezTo>
                  <a:cubicBezTo>
                    <a:pt x="284" y="354"/>
                    <a:pt x="284" y="355"/>
                    <a:pt x="285" y="355"/>
                  </a:cubicBezTo>
                  <a:lnTo>
                    <a:pt x="278" y="361"/>
                  </a:lnTo>
                  <a:cubicBezTo>
                    <a:pt x="271" y="365"/>
                    <a:pt x="272" y="367"/>
                    <a:pt x="277" y="375"/>
                  </a:cubicBezTo>
                  <a:cubicBezTo>
                    <a:pt x="280" y="381"/>
                    <a:pt x="281" y="383"/>
                    <a:pt x="284" y="383"/>
                  </a:cubicBezTo>
                  <a:cubicBezTo>
                    <a:pt x="287" y="383"/>
                    <a:pt x="291" y="381"/>
                    <a:pt x="297" y="377"/>
                  </a:cubicBezTo>
                  <a:cubicBezTo>
                    <a:pt x="304" y="374"/>
                    <a:pt x="308" y="372"/>
                    <a:pt x="309" y="372"/>
                  </a:cubicBezTo>
                  <a:cubicBezTo>
                    <a:pt x="310" y="372"/>
                    <a:pt x="306" y="375"/>
                    <a:pt x="299" y="380"/>
                  </a:cubicBezTo>
                  <a:cubicBezTo>
                    <a:pt x="293" y="383"/>
                    <a:pt x="288" y="387"/>
                    <a:pt x="289" y="387"/>
                  </a:cubicBezTo>
                  <a:cubicBezTo>
                    <a:pt x="289" y="387"/>
                    <a:pt x="290" y="386"/>
                    <a:pt x="292" y="385"/>
                  </a:cubicBezTo>
                  <a:lnTo>
                    <a:pt x="292" y="385"/>
                  </a:lnTo>
                  <a:cubicBezTo>
                    <a:pt x="292" y="385"/>
                    <a:pt x="293" y="387"/>
                    <a:pt x="287" y="393"/>
                  </a:cubicBezTo>
                  <a:cubicBezTo>
                    <a:pt x="280" y="399"/>
                    <a:pt x="279" y="402"/>
                    <a:pt x="281" y="402"/>
                  </a:cubicBezTo>
                  <a:cubicBezTo>
                    <a:pt x="282" y="402"/>
                    <a:pt x="286" y="400"/>
                    <a:pt x="289" y="398"/>
                  </a:cubicBezTo>
                  <a:cubicBezTo>
                    <a:pt x="294" y="393"/>
                    <a:pt x="296" y="392"/>
                    <a:pt x="297" y="392"/>
                  </a:cubicBezTo>
                  <a:lnTo>
                    <a:pt x="297" y="392"/>
                  </a:lnTo>
                  <a:cubicBezTo>
                    <a:pt x="297" y="392"/>
                    <a:pt x="293" y="395"/>
                    <a:pt x="290" y="399"/>
                  </a:cubicBezTo>
                  <a:cubicBezTo>
                    <a:pt x="285" y="403"/>
                    <a:pt x="280" y="407"/>
                    <a:pt x="280" y="407"/>
                  </a:cubicBezTo>
                  <a:cubicBezTo>
                    <a:pt x="281" y="407"/>
                    <a:pt x="282" y="407"/>
                    <a:pt x="283" y="405"/>
                  </a:cubicBezTo>
                  <a:cubicBezTo>
                    <a:pt x="286" y="404"/>
                    <a:pt x="289" y="403"/>
                    <a:pt x="291" y="403"/>
                  </a:cubicBezTo>
                  <a:cubicBezTo>
                    <a:pt x="296" y="403"/>
                    <a:pt x="297" y="406"/>
                    <a:pt x="288" y="412"/>
                  </a:cubicBezTo>
                  <a:cubicBezTo>
                    <a:pt x="288" y="412"/>
                    <a:pt x="289" y="413"/>
                    <a:pt x="289" y="414"/>
                  </a:cubicBezTo>
                  <a:cubicBezTo>
                    <a:pt x="292" y="412"/>
                    <a:pt x="294" y="412"/>
                    <a:pt x="296" y="412"/>
                  </a:cubicBezTo>
                  <a:cubicBezTo>
                    <a:pt x="298" y="412"/>
                    <a:pt x="298" y="413"/>
                    <a:pt x="299" y="414"/>
                  </a:cubicBezTo>
                  <a:cubicBezTo>
                    <a:pt x="300" y="417"/>
                    <a:pt x="300" y="418"/>
                    <a:pt x="293" y="422"/>
                  </a:cubicBezTo>
                  <a:cubicBezTo>
                    <a:pt x="288" y="424"/>
                    <a:pt x="286" y="426"/>
                    <a:pt x="288" y="426"/>
                  </a:cubicBezTo>
                  <a:cubicBezTo>
                    <a:pt x="289" y="426"/>
                    <a:pt x="291" y="425"/>
                    <a:pt x="294" y="424"/>
                  </a:cubicBezTo>
                  <a:cubicBezTo>
                    <a:pt x="295" y="425"/>
                    <a:pt x="295" y="425"/>
                    <a:pt x="295" y="425"/>
                  </a:cubicBezTo>
                  <a:cubicBezTo>
                    <a:pt x="297" y="425"/>
                    <a:pt x="308" y="419"/>
                    <a:pt x="310" y="419"/>
                  </a:cubicBezTo>
                  <a:cubicBezTo>
                    <a:pt x="310" y="419"/>
                    <a:pt x="310" y="419"/>
                    <a:pt x="310" y="419"/>
                  </a:cubicBezTo>
                  <a:cubicBezTo>
                    <a:pt x="317" y="415"/>
                    <a:pt x="324" y="412"/>
                    <a:pt x="325" y="412"/>
                  </a:cubicBezTo>
                  <a:cubicBezTo>
                    <a:pt x="326" y="412"/>
                    <a:pt x="326" y="412"/>
                    <a:pt x="326" y="412"/>
                  </a:cubicBezTo>
                  <a:lnTo>
                    <a:pt x="319" y="417"/>
                  </a:lnTo>
                  <a:lnTo>
                    <a:pt x="305" y="426"/>
                  </a:lnTo>
                  <a:cubicBezTo>
                    <a:pt x="305" y="426"/>
                    <a:pt x="305" y="427"/>
                    <a:pt x="306" y="427"/>
                  </a:cubicBezTo>
                  <a:cubicBezTo>
                    <a:pt x="307" y="427"/>
                    <a:pt x="309" y="426"/>
                    <a:pt x="314" y="423"/>
                  </a:cubicBezTo>
                  <a:lnTo>
                    <a:pt x="314" y="423"/>
                  </a:lnTo>
                  <a:cubicBezTo>
                    <a:pt x="307" y="429"/>
                    <a:pt x="307" y="430"/>
                    <a:pt x="308" y="432"/>
                  </a:cubicBezTo>
                  <a:cubicBezTo>
                    <a:pt x="309" y="434"/>
                    <a:pt x="309" y="434"/>
                    <a:pt x="312" y="434"/>
                  </a:cubicBezTo>
                  <a:cubicBezTo>
                    <a:pt x="313" y="434"/>
                    <a:pt x="316" y="434"/>
                    <a:pt x="319" y="432"/>
                  </a:cubicBezTo>
                  <a:lnTo>
                    <a:pt x="319" y="432"/>
                  </a:lnTo>
                  <a:cubicBezTo>
                    <a:pt x="309" y="439"/>
                    <a:pt x="308" y="445"/>
                    <a:pt x="313" y="445"/>
                  </a:cubicBezTo>
                  <a:cubicBezTo>
                    <a:pt x="315" y="445"/>
                    <a:pt x="319" y="444"/>
                    <a:pt x="324" y="441"/>
                  </a:cubicBezTo>
                  <a:cubicBezTo>
                    <a:pt x="326" y="439"/>
                    <a:pt x="328" y="439"/>
                    <a:pt x="329" y="439"/>
                  </a:cubicBezTo>
                  <a:cubicBezTo>
                    <a:pt x="330" y="439"/>
                    <a:pt x="329" y="440"/>
                    <a:pt x="325" y="444"/>
                  </a:cubicBezTo>
                  <a:cubicBezTo>
                    <a:pt x="321" y="447"/>
                    <a:pt x="319" y="448"/>
                    <a:pt x="320" y="448"/>
                  </a:cubicBezTo>
                  <a:cubicBezTo>
                    <a:pt x="321" y="448"/>
                    <a:pt x="322" y="447"/>
                    <a:pt x="326" y="446"/>
                  </a:cubicBezTo>
                  <a:cubicBezTo>
                    <a:pt x="328" y="445"/>
                    <a:pt x="329" y="445"/>
                    <a:pt x="329" y="445"/>
                  </a:cubicBezTo>
                  <a:cubicBezTo>
                    <a:pt x="331" y="445"/>
                    <a:pt x="326" y="449"/>
                    <a:pt x="320" y="454"/>
                  </a:cubicBezTo>
                  <a:cubicBezTo>
                    <a:pt x="311" y="460"/>
                    <a:pt x="308" y="463"/>
                    <a:pt x="310" y="463"/>
                  </a:cubicBezTo>
                  <a:cubicBezTo>
                    <a:pt x="310" y="463"/>
                    <a:pt x="312" y="463"/>
                    <a:pt x="315" y="461"/>
                  </a:cubicBezTo>
                  <a:cubicBezTo>
                    <a:pt x="317" y="461"/>
                    <a:pt x="319" y="461"/>
                    <a:pt x="321" y="461"/>
                  </a:cubicBezTo>
                  <a:cubicBezTo>
                    <a:pt x="324" y="461"/>
                    <a:pt x="325" y="462"/>
                    <a:pt x="326" y="463"/>
                  </a:cubicBezTo>
                  <a:cubicBezTo>
                    <a:pt x="334" y="460"/>
                    <a:pt x="335" y="461"/>
                    <a:pt x="342" y="456"/>
                  </a:cubicBezTo>
                  <a:cubicBezTo>
                    <a:pt x="346" y="453"/>
                    <a:pt x="351" y="449"/>
                    <a:pt x="356" y="447"/>
                  </a:cubicBezTo>
                  <a:cubicBezTo>
                    <a:pt x="358" y="446"/>
                    <a:pt x="359" y="446"/>
                    <a:pt x="359" y="446"/>
                  </a:cubicBezTo>
                  <a:cubicBezTo>
                    <a:pt x="361" y="446"/>
                    <a:pt x="358" y="448"/>
                    <a:pt x="357" y="448"/>
                  </a:cubicBezTo>
                  <a:cubicBezTo>
                    <a:pt x="356" y="448"/>
                    <a:pt x="356" y="448"/>
                    <a:pt x="356" y="448"/>
                  </a:cubicBezTo>
                  <a:cubicBezTo>
                    <a:pt x="348" y="450"/>
                    <a:pt x="348" y="451"/>
                    <a:pt x="343" y="457"/>
                  </a:cubicBezTo>
                  <a:cubicBezTo>
                    <a:pt x="336" y="463"/>
                    <a:pt x="337" y="465"/>
                    <a:pt x="337" y="466"/>
                  </a:cubicBezTo>
                  <a:cubicBezTo>
                    <a:pt x="338" y="467"/>
                    <a:pt x="339" y="469"/>
                    <a:pt x="340" y="470"/>
                  </a:cubicBezTo>
                  <a:cubicBezTo>
                    <a:pt x="337" y="475"/>
                    <a:pt x="336" y="478"/>
                    <a:pt x="337" y="478"/>
                  </a:cubicBezTo>
                  <a:cubicBezTo>
                    <a:pt x="338" y="478"/>
                    <a:pt x="340" y="477"/>
                    <a:pt x="343" y="475"/>
                  </a:cubicBezTo>
                  <a:cubicBezTo>
                    <a:pt x="345" y="474"/>
                    <a:pt x="346" y="473"/>
                    <a:pt x="348" y="472"/>
                  </a:cubicBezTo>
                  <a:lnTo>
                    <a:pt x="348" y="472"/>
                  </a:lnTo>
                  <a:cubicBezTo>
                    <a:pt x="339" y="479"/>
                    <a:pt x="341" y="488"/>
                    <a:pt x="349" y="488"/>
                  </a:cubicBezTo>
                  <a:cubicBezTo>
                    <a:pt x="351" y="488"/>
                    <a:pt x="354" y="487"/>
                    <a:pt x="357" y="485"/>
                  </a:cubicBezTo>
                  <a:cubicBezTo>
                    <a:pt x="360" y="484"/>
                    <a:pt x="361" y="483"/>
                    <a:pt x="361" y="483"/>
                  </a:cubicBezTo>
                  <a:lnTo>
                    <a:pt x="361" y="483"/>
                  </a:lnTo>
                  <a:cubicBezTo>
                    <a:pt x="361" y="483"/>
                    <a:pt x="355" y="486"/>
                    <a:pt x="351" y="490"/>
                  </a:cubicBezTo>
                  <a:cubicBezTo>
                    <a:pt x="343" y="494"/>
                    <a:pt x="344" y="495"/>
                    <a:pt x="345" y="497"/>
                  </a:cubicBezTo>
                  <a:cubicBezTo>
                    <a:pt x="346" y="499"/>
                    <a:pt x="355" y="497"/>
                    <a:pt x="357" y="501"/>
                  </a:cubicBezTo>
                  <a:cubicBezTo>
                    <a:pt x="359" y="504"/>
                    <a:pt x="360" y="506"/>
                    <a:pt x="363" y="506"/>
                  </a:cubicBezTo>
                  <a:cubicBezTo>
                    <a:pt x="365" y="506"/>
                    <a:pt x="366" y="506"/>
                    <a:pt x="368" y="504"/>
                  </a:cubicBezTo>
                  <a:lnTo>
                    <a:pt x="368" y="504"/>
                  </a:lnTo>
                  <a:cubicBezTo>
                    <a:pt x="370" y="505"/>
                    <a:pt x="370" y="505"/>
                    <a:pt x="362" y="510"/>
                  </a:cubicBezTo>
                  <a:cubicBezTo>
                    <a:pt x="354" y="513"/>
                    <a:pt x="355" y="514"/>
                    <a:pt x="355" y="515"/>
                  </a:cubicBezTo>
                  <a:cubicBezTo>
                    <a:pt x="355" y="515"/>
                    <a:pt x="355" y="516"/>
                    <a:pt x="356" y="516"/>
                  </a:cubicBezTo>
                  <a:cubicBezTo>
                    <a:pt x="358" y="516"/>
                    <a:pt x="364" y="511"/>
                    <a:pt x="371" y="507"/>
                  </a:cubicBezTo>
                  <a:cubicBezTo>
                    <a:pt x="373" y="506"/>
                    <a:pt x="375" y="505"/>
                    <a:pt x="376" y="505"/>
                  </a:cubicBezTo>
                  <a:cubicBezTo>
                    <a:pt x="377" y="505"/>
                    <a:pt x="376" y="507"/>
                    <a:pt x="372" y="511"/>
                  </a:cubicBezTo>
                  <a:cubicBezTo>
                    <a:pt x="367" y="516"/>
                    <a:pt x="368" y="520"/>
                    <a:pt x="373" y="520"/>
                  </a:cubicBezTo>
                  <a:cubicBezTo>
                    <a:pt x="375" y="520"/>
                    <a:pt x="376" y="520"/>
                    <a:pt x="377" y="520"/>
                  </a:cubicBezTo>
                  <a:lnTo>
                    <a:pt x="377" y="520"/>
                  </a:lnTo>
                  <a:cubicBezTo>
                    <a:pt x="377" y="521"/>
                    <a:pt x="379" y="522"/>
                    <a:pt x="371" y="527"/>
                  </a:cubicBezTo>
                  <a:cubicBezTo>
                    <a:pt x="366" y="530"/>
                    <a:pt x="362" y="535"/>
                    <a:pt x="365" y="535"/>
                  </a:cubicBezTo>
                  <a:cubicBezTo>
                    <a:pt x="366" y="535"/>
                    <a:pt x="369" y="534"/>
                    <a:pt x="374" y="531"/>
                  </a:cubicBezTo>
                  <a:lnTo>
                    <a:pt x="374" y="531"/>
                  </a:lnTo>
                  <a:cubicBezTo>
                    <a:pt x="375" y="532"/>
                    <a:pt x="375" y="532"/>
                    <a:pt x="367" y="537"/>
                  </a:cubicBezTo>
                  <a:cubicBezTo>
                    <a:pt x="363" y="540"/>
                    <a:pt x="359" y="544"/>
                    <a:pt x="360" y="544"/>
                  </a:cubicBezTo>
                  <a:cubicBezTo>
                    <a:pt x="360" y="544"/>
                    <a:pt x="363" y="542"/>
                    <a:pt x="368" y="539"/>
                  </a:cubicBezTo>
                  <a:cubicBezTo>
                    <a:pt x="370" y="538"/>
                    <a:pt x="372" y="538"/>
                    <a:pt x="373" y="538"/>
                  </a:cubicBezTo>
                  <a:cubicBezTo>
                    <a:pt x="378" y="538"/>
                    <a:pt x="377" y="541"/>
                    <a:pt x="373" y="547"/>
                  </a:cubicBezTo>
                  <a:cubicBezTo>
                    <a:pt x="373" y="547"/>
                    <a:pt x="374" y="548"/>
                    <a:pt x="375" y="548"/>
                  </a:cubicBezTo>
                  <a:cubicBezTo>
                    <a:pt x="375" y="548"/>
                    <a:pt x="377" y="547"/>
                    <a:pt x="381" y="544"/>
                  </a:cubicBezTo>
                  <a:lnTo>
                    <a:pt x="389" y="540"/>
                  </a:lnTo>
                  <a:lnTo>
                    <a:pt x="389" y="540"/>
                  </a:lnTo>
                  <a:cubicBezTo>
                    <a:pt x="382" y="545"/>
                    <a:pt x="378" y="548"/>
                    <a:pt x="379" y="548"/>
                  </a:cubicBezTo>
                  <a:cubicBezTo>
                    <a:pt x="379" y="548"/>
                    <a:pt x="383" y="546"/>
                    <a:pt x="390" y="542"/>
                  </a:cubicBezTo>
                  <a:cubicBezTo>
                    <a:pt x="393" y="540"/>
                    <a:pt x="395" y="539"/>
                    <a:pt x="395" y="539"/>
                  </a:cubicBezTo>
                  <a:cubicBezTo>
                    <a:pt x="396" y="539"/>
                    <a:pt x="395" y="541"/>
                    <a:pt x="391" y="543"/>
                  </a:cubicBezTo>
                  <a:cubicBezTo>
                    <a:pt x="384" y="549"/>
                    <a:pt x="384" y="550"/>
                    <a:pt x="384" y="550"/>
                  </a:cubicBezTo>
                  <a:cubicBezTo>
                    <a:pt x="385" y="551"/>
                    <a:pt x="395" y="552"/>
                    <a:pt x="399" y="557"/>
                  </a:cubicBezTo>
                  <a:cubicBezTo>
                    <a:pt x="402" y="563"/>
                    <a:pt x="404" y="567"/>
                    <a:pt x="407" y="567"/>
                  </a:cubicBezTo>
                  <a:cubicBezTo>
                    <a:pt x="409" y="567"/>
                    <a:pt x="410" y="566"/>
                    <a:pt x="412" y="565"/>
                  </a:cubicBezTo>
                  <a:cubicBezTo>
                    <a:pt x="416" y="563"/>
                    <a:pt x="418" y="562"/>
                    <a:pt x="418" y="562"/>
                  </a:cubicBezTo>
                  <a:cubicBezTo>
                    <a:pt x="419" y="562"/>
                    <a:pt x="417" y="564"/>
                    <a:pt x="413" y="567"/>
                  </a:cubicBezTo>
                  <a:cubicBezTo>
                    <a:pt x="407" y="573"/>
                    <a:pt x="408" y="574"/>
                    <a:pt x="408" y="575"/>
                  </a:cubicBezTo>
                  <a:cubicBezTo>
                    <a:pt x="409" y="576"/>
                    <a:pt x="409" y="577"/>
                    <a:pt x="402" y="582"/>
                  </a:cubicBezTo>
                  <a:cubicBezTo>
                    <a:pt x="407" y="579"/>
                    <a:pt x="409" y="579"/>
                    <a:pt x="410" y="579"/>
                  </a:cubicBezTo>
                  <a:cubicBezTo>
                    <a:pt x="410" y="579"/>
                    <a:pt x="410" y="579"/>
                    <a:pt x="410" y="579"/>
                  </a:cubicBezTo>
                  <a:cubicBezTo>
                    <a:pt x="406" y="582"/>
                    <a:pt x="405" y="583"/>
                    <a:pt x="406" y="583"/>
                  </a:cubicBezTo>
                  <a:cubicBezTo>
                    <a:pt x="407" y="583"/>
                    <a:pt x="409" y="583"/>
                    <a:pt x="412" y="582"/>
                  </a:cubicBezTo>
                  <a:cubicBezTo>
                    <a:pt x="419" y="578"/>
                    <a:pt x="423" y="576"/>
                    <a:pt x="423" y="576"/>
                  </a:cubicBezTo>
                  <a:lnTo>
                    <a:pt x="423" y="576"/>
                  </a:lnTo>
                  <a:cubicBezTo>
                    <a:pt x="423" y="576"/>
                    <a:pt x="420" y="578"/>
                    <a:pt x="412" y="583"/>
                  </a:cubicBezTo>
                  <a:cubicBezTo>
                    <a:pt x="407" y="586"/>
                    <a:pt x="403" y="591"/>
                    <a:pt x="404" y="591"/>
                  </a:cubicBezTo>
                  <a:cubicBezTo>
                    <a:pt x="404" y="591"/>
                    <a:pt x="405" y="591"/>
                    <a:pt x="407" y="589"/>
                  </a:cubicBezTo>
                  <a:cubicBezTo>
                    <a:pt x="413" y="585"/>
                    <a:pt x="414" y="587"/>
                    <a:pt x="422" y="584"/>
                  </a:cubicBezTo>
                  <a:cubicBezTo>
                    <a:pt x="423" y="584"/>
                    <a:pt x="423" y="585"/>
                    <a:pt x="417" y="590"/>
                  </a:cubicBezTo>
                  <a:cubicBezTo>
                    <a:pt x="413" y="594"/>
                    <a:pt x="414" y="595"/>
                    <a:pt x="418" y="595"/>
                  </a:cubicBezTo>
                  <a:cubicBezTo>
                    <a:pt x="421" y="595"/>
                    <a:pt x="425" y="594"/>
                    <a:pt x="428" y="593"/>
                  </a:cubicBezTo>
                  <a:cubicBezTo>
                    <a:pt x="431" y="591"/>
                    <a:pt x="433" y="590"/>
                    <a:pt x="434" y="590"/>
                  </a:cubicBezTo>
                  <a:cubicBezTo>
                    <a:pt x="435" y="590"/>
                    <a:pt x="433" y="591"/>
                    <a:pt x="429" y="594"/>
                  </a:cubicBezTo>
                  <a:cubicBezTo>
                    <a:pt x="421" y="598"/>
                    <a:pt x="422" y="599"/>
                    <a:pt x="422" y="601"/>
                  </a:cubicBezTo>
                  <a:cubicBezTo>
                    <a:pt x="424" y="600"/>
                    <a:pt x="425" y="599"/>
                    <a:pt x="426" y="599"/>
                  </a:cubicBezTo>
                  <a:cubicBezTo>
                    <a:pt x="427" y="599"/>
                    <a:pt x="422" y="603"/>
                    <a:pt x="416" y="606"/>
                  </a:cubicBezTo>
                  <a:cubicBezTo>
                    <a:pt x="408" y="610"/>
                    <a:pt x="409" y="611"/>
                    <a:pt x="410" y="613"/>
                  </a:cubicBezTo>
                  <a:cubicBezTo>
                    <a:pt x="411" y="612"/>
                    <a:pt x="413" y="611"/>
                    <a:pt x="415" y="611"/>
                  </a:cubicBezTo>
                  <a:cubicBezTo>
                    <a:pt x="418" y="611"/>
                    <a:pt x="421" y="614"/>
                    <a:pt x="422" y="617"/>
                  </a:cubicBezTo>
                  <a:cubicBezTo>
                    <a:pt x="424" y="619"/>
                    <a:pt x="425" y="620"/>
                    <a:pt x="428" y="620"/>
                  </a:cubicBezTo>
                  <a:cubicBezTo>
                    <a:pt x="432" y="620"/>
                    <a:pt x="439" y="617"/>
                    <a:pt x="449" y="613"/>
                  </a:cubicBezTo>
                  <a:lnTo>
                    <a:pt x="449" y="613"/>
                  </a:lnTo>
                  <a:cubicBezTo>
                    <a:pt x="443" y="619"/>
                    <a:pt x="428" y="629"/>
                    <a:pt x="428" y="629"/>
                  </a:cubicBezTo>
                  <a:cubicBezTo>
                    <a:pt x="428" y="629"/>
                    <a:pt x="428" y="629"/>
                    <a:pt x="428" y="629"/>
                  </a:cubicBezTo>
                  <a:cubicBezTo>
                    <a:pt x="430" y="629"/>
                    <a:pt x="437" y="625"/>
                    <a:pt x="444" y="620"/>
                  </a:cubicBezTo>
                  <a:cubicBezTo>
                    <a:pt x="446" y="618"/>
                    <a:pt x="448" y="617"/>
                    <a:pt x="449" y="617"/>
                  </a:cubicBezTo>
                  <a:cubicBezTo>
                    <a:pt x="450" y="617"/>
                    <a:pt x="449" y="619"/>
                    <a:pt x="445" y="623"/>
                  </a:cubicBezTo>
                  <a:cubicBezTo>
                    <a:pt x="441" y="627"/>
                    <a:pt x="440" y="629"/>
                    <a:pt x="442" y="629"/>
                  </a:cubicBezTo>
                  <a:cubicBezTo>
                    <a:pt x="443" y="629"/>
                    <a:pt x="445" y="629"/>
                    <a:pt x="447" y="628"/>
                  </a:cubicBezTo>
                  <a:lnTo>
                    <a:pt x="447" y="628"/>
                  </a:lnTo>
                  <a:cubicBezTo>
                    <a:pt x="448" y="629"/>
                    <a:pt x="449" y="630"/>
                    <a:pt x="443" y="635"/>
                  </a:cubicBezTo>
                  <a:cubicBezTo>
                    <a:pt x="443" y="636"/>
                    <a:pt x="443" y="636"/>
                    <a:pt x="443" y="636"/>
                  </a:cubicBezTo>
                  <a:cubicBezTo>
                    <a:pt x="443" y="636"/>
                    <a:pt x="445" y="635"/>
                    <a:pt x="450" y="632"/>
                  </a:cubicBezTo>
                  <a:cubicBezTo>
                    <a:pt x="453" y="630"/>
                    <a:pt x="455" y="629"/>
                    <a:pt x="456" y="629"/>
                  </a:cubicBezTo>
                  <a:cubicBezTo>
                    <a:pt x="457" y="629"/>
                    <a:pt x="455" y="631"/>
                    <a:pt x="452" y="634"/>
                  </a:cubicBezTo>
                  <a:cubicBezTo>
                    <a:pt x="441" y="641"/>
                    <a:pt x="439" y="645"/>
                    <a:pt x="442" y="645"/>
                  </a:cubicBezTo>
                  <a:cubicBezTo>
                    <a:pt x="443" y="645"/>
                    <a:pt x="445" y="645"/>
                    <a:pt x="447" y="643"/>
                  </a:cubicBezTo>
                  <a:cubicBezTo>
                    <a:pt x="451" y="641"/>
                    <a:pt x="452" y="640"/>
                    <a:pt x="453" y="640"/>
                  </a:cubicBezTo>
                  <a:cubicBezTo>
                    <a:pt x="454" y="640"/>
                    <a:pt x="454" y="640"/>
                    <a:pt x="455" y="641"/>
                  </a:cubicBezTo>
                  <a:cubicBezTo>
                    <a:pt x="455" y="642"/>
                    <a:pt x="456" y="642"/>
                    <a:pt x="457" y="642"/>
                  </a:cubicBezTo>
                  <a:cubicBezTo>
                    <a:pt x="458" y="642"/>
                    <a:pt x="460" y="642"/>
                    <a:pt x="464" y="640"/>
                  </a:cubicBezTo>
                  <a:cubicBezTo>
                    <a:pt x="465" y="641"/>
                    <a:pt x="465" y="642"/>
                    <a:pt x="465" y="642"/>
                  </a:cubicBezTo>
                  <a:cubicBezTo>
                    <a:pt x="466" y="643"/>
                    <a:pt x="460" y="646"/>
                    <a:pt x="458" y="646"/>
                  </a:cubicBezTo>
                  <a:cubicBezTo>
                    <a:pt x="458" y="646"/>
                    <a:pt x="457" y="646"/>
                    <a:pt x="457" y="645"/>
                  </a:cubicBezTo>
                  <a:lnTo>
                    <a:pt x="450" y="651"/>
                  </a:lnTo>
                  <a:cubicBezTo>
                    <a:pt x="451" y="652"/>
                    <a:pt x="452" y="653"/>
                    <a:pt x="453" y="653"/>
                  </a:cubicBezTo>
                  <a:cubicBezTo>
                    <a:pt x="455" y="653"/>
                    <a:pt x="457" y="653"/>
                    <a:pt x="460" y="651"/>
                  </a:cubicBezTo>
                  <a:lnTo>
                    <a:pt x="460" y="651"/>
                  </a:lnTo>
                  <a:cubicBezTo>
                    <a:pt x="455" y="655"/>
                    <a:pt x="450" y="659"/>
                    <a:pt x="451" y="659"/>
                  </a:cubicBezTo>
                  <a:cubicBezTo>
                    <a:pt x="452" y="659"/>
                    <a:pt x="453" y="659"/>
                    <a:pt x="455" y="658"/>
                  </a:cubicBezTo>
                  <a:cubicBezTo>
                    <a:pt x="460" y="655"/>
                    <a:pt x="463" y="654"/>
                    <a:pt x="464" y="654"/>
                  </a:cubicBezTo>
                  <a:cubicBezTo>
                    <a:pt x="465" y="654"/>
                    <a:pt x="461" y="657"/>
                    <a:pt x="456" y="660"/>
                  </a:cubicBezTo>
                  <a:cubicBezTo>
                    <a:pt x="448" y="665"/>
                    <a:pt x="444" y="667"/>
                    <a:pt x="446" y="667"/>
                  </a:cubicBezTo>
                  <a:cubicBezTo>
                    <a:pt x="447" y="667"/>
                    <a:pt x="451" y="666"/>
                    <a:pt x="458" y="663"/>
                  </a:cubicBezTo>
                  <a:cubicBezTo>
                    <a:pt x="459" y="666"/>
                    <a:pt x="469" y="666"/>
                    <a:pt x="471" y="669"/>
                  </a:cubicBezTo>
                  <a:cubicBezTo>
                    <a:pt x="473" y="673"/>
                    <a:pt x="474" y="676"/>
                    <a:pt x="469" y="681"/>
                  </a:cubicBezTo>
                  <a:lnTo>
                    <a:pt x="469" y="681"/>
                  </a:lnTo>
                  <a:cubicBezTo>
                    <a:pt x="472" y="680"/>
                    <a:pt x="473" y="679"/>
                    <a:pt x="474" y="679"/>
                  </a:cubicBezTo>
                  <a:cubicBezTo>
                    <a:pt x="476" y="679"/>
                    <a:pt x="476" y="680"/>
                    <a:pt x="477" y="681"/>
                  </a:cubicBezTo>
                  <a:cubicBezTo>
                    <a:pt x="475" y="685"/>
                    <a:pt x="475" y="686"/>
                    <a:pt x="477" y="686"/>
                  </a:cubicBezTo>
                  <a:cubicBezTo>
                    <a:pt x="480" y="686"/>
                    <a:pt x="484" y="684"/>
                    <a:pt x="489" y="682"/>
                  </a:cubicBezTo>
                  <a:lnTo>
                    <a:pt x="487" y="680"/>
                  </a:lnTo>
                  <a:cubicBezTo>
                    <a:pt x="495" y="676"/>
                    <a:pt x="498" y="674"/>
                    <a:pt x="499" y="674"/>
                  </a:cubicBezTo>
                  <a:cubicBezTo>
                    <a:pt x="501" y="674"/>
                    <a:pt x="499" y="676"/>
                    <a:pt x="496" y="679"/>
                  </a:cubicBezTo>
                  <a:cubicBezTo>
                    <a:pt x="496" y="680"/>
                    <a:pt x="490" y="685"/>
                    <a:pt x="482" y="689"/>
                  </a:cubicBezTo>
                  <a:cubicBezTo>
                    <a:pt x="475" y="694"/>
                    <a:pt x="468" y="699"/>
                    <a:pt x="469" y="700"/>
                  </a:cubicBezTo>
                  <a:cubicBezTo>
                    <a:pt x="469" y="701"/>
                    <a:pt x="470" y="701"/>
                    <a:pt x="470" y="701"/>
                  </a:cubicBezTo>
                  <a:cubicBezTo>
                    <a:pt x="471" y="701"/>
                    <a:pt x="473" y="700"/>
                    <a:pt x="477" y="697"/>
                  </a:cubicBezTo>
                  <a:cubicBezTo>
                    <a:pt x="482" y="694"/>
                    <a:pt x="483" y="693"/>
                    <a:pt x="484" y="693"/>
                  </a:cubicBezTo>
                  <a:cubicBezTo>
                    <a:pt x="485" y="693"/>
                    <a:pt x="485" y="693"/>
                    <a:pt x="485" y="694"/>
                  </a:cubicBezTo>
                  <a:cubicBezTo>
                    <a:pt x="485" y="694"/>
                    <a:pt x="485" y="695"/>
                    <a:pt x="487" y="695"/>
                  </a:cubicBezTo>
                  <a:cubicBezTo>
                    <a:pt x="488" y="695"/>
                    <a:pt x="490" y="694"/>
                    <a:pt x="494" y="693"/>
                  </a:cubicBezTo>
                  <a:cubicBezTo>
                    <a:pt x="498" y="690"/>
                    <a:pt x="500" y="689"/>
                    <a:pt x="501" y="689"/>
                  </a:cubicBezTo>
                  <a:cubicBezTo>
                    <a:pt x="502" y="689"/>
                    <a:pt x="502" y="690"/>
                    <a:pt x="502" y="690"/>
                  </a:cubicBezTo>
                  <a:cubicBezTo>
                    <a:pt x="495" y="696"/>
                    <a:pt x="496" y="698"/>
                    <a:pt x="496" y="698"/>
                  </a:cubicBezTo>
                  <a:lnTo>
                    <a:pt x="490" y="703"/>
                  </a:lnTo>
                  <a:cubicBezTo>
                    <a:pt x="485" y="706"/>
                    <a:pt x="481" y="709"/>
                    <a:pt x="476" y="713"/>
                  </a:cubicBezTo>
                  <a:cubicBezTo>
                    <a:pt x="476" y="713"/>
                    <a:pt x="476" y="713"/>
                    <a:pt x="476" y="713"/>
                  </a:cubicBezTo>
                  <a:cubicBezTo>
                    <a:pt x="478" y="713"/>
                    <a:pt x="484" y="709"/>
                    <a:pt x="484" y="709"/>
                  </a:cubicBezTo>
                  <a:cubicBezTo>
                    <a:pt x="485" y="709"/>
                    <a:pt x="485" y="709"/>
                    <a:pt x="486" y="709"/>
                  </a:cubicBezTo>
                  <a:cubicBezTo>
                    <a:pt x="493" y="709"/>
                    <a:pt x="506" y="731"/>
                    <a:pt x="508" y="734"/>
                  </a:cubicBezTo>
                  <a:cubicBezTo>
                    <a:pt x="503" y="738"/>
                    <a:pt x="503" y="741"/>
                    <a:pt x="505" y="741"/>
                  </a:cubicBezTo>
                  <a:cubicBezTo>
                    <a:pt x="506" y="741"/>
                    <a:pt x="507" y="741"/>
                    <a:pt x="510" y="739"/>
                  </a:cubicBezTo>
                  <a:cubicBezTo>
                    <a:pt x="512" y="737"/>
                    <a:pt x="513" y="737"/>
                    <a:pt x="514" y="737"/>
                  </a:cubicBezTo>
                  <a:cubicBezTo>
                    <a:pt x="518" y="737"/>
                    <a:pt x="521" y="741"/>
                    <a:pt x="523" y="745"/>
                  </a:cubicBezTo>
                  <a:cubicBezTo>
                    <a:pt x="527" y="751"/>
                    <a:pt x="529" y="756"/>
                    <a:pt x="533" y="756"/>
                  </a:cubicBezTo>
                  <a:cubicBezTo>
                    <a:pt x="535" y="756"/>
                    <a:pt x="536" y="755"/>
                    <a:pt x="538" y="754"/>
                  </a:cubicBezTo>
                  <a:lnTo>
                    <a:pt x="540" y="758"/>
                  </a:lnTo>
                  <a:cubicBezTo>
                    <a:pt x="541" y="758"/>
                    <a:pt x="542" y="759"/>
                    <a:pt x="543" y="759"/>
                  </a:cubicBezTo>
                  <a:cubicBezTo>
                    <a:pt x="545" y="759"/>
                    <a:pt x="547" y="758"/>
                    <a:pt x="549" y="758"/>
                  </a:cubicBezTo>
                  <a:cubicBezTo>
                    <a:pt x="549" y="758"/>
                    <a:pt x="550" y="759"/>
                    <a:pt x="550" y="759"/>
                  </a:cubicBezTo>
                  <a:cubicBezTo>
                    <a:pt x="554" y="757"/>
                    <a:pt x="555" y="757"/>
                    <a:pt x="556" y="757"/>
                  </a:cubicBezTo>
                  <a:cubicBezTo>
                    <a:pt x="557" y="757"/>
                    <a:pt x="555" y="758"/>
                    <a:pt x="551" y="760"/>
                  </a:cubicBezTo>
                  <a:cubicBezTo>
                    <a:pt x="543" y="764"/>
                    <a:pt x="537" y="769"/>
                    <a:pt x="537" y="770"/>
                  </a:cubicBezTo>
                  <a:cubicBezTo>
                    <a:pt x="537" y="770"/>
                    <a:pt x="537" y="771"/>
                    <a:pt x="538" y="771"/>
                  </a:cubicBezTo>
                  <a:cubicBezTo>
                    <a:pt x="541" y="771"/>
                    <a:pt x="547" y="767"/>
                    <a:pt x="552" y="763"/>
                  </a:cubicBezTo>
                  <a:cubicBezTo>
                    <a:pt x="558" y="759"/>
                    <a:pt x="560" y="759"/>
                    <a:pt x="560" y="759"/>
                  </a:cubicBezTo>
                  <a:cubicBezTo>
                    <a:pt x="560" y="759"/>
                    <a:pt x="560" y="759"/>
                    <a:pt x="560" y="759"/>
                  </a:cubicBezTo>
                  <a:cubicBezTo>
                    <a:pt x="561" y="760"/>
                    <a:pt x="561" y="760"/>
                    <a:pt x="554" y="764"/>
                  </a:cubicBezTo>
                  <a:lnTo>
                    <a:pt x="539" y="774"/>
                  </a:lnTo>
                  <a:lnTo>
                    <a:pt x="540" y="776"/>
                  </a:lnTo>
                  <a:cubicBezTo>
                    <a:pt x="545" y="772"/>
                    <a:pt x="547" y="771"/>
                    <a:pt x="548" y="771"/>
                  </a:cubicBezTo>
                  <a:cubicBezTo>
                    <a:pt x="548" y="771"/>
                    <a:pt x="548" y="771"/>
                    <a:pt x="548" y="771"/>
                  </a:cubicBezTo>
                  <a:cubicBezTo>
                    <a:pt x="548" y="772"/>
                    <a:pt x="548" y="772"/>
                    <a:pt x="535" y="781"/>
                  </a:cubicBezTo>
                  <a:cubicBezTo>
                    <a:pt x="527" y="787"/>
                    <a:pt x="523" y="790"/>
                    <a:pt x="524" y="790"/>
                  </a:cubicBezTo>
                  <a:cubicBezTo>
                    <a:pt x="525" y="790"/>
                    <a:pt x="528" y="788"/>
                    <a:pt x="536" y="783"/>
                  </a:cubicBezTo>
                  <a:lnTo>
                    <a:pt x="543" y="781"/>
                  </a:lnTo>
                  <a:lnTo>
                    <a:pt x="543" y="781"/>
                  </a:lnTo>
                  <a:cubicBezTo>
                    <a:pt x="538" y="785"/>
                    <a:pt x="537" y="787"/>
                    <a:pt x="539" y="787"/>
                  </a:cubicBezTo>
                  <a:cubicBezTo>
                    <a:pt x="541" y="787"/>
                    <a:pt x="549" y="783"/>
                    <a:pt x="554" y="781"/>
                  </a:cubicBezTo>
                  <a:lnTo>
                    <a:pt x="554" y="781"/>
                  </a:lnTo>
                  <a:cubicBezTo>
                    <a:pt x="545" y="787"/>
                    <a:pt x="542" y="790"/>
                    <a:pt x="543" y="790"/>
                  </a:cubicBezTo>
                  <a:cubicBezTo>
                    <a:pt x="545" y="790"/>
                    <a:pt x="548" y="788"/>
                    <a:pt x="555" y="785"/>
                  </a:cubicBezTo>
                  <a:cubicBezTo>
                    <a:pt x="558" y="783"/>
                    <a:pt x="560" y="782"/>
                    <a:pt x="561" y="782"/>
                  </a:cubicBezTo>
                  <a:cubicBezTo>
                    <a:pt x="562" y="782"/>
                    <a:pt x="560" y="784"/>
                    <a:pt x="557" y="787"/>
                  </a:cubicBezTo>
                  <a:cubicBezTo>
                    <a:pt x="550" y="792"/>
                    <a:pt x="550" y="794"/>
                    <a:pt x="551" y="796"/>
                  </a:cubicBezTo>
                  <a:cubicBezTo>
                    <a:pt x="553" y="795"/>
                    <a:pt x="554" y="795"/>
                    <a:pt x="555" y="795"/>
                  </a:cubicBezTo>
                  <a:cubicBezTo>
                    <a:pt x="561" y="795"/>
                    <a:pt x="564" y="802"/>
                    <a:pt x="568" y="808"/>
                  </a:cubicBezTo>
                  <a:cubicBezTo>
                    <a:pt x="573" y="816"/>
                    <a:pt x="576" y="822"/>
                    <a:pt x="581" y="822"/>
                  </a:cubicBezTo>
                  <a:cubicBezTo>
                    <a:pt x="582" y="822"/>
                    <a:pt x="584" y="821"/>
                    <a:pt x="585" y="820"/>
                  </a:cubicBezTo>
                  <a:lnTo>
                    <a:pt x="585" y="820"/>
                  </a:lnTo>
                  <a:cubicBezTo>
                    <a:pt x="586" y="822"/>
                    <a:pt x="586" y="822"/>
                    <a:pt x="579" y="827"/>
                  </a:cubicBezTo>
                  <a:cubicBezTo>
                    <a:pt x="576" y="829"/>
                    <a:pt x="574" y="831"/>
                    <a:pt x="575" y="831"/>
                  </a:cubicBezTo>
                  <a:cubicBezTo>
                    <a:pt x="576" y="831"/>
                    <a:pt x="580" y="829"/>
                    <a:pt x="587" y="825"/>
                  </a:cubicBezTo>
                  <a:cubicBezTo>
                    <a:pt x="592" y="823"/>
                    <a:pt x="596" y="821"/>
                    <a:pt x="597" y="821"/>
                  </a:cubicBezTo>
                  <a:lnTo>
                    <a:pt x="597" y="821"/>
                  </a:lnTo>
                  <a:cubicBezTo>
                    <a:pt x="597" y="821"/>
                    <a:pt x="595" y="822"/>
                    <a:pt x="588" y="826"/>
                  </a:cubicBezTo>
                  <a:cubicBezTo>
                    <a:pt x="581" y="831"/>
                    <a:pt x="582" y="833"/>
                    <a:pt x="584" y="836"/>
                  </a:cubicBezTo>
                  <a:cubicBezTo>
                    <a:pt x="585" y="839"/>
                    <a:pt x="587" y="841"/>
                    <a:pt x="591" y="841"/>
                  </a:cubicBezTo>
                  <a:cubicBezTo>
                    <a:pt x="592" y="841"/>
                    <a:pt x="594" y="841"/>
                    <a:pt x="596" y="840"/>
                  </a:cubicBezTo>
                  <a:cubicBezTo>
                    <a:pt x="600" y="839"/>
                    <a:pt x="602" y="838"/>
                    <a:pt x="602" y="838"/>
                  </a:cubicBezTo>
                  <a:cubicBezTo>
                    <a:pt x="602" y="838"/>
                    <a:pt x="601" y="839"/>
                    <a:pt x="596" y="841"/>
                  </a:cubicBezTo>
                  <a:cubicBezTo>
                    <a:pt x="585" y="847"/>
                    <a:pt x="579" y="855"/>
                    <a:pt x="586" y="855"/>
                  </a:cubicBezTo>
                  <a:cubicBezTo>
                    <a:pt x="588" y="855"/>
                    <a:pt x="591" y="854"/>
                    <a:pt x="594" y="853"/>
                  </a:cubicBezTo>
                  <a:lnTo>
                    <a:pt x="594" y="853"/>
                  </a:lnTo>
                  <a:cubicBezTo>
                    <a:pt x="594" y="854"/>
                    <a:pt x="595" y="855"/>
                    <a:pt x="587" y="860"/>
                  </a:cubicBezTo>
                  <a:cubicBezTo>
                    <a:pt x="588" y="861"/>
                    <a:pt x="588" y="861"/>
                    <a:pt x="592" y="861"/>
                  </a:cubicBezTo>
                  <a:cubicBezTo>
                    <a:pt x="593" y="861"/>
                    <a:pt x="595" y="861"/>
                    <a:pt x="597" y="861"/>
                  </a:cubicBezTo>
                  <a:cubicBezTo>
                    <a:pt x="598" y="862"/>
                    <a:pt x="601" y="866"/>
                    <a:pt x="602" y="869"/>
                  </a:cubicBezTo>
                  <a:cubicBezTo>
                    <a:pt x="602" y="869"/>
                    <a:pt x="603" y="869"/>
                    <a:pt x="603" y="869"/>
                  </a:cubicBezTo>
                  <a:cubicBezTo>
                    <a:pt x="606" y="869"/>
                    <a:pt x="612" y="868"/>
                    <a:pt x="612" y="868"/>
                  </a:cubicBezTo>
                  <a:cubicBezTo>
                    <a:pt x="612" y="868"/>
                    <a:pt x="612" y="869"/>
                    <a:pt x="612" y="869"/>
                  </a:cubicBezTo>
                  <a:cubicBezTo>
                    <a:pt x="612" y="869"/>
                    <a:pt x="612" y="869"/>
                    <a:pt x="612" y="869"/>
                  </a:cubicBezTo>
                  <a:cubicBezTo>
                    <a:pt x="605" y="873"/>
                    <a:pt x="609" y="879"/>
                    <a:pt x="612" y="887"/>
                  </a:cubicBezTo>
                  <a:cubicBezTo>
                    <a:pt x="616" y="894"/>
                    <a:pt x="621" y="901"/>
                    <a:pt x="614" y="907"/>
                  </a:cubicBezTo>
                  <a:cubicBezTo>
                    <a:pt x="614" y="907"/>
                    <a:pt x="614" y="907"/>
                    <a:pt x="614" y="907"/>
                  </a:cubicBezTo>
                  <a:cubicBezTo>
                    <a:pt x="615" y="907"/>
                    <a:pt x="617" y="906"/>
                    <a:pt x="622" y="903"/>
                  </a:cubicBezTo>
                  <a:cubicBezTo>
                    <a:pt x="630" y="900"/>
                    <a:pt x="634" y="898"/>
                    <a:pt x="635" y="898"/>
                  </a:cubicBezTo>
                  <a:cubicBezTo>
                    <a:pt x="636" y="898"/>
                    <a:pt x="634" y="900"/>
                    <a:pt x="631" y="902"/>
                  </a:cubicBezTo>
                  <a:cubicBezTo>
                    <a:pt x="622" y="909"/>
                    <a:pt x="620" y="913"/>
                    <a:pt x="624" y="913"/>
                  </a:cubicBezTo>
                  <a:cubicBezTo>
                    <a:pt x="626" y="913"/>
                    <a:pt x="629" y="912"/>
                    <a:pt x="634" y="910"/>
                  </a:cubicBezTo>
                  <a:lnTo>
                    <a:pt x="634" y="910"/>
                  </a:lnTo>
                  <a:cubicBezTo>
                    <a:pt x="632" y="911"/>
                    <a:pt x="630" y="912"/>
                    <a:pt x="628" y="914"/>
                  </a:cubicBezTo>
                  <a:cubicBezTo>
                    <a:pt x="621" y="919"/>
                    <a:pt x="620" y="921"/>
                    <a:pt x="622" y="921"/>
                  </a:cubicBezTo>
                  <a:cubicBezTo>
                    <a:pt x="625" y="921"/>
                    <a:pt x="630" y="919"/>
                    <a:pt x="638" y="915"/>
                  </a:cubicBezTo>
                  <a:lnTo>
                    <a:pt x="638" y="915"/>
                  </a:lnTo>
                  <a:cubicBezTo>
                    <a:pt x="632" y="919"/>
                    <a:pt x="627" y="924"/>
                    <a:pt x="629" y="924"/>
                  </a:cubicBezTo>
                  <a:cubicBezTo>
                    <a:pt x="629" y="924"/>
                    <a:pt x="630" y="923"/>
                    <a:pt x="632" y="923"/>
                  </a:cubicBezTo>
                  <a:lnTo>
                    <a:pt x="632" y="923"/>
                  </a:lnTo>
                  <a:cubicBezTo>
                    <a:pt x="633" y="924"/>
                    <a:pt x="633" y="924"/>
                    <a:pt x="619" y="933"/>
                  </a:cubicBezTo>
                  <a:cubicBezTo>
                    <a:pt x="612" y="937"/>
                    <a:pt x="604" y="942"/>
                    <a:pt x="605" y="943"/>
                  </a:cubicBezTo>
                  <a:cubicBezTo>
                    <a:pt x="605" y="943"/>
                    <a:pt x="605" y="943"/>
                    <a:pt x="605" y="943"/>
                  </a:cubicBezTo>
                  <a:cubicBezTo>
                    <a:pt x="607" y="943"/>
                    <a:pt x="614" y="939"/>
                    <a:pt x="620" y="935"/>
                  </a:cubicBezTo>
                  <a:lnTo>
                    <a:pt x="621" y="937"/>
                  </a:lnTo>
                  <a:cubicBezTo>
                    <a:pt x="621" y="937"/>
                    <a:pt x="621" y="937"/>
                    <a:pt x="621" y="937"/>
                  </a:cubicBezTo>
                  <a:cubicBezTo>
                    <a:pt x="622" y="937"/>
                    <a:pt x="624" y="937"/>
                    <a:pt x="629" y="934"/>
                  </a:cubicBezTo>
                  <a:cubicBezTo>
                    <a:pt x="633" y="931"/>
                    <a:pt x="635" y="931"/>
                    <a:pt x="636" y="931"/>
                  </a:cubicBezTo>
                  <a:cubicBezTo>
                    <a:pt x="637" y="931"/>
                    <a:pt x="637" y="931"/>
                    <a:pt x="638" y="932"/>
                  </a:cubicBezTo>
                  <a:cubicBezTo>
                    <a:pt x="635" y="933"/>
                    <a:pt x="634" y="934"/>
                    <a:pt x="634" y="934"/>
                  </a:cubicBezTo>
                  <a:cubicBezTo>
                    <a:pt x="635" y="934"/>
                    <a:pt x="640" y="931"/>
                    <a:pt x="644" y="927"/>
                  </a:cubicBezTo>
                  <a:cubicBezTo>
                    <a:pt x="652" y="923"/>
                    <a:pt x="659" y="918"/>
                    <a:pt x="660" y="918"/>
                  </a:cubicBezTo>
                  <a:lnTo>
                    <a:pt x="674" y="909"/>
                  </a:lnTo>
                  <a:cubicBezTo>
                    <a:pt x="684" y="905"/>
                    <a:pt x="694" y="897"/>
                    <a:pt x="702" y="889"/>
                  </a:cubicBezTo>
                  <a:cubicBezTo>
                    <a:pt x="705" y="883"/>
                    <a:pt x="708" y="877"/>
                    <a:pt x="706" y="877"/>
                  </a:cubicBezTo>
                  <a:cubicBezTo>
                    <a:pt x="705" y="877"/>
                    <a:pt x="702" y="879"/>
                    <a:pt x="697" y="882"/>
                  </a:cubicBezTo>
                  <a:cubicBezTo>
                    <a:pt x="697" y="882"/>
                    <a:pt x="691" y="885"/>
                    <a:pt x="690" y="885"/>
                  </a:cubicBezTo>
                  <a:cubicBezTo>
                    <a:pt x="689" y="885"/>
                    <a:pt x="689" y="885"/>
                    <a:pt x="689" y="884"/>
                  </a:cubicBezTo>
                  <a:cubicBezTo>
                    <a:pt x="688" y="883"/>
                    <a:pt x="695" y="878"/>
                    <a:pt x="695" y="878"/>
                  </a:cubicBezTo>
                  <a:cubicBezTo>
                    <a:pt x="703" y="873"/>
                    <a:pt x="699" y="869"/>
                    <a:pt x="697" y="863"/>
                  </a:cubicBezTo>
                  <a:cubicBezTo>
                    <a:pt x="693" y="856"/>
                    <a:pt x="692" y="853"/>
                    <a:pt x="698" y="847"/>
                  </a:cubicBezTo>
                  <a:cubicBezTo>
                    <a:pt x="705" y="842"/>
                    <a:pt x="704" y="841"/>
                    <a:pt x="704" y="841"/>
                  </a:cubicBezTo>
                  <a:lnTo>
                    <a:pt x="704" y="841"/>
                  </a:lnTo>
                  <a:cubicBezTo>
                    <a:pt x="702" y="842"/>
                    <a:pt x="701" y="842"/>
                    <a:pt x="700" y="842"/>
                  </a:cubicBezTo>
                  <a:cubicBezTo>
                    <a:pt x="695" y="842"/>
                    <a:pt x="692" y="837"/>
                    <a:pt x="689" y="832"/>
                  </a:cubicBezTo>
                  <a:cubicBezTo>
                    <a:pt x="686" y="825"/>
                    <a:pt x="682" y="819"/>
                    <a:pt x="677" y="819"/>
                  </a:cubicBezTo>
                  <a:cubicBezTo>
                    <a:pt x="676" y="819"/>
                    <a:pt x="674" y="820"/>
                    <a:pt x="673" y="820"/>
                  </a:cubicBezTo>
                  <a:lnTo>
                    <a:pt x="671" y="818"/>
                  </a:lnTo>
                  <a:cubicBezTo>
                    <a:pt x="679" y="814"/>
                    <a:pt x="678" y="811"/>
                    <a:pt x="677" y="809"/>
                  </a:cubicBezTo>
                  <a:lnTo>
                    <a:pt x="677" y="809"/>
                  </a:lnTo>
                  <a:cubicBezTo>
                    <a:pt x="674" y="810"/>
                    <a:pt x="672" y="810"/>
                    <a:pt x="670" y="810"/>
                  </a:cubicBezTo>
                  <a:cubicBezTo>
                    <a:pt x="667" y="810"/>
                    <a:pt x="667" y="809"/>
                    <a:pt x="667" y="809"/>
                  </a:cubicBezTo>
                  <a:cubicBezTo>
                    <a:pt x="674" y="805"/>
                    <a:pt x="674" y="804"/>
                    <a:pt x="673" y="803"/>
                  </a:cubicBezTo>
                  <a:cubicBezTo>
                    <a:pt x="672" y="801"/>
                    <a:pt x="671" y="801"/>
                    <a:pt x="670" y="801"/>
                  </a:cubicBezTo>
                  <a:cubicBezTo>
                    <a:pt x="669" y="801"/>
                    <a:pt x="667" y="801"/>
                    <a:pt x="664" y="804"/>
                  </a:cubicBezTo>
                  <a:cubicBezTo>
                    <a:pt x="660" y="798"/>
                    <a:pt x="660" y="791"/>
                    <a:pt x="664" y="787"/>
                  </a:cubicBezTo>
                  <a:cubicBezTo>
                    <a:pt x="666" y="785"/>
                    <a:pt x="667" y="784"/>
                    <a:pt x="666" y="784"/>
                  </a:cubicBezTo>
                  <a:cubicBezTo>
                    <a:pt x="664" y="784"/>
                    <a:pt x="659" y="786"/>
                    <a:pt x="655" y="788"/>
                  </a:cubicBezTo>
                  <a:cubicBezTo>
                    <a:pt x="649" y="792"/>
                    <a:pt x="642" y="795"/>
                    <a:pt x="640" y="795"/>
                  </a:cubicBezTo>
                  <a:cubicBezTo>
                    <a:pt x="639" y="795"/>
                    <a:pt x="639" y="795"/>
                    <a:pt x="639" y="795"/>
                  </a:cubicBezTo>
                  <a:lnTo>
                    <a:pt x="653" y="786"/>
                  </a:lnTo>
                  <a:cubicBezTo>
                    <a:pt x="661" y="782"/>
                    <a:pt x="661" y="782"/>
                    <a:pt x="660" y="780"/>
                  </a:cubicBezTo>
                  <a:cubicBezTo>
                    <a:pt x="659" y="779"/>
                    <a:pt x="659" y="778"/>
                    <a:pt x="659" y="778"/>
                  </a:cubicBezTo>
                  <a:cubicBezTo>
                    <a:pt x="657" y="779"/>
                    <a:pt x="655" y="779"/>
                    <a:pt x="654" y="779"/>
                  </a:cubicBezTo>
                  <a:cubicBezTo>
                    <a:pt x="650" y="779"/>
                    <a:pt x="648" y="775"/>
                    <a:pt x="644" y="770"/>
                  </a:cubicBezTo>
                  <a:cubicBezTo>
                    <a:pt x="640" y="763"/>
                    <a:pt x="638" y="759"/>
                    <a:pt x="635" y="759"/>
                  </a:cubicBezTo>
                  <a:cubicBezTo>
                    <a:pt x="633" y="759"/>
                    <a:pt x="632" y="760"/>
                    <a:pt x="630" y="761"/>
                  </a:cubicBezTo>
                  <a:cubicBezTo>
                    <a:pt x="627" y="763"/>
                    <a:pt x="626" y="764"/>
                    <a:pt x="625" y="764"/>
                  </a:cubicBezTo>
                  <a:cubicBezTo>
                    <a:pt x="623" y="764"/>
                    <a:pt x="624" y="761"/>
                    <a:pt x="628" y="757"/>
                  </a:cubicBezTo>
                  <a:cubicBezTo>
                    <a:pt x="640" y="742"/>
                    <a:pt x="644" y="738"/>
                    <a:pt x="642" y="738"/>
                  </a:cubicBezTo>
                  <a:cubicBezTo>
                    <a:pt x="642" y="738"/>
                    <a:pt x="640" y="739"/>
                    <a:pt x="638" y="740"/>
                  </a:cubicBezTo>
                  <a:cubicBezTo>
                    <a:pt x="638" y="741"/>
                    <a:pt x="631" y="745"/>
                    <a:pt x="624" y="750"/>
                  </a:cubicBezTo>
                  <a:cubicBezTo>
                    <a:pt x="617" y="755"/>
                    <a:pt x="613" y="757"/>
                    <a:pt x="613" y="757"/>
                  </a:cubicBezTo>
                  <a:cubicBezTo>
                    <a:pt x="612" y="757"/>
                    <a:pt x="615" y="754"/>
                    <a:pt x="622" y="749"/>
                  </a:cubicBezTo>
                  <a:cubicBezTo>
                    <a:pt x="633" y="741"/>
                    <a:pt x="627" y="733"/>
                    <a:pt x="616" y="733"/>
                  </a:cubicBezTo>
                  <a:cubicBezTo>
                    <a:pt x="613" y="733"/>
                    <a:pt x="610" y="733"/>
                    <a:pt x="607" y="734"/>
                  </a:cubicBezTo>
                  <a:lnTo>
                    <a:pt x="607" y="734"/>
                  </a:lnTo>
                  <a:cubicBezTo>
                    <a:pt x="609" y="733"/>
                    <a:pt x="611" y="732"/>
                    <a:pt x="613" y="731"/>
                  </a:cubicBezTo>
                  <a:cubicBezTo>
                    <a:pt x="620" y="726"/>
                    <a:pt x="620" y="725"/>
                    <a:pt x="618" y="721"/>
                  </a:cubicBezTo>
                  <a:lnTo>
                    <a:pt x="615" y="717"/>
                  </a:lnTo>
                  <a:cubicBezTo>
                    <a:pt x="611" y="720"/>
                    <a:pt x="608" y="721"/>
                    <a:pt x="607" y="721"/>
                  </a:cubicBezTo>
                  <a:cubicBezTo>
                    <a:pt x="603" y="721"/>
                    <a:pt x="606" y="715"/>
                    <a:pt x="612" y="711"/>
                  </a:cubicBezTo>
                  <a:cubicBezTo>
                    <a:pt x="619" y="705"/>
                    <a:pt x="619" y="705"/>
                    <a:pt x="616" y="704"/>
                  </a:cubicBezTo>
                  <a:lnTo>
                    <a:pt x="616" y="704"/>
                  </a:lnTo>
                  <a:cubicBezTo>
                    <a:pt x="613" y="705"/>
                    <a:pt x="611" y="705"/>
                    <a:pt x="609" y="705"/>
                  </a:cubicBezTo>
                  <a:cubicBezTo>
                    <a:pt x="603" y="705"/>
                    <a:pt x="607" y="698"/>
                    <a:pt x="612" y="695"/>
                  </a:cubicBezTo>
                  <a:lnTo>
                    <a:pt x="611" y="693"/>
                  </a:lnTo>
                  <a:cubicBezTo>
                    <a:pt x="608" y="694"/>
                    <a:pt x="606" y="694"/>
                    <a:pt x="604" y="694"/>
                  </a:cubicBezTo>
                  <a:cubicBezTo>
                    <a:pt x="602" y="694"/>
                    <a:pt x="601" y="693"/>
                    <a:pt x="601" y="693"/>
                  </a:cubicBezTo>
                  <a:cubicBezTo>
                    <a:pt x="600" y="691"/>
                    <a:pt x="600" y="690"/>
                    <a:pt x="598" y="690"/>
                  </a:cubicBezTo>
                  <a:cubicBezTo>
                    <a:pt x="597" y="690"/>
                    <a:pt x="595" y="691"/>
                    <a:pt x="592" y="694"/>
                  </a:cubicBezTo>
                  <a:cubicBezTo>
                    <a:pt x="586" y="698"/>
                    <a:pt x="580" y="702"/>
                    <a:pt x="578" y="702"/>
                  </a:cubicBezTo>
                  <a:cubicBezTo>
                    <a:pt x="577" y="702"/>
                    <a:pt x="577" y="702"/>
                    <a:pt x="577" y="702"/>
                  </a:cubicBezTo>
                  <a:lnTo>
                    <a:pt x="584" y="697"/>
                  </a:lnTo>
                  <a:cubicBezTo>
                    <a:pt x="592" y="693"/>
                    <a:pt x="589" y="689"/>
                    <a:pt x="587" y="685"/>
                  </a:cubicBezTo>
                  <a:cubicBezTo>
                    <a:pt x="584" y="680"/>
                    <a:pt x="583" y="678"/>
                    <a:pt x="589" y="672"/>
                  </a:cubicBezTo>
                  <a:lnTo>
                    <a:pt x="589" y="672"/>
                  </a:lnTo>
                  <a:lnTo>
                    <a:pt x="582" y="676"/>
                  </a:lnTo>
                  <a:cubicBezTo>
                    <a:pt x="579" y="677"/>
                    <a:pt x="577" y="678"/>
                    <a:pt x="576" y="678"/>
                  </a:cubicBezTo>
                  <a:cubicBezTo>
                    <a:pt x="575" y="678"/>
                    <a:pt x="576" y="676"/>
                    <a:pt x="581" y="674"/>
                  </a:cubicBezTo>
                  <a:cubicBezTo>
                    <a:pt x="586" y="669"/>
                    <a:pt x="586" y="665"/>
                    <a:pt x="580" y="665"/>
                  </a:cubicBezTo>
                  <a:cubicBezTo>
                    <a:pt x="579" y="665"/>
                    <a:pt x="578" y="665"/>
                    <a:pt x="576" y="666"/>
                  </a:cubicBezTo>
                  <a:lnTo>
                    <a:pt x="575" y="663"/>
                  </a:lnTo>
                  <a:cubicBezTo>
                    <a:pt x="583" y="657"/>
                    <a:pt x="586" y="653"/>
                    <a:pt x="583" y="653"/>
                  </a:cubicBezTo>
                  <a:cubicBezTo>
                    <a:pt x="581" y="653"/>
                    <a:pt x="577" y="655"/>
                    <a:pt x="572" y="658"/>
                  </a:cubicBezTo>
                  <a:cubicBezTo>
                    <a:pt x="579" y="653"/>
                    <a:pt x="578" y="652"/>
                    <a:pt x="578" y="651"/>
                  </a:cubicBezTo>
                  <a:lnTo>
                    <a:pt x="578" y="651"/>
                  </a:lnTo>
                  <a:cubicBezTo>
                    <a:pt x="576" y="652"/>
                    <a:pt x="575" y="652"/>
                    <a:pt x="573" y="652"/>
                  </a:cubicBezTo>
                  <a:cubicBezTo>
                    <a:pt x="569" y="652"/>
                    <a:pt x="569" y="649"/>
                    <a:pt x="575" y="644"/>
                  </a:cubicBezTo>
                  <a:lnTo>
                    <a:pt x="574" y="644"/>
                  </a:lnTo>
                  <a:cubicBezTo>
                    <a:pt x="570" y="646"/>
                    <a:pt x="568" y="647"/>
                    <a:pt x="566" y="647"/>
                  </a:cubicBezTo>
                  <a:cubicBezTo>
                    <a:pt x="565" y="647"/>
                    <a:pt x="565" y="646"/>
                    <a:pt x="565" y="645"/>
                  </a:cubicBezTo>
                  <a:cubicBezTo>
                    <a:pt x="564" y="645"/>
                    <a:pt x="564" y="644"/>
                    <a:pt x="563" y="644"/>
                  </a:cubicBezTo>
                  <a:cubicBezTo>
                    <a:pt x="562" y="644"/>
                    <a:pt x="560" y="645"/>
                    <a:pt x="556" y="647"/>
                  </a:cubicBezTo>
                  <a:cubicBezTo>
                    <a:pt x="551" y="649"/>
                    <a:pt x="549" y="649"/>
                    <a:pt x="548" y="649"/>
                  </a:cubicBezTo>
                  <a:cubicBezTo>
                    <a:pt x="547" y="649"/>
                    <a:pt x="547" y="649"/>
                    <a:pt x="547" y="649"/>
                  </a:cubicBezTo>
                  <a:cubicBezTo>
                    <a:pt x="547" y="648"/>
                    <a:pt x="555" y="644"/>
                    <a:pt x="563" y="641"/>
                  </a:cubicBezTo>
                  <a:cubicBezTo>
                    <a:pt x="567" y="640"/>
                    <a:pt x="569" y="638"/>
                    <a:pt x="566" y="638"/>
                  </a:cubicBezTo>
                  <a:cubicBezTo>
                    <a:pt x="564" y="638"/>
                    <a:pt x="559" y="639"/>
                    <a:pt x="552" y="641"/>
                  </a:cubicBezTo>
                  <a:cubicBezTo>
                    <a:pt x="545" y="644"/>
                    <a:pt x="541" y="645"/>
                    <a:pt x="541" y="645"/>
                  </a:cubicBezTo>
                  <a:cubicBezTo>
                    <a:pt x="540" y="645"/>
                    <a:pt x="544" y="643"/>
                    <a:pt x="552" y="640"/>
                  </a:cubicBezTo>
                  <a:cubicBezTo>
                    <a:pt x="559" y="637"/>
                    <a:pt x="565" y="635"/>
                    <a:pt x="563" y="635"/>
                  </a:cubicBezTo>
                  <a:cubicBezTo>
                    <a:pt x="562" y="635"/>
                    <a:pt x="561" y="635"/>
                    <a:pt x="559" y="635"/>
                  </a:cubicBezTo>
                  <a:cubicBezTo>
                    <a:pt x="559" y="635"/>
                    <a:pt x="559" y="635"/>
                    <a:pt x="558" y="635"/>
                  </a:cubicBezTo>
                  <a:cubicBezTo>
                    <a:pt x="557" y="635"/>
                    <a:pt x="555" y="635"/>
                    <a:pt x="551" y="638"/>
                  </a:cubicBezTo>
                  <a:lnTo>
                    <a:pt x="549" y="634"/>
                  </a:lnTo>
                  <a:cubicBezTo>
                    <a:pt x="555" y="628"/>
                    <a:pt x="555" y="626"/>
                    <a:pt x="554" y="625"/>
                  </a:cubicBezTo>
                  <a:lnTo>
                    <a:pt x="554" y="625"/>
                  </a:lnTo>
                  <a:cubicBezTo>
                    <a:pt x="550" y="627"/>
                    <a:pt x="548" y="628"/>
                    <a:pt x="548" y="628"/>
                  </a:cubicBezTo>
                  <a:cubicBezTo>
                    <a:pt x="547" y="628"/>
                    <a:pt x="549" y="626"/>
                    <a:pt x="552" y="623"/>
                  </a:cubicBezTo>
                  <a:cubicBezTo>
                    <a:pt x="556" y="621"/>
                    <a:pt x="558" y="620"/>
                    <a:pt x="557" y="620"/>
                  </a:cubicBezTo>
                  <a:cubicBezTo>
                    <a:pt x="556" y="620"/>
                    <a:pt x="553" y="622"/>
                    <a:pt x="545" y="626"/>
                  </a:cubicBezTo>
                  <a:cubicBezTo>
                    <a:pt x="541" y="628"/>
                    <a:pt x="539" y="629"/>
                    <a:pt x="539" y="629"/>
                  </a:cubicBezTo>
                  <a:cubicBezTo>
                    <a:pt x="538" y="629"/>
                    <a:pt x="539" y="627"/>
                    <a:pt x="542" y="623"/>
                  </a:cubicBezTo>
                  <a:cubicBezTo>
                    <a:pt x="552" y="617"/>
                    <a:pt x="555" y="615"/>
                    <a:pt x="554" y="615"/>
                  </a:cubicBezTo>
                  <a:lnTo>
                    <a:pt x="554" y="615"/>
                  </a:lnTo>
                  <a:cubicBezTo>
                    <a:pt x="554" y="615"/>
                    <a:pt x="552" y="616"/>
                    <a:pt x="549" y="617"/>
                  </a:cubicBezTo>
                  <a:cubicBezTo>
                    <a:pt x="544" y="620"/>
                    <a:pt x="542" y="621"/>
                    <a:pt x="542" y="621"/>
                  </a:cubicBezTo>
                  <a:cubicBezTo>
                    <a:pt x="541" y="621"/>
                    <a:pt x="541" y="621"/>
                    <a:pt x="541" y="621"/>
                  </a:cubicBezTo>
                  <a:cubicBezTo>
                    <a:pt x="548" y="616"/>
                    <a:pt x="542" y="606"/>
                    <a:pt x="538" y="596"/>
                  </a:cubicBezTo>
                  <a:cubicBezTo>
                    <a:pt x="538" y="596"/>
                    <a:pt x="537" y="596"/>
                    <a:pt x="537" y="596"/>
                  </a:cubicBezTo>
                  <a:cubicBezTo>
                    <a:pt x="535" y="596"/>
                    <a:pt x="528" y="599"/>
                    <a:pt x="522" y="603"/>
                  </a:cubicBezTo>
                  <a:cubicBezTo>
                    <a:pt x="516" y="607"/>
                    <a:pt x="514" y="608"/>
                    <a:pt x="514" y="608"/>
                  </a:cubicBezTo>
                  <a:cubicBezTo>
                    <a:pt x="513" y="608"/>
                    <a:pt x="517" y="605"/>
                    <a:pt x="521" y="602"/>
                  </a:cubicBezTo>
                  <a:cubicBezTo>
                    <a:pt x="533" y="594"/>
                    <a:pt x="538" y="590"/>
                    <a:pt x="536" y="590"/>
                  </a:cubicBezTo>
                  <a:cubicBezTo>
                    <a:pt x="535" y="590"/>
                    <a:pt x="530" y="593"/>
                    <a:pt x="520" y="599"/>
                  </a:cubicBezTo>
                  <a:cubicBezTo>
                    <a:pt x="513" y="604"/>
                    <a:pt x="510" y="607"/>
                    <a:pt x="510" y="607"/>
                  </a:cubicBezTo>
                  <a:cubicBezTo>
                    <a:pt x="509" y="607"/>
                    <a:pt x="512" y="604"/>
                    <a:pt x="519" y="598"/>
                  </a:cubicBezTo>
                  <a:cubicBezTo>
                    <a:pt x="523" y="595"/>
                    <a:pt x="524" y="594"/>
                    <a:pt x="524" y="594"/>
                  </a:cubicBezTo>
                  <a:cubicBezTo>
                    <a:pt x="523" y="594"/>
                    <a:pt x="521" y="595"/>
                    <a:pt x="518" y="596"/>
                  </a:cubicBezTo>
                  <a:cubicBezTo>
                    <a:pt x="523" y="592"/>
                    <a:pt x="528" y="588"/>
                    <a:pt x="527" y="588"/>
                  </a:cubicBezTo>
                  <a:cubicBezTo>
                    <a:pt x="526" y="588"/>
                    <a:pt x="525" y="588"/>
                    <a:pt x="523" y="589"/>
                  </a:cubicBezTo>
                  <a:cubicBezTo>
                    <a:pt x="523" y="589"/>
                    <a:pt x="523" y="588"/>
                    <a:pt x="529" y="583"/>
                  </a:cubicBezTo>
                  <a:cubicBezTo>
                    <a:pt x="532" y="580"/>
                    <a:pt x="532" y="580"/>
                    <a:pt x="531" y="580"/>
                  </a:cubicBezTo>
                  <a:cubicBezTo>
                    <a:pt x="530" y="580"/>
                    <a:pt x="525" y="582"/>
                    <a:pt x="520" y="584"/>
                  </a:cubicBezTo>
                  <a:cubicBezTo>
                    <a:pt x="513" y="586"/>
                    <a:pt x="509" y="587"/>
                    <a:pt x="508" y="587"/>
                  </a:cubicBezTo>
                  <a:cubicBezTo>
                    <a:pt x="506" y="587"/>
                    <a:pt x="510" y="585"/>
                    <a:pt x="519" y="580"/>
                  </a:cubicBezTo>
                  <a:cubicBezTo>
                    <a:pt x="527" y="576"/>
                    <a:pt x="527" y="574"/>
                    <a:pt x="524" y="574"/>
                  </a:cubicBezTo>
                  <a:cubicBezTo>
                    <a:pt x="521" y="574"/>
                    <a:pt x="515" y="576"/>
                    <a:pt x="509" y="579"/>
                  </a:cubicBezTo>
                  <a:cubicBezTo>
                    <a:pt x="500" y="584"/>
                    <a:pt x="496" y="586"/>
                    <a:pt x="496" y="586"/>
                  </a:cubicBezTo>
                  <a:cubicBezTo>
                    <a:pt x="496" y="586"/>
                    <a:pt x="497" y="585"/>
                    <a:pt x="501" y="583"/>
                  </a:cubicBezTo>
                  <a:cubicBezTo>
                    <a:pt x="508" y="578"/>
                    <a:pt x="508" y="577"/>
                    <a:pt x="508" y="577"/>
                  </a:cubicBezTo>
                  <a:cubicBezTo>
                    <a:pt x="506" y="576"/>
                    <a:pt x="505" y="575"/>
                    <a:pt x="513" y="570"/>
                  </a:cubicBezTo>
                  <a:cubicBezTo>
                    <a:pt x="513" y="570"/>
                    <a:pt x="513" y="570"/>
                    <a:pt x="512" y="570"/>
                  </a:cubicBezTo>
                  <a:cubicBezTo>
                    <a:pt x="510" y="570"/>
                    <a:pt x="508" y="570"/>
                    <a:pt x="504" y="571"/>
                  </a:cubicBezTo>
                  <a:cubicBezTo>
                    <a:pt x="500" y="573"/>
                    <a:pt x="498" y="574"/>
                    <a:pt x="496" y="574"/>
                  </a:cubicBezTo>
                  <a:cubicBezTo>
                    <a:pt x="492" y="574"/>
                    <a:pt x="498" y="568"/>
                    <a:pt x="508" y="560"/>
                  </a:cubicBezTo>
                  <a:lnTo>
                    <a:pt x="508" y="560"/>
                  </a:lnTo>
                  <a:lnTo>
                    <a:pt x="499" y="564"/>
                  </a:lnTo>
                  <a:cubicBezTo>
                    <a:pt x="490" y="568"/>
                    <a:pt x="484" y="571"/>
                    <a:pt x="483" y="571"/>
                  </a:cubicBezTo>
                  <a:cubicBezTo>
                    <a:pt x="482" y="571"/>
                    <a:pt x="485" y="570"/>
                    <a:pt x="491" y="566"/>
                  </a:cubicBezTo>
                  <a:lnTo>
                    <a:pt x="498" y="561"/>
                  </a:lnTo>
                  <a:lnTo>
                    <a:pt x="498" y="561"/>
                  </a:lnTo>
                  <a:cubicBezTo>
                    <a:pt x="494" y="563"/>
                    <a:pt x="491" y="564"/>
                    <a:pt x="490" y="564"/>
                  </a:cubicBezTo>
                  <a:cubicBezTo>
                    <a:pt x="486" y="564"/>
                    <a:pt x="491" y="558"/>
                    <a:pt x="502" y="551"/>
                  </a:cubicBezTo>
                  <a:cubicBezTo>
                    <a:pt x="510" y="547"/>
                    <a:pt x="510" y="547"/>
                    <a:pt x="509" y="546"/>
                  </a:cubicBezTo>
                  <a:lnTo>
                    <a:pt x="509" y="546"/>
                  </a:lnTo>
                  <a:lnTo>
                    <a:pt x="502" y="550"/>
                  </a:lnTo>
                  <a:cubicBezTo>
                    <a:pt x="495" y="554"/>
                    <a:pt x="489" y="558"/>
                    <a:pt x="487" y="558"/>
                  </a:cubicBezTo>
                  <a:cubicBezTo>
                    <a:pt x="487" y="558"/>
                    <a:pt x="486" y="558"/>
                    <a:pt x="486" y="558"/>
                  </a:cubicBezTo>
                  <a:cubicBezTo>
                    <a:pt x="486" y="557"/>
                    <a:pt x="485" y="556"/>
                    <a:pt x="493" y="551"/>
                  </a:cubicBezTo>
                  <a:cubicBezTo>
                    <a:pt x="497" y="547"/>
                    <a:pt x="502" y="543"/>
                    <a:pt x="501" y="543"/>
                  </a:cubicBezTo>
                  <a:lnTo>
                    <a:pt x="501" y="543"/>
                  </a:lnTo>
                  <a:cubicBezTo>
                    <a:pt x="501" y="543"/>
                    <a:pt x="500" y="543"/>
                    <a:pt x="499" y="544"/>
                  </a:cubicBezTo>
                  <a:cubicBezTo>
                    <a:pt x="499" y="544"/>
                    <a:pt x="498" y="543"/>
                    <a:pt x="504" y="538"/>
                  </a:cubicBezTo>
                  <a:lnTo>
                    <a:pt x="502" y="533"/>
                  </a:lnTo>
                  <a:cubicBezTo>
                    <a:pt x="499" y="534"/>
                    <a:pt x="498" y="535"/>
                    <a:pt x="496" y="535"/>
                  </a:cubicBezTo>
                  <a:cubicBezTo>
                    <a:pt x="494" y="535"/>
                    <a:pt x="495" y="533"/>
                    <a:pt x="500" y="530"/>
                  </a:cubicBezTo>
                  <a:cubicBezTo>
                    <a:pt x="500" y="530"/>
                    <a:pt x="499" y="529"/>
                    <a:pt x="498" y="529"/>
                  </a:cubicBezTo>
                  <a:cubicBezTo>
                    <a:pt x="496" y="529"/>
                    <a:pt x="494" y="530"/>
                    <a:pt x="491" y="531"/>
                  </a:cubicBezTo>
                  <a:cubicBezTo>
                    <a:pt x="490" y="529"/>
                    <a:pt x="490" y="528"/>
                    <a:pt x="496" y="523"/>
                  </a:cubicBezTo>
                  <a:cubicBezTo>
                    <a:pt x="501" y="521"/>
                    <a:pt x="503" y="520"/>
                    <a:pt x="502" y="520"/>
                  </a:cubicBezTo>
                  <a:lnTo>
                    <a:pt x="502" y="520"/>
                  </a:lnTo>
                  <a:cubicBezTo>
                    <a:pt x="502" y="520"/>
                    <a:pt x="500" y="521"/>
                    <a:pt x="496" y="522"/>
                  </a:cubicBezTo>
                  <a:cubicBezTo>
                    <a:pt x="492" y="525"/>
                    <a:pt x="490" y="525"/>
                    <a:pt x="489" y="525"/>
                  </a:cubicBezTo>
                  <a:cubicBezTo>
                    <a:pt x="488" y="525"/>
                    <a:pt x="488" y="525"/>
                    <a:pt x="487" y="524"/>
                  </a:cubicBezTo>
                  <a:lnTo>
                    <a:pt x="486" y="523"/>
                  </a:lnTo>
                  <a:cubicBezTo>
                    <a:pt x="482" y="526"/>
                    <a:pt x="480" y="527"/>
                    <a:pt x="479" y="527"/>
                  </a:cubicBezTo>
                  <a:cubicBezTo>
                    <a:pt x="479" y="527"/>
                    <a:pt x="479" y="527"/>
                    <a:pt x="478" y="527"/>
                  </a:cubicBezTo>
                  <a:cubicBezTo>
                    <a:pt x="478" y="525"/>
                    <a:pt x="483" y="518"/>
                    <a:pt x="483" y="516"/>
                  </a:cubicBezTo>
                  <a:cubicBezTo>
                    <a:pt x="482" y="515"/>
                    <a:pt x="481" y="514"/>
                    <a:pt x="481" y="514"/>
                  </a:cubicBezTo>
                  <a:cubicBezTo>
                    <a:pt x="479" y="514"/>
                    <a:pt x="478" y="516"/>
                    <a:pt x="474" y="519"/>
                  </a:cubicBezTo>
                  <a:cubicBezTo>
                    <a:pt x="475" y="519"/>
                    <a:pt x="472" y="521"/>
                    <a:pt x="471" y="521"/>
                  </a:cubicBezTo>
                  <a:cubicBezTo>
                    <a:pt x="471" y="521"/>
                    <a:pt x="471" y="520"/>
                    <a:pt x="474" y="518"/>
                  </a:cubicBezTo>
                  <a:cubicBezTo>
                    <a:pt x="473" y="516"/>
                    <a:pt x="478" y="509"/>
                    <a:pt x="476" y="505"/>
                  </a:cubicBezTo>
                  <a:cubicBezTo>
                    <a:pt x="475" y="503"/>
                    <a:pt x="475" y="502"/>
                    <a:pt x="473" y="502"/>
                  </a:cubicBezTo>
                  <a:cubicBezTo>
                    <a:pt x="472" y="502"/>
                    <a:pt x="471" y="503"/>
                    <a:pt x="467" y="505"/>
                  </a:cubicBezTo>
                  <a:cubicBezTo>
                    <a:pt x="461" y="510"/>
                    <a:pt x="457" y="512"/>
                    <a:pt x="457" y="512"/>
                  </a:cubicBezTo>
                  <a:cubicBezTo>
                    <a:pt x="456" y="512"/>
                    <a:pt x="459" y="509"/>
                    <a:pt x="466" y="504"/>
                  </a:cubicBezTo>
                  <a:cubicBezTo>
                    <a:pt x="475" y="497"/>
                    <a:pt x="478" y="494"/>
                    <a:pt x="477" y="494"/>
                  </a:cubicBezTo>
                  <a:cubicBezTo>
                    <a:pt x="476" y="494"/>
                    <a:pt x="474" y="495"/>
                    <a:pt x="472" y="496"/>
                  </a:cubicBezTo>
                  <a:cubicBezTo>
                    <a:pt x="467" y="498"/>
                    <a:pt x="465" y="499"/>
                    <a:pt x="464" y="499"/>
                  </a:cubicBezTo>
                  <a:cubicBezTo>
                    <a:pt x="464" y="499"/>
                    <a:pt x="464" y="499"/>
                    <a:pt x="464" y="499"/>
                  </a:cubicBezTo>
                  <a:cubicBezTo>
                    <a:pt x="468" y="496"/>
                    <a:pt x="469" y="494"/>
                    <a:pt x="468" y="494"/>
                  </a:cubicBezTo>
                  <a:cubicBezTo>
                    <a:pt x="467" y="494"/>
                    <a:pt x="465" y="495"/>
                    <a:pt x="462" y="496"/>
                  </a:cubicBezTo>
                  <a:cubicBezTo>
                    <a:pt x="460" y="495"/>
                    <a:pt x="460" y="495"/>
                    <a:pt x="468" y="491"/>
                  </a:cubicBezTo>
                  <a:lnTo>
                    <a:pt x="467" y="488"/>
                  </a:lnTo>
                  <a:cubicBezTo>
                    <a:pt x="464" y="490"/>
                    <a:pt x="461" y="490"/>
                    <a:pt x="459" y="490"/>
                  </a:cubicBezTo>
                  <a:cubicBezTo>
                    <a:pt x="453" y="490"/>
                    <a:pt x="456" y="483"/>
                    <a:pt x="462" y="478"/>
                  </a:cubicBezTo>
                  <a:cubicBezTo>
                    <a:pt x="462" y="478"/>
                    <a:pt x="461" y="478"/>
                    <a:pt x="461" y="478"/>
                  </a:cubicBezTo>
                  <a:cubicBezTo>
                    <a:pt x="460" y="478"/>
                    <a:pt x="457" y="479"/>
                    <a:pt x="453" y="481"/>
                  </a:cubicBezTo>
                  <a:cubicBezTo>
                    <a:pt x="446" y="484"/>
                    <a:pt x="442" y="486"/>
                    <a:pt x="441" y="486"/>
                  </a:cubicBezTo>
                  <a:cubicBezTo>
                    <a:pt x="440" y="486"/>
                    <a:pt x="443" y="483"/>
                    <a:pt x="452" y="478"/>
                  </a:cubicBezTo>
                  <a:cubicBezTo>
                    <a:pt x="459" y="474"/>
                    <a:pt x="463" y="471"/>
                    <a:pt x="462" y="471"/>
                  </a:cubicBezTo>
                  <a:lnTo>
                    <a:pt x="462" y="471"/>
                  </a:lnTo>
                  <a:cubicBezTo>
                    <a:pt x="462" y="471"/>
                    <a:pt x="459" y="473"/>
                    <a:pt x="452" y="477"/>
                  </a:cubicBezTo>
                  <a:cubicBezTo>
                    <a:pt x="450" y="478"/>
                    <a:pt x="449" y="478"/>
                    <a:pt x="447" y="478"/>
                  </a:cubicBezTo>
                  <a:cubicBezTo>
                    <a:pt x="443" y="478"/>
                    <a:pt x="443" y="473"/>
                    <a:pt x="455" y="467"/>
                  </a:cubicBezTo>
                  <a:lnTo>
                    <a:pt x="469" y="458"/>
                  </a:lnTo>
                  <a:lnTo>
                    <a:pt x="469" y="458"/>
                  </a:lnTo>
                  <a:cubicBezTo>
                    <a:pt x="465" y="460"/>
                    <a:pt x="463" y="461"/>
                    <a:pt x="462" y="461"/>
                  </a:cubicBezTo>
                  <a:cubicBezTo>
                    <a:pt x="462" y="461"/>
                    <a:pt x="462" y="460"/>
                    <a:pt x="462" y="460"/>
                  </a:cubicBezTo>
                  <a:cubicBezTo>
                    <a:pt x="458" y="462"/>
                    <a:pt x="456" y="463"/>
                    <a:pt x="455" y="463"/>
                  </a:cubicBezTo>
                  <a:cubicBezTo>
                    <a:pt x="453" y="463"/>
                    <a:pt x="453" y="462"/>
                    <a:pt x="452" y="460"/>
                  </a:cubicBezTo>
                  <a:cubicBezTo>
                    <a:pt x="450" y="458"/>
                    <a:pt x="441" y="459"/>
                    <a:pt x="439" y="457"/>
                  </a:cubicBezTo>
                  <a:cubicBezTo>
                    <a:pt x="438" y="455"/>
                    <a:pt x="437" y="451"/>
                    <a:pt x="444" y="446"/>
                  </a:cubicBezTo>
                  <a:cubicBezTo>
                    <a:pt x="443" y="445"/>
                    <a:pt x="443" y="444"/>
                    <a:pt x="441" y="444"/>
                  </a:cubicBezTo>
                  <a:cubicBezTo>
                    <a:pt x="440" y="444"/>
                    <a:pt x="437" y="445"/>
                    <a:pt x="434" y="446"/>
                  </a:cubicBezTo>
                  <a:cubicBezTo>
                    <a:pt x="431" y="447"/>
                    <a:pt x="429" y="447"/>
                    <a:pt x="428" y="447"/>
                  </a:cubicBezTo>
                  <a:cubicBezTo>
                    <a:pt x="426" y="447"/>
                    <a:pt x="427" y="445"/>
                    <a:pt x="431" y="442"/>
                  </a:cubicBezTo>
                  <a:lnTo>
                    <a:pt x="431" y="441"/>
                  </a:lnTo>
                  <a:cubicBezTo>
                    <a:pt x="427" y="442"/>
                    <a:pt x="425" y="443"/>
                    <a:pt x="423" y="443"/>
                  </a:cubicBezTo>
                  <a:cubicBezTo>
                    <a:pt x="422" y="443"/>
                    <a:pt x="422" y="442"/>
                    <a:pt x="422" y="442"/>
                  </a:cubicBezTo>
                  <a:cubicBezTo>
                    <a:pt x="428" y="439"/>
                    <a:pt x="433" y="435"/>
                    <a:pt x="431" y="435"/>
                  </a:cubicBezTo>
                  <a:cubicBezTo>
                    <a:pt x="431" y="435"/>
                    <a:pt x="430" y="435"/>
                    <a:pt x="428" y="436"/>
                  </a:cubicBezTo>
                  <a:cubicBezTo>
                    <a:pt x="425" y="438"/>
                    <a:pt x="423" y="439"/>
                    <a:pt x="421" y="439"/>
                  </a:cubicBezTo>
                  <a:cubicBezTo>
                    <a:pt x="420" y="439"/>
                    <a:pt x="420" y="438"/>
                    <a:pt x="419" y="437"/>
                  </a:cubicBezTo>
                  <a:cubicBezTo>
                    <a:pt x="424" y="431"/>
                    <a:pt x="407" y="399"/>
                    <a:pt x="399" y="399"/>
                  </a:cubicBezTo>
                  <a:cubicBezTo>
                    <a:pt x="399" y="399"/>
                    <a:pt x="398" y="399"/>
                    <a:pt x="398" y="400"/>
                  </a:cubicBezTo>
                  <a:lnTo>
                    <a:pt x="395" y="396"/>
                  </a:lnTo>
                  <a:lnTo>
                    <a:pt x="394" y="393"/>
                  </a:lnTo>
                  <a:cubicBezTo>
                    <a:pt x="406" y="386"/>
                    <a:pt x="402" y="384"/>
                    <a:pt x="395" y="384"/>
                  </a:cubicBezTo>
                  <a:cubicBezTo>
                    <a:pt x="393" y="384"/>
                    <a:pt x="391" y="384"/>
                    <a:pt x="389" y="384"/>
                  </a:cubicBezTo>
                  <a:cubicBezTo>
                    <a:pt x="385" y="386"/>
                    <a:pt x="383" y="386"/>
                    <a:pt x="382" y="386"/>
                  </a:cubicBezTo>
                  <a:cubicBezTo>
                    <a:pt x="381" y="386"/>
                    <a:pt x="380" y="386"/>
                    <a:pt x="380" y="385"/>
                  </a:cubicBezTo>
                  <a:cubicBezTo>
                    <a:pt x="391" y="378"/>
                    <a:pt x="393" y="374"/>
                    <a:pt x="389" y="374"/>
                  </a:cubicBezTo>
                  <a:cubicBezTo>
                    <a:pt x="387" y="374"/>
                    <a:pt x="386" y="375"/>
                    <a:pt x="384" y="375"/>
                  </a:cubicBezTo>
                  <a:cubicBezTo>
                    <a:pt x="378" y="379"/>
                    <a:pt x="374" y="380"/>
                    <a:pt x="373" y="380"/>
                  </a:cubicBezTo>
                  <a:cubicBezTo>
                    <a:pt x="372" y="380"/>
                    <a:pt x="375" y="378"/>
                    <a:pt x="383" y="373"/>
                  </a:cubicBezTo>
                  <a:cubicBezTo>
                    <a:pt x="391" y="368"/>
                    <a:pt x="394" y="365"/>
                    <a:pt x="392" y="365"/>
                  </a:cubicBezTo>
                  <a:cubicBezTo>
                    <a:pt x="390" y="365"/>
                    <a:pt x="384" y="368"/>
                    <a:pt x="373" y="373"/>
                  </a:cubicBezTo>
                  <a:cubicBezTo>
                    <a:pt x="369" y="375"/>
                    <a:pt x="367" y="376"/>
                    <a:pt x="367" y="376"/>
                  </a:cubicBezTo>
                  <a:cubicBezTo>
                    <a:pt x="367" y="376"/>
                    <a:pt x="368" y="375"/>
                    <a:pt x="372" y="372"/>
                  </a:cubicBezTo>
                  <a:cubicBezTo>
                    <a:pt x="381" y="365"/>
                    <a:pt x="384" y="362"/>
                    <a:pt x="383" y="362"/>
                  </a:cubicBezTo>
                  <a:lnTo>
                    <a:pt x="383" y="362"/>
                  </a:lnTo>
                  <a:cubicBezTo>
                    <a:pt x="383" y="362"/>
                    <a:pt x="381" y="363"/>
                    <a:pt x="379" y="365"/>
                  </a:cubicBezTo>
                  <a:cubicBezTo>
                    <a:pt x="372" y="368"/>
                    <a:pt x="368" y="370"/>
                    <a:pt x="367" y="370"/>
                  </a:cubicBezTo>
                  <a:cubicBezTo>
                    <a:pt x="365" y="370"/>
                    <a:pt x="369" y="367"/>
                    <a:pt x="376" y="362"/>
                  </a:cubicBezTo>
                  <a:cubicBezTo>
                    <a:pt x="384" y="356"/>
                    <a:pt x="387" y="353"/>
                    <a:pt x="386" y="353"/>
                  </a:cubicBezTo>
                  <a:cubicBezTo>
                    <a:pt x="385" y="353"/>
                    <a:pt x="381" y="355"/>
                    <a:pt x="374" y="358"/>
                  </a:cubicBezTo>
                  <a:cubicBezTo>
                    <a:pt x="369" y="361"/>
                    <a:pt x="365" y="362"/>
                    <a:pt x="363" y="362"/>
                  </a:cubicBezTo>
                  <a:cubicBezTo>
                    <a:pt x="360" y="362"/>
                    <a:pt x="362" y="358"/>
                    <a:pt x="371" y="352"/>
                  </a:cubicBezTo>
                  <a:cubicBezTo>
                    <a:pt x="371" y="351"/>
                    <a:pt x="374" y="348"/>
                    <a:pt x="373" y="348"/>
                  </a:cubicBezTo>
                  <a:cubicBezTo>
                    <a:pt x="373" y="348"/>
                    <a:pt x="372" y="348"/>
                    <a:pt x="370" y="349"/>
                  </a:cubicBezTo>
                  <a:lnTo>
                    <a:pt x="376" y="344"/>
                  </a:lnTo>
                  <a:lnTo>
                    <a:pt x="375" y="341"/>
                  </a:lnTo>
                  <a:lnTo>
                    <a:pt x="367" y="346"/>
                  </a:lnTo>
                  <a:cubicBezTo>
                    <a:pt x="367" y="345"/>
                    <a:pt x="371" y="334"/>
                    <a:pt x="366" y="327"/>
                  </a:cubicBezTo>
                  <a:cubicBezTo>
                    <a:pt x="362" y="319"/>
                    <a:pt x="360" y="315"/>
                    <a:pt x="357" y="315"/>
                  </a:cubicBezTo>
                  <a:cubicBezTo>
                    <a:pt x="356" y="315"/>
                    <a:pt x="354" y="316"/>
                    <a:pt x="352" y="318"/>
                  </a:cubicBezTo>
                  <a:cubicBezTo>
                    <a:pt x="346" y="322"/>
                    <a:pt x="342" y="324"/>
                    <a:pt x="341" y="324"/>
                  </a:cubicBezTo>
                  <a:cubicBezTo>
                    <a:pt x="340" y="324"/>
                    <a:pt x="343" y="321"/>
                    <a:pt x="351" y="316"/>
                  </a:cubicBezTo>
                  <a:cubicBezTo>
                    <a:pt x="351" y="315"/>
                    <a:pt x="356" y="308"/>
                    <a:pt x="355" y="306"/>
                  </a:cubicBezTo>
                  <a:cubicBezTo>
                    <a:pt x="354" y="303"/>
                    <a:pt x="353" y="301"/>
                    <a:pt x="360" y="297"/>
                  </a:cubicBezTo>
                  <a:lnTo>
                    <a:pt x="360" y="295"/>
                  </a:lnTo>
                  <a:cubicBezTo>
                    <a:pt x="355" y="298"/>
                    <a:pt x="351" y="299"/>
                    <a:pt x="348" y="299"/>
                  </a:cubicBezTo>
                  <a:cubicBezTo>
                    <a:pt x="342" y="299"/>
                    <a:pt x="342" y="294"/>
                    <a:pt x="345" y="289"/>
                  </a:cubicBezTo>
                  <a:cubicBezTo>
                    <a:pt x="344" y="287"/>
                    <a:pt x="344" y="286"/>
                    <a:pt x="342" y="286"/>
                  </a:cubicBezTo>
                  <a:cubicBezTo>
                    <a:pt x="340" y="286"/>
                    <a:pt x="338" y="287"/>
                    <a:pt x="335" y="288"/>
                  </a:cubicBezTo>
                  <a:cubicBezTo>
                    <a:pt x="332" y="288"/>
                    <a:pt x="330" y="289"/>
                    <a:pt x="329" y="289"/>
                  </a:cubicBezTo>
                  <a:cubicBezTo>
                    <a:pt x="328" y="289"/>
                    <a:pt x="330" y="288"/>
                    <a:pt x="334" y="284"/>
                  </a:cubicBezTo>
                  <a:cubicBezTo>
                    <a:pt x="339" y="281"/>
                    <a:pt x="342" y="274"/>
                    <a:pt x="337" y="274"/>
                  </a:cubicBezTo>
                  <a:cubicBezTo>
                    <a:pt x="336" y="274"/>
                    <a:pt x="333" y="275"/>
                    <a:pt x="329" y="278"/>
                  </a:cubicBezTo>
                  <a:lnTo>
                    <a:pt x="336" y="272"/>
                  </a:lnTo>
                  <a:cubicBezTo>
                    <a:pt x="338" y="270"/>
                    <a:pt x="339" y="269"/>
                    <a:pt x="338" y="269"/>
                  </a:cubicBezTo>
                  <a:cubicBezTo>
                    <a:pt x="337" y="269"/>
                    <a:pt x="332" y="271"/>
                    <a:pt x="328" y="274"/>
                  </a:cubicBezTo>
                  <a:cubicBezTo>
                    <a:pt x="322" y="278"/>
                    <a:pt x="318" y="280"/>
                    <a:pt x="318" y="280"/>
                  </a:cubicBezTo>
                  <a:cubicBezTo>
                    <a:pt x="316" y="280"/>
                    <a:pt x="321" y="276"/>
                    <a:pt x="334" y="267"/>
                  </a:cubicBezTo>
                  <a:cubicBezTo>
                    <a:pt x="343" y="262"/>
                    <a:pt x="346" y="259"/>
                    <a:pt x="345" y="259"/>
                  </a:cubicBezTo>
                  <a:lnTo>
                    <a:pt x="345" y="259"/>
                  </a:lnTo>
                  <a:cubicBezTo>
                    <a:pt x="345" y="259"/>
                    <a:pt x="343" y="260"/>
                    <a:pt x="340" y="262"/>
                  </a:cubicBezTo>
                  <a:cubicBezTo>
                    <a:pt x="335" y="264"/>
                    <a:pt x="330" y="267"/>
                    <a:pt x="329" y="267"/>
                  </a:cubicBezTo>
                  <a:cubicBezTo>
                    <a:pt x="329" y="267"/>
                    <a:pt x="329" y="266"/>
                    <a:pt x="331" y="264"/>
                  </a:cubicBezTo>
                  <a:cubicBezTo>
                    <a:pt x="331" y="264"/>
                    <a:pt x="331" y="263"/>
                    <a:pt x="330" y="263"/>
                  </a:cubicBezTo>
                  <a:cubicBezTo>
                    <a:pt x="329" y="263"/>
                    <a:pt x="325" y="265"/>
                    <a:pt x="316" y="271"/>
                  </a:cubicBezTo>
                  <a:cubicBezTo>
                    <a:pt x="311" y="273"/>
                    <a:pt x="309" y="274"/>
                    <a:pt x="308" y="274"/>
                  </a:cubicBezTo>
                  <a:cubicBezTo>
                    <a:pt x="308" y="274"/>
                    <a:pt x="307" y="274"/>
                    <a:pt x="307" y="273"/>
                  </a:cubicBezTo>
                  <a:cubicBezTo>
                    <a:pt x="312" y="270"/>
                    <a:pt x="317" y="267"/>
                    <a:pt x="322" y="265"/>
                  </a:cubicBezTo>
                  <a:lnTo>
                    <a:pt x="322" y="265"/>
                  </a:lnTo>
                  <a:cubicBezTo>
                    <a:pt x="322" y="265"/>
                    <a:pt x="322" y="266"/>
                    <a:pt x="322" y="266"/>
                  </a:cubicBezTo>
                  <a:cubicBezTo>
                    <a:pt x="323" y="266"/>
                    <a:pt x="323" y="265"/>
                    <a:pt x="323" y="265"/>
                  </a:cubicBezTo>
                  <a:lnTo>
                    <a:pt x="323" y="265"/>
                  </a:lnTo>
                  <a:cubicBezTo>
                    <a:pt x="322" y="265"/>
                    <a:pt x="322" y="265"/>
                    <a:pt x="322" y="265"/>
                  </a:cubicBezTo>
                  <a:lnTo>
                    <a:pt x="322" y="265"/>
                  </a:lnTo>
                  <a:cubicBezTo>
                    <a:pt x="322" y="265"/>
                    <a:pt x="322" y="264"/>
                    <a:pt x="321" y="263"/>
                  </a:cubicBezTo>
                  <a:cubicBezTo>
                    <a:pt x="320" y="262"/>
                    <a:pt x="326" y="255"/>
                    <a:pt x="334" y="251"/>
                  </a:cubicBezTo>
                  <a:cubicBezTo>
                    <a:pt x="337" y="248"/>
                    <a:pt x="338" y="246"/>
                    <a:pt x="338" y="246"/>
                  </a:cubicBezTo>
                  <a:cubicBezTo>
                    <a:pt x="337" y="246"/>
                    <a:pt x="333" y="249"/>
                    <a:pt x="326" y="254"/>
                  </a:cubicBezTo>
                  <a:cubicBezTo>
                    <a:pt x="316" y="260"/>
                    <a:pt x="313" y="262"/>
                    <a:pt x="311" y="262"/>
                  </a:cubicBezTo>
                  <a:cubicBezTo>
                    <a:pt x="311" y="262"/>
                    <a:pt x="311" y="261"/>
                    <a:pt x="310" y="261"/>
                  </a:cubicBezTo>
                  <a:cubicBezTo>
                    <a:pt x="309" y="260"/>
                    <a:pt x="309" y="258"/>
                    <a:pt x="316" y="254"/>
                  </a:cubicBezTo>
                  <a:cubicBezTo>
                    <a:pt x="324" y="249"/>
                    <a:pt x="324" y="249"/>
                    <a:pt x="323" y="247"/>
                  </a:cubicBezTo>
                  <a:cubicBezTo>
                    <a:pt x="322" y="247"/>
                    <a:pt x="322" y="247"/>
                    <a:pt x="320" y="247"/>
                  </a:cubicBezTo>
                  <a:cubicBezTo>
                    <a:pt x="314" y="247"/>
                    <a:pt x="295" y="255"/>
                    <a:pt x="282" y="262"/>
                  </a:cubicBezTo>
                  <a:cubicBezTo>
                    <a:pt x="275" y="267"/>
                    <a:pt x="271" y="269"/>
                    <a:pt x="271" y="269"/>
                  </a:cubicBezTo>
                  <a:cubicBezTo>
                    <a:pt x="271" y="269"/>
                    <a:pt x="274" y="266"/>
                    <a:pt x="281" y="261"/>
                  </a:cubicBezTo>
                  <a:cubicBezTo>
                    <a:pt x="289" y="256"/>
                    <a:pt x="288" y="255"/>
                    <a:pt x="288" y="255"/>
                  </a:cubicBezTo>
                  <a:lnTo>
                    <a:pt x="288" y="255"/>
                  </a:lnTo>
                  <a:cubicBezTo>
                    <a:pt x="285" y="256"/>
                    <a:pt x="284" y="257"/>
                    <a:pt x="284" y="257"/>
                  </a:cubicBezTo>
                  <a:cubicBezTo>
                    <a:pt x="283" y="257"/>
                    <a:pt x="286" y="255"/>
                    <a:pt x="287" y="255"/>
                  </a:cubicBezTo>
                  <a:cubicBezTo>
                    <a:pt x="287" y="255"/>
                    <a:pt x="288" y="255"/>
                    <a:pt x="288" y="255"/>
                  </a:cubicBezTo>
                  <a:cubicBezTo>
                    <a:pt x="292" y="252"/>
                    <a:pt x="294" y="251"/>
                    <a:pt x="295" y="251"/>
                  </a:cubicBezTo>
                  <a:cubicBezTo>
                    <a:pt x="295" y="251"/>
                    <a:pt x="296" y="251"/>
                    <a:pt x="296" y="252"/>
                  </a:cubicBezTo>
                  <a:lnTo>
                    <a:pt x="302" y="247"/>
                  </a:lnTo>
                  <a:cubicBezTo>
                    <a:pt x="311" y="242"/>
                    <a:pt x="314" y="239"/>
                    <a:pt x="312" y="239"/>
                  </a:cubicBezTo>
                  <a:cubicBezTo>
                    <a:pt x="311" y="239"/>
                    <a:pt x="308" y="240"/>
                    <a:pt x="301" y="244"/>
                  </a:cubicBezTo>
                  <a:cubicBezTo>
                    <a:pt x="297" y="246"/>
                    <a:pt x="296" y="247"/>
                    <a:pt x="295" y="247"/>
                  </a:cubicBezTo>
                  <a:cubicBezTo>
                    <a:pt x="295" y="247"/>
                    <a:pt x="297" y="246"/>
                    <a:pt x="300" y="243"/>
                  </a:cubicBezTo>
                  <a:cubicBezTo>
                    <a:pt x="305" y="239"/>
                    <a:pt x="310" y="234"/>
                    <a:pt x="309" y="234"/>
                  </a:cubicBezTo>
                  <a:cubicBezTo>
                    <a:pt x="309" y="234"/>
                    <a:pt x="308" y="235"/>
                    <a:pt x="306" y="236"/>
                  </a:cubicBezTo>
                  <a:cubicBezTo>
                    <a:pt x="306" y="236"/>
                    <a:pt x="305" y="234"/>
                    <a:pt x="311" y="228"/>
                  </a:cubicBezTo>
                  <a:cubicBezTo>
                    <a:pt x="311" y="227"/>
                    <a:pt x="310" y="226"/>
                    <a:pt x="309" y="226"/>
                  </a:cubicBezTo>
                  <a:cubicBezTo>
                    <a:pt x="308" y="226"/>
                    <a:pt x="306" y="227"/>
                    <a:pt x="302" y="229"/>
                  </a:cubicBezTo>
                  <a:cubicBezTo>
                    <a:pt x="298" y="232"/>
                    <a:pt x="296" y="233"/>
                    <a:pt x="295" y="233"/>
                  </a:cubicBezTo>
                  <a:cubicBezTo>
                    <a:pt x="294" y="233"/>
                    <a:pt x="294" y="232"/>
                    <a:pt x="293" y="232"/>
                  </a:cubicBezTo>
                  <a:cubicBezTo>
                    <a:pt x="293" y="231"/>
                    <a:pt x="293" y="231"/>
                    <a:pt x="292" y="231"/>
                  </a:cubicBezTo>
                  <a:cubicBezTo>
                    <a:pt x="291" y="231"/>
                    <a:pt x="289" y="231"/>
                    <a:pt x="285" y="234"/>
                  </a:cubicBezTo>
                  <a:cubicBezTo>
                    <a:pt x="279" y="237"/>
                    <a:pt x="273" y="240"/>
                    <a:pt x="270" y="240"/>
                  </a:cubicBezTo>
                  <a:cubicBezTo>
                    <a:pt x="269" y="240"/>
                    <a:pt x="269" y="240"/>
                    <a:pt x="269" y="239"/>
                  </a:cubicBezTo>
                  <a:cubicBezTo>
                    <a:pt x="266" y="240"/>
                    <a:pt x="264" y="241"/>
                    <a:pt x="264" y="241"/>
                  </a:cubicBezTo>
                  <a:cubicBezTo>
                    <a:pt x="262" y="241"/>
                    <a:pt x="265" y="238"/>
                    <a:pt x="274" y="232"/>
                  </a:cubicBezTo>
                  <a:cubicBezTo>
                    <a:pt x="282" y="227"/>
                    <a:pt x="281" y="226"/>
                    <a:pt x="281" y="225"/>
                  </a:cubicBezTo>
                  <a:cubicBezTo>
                    <a:pt x="281" y="225"/>
                    <a:pt x="280" y="224"/>
                    <a:pt x="287" y="218"/>
                  </a:cubicBezTo>
                  <a:cubicBezTo>
                    <a:pt x="289" y="216"/>
                    <a:pt x="289" y="215"/>
                    <a:pt x="289" y="215"/>
                  </a:cubicBezTo>
                  <a:cubicBezTo>
                    <a:pt x="288" y="215"/>
                    <a:pt x="283" y="218"/>
                    <a:pt x="279" y="221"/>
                  </a:cubicBezTo>
                  <a:lnTo>
                    <a:pt x="264" y="230"/>
                  </a:lnTo>
                  <a:cubicBezTo>
                    <a:pt x="270" y="225"/>
                    <a:pt x="278" y="219"/>
                    <a:pt x="284" y="215"/>
                  </a:cubicBezTo>
                  <a:cubicBezTo>
                    <a:pt x="292" y="209"/>
                    <a:pt x="296" y="207"/>
                    <a:pt x="295" y="207"/>
                  </a:cubicBezTo>
                  <a:lnTo>
                    <a:pt x="295" y="207"/>
                  </a:lnTo>
                  <a:cubicBezTo>
                    <a:pt x="295" y="207"/>
                    <a:pt x="291" y="209"/>
                    <a:pt x="284" y="214"/>
                  </a:cubicBezTo>
                  <a:cubicBezTo>
                    <a:pt x="279" y="216"/>
                    <a:pt x="275" y="219"/>
                    <a:pt x="273" y="219"/>
                  </a:cubicBezTo>
                  <a:cubicBezTo>
                    <a:pt x="272" y="219"/>
                    <a:pt x="273" y="218"/>
                    <a:pt x="275" y="216"/>
                  </a:cubicBezTo>
                  <a:cubicBezTo>
                    <a:pt x="274" y="214"/>
                    <a:pt x="272" y="211"/>
                    <a:pt x="280" y="207"/>
                  </a:cubicBezTo>
                  <a:cubicBezTo>
                    <a:pt x="283" y="204"/>
                    <a:pt x="283" y="204"/>
                    <a:pt x="282" y="204"/>
                  </a:cubicBezTo>
                  <a:cubicBezTo>
                    <a:pt x="281" y="204"/>
                    <a:pt x="279" y="205"/>
                    <a:pt x="279" y="205"/>
                  </a:cubicBezTo>
                  <a:cubicBezTo>
                    <a:pt x="276" y="206"/>
                    <a:pt x="274" y="206"/>
                    <a:pt x="273" y="206"/>
                  </a:cubicBezTo>
                  <a:cubicBezTo>
                    <a:pt x="271" y="206"/>
                    <a:pt x="272" y="204"/>
                    <a:pt x="275" y="199"/>
                  </a:cubicBezTo>
                  <a:cubicBezTo>
                    <a:pt x="282" y="191"/>
                    <a:pt x="284" y="187"/>
                    <a:pt x="283" y="187"/>
                  </a:cubicBezTo>
                  <a:cubicBezTo>
                    <a:pt x="282" y="187"/>
                    <a:pt x="278" y="189"/>
                    <a:pt x="272" y="193"/>
                  </a:cubicBezTo>
                  <a:cubicBezTo>
                    <a:pt x="268" y="196"/>
                    <a:pt x="264" y="198"/>
                    <a:pt x="264" y="198"/>
                  </a:cubicBezTo>
                  <a:cubicBezTo>
                    <a:pt x="263" y="198"/>
                    <a:pt x="266" y="197"/>
                    <a:pt x="272" y="192"/>
                  </a:cubicBezTo>
                  <a:cubicBezTo>
                    <a:pt x="275" y="190"/>
                    <a:pt x="275" y="189"/>
                    <a:pt x="274" y="189"/>
                  </a:cubicBezTo>
                  <a:cubicBezTo>
                    <a:pt x="272" y="189"/>
                    <a:pt x="267" y="191"/>
                    <a:pt x="262" y="192"/>
                  </a:cubicBezTo>
                  <a:cubicBezTo>
                    <a:pt x="252" y="198"/>
                    <a:pt x="242" y="203"/>
                    <a:pt x="233" y="209"/>
                  </a:cubicBezTo>
                  <a:cubicBezTo>
                    <a:pt x="225" y="214"/>
                    <a:pt x="221" y="216"/>
                    <a:pt x="220" y="216"/>
                  </a:cubicBezTo>
                  <a:cubicBezTo>
                    <a:pt x="220" y="216"/>
                    <a:pt x="221" y="215"/>
                    <a:pt x="224" y="212"/>
                  </a:cubicBezTo>
                  <a:cubicBezTo>
                    <a:pt x="224" y="211"/>
                    <a:pt x="231" y="206"/>
                    <a:pt x="237" y="201"/>
                  </a:cubicBezTo>
                  <a:cubicBezTo>
                    <a:pt x="243" y="197"/>
                    <a:pt x="244" y="197"/>
                    <a:pt x="245" y="197"/>
                  </a:cubicBezTo>
                  <a:cubicBezTo>
                    <a:pt x="245" y="197"/>
                    <a:pt x="245" y="197"/>
                    <a:pt x="245" y="197"/>
                  </a:cubicBezTo>
                  <a:lnTo>
                    <a:pt x="246" y="198"/>
                  </a:lnTo>
                  <a:cubicBezTo>
                    <a:pt x="253" y="193"/>
                    <a:pt x="261" y="189"/>
                    <a:pt x="259" y="187"/>
                  </a:cubicBezTo>
                  <a:cubicBezTo>
                    <a:pt x="262" y="183"/>
                    <a:pt x="264" y="182"/>
                    <a:pt x="263" y="182"/>
                  </a:cubicBezTo>
                  <a:cubicBezTo>
                    <a:pt x="263" y="182"/>
                    <a:pt x="261" y="183"/>
                    <a:pt x="257" y="184"/>
                  </a:cubicBezTo>
                  <a:cubicBezTo>
                    <a:pt x="264" y="179"/>
                    <a:pt x="263" y="178"/>
                    <a:pt x="262" y="175"/>
                  </a:cubicBezTo>
                  <a:cubicBezTo>
                    <a:pt x="261" y="173"/>
                    <a:pt x="259" y="170"/>
                    <a:pt x="265" y="164"/>
                  </a:cubicBezTo>
                  <a:cubicBezTo>
                    <a:pt x="265" y="163"/>
                    <a:pt x="264" y="162"/>
                    <a:pt x="263" y="162"/>
                  </a:cubicBezTo>
                  <a:cubicBezTo>
                    <a:pt x="262" y="162"/>
                    <a:pt x="260" y="163"/>
                    <a:pt x="256" y="165"/>
                  </a:cubicBezTo>
                  <a:cubicBezTo>
                    <a:pt x="248" y="170"/>
                    <a:pt x="245" y="172"/>
                    <a:pt x="244" y="172"/>
                  </a:cubicBezTo>
                  <a:cubicBezTo>
                    <a:pt x="244" y="172"/>
                    <a:pt x="245" y="171"/>
                    <a:pt x="248" y="169"/>
                  </a:cubicBezTo>
                  <a:cubicBezTo>
                    <a:pt x="261" y="160"/>
                    <a:pt x="262" y="146"/>
                    <a:pt x="253" y="146"/>
                  </a:cubicBezTo>
                  <a:cubicBezTo>
                    <a:pt x="252" y="146"/>
                    <a:pt x="250" y="146"/>
                    <a:pt x="247" y="147"/>
                  </a:cubicBezTo>
                  <a:lnTo>
                    <a:pt x="246" y="145"/>
                  </a:lnTo>
                  <a:cubicBezTo>
                    <a:pt x="251" y="140"/>
                    <a:pt x="249" y="135"/>
                    <a:pt x="245" y="135"/>
                  </a:cubicBezTo>
                  <a:cubicBezTo>
                    <a:pt x="244" y="135"/>
                    <a:pt x="242" y="135"/>
                    <a:pt x="241" y="136"/>
                  </a:cubicBezTo>
                  <a:lnTo>
                    <a:pt x="238" y="133"/>
                  </a:lnTo>
                  <a:cubicBezTo>
                    <a:pt x="242" y="128"/>
                    <a:pt x="243" y="126"/>
                    <a:pt x="242" y="126"/>
                  </a:cubicBezTo>
                  <a:cubicBezTo>
                    <a:pt x="241" y="126"/>
                    <a:pt x="239" y="127"/>
                    <a:pt x="236" y="128"/>
                  </a:cubicBezTo>
                  <a:cubicBezTo>
                    <a:pt x="231" y="131"/>
                    <a:pt x="225" y="134"/>
                    <a:pt x="225" y="134"/>
                  </a:cubicBezTo>
                  <a:cubicBezTo>
                    <a:pt x="225" y="134"/>
                    <a:pt x="226" y="133"/>
                    <a:pt x="228" y="132"/>
                  </a:cubicBezTo>
                  <a:cubicBezTo>
                    <a:pt x="235" y="127"/>
                    <a:pt x="234" y="125"/>
                    <a:pt x="232" y="120"/>
                  </a:cubicBezTo>
                  <a:cubicBezTo>
                    <a:pt x="231" y="118"/>
                    <a:pt x="230" y="117"/>
                    <a:pt x="229" y="117"/>
                  </a:cubicBezTo>
                  <a:cubicBezTo>
                    <a:pt x="228" y="117"/>
                    <a:pt x="226" y="119"/>
                    <a:pt x="223" y="122"/>
                  </a:cubicBezTo>
                  <a:cubicBezTo>
                    <a:pt x="213" y="122"/>
                    <a:pt x="220" y="117"/>
                    <a:pt x="227" y="113"/>
                  </a:cubicBezTo>
                  <a:cubicBezTo>
                    <a:pt x="235" y="109"/>
                    <a:pt x="238" y="106"/>
                    <a:pt x="238" y="106"/>
                  </a:cubicBezTo>
                  <a:cubicBezTo>
                    <a:pt x="237" y="106"/>
                    <a:pt x="231" y="109"/>
                    <a:pt x="219" y="116"/>
                  </a:cubicBezTo>
                  <a:cubicBezTo>
                    <a:pt x="212" y="120"/>
                    <a:pt x="208" y="121"/>
                    <a:pt x="206" y="121"/>
                  </a:cubicBezTo>
                  <a:cubicBezTo>
                    <a:pt x="205" y="121"/>
                    <a:pt x="206" y="119"/>
                    <a:pt x="210" y="117"/>
                  </a:cubicBezTo>
                  <a:cubicBezTo>
                    <a:pt x="214" y="115"/>
                    <a:pt x="216" y="114"/>
                    <a:pt x="217" y="114"/>
                  </a:cubicBezTo>
                  <a:cubicBezTo>
                    <a:pt x="218" y="114"/>
                    <a:pt x="218" y="114"/>
                    <a:pt x="218" y="115"/>
                  </a:cubicBezTo>
                  <a:lnTo>
                    <a:pt x="233" y="105"/>
                  </a:lnTo>
                  <a:cubicBezTo>
                    <a:pt x="232" y="104"/>
                    <a:pt x="232" y="104"/>
                    <a:pt x="232" y="104"/>
                  </a:cubicBezTo>
                  <a:cubicBezTo>
                    <a:pt x="231" y="104"/>
                    <a:pt x="229" y="105"/>
                    <a:pt x="225" y="108"/>
                  </a:cubicBezTo>
                  <a:cubicBezTo>
                    <a:pt x="225" y="108"/>
                    <a:pt x="225" y="108"/>
                    <a:pt x="224" y="108"/>
                  </a:cubicBezTo>
                  <a:cubicBezTo>
                    <a:pt x="223" y="108"/>
                    <a:pt x="221" y="108"/>
                    <a:pt x="216" y="110"/>
                  </a:cubicBezTo>
                  <a:cubicBezTo>
                    <a:pt x="208" y="114"/>
                    <a:pt x="201" y="118"/>
                    <a:pt x="195" y="124"/>
                  </a:cubicBezTo>
                  <a:cubicBezTo>
                    <a:pt x="191" y="127"/>
                    <a:pt x="189" y="128"/>
                    <a:pt x="188" y="128"/>
                  </a:cubicBezTo>
                  <a:cubicBezTo>
                    <a:pt x="187" y="128"/>
                    <a:pt x="187" y="128"/>
                    <a:pt x="187" y="127"/>
                  </a:cubicBezTo>
                  <a:cubicBezTo>
                    <a:pt x="192" y="120"/>
                    <a:pt x="199" y="116"/>
                    <a:pt x="208" y="113"/>
                  </a:cubicBezTo>
                  <a:cubicBezTo>
                    <a:pt x="208" y="113"/>
                    <a:pt x="208" y="113"/>
                    <a:pt x="208" y="113"/>
                  </a:cubicBezTo>
                  <a:cubicBezTo>
                    <a:pt x="210" y="113"/>
                    <a:pt x="216" y="109"/>
                    <a:pt x="223" y="105"/>
                  </a:cubicBezTo>
                  <a:cubicBezTo>
                    <a:pt x="225" y="103"/>
                    <a:pt x="225" y="103"/>
                    <a:pt x="223" y="103"/>
                  </a:cubicBezTo>
                  <a:cubicBezTo>
                    <a:pt x="220" y="103"/>
                    <a:pt x="210" y="106"/>
                    <a:pt x="199" y="110"/>
                  </a:cubicBezTo>
                  <a:lnTo>
                    <a:pt x="199" y="110"/>
                  </a:lnTo>
                  <a:cubicBezTo>
                    <a:pt x="201" y="109"/>
                    <a:pt x="203" y="108"/>
                    <a:pt x="205" y="107"/>
                  </a:cubicBezTo>
                  <a:cubicBezTo>
                    <a:pt x="211" y="103"/>
                    <a:pt x="210" y="100"/>
                    <a:pt x="209" y="98"/>
                  </a:cubicBezTo>
                  <a:cubicBezTo>
                    <a:pt x="209" y="97"/>
                    <a:pt x="208" y="96"/>
                    <a:pt x="207" y="96"/>
                  </a:cubicBezTo>
                  <a:cubicBezTo>
                    <a:pt x="206" y="96"/>
                    <a:pt x="204" y="97"/>
                    <a:pt x="200" y="99"/>
                  </a:cubicBezTo>
                  <a:cubicBezTo>
                    <a:pt x="194" y="103"/>
                    <a:pt x="187" y="107"/>
                    <a:pt x="186" y="107"/>
                  </a:cubicBezTo>
                  <a:cubicBezTo>
                    <a:pt x="186" y="107"/>
                    <a:pt x="186" y="107"/>
                    <a:pt x="186" y="107"/>
                  </a:cubicBezTo>
                  <a:cubicBezTo>
                    <a:pt x="186" y="108"/>
                    <a:pt x="179" y="113"/>
                    <a:pt x="171" y="117"/>
                  </a:cubicBezTo>
                  <a:cubicBezTo>
                    <a:pt x="176" y="113"/>
                    <a:pt x="180" y="109"/>
                    <a:pt x="185" y="105"/>
                  </a:cubicBezTo>
                  <a:cubicBezTo>
                    <a:pt x="197" y="94"/>
                    <a:pt x="204" y="87"/>
                    <a:pt x="201" y="82"/>
                  </a:cubicBezTo>
                  <a:cubicBezTo>
                    <a:pt x="199" y="81"/>
                    <a:pt x="198" y="78"/>
                    <a:pt x="205" y="72"/>
                  </a:cubicBezTo>
                  <a:cubicBezTo>
                    <a:pt x="204" y="71"/>
                    <a:pt x="204" y="70"/>
                    <a:pt x="202" y="70"/>
                  </a:cubicBezTo>
                  <a:cubicBezTo>
                    <a:pt x="201" y="70"/>
                    <a:pt x="199" y="71"/>
                    <a:pt x="196" y="73"/>
                  </a:cubicBezTo>
                  <a:lnTo>
                    <a:pt x="195" y="71"/>
                  </a:lnTo>
                  <a:cubicBezTo>
                    <a:pt x="198" y="68"/>
                    <a:pt x="199" y="65"/>
                    <a:pt x="197" y="65"/>
                  </a:cubicBezTo>
                  <a:cubicBezTo>
                    <a:pt x="197" y="65"/>
                    <a:pt x="195" y="66"/>
                    <a:pt x="192" y="68"/>
                  </a:cubicBezTo>
                  <a:cubicBezTo>
                    <a:pt x="191" y="69"/>
                    <a:pt x="190" y="69"/>
                    <a:pt x="189" y="69"/>
                  </a:cubicBezTo>
                  <a:cubicBezTo>
                    <a:pt x="187" y="69"/>
                    <a:pt x="191" y="65"/>
                    <a:pt x="190" y="64"/>
                  </a:cubicBezTo>
                  <a:cubicBezTo>
                    <a:pt x="196" y="59"/>
                    <a:pt x="200" y="56"/>
                    <a:pt x="199" y="56"/>
                  </a:cubicBezTo>
                  <a:lnTo>
                    <a:pt x="199" y="56"/>
                  </a:lnTo>
                  <a:cubicBezTo>
                    <a:pt x="199" y="56"/>
                    <a:pt x="194" y="60"/>
                    <a:pt x="182" y="68"/>
                  </a:cubicBezTo>
                  <a:cubicBezTo>
                    <a:pt x="176" y="72"/>
                    <a:pt x="170" y="79"/>
                    <a:pt x="170" y="80"/>
                  </a:cubicBezTo>
                  <a:lnTo>
                    <a:pt x="172" y="83"/>
                  </a:lnTo>
                  <a:lnTo>
                    <a:pt x="163" y="85"/>
                  </a:lnTo>
                  <a:cubicBezTo>
                    <a:pt x="156" y="85"/>
                    <a:pt x="151" y="87"/>
                    <a:pt x="146" y="90"/>
                  </a:cubicBezTo>
                  <a:cubicBezTo>
                    <a:pt x="146" y="90"/>
                    <a:pt x="141" y="94"/>
                    <a:pt x="139" y="94"/>
                  </a:cubicBezTo>
                  <a:cubicBezTo>
                    <a:pt x="139" y="94"/>
                    <a:pt x="139" y="94"/>
                    <a:pt x="139" y="94"/>
                  </a:cubicBezTo>
                  <a:lnTo>
                    <a:pt x="153" y="85"/>
                  </a:lnTo>
                  <a:cubicBezTo>
                    <a:pt x="161" y="81"/>
                    <a:pt x="169" y="77"/>
                    <a:pt x="176" y="72"/>
                  </a:cubicBezTo>
                  <a:cubicBezTo>
                    <a:pt x="185" y="65"/>
                    <a:pt x="190" y="59"/>
                    <a:pt x="188" y="59"/>
                  </a:cubicBezTo>
                  <a:cubicBezTo>
                    <a:pt x="187" y="59"/>
                    <a:pt x="185" y="60"/>
                    <a:pt x="180" y="63"/>
                  </a:cubicBezTo>
                  <a:cubicBezTo>
                    <a:pt x="180" y="62"/>
                    <a:pt x="180" y="62"/>
                    <a:pt x="186" y="57"/>
                  </a:cubicBezTo>
                  <a:cubicBezTo>
                    <a:pt x="189" y="54"/>
                    <a:pt x="191" y="53"/>
                    <a:pt x="190" y="53"/>
                  </a:cubicBezTo>
                  <a:cubicBezTo>
                    <a:pt x="189" y="53"/>
                    <a:pt x="185" y="55"/>
                    <a:pt x="178" y="59"/>
                  </a:cubicBezTo>
                  <a:cubicBezTo>
                    <a:pt x="171" y="62"/>
                    <a:pt x="167" y="64"/>
                    <a:pt x="166" y="64"/>
                  </a:cubicBezTo>
                  <a:cubicBezTo>
                    <a:pt x="165" y="64"/>
                    <a:pt x="168" y="62"/>
                    <a:pt x="176" y="55"/>
                  </a:cubicBezTo>
                  <a:cubicBezTo>
                    <a:pt x="185" y="47"/>
                    <a:pt x="187" y="43"/>
                    <a:pt x="184" y="43"/>
                  </a:cubicBezTo>
                  <a:cubicBezTo>
                    <a:pt x="183" y="43"/>
                    <a:pt x="181" y="44"/>
                    <a:pt x="179" y="45"/>
                  </a:cubicBezTo>
                  <a:cubicBezTo>
                    <a:pt x="173" y="49"/>
                    <a:pt x="169" y="51"/>
                    <a:pt x="167" y="51"/>
                  </a:cubicBezTo>
                  <a:cubicBezTo>
                    <a:pt x="165" y="51"/>
                    <a:pt x="166" y="48"/>
                    <a:pt x="170" y="45"/>
                  </a:cubicBezTo>
                  <a:cubicBezTo>
                    <a:pt x="174" y="42"/>
                    <a:pt x="175" y="40"/>
                    <a:pt x="174" y="40"/>
                  </a:cubicBezTo>
                  <a:cubicBezTo>
                    <a:pt x="173" y="40"/>
                    <a:pt x="171" y="41"/>
                    <a:pt x="168" y="42"/>
                  </a:cubicBezTo>
                  <a:cubicBezTo>
                    <a:pt x="174" y="38"/>
                    <a:pt x="179" y="34"/>
                    <a:pt x="178" y="34"/>
                  </a:cubicBezTo>
                  <a:cubicBezTo>
                    <a:pt x="177" y="34"/>
                    <a:pt x="176" y="34"/>
                    <a:pt x="174" y="35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3" y="35"/>
                    <a:pt x="171" y="36"/>
                    <a:pt x="167" y="40"/>
                  </a:cubicBezTo>
                  <a:lnTo>
                    <a:pt x="151" y="46"/>
                  </a:lnTo>
                  <a:cubicBezTo>
                    <a:pt x="152" y="48"/>
                    <a:pt x="144" y="52"/>
                    <a:pt x="137" y="57"/>
                  </a:cubicBezTo>
                  <a:cubicBezTo>
                    <a:pt x="136" y="57"/>
                    <a:pt x="135" y="58"/>
                    <a:pt x="135" y="58"/>
                  </a:cubicBezTo>
                  <a:cubicBezTo>
                    <a:pt x="132" y="58"/>
                    <a:pt x="139" y="49"/>
                    <a:pt x="155" y="36"/>
                  </a:cubicBezTo>
                  <a:lnTo>
                    <a:pt x="169" y="25"/>
                  </a:lnTo>
                  <a:lnTo>
                    <a:pt x="169" y="25"/>
                  </a:lnTo>
                  <a:lnTo>
                    <a:pt x="154" y="34"/>
                  </a:lnTo>
                  <a:cubicBezTo>
                    <a:pt x="153" y="33"/>
                    <a:pt x="153" y="32"/>
                    <a:pt x="160" y="27"/>
                  </a:cubicBezTo>
                  <a:cubicBezTo>
                    <a:pt x="168" y="23"/>
                    <a:pt x="168" y="23"/>
                    <a:pt x="167" y="22"/>
                  </a:cubicBezTo>
                  <a:cubicBezTo>
                    <a:pt x="167" y="22"/>
                    <a:pt x="167" y="22"/>
                    <a:pt x="166" y="22"/>
                  </a:cubicBezTo>
                  <a:cubicBezTo>
                    <a:pt x="166" y="22"/>
                    <a:pt x="164" y="22"/>
                    <a:pt x="159" y="25"/>
                  </a:cubicBezTo>
                  <a:cubicBezTo>
                    <a:pt x="150" y="31"/>
                    <a:pt x="147" y="33"/>
                    <a:pt x="147" y="33"/>
                  </a:cubicBezTo>
                  <a:cubicBezTo>
                    <a:pt x="146" y="33"/>
                    <a:pt x="148" y="32"/>
                    <a:pt x="151" y="30"/>
                  </a:cubicBezTo>
                  <a:cubicBezTo>
                    <a:pt x="158" y="23"/>
                    <a:pt x="162" y="20"/>
                    <a:pt x="160" y="20"/>
                  </a:cubicBezTo>
                  <a:cubicBezTo>
                    <a:pt x="159" y="20"/>
                    <a:pt x="156" y="22"/>
                    <a:pt x="149" y="26"/>
                  </a:cubicBezTo>
                  <a:cubicBezTo>
                    <a:pt x="142" y="31"/>
                    <a:pt x="139" y="33"/>
                    <a:pt x="139" y="33"/>
                  </a:cubicBezTo>
                  <a:cubicBezTo>
                    <a:pt x="138" y="33"/>
                    <a:pt x="142" y="30"/>
                    <a:pt x="149" y="25"/>
                  </a:cubicBezTo>
                  <a:cubicBezTo>
                    <a:pt x="155" y="21"/>
                    <a:pt x="162" y="15"/>
                    <a:pt x="162" y="14"/>
                  </a:cubicBezTo>
                  <a:lnTo>
                    <a:pt x="162" y="14"/>
                  </a:lnTo>
                  <a:lnTo>
                    <a:pt x="154" y="18"/>
                  </a:lnTo>
                  <a:cubicBezTo>
                    <a:pt x="147" y="23"/>
                    <a:pt x="143" y="25"/>
                    <a:pt x="142" y="25"/>
                  </a:cubicBezTo>
                  <a:cubicBezTo>
                    <a:pt x="141" y="25"/>
                    <a:pt x="143" y="23"/>
                    <a:pt x="146" y="21"/>
                  </a:cubicBezTo>
                  <a:cubicBezTo>
                    <a:pt x="151" y="18"/>
                    <a:pt x="152" y="16"/>
                    <a:pt x="150" y="16"/>
                  </a:cubicBezTo>
                  <a:cubicBezTo>
                    <a:pt x="149" y="16"/>
                    <a:pt x="147" y="17"/>
                    <a:pt x="144" y="17"/>
                  </a:cubicBezTo>
                  <a:cubicBezTo>
                    <a:pt x="143" y="15"/>
                    <a:pt x="143" y="14"/>
                    <a:pt x="150" y="9"/>
                  </a:cubicBezTo>
                  <a:cubicBezTo>
                    <a:pt x="157" y="5"/>
                    <a:pt x="161" y="3"/>
                    <a:pt x="161" y="3"/>
                  </a:cubicBezTo>
                  <a:lnTo>
                    <a:pt x="161" y="3"/>
                  </a:lnTo>
                  <a:cubicBezTo>
                    <a:pt x="160" y="3"/>
                    <a:pt x="156" y="4"/>
                    <a:pt x="149" y="8"/>
                  </a:cubicBezTo>
                  <a:cubicBezTo>
                    <a:pt x="145" y="10"/>
                    <a:pt x="143" y="10"/>
                    <a:pt x="143" y="10"/>
                  </a:cubicBezTo>
                  <a:cubicBezTo>
                    <a:pt x="142" y="10"/>
                    <a:pt x="144" y="9"/>
                    <a:pt x="148" y="5"/>
                  </a:cubicBezTo>
                  <a:cubicBezTo>
                    <a:pt x="151" y="2"/>
                    <a:pt x="153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33"/>
            <p:cNvSpPr/>
            <p:nvPr/>
          </p:nvSpPr>
          <p:spPr>
            <a:xfrm>
              <a:off x="1850905" y="2110940"/>
              <a:ext cx="71523" cy="95497"/>
            </a:xfrm>
            <a:custGeom>
              <a:avLst/>
              <a:gdLst/>
              <a:ahLst/>
              <a:cxnLst/>
              <a:rect l="l" t="t" r="r" b="b"/>
              <a:pathLst>
                <a:path w="716" h="956" extrusionOk="0">
                  <a:moveTo>
                    <a:pt x="43" y="40"/>
                  </a:moveTo>
                  <a:cubicBezTo>
                    <a:pt x="43" y="40"/>
                    <a:pt x="39" y="42"/>
                    <a:pt x="32" y="47"/>
                  </a:cubicBezTo>
                  <a:cubicBezTo>
                    <a:pt x="25" y="51"/>
                    <a:pt x="19" y="55"/>
                    <a:pt x="17" y="55"/>
                  </a:cubicBezTo>
                  <a:cubicBezTo>
                    <a:pt x="17" y="55"/>
                    <a:pt x="16" y="55"/>
                    <a:pt x="16" y="55"/>
                  </a:cubicBezTo>
                  <a:cubicBezTo>
                    <a:pt x="13" y="57"/>
                    <a:pt x="11" y="57"/>
                    <a:pt x="10" y="57"/>
                  </a:cubicBezTo>
                  <a:cubicBezTo>
                    <a:pt x="9" y="57"/>
                    <a:pt x="19" y="51"/>
                    <a:pt x="31" y="46"/>
                  </a:cubicBezTo>
                  <a:cubicBezTo>
                    <a:pt x="38" y="42"/>
                    <a:pt x="42" y="40"/>
                    <a:pt x="43" y="40"/>
                  </a:cubicBezTo>
                  <a:close/>
                  <a:moveTo>
                    <a:pt x="132" y="191"/>
                  </a:moveTo>
                  <a:cubicBezTo>
                    <a:pt x="132" y="191"/>
                    <a:pt x="133" y="192"/>
                    <a:pt x="133" y="192"/>
                  </a:cubicBezTo>
                  <a:cubicBezTo>
                    <a:pt x="126" y="197"/>
                    <a:pt x="118" y="202"/>
                    <a:pt x="110" y="204"/>
                  </a:cubicBezTo>
                  <a:cubicBezTo>
                    <a:pt x="109" y="203"/>
                    <a:pt x="109" y="203"/>
                    <a:pt x="117" y="198"/>
                  </a:cubicBezTo>
                  <a:cubicBezTo>
                    <a:pt x="123" y="195"/>
                    <a:pt x="130" y="191"/>
                    <a:pt x="132" y="191"/>
                  </a:cubicBezTo>
                  <a:close/>
                  <a:moveTo>
                    <a:pt x="178" y="213"/>
                  </a:moveTo>
                  <a:cubicBezTo>
                    <a:pt x="179" y="213"/>
                    <a:pt x="178" y="213"/>
                    <a:pt x="176" y="215"/>
                  </a:cubicBezTo>
                  <a:lnTo>
                    <a:pt x="168" y="220"/>
                  </a:lnTo>
                  <a:cubicBezTo>
                    <a:pt x="163" y="222"/>
                    <a:pt x="157" y="224"/>
                    <a:pt x="157" y="224"/>
                  </a:cubicBezTo>
                  <a:cubicBezTo>
                    <a:pt x="156" y="224"/>
                    <a:pt x="157" y="224"/>
                    <a:pt x="160" y="222"/>
                  </a:cubicBezTo>
                  <a:cubicBezTo>
                    <a:pt x="164" y="220"/>
                    <a:pt x="170" y="216"/>
                    <a:pt x="174" y="214"/>
                  </a:cubicBezTo>
                  <a:cubicBezTo>
                    <a:pt x="174" y="214"/>
                    <a:pt x="177" y="213"/>
                    <a:pt x="178" y="213"/>
                  </a:cubicBezTo>
                  <a:close/>
                  <a:moveTo>
                    <a:pt x="222" y="264"/>
                  </a:moveTo>
                  <a:cubicBezTo>
                    <a:pt x="221" y="264"/>
                    <a:pt x="218" y="266"/>
                    <a:pt x="219" y="266"/>
                  </a:cubicBezTo>
                  <a:cubicBezTo>
                    <a:pt x="219" y="266"/>
                    <a:pt x="220" y="266"/>
                    <a:pt x="223" y="265"/>
                  </a:cubicBezTo>
                  <a:cubicBezTo>
                    <a:pt x="222" y="264"/>
                    <a:pt x="222" y="264"/>
                    <a:pt x="222" y="264"/>
                  </a:cubicBezTo>
                  <a:close/>
                  <a:moveTo>
                    <a:pt x="199" y="259"/>
                  </a:moveTo>
                  <a:cubicBezTo>
                    <a:pt x="199" y="259"/>
                    <a:pt x="199" y="259"/>
                    <a:pt x="199" y="259"/>
                  </a:cubicBezTo>
                  <a:cubicBezTo>
                    <a:pt x="195" y="262"/>
                    <a:pt x="190" y="266"/>
                    <a:pt x="186" y="269"/>
                  </a:cubicBezTo>
                  <a:lnTo>
                    <a:pt x="184" y="268"/>
                  </a:lnTo>
                  <a:cubicBezTo>
                    <a:pt x="184" y="267"/>
                    <a:pt x="191" y="262"/>
                    <a:pt x="191" y="262"/>
                  </a:cubicBezTo>
                  <a:cubicBezTo>
                    <a:pt x="191" y="262"/>
                    <a:pt x="197" y="259"/>
                    <a:pt x="199" y="259"/>
                  </a:cubicBezTo>
                  <a:close/>
                  <a:moveTo>
                    <a:pt x="213" y="263"/>
                  </a:moveTo>
                  <a:lnTo>
                    <a:pt x="213" y="265"/>
                  </a:lnTo>
                  <a:lnTo>
                    <a:pt x="206" y="270"/>
                  </a:lnTo>
                  <a:lnTo>
                    <a:pt x="206" y="269"/>
                  </a:lnTo>
                  <a:cubicBezTo>
                    <a:pt x="205" y="268"/>
                    <a:pt x="205" y="268"/>
                    <a:pt x="213" y="263"/>
                  </a:cubicBezTo>
                  <a:close/>
                  <a:moveTo>
                    <a:pt x="218" y="275"/>
                  </a:moveTo>
                  <a:lnTo>
                    <a:pt x="219" y="276"/>
                  </a:lnTo>
                  <a:lnTo>
                    <a:pt x="213" y="281"/>
                  </a:lnTo>
                  <a:lnTo>
                    <a:pt x="211" y="280"/>
                  </a:lnTo>
                  <a:cubicBezTo>
                    <a:pt x="211" y="279"/>
                    <a:pt x="211" y="279"/>
                    <a:pt x="218" y="275"/>
                  </a:cubicBezTo>
                  <a:close/>
                  <a:moveTo>
                    <a:pt x="223" y="283"/>
                  </a:moveTo>
                  <a:cubicBezTo>
                    <a:pt x="223" y="283"/>
                    <a:pt x="223" y="283"/>
                    <a:pt x="224" y="284"/>
                  </a:cubicBezTo>
                  <a:cubicBezTo>
                    <a:pt x="225" y="286"/>
                    <a:pt x="225" y="286"/>
                    <a:pt x="217" y="289"/>
                  </a:cubicBezTo>
                  <a:cubicBezTo>
                    <a:pt x="214" y="291"/>
                    <a:pt x="212" y="291"/>
                    <a:pt x="211" y="291"/>
                  </a:cubicBezTo>
                  <a:cubicBezTo>
                    <a:pt x="210" y="291"/>
                    <a:pt x="211" y="290"/>
                    <a:pt x="216" y="287"/>
                  </a:cubicBezTo>
                  <a:cubicBezTo>
                    <a:pt x="220" y="284"/>
                    <a:pt x="222" y="283"/>
                    <a:pt x="223" y="283"/>
                  </a:cubicBezTo>
                  <a:close/>
                  <a:moveTo>
                    <a:pt x="184" y="319"/>
                  </a:moveTo>
                  <a:cubicBezTo>
                    <a:pt x="184" y="319"/>
                    <a:pt x="184" y="319"/>
                    <a:pt x="184" y="320"/>
                  </a:cubicBezTo>
                  <a:lnTo>
                    <a:pt x="179" y="325"/>
                  </a:lnTo>
                  <a:lnTo>
                    <a:pt x="171" y="329"/>
                  </a:lnTo>
                  <a:lnTo>
                    <a:pt x="170" y="327"/>
                  </a:lnTo>
                  <a:cubicBezTo>
                    <a:pt x="176" y="323"/>
                    <a:pt x="183" y="319"/>
                    <a:pt x="184" y="319"/>
                  </a:cubicBezTo>
                  <a:close/>
                  <a:moveTo>
                    <a:pt x="199" y="328"/>
                  </a:moveTo>
                  <a:cubicBezTo>
                    <a:pt x="199" y="328"/>
                    <a:pt x="199" y="328"/>
                    <a:pt x="199" y="329"/>
                  </a:cubicBezTo>
                  <a:lnTo>
                    <a:pt x="193" y="334"/>
                  </a:lnTo>
                  <a:cubicBezTo>
                    <a:pt x="188" y="337"/>
                    <a:pt x="186" y="338"/>
                    <a:pt x="186" y="338"/>
                  </a:cubicBezTo>
                  <a:cubicBezTo>
                    <a:pt x="186" y="338"/>
                    <a:pt x="186" y="338"/>
                    <a:pt x="186" y="338"/>
                  </a:cubicBezTo>
                  <a:cubicBezTo>
                    <a:pt x="184" y="336"/>
                    <a:pt x="184" y="336"/>
                    <a:pt x="191" y="332"/>
                  </a:cubicBezTo>
                  <a:cubicBezTo>
                    <a:pt x="191" y="332"/>
                    <a:pt x="197" y="328"/>
                    <a:pt x="199" y="328"/>
                  </a:cubicBezTo>
                  <a:close/>
                  <a:moveTo>
                    <a:pt x="294" y="393"/>
                  </a:moveTo>
                  <a:cubicBezTo>
                    <a:pt x="294" y="393"/>
                    <a:pt x="294" y="393"/>
                    <a:pt x="294" y="394"/>
                  </a:cubicBezTo>
                  <a:lnTo>
                    <a:pt x="296" y="395"/>
                  </a:lnTo>
                  <a:cubicBezTo>
                    <a:pt x="290" y="398"/>
                    <a:pt x="285" y="400"/>
                    <a:pt x="280" y="403"/>
                  </a:cubicBezTo>
                  <a:lnTo>
                    <a:pt x="280" y="401"/>
                  </a:lnTo>
                  <a:cubicBezTo>
                    <a:pt x="286" y="397"/>
                    <a:pt x="293" y="393"/>
                    <a:pt x="294" y="393"/>
                  </a:cubicBezTo>
                  <a:close/>
                  <a:moveTo>
                    <a:pt x="325" y="434"/>
                  </a:moveTo>
                  <a:cubicBezTo>
                    <a:pt x="327" y="434"/>
                    <a:pt x="327" y="435"/>
                    <a:pt x="328" y="435"/>
                  </a:cubicBezTo>
                  <a:cubicBezTo>
                    <a:pt x="322" y="440"/>
                    <a:pt x="315" y="443"/>
                    <a:pt x="313" y="443"/>
                  </a:cubicBezTo>
                  <a:cubicBezTo>
                    <a:pt x="313" y="443"/>
                    <a:pt x="313" y="443"/>
                    <a:pt x="312" y="443"/>
                  </a:cubicBezTo>
                  <a:cubicBezTo>
                    <a:pt x="311" y="441"/>
                    <a:pt x="311" y="441"/>
                    <a:pt x="319" y="436"/>
                  </a:cubicBezTo>
                  <a:cubicBezTo>
                    <a:pt x="322" y="434"/>
                    <a:pt x="324" y="434"/>
                    <a:pt x="325" y="434"/>
                  </a:cubicBezTo>
                  <a:close/>
                  <a:moveTo>
                    <a:pt x="370" y="511"/>
                  </a:moveTo>
                  <a:cubicBezTo>
                    <a:pt x="370" y="511"/>
                    <a:pt x="371" y="511"/>
                    <a:pt x="371" y="511"/>
                  </a:cubicBezTo>
                  <a:lnTo>
                    <a:pt x="364" y="517"/>
                  </a:lnTo>
                  <a:lnTo>
                    <a:pt x="356" y="520"/>
                  </a:lnTo>
                  <a:lnTo>
                    <a:pt x="355" y="519"/>
                  </a:lnTo>
                  <a:cubicBezTo>
                    <a:pt x="362" y="515"/>
                    <a:pt x="368" y="511"/>
                    <a:pt x="370" y="511"/>
                  </a:cubicBezTo>
                  <a:close/>
                  <a:moveTo>
                    <a:pt x="403" y="535"/>
                  </a:moveTo>
                  <a:lnTo>
                    <a:pt x="403" y="535"/>
                  </a:lnTo>
                  <a:cubicBezTo>
                    <a:pt x="396" y="541"/>
                    <a:pt x="390" y="545"/>
                    <a:pt x="382" y="548"/>
                  </a:cubicBezTo>
                  <a:cubicBezTo>
                    <a:pt x="381" y="547"/>
                    <a:pt x="381" y="547"/>
                    <a:pt x="389" y="543"/>
                  </a:cubicBezTo>
                  <a:cubicBezTo>
                    <a:pt x="393" y="541"/>
                    <a:pt x="398" y="537"/>
                    <a:pt x="403" y="535"/>
                  </a:cubicBezTo>
                  <a:close/>
                  <a:moveTo>
                    <a:pt x="335" y="553"/>
                  </a:moveTo>
                  <a:cubicBezTo>
                    <a:pt x="335" y="553"/>
                    <a:pt x="335" y="553"/>
                    <a:pt x="335" y="553"/>
                  </a:cubicBezTo>
                  <a:lnTo>
                    <a:pt x="336" y="554"/>
                  </a:lnTo>
                  <a:cubicBezTo>
                    <a:pt x="331" y="556"/>
                    <a:pt x="326" y="560"/>
                    <a:pt x="320" y="562"/>
                  </a:cubicBezTo>
                  <a:lnTo>
                    <a:pt x="320" y="561"/>
                  </a:lnTo>
                  <a:cubicBezTo>
                    <a:pt x="326" y="557"/>
                    <a:pt x="333" y="553"/>
                    <a:pt x="335" y="553"/>
                  </a:cubicBezTo>
                  <a:close/>
                  <a:moveTo>
                    <a:pt x="418" y="562"/>
                  </a:moveTo>
                  <a:cubicBezTo>
                    <a:pt x="418" y="562"/>
                    <a:pt x="418" y="562"/>
                    <a:pt x="418" y="562"/>
                  </a:cubicBezTo>
                  <a:lnTo>
                    <a:pt x="411" y="567"/>
                  </a:lnTo>
                  <a:lnTo>
                    <a:pt x="403" y="571"/>
                  </a:lnTo>
                  <a:lnTo>
                    <a:pt x="403" y="570"/>
                  </a:lnTo>
                  <a:cubicBezTo>
                    <a:pt x="409" y="566"/>
                    <a:pt x="416" y="562"/>
                    <a:pt x="418" y="562"/>
                  </a:cubicBezTo>
                  <a:close/>
                  <a:moveTo>
                    <a:pt x="626" y="573"/>
                  </a:moveTo>
                  <a:cubicBezTo>
                    <a:pt x="625" y="573"/>
                    <a:pt x="621" y="575"/>
                    <a:pt x="613" y="579"/>
                  </a:cubicBezTo>
                  <a:cubicBezTo>
                    <a:pt x="606" y="583"/>
                    <a:pt x="606" y="583"/>
                    <a:pt x="606" y="584"/>
                  </a:cubicBezTo>
                  <a:cubicBezTo>
                    <a:pt x="612" y="582"/>
                    <a:pt x="617" y="580"/>
                    <a:pt x="622" y="576"/>
                  </a:cubicBezTo>
                  <a:cubicBezTo>
                    <a:pt x="625" y="574"/>
                    <a:pt x="627" y="573"/>
                    <a:pt x="626" y="573"/>
                  </a:cubicBezTo>
                  <a:close/>
                  <a:moveTo>
                    <a:pt x="443" y="642"/>
                  </a:moveTo>
                  <a:cubicBezTo>
                    <a:pt x="444" y="642"/>
                    <a:pt x="444" y="643"/>
                    <a:pt x="444" y="643"/>
                  </a:cubicBezTo>
                  <a:lnTo>
                    <a:pt x="437" y="648"/>
                  </a:lnTo>
                  <a:lnTo>
                    <a:pt x="429" y="652"/>
                  </a:lnTo>
                  <a:lnTo>
                    <a:pt x="429" y="651"/>
                  </a:lnTo>
                  <a:cubicBezTo>
                    <a:pt x="435" y="646"/>
                    <a:pt x="442" y="642"/>
                    <a:pt x="443" y="642"/>
                  </a:cubicBezTo>
                  <a:close/>
                  <a:moveTo>
                    <a:pt x="448" y="650"/>
                  </a:moveTo>
                  <a:cubicBezTo>
                    <a:pt x="448" y="650"/>
                    <a:pt x="448" y="650"/>
                    <a:pt x="448" y="651"/>
                  </a:cubicBezTo>
                  <a:cubicBezTo>
                    <a:pt x="444" y="654"/>
                    <a:pt x="439" y="657"/>
                    <a:pt x="435" y="661"/>
                  </a:cubicBezTo>
                  <a:cubicBezTo>
                    <a:pt x="432" y="662"/>
                    <a:pt x="430" y="663"/>
                    <a:pt x="429" y="663"/>
                  </a:cubicBezTo>
                  <a:cubicBezTo>
                    <a:pt x="429" y="663"/>
                    <a:pt x="432" y="660"/>
                    <a:pt x="440" y="654"/>
                  </a:cubicBezTo>
                  <a:cubicBezTo>
                    <a:pt x="445" y="651"/>
                    <a:pt x="447" y="650"/>
                    <a:pt x="448" y="650"/>
                  </a:cubicBezTo>
                  <a:close/>
                  <a:moveTo>
                    <a:pt x="469" y="661"/>
                  </a:moveTo>
                  <a:cubicBezTo>
                    <a:pt x="470" y="661"/>
                    <a:pt x="466" y="664"/>
                    <a:pt x="466" y="665"/>
                  </a:cubicBezTo>
                  <a:cubicBezTo>
                    <a:pt x="463" y="669"/>
                    <a:pt x="461" y="670"/>
                    <a:pt x="460" y="670"/>
                  </a:cubicBezTo>
                  <a:cubicBezTo>
                    <a:pt x="460" y="670"/>
                    <a:pt x="459" y="669"/>
                    <a:pt x="458" y="668"/>
                  </a:cubicBezTo>
                  <a:cubicBezTo>
                    <a:pt x="458" y="667"/>
                    <a:pt x="465" y="663"/>
                    <a:pt x="465" y="663"/>
                  </a:cubicBezTo>
                  <a:cubicBezTo>
                    <a:pt x="467" y="662"/>
                    <a:pt x="468" y="661"/>
                    <a:pt x="469" y="661"/>
                  </a:cubicBezTo>
                  <a:close/>
                  <a:moveTo>
                    <a:pt x="484" y="679"/>
                  </a:moveTo>
                  <a:cubicBezTo>
                    <a:pt x="484" y="679"/>
                    <a:pt x="484" y="680"/>
                    <a:pt x="484" y="680"/>
                  </a:cubicBezTo>
                  <a:cubicBezTo>
                    <a:pt x="485" y="681"/>
                    <a:pt x="478" y="686"/>
                    <a:pt x="478" y="686"/>
                  </a:cubicBezTo>
                  <a:cubicBezTo>
                    <a:pt x="473" y="689"/>
                    <a:pt x="471" y="690"/>
                    <a:pt x="471" y="690"/>
                  </a:cubicBezTo>
                  <a:cubicBezTo>
                    <a:pt x="471" y="690"/>
                    <a:pt x="471" y="690"/>
                    <a:pt x="471" y="690"/>
                  </a:cubicBezTo>
                  <a:cubicBezTo>
                    <a:pt x="469" y="689"/>
                    <a:pt x="469" y="688"/>
                    <a:pt x="476" y="683"/>
                  </a:cubicBezTo>
                  <a:cubicBezTo>
                    <a:pt x="476" y="683"/>
                    <a:pt x="482" y="679"/>
                    <a:pt x="484" y="679"/>
                  </a:cubicBezTo>
                  <a:close/>
                  <a:moveTo>
                    <a:pt x="523" y="708"/>
                  </a:moveTo>
                  <a:cubicBezTo>
                    <a:pt x="524" y="708"/>
                    <a:pt x="524" y="708"/>
                    <a:pt x="521" y="710"/>
                  </a:cubicBezTo>
                  <a:cubicBezTo>
                    <a:pt x="521" y="711"/>
                    <a:pt x="516" y="713"/>
                    <a:pt x="513" y="713"/>
                  </a:cubicBezTo>
                  <a:cubicBezTo>
                    <a:pt x="513" y="713"/>
                    <a:pt x="512" y="712"/>
                    <a:pt x="512" y="712"/>
                  </a:cubicBezTo>
                  <a:lnTo>
                    <a:pt x="520" y="708"/>
                  </a:lnTo>
                  <a:cubicBezTo>
                    <a:pt x="520" y="708"/>
                    <a:pt x="520" y="708"/>
                    <a:pt x="520" y="708"/>
                  </a:cubicBezTo>
                  <a:cubicBezTo>
                    <a:pt x="521" y="708"/>
                    <a:pt x="523" y="708"/>
                    <a:pt x="523" y="708"/>
                  </a:cubicBezTo>
                  <a:close/>
                  <a:moveTo>
                    <a:pt x="466" y="717"/>
                  </a:moveTo>
                  <a:lnTo>
                    <a:pt x="466" y="718"/>
                  </a:lnTo>
                  <a:lnTo>
                    <a:pt x="460" y="723"/>
                  </a:lnTo>
                  <a:lnTo>
                    <a:pt x="459" y="722"/>
                  </a:lnTo>
                  <a:cubicBezTo>
                    <a:pt x="458" y="721"/>
                    <a:pt x="458" y="721"/>
                    <a:pt x="466" y="717"/>
                  </a:cubicBezTo>
                  <a:close/>
                  <a:moveTo>
                    <a:pt x="445" y="714"/>
                  </a:moveTo>
                  <a:cubicBezTo>
                    <a:pt x="443" y="714"/>
                    <a:pt x="438" y="718"/>
                    <a:pt x="438" y="718"/>
                  </a:cubicBezTo>
                  <a:cubicBezTo>
                    <a:pt x="438" y="718"/>
                    <a:pt x="430" y="722"/>
                    <a:pt x="431" y="723"/>
                  </a:cubicBezTo>
                  <a:lnTo>
                    <a:pt x="431" y="725"/>
                  </a:lnTo>
                  <a:cubicBezTo>
                    <a:pt x="436" y="721"/>
                    <a:pt x="441" y="718"/>
                    <a:pt x="445" y="714"/>
                  </a:cubicBezTo>
                  <a:cubicBezTo>
                    <a:pt x="445" y="714"/>
                    <a:pt x="445" y="714"/>
                    <a:pt x="445" y="714"/>
                  </a:cubicBezTo>
                  <a:close/>
                  <a:moveTo>
                    <a:pt x="478" y="721"/>
                  </a:moveTo>
                  <a:cubicBezTo>
                    <a:pt x="480" y="722"/>
                    <a:pt x="480" y="722"/>
                    <a:pt x="480" y="723"/>
                  </a:cubicBezTo>
                  <a:cubicBezTo>
                    <a:pt x="473" y="727"/>
                    <a:pt x="467" y="731"/>
                    <a:pt x="465" y="731"/>
                  </a:cubicBezTo>
                  <a:cubicBezTo>
                    <a:pt x="465" y="731"/>
                    <a:pt x="465" y="731"/>
                    <a:pt x="465" y="731"/>
                  </a:cubicBezTo>
                  <a:cubicBezTo>
                    <a:pt x="463" y="732"/>
                    <a:pt x="462" y="733"/>
                    <a:pt x="462" y="733"/>
                  </a:cubicBezTo>
                  <a:cubicBezTo>
                    <a:pt x="461" y="733"/>
                    <a:pt x="467" y="728"/>
                    <a:pt x="478" y="721"/>
                  </a:cubicBezTo>
                  <a:close/>
                  <a:moveTo>
                    <a:pt x="376" y="730"/>
                  </a:moveTo>
                  <a:cubicBezTo>
                    <a:pt x="368" y="735"/>
                    <a:pt x="368" y="735"/>
                    <a:pt x="370" y="736"/>
                  </a:cubicBezTo>
                  <a:cubicBezTo>
                    <a:pt x="370" y="736"/>
                    <a:pt x="370" y="736"/>
                    <a:pt x="371" y="736"/>
                  </a:cubicBezTo>
                  <a:cubicBezTo>
                    <a:pt x="371" y="736"/>
                    <a:pt x="373" y="735"/>
                    <a:pt x="377" y="731"/>
                  </a:cubicBezTo>
                  <a:lnTo>
                    <a:pt x="376" y="730"/>
                  </a:lnTo>
                  <a:close/>
                  <a:moveTo>
                    <a:pt x="517" y="740"/>
                  </a:moveTo>
                  <a:cubicBezTo>
                    <a:pt x="518" y="740"/>
                    <a:pt x="518" y="740"/>
                    <a:pt x="518" y="740"/>
                  </a:cubicBezTo>
                  <a:lnTo>
                    <a:pt x="519" y="741"/>
                  </a:lnTo>
                  <a:cubicBezTo>
                    <a:pt x="514" y="744"/>
                    <a:pt x="509" y="747"/>
                    <a:pt x="504" y="749"/>
                  </a:cubicBezTo>
                  <a:lnTo>
                    <a:pt x="503" y="748"/>
                  </a:lnTo>
                  <a:cubicBezTo>
                    <a:pt x="509" y="744"/>
                    <a:pt x="516" y="740"/>
                    <a:pt x="517" y="740"/>
                  </a:cubicBezTo>
                  <a:close/>
                  <a:moveTo>
                    <a:pt x="455" y="760"/>
                  </a:moveTo>
                  <a:cubicBezTo>
                    <a:pt x="455" y="760"/>
                    <a:pt x="450" y="763"/>
                    <a:pt x="445" y="766"/>
                  </a:cubicBezTo>
                  <a:lnTo>
                    <a:pt x="438" y="771"/>
                  </a:lnTo>
                  <a:lnTo>
                    <a:pt x="438" y="771"/>
                  </a:lnTo>
                  <a:lnTo>
                    <a:pt x="453" y="762"/>
                  </a:lnTo>
                  <a:cubicBezTo>
                    <a:pt x="455" y="760"/>
                    <a:pt x="455" y="760"/>
                    <a:pt x="455" y="760"/>
                  </a:cubicBezTo>
                  <a:close/>
                  <a:moveTo>
                    <a:pt x="502" y="764"/>
                  </a:moveTo>
                  <a:cubicBezTo>
                    <a:pt x="503" y="765"/>
                    <a:pt x="495" y="768"/>
                    <a:pt x="480" y="776"/>
                  </a:cubicBezTo>
                  <a:cubicBezTo>
                    <a:pt x="477" y="777"/>
                    <a:pt x="475" y="777"/>
                    <a:pt x="474" y="777"/>
                  </a:cubicBezTo>
                  <a:cubicBezTo>
                    <a:pt x="473" y="777"/>
                    <a:pt x="477" y="776"/>
                    <a:pt x="486" y="771"/>
                  </a:cubicBezTo>
                  <a:lnTo>
                    <a:pt x="502" y="764"/>
                  </a:lnTo>
                  <a:close/>
                  <a:moveTo>
                    <a:pt x="545" y="769"/>
                  </a:moveTo>
                  <a:lnTo>
                    <a:pt x="546" y="772"/>
                  </a:lnTo>
                  <a:lnTo>
                    <a:pt x="530" y="778"/>
                  </a:lnTo>
                  <a:cubicBezTo>
                    <a:pt x="518" y="784"/>
                    <a:pt x="513" y="787"/>
                    <a:pt x="512" y="787"/>
                  </a:cubicBezTo>
                  <a:cubicBezTo>
                    <a:pt x="512" y="787"/>
                    <a:pt x="515" y="785"/>
                    <a:pt x="522" y="781"/>
                  </a:cubicBezTo>
                  <a:cubicBezTo>
                    <a:pt x="529" y="776"/>
                    <a:pt x="537" y="772"/>
                    <a:pt x="545" y="769"/>
                  </a:cubicBezTo>
                  <a:close/>
                  <a:moveTo>
                    <a:pt x="518" y="792"/>
                  </a:moveTo>
                  <a:lnTo>
                    <a:pt x="512" y="797"/>
                  </a:lnTo>
                  <a:cubicBezTo>
                    <a:pt x="508" y="800"/>
                    <a:pt x="506" y="801"/>
                    <a:pt x="505" y="801"/>
                  </a:cubicBezTo>
                  <a:cubicBezTo>
                    <a:pt x="504" y="801"/>
                    <a:pt x="504" y="800"/>
                    <a:pt x="503" y="800"/>
                  </a:cubicBezTo>
                  <a:lnTo>
                    <a:pt x="510" y="795"/>
                  </a:lnTo>
                  <a:lnTo>
                    <a:pt x="518" y="792"/>
                  </a:lnTo>
                  <a:close/>
                  <a:moveTo>
                    <a:pt x="593" y="805"/>
                  </a:moveTo>
                  <a:cubicBezTo>
                    <a:pt x="592" y="805"/>
                    <a:pt x="586" y="808"/>
                    <a:pt x="586" y="808"/>
                  </a:cubicBezTo>
                  <a:cubicBezTo>
                    <a:pt x="578" y="812"/>
                    <a:pt x="579" y="813"/>
                    <a:pt x="579" y="814"/>
                  </a:cubicBezTo>
                  <a:cubicBezTo>
                    <a:pt x="577" y="817"/>
                    <a:pt x="577" y="818"/>
                    <a:pt x="578" y="818"/>
                  </a:cubicBezTo>
                  <a:cubicBezTo>
                    <a:pt x="580" y="818"/>
                    <a:pt x="584" y="816"/>
                    <a:pt x="588" y="813"/>
                  </a:cubicBezTo>
                  <a:cubicBezTo>
                    <a:pt x="596" y="809"/>
                    <a:pt x="595" y="808"/>
                    <a:pt x="594" y="805"/>
                  </a:cubicBezTo>
                  <a:cubicBezTo>
                    <a:pt x="594" y="805"/>
                    <a:pt x="594" y="805"/>
                    <a:pt x="593" y="805"/>
                  </a:cubicBezTo>
                  <a:close/>
                  <a:moveTo>
                    <a:pt x="584" y="822"/>
                  </a:moveTo>
                  <a:lnTo>
                    <a:pt x="585" y="824"/>
                  </a:lnTo>
                  <a:cubicBezTo>
                    <a:pt x="579" y="828"/>
                    <a:pt x="572" y="830"/>
                    <a:pt x="570" y="830"/>
                  </a:cubicBezTo>
                  <a:cubicBezTo>
                    <a:pt x="570" y="830"/>
                    <a:pt x="569" y="830"/>
                    <a:pt x="569" y="830"/>
                  </a:cubicBezTo>
                  <a:cubicBezTo>
                    <a:pt x="568" y="829"/>
                    <a:pt x="575" y="824"/>
                    <a:pt x="584" y="822"/>
                  </a:cubicBezTo>
                  <a:close/>
                  <a:moveTo>
                    <a:pt x="714" y="846"/>
                  </a:moveTo>
                  <a:cubicBezTo>
                    <a:pt x="712" y="846"/>
                    <a:pt x="705" y="850"/>
                    <a:pt x="699" y="854"/>
                  </a:cubicBezTo>
                  <a:lnTo>
                    <a:pt x="699" y="855"/>
                  </a:lnTo>
                  <a:cubicBezTo>
                    <a:pt x="705" y="852"/>
                    <a:pt x="711" y="850"/>
                    <a:pt x="715" y="847"/>
                  </a:cubicBezTo>
                  <a:lnTo>
                    <a:pt x="714" y="846"/>
                  </a:lnTo>
                  <a:cubicBezTo>
                    <a:pt x="714" y="846"/>
                    <a:pt x="714" y="846"/>
                    <a:pt x="714" y="846"/>
                  </a:cubicBezTo>
                  <a:close/>
                  <a:moveTo>
                    <a:pt x="611" y="888"/>
                  </a:moveTo>
                  <a:cubicBezTo>
                    <a:pt x="612" y="889"/>
                    <a:pt x="605" y="895"/>
                    <a:pt x="598" y="900"/>
                  </a:cubicBezTo>
                  <a:cubicBezTo>
                    <a:pt x="589" y="906"/>
                    <a:pt x="585" y="909"/>
                    <a:pt x="584" y="909"/>
                  </a:cubicBezTo>
                  <a:cubicBezTo>
                    <a:pt x="583" y="909"/>
                    <a:pt x="583" y="908"/>
                    <a:pt x="583" y="907"/>
                  </a:cubicBezTo>
                  <a:cubicBezTo>
                    <a:pt x="583" y="906"/>
                    <a:pt x="582" y="905"/>
                    <a:pt x="589" y="901"/>
                  </a:cubicBezTo>
                  <a:lnTo>
                    <a:pt x="589" y="902"/>
                  </a:lnTo>
                  <a:cubicBezTo>
                    <a:pt x="587" y="903"/>
                    <a:pt x="587" y="904"/>
                    <a:pt x="587" y="904"/>
                  </a:cubicBezTo>
                  <a:cubicBezTo>
                    <a:pt x="588" y="904"/>
                    <a:pt x="593" y="901"/>
                    <a:pt x="597" y="897"/>
                  </a:cubicBezTo>
                  <a:lnTo>
                    <a:pt x="611" y="888"/>
                  </a:lnTo>
                  <a:close/>
                  <a:moveTo>
                    <a:pt x="604" y="912"/>
                  </a:moveTo>
                  <a:cubicBezTo>
                    <a:pt x="605" y="912"/>
                    <a:pt x="605" y="912"/>
                    <a:pt x="605" y="912"/>
                  </a:cubicBezTo>
                  <a:lnTo>
                    <a:pt x="598" y="917"/>
                  </a:lnTo>
                  <a:cubicBezTo>
                    <a:pt x="594" y="920"/>
                    <a:pt x="592" y="921"/>
                    <a:pt x="591" y="921"/>
                  </a:cubicBezTo>
                  <a:cubicBezTo>
                    <a:pt x="590" y="921"/>
                    <a:pt x="590" y="920"/>
                    <a:pt x="589" y="920"/>
                  </a:cubicBezTo>
                  <a:cubicBezTo>
                    <a:pt x="589" y="919"/>
                    <a:pt x="589" y="919"/>
                    <a:pt x="596" y="914"/>
                  </a:cubicBezTo>
                  <a:cubicBezTo>
                    <a:pt x="596" y="914"/>
                    <a:pt x="602" y="912"/>
                    <a:pt x="604" y="912"/>
                  </a:cubicBezTo>
                  <a:close/>
                  <a:moveTo>
                    <a:pt x="551" y="921"/>
                  </a:moveTo>
                  <a:cubicBezTo>
                    <a:pt x="545" y="926"/>
                    <a:pt x="545" y="926"/>
                    <a:pt x="545" y="926"/>
                  </a:cubicBezTo>
                  <a:lnTo>
                    <a:pt x="546" y="928"/>
                  </a:lnTo>
                  <a:lnTo>
                    <a:pt x="552" y="922"/>
                  </a:lnTo>
                  <a:lnTo>
                    <a:pt x="551" y="921"/>
                  </a:lnTo>
                  <a:close/>
                  <a:moveTo>
                    <a:pt x="103" y="1"/>
                  </a:moveTo>
                  <a:cubicBezTo>
                    <a:pt x="102" y="1"/>
                    <a:pt x="95" y="5"/>
                    <a:pt x="89" y="9"/>
                  </a:cubicBezTo>
                  <a:cubicBezTo>
                    <a:pt x="89" y="9"/>
                    <a:pt x="88" y="8"/>
                    <a:pt x="88" y="7"/>
                  </a:cubicBezTo>
                  <a:cubicBezTo>
                    <a:pt x="88" y="7"/>
                    <a:pt x="88" y="6"/>
                    <a:pt x="87" y="6"/>
                  </a:cubicBezTo>
                  <a:cubicBezTo>
                    <a:pt x="87" y="6"/>
                    <a:pt x="85" y="7"/>
                    <a:pt x="80" y="10"/>
                  </a:cubicBezTo>
                  <a:cubicBezTo>
                    <a:pt x="76" y="12"/>
                    <a:pt x="74" y="13"/>
                    <a:pt x="73" y="13"/>
                  </a:cubicBezTo>
                  <a:cubicBezTo>
                    <a:pt x="72" y="13"/>
                    <a:pt x="72" y="13"/>
                    <a:pt x="71" y="12"/>
                  </a:cubicBezTo>
                  <a:cubicBezTo>
                    <a:pt x="74" y="11"/>
                    <a:pt x="75" y="10"/>
                    <a:pt x="74" y="10"/>
                  </a:cubicBezTo>
                  <a:lnTo>
                    <a:pt x="74" y="10"/>
                  </a:lnTo>
                  <a:cubicBezTo>
                    <a:pt x="74" y="10"/>
                    <a:pt x="69" y="13"/>
                    <a:pt x="64" y="17"/>
                  </a:cubicBezTo>
                  <a:cubicBezTo>
                    <a:pt x="57" y="21"/>
                    <a:pt x="51" y="25"/>
                    <a:pt x="49" y="25"/>
                  </a:cubicBezTo>
                  <a:cubicBezTo>
                    <a:pt x="49" y="25"/>
                    <a:pt x="49" y="25"/>
                    <a:pt x="49" y="25"/>
                  </a:cubicBezTo>
                  <a:lnTo>
                    <a:pt x="34" y="34"/>
                  </a:lnTo>
                  <a:cubicBezTo>
                    <a:pt x="24" y="39"/>
                    <a:pt x="15" y="46"/>
                    <a:pt x="7" y="54"/>
                  </a:cubicBezTo>
                  <a:cubicBezTo>
                    <a:pt x="4" y="60"/>
                    <a:pt x="1" y="66"/>
                    <a:pt x="3" y="66"/>
                  </a:cubicBezTo>
                  <a:cubicBezTo>
                    <a:pt x="5" y="66"/>
                    <a:pt x="7" y="64"/>
                    <a:pt x="12" y="62"/>
                  </a:cubicBezTo>
                  <a:cubicBezTo>
                    <a:pt x="12" y="62"/>
                    <a:pt x="17" y="59"/>
                    <a:pt x="19" y="59"/>
                  </a:cubicBezTo>
                  <a:cubicBezTo>
                    <a:pt x="19" y="59"/>
                    <a:pt x="20" y="59"/>
                    <a:pt x="20" y="59"/>
                  </a:cubicBezTo>
                  <a:cubicBezTo>
                    <a:pt x="21" y="60"/>
                    <a:pt x="14" y="66"/>
                    <a:pt x="14" y="66"/>
                  </a:cubicBezTo>
                  <a:cubicBezTo>
                    <a:pt x="6" y="71"/>
                    <a:pt x="9" y="75"/>
                    <a:pt x="12" y="81"/>
                  </a:cubicBezTo>
                  <a:cubicBezTo>
                    <a:pt x="16" y="87"/>
                    <a:pt x="17" y="91"/>
                    <a:pt x="11" y="96"/>
                  </a:cubicBezTo>
                  <a:cubicBezTo>
                    <a:pt x="5" y="102"/>
                    <a:pt x="5" y="103"/>
                    <a:pt x="5" y="103"/>
                  </a:cubicBezTo>
                  <a:cubicBezTo>
                    <a:pt x="7" y="102"/>
                    <a:pt x="8" y="102"/>
                    <a:pt x="10" y="102"/>
                  </a:cubicBezTo>
                  <a:cubicBezTo>
                    <a:pt x="14" y="102"/>
                    <a:pt x="17" y="107"/>
                    <a:pt x="21" y="112"/>
                  </a:cubicBezTo>
                  <a:cubicBezTo>
                    <a:pt x="24" y="118"/>
                    <a:pt x="27" y="125"/>
                    <a:pt x="32" y="125"/>
                  </a:cubicBezTo>
                  <a:cubicBezTo>
                    <a:pt x="33" y="125"/>
                    <a:pt x="35" y="124"/>
                    <a:pt x="36" y="123"/>
                  </a:cubicBezTo>
                  <a:lnTo>
                    <a:pt x="38" y="126"/>
                  </a:lnTo>
                  <a:cubicBezTo>
                    <a:pt x="30" y="130"/>
                    <a:pt x="32" y="132"/>
                    <a:pt x="33" y="134"/>
                  </a:cubicBezTo>
                  <a:cubicBezTo>
                    <a:pt x="36" y="134"/>
                    <a:pt x="38" y="133"/>
                    <a:pt x="39" y="133"/>
                  </a:cubicBezTo>
                  <a:cubicBezTo>
                    <a:pt x="42" y="133"/>
                    <a:pt x="42" y="134"/>
                    <a:pt x="42" y="134"/>
                  </a:cubicBezTo>
                  <a:cubicBezTo>
                    <a:pt x="35" y="139"/>
                    <a:pt x="35" y="140"/>
                    <a:pt x="38" y="142"/>
                  </a:cubicBezTo>
                  <a:cubicBezTo>
                    <a:pt x="38" y="143"/>
                    <a:pt x="38" y="144"/>
                    <a:pt x="39" y="144"/>
                  </a:cubicBezTo>
                  <a:cubicBezTo>
                    <a:pt x="41" y="144"/>
                    <a:pt x="43" y="143"/>
                    <a:pt x="47" y="141"/>
                  </a:cubicBezTo>
                  <a:lnTo>
                    <a:pt x="47" y="141"/>
                  </a:lnTo>
                  <a:cubicBezTo>
                    <a:pt x="49" y="146"/>
                    <a:pt x="49" y="152"/>
                    <a:pt x="45" y="158"/>
                  </a:cubicBezTo>
                  <a:cubicBezTo>
                    <a:pt x="43" y="160"/>
                    <a:pt x="42" y="161"/>
                    <a:pt x="43" y="161"/>
                  </a:cubicBezTo>
                  <a:cubicBezTo>
                    <a:pt x="45" y="161"/>
                    <a:pt x="50" y="159"/>
                    <a:pt x="54" y="157"/>
                  </a:cubicBezTo>
                  <a:cubicBezTo>
                    <a:pt x="61" y="153"/>
                    <a:pt x="68" y="150"/>
                    <a:pt x="70" y="150"/>
                  </a:cubicBezTo>
                  <a:cubicBezTo>
                    <a:pt x="70" y="150"/>
                    <a:pt x="70" y="150"/>
                    <a:pt x="70" y="150"/>
                  </a:cubicBezTo>
                  <a:lnTo>
                    <a:pt x="55" y="159"/>
                  </a:lnTo>
                  <a:cubicBezTo>
                    <a:pt x="48" y="163"/>
                    <a:pt x="48" y="163"/>
                    <a:pt x="50" y="165"/>
                  </a:cubicBezTo>
                  <a:lnTo>
                    <a:pt x="51" y="167"/>
                  </a:lnTo>
                  <a:cubicBezTo>
                    <a:pt x="53" y="165"/>
                    <a:pt x="55" y="165"/>
                    <a:pt x="56" y="165"/>
                  </a:cubicBezTo>
                  <a:cubicBezTo>
                    <a:pt x="60" y="165"/>
                    <a:pt x="62" y="169"/>
                    <a:pt x="66" y="175"/>
                  </a:cubicBezTo>
                  <a:cubicBezTo>
                    <a:pt x="70" y="182"/>
                    <a:pt x="71" y="186"/>
                    <a:pt x="75" y="186"/>
                  </a:cubicBezTo>
                  <a:cubicBezTo>
                    <a:pt x="76" y="186"/>
                    <a:pt x="78" y="185"/>
                    <a:pt x="80" y="184"/>
                  </a:cubicBezTo>
                  <a:cubicBezTo>
                    <a:pt x="83" y="182"/>
                    <a:pt x="85" y="181"/>
                    <a:pt x="85" y="181"/>
                  </a:cubicBezTo>
                  <a:cubicBezTo>
                    <a:pt x="87" y="181"/>
                    <a:pt x="86" y="183"/>
                    <a:pt x="82" y="188"/>
                  </a:cubicBezTo>
                  <a:cubicBezTo>
                    <a:pt x="70" y="203"/>
                    <a:pt x="66" y="207"/>
                    <a:pt x="68" y="207"/>
                  </a:cubicBezTo>
                  <a:cubicBezTo>
                    <a:pt x="68" y="207"/>
                    <a:pt x="70" y="206"/>
                    <a:pt x="72" y="205"/>
                  </a:cubicBezTo>
                  <a:cubicBezTo>
                    <a:pt x="71" y="204"/>
                    <a:pt x="79" y="200"/>
                    <a:pt x="86" y="195"/>
                  </a:cubicBezTo>
                  <a:cubicBezTo>
                    <a:pt x="92" y="191"/>
                    <a:pt x="96" y="189"/>
                    <a:pt x="97" y="189"/>
                  </a:cubicBezTo>
                  <a:cubicBezTo>
                    <a:pt x="98" y="189"/>
                    <a:pt x="95" y="192"/>
                    <a:pt x="87" y="197"/>
                  </a:cubicBezTo>
                  <a:cubicBezTo>
                    <a:pt x="76" y="204"/>
                    <a:pt x="83" y="213"/>
                    <a:pt x="94" y="213"/>
                  </a:cubicBezTo>
                  <a:cubicBezTo>
                    <a:pt x="97" y="213"/>
                    <a:pt x="101" y="212"/>
                    <a:pt x="105" y="210"/>
                  </a:cubicBezTo>
                  <a:lnTo>
                    <a:pt x="105" y="210"/>
                  </a:lnTo>
                  <a:lnTo>
                    <a:pt x="97" y="214"/>
                  </a:lnTo>
                  <a:cubicBezTo>
                    <a:pt x="90" y="220"/>
                    <a:pt x="90" y="220"/>
                    <a:pt x="92" y="224"/>
                  </a:cubicBezTo>
                  <a:lnTo>
                    <a:pt x="95" y="228"/>
                  </a:lnTo>
                  <a:cubicBezTo>
                    <a:pt x="99" y="225"/>
                    <a:pt x="101" y="224"/>
                    <a:pt x="103" y="224"/>
                  </a:cubicBezTo>
                  <a:cubicBezTo>
                    <a:pt x="107" y="224"/>
                    <a:pt x="104" y="231"/>
                    <a:pt x="98" y="234"/>
                  </a:cubicBezTo>
                  <a:cubicBezTo>
                    <a:pt x="92" y="240"/>
                    <a:pt x="92" y="240"/>
                    <a:pt x="94" y="242"/>
                  </a:cubicBezTo>
                  <a:cubicBezTo>
                    <a:pt x="97" y="241"/>
                    <a:pt x="99" y="241"/>
                    <a:pt x="101" y="241"/>
                  </a:cubicBezTo>
                  <a:cubicBezTo>
                    <a:pt x="107" y="241"/>
                    <a:pt x="103" y="248"/>
                    <a:pt x="98" y="251"/>
                  </a:cubicBezTo>
                  <a:lnTo>
                    <a:pt x="99" y="253"/>
                  </a:lnTo>
                  <a:cubicBezTo>
                    <a:pt x="102" y="252"/>
                    <a:pt x="104" y="252"/>
                    <a:pt x="106" y="252"/>
                  </a:cubicBezTo>
                  <a:cubicBezTo>
                    <a:pt x="108" y="252"/>
                    <a:pt x="109" y="253"/>
                    <a:pt x="109" y="253"/>
                  </a:cubicBezTo>
                  <a:cubicBezTo>
                    <a:pt x="110" y="255"/>
                    <a:pt x="110" y="256"/>
                    <a:pt x="112" y="256"/>
                  </a:cubicBezTo>
                  <a:cubicBezTo>
                    <a:pt x="113" y="256"/>
                    <a:pt x="115" y="255"/>
                    <a:pt x="118" y="252"/>
                  </a:cubicBezTo>
                  <a:cubicBezTo>
                    <a:pt x="124" y="248"/>
                    <a:pt x="131" y="244"/>
                    <a:pt x="133" y="244"/>
                  </a:cubicBezTo>
                  <a:cubicBezTo>
                    <a:pt x="133" y="244"/>
                    <a:pt x="133" y="244"/>
                    <a:pt x="133" y="244"/>
                  </a:cubicBezTo>
                  <a:lnTo>
                    <a:pt x="126" y="249"/>
                  </a:lnTo>
                  <a:cubicBezTo>
                    <a:pt x="118" y="253"/>
                    <a:pt x="121" y="257"/>
                    <a:pt x="123" y="261"/>
                  </a:cubicBezTo>
                  <a:cubicBezTo>
                    <a:pt x="126" y="267"/>
                    <a:pt x="127" y="269"/>
                    <a:pt x="121" y="275"/>
                  </a:cubicBezTo>
                  <a:lnTo>
                    <a:pt x="128" y="271"/>
                  </a:lnTo>
                  <a:cubicBezTo>
                    <a:pt x="132" y="269"/>
                    <a:pt x="134" y="269"/>
                    <a:pt x="135" y="269"/>
                  </a:cubicBezTo>
                  <a:cubicBezTo>
                    <a:pt x="136" y="269"/>
                    <a:pt x="134" y="270"/>
                    <a:pt x="130" y="274"/>
                  </a:cubicBezTo>
                  <a:cubicBezTo>
                    <a:pt x="124" y="278"/>
                    <a:pt x="125" y="281"/>
                    <a:pt x="130" y="281"/>
                  </a:cubicBezTo>
                  <a:cubicBezTo>
                    <a:pt x="131" y="281"/>
                    <a:pt x="132" y="281"/>
                    <a:pt x="134" y="280"/>
                  </a:cubicBezTo>
                  <a:lnTo>
                    <a:pt x="135" y="283"/>
                  </a:lnTo>
                  <a:cubicBezTo>
                    <a:pt x="127" y="289"/>
                    <a:pt x="124" y="293"/>
                    <a:pt x="127" y="293"/>
                  </a:cubicBezTo>
                  <a:cubicBezTo>
                    <a:pt x="129" y="293"/>
                    <a:pt x="133" y="291"/>
                    <a:pt x="138" y="288"/>
                  </a:cubicBezTo>
                  <a:lnTo>
                    <a:pt x="138" y="288"/>
                  </a:lnTo>
                  <a:cubicBezTo>
                    <a:pt x="132" y="293"/>
                    <a:pt x="132" y="294"/>
                    <a:pt x="133" y="295"/>
                  </a:cubicBezTo>
                  <a:cubicBezTo>
                    <a:pt x="134" y="294"/>
                    <a:pt x="136" y="294"/>
                    <a:pt x="137" y="294"/>
                  </a:cubicBezTo>
                  <a:cubicBezTo>
                    <a:pt x="141" y="294"/>
                    <a:pt x="142" y="298"/>
                    <a:pt x="136" y="302"/>
                  </a:cubicBezTo>
                  <a:lnTo>
                    <a:pt x="137" y="303"/>
                  </a:lnTo>
                  <a:cubicBezTo>
                    <a:pt x="141" y="301"/>
                    <a:pt x="143" y="301"/>
                    <a:pt x="144" y="301"/>
                  </a:cubicBezTo>
                  <a:cubicBezTo>
                    <a:pt x="146" y="301"/>
                    <a:pt x="146" y="301"/>
                    <a:pt x="146" y="302"/>
                  </a:cubicBezTo>
                  <a:cubicBezTo>
                    <a:pt x="146" y="302"/>
                    <a:pt x="147" y="303"/>
                    <a:pt x="148" y="303"/>
                  </a:cubicBezTo>
                  <a:cubicBezTo>
                    <a:pt x="149" y="303"/>
                    <a:pt x="151" y="302"/>
                    <a:pt x="155" y="301"/>
                  </a:cubicBezTo>
                  <a:cubicBezTo>
                    <a:pt x="160" y="298"/>
                    <a:pt x="162" y="298"/>
                    <a:pt x="163" y="298"/>
                  </a:cubicBezTo>
                  <a:cubicBezTo>
                    <a:pt x="163" y="298"/>
                    <a:pt x="163" y="298"/>
                    <a:pt x="163" y="298"/>
                  </a:cubicBezTo>
                  <a:cubicBezTo>
                    <a:pt x="164" y="299"/>
                    <a:pt x="156" y="303"/>
                    <a:pt x="149" y="306"/>
                  </a:cubicBezTo>
                  <a:cubicBezTo>
                    <a:pt x="143" y="307"/>
                    <a:pt x="142" y="309"/>
                    <a:pt x="145" y="309"/>
                  </a:cubicBezTo>
                  <a:cubicBezTo>
                    <a:pt x="147" y="309"/>
                    <a:pt x="151" y="308"/>
                    <a:pt x="158" y="306"/>
                  </a:cubicBezTo>
                  <a:cubicBezTo>
                    <a:pt x="166" y="303"/>
                    <a:pt x="170" y="302"/>
                    <a:pt x="170" y="302"/>
                  </a:cubicBezTo>
                  <a:lnTo>
                    <a:pt x="170" y="302"/>
                  </a:lnTo>
                  <a:cubicBezTo>
                    <a:pt x="171" y="302"/>
                    <a:pt x="167" y="304"/>
                    <a:pt x="159" y="307"/>
                  </a:cubicBezTo>
                  <a:cubicBezTo>
                    <a:pt x="153" y="310"/>
                    <a:pt x="147" y="312"/>
                    <a:pt x="148" y="312"/>
                  </a:cubicBezTo>
                  <a:cubicBezTo>
                    <a:pt x="149" y="312"/>
                    <a:pt x="150" y="312"/>
                    <a:pt x="152" y="312"/>
                  </a:cubicBezTo>
                  <a:cubicBezTo>
                    <a:pt x="152" y="312"/>
                    <a:pt x="152" y="312"/>
                    <a:pt x="153" y="312"/>
                  </a:cubicBezTo>
                  <a:cubicBezTo>
                    <a:pt x="154" y="312"/>
                    <a:pt x="156" y="312"/>
                    <a:pt x="160" y="309"/>
                  </a:cubicBezTo>
                  <a:lnTo>
                    <a:pt x="162" y="313"/>
                  </a:lnTo>
                  <a:cubicBezTo>
                    <a:pt x="155" y="320"/>
                    <a:pt x="156" y="321"/>
                    <a:pt x="156" y="322"/>
                  </a:cubicBezTo>
                  <a:cubicBezTo>
                    <a:pt x="160" y="320"/>
                    <a:pt x="162" y="320"/>
                    <a:pt x="162" y="320"/>
                  </a:cubicBezTo>
                  <a:cubicBezTo>
                    <a:pt x="163" y="320"/>
                    <a:pt x="162" y="321"/>
                    <a:pt x="159" y="324"/>
                  </a:cubicBezTo>
                  <a:cubicBezTo>
                    <a:pt x="155" y="326"/>
                    <a:pt x="153" y="327"/>
                    <a:pt x="154" y="327"/>
                  </a:cubicBezTo>
                  <a:cubicBezTo>
                    <a:pt x="155" y="327"/>
                    <a:pt x="159" y="326"/>
                    <a:pt x="167" y="321"/>
                  </a:cubicBezTo>
                  <a:cubicBezTo>
                    <a:pt x="169" y="319"/>
                    <a:pt x="171" y="319"/>
                    <a:pt x="172" y="319"/>
                  </a:cubicBezTo>
                  <a:cubicBezTo>
                    <a:pt x="173" y="319"/>
                    <a:pt x="172" y="321"/>
                    <a:pt x="168" y="324"/>
                  </a:cubicBezTo>
                  <a:cubicBezTo>
                    <a:pt x="159" y="330"/>
                    <a:pt x="156" y="332"/>
                    <a:pt x="156" y="332"/>
                  </a:cubicBezTo>
                  <a:cubicBezTo>
                    <a:pt x="157" y="332"/>
                    <a:pt x="158" y="331"/>
                    <a:pt x="161" y="330"/>
                  </a:cubicBezTo>
                  <a:cubicBezTo>
                    <a:pt x="166" y="327"/>
                    <a:pt x="168" y="326"/>
                    <a:pt x="169" y="326"/>
                  </a:cubicBezTo>
                  <a:cubicBezTo>
                    <a:pt x="170" y="326"/>
                    <a:pt x="170" y="326"/>
                    <a:pt x="170" y="326"/>
                  </a:cubicBezTo>
                  <a:cubicBezTo>
                    <a:pt x="162" y="331"/>
                    <a:pt x="168" y="341"/>
                    <a:pt x="173" y="351"/>
                  </a:cubicBezTo>
                  <a:cubicBezTo>
                    <a:pt x="173" y="351"/>
                    <a:pt x="174" y="351"/>
                    <a:pt x="174" y="351"/>
                  </a:cubicBezTo>
                  <a:cubicBezTo>
                    <a:pt x="176" y="351"/>
                    <a:pt x="183" y="348"/>
                    <a:pt x="189" y="344"/>
                  </a:cubicBezTo>
                  <a:cubicBezTo>
                    <a:pt x="195" y="341"/>
                    <a:pt x="197" y="339"/>
                    <a:pt x="198" y="339"/>
                  </a:cubicBezTo>
                  <a:lnTo>
                    <a:pt x="198" y="339"/>
                  </a:lnTo>
                  <a:cubicBezTo>
                    <a:pt x="198" y="339"/>
                    <a:pt x="194" y="342"/>
                    <a:pt x="190" y="345"/>
                  </a:cubicBezTo>
                  <a:cubicBezTo>
                    <a:pt x="179" y="353"/>
                    <a:pt x="174" y="357"/>
                    <a:pt x="175" y="357"/>
                  </a:cubicBezTo>
                  <a:cubicBezTo>
                    <a:pt x="176" y="357"/>
                    <a:pt x="181" y="354"/>
                    <a:pt x="191" y="348"/>
                  </a:cubicBezTo>
                  <a:cubicBezTo>
                    <a:pt x="198" y="343"/>
                    <a:pt x="201" y="340"/>
                    <a:pt x="201" y="340"/>
                  </a:cubicBezTo>
                  <a:lnTo>
                    <a:pt x="201" y="340"/>
                  </a:lnTo>
                  <a:cubicBezTo>
                    <a:pt x="201" y="340"/>
                    <a:pt x="198" y="343"/>
                    <a:pt x="191" y="349"/>
                  </a:cubicBezTo>
                  <a:cubicBezTo>
                    <a:pt x="188" y="352"/>
                    <a:pt x="187" y="353"/>
                    <a:pt x="187" y="353"/>
                  </a:cubicBezTo>
                  <a:cubicBezTo>
                    <a:pt x="188" y="353"/>
                    <a:pt x="190" y="352"/>
                    <a:pt x="193" y="351"/>
                  </a:cubicBezTo>
                  <a:cubicBezTo>
                    <a:pt x="196" y="349"/>
                    <a:pt x="198" y="348"/>
                    <a:pt x="199" y="348"/>
                  </a:cubicBezTo>
                  <a:cubicBezTo>
                    <a:pt x="199" y="348"/>
                    <a:pt x="198" y="350"/>
                    <a:pt x="193" y="352"/>
                  </a:cubicBezTo>
                  <a:cubicBezTo>
                    <a:pt x="188" y="356"/>
                    <a:pt x="183" y="360"/>
                    <a:pt x="184" y="360"/>
                  </a:cubicBezTo>
                  <a:cubicBezTo>
                    <a:pt x="185" y="360"/>
                    <a:pt x="186" y="360"/>
                    <a:pt x="188" y="359"/>
                  </a:cubicBezTo>
                  <a:lnTo>
                    <a:pt x="188" y="359"/>
                  </a:lnTo>
                  <a:cubicBezTo>
                    <a:pt x="188" y="359"/>
                    <a:pt x="188" y="360"/>
                    <a:pt x="181" y="366"/>
                  </a:cubicBezTo>
                  <a:cubicBezTo>
                    <a:pt x="179" y="368"/>
                    <a:pt x="179" y="369"/>
                    <a:pt x="180" y="369"/>
                  </a:cubicBezTo>
                  <a:cubicBezTo>
                    <a:pt x="182" y="369"/>
                    <a:pt x="186" y="367"/>
                    <a:pt x="191" y="364"/>
                  </a:cubicBezTo>
                  <a:cubicBezTo>
                    <a:pt x="198" y="362"/>
                    <a:pt x="202" y="361"/>
                    <a:pt x="203" y="361"/>
                  </a:cubicBezTo>
                  <a:cubicBezTo>
                    <a:pt x="205" y="361"/>
                    <a:pt x="201" y="363"/>
                    <a:pt x="192" y="368"/>
                  </a:cubicBezTo>
                  <a:cubicBezTo>
                    <a:pt x="185" y="372"/>
                    <a:pt x="184" y="374"/>
                    <a:pt x="187" y="374"/>
                  </a:cubicBezTo>
                  <a:cubicBezTo>
                    <a:pt x="190" y="374"/>
                    <a:pt x="196" y="373"/>
                    <a:pt x="202" y="369"/>
                  </a:cubicBezTo>
                  <a:cubicBezTo>
                    <a:pt x="211" y="364"/>
                    <a:pt x="215" y="363"/>
                    <a:pt x="215" y="363"/>
                  </a:cubicBezTo>
                  <a:lnTo>
                    <a:pt x="215" y="363"/>
                  </a:lnTo>
                  <a:cubicBezTo>
                    <a:pt x="216" y="363"/>
                    <a:pt x="214" y="364"/>
                    <a:pt x="210" y="366"/>
                  </a:cubicBezTo>
                  <a:cubicBezTo>
                    <a:pt x="204" y="370"/>
                    <a:pt x="204" y="371"/>
                    <a:pt x="204" y="371"/>
                  </a:cubicBezTo>
                  <a:cubicBezTo>
                    <a:pt x="205" y="372"/>
                    <a:pt x="206" y="373"/>
                    <a:pt x="198" y="378"/>
                  </a:cubicBezTo>
                  <a:cubicBezTo>
                    <a:pt x="198" y="378"/>
                    <a:pt x="198" y="378"/>
                    <a:pt x="199" y="378"/>
                  </a:cubicBezTo>
                  <a:cubicBezTo>
                    <a:pt x="200" y="378"/>
                    <a:pt x="202" y="378"/>
                    <a:pt x="207" y="376"/>
                  </a:cubicBezTo>
                  <a:cubicBezTo>
                    <a:pt x="211" y="374"/>
                    <a:pt x="214" y="373"/>
                    <a:pt x="215" y="373"/>
                  </a:cubicBezTo>
                  <a:cubicBezTo>
                    <a:pt x="219" y="373"/>
                    <a:pt x="214" y="379"/>
                    <a:pt x="204" y="387"/>
                  </a:cubicBezTo>
                  <a:lnTo>
                    <a:pt x="213" y="385"/>
                  </a:lnTo>
                  <a:cubicBezTo>
                    <a:pt x="221" y="380"/>
                    <a:pt x="227" y="377"/>
                    <a:pt x="228" y="377"/>
                  </a:cubicBezTo>
                  <a:cubicBezTo>
                    <a:pt x="229" y="377"/>
                    <a:pt x="226" y="379"/>
                    <a:pt x="220" y="382"/>
                  </a:cubicBezTo>
                  <a:lnTo>
                    <a:pt x="214" y="387"/>
                  </a:lnTo>
                  <a:cubicBezTo>
                    <a:pt x="218" y="385"/>
                    <a:pt x="220" y="384"/>
                    <a:pt x="221" y="384"/>
                  </a:cubicBezTo>
                  <a:cubicBezTo>
                    <a:pt x="225" y="384"/>
                    <a:pt x="220" y="390"/>
                    <a:pt x="209" y="397"/>
                  </a:cubicBezTo>
                  <a:cubicBezTo>
                    <a:pt x="202" y="401"/>
                    <a:pt x="202" y="401"/>
                    <a:pt x="202" y="403"/>
                  </a:cubicBezTo>
                  <a:lnTo>
                    <a:pt x="210" y="398"/>
                  </a:lnTo>
                  <a:cubicBezTo>
                    <a:pt x="216" y="394"/>
                    <a:pt x="222" y="390"/>
                    <a:pt x="224" y="390"/>
                  </a:cubicBezTo>
                  <a:cubicBezTo>
                    <a:pt x="225" y="390"/>
                    <a:pt x="225" y="390"/>
                    <a:pt x="225" y="390"/>
                  </a:cubicBezTo>
                  <a:cubicBezTo>
                    <a:pt x="225" y="391"/>
                    <a:pt x="226" y="392"/>
                    <a:pt x="219" y="397"/>
                  </a:cubicBezTo>
                  <a:cubicBezTo>
                    <a:pt x="214" y="401"/>
                    <a:pt x="209" y="405"/>
                    <a:pt x="210" y="405"/>
                  </a:cubicBezTo>
                  <a:cubicBezTo>
                    <a:pt x="210" y="405"/>
                    <a:pt x="211" y="405"/>
                    <a:pt x="213" y="404"/>
                  </a:cubicBezTo>
                  <a:lnTo>
                    <a:pt x="213" y="404"/>
                  </a:lnTo>
                  <a:cubicBezTo>
                    <a:pt x="213" y="404"/>
                    <a:pt x="214" y="405"/>
                    <a:pt x="207" y="410"/>
                  </a:cubicBezTo>
                  <a:lnTo>
                    <a:pt x="209" y="415"/>
                  </a:lnTo>
                  <a:cubicBezTo>
                    <a:pt x="212" y="414"/>
                    <a:pt x="214" y="413"/>
                    <a:pt x="215" y="413"/>
                  </a:cubicBezTo>
                  <a:cubicBezTo>
                    <a:pt x="217" y="413"/>
                    <a:pt x="216" y="415"/>
                    <a:pt x="211" y="418"/>
                  </a:cubicBezTo>
                  <a:cubicBezTo>
                    <a:pt x="211" y="418"/>
                    <a:pt x="212" y="419"/>
                    <a:pt x="214" y="419"/>
                  </a:cubicBezTo>
                  <a:cubicBezTo>
                    <a:pt x="215" y="419"/>
                    <a:pt x="217" y="419"/>
                    <a:pt x="220" y="417"/>
                  </a:cubicBezTo>
                  <a:lnTo>
                    <a:pt x="220" y="417"/>
                  </a:lnTo>
                  <a:cubicBezTo>
                    <a:pt x="222" y="419"/>
                    <a:pt x="223" y="421"/>
                    <a:pt x="215" y="425"/>
                  </a:cubicBezTo>
                  <a:cubicBezTo>
                    <a:pt x="211" y="427"/>
                    <a:pt x="209" y="429"/>
                    <a:pt x="210" y="429"/>
                  </a:cubicBezTo>
                  <a:cubicBezTo>
                    <a:pt x="210" y="429"/>
                    <a:pt x="212" y="428"/>
                    <a:pt x="216" y="426"/>
                  </a:cubicBezTo>
                  <a:cubicBezTo>
                    <a:pt x="220" y="424"/>
                    <a:pt x="222" y="423"/>
                    <a:pt x="223" y="423"/>
                  </a:cubicBezTo>
                  <a:cubicBezTo>
                    <a:pt x="224" y="423"/>
                    <a:pt x="224" y="423"/>
                    <a:pt x="224" y="424"/>
                  </a:cubicBezTo>
                  <a:lnTo>
                    <a:pt x="225" y="426"/>
                  </a:lnTo>
                  <a:cubicBezTo>
                    <a:pt x="230" y="423"/>
                    <a:pt x="232" y="422"/>
                    <a:pt x="232" y="422"/>
                  </a:cubicBezTo>
                  <a:cubicBezTo>
                    <a:pt x="233" y="422"/>
                    <a:pt x="233" y="422"/>
                    <a:pt x="233" y="423"/>
                  </a:cubicBezTo>
                  <a:cubicBezTo>
                    <a:pt x="234" y="424"/>
                    <a:pt x="228" y="432"/>
                    <a:pt x="228" y="433"/>
                  </a:cubicBezTo>
                  <a:cubicBezTo>
                    <a:pt x="229" y="434"/>
                    <a:pt x="230" y="435"/>
                    <a:pt x="231" y="435"/>
                  </a:cubicBezTo>
                  <a:cubicBezTo>
                    <a:pt x="232" y="435"/>
                    <a:pt x="233" y="434"/>
                    <a:pt x="237" y="431"/>
                  </a:cubicBezTo>
                  <a:cubicBezTo>
                    <a:pt x="237" y="430"/>
                    <a:pt x="239" y="428"/>
                    <a:pt x="240" y="428"/>
                  </a:cubicBezTo>
                  <a:cubicBezTo>
                    <a:pt x="241" y="428"/>
                    <a:pt x="241" y="429"/>
                    <a:pt x="238" y="432"/>
                  </a:cubicBezTo>
                  <a:cubicBezTo>
                    <a:pt x="238" y="433"/>
                    <a:pt x="233" y="441"/>
                    <a:pt x="235" y="443"/>
                  </a:cubicBezTo>
                  <a:cubicBezTo>
                    <a:pt x="236" y="445"/>
                    <a:pt x="237" y="446"/>
                    <a:pt x="238" y="446"/>
                  </a:cubicBezTo>
                  <a:cubicBezTo>
                    <a:pt x="239" y="446"/>
                    <a:pt x="241" y="445"/>
                    <a:pt x="245" y="443"/>
                  </a:cubicBezTo>
                  <a:cubicBezTo>
                    <a:pt x="251" y="438"/>
                    <a:pt x="255" y="436"/>
                    <a:pt x="255" y="436"/>
                  </a:cubicBezTo>
                  <a:lnTo>
                    <a:pt x="255" y="436"/>
                  </a:lnTo>
                  <a:cubicBezTo>
                    <a:pt x="256" y="436"/>
                    <a:pt x="252" y="439"/>
                    <a:pt x="245" y="444"/>
                  </a:cubicBezTo>
                  <a:cubicBezTo>
                    <a:pt x="236" y="451"/>
                    <a:pt x="234" y="454"/>
                    <a:pt x="235" y="454"/>
                  </a:cubicBezTo>
                  <a:cubicBezTo>
                    <a:pt x="235" y="454"/>
                    <a:pt x="237" y="454"/>
                    <a:pt x="239" y="452"/>
                  </a:cubicBezTo>
                  <a:cubicBezTo>
                    <a:pt x="244" y="450"/>
                    <a:pt x="246" y="449"/>
                    <a:pt x="247" y="449"/>
                  </a:cubicBezTo>
                  <a:cubicBezTo>
                    <a:pt x="248" y="449"/>
                    <a:pt x="248" y="449"/>
                    <a:pt x="248" y="450"/>
                  </a:cubicBezTo>
                  <a:cubicBezTo>
                    <a:pt x="243" y="453"/>
                    <a:pt x="242" y="454"/>
                    <a:pt x="244" y="454"/>
                  </a:cubicBezTo>
                  <a:cubicBezTo>
                    <a:pt x="245" y="454"/>
                    <a:pt x="247" y="454"/>
                    <a:pt x="250" y="453"/>
                  </a:cubicBezTo>
                  <a:lnTo>
                    <a:pt x="250" y="453"/>
                  </a:lnTo>
                  <a:cubicBezTo>
                    <a:pt x="251" y="454"/>
                    <a:pt x="251" y="454"/>
                    <a:pt x="244" y="459"/>
                  </a:cubicBezTo>
                  <a:cubicBezTo>
                    <a:pt x="244" y="459"/>
                    <a:pt x="244" y="460"/>
                    <a:pt x="245" y="461"/>
                  </a:cubicBezTo>
                  <a:cubicBezTo>
                    <a:pt x="248" y="459"/>
                    <a:pt x="251" y="459"/>
                    <a:pt x="253" y="459"/>
                  </a:cubicBezTo>
                  <a:cubicBezTo>
                    <a:pt x="259" y="459"/>
                    <a:pt x="256" y="467"/>
                    <a:pt x="251" y="471"/>
                  </a:cubicBezTo>
                  <a:cubicBezTo>
                    <a:pt x="251" y="471"/>
                    <a:pt x="251" y="471"/>
                    <a:pt x="251" y="471"/>
                  </a:cubicBezTo>
                  <a:cubicBezTo>
                    <a:pt x="252" y="471"/>
                    <a:pt x="254" y="471"/>
                    <a:pt x="259" y="469"/>
                  </a:cubicBezTo>
                  <a:cubicBezTo>
                    <a:pt x="266" y="465"/>
                    <a:pt x="269" y="464"/>
                    <a:pt x="270" y="464"/>
                  </a:cubicBezTo>
                  <a:cubicBezTo>
                    <a:pt x="271" y="464"/>
                    <a:pt x="268" y="466"/>
                    <a:pt x="260" y="471"/>
                  </a:cubicBezTo>
                  <a:cubicBezTo>
                    <a:pt x="252" y="476"/>
                    <a:pt x="248" y="478"/>
                    <a:pt x="249" y="478"/>
                  </a:cubicBezTo>
                  <a:cubicBezTo>
                    <a:pt x="249" y="478"/>
                    <a:pt x="253" y="476"/>
                    <a:pt x="261" y="472"/>
                  </a:cubicBezTo>
                  <a:cubicBezTo>
                    <a:pt x="262" y="471"/>
                    <a:pt x="264" y="471"/>
                    <a:pt x="265" y="471"/>
                  </a:cubicBezTo>
                  <a:cubicBezTo>
                    <a:pt x="269" y="471"/>
                    <a:pt x="269" y="476"/>
                    <a:pt x="256" y="482"/>
                  </a:cubicBezTo>
                  <a:lnTo>
                    <a:pt x="242" y="491"/>
                  </a:lnTo>
                  <a:cubicBezTo>
                    <a:pt x="246" y="489"/>
                    <a:pt x="249" y="489"/>
                    <a:pt x="250" y="489"/>
                  </a:cubicBezTo>
                  <a:cubicBezTo>
                    <a:pt x="250" y="489"/>
                    <a:pt x="251" y="489"/>
                    <a:pt x="251" y="489"/>
                  </a:cubicBezTo>
                  <a:cubicBezTo>
                    <a:pt x="254" y="487"/>
                    <a:pt x="256" y="486"/>
                    <a:pt x="257" y="486"/>
                  </a:cubicBezTo>
                  <a:cubicBezTo>
                    <a:pt x="258" y="486"/>
                    <a:pt x="259" y="487"/>
                    <a:pt x="260" y="489"/>
                  </a:cubicBezTo>
                  <a:cubicBezTo>
                    <a:pt x="261" y="491"/>
                    <a:pt x="271" y="491"/>
                    <a:pt x="272" y="492"/>
                  </a:cubicBezTo>
                  <a:cubicBezTo>
                    <a:pt x="273" y="495"/>
                    <a:pt x="275" y="498"/>
                    <a:pt x="269" y="504"/>
                  </a:cubicBezTo>
                  <a:cubicBezTo>
                    <a:pt x="269" y="504"/>
                    <a:pt x="270" y="505"/>
                    <a:pt x="271" y="505"/>
                  </a:cubicBezTo>
                  <a:cubicBezTo>
                    <a:pt x="273" y="505"/>
                    <a:pt x="275" y="504"/>
                    <a:pt x="279" y="504"/>
                  </a:cubicBezTo>
                  <a:cubicBezTo>
                    <a:pt x="281" y="502"/>
                    <a:pt x="283" y="502"/>
                    <a:pt x="284" y="502"/>
                  </a:cubicBezTo>
                  <a:cubicBezTo>
                    <a:pt x="286" y="502"/>
                    <a:pt x="285" y="504"/>
                    <a:pt x="280" y="507"/>
                  </a:cubicBezTo>
                  <a:lnTo>
                    <a:pt x="281" y="508"/>
                  </a:lnTo>
                  <a:cubicBezTo>
                    <a:pt x="285" y="507"/>
                    <a:pt x="287" y="507"/>
                    <a:pt x="288" y="507"/>
                  </a:cubicBezTo>
                  <a:cubicBezTo>
                    <a:pt x="290" y="507"/>
                    <a:pt x="290" y="507"/>
                    <a:pt x="290" y="507"/>
                  </a:cubicBezTo>
                  <a:cubicBezTo>
                    <a:pt x="285" y="510"/>
                    <a:pt x="279" y="515"/>
                    <a:pt x="281" y="515"/>
                  </a:cubicBezTo>
                  <a:cubicBezTo>
                    <a:pt x="282" y="515"/>
                    <a:pt x="283" y="514"/>
                    <a:pt x="284" y="514"/>
                  </a:cubicBezTo>
                  <a:cubicBezTo>
                    <a:pt x="288" y="511"/>
                    <a:pt x="290" y="511"/>
                    <a:pt x="291" y="511"/>
                  </a:cubicBezTo>
                  <a:cubicBezTo>
                    <a:pt x="292" y="511"/>
                    <a:pt x="293" y="511"/>
                    <a:pt x="293" y="513"/>
                  </a:cubicBezTo>
                  <a:cubicBezTo>
                    <a:pt x="287" y="519"/>
                    <a:pt x="305" y="551"/>
                    <a:pt x="313" y="551"/>
                  </a:cubicBezTo>
                  <a:cubicBezTo>
                    <a:pt x="314" y="551"/>
                    <a:pt x="314" y="551"/>
                    <a:pt x="315" y="551"/>
                  </a:cubicBezTo>
                  <a:cubicBezTo>
                    <a:pt x="315" y="551"/>
                    <a:pt x="316" y="552"/>
                    <a:pt x="317" y="554"/>
                  </a:cubicBezTo>
                  <a:cubicBezTo>
                    <a:pt x="317" y="555"/>
                    <a:pt x="318" y="557"/>
                    <a:pt x="318" y="557"/>
                  </a:cubicBezTo>
                  <a:cubicBezTo>
                    <a:pt x="306" y="565"/>
                    <a:pt x="311" y="567"/>
                    <a:pt x="318" y="567"/>
                  </a:cubicBezTo>
                  <a:cubicBezTo>
                    <a:pt x="320" y="567"/>
                    <a:pt x="322" y="567"/>
                    <a:pt x="324" y="566"/>
                  </a:cubicBezTo>
                  <a:cubicBezTo>
                    <a:pt x="328" y="565"/>
                    <a:pt x="329" y="564"/>
                    <a:pt x="331" y="564"/>
                  </a:cubicBezTo>
                  <a:cubicBezTo>
                    <a:pt x="332" y="564"/>
                    <a:pt x="332" y="565"/>
                    <a:pt x="333" y="565"/>
                  </a:cubicBezTo>
                  <a:cubicBezTo>
                    <a:pt x="321" y="572"/>
                    <a:pt x="320" y="576"/>
                    <a:pt x="324" y="576"/>
                  </a:cubicBezTo>
                  <a:cubicBezTo>
                    <a:pt x="325" y="576"/>
                    <a:pt x="326" y="576"/>
                    <a:pt x="328" y="575"/>
                  </a:cubicBezTo>
                  <a:cubicBezTo>
                    <a:pt x="335" y="572"/>
                    <a:pt x="338" y="570"/>
                    <a:pt x="339" y="570"/>
                  </a:cubicBezTo>
                  <a:cubicBezTo>
                    <a:pt x="340" y="570"/>
                    <a:pt x="337" y="573"/>
                    <a:pt x="329" y="578"/>
                  </a:cubicBezTo>
                  <a:cubicBezTo>
                    <a:pt x="321" y="582"/>
                    <a:pt x="318" y="585"/>
                    <a:pt x="320" y="585"/>
                  </a:cubicBezTo>
                  <a:cubicBezTo>
                    <a:pt x="322" y="585"/>
                    <a:pt x="328" y="583"/>
                    <a:pt x="339" y="578"/>
                  </a:cubicBezTo>
                  <a:cubicBezTo>
                    <a:pt x="343" y="576"/>
                    <a:pt x="345" y="575"/>
                    <a:pt x="345" y="575"/>
                  </a:cubicBezTo>
                  <a:cubicBezTo>
                    <a:pt x="346" y="575"/>
                    <a:pt x="344" y="577"/>
                    <a:pt x="340" y="580"/>
                  </a:cubicBezTo>
                  <a:cubicBezTo>
                    <a:pt x="332" y="586"/>
                    <a:pt x="329" y="589"/>
                    <a:pt x="330" y="589"/>
                  </a:cubicBezTo>
                  <a:cubicBezTo>
                    <a:pt x="330" y="589"/>
                    <a:pt x="332" y="588"/>
                    <a:pt x="335" y="587"/>
                  </a:cubicBezTo>
                  <a:cubicBezTo>
                    <a:pt x="341" y="583"/>
                    <a:pt x="345" y="581"/>
                    <a:pt x="346" y="581"/>
                  </a:cubicBezTo>
                  <a:cubicBezTo>
                    <a:pt x="347" y="581"/>
                    <a:pt x="344" y="584"/>
                    <a:pt x="336" y="590"/>
                  </a:cubicBezTo>
                  <a:cubicBezTo>
                    <a:pt x="329" y="596"/>
                    <a:pt x="325" y="599"/>
                    <a:pt x="326" y="599"/>
                  </a:cubicBezTo>
                  <a:cubicBezTo>
                    <a:pt x="327" y="599"/>
                    <a:pt x="331" y="597"/>
                    <a:pt x="338" y="593"/>
                  </a:cubicBezTo>
                  <a:cubicBezTo>
                    <a:pt x="343" y="591"/>
                    <a:pt x="347" y="589"/>
                    <a:pt x="349" y="589"/>
                  </a:cubicBezTo>
                  <a:cubicBezTo>
                    <a:pt x="352" y="589"/>
                    <a:pt x="350" y="593"/>
                    <a:pt x="342" y="600"/>
                  </a:cubicBezTo>
                  <a:cubicBezTo>
                    <a:pt x="342" y="601"/>
                    <a:pt x="339" y="604"/>
                    <a:pt x="340" y="604"/>
                  </a:cubicBezTo>
                  <a:cubicBezTo>
                    <a:pt x="340" y="604"/>
                    <a:pt x="341" y="604"/>
                    <a:pt x="343" y="602"/>
                  </a:cubicBezTo>
                  <a:lnTo>
                    <a:pt x="343" y="602"/>
                  </a:lnTo>
                  <a:lnTo>
                    <a:pt x="336" y="608"/>
                  </a:lnTo>
                  <a:lnTo>
                    <a:pt x="337" y="609"/>
                  </a:lnTo>
                  <a:lnTo>
                    <a:pt x="345" y="605"/>
                  </a:lnTo>
                  <a:lnTo>
                    <a:pt x="345" y="605"/>
                  </a:lnTo>
                  <a:cubicBezTo>
                    <a:pt x="345" y="606"/>
                    <a:pt x="342" y="617"/>
                    <a:pt x="346" y="625"/>
                  </a:cubicBezTo>
                  <a:cubicBezTo>
                    <a:pt x="350" y="633"/>
                    <a:pt x="352" y="637"/>
                    <a:pt x="355" y="637"/>
                  </a:cubicBezTo>
                  <a:cubicBezTo>
                    <a:pt x="357" y="637"/>
                    <a:pt x="358" y="636"/>
                    <a:pt x="361" y="634"/>
                  </a:cubicBezTo>
                  <a:cubicBezTo>
                    <a:pt x="367" y="629"/>
                    <a:pt x="371" y="627"/>
                    <a:pt x="372" y="627"/>
                  </a:cubicBezTo>
                  <a:cubicBezTo>
                    <a:pt x="373" y="627"/>
                    <a:pt x="370" y="630"/>
                    <a:pt x="362" y="636"/>
                  </a:cubicBezTo>
                  <a:cubicBezTo>
                    <a:pt x="363" y="637"/>
                    <a:pt x="357" y="644"/>
                    <a:pt x="358" y="646"/>
                  </a:cubicBezTo>
                  <a:cubicBezTo>
                    <a:pt x="359" y="648"/>
                    <a:pt x="361" y="651"/>
                    <a:pt x="353" y="655"/>
                  </a:cubicBezTo>
                  <a:lnTo>
                    <a:pt x="354" y="656"/>
                  </a:lnTo>
                  <a:cubicBezTo>
                    <a:pt x="358" y="654"/>
                    <a:pt x="362" y="653"/>
                    <a:pt x="364" y="653"/>
                  </a:cubicBezTo>
                  <a:cubicBezTo>
                    <a:pt x="371" y="653"/>
                    <a:pt x="371" y="658"/>
                    <a:pt x="367" y="664"/>
                  </a:cubicBezTo>
                  <a:cubicBezTo>
                    <a:pt x="369" y="665"/>
                    <a:pt x="369" y="666"/>
                    <a:pt x="371" y="666"/>
                  </a:cubicBezTo>
                  <a:cubicBezTo>
                    <a:pt x="372" y="666"/>
                    <a:pt x="374" y="665"/>
                    <a:pt x="379" y="664"/>
                  </a:cubicBezTo>
                  <a:cubicBezTo>
                    <a:pt x="382" y="663"/>
                    <a:pt x="383" y="663"/>
                    <a:pt x="384" y="663"/>
                  </a:cubicBezTo>
                  <a:cubicBezTo>
                    <a:pt x="385" y="663"/>
                    <a:pt x="384" y="664"/>
                    <a:pt x="380" y="667"/>
                  </a:cubicBezTo>
                  <a:cubicBezTo>
                    <a:pt x="375" y="671"/>
                    <a:pt x="372" y="677"/>
                    <a:pt x="376" y="677"/>
                  </a:cubicBezTo>
                  <a:cubicBezTo>
                    <a:pt x="378" y="677"/>
                    <a:pt x="380" y="676"/>
                    <a:pt x="384" y="674"/>
                  </a:cubicBezTo>
                  <a:lnTo>
                    <a:pt x="384" y="674"/>
                  </a:lnTo>
                  <a:lnTo>
                    <a:pt x="377" y="680"/>
                  </a:lnTo>
                  <a:cubicBezTo>
                    <a:pt x="375" y="682"/>
                    <a:pt x="374" y="683"/>
                    <a:pt x="375" y="683"/>
                  </a:cubicBezTo>
                  <a:cubicBezTo>
                    <a:pt x="376" y="683"/>
                    <a:pt x="381" y="680"/>
                    <a:pt x="385" y="677"/>
                  </a:cubicBezTo>
                  <a:cubicBezTo>
                    <a:pt x="391" y="674"/>
                    <a:pt x="395" y="672"/>
                    <a:pt x="396" y="672"/>
                  </a:cubicBezTo>
                  <a:cubicBezTo>
                    <a:pt x="397" y="672"/>
                    <a:pt x="392" y="676"/>
                    <a:pt x="380" y="684"/>
                  </a:cubicBezTo>
                  <a:cubicBezTo>
                    <a:pt x="371" y="690"/>
                    <a:pt x="368" y="692"/>
                    <a:pt x="368" y="692"/>
                  </a:cubicBezTo>
                  <a:cubicBezTo>
                    <a:pt x="369" y="692"/>
                    <a:pt x="370" y="691"/>
                    <a:pt x="373" y="690"/>
                  </a:cubicBezTo>
                  <a:cubicBezTo>
                    <a:pt x="378" y="688"/>
                    <a:pt x="383" y="686"/>
                    <a:pt x="384" y="686"/>
                  </a:cubicBezTo>
                  <a:cubicBezTo>
                    <a:pt x="385" y="686"/>
                    <a:pt x="385" y="686"/>
                    <a:pt x="382" y="689"/>
                  </a:cubicBezTo>
                  <a:cubicBezTo>
                    <a:pt x="382" y="689"/>
                    <a:pt x="383" y="689"/>
                    <a:pt x="383" y="689"/>
                  </a:cubicBezTo>
                  <a:cubicBezTo>
                    <a:pt x="385" y="689"/>
                    <a:pt x="388" y="688"/>
                    <a:pt x="398" y="682"/>
                  </a:cubicBezTo>
                  <a:cubicBezTo>
                    <a:pt x="401" y="679"/>
                    <a:pt x="403" y="679"/>
                    <a:pt x="405" y="679"/>
                  </a:cubicBezTo>
                  <a:cubicBezTo>
                    <a:pt x="406" y="679"/>
                    <a:pt x="406" y="679"/>
                    <a:pt x="407" y="680"/>
                  </a:cubicBezTo>
                  <a:cubicBezTo>
                    <a:pt x="401" y="683"/>
                    <a:pt x="396" y="685"/>
                    <a:pt x="391" y="688"/>
                  </a:cubicBezTo>
                  <a:lnTo>
                    <a:pt x="392" y="690"/>
                  </a:lnTo>
                  <a:cubicBezTo>
                    <a:pt x="393" y="691"/>
                    <a:pt x="386" y="698"/>
                    <a:pt x="380" y="702"/>
                  </a:cubicBezTo>
                  <a:cubicBezTo>
                    <a:pt x="377" y="705"/>
                    <a:pt x="375" y="706"/>
                    <a:pt x="376" y="706"/>
                  </a:cubicBezTo>
                  <a:cubicBezTo>
                    <a:pt x="377" y="706"/>
                    <a:pt x="380" y="704"/>
                    <a:pt x="388" y="699"/>
                  </a:cubicBezTo>
                  <a:cubicBezTo>
                    <a:pt x="397" y="693"/>
                    <a:pt x="400" y="691"/>
                    <a:pt x="402" y="691"/>
                  </a:cubicBezTo>
                  <a:cubicBezTo>
                    <a:pt x="403" y="691"/>
                    <a:pt x="403" y="691"/>
                    <a:pt x="403" y="692"/>
                  </a:cubicBezTo>
                  <a:cubicBezTo>
                    <a:pt x="403" y="693"/>
                    <a:pt x="404" y="694"/>
                    <a:pt x="398" y="699"/>
                  </a:cubicBezTo>
                  <a:cubicBezTo>
                    <a:pt x="390" y="703"/>
                    <a:pt x="390" y="703"/>
                    <a:pt x="391" y="705"/>
                  </a:cubicBezTo>
                  <a:cubicBezTo>
                    <a:pt x="391" y="706"/>
                    <a:pt x="392" y="706"/>
                    <a:pt x="393" y="706"/>
                  </a:cubicBezTo>
                  <a:cubicBezTo>
                    <a:pt x="399" y="706"/>
                    <a:pt x="419" y="698"/>
                    <a:pt x="431" y="691"/>
                  </a:cubicBezTo>
                  <a:cubicBezTo>
                    <a:pt x="438" y="686"/>
                    <a:pt x="442" y="683"/>
                    <a:pt x="442" y="683"/>
                  </a:cubicBezTo>
                  <a:lnTo>
                    <a:pt x="442" y="683"/>
                  </a:lnTo>
                  <a:cubicBezTo>
                    <a:pt x="443" y="683"/>
                    <a:pt x="439" y="686"/>
                    <a:pt x="432" y="692"/>
                  </a:cubicBezTo>
                  <a:cubicBezTo>
                    <a:pt x="425" y="696"/>
                    <a:pt x="426" y="698"/>
                    <a:pt x="426" y="699"/>
                  </a:cubicBezTo>
                  <a:cubicBezTo>
                    <a:pt x="428" y="697"/>
                    <a:pt x="429" y="696"/>
                    <a:pt x="429" y="696"/>
                  </a:cubicBezTo>
                  <a:lnTo>
                    <a:pt x="429" y="696"/>
                  </a:lnTo>
                  <a:cubicBezTo>
                    <a:pt x="430" y="696"/>
                    <a:pt x="427" y="699"/>
                    <a:pt x="426" y="699"/>
                  </a:cubicBezTo>
                  <a:cubicBezTo>
                    <a:pt x="426" y="699"/>
                    <a:pt x="426" y="699"/>
                    <a:pt x="426" y="699"/>
                  </a:cubicBezTo>
                  <a:cubicBezTo>
                    <a:pt x="422" y="701"/>
                    <a:pt x="420" y="702"/>
                    <a:pt x="419" y="702"/>
                  </a:cubicBezTo>
                  <a:cubicBezTo>
                    <a:pt x="419" y="702"/>
                    <a:pt x="418" y="701"/>
                    <a:pt x="418" y="701"/>
                  </a:cubicBezTo>
                  <a:lnTo>
                    <a:pt x="411" y="705"/>
                  </a:lnTo>
                  <a:cubicBezTo>
                    <a:pt x="403" y="711"/>
                    <a:pt x="400" y="714"/>
                    <a:pt x="401" y="714"/>
                  </a:cubicBezTo>
                  <a:cubicBezTo>
                    <a:pt x="402" y="714"/>
                    <a:pt x="406" y="712"/>
                    <a:pt x="412" y="709"/>
                  </a:cubicBezTo>
                  <a:cubicBezTo>
                    <a:pt x="416" y="707"/>
                    <a:pt x="418" y="707"/>
                    <a:pt x="418" y="707"/>
                  </a:cubicBezTo>
                  <a:cubicBezTo>
                    <a:pt x="419" y="707"/>
                    <a:pt x="417" y="708"/>
                    <a:pt x="413" y="711"/>
                  </a:cubicBezTo>
                  <a:cubicBezTo>
                    <a:pt x="408" y="715"/>
                    <a:pt x="404" y="719"/>
                    <a:pt x="405" y="719"/>
                  </a:cubicBezTo>
                  <a:cubicBezTo>
                    <a:pt x="405" y="719"/>
                    <a:pt x="406" y="719"/>
                    <a:pt x="408" y="718"/>
                  </a:cubicBezTo>
                  <a:lnTo>
                    <a:pt x="408" y="718"/>
                  </a:lnTo>
                  <a:cubicBezTo>
                    <a:pt x="408" y="718"/>
                    <a:pt x="409" y="719"/>
                    <a:pt x="402" y="726"/>
                  </a:cubicBezTo>
                  <a:cubicBezTo>
                    <a:pt x="403" y="726"/>
                    <a:pt x="403" y="727"/>
                    <a:pt x="404" y="727"/>
                  </a:cubicBezTo>
                  <a:cubicBezTo>
                    <a:pt x="405" y="727"/>
                    <a:pt x="407" y="726"/>
                    <a:pt x="411" y="723"/>
                  </a:cubicBezTo>
                  <a:cubicBezTo>
                    <a:pt x="415" y="721"/>
                    <a:pt x="417" y="720"/>
                    <a:pt x="418" y="720"/>
                  </a:cubicBezTo>
                  <a:cubicBezTo>
                    <a:pt x="419" y="720"/>
                    <a:pt x="420" y="721"/>
                    <a:pt x="420" y="721"/>
                  </a:cubicBezTo>
                  <a:cubicBezTo>
                    <a:pt x="420" y="722"/>
                    <a:pt x="420" y="722"/>
                    <a:pt x="421" y="722"/>
                  </a:cubicBezTo>
                  <a:cubicBezTo>
                    <a:pt x="422" y="722"/>
                    <a:pt x="424" y="721"/>
                    <a:pt x="428" y="719"/>
                  </a:cubicBezTo>
                  <a:cubicBezTo>
                    <a:pt x="434" y="715"/>
                    <a:pt x="440" y="713"/>
                    <a:pt x="443" y="713"/>
                  </a:cubicBezTo>
                  <a:cubicBezTo>
                    <a:pt x="444" y="713"/>
                    <a:pt x="444" y="713"/>
                    <a:pt x="445" y="713"/>
                  </a:cubicBezTo>
                  <a:cubicBezTo>
                    <a:pt x="447" y="713"/>
                    <a:pt x="449" y="712"/>
                    <a:pt x="450" y="712"/>
                  </a:cubicBezTo>
                  <a:cubicBezTo>
                    <a:pt x="451" y="712"/>
                    <a:pt x="448" y="714"/>
                    <a:pt x="439" y="721"/>
                  </a:cubicBezTo>
                  <a:cubicBezTo>
                    <a:pt x="432" y="726"/>
                    <a:pt x="432" y="727"/>
                    <a:pt x="434" y="728"/>
                  </a:cubicBezTo>
                  <a:cubicBezTo>
                    <a:pt x="434" y="728"/>
                    <a:pt x="434" y="729"/>
                    <a:pt x="427" y="735"/>
                  </a:cubicBezTo>
                  <a:cubicBezTo>
                    <a:pt x="425" y="737"/>
                    <a:pt x="424" y="737"/>
                    <a:pt x="424" y="737"/>
                  </a:cubicBezTo>
                  <a:cubicBezTo>
                    <a:pt x="425" y="737"/>
                    <a:pt x="430" y="734"/>
                    <a:pt x="435" y="731"/>
                  </a:cubicBezTo>
                  <a:lnTo>
                    <a:pt x="449" y="722"/>
                  </a:lnTo>
                  <a:lnTo>
                    <a:pt x="449" y="722"/>
                  </a:lnTo>
                  <a:cubicBezTo>
                    <a:pt x="444" y="728"/>
                    <a:pt x="437" y="734"/>
                    <a:pt x="429" y="738"/>
                  </a:cubicBezTo>
                  <a:cubicBezTo>
                    <a:pt x="422" y="743"/>
                    <a:pt x="419" y="746"/>
                    <a:pt x="419" y="746"/>
                  </a:cubicBezTo>
                  <a:cubicBezTo>
                    <a:pt x="419" y="746"/>
                    <a:pt x="423" y="743"/>
                    <a:pt x="430" y="739"/>
                  </a:cubicBezTo>
                  <a:cubicBezTo>
                    <a:pt x="434" y="736"/>
                    <a:pt x="439" y="734"/>
                    <a:pt x="440" y="734"/>
                  </a:cubicBezTo>
                  <a:cubicBezTo>
                    <a:pt x="441" y="734"/>
                    <a:pt x="441" y="735"/>
                    <a:pt x="439" y="738"/>
                  </a:cubicBezTo>
                  <a:cubicBezTo>
                    <a:pt x="440" y="740"/>
                    <a:pt x="441" y="742"/>
                    <a:pt x="434" y="747"/>
                  </a:cubicBezTo>
                  <a:cubicBezTo>
                    <a:pt x="431" y="750"/>
                    <a:pt x="431" y="750"/>
                    <a:pt x="432" y="750"/>
                  </a:cubicBezTo>
                  <a:cubicBezTo>
                    <a:pt x="433" y="750"/>
                    <a:pt x="436" y="749"/>
                    <a:pt x="436" y="749"/>
                  </a:cubicBezTo>
                  <a:cubicBezTo>
                    <a:pt x="438" y="748"/>
                    <a:pt x="440" y="747"/>
                    <a:pt x="441" y="747"/>
                  </a:cubicBezTo>
                  <a:cubicBezTo>
                    <a:pt x="442" y="747"/>
                    <a:pt x="442" y="750"/>
                    <a:pt x="438" y="755"/>
                  </a:cubicBezTo>
                  <a:cubicBezTo>
                    <a:pt x="432" y="763"/>
                    <a:pt x="429" y="767"/>
                    <a:pt x="430" y="767"/>
                  </a:cubicBezTo>
                  <a:cubicBezTo>
                    <a:pt x="431" y="767"/>
                    <a:pt x="435" y="764"/>
                    <a:pt x="441" y="760"/>
                  </a:cubicBezTo>
                  <a:cubicBezTo>
                    <a:pt x="445" y="758"/>
                    <a:pt x="449" y="755"/>
                    <a:pt x="450" y="755"/>
                  </a:cubicBezTo>
                  <a:lnTo>
                    <a:pt x="450" y="755"/>
                  </a:lnTo>
                  <a:cubicBezTo>
                    <a:pt x="450" y="755"/>
                    <a:pt x="448" y="757"/>
                    <a:pt x="442" y="762"/>
                  </a:cubicBezTo>
                  <a:cubicBezTo>
                    <a:pt x="440" y="764"/>
                    <a:pt x="439" y="765"/>
                    <a:pt x="441" y="765"/>
                  </a:cubicBezTo>
                  <a:cubicBezTo>
                    <a:pt x="442" y="765"/>
                    <a:pt x="447" y="763"/>
                    <a:pt x="451" y="762"/>
                  </a:cubicBezTo>
                  <a:cubicBezTo>
                    <a:pt x="462" y="756"/>
                    <a:pt x="472" y="750"/>
                    <a:pt x="481" y="744"/>
                  </a:cubicBezTo>
                  <a:cubicBezTo>
                    <a:pt x="488" y="739"/>
                    <a:pt x="492" y="737"/>
                    <a:pt x="493" y="737"/>
                  </a:cubicBezTo>
                  <a:cubicBezTo>
                    <a:pt x="494" y="737"/>
                    <a:pt x="492" y="738"/>
                    <a:pt x="490" y="741"/>
                  </a:cubicBezTo>
                  <a:cubicBezTo>
                    <a:pt x="490" y="742"/>
                    <a:pt x="484" y="748"/>
                    <a:pt x="476" y="753"/>
                  </a:cubicBezTo>
                  <a:cubicBezTo>
                    <a:pt x="472" y="756"/>
                    <a:pt x="470" y="756"/>
                    <a:pt x="469" y="756"/>
                  </a:cubicBezTo>
                  <a:cubicBezTo>
                    <a:pt x="468" y="756"/>
                    <a:pt x="468" y="756"/>
                    <a:pt x="468" y="756"/>
                  </a:cubicBezTo>
                  <a:lnTo>
                    <a:pt x="468" y="755"/>
                  </a:lnTo>
                  <a:cubicBezTo>
                    <a:pt x="460" y="759"/>
                    <a:pt x="454" y="764"/>
                    <a:pt x="455" y="766"/>
                  </a:cubicBezTo>
                  <a:cubicBezTo>
                    <a:pt x="451" y="769"/>
                    <a:pt x="450" y="771"/>
                    <a:pt x="451" y="771"/>
                  </a:cubicBezTo>
                  <a:cubicBezTo>
                    <a:pt x="451" y="771"/>
                    <a:pt x="453" y="770"/>
                    <a:pt x="456" y="768"/>
                  </a:cubicBezTo>
                  <a:lnTo>
                    <a:pt x="456" y="768"/>
                  </a:lnTo>
                  <a:cubicBezTo>
                    <a:pt x="449" y="774"/>
                    <a:pt x="450" y="776"/>
                    <a:pt x="451" y="778"/>
                  </a:cubicBezTo>
                  <a:cubicBezTo>
                    <a:pt x="453" y="781"/>
                    <a:pt x="455" y="784"/>
                    <a:pt x="448" y="790"/>
                  </a:cubicBezTo>
                  <a:cubicBezTo>
                    <a:pt x="449" y="791"/>
                    <a:pt x="449" y="792"/>
                    <a:pt x="450" y="792"/>
                  </a:cubicBezTo>
                  <a:cubicBezTo>
                    <a:pt x="452" y="792"/>
                    <a:pt x="454" y="791"/>
                    <a:pt x="457" y="788"/>
                  </a:cubicBezTo>
                  <a:cubicBezTo>
                    <a:pt x="465" y="784"/>
                    <a:pt x="469" y="782"/>
                    <a:pt x="470" y="782"/>
                  </a:cubicBezTo>
                  <a:cubicBezTo>
                    <a:pt x="470" y="782"/>
                    <a:pt x="469" y="783"/>
                    <a:pt x="465" y="785"/>
                  </a:cubicBezTo>
                  <a:cubicBezTo>
                    <a:pt x="454" y="794"/>
                    <a:pt x="453" y="808"/>
                    <a:pt x="461" y="808"/>
                  </a:cubicBezTo>
                  <a:cubicBezTo>
                    <a:pt x="463" y="808"/>
                    <a:pt x="465" y="808"/>
                    <a:pt x="467" y="806"/>
                  </a:cubicBezTo>
                  <a:cubicBezTo>
                    <a:pt x="467" y="806"/>
                    <a:pt x="468" y="808"/>
                    <a:pt x="468" y="809"/>
                  </a:cubicBezTo>
                  <a:cubicBezTo>
                    <a:pt x="464" y="814"/>
                    <a:pt x="465" y="820"/>
                    <a:pt x="470" y="820"/>
                  </a:cubicBezTo>
                  <a:cubicBezTo>
                    <a:pt x="471" y="820"/>
                    <a:pt x="472" y="819"/>
                    <a:pt x="474" y="819"/>
                  </a:cubicBezTo>
                  <a:lnTo>
                    <a:pt x="476" y="822"/>
                  </a:lnTo>
                  <a:cubicBezTo>
                    <a:pt x="472" y="826"/>
                    <a:pt x="471" y="828"/>
                    <a:pt x="472" y="828"/>
                  </a:cubicBezTo>
                  <a:cubicBezTo>
                    <a:pt x="473" y="828"/>
                    <a:pt x="475" y="827"/>
                    <a:pt x="478" y="825"/>
                  </a:cubicBezTo>
                  <a:cubicBezTo>
                    <a:pt x="484" y="823"/>
                    <a:pt x="489" y="820"/>
                    <a:pt x="489" y="820"/>
                  </a:cubicBezTo>
                  <a:lnTo>
                    <a:pt x="489" y="820"/>
                  </a:lnTo>
                  <a:cubicBezTo>
                    <a:pt x="489" y="820"/>
                    <a:pt x="488" y="821"/>
                    <a:pt x="486" y="822"/>
                  </a:cubicBezTo>
                  <a:cubicBezTo>
                    <a:pt x="480" y="827"/>
                    <a:pt x="481" y="829"/>
                    <a:pt x="483" y="833"/>
                  </a:cubicBezTo>
                  <a:cubicBezTo>
                    <a:pt x="484" y="835"/>
                    <a:pt x="484" y="837"/>
                    <a:pt x="485" y="837"/>
                  </a:cubicBezTo>
                  <a:cubicBezTo>
                    <a:pt x="487" y="837"/>
                    <a:pt x="488" y="835"/>
                    <a:pt x="492" y="832"/>
                  </a:cubicBezTo>
                  <a:cubicBezTo>
                    <a:pt x="502" y="832"/>
                    <a:pt x="494" y="837"/>
                    <a:pt x="487" y="841"/>
                  </a:cubicBezTo>
                  <a:cubicBezTo>
                    <a:pt x="480" y="845"/>
                    <a:pt x="476" y="848"/>
                    <a:pt x="477" y="848"/>
                  </a:cubicBezTo>
                  <a:cubicBezTo>
                    <a:pt x="478" y="848"/>
                    <a:pt x="484" y="845"/>
                    <a:pt x="495" y="839"/>
                  </a:cubicBezTo>
                  <a:cubicBezTo>
                    <a:pt x="503" y="835"/>
                    <a:pt x="507" y="834"/>
                    <a:pt x="508" y="834"/>
                  </a:cubicBezTo>
                  <a:cubicBezTo>
                    <a:pt x="510" y="834"/>
                    <a:pt x="508" y="835"/>
                    <a:pt x="504" y="838"/>
                  </a:cubicBezTo>
                  <a:cubicBezTo>
                    <a:pt x="500" y="840"/>
                    <a:pt x="498" y="841"/>
                    <a:pt x="497" y="841"/>
                  </a:cubicBezTo>
                  <a:cubicBezTo>
                    <a:pt x="497" y="841"/>
                    <a:pt x="496" y="841"/>
                    <a:pt x="496" y="840"/>
                  </a:cubicBezTo>
                  <a:lnTo>
                    <a:pt x="482" y="849"/>
                  </a:lnTo>
                  <a:cubicBezTo>
                    <a:pt x="482" y="849"/>
                    <a:pt x="482" y="850"/>
                    <a:pt x="482" y="850"/>
                  </a:cubicBezTo>
                  <a:cubicBezTo>
                    <a:pt x="483" y="850"/>
                    <a:pt x="485" y="849"/>
                    <a:pt x="490" y="847"/>
                  </a:cubicBezTo>
                  <a:cubicBezTo>
                    <a:pt x="490" y="847"/>
                    <a:pt x="490" y="847"/>
                    <a:pt x="491" y="847"/>
                  </a:cubicBezTo>
                  <a:cubicBezTo>
                    <a:pt x="492" y="847"/>
                    <a:pt x="494" y="847"/>
                    <a:pt x="499" y="845"/>
                  </a:cubicBezTo>
                  <a:cubicBezTo>
                    <a:pt x="506" y="841"/>
                    <a:pt x="513" y="837"/>
                    <a:pt x="520" y="831"/>
                  </a:cubicBezTo>
                  <a:cubicBezTo>
                    <a:pt x="524" y="828"/>
                    <a:pt x="526" y="827"/>
                    <a:pt x="527" y="827"/>
                  </a:cubicBezTo>
                  <a:cubicBezTo>
                    <a:pt x="528" y="827"/>
                    <a:pt x="528" y="827"/>
                    <a:pt x="528" y="828"/>
                  </a:cubicBezTo>
                  <a:cubicBezTo>
                    <a:pt x="522" y="834"/>
                    <a:pt x="515" y="839"/>
                    <a:pt x="506" y="842"/>
                  </a:cubicBezTo>
                  <a:cubicBezTo>
                    <a:pt x="506" y="842"/>
                    <a:pt x="506" y="842"/>
                    <a:pt x="506" y="842"/>
                  </a:cubicBezTo>
                  <a:cubicBezTo>
                    <a:pt x="505" y="842"/>
                    <a:pt x="498" y="846"/>
                    <a:pt x="492" y="850"/>
                  </a:cubicBezTo>
                  <a:cubicBezTo>
                    <a:pt x="490" y="852"/>
                    <a:pt x="490" y="852"/>
                    <a:pt x="492" y="852"/>
                  </a:cubicBezTo>
                  <a:cubicBezTo>
                    <a:pt x="495" y="852"/>
                    <a:pt x="507" y="849"/>
                    <a:pt x="518" y="843"/>
                  </a:cubicBezTo>
                  <a:lnTo>
                    <a:pt x="518" y="843"/>
                  </a:lnTo>
                  <a:lnTo>
                    <a:pt x="510" y="848"/>
                  </a:lnTo>
                  <a:cubicBezTo>
                    <a:pt x="503" y="852"/>
                    <a:pt x="504" y="855"/>
                    <a:pt x="505" y="857"/>
                  </a:cubicBezTo>
                  <a:cubicBezTo>
                    <a:pt x="506" y="858"/>
                    <a:pt x="506" y="859"/>
                    <a:pt x="508" y="859"/>
                  </a:cubicBezTo>
                  <a:cubicBezTo>
                    <a:pt x="509" y="859"/>
                    <a:pt x="511" y="858"/>
                    <a:pt x="514" y="856"/>
                  </a:cubicBezTo>
                  <a:cubicBezTo>
                    <a:pt x="520" y="852"/>
                    <a:pt x="527" y="848"/>
                    <a:pt x="529" y="848"/>
                  </a:cubicBezTo>
                  <a:cubicBezTo>
                    <a:pt x="529" y="848"/>
                    <a:pt x="529" y="848"/>
                    <a:pt x="529" y="848"/>
                  </a:cubicBezTo>
                  <a:cubicBezTo>
                    <a:pt x="529" y="847"/>
                    <a:pt x="536" y="842"/>
                    <a:pt x="543" y="838"/>
                  </a:cubicBezTo>
                  <a:lnTo>
                    <a:pt x="543" y="838"/>
                  </a:lnTo>
                  <a:cubicBezTo>
                    <a:pt x="539" y="841"/>
                    <a:pt x="536" y="846"/>
                    <a:pt x="531" y="850"/>
                  </a:cubicBezTo>
                  <a:cubicBezTo>
                    <a:pt x="518" y="861"/>
                    <a:pt x="511" y="868"/>
                    <a:pt x="514" y="873"/>
                  </a:cubicBezTo>
                  <a:cubicBezTo>
                    <a:pt x="515" y="875"/>
                    <a:pt x="517" y="878"/>
                    <a:pt x="511" y="884"/>
                  </a:cubicBezTo>
                  <a:cubicBezTo>
                    <a:pt x="511" y="884"/>
                    <a:pt x="512" y="885"/>
                    <a:pt x="513" y="885"/>
                  </a:cubicBezTo>
                  <a:cubicBezTo>
                    <a:pt x="514" y="885"/>
                    <a:pt x="516" y="884"/>
                    <a:pt x="520" y="882"/>
                  </a:cubicBezTo>
                  <a:lnTo>
                    <a:pt x="521" y="884"/>
                  </a:lnTo>
                  <a:cubicBezTo>
                    <a:pt x="517" y="887"/>
                    <a:pt x="516" y="890"/>
                    <a:pt x="517" y="890"/>
                  </a:cubicBezTo>
                  <a:cubicBezTo>
                    <a:pt x="518" y="890"/>
                    <a:pt x="520" y="889"/>
                    <a:pt x="522" y="887"/>
                  </a:cubicBezTo>
                  <a:cubicBezTo>
                    <a:pt x="524" y="886"/>
                    <a:pt x="525" y="886"/>
                    <a:pt x="525" y="886"/>
                  </a:cubicBezTo>
                  <a:cubicBezTo>
                    <a:pt x="527" y="886"/>
                    <a:pt x="524" y="890"/>
                    <a:pt x="524" y="891"/>
                  </a:cubicBezTo>
                  <a:cubicBezTo>
                    <a:pt x="518" y="896"/>
                    <a:pt x="515" y="899"/>
                    <a:pt x="515" y="899"/>
                  </a:cubicBezTo>
                  <a:cubicBezTo>
                    <a:pt x="516" y="899"/>
                    <a:pt x="521" y="895"/>
                    <a:pt x="532" y="887"/>
                  </a:cubicBezTo>
                  <a:cubicBezTo>
                    <a:pt x="539" y="883"/>
                    <a:pt x="546" y="876"/>
                    <a:pt x="545" y="875"/>
                  </a:cubicBezTo>
                  <a:lnTo>
                    <a:pt x="543" y="871"/>
                  </a:lnTo>
                  <a:lnTo>
                    <a:pt x="552" y="870"/>
                  </a:lnTo>
                  <a:cubicBezTo>
                    <a:pt x="552" y="871"/>
                    <a:pt x="553" y="871"/>
                    <a:pt x="553" y="871"/>
                  </a:cubicBezTo>
                  <a:cubicBezTo>
                    <a:pt x="555" y="871"/>
                    <a:pt x="563" y="868"/>
                    <a:pt x="568" y="865"/>
                  </a:cubicBezTo>
                  <a:cubicBezTo>
                    <a:pt x="568" y="865"/>
                    <a:pt x="574" y="861"/>
                    <a:pt x="576" y="861"/>
                  </a:cubicBezTo>
                  <a:cubicBezTo>
                    <a:pt x="576" y="861"/>
                    <a:pt x="576" y="861"/>
                    <a:pt x="576" y="861"/>
                  </a:cubicBezTo>
                  <a:lnTo>
                    <a:pt x="561" y="870"/>
                  </a:lnTo>
                  <a:cubicBezTo>
                    <a:pt x="554" y="874"/>
                    <a:pt x="547" y="878"/>
                    <a:pt x="539" y="883"/>
                  </a:cubicBezTo>
                  <a:cubicBezTo>
                    <a:pt x="530" y="890"/>
                    <a:pt x="524" y="896"/>
                    <a:pt x="526" y="896"/>
                  </a:cubicBezTo>
                  <a:cubicBezTo>
                    <a:pt x="527" y="896"/>
                    <a:pt x="530" y="894"/>
                    <a:pt x="534" y="892"/>
                  </a:cubicBezTo>
                  <a:lnTo>
                    <a:pt x="534" y="892"/>
                  </a:lnTo>
                  <a:cubicBezTo>
                    <a:pt x="536" y="893"/>
                    <a:pt x="536" y="893"/>
                    <a:pt x="529" y="898"/>
                  </a:cubicBezTo>
                  <a:cubicBezTo>
                    <a:pt x="525" y="901"/>
                    <a:pt x="523" y="902"/>
                    <a:pt x="524" y="902"/>
                  </a:cubicBezTo>
                  <a:cubicBezTo>
                    <a:pt x="525" y="902"/>
                    <a:pt x="529" y="900"/>
                    <a:pt x="537" y="896"/>
                  </a:cubicBezTo>
                  <a:cubicBezTo>
                    <a:pt x="544" y="893"/>
                    <a:pt x="547" y="891"/>
                    <a:pt x="549" y="891"/>
                  </a:cubicBezTo>
                  <a:cubicBezTo>
                    <a:pt x="550" y="891"/>
                    <a:pt x="547" y="894"/>
                    <a:pt x="539" y="900"/>
                  </a:cubicBezTo>
                  <a:cubicBezTo>
                    <a:pt x="529" y="908"/>
                    <a:pt x="528" y="912"/>
                    <a:pt x="531" y="912"/>
                  </a:cubicBezTo>
                  <a:cubicBezTo>
                    <a:pt x="532" y="912"/>
                    <a:pt x="534" y="912"/>
                    <a:pt x="536" y="911"/>
                  </a:cubicBezTo>
                  <a:cubicBezTo>
                    <a:pt x="542" y="907"/>
                    <a:pt x="546" y="905"/>
                    <a:pt x="548" y="905"/>
                  </a:cubicBezTo>
                  <a:cubicBezTo>
                    <a:pt x="550" y="905"/>
                    <a:pt x="549" y="908"/>
                    <a:pt x="546" y="911"/>
                  </a:cubicBezTo>
                  <a:cubicBezTo>
                    <a:pt x="541" y="914"/>
                    <a:pt x="540" y="916"/>
                    <a:pt x="541" y="916"/>
                  </a:cubicBezTo>
                  <a:cubicBezTo>
                    <a:pt x="542" y="916"/>
                    <a:pt x="544" y="915"/>
                    <a:pt x="547" y="914"/>
                  </a:cubicBezTo>
                  <a:lnTo>
                    <a:pt x="547" y="914"/>
                  </a:lnTo>
                  <a:cubicBezTo>
                    <a:pt x="542" y="918"/>
                    <a:pt x="536" y="922"/>
                    <a:pt x="538" y="922"/>
                  </a:cubicBezTo>
                  <a:cubicBezTo>
                    <a:pt x="539" y="922"/>
                    <a:pt x="540" y="922"/>
                    <a:pt x="541" y="921"/>
                  </a:cubicBezTo>
                  <a:cubicBezTo>
                    <a:pt x="541" y="921"/>
                    <a:pt x="541" y="921"/>
                    <a:pt x="541" y="921"/>
                  </a:cubicBezTo>
                  <a:cubicBezTo>
                    <a:pt x="542" y="921"/>
                    <a:pt x="543" y="920"/>
                    <a:pt x="548" y="916"/>
                  </a:cubicBezTo>
                  <a:lnTo>
                    <a:pt x="564" y="910"/>
                  </a:lnTo>
                  <a:cubicBezTo>
                    <a:pt x="564" y="909"/>
                    <a:pt x="570" y="904"/>
                    <a:pt x="578" y="900"/>
                  </a:cubicBezTo>
                  <a:cubicBezTo>
                    <a:pt x="579" y="899"/>
                    <a:pt x="580" y="898"/>
                    <a:pt x="581" y="898"/>
                  </a:cubicBezTo>
                  <a:cubicBezTo>
                    <a:pt x="583" y="898"/>
                    <a:pt x="577" y="907"/>
                    <a:pt x="560" y="920"/>
                  </a:cubicBezTo>
                  <a:lnTo>
                    <a:pt x="547" y="931"/>
                  </a:lnTo>
                  <a:lnTo>
                    <a:pt x="561" y="922"/>
                  </a:lnTo>
                  <a:lnTo>
                    <a:pt x="561" y="922"/>
                  </a:lnTo>
                  <a:cubicBezTo>
                    <a:pt x="561" y="922"/>
                    <a:pt x="563" y="923"/>
                    <a:pt x="555" y="928"/>
                  </a:cubicBezTo>
                  <a:cubicBezTo>
                    <a:pt x="548" y="933"/>
                    <a:pt x="548" y="933"/>
                    <a:pt x="548" y="933"/>
                  </a:cubicBezTo>
                  <a:cubicBezTo>
                    <a:pt x="548" y="933"/>
                    <a:pt x="548" y="933"/>
                    <a:pt x="548" y="933"/>
                  </a:cubicBezTo>
                  <a:cubicBezTo>
                    <a:pt x="549" y="933"/>
                    <a:pt x="551" y="933"/>
                    <a:pt x="556" y="930"/>
                  </a:cubicBezTo>
                  <a:cubicBezTo>
                    <a:pt x="564" y="925"/>
                    <a:pt x="568" y="923"/>
                    <a:pt x="568" y="923"/>
                  </a:cubicBezTo>
                  <a:lnTo>
                    <a:pt x="568" y="923"/>
                  </a:lnTo>
                  <a:cubicBezTo>
                    <a:pt x="568" y="923"/>
                    <a:pt x="567" y="924"/>
                    <a:pt x="564" y="926"/>
                  </a:cubicBezTo>
                  <a:cubicBezTo>
                    <a:pt x="556" y="932"/>
                    <a:pt x="553" y="935"/>
                    <a:pt x="555" y="935"/>
                  </a:cubicBezTo>
                  <a:cubicBezTo>
                    <a:pt x="556" y="935"/>
                    <a:pt x="560" y="933"/>
                    <a:pt x="566" y="930"/>
                  </a:cubicBezTo>
                  <a:cubicBezTo>
                    <a:pt x="573" y="925"/>
                    <a:pt x="577" y="923"/>
                    <a:pt x="577" y="923"/>
                  </a:cubicBezTo>
                  <a:lnTo>
                    <a:pt x="577" y="923"/>
                  </a:lnTo>
                  <a:cubicBezTo>
                    <a:pt x="577" y="923"/>
                    <a:pt x="574" y="926"/>
                    <a:pt x="567" y="931"/>
                  </a:cubicBezTo>
                  <a:cubicBezTo>
                    <a:pt x="559" y="935"/>
                    <a:pt x="552" y="941"/>
                    <a:pt x="554" y="942"/>
                  </a:cubicBezTo>
                  <a:lnTo>
                    <a:pt x="560" y="938"/>
                  </a:lnTo>
                  <a:cubicBezTo>
                    <a:pt x="568" y="933"/>
                    <a:pt x="572" y="931"/>
                    <a:pt x="573" y="931"/>
                  </a:cubicBezTo>
                  <a:cubicBezTo>
                    <a:pt x="574" y="931"/>
                    <a:pt x="572" y="933"/>
                    <a:pt x="569" y="935"/>
                  </a:cubicBezTo>
                  <a:cubicBezTo>
                    <a:pt x="564" y="938"/>
                    <a:pt x="563" y="940"/>
                    <a:pt x="565" y="940"/>
                  </a:cubicBezTo>
                  <a:cubicBezTo>
                    <a:pt x="566" y="940"/>
                    <a:pt x="568" y="940"/>
                    <a:pt x="570" y="939"/>
                  </a:cubicBezTo>
                  <a:lnTo>
                    <a:pt x="570" y="939"/>
                  </a:lnTo>
                  <a:cubicBezTo>
                    <a:pt x="573" y="941"/>
                    <a:pt x="573" y="942"/>
                    <a:pt x="566" y="947"/>
                  </a:cubicBezTo>
                  <a:cubicBezTo>
                    <a:pt x="558" y="951"/>
                    <a:pt x="555" y="954"/>
                    <a:pt x="555" y="954"/>
                  </a:cubicBezTo>
                  <a:cubicBezTo>
                    <a:pt x="555" y="954"/>
                    <a:pt x="559" y="952"/>
                    <a:pt x="566" y="948"/>
                  </a:cubicBezTo>
                  <a:cubicBezTo>
                    <a:pt x="569" y="946"/>
                    <a:pt x="571" y="946"/>
                    <a:pt x="572" y="946"/>
                  </a:cubicBezTo>
                  <a:cubicBezTo>
                    <a:pt x="573" y="946"/>
                    <a:pt x="571" y="947"/>
                    <a:pt x="568" y="951"/>
                  </a:cubicBezTo>
                  <a:cubicBezTo>
                    <a:pt x="564" y="954"/>
                    <a:pt x="563" y="956"/>
                    <a:pt x="563" y="956"/>
                  </a:cubicBezTo>
                  <a:cubicBezTo>
                    <a:pt x="564" y="956"/>
                    <a:pt x="566" y="955"/>
                    <a:pt x="569" y="953"/>
                  </a:cubicBezTo>
                  <a:cubicBezTo>
                    <a:pt x="584" y="944"/>
                    <a:pt x="591" y="940"/>
                    <a:pt x="591" y="939"/>
                  </a:cubicBezTo>
                  <a:cubicBezTo>
                    <a:pt x="589" y="938"/>
                    <a:pt x="589" y="938"/>
                    <a:pt x="597" y="933"/>
                  </a:cubicBezTo>
                  <a:lnTo>
                    <a:pt x="598" y="935"/>
                  </a:lnTo>
                  <a:cubicBezTo>
                    <a:pt x="598" y="936"/>
                    <a:pt x="599" y="937"/>
                    <a:pt x="601" y="937"/>
                  </a:cubicBezTo>
                  <a:cubicBezTo>
                    <a:pt x="602" y="937"/>
                    <a:pt x="604" y="936"/>
                    <a:pt x="607" y="935"/>
                  </a:cubicBezTo>
                  <a:cubicBezTo>
                    <a:pt x="615" y="933"/>
                    <a:pt x="628" y="926"/>
                    <a:pt x="625" y="926"/>
                  </a:cubicBezTo>
                  <a:cubicBezTo>
                    <a:pt x="625" y="926"/>
                    <a:pt x="624" y="926"/>
                    <a:pt x="623" y="926"/>
                  </a:cubicBezTo>
                  <a:lnTo>
                    <a:pt x="622" y="926"/>
                  </a:lnTo>
                  <a:lnTo>
                    <a:pt x="629" y="921"/>
                  </a:lnTo>
                  <a:cubicBezTo>
                    <a:pt x="641" y="913"/>
                    <a:pt x="646" y="909"/>
                    <a:pt x="645" y="909"/>
                  </a:cubicBezTo>
                  <a:cubicBezTo>
                    <a:pt x="644" y="909"/>
                    <a:pt x="638" y="912"/>
                    <a:pt x="628" y="919"/>
                  </a:cubicBezTo>
                  <a:cubicBezTo>
                    <a:pt x="616" y="926"/>
                    <a:pt x="611" y="929"/>
                    <a:pt x="610" y="929"/>
                  </a:cubicBezTo>
                  <a:cubicBezTo>
                    <a:pt x="610" y="929"/>
                    <a:pt x="613" y="927"/>
                    <a:pt x="620" y="922"/>
                  </a:cubicBezTo>
                  <a:cubicBezTo>
                    <a:pt x="634" y="913"/>
                    <a:pt x="634" y="912"/>
                    <a:pt x="633" y="911"/>
                  </a:cubicBezTo>
                  <a:cubicBezTo>
                    <a:pt x="632" y="910"/>
                    <a:pt x="632" y="910"/>
                    <a:pt x="640" y="905"/>
                  </a:cubicBezTo>
                  <a:cubicBezTo>
                    <a:pt x="647" y="901"/>
                    <a:pt x="653" y="895"/>
                    <a:pt x="653" y="894"/>
                  </a:cubicBezTo>
                  <a:cubicBezTo>
                    <a:pt x="653" y="894"/>
                    <a:pt x="653" y="893"/>
                    <a:pt x="652" y="893"/>
                  </a:cubicBezTo>
                  <a:cubicBezTo>
                    <a:pt x="652" y="893"/>
                    <a:pt x="650" y="894"/>
                    <a:pt x="646" y="897"/>
                  </a:cubicBezTo>
                  <a:cubicBezTo>
                    <a:pt x="643" y="899"/>
                    <a:pt x="641" y="900"/>
                    <a:pt x="641" y="900"/>
                  </a:cubicBezTo>
                  <a:cubicBezTo>
                    <a:pt x="640" y="900"/>
                    <a:pt x="642" y="897"/>
                    <a:pt x="651" y="891"/>
                  </a:cubicBezTo>
                  <a:cubicBezTo>
                    <a:pt x="654" y="888"/>
                    <a:pt x="656" y="887"/>
                    <a:pt x="655" y="887"/>
                  </a:cubicBezTo>
                  <a:lnTo>
                    <a:pt x="655" y="887"/>
                  </a:lnTo>
                  <a:cubicBezTo>
                    <a:pt x="655" y="887"/>
                    <a:pt x="651" y="889"/>
                    <a:pt x="643" y="894"/>
                  </a:cubicBezTo>
                  <a:cubicBezTo>
                    <a:pt x="637" y="898"/>
                    <a:pt x="633" y="900"/>
                    <a:pt x="632" y="900"/>
                  </a:cubicBezTo>
                  <a:cubicBezTo>
                    <a:pt x="630" y="900"/>
                    <a:pt x="633" y="896"/>
                    <a:pt x="641" y="891"/>
                  </a:cubicBezTo>
                  <a:cubicBezTo>
                    <a:pt x="641" y="891"/>
                    <a:pt x="641" y="889"/>
                    <a:pt x="640" y="888"/>
                  </a:cubicBezTo>
                  <a:cubicBezTo>
                    <a:pt x="640" y="888"/>
                    <a:pt x="640" y="888"/>
                    <a:pt x="640" y="888"/>
                  </a:cubicBezTo>
                  <a:cubicBezTo>
                    <a:pt x="638" y="888"/>
                    <a:pt x="631" y="892"/>
                    <a:pt x="625" y="896"/>
                  </a:cubicBezTo>
                  <a:cubicBezTo>
                    <a:pt x="617" y="901"/>
                    <a:pt x="614" y="903"/>
                    <a:pt x="613" y="903"/>
                  </a:cubicBezTo>
                  <a:cubicBezTo>
                    <a:pt x="613" y="903"/>
                    <a:pt x="615" y="902"/>
                    <a:pt x="617" y="900"/>
                  </a:cubicBezTo>
                  <a:cubicBezTo>
                    <a:pt x="622" y="896"/>
                    <a:pt x="626" y="893"/>
                    <a:pt x="631" y="889"/>
                  </a:cubicBezTo>
                  <a:cubicBezTo>
                    <a:pt x="639" y="885"/>
                    <a:pt x="638" y="884"/>
                    <a:pt x="638" y="883"/>
                  </a:cubicBezTo>
                  <a:cubicBezTo>
                    <a:pt x="637" y="882"/>
                    <a:pt x="636" y="881"/>
                    <a:pt x="635" y="881"/>
                  </a:cubicBezTo>
                  <a:cubicBezTo>
                    <a:pt x="633" y="881"/>
                    <a:pt x="631" y="882"/>
                    <a:pt x="628" y="884"/>
                  </a:cubicBezTo>
                  <a:lnTo>
                    <a:pt x="635" y="879"/>
                  </a:lnTo>
                  <a:cubicBezTo>
                    <a:pt x="635" y="879"/>
                    <a:pt x="638" y="876"/>
                    <a:pt x="638" y="876"/>
                  </a:cubicBezTo>
                  <a:lnTo>
                    <a:pt x="638" y="876"/>
                  </a:lnTo>
                  <a:cubicBezTo>
                    <a:pt x="638" y="876"/>
                    <a:pt x="637" y="877"/>
                    <a:pt x="634" y="878"/>
                  </a:cubicBezTo>
                  <a:cubicBezTo>
                    <a:pt x="634" y="878"/>
                    <a:pt x="634" y="877"/>
                    <a:pt x="640" y="870"/>
                  </a:cubicBezTo>
                  <a:cubicBezTo>
                    <a:pt x="642" y="868"/>
                    <a:pt x="641" y="867"/>
                    <a:pt x="640" y="867"/>
                  </a:cubicBezTo>
                  <a:cubicBezTo>
                    <a:pt x="637" y="867"/>
                    <a:pt x="626" y="873"/>
                    <a:pt x="617" y="882"/>
                  </a:cubicBezTo>
                  <a:lnTo>
                    <a:pt x="616" y="880"/>
                  </a:lnTo>
                  <a:cubicBezTo>
                    <a:pt x="616" y="880"/>
                    <a:pt x="616" y="880"/>
                    <a:pt x="616" y="880"/>
                  </a:cubicBezTo>
                  <a:cubicBezTo>
                    <a:pt x="615" y="880"/>
                    <a:pt x="609" y="884"/>
                    <a:pt x="609" y="884"/>
                  </a:cubicBezTo>
                  <a:cubicBezTo>
                    <a:pt x="605" y="886"/>
                    <a:pt x="603" y="887"/>
                    <a:pt x="602" y="887"/>
                  </a:cubicBezTo>
                  <a:cubicBezTo>
                    <a:pt x="601" y="887"/>
                    <a:pt x="601" y="887"/>
                    <a:pt x="601" y="886"/>
                  </a:cubicBezTo>
                  <a:lnTo>
                    <a:pt x="615" y="877"/>
                  </a:lnTo>
                  <a:cubicBezTo>
                    <a:pt x="629" y="869"/>
                    <a:pt x="636" y="864"/>
                    <a:pt x="635" y="864"/>
                  </a:cubicBezTo>
                  <a:cubicBezTo>
                    <a:pt x="634" y="864"/>
                    <a:pt x="629" y="866"/>
                    <a:pt x="621" y="870"/>
                  </a:cubicBezTo>
                  <a:lnTo>
                    <a:pt x="628" y="866"/>
                  </a:lnTo>
                  <a:cubicBezTo>
                    <a:pt x="633" y="863"/>
                    <a:pt x="634" y="861"/>
                    <a:pt x="632" y="861"/>
                  </a:cubicBezTo>
                  <a:cubicBezTo>
                    <a:pt x="631" y="861"/>
                    <a:pt x="629" y="862"/>
                    <a:pt x="626" y="863"/>
                  </a:cubicBezTo>
                  <a:cubicBezTo>
                    <a:pt x="617" y="866"/>
                    <a:pt x="611" y="869"/>
                    <a:pt x="603" y="874"/>
                  </a:cubicBezTo>
                  <a:cubicBezTo>
                    <a:pt x="596" y="878"/>
                    <a:pt x="595" y="878"/>
                    <a:pt x="595" y="878"/>
                  </a:cubicBezTo>
                  <a:cubicBezTo>
                    <a:pt x="595" y="877"/>
                    <a:pt x="595" y="877"/>
                    <a:pt x="602" y="873"/>
                  </a:cubicBezTo>
                  <a:cubicBezTo>
                    <a:pt x="610" y="867"/>
                    <a:pt x="613" y="864"/>
                    <a:pt x="612" y="864"/>
                  </a:cubicBezTo>
                  <a:cubicBezTo>
                    <a:pt x="611" y="864"/>
                    <a:pt x="607" y="866"/>
                    <a:pt x="601" y="869"/>
                  </a:cubicBezTo>
                  <a:lnTo>
                    <a:pt x="607" y="865"/>
                  </a:lnTo>
                  <a:cubicBezTo>
                    <a:pt x="614" y="859"/>
                    <a:pt x="621" y="854"/>
                    <a:pt x="611" y="854"/>
                  </a:cubicBezTo>
                  <a:cubicBezTo>
                    <a:pt x="609" y="849"/>
                    <a:pt x="606" y="846"/>
                    <a:pt x="614" y="841"/>
                  </a:cubicBezTo>
                  <a:cubicBezTo>
                    <a:pt x="616" y="840"/>
                    <a:pt x="616" y="839"/>
                    <a:pt x="615" y="839"/>
                  </a:cubicBezTo>
                  <a:cubicBezTo>
                    <a:pt x="612" y="839"/>
                    <a:pt x="600" y="843"/>
                    <a:pt x="588" y="848"/>
                  </a:cubicBezTo>
                  <a:cubicBezTo>
                    <a:pt x="595" y="843"/>
                    <a:pt x="595" y="842"/>
                    <a:pt x="594" y="840"/>
                  </a:cubicBezTo>
                  <a:cubicBezTo>
                    <a:pt x="592" y="837"/>
                    <a:pt x="592" y="837"/>
                    <a:pt x="600" y="832"/>
                  </a:cubicBezTo>
                  <a:cubicBezTo>
                    <a:pt x="607" y="828"/>
                    <a:pt x="611" y="826"/>
                    <a:pt x="610" y="826"/>
                  </a:cubicBezTo>
                  <a:lnTo>
                    <a:pt x="610" y="826"/>
                  </a:lnTo>
                  <a:cubicBezTo>
                    <a:pt x="610" y="826"/>
                    <a:pt x="606" y="828"/>
                    <a:pt x="598" y="831"/>
                  </a:cubicBezTo>
                  <a:cubicBezTo>
                    <a:pt x="594" y="833"/>
                    <a:pt x="592" y="834"/>
                    <a:pt x="590" y="834"/>
                  </a:cubicBezTo>
                  <a:cubicBezTo>
                    <a:pt x="587" y="834"/>
                    <a:pt x="593" y="829"/>
                    <a:pt x="603" y="822"/>
                  </a:cubicBezTo>
                  <a:cubicBezTo>
                    <a:pt x="611" y="818"/>
                    <a:pt x="610" y="817"/>
                    <a:pt x="609" y="814"/>
                  </a:cubicBezTo>
                  <a:lnTo>
                    <a:pt x="609" y="814"/>
                  </a:lnTo>
                  <a:cubicBezTo>
                    <a:pt x="606" y="816"/>
                    <a:pt x="604" y="816"/>
                    <a:pt x="602" y="816"/>
                  </a:cubicBezTo>
                  <a:cubicBezTo>
                    <a:pt x="600" y="816"/>
                    <a:pt x="599" y="815"/>
                    <a:pt x="598" y="813"/>
                  </a:cubicBezTo>
                  <a:cubicBezTo>
                    <a:pt x="598" y="812"/>
                    <a:pt x="597" y="811"/>
                    <a:pt x="596" y="811"/>
                  </a:cubicBezTo>
                  <a:cubicBezTo>
                    <a:pt x="594" y="811"/>
                    <a:pt x="591" y="813"/>
                    <a:pt x="582" y="819"/>
                  </a:cubicBezTo>
                  <a:cubicBezTo>
                    <a:pt x="573" y="824"/>
                    <a:pt x="569" y="826"/>
                    <a:pt x="568" y="826"/>
                  </a:cubicBezTo>
                  <a:cubicBezTo>
                    <a:pt x="567" y="826"/>
                    <a:pt x="566" y="825"/>
                    <a:pt x="566" y="824"/>
                  </a:cubicBezTo>
                  <a:cubicBezTo>
                    <a:pt x="565" y="823"/>
                    <a:pt x="565" y="822"/>
                    <a:pt x="571" y="818"/>
                  </a:cubicBezTo>
                  <a:cubicBezTo>
                    <a:pt x="571" y="818"/>
                    <a:pt x="578" y="812"/>
                    <a:pt x="578" y="811"/>
                  </a:cubicBezTo>
                  <a:cubicBezTo>
                    <a:pt x="577" y="810"/>
                    <a:pt x="576" y="809"/>
                    <a:pt x="584" y="804"/>
                  </a:cubicBezTo>
                  <a:cubicBezTo>
                    <a:pt x="584" y="804"/>
                    <a:pt x="591" y="799"/>
                    <a:pt x="589" y="796"/>
                  </a:cubicBezTo>
                  <a:cubicBezTo>
                    <a:pt x="588" y="794"/>
                    <a:pt x="586" y="793"/>
                    <a:pt x="594" y="788"/>
                  </a:cubicBezTo>
                  <a:cubicBezTo>
                    <a:pt x="594" y="788"/>
                    <a:pt x="593" y="788"/>
                    <a:pt x="593" y="788"/>
                  </a:cubicBezTo>
                  <a:cubicBezTo>
                    <a:pt x="592" y="788"/>
                    <a:pt x="591" y="789"/>
                    <a:pt x="586" y="792"/>
                  </a:cubicBezTo>
                  <a:cubicBezTo>
                    <a:pt x="582" y="794"/>
                    <a:pt x="578" y="796"/>
                    <a:pt x="575" y="796"/>
                  </a:cubicBezTo>
                  <a:cubicBezTo>
                    <a:pt x="574" y="796"/>
                    <a:pt x="573" y="795"/>
                    <a:pt x="576" y="791"/>
                  </a:cubicBezTo>
                  <a:cubicBezTo>
                    <a:pt x="575" y="789"/>
                    <a:pt x="574" y="787"/>
                    <a:pt x="572" y="787"/>
                  </a:cubicBezTo>
                  <a:cubicBezTo>
                    <a:pt x="570" y="787"/>
                    <a:pt x="568" y="788"/>
                    <a:pt x="566" y="790"/>
                  </a:cubicBezTo>
                  <a:cubicBezTo>
                    <a:pt x="565" y="788"/>
                    <a:pt x="565" y="788"/>
                    <a:pt x="571" y="784"/>
                  </a:cubicBezTo>
                  <a:cubicBezTo>
                    <a:pt x="580" y="779"/>
                    <a:pt x="583" y="776"/>
                    <a:pt x="581" y="776"/>
                  </a:cubicBezTo>
                  <a:cubicBezTo>
                    <a:pt x="579" y="776"/>
                    <a:pt x="575" y="777"/>
                    <a:pt x="569" y="780"/>
                  </a:cubicBezTo>
                  <a:cubicBezTo>
                    <a:pt x="566" y="781"/>
                    <a:pt x="565" y="782"/>
                    <a:pt x="564" y="782"/>
                  </a:cubicBezTo>
                  <a:cubicBezTo>
                    <a:pt x="563" y="782"/>
                    <a:pt x="564" y="781"/>
                    <a:pt x="568" y="777"/>
                  </a:cubicBezTo>
                  <a:cubicBezTo>
                    <a:pt x="568" y="777"/>
                    <a:pt x="568" y="777"/>
                    <a:pt x="568" y="777"/>
                  </a:cubicBezTo>
                  <a:cubicBezTo>
                    <a:pt x="567" y="777"/>
                    <a:pt x="565" y="777"/>
                    <a:pt x="560" y="780"/>
                  </a:cubicBezTo>
                  <a:cubicBezTo>
                    <a:pt x="557" y="781"/>
                    <a:pt x="555" y="782"/>
                    <a:pt x="554" y="782"/>
                  </a:cubicBezTo>
                  <a:cubicBezTo>
                    <a:pt x="553" y="782"/>
                    <a:pt x="555" y="780"/>
                    <a:pt x="558" y="776"/>
                  </a:cubicBezTo>
                  <a:cubicBezTo>
                    <a:pt x="565" y="772"/>
                    <a:pt x="565" y="771"/>
                    <a:pt x="564" y="769"/>
                  </a:cubicBezTo>
                  <a:lnTo>
                    <a:pt x="564" y="769"/>
                  </a:lnTo>
                  <a:cubicBezTo>
                    <a:pt x="563" y="770"/>
                    <a:pt x="562" y="770"/>
                    <a:pt x="561" y="770"/>
                  </a:cubicBezTo>
                  <a:cubicBezTo>
                    <a:pt x="554" y="770"/>
                    <a:pt x="550" y="760"/>
                    <a:pt x="556" y="754"/>
                  </a:cubicBezTo>
                  <a:lnTo>
                    <a:pt x="556" y="754"/>
                  </a:lnTo>
                  <a:cubicBezTo>
                    <a:pt x="551" y="756"/>
                    <a:pt x="549" y="757"/>
                    <a:pt x="548" y="757"/>
                  </a:cubicBezTo>
                  <a:cubicBezTo>
                    <a:pt x="547" y="757"/>
                    <a:pt x="547" y="756"/>
                    <a:pt x="547" y="756"/>
                  </a:cubicBezTo>
                  <a:cubicBezTo>
                    <a:pt x="553" y="752"/>
                    <a:pt x="554" y="750"/>
                    <a:pt x="554" y="750"/>
                  </a:cubicBezTo>
                  <a:cubicBezTo>
                    <a:pt x="553" y="750"/>
                    <a:pt x="547" y="753"/>
                    <a:pt x="539" y="758"/>
                  </a:cubicBezTo>
                  <a:lnTo>
                    <a:pt x="539" y="759"/>
                  </a:lnTo>
                  <a:lnTo>
                    <a:pt x="540" y="760"/>
                  </a:lnTo>
                  <a:cubicBezTo>
                    <a:pt x="534" y="764"/>
                    <a:pt x="531" y="766"/>
                    <a:pt x="529" y="766"/>
                  </a:cubicBezTo>
                  <a:cubicBezTo>
                    <a:pt x="527" y="766"/>
                    <a:pt x="532" y="762"/>
                    <a:pt x="545" y="753"/>
                  </a:cubicBezTo>
                  <a:cubicBezTo>
                    <a:pt x="552" y="747"/>
                    <a:pt x="556" y="745"/>
                    <a:pt x="555" y="745"/>
                  </a:cubicBezTo>
                  <a:lnTo>
                    <a:pt x="555" y="745"/>
                  </a:lnTo>
                  <a:cubicBezTo>
                    <a:pt x="555" y="745"/>
                    <a:pt x="551" y="747"/>
                    <a:pt x="543" y="750"/>
                  </a:cubicBezTo>
                  <a:cubicBezTo>
                    <a:pt x="537" y="754"/>
                    <a:pt x="533" y="756"/>
                    <a:pt x="532" y="756"/>
                  </a:cubicBezTo>
                  <a:cubicBezTo>
                    <a:pt x="531" y="756"/>
                    <a:pt x="534" y="754"/>
                    <a:pt x="542" y="748"/>
                  </a:cubicBezTo>
                  <a:cubicBezTo>
                    <a:pt x="550" y="743"/>
                    <a:pt x="553" y="740"/>
                    <a:pt x="553" y="740"/>
                  </a:cubicBezTo>
                  <a:lnTo>
                    <a:pt x="553" y="740"/>
                  </a:lnTo>
                  <a:cubicBezTo>
                    <a:pt x="553" y="740"/>
                    <a:pt x="549" y="743"/>
                    <a:pt x="541" y="747"/>
                  </a:cubicBezTo>
                  <a:cubicBezTo>
                    <a:pt x="526" y="755"/>
                    <a:pt x="516" y="759"/>
                    <a:pt x="514" y="759"/>
                  </a:cubicBezTo>
                  <a:cubicBezTo>
                    <a:pt x="511" y="759"/>
                    <a:pt x="517" y="755"/>
                    <a:pt x="531" y="746"/>
                  </a:cubicBezTo>
                  <a:cubicBezTo>
                    <a:pt x="546" y="737"/>
                    <a:pt x="552" y="731"/>
                    <a:pt x="551" y="730"/>
                  </a:cubicBezTo>
                  <a:cubicBezTo>
                    <a:pt x="551" y="730"/>
                    <a:pt x="551" y="730"/>
                    <a:pt x="551" y="730"/>
                  </a:cubicBezTo>
                  <a:cubicBezTo>
                    <a:pt x="550" y="730"/>
                    <a:pt x="543" y="734"/>
                    <a:pt x="537" y="738"/>
                  </a:cubicBezTo>
                  <a:cubicBezTo>
                    <a:pt x="530" y="743"/>
                    <a:pt x="526" y="745"/>
                    <a:pt x="526" y="745"/>
                  </a:cubicBezTo>
                  <a:cubicBezTo>
                    <a:pt x="525" y="745"/>
                    <a:pt x="528" y="742"/>
                    <a:pt x="536" y="736"/>
                  </a:cubicBezTo>
                  <a:cubicBezTo>
                    <a:pt x="549" y="724"/>
                    <a:pt x="552" y="720"/>
                    <a:pt x="548" y="720"/>
                  </a:cubicBezTo>
                  <a:cubicBezTo>
                    <a:pt x="546" y="720"/>
                    <a:pt x="543" y="721"/>
                    <a:pt x="538" y="722"/>
                  </a:cubicBezTo>
                  <a:cubicBezTo>
                    <a:pt x="532" y="724"/>
                    <a:pt x="528" y="724"/>
                    <a:pt x="526" y="724"/>
                  </a:cubicBezTo>
                  <a:cubicBezTo>
                    <a:pt x="521" y="724"/>
                    <a:pt x="524" y="722"/>
                    <a:pt x="534" y="718"/>
                  </a:cubicBezTo>
                  <a:cubicBezTo>
                    <a:pt x="544" y="714"/>
                    <a:pt x="548" y="712"/>
                    <a:pt x="547" y="712"/>
                  </a:cubicBezTo>
                  <a:cubicBezTo>
                    <a:pt x="547" y="712"/>
                    <a:pt x="545" y="712"/>
                    <a:pt x="542" y="713"/>
                  </a:cubicBezTo>
                  <a:lnTo>
                    <a:pt x="539" y="708"/>
                  </a:lnTo>
                  <a:cubicBezTo>
                    <a:pt x="539" y="708"/>
                    <a:pt x="539" y="707"/>
                    <a:pt x="539" y="707"/>
                  </a:cubicBezTo>
                  <a:cubicBezTo>
                    <a:pt x="537" y="707"/>
                    <a:pt x="530" y="711"/>
                    <a:pt x="523" y="714"/>
                  </a:cubicBezTo>
                  <a:cubicBezTo>
                    <a:pt x="534" y="707"/>
                    <a:pt x="540" y="702"/>
                    <a:pt x="536" y="702"/>
                  </a:cubicBezTo>
                  <a:cubicBezTo>
                    <a:pt x="535" y="702"/>
                    <a:pt x="532" y="702"/>
                    <a:pt x="528" y="704"/>
                  </a:cubicBezTo>
                  <a:lnTo>
                    <a:pt x="527" y="702"/>
                  </a:lnTo>
                  <a:cubicBezTo>
                    <a:pt x="526" y="702"/>
                    <a:pt x="526" y="701"/>
                    <a:pt x="525" y="701"/>
                  </a:cubicBezTo>
                  <a:cubicBezTo>
                    <a:pt x="524" y="701"/>
                    <a:pt x="523" y="702"/>
                    <a:pt x="518" y="704"/>
                  </a:cubicBezTo>
                  <a:cubicBezTo>
                    <a:pt x="516" y="705"/>
                    <a:pt x="515" y="705"/>
                    <a:pt x="515" y="705"/>
                  </a:cubicBezTo>
                  <a:cubicBezTo>
                    <a:pt x="513" y="705"/>
                    <a:pt x="518" y="701"/>
                    <a:pt x="523" y="696"/>
                  </a:cubicBezTo>
                  <a:cubicBezTo>
                    <a:pt x="528" y="692"/>
                    <a:pt x="533" y="688"/>
                    <a:pt x="532" y="688"/>
                  </a:cubicBezTo>
                  <a:cubicBezTo>
                    <a:pt x="532" y="688"/>
                    <a:pt x="531" y="689"/>
                    <a:pt x="529" y="690"/>
                  </a:cubicBezTo>
                  <a:cubicBezTo>
                    <a:pt x="522" y="694"/>
                    <a:pt x="514" y="698"/>
                    <a:pt x="505" y="700"/>
                  </a:cubicBezTo>
                  <a:cubicBezTo>
                    <a:pt x="503" y="701"/>
                    <a:pt x="502" y="701"/>
                    <a:pt x="502" y="701"/>
                  </a:cubicBezTo>
                  <a:cubicBezTo>
                    <a:pt x="501" y="701"/>
                    <a:pt x="506" y="697"/>
                    <a:pt x="512" y="694"/>
                  </a:cubicBezTo>
                  <a:cubicBezTo>
                    <a:pt x="518" y="692"/>
                    <a:pt x="522" y="689"/>
                    <a:pt x="526" y="683"/>
                  </a:cubicBezTo>
                  <a:cubicBezTo>
                    <a:pt x="526" y="683"/>
                    <a:pt x="525" y="682"/>
                    <a:pt x="524" y="682"/>
                  </a:cubicBezTo>
                  <a:cubicBezTo>
                    <a:pt x="523" y="682"/>
                    <a:pt x="520" y="683"/>
                    <a:pt x="517" y="685"/>
                  </a:cubicBezTo>
                  <a:cubicBezTo>
                    <a:pt x="515" y="686"/>
                    <a:pt x="514" y="687"/>
                    <a:pt x="512" y="687"/>
                  </a:cubicBezTo>
                  <a:cubicBezTo>
                    <a:pt x="508" y="687"/>
                    <a:pt x="507" y="682"/>
                    <a:pt x="512" y="677"/>
                  </a:cubicBezTo>
                  <a:lnTo>
                    <a:pt x="511" y="675"/>
                  </a:lnTo>
                  <a:cubicBezTo>
                    <a:pt x="511" y="675"/>
                    <a:pt x="511" y="675"/>
                    <a:pt x="510" y="675"/>
                  </a:cubicBezTo>
                  <a:cubicBezTo>
                    <a:pt x="509" y="675"/>
                    <a:pt x="505" y="677"/>
                    <a:pt x="503" y="677"/>
                  </a:cubicBezTo>
                  <a:cubicBezTo>
                    <a:pt x="502" y="677"/>
                    <a:pt x="502" y="676"/>
                    <a:pt x="502" y="676"/>
                  </a:cubicBezTo>
                  <a:cubicBezTo>
                    <a:pt x="502" y="676"/>
                    <a:pt x="502" y="676"/>
                    <a:pt x="501" y="676"/>
                  </a:cubicBezTo>
                  <a:cubicBezTo>
                    <a:pt x="500" y="676"/>
                    <a:pt x="498" y="677"/>
                    <a:pt x="493" y="679"/>
                  </a:cubicBezTo>
                  <a:cubicBezTo>
                    <a:pt x="493" y="677"/>
                    <a:pt x="492" y="676"/>
                    <a:pt x="500" y="672"/>
                  </a:cubicBezTo>
                  <a:lnTo>
                    <a:pt x="500" y="672"/>
                  </a:lnTo>
                  <a:cubicBezTo>
                    <a:pt x="492" y="675"/>
                    <a:pt x="488" y="677"/>
                    <a:pt x="488" y="677"/>
                  </a:cubicBezTo>
                  <a:cubicBezTo>
                    <a:pt x="487" y="677"/>
                    <a:pt x="491" y="675"/>
                    <a:pt x="499" y="670"/>
                  </a:cubicBezTo>
                  <a:cubicBezTo>
                    <a:pt x="506" y="665"/>
                    <a:pt x="510" y="663"/>
                    <a:pt x="509" y="663"/>
                  </a:cubicBezTo>
                  <a:lnTo>
                    <a:pt x="509" y="663"/>
                  </a:lnTo>
                  <a:cubicBezTo>
                    <a:pt x="509" y="663"/>
                    <a:pt x="505" y="665"/>
                    <a:pt x="497" y="668"/>
                  </a:cubicBezTo>
                  <a:cubicBezTo>
                    <a:pt x="494" y="670"/>
                    <a:pt x="492" y="671"/>
                    <a:pt x="492" y="671"/>
                  </a:cubicBezTo>
                  <a:cubicBezTo>
                    <a:pt x="491" y="671"/>
                    <a:pt x="493" y="669"/>
                    <a:pt x="496" y="666"/>
                  </a:cubicBezTo>
                  <a:cubicBezTo>
                    <a:pt x="500" y="664"/>
                    <a:pt x="502" y="662"/>
                    <a:pt x="501" y="662"/>
                  </a:cubicBezTo>
                  <a:lnTo>
                    <a:pt x="501" y="662"/>
                  </a:lnTo>
                  <a:cubicBezTo>
                    <a:pt x="501" y="662"/>
                    <a:pt x="499" y="663"/>
                    <a:pt x="496" y="665"/>
                  </a:cubicBezTo>
                  <a:cubicBezTo>
                    <a:pt x="488" y="669"/>
                    <a:pt x="482" y="671"/>
                    <a:pt x="480" y="671"/>
                  </a:cubicBezTo>
                  <a:cubicBezTo>
                    <a:pt x="478" y="671"/>
                    <a:pt x="479" y="669"/>
                    <a:pt x="486" y="665"/>
                  </a:cubicBezTo>
                  <a:cubicBezTo>
                    <a:pt x="486" y="665"/>
                    <a:pt x="486" y="665"/>
                    <a:pt x="485" y="665"/>
                  </a:cubicBezTo>
                  <a:cubicBezTo>
                    <a:pt x="484" y="665"/>
                    <a:pt x="482" y="665"/>
                    <a:pt x="477" y="667"/>
                  </a:cubicBezTo>
                  <a:cubicBezTo>
                    <a:pt x="470" y="671"/>
                    <a:pt x="467" y="673"/>
                    <a:pt x="466" y="673"/>
                  </a:cubicBezTo>
                  <a:cubicBezTo>
                    <a:pt x="466" y="673"/>
                    <a:pt x="470" y="671"/>
                    <a:pt x="477" y="666"/>
                  </a:cubicBezTo>
                  <a:cubicBezTo>
                    <a:pt x="485" y="661"/>
                    <a:pt x="488" y="658"/>
                    <a:pt x="487" y="658"/>
                  </a:cubicBezTo>
                  <a:cubicBezTo>
                    <a:pt x="486" y="658"/>
                    <a:pt x="482" y="659"/>
                    <a:pt x="475" y="663"/>
                  </a:cubicBezTo>
                  <a:cubicBezTo>
                    <a:pt x="475" y="663"/>
                    <a:pt x="473" y="664"/>
                    <a:pt x="472" y="664"/>
                  </a:cubicBezTo>
                  <a:cubicBezTo>
                    <a:pt x="471" y="664"/>
                    <a:pt x="471" y="663"/>
                    <a:pt x="474" y="661"/>
                  </a:cubicBezTo>
                  <a:cubicBezTo>
                    <a:pt x="478" y="656"/>
                    <a:pt x="481" y="649"/>
                    <a:pt x="478" y="649"/>
                  </a:cubicBezTo>
                  <a:cubicBezTo>
                    <a:pt x="476" y="649"/>
                    <a:pt x="474" y="650"/>
                    <a:pt x="469" y="653"/>
                  </a:cubicBezTo>
                  <a:lnTo>
                    <a:pt x="468" y="651"/>
                  </a:lnTo>
                  <a:cubicBezTo>
                    <a:pt x="472" y="646"/>
                    <a:pt x="473" y="644"/>
                    <a:pt x="472" y="644"/>
                  </a:cubicBezTo>
                  <a:cubicBezTo>
                    <a:pt x="471" y="644"/>
                    <a:pt x="469" y="645"/>
                    <a:pt x="466" y="647"/>
                  </a:cubicBezTo>
                  <a:lnTo>
                    <a:pt x="458" y="651"/>
                  </a:lnTo>
                  <a:cubicBezTo>
                    <a:pt x="465" y="646"/>
                    <a:pt x="472" y="640"/>
                    <a:pt x="472" y="639"/>
                  </a:cubicBezTo>
                  <a:cubicBezTo>
                    <a:pt x="471" y="639"/>
                    <a:pt x="471" y="639"/>
                    <a:pt x="471" y="639"/>
                  </a:cubicBezTo>
                  <a:cubicBezTo>
                    <a:pt x="470" y="639"/>
                    <a:pt x="468" y="640"/>
                    <a:pt x="464" y="643"/>
                  </a:cubicBezTo>
                  <a:cubicBezTo>
                    <a:pt x="460" y="646"/>
                    <a:pt x="458" y="647"/>
                    <a:pt x="457" y="647"/>
                  </a:cubicBezTo>
                  <a:cubicBezTo>
                    <a:pt x="456" y="647"/>
                    <a:pt x="456" y="646"/>
                    <a:pt x="456" y="646"/>
                  </a:cubicBezTo>
                  <a:cubicBezTo>
                    <a:pt x="455" y="645"/>
                    <a:pt x="462" y="639"/>
                    <a:pt x="469" y="635"/>
                  </a:cubicBezTo>
                  <a:lnTo>
                    <a:pt x="468" y="634"/>
                  </a:lnTo>
                  <a:cubicBezTo>
                    <a:pt x="460" y="639"/>
                    <a:pt x="457" y="640"/>
                    <a:pt x="456" y="640"/>
                  </a:cubicBezTo>
                  <a:cubicBezTo>
                    <a:pt x="456" y="640"/>
                    <a:pt x="457" y="639"/>
                    <a:pt x="460" y="637"/>
                  </a:cubicBezTo>
                  <a:cubicBezTo>
                    <a:pt x="467" y="631"/>
                    <a:pt x="466" y="630"/>
                    <a:pt x="466" y="629"/>
                  </a:cubicBezTo>
                  <a:lnTo>
                    <a:pt x="466" y="629"/>
                  </a:lnTo>
                  <a:cubicBezTo>
                    <a:pt x="464" y="631"/>
                    <a:pt x="463" y="631"/>
                    <a:pt x="462" y="631"/>
                  </a:cubicBezTo>
                  <a:cubicBezTo>
                    <a:pt x="462" y="631"/>
                    <a:pt x="464" y="629"/>
                    <a:pt x="466" y="629"/>
                  </a:cubicBezTo>
                  <a:cubicBezTo>
                    <a:pt x="466" y="629"/>
                    <a:pt x="466" y="629"/>
                    <a:pt x="466" y="629"/>
                  </a:cubicBezTo>
                  <a:lnTo>
                    <a:pt x="473" y="625"/>
                  </a:lnTo>
                  <a:cubicBezTo>
                    <a:pt x="475" y="623"/>
                    <a:pt x="476" y="622"/>
                    <a:pt x="475" y="622"/>
                  </a:cubicBezTo>
                  <a:lnTo>
                    <a:pt x="475" y="622"/>
                  </a:lnTo>
                  <a:cubicBezTo>
                    <a:pt x="475" y="622"/>
                    <a:pt x="470" y="625"/>
                    <a:pt x="465" y="628"/>
                  </a:cubicBezTo>
                  <a:lnTo>
                    <a:pt x="464" y="626"/>
                  </a:lnTo>
                  <a:cubicBezTo>
                    <a:pt x="464" y="625"/>
                    <a:pt x="464" y="625"/>
                    <a:pt x="463" y="625"/>
                  </a:cubicBezTo>
                  <a:cubicBezTo>
                    <a:pt x="462" y="625"/>
                    <a:pt x="460" y="626"/>
                    <a:pt x="456" y="629"/>
                  </a:cubicBezTo>
                  <a:cubicBezTo>
                    <a:pt x="450" y="633"/>
                    <a:pt x="443" y="637"/>
                    <a:pt x="442" y="637"/>
                  </a:cubicBezTo>
                  <a:cubicBezTo>
                    <a:pt x="441" y="637"/>
                    <a:pt x="441" y="637"/>
                    <a:pt x="441" y="637"/>
                  </a:cubicBezTo>
                  <a:cubicBezTo>
                    <a:pt x="439" y="638"/>
                    <a:pt x="438" y="639"/>
                    <a:pt x="438" y="639"/>
                  </a:cubicBezTo>
                  <a:cubicBezTo>
                    <a:pt x="437" y="639"/>
                    <a:pt x="440" y="637"/>
                    <a:pt x="441" y="637"/>
                  </a:cubicBezTo>
                  <a:cubicBezTo>
                    <a:pt x="441" y="637"/>
                    <a:pt x="441" y="637"/>
                    <a:pt x="441" y="637"/>
                  </a:cubicBezTo>
                  <a:cubicBezTo>
                    <a:pt x="448" y="633"/>
                    <a:pt x="456" y="628"/>
                    <a:pt x="455" y="627"/>
                  </a:cubicBezTo>
                  <a:cubicBezTo>
                    <a:pt x="454" y="626"/>
                    <a:pt x="462" y="621"/>
                    <a:pt x="462" y="621"/>
                  </a:cubicBezTo>
                  <a:cubicBezTo>
                    <a:pt x="470" y="617"/>
                    <a:pt x="471" y="615"/>
                    <a:pt x="468" y="615"/>
                  </a:cubicBezTo>
                  <a:cubicBezTo>
                    <a:pt x="466" y="615"/>
                    <a:pt x="462" y="616"/>
                    <a:pt x="459" y="617"/>
                  </a:cubicBezTo>
                  <a:cubicBezTo>
                    <a:pt x="453" y="620"/>
                    <a:pt x="449" y="621"/>
                    <a:pt x="447" y="621"/>
                  </a:cubicBezTo>
                  <a:cubicBezTo>
                    <a:pt x="446" y="621"/>
                    <a:pt x="449" y="619"/>
                    <a:pt x="457" y="613"/>
                  </a:cubicBezTo>
                  <a:cubicBezTo>
                    <a:pt x="462" y="611"/>
                    <a:pt x="463" y="609"/>
                    <a:pt x="463" y="609"/>
                  </a:cubicBezTo>
                  <a:cubicBezTo>
                    <a:pt x="461" y="609"/>
                    <a:pt x="449" y="615"/>
                    <a:pt x="434" y="624"/>
                  </a:cubicBezTo>
                  <a:lnTo>
                    <a:pt x="411" y="636"/>
                  </a:lnTo>
                  <a:lnTo>
                    <a:pt x="434" y="622"/>
                  </a:lnTo>
                  <a:cubicBezTo>
                    <a:pt x="452" y="610"/>
                    <a:pt x="458" y="606"/>
                    <a:pt x="456" y="606"/>
                  </a:cubicBezTo>
                  <a:cubicBezTo>
                    <a:pt x="454" y="606"/>
                    <a:pt x="451" y="607"/>
                    <a:pt x="445" y="609"/>
                  </a:cubicBezTo>
                  <a:cubicBezTo>
                    <a:pt x="441" y="610"/>
                    <a:pt x="440" y="610"/>
                    <a:pt x="439" y="610"/>
                  </a:cubicBezTo>
                  <a:cubicBezTo>
                    <a:pt x="438" y="610"/>
                    <a:pt x="440" y="609"/>
                    <a:pt x="444" y="607"/>
                  </a:cubicBezTo>
                  <a:cubicBezTo>
                    <a:pt x="450" y="602"/>
                    <a:pt x="450" y="601"/>
                    <a:pt x="448" y="598"/>
                  </a:cubicBezTo>
                  <a:cubicBezTo>
                    <a:pt x="448" y="596"/>
                    <a:pt x="447" y="595"/>
                    <a:pt x="445" y="595"/>
                  </a:cubicBezTo>
                  <a:cubicBezTo>
                    <a:pt x="444" y="595"/>
                    <a:pt x="442" y="596"/>
                    <a:pt x="439" y="598"/>
                  </a:cubicBezTo>
                  <a:cubicBezTo>
                    <a:pt x="439" y="598"/>
                    <a:pt x="438" y="597"/>
                    <a:pt x="438" y="596"/>
                  </a:cubicBezTo>
                  <a:cubicBezTo>
                    <a:pt x="444" y="591"/>
                    <a:pt x="445" y="589"/>
                    <a:pt x="444" y="589"/>
                  </a:cubicBezTo>
                  <a:cubicBezTo>
                    <a:pt x="443" y="589"/>
                    <a:pt x="437" y="593"/>
                    <a:pt x="429" y="599"/>
                  </a:cubicBezTo>
                  <a:lnTo>
                    <a:pt x="428" y="597"/>
                  </a:lnTo>
                  <a:lnTo>
                    <a:pt x="435" y="592"/>
                  </a:lnTo>
                  <a:cubicBezTo>
                    <a:pt x="442" y="588"/>
                    <a:pt x="441" y="585"/>
                    <a:pt x="436" y="576"/>
                  </a:cubicBezTo>
                  <a:cubicBezTo>
                    <a:pt x="433" y="571"/>
                    <a:pt x="431" y="568"/>
                    <a:pt x="428" y="568"/>
                  </a:cubicBezTo>
                  <a:cubicBezTo>
                    <a:pt x="426" y="568"/>
                    <a:pt x="422" y="570"/>
                    <a:pt x="416" y="574"/>
                  </a:cubicBezTo>
                  <a:cubicBezTo>
                    <a:pt x="409" y="578"/>
                    <a:pt x="405" y="579"/>
                    <a:pt x="404" y="579"/>
                  </a:cubicBezTo>
                  <a:cubicBezTo>
                    <a:pt x="403" y="579"/>
                    <a:pt x="406" y="577"/>
                    <a:pt x="414" y="572"/>
                  </a:cubicBezTo>
                  <a:cubicBezTo>
                    <a:pt x="419" y="569"/>
                    <a:pt x="424" y="565"/>
                    <a:pt x="424" y="565"/>
                  </a:cubicBezTo>
                  <a:lnTo>
                    <a:pt x="424" y="565"/>
                  </a:lnTo>
                  <a:cubicBezTo>
                    <a:pt x="424" y="565"/>
                    <a:pt x="423" y="565"/>
                    <a:pt x="421" y="566"/>
                  </a:cubicBezTo>
                  <a:cubicBezTo>
                    <a:pt x="421" y="566"/>
                    <a:pt x="420" y="564"/>
                    <a:pt x="427" y="559"/>
                  </a:cubicBezTo>
                  <a:cubicBezTo>
                    <a:pt x="433" y="552"/>
                    <a:pt x="434" y="550"/>
                    <a:pt x="433" y="550"/>
                  </a:cubicBezTo>
                  <a:cubicBezTo>
                    <a:pt x="431" y="550"/>
                    <a:pt x="427" y="552"/>
                    <a:pt x="423" y="554"/>
                  </a:cubicBezTo>
                  <a:cubicBezTo>
                    <a:pt x="418" y="558"/>
                    <a:pt x="416" y="560"/>
                    <a:pt x="416" y="560"/>
                  </a:cubicBezTo>
                  <a:cubicBezTo>
                    <a:pt x="415" y="560"/>
                    <a:pt x="419" y="556"/>
                    <a:pt x="423" y="553"/>
                  </a:cubicBezTo>
                  <a:cubicBezTo>
                    <a:pt x="428" y="549"/>
                    <a:pt x="433" y="545"/>
                    <a:pt x="432" y="545"/>
                  </a:cubicBezTo>
                  <a:cubicBezTo>
                    <a:pt x="432" y="545"/>
                    <a:pt x="431" y="545"/>
                    <a:pt x="429" y="546"/>
                  </a:cubicBezTo>
                  <a:cubicBezTo>
                    <a:pt x="427" y="547"/>
                    <a:pt x="424" y="548"/>
                    <a:pt x="422" y="548"/>
                  </a:cubicBezTo>
                  <a:cubicBezTo>
                    <a:pt x="417" y="548"/>
                    <a:pt x="414" y="545"/>
                    <a:pt x="425" y="538"/>
                  </a:cubicBezTo>
                  <a:lnTo>
                    <a:pt x="423" y="536"/>
                  </a:lnTo>
                  <a:cubicBezTo>
                    <a:pt x="421" y="538"/>
                    <a:pt x="419" y="539"/>
                    <a:pt x="417" y="539"/>
                  </a:cubicBezTo>
                  <a:cubicBezTo>
                    <a:pt x="416" y="539"/>
                    <a:pt x="415" y="537"/>
                    <a:pt x="414" y="536"/>
                  </a:cubicBezTo>
                  <a:cubicBezTo>
                    <a:pt x="412" y="534"/>
                    <a:pt x="412" y="533"/>
                    <a:pt x="419" y="528"/>
                  </a:cubicBezTo>
                  <a:cubicBezTo>
                    <a:pt x="424" y="526"/>
                    <a:pt x="426" y="525"/>
                    <a:pt x="424" y="525"/>
                  </a:cubicBezTo>
                  <a:cubicBezTo>
                    <a:pt x="423" y="525"/>
                    <a:pt x="421" y="525"/>
                    <a:pt x="418" y="526"/>
                  </a:cubicBezTo>
                  <a:cubicBezTo>
                    <a:pt x="418" y="526"/>
                    <a:pt x="418" y="526"/>
                    <a:pt x="418" y="526"/>
                  </a:cubicBezTo>
                  <a:cubicBezTo>
                    <a:pt x="416" y="526"/>
                    <a:pt x="404" y="533"/>
                    <a:pt x="402" y="533"/>
                  </a:cubicBezTo>
                  <a:cubicBezTo>
                    <a:pt x="402" y="533"/>
                    <a:pt x="402" y="533"/>
                    <a:pt x="402" y="533"/>
                  </a:cubicBezTo>
                  <a:cubicBezTo>
                    <a:pt x="395" y="537"/>
                    <a:pt x="388" y="540"/>
                    <a:pt x="387" y="540"/>
                  </a:cubicBezTo>
                  <a:cubicBezTo>
                    <a:pt x="387" y="540"/>
                    <a:pt x="386" y="540"/>
                    <a:pt x="386" y="539"/>
                  </a:cubicBezTo>
                  <a:lnTo>
                    <a:pt x="393" y="535"/>
                  </a:lnTo>
                  <a:lnTo>
                    <a:pt x="408" y="526"/>
                  </a:lnTo>
                  <a:cubicBezTo>
                    <a:pt x="407" y="525"/>
                    <a:pt x="407" y="525"/>
                    <a:pt x="406" y="525"/>
                  </a:cubicBezTo>
                  <a:cubicBezTo>
                    <a:pt x="405" y="525"/>
                    <a:pt x="404" y="526"/>
                    <a:pt x="400" y="528"/>
                  </a:cubicBezTo>
                  <a:cubicBezTo>
                    <a:pt x="405" y="523"/>
                    <a:pt x="405" y="521"/>
                    <a:pt x="404" y="519"/>
                  </a:cubicBezTo>
                  <a:cubicBezTo>
                    <a:pt x="404" y="518"/>
                    <a:pt x="403" y="516"/>
                    <a:pt x="401" y="516"/>
                  </a:cubicBezTo>
                  <a:cubicBezTo>
                    <a:pt x="399" y="516"/>
                    <a:pt x="397" y="517"/>
                    <a:pt x="394" y="518"/>
                  </a:cubicBezTo>
                  <a:cubicBezTo>
                    <a:pt x="404" y="511"/>
                    <a:pt x="405" y="506"/>
                    <a:pt x="399" y="506"/>
                  </a:cubicBezTo>
                  <a:cubicBezTo>
                    <a:pt x="397" y="506"/>
                    <a:pt x="393" y="507"/>
                    <a:pt x="389" y="509"/>
                  </a:cubicBezTo>
                  <a:cubicBezTo>
                    <a:pt x="386" y="511"/>
                    <a:pt x="384" y="512"/>
                    <a:pt x="383" y="512"/>
                  </a:cubicBezTo>
                  <a:cubicBezTo>
                    <a:pt x="382" y="512"/>
                    <a:pt x="384" y="510"/>
                    <a:pt x="388" y="507"/>
                  </a:cubicBezTo>
                  <a:cubicBezTo>
                    <a:pt x="391" y="504"/>
                    <a:pt x="393" y="502"/>
                    <a:pt x="392" y="502"/>
                  </a:cubicBezTo>
                  <a:cubicBezTo>
                    <a:pt x="392" y="502"/>
                    <a:pt x="390" y="503"/>
                    <a:pt x="386" y="505"/>
                  </a:cubicBezTo>
                  <a:cubicBezTo>
                    <a:pt x="385" y="505"/>
                    <a:pt x="384" y="506"/>
                    <a:pt x="383" y="506"/>
                  </a:cubicBezTo>
                  <a:cubicBezTo>
                    <a:pt x="381" y="506"/>
                    <a:pt x="387" y="501"/>
                    <a:pt x="392" y="497"/>
                  </a:cubicBezTo>
                  <a:cubicBezTo>
                    <a:pt x="401" y="490"/>
                    <a:pt x="404" y="487"/>
                    <a:pt x="403" y="487"/>
                  </a:cubicBezTo>
                  <a:cubicBezTo>
                    <a:pt x="402" y="487"/>
                    <a:pt x="400" y="488"/>
                    <a:pt x="398" y="489"/>
                  </a:cubicBezTo>
                  <a:cubicBezTo>
                    <a:pt x="395" y="490"/>
                    <a:pt x="393" y="490"/>
                    <a:pt x="391" y="490"/>
                  </a:cubicBezTo>
                  <a:cubicBezTo>
                    <a:pt x="388" y="490"/>
                    <a:pt x="387" y="489"/>
                    <a:pt x="386" y="488"/>
                  </a:cubicBezTo>
                  <a:cubicBezTo>
                    <a:pt x="379" y="490"/>
                    <a:pt x="377" y="489"/>
                    <a:pt x="371" y="495"/>
                  </a:cubicBezTo>
                  <a:cubicBezTo>
                    <a:pt x="366" y="498"/>
                    <a:pt x="362" y="500"/>
                    <a:pt x="356" y="502"/>
                  </a:cubicBezTo>
                  <a:cubicBezTo>
                    <a:pt x="354" y="503"/>
                    <a:pt x="353" y="503"/>
                    <a:pt x="353" y="503"/>
                  </a:cubicBezTo>
                  <a:cubicBezTo>
                    <a:pt x="350" y="503"/>
                    <a:pt x="354" y="501"/>
                    <a:pt x="355" y="501"/>
                  </a:cubicBezTo>
                  <a:cubicBezTo>
                    <a:pt x="355" y="501"/>
                    <a:pt x="355" y="501"/>
                    <a:pt x="355" y="501"/>
                  </a:cubicBezTo>
                  <a:cubicBezTo>
                    <a:pt x="364" y="499"/>
                    <a:pt x="363" y="498"/>
                    <a:pt x="370" y="492"/>
                  </a:cubicBezTo>
                  <a:cubicBezTo>
                    <a:pt x="376" y="487"/>
                    <a:pt x="375" y="484"/>
                    <a:pt x="375" y="483"/>
                  </a:cubicBezTo>
                  <a:lnTo>
                    <a:pt x="372" y="479"/>
                  </a:lnTo>
                  <a:cubicBezTo>
                    <a:pt x="375" y="474"/>
                    <a:pt x="376" y="472"/>
                    <a:pt x="376" y="472"/>
                  </a:cubicBezTo>
                  <a:cubicBezTo>
                    <a:pt x="375" y="472"/>
                    <a:pt x="373" y="474"/>
                    <a:pt x="370" y="476"/>
                  </a:cubicBezTo>
                  <a:lnTo>
                    <a:pt x="363" y="480"/>
                  </a:lnTo>
                  <a:cubicBezTo>
                    <a:pt x="373" y="472"/>
                    <a:pt x="372" y="463"/>
                    <a:pt x="363" y="463"/>
                  </a:cubicBezTo>
                  <a:cubicBezTo>
                    <a:pt x="361" y="463"/>
                    <a:pt x="358" y="464"/>
                    <a:pt x="355" y="465"/>
                  </a:cubicBezTo>
                  <a:lnTo>
                    <a:pt x="362" y="461"/>
                  </a:lnTo>
                  <a:cubicBezTo>
                    <a:pt x="368" y="456"/>
                    <a:pt x="368" y="455"/>
                    <a:pt x="367" y="453"/>
                  </a:cubicBezTo>
                  <a:cubicBezTo>
                    <a:pt x="366" y="452"/>
                    <a:pt x="357" y="452"/>
                    <a:pt x="355" y="449"/>
                  </a:cubicBezTo>
                  <a:cubicBezTo>
                    <a:pt x="353" y="446"/>
                    <a:pt x="352" y="443"/>
                    <a:pt x="349" y="443"/>
                  </a:cubicBezTo>
                  <a:cubicBezTo>
                    <a:pt x="348" y="443"/>
                    <a:pt x="346" y="444"/>
                    <a:pt x="344" y="445"/>
                  </a:cubicBezTo>
                  <a:cubicBezTo>
                    <a:pt x="343" y="444"/>
                    <a:pt x="343" y="444"/>
                    <a:pt x="351" y="440"/>
                  </a:cubicBezTo>
                  <a:cubicBezTo>
                    <a:pt x="357" y="436"/>
                    <a:pt x="357" y="435"/>
                    <a:pt x="356" y="434"/>
                  </a:cubicBezTo>
                  <a:cubicBezTo>
                    <a:pt x="356" y="434"/>
                    <a:pt x="356" y="434"/>
                    <a:pt x="356" y="434"/>
                  </a:cubicBezTo>
                  <a:cubicBezTo>
                    <a:pt x="354" y="434"/>
                    <a:pt x="348" y="438"/>
                    <a:pt x="342" y="442"/>
                  </a:cubicBezTo>
                  <a:cubicBezTo>
                    <a:pt x="339" y="444"/>
                    <a:pt x="337" y="445"/>
                    <a:pt x="336" y="445"/>
                  </a:cubicBezTo>
                  <a:cubicBezTo>
                    <a:pt x="335" y="445"/>
                    <a:pt x="336" y="443"/>
                    <a:pt x="339" y="438"/>
                  </a:cubicBezTo>
                  <a:cubicBezTo>
                    <a:pt x="345" y="433"/>
                    <a:pt x="344" y="429"/>
                    <a:pt x="339" y="429"/>
                  </a:cubicBezTo>
                  <a:cubicBezTo>
                    <a:pt x="337" y="429"/>
                    <a:pt x="336" y="429"/>
                    <a:pt x="335" y="430"/>
                  </a:cubicBezTo>
                  <a:cubicBezTo>
                    <a:pt x="334" y="428"/>
                    <a:pt x="334" y="427"/>
                    <a:pt x="340" y="423"/>
                  </a:cubicBezTo>
                  <a:cubicBezTo>
                    <a:pt x="345" y="419"/>
                    <a:pt x="349" y="415"/>
                    <a:pt x="346" y="415"/>
                  </a:cubicBezTo>
                  <a:cubicBezTo>
                    <a:pt x="345" y="415"/>
                    <a:pt x="342" y="416"/>
                    <a:pt x="337" y="418"/>
                  </a:cubicBezTo>
                  <a:cubicBezTo>
                    <a:pt x="337" y="417"/>
                    <a:pt x="337" y="417"/>
                    <a:pt x="344" y="413"/>
                  </a:cubicBezTo>
                  <a:cubicBezTo>
                    <a:pt x="348" y="409"/>
                    <a:pt x="353" y="406"/>
                    <a:pt x="352" y="406"/>
                  </a:cubicBezTo>
                  <a:cubicBezTo>
                    <a:pt x="351" y="406"/>
                    <a:pt x="349" y="407"/>
                    <a:pt x="343" y="410"/>
                  </a:cubicBezTo>
                  <a:cubicBezTo>
                    <a:pt x="341" y="411"/>
                    <a:pt x="340" y="411"/>
                    <a:pt x="338" y="411"/>
                  </a:cubicBezTo>
                  <a:cubicBezTo>
                    <a:pt x="334" y="411"/>
                    <a:pt x="334" y="408"/>
                    <a:pt x="338" y="403"/>
                  </a:cubicBezTo>
                  <a:cubicBezTo>
                    <a:pt x="338" y="402"/>
                    <a:pt x="338" y="402"/>
                    <a:pt x="337" y="402"/>
                  </a:cubicBezTo>
                  <a:cubicBezTo>
                    <a:pt x="336" y="402"/>
                    <a:pt x="334" y="402"/>
                    <a:pt x="330" y="405"/>
                  </a:cubicBezTo>
                  <a:lnTo>
                    <a:pt x="322" y="409"/>
                  </a:lnTo>
                  <a:cubicBezTo>
                    <a:pt x="330" y="404"/>
                    <a:pt x="334" y="401"/>
                    <a:pt x="333" y="401"/>
                  </a:cubicBezTo>
                  <a:lnTo>
                    <a:pt x="333" y="401"/>
                  </a:lnTo>
                  <a:cubicBezTo>
                    <a:pt x="333" y="401"/>
                    <a:pt x="329" y="403"/>
                    <a:pt x="321" y="407"/>
                  </a:cubicBezTo>
                  <a:cubicBezTo>
                    <a:pt x="318" y="409"/>
                    <a:pt x="317" y="410"/>
                    <a:pt x="316" y="410"/>
                  </a:cubicBezTo>
                  <a:cubicBezTo>
                    <a:pt x="315" y="410"/>
                    <a:pt x="317" y="408"/>
                    <a:pt x="321" y="406"/>
                  </a:cubicBezTo>
                  <a:cubicBezTo>
                    <a:pt x="328" y="400"/>
                    <a:pt x="327" y="399"/>
                    <a:pt x="327" y="399"/>
                  </a:cubicBezTo>
                  <a:cubicBezTo>
                    <a:pt x="327" y="398"/>
                    <a:pt x="316" y="397"/>
                    <a:pt x="313" y="391"/>
                  </a:cubicBezTo>
                  <a:cubicBezTo>
                    <a:pt x="310" y="385"/>
                    <a:pt x="308" y="382"/>
                    <a:pt x="304" y="382"/>
                  </a:cubicBezTo>
                  <a:cubicBezTo>
                    <a:pt x="303" y="382"/>
                    <a:pt x="301" y="382"/>
                    <a:pt x="299" y="384"/>
                  </a:cubicBezTo>
                  <a:cubicBezTo>
                    <a:pt x="295" y="385"/>
                    <a:pt x="294" y="386"/>
                    <a:pt x="293" y="386"/>
                  </a:cubicBezTo>
                  <a:cubicBezTo>
                    <a:pt x="292" y="386"/>
                    <a:pt x="294" y="384"/>
                    <a:pt x="298" y="381"/>
                  </a:cubicBezTo>
                  <a:cubicBezTo>
                    <a:pt x="305" y="376"/>
                    <a:pt x="303" y="375"/>
                    <a:pt x="303" y="373"/>
                  </a:cubicBezTo>
                  <a:cubicBezTo>
                    <a:pt x="302" y="372"/>
                    <a:pt x="302" y="371"/>
                    <a:pt x="309" y="367"/>
                  </a:cubicBezTo>
                  <a:lnTo>
                    <a:pt x="309" y="367"/>
                  </a:lnTo>
                  <a:cubicBezTo>
                    <a:pt x="304" y="369"/>
                    <a:pt x="302" y="370"/>
                    <a:pt x="302" y="370"/>
                  </a:cubicBezTo>
                  <a:cubicBezTo>
                    <a:pt x="301" y="370"/>
                    <a:pt x="301" y="369"/>
                    <a:pt x="301" y="369"/>
                  </a:cubicBezTo>
                  <a:cubicBezTo>
                    <a:pt x="305" y="366"/>
                    <a:pt x="307" y="365"/>
                    <a:pt x="306" y="365"/>
                  </a:cubicBezTo>
                  <a:cubicBezTo>
                    <a:pt x="305" y="365"/>
                    <a:pt x="303" y="366"/>
                    <a:pt x="300" y="368"/>
                  </a:cubicBezTo>
                  <a:cubicBezTo>
                    <a:pt x="292" y="372"/>
                    <a:pt x="289" y="374"/>
                    <a:pt x="288" y="374"/>
                  </a:cubicBezTo>
                  <a:cubicBezTo>
                    <a:pt x="288" y="374"/>
                    <a:pt x="291" y="371"/>
                    <a:pt x="299" y="367"/>
                  </a:cubicBezTo>
                  <a:cubicBezTo>
                    <a:pt x="304" y="363"/>
                    <a:pt x="308" y="358"/>
                    <a:pt x="307" y="358"/>
                  </a:cubicBezTo>
                  <a:lnTo>
                    <a:pt x="307" y="358"/>
                  </a:lnTo>
                  <a:cubicBezTo>
                    <a:pt x="307" y="358"/>
                    <a:pt x="306" y="359"/>
                    <a:pt x="305" y="360"/>
                  </a:cubicBezTo>
                  <a:cubicBezTo>
                    <a:pt x="298" y="364"/>
                    <a:pt x="297" y="362"/>
                    <a:pt x="289" y="366"/>
                  </a:cubicBezTo>
                  <a:cubicBezTo>
                    <a:pt x="288" y="364"/>
                    <a:pt x="288" y="363"/>
                    <a:pt x="294" y="359"/>
                  </a:cubicBezTo>
                  <a:cubicBezTo>
                    <a:pt x="299" y="355"/>
                    <a:pt x="296" y="354"/>
                    <a:pt x="292" y="354"/>
                  </a:cubicBezTo>
                  <a:cubicBezTo>
                    <a:pt x="289" y="354"/>
                    <a:pt x="286" y="354"/>
                    <a:pt x="283" y="355"/>
                  </a:cubicBezTo>
                  <a:cubicBezTo>
                    <a:pt x="280" y="357"/>
                    <a:pt x="278" y="358"/>
                    <a:pt x="277" y="358"/>
                  </a:cubicBezTo>
                  <a:cubicBezTo>
                    <a:pt x="277" y="358"/>
                    <a:pt x="278" y="357"/>
                    <a:pt x="282" y="354"/>
                  </a:cubicBezTo>
                  <a:cubicBezTo>
                    <a:pt x="290" y="350"/>
                    <a:pt x="289" y="349"/>
                    <a:pt x="289" y="348"/>
                  </a:cubicBezTo>
                  <a:lnTo>
                    <a:pt x="289" y="348"/>
                  </a:lnTo>
                  <a:cubicBezTo>
                    <a:pt x="287" y="348"/>
                    <a:pt x="286" y="349"/>
                    <a:pt x="285" y="349"/>
                  </a:cubicBezTo>
                  <a:cubicBezTo>
                    <a:pt x="284" y="349"/>
                    <a:pt x="290" y="345"/>
                    <a:pt x="296" y="342"/>
                  </a:cubicBezTo>
                  <a:cubicBezTo>
                    <a:pt x="303" y="339"/>
                    <a:pt x="302" y="338"/>
                    <a:pt x="301" y="335"/>
                  </a:cubicBezTo>
                  <a:lnTo>
                    <a:pt x="301" y="335"/>
                  </a:lnTo>
                  <a:cubicBezTo>
                    <a:pt x="300" y="336"/>
                    <a:pt x="298" y="337"/>
                    <a:pt x="297" y="337"/>
                  </a:cubicBezTo>
                  <a:cubicBezTo>
                    <a:pt x="293" y="337"/>
                    <a:pt x="290" y="335"/>
                    <a:pt x="289" y="331"/>
                  </a:cubicBezTo>
                  <a:cubicBezTo>
                    <a:pt x="288" y="329"/>
                    <a:pt x="286" y="328"/>
                    <a:pt x="283" y="328"/>
                  </a:cubicBezTo>
                  <a:cubicBezTo>
                    <a:pt x="279" y="328"/>
                    <a:pt x="272" y="331"/>
                    <a:pt x="262" y="335"/>
                  </a:cubicBezTo>
                  <a:lnTo>
                    <a:pt x="247" y="343"/>
                  </a:lnTo>
                  <a:lnTo>
                    <a:pt x="247" y="343"/>
                  </a:lnTo>
                  <a:lnTo>
                    <a:pt x="262" y="334"/>
                  </a:lnTo>
                  <a:cubicBezTo>
                    <a:pt x="269" y="330"/>
                    <a:pt x="283" y="320"/>
                    <a:pt x="283" y="320"/>
                  </a:cubicBezTo>
                  <a:cubicBezTo>
                    <a:pt x="283" y="319"/>
                    <a:pt x="283" y="319"/>
                    <a:pt x="283" y="319"/>
                  </a:cubicBezTo>
                  <a:cubicBezTo>
                    <a:pt x="281" y="319"/>
                    <a:pt x="275" y="323"/>
                    <a:pt x="267" y="327"/>
                  </a:cubicBezTo>
                  <a:cubicBezTo>
                    <a:pt x="265" y="329"/>
                    <a:pt x="263" y="330"/>
                    <a:pt x="262" y="330"/>
                  </a:cubicBezTo>
                  <a:cubicBezTo>
                    <a:pt x="261" y="330"/>
                    <a:pt x="262" y="328"/>
                    <a:pt x="265" y="324"/>
                  </a:cubicBezTo>
                  <a:cubicBezTo>
                    <a:pt x="270" y="320"/>
                    <a:pt x="271" y="318"/>
                    <a:pt x="269" y="318"/>
                  </a:cubicBezTo>
                  <a:cubicBezTo>
                    <a:pt x="268" y="318"/>
                    <a:pt x="266" y="318"/>
                    <a:pt x="263" y="320"/>
                  </a:cubicBezTo>
                  <a:cubicBezTo>
                    <a:pt x="263" y="318"/>
                    <a:pt x="262" y="317"/>
                    <a:pt x="269" y="312"/>
                  </a:cubicBezTo>
                  <a:cubicBezTo>
                    <a:pt x="269" y="311"/>
                    <a:pt x="269" y="311"/>
                    <a:pt x="268" y="311"/>
                  </a:cubicBezTo>
                  <a:cubicBezTo>
                    <a:pt x="268" y="311"/>
                    <a:pt x="266" y="312"/>
                    <a:pt x="261" y="316"/>
                  </a:cubicBezTo>
                  <a:cubicBezTo>
                    <a:pt x="258" y="318"/>
                    <a:pt x="256" y="319"/>
                    <a:pt x="255" y="319"/>
                  </a:cubicBezTo>
                  <a:cubicBezTo>
                    <a:pt x="254" y="319"/>
                    <a:pt x="256" y="317"/>
                    <a:pt x="260" y="314"/>
                  </a:cubicBezTo>
                  <a:cubicBezTo>
                    <a:pt x="269" y="307"/>
                    <a:pt x="271" y="303"/>
                    <a:pt x="269" y="303"/>
                  </a:cubicBezTo>
                  <a:cubicBezTo>
                    <a:pt x="268" y="303"/>
                    <a:pt x="266" y="304"/>
                    <a:pt x="264" y="305"/>
                  </a:cubicBezTo>
                  <a:cubicBezTo>
                    <a:pt x="260" y="307"/>
                    <a:pt x="258" y="308"/>
                    <a:pt x="257" y="308"/>
                  </a:cubicBezTo>
                  <a:cubicBezTo>
                    <a:pt x="257" y="308"/>
                    <a:pt x="256" y="308"/>
                    <a:pt x="256" y="307"/>
                  </a:cubicBezTo>
                  <a:cubicBezTo>
                    <a:pt x="256" y="307"/>
                    <a:pt x="255" y="306"/>
                    <a:pt x="254" y="306"/>
                  </a:cubicBezTo>
                  <a:cubicBezTo>
                    <a:pt x="253" y="306"/>
                    <a:pt x="251" y="307"/>
                    <a:pt x="247" y="308"/>
                  </a:cubicBezTo>
                  <a:cubicBezTo>
                    <a:pt x="246" y="307"/>
                    <a:pt x="246" y="306"/>
                    <a:pt x="246" y="306"/>
                  </a:cubicBezTo>
                  <a:cubicBezTo>
                    <a:pt x="245" y="305"/>
                    <a:pt x="251" y="303"/>
                    <a:pt x="253" y="303"/>
                  </a:cubicBezTo>
                  <a:cubicBezTo>
                    <a:pt x="254" y="303"/>
                    <a:pt x="254" y="303"/>
                    <a:pt x="254" y="303"/>
                  </a:cubicBezTo>
                  <a:lnTo>
                    <a:pt x="260" y="297"/>
                  </a:lnTo>
                  <a:cubicBezTo>
                    <a:pt x="259" y="296"/>
                    <a:pt x="259" y="295"/>
                    <a:pt x="257" y="295"/>
                  </a:cubicBezTo>
                  <a:cubicBezTo>
                    <a:pt x="256" y="295"/>
                    <a:pt x="254" y="296"/>
                    <a:pt x="251" y="297"/>
                  </a:cubicBezTo>
                  <a:cubicBezTo>
                    <a:pt x="243" y="301"/>
                    <a:pt x="239" y="303"/>
                    <a:pt x="239" y="303"/>
                  </a:cubicBezTo>
                  <a:cubicBezTo>
                    <a:pt x="238" y="303"/>
                    <a:pt x="242" y="301"/>
                    <a:pt x="250" y="296"/>
                  </a:cubicBezTo>
                  <a:cubicBezTo>
                    <a:pt x="256" y="292"/>
                    <a:pt x="261" y="288"/>
                    <a:pt x="259" y="288"/>
                  </a:cubicBezTo>
                  <a:cubicBezTo>
                    <a:pt x="259" y="288"/>
                    <a:pt x="258" y="289"/>
                    <a:pt x="256" y="289"/>
                  </a:cubicBezTo>
                  <a:cubicBezTo>
                    <a:pt x="251" y="292"/>
                    <a:pt x="248" y="293"/>
                    <a:pt x="247" y="293"/>
                  </a:cubicBezTo>
                  <a:cubicBezTo>
                    <a:pt x="245" y="293"/>
                    <a:pt x="250" y="290"/>
                    <a:pt x="254" y="287"/>
                  </a:cubicBezTo>
                  <a:cubicBezTo>
                    <a:pt x="263" y="283"/>
                    <a:pt x="267" y="281"/>
                    <a:pt x="265" y="281"/>
                  </a:cubicBezTo>
                  <a:cubicBezTo>
                    <a:pt x="264" y="281"/>
                    <a:pt x="260" y="282"/>
                    <a:pt x="253" y="284"/>
                  </a:cubicBezTo>
                  <a:cubicBezTo>
                    <a:pt x="252" y="281"/>
                    <a:pt x="242" y="281"/>
                    <a:pt x="239" y="278"/>
                  </a:cubicBezTo>
                  <a:cubicBezTo>
                    <a:pt x="237" y="274"/>
                    <a:pt x="236" y="271"/>
                    <a:pt x="243" y="266"/>
                  </a:cubicBezTo>
                  <a:cubicBezTo>
                    <a:pt x="252" y="260"/>
                    <a:pt x="255" y="258"/>
                    <a:pt x="254" y="258"/>
                  </a:cubicBezTo>
                  <a:lnTo>
                    <a:pt x="254" y="258"/>
                  </a:lnTo>
                  <a:cubicBezTo>
                    <a:pt x="254" y="258"/>
                    <a:pt x="252" y="259"/>
                    <a:pt x="250" y="261"/>
                  </a:cubicBezTo>
                  <a:cubicBezTo>
                    <a:pt x="242" y="266"/>
                    <a:pt x="238" y="268"/>
                    <a:pt x="236" y="268"/>
                  </a:cubicBezTo>
                  <a:cubicBezTo>
                    <a:pt x="234" y="268"/>
                    <a:pt x="234" y="267"/>
                    <a:pt x="233" y="266"/>
                  </a:cubicBezTo>
                  <a:cubicBezTo>
                    <a:pt x="235" y="262"/>
                    <a:pt x="235" y="261"/>
                    <a:pt x="233" y="261"/>
                  </a:cubicBezTo>
                  <a:cubicBezTo>
                    <a:pt x="231" y="261"/>
                    <a:pt x="227" y="262"/>
                    <a:pt x="223" y="265"/>
                  </a:cubicBezTo>
                  <a:cubicBezTo>
                    <a:pt x="223" y="266"/>
                    <a:pt x="224" y="266"/>
                    <a:pt x="224" y="266"/>
                  </a:cubicBezTo>
                  <a:cubicBezTo>
                    <a:pt x="216" y="271"/>
                    <a:pt x="212" y="273"/>
                    <a:pt x="211" y="273"/>
                  </a:cubicBezTo>
                  <a:cubicBezTo>
                    <a:pt x="210" y="273"/>
                    <a:pt x="212" y="271"/>
                    <a:pt x="215" y="268"/>
                  </a:cubicBezTo>
                  <a:cubicBezTo>
                    <a:pt x="214" y="267"/>
                    <a:pt x="222" y="262"/>
                    <a:pt x="228" y="258"/>
                  </a:cubicBezTo>
                  <a:cubicBezTo>
                    <a:pt x="235" y="252"/>
                    <a:pt x="242" y="247"/>
                    <a:pt x="242" y="247"/>
                  </a:cubicBezTo>
                  <a:cubicBezTo>
                    <a:pt x="241" y="246"/>
                    <a:pt x="241" y="246"/>
                    <a:pt x="240" y="246"/>
                  </a:cubicBezTo>
                  <a:cubicBezTo>
                    <a:pt x="239" y="246"/>
                    <a:pt x="238" y="247"/>
                    <a:pt x="234" y="250"/>
                  </a:cubicBezTo>
                  <a:cubicBezTo>
                    <a:pt x="229" y="253"/>
                    <a:pt x="227" y="254"/>
                    <a:pt x="226" y="254"/>
                  </a:cubicBezTo>
                  <a:cubicBezTo>
                    <a:pt x="226" y="254"/>
                    <a:pt x="226" y="254"/>
                    <a:pt x="226" y="253"/>
                  </a:cubicBezTo>
                  <a:cubicBezTo>
                    <a:pt x="225" y="253"/>
                    <a:pt x="225" y="252"/>
                    <a:pt x="224" y="252"/>
                  </a:cubicBezTo>
                  <a:cubicBezTo>
                    <a:pt x="223" y="252"/>
                    <a:pt x="221" y="253"/>
                    <a:pt x="217" y="255"/>
                  </a:cubicBezTo>
                  <a:cubicBezTo>
                    <a:pt x="213" y="257"/>
                    <a:pt x="211" y="258"/>
                    <a:pt x="210" y="258"/>
                  </a:cubicBezTo>
                  <a:cubicBezTo>
                    <a:pt x="209" y="258"/>
                    <a:pt x="209" y="257"/>
                    <a:pt x="208" y="257"/>
                  </a:cubicBezTo>
                  <a:cubicBezTo>
                    <a:pt x="215" y="251"/>
                    <a:pt x="214" y="249"/>
                    <a:pt x="214" y="249"/>
                  </a:cubicBezTo>
                  <a:lnTo>
                    <a:pt x="220" y="244"/>
                  </a:lnTo>
                  <a:cubicBezTo>
                    <a:pt x="226" y="241"/>
                    <a:pt x="230" y="238"/>
                    <a:pt x="235" y="234"/>
                  </a:cubicBezTo>
                  <a:cubicBezTo>
                    <a:pt x="235" y="234"/>
                    <a:pt x="235" y="234"/>
                    <a:pt x="234" y="234"/>
                  </a:cubicBezTo>
                  <a:cubicBezTo>
                    <a:pt x="232" y="234"/>
                    <a:pt x="227" y="238"/>
                    <a:pt x="227" y="238"/>
                  </a:cubicBezTo>
                  <a:cubicBezTo>
                    <a:pt x="227" y="238"/>
                    <a:pt x="226" y="238"/>
                    <a:pt x="225" y="238"/>
                  </a:cubicBezTo>
                  <a:cubicBezTo>
                    <a:pt x="217" y="238"/>
                    <a:pt x="205" y="215"/>
                    <a:pt x="202" y="212"/>
                  </a:cubicBezTo>
                  <a:cubicBezTo>
                    <a:pt x="207" y="208"/>
                    <a:pt x="207" y="205"/>
                    <a:pt x="205" y="205"/>
                  </a:cubicBezTo>
                  <a:cubicBezTo>
                    <a:pt x="204" y="205"/>
                    <a:pt x="203" y="205"/>
                    <a:pt x="200" y="207"/>
                  </a:cubicBezTo>
                  <a:cubicBezTo>
                    <a:pt x="198" y="209"/>
                    <a:pt x="197" y="209"/>
                    <a:pt x="196" y="209"/>
                  </a:cubicBezTo>
                  <a:cubicBezTo>
                    <a:pt x="192" y="209"/>
                    <a:pt x="189" y="205"/>
                    <a:pt x="187" y="201"/>
                  </a:cubicBezTo>
                  <a:cubicBezTo>
                    <a:pt x="183" y="195"/>
                    <a:pt x="181" y="190"/>
                    <a:pt x="177" y="190"/>
                  </a:cubicBezTo>
                  <a:cubicBezTo>
                    <a:pt x="175" y="190"/>
                    <a:pt x="174" y="191"/>
                    <a:pt x="172" y="192"/>
                  </a:cubicBezTo>
                  <a:lnTo>
                    <a:pt x="170" y="188"/>
                  </a:lnTo>
                  <a:cubicBezTo>
                    <a:pt x="169" y="187"/>
                    <a:pt x="168" y="187"/>
                    <a:pt x="166" y="187"/>
                  </a:cubicBezTo>
                  <a:cubicBezTo>
                    <a:pt x="164" y="187"/>
                    <a:pt x="162" y="188"/>
                    <a:pt x="161" y="188"/>
                  </a:cubicBezTo>
                  <a:cubicBezTo>
                    <a:pt x="160" y="188"/>
                    <a:pt x="160" y="187"/>
                    <a:pt x="160" y="187"/>
                  </a:cubicBezTo>
                  <a:cubicBezTo>
                    <a:pt x="157" y="189"/>
                    <a:pt x="154" y="189"/>
                    <a:pt x="154" y="189"/>
                  </a:cubicBezTo>
                  <a:cubicBezTo>
                    <a:pt x="153" y="189"/>
                    <a:pt x="154" y="188"/>
                    <a:pt x="159" y="186"/>
                  </a:cubicBezTo>
                  <a:cubicBezTo>
                    <a:pt x="167" y="182"/>
                    <a:pt x="173" y="177"/>
                    <a:pt x="173" y="176"/>
                  </a:cubicBezTo>
                  <a:cubicBezTo>
                    <a:pt x="173" y="176"/>
                    <a:pt x="173" y="175"/>
                    <a:pt x="172" y="175"/>
                  </a:cubicBezTo>
                  <a:cubicBezTo>
                    <a:pt x="169" y="175"/>
                    <a:pt x="163" y="179"/>
                    <a:pt x="158" y="183"/>
                  </a:cubicBezTo>
                  <a:cubicBezTo>
                    <a:pt x="152" y="186"/>
                    <a:pt x="151" y="186"/>
                    <a:pt x="150" y="186"/>
                  </a:cubicBezTo>
                  <a:cubicBezTo>
                    <a:pt x="150" y="186"/>
                    <a:pt x="150" y="186"/>
                    <a:pt x="150" y="186"/>
                  </a:cubicBezTo>
                  <a:cubicBezTo>
                    <a:pt x="149" y="185"/>
                    <a:pt x="149" y="185"/>
                    <a:pt x="156" y="180"/>
                  </a:cubicBezTo>
                  <a:lnTo>
                    <a:pt x="170" y="171"/>
                  </a:lnTo>
                  <a:lnTo>
                    <a:pt x="170" y="170"/>
                  </a:lnTo>
                  <a:cubicBezTo>
                    <a:pt x="165" y="173"/>
                    <a:pt x="163" y="174"/>
                    <a:pt x="162" y="174"/>
                  </a:cubicBezTo>
                  <a:cubicBezTo>
                    <a:pt x="162" y="174"/>
                    <a:pt x="162" y="174"/>
                    <a:pt x="162" y="174"/>
                  </a:cubicBezTo>
                  <a:cubicBezTo>
                    <a:pt x="161" y="173"/>
                    <a:pt x="161" y="173"/>
                    <a:pt x="176" y="164"/>
                  </a:cubicBezTo>
                  <a:cubicBezTo>
                    <a:pt x="184" y="159"/>
                    <a:pt x="187" y="156"/>
                    <a:pt x="186" y="156"/>
                  </a:cubicBezTo>
                  <a:cubicBezTo>
                    <a:pt x="185" y="156"/>
                    <a:pt x="181" y="158"/>
                    <a:pt x="174" y="161"/>
                  </a:cubicBezTo>
                  <a:lnTo>
                    <a:pt x="167" y="164"/>
                  </a:lnTo>
                  <a:cubicBezTo>
                    <a:pt x="172" y="160"/>
                    <a:pt x="173" y="158"/>
                    <a:pt x="171" y="158"/>
                  </a:cubicBezTo>
                  <a:cubicBezTo>
                    <a:pt x="169" y="158"/>
                    <a:pt x="161" y="162"/>
                    <a:pt x="156" y="164"/>
                  </a:cubicBezTo>
                  <a:cubicBezTo>
                    <a:pt x="164" y="158"/>
                    <a:pt x="167" y="155"/>
                    <a:pt x="166" y="155"/>
                  </a:cubicBezTo>
                  <a:cubicBezTo>
                    <a:pt x="165" y="155"/>
                    <a:pt x="161" y="157"/>
                    <a:pt x="154" y="160"/>
                  </a:cubicBezTo>
                  <a:cubicBezTo>
                    <a:pt x="151" y="162"/>
                    <a:pt x="150" y="163"/>
                    <a:pt x="149" y="163"/>
                  </a:cubicBezTo>
                  <a:cubicBezTo>
                    <a:pt x="148" y="163"/>
                    <a:pt x="149" y="161"/>
                    <a:pt x="153" y="158"/>
                  </a:cubicBezTo>
                  <a:cubicBezTo>
                    <a:pt x="160" y="152"/>
                    <a:pt x="160" y="151"/>
                    <a:pt x="158" y="149"/>
                  </a:cubicBezTo>
                  <a:lnTo>
                    <a:pt x="158" y="149"/>
                  </a:lnTo>
                  <a:cubicBezTo>
                    <a:pt x="156" y="150"/>
                    <a:pt x="155" y="150"/>
                    <a:pt x="153" y="150"/>
                  </a:cubicBezTo>
                  <a:cubicBezTo>
                    <a:pt x="148" y="150"/>
                    <a:pt x="145" y="144"/>
                    <a:pt x="141" y="137"/>
                  </a:cubicBezTo>
                  <a:cubicBezTo>
                    <a:pt x="136" y="129"/>
                    <a:pt x="133" y="123"/>
                    <a:pt x="129" y="123"/>
                  </a:cubicBezTo>
                  <a:cubicBezTo>
                    <a:pt x="128" y="123"/>
                    <a:pt x="126" y="123"/>
                    <a:pt x="125" y="124"/>
                  </a:cubicBezTo>
                  <a:cubicBezTo>
                    <a:pt x="124" y="123"/>
                    <a:pt x="124" y="123"/>
                    <a:pt x="131" y="118"/>
                  </a:cubicBezTo>
                  <a:cubicBezTo>
                    <a:pt x="134" y="116"/>
                    <a:pt x="136" y="114"/>
                    <a:pt x="135" y="114"/>
                  </a:cubicBezTo>
                  <a:cubicBezTo>
                    <a:pt x="134" y="114"/>
                    <a:pt x="130" y="116"/>
                    <a:pt x="122" y="120"/>
                  </a:cubicBezTo>
                  <a:cubicBezTo>
                    <a:pt x="117" y="122"/>
                    <a:pt x="113" y="124"/>
                    <a:pt x="113" y="124"/>
                  </a:cubicBezTo>
                  <a:cubicBezTo>
                    <a:pt x="113" y="124"/>
                    <a:pt x="115" y="123"/>
                    <a:pt x="122" y="119"/>
                  </a:cubicBezTo>
                  <a:cubicBezTo>
                    <a:pt x="128" y="114"/>
                    <a:pt x="127" y="112"/>
                    <a:pt x="125" y="108"/>
                  </a:cubicBezTo>
                  <a:cubicBezTo>
                    <a:pt x="123" y="105"/>
                    <a:pt x="122" y="102"/>
                    <a:pt x="119" y="102"/>
                  </a:cubicBezTo>
                  <a:cubicBezTo>
                    <a:pt x="117" y="102"/>
                    <a:pt x="116" y="103"/>
                    <a:pt x="114" y="104"/>
                  </a:cubicBezTo>
                  <a:cubicBezTo>
                    <a:pt x="110" y="106"/>
                    <a:pt x="107" y="107"/>
                    <a:pt x="107" y="107"/>
                  </a:cubicBezTo>
                  <a:cubicBezTo>
                    <a:pt x="107" y="107"/>
                    <a:pt x="108" y="105"/>
                    <a:pt x="113" y="103"/>
                  </a:cubicBezTo>
                  <a:cubicBezTo>
                    <a:pt x="125" y="97"/>
                    <a:pt x="130" y="90"/>
                    <a:pt x="124" y="90"/>
                  </a:cubicBezTo>
                  <a:cubicBezTo>
                    <a:pt x="122" y="90"/>
                    <a:pt x="120" y="90"/>
                    <a:pt x="116" y="92"/>
                  </a:cubicBezTo>
                  <a:cubicBezTo>
                    <a:pt x="115" y="91"/>
                    <a:pt x="115" y="90"/>
                    <a:pt x="122" y="85"/>
                  </a:cubicBezTo>
                  <a:cubicBezTo>
                    <a:pt x="121" y="84"/>
                    <a:pt x="121" y="84"/>
                    <a:pt x="117" y="84"/>
                  </a:cubicBezTo>
                  <a:cubicBezTo>
                    <a:pt x="116" y="84"/>
                    <a:pt x="114" y="84"/>
                    <a:pt x="112" y="84"/>
                  </a:cubicBezTo>
                  <a:lnTo>
                    <a:pt x="107" y="76"/>
                  </a:lnTo>
                  <a:cubicBezTo>
                    <a:pt x="107" y="75"/>
                    <a:pt x="105" y="75"/>
                    <a:pt x="104" y="75"/>
                  </a:cubicBezTo>
                  <a:cubicBezTo>
                    <a:pt x="101" y="75"/>
                    <a:pt x="97" y="76"/>
                    <a:pt x="97" y="76"/>
                  </a:cubicBezTo>
                  <a:lnTo>
                    <a:pt x="97" y="75"/>
                  </a:lnTo>
                  <a:cubicBezTo>
                    <a:pt x="104" y="71"/>
                    <a:pt x="101" y="65"/>
                    <a:pt x="97" y="57"/>
                  </a:cubicBezTo>
                  <a:cubicBezTo>
                    <a:pt x="92" y="49"/>
                    <a:pt x="88" y="42"/>
                    <a:pt x="95" y="37"/>
                  </a:cubicBezTo>
                  <a:cubicBezTo>
                    <a:pt x="95" y="37"/>
                    <a:pt x="95" y="37"/>
                    <a:pt x="94" y="37"/>
                  </a:cubicBezTo>
                  <a:cubicBezTo>
                    <a:pt x="93" y="37"/>
                    <a:pt x="92" y="37"/>
                    <a:pt x="87" y="39"/>
                  </a:cubicBezTo>
                  <a:cubicBezTo>
                    <a:pt x="79" y="44"/>
                    <a:pt x="75" y="46"/>
                    <a:pt x="74" y="46"/>
                  </a:cubicBezTo>
                  <a:cubicBezTo>
                    <a:pt x="73" y="46"/>
                    <a:pt x="75" y="44"/>
                    <a:pt x="78" y="41"/>
                  </a:cubicBezTo>
                  <a:cubicBezTo>
                    <a:pt x="86" y="34"/>
                    <a:pt x="89" y="30"/>
                    <a:pt x="85" y="30"/>
                  </a:cubicBezTo>
                  <a:cubicBezTo>
                    <a:pt x="83" y="30"/>
                    <a:pt x="80" y="32"/>
                    <a:pt x="75" y="34"/>
                  </a:cubicBezTo>
                  <a:lnTo>
                    <a:pt x="75" y="34"/>
                  </a:lnTo>
                  <a:cubicBezTo>
                    <a:pt x="77" y="33"/>
                    <a:pt x="79" y="31"/>
                    <a:pt x="81" y="30"/>
                  </a:cubicBezTo>
                  <a:cubicBezTo>
                    <a:pt x="88" y="25"/>
                    <a:pt x="89" y="23"/>
                    <a:pt x="87" y="23"/>
                  </a:cubicBezTo>
                  <a:cubicBezTo>
                    <a:pt x="84" y="23"/>
                    <a:pt x="78" y="25"/>
                    <a:pt x="71" y="29"/>
                  </a:cubicBezTo>
                  <a:cubicBezTo>
                    <a:pt x="77" y="25"/>
                    <a:pt x="81" y="20"/>
                    <a:pt x="79" y="20"/>
                  </a:cubicBezTo>
                  <a:cubicBezTo>
                    <a:pt x="79" y="20"/>
                    <a:pt x="78" y="20"/>
                    <a:pt x="77" y="21"/>
                  </a:cubicBezTo>
                  <a:cubicBezTo>
                    <a:pt x="76" y="20"/>
                    <a:pt x="76" y="20"/>
                    <a:pt x="90" y="11"/>
                  </a:cubicBezTo>
                  <a:cubicBezTo>
                    <a:pt x="97" y="7"/>
                    <a:pt x="105" y="2"/>
                    <a:pt x="104" y="1"/>
                  </a:cubicBezTo>
                  <a:cubicBezTo>
                    <a:pt x="104" y="1"/>
                    <a:pt x="104" y="1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33"/>
            <p:cNvSpPr/>
            <p:nvPr/>
          </p:nvSpPr>
          <p:spPr>
            <a:xfrm>
              <a:off x="3320065" y="2386251"/>
              <a:ext cx="71024" cy="46450"/>
            </a:xfrm>
            <a:custGeom>
              <a:avLst/>
              <a:gdLst/>
              <a:ahLst/>
              <a:cxnLst/>
              <a:rect l="l" t="t" r="r" b="b"/>
              <a:pathLst>
                <a:path w="711" h="465" extrusionOk="0">
                  <a:moveTo>
                    <a:pt x="462" y="45"/>
                  </a:moveTo>
                  <a:cubicBezTo>
                    <a:pt x="464" y="51"/>
                    <a:pt x="466" y="56"/>
                    <a:pt x="466" y="62"/>
                  </a:cubicBezTo>
                  <a:lnTo>
                    <a:pt x="462" y="54"/>
                  </a:lnTo>
                  <a:lnTo>
                    <a:pt x="461" y="46"/>
                  </a:lnTo>
                  <a:lnTo>
                    <a:pt x="462" y="45"/>
                  </a:lnTo>
                  <a:close/>
                  <a:moveTo>
                    <a:pt x="705" y="28"/>
                  </a:moveTo>
                  <a:lnTo>
                    <a:pt x="705" y="28"/>
                  </a:lnTo>
                  <a:cubicBezTo>
                    <a:pt x="706" y="28"/>
                    <a:pt x="705" y="39"/>
                    <a:pt x="702" y="51"/>
                  </a:cubicBezTo>
                  <a:cubicBezTo>
                    <a:pt x="702" y="59"/>
                    <a:pt x="701" y="63"/>
                    <a:pt x="701" y="63"/>
                  </a:cubicBezTo>
                  <a:cubicBezTo>
                    <a:pt x="701" y="63"/>
                    <a:pt x="701" y="59"/>
                    <a:pt x="701" y="51"/>
                  </a:cubicBezTo>
                  <a:cubicBezTo>
                    <a:pt x="701" y="45"/>
                    <a:pt x="702" y="39"/>
                    <a:pt x="703" y="35"/>
                  </a:cubicBezTo>
                  <a:cubicBezTo>
                    <a:pt x="704" y="30"/>
                    <a:pt x="705" y="28"/>
                    <a:pt x="705" y="28"/>
                  </a:cubicBezTo>
                  <a:close/>
                  <a:moveTo>
                    <a:pt x="569" y="39"/>
                  </a:moveTo>
                  <a:cubicBezTo>
                    <a:pt x="569" y="39"/>
                    <a:pt x="569" y="39"/>
                    <a:pt x="570" y="47"/>
                  </a:cubicBezTo>
                  <a:cubicBezTo>
                    <a:pt x="571" y="53"/>
                    <a:pt x="571" y="58"/>
                    <a:pt x="570" y="64"/>
                  </a:cubicBezTo>
                  <a:cubicBezTo>
                    <a:pt x="569" y="56"/>
                    <a:pt x="568" y="47"/>
                    <a:pt x="569" y="39"/>
                  </a:cubicBezTo>
                  <a:close/>
                  <a:moveTo>
                    <a:pt x="453" y="56"/>
                  </a:moveTo>
                  <a:cubicBezTo>
                    <a:pt x="453" y="56"/>
                    <a:pt x="454" y="57"/>
                    <a:pt x="455" y="63"/>
                  </a:cubicBezTo>
                  <a:cubicBezTo>
                    <a:pt x="455" y="63"/>
                    <a:pt x="458" y="71"/>
                    <a:pt x="457" y="72"/>
                  </a:cubicBezTo>
                  <a:lnTo>
                    <a:pt x="453" y="64"/>
                  </a:lnTo>
                  <a:cubicBezTo>
                    <a:pt x="451" y="56"/>
                    <a:pt x="452" y="56"/>
                    <a:pt x="452" y="56"/>
                  </a:cubicBezTo>
                  <a:cubicBezTo>
                    <a:pt x="452" y="56"/>
                    <a:pt x="453" y="56"/>
                    <a:pt x="453" y="56"/>
                  </a:cubicBezTo>
                  <a:close/>
                  <a:moveTo>
                    <a:pt x="541" y="71"/>
                  </a:moveTo>
                  <a:cubicBezTo>
                    <a:pt x="541" y="71"/>
                    <a:pt x="542" y="72"/>
                    <a:pt x="542" y="74"/>
                  </a:cubicBezTo>
                  <a:cubicBezTo>
                    <a:pt x="542" y="74"/>
                    <a:pt x="543" y="82"/>
                    <a:pt x="544" y="91"/>
                  </a:cubicBezTo>
                  <a:cubicBezTo>
                    <a:pt x="544" y="91"/>
                    <a:pt x="544" y="94"/>
                    <a:pt x="544" y="94"/>
                  </a:cubicBezTo>
                  <a:cubicBezTo>
                    <a:pt x="544" y="94"/>
                    <a:pt x="543" y="94"/>
                    <a:pt x="543" y="91"/>
                  </a:cubicBezTo>
                  <a:lnTo>
                    <a:pt x="542" y="82"/>
                  </a:lnTo>
                  <a:cubicBezTo>
                    <a:pt x="541" y="76"/>
                    <a:pt x="541" y="71"/>
                    <a:pt x="541" y="71"/>
                  </a:cubicBezTo>
                  <a:close/>
                  <a:moveTo>
                    <a:pt x="504" y="79"/>
                  </a:moveTo>
                  <a:cubicBezTo>
                    <a:pt x="505" y="79"/>
                    <a:pt x="507" y="86"/>
                    <a:pt x="507" y="86"/>
                  </a:cubicBezTo>
                  <a:cubicBezTo>
                    <a:pt x="507" y="86"/>
                    <a:pt x="508" y="94"/>
                    <a:pt x="508" y="95"/>
                  </a:cubicBezTo>
                  <a:cubicBezTo>
                    <a:pt x="508" y="95"/>
                    <a:pt x="505" y="88"/>
                    <a:pt x="504" y="80"/>
                  </a:cubicBezTo>
                  <a:lnTo>
                    <a:pt x="504" y="79"/>
                  </a:lnTo>
                  <a:close/>
                  <a:moveTo>
                    <a:pt x="499" y="97"/>
                  </a:moveTo>
                  <a:cubicBezTo>
                    <a:pt x="499" y="97"/>
                    <a:pt x="499" y="97"/>
                    <a:pt x="501" y="104"/>
                  </a:cubicBezTo>
                  <a:lnTo>
                    <a:pt x="500" y="104"/>
                  </a:lnTo>
                  <a:lnTo>
                    <a:pt x="498" y="97"/>
                  </a:lnTo>
                  <a:close/>
                  <a:moveTo>
                    <a:pt x="490" y="98"/>
                  </a:moveTo>
                  <a:cubicBezTo>
                    <a:pt x="490" y="98"/>
                    <a:pt x="490" y="98"/>
                    <a:pt x="492" y="106"/>
                  </a:cubicBezTo>
                  <a:lnTo>
                    <a:pt x="491" y="106"/>
                  </a:lnTo>
                  <a:lnTo>
                    <a:pt x="489" y="99"/>
                  </a:lnTo>
                  <a:lnTo>
                    <a:pt x="490" y="98"/>
                  </a:lnTo>
                  <a:close/>
                  <a:moveTo>
                    <a:pt x="482" y="93"/>
                  </a:moveTo>
                  <a:cubicBezTo>
                    <a:pt x="483" y="93"/>
                    <a:pt x="484" y="95"/>
                    <a:pt x="485" y="99"/>
                  </a:cubicBezTo>
                  <a:cubicBezTo>
                    <a:pt x="487" y="107"/>
                    <a:pt x="487" y="107"/>
                    <a:pt x="486" y="107"/>
                  </a:cubicBezTo>
                  <a:cubicBezTo>
                    <a:pt x="485" y="107"/>
                    <a:pt x="485" y="107"/>
                    <a:pt x="484" y="107"/>
                  </a:cubicBezTo>
                  <a:cubicBezTo>
                    <a:pt x="483" y="107"/>
                    <a:pt x="483" y="106"/>
                    <a:pt x="482" y="100"/>
                  </a:cubicBezTo>
                  <a:cubicBezTo>
                    <a:pt x="482" y="95"/>
                    <a:pt x="482" y="93"/>
                    <a:pt x="482" y="93"/>
                  </a:cubicBezTo>
                  <a:close/>
                  <a:moveTo>
                    <a:pt x="499" y="109"/>
                  </a:moveTo>
                  <a:cubicBezTo>
                    <a:pt x="499" y="109"/>
                    <a:pt x="499" y="110"/>
                    <a:pt x="499" y="113"/>
                  </a:cubicBezTo>
                  <a:cubicBezTo>
                    <a:pt x="500" y="113"/>
                    <a:pt x="499" y="109"/>
                    <a:pt x="499" y="109"/>
                  </a:cubicBezTo>
                  <a:close/>
                  <a:moveTo>
                    <a:pt x="393" y="122"/>
                  </a:moveTo>
                  <a:cubicBezTo>
                    <a:pt x="395" y="128"/>
                    <a:pt x="397" y="132"/>
                    <a:pt x="398" y="138"/>
                  </a:cubicBezTo>
                  <a:lnTo>
                    <a:pt x="397" y="138"/>
                  </a:lnTo>
                  <a:cubicBezTo>
                    <a:pt x="394" y="130"/>
                    <a:pt x="392" y="122"/>
                    <a:pt x="392" y="122"/>
                  </a:cubicBezTo>
                  <a:close/>
                  <a:moveTo>
                    <a:pt x="266" y="130"/>
                  </a:moveTo>
                  <a:cubicBezTo>
                    <a:pt x="269" y="135"/>
                    <a:pt x="272" y="140"/>
                    <a:pt x="274" y="145"/>
                  </a:cubicBezTo>
                  <a:lnTo>
                    <a:pt x="273" y="145"/>
                  </a:lnTo>
                  <a:cubicBezTo>
                    <a:pt x="270" y="140"/>
                    <a:pt x="268" y="136"/>
                    <a:pt x="266" y="131"/>
                  </a:cubicBezTo>
                  <a:lnTo>
                    <a:pt x="266" y="130"/>
                  </a:lnTo>
                  <a:close/>
                  <a:moveTo>
                    <a:pt x="360" y="143"/>
                  </a:moveTo>
                  <a:cubicBezTo>
                    <a:pt x="361" y="143"/>
                    <a:pt x="361" y="143"/>
                    <a:pt x="365" y="149"/>
                  </a:cubicBezTo>
                  <a:cubicBezTo>
                    <a:pt x="368" y="157"/>
                    <a:pt x="367" y="157"/>
                    <a:pt x="366" y="158"/>
                  </a:cubicBezTo>
                  <a:cubicBezTo>
                    <a:pt x="362" y="154"/>
                    <a:pt x="360" y="148"/>
                    <a:pt x="360" y="143"/>
                  </a:cubicBezTo>
                  <a:close/>
                  <a:moveTo>
                    <a:pt x="126" y="170"/>
                  </a:moveTo>
                  <a:cubicBezTo>
                    <a:pt x="126" y="170"/>
                    <a:pt x="126" y="170"/>
                    <a:pt x="126" y="171"/>
                  </a:cubicBezTo>
                  <a:cubicBezTo>
                    <a:pt x="123" y="172"/>
                    <a:pt x="123" y="172"/>
                    <a:pt x="130" y="177"/>
                  </a:cubicBezTo>
                  <a:lnTo>
                    <a:pt x="131" y="176"/>
                  </a:lnTo>
                  <a:cubicBezTo>
                    <a:pt x="127" y="171"/>
                    <a:pt x="126" y="170"/>
                    <a:pt x="126" y="170"/>
                  </a:cubicBezTo>
                  <a:close/>
                  <a:moveTo>
                    <a:pt x="302" y="167"/>
                  </a:moveTo>
                  <a:cubicBezTo>
                    <a:pt x="305" y="172"/>
                    <a:pt x="307" y="177"/>
                    <a:pt x="309" y="182"/>
                  </a:cubicBezTo>
                  <a:lnTo>
                    <a:pt x="304" y="175"/>
                  </a:lnTo>
                  <a:lnTo>
                    <a:pt x="301" y="168"/>
                  </a:lnTo>
                  <a:lnTo>
                    <a:pt x="302" y="167"/>
                  </a:lnTo>
                  <a:close/>
                  <a:moveTo>
                    <a:pt x="281" y="187"/>
                  </a:moveTo>
                  <a:cubicBezTo>
                    <a:pt x="282" y="187"/>
                    <a:pt x="283" y="188"/>
                    <a:pt x="286" y="194"/>
                  </a:cubicBezTo>
                  <a:cubicBezTo>
                    <a:pt x="289" y="201"/>
                    <a:pt x="294" y="208"/>
                    <a:pt x="294" y="208"/>
                  </a:cubicBezTo>
                  <a:cubicBezTo>
                    <a:pt x="288" y="201"/>
                    <a:pt x="285" y="194"/>
                    <a:pt x="280" y="187"/>
                  </a:cubicBezTo>
                  <a:cubicBezTo>
                    <a:pt x="281" y="187"/>
                    <a:pt x="281" y="187"/>
                    <a:pt x="281" y="187"/>
                  </a:cubicBezTo>
                  <a:close/>
                  <a:moveTo>
                    <a:pt x="267" y="204"/>
                  </a:moveTo>
                  <a:cubicBezTo>
                    <a:pt x="270" y="209"/>
                    <a:pt x="273" y="213"/>
                    <a:pt x="275" y="218"/>
                  </a:cubicBezTo>
                  <a:lnTo>
                    <a:pt x="269" y="212"/>
                  </a:lnTo>
                  <a:lnTo>
                    <a:pt x="266" y="204"/>
                  </a:lnTo>
                  <a:close/>
                  <a:moveTo>
                    <a:pt x="167" y="220"/>
                  </a:moveTo>
                  <a:lnTo>
                    <a:pt x="167" y="220"/>
                  </a:lnTo>
                  <a:cubicBezTo>
                    <a:pt x="169" y="222"/>
                    <a:pt x="170" y="222"/>
                    <a:pt x="169" y="222"/>
                  </a:cubicBezTo>
                  <a:cubicBezTo>
                    <a:pt x="169" y="222"/>
                    <a:pt x="166" y="220"/>
                    <a:pt x="167" y="220"/>
                  </a:cubicBezTo>
                  <a:close/>
                  <a:moveTo>
                    <a:pt x="206" y="222"/>
                  </a:moveTo>
                  <a:cubicBezTo>
                    <a:pt x="211" y="226"/>
                    <a:pt x="213" y="230"/>
                    <a:pt x="215" y="235"/>
                  </a:cubicBezTo>
                  <a:lnTo>
                    <a:pt x="210" y="229"/>
                  </a:lnTo>
                  <a:lnTo>
                    <a:pt x="206" y="222"/>
                  </a:lnTo>
                  <a:close/>
                  <a:moveTo>
                    <a:pt x="148" y="224"/>
                  </a:moveTo>
                  <a:cubicBezTo>
                    <a:pt x="148" y="224"/>
                    <a:pt x="148" y="224"/>
                    <a:pt x="148" y="224"/>
                  </a:cubicBezTo>
                  <a:lnTo>
                    <a:pt x="147" y="224"/>
                  </a:lnTo>
                  <a:cubicBezTo>
                    <a:pt x="150" y="229"/>
                    <a:pt x="155" y="232"/>
                    <a:pt x="158" y="237"/>
                  </a:cubicBezTo>
                  <a:cubicBezTo>
                    <a:pt x="159" y="236"/>
                    <a:pt x="154" y="230"/>
                    <a:pt x="154" y="230"/>
                  </a:cubicBezTo>
                  <a:cubicBezTo>
                    <a:pt x="154" y="230"/>
                    <a:pt x="149" y="224"/>
                    <a:pt x="148" y="224"/>
                  </a:cubicBezTo>
                  <a:close/>
                  <a:moveTo>
                    <a:pt x="197" y="222"/>
                  </a:moveTo>
                  <a:cubicBezTo>
                    <a:pt x="197" y="222"/>
                    <a:pt x="200" y="225"/>
                    <a:pt x="206" y="231"/>
                  </a:cubicBezTo>
                  <a:cubicBezTo>
                    <a:pt x="211" y="238"/>
                    <a:pt x="211" y="238"/>
                    <a:pt x="211" y="239"/>
                  </a:cubicBezTo>
                  <a:cubicBezTo>
                    <a:pt x="211" y="239"/>
                    <a:pt x="205" y="232"/>
                    <a:pt x="200" y="227"/>
                  </a:cubicBezTo>
                  <a:cubicBezTo>
                    <a:pt x="198" y="224"/>
                    <a:pt x="197" y="222"/>
                    <a:pt x="197" y="222"/>
                  </a:cubicBezTo>
                  <a:close/>
                  <a:moveTo>
                    <a:pt x="110" y="233"/>
                  </a:moveTo>
                  <a:lnTo>
                    <a:pt x="116" y="240"/>
                  </a:lnTo>
                  <a:lnTo>
                    <a:pt x="121" y="246"/>
                  </a:lnTo>
                  <a:lnTo>
                    <a:pt x="110" y="233"/>
                  </a:lnTo>
                  <a:close/>
                  <a:moveTo>
                    <a:pt x="156" y="249"/>
                  </a:moveTo>
                  <a:cubicBezTo>
                    <a:pt x="156" y="249"/>
                    <a:pt x="158" y="250"/>
                    <a:pt x="162" y="255"/>
                  </a:cubicBezTo>
                  <a:lnTo>
                    <a:pt x="155" y="249"/>
                  </a:lnTo>
                  <a:lnTo>
                    <a:pt x="156" y="249"/>
                  </a:lnTo>
                  <a:cubicBezTo>
                    <a:pt x="156" y="249"/>
                    <a:pt x="156" y="249"/>
                    <a:pt x="156" y="249"/>
                  </a:cubicBezTo>
                  <a:close/>
                  <a:moveTo>
                    <a:pt x="199" y="248"/>
                  </a:moveTo>
                  <a:cubicBezTo>
                    <a:pt x="199" y="248"/>
                    <a:pt x="204" y="254"/>
                    <a:pt x="204" y="254"/>
                  </a:cubicBezTo>
                  <a:cubicBezTo>
                    <a:pt x="206" y="256"/>
                    <a:pt x="207" y="256"/>
                    <a:pt x="206" y="256"/>
                  </a:cubicBezTo>
                  <a:cubicBezTo>
                    <a:pt x="206" y="256"/>
                    <a:pt x="204" y="255"/>
                    <a:pt x="203" y="255"/>
                  </a:cubicBezTo>
                  <a:cubicBezTo>
                    <a:pt x="203" y="255"/>
                    <a:pt x="203" y="255"/>
                    <a:pt x="203" y="255"/>
                  </a:cubicBezTo>
                  <a:cubicBezTo>
                    <a:pt x="196" y="249"/>
                    <a:pt x="196" y="249"/>
                    <a:pt x="199" y="248"/>
                  </a:cubicBezTo>
                  <a:cubicBezTo>
                    <a:pt x="199" y="248"/>
                    <a:pt x="199" y="248"/>
                    <a:pt x="199" y="248"/>
                  </a:cubicBezTo>
                  <a:close/>
                  <a:moveTo>
                    <a:pt x="148" y="252"/>
                  </a:moveTo>
                  <a:lnTo>
                    <a:pt x="148" y="252"/>
                  </a:lnTo>
                  <a:cubicBezTo>
                    <a:pt x="149" y="252"/>
                    <a:pt x="153" y="257"/>
                    <a:pt x="160" y="266"/>
                  </a:cubicBezTo>
                  <a:lnTo>
                    <a:pt x="159" y="267"/>
                  </a:lnTo>
                  <a:cubicBezTo>
                    <a:pt x="154" y="260"/>
                    <a:pt x="148" y="255"/>
                    <a:pt x="149" y="255"/>
                  </a:cubicBezTo>
                  <a:cubicBezTo>
                    <a:pt x="148" y="253"/>
                    <a:pt x="147" y="252"/>
                    <a:pt x="148" y="252"/>
                  </a:cubicBezTo>
                  <a:close/>
                  <a:moveTo>
                    <a:pt x="185" y="258"/>
                  </a:moveTo>
                  <a:cubicBezTo>
                    <a:pt x="186" y="258"/>
                    <a:pt x="188" y="259"/>
                    <a:pt x="191" y="263"/>
                  </a:cubicBezTo>
                  <a:cubicBezTo>
                    <a:pt x="191" y="263"/>
                    <a:pt x="196" y="269"/>
                    <a:pt x="195" y="269"/>
                  </a:cubicBezTo>
                  <a:cubicBezTo>
                    <a:pt x="195" y="269"/>
                    <a:pt x="195" y="269"/>
                    <a:pt x="195" y="269"/>
                  </a:cubicBezTo>
                  <a:cubicBezTo>
                    <a:pt x="194" y="269"/>
                    <a:pt x="188" y="265"/>
                    <a:pt x="188" y="265"/>
                  </a:cubicBezTo>
                  <a:cubicBezTo>
                    <a:pt x="184" y="258"/>
                    <a:pt x="184" y="258"/>
                    <a:pt x="184" y="258"/>
                  </a:cubicBezTo>
                  <a:cubicBezTo>
                    <a:pt x="184" y="258"/>
                    <a:pt x="185" y="258"/>
                    <a:pt x="185" y="258"/>
                  </a:cubicBezTo>
                  <a:close/>
                  <a:moveTo>
                    <a:pt x="115" y="266"/>
                  </a:moveTo>
                  <a:cubicBezTo>
                    <a:pt x="115" y="266"/>
                    <a:pt x="118" y="269"/>
                    <a:pt x="123" y="275"/>
                  </a:cubicBezTo>
                  <a:lnTo>
                    <a:pt x="134" y="288"/>
                  </a:lnTo>
                  <a:cubicBezTo>
                    <a:pt x="134" y="288"/>
                    <a:pt x="128" y="283"/>
                    <a:pt x="117" y="270"/>
                  </a:cubicBezTo>
                  <a:lnTo>
                    <a:pt x="118" y="270"/>
                  </a:lnTo>
                  <a:cubicBezTo>
                    <a:pt x="116" y="267"/>
                    <a:pt x="115" y="266"/>
                    <a:pt x="115" y="266"/>
                  </a:cubicBezTo>
                  <a:close/>
                  <a:moveTo>
                    <a:pt x="147" y="288"/>
                  </a:moveTo>
                  <a:cubicBezTo>
                    <a:pt x="153" y="294"/>
                    <a:pt x="158" y="300"/>
                    <a:pt x="157" y="300"/>
                  </a:cubicBezTo>
                  <a:lnTo>
                    <a:pt x="157" y="301"/>
                  </a:lnTo>
                  <a:cubicBezTo>
                    <a:pt x="153" y="297"/>
                    <a:pt x="149" y="293"/>
                    <a:pt x="146" y="288"/>
                  </a:cubicBezTo>
                  <a:close/>
                  <a:moveTo>
                    <a:pt x="177" y="294"/>
                  </a:moveTo>
                  <a:lnTo>
                    <a:pt x="183" y="300"/>
                  </a:lnTo>
                  <a:cubicBezTo>
                    <a:pt x="182" y="300"/>
                    <a:pt x="184" y="304"/>
                    <a:pt x="184" y="304"/>
                  </a:cubicBezTo>
                  <a:cubicBezTo>
                    <a:pt x="184" y="304"/>
                    <a:pt x="184" y="303"/>
                    <a:pt x="182" y="301"/>
                  </a:cubicBezTo>
                  <a:cubicBezTo>
                    <a:pt x="182" y="301"/>
                    <a:pt x="182" y="301"/>
                    <a:pt x="181" y="301"/>
                  </a:cubicBezTo>
                  <a:cubicBezTo>
                    <a:pt x="180" y="301"/>
                    <a:pt x="177" y="295"/>
                    <a:pt x="177" y="294"/>
                  </a:cubicBezTo>
                  <a:close/>
                  <a:moveTo>
                    <a:pt x="105" y="293"/>
                  </a:moveTo>
                  <a:lnTo>
                    <a:pt x="111" y="298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0" y="300"/>
                  </a:lnTo>
                  <a:cubicBezTo>
                    <a:pt x="103" y="294"/>
                    <a:pt x="104" y="294"/>
                    <a:pt x="105" y="293"/>
                  </a:cubicBezTo>
                  <a:close/>
                  <a:moveTo>
                    <a:pt x="118" y="299"/>
                  </a:moveTo>
                  <a:cubicBezTo>
                    <a:pt x="118" y="299"/>
                    <a:pt x="121" y="301"/>
                    <a:pt x="127" y="306"/>
                  </a:cubicBezTo>
                  <a:cubicBezTo>
                    <a:pt x="132" y="312"/>
                    <a:pt x="138" y="318"/>
                    <a:pt x="142" y="324"/>
                  </a:cubicBezTo>
                  <a:lnTo>
                    <a:pt x="141" y="325"/>
                  </a:lnTo>
                  <a:cubicBezTo>
                    <a:pt x="141" y="325"/>
                    <a:pt x="136" y="320"/>
                    <a:pt x="131" y="313"/>
                  </a:cubicBezTo>
                  <a:cubicBezTo>
                    <a:pt x="122" y="303"/>
                    <a:pt x="118" y="299"/>
                    <a:pt x="118" y="299"/>
                  </a:cubicBezTo>
                  <a:close/>
                  <a:moveTo>
                    <a:pt x="19" y="351"/>
                  </a:moveTo>
                  <a:cubicBezTo>
                    <a:pt x="19" y="351"/>
                    <a:pt x="18" y="351"/>
                    <a:pt x="18" y="351"/>
                  </a:cubicBezTo>
                  <a:lnTo>
                    <a:pt x="18" y="352"/>
                  </a:lnTo>
                  <a:lnTo>
                    <a:pt x="25" y="356"/>
                  </a:lnTo>
                  <a:lnTo>
                    <a:pt x="26" y="355"/>
                  </a:lnTo>
                  <a:cubicBezTo>
                    <a:pt x="21" y="352"/>
                    <a:pt x="20" y="351"/>
                    <a:pt x="19" y="351"/>
                  </a:cubicBezTo>
                  <a:close/>
                  <a:moveTo>
                    <a:pt x="105" y="351"/>
                  </a:moveTo>
                  <a:cubicBezTo>
                    <a:pt x="106" y="351"/>
                    <a:pt x="112" y="356"/>
                    <a:pt x="117" y="362"/>
                  </a:cubicBezTo>
                  <a:lnTo>
                    <a:pt x="116" y="364"/>
                  </a:lnTo>
                  <a:cubicBezTo>
                    <a:pt x="109" y="358"/>
                    <a:pt x="103" y="351"/>
                    <a:pt x="104" y="351"/>
                  </a:cubicBezTo>
                  <a:cubicBezTo>
                    <a:pt x="104" y="351"/>
                    <a:pt x="105" y="351"/>
                    <a:pt x="105" y="351"/>
                  </a:cubicBezTo>
                  <a:close/>
                  <a:moveTo>
                    <a:pt x="117" y="356"/>
                  </a:moveTo>
                  <a:cubicBezTo>
                    <a:pt x="116" y="356"/>
                    <a:pt x="120" y="360"/>
                    <a:pt x="125" y="365"/>
                  </a:cubicBezTo>
                  <a:cubicBezTo>
                    <a:pt x="129" y="368"/>
                    <a:pt x="131" y="369"/>
                    <a:pt x="132" y="369"/>
                  </a:cubicBezTo>
                  <a:cubicBezTo>
                    <a:pt x="133" y="369"/>
                    <a:pt x="133" y="368"/>
                    <a:pt x="134" y="368"/>
                  </a:cubicBezTo>
                  <a:cubicBezTo>
                    <a:pt x="134" y="367"/>
                    <a:pt x="128" y="361"/>
                    <a:pt x="128" y="361"/>
                  </a:cubicBezTo>
                  <a:cubicBezTo>
                    <a:pt x="123" y="358"/>
                    <a:pt x="122" y="357"/>
                    <a:pt x="121" y="357"/>
                  </a:cubicBezTo>
                  <a:cubicBezTo>
                    <a:pt x="121" y="357"/>
                    <a:pt x="120" y="358"/>
                    <a:pt x="120" y="358"/>
                  </a:cubicBezTo>
                  <a:cubicBezTo>
                    <a:pt x="118" y="357"/>
                    <a:pt x="117" y="356"/>
                    <a:pt x="117" y="356"/>
                  </a:cubicBezTo>
                  <a:close/>
                  <a:moveTo>
                    <a:pt x="298" y="376"/>
                  </a:moveTo>
                  <a:lnTo>
                    <a:pt x="307" y="388"/>
                  </a:lnTo>
                  <a:cubicBezTo>
                    <a:pt x="310" y="391"/>
                    <a:pt x="311" y="393"/>
                    <a:pt x="312" y="393"/>
                  </a:cubicBezTo>
                  <a:cubicBezTo>
                    <a:pt x="312" y="393"/>
                    <a:pt x="310" y="389"/>
                    <a:pt x="304" y="381"/>
                  </a:cubicBezTo>
                  <a:cubicBezTo>
                    <a:pt x="299" y="376"/>
                    <a:pt x="298" y="376"/>
                    <a:pt x="298" y="376"/>
                  </a:cubicBezTo>
                  <a:close/>
                  <a:moveTo>
                    <a:pt x="44" y="384"/>
                  </a:moveTo>
                  <a:cubicBezTo>
                    <a:pt x="45" y="384"/>
                    <a:pt x="46" y="385"/>
                    <a:pt x="51" y="388"/>
                  </a:cubicBezTo>
                  <a:cubicBezTo>
                    <a:pt x="51" y="388"/>
                    <a:pt x="57" y="394"/>
                    <a:pt x="56" y="395"/>
                  </a:cubicBezTo>
                  <a:lnTo>
                    <a:pt x="49" y="390"/>
                  </a:lnTo>
                  <a:cubicBezTo>
                    <a:pt x="43" y="386"/>
                    <a:pt x="43" y="386"/>
                    <a:pt x="44" y="385"/>
                  </a:cubicBezTo>
                  <a:cubicBezTo>
                    <a:pt x="44" y="384"/>
                    <a:pt x="44" y="384"/>
                    <a:pt x="44" y="384"/>
                  </a:cubicBezTo>
                  <a:close/>
                  <a:moveTo>
                    <a:pt x="51" y="376"/>
                  </a:moveTo>
                  <a:cubicBezTo>
                    <a:pt x="52" y="376"/>
                    <a:pt x="54" y="377"/>
                    <a:pt x="58" y="380"/>
                  </a:cubicBezTo>
                  <a:lnTo>
                    <a:pt x="57" y="380"/>
                  </a:lnTo>
                  <a:cubicBezTo>
                    <a:pt x="55" y="379"/>
                    <a:pt x="55" y="379"/>
                    <a:pt x="54" y="379"/>
                  </a:cubicBezTo>
                  <a:lnTo>
                    <a:pt x="54" y="379"/>
                  </a:lnTo>
                  <a:cubicBezTo>
                    <a:pt x="54" y="379"/>
                    <a:pt x="59" y="382"/>
                    <a:pt x="64" y="385"/>
                  </a:cubicBezTo>
                  <a:lnTo>
                    <a:pt x="77" y="395"/>
                  </a:lnTo>
                  <a:cubicBezTo>
                    <a:pt x="72" y="393"/>
                    <a:pt x="67" y="390"/>
                    <a:pt x="63" y="387"/>
                  </a:cubicBezTo>
                  <a:cubicBezTo>
                    <a:pt x="49" y="378"/>
                    <a:pt x="49" y="378"/>
                    <a:pt x="51" y="377"/>
                  </a:cubicBezTo>
                  <a:cubicBezTo>
                    <a:pt x="51" y="377"/>
                    <a:pt x="51" y="376"/>
                    <a:pt x="51" y="376"/>
                  </a:cubicBezTo>
                  <a:close/>
                  <a:moveTo>
                    <a:pt x="678" y="0"/>
                  </a:moveTo>
                  <a:cubicBezTo>
                    <a:pt x="678" y="6"/>
                    <a:pt x="674" y="7"/>
                    <a:pt x="669" y="7"/>
                  </a:cubicBezTo>
                  <a:cubicBezTo>
                    <a:pt x="668" y="7"/>
                    <a:pt x="666" y="7"/>
                    <a:pt x="664" y="7"/>
                  </a:cubicBezTo>
                  <a:cubicBezTo>
                    <a:pt x="662" y="7"/>
                    <a:pt x="660" y="6"/>
                    <a:pt x="659" y="6"/>
                  </a:cubicBezTo>
                  <a:cubicBezTo>
                    <a:pt x="654" y="6"/>
                    <a:pt x="651" y="8"/>
                    <a:pt x="651" y="14"/>
                  </a:cubicBezTo>
                  <a:lnTo>
                    <a:pt x="648" y="14"/>
                  </a:lnTo>
                  <a:cubicBezTo>
                    <a:pt x="648" y="6"/>
                    <a:pt x="646" y="6"/>
                    <a:pt x="644" y="6"/>
                  </a:cubicBezTo>
                  <a:cubicBezTo>
                    <a:pt x="643" y="14"/>
                    <a:pt x="641" y="14"/>
                    <a:pt x="641" y="14"/>
                  </a:cubicBezTo>
                  <a:cubicBezTo>
                    <a:pt x="641" y="6"/>
                    <a:pt x="639" y="6"/>
                    <a:pt x="637" y="6"/>
                  </a:cubicBezTo>
                  <a:cubicBezTo>
                    <a:pt x="635" y="6"/>
                    <a:pt x="634" y="6"/>
                    <a:pt x="635" y="14"/>
                  </a:cubicBezTo>
                  <a:cubicBezTo>
                    <a:pt x="629" y="14"/>
                    <a:pt x="625" y="10"/>
                    <a:pt x="624" y="6"/>
                  </a:cubicBezTo>
                  <a:cubicBezTo>
                    <a:pt x="623" y="3"/>
                    <a:pt x="623" y="2"/>
                    <a:pt x="622" y="2"/>
                  </a:cubicBezTo>
                  <a:cubicBezTo>
                    <a:pt x="621" y="2"/>
                    <a:pt x="621" y="8"/>
                    <a:pt x="620" y="14"/>
                  </a:cubicBezTo>
                  <a:cubicBezTo>
                    <a:pt x="621" y="19"/>
                    <a:pt x="621" y="25"/>
                    <a:pt x="619" y="29"/>
                  </a:cubicBezTo>
                  <a:lnTo>
                    <a:pt x="619" y="14"/>
                  </a:lnTo>
                  <a:cubicBezTo>
                    <a:pt x="619" y="6"/>
                    <a:pt x="619" y="6"/>
                    <a:pt x="617" y="6"/>
                  </a:cubicBezTo>
                  <a:lnTo>
                    <a:pt x="615" y="6"/>
                  </a:lnTo>
                  <a:cubicBezTo>
                    <a:pt x="616" y="14"/>
                    <a:pt x="610" y="14"/>
                    <a:pt x="604" y="14"/>
                  </a:cubicBezTo>
                  <a:cubicBezTo>
                    <a:pt x="595" y="14"/>
                    <a:pt x="592" y="14"/>
                    <a:pt x="592" y="21"/>
                  </a:cubicBezTo>
                  <a:cubicBezTo>
                    <a:pt x="593" y="26"/>
                    <a:pt x="593" y="28"/>
                    <a:pt x="592" y="28"/>
                  </a:cubicBezTo>
                  <a:cubicBezTo>
                    <a:pt x="592" y="28"/>
                    <a:pt x="591" y="26"/>
                    <a:pt x="589" y="23"/>
                  </a:cubicBezTo>
                  <a:cubicBezTo>
                    <a:pt x="583" y="7"/>
                    <a:pt x="581" y="1"/>
                    <a:pt x="580" y="1"/>
                  </a:cubicBezTo>
                  <a:cubicBezTo>
                    <a:pt x="580" y="1"/>
                    <a:pt x="580" y="3"/>
                    <a:pt x="580" y="7"/>
                  </a:cubicBezTo>
                  <a:cubicBezTo>
                    <a:pt x="582" y="11"/>
                    <a:pt x="582" y="17"/>
                    <a:pt x="582" y="23"/>
                  </a:cubicBezTo>
                  <a:cubicBezTo>
                    <a:pt x="583" y="30"/>
                    <a:pt x="584" y="34"/>
                    <a:pt x="583" y="34"/>
                  </a:cubicBezTo>
                  <a:cubicBezTo>
                    <a:pt x="583" y="34"/>
                    <a:pt x="582" y="30"/>
                    <a:pt x="581" y="23"/>
                  </a:cubicBezTo>
                  <a:cubicBezTo>
                    <a:pt x="580" y="17"/>
                    <a:pt x="578" y="14"/>
                    <a:pt x="575" y="14"/>
                  </a:cubicBezTo>
                  <a:cubicBezTo>
                    <a:pt x="571" y="14"/>
                    <a:pt x="566" y="19"/>
                    <a:pt x="565" y="28"/>
                  </a:cubicBezTo>
                  <a:lnTo>
                    <a:pt x="565" y="28"/>
                  </a:lnTo>
                  <a:cubicBezTo>
                    <a:pt x="565" y="27"/>
                    <a:pt x="565" y="26"/>
                    <a:pt x="565" y="24"/>
                  </a:cubicBezTo>
                  <a:cubicBezTo>
                    <a:pt x="565" y="16"/>
                    <a:pt x="564" y="16"/>
                    <a:pt x="561" y="16"/>
                  </a:cubicBezTo>
                  <a:cubicBezTo>
                    <a:pt x="560" y="16"/>
                    <a:pt x="560" y="16"/>
                    <a:pt x="559" y="16"/>
                  </a:cubicBezTo>
                  <a:lnTo>
                    <a:pt x="555" y="16"/>
                  </a:lnTo>
                  <a:cubicBezTo>
                    <a:pt x="556" y="22"/>
                    <a:pt x="556" y="25"/>
                    <a:pt x="554" y="25"/>
                  </a:cubicBezTo>
                  <a:cubicBezTo>
                    <a:pt x="553" y="25"/>
                    <a:pt x="550" y="20"/>
                    <a:pt x="550" y="16"/>
                  </a:cubicBezTo>
                  <a:cubicBezTo>
                    <a:pt x="547" y="8"/>
                    <a:pt x="547" y="8"/>
                    <a:pt x="545" y="8"/>
                  </a:cubicBezTo>
                  <a:cubicBezTo>
                    <a:pt x="545" y="15"/>
                    <a:pt x="544" y="18"/>
                    <a:pt x="542" y="18"/>
                  </a:cubicBezTo>
                  <a:cubicBezTo>
                    <a:pt x="540" y="18"/>
                    <a:pt x="538" y="13"/>
                    <a:pt x="537" y="9"/>
                  </a:cubicBezTo>
                  <a:lnTo>
                    <a:pt x="536" y="9"/>
                  </a:lnTo>
                  <a:cubicBezTo>
                    <a:pt x="536" y="18"/>
                    <a:pt x="534" y="18"/>
                    <a:pt x="533" y="18"/>
                  </a:cubicBezTo>
                  <a:cubicBezTo>
                    <a:pt x="530" y="18"/>
                    <a:pt x="530" y="18"/>
                    <a:pt x="532" y="26"/>
                  </a:cubicBezTo>
                  <a:cubicBezTo>
                    <a:pt x="533" y="31"/>
                    <a:pt x="534" y="37"/>
                    <a:pt x="533" y="43"/>
                  </a:cubicBezTo>
                  <a:lnTo>
                    <a:pt x="532" y="35"/>
                  </a:lnTo>
                  <a:cubicBezTo>
                    <a:pt x="531" y="27"/>
                    <a:pt x="527" y="27"/>
                    <a:pt x="524" y="27"/>
                  </a:cubicBezTo>
                  <a:cubicBezTo>
                    <a:pt x="522" y="27"/>
                    <a:pt x="521" y="28"/>
                    <a:pt x="520" y="28"/>
                  </a:cubicBezTo>
                  <a:cubicBezTo>
                    <a:pt x="518" y="28"/>
                    <a:pt x="516" y="26"/>
                    <a:pt x="514" y="20"/>
                  </a:cubicBezTo>
                  <a:lnTo>
                    <a:pt x="514" y="20"/>
                  </a:lnTo>
                  <a:lnTo>
                    <a:pt x="515" y="28"/>
                  </a:lnTo>
                  <a:cubicBezTo>
                    <a:pt x="515" y="32"/>
                    <a:pt x="515" y="34"/>
                    <a:pt x="515" y="34"/>
                  </a:cubicBezTo>
                  <a:cubicBezTo>
                    <a:pt x="514" y="34"/>
                    <a:pt x="514" y="32"/>
                    <a:pt x="513" y="28"/>
                  </a:cubicBezTo>
                  <a:cubicBezTo>
                    <a:pt x="512" y="24"/>
                    <a:pt x="510" y="23"/>
                    <a:pt x="509" y="23"/>
                  </a:cubicBezTo>
                  <a:cubicBezTo>
                    <a:pt x="507" y="23"/>
                    <a:pt x="506" y="25"/>
                    <a:pt x="506" y="29"/>
                  </a:cubicBezTo>
                  <a:lnTo>
                    <a:pt x="504" y="29"/>
                  </a:lnTo>
                  <a:cubicBezTo>
                    <a:pt x="502" y="22"/>
                    <a:pt x="500" y="18"/>
                    <a:pt x="499" y="18"/>
                  </a:cubicBezTo>
                  <a:lnTo>
                    <a:pt x="499" y="18"/>
                  </a:lnTo>
                  <a:cubicBezTo>
                    <a:pt x="498" y="18"/>
                    <a:pt x="498" y="22"/>
                    <a:pt x="499" y="30"/>
                  </a:cubicBezTo>
                  <a:cubicBezTo>
                    <a:pt x="497" y="23"/>
                    <a:pt x="496" y="23"/>
                    <a:pt x="496" y="23"/>
                  </a:cubicBezTo>
                  <a:cubicBezTo>
                    <a:pt x="495" y="27"/>
                    <a:pt x="494" y="29"/>
                    <a:pt x="493" y="29"/>
                  </a:cubicBezTo>
                  <a:cubicBezTo>
                    <a:pt x="492" y="29"/>
                    <a:pt x="490" y="27"/>
                    <a:pt x="489" y="24"/>
                  </a:cubicBezTo>
                  <a:lnTo>
                    <a:pt x="488" y="24"/>
                  </a:lnTo>
                  <a:cubicBezTo>
                    <a:pt x="489" y="33"/>
                    <a:pt x="488" y="33"/>
                    <a:pt x="487" y="33"/>
                  </a:cubicBezTo>
                  <a:cubicBezTo>
                    <a:pt x="487" y="33"/>
                    <a:pt x="486" y="33"/>
                    <a:pt x="487" y="40"/>
                  </a:cubicBezTo>
                  <a:cubicBezTo>
                    <a:pt x="487" y="49"/>
                    <a:pt x="487" y="49"/>
                    <a:pt x="487" y="49"/>
                  </a:cubicBezTo>
                  <a:cubicBezTo>
                    <a:pt x="485" y="44"/>
                    <a:pt x="484" y="38"/>
                    <a:pt x="484" y="33"/>
                  </a:cubicBezTo>
                  <a:cubicBezTo>
                    <a:pt x="484" y="30"/>
                    <a:pt x="483" y="28"/>
                    <a:pt x="482" y="28"/>
                  </a:cubicBezTo>
                  <a:cubicBezTo>
                    <a:pt x="482" y="28"/>
                    <a:pt x="481" y="32"/>
                    <a:pt x="481" y="42"/>
                  </a:cubicBezTo>
                  <a:cubicBezTo>
                    <a:pt x="482" y="50"/>
                    <a:pt x="482" y="54"/>
                    <a:pt x="482" y="54"/>
                  </a:cubicBezTo>
                  <a:cubicBezTo>
                    <a:pt x="482" y="54"/>
                    <a:pt x="481" y="50"/>
                    <a:pt x="480" y="42"/>
                  </a:cubicBezTo>
                  <a:cubicBezTo>
                    <a:pt x="480" y="36"/>
                    <a:pt x="480" y="30"/>
                    <a:pt x="479" y="30"/>
                  </a:cubicBezTo>
                  <a:cubicBezTo>
                    <a:pt x="479" y="30"/>
                    <a:pt x="479" y="31"/>
                    <a:pt x="479" y="34"/>
                  </a:cubicBezTo>
                  <a:cubicBezTo>
                    <a:pt x="479" y="34"/>
                    <a:pt x="477" y="35"/>
                    <a:pt x="479" y="43"/>
                  </a:cubicBezTo>
                  <a:lnTo>
                    <a:pt x="476" y="43"/>
                  </a:lnTo>
                  <a:cubicBezTo>
                    <a:pt x="473" y="37"/>
                    <a:pt x="472" y="36"/>
                    <a:pt x="471" y="36"/>
                  </a:cubicBezTo>
                  <a:cubicBezTo>
                    <a:pt x="471" y="36"/>
                    <a:pt x="470" y="36"/>
                    <a:pt x="470" y="36"/>
                  </a:cubicBezTo>
                  <a:cubicBezTo>
                    <a:pt x="471" y="40"/>
                    <a:pt x="471" y="42"/>
                    <a:pt x="471" y="42"/>
                  </a:cubicBezTo>
                  <a:cubicBezTo>
                    <a:pt x="470" y="42"/>
                    <a:pt x="469" y="40"/>
                    <a:pt x="468" y="36"/>
                  </a:cubicBezTo>
                  <a:cubicBezTo>
                    <a:pt x="467" y="33"/>
                    <a:pt x="466" y="31"/>
                    <a:pt x="466" y="31"/>
                  </a:cubicBezTo>
                  <a:lnTo>
                    <a:pt x="466" y="31"/>
                  </a:lnTo>
                  <a:cubicBezTo>
                    <a:pt x="466" y="31"/>
                    <a:pt x="466" y="35"/>
                    <a:pt x="469" y="44"/>
                  </a:cubicBezTo>
                  <a:cubicBezTo>
                    <a:pt x="470" y="48"/>
                    <a:pt x="469" y="50"/>
                    <a:pt x="469" y="50"/>
                  </a:cubicBezTo>
                  <a:cubicBezTo>
                    <a:pt x="469" y="50"/>
                    <a:pt x="468" y="49"/>
                    <a:pt x="467" y="45"/>
                  </a:cubicBezTo>
                  <a:cubicBezTo>
                    <a:pt x="464" y="36"/>
                    <a:pt x="463" y="32"/>
                    <a:pt x="462" y="32"/>
                  </a:cubicBezTo>
                  <a:lnTo>
                    <a:pt x="462" y="32"/>
                  </a:lnTo>
                  <a:cubicBezTo>
                    <a:pt x="462" y="32"/>
                    <a:pt x="462" y="34"/>
                    <a:pt x="463" y="37"/>
                  </a:cubicBezTo>
                  <a:cubicBezTo>
                    <a:pt x="464" y="45"/>
                    <a:pt x="463" y="45"/>
                    <a:pt x="463" y="45"/>
                  </a:cubicBezTo>
                  <a:cubicBezTo>
                    <a:pt x="462" y="40"/>
                    <a:pt x="458" y="39"/>
                    <a:pt x="454" y="39"/>
                  </a:cubicBezTo>
                  <a:cubicBezTo>
                    <a:pt x="451" y="39"/>
                    <a:pt x="447" y="40"/>
                    <a:pt x="443" y="40"/>
                  </a:cubicBezTo>
                  <a:cubicBezTo>
                    <a:pt x="443" y="46"/>
                    <a:pt x="444" y="52"/>
                    <a:pt x="447" y="57"/>
                  </a:cubicBezTo>
                  <a:cubicBezTo>
                    <a:pt x="448" y="64"/>
                    <a:pt x="449" y="66"/>
                    <a:pt x="449" y="66"/>
                  </a:cubicBezTo>
                  <a:cubicBezTo>
                    <a:pt x="449" y="66"/>
                    <a:pt x="447" y="62"/>
                    <a:pt x="445" y="57"/>
                  </a:cubicBezTo>
                  <a:cubicBezTo>
                    <a:pt x="442" y="46"/>
                    <a:pt x="439" y="40"/>
                    <a:pt x="438" y="40"/>
                  </a:cubicBezTo>
                  <a:lnTo>
                    <a:pt x="438" y="40"/>
                  </a:lnTo>
                  <a:cubicBezTo>
                    <a:pt x="438" y="40"/>
                    <a:pt x="439" y="46"/>
                    <a:pt x="443" y="57"/>
                  </a:cubicBezTo>
                  <a:cubicBezTo>
                    <a:pt x="446" y="65"/>
                    <a:pt x="447" y="69"/>
                    <a:pt x="447" y="69"/>
                  </a:cubicBezTo>
                  <a:cubicBezTo>
                    <a:pt x="447" y="69"/>
                    <a:pt x="446" y="66"/>
                    <a:pt x="443" y="58"/>
                  </a:cubicBezTo>
                  <a:cubicBezTo>
                    <a:pt x="441" y="54"/>
                    <a:pt x="441" y="53"/>
                    <a:pt x="440" y="53"/>
                  </a:cubicBezTo>
                  <a:lnTo>
                    <a:pt x="440" y="53"/>
                  </a:lnTo>
                  <a:cubicBezTo>
                    <a:pt x="440" y="53"/>
                    <a:pt x="440" y="54"/>
                    <a:pt x="441" y="58"/>
                  </a:cubicBezTo>
                  <a:cubicBezTo>
                    <a:pt x="442" y="62"/>
                    <a:pt x="442" y="64"/>
                    <a:pt x="442" y="64"/>
                  </a:cubicBezTo>
                  <a:cubicBezTo>
                    <a:pt x="442" y="64"/>
                    <a:pt x="441" y="62"/>
                    <a:pt x="440" y="58"/>
                  </a:cubicBezTo>
                  <a:cubicBezTo>
                    <a:pt x="437" y="53"/>
                    <a:pt x="435" y="48"/>
                    <a:pt x="435" y="48"/>
                  </a:cubicBezTo>
                  <a:lnTo>
                    <a:pt x="435" y="48"/>
                  </a:lnTo>
                  <a:cubicBezTo>
                    <a:pt x="434" y="48"/>
                    <a:pt x="435" y="49"/>
                    <a:pt x="435" y="52"/>
                  </a:cubicBezTo>
                  <a:cubicBezTo>
                    <a:pt x="435" y="52"/>
                    <a:pt x="434" y="52"/>
                    <a:pt x="431" y="44"/>
                  </a:cubicBezTo>
                  <a:cubicBezTo>
                    <a:pt x="430" y="42"/>
                    <a:pt x="429" y="41"/>
                    <a:pt x="429" y="41"/>
                  </a:cubicBezTo>
                  <a:lnTo>
                    <a:pt x="429" y="41"/>
                  </a:lnTo>
                  <a:cubicBezTo>
                    <a:pt x="429" y="41"/>
                    <a:pt x="430" y="47"/>
                    <a:pt x="431" y="53"/>
                  </a:cubicBezTo>
                  <a:cubicBezTo>
                    <a:pt x="432" y="61"/>
                    <a:pt x="432" y="65"/>
                    <a:pt x="432" y="65"/>
                  </a:cubicBezTo>
                  <a:cubicBezTo>
                    <a:pt x="431" y="65"/>
                    <a:pt x="430" y="61"/>
                    <a:pt x="427" y="53"/>
                  </a:cubicBezTo>
                  <a:cubicBezTo>
                    <a:pt x="426" y="47"/>
                    <a:pt x="425" y="45"/>
                    <a:pt x="424" y="45"/>
                  </a:cubicBezTo>
                  <a:lnTo>
                    <a:pt x="424" y="45"/>
                  </a:lnTo>
                  <a:cubicBezTo>
                    <a:pt x="423" y="45"/>
                    <a:pt x="423" y="52"/>
                    <a:pt x="425" y="62"/>
                  </a:cubicBezTo>
                  <a:cubicBezTo>
                    <a:pt x="428" y="71"/>
                    <a:pt x="429" y="75"/>
                    <a:pt x="429" y="75"/>
                  </a:cubicBezTo>
                  <a:cubicBezTo>
                    <a:pt x="429" y="75"/>
                    <a:pt x="428" y="73"/>
                    <a:pt x="427" y="71"/>
                  </a:cubicBezTo>
                  <a:cubicBezTo>
                    <a:pt x="425" y="63"/>
                    <a:pt x="424" y="63"/>
                    <a:pt x="424" y="63"/>
                  </a:cubicBezTo>
                  <a:cubicBezTo>
                    <a:pt x="423" y="63"/>
                    <a:pt x="422" y="63"/>
                    <a:pt x="420" y="55"/>
                  </a:cubicBezTo>
                  <a:cubicBezTo>
                    <a:pt x="420" y="55"/>
                    <a:pt x="418" y="56"/>
                    <a:pt x="420" y="64"/>
                  </a:cubicBezTo>
                  <a:cubicBezTo>
                    <a:pt x="420" y="70"/>
                    <a:pt x="420" y="73"/>
                    <a:pt x="419" y="73"/>
                  </a:cubicBezTo>
                  <a:cubicBezTo>
                    <a:pt x="418" y="73"/>
                    <a:pt x="415" y="67"/>
                    <a:pt x="411" y="57"/>
                  </a:cubicBezTo>
                  <a:lnTo>
                    <a:pt x="411" y="57"/>
                  </a:lnTo>
                  <a:lnTo>
                    <a:pt x="412" y="66"/>
                  </a:lnTo>
                  <a:cubicBezTo>
                    <a:pt x="415" y="75"/>
                    <a:pt x="416" y="82"/>
                    <a:pt x="416" y="82"/>
                  </a:cubicBezTo>
                  <a:cubicBezTo>
                    <a:pt x="415" y="82"/>
                    <a:pt x="415" y="80"/>
                    <a:pt x="413" y="74"/>
                  </a:cubicBezTo>
                  <a:lnTo>
                    <a:pt x="409" y="66"/>
                  </a:lnTo>
                  <a:lnTo>
                    <a:pt x="409" y="66"/>
                  </a:lnTo>
                  <a:cubicBezTo>
                    <a:pt x="411" y="73"/>
                    <a:pt x="411" y="75"/>
                    <a:pt x="410" y="75"/>
                  </a:cubicBezTo>
                  <a:cubicBezTo>
                    <a:pt x="409" y="75"/>
                    <a:pt x="405" y="69"/>
                    <a:pt x="403" y="60"/>
                  </a:cubicBezTo>
                  <a:cubicBezTo>
                    <a:pt x="400" y="54"/>
                    <a:pt x="400" y="52"/>
                    <a:pt x="399" y="52"/>
                  </a:cubicBezTo>
                  <a:cubicBezTo>
                    <a:pt x="399" y="52"/>
                    <a:pt x="399" y="53"/>
                    <a:pt x="398" y="53"/>
                  </a:cubicBezTo>
                  <a:lnTo>
                    <a:pt x="402" y="60"/>
                  </a:lnTo>
                  <a:cubicBezTo>
                    <a:pt x="404" y="65"/>
                    <a:pt x="405" y="71"/>
                    <a:pt x="406" y="75"/>
                  </a:cubicBezTo>
                  <a:cubicBezTo>
                    <a:pt x="406" y="76"/>
                    <a:pt x="406" y="76"/>
                    <a:pt x="405" y="76"/>
                  </a:cubicBezTo>
                  <a:cubicBezTo>
                    <a:pt x="404" y="76"/>
                    <a:pt x="403" y="74"/>
                    <a:pt x="402" y="69"/>
                  </a:cubicBezTo>
                  <a:cubicBezTo>
                    <a:pt x="398" y="64"/>
                    <a:pt x="396" y="59"/>
                    <a:pt x="396" y="59"/>
                  </a:cubicBezTo>
                  <a:lnTo>
                    <a:pt x="396" y="59"/>
                  </a:lnTo>
                  <a:cubicBezTo>
                    <a:pt x="396" y="59"/>
                    <a:pt x="396" y="59"/>
                    <a:pt x="397" y="62"/>
                  </a:cubicBezTo>
                  <a:cubicBezTo>
                    <a:pt x="397" y="62"/>
                    <a:pt x="396" y="62"/>
                    <a:pt x="392" y="55"/>
                  </a:cubicBezTo>
                  <a:lnTo>
                    <a:pt x="388" y="56"/>
                  </a:lnTo>
                  <a:cubicBezTo>
                    <a:pt x="389" y="60"/>
                    <a:pt x="389" y="62"/>
                    <a:pt x="389" y="62"/>
                  </a:cubicBezTo>
                  <a:cubicBezTo>
                    <a:pt x="388" y="62"/>
                    <a:pt x="387" y="60"/>
                    <a:pt x="386" y="56"/>
                  </a:cubicBezTo>
                  <a:cubicBezTo>
                    <a:pt x="386" y="56"/>
                    <a:pt x="384" y="57"/>
                    <a:pt x="386" y="65"/>
                  </a:cubicBezTo>
                  <a:cubicBezTo>
                    <a:pt x="385" y="65"/>
                    <a:pt x="385" y="66"/>
                    <a:pt x="384" y="66"/>
                  </a:cubicBezTo>
                  <a:cubicBezTo>
                    <a:pt x="383" y="66"/>
                    <a:pt x="382" y="64"/>
                    <a:pt x="379" y="58"/>
                  </a:cubicBezTo>
                  <a:lnTo>
                    <a:pt x="379" y="58"/>
                  </a:lnTo>
                  <a:cubicBezTo>
                    <a:pt x="381" y="66"/>
                    <a:pt x="380" y="66"/>
                    <a:pt x="379" y="67"/>
                  </a:cubicBezTo>
                  <a:lnTo>
                    <a:pt x="378" y="67"/>
                  </a:lnTo>
                  <a:cubicBezTo>
                    <a:pt x="380" y="75"/>
                    <a:pt x="380" y="75"/>
                    <a:pt x="380" y="75"/>
                  </a:cubicBezTo>
                  <a:cubicBezTo>
                    <a:pt x="379" y="75"/>
                    <a:pt x="374" y="70"/>
                    <a:pt x="372" y="70"/>
                  </a:cubicBezTo>
                  <a:lnTo>
                    <a:pt x="372" y="70"/>
                  </a:lnTo>
                  <a:cubicBezTo>
                    <a:pt x="369" y="71"/>
                    <a:pt x="369" y="71"/>
                    <a:pt x="374" y="77"/>
                  </a:cubicBezTo>
                  <a:cubicBezTo>
                    <a:pt x="374" y="77"/>
                    <a:pt x="376" y="81"/>
                    <a:pt x="375" y="81"/>
                  </a:cubicBezTo>
                  <a:cubicBezTo>
                    <a:pt x="375" y="81"/>
                    <a:pt x="374" y="80"/>
                    <a:pt x="372" y="77"/>
                  </a:cubicBezTo>
                  <a:cubicBezTo>
                    <a:pt x="372" y="78"/>
                    <a:pt x="372" y="78"/>
                    <a:pt x="372" y="78"/>
                  </a:cubicBezTo>
                  <a:cubicBezTo>
                    <a:pt x="371" y="78"/>
                    <a:pt x="366" y="73"/>
                    <a:pt x="363" y="73"/>
                  </a:cubicBezTo>
                  <a:cubicBezTo>
                    <a:pt x="363" y="73"/>
                    <a:pt x="363" y="73"/>
                    <a:pt x="362" y="73"/>
                  </a:cubicBezTo>
                  <a:cubicBezTo>
                    <a:pt x="359" y="74"/>
                    <a:pt x="359" y="74"/>
                    <a:pt x="362" y="81"/>
                  </a:cubicBezTo>
                  <a:cubicBezTo>
                    <a:pt x="366" y="88"/>
                    <a:pt x="367" y="92"/>
                    <a:pt x="367" y="92"/>
                  </a:cubicBezTo>
                  <a:cubicBezTo>
                    <a:pt x="366" y="92"/>
                    <a:pt x="364" y="89"/>
                    <a:pt x="361" y="82"/>
                  </a:cubicBezTo>
                  <a:cubicBezTo>
                    <a:pt x="357" y="74"/>
                    <a:pt x="354" y="70"/>
                    <a:pt x="354" y="70"/>
                  </a:cubicBezTo>
                  <a:lnTo>
                    <a:pt x="354" y="70"/>
                  </a:lnTo>
                  <a:cubicBezTo>
                    <a:pt x="354" y="70"/>
                    <a:pt x="354" y="72"/>
                    <a:pt x="356" y="75"/>
                  </a:cubicBezTo>
                  <a:cubicBezTo>
                    <a:pt x="358" y="83"/>
                    <a:pt x="358" y="83"/>
                    <a:pt x="357" y="83"/>
                  </a:cubicBezTo>
                  <a:cubicBezTo>
                    <a:pt x="355" y="79"/>
                    <a:pt x="354" y="77"/>
                    <a:pt x="353" y="77"/>
                  </a:cubicBezTo>
                  <a:cubicBezTo>
                    <a:pt x="353" y="77"/>
                    <a:pt x="353" y="80"/>
                    <a:pt x="353" y="84"/>
                  </a:cubicBezTo>
                  <a:cubicBezTo>
                    <a:pt x="353" y="84"/>
                    <a:pt x="353" y="84"/>
                    <a:pt x="350" y="76"/>
                  </a:cubicBezTo>
                  <a:lnTo>
                    <a:pt x="348" y="77"/>
                  </a:lnTo>
                  <a:cubicBezTo>
                    <a:pt x="350" y="85"/>
                    <a:pt x="349" y="88"/>
                    <a:pt x="348" y="88"/>
                  </a:cubicBezTo>
                  <a:cubicBezTo>
                    <a:pt x="346" y="88"/>
                    <a:pt x="342" y="84"/>
                    <a:pt x="340" y="81"/>
                  </a:cubicBezTo>
                  <a:lnTo>
                    <a:pt x="340" y="81"/>
                  </a:lnTo>
                  <a:cubicBezTo>
                    <a:pt x="340" y="81"/>
                    <a:pt x="339" y="81"/>
                    <a:pt x="341" y="89"/>
                  </a:cubicBezTo>
                  <a:cubicBezTo>
                    <a:pt x="344" y="97"/>
                    <a:pt x="345" y="101"/>
                    <a:pt x="345" y="101"/>
                  </a:cubicBezTo>
                  <a:cubicBezTo>
                    <a:pt x="344" y="101"/>
                    <a:pt x="342" y="97"/>
                    <a:pt x="339" y="90"/>
                  </a:cubicBezTo>
                  <a:lnTo>
                    <a:pt x="339" y="90"/>
                  </a:lnTo>
                  <a:cubicBezTo>
                    <a:pt x="340" y="93"/>
                    <a:pt x="339" y="96"/>
                    <a:pt x="338" y="96"/>
                  </a:cubicBezTo>
                  <a:cubicBezTo>
                    <a:pt x="337" y="96"/>
                    <a:pt x="334" y="93"/>
                    <a:pt x="331" y="84"/>
                  </a:cubicBezTo>
                  <a:cubicBezTo>
                    <a:pt x="328" y="77"/>
                    <a:pt x="323" y="70"/>
                    <a:pt x="323" y="70"/>
                  </a:cubicBezTo>
                  <a:lnTo>
                    <a:pt x="323" y="70"/>
                  </a:lnTo>
                  <a:cubicBezTo>
                    <a:pt x="326" y="77"/>
                    <a:pt x="325" y="77"/>
                    <a:pt x="325" y="77"/>
                  </a:cubicBezTo>
                  <a:cubicBezTo>
                    <a:pt x="329" y="85"/>
                    <a:pt x="328" y="85"/>
                    <a:pt x="325" y="86"/>
                  </a:cubicBezTo>
                  <a:cubicBezTo>
                    <a:pt x="323" y="88"/>
                    <a:pt x="323" y="97"/>
                    <a:pt x="321" y="97"/>
                  </a:cubicBezTo>
                  <a:cubicBezTo>
                    <a:pt x="320" y="97"/>
                    <a:pt x="320" y="97"/>
                    <a:pt x="319" y="97"/>
                  </a:cubicBezTo>
                  <a:cubicBezTo>
                    <a:pt x="317" y="97"/>
                    <a:pt x="315" y="96"/>
                    <a:pt x="312" y="92"/>
                  </a:cubicBezTo>
                  <a:cubicBezTo>
                    <a:pt x="311" y="92"/>
                    <a:pt x="310" y="92"/>
                    <a:pt x="312" y="100"/>
                  </a:cubicBezTo>
                  <a:cubicBezTo>
                    <a:pt x="313" y="104"/>
                    <a:pt x="313" y="106"/>
                    <a:pt x="313" y="106"/>
                  </a:cubicBezTo>
                  <a:cubicBezTo>
                    <a:pt x="312" y="106"/>
                    <a:pt x="311" y="105"/>
                    <a:pt x="310" y="101"/>
                  </a:cubicBezTo>
                  <a:lnTo>
                    <a:pt x="309" y="102"/>
                  </a:lnTo>
                  <a:cubicBezTo>
                    <a:pt x="310" y="110"/>
                    <a:pt x="310" y="110"/>
                    <a:pt x="310" y="110"/>
                  </a:cubicBezTo>
                  <a:cubicBezTo>
                    <a:pt x="306" y="105"/>
                    <a:pt x="303" y="101"/>
                    <a:pt x="303" y="101"/>
                  </a:cubicBezTo>
                  <a:lnTo>
                    <a:pt x="303" y="101"/>
                  </a:lnTo>
                  <a:cubicBezTo>
                    <a:pt x="303" y="101"/>
                    <a:pt x="303" y="101"/>
                    <a:pt x="304" y="103"/>
                  </a:cubicBezTo>
                  <a:cubicBezTo>
                    <a:pt x="307" y="111"/>
                    <a:pt x="306" y="111"/>
                    <a:pt x="305" y="112"/>
                  </a:cubicBezTo>
                  <a:cubicBezTo>
                    <a:pt x="304" y="111"/>
                    <a:pt x="302" y="111"/>
                    <a:pt x="300" y="111"/>
                  </a:cubicBezTo>
                  <a:cubicBezTo>
                    <a:pt x="290" y="111"/>
                    <a:pt x="271" y="121"/>
                    <a:pt x="274" y="127"/>
                  </a:cubicBezTo>
                  <a:lnTo>
                    <a:pt x="272" y="128"/>
                  </a:lnTo>
                  <a:lnTo>
                    <a:pt x="269" y="129"/>
                  </a:lnTo>
                  <a:cubicBezTo>
                    <a:pt x="266" y="124"/>
                    <a:pt x="264" y="122"/>
                    <a:pt x="263" y="122"/>
                  </a:cubicBezTo>
                  <a:cubicBezTo>
                    <a:pt x="260" y="122"/>
                    <a:pt x="261" y="128"/>
                    <a:pt x="261" y="132"/>
                  </a:cubicBezTo>
                  <a:cubicBezTo>
                    <a:pt x="265" y="140"/>
                    <a:pt x="264" y="140"/>
                    <a:pt x="264" y="141"/>
                  </a:cubicBezTo>
                  <a:cubicBezTo>
                    <a:pt x="259" y="133"/>
                    <a:pt x="256" y="130"/>
                    <a:pt x="255" y="130"/>
                  </a:cubicBezTo>
                  <a:cubicBezTo>
                    <a:pt x="254" y="130"/>
                    <a:pt x="254" y="132"/>
                    <a:pt x="255" y="136"/>
                  </a:cubicBezTo>
                  <a:cubicBezTo>
                    <a:pt x="259" y="143"/>
                    <a:pt x="260" y="147"/>
                    <a:pt x="260" y="147"/>
                  </a:cubicBezTo>
                  <a:cubicBezTo>
                    <a:pt x="260" y="147"/>
                    <a:pt x="257" y="144"/>
                    <a:pt x="254" y="137"/>
                  </a:cubicBezTo>
                  <a:cubicBezTo>
                    <a:pt x="250" y="131"/>
                    <a:pt x="247" y="128"/>
                    <a:pt x="247" y="128"/>
                  </a:cubicBezTo>
                  <a:lnTo>
                    <a:pt x="247" y="128"/>
                  </a:lnTo>
                  <a:cubicBezTo>
                    <a:pt x="246" y="128"/>
                    <a:pt x="248" y="134"/>
                    <a:pt x="254" y="146"/>
                  </a:cubicBezTo>
                  <a:cubicBezTo>
                    <a:pt x="255" y="150"/>
                    <a:pt x="256" y="152"/>
                    <a:pt x="256" y="152"/>
                  </a:cubicBezTo>
                  <a:cubicBezTo>
                    <a:pt x="256" y="152"/>
                    <a:pt x="255" y="150"/>
                    <a:pt x="252" y="147"/>
                  </a:cubicBezTo>
                  <a:cubicBezTo>
                    <a:pt x="247" y="139"/>
                    <a:pt x="245" y="136"/>
                    <a:pt x="244" y="136"/>
                  </a:cubicBezTo>
                  <a:lnTo>
                    <a:pt x="244" y="136"/>
                  </a:lnTo>
                  <a:cubicBezTo>
                    <a:pt x="244" y="136"/>
                    <a:pt x="245" y="138"/>
                    <a:pt x="247" y="141"/>
                  </a:cubicBezTo>
                  <a:cubicBezTo>
                    <a:pt x="250" y="148"/>
                    <a:pt x="252" y="152"/>
                    <a:pt x="251" y="152"/>
                  </a:cubicBezTo>
                  <a:cubicBezTo>
                    <a:pt x="251" y="152"/>
                    <a:pt x="248" y="149"/>
                    <a:pt x="243" y="143"/>
                  </a:cubicBezTo>
                  <a:cubicBezTo>
                    <a:pt x="239" y="136"/>
                    <a:pt x="236" y="133"/>
                    <a:pt x="236" y="133"/>
                  </a:cubicBezTo>
                  <a:lnTo>
                    <a:pt x="236" y="133"/>
                  </a:lnTo>
                  <a:cubicBezTo>
                    <a:pt x="235" y="133"/>
                    <a:pt x="237" y="136"/>
                    <a:pt x="241" y="144"/>
                  </a:cubicBezTo>
                  <a:cubicBezTo>
                    <a:pt x="245" y="152"/>
                    <a:pt x="246" y="156"/>
                    <a:pt x="245" y="156"/>
                  </a:cubicBezTo>
                  <a:cubicBezTo>
                    <a:pt x="243" y="156"/>
                    <a:pt x="240" y="153"/>
                    <a:pt x="236" y="147"/>
                  </a:cubicBezTo>
                  <a:cubicBezTo>
                    <a:pt x="236" y="147"/>
                    <a:pt x="233" y="144"/>
                    <a:pt x="233" y="144"/>
                  </a:cubicBezTo>
                  <a:lnTo>
                    <a:pt x="233" y="144"/>
                  </a:lnTo>
                  <a:cubicBezTo>
                    <a:pt x="233" y="144"/>
                    <a:pt x="233" y="145"/>
                    <a:pt x="234" y="147"/>
                  </a:cubicBezTo>
                  <a:lnTo>
                    <a:pt x="229" y="141"/>
                  </a:lnTo>
                  <a:lnTo>
                    <a:pt x="228" y="143"/>
                  </a:lnTo>
                  <a:lnTo>
                    <a:pt x="232" y="149"/>
                  </a:lnTo>
                  <a:cubicBezTo>
                    <a:pt x="231" y="149"/>
                    <a:pt x="227" y="148"/>
                    <a:pt x="222" y="148"/>
                  </a:cubicBezTo>
                  <a:cubicBezTo>
                    <a:pt x="220" y="148"/>
                    <a:pt x="217" y="148"/>
                    <a:pt x="215" y="149"/>
                  </a:cubicBezTo>
                  <a:cubicBezTo>
                    <a:pt x="206" y="155"/>
                    <a:pt x="204" y="156"/>
                    <a:pt x="210" y="162"/>
                  </a:cubicBezTo>
                  <a:cubicBezTo>
                    <a:pt x="215" y="168"/>
                    <a:pt x="217" y="172"/>
                    <a:pt x="217" y="172"/>
                  </a:cubicBezTo>
                  <a:cubicBezTo>
                    <a:pt x="216" y="172"/>
                    <a:pt x="213" y="169"/>
                    <a:pt x="208" y="163"/>
                  </a:cubicBezTo>
                  <a:cubicBezTo>
                    <a:pt x="208" y="163"/>
                    <a:pt x="208" y="163"/>
                    <a:pt x="207" y="163"/>
                  </a:cubicBezTo>
                  <a:cubicBezTo>
                    <a:pt x="206" y="163"/>
                    <a:pt x="201" y="158"/>
                    <a:pt x="200" y="158"/>
                  </a:cubicBezTo>
                  <a:cubicBezTo>
                    <a:pt x="199" y="159"/>
                    <a:pt x="198" y="159"/>
                    <a:pt x="197" y="159"/>
                  </a:cubicBezTo>
                  <a:cubicBezTo>
                    <a:pt x="196" y="159"/>
                    <a:pt x="194" y="158"/>
                    <a:pt x="191" y="154"/>
                  </a:cubicBezTo>
                  <a:lnTo>
                    <a:pt x="191" y="155"/>
                  </a:lnTo>
                  <a:cubicBezTo>
                    <a:pt x="196" y="165"/>
                    <a:pt x="195" y="169"/>
                    <a:pt x="192" y="169"/>
                  </a:cubicBezTo>
                  <a:cubicBezTo>
                    <a:pt x="190" y="169"/>
                    <a:pt x="188" y="169"/>
                    <a:pt x="186" y="167"/>
                  </a:cubicBezTo>
                  <a:cubicBezTo>
                    <a:pt x="184" y="168"/>
                    <a:pt x="183" y="169"/>
                    <a:pt x="186" y="176"/>
                  </a:cubicBezTo>
                  <a:cubicBezTo>
                    <a:pt x="188" y="180"/>
                    <a:pt x="189" y="182"/>
                    <a:pt x="188" y="182"/>
                  </a:cubicBezTo>
                  <a:cubicBezTo>
                    <a:pt x="188" y="182"/>
                    <a:pt x="187" y="181"/>
                    <a:pt x="184" y="178"/>
                  </a:cubicBezTo>
                  <a:cubicBezTo>
                    <a:pt x="182" y="175"/>
                    <a:pt x="178" y="173"/>
                    <a:pt x="176" y="173"/>
                  </a:cubicBezTo>
                  <a:cubicBezTo>
                    <a:pt x="174" y="173"/>
                    <a:pt x="174" y="175"/>
                    <a:pt x="180" y="182"/>
                  </a:cubicBezTo>
                  <a:lnTo>
                    <a:pt x="173" y="175"/>
                  </a:lnTo>
                  <a:cubicBezTo>
                    <a:pt x="171" y="174"/>
                    <a:pt x="171" y="173"/>
                    <a:pt x="170" y="173"/>
                  </a:cubicBezTo>
                  <a:lnTo>
                    <a:pt x="170" y="173"/>
                  </a:lnTo>
                  <a:cubicBezTo>
                    <a:pt x="170" y="173"/>
                    <a:pt x="173" y="178"/>
                    <a:pt x="176" y="183"/>
                  </a:cubicBezTo>
                  <a:cubicBezTo>
                    <a:pt x="181" y="189"/>
                    <a:pt x="183" y="192"/>
                    <a:pt x="183" y="192"/>
                  </a:cubicBezTo>
                  <a:cubicBezTo>
                    <a:pt x="183" y="192"/>
                    <a:pt x="179" y="188"/>
                    <a:pt x="171" y="177"/>
                  </a:cubicBezTo>
                  <a:cubicBezTo>
                    <a:pt x="165" y="170"/>
                    <a:pt x="162" y="167"/>
                    <a:pt x="161" y="167"/>
                  </a:cubicBezTo>
                  <a:lnTo>
                    <a:pt x="161" y="167"/>
                  </a:lnTo>
                  <a:cubicBezTo>
                    <a:pt x="161" y="167"/>
                    <a:pt x="162" y="169"/>
                    <a:pt x="164" y="172"/>
                  </a:cubicBezTo>
                  <a:cubicBezTo>
                    <a:pt x="167" y="177"/>
                    <a:pt x="170" y="182"/>
                    <a:pt x="170" y="182"/>
                  </a:cubicBezTo>
                  <a:cubicBezTo>
                    <a:pt x="169" y="182"/>
                    <a:pt x="169" y="181"/>
                    <a:pt x="167" y="180"/>
                  </a:cubicBezTo>
                  <a:lnTo>
                    <a:pt x="167" y="180"/>
                  </a:lnTo>
                  <a:cubicBezTo>
                    <a:pt x="166" y="181"/>
                    <a:pt x="165" y="181"/>
                    <a:pt x="175" y="194"/>
                  </a:cubicBezTo>
                  <a:cubicBezTo>
                    <a:pt x="181" y="200"/>
                    <a:pt x="180" y="201"/>
                    <a:pt x="178" y="201"/>
                  </a:cubicBezTo>
                  <a:cubicBezTo>
                    <a:pt x="175" y="198"/>
                    <a:pt x="172" y="193"/>
                    <a:pt x="169" y="189"/>
                  </a:cubicBezTo>
                  <a:lnTo>
                    <a:pt x="167" y="190"/>
                  </a:lnTo>
                  <a:cubicBezTo>
                    <a:pt x="167" y="190"/>
                    <a:pt x="160" y="184"/>
                    <a:pt x="155" y="178"/>
                  </a:cubicBezTo>
                  <a:cubicBezTo>
                    <a:pt x="153" y="176"/>
                    <a:pt x="151" y="175"/>
                    <a:pt x="151" y="175"/>
                  </a:cubicBezTo>
                  <a:lnTo>
                    <a:pt x="151" y="175"/>
                  </a:lnTo>
                  <a:cubicBezTo>
                    <a:pt x="150" y="175"/>
                    <a:pt x="153" y="178"/>
                    <a:pt x="159" y="185"/>
                  </a:cubicBezTo>
                  <a:cubicBezTo>
                    <a:pt x="169" y="198"/>
                    <a:pt x="169" y="198"/>
                    <a:pt x="168" y="199"/>
                  </a:cubicBezTo>
                  <a:cubicBezTo>
                    <a:pt x="168" y="199"/>
                    <a:pt x="168" y="199"/>
                    <a:pt x="167" y="199"/>
                  </a:cubicBezTo>
                  <a:cubicBezTo>
                    <a:pt x="166" y="199"/>
                    <a:pt x="165" y="198"/>
                    <a:pt x="162" y="194"/>
                  </a:cubicBezTo>
                  <a:cubicBezTo>
                    <a:pt x="158" y="189"/>
                    <a:pt x="156" y="188"/>
                    <a:pt x="156" y="188"/>
                  </a:cubicBezTo>
                  <a:cubicBezTo>
                    <a:pt x="155" y="188"/>
                    <a:pt x="155" y="188"/>
                    <a:pt x="155" y="189"/>
                  </a:cubicBezTo>
                  <a:cubicBezTo>
                    <a:pt x="153" y="191"/>
                    <a:pt x="165" y="211"/>
                    <a:pt x="175" y="224"/>
                  </a:cubicBezTo>
                  <a:cubicBezTo>
                    <a:pt x="180" y="231"/>
                    <a:pt x="183" y="234"/>
                    <a:pt x="182" y="234"/>
                  </a:cubicBezTo>
                  <a:cubicBezTo>
                    <a:pt x="182" y="234"/>
                    <a:pt x="180" y="231"/>
                    <a:pt x="174" y="224"/>
                  </a:cubicBezTo>
                  <a:cubicBezTo>
                    <a:pt x="171" y="221"/>
                    <a:pt x="169" y="219"/>
                    <a:pt x="168" y="219"/>
                  </a:cubicBezTo>
                  <a:cubicBezTo>
                    <a:pt x="168" y="219"/>
                    <a:pt x="168" y="220"/>
                    <a:pt x="167" y="220"/>
                  </a:cubicBezTo>
                  <a:cubicBezTo>
                    <a:pt x="163" y="213"/>
                    <a:pt x="163" y="213"/>
                    <a:pt x="164" y="212"/>
                  </a:cubicBezTo>
                  <a:lnTo>
                    <a:pt x="158" y="205"/>
                  </a:lnTo>
                  <a:cubicBezTo>
                    <a:pt x="153" y="200"/>
                    <a:pt x="150" y="197"/>
                    <a:pt x="150" y="197"/>
                  </a:cubicBezTo>
                  <a:lnTo>
                    <a:pt x="150" y="197"/>
                  </a:lnTo>
                  <a:cubicBezTo>
                    <a:pt x="149" y="197"/>
                    <a:pt x="151" y="201"/>
                    <a:pt x="156" y="208"/>
                  </a:cubicBezTo>
                  <a:cubicBezTo>
                    <a:pt x="158" y="211"/>
                    <a:pt x="159" y="213"/>
                    <a:pt x="159" y="213"/>
                  </a:cubicBezTo>
                  <a:cubicBezTo>
                    <a:pt x="159" y="213"/>
                    <a:pt x="158" y="211"/>
                    <a:pt x="155" y="209"/>
                  </a:cubicBezTo>
                  <a:cubicBezTo>
                    <a:pt x="150" y="205"/>
                    <a:pt x="146" y="201"/>
                    <a:pt x="146" y="201"/>
                  </a:cubicBezTo>
                  <a:lnTo>
                    <a:pt x="146" y="201"/>
                  </a:lnTo>
                  <a:cubicBezTo>
                    <a:pt x="146" y="201"/>
                    <a:pt x="146" y="202"/>
                    <a:pt x="148" y="204"/>
                  </a:cubicBezTo>
                  <a:cubicBezTo>
                    <a:pt x="148" y="204"/>
                    <a:pt x="148" y="204"/>
                    <a:pt x="148" y="204"/>
                  </a:cubicBezTo>
                  <a:cubicBezTo>
                    <a:pt x="147" y="204"/>
                    <a:pt x="144" y="204"/>
                    <a:pt x="140" y="200"/>
                  </a:cubicBezTo>
                  <a:lnTo>
                    <a:pt x="140" y="200"/>
                  </a:lnTo>
                  <a:cubicBezTo>
                    <a:pt x="138" y="201"/>
                    <a:pt x="138" y="201"/>
                    <a:pt x="142" y="208"/>
                  </a:cubicBezTo>
                  <a:cubicBezTo>
                    <a:pt x="148" y="213"/>
                    <a:pt x="147" y="214"/>
                    <a:pt x="147" y="214"/>
                  </a:cubicBezTo>
                  <a:cubicBezTo>
                    <a:pt x="146" y="215"/>
                    <a:pt x="145" y="215"/>
                    <a:pt x="150" y="222"/>
                  </a:cubicBezTo>
                  <a:cubicBezTo>
                    <a:pt x="156" y="228"/>
                    <a:pt x="160" y="235"/>
                    <a:pt x="159" y="236"/>
                  </a:cubicBezTo>
                  <a:cubicBezTo>
                    <a:pt x="161" y="239"/>
                    <a:pt x="162" y="241"/>
                    <a:pt x="161" y="241"/>
                  </a:cubicBezTo>
                  <a:cubicBezTo>
                    <a:pt x="160" y="241"/>
                    <a:pt x="158" y="238"/>
                    <a:pt x="151" y="231"/>
                  </a:cubicBezTo>
                  <a:cubicBezTo>
                    <a:pt x="148" y="227"/>
                    <a:pt x="146" y="226"/>
                    <a:pt x="145" y="226"/>
                  </a:cubicBezTo>
                  <a:cubicBezTo>
                    <a:pt x="144" y="226"/>
                    <a:pt x="144" y="226"/>
                    <a:pt x="144" y="227"/>
                  </a:cubicBezTo>
                  <a:cubicBezTo>
                    <a:pt x="144" y="227"/>
                    <a:pt x="144" y="227"/>
                    <a:pt x="137" y="221"/>
                  </a:cubicBezTo>
                  <a:cubicBezTo>
                    <a:pt x="135" y="220"/>
                    <a:pt x="135" y="219"/>
                    <a:pt x="135" y="219"/>
                  </a:cubicBezTo>
                  <a:lnTo>
                    <a:pt x="135" y="219"/>
                  </a:lnTo>
                  <a:cubicBezTo>
                    <a:pt x="134" y="219"/>
                    <a:pt x="138" y="224"/>
                    <a:pt x="141" y="228"/>
                  </a:cubicBezTo>
                  <a:lnTo>
                    <a:pt x="153" y="240"/>
                  </a:lnTo>
                  <a:cubicBezTo>
                    <a:pt x="146" y="236"/>
                    <a:pt x="140" y="230"/>
                    <a:pt x="135" y="223"/>
                  </a:cubicBezTo>
                  <a:cubicBezTo>
                    <a:pt x="129" y="218"/>
                    <a:pt x="126" y="215"/>
                    <a:pt x="126" y="215"/>
                  </a:cubicBezTo>
                  <a:lnTo>
                    <a:pt x="126" y="215"/>
                  </a:lnTo>
                  <a:cubicBezTo>
                    <a:pt x="126" y="215"/>
                    <a:pt x="129" y="218"/>
                    <a:pt x="135" y="224"/>
                  </a:cubicBezTo>
                  <a:cubicBezTo>
                    <a:pt x="138" y="229"/>
                    <a:pt x="142" y="234"/>
                    <a:pt x="140" y="234"/>
                  </a:cubicBezTo>
                  <a:cubicBezTo>
                    <a:pt x="140" y="234"/>
                    <a:pt x="139" y="233"/>
                    <a:pt x="137" y="232"/>
                  </a:cubicBezTo>
                  <a:cubicBezTo>
                    <a:pt x="136" y="233"/>
                    <a:pt x="136" y="233"/>
                    <a:pt x="135" y="233"/>
                  </a:cubicBezTo>
                  <a:cubicBezTo>
                    <a:pt x="134" y="233"/>
                    <a:pt x="132" y="232"/>
                    <a:pt x="129" y="229"/>
                  </a:cubicBezTo>
                  <a:cubicBezTo>
                    <a:pt x="127" y="227"/>
                    <a:pt x="126" y="227"/>
                    <a:pt x="126" y="227"/>
                  </a:cubicBezTo>
                  <a:lnTo>
                    <a:pt x="126" y="227"/>
                  </a:lnTo>
                  <a:cubicBezTo>
                    <a:pt x="125" y="227"/>
                    <a:pt x="128" y="230"/>
                    <a:pt x="128" y="230"/>
                  </a:cubicBezTo>
                  <a:cubicBezTo>
                    <a:pt x="131" y="234"/>
                    <a:pt x="131" y="236"/>
                    <a:pt x="130" y="236"/>
                  </a:cubicBezTo>
                  <a:cubicBezTo>
                    <a:pt x="129" y="236"/>
                    <a:pt x="127" y="235"/>
                    <a:pt x="123" y="233"/>
                  </a:cubicBezTo>
                  <a:cubicBezTo>
                    <a:pt x="117" y="229"/>
                    <a:pt x="113" y="227"/>
                    <a:pt x="112" y="227"/>
                  </a:cubicBezTo>
                  <a:lnTo>
                    <a:pt x="112" y="227"/>
                  </a:lnTo>
                  <a:cubicBezTo>
                    <a:pt x="111" y="227"/>
                    <a:pt x="114" y="230"/>
                    <a:pt x="120" y="236"/>
                  </a:cubicBezTo>
                  <a:cubicBezTo>
                    <a:pt x="123" y="240"/>
                    <a:pt x="127" y="243"/>
                    <a:pt x="126" y="243"/>
                  </a:cubicBezTo>
                  <a:cubicBezTo>
                    <a:pt x="126" y="243"/>
                    <a:pt x="124" y="241"/>
                    <a:pt x="119" y="237"/>
                  </a:cubicBezTo>
                  <a:cubicBezTo>
                    <a:pt x="117" y="235"/>
                    <a:pt x="116" y="235"/>
                    <a:pt x="116" y="235"/>
                  </a:cubicBezTo>
                  <a:lnTo>
                    <a:pt x="116" y="235"/>
                  </a:lnTo>
                  <a:cubicBezTo>
                    <a:pt x="115" y="235"/>
                    <a:pt x="119" y="240"/>
                    <a:pt x="121" y="245"/>
                  </a:cubicBezTo>
                  <a:cubicBezTo>
                    <a:pt x="127" y="251"/>
                    <a:pt x="138" y="264"/>
                    <a:pt x="144" y="269"/>
                  </a:cubicBezTo>
                  <a:cubicBezTo>
                    <a:pt x="150" y="276"/>
                    <a:pt x="153" y="279"/>
                    <a:pt x="153" y="279"/>
                  </a:cubicBezTo>
                  <a:cubicBezTo>
                    <a:pt x="152" y="279"/>
                    <a:pt x="151" y="278"/>
                    <a:pt x="148" y="276"/>
                  </a:cubicBezTo>
                  <a:cubicBezTo>
                    <a:pt x="142" y="274"/>
                    <a:pt x="138" y="270"/>
                    <a:pt x="135" y="266"/>
                  </a:cubicBezTo>
                  <a:cubicBezTo>
                    <a:pt x="129" y="260"/>
                    <a:pt x="130" y="259"/>
                    <a:pt x="130" y="259"/>
                  </a:cubicBezTo>
                  <a:lnTo>
                    <a:pt x="131" y="258"/>
                  </a:lnTo>
                  <a:cubicBezTo>
                    <a:pt x="126" y="253"/>
                    <a:pt x="121" y="248"/>
                    <a:pt x="118" y="248"/>
                  </a:cubicBezTo>
                  <a:cubicBezTo>
                    <a:pt x="118" y="248"/>
                    <a:pt x="118" y="248"/>
                    <a:pt x="118" y="248"/>
                  </a:cubicBezTo>
                  <a:cubicBezTo>
                    <a:pt x="115" y="245"/>
                    <a:pt x="113" y="244"/>
                    <a:pt x="113" y="244"/>
                  </a:cubicBezTo>
                  <a:lnTo>
                    <a:pt x="113" y="244"/>
                  </a:lnTo>
                  <a:cubicBezTo>
                    <a:pt x="112" y="244"/>
                    <a:pt x="114" y="246"/>
                    <a:pt x="117" y="249"/>
                  </a:cubicBezTo>
                  <a:cubicBezTo>
                    <a:pt x="113" y="247"/>
                    <a:pt x="111" y="246"/>
                    <a:pt x="110" y="246"/>
                  </a:cubicBezTo>
                  <a:cubicBezTo>
                    <a:pt x="108" y="246"/>
                    <a:pt x="108" y="246"/>
                    <a:pt x="107" y="247"/>
                  </a:cubicBezTo>
                  <a:cubicBezTo>
                    <a:pt x="106" y="247"/>
                    <a:pt x="105" y="248"/>
                    <a:pt x="104" y="248"/>
                  </a:cubicBezTo>
                  <a:cubicBezTo>
                    <a:pt x="102" y="248"/>
                    <a:pt x="100" y="247"/>
                    <a:pt x="97" y="245"/>
                  </a:cubicBezTo>
                  <a:lnTo>
                    <a:pt x="97" y="245"/>
                  </a:lnTo>
                  <a:cubicBezTo>
                    <a:pt x="95" y="246"/>
                    <a:pt x="94" y="247"/>
                    <a:pt x="100" y="252"/>
                  </a:cubicBezTo>
                  <a:cubicBezTo>
                    <a:pt x="108" y="259"/>
                    <a:pt x="110" y="263"/>
                    <a:pt x="109" y="263"/>
                  </a:cubicBezTo>
                  <a:cubicBezTo>
                    <a:pt x="109" y="263"/>
                    <a:pt x="108" y="261"/>
                    <a:pt x="105" y="259"/>
                  </a:cubicBezTo>
                  <a:cubicBezTo>
                    <a:pt x="100" y="255"/>
                    <a:pt x="95" y="252"/>
                    <a:pt x="90" y="252"/>
                  </a:cubicBezTo>
                  <a:cubicBezTo>
                    <a:pt x="85" y="252"/>
                    <a:pt x="82" y="257"/>
                    <a:pt x="89" y="264"/>
                  </a:cubicBezTo>
                  <a:lnTo>
                    <a:pt x="88" y="265"/>
                  </a:lnTo>
                  <a:cubicBezTo>
                    <a:pt x="85" y="264"/>
                    <a:pt x="83" y="263"/>
                    <a:pt x="82" y="263"/>
                  </a:cubicBezTo>
                  <a:cubicBezTo>
                    <a:pt x="78" y="263"/>
                    <a:pt x="77" y="266"/>
                    <a:pt x="81" y="270"/>
                  </a:cubicBezTo>
                  <a:lnTo>
                    <a:pt x="79" y="273"/>
                  </a:lnTo>
                  <a:cubicBezTo>
                    <a:pt x="76" y="271"/>
                    <a:pt x="74" y="270"/>
                    <a:pt x="73" y="270"/>
                  </a:cubicBezTo>
                  <a:cubicBezTo>
                    <a:pt x="72" y="270"/>
                    <a:pt x="73" y="272"/>
                    <a:pt x="76" y="276"/>
                  </a:cubicBezTo>
                  <a:cubicBezTo>
                    <a:pt x="79" y="280"/>
                    <a:pt x="84" y="284"/>
                    <a:pt x="84" y="284"/>
                  </a:cubicBezTo>
                  <a:cubicBezTo>
                    <a:pt x="84" y="284"/>
                    <a:pt x="83" y="283"/>
                    <a:pt x="81" y="282"/>
                  </a:cubicBezTo>
                  <a:cubicBezTo>
                    <a:pt x="78" y="279"/>
                    <a:pt x="76" y="278"/>
                    <a:pt x="75" y="278"/>
                  </a:cubicBezTo>
                  <a:cubicBezTo>
                    <a:pt x="74" y="278"/>
                    <a:pt x="72" y="279"/>
                    <a:pt x="71" y="281"/>
                  </a:cubicBezTo>
                  <a:cubicBezTo>
                    <a:pt x="68" y="283"/>
                    <a:pt x="68" y="283"/>
                    <a:pt x="75" y="288"/>
                  </a:cubicBezTo>
                  <a:cubicBezTo>
                    <a:pt x="76" y="291"/>
                    <a:pt x="76" y="292"/>
                    <a:pt x="75" y="292"/>
                  </a:cubicBezTo>
                  <a:cubicBezTo>
                    <a:pt x="74" y="292"/>
                    <a:pt x="70" y="289"/>
                    <a:pt x="66" y="285"/>
                  </a:cubicBezTo>
                  <a:cubicBezTo>
                    <a:pt x="61" y="280"/>
                    <a:pt x="58" y="278"/>
                    <a:pt x="57" y="278"/>
                  </a:cubicBezTo>
                  <a:lnTo>
                    <a:pt x="57" y="278"/>
                  </a:lnTo>
                  <a:cubicBezTo>
                    <a:pt x="56" y="278"/>
                    <a:pt x="60" y="282"/>
                    <a:pt x="71" y="292"/>
                  </a:cubicBezTo>
                  <a:cubicBezTo>
                    <a:pt x="78" y="299"/>
                    <a:pt x="80" y="302"/>
                    <a:pt x="79" y="302"/>
                  </a:cubicBezTo>
                  <a:cubicBezTo>
                    <a:pt x="78" y="302"/>
                    <a:pt x="76" y="301"/>
                    <a:pt x="74" y="300"/>
                  </a:cubicBezTo>
                  <a:cubicBezTo>
                    <a:pt x="68" y="294"/>
                    <a:pt x="70" y="293"/>
                    <a:pt x="70" y="293"/>
                  </a:cubicBezTo>
                  <a:lnTo>
                    <a:pt x="57" y="282"/>
                  </a:lnTo>
                  <a:lnTo>
                    <a:pt x="57" y="282"/>
                  </a:lnTo>
                  <a:cubicBezTo>
                    <a:pt x="57" y="283"/>
                    <a:pt x="57" y="283"/>
                    <a:pt x="63" y="288"/>
                  </a:cubicBezTo>
                  <a:cubicBezTo>
                    <a:pt x="63" y="288"/>
                    <a:pt x="62" y="290"/>
                    <a:pt x="67" y="295"/>
                  </a:cubicBezTo>
                  <a:cubicBezTo>
                    <a:pt x="73" y="302"/>
                    <a:pt x="79" y="306"/>
                    <a:pt x="85" y="311"/>
                  </a:cubicBezTo>
                  <a:cubicBezTo>
                    <a:pt x="92" y="316"/>
                    <a:pt x="92" y="316"/>
                    <a:pt x="91" y="318"/>
                  </a:cubicBezTo>
                  <a:cubicBezTo>
                    <a:pt x="84" y="313"/>
                    <a:pt x="77" y="309"/>
                    <a:pt x="72" y="302"/>
                  </a:cubicBezTo>
                  <a:cubicBezTo>
                    <a:pt x="73" y="302"/>
                    <a:pt x="66" y="296"/>
                    <a:pt x="61" y="291"/>
                  </a:cubicBezTo>
                  <a:cubicBezTo>
                    <a:pt x="60" y="290"/>
                    <a:pt x="59" y="289"/>
                    <a:pt x="59" y="289"/>
                  </a:cubicBezTo>
                  <a:lnTo>
                    <a:pt x="59" y="289"/>
                  </a:lnTo>
                  <a:cubicBezTo>
                    <a:pt x="57" y="289"/>
                    <a:pt x="65" y="301"/>
                    <a:pt x="75" y="311"/>
                  </a:cubicBezTo>
                  <a:cubicBezTo>
                    <a:pt x="72" y="309"/>
                    <a:pt x="74" y="310"/>
                    <a:pt x="68" y="305"/>
                  </a:cubicBezTo>
                  <a:cubicBezTo>
                    <a:pt x="65" y="303"/>
                    <a:pt x="63" y="302"/>
                    <a:pt x="62" y="302"/>
                  </a:cubicBezTo>
                  <a:cubicBezTo>
                    <a:pt x="61" y="302"/>
                    <a:pt x="60" y="302"/>
                    <a:pt x="59" y="303"/>
                  </a:cubicBezTo>
                  <a:cubicBezTo>
                    <a:pt x="58" y="305"/>
                    <a:pt x="57" y="305"/>
                    <a:pt x="64" y="311"/>
                  </a:cubicBezTo>
                  <a:cubicBezTo>
                    <a:pt x="70" y="315"/>
                    <a:pt x="76" y="321"/>
                    <a:pt x="75" y="322"/>
                  </a:cubicBezTo>
                  <a:cubicBezTo>
                    <a:pt x="75" y="322"/>
                    <a:pt x="75" y="322"/>
                    <a:pt x="76" y="322"/>
                  </a:cubicBezTo>
                  <a:cubicBezTo>
                    <a:pt x="77" y="322"/>
                    <a:pt x="84" y="327"/>
                    <a:pt x="89" y="331"/>
                  </a:cubicBezTo>
                  <a:lnTo>
                    <a:pt x="74" y="323"/>
                  </a:lnTo>
                  <a:cubicBezTo>
                    <a:pt x="63" y="316"/>
                    <a:pt x="56" y="312"/>
                    <a:pt x="53" y="312"/>
                  </a:cubicBezTo>
                  <a:cubicBezTo>
                    <a:pt x="52" y="312"/>
                    <a:pt x="51" y="313"/>
                    <a:pt x="51" y="313"/>
                  </a:cubicBezTo>
                  <a:cubicBezTo>
                    <a:pt x="50" y="314"/>
                    <a:pt x="49" y="316"/>
                    <a:pt x="47" y="316"/>
                  </a:cubicBezTo>
                  <a:cubicBezTo>
                    <a:pt x="45" y="316"/>
                    <a:pt x="43" y="315"/>
                    <a:pt x="40" y="313"/>
                  </a:cubicBezTo>
                  <a:lnTo>
                    <a:pt x="40" y="313"/>
                  </a:lnTo>
                  <a:cubicBezTo>
                    <a:pt x="38" y="314"/>
                    <a:pt x="38" y="315"/>
                    <a:pt x="45" y="320"/>
                  </a:cubicBezTo>
                  <a:lnTo>
                    <a:pt x="43" y="321"/>
                  </a:lnTo>
                  <a:cubicBezTo>
                    <a:pt x="40" y="320"/>
                    <a:pt x="38" y="319"/>
                    <a:pt x="37" y="319"/>
                  </a:cubicBezTo>
                  <a:cubicBezTo>
                    <a:pt x="36" y="319"/>
                    <a:pt x="37" y="320"/>
                    <a:pt x="40" y="323"/>
                  </a:cubicBezTo>
                  <a:cubicBezTo>
                    <a:pt x="43" y="326"/>
                    <a:pt x="44" y="327"/>
                    <a:pt x="43" y="327"/>
                  </a:cubicBezTo>
                  <a:cubicBezTo>
                    <a:pt x="42" y="327"/>
                    <a:pt x="39" y="325"/>
                    <a:pt x="39" y="325"/>
                  </a:cubicBezTo>
                  <a:cubicBezTo>
                    <a:pt x="33" y="322"/>
                    <a:pt x="29" y="320"/>
                    <a:pt x="29" y="320"/>
                  </a:cubicBezTo>
                  <a:lnTo>
                    <a:pt x="29" y="320"/>
                  </a:lnTo>
                  <a:cubicBezTo>
                    <a:pt x="28" y="320"/>
                    <a:pt x="33" y="323"/>
                    <a:pt x="45" y="331"/>
                  </a:cubicBezTo>
                  <a:cubicBezTo>
                    <a:pt x="49" y="335"/>
                    <a:pt x="54" y="338"/>
                    <a:pt x="59" y="339"/>
                  </a:cubicBezTo>
                  <a:lnTo>
                    <a:pt x="62" y="338"/>
                  </a:lnTo>
                  <a:lnTo>
                    <a:pt x="66" y="344"/>
                  </a:lnTo>
                  <a:cubicBezTo>
                    <a:pt x="65" y="346"/>
                    <a:pt x="71" y="351"/>
                    <a:pt x="77" y="357"/>
                  </a:cubicBezTo>
                  <a:cubicBezTo>
                    <a:pt x="77" y="357"/>
                    <a:pt x="83" y="361"/>
                    <a:pt x="83" y="362"/>
                  </a:cubicBezTo>
                  <a:cubicBezTo>
                    <a:pt x="83" y="362"/>
                    <a:pt x="76" y="357"/>
                    <a:pt x="70" y="352"/>
                  </a:cubicBezTo>
                  <a:cubicBezTo>
                    <a:pt x="64" y="347"/>
                    <a:pt x="57" y="341"/>
                    <a:pt x="52" y="337"/>
                  </a:cubicBezTo>
                  <a:cubicBezTo>
                    <a:pt x="44" y="331"/>
                    <a:pt x="38" y="328"/>
                    <a:pt x="36" y="328"/>
                  </a:cubicBezTo>
                  <a:cubicBezTo>
                    <a:pt x="35" y="328"/>
                    <a:pt x="37" y="330"/>
                    <a:pt x="43" y="334"/>
                  </a:cubicBezTo>
                  <a:cubicBezTo>
                    <a:pt x="42" y="335"/>
                    <a:pt x="42" y="335"/>
                    <a:pt x="42" y="335"/>
                  </a:cubicBezTo>
                  <a:cubicBezTo>
                    <a:pt x="41" y="335"/>
                    <a:pt x="39" y="334"/>
                    <a:pt x="35" y="331"/>
                  </a:cubicBezTo>
                  <a:cubicBezTo>
                    <a:pt x="32" y="329"/>
                    <a:pt x="30" y="328"/>
                    <a:pt x="30" y="328"/>
                  </a:cubicBezTo>
                  <a:lnTo>
                    <a:pt x="30" y="328"/>
                  </a:lnTo>
                  <a:cubicBezTo>
                    <a:pt x="29" y="328"/>
                    <a:pt x="32" y="331"/>
                    <a:pt x="39" y="338"/>
                  </a:cubicBezTo>
                  <a:cubicBezTo>
                    <a:pt x="46" y="343"/>
                    <a:pt x="49" y="346"/>
                    <a:pt x="48" y="346"/>
                  </a:cubicBezTo>
                  <a:cubicBezTo>
                    <a:pt x="47" y="346"/>
                    <a:pt x="44" y="344"/>
                    <a:pt x="37" y="340"/>
                  </a:cubicBezTo>
                  <a:cubicBezTo>
                    <a:pt x="31" y="336"/>
                    <a:pt x="27" y="334"/>
                    <a:pt x="25" y="334"/>
                  </a:cubicBezTo>
                  <a:cubicBezTo>
                    <a:pt x="23" y="334"/>
                    <a:pt x="23" y="336"/>
                    <a:pt x="27" y="339"/>
                  </a:cubicBezTo>
                  <a:cubicBezTo>
                    <a:pt x="36" y="346"/>
                    <a:pt x="38" y="349"/>
                    <a:pt x="36" y="349"/>
                  </a:cubicBezTo>
                  <a:cubicBezTo>
                    <a:pt x="35" y="349"/>
                    <a:pt x="34" y="348"/>
                    <a:pt x="31" y="347"/>
                  </a:cubicBezTo>
                  <a:cubicBezTo>
                    <a:pt x="29" y="345"/>
                    <a:pt x="27" y="344"/>
                    <a:pt x="26" y="344"/>
                  </a:cubicBezTo>
                  <a:cubicBezTo>
                    <a:pt x="25" y="344"/>
                    <a:pt x="26" y="346"/>
                    <a:pt x="29" y="349"/>
                  </a:cubicBezTo>
                  <a:cubicBezTo>
                    <a:pt x="25" y="346"/>
                    <a:pt x="21" y="344"/>
                    <a:pt x="20" y="344"/>
                  </a:cubicBezTo>
                  <a:cubicBezTo>
                    <a:pt x="19" y="344"/>
                    <a:pt x="19" y="345"/>
                    <a:pt x="21" y="347"/>
                  </a:cubicBezTo>
                  <a:cubicBezTo>
                    <a:pt x="21" y="347"/>
                    <a:pt x="21" y="347"/>
                    <a:pt x="28" y="351"/>
                  </a:cubicBezTo>
                  <a:lnTo>
                    <a:pt x="40" y="362"/>
                  </a:lnTo>
                  <a:cubicBezTo>
                    <a:pt x="45" y="365"/>
                    <a:pt x="51" y="367"/>
                    <a:pt x="54" y="370"/>
                  </a:cubicBezTo>
                  <a:cubicBezTo>
                    <a:pt x="56" y="372"/>
                    <a:pt x="57" y="373"/>
                    <a:pt x="55" y="373"/>
                  </a:cubicBezTo>
                  <a:cubicBezTo>
                    <a:pt x="53" y="373"/>
                    <a:pt x="44" y="369"/>
                    <a:pt x="30" y="361"/>
                  </a:cubicBezTo>
                  <a:lnTo>
                    <a:pt x="16" y="353"/>
                  </a:lnTo>
                  <a:lnTo>
                    <a:pt x="16" y="353"/>
                  </a:lnTo>
                  <a:lnTo>
                    <a:pt x="29" y="362"/>
                  </a:lnTo>
                  <a:cubicBezTo>
                    <a:pt x="29" y="363"/>
                    <a:pt x="29" y="363"/>
                    <a:pt x="29" y="363"/>
                  </a:cubicBezTo>
                  <a:cubicBezTo>
                    <a:pt x="28" y="363"/>
                    <a:pt x="26" y="362"/>
                    <a:pt x="21" y="359"/>
                  </a:cubicBezTo>
                  <a:cubicBezTo>
                    <a:pt x="17" y="356"/>
                    <a:pt x="15" y="355"/>
                    <a:pt x="15" y="355"/>
                  </a:cubicBezTo>
                  <a:cubicBezTo>
                    <a:pt x="15" y="355"/>
                    <a:pt x="15" y="355"/>
                    <a:pt x="15" y="356"/>
                  </a:cubicBezTo>
                  <a:cubicBezTo>
                    <a:pt x="15" y="356"/>
                    <a:pt x="13" y="357"/>
                    <a:pt x="20" y="361"/>
                  </a:cubicBezTo>
                  <a:cubicBezTo>
                    <a:pt x="29" y="367"/>
                    <a:pt x="32" y="369"/>
                    <a:pt x="31" y="369"/>
                  </a:cubicBezTo>
                  <a:cubicBezTo>
                    <a:pt x="31" y="369"/>
                    <a:pt x="30" y="368"/>
                    <a:pt x="27" y="367"/>
                  </a:cubicBezTo>
                  <a:cubicBezTo>
                    <a:pt x="20" y="363"/>
                    <a:pt x="17" y="361"/>
                    <a:pt x="16" y="361"/>
                  </a:cubicBezTo>
                  <a:cubicBezTo>
                    <a:pt x="15" y="361"/>
                    <a:pt x="18" y="364"/>
                    <a:pt x="25" y="369"/>
                  </a:cubicBezTo>
                  <a:cubicBezTo>
                    <a:pt x="31" y="374"/>
                    <a:pt x="35" y="376"/>
                    <a:pt x="35" y="376"/>
                  </a:cubicBezTo>
                  <a:cubicBezTo>
                    <a:pt x="35" y="376"/>
                    <a:pt x="31" y="374"/>
                    <a:pt x="24" y="369"/>
                  </a:cubicBezTo>
                  <a:cubicBezTo>
                    <a:pt x="20" y="366"/>
                    <a:pt x="15" y="364"/>
                    <a:pt x="9" y="362"/>
                  </a:cubicBezTo>
                  <a:lnTo>
                    <a:pt x="9" y="362"/>
                  </a:lnTo>
                  <a:lnTo>
                    <a:pt x="16" y="367"/>
                  </a:lnTo>
                  <a:cubicBezTo>
                    <a:pt x="24" y="372"/>
                    <a:pt x="27" y="375"/>
                    <a:pt x="27" y="375"/>
                  </a:cubicBezTo>
                  <a:cubicBezTo>
                    <a:pt x="26" y="375"/>
                    <a:pt x="24" y="374"/>
                    <a:pt x="21" y="373"/>
                  </a:cubicBezTo>
                  <a:cubicBezTo>
                    <a:pt x="19" y="371"/>
                    <a:pt x="17" y="370"/>
                    <a:pt x="16" y="370"/>
                  </a:cubicBezTo>
                  <a:cubicBezTo>
                    <a:pt x="16" y="370"/>
                    <a:pt x="17" y="371"/>
                    <a:pt x="20" y="375"/>
                  </a:cubicBezTo>
                  <a:cubicBezTo>
                    <a:pt x="20" y="375"/>
                    <a:pt x="19" y="376"/>
                    <a:pt x="18" y="376"/>
                  </a:cubicBezTo>
                  <a:cubicBezTo>
                    <a:pt x="17" y="376"/>
                    <a:pt x="15" y="375"/>
                    <a:pt x="11" y="373"/>
                  </a:cubicBezTo>
                  <a:cubicBezTo>
                    <a:pt x="5" y="368"/>
                    <a:pt x="1" y="366"/>
                    <a:pt x="1" y="366"/>
                  </a:cubicBezTo>
                  <a:lnTo>
                    <a:pt x="1" y="366"/>
                  </a:lnTo>
                  <a:cubicBezTo>
                    <a:pt x="1" y="366"/>
                    <a:pt x="4" y="368"/>
                    <a:pt x="11" y="374"/>
                  </a:cubicBezTo>
                  <a:cubicBezTo>
                    <a:pt x="15" y="376"/>
                    <a:pt x="16" y="377"/>
                    <a:pt x="15" y="377"/>
                  </a:cubicBezTo>
                  <a:cubicBezTo>
                    <a:pt x="14" y="377"/>
                    <a:pt x="12" y="377"/>
                    <a:pt x="9" y="376"/>
                  </a:cubicBezTo>
                  <a:cubicBezTo>
                    <a:pt x="5" y="374"/>
                    <a:pt x="3" y="373"/>
                    <a:pt x="3" y="373"/>
                  </a:cubicBezTo>
                  <a:lnTo>
                    <a:pt x="3" y="373"/>
                  </a:lnTo>
                  <a:cubicBezTo>
                    <a:pt x="3" y="373"/>
                    <a:pt x="4" y="375"/>
                    <a:pt x="8" y="377"/>
                  </a:cubicBezTo>
                  <a:cubicBezTo>
                    <a:pt x="15" y="383"/>
                    <a:pt x="21" y="387"/>
                    <a:pt x="29" y="390"/>
                  </a:cubicBezTo>
                  <a:cubicBezTo>
                    <a:pt x="29" y="390"/>
                    <a:pt x="29" y="390"/>
                    <a:pt x="29" y="390"/>
                  </a:cubicBezTo>
                  <a:cubicBezTo>
                    <a:pt x="30" y="390"/>
                    <a:pt x="31" y="391"/>
                    <a:pt x="36" y="394"/>
                  </a:cubicBezTo>
                  <a:lnTo>
                    <a:pt x="35" y="395"/>
                  </a:lnTo>
                  <a:cubicBezTo>
                    <a:pt x="35" y="396"/>
                    <a:pt x="34" y="396"/>
                    <a:pt x="39" y="403"/>
                  </a:cubicBezTo>
                  <a:cubicBezTo>
                    <a:pt x="44" y="407"/>
                    <a:pt x="53" y="414"/>
                    <a:pt x="55" y="414"/>
                  </a:cubicBezTo>
                  <a:cubicBezTo>
                    <a:pt x="55" y="414"/>
                    <a:pt x="55" y="413"/>
                    <a:pt x="54" y="412"/>
                  </a:cubicBezTo>
                  <a:lnTo>
                    <a:pt x="54" y="412"/>
                  </a:lnTo>
                  <a:lnTo>
                    <a:pt x="61" y="415"/>
                  </a:lnTo>
                  <a:cubicBezTo>
                    <a:pt x="71" y="421"/>
                    <a:pt x="76" y="424"/>
                    <a:pt x="77" y="424"/>
                  </a:cubicBezTo>
                  <a:cubicBezTo>
                    <a:pt x="78" y="424"/>
                    <a:pt x="73" y="421"/>
                    <a:pt x="62" y="414"/>
                  </a:cubicBezTo>
                  <a:cubicBezTo>
                    <a:pt x="50" y="406"/>
                    <a:pt x="45" y="403"/>
                    <a:pt x="46" y="403"/>
                  </a:cubicBezTo>
                  <a:lnTo>
                    <a:pt x="46" y="403"/>
                  </a:lnTo>
                  <a:cubicBezTo>
                    <a:pt x="46" y="403"/>
                    <a:pt x="50" y="405"/>
                    <a:pt x="56" y="408"/>
                  </a:cubicBezTo>
                  <a:cubicBezTo>
                    <a:pt x="67" y="416"/>
                    <a:pt x="69" y="416"/>
                    <a:pt x="70" y="416"/>
                  </a:cubicBezTo>
                  <a:cubicBezTo>
                    <a:pt x="70" y="416"/>
                    <a:pt x="70" y="416"/>
                    <a:pt x="71" y="416"/>
                  </a:cubicBezTo>
                  <a:cubicBezTo>
                    <a:pt x="71" y="416"/>
                    <a:pt x="71" y="416"/>
                    <a:pt x="71" y="416"/>
                  </a:cubicBezTo>
                  <a:cubicBezTo>
                    <a:pt x="72" y="416"/>
                    <a:pt x="73" y="417"/>
                    <a:pt x="79" y="420"/>
                  </a:cubicBezTo>
                  <a:cubicBezTo>
                    <a:pt x="82" y="423"/>
                    <a:pt x="88" y="425"/>
                    <a:pt x="93" y="427"/>
                  </a:cubicBezTo>
                  <a:cubicBezTo>
                    <a:pt x="93" y="426"/>
                    <a:pt x="93" y="426"/>
                    <a:pt x="86" y="422"/>
                  </a:cubicBezTo>
                  <a:cubicBezTo>
                    <a:pt x="83" y="420"/>
                    <a:pt x="82" y="419"/>
                    <a:pt x="82" y="419"/>
                  </a:cubicBezTo>
                  <a:lnTo>
                    <a:pt x="82" y="419"/>
                  </a:lnTo>
                  <a:cubicBezTo>
                    <a:pt x="83" y="419"/>
                    <a:pt x="87" y="421"/>
                    <a:pt x="94" y="425"/>
                  </a:cubicBezTo>
                  <a:cubicBezTo>
                    <a:pt x="97" y="427"/>
                    <a:pt x="99" y="427"/>
                    <a:pt x="100" y="427"/>
                  </a:cubicBezTo>
                  <a:cubicBezTo>
                    <a:pt x="100" y="427"/>
                    <a:pt x="97" y="425"/>
                    <a:pt x="89" y="420"/>
                  </a:cubicBezTo>
                  <a:cubicBezTo>
                    <a:pt x="81" y="415"/>
                    <a:pt x="78" y="412"/>
                    <a:pt x="78" y="412"/>
                  </a:cubicBezTo>
                  <a:lnTo>
                    <a:pt x="78" y="412"/>
                  </a:lnTo>
                  <a:cubicBezTo>
                    <a:pt x="79" y="412"/>
                    <a:pt x="83" y="414"/>
                    <a:pt x="90" y="419"/>
                  </a:cubicBezTo>
                  <a:lnTo>
                    <a:pt x="91" y="416"/>
                  </a:lnTo>
                  <a:cubicBezTo>
                    <a:pt x="86" y="413"/>
                    <a:pt x="83" y="410"/>
                    <a:pt x="77" y="407"/>
                  </a:cubicBezTo>
                  <a:cubicBezTo>
                    <a:pt x="69" y="401"/>
                    <a:pt x="66" y="399"/>
                    <a:pt x="67" y="399"/>
                  </a:cubicBezTo>
                  <a:lnTo>
                    <a:pt x="67" y="399"/>
                  </a:lnTo>
                  <a:cubicBezTo>
                    <a:pt x="67" y="399"/>
                    <a:pt x="69" y="400"/>
                    <a:pt x="72" y="402"/>
                  </a:cubicBezTo>
                  <a:cubicBezTo>
                    <a:pt x="79" y="405"/>
                    <a:pt x="85" y="410"/>
                    <a:pt x="85" y="410"/>
                  </a:cubicBezTo>
                  <a:cubicBezTo>
                    <a:pt x="89" y="413"/>
                    <a:pt x="91" y="414"/>
                    <a:pt x="92" y="414"/>
                  </a:cubicBezTo>
                  <a:cubicBezTo>
                    <a:pt x="93" y="414"/>
                    <a:pt x="93" y="413"/>
                    <a:pt x="93" y="413"/>
                  </a:cubicBezTo>
                  <a:cubicBezTo>
                    <a:pt x="94" y="413"/>
                    <a:pt x="95" y="411"/>
                    <a:pt x="89" y="406"/>
                  </a:cubicBezTo>
                  <a:lnTo>
                    <a:pt x="89" y="406"/>
                  </a:lnTo>
                  <a:lnTo>
                    <a:pt x="95" y="411"/>
                  </a:lnTo>
                  <a:cubicBezTo>
                    <a:pt x="95" y="411"/>
                    <a:pt x="96" y="410"/>
                    <a:pt x="96" y="410"/>
                  </a:cubicBezTo>
                  <a:cubicBezTo>
                    <a:pt x="97" y="410"/>
                    <a:pt x="100" y="411"/>
                    <a:pt x="104" y="413"/>
                  </a:cubicBezTo>
                  <a:cubicBezTo>
                    <a:pt x="105" y="413"/>
                    <a:pt x="106" y="414"/>
                    <a:pt x="106" y="414"/>
                  </a:cubicBezTo>
                  <a:cubicBezTo>
                    <a:pt x="109" y="414"/>
                    <a:pt x="98" y="404"/>
                    <a:pt x="85" y="398"/>
                  </a:cubicBezTo>
                  <a:cubicBezTo>
                    <a:pt x="84" y="398"/>
                    <a:pt x="84" y="398"/>
                    <a:pt x="85" y="397"/>
                  </a:cubicBezTo>
                  <a:cubicBezTo>
                    <a:pt x="86" y="396"/>
                    <a:pt x="80" y="392"/>
                    <a:pt x="80" y="392"/>
                  </a:cubicBezTo>
                  <a:cubicBezTo>
                    <a:pt x="73" y="387"/>
                    <a:pt x="73" y="386"/>
                    <a:pt x="74" y="386"/>
                  </a:cubicBezTo>
                  <a:lnTo>
                    <a:pt x="74" y="386"/>
                  </a:lnTo>
                  <a:lnTo>
                    <a:pt x="88" y="395"/>
                  </a:lnTo>
                  <a:cubicBezTo>
                    <a:pt x="98" y="403"/>
                    <a:pt x="105" y="408"/>
                    <a:pt x="106" y="408"/>
                  </a:cubicBezTo>
                  <a:cubicBezTo>
                    <a:pt x="107" y="408"/>
                    <a:pt x="104" y="405"/>
                    <a:pt x="95" y="398"/>
                  </a:cubicBezTo>
                  <a:lnTo>
                    <a:pt x="95" y="398"/>
                  </a:lnTo>
                  <a:lnTo>
                    <a:pt x="102" y="403"/>
                  </a:lnTo>
                  <a:cubicBezTo>
                    <a:pt x="105" y="405"/>
                    <a:pt x="106" y="406"/>
                    <a:pt x="107" y="406"/>
                  </a:cubicBezTo>
                  <a:cubicBezTo>
                    <a:pt x="107" y="406"/>
                    <a:pt x="106" y="404"/>
                    <a:pt x="103" y="401"/>
                  </a:cubicBezTo>
                  <a:cubicBezTo>
                    <a:pt x="98" y="395"/>
                    <a:pt x="91" y="390"/>
                    <a:pt x="84" y="385"/>
                  </a:cubicBezTo>
                  <a:cubicBezTo>
                    <a:pt x="77" y="380"/>
                    <a:pt x="79" y="380"/>
                    <a:pt x="79" y="380"/>
                  </a:cubicBezTo>
                  <a:cubicBezTo>
                    <a:pt x="79" y="380"/>
                    <a:pt x="79" y="380"/>
                    <a:pt x="79" y="380"/>
                  </a:cubicBezTo>
                  <a:cubicBezTo>
                    <a:pt x="79" y="380"/>
                    <a:pt x="81" y="381"/>
                    <a:pt x="85" y="384"/>
                  </a:cubicBezTo>
                  <a:cubicBezTo>
                    <a:pt x="91" y="388"/>
                    <a:pt x="95" y="391"/>
                    <a:pt x="96" y="391"/>
                  </a:cubicBezTo>
                  <a:cubicBezTo>
                    <a:pt x="97" y="391"/>
                    <a:pt x="94" y="388"/>
                    <a:pt x="88" y="381"/>
                  </a:cubicBezTo>
                  <a:lnTo>
                    <a:pt x="88" y="381"/>
                  </a:lnTo>
                  <a:lnTo>
                    <a:pt x="94" y="387"/>
                  </a:lnTo>
                  <a:cubicBezTo>
                    <a:pt x="98" y="390"/>
                    <a:pt x="102" y="392"/>
                    <a:pt x="104" y="392"/>
                  </a:cubicBezTo>
                  <a:cubicBezTo>
                    <a:pt x="105" y="392"/>
                    <a:pt x="105" y="391"/>
                    <a:pt x="103" y="387"/>
                  </a:cubicBezTo>
                  <a:cubicBezTo>
                    <a:pt x="105" y="386"/>
                    <a:pt x="106" y="385"/>
                    <a:pt x="108" y="385"/>
                  </a:cubicBezTo>
                  <a:cubicBezTo>
                    <a:pt x="109" y="385"/>
                    <a:pt x="111" y="386"/>
                    <a:pt x="114" y="388"/>
                  </a:cubicBezTo>
                  <a:cubicBezTo>
                    <a:pt x="115" y="389"/>
                    <a:pt x="116" y="389"/>
                    <a:pt x="116" y="389"/>
                  </a:cubicBezTo>
                  <a:cubicBezTo>
                    <a:pt x="118" y="389"/>
                    <a:pt x="108" y="379"/>
                    <a:pt x="99" y="369"/>
                  </a:cubicBezTo>
                  <a:lnTo>
                    <a:pt x="99" y="369"/>
                  </a:lnTo>
                  <a:cubicBezTo>
                    <a:pt x="103" y="372"/>
                    <a:pt x="104" y="373"/>
                    <a:pt x="105" y="373"/>
                  </a:cubicBezTo>
                  <a:cubicBezTo>
                    <a:pt x="106" y="373"/>
                    <a:pt x="106" y="373"/>
                    <a:pt x="107" y="373"/>
                  </a:cubicBezTo>
                  <a:cubicBezTo>
                    <a:pt x="107" y="372"/>
                    <a:pt x="108" y="371"/>
                    <a:pt x="109" y="371"/>
                  </a:cubicBezTo>
                  <a:cubicBezTo>
                    <a:pt x="110" y="371"/>
                    <a:pt x="111" y="372"/>
                    <a:pt x="116" y="376"/>
                  </a:cubicBezTo>
                  <a:cubicBezTo>
                    <a:pt x="121" y="381"/>
                    <a:pt x="124" y="383"/>
                    <a:pt x="124" y="383"/>
                  </a:cubicBezTo>
                  <a:cubicBezTo>
                    <a:pt x="124" y="383"/>
                    <a:pt x="121" y="381"/>
                    <a:pt x="116" y="375"/>
                  </a:cubicBezTo>
                  <a:cubicBezTo>
                    <a:pt x="110" y="370"/>
                    <a:pt x="109" y="368"/>
                    <a:pt x="110" y="368"/>
                  </a:cubicBezTo>
                  <a:cubicBezTo>
                    <a:pt x="111" y="368"/>
                    <a:pt x="117" y="371"/>
                    <a:pt x="125" y="377"/>
                  </a:cubicBezTo>
                  <a:cubicBezTo>
                    <a:pt x="128" y="380"/>
                    <a:pt x="130" y="381"/>
                    <a:pt x="131" y="381"/>
                  </a:cubicBezTo>
                  <a:cubicBezTo>
                    <a:pt x="131" y="381"/>
                    <a:pt x="132" y="381"/>
                    <a:pt x="132" y="380"/>
                  </a:cubicBezTo>
                  <a:cubicBezTo>
                    <a:pt x="127" y="375"/>
                    <a:pt x="128" y="374"/>
                    <a:pt x="129" y="373"/>
                  </a:cubicBezTo>
                  <a:cubicBezTo>
                    <a:pt x="131" y="370"/>
                    <a:pt x="131" y="370"/>
                    <a:pt x="118" y="360"/>
                  </a:cubicBezTo>
                  <a:cubicBezTo>
                    <a:pt x="105" y="350"/>
                    <a:pt x="107" y="349"/>
                    <a:pt x="108" y="348"/>
                  </a:cubicBezTo>
                  <a:cubicBezTo>
                    <a:pt x="108" y="347"/>
                    <a:pt x="108" y="347"/>
                    <a:pt x="108" y="347"/>
                  </a:cubicBezTo>
                  <a:cubicBezTo>
                    <a:pt x="109" y="347"/>
                    <a:pt x="111" y="348"/>
                    <a:pt x="114" y="351"/>
                  </a:cubicBezTo>
                  <a:cubicBezTo>
                    <a:pt x="114" y="351"/>
                    <a:pt x="121" y="356"/>
                    <a:pt x="122" y="356"/>
                  </a:cubicBezTo>
                  <a:cubicBezTo>
                    <a:pt x="123" y="355"/>
                    <a:pt x="123" y="355"/>
                    <a:pt x="123" y="355"/>
                  </a:cubicBezTo>
                  <a:cubicBezTo>
                    <a:pt x="124" y="355"/>
                    <a:pt x="126" y="356"/>
                    <a:pt x="130" y="359"/>
                  </a:cubicBezTo>
                  <a:cubicBezTo>
                    <a:pt x="130" y="359"/>
                    <a:pt x="135" y="363"/>
                    <a:pt x="137" y="363"/>
                  </a:cubicBezTo>
                  <a:cubicBezTo>
                    <a:pt x="138" y="363"/>
                    <a:pt x="138" y="363"/>
                    <a:pt x="138" y="362"/>
                  </a:cubicBezTo>
                  <a:cubicBezTo>
                    <a:pt x="138" y="362"/>
                    <a:pt x="139" y="362"/>
                    <a:pt x="140" y="362"/>
                  </a:cubicBezTo>
                  <a:cubicBezTo>
                    <a:pt x="141" y="362"/>
                    <a:pt x="143" y="362"/>
                    <a:pt x="146" y="366"/>
                  </a:cubicBezTo>
                  <a:cubicBezTo>
                    <a:pt x="147" y="365"/>
                    <a:pt x="147" y="365"/>
                    <a:pt x="140" y="360"/>
                  </a:cubicBezTo>
                  <a:cubicBezTo>
                    <a:pt x="136" y="355"/>
                    <a:pt x="131" y="351"/>
                    <a:pt x="135" y="351"/>
                  </a:cubicBezTo>
                  <a:cubicBezTo>
                    <a:pt x="136" y="351"/>
                    <a:pt x="137" y="351"/>
                    <a:pt x="138" y="351"/>
                  </a:cubicBezTo>
                  <a:cubicBezTo>
                    <a:pt x="139" y="350"/>
                    <a:pt x="140" y="348"/>
                    <a:pt x="135" y="343"/>
                  </a:cubicBezTo>
                  <a:cubicBezTo>
                    <a:pt x="135" y="343"/>
                    <a:pt x="135" y="343"/>
                    <a:pt x="136" y="343"/>
                  </a:cubicBezTo>
                  <a:cubicBezTo>
                    <a:pt x="136" y="343"/>
                    <a:pt x="138" y="344"/>
                    <a:pt x="141" y="348"/>
                  </a:cubicBezTo>
                  <a:cubicBezTo>
                    <a:pt x="147" y="353"/>
                    <a:pt x="150" y="356"/>
                    <a:pt x="151" y="356"/>
                  </a:cubicBezTo>
                  <a:cubicBezTo>
                    <a:pt x="152" y="356"/>
                    <a:pt x="150" y="352"/>
                    <a:pt x="144" y="346"/>
                  </a:cubicBezTo>
                  <a:cubicBezTo>
                    <a:pt x="141" y="343"/>
                    <a:pt x="139" y="341"/>
                    <a:pt x="140" y="341"/>
                  </a:cubicBezTo>
                  <a:lnTo>
                    <a:pt x="140" y="341"/>
                  </a:lnTo>
                  <a:cubicBezTo>
                    <a:pt x="140" y="341"/>
                    <a:pt x="142" y="342"/>
                    <a:pt x="145" y="344"/>
                  </a:cubicBezTo>
                  <a:cubicBezTo>
                    <a:pt x="145" y="344"/>
                    <a:pt x="146" y="343"/>
                    <a:pt x="140" y="338"/>
                  </a:cubicBezTo>
                  <a:cubicBezTo>
                    <a:pt x="137" y="334"/>
                    <a:pt x="136" y="332"/>
                    <a:pt x="136" y="332"/>
                  </a:cubicBezTo>
                  <a:lnTo>
                    <a:pt x="136" y="332"/>
                  </a:lnTo>
                  <a:cubicBezTo>
                    <a:pt x="137" y="332"/>
                    <a:pt x="139" y="333"/>
                    <a:pt x="142" y="335"/>
                  </a:cubicBezTo>
                  <a:cubicBezTo>
                    <a:pt x="146" y="339"/>
                    <a:pt x="148" y="341"/>
                    <a:pt x="149" y="341"/>
                  </a:cubicBezTo>
                  <a:cubicBezTo>
                    <a:pt x="149" y="341"/>
                    <a:pt x="149" y="340"/>
                    <a:pt x="149" y="340"/>
                  </a:cubicBezTo>
                  <a:cubicBezTo>
                    <a:pt x="146" y="335"/>
                    <a:pt x="149" y="330"/>
                    <a:pt x="153" y="330"/>
                  </a:cubicBezTo>
                  <a:cubicBezTo>
                    <a:pt x="155" y="330"/>
                    <a:pt x="156" y="331"/>
                    <a:pt x="158" y="332"/>
                  </a:cubicBezTo>
                  <a:cubicBezTo>
                    <a:pt x="153" y="325"/>
                    <a:pt x="153" y="325"/>
                    <a:pt x="154" y="325"/>
                  </a:cubicBezTo>
                  <a:cubicBezTo>
                    <a:pt x="158" y="329"/>
                    <a:pt x="160" y="331"/>
                    <a:pt x="161" y="331"/>
                  </a:cubicBezTo>
                  <a:cubicBezTo>
                    <a:pt x="161" y="331"/>
                    <a:pt x="156" y="325"/>
                    <a:pt x="149" y="318"/>
                  </a:cubicBezTo>
                  <a:lnTo>
                    <a:pt x="148" y="319"/>
                  </a:lnTo>
                  <a:lnTo>
                    <a:pt x="148" y="320"/>
                  </a:lnTo>
                  <a:cubicBezTo>
                    <a:pt x="142" y="314"/>
                    <a:pt x="140" y="311"/>
                    <a:pt x="141" y="311"/>
                  </a:cubicBezTo>
                  <a:cubicBezTo>
                    <a:pt x="142" y="311"/>
                    <a:pt x="147" y="315"/>
                    <a:pt x="156" y="323"/>
                  </a:cubicBezTo>
                  <a:cubicBezTo>
                    <a:pt x="162" y="328"/>
                    <a:pt x="165" y="331"/>
                    <a:pt x="165" y="331"/>
                  </a:cubicBezTo>
                  <a:cubicBezTo>
                    <a:pt x="165" y="331"/>
                    <a:pt x="163" y="328"/>
                    <a:pt x="157" y="322"/>
                  </a:cubicBezTo>
                  <a:cubicBezTo>
                    <a:pt x="151" y="316"/>
                    <a:pt x="149" y="312"/>
                    <a:pt x="149" y="312"/>
                  </a:cubicBezTo>
                  <a:lnTo>
                    <a:pt x="149" y="312"/>
                  </a:lnTo>
                  <a:cubicBezTo>
                    <a:pt x="150" y="312"/>
                    <a:pt x="153" y="315"/>
                    <a:pt x="159" y="320"/>
                  </a:cubicBezTo>
                  <a:cubicBezTo>
                    <a:pt x="146" y="305"/>
                    <a:pt x="140" y="297"/>
                    <a:pt x="141" y="297"/>
                  </a:cubicBezTo>
                  <a:lnTo>
                    <a:pt x="141" y="297"/>
                  </a:lnTo>
                  <a:cubicBezTo>
                    <a:pt x="142" y="297"/>
                    <a:pt x="147" y="301"/>
                    <a:pt x="157" y="311"/>
                  </a:cubicBezTo>
                  <a:cubicBezTo>
                    <a:pt x="167" y="321"/>
                    <a:pt x="174" y="327"/>
                    <a:pt x="176" y="327"/>
                  </a:cubicBezTo>
                  <a:cubicBezTo>
                    <a:pt x="176" y="327"/>
                    <a:pt x="176" y="327"/>
                    <a:pt x="176" y="327"/>
                  </a:cubicBezTo>
                  <a:cubicBezTo>
                    <a:pt x="176" y="327"/>
                    <a:pt x="171" y="321"/>
                    <a:pt x="165" y="315"/>
                  </a:cubicBezTo>
                  <a:cubicBezTo>
                    <a:pt x="158" y="309"/>
                    <a:pt x="156" y="306"/>
                    <a:pt x="156" y="306"/>
                  </a:cubicBezTo>
                  <a:lnTo>
                    <a:pt x="156" y="306"/>
                  </a:lnTo>
                  <a:cubicBezTo>
                    <a:pt x="157" y="306"/>
                    <a:pt x="160" y="309"/>
                    <a:pt x="166" y="314"/>
                  </a:cubicBezTo>
                  <a:cubicBezTo>
                    <a:pt x="176" y="322"/>
                    <a:pt x="181" y="326"/>
                    <a:pt x="182" y="326"/>
                  </a:cubicBezTo>
                  <a:cubicBezTo>
                    <a:pt x="184" y="326"/>
                    <a:pt x="182" y="322"/>
                    <a:pt x="177" y="315"/>
                  </a:cubicBezTo>
                  <a:cubicBezTo>
                    <a:pt x="172" y="308"/>
                    <a:pt x="171" y="304"/>
                    <a:pt x="172" y="304"/>
                  </a:cubicBezTo>
                  <a:lnTo>
                    <a:pt x="172" y="304"/>
                  </a:lnTo>
                  <a:cubicBezTo>
                    <a:pt x="173" y="304"/>
                    <a:pt x="175" y="307"/>
                    <a:pt x="180" y="313"/>
                  </a:cubicBezTo>
                  <a:cubicBezTo>
                    <a:pt x="185" y="320"/>
                    <a:pt x="188" y="323"/>
                    <a:pt x="188" y="323"/>
                  </a:cubicBezTo>
                  <a:cubicBezTo>
                    <a:pt x="188" y="323"/>
                    <a:pt x="187" y="322"/>
                    <a:pt x="185" y="319"/>
                  </a:cubicBezTo>
                  <a:lnTo>
                    <a:pt x="188" y="316"/>
                  </a:lnTo>
                  <a:cubicBezTo>
                    <a:pt x="186" y="311"/>
                    <a:pt x="183" y="307"/>
                    <a:pt x="178" y="303"/>
                  </a:cubicBezTo>
                  <a:lnTo>
                    <a:pt x="178" y="303"/>
                  </a:lnTo>
                  <a:cubicBezTo>
                    <a:pt x="186" y="310"/>
                    <a:pt x="191" y="314"/>
                    <a:pt x="192" y="314"/>
                  </a:cubicBezTo>
                  <a:cubicBezTo>
                    <a:pt x="193" y="314"/>
                    <a:pt x="192" y="312"/>
                    <a:pt x="187" y="306"/>
                  </a:cubicBezTo>
                  <a:lnTo>
                    <a:pt x="190" y="305"/>
                  </a:lnTo>
                  <a:cubicBezTo>
                    <a:pt x="190" y="305"/>
                    <a:pt x="190" y="305"/>
                    <a:pt x="185" y="298"/>
                  </a:cubicBezTo>
                  <a:cubicBezTo>
                    <a:pt x="184" y="296"/>
                    <a:pt x="183" y="295"/>
                    <a:pt x="184" y="295"/>
                  </a:cubicBezTo>
                  <a:lnTo>
                    <a:pt x="184" y="295"/>
                  </a:lnTo>
                  <a:cubicBezTo>
                    <a:pt x="184" y="295"/>
                    <a:pt x="188" y="299"/>
                    <a:pt x="193" y="303"/>
                  </a:cubicBezTo>
                  <a:cubicBezTo>
                    <a:pt x="197" y="307"/>
                    <a:pt x="201" y="310"/>
                    <a:pt x="202" y="310"/>
                  </a:cubicBezTo>
                  <a:cubicBezTo>
                    <a:pt x="202" y="310"/>
                    <a:pt x="202" y="309"/>
                    <a:pt x="200" y="307"/>
                  </a:cubicBezTo>
                  <a:cubicBezTo>
                    <a:pt x="194" y="302"/>
                    <a:pt x="190" y="295"/>
                    <a:pt x="185" y="288"/>
                  </a:cubicBezTo>
                  <a:cubicBezTo>
                    <a:pt x="184" y="286"/>
                    <a:pt x="183" y="285"/>
                    <a:pt x="184" y="285"/>
                  </a:cubicBezTo>
                  <a:lnTo>
                    <a:pt x="184" y="285"/>
                  </a:lnTo>
                  <a:cubicBezTo>
                    <a:pt x="184" y="285"/>
                    <a:pt x="188" y="289"/>
                    <a:pt x="191" y="293"/>
                  </a:cubicBezTo>
                  <a:cubicBezTo>
                    <a:pt x="194" y="297"/>
                    <a:pt x="199" y="302"/>
                    <a:pt x="203" y="304"/>
                  </a:cubicBezTo>
                  <a:cubicBezTo>
                    <a:pt x="204" y="304"/>
                    <a:pt x="205" y="303"/>
                    <a:pt x="200" y="296"/>
                  </a:cubicBezTo>
                  <a:cubicBezTo>
                    <a:pt x="196" y="293"/>
                    <a:pt x="197" y="290"/>
                    <a:pt x="199" y="290"/>
                  </a:cubicBezTo>
                  <a:cubicBezTo>
                    <a:pt x="200" y="290"/>
                    <a:pt x="202" y="291"/>
                    <a:pt x="204" y="293"/>
                  </a:cubicBezTo>
                  <a:lnTo>
                    <a:pt x="206" y="292"/>
                  </a:lnTo>
                  <a:cubicBezTo>
                    <a:pt x="206" y="292"/>
                    <a:pt x="202" y="285"/>
                    <a:pt x="203" y="284"/>
                  </a:cubicBezTo>
                  <a:cubicBezTo>
                    <a:pt x="203" y="284"/>
                    <a:pt x="203" y="284"/>
                    <a:pt x="199" y="277"/>
                  </a:cubicBezTo>
                  <a:cubicBezTo>
                    <a:pt x="199" y="277"/>
                    <a:pt x="199" y="277"/>
                    <a:pt x="199" y="277"/>
                  </a:cubicBezTo>
                  <a:cubicBezTo>
                    <a:pt x="200" y="277"/>
                    <a:pt x="201" y="278"/>
                    <a:pt x="205" y="283"/>
                  </a:cubicBezTo>
                  <a:cubicBezTo>
                    <a:pt x="200" y="276"/>
                    <a:pt x="198" y="273"/>
                    <a:pt x="198" y="273"/>
                  </a:cubicBezTo>
                  <a:lnTo>
                    <a:pt x="198" y="273"/>
                  </a:lnTo>
                  <a:cubicBezTo>
                    <a:pt x="198" y="273"/>
                    <a:pt x="201" y="276"/>
                    <a:pt x="206" y="282"/>
                  </a:cubicBezTo>
                  <a:cubicBezTo>
                    <a:pt x="212" y="288"/>
                    <a:pt x="215" y="291"/>
                    <a:pt x="215" y="291"/>
                  </a:cubicBezTo>
                  <a:cubicBezTo>
                    <a:pt x="215" y="291"/>
                    <a:pt x="213" y="287"/>
                    <a:pt x="208" y="281"/>
                  </a:cubicBezTo>
                  <a:cubicBezTo>
                    <a:pt x="205" y="277"/>
                    <a:pt x="204" y="275"/>
                    <a:pt x="204" y="275"/>
                  </a:cubicBezTo>
                  <a:lnTo>
                    <a:pt x="204" y="275"/>
                  </a:lnTo>
                  <a:cubicBezTo>
                    <a:pt x="205" y="275"/>
                    <a:pt x="206" y="277"/>
                    <a:pt x="209" y="279"/>
                  </a:cubicBezTo>
                  <a:cubicBezTo>
                    <a:pt x="211" y="283"/>
                    <a:pt x="213" y="284"/>
                    <a:pt x="213" y="284"/>
                  </a:cubicBezTo>
                  <a:cubicBezTo>
                    <a:pt x="214" y="284"/>
                    <a:pt x="213" y="282"/>
                    <a:pt x="210" y="279"/>
                  </a:cubicBezTo>
                  <a:cubicBezTo>
                    <a:pt x="203" y="271"/>
                    <a:pt x="200" y="265"/>
                    <a:pt x="201" y="265"/>
                  </a:cubicBezTo>
                  <a:lnTo>
                    <a:pt x="201" y="265"/>
                  </a:lnTo>
                  <a:cubicBezTo>
                    <a:pt x="202" y="265"/>
                    <a:pt x="204" y="267"/>
                    <a:pt x="208" y="272"/>
                  </a:cubicBezTo>
                  <a:cubicBezTo>
                    <a:pt x="208" y="272"/>
                    <a:pt x="208" y="270"/>
                    <a:pt x="203" y="264"/>
                  </a:cubicBezTo>
                  <a:cubicBezTo>
                    <a:pt x="199" y="257"/>
                    <a:pt x="196" y="254"/>
                    <a:pt x="196" y="254"/>
                  </a:cubicBezTo>
                  <a:lnTo>
                    <a:pt x="196" y="254"/>
                  </a:lnTo>
                  <a:cubicBezTo>
                    <a:pt x="197" y="254"/>
                    <a:pt x="199" y="257"/>
                    <a:pt x="204" y="264"/>
                  </a:cubicBezTo>
                  <a:cubicBezTo>
                    <a:pt x="210" y="269"/>
                    <a:pt x="213" y="272"/>
                    <a:pt x="213" y="272"/>
                  </a:cubicBezTo>
                  <a:cubicBezTo>
                    <a:pt x="214" y="272"/>
                    <a:pt x="212" y="268"/>
                    <a:pt x="206" y="261"/>
                  </a:cubicBezTo>
                  <a:cubicBezTo>
                    <a:pt x="206" y="261"/>
                    <a:pt x="204" y="258"/>
                    <a:pt x="205" y="258"/>
                  </a:cubicBezTo>
                  <a:lnTo>
                    <a:pt x="205" y="258"/>
                  </a:lnTo>
                  <a:cubicBezTo>
                    <a:pt x="205" y="258"/>
                    <a:pt x="206" y="259"/>
                    <a:pt x="208" y="260"/>
                  </a:cubicBezTo>
                  <a:cubicBezTo>
                    <a:pt x="211" y="263"/>
                    <a:pt x="215" y="265"/>
                    <a:pt x="217" y="265"/>
                  </a:cubicBezTo>
                  <a:cubicBezTo>
                    <a:pt x="219" y="265"/>
                    <a:pt x="219" y="263"/>
                    <a:pt x="213" y="257"/>
                  </a:cubicBezTo>
                  <a:lnTo>
                    <a:pt x="214" y="256"/>
                  </a:lnTo>
                  <a:cubicBezTo>
                    <a:pt x="217" y="258"/>
                    <a:pt x="219" y="259"/>
                    <a:pt x="220" y="259"/>
                  </a:cubicBezTo>
                  <a:cubicBezTo>
                    <a:pt x="220" y="259"/>
                    <a:pt x="220" y="257"/>
                    <a:pt x="218" y="254"/>
                  </a:cubicBezTo>
                  <a:lnTo>
                    <a:pt x="213" y="247"/>
                  </a:lnTo>
                  <a:lnTo>
                    <a:pt x="213" y="247"/>
                  </a:lnTo>
                  <a:cubicBezTo>
                    <a:pt x="218" y="254"/>
                    <a:pt x="223" y="259"/>
                    <a:pt x="224" y="259"/>
                  </a:cubicBezTo>
                  <a:cubicBezTo>
                    <a:pt x="226" y="258"/>
                    <a:pt x="226" y="258"/>
                    <a:pt x="220" y="251"/>
                  </a:cubicBezTo>
                  <a:cubicBezTo>
                    <a:pt x="214" y="246"/>
                    <a:pt x="215" y="246"/>
                    <a:pt x="215" y="245"/>
                  </a:cubicBezTo>
                  <a:lnTo>
                    <a:pt x="215" y="245"/>
                  </a:lnTo>
                  <a:cubicBezTo>
                    <a:pt x="217" y="245"/>
                    <a:pt x="222" y="250"/>
                    <a:pt x="227" y="257"/>
                  </a:cubicBezTo>
                  <a:lnTo>
                    <a:pt x="228" y="256"/>
                  </a:lnTo>
                  <a:cubicBezTo>
                    <a:pt x="222" y="248"/>
                    <a:pt x="220" y="245"/>
                    <a:pt x="220" y="245"/>
                  </a:cubicBezTo>
                  <a:lnTo>
                    <a:pt x="220" y="245"/>
                  </a:lnTo>
                  <a:cubicBezTo>
                    <a:pt x="220" y="245"/>
                    <a:pt x="221" y="246"/>
                    <a:pt x="223" y="249"/>
                  </a:cubicBezTo>
                  <a:cubicBezTo>
                    <a:pt x="229" y="255"/>
                    <a:pt x="230" y="255"/>
                    <a:pt x="231" y="255"/>
                  </a:cubicBezTo>
                  <a:cubicBezTo>
                    <a:pt x="229" y="252"/>
                    <a:pt x="229" y="251"/>
                    <a:pt x="229" y="251"/>
                  </a:cubicBezTo>
                  <a:lnTo>
                    <a:pt x="229" y="251"/>
                  </a:lnTo>
                  <a:cubicBezTo>
                    <a:pt x="229" y="251"/>
                    <a:pt x="231" y="254"/>
                    <a:pt x="231" y="255"/>
                  </a:cubicBezTo>
                  <a:lnTo>
                    <a:pt x="236" y="260"/>
                  </a:lnTo>
                  <a:cubicBezTo>
                    <a:pt x="237" y="262"/>
                    <a:pt x="238" y="263"/>
                    <a:pt x="238" y="263"/>
                  </a:cubicBezTo>
                  <a:cubicBezTo>
                    <a:pt x="238" y="263"/>
                    <a:pt x="235" y="258"/>
                    <a:pt x="231" y="254"/>
                  </a:cubicBezTo>
                  <a:cubicBezTo>
                    <a:pt x="231" y="254"/>
                    <a:pt x="232" y="254"/>
                    <a:pt x="233" y="252"/>
                  </a:cubicBezTo>
                  <a:cubicBezTo>
                    <a:pt x="233" y="252"/>
                    <a:pt x="234" y="252"/>
                    <a:pt x="229" y="246"/>
                  </a:cubicBezTo>
                  <a:cubicBezTo>
                    <a:pt x="226" y="242"/>
                    <a:pt x="222" y="238"/>
                    <a:pt x="220" y="232"/>
                  </a:cubicBezTo>
                  <a:lnTo>
                    <a:pt x="220" y="232"/>
                  </a:lnTo>
                  <a:cubicBezTo>
                    <a:pt x="222" y="237"/>
                    <a:pt x="227" y="241"/>
                    <a:pt x="230" y="245"/>
                  </a:cubicBezTo>
                  <a:cubicBezTo>
                    <a:pt x="231" y="245"/>
                    <a:pt x="236" y="251"/>
                    <a:pt x="236" y="251"/>
                  </a:cubicBezTo>
                  <a:cubicBezTo>
                    <a:pt x="239" y="256"/>
                    <a:pt x="241" y="258"/>
                    <a:pt x="242" y="258"/>
                  </a:cubicBezTo>
                  <a:cubicBezTo>
                    <a:pt x="243" y="258"/>
                    <a:pt x="242" y="253"/>
                    <a:pt x="239" y="249"/>
                  </a:cubicBezTo>
                  <a:cubicBezTo>
                    <a:pt x="235" y="242"/>
                    <a:pt x="233" y="238"/>
                    <a:pt x="233" y="238"/>
                  </a:cubicBezTo>
                  <a:lnTo>
                    <a:pt x="233" y="238"/>
                  </a:lnTo>
                  <a:cubicBezTo>
                    <a:pt x="234" y="238"/>
                    <a:pt x="236" y="242"/>
                    <a:pt x="241" y="248"/>
                  </a:cubicBezTo>
                  <a:cubicBezTo>
                    <a:pt x="244" y="251"/>
                    <a:pt x="245" y="253"/>
                    <a:pt x="245" y="253"/>
                  </a:cubicBezTo>
                  <a:cubicBezTo>
                    <a:pt x="246" y="253"/>
                    <a:pt x="239" y="242"/>
                    <a:pt x="229" y="227"/>
                  </a:cubicBezTo>
                  <a:lnTo>
                    <a:pt x="215" y="206"/>
                  </a:lnTo>
                  <a:lnTo>
                    <a:pt x="215" y="206"/>
                  </a:lnTo>
                  <a:lnTo>
                    <a:pt x="230" y="227"/>
                  </a:lnTo>
                  <a:cubicBezTo>
                    <a:pt x="242" y="241"/>
                    <a:pt x="246" y="247"/>
                    <a:pt x="247" y="247"/>
                  </a:cubicBezTo>
                  <a:cubicBezTo>
                    <a:pt x="247" y="247"/>
                    <a:pt x="245" y="244"/>
                    <a:pt x="242" y="238"/>
                  </a:cubicBezTo>
                  <a:cubicBezTo>
                    <a:pt x="241" y="234"/>
                    <a:pt x="240" y="232"/>
                    <a:pt x="240" y="232"/>
                  </a:cubicBezTo>
                  <a:lnTo>
                    <a:pt x="240" y="232"/>
                  </a:lnTo>
                  <a:cubicBezTo>
                    <a:pt x="240" y="232"/>
                    <a:pt x="241" y="234"/>
                    <a:pt x="243" y="237"/>
                  </a:cubicBezTo>
                  <a:cubicBezTo>
                    <a:pt x="246" y="241"/>
                    <a:pt x="248" y="242"/>
                    <a:pt x="249" y="242"/>
                  </a:cubicBezTo>
                  <a:cubicBezTo>
                    <a:pt x="250" y="242"/>
                    <a:pt x="250" y="242"/>
                    <a:pt x="251" y="241"/>
                  </a:cubicBezTo>
                  <a:cubicBezTo>
                    <a:pt x="254" y="240"/>
                    <a:pt x="255" y="239"/>
                    <a:pt x="250" y="232"/>
                  </a:cubicBezTo>
                  <a:lnTo>
                    <a:pt x="251" y="232"/>
                  </a:lnTo>
                  <a:cubicBezTo>
                    <a:pt x="255" y="237"/>
                    <a:pt x="257" y="239"/>
                    <a:pt x="257" y="239"/>
                  </a:cubicBezTo>
                  <a:cubicBezTo>
                    <a:pt x="258" y="239"/>
                    <a:pt x="254" y="232"/>
                    <a:pt x="248" y="224"/>
                  </a:cubicBezTo>
                  <a:lnTo>
                    <a:pt x="249" y="223"/>
                  </a:lnTo>
                  <a:lnTo>
                    <a:pt x="255" y="230"/>
                  </a:lnTo>
                  <a:cubicBezTo>
                    <a:pt x="257" y="234"/>
                    <a:pt x="258" y="235"/>
                    <a:pt x="260" y="235"/>
                  </a:cubicBezTo>
                  <a:cubicBezTo>
                    <a:pt x="262" y="235"/>
                    <a:pt x="263" y="234"/>
                    <a:pt x="266" y="232"/>
                  </a:cubicBezTo>
                  <a:cubicBezTo>
                    <a:pt x="273" y="228"/>
                    <a:pt x="274" y="228"/>
                    <a:pt x="265" y="214"/>
                  </a:cubicBezTo>
                  <a:cubicBezTo>
                    <a:pt x="261" y="207"/>
                    <a:pt x="259" y="203"/>
                    <a:pt x="259" y="203"/>
                  </a:cubicBezTo>
                  <a:lnTo>
                    <a:pt x="259" y="203"/>
                  </a:lnTo>
                  <a:cubicBezTo>
                    <a:pt x="259" y="203"/>
                    <a:pt x="261" y="207"/>
                    <a:pt x="266" y="213"/>
                  </a:cubicBezTo>
                  <a:cubicBezTo>
                    <a:pt x="269" y="218"/>
                    <a:pt x="273" y="223"/>
                    <a:pt x="273" y="223"/>
                  </a:cubicBezTo>
                  <a:cubicBezTo>
                    <a:pt x="273" y="223"/>
                    <a:pt x="273" y="222"/>
                    <a:pt x="272" y="220"/>
                  </a:cubicBezTo>
                  <a:cubicBezTo>
                    <a:pt x="272" y="220"/>
                    <a:pt x="272" y="220"/>
                    <a:pt x="272" y="220"/>
                  </a:cubicBezTo>
                  <a:cubicBezTo>
                    <a:pt x="272" y="220"/>
                    <a:pt x="274" y="221"/>
                    <a:pt x="278" y="226"/>
                  </a:cubicBezTo>
                  <a:cubicBezTo>
                    <a:pt x="283" y="230"/>
                    <a:pt x="285" y="232"/>
                    <a:pt x="285" y="232"/>
                  </a:cubicBezTo>
                  <a:cubicBezTo>
                    <a:pt x="287" y="232"/>
                    <a:pt x="284" y="227"/>
                    <a:pt x="282" y="223"/>
                  </a:cubicBezTo>
                  <a:cubicBezTo>
                    <a:pt x="277" y="218"/>
                    <a:pt x="276" y="216"/>
                    <a:pt x="276" y="216"/>
                  </a:cubicBezTo>
                  <a:lnTo>
                    <a:pt x="276" y="216"/>
                  </a:lnTo>
                  <a:cubicBezTo>
                    <a:pt x="276" y="216"/>
                    <a:pt x="280" y="219"/>
                    <a:pt x="283" y="223"/>
                  </a:cubicBezTo>
                  <a:cubicBezTo>
                    <a:pt x="286" y="228"/>
                    <a:pt x="289" y="232"/>
                    <a:pt x="290" y="232"/>
                  </a:cubicBezTo>
                  <a:cubicBezTo>
                    <a:pt x="290" y="232"/>
                    <a:pt x="290" y="231"/>
                    <a:pt x="288" y="229"/>
                  </a:cubicBezTo>
                  <a:cubicBezTo>
                    <a:pt x="286" y="225"/>
                    <a:pt x="285" y="219"/>
                    <a:pt x="287" y="219"/>
                  </a:cubicBezTo>
                  <a:cubicBezTo>
                    <a:pt x="288" y="219"/>
                    <a:pt x="291" y="221"/>
                    <a:pt x="294" y="227"/>
                  </a:cubicBezTo>
                  <a:lnTo>
                    <a:pt x="295" y="226"/>
                  </a:lnTo>
                  <a:cubicBezTo>
                    <a:pt x="291" y="219"/>
                    <a:pt x="292" y="218"/>
                    <a:pt x="294" y="217"/>
                  </a:cubicBezTo>
                  <a:cubicBezTo>
                    <a:pt x="294" y="217"/>
                    <a:pt x="294" y="217"/>
                    <a:pt x="295" y="217"/>
                  </a:cubicBezTo>
                  <a:cubicBezTo>
                    <a:pt x="296" y="217"/>
                    <a:pt x="297" y="217"/>
                    <a:pt x="301" y="223"/>
                  </a:cubicBezTo>
                  <a:cubicBezTo>
                    <a:pt x="302" y="227"/>
                    <a:pt x="303" y="228"/>
                    <a:pt x="303" y="228"/>
                  </a:cubicBezTo>
                  <a:cubicBezTo>
                    <a:pt x="304" y="228"/>
                    <a:pt x="303" y="226"/>
                    <a:pt x="302" y="222"/>
                  </a:cubicBezTo>
                  <a:cubicBezTo>
                    <a:pt x="303" y="221"/>
                    <a:pt x="295" y="208"/>
                    <a:pt x="295" y="206"/>
                  </a:cubicBezTo>
                  <a:cubicBezTo>
                    <a:pt x="293" y="202"/>
                    <a:pt x="291" y="198"/>
                    <a:pt x="288" y="192"/>
                  </a:cubicBezTo>
                  <a:lnTo>
                    <a:pt x="288" y="192"/>
                  </a:lnTo>
                  <a:lnTo>
                    <a:pt x="293" y="199"/>
                  </a:lnTo>
                  <a:lnTo>
                    <a:pt x="302" y="213"/>
                  </a:lnTo>
                  <a:cubicBezTo>
                    <a:pt x="302" y="212"/>
                    <a:pt x="303" y="212"/>
                    <a:pt x="298" y="205"/>
                  </a:cubicBezTo>
                  <a:lnTo>
                    <a:pt x="298" y="205"/>
                  </a:lnTo>
                  <a:cubicBezTo>
                    <a:pt x="303" y="210"/>
                    <a:pt x="304" y="211"/>
                    <a:pt x="305" y="211"/>
                  </a:cubicBezTo>
                  <a:cubicBezTo>
                    <a:pt x="305" y="211"/>
                    <a:pt x="306" y="211"/>
                    <a:pt x="306" y="211"/>
                  </a:cubicBezTo>
                  <a:cubicBezTo>
                    <a:pt x="307" y="210"/>
                    <a:pt x="309" y="209"/>
                    <a:pt x="305" y="202"/>
                  </a:cubicBezTo>
                  <a:lnTo>
                    <a:pt x="305" y="202"/>
                  </a:lnTo>
                  <a:cubicBezTo>
                    <a:pt x="309" y="208"/>
                    <a:pt x="313" y="211"/>
                    <a:pt x="314" y="211"/>
                  </a:cubicBezTo>
                  <a:cubicBezTo>
                    <a:pt x="316" y="211"/>
                    <a:pt x="316" y="207"/>
                    <a:pt x="312" y="199"/>
                  </a:cubicBezTo>
                  <a:cubicBezTo>
                    <a:pt x="309" y="195"/>
                    <a:pt x="309" y="193"/>
                    <a:pt x="309" y="193"/>
                  </a:cubicBezTo>
                  <a:lnTo>
                    <a:pt x="309" y="193"/>
                  </a:lnTo>
                  <a:cubicBezTo>
                    <a:pt x="310" y="193"/>
                    <a:pt x="312" y="194"/>
                    <a:pt x="314" y="198"/>
                  </a:cubicBezTo>
                  <a:cubicBezTo>
                    <a:pt x="316" y="201"/>
                    <a:pt x="317" y="203"/>
                    <a:pt x="318" y="203"/>
                  </a:cubicBezTo>
                  <a:cubicBezTo>
                    <a:pt x="318" y="203"/>
                    <a:pt x="317" y="201"/>
                    <a:pt x="315" y="198"/>
                  </a:cubicBezTo>
                  <a:cubicBezTo>
                    <a:pt x="314" y="195"/>
                    <a:pt x="314" y="194"/>
                    <a:pt x="314" y="194"/>
                  </a:cubicBezTo>
                  <a:lnTo>
                    <a:pt x="314" y="194"/>
                  </a:lnTo>
                  <a:cubicBezTo>
                    <a:pt x="315" y="194"/>
                    <a:pt x="318" y="199"/>
                    <a:pt x="322" y="203"/>
                  </a:cubicBezTo>
                  <a:cubicBezTo>
                    <a:pt x="326" y="211"/>
                    <a:pt x="329" y="214"/>
                    <a:pt x="329" y="214"/>
                  </a:cubicBezTo>
                  <a:cubicBezTo>
                    <a:pt x="330" y="214"/>
                    <a:pt x="329" y="212"/>
                    <a:pt x="328" y="209"/>
                  </a:cubicBezTo>
                  <a:cubicBezTo>
                    <a:pt x="325" y="201"/>
                    <a:pt x="328" y="201"/>
                    <a:pt x="328" y="200"/>
                  </a:cubicBezTo>
                  <a:cubicBezTo>
                    <a:pt x="328" y="195"/>
                    <a:pt x="325" y="190"/>
                    <a:pt x="322" y="185"/>
                  </a:cubicBezTo>
                  <a:cubicBezTo>
                    <a:pt x="317" y="178"/>
                    <a:pt x="314" y="171"/>
                    <a:pt x="314" y="171"/>
                  </a:cubicBezTo>
                  <a:cubicBezTo>
                    <a:pt x="313" y="168"/>
                    <a:pt x="313" y="167"/>
                    <a:pt x="314" y="167"/>
                  </a:cubicBezTo>
                  <a:lnTo>
                    <a:pt x="314" y="167"/>
                  </a:lnTo>
                  <a:cubicBezTo>
                    <a:pt x="314" y="167"/>
                    <a:pt x="316" y="170"/>
                    <a:pt x="315" y="171"/>
                  </a:cubicBezTo>
                  <a:cubicBezTo>
                    <a:pt x="316" y="175"/>
                    <a:pt x="320" y="181"/>
                    <a:pt x="323" y="184"/>
                  </a:cubicBezTo>
                  <a:cubicBezTo>
                    <a:pt x="326" y="189"/>
                    <a:pt x="328" y="190"/>
                    <a:pt x="329" y="190"/>
                  </a:cubicBezTo>
                  <a:cubicBezTo>
                    <a:pt x="330" y="190"/>
                    <a:pt x="330" y="190"/>
                    <a:pt x="330" y="190"/>
                  </a:cubicBezTo>
                  <a:lnTo>
                    <a:pt x="333" y="189"/>
                  </a:lnTo>
                  <a:cubicBezTo>
                    <a:pt x="336" y="192"/>
                    <a:pt x="338" y="193"/>
                    <a:pt x="339" y="193"/>
                  </a:cubicBezTo>
                  <a:cubicBezTo>
                    <a:pt x="340" y="193"/>
                    <a:pt x="339" y="191"/>
                    <a:pt x="337" y="187"/>
                  </a:cubicBezTo>
                  <a:cubicBezTo>
                    <a:pt x="333" y="181"/>
                    <a:pt x="334" y="183"/>
                    <a:pt x="333" y="180"/>
                  </a:cubicBezTo>
                  <a:lnTo>
                    <a:pt x="333" y="180"/>
                  </a:lnTo>
                  <a:cubicBezTo>
                    <a:pt x="337" y="186"/>
                    <a:pt x="340" y="189"/>
                    <a:pt x="343" y="189"/>
                  </a:cubicBezTo>
                  <a:cubicBezTo>
                    <a:pt x="346" y="189"/>
                    <a:pt x="347" y="183"/>
                    <a:pt x="343" y="175"/>
                  </a:cubicBezTo>
                  <a:lnTo>
                    <a:pt x="343" y="175"/>
                  </a:lnTo>
                  <a:cubicBezTo>
                    <a:pt x="346" y="180"/>
                    <a:pt x="344" y="178"/>
                    <a:pt x="347" y="183"/>
                  </a:cubicBezTo>
                  <a:cubicBezTo>
                    <a:pt x="350" y="188"/>
                    <a:pt x="351" y="189"/>
                    <a:pt x="352" y="189"/>
                  </a:cubicBezTo>
                  <a:cubicBezTo>
                    <a:pt x="352" y="189"/>
                    <a:pt x="353" y="189"/>
                    <a:pt x="353" y="189"/>
                  </a:cubicBezTo>
                  <a:cubicBezTo>
                    <a:pt x="353" y="189"/>
                    <a:pt x="353" y="180"/>
                    <a:pt x="356" y="180"/>
                  </a:cubicBezTo>
                  <a:cubicBezTo>
                    <a:pt x="359" y="177"/>
                    <a:pt x="361" y="177"/>
                    <a:pt x="358" y="169"/>
                  </a:cubicBezTo>
                  <a:cubicBezTo>
                    <a:pt x="359" y="169"/>
                    <a:pt x="359" y="169"/>
                    <a:pt x="362" y="176"/>
                  </a:cubicBezTo>
                  <a:cubicBezTo>
                    <a:pt x="365" y="184"/>
                    <a:pt x="366" y="184"/>
                    <a:pt x="367" y="184"/>
                  </a:cubicBezTo>
                  <a:cubicBezTo>
                    <a:pt x="366" y="178"/>
                    <a:pt x="363" y="173"/>
                    <a:pt x="360" y="168"/>
                  </a:cubicBezTo>
                  <a:cubicBezTo>
                    <a:pt x="358" y="165"/>
                    <a:pt x="358" y="163"/>
                    <a:pt x="359" y="163"/>
                  </a:cubicBezTo>
                  <a:cubicBezTo>
                    <a:pt x="359" y="163"/>
                    <a:pt x="361" y="164"/>
                    <a:pt x="363" y="167"/>
                  </a:cubicBezTo>
                  <a:cubicBezTo>
                    <a:pt x="365" y="170"/>
                    <a:pt x="367" y="172"/>
                    <a:pt x="368" y="172"/>
                  </a:cubicBezTo>
                  <a:cubicBezTo>
                    <a:pt x="370" y="172"/>
                    <a:pt x="370" y="169"/>
                    <a:pt x="369" y="165"/>
                  </a:cubicBezTo>
                  <a:cubicBezTo>
                    <a:pt x="369" y="165"/>
                    <a:pt x="370" y="165"/>
                    <a:pt x="370" y="165"/>
                  </a:cubicBezTo>
                  <a:cubicBezTo>
                    <a:pt x="371" y="165"/>
                    <a:pt x="372" y="166"/>
                    <a:pt x="375" y="172"/>
                  </a:cubicBezTo>
                  <a:cubicBezTo>
                    <a:pt x="377" y="176"/>
                    <a:pt x="380" y="180"/>
                    <a:pt x="381" y="180"/>
                  </a:cubicBezTo>
                  <a:cubicBezTo>
                    <a:pt x="381" y="180"/>
                    <a:pt x="381" y="177"/>
                    <a:pt x="379" y="171"/>
                  </a:cubicBezTo>
                  <a:cubicBezTo>
                    <a:pt x="379" y="170"/>
                    <a:pt x="379" y="170"/>
                    <a:pt x="379" y="170"/>
                  </a:cubicBezTo>
                  <a:cubicBezTo>
                    <a:pt x="379" y="170"/>
                    <a:pt x="380" y="172"/>
                    <a:pt x="383" y="177"/>
                  </a:cubicBezTo>
                  <a:cubicBezTo>
                    <a:pt x="385" y="181"/>
                    <a:pt x="387" y="186"/>
                    <a:pt x="388" y="186"/>
                  </a:cubicBezTo>
                  <a:cubicBezTo>
                    <a:pt x="388" y="186"/>
                    <a:pt x="387" y="183"/>
                    <a:pt x="385" y="177"/>
                  </a:cubicBezTo>
                  <a:cubicBezTo>
                    <a:pt x="384" y="172"/>
                    <a:pt x="384" y="170"/>
                    <a:pt x="385" y="170"/>
                  </a:cubicBezTo>
                  <a:cubicBezTo>
                    <a:pt x="386" y="170"/>
                    <a:pt x="388" y="172"/>
                    <a:pt x="390" y="175"/>
                  </a:cubicBezTo>
                  <a:cubicBezTo>
                    <a:pt x="390" y="174"/>
                    <a:pt x="392" y="174"/>
                    <a:pt x="388" y="166"/>
                  </a:cubicBezTo>
                  <a:lnTo>
                    <a:pt x="385" y="159"/>
                  </a:lnTo>
                  <a:lnTo>
                    <a:pt x="385" y="159"/>
                  </a:lnTo>
                  <a:cubicBezTo>
                    <a:pt x="389" y="167"/>
                    <a:pt x="391" y="170"/>
                    <a:pt x="391" y="170"/>
                  </a:cubicBezTo>
                  <a:cubicBezTo>
                    <a:pt x="391" y="170"/>
                    <a:pt x="390" y="166"/>
                    <a:pt x="387" y="158"/>
                  </a:cubicBezTo>
                  <a:cubicBezTo>
                    <a:pt x="385" y="154"/>
                    <a:pt x="385" y="152"/>
                    <a:pt x="385" y="152"/>
                  </a:cubicBezTo>
                  <a:lnTo>
                    <a:pt x="385" y="152"/>
                  </a:lnTo>
                  <a:cubicBezTo>
                    <a:pt x="385" y="152"/>
                    <a:pt x="386" y="154"/>
                    <a:pt x="388" y="158"/>
                  </a:cubicBezTo>
                  <a:cubicBezTo>
                    <a:pt x="392" y="165"/>
                    <a:pt x="393" y="165"/>
                    <a:pt x="393" y="165"/>
                  </a:cubicBezTo>
                  <a:cubicBezTo>
                    <a:pt x="394" y="165"/>
                    <a:pt x="395" y="156"/>
                    <a:pt x="398" y="155"/>
                  </a:cubicBezTo>
                  <a:cubicBezTo>
                    <a:pt x="405" y="153"/>
                    <a:pt x="407" y="152"/>
                    <a:pt x="405" y="145"/>
                  </a:cubicBezTo>
                  <a:cubicBezTo>
                    <a:pt x="404" y="141"/>
                    <a:pt x="403" y="139"/>
                    <a:pt x="403" y="139"/>
                  </a:cubicBezTo>
                  <a:lnTo>
                    <a:pt x="403" y="139"/>
                  </a:lnTo>
                  <a:cubicBezTo>
                    <a:pt x="404" y="139"/>
                    <a:pt x="404" y="140"/>
                    <a:pt x="406" y="144"/>
                  </a:cubicBezTo>
                  <a:cubicBezTo>
                    <a:pt x="410" y="150"/>
                    <a:pt x="410" y="150"/>
                    <a:pt x="411" y="150"/>
                  </a:cubicBezTo>
                  <a:cubicBezTo>
                    <a:pt x="411" y="150"/>
                    <a:pt x="411" y="150"/>
                    <a:pt x="412" y="150"/>
                  </a:cubicBezTo>
                  <a:cubicBezTo>
                    <a:pt x="413" y="150"/>
                    <a:pt x="414" y="150"/>
                    <a:pt x="416" y="157"/>
                  </a:cubicBezTo>
                  <a:cubicBezTo>
                    <a:pt x="414" y="149"/>
                    <a:pt x="414" y="149"/>
                    <a:pt x="415" y="149"/>
                  </a:cubicBezTo>
                  <a:cubicBezTo>
                    <a:pt x="417" y="153"/>
                    <a:pt x="418" y="155"/>
                    <a:pt x="418" y="155"/>
                  </a:cubicBezTo>
                  <a:cubicBezTo>
                    <a:pt x="419" y="155"/>
                    <a:pt x="418" y="153"/>
                    <a:pt x="417" y="149"/>
                  </a:cubicBezTo>
                  <a:lnTo>
                    <a:pt x="417" y="149"/>
                  </a:lnTo>
                  <a:cubicBezTo>
                    <a:pt x="420" y="154"/>
                    <a:pt x="423" y="159"/>
                    <a:pt x="423" y="159"/>
                  </a:cubicBezTo>
                  <a:cubicBezTo>
                    <a:pt x="424" y="159"/>
                    <a:pt x="423" y="158"/>
                    <a:pt x="422" y="156"/>
                  </a:cubicBezTo>
                  <a:cubicBezTo>
                    <a:pt x="421" y="150"/>
                    <a:pt x="420" y="145"/>
                    <a:pt x="420" y="140"/>
                  </a:cubicBezTo>
                  <a:cubicBezTo>
                    <a:pt x="420" y="140"/>
                    <a:pt x="420" y="140"/>
                    <a:pt x="420" y="140"/>
                  </a:cubicBezTo>
                  <a:cubicBezTo>
                    <a:pt x="420" y="140"/>
                    <a:pt x="422" y="141"/>
                    <a:pt x="424" y="147"/>
                  </a:cubicBezTo>
                  <a:cubicBezTo>
                    <a:pt x="425" y="149"/>
                    <a:pt x="426" y="149"/>
                    <a:pt x="426" y="149"/>
                  </a:cubicBezTo>
                  <a:cubicBezTo>
                    <a:pt x="428" y="149"/>
                    <a:pt x="428" y="143"/>
                    <a:pt x="426" y="137"/>
                  </a:cubicBezTo>
                  <a:cubicBezTo>
                    <a:pt x="425" y="133"/>
                    <a:pt x="425" y="131"/>
                    <a:pt x="425" y="131"/>
                  </a:cubicBezTo>
                  <a:lnTo>
                    <a:pt x="425" y="131"/>
                  </a:lnTo>
                  <a:cubicBezTo>
                    <a:pt x="426" y="131"/>
                    <a:pt x="426" y="133"/>
                    <a:pt x="427" y="137"/>
                  </a:cubicBezTo>
                  <a:cubicBezTo>
                    <a:pt x="431" y="145"/>
                    <a:pt x="431" y="145"/>
                    <a:pt x="432" y="145"/>
                  </a:cubicBezTo>
                  <a:cubicBezTo>
                    <a:pt x="431" y="142"/>
                    <a:pt x="431" y="141"/>
                    <a:pt x="431" y="141"/>
                  </a:cubicBezTo>
                  <a:lnTo>
                    <a:pt x="431" y="141"/>
                  </a:lnTo>
                  <a:cubicBezTo>
                    <a:pt x="432" y="141"/>
                    <a:pt x="434" y="146"/>
                    <a:pt x="435" y="152"/>
                  </a:cubicBezTo>
                  <a:cubicBezTo>
                    <a:pt x="438" y="159"/>
                    <a:pt x="439" y="159"/>
                    <a:pt x="440" y="159"/>
                  </a:cubicBezTo>
                  <a:cubicBezTo>
                    <a:pt x="439" y="152"/>
                    <a:pt x="442" y="150"/>
                    <a:pt x="444" y="149"/>
                  </a:cubicBezTo>
                  <a:cubicBezTo>
                    <a:pt x="449" y="149"/>
                    <a:pt x="447" y="140"/>
                    <a:pt x="443" y="125"/>
                  </a:cubicBezTo>
                  <a:lnTo>
                    <a:pt x="439" y="109"/>
                  </a:lnTo>
                  <a:lnTo>
                    <a:pt x="444" y="125"/>
                  </a:lnTo>
                  <a:lnTo>
                    <a:pt x="452" y="148"/>
                  </a:lnTo>
                  <a:cubicBezTo>
                    <a:pt x="452" y="143"/>
                    <a:pt x="450" y="137"/>
                    <a:pt x="449" y="132"/>
                  </a:cubicBezTo>
                  <a:cubicBezTo>
                    <a:pt x="447" y="128"/>
                    <a:pt x="446" y="126"/>
                    <a:pt x="447" y="126"/>
                  </a:cubicBezTo>
                  <a:lnTo>
                    <a:pt x="447" y="126"/>
                  </a:lnTo>
                  <a:cubicBezTo>
                    <a:pt x="448" y="126"/>
                    <a:pt x="449" y="128"/>
                    <a:pt x="451" y="131"/>
                  </a:cubicBezTo>
                  <a:cubicBezTo>
                    <a:pt x="453" y="135"/>
                    <a:pt x="454" y="137"/>
                    <a:pt x="455" y="137"/>
                  </a:cubicBezTo>
                  <a:cubicBezTo>
                    <a:pt x="455" y="137"/>
                    <a:pt x="455" y="134"/>
                    <a:pt x="454" y="130"/>
                  </a:cubicBezTo>
                  <a:cubicBezTo>
                    <a:pt x="455" y="130"/>
                    <a:pt x="455" y="130"/>
                    <a:pt x="459" y="138"/>
                  </a:cubicBezTo>
                  <a:cubicBezTo>
                    <a:pt x="460" y="137"/>
                    <a:pt x="460" y="137"/>
                    <a:pt x="458" y="130"/>
                  </a:cubicBezTo>
                  <a:cubicBezTo>
                    <a:pt x="457" y="126"/>
                    <a:pt x="456" y="124"/>
                    <a:pt x="457" y="124"/>
                  </a:cubicBezTo>
                  <a:lnTo>
                    <a:pt x="457" y="124"/>
                  </a:lnTo>
                  <a:cubicBezTo>
                    <a:pt x="457" y="124"/>
                    <a:pt x="458" y="125"/>
                    <a:pt x="459" y="129"/>
                  </a:cubicBezTo>
                  <a:cubicBezTo>
                    <a:pt x="462" y="138"/>
                    <a:pt x="464" y="141"/>
                    <a:pt x="466" y="141"/>
                  </a:cubicBezTo>
                  <a:cubicBezTo>
                    <a:pt x="466" y="141"/>
                    <a:pt x="467" y="139"/>
                    <a:pt x="466" y="136"/>
                  </a:cubicBezTo>
                  <a:cubicBezTo>
                    <a:pt x="463" y="128"/>
                    <a:pt x="463" y="128"/>
                    <a:pt x="464" y="128"/>
                  </a:cubicBezTo>
                  <a:cubicBezTo>
                    <a:pt x="466" y="128"/>
                    <a:pt x="467" y="128"/>
                    <a:pt x="464" y="120"/>
                  </a:cubicBezTo>
                  <a:lnTo>
                    <a:pt x="467" y="119"/>
                  </a:lnTo>
                  <a:cubicBezTo>
                    <a:pt x="468" y="119"/>
                    <a:pt x="469" y="127"/>
                    <a:pt x="468" y="127"/>
                  </a:cubicBezTo>
                  <a:lnTo>
                    <a:pt x="471" y="135"/>
                  </a:lnTo>
                  <a:cubicBezTo>
                    <a:pt x="472" y="135"/>
                    <a:pt x="473" y="135"/>
                    <a:pt x="472" y="126"/>
                  </a:cubicBezTo>
                  <a:cubicBezTo>
                    <a:pt x="471" y="118"/>
                    <a:pt x="470" y="114"/>
                    <a:pt x="470" y="114"/>
                  </a:cubicBezTo>
                  <a:lnTo>
                    <a:pt x="470" y="114"/>
                  </a:lnTo>
                  <a:cubicBezTo>
                    <a:pt x="470" y="114"/>
                    <a:pt x="471" y="118"/>
                    <a:pt x="473" y="126"/>
                  </a:cubicBezTo>
                  <a:cubicBezTo>
                    <a:pt x="475" y="131"/>
                    <a:pt x="477" y="137"/>
                    <a:pt x="477" y="137"/>
                  </a:cubicBezTo>
                  <a:cubicBezTo>
                    <a:pt x="477" y="137"/>
                    <a:pt x="477" y="136"/>
                    <a:pt x="477" y="134"/>
                  </a:cubicBezTo>
                  <a:cubicBezTo>
                    <a:pt x="475" y="127"/>
                    <a:pt x="475" y="125"/>
                    <a:pt x="476" y="125"/>
                  </a:cubicBezTo>
                  <a:lnTo>
                    <a:pt x="476" y="125"/>
                  </a:lnTo>
                  <a:cubicBezTo>
                    <a:pt x="476" y="125"/>
                    <a:pt x="478" y="129"/>
                    <a:pt x="479" y="134"/>
                  </a:cubicBezTo>
                  <a:cubicBezTo>
                    <a:pt x="481" y="141"/>
                    <a:pt x="482" y="145"/>
                    <a:pt x="482" y="145"/>
                  </a:cubicBezTo>
                  <a:cubicBezTo>
                    <a:pt x="482" y="145"/>
                    <a:pt x="482" y="141"/>
                    <a:pt x="481" y="132"/>
                  </a:cubicBezTo>
                  <a:cubicBezTo>
                    <a:pt x="482" y="132"/>
                    <a:pt x="485" y="123"/>
                    <a:pt x="487" y="123"/>
                  </a:cubicBezTo>
                  <a:cubicBezTo>
                    <a:pt x="488" y="123"/>
                    <a:pt x="489" y="123"/>
                    <a:pt x="489" y="123"/>
                  </a:cubicBezTo>
                  <a:cubicBezTo>
                    <a:pt x="491" y="123"/>
                    <a:pt x="493" y="125"/>
                    <a:pt x="495" y="130"/>
                  </a:cubicBezTo>
                  <a:cubicBezTo>
                    <a:pt x="496" y="133"/>
                    <a:pt x="496" y="136"/>
                    <a:pt x="497" y="138"/>
                  </a:cubicBezTo>
                  <a:cubicBezTo>
                    <a:pt x="492" y="122"/>
                    <a:pt x="494" y="122"/>
                    <a:pt x="496" y="121"/>
                  </a:cubicBezTo>
                  <a:lnTo>
                    <a:pt x="496" y="121"/>
                  </a:lnTo>
                  <a:cubicBezTo>
                    <a:pt x="498" y="124"/>
                    <a:pt x="499" y="124"/>
                    <a:pt x="499" y="124"/>
                  </a:cubicBezTo>
                  <a:cubicBezTo>
                    <a:pt x="501" y="124"/>
                    <a:pt x="500" y="119"/>
                    <a:pt x="499" y="113"/>
                  </a:cubicBezTo>
                  <a:lnTo>
                    <a:pt x="498" y="113"/>
                  </a:lnTo>
                  <a:cubicBezTo>
                    <a:pt x="495" y="104"/>
                    <a:pt x="495" y="100"/>
                    <a:pt x="495" y="100"/>
                  </a:cubicBezTo>
                  <a:lnTo>
                    <a:pt x="495" y="100"/>
                  </a:lnTo>
                  <a:cubicBezTo>
                    <a:pt x="496" y="100"/>
                    <a:pt x="497" y="102"/>
                    <a:pt x="498" y="104"/>
                  </a:cubicBezTo>
                  <a:cubicBezTo>
                    <a:pt x="501" y="110"/>
                    <a:pt x="503" y="116"/>
                    <a:pt x="504" y="120"/>
                  </a:cubicBezTo>
                  <a:cubicBezTo>
                    <a:pt x="504" y="126"/>
                    <a:pt x="506" y="131"/>
                    <a:pt x="509" y="136"/>
                  </a:cubicBezTo>
                  <a:cubicBezTo>
                    <a:pt x="509" y="136"/>
                    <a:pt x="510" y="136"/>
                    <a:pt x="508" y="128"/>
                  </a:cubicBezTo>
                  <a:cubicBezTo>
                    <a:pt x="506" y="120"/>
                    <a:pt x="506" y="120"/>
                    <a:pt x="507" y="120"/>
                  </a:cubicBezTo>
                  <a:cubicBezTo>
                    <a:pt x="507" y="120"/>
                    <a:pt x="508" y="120"/>
                    <a:pt x="507" y="111"/>
                  </a:cubicBezTo>
                  <a:cubicBezTo>
                    <a:pt x="506" y="103"/>
                    <a:pt x="507" y="103"/>
                    <a:pt x="507" y="103"/>
                  </a:cubicBezTo>
                  <a:cubicBezTo>
                    <a:pt x="510" y="111"/>
                    <a:pt x="512" y="111"/>
                    <a:pt x="512" y="111"/>
                  </a:cubicBezTo>
                  <a:cubicBezTo>
                    <a:pt x="513" y="115"/>
                    <a:pt x="513" y="115"/>
                    <a:pt x="514" y="119"/>
                  </a:cubicBezTo>
                  <a:cubicBezTo>
                    <a:pt x="516" y="127"/>
                    <a:pt x="518" y="135"/>
                    <a:pt x="518" y="135"/>
                  </a:cubicBezTo>
                  <a:cubicBezTo>
                    <a:pt x="519" y="135"/>
                    <a:pt x="517" y="126"/>
                    <a:pt x="517" y="126"/>
                  </a:cubicBezTo>
                  <a:cubicBezTo>
                    <a:pt x="515" y="118"/>
                    <a:pt x="536" y="116"/>
                    <a:pt x="538" y="116"/>
                  </a:cubicBezTo>
                  <a:cubicBezTo>
                    <a:pt x="540" y="119"/>
                    <a:pt x="542" y="121"/>
                    <a:pt x="543" y="121"/>
                  </a:cubicBezTo>
                  <a:cubicBezTo>
                    <a:pt x="544" y="121"/>
                    <a:pt x="544" y="119"/>
                    <a:pt x="543" y="115"/>
                  </a:cubicBezTo>
                  <a:cubicBezTo>
                    <a:pt x="541" y="107"/>
                    <a:pt x="545" y="107"/>
                    <a:pt x="551" y="106"/>
                  </a:cubicBezTo>
                  <a:cubicBezTo>
                    <a:pt x="556" y="106"/>
                    <a:pt x="561" y="104"/>
                    <a:pt x="560" y="97"/>
                  </a:cubicBezTo>
                  <a:lnTo>
                    <a:pt x="563" y="97"/>
                  </a:lnTo>
                  <a:cubicBezTo>
                    <a:pt x="564" y="97"/>
                    <a:pt x="565" y="89"/>
                    <a:pt x="567" y="88"/>
                  </a:cubicBezTo>
                  <a:cubicBezTo>
                    <a:pt x="566" y="84"/>
                    <a:pt x="566" y="82"/>
                    <a:pt x="566" y="82"/>
                  </a:cubicBezTo>
                  <a:lnTo>
                    <a:pt x="566" y="82"/>
                  </a:lnTo>
                  <a:cubicBezTo>
                    <a:pt x="566" y="82"/>
                    <a:pt x="567" y="84"/>
                    <a:pt x="567" y="88"/>
                  </a:cubicBezTo>
                  <a:cubicBezTo>
                    <a:pt x="568" y="93"/>
                    <a:pt x="569" y="99"/>
                    <a:pt x="570" y="104"/>
                  </a:cubicBezTo>
                  <a:cubicBezTo>
                    <a:pt x="572" y="104"/>
                    <a:pt x="571" y="97"/>
                    <a:pt x="570" y="88"/>
                  </a:cubicBezTo>
                  <a:cubicBezTo>
                    <a:pt x="569" y="80"/>
                    <a:pt x="570" y="80"/>
                    <a:pt x="570" y="80"/>
                  </a:cubicBezTo>
                  <a:cubicBezTo>
                    <a:pt x="570" y="80"/>
                    <a:pt x="570" y="80"/>
                    <a:pt x="571" y="88"/>
                  </a:cubicBezTo>
                  <a:lnTo>
                    <a:pt x="573" y="104"/>
                  </a:lnTo>
                  <a:lnTo>
                    <a:pt x="574" y="104"/>
                  </a:lnTo>
                  <a:cubicBezTo>
                    <a:pt x="573" y="95"/>
                    <a:pt x="574" y="95"/>
                    <a:pt x="574" y="95"/>
                  </a:cubicBezTo>
                  <a:cubicBezTo>
                    <a:pt x="576" y="95"/>
                    <a:pt x="576" y="95"/>
                    <a:pt x="578" y="112"/>
                  </a:cubicBezTo>
                  <a:cubicBezTo>
                    <a:pt x="578" y="120"/>
                    <a:pt x="579" y="124"/>
                    <a:pt x="579" y="124"/>
                  </a:cubicBezTo>
                  <a:cubicBezTo>
                    <a:pt x="579" y="124"/>
                    <a:pt x="579" y="120"/>
                    <a:pt x="579" y="112"/>
                  </a:cubicBezTo>
                  <a:lnTo>
                    <a:pt x="580" y="103"/>
                  </a:lnTo>
                  <a:cubicBezTo>
                    <a:pt x="581" y="109"/>
                    <a:pt x="581" y="111"/>
                    <a:pt x="582" y="111"/>
                  </a:cubicBezTo>
                  <a:cubicBezTo>
                    <a:pt x="582" y="111"/>
                    <a:pt x="582" y="101"/>
                    <a:pt x="582" y="95"/>
                  </a:cubicBezTo>
                  <a:cubicBezTo>
                    <a:pt x="584" y="104"/>
                    <a:pt x="585" y="108"/>
                    <a:pt x="585" y="108"/>
                  </a:cubicBezTo>
                  <a:cubicBezTo>
                    <a:pt x="586" y="108"/>
                    <a:pt x="586" y="103"/>
                    <a:pt x="586" y="95"/>
                  </a:cubicBezTo>
                  <a:cubicBezTo>
                    <a:pt x="585" y="92"/>
                    <a:pt x="585" y="90"/>
                    <a:pt x="585" y="90"/>
                  </a:cubicBezTo>
                  <a:lnTo>
                    <a:pt x="585" y="90"/>
                  </a:lnTo>
                  <a:cubicBezTo>
                    <a:pt x="586" y="90"/>
                    <a:pt x="586" y="92"/>
                    <a:pt x="587" y="95"/>
                  </a:cubicBezTo>
                  <a:cubicBezTo>
                    <a:pt x="589" y="103"/>
                    <a:pt x="589" y="103"/>
                    <a:pt x="591" y="103"/>
                  </a:cubicBezTo>
                  <a:cubicBezTo>
                    <a:pt x="591" y="95"/>
                    <a:pt x="598" y="95"/>
                    <a:pt x="605" y="94"/>
                  </a:cubicBezTo>
                  <a:cubicBezTo>
                    <a:pt x="613" y="94"/>
                    <a:pt x="618" y="94"/>
                    <a:pt x="617" y="86"/>
                  </a:cubicBezTo>
                  <a:cubicBezTo>
                    <a:pt x="618" y="86"/>
                    <a:pt x="618" y="86"/>
                    <a:pt x="619" y="94"/>
                  </a:cubicBezTo>
                  <a:cubicBezTo>
                    <a:pt x="620" y="98"/>
                    <a:pt x="620" y="100"/>
                    <a:pt x="621" y="100"/>
                  </a:cubicBezTo>
                  <a:cubicBezTo>
                    <a:pt x="621" y="100"/>
                    <a:pt x="621" y="96"/>
                    <a:pt x="621" y="86"/>
                  </a:cubicBezTo>
                  <a:cubicBezTo>
                    <a:pt x="623" y="94"/>
                    <a:pt x="624" y="94"/>
                    <a:pt x="628" y="94"/>
                  </a:cubicBezTo>
                  <a:cubicBezTo>
                    <a:pt x="629" y="94"/>
                    <a:pt x="629" y="94"/>
                    <a:pt x="630" y="94"/>
                  </a:cubicBezTo>
                  <a:cubicBezTo>
                    <a:pt x="632" y="94"/>
                    <a:pt x="634" y="94"/>
                    <a:pt x="634" y="86"/>
                  </a:cubicBezTo>
                  <a:cubicBezTo>
                    <a:pt x="634" y="83"/>
                    <a:pt x="635" y="81"/>
                    <a:pt x="635" y="81"/>
                  </a:cubicBezTo>
                  <a:cubicBezTo>
                    <a:pt x="635" y="81"/>
                    <a:pt x="635" y="83"/>
                    <a:pt x="635" y="86"/>
                  </a:cubicBezTo>
                  <a:cubicBezTo>
                    <a:pt x="635" y="97"/>
                    <a:pt x="637" y="104"/>
                    <a:pt x="639" y="104"/>
                  </a:cubicBezTo>
                  <a:cubicBezTo>
                    <a:pt x="640" y="104"/>
                    <a:pt x="641" y="101"/>
                    <a:pt x="642" y="95"/>
                  </a:cubicBezTo>
                  <a:cubicBezTo>
                    <a:pt x="642" y="95"/>
                    <a:pt x="643" y="95"/>
                    <a:pt x="643" y="103"/>
                  </a:cubicBezTo>
                  <a:cubicBezTo>
                    <a:pt x="644" y="103"/>
                    <a:pt x="645" y="103"/>
                    <a:pt x="647" y="95"/>
                  </a:cubicBezTo>
                  <a:lnTo>
                    <a:pt x="654" y="95"/>
                  </a:lnTo>
                  <a:cubicBezTo>
                    <a:pt x="655" y="95"/>
                    <a:pt x="657" y="88"/>
                    <a:pt x="657" y="88"/>
                  </a:cubicBezTo>
                  <a:lnTo>
                    <a:pt x="659" y="88"/>
                  </a:lnTo>
                  <a:cubicBezTo>
                    <a:pt x="659" y="95"/>
                    <a:pt x="663" y="95"/>
                    <a:pt x="669" y="97"/>
                  </a:cubicBezTo>
                  <a:cubicBezTo>
                    <a:pt x="675" y="98"/>
                    <a:pt x="680" y="98"/>
                    <a:pt x="681" y="106"/>
                  </a:cubicBezTo>
                  <a:cubicBezTo>
                    <a:pt x="681" y="106"/>
                    <a:pt x="682" y="106"/>
                    <a:pt x="683" y="98"/>
                  </a:cubicBezTo>
                  <a:cubicBezTo>
                    <a:pt x="684" y="88"/>
                    <a:pt x="685" y="85"/>
                    <a:pt x="685" y="85"/>
                  </a:cubicBezTo>
                  <a:cubicBezTo>
                    <a:pt x="685" y="85"/>
                    <a:pt x="685" y="87"/>
                    <a:pt x="685" y="90"/>
                  </a:cubicBezTo>
                  <a:cubicBezTo>
                    <a:pt x="686" y="98"/>
                    <a:pt x="687" y="103"/>
                    <a:pt x="688" y="103"/>
                  </a:cubicBezTo>
                  <a:cubicBezTo>
                    <a:pt x="689" y="103"/>
                    <a:pt x="690" y="99"/>
                    <a:pt x="691" y="91"/>
                  </a:cubicBezTo>
                  <a:cubicBezTo>
                    <a:pt x="691" y="95"/>
                    <a:pt x="691" y="94"/>
                    <a:pt x="691" y="99"/>
                  </a:cubicBezTo>
                  <a:cubicBezTo>
                    <a:pt x="691" y="105"/>
                    <a:pt x="691" y="108"/>
                    <a:pt x="692" y="108"/>
                  </a:cubicBezTo>
                  <a:cubicBezTo>
                    <a:pt x="693" y="108"/>
                    <a:pt x="694" y="101"/>
                    <a:pt x="696" y="91"/>
                  </a:cubicBezTo>
                  <a:cubicBezTo>
                    <a:pt x="696" y="97"/>
                    <a:pt x="696" y="103"/>
                    <a:pt x="697" y="103"/>
                  </a:cubicBezTo>
                  <a:cubicBezTo>
                    <a:pt x="697" y="103"/>
                    <a:pt x="697" y="102"/>
                    <a:pt x="698" y="100"/>
                  </a:cubicBezTo>
                  <a:cubicBezTo>
                    <a:pt x="699" y="100"/>
                    <a:pt x="699" y="100"/>
                    <a:pt x="698" y="116"/>
                  </a:cubicBezTo>
                  <a:cubicBezTo>
                    <a:pt x="688" y="116"/>
                    <a:pt x="687" y="131"/>
                    <a:pt x="697" y="132"/>
                  </a:cubicBezTo>
                  <a:cubicBezTo>
                    <a:pt x="697" y="132"/>
                    <a:pt x="697" y="133"/>
                    <a:pt x="698" y="133"/>
                  </a:cubicBezTo>
                  <a:cubicBezTo>
                    <a:pt x="707" y="133"/>
                    <a:pt x="710" y="118"/>
                    <a:pt x="699" y="116"/>
                  </a:cubicBezTo>
                  <a:lnTo>
                    <a:pt x="701" y="116"/>
                  </a:lnTo>
                  <a:cubicBezTo>
                    <a:pt x="701" y="116"/>
                    <a:pt x="701" y="116"/>
                    <a:pt x="701" y="116"/>
                  </a:cubicBezTo>
                  <a:cubicBezTo>
                    <a:pt x="702" y="116"/>
                    <a:pt x="702" y="115"/>
                    <a:pt x="702" y="108"/>
                  </a:cubicBezTo>
                  <a:cubicBezTo>
                    <a:pt x="703" y="100"/>
                    <a:pt x="705" y="100"/>
                    <a:pt x="705" y="100"/>
                  </a:cubicBezTo>
                  <a:cubicBezTo>
                    <a:pt x="705" y="102"/>
                    <a:pt x="705" y="103"/>
                    <a:pt x="705" y="103"/>
                  </a:cubicBezTo>
                  <a:cubicBezTo>
                    <a:pt x="705" y="103"/>
                    <a:pt x="706" y="98"/>
                    <a:pt x="706" y="92"/>
                  </a:cubicBezTo>
                  <a:cubicBezTo>
                    <a:pt x="706" y="86"/>
                    <a:pt x="706" y="81"/>
                    <a:pt x="707" y="76"/>
                  </a:cubicBezTo>
                  <a:lnTo>
                    <a:pt x="708" y="60"/>
                  </a:lnTo>
                  <a:cubicBezTo>
                    <a:pt x="710" y="48"/>
                    <a:pt x="710" y="38"/>
                    <a:pt x="709" y="27"/>
                  </a:cubicBezTo>
                  <a:cubicBezTo>
                    <a:pt x="707" y="22"/>
                    <a:pt x="705" y="17"/>
                    <a:pt x="704" y="17"/>
                  </a:cubicBezTo>
                  <a:cubicBezTo>
                    <a:pt x="703" y="17"/>
                    <a:pt x="702" y="19"/>
                    <a:pt x="702" y="26"/>
                  </a:cubicBezTo>
                  <a:cubicBezTo>
                    <a:pt x="702" y="26"/>
                    <a:pt x="700" y="34"/>
                    <a:pt x="699" y="34"/>
                  </a:cubicBezTo>
                  <a:cubicBezTo>
                    <a:pt x="699" y="34"/>
                    <a:pt x="699" y="34"/>
                    <a:pt x="699" y="34"/>
                  </a:cubicBezTo>
                  <a:cubicBezTo>
                    <a:pt x="699" y="34"/>
                    <a:pt x="698" y="26"/>
                    <a:pt x="698" y="26"/>
                  </a:cubicBezTo>
                  <a:cubicBezTo>
                    <a:pt x="698" y="18"/>
                    <a:pt x="694" y="17"/>
                    <a:pt x="689" y="17"/>
                  </a:cubicBezTo>
                  <a:cubicBezTo>
                    <a:pt x="683" y="17"/>
                    <a:pt x="681" y="16"/>
                    <a:pt x="680" y="8"/>
                  </a:cubicBezTo>
                  <a:cubicBezTo>
                    <a:pt x="679" y="0"/>
                    <a:pt x="678" y="0"/>
                    <a:pt x="678" y="0"/>
                  </a:cubicBezTo>
                  <a:close/>
                  <a:moveTo>
                    <a:pt x="144" y="454"/>
                  </a:moveTo>
                  <a:lnTo>
                    <a:pt x="144" y="456"/>
                  </a:lnTo>
                  <a:lnTo>
                    <a:pt x="156" y="465"/>
                  </a:lnTo>
                  <a:lnTo>
                    <a:pt x="157" y="465"/>
                  </a:lnTo>
                  <a:cubicBezTo>
                    <a:pt x="153" y="460"/>
                    <a:pt x="148" y="457"/>
                    <a:pt x="144" y="4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33"/>
            <p:cNvSpPr/>
            <p:nvPr/>
          </p:nvSpPr>
          <p:spPr>
            <a:xfrm>
              <a:off x="3340843" y="2395840"/>
              <a:ext cx="32965" cy="35961"/>
            </a:xfrm>
            <a:custGeom>
              <a:avLst/>
              <a:gdLst/>
              <a:ahLst/>
              <a:cxnLst/>
              <a:rect l="l" t="t" r="r" b="b"/>
              <a:pathLst>
                <a:path w="330" h="360" extrusionOk="0">
                  <a:moveTo>
                    <a:pt x="117" y="11"/>
                  </a:moveTo>
                  <a:lnTo>
                    <a:pt x="113" y="17"/>
                  </a:lnTo>
                  <a:lnTo>
                    <a:pt x="113" y="19"/>
                  </a:lnTo>
                  <a:cubicBezTo>
                    <a:pt x="118" y="12"/>
                    <a:pt x="118" y="12"/>
                    <a:pt x="118" y="12"/>
                  </a:cubicBezTo>
                  <a:lnTo>
                    <a:pt x="117" y="11"/>
                  </a:lnTo>
                  <a:close/>
                  <a:moveTo>
                    <a:pt x="88" y="38"/>
                  </a:moveTo>
                  <a:cubicBezTo>
                    <a:pt x="88" y="38"/>
                    <a:pt x="88" y="38"/>
                    <a:pt x="88" y="39"/>
                  </a:cubicBezTo>
                  <a:cubicBezTo>
                    <a:pt x="88" y="39"/>
                    <a:pt x="88" y="39"/>
                    <a:pt x="84" y="45"/>
                  </a:cubicBezTo>
                  <a:lnTo>
                    <a:pt x="77" y="51"/>
                  </a:lnTo>
                  <a:lnTo>
                    <a:pt x="77" y="51"/>
                  </a:lnTo>
                  <a:lnTo>
                    <a:pt x="83" y="44"/>
                  </a:lnTo>
                  <a:cubicBezTo>
                    <a:pt x="86" y="40"/>
                    <a:pt x="87" y="38"/>
                    <a:pt x="88" y="38"/>
                  </a:cubicBezTo>
                  <a:close/>
                  <a:moveTo>
                    <a:pt x="222" y="50"/>
                  </a:moveTo>
                  <a:cubicBezTo>
                    <a:pt x="221" y="50"/>
                    <a:pt x="221" y="50"/>
                    <a:pt x="215" y="56"/>
                  </a:cubicBezTo>
                  <a:lnTo>
                    <a:pt x="216" y="56"/>
                  </a:lnTo>
                  <a:cubicBezTo>
                    <a:pt x="222" y="51"/>
                    <a:pt x="222" y="51"/>
                    <a:pt x="222" y="50"/>
                  </a:cubicBezTo>
                  <a:close/>
                  <a:moveTo>
                    <a:pt x="91" y="42"/>
                  </a:moveTo>
                  <a:cubicBezTo>
                    <a:pt x="91" y="42"/>
                    <a:pt x="91" y="42"/>
                    <a:pt x="92" y="42"/>
                  </a:cubicBezTo>
                  <a:cubicBezTo>
                    <a:pt x="92" y="42"/>
                    <a:pt x="92" y="42"/>
                    <a:pt x="87" y="49"/>
                  </a:cubicBezTo>
                  <a:cubicBezTo>
                    <a:pt x="88" y="47"/>
                    <a:pt x="89" y="46"/>
                    <a:pt x="89" y="46"/>
                  </a:cubicBezTo>
                  <a:lnTo>
                    <a:pt x="89" y="46"/>
                  </a:lnTo>
                  <a:cubicBezTo>
                    <a:pt x="88" y="46"/>
                    <a:pt x="85" y="50"/>
                    <a:pt x="81" y="54"/>
                  </a:cubicBezTo>
                  <a:lnTo>
                    <a:pt x="71" y="68"/>
                  </a:lnTo>
                  <a:cubicBezTo>
                    <a:pt x="71" y="68"/>
                    <a:pt x="76" y="61"/>
                    <a:pt x="80" y="54"/>
                  </a:cubicBezTo>
                  <a:cubicBezTo>
                    <a:pt x="88" y="44"/>
                    <a:pt x="90" y="42"/>
                    <a:pt x="91" y="42"/>
                  </a:cubicBezTo>
                  <a:close/>
                  <a:moveTo>
                    <a:pt x="171" y="63"/>
                  </a:moveTo>
                  <a:cubicBezTo>
                    <a:pt x="168" y="67"/>
                    <a:pt x="164" y="70"/>
                    <a:pt x="164" y="70"/>
                  </a:cubicBezTo>
                  <a:cubicBezTo>
                    <a:pt x="164" y="70"/>
                    <a:pt x="166" y="68"/>
                    <a:pt x="171" y="63"/>
                  </a:cubicBezTo>
                  <a:close/>
                  <a:moveTo>
                    <a:pt x="211" y="70"/>
                  </a:moveTo>
                  <a:cubicBezTo>
                    <a:pt x="211" y="70"/>
                    <a:pt x="210" y="71"/>
                    <a:pt x="208" y="73"/>
                  </a:cubicBezTo>
                  <a:lnTo>
                    <a:pt x="208" y="73"/>
                  </a:lnTo>
                  <a:cubicBezTo>
                    <a:pt x="210" y="71"/>
                    <a:pt x="211" y="70"/>
                    <a:pt x="211" y="70"/>
                  </a:cubicBezTo>
                  <a:close/>
                  <a:moveTo>
                    <a:pt x="208" y="73"/>
                  </a:moveTo>
                  <a:cubicBezTo>
                    <a:pt x="208" y="73"/>
                    <a:pt x="207" y="73"/>
                    <a:pt x="207" y="73"/>
                  </a:cubicBezTo>
                  <a:cubicBezTo>
                    <a:pt x="206" y="74"/>
                    <a:pt x="205" y="75"/>
                    <a:pt x="204" y="76"/>
                  </a:cubicBezTo>
                  <a:lnTo>
                    <a:pt x="204" y="76"/>
                  </a:lnTo>
                  <a:cubicBezTo>
                    <a:pt x="206" y="75"/>
                    <a:pt x="207" y="74"/>
                    <a:pt x="208" y="73"/>
                  </a:cubicBezTo>
                  <a:close/>
                  <a:moveTo>
                    <a:pt x="133" y="66"/>
                  </a:moveTo>
                  <a:cubicBezTo>
                    <a:pt x="133" y="66"/>
                    <a:pt x="133" y="66"/>
                    <a:pt x="133" y="67"/>
                  </a:cubicBezTo>
                  <a:lnTo>
                    <a:pt x="127" y="72"/>
                  </a:lnTo>
                  <a:lnTo>
                    <a:pt x="122" y="78"/>
                  </a:lnTo>
                  <a:lnTo>
                    <a:pt x="122" y="78"/>
                  </a:lnTo>
                  <a:lnTo>
                    <a:pt x="127" y="71"/>
                  </a:lnTo>
                  <a:cubicBezTo>
                    <a:pt x="131" y="67"/>
                    <a:pt x="133" y="66"/>
                    <a:pt x="133" y="66"/>
                  </a:cubicBezTo>
                  <a:close/>
                  <a:moveTo>
                    <a:pt x="151" y="67"/>
                  </a:moveTo>
                  <a:lnTo>
                    <a:pt x="151" y="67"/>
                  </a:lnTo>
                  <a:cubicBezTo>
                    <a:pt x="151" y="67"/>
                    <a:pt x="148" y="70"/>
                    <a:pt x="141" y="76"/>
                  </a:cubicBezTo>
                  <a:cubicBezTo>
                    <a:pt x="135" y="81"/>
                    <a:pt x="129" y="87"/>
                    <a:pt x="129" y="87"/>
                  </a:cubicBezTo>
                  <a:cubicBezTo>
                    <a:pt x="129" y="87"/>
                    <a:pt x="134" y="81"/>
                    <a:pt x="147" y="70"/>
                  </a:cubicBezTo>
                  <a:cubicBezTo>
                    <a:pt x="149" y="68"/>
                    <a:pt x="151" y="67"/>
                    <a:pt x="151" y="67"/>
                  </a:cubicBezTo>
                  <a:close/>
                  <a:moveTo>
                    <a:pt x="173" y="80"/>
                  </a:moveTo>
                  <a:lnTo>
                    <a:pt x="163" y="90"/>
                  </a:lnTo>
                  <a:lnTo>
                    <a:pt x="163" y="90"/>
                  </a:lnTo>
                  <a:cubicBezTo>
                    <a:pt x="164" y="89"/>
                    <a:pt x="166" y="88"/>
                    <a:pt x="168" y="86"/>
                  </a:cubicBezTo>
                  <a:cubicBezTo>
                    <a:pt x="170" y="85"/>
                    <a:pt x="172" y="82"/>
                    <a:pt x="173" y="80"/>
                  </a:cubicBezTo>
                  <a:close/>
                  <a:moveTo>
                    <a:pt x="93" y="79"/>
                  </a:moveTo>
                  <a:lnTo>
                    <a:pt x="93" y="79"/>
                  </a:lnTo>
                  <a:cubicBezTo>
                    <a:pt x="89" y="84"/>
                    <a:pt x="85" y="88"/>
                    <a:pt x="81" y="91"/>
                  </a:cubicBezTo>
                  <a:lnTo>
                    <a:pt x="80" y="90"/>
                  </a:lnTo>
                  <a:cubicBezTo>
                    <a:pt x="84" y="87"/>
                    <a:pt x="88" y="82"/>
                    <a:pt x="93" y="79"/>
                  </a:cubicBezTo>
                  <a:close/>
                  <a:moveTo>
                    <a:pt x="163" y="90"/>
                  </a:moveTo>
                  <a:lnTo>
                    <a:pt x="163" y="90"/>
                  </a:lnTo>
                  <a:cubicBezTo>
                    <a:pt x="162" y="91"/>
                    <a:pt x="162" y="91"/>
                    <a:pt x="161" y="91"/>
                  </a:cubicBezTo>
                  <a:lnTo>
                    <a:pt x="163" y="90"/>
                  </a:lnTo>
                  <a:close/>
                  <a:moveTo>
                    <a:pt x="152" y="91"/>
                  </a:moveTo>
                  <a:lnTo>
                    <a:pt x="152" y="93"/>
                  </a:lnTo>
                  <a:cubicBezTo>
                    <a:pt x="153" y="93"/>
                    <a:pt x="153" y="93"/>
                    <a:pt x="147" y="98"/>
                  </a:cubicBezTo>
                  <a:lnTo>
                    <a:pt x="152" y="91"/>
                  </a:lnTo>
                  <a:close/>
                  <a:moveTo>
                    <a:pt x="153" y="87"/>
                  </a:moveTo>
                  <a:cubicBezTo>
                    <a:pt x="153" y="87"/>
                    <a:pt x="148" y="92"/>
                    <a:pt x="139" y="100"/>
                  </a:cubicBezTo>
                  <a:lnTo>
                    <a:pt x="138" y="99"/>
                  </a:lnTo>
                  <a:cubicBezTo>
                    <a:pt x="142" y="96"/>
                    <a:pt x="147" y="93"/>
                    <a:pt x="150" y="89"/>
                  </a:cubicBezTo>
                  <a:cubicBezTo>
                    <a:pt x="152" y="88"/>
                    <a:pt x="153" y="87"/>
                    <a:pt x="153" y="87"/>
                  </a:cubicBezTo>
                  <a:close/>
                  <a:moveTo>
                    <a:pt x="126" y="77"/>
                  </a:moveTo>
                  <a:cubicBezTo>
                    <a:pt x="126" y="77"/>
                    <a:pt x="123" y="80"/>
                    <a:pt x="117" y="86"/>
                  </a:cubicBezTo>
                  <a:cubicBezTo>
                    <a:pt x="112" y="91"/>
                    <a:pt x="106" y="97"/>
                    <a:pt x="101" y="103"/>
                  </a:cubicBezTo>
                  <a:lnTo>
                    <a:pt x="99" y="102"/>
                  </a:lnTo>
                  <a:lnTo>
                    <a:pt x="112" y="90"/>
                  </a:lnTo>
                  <a:cubicBezTo>
                    <a:pt x="121" y="81"/>
                    <a:pt x="125" y="77"/>
                    <a:pt x="126" y="77"/>
                  </a:cubicBezTo>
                  <a:close/>
                  <a:moveTo>
                    <a:pt x="110" y="98"/>
                  </a:moveTo>
                  <a:cubicBezTo>
                    <a:pt x="111" y="98"/>
                    <a:pt x="108" y="100"/>
                    <a:pt x="103" y="106"/>
                  </a:cubicBezTo>
                  <a:lnTo>
                    <a:pt x="103" y="106"/>
                  </a:lnTo>
                  <a:lnTo>
                    <a:pt x="103" y="105"/>
                  </a:lnTo>
                  <a:lnTo>
                    <a:pt x="102" y="105"/>
                  </a:lnTo>
                  <a:cubicBezTo>
                    <a:pt x="107" y="100"/>
                    <a:pt x="110" y="98"/>
                    <a:pt x="110" y="98"/>
                  </a:cubicBezTo>
                  <a:close/>
                  <a:moveTo>
                    <a:pt x="85" y="91"/>
                  </a:moveTo>
                  <a:lnTo>
                    <a:pt x="85" y="91"/>
                  </a:lnTo>
                  <a:cubicBezTo>
                    <a:pt x="85" y="91"/>
                    <a:pt x="81" y="94"/>
                    <a:pt x="77" y="98"/>
                  </a:cubicBezTo>
                  <a:cubicBezTo>
                    <a:pt x="71" y="105"/>
                    <a:pt x="71" y="105"/>
                    <a:pt x="72" y="106"/>
                  </a:cubicBezTo>
                  <a:lnTo>
                    <a:pt x="78" y="100"/>
                  </a:lnTo>
                  <a:cubicBezTo>
                    <a:pt x="84" y="94"/>
                    <a:pt x="83" y="94"/>
                    <a:pt x="83" y="94"/>
                  </a:cubicBezTo>
                  <a:cubicBezTo>
                    <a:pt x="84" y="91"/>
                    <a:pt x="85" y="91"/>
                    <a:pt x="85" y="91"/>
                  </a:cubicBezTo>
                  <a:close/>
                  <a:moveTo>
                    <a:pt x="125" y="96"/>
                  </a:moveTo>
                  <a:lnTo>
                    <a:pt x="125" y="96"/>
                  </a:lnTo>
                  <a:cubicBezTo>
                    <a:pt x="120" y="102"/>
                    <a:pt x="114" y="107"/>
                    <a:pt x="114" y="107"/>
                  </a:cubicBezTo>
                  <a:lnTo>
                    <a:pt x="113" y="106"/>
                  </a:lnTo>
                  <a:lnTo>
                    <a:pt x="125" y="96"/>
                  </a:lnTo>
                  <a:close/>
                  <a:moveTo>
                    <a:pt x="208" y="106"/>
                  </a:moveTo>
                  <a:cubicBezTo>
                    <a:pt x="202" y="111"/>
                    <a:pt x="199" y="114"/>
                    <a:pt x="199" y="114"/>
                  </a:cubicBezTo>
                  <a:cubicBezTo>
                    <a:pt x="199" y="114"/>
                    <a:pt x="202" y="111"/>
                    <a:pt x="208" y="106"/>
                  </a:cubicBezTo>
                  <a:close/>
                  <a:moveTo>
                    <a:pt x="139" y="115"/>
                  </a:moveTo>
                  <a:cubicBezTo>
                    <a:pt x="139" y="115"/>
                    <a:pt x="139" y="116"/>
                    <a:pt x="133" y="121"/>
                  </a:cubicBezTo>
                  <a:lnTo>
                    <a:pt x="126" y="126"/>
                  </a:lnTo>
                  <a:lnTo>
                    <a:pt x="132" y="119"/>
                  </a:lnTo>
                  <a:cubicBezTo>
                    <a:pt x="139" y="115"/>
                    <a:pt x="139" y="115"/>
                    <a:pt x="139" y="115"/>
                  </a:cubicBezTo>
                  <a:close/>
                  <a:moveTo>
                    <a:pt x="113" y="119"/>
                  </a:moveTo>
                  <a:lnTo>
                    <a:pt x="107" y="125"/>
                  </a:lnTo>
                  <a:cubicBezTo>
                    <a:pt x="107" y="125"/>
                    <a:pt x="104" y="128"/>
                    <a:pt x="104" y="128"/>
                  </a:cubicBezTo>
                  <a:cubicBezTo>
                    <a:pt x="104" y="128"/>
                    <a:pt x="104" y="127"/>
                    <a:pt x="106" y="125"/>
                  </a:cubicBezTo>
                  <a:lnTo>
                    <a:pt x="113" y="119"/>
                  </a:lnTo>
                  <a:close/>
                  <a:moveTo>
                    <a:pt x="163" y="114"/>
                  </a:moveTo>
                  <a:cubicBezTo>
                    <a:pt x="164" y="114"/>
                    <a:pt x="161" y="117"/>
                    <a:pt x="153" y="123"/>
                  </a:cubicBezTo>
                  <a:cubicBezTo>
                    <a:pt x="148" y="128"/>
                    <a:pt x="147" y="128"/>
                    <a:pt x="147" y="128"/>
                  </a:cubicBezTo>
                  <a:lnTo>
                    <a:pt x="159" y="117"/>
                  </a:lnTo>
                  <a:cubicBezTo>
                    <a:pt x="161" y="115"/>
                    <a:pt x="163" y="114"/>
                    <a:pt x="163" y="114"/>
                  </a:cubicBezTo>
                  <a:close/>
                  <a:moveTo>
                    <a:pt x="142" y="121"/>
                  </a:moveTo>
                  <a:cubicBezTo>
                    <a:pt x="143" y="121"/>
                    <a:pt x="143" y="121"/>
                    <a:pt x="143" y="122"/>
                  </a:cubicBezTo>
                  <a:lnTo>
                    <a:pt x="138" y="127"/>
                  </a:lnTo>
                  <a:cubicBezTo>
                    <a:pt x="135" y="129"/>
                    <a:pt x="134" y="130"/>
                    <a:pt x="134" y="130"/>
                  </a:cubicBezTo>
                  <a:cubicBezTo>
                    <a:pt x="134" y="130"/>
                    <a:pt x="136" y="127"/>
                    <a:pt x="136" y="127"/>
                  </a:cubicBezTo>
                  <a:lnTo>
                    <a:pt x="136" y="126"/>
                  </a:lnTo>
                  <a:cubicBezTo>
                    <a:pt x="140" y="122"/>
                    <a:pt x="141" y="121"/>
                    <a:pt x="142" y="121"/>
                  </a:cubicBezTo>
                  <a:close/>
                  <a:moveTo>
                    <a:pt x="161" y="121"/>
                  </a:moveTo>
                  <a:cubicBezTo>
                    <a:pt x="155" y="126"/>
                    <a:pt x="149" y="131"/>
                    <a:pt x="149" y="131"/>
                  </a:cubicBezTo>
                  <a:lnTo>
                    <a:pt x="154" y="125"/>
                  </a:lnTo>
                  <a:lnTo>
                    <a:pt x="161" y="121"/>
                  </a:lnTo>
                  <a:close/>
                  <a:moveTo>
                    <a:pt x="129" y="129"/>
                  </a:moveTo>
                  <a:lnTo>
                    <a:pt x="129" y="129"/>
                  </a:lnTo>
                  <a:cubicBezTo>
                    <a:pt x="129" y="129"/>
                    <a:pt x="129" y="130"/>
                    <a:pt x="129" y="130"/>
                  </a:cubicBezTo>
                  <a:cubicBezTo>
                    <a:pt x="123" y="135"/>
                    <a:pt x="123" y="135"/>
                    <a:pt x="123" y="135"/>
                  </a:cubicBezTo>
                  <a:lnTo>
                    <a:pt x="123" y="135"/>
                  </a:lnTo>
                  <a:cubicBezTo>
                    <a:pt x="126" y="132"/>
                    <a:pt x="128" y="130"/>
                    <a:pt x="129" y="129"/>
                  </a:cubicBezTo>
                  <a:close/>
                  <a:moveTo>
                    <a:pt x="123" y="135"/>
                  </a:moveTo>
                  <a:cubicBezTo>
                    <a:pt x="123" y="135"/>
                    <a:pt x="123" y="135"/>
                    <a:pt x="123" y="135"/>
                  </a:cubicBezTo>
                  <a:cubicBezTo>
                    <a:pt x="123" y="135"/>
                    <a:pt x="123" y="135"/>
                    <a:pt x="123" y="135"/>
                  </a:cubicBezTo>
                  <a:close/>
                  <a:moveTo>
                    <a:pt x="224" y="134"/>
                  </a:moveTo>
                  <a:cubicBezTo>
                    <a:pt x="219" y="137"/>
                    <a:pt x="215" y="140"/>
                    <a:pt x="210" y="143"/>
                  </a:cubicBezTo>
                  <a:lnTo>
                    <a:pt x="210" y="142"/>
                  </a:lnTo>
                  <a:lnTo>
                    <a:pt x="224" y="134"/>
                  </a:lnTo>
                  <a:close/>
                  <a:moveTo>
                    <a:pt x="11" y="133"/>
                  </a:moveTo>
                  <a:lnTo>
                    <a:pt x="1" y="145"/>
                  </a:lnTo>
                  <a:cubicBezTo>
                    <a:pt x="1" y="145"/>
                    <a:pt x="6" y="140"/>
                    <a:pt x="11" y="133"/>
                  </a:cubicBezTo>
                  <a:close/>
                  <a:moveTo>
                    <a:pt x="130" y="146"/>
                  </a:moveTo>
                  <a:lnTo>
                    <a:pt x="123" y="151"/>
                  </a:lnTo>
                  <a:cubicBezTo>
                    <a:pt x="121" y="153"/>
                    <a:pt x="121" y="153"/>
                    <a:pt x="121" y="153"/>
                  </a:cubicBezTo>
                  <a:cubicBezTo>
                    <a:pt x="122" y="153"/>
                    <a:pt x="126" y="150"/>
                    <a:pt x="130" y="146"/>
                  </a:cubicBezTo>
                  <a:close/>
                  <a:moveTo>
                    <a:pt x="164" y="150"/>
                  </a:moveTo>
                  <a:lnTo>
                    <a:pt x="164" y="150"/>
                  </a:lnTo>
                  <a:cubicBezTo>
                    <a:pt x="165" y="150"/>
                    <a:pt x="161" y="153"/>
                    <a:pt x="154" y="158"/>
                  </a:cubicBezTo>
                  <a:cubicBezTo>
                    <a:pt x="161" y="153"/>
                    <a:pt x="164" y="150"/>
                    <a:pt x="164" y="150"/>
                  </a:cubicBezTo>
                  <a:close/>
                  <a:moveTo>
                    <a:pt x="162" y="154"/>
                  </a:moveTo>
                  <a:lnTo>
                    <a:pt x="162" y="155"/>
                  </a:lnTo>
                  <a:cubicBezTo>
                    <a:pt x="155" y="160"/>
                    <a:pt x="149" y="164"/>
                    <a:pt x="149" y="164"/>
                  </a:cubicBezTo>
                  <a:lnTo>
                    <a:pt x="155" y="159"/>
                  </a:lnTo>
                  <a:lnTo>
                    <a:pt x="162" y="154"/>
                  </a:lnTo>
                  <a:close/>
                  <a:moveTo>
                    <a:pt x="173" y="159"/>
                  </a:moveTo>
                  <a:cubicBezTo>
                    <a:pt x="173" y="159"/>
                    <a:pt x="173" y="160"/>
                    <a:pt x="167" y="164"/>
                  </a:cubicBezTo>
                  <a:lnTo>
                    <a:pt x="153" y="173"/>
                  </a:lnTo>
                  <a:lnTo>
                    <a:pt x="153" y="173"/>
                  </a:lnTo>
                  <a:lnTo>
                    <a:pt x="173" y="159"/>
                  </a:lnTo>
                  <a:close/>
                  <a:moveTo>
                    <a:pt x="186" y="167"/>
                  </a:moveTo>
                  <a:lnTo>
                    <a:pt x="186" y="167"/>
                  </a:lnTo>
                  <a:cubicBezTo>
                    <a:pt x="179" y="171"/>
                    <a:pt x="172" y="176"/>
                    <a:pt x="172" y="176"/>
                  </a:cubicBezTo>
                  <a:lnTo>
                    <a:pt x="179" y="170"/>
                  </a:lnTo>
                  <a:lnTo>
                    <a:pt x="186" y="167"/>
                  </a:lnTo>
                  <a:close/>
                  <a:moveTo>
                    <a:pt x="181" y="176"/>
                  </a:moveTo>
                  <a:cubicBezTo>
                    <a:pt x="179" y="177"/>
                    <a:pt x="177" y="179"/>
                    <a:pt x="175" y="180"/>
                  </a:cubicBezTo>
                  <a:lnTo>
                    <a:pt x="181" y="176"/>
                  </a:lnTo>
                  <a:close/>
                  <a:moveTo>
                    <a:pt x="254" y="183"/>
                  </a:moveTo>
                  <a:cubicBezTo>
                    <a:pt x="254" y="184"/>
                    <a:pt x="252" y="186"/>
                    <a:pt x="251" y="186"/>
                  </a:cubicBezTo>
                  <a:cubicBezTo>
                    <a:pt x="251" y="186"/>
                    <a:pt x="252" y="185"/>
                    <a:pt x="254" y="183"/>
                  </a:cubicBezTo>
                  <a:close/>
                  <a:moveTo>
                    <a:pt x="198" y="195"/>
                  </a:moveTo>
                  <a:cubicBezTo>
                    <a:pt x="198" y="195"/>
                    <a:pt x="198" y="195"/>
                    <a:pt x="191" y="199"/>
                  </a:cubicBezTo>
                  <a:cubicBezTo>
                    <a:pt x="188" y="201"/>
                    <a:pt x="186" y="202"/>
                    <a:pt x="185" y="202"/>
                  </a:cubicBezTo>
                  <a:cubicBezTo>
                    <a:pt x="185" y="202"/>
                    <a:pt x="185" y="201"/>
                    <a:pt x="185" y="201"/>
                  </a:cubicBezTo>
                  <a:cubicBezTo>
                    <a:pt x="189" y="199"/>
                    <a:pt x="194" y="197"/>
                    <a:pt x="198" y="195"/>
                  </a:cubicBezTo>
                  <a:close/>
                  <a:moveTo>
                    <a:pt x="186" y="212"/>
                  </a:moveTo>
                  <a:cubicBezTo>
                    <a:pt x="186" y="212"/>
                    <a:pt x="184" y="213"/>
                    <a:pt x="180" y="215"/>
                  </a:cubicBezTo>
                  <a:cubicBezTo>
                    <a:pt x="184" y="213"/>
                    <a:pt x="186" y="212"/>
                    <a:pt x="186" y="212"/>
                  </a:cubicBezTo>
                  <a:close/>
                  <a:moveTo>
                    <a:pt x="212" y="207"/>
                  </a:moveTo>
                  <a:cubicBezTo>
                    <a:pt x="205" y="211"/>
                    <a:pt x="198" y="215"/>
                    <a:pt x="198" y="215"/>
                  </a:cubicBezTo>
                  <a:lnTo>
                    <a:pt x="197" y="214"/>
                  </a:lnTo>
                  <a:lnTo>
                    <a:pt x="212" y="207"/>
                  </a:lnTo>
                  <a:close/>
                  <a:moveTo>
                    <a:pt x="164" y="218"/>
                  </a:moveTo>
                  <a:lnTo>
                    <a:pt x="164" y="218"/>
                  </a:lnTo>
                  <a:cubicBezTo>
                    <a:pt x="160" y="220"/>
                    <a:pt x="156" y="223"/>
                    <a:pt x="156" y="223"/>
                  </a:cubicBezTo>
                  <a:cubicBezTo>
                    <a:pt x="156" y="223"/>
                    <a:pt x="158" y="221"/>
                    <a:pt x="164" y="218"/>
                  </a:cubicBezTo>
                  <a:close/>
                  <a:moveTo>
                    <a:pt x="267" y="221"/>
                  </a:moveTo>
                  <a:cubicBezTo>
                    <a:pt x="268" y="221"/>
                    <a:pt x="268" y="222"/>
                    <a:pt x="268" y="222"/>
                  </a:cubicBezTo>
                  <a:cubicBezTo>
                    <a:pt x="268" y="222"/>
                    <a:pt x="268" y="222"/>
                    <a:pt x="261" y="225"/>
                  </a:cubicBezTo>
                  <a:cubicBezTo>
                    <a:pt x="259" y="226"/>
                    <a:pt x="255" y="227"/>
                    <a:pt x="253" y="228"/>
                  </a:cubicBezTo>
                  <a:lnTo>
                    <a:pt x="261" y="224"/>
                  </a:lnTo>
                  <a:cubicBezTo>
                    <a:pt x="265" y="222"/>
                    <a:pt x="267" y="221"/>
                    <a:pt x="267" y="221"/>
                  </a:cubicBezTo>
                  <a:close/>
                  <a:moveTo>
                    <a:pt x="200" y="228"/>
                  </a:moveTo>
                  <a:cubicBezTo>
                    <a:pt x="200" y="228"/>
                    <a:pt x="199" y="229"/>
                    <a:pt x="195" y="231"/>
                  </a:cubicBezTo>
                  <a:cubicBezTo>
                    <a:pt x="198" y="229"/>
                    <a:pt x="200" y="228"/>
                    <a:pt x="200" y="228"/>
                  </a:cubicBezTo>
                  <a:close/>
                  <a:moveTo>
                    <a:pt x="278" y="224"/>
                  </a:moveTo>
                  <a:cubicBezTo>
                    <a:pt x="272" y="226"/>
                    <a:pt x="268" y="228"/>
                    <a:pt x="262" y="231"/>
                  </a:cubicBezTo>
                  <a:lnTo>
                    <a:pt x="270" y="226"/>
                  </a:lnTo>
                  <a:lnTo>
                    <a:pt x="277" y="224"/>
                  </a:lnTo>
                  <a:close/>
                  <a:moveTo>
                    <a:pt x="19" y="226"/>
                  </a:moveTo>
                  <a:lnTo>
                    <a:pt x="5" y="236"/>
                  </a:lnTo>
                  <a:cubicBezTo>
                    <a:pt x="3" y="239"/>
                    <a:pt x="1" y="240"/>
                    <a:pt x="2" y="240"/>
                  </a:cubicBezTo>
                  <a:cubicBezTo>
                    <a:pt x="2" y="240"/>
                    <a:pt x="5" y="237"/>
                    <a:pt x="12" y="232"/>
                  </a:cubicBezTo>
                  <a:cubicBezTo>
                    <a:pt x="18" y="226"/>
                    <a:pt x="19" y="226"/>
                    <a:pt x="19" y="226"/>
                  </a:cubicBezTo>
                  <a:close/>
                  <a:moveTo>
                    <a:pt x="205" y="243"/>
                  </a:moveTo>
                  <a:cubicBezTo>
                    <a:pt x="205" y="243"/>
                    <a:pt x="203" y="243"/>
                    <a:pt x="199" y="245"/>
                  </a:cubicBezTo>
                  <a:cubicBezTo>
                    <a:pt x="203" y="243"/>
                    <a:pt x="205" y="243"/>
                    <a:pt x="205" y="243"/>
                  </a:cubicBezTo>
                  <a:close/>
                  <a:moveTo>
                    <a:pt x="231" y="248"/>
                  </a:moveTo>
                  <a:cubicBezTo>
                    <a:pt x="232" y="248"/>
                    <a:pt x="230" y="249"/>
                    <a:pt x="226" y="251"/>
                  </a:cubicBezTo>
                  <a:cubicBezTo>
                    <a:pt x="218" y="253"/>
                    <a:pt x="218" y="253"/>
                    <a:pt x="218" y="253"/>
                  </a:cubicBezTo>
                  <a:cubicBezTo>
                    <a:pt x="218" y="252"/>
                    <a:pt x="218" y="252"/>
                    <a:pt x="226" y="250"/>
                  </a:cubicBezTo>
                  <a:cubicBezTo>
                    <a:pt x="229" y="248"/>
                    <a:pt x="231" y="248"/>
                    <a:pt x="231" y="248"/>
                  </a:cubicBezTo>
                  <a:close/>
                  <a:moveTo>
                    <a:pt x="226" y="252"/>
                  </a:moveTo>
                  <a:lnTo>
                    <a:pt x="226" y="253"/>
                  </a:lnTo>
                  <a:cubicBezTo>
                    <a:pt x="226" y="253"/>
                    <a:pt x="227" y="253"/>
                    <a:pt x="219" y="256"/>
                  </a:cubicBezTo>
                  <a:lnTo>
                    <a:pt x="226" y="252"/>
                  </a:lnTo>
                  <a:close/>
                  <a:moveTo>
                    <a:pt x="244" y="254"/>
                  </a:moveTo>
                  <a:lnTo>
                    <a:pt x="244" y="255"/>
                  </a:lnTo>
                  <a:cubicBezTo>
                    <a:pt x="242" y="256"/>
                    <a:pt x="239" y="257"/>
                    <a:pt x="236" y="259"/>
                  </a:cubicBezTo>
                  <a:lnTo>
                    <a:pt x="228" y="261"/>
                  </a:lnTo>
                  <a:lnTo>
                    <a:pt x="228" y="261"/>
                  </a:lnTo>
                  <a:lnTo>
                    <a:pt x="244" y="254"/>
                  </a:lnTo>
                  <a:close/>
                  <a:moveTo>
                    <a:pt x="251" y="271"/>
                  </a:moveTo>
                  <a:cubicBezTo>
                    <a:pt x="252" y="271"/>
                    <a:pt x="251" y="272"/>
                    <a:pt x="249" y="273"/>
                  </a:cubicBezTo>
                  <a:lnTo>
                    <a:pt x="233" y="278"/>
                  </a:lnTo>
                  <a:lnTo>
                    <a:pt x="241" y="274"/>
                  </a:lnTo>
                  <a:cubicBezTo>
                    <a:pt x="245" y="273"/>
                    <a:pt x="250" y="271"/>
                    <a:pt x="251" y="271"/>
                  </a:cubicBezTo>
                  <a:close/>
                  <a:moveTo>
                    <a:pt x="282" y="277"/>
                  </a:moveTo>
                  <a:cubicBezTo>
                    <a:pt x="282" y="278"/>
                    <a:pt x="282" y="278"/>
                    <a:pt x="274" y="280"/>
                  </a:cubicBezTo>
                  <a:cubicBezTo>
                    <a:pt x="269" y="282"/>
                    <a:pt x="264" y="283"/>
                    <a:pt x="259" y="284"/>
                  </a:cubicBezTo>
                  <a:cubicBezTo>
                    <a:pt x="267" y="281"/>
                    <a:pt x="274" y="279"/>
                    <a:pt x="282" y="277"/>
                  </a:cubicBezTo>
                  <a:close/>
                  <a:moveTo>
                    <a:pt x="309" y="296"/>
                  </a:moveTo>
                  <a:cubicBezTo>
                    <a:pt x="305" y="298"/>
                    <a:pt x="299" y="299"/>
                    <a:pt x="293" y="300"/>
                  </a:cubicBezTo>
                  <a:lnTo>
                    <a:pt x="309" y="296"/>
                  </a:lnTo>
                  <a:close/>
                  <a:moveTo>
                    <a:pt x="305" y="339"/>
                  </a:moveTo>
                  <a:cubicBezTo>
                    <a:pt x="307" y="339"/>
                    <a:pt x="295" y="341"/>
                    <a:pt x="282" y="343"/>
                  </a:cubicBezTo>
                  <a:cubicBezTo>
                    <a:pt x="288" y="342"/>
                    <a:pt x="293" y="340"/>
                    <a:pt x="299" y="339"/>
                  </a:cubicBezTo>
                  <a:cubicBezTo>
                    <a:pt x="303" y="339"/>
                    <a:pt x="305" y="339"/>
                    <a:pt x="305" y="339"/>
                  </a:cubicBezTo>
                  <a:close/>
                  <a:moveTo>
                    <a:pt x="113" y="0"/>
                  </a:moveTo>
                  <a:cubicBezTo>
                    <a:pt x="112" y="0"/>
                    <a:pt x="110" y="3"/>
                    <a:pt x="105" y="10"/>
                  </a:cubicBezTo>
                  <a:cubicBezTo>
                    <a:pt x="102" y="13"/>
                    <a:pt x="101" y="14"/>
                    <a:pt x="101" y="14"/>
                  </a:cubicBezTo>
                  <a:cubicBezTo>
                    <a:pt x="100" y="14"/>
                    <a:pt x="102" y="12"/>
                    <a:pt x="104" y="8"/>
                  </a:cubicBezTo>
                  <a:cubicBezTo>
                    <a:pt x="106" y="5"/>
                    <a:pt x="107" y="3"/>
                    <a:pt x="107" y="3"/>
                  </a:cubicBezTo>
                  <a:lnTo>
                    <a:pt x="107" y="3"/>
                  </a:lnTo>
                  <a:cubicBezTo>
                    <a:pt x="107" y="3"/>
                    <a:pt x="106" y="5"/>
                    <a:pt x="103" y="8"/>
                  </a:cubicBezTo>
                  <a:cubicBezTo>
                    <a:pt x="94" y="21"/>
                    <a:pt x="88" y="27"/>
                    <a:pt x="88" y="27"/>
                  </a:cubicBezTo>
                  <a:cubicBezTo>
                    <a:pt x="89" y="27"/>
                    <a:pt x="89" y="27"/>
                    <a:pt x="84" y="34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2" y="34"/>
                    <a:pt x="81" y="35"/>
                    <a:pt x="77" y="39"/>
                  </a:cubicBezTo>
                  <a:cubicBezTo>
                    <a:pt x="73" y="43"/>
                    <a:pt x="67" y="51"/>
                    <a:pt x="66" y="53"/>
                  </a:cubicBezTo>
                  <a:lnTo>
                    <a:pt x="66" y="53"/>
                  </a:lnTo>
                  <a:lnTo>
                    <a:pt x="62" y="59"/>
                  </a:lnTo>
                  <a:cubicBezTo>
                    <a:pt x="55" y="68"/>
                    <a:pt x="51" y="73"/>
                    <a:pt x="52" y="73"/>
                  </a:cubicBezTo>
                  <a:cubicBezTo>
                    <a:pt x="52" y="73"/>
                    <a:pt x="56" y="68"/>
                    <a:pt x="64" y="59"/>
                  </a:cubicBezTo>
                  <a:cubicBezTo>
                    <a:pt x="71" y="49"/>
                    <a:pt x="75" y="44"/>
                    <a:pt x="75" y="44"/>
                  </a:cubicBezTo>
                  <a:lnTo>
                    <a:pt x="75" y="44"/>
                  </a:lnTo>
                  <a:cubicBezTo>
                    <a:pt x="75" y="44"/>
                    <a:pt x="73" y="47"/>
                    <a:pt x="69" y="53"/>
                  </a:cubicBezTo>
                  <a:cubicBezTo>
                    <a:pt x="59" y="66"/>
                    <a:pt x="59" y="67"/>
                    <a:pt x="59" y="67"/>
                  </a:cubicBezTo>
                  <a:cubicBezTo>
                    <a:pt x="59" y="67"/>
                    <a:pt x="59" y="67"/>
                    <a:pt x="55" y="73"/>
                  </a:cubicBezTo>
                  <a:cubicBezTo>
                    <a:pt x="49" y="79"/>
                    <a:pt x="44" y="87"/>
                    <a:pt x="44" y="87"/>
                  </a:cubicBezTo>
                  <a:cubicBezTo>
                    <a:pt x="44" y="87"/>
                    <a:pt x="46" y="87"/>
                    <a:pt x="50" y="80"/>
                  </a:cubicBezTo>
                  <a:cubicBezTo>
                    <a:pt x="52" y="78"/>
                    <a:pt x="53" y="76"/>
                    <a:pt x="53" y="76"/>
                  </a:cubicBezTo>
                  <a:lnTo>
                    <a:pt x="53" y="76"/>
                  </a:lnTo>
                  <a:cubicBezTo>
                    <a:pt x="54" y="76"/>
                    <a:pt x="52" y="79"/>
                    <a:pt x="46" y="87"/>
                  </a:cubicBezTo>
                  <a:cubicBezTo>
                    <a:pt x="44" y="90"/>
                    <a:pt x="43" y="91"/>
                    <a:pt x="43" y="91"/>
                  </a:cubicBezTo>
                  <a:cubicBezTo>
                    <a:pt x="43" y="91"/>
                    <a:pt x="45" y="88"/>
                    <a:pt x="51" y="81"/>
                  </a:cubicBezTo>
                  <a:cubicBezTo>
                    <a:pt x="56" y="75"/>
                    <a:pt x="59" y="72"/>
                    <a:pt x="59" y="72"/>
                  </a:cubicBezTo>
                  <a:lnTo>
                    <a:pt x="59" y="72"/>
                  </a:lnTo>
                  <a:cubicBezTo>
                    <a:pt x="59" y="72"/>
                    <a:pt x="57" y="76"/>
                    <a:pt x="52" y="82"/>
                  </a:cubicBezTo>
                  <a:cubicBezTo>
                    <a:pt x="52" y="82"/>
                    <a:pt x="58" y="77"/>
                    <a:pt x="62" y="70"/>
                  </a:cubicBezTo>
                  <a:cubicBezTo>
                    <a:pt x="68" y="63"/>
                    <a:pt x="71" y="60"/>
                    <a:pt x="71" y="60"/>
                  </a:cubicBezTo>
                  <a:lnTo>
                    <a:pt x="71" y="60"/>
                  </a:lnTo>
                  <a:cubicBezTo>
                    <a:pt x="71" y="60"/>
                    <a:pt x="70" y="62"/>
                    <a:pt x="68" y="65"/>
                  </a:cubicBezTo>
                  <a:lnTo>
                    <a:pt x="58" y="77"/>
                  </a:lnTo>
                  <a:cubicBezTo>
                    <a:pt x="53" y="84"/>
                    <a:pt x="53" y="85"/>
                    <a:pt x="53" y="85"/>
                  </a:cubicBezTo>
                  <a:cubicBezTo>
                    <a:pt x="53" y="85"/>
                    <a:pt x="55" y="85"/>
                    <a:pt x="60" y="79"/>
                  </a:cubicBezTo>
                  <a:lnTo>
                    <a:pt x="60" y="79"/>
                  </a:lnTo>
                  <a:lnTo>
                    <a:pt x="55" y="85"/>
                  </a:lnTo>
                  <a:cubicBezTo>
                    <a:pt x="55" y="85"/>
                    <a:pt x="52" y="88"/>
                    <a:pt x="53" y="88"/>
                  </a:cubicBezTo>
                  <a:cubicBezTo>
                    <a:pt x="53" y="88"/>
                    <a:pt x="53" y="87"/>
                    <a:pt x="55" y="86"/>
                  </a:cubicBezTo>
                  <a:lnTo>
                    <a:pt x="55" y="86"/>
                  </a:lnTo>
                  <a:cubicBezTo>
                    <a:pt x="55" y="86"/>
                    <a:pt x="54" y="86"/>
                    <a:pt x="50" y="93"/>
                  </a:cubicBezTo>
                  <a:cubicBezTo>
                    <a:pt x="49" y="94"/>
                    <a:pt x="49" y="95"/>
                    <a:pt x="49" y="95"/>
                  </a:cubicBezTo>
                  <a:cubicBezTo>
                    <a:pt x="50" y="95"/>
                    <a:pt x="59" y="85"/>
                    <a:pt x="67" y="75"/>
                  </a:cubicBezTo>
                  <a:lnTo>
                    <a:pt x="72" y="69"/>
                  </a:lnTo>
                  <a:cubicBezTo>
                    <a:pt x="76" y="64"/>
                    <a:pt x="77" y="63"/>
                    <a:pt x="78" y="63"/>
                  </a:cubicBezTo>
                  <a:cubicBezTo>
                    <a:pt x="78" y="63"/>
                    <a:pt x="78" y="63"/>
                    <a:pt x="78" y="63"/>
                  </a:cubicBezTo>
                  <a:lnTo>
                    <a:pt x="68" y="76"/>
                  </a:lnTo>
                  <a:cubicBezTo>
                    <a:pt x="59" y="86"/>
                    <a:pt x="53" y="93"/>
                    <a:pt x="53" y="93"/>
                  </a:cubicBezTo>
                  <a:cubicBezTo>
                    <a:pt x="53" y="93"/>
                    <a:pt x="55" y="92"/>
                    <a:pt x="59" y="87"/>
                  </a:cubicBezTo>
                  <a:lnTo>
                    <a:pt x="59" y="87"/>
                  </a:lnTo>
                  <a:cubicBezTo>
                    <a:pt x="59" y="88"/>
                    <a:pt x="58" y="88"/>
                    <a:pt x="58" y="89"/>
                  </a:cubicBezTo>
                  <a:cubicBezTo>
                    <a:pt x="55" y="92"/>
                    <a:pt x="54" y="93"/>
                    <a:pt x="54" y="93"/>
                  </a:cubicBezTo>
                  <a:cubicBezTo>
                    <a:pt x="54" y="93"/>
                    <a:pt x="56" y="92"/>
                    <a:pt x="59" y="89"/>
                  </a:cubicBezTo>
                  <a:cubicBezTo>
                    <a:pt x="59" y="89"/>
                    <a:pt x="69" y="78"/>
                    <a:pt x="75" y="71"/>
                  </a:cubicBezTo>
                  <a:cubicBezTo>
                    <a:pt x="80" y="66"/>
                    <a:pt x="80" y="66"/>
                    <a:pt x="80" y="66"/>
                  </a:cubicBezTo>
                  <a:lnTo>
                    <a:pt x="80" y="66"/>
                  </a:lnTo>
                  <a:cubicBezTo>
                    <a:pt x="80" y="66"/>
                    <a:pt x="80" y="66"/>
                    <a:pt x="76" y="72"/>
                  </a:cubicBezTo>
                  <a:cubicBezTo>
                    <a:pt x="70" y="79"/>
                    <a:pt x="68" y="82"/>
                    <a:pt x="68" y="82"/>
                  </a:cubicBezTo>
                  <a:cubicBezTo>
                    <a:pt x="68" y="82"/>
                    <a:pt x="71" y="79"/>
                    <a:pt x="76" y="73"/>
                  </a:cubicBezTo>
                  <a:lnTo>
                    <a:pt x="76" y="73"/>
                  </a:lnTo>
                  <a:lnTo>
                    <a:pt x="71" y="79"/>
                  </a:lnTo>
                  <a:cubicBezTo>
                    <a:pt x="67" y="84"/>
                    <a:pt x="64" y="89"/>
                    <a:pt x="64" y="89"/>
                  </a:cubicBezTo>
                  <a:cubicBezTo>
                    <a:pt x="65" y="89"/>
                    <a:pt x="65" y="88"/>
                    <a:pt x="67" y="87"/>
                  </a:cubicBezTo>
                  <a:lnTo>
                    <a:pt x="67" y="87"/>
                  </a:lnTo>
                  <a:cubicBezTo>
                    <a:pt x="68" y="88"/>
                    <a:pt x="69" y="89"/>
                    <a:pt x="64" y="96"/>
                  </a:cubicBezTo>
                  <a:cubicBezTo>
                    <a:pt x="63" y="97"/>
                    <a:pt x="62" y="97"/>
                    <a:pt x="63" y="97"/>
                  </a:cubicBezTo>
                  <a:cubicBezTo>
                    <a:pt x="63" y="97"/>
                    <a:pt x="72" y="88"/>
                    <a:pt x="81" y="79"/>
                  </a:cubicBezTo>
                  <a:lnTo>
                    <a:pt x="81" y="79"/>
                  </a:lnTo>
                  <a:cubicBezTo>
                    <a:pt x="76" y="86"/>
                    <a:pt x="76" y="86"/>
                    <a:pt x="77" y="86"/>
                  </a:cubicBezTo>
                  <a:cubicBezTo>
                    <a:pt x="78" y="87"/>
                    <a:pt x="78" y="87"/>
                    <a:pt x="72" y="94"/>
                  </a:cubicBezTo>
                  <a:cubicBezTo>
                    <a:pt x="77" y="89"/>
                    <a:pt x="79" y="87"/>
                    <a:pt x="79" y="87"/>
                  </a:cubicBezTo>
                  <a:lnTo>
                    <a:pt x="79" y="87"/>
                  </a:lnTo>
                  <a:cubicBezTo>
                    <a:pt x="80" y="87"/>
                    <a:pt x="75" y="93"/>
                    <a:pt x="68" y="100"/>
                  </a:cubicBezTo>
                  <a:cubicBezTo>
                    <a:pt x="62" y="107"/>
                    <a:pt x="64" y="107"/>
                    <a:pt x="64" y="108"/>
                  </a:cubicBezTo>
                  <a:cubicBezTo>
                    <a:pt x="67" y="104"/>
                    <a:pt x="69" y="103"/>
                    <a:pt x="70" y="103"/>
                  </a:cubicBezTo>
                  <a:cubicBezTo>
                    <a:pt x="70" y="103"/>
                    <a:pt x="70" y="103"/>
                    <a:pt x="70" y="104"/>
                  </a:cubicBezTo>
                  <a:cubicBezTo>
                    <a:pt x="70" y="104"/>
                    <a:pt x="71" y="104"/>
                    <a:pt x="71" y="104"/>
                  </a:cubicBezTo>
                  <a:cubicBezTo>
                    <a:pt x="72" y="104"/>
                    <a:pt x="74" y="102"/>
                    <a:pt x="81" y="93"/>
                  </a:cubicBezTo>
                  <a:cubicBezTo>
                    <a:pt x="90" y="83"/>
                    <a:pt x="92" y="81"/>
                    <a:pt x="93" y="81"/>
                  </a:cubicBezTo>
                  <a:cubicBezTo>
                    <a:pt x="93" y="81"/>
                    <a:pt x="94" y="81"/>
                    <a:pt x="94" y="81"/>
                  </a:cubicBezTo>
                  <a:cubicBezTo>
                    <a:pt x="94" y="81"/>
                    <a:pt x="94" y="81"/>
                    <a:pt x="88" y="88"/>
                  </a:cubicBezTo>
                  <a:lnTo>
                    <a:pt x="84" y="95"/>
                  </a:lnTo>
                  <a:cubicBezTo>
                    <a:pt x="84" y="95"/>
                    <a:pt x="84" y="95"/>
                    <a:pt x="79" y="102"/>
                  </a:cubicBezTo>
                  <a:cubicBezTo>
                    <a:pt x="79" y="102"/>
                    <a:pt x="74" y="107"/>
                    <a:pt x="74" y="108"/>
                  </a:cubicBezTo>
                  <a:cubicBezTo>
                    <a:pt x="75" y="108"/>
                    <a:pt x="75" y="109"/>
                    <a:pt x="69" y="115"/>
                  </a:cubicBezTo>
                  <a:cubicBezTo>
                    <a:pt x="69" y="115"/>
                    <a:pt x="69" y="115"/>
                    <a:pt x="75" y="109"/>
                  </a:cubicBezTo>
                  <a:cubicBezTo>
                    <a:pt x="79" y="106"/>
                    <a:pt x="83" y="102"/>
                    <a:pt x="83" y="102"/>
                  </a:cubicBezTo>
                  <a:lnTo>
                    <a:pt x="83" y="102"/>
                  </a:lnTo>
                  <a:cubicBezTo>
                    <a:pt x="84" y="102"/>
                    <a:pt x="83" y="103"/>
                    <a:pt x="81" y="105"/>
                  </a:cubicBezTo>
                  <a:cubicBezTo>
                    <a:pt x="82" y="105"/>
                    <a:pt x="82" y="106"/>
                    <a:pt x="83" y="106"/>
                  </a:cubicBezTo>
                  <a:cubicBezTo>
                    <a:pt x="84" y="106"/>
                    <a:pt x="86" y="105"/>
                    <a:pt x="89" y="100"/>
                  </a:cubicBezTo>
                  <a:lnTo>
                    <a:pt x="89" y="100"/>
                  </a:lnTo>
                  <a:cubicBezTo>
                    <a:pt x="89" y="100"/>
                    <a:pt x="89" y="102"/>
                    <a:pt x="84" y="107"/>
                  </a:cubicBezTo>
                  <a:cubicBezTo>
                    <a:pt x="78" y="113"/>
                    <a:pt x="75" y="117"/>
                    <a:pt x="75" y="117"/>
                  </a:cubicBezTo>
                  <a:cubicBezTo>
                    <a:pt x="76" y="117"/>
                    <a:pt x="79" y="114"/>
                    <a:pt x="85" y="108"/>
                  </a:cubicBezTo>
                  <a:cubicBezTo>
                    <a:pt x="87" y="106"/>
                    <a:pt x="89" y="104"/>
                    <a:pt x="89" y="104"/>
                  </a:cubicBezTo>
                  <a:lnTo>
                    <a:pt x="89" y="104"/>
                  </a:lnTo>
                  <a:cubicBezTo>
                    <a:pt x="89" y="104"/>
                    <a:pt x="88" y="106"/>
                    <a:pt x="85" y="109"/>
                  </a:cubicBezTo>
                  <a:cubicBezTo>
                    <a:pt x="85" y="109"/>
                    <a:pt x="85" y="109"/>
                    <a:pt x="92" y="104"/>
                  </a:cubicBezTo>
                  <a:cubicBezTo>
                    <a:pt x="94" y="101"/>
                    <a:pt x="96" y="100"/>
                    <a:pt x="96" y="100"/>
                  </a:cubicBezTo>
                  <a:lnTo>
                    <a:pt x="96" y="100"/>
                  </a:lnTo>
                  <a:cubicBezTo>
                    <a:pt x="96" y="100"/>
                    <a:pt x="94" y="101"/>
                    <a:pt x="92" y="105"/>
                  </a:cubicBezTo>
                  <a:cubicBezTo>
                    <a:pt x="86" y="110"/>
                    <a:pt x="87" y="112"/>
                    <a:pt x="87" y="112"/>
                  </a:cubicBezTo>
                  <a:cubicBezTo>
                    <a:pt x="89" y="110"/>
                    <a:pt x="91" y="109"/>
                    <a:pt x="92" y="109"/>
                  </a:cubicBezTo>
                  <a:cubicBezTo>
                    <a:pt x="94" y="109"/>
                    <a:pt x="94" y="112"/>
                    <a:pt x="90" y="116"/>
                  </a:cubicBezTo>
                  <a:cubicBezTo>
                    <a:pt x="96" y="111"/>
                    <a:pt x="96" y="110"/>
                    <a:pt x="96" y="110"/>
                  </a:cubicBezTo>
                  <a:lnTo>
                    <a:pt x="96" y="110"/>
                  </a:lnTo>
                  <a:cubicBezTo>
                    <a:pt x="92" y="115"/>
                    <a:pt x="90" y="117"/>
                    <a:pt x="90" y="117"/>
                  </a:cubicBezTo>
                  <a:cubicBezTo>
                    <a:pt x="91" y="117"/>
                    <a:pt x="95" y="114"/>
                    <a:pt x="100" y="108"/>
                  </a:cubicBezTo>
                  <a:lnTo>
                    <a:pt x="100" y="108"/>
                  </a:lnTo>
                  <a:cubicBezTo>
                    <a:pt x="99" y="109"/>
                    <a:pt x="98" y="110"/>
                    <a:pt x="97" y="112"/>
                  </a:cubicBezTo>
                  <a:cubicBezTo>
                    <a:pt x="91" y="118"/>
                    <a:pt x="89" y="121"/>
                    <a:pt x="89" y="121"/>
                  </a:cubicBezTo>
                  <a:cubicBezTo>
                    <a:pt x="89" y="121"/>
                    <a:pt x="92" y="118"/>
                    <a:pt x="97" y="113"/>
                  </a:cubicBezTo>
                  <a:cubicBezTo>
                    <a:pt x="103" y="107"/>
                    <a:pt x="106" y="104"/>
                    <a:pt x="107" y="104"/>
                  </a:cubicBezTo>
                  <a:lnTo>
                    <a:pt x="107" y="104"/>
                  </a:lnTo>
                  <a:cubicBezTo>
                    <a:pt x="107" y="104"/>
                    <a:pt x="104" y="107"/>
                    <a:pt x="98" y="113"/>
                  </a:cubicBezTo>
                  <a:cubicBezTo>
                    <a:pt x="93" y="119"/>
                    <a:pt x="90" y="122"/>
                    <a:pt x="90" y="122"/>
                  </a:cubicBezTo>
                  <a:cubicBezTo>
                    <a:pt x="90" y="122"/>
                    <a:pt x="93" y="119"/>
                    <a:pt x="98" y="114"/>
                  </a:cubicBezTo>
                  <a:cubicBezTo>
                    <a:pt x="111" y="102"/>
                    <a:pt x="119" y="95"/>
                    <a:pt x="120" y="95"/>
                  </a:cubicBezTo>
                  <a:lnTo>
                    <a:pt x="120" y="95"/>
                  </a:lnTo>
                  <a:cubicBezTo>
                    <a:pt x="120" y="95"/>
                    <a:pt x="116" y="99"/>
                    <a:pt x="105" y="109"/>
                  </a:cubicBezTo>
                  <a:cubicBezTo>
                    <a:pt x="94" y="121"/>
                    <a:pt x="88" y="127"/>
                    <a:pt x="88" y="127"/>
                  </a:cubicBezTo>
                  <a:cubicBezTo>
                    <a:pt x="88" y="127"/>
                    <a:pt x="95" y="122"/>
                    <a:pt x="101" y="116"/>
                  </a:cubicBezTo>
                  <a:cubicBezTo>
                    <a:pt x="106" y="111"/>
                    <a:pt x="109" y="108"/>
                    <a:pt x="109" y="108"/>
                  </a:cubicBezTo>
                  <a:lnTo>
                    <a:pt x="109" y="108"/>
                  </a:lnTo>
                  <a:cubicBezTo>
                    <a:pt x="109" y="108"/>
                    <a:pt x="106" y="111"/>
                    <a:pt x="101" y="117"/>
                  </a:cubicBezTo>
                  <a:cubicBezTo>
                    <a:pt x="91" y="127"/>
                    <a:pt x="87" y="132"/>
                    <a:pt x="88" y="132"/>
                  </a:cubicBezTo>
                  <a:cubicBezTo>
                    <a:pt x="89" y="132"/>
                    <a:pt x="92" y="129"/>
                    <a:pt x="97" y="125"/>
                  </a:cubicBezTo>
                  <a:cubicBezTo>
                    <a:pt x="103" y="120"/>
                    <a:pt x="106" y="118"/>
                    <a:pt x="107" y="118"/>
                  </a:cubicBezTo>
                  <a:lnTo>
                    <a:pt x="107" y="118"/>
                  </a:lnTo>
                  <a:cubicBezTo>
                    <a:pt x="108" y="118"/>
                    <a:pt x="105" y="121"/>
                    <a:pt x="98" y="126"/>
                  </a:cubicBezTo>
                  <a:cubicBezTo>
                    <a:pt x="96" y="129"/>
                    <a:pt x="93" y="131"/>
                    <a:pt x="92" y="132"/>
                  </a:cubicBezTo>
                  <a:lnTo>
                    <a:pt x="92" y="132"/>
                  </a:lnTo>
                  <a:cubicBezTo>
                    <a:pt x="92" y="132"/>
                    <a:pt x="92" y="132"/>
                    <a:pt x="92" y="132"/>
                  </a:cubicBezTo>
                  <a:cubicBezTo>
                    <a:pt x="89" y="134"/>
                    <a:pt x="88" y="135"/>
                    <a:pt x="88" y="135"/>
                  </a:cubicBezTo>
                  <a:cubicBezTo>
                    <a:pt x="88" y="135"/>
                    <a:pt x="89" y="134"/>
                    <a:pt x="92" y="132"/>
                  </a:cubicBezTo>
                  <a:lnTo>
                    <a:pt x="92" y="132"/>
                  </a:lnTo>
                  <a:cubicBezTo>
                    <a:pt x="93" y="133"/>
                    <a:pt x="93" y="134"/>
                    <a:pt x="93" y="134"/>
                  </a:cubicBezTo>
                  <a:cubicBezTo>
                    <a:pt x="93" y="134"/>
                    <a:pt x="99" y="128"/>
                    <a:pt x="105" y="124"/>
                  </a:cubicBezTo>
                  <a:lnTo>
                    <a:pt x="105" y="124"/>
                  </a:lnTo>
                  <a:cubicBezTo>
                    <a:pt x="98" y="131"/>
                    <a:pt x="93" y="136"/>
                    <a:pt x="94" y="136"/>
                  </a:cubicBezTo>
                  <a:cubicBezTo>
                    <a:pt x="94" y="136"/>
                    <a:pt x="96" y="134"/>
                    <a:pt x="101" y="131"/>
                  </a:cubicBezTo>
                  <a:lnTo>
                    <a:pt x="101" y="132"/>
                  </a:lnTo>
                  <a:cubicBezTo>
                    <a:pt x="101" y="132"/>
                    <a:pt x="102" y="132"/>
                    <a:pt x="107" y="126"/>
                  </a:cubicBezTo>
                  <a:cubicBezTo>
                    <a:pt x="109" y="125"/>
                    <a:pt x="110" y="125"/>
                    <a:pt x="110" y="125"/>
                  </a:cubicBezTo>
                  <a:lnTo>
                    <a:pt x="110" y="125"/>
                  </a:lnTo>
                  <a:cubicBezTo>
                    <a:pt x="111" y="125"/>
                    <a:pt x="106" y="129"/>
                    <a:pt x="102" y="133"/>
                  </a:cubicBezTo>
                  <a:cubicBezTo>
                    <a:pt x="100" y="135"/>
                    <a:pt x="98" y="137"/>
                    <a:pt x="96" y="139"/>
                  </a:cubicBezTo>
                  <a:lnTo>
                    <a:pt x="115" y="124"/>
                  </a:lnTo>
                  <a:cubicBezTo>
                    <a:pt x="117" y="122"/>
                    <a:pt x="118" y="122"/>
                    <a:pt x="118" y="122"/>
                  </a:cubicBezTo>
                  <a:lnTo>
                    <a:pt x="118" y="122"/>
                  </a:lnTo>
                  <a:cubicBezTo>
                    <a:pt x="118" y="122"/>
                    <a:pt x="113" y="126"/>
                    <a:pt x="109" y="130"/>
                  </a:cubicBezTo>
                  <a:cubicBezTo>
                    <a:pt x="105" y="133"/>
                    <a:pt x="102" y="137"/>
                    <a:pt x="98" y="141"/>
                  </a:cubicBezTo>
                  <a:cubicBezTo>
                    <a:pt x="98" y="141"/>
                    <a:pt x="98" y="141"/>
                    <a:pt x="98" y="141"/>
                  </a:cubicBezTo>
                  <a:cubicBezTo>
                    <a:pt x="99" y="141"/>
                    <a:pt x="100" y="140"/>
                    <a:pt x="105" y="136"/>
                  </a:cubicBezTo>
                  <a:cubicBezTo>
                    <a:pt x="107" y="134"/>
                    <a:pt x="109" y="133"/>
                    <a:pt x="109" y="133"/>
                  </a:cubicBezTo>
                  <a:cubicBezTo>
                    <a:pt x="110" y="133"/>
                    <a:pt x="109" y="135"/>
                    <a:pt x="106" y="139"/>
                  </a:cubicBezTo>
                  <a:lnTo>
                    <a:pt x="106" y="140"/>
                  </a:lnTo>
                  <a:lnTo>
                    <a:pt x="113" y="135"/>
                  </a:lnTo>
                  <a:cubicBezTo>
                    <a:pt x="113" y="135"/>
                    <a:pt x="113" y="135"/>
                    <a:pt x="120" y="131"/>
                  </a:cubicBezTo>
                  <a:lnTo>
                    <a:pt x="120" y="131"/>
                  </a:lnTo>
                  <a:cubicBezTo>
                    <a:pt x="120" y="131"/>
                    <a:pt x="121" y="131"/>
                    <a:pt x="114" y="136"/>
                  </a:cubicBezTo>
                  <a:cubicBezTo>
                    <a:pt x="120" y="131"/>
                    <a:pt x="123" y="129"/>
                    <a:pt x="123" y="129"/>
                  </a:cubicBezTo>
                  <a:lnTo>
                    <a:pt x="123" y="129"/>
                  </a:lnTo>
                  <a:cubicBezTo>
                    <a:pt x="124" y="129"/>
                    <a:pt x="121" y="132"/>
                    <a:pt x="115" y="137"/>
                  </a:cubicBezTo>
                  <a:cubicBezTo>
                    <a:pt x="118" y="135"/>
                    <a:pt x="119" y="134"/>
                    <a:pt x="119" y="134"/>
                  </a:cubicBezTo>
                  <a:lnTo>
                    <a:pt x="119" y="134"/>
                  </a:lnTo>
                  <a:cubicBezTo>
                    <a:pt x="119" y="134"/>
                    <a:pt x="118" y="136"/>
                    <a:pt x="115" y="139"/>
                  </a:cubicBezTo>
                  <a:cubicBezTo>
                    <a:pt x="122" y="133"/>
                    <a:pt x="128" y="129"/>
                    <a:pt x="129" y="129"/>
                  </a:cubicBezTo>
                  <a:lnTo>
                    <a:pt x="129" y="129"/>
                  </a:lnTo>
                  <a:cubicBezTo>
                    <a:pt x="129" y="129"/>
                    <a:pt x="129" y="129"/>
                    <a:pt x="129" y="129"/>
                  </a:cubicBezTo>
                  <a:lnTo>
                    <a:pt x="129" y="129"/>
                  </a:lnTo>
                  <a:cubicBezTo>
                    <a:pt x="135" y="125"/>
                    <a:pt x="138" y="122"/>
                    <a:pt x="139" y="122"/>
                  </a:cubicBezTo>
                  <a:lnTo>
                    <a:pt x="139" y="122"/>
                  </a:lnTo>
                  <a:cubicBezTo>
                    <a:pt x="139" y="122"/>
                    <a:pt x="136" y="125"/>
                    <a:pt x="130" y="131"/>
                  </a:cubicBezTo>
                  <a:cubicBezTo>
                    <a:pt x="123" y="136"/>
                    <a:pt x="120" y="139"/>
                    <a:pt x="120" y="139"/>
                  </a:cubicBezTo>
                  <a:cubicBezTo>
                    <a:pt x="121" y="139"/>
                    <a:pt x="124" y="137"/>
                    <a:pt x="130" y="132"/>
                  </a:cubicBezTo>
                  <a:cubicBezTo>
                    <a:pt x="130" y="132"/>
                    <a:pt x="133" y="129"/>
                    <a:pt x="133" y="129"/>
                  </a:cubicBezTo>
                  <a:lnTo>
                    <a:pt x="133" y="129"/>
                  </a:lnTo>
                  <a:cubicBezTo>
                    <a:pt x="133" y="129"/>
                    <a:pt x="133" y="130"/>
                    <a:pt x="131" y="132"/>
                  </a:cubicBezTo>
                  <a:cubicBezTo>
                    <a:pt x="127" y="136"/>
                    <a:pt x="123" y="140"/>
                    <a:pt x="124" y="140"/>
                  </a:cubicBezTo>
                  <a:cubicBezTo>
                    <a:pt x="125" y="140"/>
                    <a:pt x="127" y="139"/>
                    <a:pt x="132" y="135"/>
                  </a:cubicBezTo>
                  <a:lnTo>
                    <a:pt x="132" y="135"/>
                  </a:lnTo>
                  <a:cubicBezTo>
                    <a:pt x="129" y="139"/>
                    <a:pt x="128" y="140"/>
                    <a:pt x="128" y="140"/>
                  </a:cubicBezTo>
                  <a:cubicBezTo>
                    <a:pt x="128" y="140"/>
                    <a:pt x="130" y="139"/>
                    <a:pt x="133" y="136"/>
                  </a:cubicBezTo>
                  <a:lnTo>
                    <a:pt x="140" y="132"/>
                  </a:lnTo>
                  <a:lnTo>
                    <a:pt x="140" y="132"/>
                  </a:lnTo>
                  <a:cubicBezTo>
                    <a:pt x="133" y="137"/>
                    <a:pt x="127" y="143"/>
                    <a:pt x="127" y="143"/>
                  </a:cubicBezTo>
                  <a:cubicBezTo>
                    <a:pt x="127" y="143"/>
                    <a:pt x="127" y="143"/>
                    <a:pt x="134" y="139"/>
                  </a:cubicBezTo>
                  <a:cubicBezTo>
                    <a:pt x="140" y="133"/>
                    <a:pt x="141" y="133"/>
                    <a:pt x="141" y="133"/>
                  </a:cubicBezTo>
                  <a:lnTo>
                    <a:pt x="141" y="133"/>
                  </a:lnTo>
                  <a:cubicBezTo>
                    <a:pt x="141" y="133"/>
                    <a:pt x="135" y="140"/>
                    <a:pt x="129" y="144"/>
                  </a:cubicBezTo>
                  <a:lnTo>
                    <a:pt x="129" y="145"/>
                  </a:lnTo>
                  <a:cubicBezTo>
                    <a:pt x="136" y="139"/>
                    <a:pt x="139" y="136"/>
                    <a:pt x="139" y="136"/>
                  </a:cubicBezTo>
                  <a:lnTo>
                    <a:pt x="139" y="136"/>
                  </a:lnTo>
                  <a:cubicBezTo>
                    <a:pt x="140" y="136"/>
                    <a:pt x="138" y="138"/>
                    <a:pt x="135" y="140"/>
                  </a:cubicBezTo>
                  <a:cubicBezTo>
                    <a:pt x="130" y="145"/>
                    <a:pt x="130" y="146"/>
                    <a:pt x="130" y="146"/>
                  </a:cubicBezTo>
                  <a:lnTo>
                    <a:pt x="130" y="148"/>
                  </a:lnTo>
                  <a:cubicBezTo>
                    <a:pt x="130" y="148"/>
                    <a:pt x="131" y="148"/>
                    <a:pt x="136" y="143"/>
                  </a:cubicBezTo>
                  <a:cubicBezTo>
                    <a:pt x="142" y="139"/>
                    <a:pt x="147" y="135"/>
                    <a:pt x="149" y="134"/>
                  </a:cubicBezTo>
                  <a:lnTo>
                    <a:pt x="149" y="134"/>
                  </a:lnTo>
                  <a:cubicBezTo>
                    <a:pt x="143" y="138"/>
                    <a:pt x="138" y="143"/>
                    <a:pt x="138" y="143"/>
                  </a:cubicBezTo>
                  <a:lnTo>
                    <a:pt x="131" y="149"/>
                  </a:lnTo>
                  <a:cubicBezTo>
                    <a:pt x="125" y="153"/>
                    <a:pt x="123" y="155"/>
                    <a:pt x="124" y="155"/>
                  </a:cubicBezTo>
                  <a:cubicBezTo>
                    <a:pt x="125" y="155"/>
                    <a:pt x="128" y="153"/>
                    <a:pt x="132" y="150"/>
                  </a:cubicBezTo>
                  <a:cubicBezTo>
                    <a:pt x="138" y="145"/>
                    <a:pt x="142" y="143"/>
                    <a:pt x="142" y="143"/>
                  </a:cubicBezTo>
                  <a:lnTo>
                    <a:pt x="142" y="143"/>
                  </a:lnTo>
                  <a:cubicBezTo>
                    <a:pt x="142" y="143"/>
                    <a:pt x="139" y="146"/>
                    <a:pt x="132" y="151"/>
                  </a:cubicBezTo>
                  <a:cubicBezTo>
                    <a:pt x="128" y="154"/>
                    <a:pt x="127" y="155"/>
                    <a:pt x="127" y="155"/>
                  </a:cubicBezTo>
                  <a:cubicBezTo>
                    <a:pt x="128" y="155"/>
                    <a:pt x="139" y="148"/>
                    <a:pt x="152" y="137"/>
                  </a:cubicBezTo>
                  <a:lnTo>
                    <a:pt x="152" y="137"/>
                  </a:lnTo>
                  <a:cubicBezTo>
                    <a:pt x="137" y="150"/>
                    <a:pt x="131" y="154"/>
                    <a:pt x="132" y="154"/>
                  </a:cubicBezTo>
                  <a:cubicBezTo>
                    <a:pt x="132" y="154"/>
                    <a:pt x="136" y="152"/>
                    <a:pt x="141" y="149"/>
                  </a:cubicBezTo>
                  <a:cubicBezTo>
                    <a:pt x="144" y="147"/>
                    <a:pt x="146" y="146"/>
                    <a:pt x="146" y="146"/>
                  </a:cubicBezTo>
                  <a:lnTo>
                    <a:pt x="146" y="146"/>
                  </a:lnTo>
                  <a:cubicBezTo>
                    <a:pt x="146" y="146"/>
                    <a:pt x="145" y="147"/>
                    <a:pt x="141" y="150"/>
                  </a:cubicBezTo>
                  <a:cubicBezTo>
                    <a:pt x="134" y="155"/>
                    <a:pt x="134" y="155"/>
                    <a:pt x="135" y="156"/>
                  </a:cubicBezTo>
                  <a:cubicBezTo>
                    <a:pt x="136" y="157"/>
                    <a:pt x="136" y="157"/>
                    <a:pt x="136" y="157"/>
                  </a:cubicBezTo>
                  <a:cubicBezTo>
                    <a:pt x="137" y="157"/>
                    <a:pt x="138" y="156"/>
                    <a:pt x="142" y="153"/>
                  </a:cubicBezTo>
                  <a:lnTo>
                    <a:pt x="143" y="153"/>
                  </a:lnTo>
                  <a:cubicBezTo>
                    <a:pt x="138" y="157"/>
                    <a:pt x="136" y="159"/>
                    <a:pt x="137" y="159"/>
                  </a:cubicBezTo>
                  <a:cubicBezTo>
                    <a:pt x="137" y="159"/>
                    <a:pt x="143" y="155"/>
                    <a:pt x="150" y="149"/>
                  </a:cubicBezTo>
                  <a:lnTo>
                    <a:pt x="150" y="150"/>
                  </a:lnTo>
                  <a:lnTo>
                    <a:pt x="144" y="155"/>
                  </a:lnTo>
                  <a:cubicBezTo>
                    <a:pt x="138" y="160"/>
                    <a:pt x="138" y="161"/>
                    <a:pt x="140" y="163"/>
                  </a:cubicBezTo>
                  <a:cubicBezTo>
                    <a:pt x="140" y="164"/>
                    <a:pt x="140" y="165"/>
                    <a:pt x="141" y="165"/>
                  </a:cubicBezTo>
                  <a:cubicBezTo>
                    <a:pt x="143" y="165"/>
                    <a:pt x="146" y="163"/>
                    <a:pt x="154" y="158"/>
                  </a:cubicBezTo>
                  <a:lnTo>
                    <a:pt x="154" y="158"/>
                  </a:lnTo>
                  <a:cubicBezTo>
                    <a:pt x="150" y="162"/>
                    <a:pt x="145" y="165"/>
                    <a:pt x="146" y="165"/>
                  </a:cubicBezTo>
                  <a:cubicBezTo>
                    <a:pt x="146" y="165"/>
                    <a:pt x="147" y="164"/>
                    <a:pt x="149" y="163"/>
                  </a:cubicBezTo>
                  <a:lnTo>
                    <a:pt x="149" y="163"/>
                  </a:lnTo>
                  <a:cubicBezTo>
                    <a:pt x="149" y="163"/>
                    <a:pt x="149" y="164"/>
                    <a:pt x="142" y="169"/>
                  </a:cubicBezTo>
                  <a:cubicBezTo>
                    <a:pt x="136" y="174"/>
                    <a:pt x="135" y="176"/>
                    <a:pt x="135" y="176"/>
                  </a:cubicBezTo>
                  <a:cubicBezTo>
                    <a:pt x="136" y="176"/>
                    <a:pt x="139" y="173"/>
                    <a:pt x="143" y="170"/>
                  </a:cubicBezTo>
                  <a:cubicBezTo>
                    <a:pt x="148" y="166"/>
                    <a:pt x="150" y="165"/>
                    <a:pt x="150" y="165"/>
                  </a:cubicBezTo>
                  <a:lnTo>
                    <a:pt x="150" y="165"/>
                  </a:lnTo>
                  <a:cubicBezTo>
                    <a:pt x="151" y="165"/>
                    <a:pt x="147" y="168"/>
                    <a:pt x="143" y="171"/>
                  </a:cubicBezTo>
                  <a:cubicBezTo>
                    <a:pt x="138" y="174"/>
                    <a:pt x="134" y="178"/>
                    <a:pt x="135" y="178"/>
                  </a:cubicBezTo>
                  <a:cubicBezTo>
                    <a:pt x="135" y="178"/>
                    <a:pt x="136" y="178"/>
                    <a:pt x="138" y="177"/>
                  </a:cubicBezTo>
                  <a:cubicBezTo>
                    <a:pt x="141" y="174"/>
                    <a:pt x="145" y="172"/>
                    <a:pt x="145" y="172"/>
                  </a:cubicBezTo>
                  <a:cubicBezTo>
                    <a:pt x="146" y="172"/>
                    <a:pt x="145" y="174"/>
                    <a:pt x="139" y="179"/>
                  </a:cubicBezTo>
                  <a:lnTo>
                    <a:pt x="139" y="180"/>
                  </a:lnTo>
                  <a:cubicBezTo>
                    <a:pt x="143" y="177"/>
                    <a:pt x="144" y="176"/>
                    <a:pt x="145" y="176"/>
                  </a:cubicBezTo>
                  <a:cubicBezTo>
                    <a:pt x="146" y="176"/>
                    <a:pt x="146" y="176"/>
                    <a:pt x="147" y="177"/>
                  </a:cubicBezTo>
                  <a:cubicBezTo>
                    <a:pt x="147" y="177"/>
                    <a:pt x="147" y="178"/>
                    <a:pt x="140" y="182"/>
                  </a:cubicBezTo>
                  <a:lnTo>
                    <a:pt x="154" y="174"/>
                  </a:lnTo>
                  <a:cubicBezTo>
                    <a:pt x="161" y="170"/>
                    <a:pt x="168" y="165"/>
                    <a:pt x="168" y="165"/>
                  </a:cubicBezTo>
                  <a:lnTo>
                    <a:pt x="168" y="165"/>
                  </a:lnTo>
                  <a:lnTo>
                    <a:pt x="161" y="171"/>
                  </a:lnTo>
                  <a:lnTo>
                    <a:pt x="154" y="176"/>
                  </a:lnTo>
                  <a:lnTo>
                    <a:pt x="154" y="176"/>
                  </a:lnTo>
                  <a:cubicBezTo>
                    <a:pt x="149" y="181"/>
                    <a:pt x="149" y="181"/>
                    <a:pt x="149" y="182"/>
                  </a:cubicBezTo>
                  <a:cubicBezTo>
                    <a:pt x="149" y="182"/>
                    <a:pt x="149" y="182"/>
                    <a:pt x="149" y="182"/>
                  </a:cubicBezTo>
                  <a:cubicBezTo>
                    <a:pt x="150" y="182"/>
                    <a:pt x="152" y="182"/>
                    <a:pt x="157" y="179"/>
                  </a:cubicBezTo>
                  <a:lnTo>
                    <a:pt x="157" y="179"/>
                  </a:lnTo>
                  <a:cubicBezTo>
                    <a:pt x="149" y="185"/>
                    <a:pt x="146" y="188"/>
                    <a:pt x="147" y="188"/>
                  </a:cubicBezTo>
                  <a:cubicBezTo>
                    <a:pt x="148" y="188"/>
                    <a:pt x="152" y="186"/>
                    <a:pt x="158" y="182"/>
                  </a:cubicBezTo>
                  <a:cubicBezTo>
                    <a:pt x="161" y="180"/>
                    <a:pt x="163" y="179"/>
                    <a:pt x="163" y="179"/>
                  </a:cubicBezTo>
                  <a:lnTo>
                    <a:pt x="163" y="179"/>
                  </a:lnTo>
                  <a:cubicBezTo>
                    <a:pt x="163" y="179"/>
                    <a:pt x="161" y="180"/>
                    <a:pt x="158" y="183"/>
                  </a:cubicBezTo>
                  <a:cubicBezTo>
                    <a:pt x="155" y="186"/>
                    <a:pt x="154" y="187"/>
                    <a:pt x="154" y="187"/>
                  </a:cubicBezTo>
                  <a:lnTo>
                    <a:pt x="154" y="187"/>
                  </a:lnTo>
                  <a:cubicBezTo>
                    <a:pt x="154" y="187"/>
                    <a:pt x="155" y="186"/>
                    <a:pt x="159" y="183"/>
                  </a:cubicBezTo>
                  <a:cubicBezTo>
                    <a:pt x="160" y="183"/>
                    <a:pt x="161" y="182"/>
                    <a:pt x="162" y="182"/>
                  </a:cubicBezTo>
                  <a:lnTo>
                    <a:pt x="162" y="182"/>
                  </a:lnTo>
                  <a:cubicBezTo>
                    <a:pt x="162" y="182"/>
                    <a:pt x="157" y="186"/>
                    <a:pt x="152" y="189"/>
                  </a:cubicBezTo>
                  <a:cubicBezTo>
                    <a:pt x="144" y="195"/>
                    <a:pt x="141" y="197"/>
                    <a:pt x="141" y="197"/>
                  </a:cubicBezTo>
                  <a:cubicBezTo>
                    <a:pt x="141" y="197"/>
                    <a:pt x="143" y="196"/>
                    <a:pt x="147" y="195"/>
                  </a:cubicBezTo>
                  <a:cubicBezTo>
                    <a:pt x="151" y="193"/>
                    <a:pt x="152" y="192"/>
                    <a:pt x="153" y="192"/>
                  </a:cubicBezTo>
                  <a:cubicBezTo>
                    <a:pt x="153" y="192"/>
                    <a:pt x="153" y="192"/>
                    <a:pt x="153" y="192"/>
                  </a:cubicBezTo>
                  <a:cubicBezTo>
                    <a:pt x="159" y="190"/>
                    <a:pt x="163" y="187"/>
                    <a:pt x="168" y="185"/>
                  </a:cubicBezTo>
                  <a:lnTo>
                    <a:pt x="168" y="185"/>
                  </a:lnTo>
                  <a:cubicBezTo>
                    <a:pt x="161" y="190"/>
                    <a:pt x="162" y="191"/>
                    <a:pt x="162" y="191"/>
                  </a:cubicBezTo>
                  <a:lnTo>
                    <a:pt x="162" y="192"/>
                  </a:lnTo>
                  <a:cubicBezTo>
                    <a:pt x="159" y="195"/>
                    <a:pt x="158" y="197"/>
                    <a:pt x="158" y="197"/>
                  </a:cubicBezTo>
                  <a:cubicBezTo>
                    <a:pt x="158" y="197"/>
                    <a:pt x="160" y="196"/>
                    <a:pt x="163" y="194"/>
                  </a:cubicBezTo>
                  <a:lnTo>
                    <a:pt x="170" y="189"/>
                  </a:lnTo>
                  <a:lnTo>
                    <a:pt x="170" y="189"/>
                  </a:lnTo>
                  <a:cubicBezTo>
                    <a:pt x="161" y="195"/>
                    <a:pt x="159" y="199"/>
                    <a:pt x="162" y="199"/>
                  </a:cubicBezTo>
                  <a:cubicBezTo>
                    <a:pt x="163" y="199"/>
                    <a:pt x="164" y="198"/>
                    <a:pt x="166" y="198"/>
                  </a:cubicBezTo>
                  <a:lnTo>
                    <a:pt x="166" y="198"/>
                  </a:lnTo>
                  <a:lnTo>
                    <a:pt x="166" y="198"/>
                  </a:lnTo>
                  <a:cubicBezTo>
                    <a:pt x="159" y="202"/>
                    <a:pt x="159" y="204"/>
                    <a:pt x="159" y="204"/>
                  </a:cubicBezTo>
                  <a:cubicBezTo>
                    <a:pt x="159" y="204"/>
                    <a:pt x="164" y="202"/>
                    <a:pt x="166" y="202"/>
                  </a:cubicBezTo>
                  <a:cubicBezTo>
                    <a:pt x="166" y="202"/>
                    <a:pt x="167" y="202"/>
                    <a:pt x="167" y="202"/>
                  </a:cubicBezTo>
                  <a:cubicBezTo>
                    <a:pt x="167" y="203"/>
                    <a:pt x="168" y="204"/>
                    <a:pt x="169" y="204"/>
                  </a:cubicBezTo>
                  <a:cubicBezTo>
                    <a:pt x="170" y="204"/>
                    <a:pt x="172" y="203"/>
                    <a:pt x="176" y="201"/>
                  </a:cubicBezTo>
                  <a:lnTo>
                    <a:pt x="176" y="201"/>
                  </a:lnTo>
                  <a:cubicBezTo>
                    <a:pt x="176" y="201"/>
                    <a:pt x="176" y="201"/>
                    <a:pt x="168" y="206"/>
                  </a:cubicBezTo>
                  <a:cubicBezTo>
                    <a:pt x="161" y="209"/>
                    <a:pt x="161" y="210"/>
                    <a:pt x="161" y="210"/>
                  </a:cubicBezTo>
                  <a:cubicBezTo>
                    <a:pt x="161" y="210"/>
                    <a:pt x="169" y="207"/>
                    <a:pt x="176" y="202"/>
                  </a:cubicBezTo>
                  <a:cubicBezTo>
                    <a:pt x="179" y="200"/>
                    <a:pt x="181" y="199"/>
                    <a:pt x="181" y="199"/>
                  </a:cubicBezTo>
                  <a:lnTo>
                    <a:pt x="181" y="199"/>
                  </a:lnTo>
                  <a:cubicBezTo>
                    <a:pt x="181" y="199"/>
                    <a:pt x="179" y="201"/>
                    <a:pt x="176" y="204"/>
                  </a:cubicBezTo>
                  <a:cubicBezTo>
                    <a:pt x="171" y="207"/>
                    <a:pt x="170" y="209"/>
                    <a:pt x="172" y="209"/>
                  </a:cubicBezTo>
                  <a:cubicBezTo>
                    <a:pt x="173" y="209"/>
                    <a:pt x="175" y="208"/>
                    <a:pt x="177" y="207"/>
                  </a:cubicBezTo>
                  <a:lnTo>
                    <a:pt x="177" y="207"/>
                  </a:lnTo>
                  <a:cubicBezTo>
                    <a:pt x="177" y="207"/>
                    <a:pt x="178" y="207"/>
                    <a:pt x="170" y="211"/>
                  </a:cubicBezTo>
                  <a:cubicBezTo>
                    <a:pt x="166" y="214"/>
                    <a:pt x="162" y="217"/>
                    <a:pt x="163" y="217"/>
                  </a:cubicBezTo>
                  <a:cubicBezTo>
                    <a:pt x="163" y="217"/>
                    <a:pt x="166" y="216"/>
                    <a:pt x="171" y="214"/>
                  </a:cubicBezTo>
                  <a:lnTo>
                    <a:pt x="171" y="214"/>
                  </a:lnTo>
                  <a:cubicBezTo>
                    <a:pt x="171" y="214"/>
                    <a:pt x="171" y="214"/>
                    <a:pt x="164" y="218"/>
                  </a:cubicBezTo>
                  <a:cubicBezTo>
                    <a:pt x="168" y="217"/>
                    <a:pt x="169" y="216"/>
                    <a:pt x="170" y="216"/>
                  </a:cubicBezTo>
                  <a:cubicBezTo>
                    <a:pt x="171" y="216"/>
                    <a:pt x="170" y="218"/>
                    <a:pt x="166" y="220"/>
                  </a:cubicBezTo>
                  <a:cubicBezTo>
                    <a:pt x="166" y="220"/>
                    <a:pt x="166" y="221"/>
                    <a:pt x="166" y="221"/>
                  </a:cubicBezTo>
                  <a:cubicBezTo>
                    <a:pt x="167" y="221"/>
                    <a:pt x="169" y="220"/>
                    <a:pt x="173" y="218"/>
                  </a:cubicBezTo>
                  <a:lnTo>
                    <a:pt x="180" y="214"/>
                  </a:lnTo>
                  <a:lnTo>
                    <a:pt x="180" y="214"/>
                  </a:lnTo>
                  <a:cubicBezTo>
                    <a:pt x="173" y="218"/>
                    <a:pt x="170" y="221"/>
                    <a:pt x="170" y="221"/>
                  </a:cubicBezTo>
                  <a:cubicBezTo>
                    <a:pt x="170" y="221"/>
                    <a:pt x="174" y="219"/>
                    <a:pt x="180" y="215"/>
                  </a:cubicBezTo>
                  <a:lnTo>
                    <a:pt x="180" y="215"/>
                  </a:lnTo>
                  <a:cubicBezTo>
                    <a:pt x="173" y="219"/>
                    <a:pt x="173" y="219"/>
                    <a:pt x="173" y="219"/>
                  </a:cubicBezTo>
                  <a:cubicBezTo>
                    <a:pt x="173" y="219"/>
                    <a:pt x="175" y="219"/>
                    <a:pt x="178" y="219"/>
                  </a:cubicBezTo>
                  <a:cubicBezTo>
                    <a:pt x="180" y="219"/>
                    <a:pt x="182" y="219"/>
                    <a:pt x="182" y="220"/>
                  </a:cubicBezTo>
                  <a:cubicBezTo>
                    <a:pt x="183" y="222"/>
                    <a:pt x="183" y="223"/>
                    <a:pt x="185" y="223"/>
                  </a:cubicBezTo>
                  <a:cubicBezTo>
                    <a:pt x="186" y="223"/>
                    <a:pt x="188" y="222"/>
                    <a:pt x="191" y="220"/>
                  </a:cubicBezTo>
                  <a:cubicBezTo>
                    <a:pt x="195" y="219"/>
                    <a:pt x="196" y="218"/>
                    <a:pt x="196" y="218"/>
                  </a:cubicBezTo>
                  <a:lnTo>
                    <a:pt x="196" y="218"/>
                  </a:lnTo>
                  <a:cubicBezTo>
                    <a:pt x="197" y="218"/>
                    <a:pt x="195" y="219"/>
                    <a:pt x="191" y="222"/>
                  </a:cubicBezTo>
                  <a:cubicBezTo>
                    <a:pt x="185" y="225"/>
                    <a:pt x="185" y="226"/>
                    <a:pt x="185" y="226"/>
                  </a:cubicBezTo>
                  <a:cubicBezTo>
                    <a:pt x="185" y="226"/>
                    <a:pt x="185" y="227"/>
                    <a:pt x="178" y="231"/>
                  </a:cubicBezTo>
                  <a:cubicBezTo>
                    <a:pt x="185" y="227"/>
                    <a:pt x="185" y="227"/>
                    <a:pt x="185" y="227"/>
                  </a:cubicBezTo>
                  <a:lnTo>
                    <a:pt x="185" y="227"/>
                  </a:lnTo>
                  <a:cubicBezTo>
                    <a:pt x="181" y="230"/>
                    <a:pt x="179" y="231"/>
                    <a:pt x="180" y="231"/>
                  </a:cubicBezTo>
                  <a:cubicBezTo>
                    <a:pt x="180" y="231"/>
                    <a:pt x="182" y="230"/>
                    <a:pt x="186" y="228"/>
                  </a:cubicBezTo>
                  <a:lnTo>
                    <a:pt x="186" y="228"/>
                  </a:lnTo>
                  <a:cubicBezTo>
                    <a:pt x="180" y="232"/>
                    <a:pt x="175" y="235"/>
                    <a:pt x="176" y="235"/>
                  </a:cubicBezTo>
                  <a:cubicBezTo>
                    <a:pt x="176" y="235"/>
                    <a:pt x="177" y="235"/>
                    <a:pt x="179" y="234"/>
                  </a:cubicBezTo>
                  <a:cubicBezTo>
                    <a:pt x="186" y="229"/>
                    <a:pt x="186" y="231"/>
                    <a:pt x="194" y="227"/>
                  </a:cubicBezTo>
                  <a:lnTo>
                    <a:pt x="194" y="227"/>
                  </a:lnTo>
                  <a:cubicBezTo>
                    <a:pt x="194" y="227"/>
                    <a:pt x="194" y="228"/>
                    <a:pt x="187" y="232"/>
                  </a:cubicBezTo>
                  <a:cubicBezTo>
                    <a:pt x="184" y="233"/>
                    <a:pt x="183" y="234"/>
                    <a:pt x="184" y="234"/>
                  </a:cubicBezTo>
                  <a:cubicBezTo>
                    <a:pt x="185" y="234"/>
                    <a:pt x="190" y="233"/>
                    <a:pt x="195" y="231"/>
                  </a:cubicBezTo>
                  <a:lnTo>
                    <a:pt x="195" y="231"/>
                  </a:lnTo>
                  <a:cubicBezTo>
                    <a:pt x="188" y="235"/>
                    <a:pt x="188" y="235"/>
                    <a:pt x="188" y="235"/>
                  </a:cubicBezTo>
                  <a:cubicBezTo>
                    <a:pt x="190" y="234"/>
                    <a:pt x="191" y="234"/>
                    <a:pt x="191" y="234"/>
                  </a:cubicBezTo>
                  <a:lnTo>
                    <a:pt x="191" y="234"/>
                  </a:lnTo>
                  <a:cubicBezTo>
                    <a:pt x="191" y="234"/>
                    <a:pt x="186" y="237"/>
                    <a:pt x="180" y="239"/>
                  </a:cubicBezTo>
                  <a:cubicBezTo>
                    <a:pt x="173" y="243"/>
                    <a:pt x="173" y="243"/>
                    <a:pt x="173" y="244"/>
                  </a:cubicBezTo>
                  <a:cubicBezTo>
                    <a:pt x="177" y="242"/>
                    <a:pt x="179" y="242"/>
                    <a:pt x="180" y="242"/>
                  </a:cubicBezTo>
                  <a:cubicBezTo>
                    <a:pt x="182" y="242"/>
                    <a:pt x="182" y="242"/>
                    <a:pt x="182" y="243"/>
                  </a:cubicBezTo>
                  <a:cubicBezTo>
                    <a:pt x="182" y="243"/>
                    <a:pt x="183" y="244"/>
                    <a:pt x="183" y="244"/>
                  </a:cubicBezTo>
                  <a:cubicBezTo>
                    <a:pt x="186" y="244"/>
                    <a:pt x="193" y="241"/>
                    <a:pt x="205" y="236"/>
                  </a:cubicBezTo>
                  <a:lnTo>
                    <a:pt x="205" y="236"/>
                  </a:lnTo>
                  <a:lnTo>
                    <a:pt x="184" y="247"/>
                  </a:lnTo>
                  <a:cubicBezTo>
                    <a:pt x="184" y="247"/>
                    <a:pt x="190" y="244"/>
                    <a:pt x="198" y="241"/>
                  </a:cubicBezTo>
                  <a:cubicBezTo>
                    <a:pt x="201" y="239"/>
                    <a:pt x="203" y="238"/>
                    <a:pt x="203" y="238"/>
                  </a:cubicBezTo>
                  <a:lnTo>
                    <a:pt x="203" y="238"/>
                  </a:lnTo>
                  <a:cubicBezTo>
                    <a:pt x="203" y="238"/>
                    <a:pt x="202" y="239"/>
                    <a:pt x="198" y="242"/>
                  </a:cubicBezTo>
                  <a:cubicBezTo>
                    <a:pt x="195" y="244"/>
                    <a:pt x="193" y="245"/>
                    <a:pt x="193" y="245"/>
                  </a:cubicBezTo>
                  <a:cubicBezTo>
                    <a:pt x="194" y="245"/>
                    <a:pt x="196" y="244"/>
                    <a:pt x="199" y="243"/>
                  </a:cubicBezTo>
                  <a:lnTo>
                    <a:pt x="199" y="243"/>
                  </a:lnTo>
                  <a:cubicBezTo>
                    <a:pt x="199" y="243"/>
                    <a:pt x="199" y="244"/>
                    <a:pt x="191" y="248"/>
                  </a:cubicBezTo>
                  <a:cubicBezTo>
                    <a:pt x="191" y="248"/>
                    <a:pt x="191" y="248"/>
                    <a:pt x="199" y="245"/>
                  </a:cubicBezTo>
                  <a:lnTo>
                    <a:pt x="199" y="245"/>
                  </a:lnTo>
                  <a:cubicBezTo>
                    <a:pt x="190" y="250"/>
                    <a:pt x="186" y="253"/>
                    <a:pt x="187" y="253"/>
                  </a:cubicBezTo>
                  <a:cubicBezTo>
                    <a:pt x="188" y="253"/>
                    <a:pt x="190" y="252"/>
                    <a:pt x="193" y="251"/>
                  </a:cubicBezTo>
                  <a:cubicBezTo>
                    <a:pt x="197" y="249"/>
                    <a:pt x="199" y="248"/>
                    <a:pt x="200" y="248"/>
                  </a:cubicBezTo>
                  <a:cubicBezTo>
                    <a:pt x="200" y="248"/>
                    <a:pt x="200" y="248"/>
                    <a:pt x="200" y="248"/>
                  </a:cubicBezTo>
                  <a:cubicBezTo>
                    <a:pt x="200" y="248"/>
                    <a:pt x="200" y="248"/>
                    <a:pt x="208" y="246"/>
                  </a:cubicBezTo>
                  <a:lnTo>
                    <a:pt x="208" y="246"/>
                  </a:lnTo>
                  <a:lnTo>
                    <a:pt x="200" y="250"/>
                  </a:lnTo>
                  <a:lnTo>
                    <a:pt x="194" y="253"/>
                  </a:lnTo>
                  <a:cubicBezTo>
                    <a:pt x="194" y="253"/>
                    <a:pt x="194" y="254"/>
                    <a:pt x="194" y="254"/>
                  </a:cubicBezTo>
                  <a:cubicBezTo>
                    <a:pt x="195" y="254"/>
                    <a:pt x="197" y="253"/>
                    <a:pt x="201" y="252"/>
                  </a:cubicBezTo>
                  <a:lnTo>
                    <a:pt x="201" y="252"/>
                  </a:lnTo>
                  <a:cubicBezTo>
                    <a:pt x="195" y="254"/>
                    <a:pt x="190" y="257"/>
                    <a:pt x="191" y="257"/>
                  </a:cubicBezTo>
                  <a:cubicBezTo>
                    <a:pt x="191" y="257"/>
                    <a:pt x="192" y="257"/>
                    <a:pt x="194" y="256"/>
                  </a:cubicBezTo>
                  <a:cubicBezTo>
                    <a:pt x="200" y="254"/>
                    <a:pt x="202" y="253"/>
                    <a:pt x="203" y="253"/>
                  </a:cubicBezTo>
                  <a:lnTo>
                    <a:pt x="203" y="253"/>
                  </a:lnTo>
                  <a:cubicBezTo>
                    <a:pt x="203" y="253"/>
                    <a:pt x="199" y="255"/>
                    <a:pt x="195" y="256"/>
                  </a:cubicBezTo>
                  <a:cubicBezTo>
                    <a:pt x="186" y="260"/>
                    <a:pt x="182" y="262"/>
                    <a:pt x="183" y="262"/>
                  </a:cubicBezTo>
                  <a:cubicBezTo>
                    <a:pt x="184" y="262"/>
                    <a:pt x="188" y="261"/>
                    <a:pt x="195" y="259"/>
                  </a:cubicBezTo>
                  <a:cubicBezTo>
                    <a:pt x="195" y="259"/>
                    <a:pt x="198" y="258"/>
                    <a:pt x="201" y="258"/>
                  </a:cubicBezTo>
                  <a:cubicBezTo>
                    <a:pt x="202" y="258"/>
                    <a:pt x="203" y="258"/>
                    <a:pt x="203" y="259"/>
                  </a:cubicBezTo>
                  <a:cubicBezTo>
                    <a:pt x="204" y="260"/>
                    <a:pt x="204" y="261"/>
                    <a:pt x="196" y="264"/>
                  </a:cubicBezTo>
                  <a:cubicBezTo>
                    <a:pt x="187" y="268"/>
                    <a:pt x="184" y="270"/>
                    <a:pt x="184" y="270"/>
                  </a:cubicBezTo>
                  <a:cubicBezTo>
                    <a:pt x="184" y="270"/>
                    <a:pt x="186" y="269"/>
                    <a:pt x="189" y="268"/>
                  </a:cubicBezTo>
                  <a:cubicBezTo>
                    <a:pt x="198" y="263"/>
                    <a:pt x="202" y="262"/>
                    <a:pt x="203" y="262"/>
                  </a:cubicBezTo>
                  <a:cubicBezTo>
                    <a:pt x="204" y="262"/>
                    <a:pt x="204" y="263"/>
                    <a:pt x="204" y="263"/>
                  </a:cubicBezTo>
                  <a:cubicBezTo>
                    <a:pt x="201" y="265"/>
                    <a:pt x="201" y="265"/>
                    <a:pt x="201" y="265"/>
                  </a:cubicBezTo>
                  <a:cubicBezTo>
                    <a:pt x="203" y="265"/>
                    <a:pt x="208" y="263"/>
                    <a:pt x="213" y="262"/>
                  </a:cubicBezTo>
                  <a:lnTo>
                    <a:pt x="213" y="261"/>
                  </a:lnTo>
                  <a:cubicBezTo>
                    <a:pt x="220" y="258"/>
                    <a:pt x="224" y="256"/>
                    <a:pt x="225" y="256"/>
                  </a:cubicBezTo>
                  <a:cubicBezTo>
                    <a:pt x="225" y="256"/>
                    <a:pt x="224" y="258"/>
                    <a:pt x="221" y="260"/>
                  </a:cubicBezTo>
                  <a:lnTo>
                    <a:pt x="227" y="256"/>
                  </a:lnTo>
                  <a:lnTo>
                    <a:pt x="227" y="257"/>
                  </a:lnTo>
                  <a:cubicBezTo>
                    <a:pt x="227" y="257"/>
                    <a:pt x="228" y="257"/>
                    <a:pt x="221" y="261"/>
                  </a:cubicBezTo>
                  <a:lnTo>
                    <a:pt x="221" y="260"/>
                  </a:lnTo>
                  <a:cubicBezTo>
                    <a:pt x="221" y="260"/>
                    <a:pt x="213" y="263"/>
                    <a:pt x="205" y="266"/>
                  </a:cubicBezTo>
                  <a:cubicBezTo>
                    <a:pt x="198" y="269"/>
                    <a:pt x="190" y="273"/>
                    <a:pt x="190" y="273"/>
                  </a:cubicBezTo>
                  <a:cubicBezTo>
                    <a:pt x="190" y="273"/>
                    <a:pt x="190" y="273"/>
                    <a:pt x="191" y="273"/>
                  </a:cubicBezTo>
                  <a:cubicBezTo>
                    <a:pt x="191" y="273"/>
                    <a:pt x="193" y="273"/>
                    <a:pt x="198" y="270"/>
                  </a:cubicBezTo>
                  <a:cubicBezTo>
                    <a:pt x="206" y="268"/>
                    <a:pt x="206" y="268"/>
                    <a:pt x="206" y="268"/>
                  </a:cubicBezTo>
                  <a:cubicBezTo>
                    <a:pt x="206" y="268"/>
                    <a:pt x="206" y="268"/>
                    <a:pt x="206" y="268"/>
                  </a:cubicBezTo>
                  <a:cubicBezTo>
                    <a:pt x="207" y="268"/>
                    <a:pt x="209" y="267"/>
                    <a:pt x="214" y="265"/>
                  </a:cubicBezTo>
                  <a:cubicBezTo>
                    <a:pt x="218" y="263"/>
                    <a:pt x="219" y="263"/>
                    <a:pt x="220" y="263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14" y="266"/>
                    <a:pt x="214" y="268"/>
                    <a:pt x="214" y="268"/>
                  </a:cubicBezTo>
                  <a:lnTo>
                    <a:pt x="206" y="271"/>
                  </a:lnTo>
                  <a:lnTo>
                    <a:pt x="191" y="278"/>
                  </a:lnTo>
                  <a:lnTo>
                    <a:pt x="199" y="274"/>
                  </a:lnTo>
                  <a:cubicBezTo>
                    <a:pt x="200" y="274"/>
                    <a:pt x="201" y="274"/>
                    <a:pt x="202" y="274"/>
                  </a:cubicBezTo>
                  <a:cubicBezTo>
                    <a:pt x="207" y="274"/>
                    <a:pt x="208" y="281"/>
                    <a:pt x="209" y="282"/>
                  </a:cubicBezTo>
                  <a:cubicBezTo>
                    <a:pt x="204" y="284"/>
                    <a:pt x="202" y="286"/>
                    <a:pt x="204" y="286"/>
                  </a:cubicBezTo>
                  <a:cubicBezTo>
                    <a:pt x="205" y="286"/>
                    <a:pt x="207" y="285"/>
                    <a:pt x="209" y="284"/>
                  </a:cubicBezTo>
                  <a:cubicBezTo>
                    <a:pt x="212" y="283"/>
                    <a:pt x="214" y="283"/>
                    <a:pt x="215" y="283"/>
                  </a:cubicBezTo>
                  <a:cubicBezTo>
                    <a:pt x="217" y="283"/>
                    <a:pt x="218" y="284"/>
                    <a:pt x="218" y="285"/>
                  </a:cubicBezTo>
                  <a:cubicBezTo>
                    <a:pt x="218" y="287"/>
                    <a:pt x="219" y="289"/>
                    <a:pt x="222" y="289"/>
                  </a:cubicBezTo>
                  <a:cubicBezTo>
                    <a:pt x="223" y="289"/>
                    <a:pt x="224" y="288"/>
                    <a:pt x="226" y="288"/>
                  </a:cubicBezTo>
                  <a:cubicBezTo>
                    <a:pt x="226" y="288"/>
                    <a:pt x="226" y="288"/>
                    <a:pt x="227" y="289"/>
                  </a:cubicBezTo>
                  <a:cubicBezTo>
                    <a:pt x="227" y="289"/>
                    <a:pt x="228" y="289"/>
                    <a:pt x="229" y="289"/>
                  </a:cubicBezTo>
                  <a:cubicBezTo>
                    <a:pt x="232" y="289"/>
                    <a:pt x="235" y="289"/>
                    <a:pt x="235" y="289"/>
                  </a:cubicBezTo>
                  <a:lnTo>
                    <a:pt x="235" y="289"/>
                  </a:lnTo>
                  <a:cubicBezTo>
                    <a:pt x="227" y="291"/>
                    <a:pt x="219" y="294"/>
                    <a:pt x="219" y="294"/>
                  </a:cubicBezTo>
                  <a:cubicBezTo>
                    <a:pt x="225" y="293"/>
                    <a:pt x="231" y="292"/>
                    <a:pt x="235" y="290"/>
                  </a:cubicBezTo>
                  <a:cubicBezTo>
                    <a:pt x="243" y="288"/>
                    <a:pt x="243" y="288"/>
                    <a:pt x="243" y="288"/>
                  </a:cubicBezTo>
                  <a:lnTo>
                    <a:pt x="243" y="288"/>
                  </a:lnTo>
                  <a:cubicBezTo>
                    <a:pt x="243" y="288"/>
                    <a:pt x="243" y="288"/>
                    <a:pt x="235" y="291"/>
                  </a:cubicBezTo>
                  <a:cubicBezTo>
                    <a:pt x="227" y="293"/>
                    <a:pt x="219" y="296"/>
                    <a:pt x="219" y="296"/>
                  </a:cubicBezTo>
                  <a:lnTo>
                    <a:pt x="221" y="297"/>
                  </a:lnTo>
                  <a:cubicBezTo>
                    <a:pt x="225" y="295"/>
                    <a:pt x="226" y="294"/>
                    <a:pt x="227" y="294"/>
                  </a:cubicBezTo>
                  <a:cubicBezTo>
                    <a:pt x="227" y="294"/>
                    <a:pt x="227" y="294"/>
                    <a:pt x="227" y="294"/>
                  </a:cubicBezTo>
                  <a:cubicBezTo>
                    <a:pt x="223" y="297"/>
                    <a:pt x="217" y="299"/>
                    <a:pt x="213" y="300"/>
                  </a:cubicBezTo>
                  <a:cubicBezTo>
                    <a:pt x="204" y="303"/>
                    <a:pt x="200" y="304"/>
                    <a:pt x="201" y="304"/>
                  </a:cubicBezTo>
                  <a:cubicBezTo>
                    <a:pt x="202" y="304"/>
                    <a:pt x="206" y="303"/>
                    <a:pt x="213" y="301"/>
                  </a:cubicBezTo>
                  <a:lnTo>
                    <a:pt x="221" y="299"/>
                  </a:lnTo>
                  <a:lnTo>
                    <a:pt x="221" y="299"/>
                  </a:lnTo>
                  <a:cubicBezTo>
                    <a:pt x="215" y="301"/>
                    <a:pt x="213" y="302"/>
                    <a:pt x="214" y="302"/>
                  </a:cubicBezTo>
                  <a:cubicBezTo>
                    <a:pt x="215" y="302"/>
                    <a:pt x="223" y="299"/>
                    <a:pt x="228" y="298"/>
                  </a:cubicBezTo>
                  <a:lnTo>
                    <a:pt x="228" y="298"/>
                  </a:lnTo>
                  <a:cubicBezTo>
                    <a:pt x="220" y="301"/>
                    <a:pt x="216" y="302"/>
                    <a:pt x="217" y="302"/>
                  </a:cubicBezTo>
                  <a:cubicBezTo>
                    <a:pt x="217" y="302"/>
                    <a:pt x="221" y="301"/>
                    <a:pt x="228" y="299"/>
                  </a:cubicBezTo>
                  <a:cubicBezTo>
                    <a:pt x="232" y="298"/>
                    <a:pt x="234" y="297"/>
                    <a:pt x="234" y="297"/>
                  </a:cubicBezTo>
                  <a:lnTo>
                    <a:pt x="234" y="297"/>
                  </a:lnTo>
                  <a:cubicBezTo>
                    <a:pt x="235" y="297"/>
                    <a:pt x="233" y="298"/>
                    <a:pt x="228" y="300"/>
                  </a:cubicBezTo>
                  <a:cubicBezTo>
                    <a:pt x="221" y="303"/>
                    <a:pt x="222" y="303"/>
                    <a:pt x="222" y="305"/>
                  </a:cubicBezTo>
                  <a:cubicBezTo>
                    <a:pt x="223" y="304"/>
                    <a:pt x="225" y="304"/>
                    <a:pt x="226" y="304"/>
                  </a:cubicBezTo>
                  <a:cubicBezTo>
                    <a:pt x="230" y="304"/>
                    <a:pt x="230" y="306"/>
                    <a:pt x="231" y="309"/>
                  </a:cubicBezTo>
                  <a:cubicBezTo>
                    <a:pt x="231" y="311"/>
                    <a:pt x="231" y="313"/>
                    <a:pt x="234" y="313"/>
                  </a:cubicBezTo>
                  <a:cubicBezTo>
                    <a:pt x="235" y="313"/>
                    <a:pt x="236" y="313"/>
                    <a:pt x="239" y="312"/>
                  </a:cubicBezTo>
                  <a:lnTo>
                    <a:pt x="239" y="312"/>
                  </a:lnTo>
                  <a:cubicBezTo>
                    <a:pt x="238" y="312"/>
                    <a:pt x="238" y="312"/>
                    <a:pt x="231" y="316"/>
                  </a:cubicBezTo>
                  <a:cubicBezTo>
                    <a:pt x="228" y="317"/>
                    <a:pt x="226" y="317"/>
                    <a:pt x="226" y="317"/>
                  </a:cubicBezTo>
                  <a:cubicBezTo>
                    <a:pt x="227" y="317"/>
                    <a:pt x="231" y="317"/>
                    <a:pt x="240" y="315"/>
                  </a:cubicBezTo>
                  <a:lnTo>
                    <a:pt x="240" y="315"/>
                  </a:lnTo>
                  <a:cubicBezTo>
                    <a:pt x="232" y="317"/>
                    <a:pt x="232" y="318"/>
                    <a:pt x="232" y="319"/>
                  </a:cubicBezTo>
                  <a:cubicBezTo>
                    <a:pt x="232" y="320"/>
                    <a:pt x="232" y="321"/>
                    <a:pt x="234" y="321"/>
                  </a:cubicBezTo>
                  <a:cubicBezTo>
                    <a:pt x="236" y="321"/>
                    <a:pt x="237" y="321"/>
                    <a:pt x="240" y="320"/>
                  </a:cubicBezTo>
                  <a:lnTo>
                    <a:pt x="240" y="320"/>
                  </a:lnTo>
                  <a:cubicBezTo>
                    <a:pt x="227" y="324"/>
                    <a:pt x="220" y="327"/>
                    <a:pt x="225" y="327"/>
                  </a:cubicBezTo>
                  <a:cubicBezTo>
                    <a:pt x="226" y="327"/>
                    <a:pt x="228" y="326"/>
                    <a:pt x="232" y="326"/>
                  </a:cubicBezTo>
                  <a:lnTo>
                    <a:pt x="232" y="326"/>
                  </a:lnTo>
                  <a:cubicBezTo>
                    <a:pt x="232" y="326"/>
                    <a:pt x="233" y="327"/>
                    <a:pt x="225" y="328"/>
                  </a:cubicBezTo>
                  <a:cubicBezTo>
                    <a:pt x="225" y="328"/>
                    <a:pt x="225" y="329"/>
                    <a:pt x="227" y="329"/>
                  </a:cubicBezTo>
                  <a:cubicBezTo>
                    <a:pt x="229" y="329"/>
                    <a:pt x="230" y="328"/>
                    <a:pt x="233" y="328"/>
                  </a:cubicBezTo>
                  <a:lnTo>
                    <a:pt x="233" y="331"/>
                  </a:lnTo>
                  <a:cubicBezTo>
                    <a:pt x="233" y="332"/>
                    <a:pt x="234" y="332"/>
                    <a:pt x="235" y="332"/>
                  </a:cubicBezTo>
                  <a:cubicBezTo>
                    <a:pt x="237" y="332"/>
                    <a:pt x="241" y="331"/>
                    <a:pt x="241" y="331"/>
                  </a:cubicBezTo>
                  <a:lnTo>
                    <a:pt x="241" y="331"/>
                  </a:lnTo>
                  <a:cubicBezTo>
                    <a:pt x="233" y="334"/>
                    <a:pt x="233" y="336"/>
                    <a:pt x="234" y="338"/>
                  </a:cubicBezTo>
                  <a:cubicBezTo>
                    <a:pt x="234" y="342"/>
                    <a:pt x="234" y="344"/>
                    <a:pt x="226" y="346"/>
                  </a:cubicBezTo>
                  <a:cubicBezTo>
                    <a:pt x="226" y="346"/>
                    <a:pt x="226" y="346"/>
                    <a:pt x="234" y="345"/>
                  </a:cubicBezTo>
                  <a:cubicBezTo>
                    <a:pt x="241" y="343"/>
                    <a:pt x="245" y="343"/>
                    <a:pt x="246" y="343"/>
                  </a:cubicBezTo>
                  <a:cubicBezTo>
                    <a:pt x="248" y="343"/>
                    <a:pt x="246" y="344"/>
                    <a:pt x="242" y="345"/>
                  </a:cubicBezTo>
                  <a:cubicBezTo>
                    <a:pt x="232" y="347"/>
                    <a:pt x="228" y="349"/>
                    <a:pt x="231" y="349"/>
                  </a:cubicBezTo>
                  <a:cubicBezTo>
                    <a:pt x="233" y="349"/>
                    <a:pt x="236" y="348"/>
                    <a:pt x="242" y="347"/>
                  </a:cubicBezTo>
                  <a:lnTo>
                    <a:pt x="242" y="347"/>
                  </a:lnTo>
                  <a:lnTo>
                    <a:pt x="234" y="349"/>
                  </a:lnTo>
                  <a:cubicBezTo>
                    <a:pt x="227" y="351"/>
                    <a:pt x="225" y="352"/>
                    <a:pt x="226" y="352"/>
                  </a:cubicBezTo>
                  <a:cubicBezTo>
                    <a:pt x="227" y="352"/>
                    <a:pt x="234" y="351"/>
                    <a:pt x="243" y="349"/>
                  </a:cubicBezTo>
                  <a:lnTo>
                    <a:pt x="243" y="349"/>
                  </a:lnTo>
                  <a:cubicBezTo>
                    <a:pt x="237" y="351"/>
                    <a:pt x="231" y="353"/>
                    <a:pt x="231" y="353"/>
                  </a:cubicBezTo>
                  <a:cubicBezTo>
                    <a:pt x="231" y="353"/>
                    <a:pt x="233" y="352"/>
                    <a:pt x="235" y="352"/>
                  </a:cubicBezTo>
                  <a:lnTo>
                    <a:pt x="235" y="352"/>
                  </a:lnTo>
                  <a:cubicBezTo>
                    <a:pt x="230" y="354"/>
                    <a:pt x="224" y="355"/>
                    <a:pt x="218" y="356"/>
                  </a:cubicBezTo>
                  <a:cubicBezTo>
                    <a:pt x="210" y="357"/>
                    <a:pt x="203" y="360"/>
                    <a:pt x="203" y="360"/>
                  </a:cubicBezTo>
                  <a:cubicBezTo>
                    <a:pt x="203" y="360"/>
                    <a:pt x="210" y="358"/>
                    <a:pt x="218" y="357"/>
                  </a:cubicBezTo>
                  <a:cubicBezTo>
                    <a:pt x="218" y="357"/>
                    <a:pt x="218" y="358"/>
                    <a:pt x="219" y="358"/>
                  </a:cubicBezTo>
                  <a:cubicBezTo>
                    <a:pt x="221" y="358"/>
                    <a:pt x="223" y="357"/>
                    <a:pt x="227" y="356"/>
                  </a:cubicBezTo>
                  <a:cubicBezTo>
                    <a:pt x="235" y="355"/>
                    <a:pt x="235" y="355"/>
                    <a:pt x="235" y="355"/>
                  </a:cubicBezTo>
                  <a:lnTo>
                    <a:pt x="235" y="355"/>
                  </a:lnTo>
                  <a:cubicBezTo>
                    <a:pt x="232" y="356"/>
                    <a:pt x="231" y="356"/>
                    <a:pt x="232" y="356"/>
                  </a:cubicBezTo>
                  <a:cubicBezTo>
                    <a:pt x="233" y="356"/>
                    <a:pt x="238" y="355"/>
                    <a:pt x="243" y="354"/>
                  </a:cubicBezTo>
                  <a:cubicBezTo>
                    <a:pt x="251" y="353"/>
                    <a:pt x="259" y="352"/>
                    <a:pt x="259" y="352"/>
                  </a:cubicBezTo>
                  <a:lnTo>
                    <a:pt x="274" y="348"/>
                  </a:lnTo>
                  <a:cubicBezTo>
                    <a:pt x="286" y="346"/>
                    <a:pt x="296" y="344"/>
                    <a:pt x="307" y="340"/>
                  </a:cubicBezTo>
                  <a:cubicBezTo>
                    <a:pt x="312" y="338"/>
                    <a:pt x="318" y="336"/>
                    <a:pt x="315" y="336"/>
                  </a:cubicBezTo>
                  <a:cubicBezTo>
                    <a:pt x="314" y="336"/>
                    <a:pt x="311" y="336"/>
                    <a:pt x="306" y="337"/>
                  </a:cubicBezTo>
                  <a:cubicBezTo>
                    <a:pt x="304" y="338"/>
                    <a:pt x="301" y="338"/>
                    <a:pt x="298" y="338"/>
                  </a:cubicBezTo>
                  <a:cubicBezTo>
                    <a:pt x="300" y="337"/>
                    <a:pt x="304" y="336"/>
                    <a:pt x="306" y="336"/>
                  </a:cubicBezTo>
                  <a:cubicBezTo>
                    <a:pt x="314" y="334"/>
                    <a:pt x="314" y="331"/>
                    <a:pt x="314" y="329"/>
                  </a:cubicBezTo>
                  <a:cubicBezTo>
                    <a:pt x="314" y="327"/>
                    <a:pt x="314" y="325"/>
                    <a:pt x="322" y="323"/>
                  </a:cubicBezTo>
                  <a:cubicBezTo>
                    <a:pt x="329" y="320"/>
                    <a:pt x="329" y="320"/>
                    <a:pt x="329" y="320"/>
                  </a:cubicBezTo>
                  <a:lnTo>
                    <a:pt x="329" y="320"/>
                  </a:lnTo>
                  <a:cubicBezTo>
                    <a:pt x="328" y="320"/>
                    <a:pt x="327" y="321"/>
                    <a:pt x="326" y="321"/>
                  </a:cubicBezTo>
                  <a:cubicBezTo>
                    <a:pt x="321" y="321"/>
                    <a:pt x="320" y="319"/>
                    <a:pt x="320" y="316"/>
                  </a:cubicBezTo>
                  <a:cubicBezTo>
                    <a:pt x="320" y="313"/>
                    <a:pt x="320" y="310"/>
                    <a:pt x="314" y="310"/>
                  </a:cubicBezTo>
                  <a:cubicBezTo>
                    <a:pt x="313" y="310"/>
                    <a:pt x="312" y="310"/>
                    <a:pt x="311" y="310"/>
                  </a:cubicBezTo>
                  <a:lnTo>
                    <a:pt x="311" y="309"/>
                  </a:lnTo>
                  <a:cubicBezTo>
                    <a:pt x="319" y="308"/>
                    <a:pt x="319" y="307"/>
                    <a:pt x="319" y="306"/>
                  </a:cubicBezTo>
                  <a:lnTo>
                    <a:pt x="319" y="306"/>
                  </a:lnTo>
                  <a:cubicBezTo>
                    <a:pt x="317" y="306"/>
                    <a:pt x="315" y="306"/>
                    <a:pt x="314" y="306"/>
                  </a:cubicBezTo>
                  <a:cubicBezTo>
                    <a:pt x="311" y="306"/>
                    <a:pt x="311" y="306"/>
                    <a:pt x="311" y="306"/>
                  </a:cubicBezTo>
                  <a:cubicBezTo>
                    <a:pt x="319" y="303"/>
                    <a:pt x="319" y="303"/>
                    <a:pt x="318" y="302"/>
                  </a:cubicBezTo>
                  <a:cubicBezTo>
                    <a:pt x="318" y="302"/>
                    <a:pt x="318" y="301"/>
                    <a:pt x="317" y="301"/>
                  </a:cubicBezTo>
                  <a:cubicBezTo>
                    <a:pt x="316" y="301"/>
                    <a:pt x="314" y="302"/>
                    <a:pt x="310" y="302"/>
                  </a:cubicBezTo>
                  <a:cubicBezTo>
                    <a:pt x="310" y="302"/>
                    <a:pt x="310" y="299"/>
                    <a:pt x="317" y="296"/>
                  </a:cubicBezTo>
                  <a:cubicBezTo>
                    <a:pt x="320" y="294"/>
                    <a:pt x="321" y="294"/>
                    <a:pt x="320" y="294"/>
                  </a:cubicBezTo>
                  <a:cubicBezTo>
                    <a:pt x="319" y="294"/>
                    <a:pt x="314" y="295"/>
                    <a:pt x="309" y="296"/>
                  </a:cubicBezTo>
                  <a:cubicBezTo>
                    <a:pt x="317" y="293"/>
                    <a:pt x="317" y="293"/>
                    <a:pt x="317" y="292"/>
                  </a:cubicBezTo>
                  <a:lnTo>
                    <a:pt x="317" y="291"/>
                  </a:lnTo>
                  <a:cubicBezTo>
                    <a:pt x="315" y="292"/>
                    <a:pt x="313" y="292"/>
                    <a:pt x="312" y="292"/>
                  </a:cubicBezTo>
                  <a:cubicBezTo>
                    <a:pt x="309" y="292"/>
                    <a:pt x="309" y="290"/>
                    <a:pt x="308" y="288"/>
                  </a:cubicBezTo>
                  <a:cubicBezTo>
                    <a:pt x="307" y="285"/>
                    <a:pt x="307" y="283"/>
                    <a:pt x="305" y="283"/>
                  </a:cubicBezTo>
                  <a:cubicBezTo>
                    <a:pt x="303" y="283"/>
                    <a:pt x="302" y="284"/>
                    <a:pt x="299" y="284"/>
                  </a:cubicBezTo>
                  <a:cubicBezTo>
                    <a:pt x="296" y="285"/>
                    <a:pt x="294" y="286"/>
                    <a:pt x="293" y="286"/>
                  </a:cubicBezTo>
                  <a:cubicBezTo>
                    <a:pt x="293" y="286"/>
                    <a:pt x="294" y="285"/>
                    <a:pt x="299" y="282"/>
                  </a:cubicBezTo>
                  <a:cubicBezTo>
                    <a:pt x="314" y="275"/>
                    <a:pt x="319" y="273"/>
                    <a:pt x="318" y="273"/>
                  </a:cubicBezTo>
                  <a:cubicBezTo>
                    <a:pt x="318" y="273"/>
                    <a:pt x="316" y="274"/>
                    <a:pt x="314" y="274"/>
                  </a:cubicBezTo>
                  <a:cubicBezTo>
                    <a:pt x="309" y="277"/>
                    <a:pt x="304" y="279"/>
                    <a:pt x="299" y="280"/>
                  </a:cubicBezTo>
                  <a:cubicBezTo>
                    <a:pt x="292" y="282"/>
                    <a:pt x="288" y="283"/>
                    <a:pt x="287" y="283"/>
                  </a:cubicBezTo>
                  <a:cubicBezTo>
                    <a:pt x="287" y="283"/>
                    <a:pt x="290" y="282"/>
                    <a:pt x="298" y="279"/>
                  </a:cubicBezTo>
                  <a:cubicBezTo>
                    <a:pt x="309" y="276"/>
                    <a:pt x="308" y="272"/>
                    <a:pt x="301" y="272"/>
                  </a:cubicBezTo>
                  <a:cubicBezTo>
                    <a:pt x="298" y="272"/>
                    <a:pt x="294" y="273"/>
                    <a:pt x="289" y="274"/>
                  </a:cubicBezTo>
                  <a:lnTo>
                    <a:pt x="297" y="271"/>
                  </a:lnTo>
                  <a:cubicBezTo>
                    <a:pt x="305" y="269"/>
                    <a:pt x="305" y="269"/>
                    <a:pt x="305" y="266"/>
                  </a:cubicBezTo>
                  <a:cubicBezTo>
                    <a:pt x="304" y="265"/>
                    <a:pt x="304" y="265"/>
                    <a:pt x="304" y="265"/>
                  </a:cubicBezTo>
                  <a:cubicBezTo>
                    <a:pt x="300" y="267"/>
                    <a:pt x="297" y="267"/>
                    <a:pt x="296" y="267"/>
                  </a:cubicBezTo>
                  <a:cubicBezTo>
                    <a:pt x="293" y="267"/>
                    <a:pt x="298" y="264"/>
                    <a:pt x="304" y="262"/>
                  </a:cubicBezTo>
                  <a:cubicBezTo>
                    <a:pt x="310" y="259"/>
                    <a:pt x="310" y="259"/>
                    <a:pt x="310" y="257"/>
                  </a:cubicBezTo>
                  <a:lnTo>
                    <a:pt x="310" y="257"/>
                  </a:lnTo>
                  <a:cubicBezTo>
                    <a:pt x="306" y="259"/>
                    <a:pt x="304" y="259"/>
                    <a:pt x="302" y="259"/>
                  </a:cubicBezTo>
                  <a:cubicBezTo>
                    <a:pt x="299" y="259"/>
                    <a:pt x="304" y="256"/>
                    <a:pt x="309" y="254"/>
                  </a:cubicBezTo>
                  <a:lnTo>
                    <a:pt x="309" y="253"/>
                  </a:lnTo>
                  <a:cubicBezTo>
                    <a:pt x="305" y="254"/>
                    <a:pt x="303" y="254"/>
                    <a:pt x="302" y="254"/>
                  </a:cubicBezTo>
                  <a:cubicBezTo>
                    <a:pt x="301" y="254"/>
                    <a:pt x="301" y="254"/>
                    <a:pt x="301" y="254"/>
                  </a:cubicBezTo>
                  <a:cubicBezTo>
                    <a:pt x="301" y="254"/>
                    <a:pt x="301" y="253"/>
                    <a:pt x="300" y="253"/>
                  </a:cubicBezTo>
                  <a:cubicBezTo>
                    <a:pt x="299" y="253"/>
                    <a:pt x="297" y="254"/>
                    <a:pt x="293" y="255"/>
                  </a:cubicBezTo>
                  <a:cubicBezTo>
                    <a:pt x="288" y="257"/>
                    <a:pt x="283" y="259"/>
                    <a:pt x="278" y="261"/>
                  </a:cubicBezTo>
                  <a:lnTo>
                    <a:pt x="278" y="261"/>
                  </a:lnTo>
                  <a:lnTo>
                    <a:pt x="286" y="257"/>
                  </a:lnTo>
                  <a:cubicBezTo>
                    <a:pt x="293" y="255"/>
                    <a:pt x="293" y="253"/>
                    <a:pt x="292" y="252"/>
                  </a:cubicBezTo>
                  <a:cubicBezTo>
                    <a:pt x="292" y="250"/>
                    <a:pt x="291" y="248"/>
                    <a:pt x="299" y="245"/>
                  </a:cubicBezTo>
                  <a:lnTo>
                    <a:pt x="299" y="245"/>
                  </a:lnTo>
                  <a:lnTo>
                    <a:pt x="291" y="247"/>
                  </a:lnTo>
                  <a:cubicBezTo>
                    <a:pt x="288" y="248"/>
                    <a:pt x="286" y="249"/>
                    <a:pt x="285" y="249"/>
                  </a:cubicBezTo>
                  <a:cubicBezTo>
                    <a:pt x="285" y="249"/>
                    <a:pt x="287" y="248"/>
                    <a:pt x="291" y="246"/>
                  </a:cubicBezTo>
                  <a:cubicBezTo>
                    <a:pt x="297" y="244"/>
                    <a:pt x="298" y="242"/>
                    <a:pt x="295" y="242"/>
                  </a:cubicBezTo>
                  <a:cubicBezTo>
                    <a:pt x="294" y="242"/>
                    <a:pt x="292" y="242"/>
                    <a:pt x="290" y="243"/>
                  </a:cubicBezTo>
                  <a:cubicBezTo>
                    <a:pt x="290" y="243"/>
                    <a:pt x="290" y="242"/>
                    <a:pt x="290" y="242"/>
                  </a:cubicBezTo>
                  <a:cubicBezTo>
                    <a:pt x="299" y="238"/>
                    <a:pt x="303" y="236"/>
                    <a:pt x="301" y="236"/>
                  </a:cubicBezTo>
                  <a:cubicBezTo>
                    <a:pt x="300" y="236"/>
                    <a:pt x="296" y="237"/>
                    <a:pt x="290" y="239"/>
                  </a:cubicBezTo>
                  <a:cubicBezTo>
                    <a:pt x="297" y="236"/>
                    <a:pt x="297" y="236"/>
                    <a:pt x="297" y="236"/>
                  </a:cubicBezTo>
                  <a:lnTo>
                    <a:pt x="297" y="236"/>
                  </a:lnTo>
                  <a:cubicBezTo>
                    <a:pt x="295" y="236"/>
                    <a:pt x="293" y="237"/>
                    <a:pt x="292" y="237"/>
                  </a:cubicBezTo>
                  <a:cubicBezTo>
                    <a:pt x="289" y="237"/>
                    <a:pt x="291" y="235"/>
                    <a:pt x="296" y="233"/>
                  </a:cubicBezTo>
                  <a:lnTo>
                    <a:pt x="296" y="233"/>
                  </a:lnTo>
                  <a:cubicBezTo>
                    <a:pt x="291" y="234"/>
                    <a:pt x="289" y="235"/>
                    <a:pt x="288" y="235"/>
                  </a:cubicBezTo>
                  <a:cubicBezTo>
                    <a:pt x="288" y="235"/>
                    <a:pt x="288" y="234"/>
                    <a:pt x="288" y="234"/>
                  </a:cubicBezTo>
                  <a:cubicBezTo>
                    <a:pt x="288" y="234"/>
                    <a:pt x="288" y="234"/>
                    <a:pt x="287" y="234"/>
                  </a:cubicBezTo>
                  <a:cubicBezTo>
                    <a:pt x="287" y="234"/>
                    <a:pt x="285" y="234"/>
                    <a:pt x="280" y="236"/>
                  </a:cubicBezTo>
                  <a:cubicBezTo>
                    <a:pt x="272" y="238"/>
                    <a:pt x="272" y="238"/>
                    <a:pt x="272" y="238"/>
                  </a:cubicBezTo>
                  <a:cubicBezTo>
                    <a:pt x="278" y="236"/>
                    <a:pt x="282" y="234"/>
                    <a:pt x="288" y="233"/>
                  </a:cubicBezTo>
                  <a:cubicBezTo>
                    <a:pt x="292" y="232"/>
                    <a:pt x="294" y="230"/>
                    <a:pt x="292" y="230"/>
                  </a:cubicBezTo>
                  <a:cubicBezTo>
                    <a:pt x="291" y="230"/>
                    <a:pt x="287" y="231"/>
                    <a:pt x="280" y="234"/>
                  </a:cubicBezTo>
                  <a:cubicBezTo>
                    <a:pt x="273" y="236"/>
                    <a:pt x="269" y="237"/>
                    <a:pt x="268" y="237"/>
                  </a:cubicBezTo>
                  <a:cubicBezTo>
                    <a:pt x="268" y="237"/>
                    <a:pt x="271" y="236"/>
                    <a:pt x="279" y="233"/>
                  </a:cubicBezTo>
                  <a:cubicBezTo>
                    <a:pt x="285" y="231"/>
                    <a:pt x="291" y="229"/>
                    <a:pt x="290" y="229"/>
                  </a:cubicBezTo>
                  <a:cubicBezTo>
                    <a:pt x="290" y="229"/>
                    <a:pt x="289" y="229"/>
                    <a:pt x="287" y="229"/>
                  </a:cubicBezTo>
                  <a:cubicBezTo>
                    <a:pt x="287" y="229"/>
                    <a:pt x="287" y="229"/>
                    <a:pt x="279" y="232"/>
                  </a:cubicBezTo>
                  <a:lnTo>
                    <a:pt x="279" y="231"/>
                  </a:lnTo>
                  <a:cubicBezTo>
                    <a:pt x="286" y="226"/>
                    <a:pt x="286" y="226"/>
                    <a:pt x="286" y="226"/>
                  </a:cubicBezTo>
                  <a:lnTo>
                    <a:pt x="286" y="226"/>
                  </a:lnTo>
                  <a:cubicBezTo>
                    <a:pt x="282" y="227"/>
                    <a:pt x="280" y="228"/>
                    <a:pt x="280" y="228"/>
                  </a:cubicBezTo>
                  <a:cubicBezTo>
                    <a:pt x="279" y="228"/>
                    <a:pt x="281" y="227"/>
                    <a:pt x="286" y="225"/>
                  </a:cubicBezTo>
                  <a:cubicBezTo>
                    <a:pt x="289" y="223"/>
                    <a:pt x="291" y="223"/>
                    <a:pt x="290" y="223"/>
                  </a:cubicBezTo>
                  <a:lnTo>
                    <a:pt x="290" y="223"/>
                  </a:lnTo>
                  <a:cubicBezTo>
                    <a:pt x="290" y="223"/>
                    <a:pt x="286" y="224"/>
                    <a:pt x="278" y="227"/>
                  </a:cubicBezTo>
                  <a:cubicBezTo>
                    <a:pt x="274" y="229"/>
                    <a:pt x="273" y="229"/>
                    <a:pt x="272" y="229"/>
                  </a:cubicBezTo>
                  <a:cubicBezTo>
                    <a:pt x="271" y="229"/>
                    <a:pt x="273" y="228"/>
                    <a:pt x="278" y="226"/>
                  </a:cubicBezTo>
                  <a:cubicBezTo>
                    <a:pt x="286" y="222"/>
                    <a:pt x="290" y="220"/>
                    <a:pt x="290" y="220"/>
                  </a:cubicBezTo>
                  <a:lnTo>
                    <a:pt x="290" y="220"/>
                  </a:lnTo>
                  <a:cubicBezTo>
                    <a:pt x="290" y="220"/>
                    <a:pt x="288" y="221"/>
                    <a:pt x="284" y="223"/>
                  </a:cubicBezTo>
                  <a:cubicBezTo>
                    <a:pt x="281" y="224"/>
                    <a:pt x="279" y="224"/>
                    <a:pt x="278" y="225"/>
                  </a:cubicBezTo>
                  <a:lnTo>
                    <a:pt x="278" y="225"/>
                  </a:lnTo>
                  <a:cubicBezTo>
                    <a:pt x="283" y="223"/>
                    <a:pt x="284" y="217"/>
                    <a:pt x="282" y="213"/>
                  </a:cubicBezTo>
                  <a:lnTo>
                    <a:pt x="282" y="213"/>
                  </a:lnTo>
                  <a:cubicBezTo>
                    <a:pt x="277" y="215"/>
                    <a:pt x="272" y="216"/>
                    <a:pt x="267" y="219"/>
                  </a:cubicBezTo>
                  <a:cubicBezTo>
                    <a:pt x="261" y="222"/>
                    <a:pt x="258" y="223"/>
                    <a:pt x="258" y="223"/>
                  </a:cubicBezTo>
                  <a:cubicBezTo>
                    <a:pt x="258" y="223"/>
                    <a:pt x="263" y="221"/>
                    <a:pt x="267" y="218"/>
                  </a:cubicBezTo>
                  <a:cubicBezTo>
                    <a:pt x="278" y="213"/>
                    <a:pt x="284" y="210"/>
                    <a:pt x="283" y="210"/>
                  </a:cubicBezTo>
                  <a:lnTo>
                    <a:pt x="283" y="210"/>
                  </a:lnTo>
                  <a:cubicBezTo>
                    <a:pt x="283" y="210"/>
                    <a:pt x="277" y="212"/>
                    <a:pt x="267" y="217"/>
                  </a:cubicBezTo>
                  <a:cubicBezTo>
                    <a:pt x="270" y="215"/>
                    <a:pt x="272" y="214"/>
                    <a:pt x="272" y="214"/>
                  </a:cubicBezTo>
                  <a:lnTo>
                    <a:pt x="272" y="214"/>
                  </a:lnTo>
                  <a:cubicBezTo>
                    <a:pt x="271" y="214"/>
                    <a:pt x="270" y="215"/>
                    <a:pt x="267" y="216"/>
                  </a:cubicBezTo>
                  <a:cubicBezTo>
                    <a:pt x="263" y="218"/>
                    <a:pt x="261" y="218"/>
                    <a:pt x="261" y="218"/>
                  </a:cubicBezTo>
                  <a:cubicBezTo>
                    <a:pt x="260" y="218"/>
                    <a:pt x="262" y="218"/>
                    <a:pt x="265" y="216"/>
                  </a:cubicBezTo>
                  <a:cubicBezTo>
                    <a:pt x="271" y="213"/>
                    <a:pt x="276" y="210"/>
                    <a:pt x="276" y="210"/>
                  </a:cubicBezTo>
                  <a:lnTo>
                    <a:pt x="276" y="210"/>
                  </a:lnTo>
                  <a:cubicBezTo>
                    <a:pt x="276" y="210"/>
                    <a:pt x="275" y="210"/>
                    <a:pt x="273" y="211"/>
                  </a:cubicBezTo>
                  <a:cubicBezTo>
                    <a:pt x="273" y="211"/>
                    <a:pt x="272" y="211"/>
                    <a:pt x="280" y="207"/>
                  </a:cubicBezTo>
                  <a:cubicBezTo>
                    <a:pt x="282" y="206"/>
                    <a:pt x="283" y="205"/>
                    <a:pt x="283" y="205"/>
                  </a:cubicBezTo>
                  <a:cubicBezTo>
                    <a:pt x="282" y="205"/>
                    <a:pt x="277" y="207"/>
                    <a:pt x="272" y="209"/>
                  </a:cubicBezTo>
                  <a:cubicBezTo>
                    <a:pt x="265" y="212"/>
                    <a:pt x="261" y="213"/>
                    <a:pt x="260" y="213"/>
                  </a:cubicBezTo>
                  <a:cubicBezTo>
                    <a:pt x="260" y="213"/>
                    <a:pt x="263" y="212"/>
                    <a:pt x="271" y="208"/>
                  </a:cubicBezTo>
                  <a:cubicBezTo>
                    <a:pt x="278" y="205"/>
                    <a:pt x="280" y="204"/>
                    <a:pt x="279" y="204"/>
                  </a:cubicBezTo>
                  <a:cubicBezTo>
                    <a:pt x="277" y="204"/>
                    <a:pt x="271" y="206"/>
                    <a:pt x="263" y="209"/>
                  </a:cubicBezTo>
                  <a:cubicBezTo>
                    <a:pt x="261" y="210"/>
                    <a:pt x="259" y="211"/>
                    <a:pt x="258" y="212"/>
                  </a:cubicBezTo>
                  <a:lnTo>
                    <a:pt x="258" y="212"/>
                  </a:lnTo>
                  <a:cubicBezTo>
                    <a:pt x="263" y="208"/>
                    <a:pt x="263" y="208"/>
                    <a:pt x="263" y="208"/>
                  </a:cubicBezTo>
                  <a:cubicBezTo>
                    <a:pt x="263" y="208"/>
                    <a:pt x="263" y="207"/>
                    <a:pt x="270" y="204"/>
                  </a:cubicBezTo>
                  <a:lnTo>
                    <a:pt x="270" y="204"/>
                  </a:lnTo>
                  <a:cubicBezTo>
                    <a:pt x="270" y="204"/>
                    <a:pt x="270" y="204"/>
                    <a:pt x="262" y="206"/>
                  </a:cubicBezTo>
                  <a:cubicBezTo>
                    <a:pt x="257" y="208"/>
                    <a:pt x="255" y="209"/>
                    <a:pt x="254" y="209"/>
                  </a:cubicBezTo>
                  <a:cubicBezTo>
                    <a:pt x="252" y="209"/>
                    <a:pt x="259" y="205"/>
                    <a:pt x="269" y="199"/>
                  </a:cubicBezTo>
                  <a:lnTo>
                    <a:pt x="269" y="199"/>
                  </a:lnTo>
                  <a:lnTo>
                    <a:pt x="261" y="202"/>
                  </a:lnTo>
                  <a:cubicBezTo>
                    <a:pt x="252" y="206"/>
                    <a:pt x="246" y="209"/>
                    <a:pt x="246" y="209"/>
                  </a:cubicBezTo>
                  <a:cubicBezTo>
                    <a:pt x="246" y="209"/>
                    <a:pt x="248" y="208"/>
                    <a:pt x="254" y="205"/>
                  </a:cubicBezTo>
                  <a:lnTo>
                    <a:pt x="261" y="201"/>
                  </a:lnTo>
                  <a:lnTo>
                    <a:pt x="261" y="201"/>
                  </a:lnTo>
                  <a:cubicBezTo>
                    <a:pt x="256" y="204"/>
                    <a:pt x="254" y="204"/>
                    <a:pt x="253" y="204"/>
                  </a:cubicBezTo>
                  <a:cubicBezTo>
                    <a:pt x="251" y="204"/>
                    <a:pt x="258" y="200"/>
                    <a:pt x="268" y="196"/>
                  </a:cubicBezTo>
                  <a:cubicBezTo>
                    <a:pt x="274" y="191"/>
                    <a:pt x="274" y="191"/>
                    <a:pt x="274" y="191"/>
                  </a:cubicBezTo>
                  <a:lnTo>
                    <a:pt x="274" y="191"/>
                  </a:lnTo>
                  <a:lnTo>
                    <a:pt x="268" y="195"/>
                  </a:lnTo>
                  <a:cubicBezTo>
                    <a:pt x="262" y="198"/>
                    <a:pt x="258" y="200"/>
                    <a:pt x="253" y="201"/>
                  </a:cubicBezTo>
                  <a:cubicBezTo>
                    <a:pt x="252" y="201"/>
                    <a:pt x="252" y="201"/>
                    <a:pt x="260" y="197"/>
                  </a:cubicBezTo>
                  <a:cubicBezTo>
                    <a:pt x="265" y="194"/>
                    <a:pt x="270" y="191"/>
                    <a:pt x="269" y="191"/>
                  </a:cubicBezTo>
                  <a:lnTo>
                    <a:pt x="269" y="191"/>
                  </a:lnTo>
                  <a:cubicBezTo>
                    <a:pt x="269" y="191"/>
                    <a:pt x="268" y="192"/>
                    <a:pt x="267" y="192"/>
                  </a:cubicBezTo>
                  <a:cubicBezTo>
                    <a:pt x="267" y="192"/>
                    <a:pt x="267" y="192"/>
                    <a:pt x="273" y="188"/>
                  </a:cubicBezTo>
                  <a:cubicBezTo>
                    <a:pt x="273" y="188"/>
                    <a:pt x="273" y="187"/>
                    <a:pt x="272" y="186"/>
                  </a:cubicBezTo>
                  <a:cubicBezTo>
                    <a:pt x="269" y="187"/>
                    <a:pt x="267" y="188"/>
                    <a:pt x="267" y="188"/>
                  </a:cubicBezTo>
                  <a:cubicBezTo>
                    <a:pt x="267" y="188"/>
                    <a:pt x="269" y="187"/>
                    <a:pt x="272" y="185"/>
                  </a:cubicBezTo>
                  <a:cubicBezTo>
                    <a:pt x="272" y="185"/>
                    <a:pt x="272" y="184"/>
                    <a:pt x="272" y="184"/>
                  </a:cubicBezTo>
                  <a:cubicBezTo>
                    <a:pt x="271" y="184"/>
                    <a:pt x="269" y="185"/>
                    <a:pt x="264" y="187"/>
                  </a:cubicBezTo>
                  <a:cubicBezTo>
                    <a:pt x="264" y="187"/>
                    <a:pt x="264" y="186"/>
                    <a:pt x="271" y="182"/>
                  </a:cubicBezTo>
                  <a:cubicBezTo>
                    <a:pt x="275" y="180"/>
                    <a:pt x="276" y="179"/>
                    <a:pt x="276" y="179"/>
                  </a:cubicBezTo>
                  <a:lnTo>
                    <a:pt x="276" y="179"/>
                  </a:lnTo>
                  <a:cubicBezTo>
                    <a:pt x="276" y="179"/>
                    <a:pt x="274" y="180"/>
                    <a:pt x="271" y="181"/>
                  </a:cubicBezTo>
                  <a:cubicBezTo>
                    <a:pt x="266" y="184"/>
                    <a:pt x="264" y="185"/>
                    <a:pt x="263" y="185"/>
                  </a:cubicBezTo>
                  <a:cubicBezTo>
                    <a:pt x="263" y="185"/>
                    <a:pt x="263" y="185"/>
                    <a:pt x="263" y="185"/>
                  </a:cubicBezTo>
                  <a:cubicBezTo>
                    <a:pt x="263" y="185"/>
                    <a:pt x="263" y="183"/>
                    <a:pt x="263" y="183"/>
                  </a:cubicBezTo>
                  <a:cubicBezTo>
                    <a:pt x="258" y="186"/>
                    <a:pt x="256" y="187"/>
                    <a:pt x="256" y="187"/>
                  </a:cubicBezTo>
                  <a:cubicBezTo>
                    <a:pt x="255" y="187"/>
                    <a:pt x="255" y="187"/>
                    <a:pt x="255" y="187"/>
                  </a:cubicBezTo>
                  <a:cubicBezTo>
                    <a:pt x="255" y="187"/>
                    <a:pt x="262" y="181"/>
                    <a:pt x="262" y="181"/>
                  </a:cubicBezTo>
                  <a:cubicBezTo>
                    <a:pt x="262" y="180"/>
                    <a:pt x="261" y="180"/>
                    <a:pt x="261" y="180"/>
                  </a:cubicBezTo>
                  <a:cubicBezTo>
                    <a:pt x="260" y="180"/>
                    <a:pt x="258" y="181"/>
                    <a:pt x="254" y="183"/>
                  </a:cubicBezTo>
                  <a:cubicBezTo>
                    <a:pt x="254" y="183"/>
                    <a:pt x="261" y="178"/>
                    <a:pt x="260" y="177"/>
                  </a:cubicBezTo>
                  <a:cubicBezTo>
                    <a:pt x="260" y="176"/>
                    <a:pt x="260" y="175"/>
                    <a:pt x="259" y="175"/>
                  </a:cubicBezTo>
                  <a:cubicBezTo>
                    <a:pt x="258" y="175"/>
                    <a:pt x="257" y="176"/>
                    <a:pt x="252" y="179"/>
                  </a:cubicBezTo>
                  <a:cubicBezTo>
                    <a:pt x="245" y="183"/>
                    <a:pt x="242" y="185"/>
                    <a:pt x="242" y="185"/>
                  </a:cubicBezTo>
                  <a:cubicBezTo>
                    <a:pt x="242" y="185"/>
                    <a:pt x="245" y="182"/>
                    <a:pt x="252" y="178"/>
                  </a:cubicBezTo>
                  <a:cubicBezTo>
                    <a:pt x="261" y="172"/>
                    <a:pt x="264" y="170"/>
                    <a:pt x="263" y="170"/>
                  </a:cubicBezTo>
                  <a:lnTo>
                    <a:pt x="263" y="170"/>
                  </a:lnTo>
                  <a:cubicBezTo>
                    <a:pt x="263" y="170"/>
                    <a:pt x="261" y="171"/>
                    <a:pt x="259" y="172"/>
                  </a:cubicBezTo>
                  <a:cubicBezTo>
                    <a:pt x="254" y="175"/>
                    <a:pt x="253" y="176"/>
                    <a:pt x="252" y="176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56" y="174"/>
                    <a:pt x="258" y="172"/>
                    <a:pt x="257" y="172"/>
                  </a:cubicBezTo>
                  <a:cubicBezTo>
                    <a:pt x="256" y="172"/>
                    <a:pt x="254" y="173"/>
                    <a:pt x="251" y="174"/>
                  </a:cubicBezTo>
                  <a:cubicBezTo>
                    <a:pt x="251" y="174"/>
                    <a:pt x="251" y="174"/>
                    <a:pt x="258" y="170"/>
                  </a:cubicBezTo>
                  <a:cubicBezTo>
                    <a:pt x="258" y="170"/>
                    <a:pt x="258" y="170"/>
                    <a:pt x="258" y="169"/>
                  </a:cubicBezTo>
                  <a:cubicBezTo>
                    <a:pt x="253" y="171"/>
                    <a:pt x="250" y="172"/>
                    <a:pt x="249" y="172"/>
                  </a:cubicBezTo>
                  <a:cubicBezTo>
                    <a:pt x="247" y="172"/>
                    <a:pt x="251" y="168"/>
                    <a:pt x="255" y="165"/>
                  </a:cubicBezTo>
                  <a:cubicBezTo>
                    <a:pt x="255" y="165"/>
                    <a:pt x="255" y="165"/>
                    <a:pt x="255" y="165"/>
                  </a:cubicBezTo>
                  <a:cubicBezTo>
                    <a:pt x="254" y="165"/>
                    <a:pt x="253" y="166"/>
                    <a:pt x="249" y="168"/>
                  </a:cubicBezTo>
                  <a:cubicBezTo>
                    <a:pt x="241" y="172"/>
                    <a:pt x="238" y="174"/>
                    <a:pt x="238" y="174"/>
                  </a:cubicBezTo>
                  <a:cubicBezTo>
                    <a:pt x="237" y="174"/>
                    <a:pt x="241" y="172"/>
                    <a:pt x="247" y="168"/>
                  </a:cubicBezTo>
                  <a:cubicBezTo>
                    <a:pt x="255" y="163"/>
                    <a:pt x="259" y="161"/>
                    <a:pt x="258" y="161"/>
                  </a:cubicBezTo>
                  <a:lnTo>
                    <a:pt x="258" y="161"/>
                  </a:lnTo>
                  <a:cubicBezTo>
                    <a:pt x="258" y="161"/>
                    <a:pt x="255" y="163"/>
                    <a:pt x="247" y="167"/>
                  </a:cubicBezTo>
                  <a:cubicBezTo>
                    <a:pt x="245" y="168"/>
                    <a:pt x="244" y="169"/>
                    <a:pt x="243" y="169"/>
                  </a:cubicBezTo>
                  <a:cubicBezTo>
                    <a:pt x="242" y="169"/>
                    <a:pt x="245" y="166"/>
                    <a:pt x="254" y="161"/>
                  </a:cubicBezTo>
                  <a:lnTo>
                    <a:pt x="268" y="152"/>
                  </a:lnTo>
                  <a:lnTo>
                    <a:pt x="268" y="152"/>
                  </a:lnTo>
                  <a:cubicBezTo>
                    <a:pt x="263" y="155"/>
                    <a:pt x="261" y="155"/>
                    <a:pt x="260" y="155"/>
                  </a:cubicBezTo>
                  <a:cubicBezTo>
                    <a:pt x="260" y="155"/>
                    <a:pt x="260" y="155"/>
                    <a:pt x="260" y="155"/>
                  </a:cubicBezTo>
                  <a:cubicBezTo>
                    <a:pt x="256" y="158"/>
                    <a:pt x="254" y="159"/>
                    <a:pt x="254" y="159"/>
                  </a:cubicBezTo>
                  <a:cubicBezTo>
                    <a:pt x="253" y="159"/>
                    <a:pt x="253" y="158"/>
                    <a:pt x="253" y="158"/>
                  </a:cubicBezTo>
                  <a:cubicBezTo>
                    <a:pt x="253" y="157"/>
                    <a:pt x="253" y="157"/>
                    <a:pt x="252" y="157"/>
                  </a:cubicBezTo>
                  <a:cubicBezTo>
                    <a:pt x="250" y="157"/>
                    <a:pt x="246" y="159"/>
                    <a:pt x="245" y="159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44" y="158"/>
                    <a:pt x="243" y="156"/>
                    <a:pt x="250" y="152"/>
                  </a:cubicBezTo>
                  <a:cubicBezTo>
                    <a:pt x="250" y="152"/>
                    <a:pt x="250" y="151"/>
                    <a:pt x="249" y="151"/>
                  </a:cubicBezTo>
                  <a:cubicBezTo>
                    <a:pt x="249" y="151"/>
                    <a:pt x="247" y="152"/>
                    <a:pt x="242" y="154"/>
                  </a:cubicBezTo>
                  <a:cubicBezTo>
                    <a:pt x="239" y="156"/>
                    <a:pt x="237" y="157"/>
                    <a:pt x="237" y="157"/>
                  </a:cubicBezTo>
                  <a:cubicBezTo>
                    <a:pt x="237" y="157"/>
                    <a:pt x="238" y="156"/>
                    <a:pt x="242" y="153"/>
                  </a:cubicBezTo>
                  <a:lnTo>
                    <a:pt x="242" y="152"/>
                  </a:lnTo>
                  <a:cubicBezTo>
                    <a:pt x="234" y="155"/>
                    <a:pt x="234" y="155"/>
                    <a:pt x="234" y="155"/>
                  </a:cubicBezTo>
                  <a:cubicBezTo>
                    <a:pt x="239" y="152"/>
                    <a:pt x="244" y="149"/>
                    <a:pt x="243" y="149"/>
                  </a:cubicBezTo>
                  <a:lnTo>
                    <a:pt x="243" y="149"/>
                  </a:lnTo>
                  <a:cubicBezTo>
                    <a:pt x="243" y="149"/>
                    <a:pt x="242" y="149"/>
                    <a:pt x="241" y="150"/>
                  </a:cubicBezTo>
                  <a:cubicBezTo>
                    <a:pt x="236" y="153"/>
                    <a:pt x="234" y="154"/>
                    <a:pt x="233" y="154"/>
                  </a:cubicBezTo>
                  <a:cubicBezTo>
                    <a:pt x="233" y="154"/>
                    <a:pt x="233" y="153"/>
                    <a:pt x="233" y="153"/>
                  </a:cubicBezTo>
                  <a:cubicBezTo>
                    <a:pt x="239" y="148"/>
                    <a:pt x="235" y="138"/>
                    <a:pt x="229" y="138"/>
                  </a:cubicBezTo>
                  <a:cubicBezTo>
                    <a:pt x="228" y="138"/>
                    <a:pt x="227" y="138"/>
                    <a:pt x="226" y="139"/>
                  </a:cubicBezTo>
                  <a:lnTo>
                    <a:pt x="225" y="137"/>
                  </a:lnTo>
                  <a:cubicBezTo>
                    <a:pt x="225" y="136"/>
                    <a:pt x="224" y="135"/>
                    <a:pt x="224" y="135"/>
                  </a:cubicBezTo>
                  <a:cubicBezTo>
                    <a:pt x="231" y="130"/>
                    <a:pt x="232" y="129"/>
                    <a:pt x="231" y="129"/>
                  </a:cubicBezTo>
                  <a:cubicBezTo>
                    <a:pt x="229" y="129"/>
                    <a:pt x="226" y="130"/>
                    <a:pt x="223" y="132"/>
                  </a:cubicBezTo>
                  <a:cubicBezTo>
                    <a:pt x="218" y="135"/>
                    <a:pt x="217" y="136"/>
                    <a:pt x="216" y="136"/>
                  </a:cubicBezTo>
                  <a:cubicBezTo>
                    <a:pt x="216" y="136"/>
                    <a:pt x="215" y="136"/>
                    <a:pt x="215" y="135"/>
                  </a:cubicBezTo>
                  <a:cubicBezTo>
                    <a:pt x="224" y="129"/>
                    <a:pt x="227" y="127"/>
                    <a:pt x="226" y="127"/>
                  </a:cubicBezTo>
                  <a:cubicBezTo>
                    <a:pt x="225" y="127"/>
                    <a:pt x="223" y="127"/>
                    <a:pt x="221" y="128"/>
                  </a:cubicBezTo>
                  <a:cubicBezTo>
                    <a:pt x="227" y="124"/>
                    <a:pt x="230" y="121"/>
                    <a:pt x="229" y="121"/>
                  </a:cubicBezTo>
                  <a:lnTo>
                    <a:pt x="229" y="121"/>
                  </a:lnTo>
                  <a:cubicBezTo>
                    <a:pt x="229" y="121"/>
                    <a:pt x="223" y="124"/>
                    <a:pt x="213" y="131"/>
                  </a:cubicBezTo>
                  <a:cubicBezTo>
                    <a:pt x="220" y="125"/>
                    <a:pt x="223" y="122"/>
                    <a:pt x="223" y="122"/>
                  </a:cubicBezTo>
                  <a:lnTo>
                    <a:pt x="223" y="122"/>
                  </a:lnTo>
                  <a:cubicBezTo>
                    <a:pt x="223" y="122"/>
                    <a:pt x="221" y="123"/>
                    <a:pt x="218" y="125"/>
                  </a:cubicBezTo>
                  <a:cubicBezTo>
                    <a:pt x="212" y="129"/>
                    <a:pt x="209" y="131"/>
                    <a:pt x="208" y="131"/>
                  </a:cubicBezTo>
                  <a:cubicBezTo>
                    <a:pt x="208" y="131"/>
                    <a:pt x="211" y="128"/>
                    <a:pt x="218" y="123"/>
                  </a:cubicBezTo>
                  <a:cubicBezTo>
                    <a:pt x="225" y="118"/>
                    <a:pt x="228" y="115"/>
                    <a:pt x="227" y="115"/>
                  </a:cubicBezTo>
                  <a:lnTo>
                    <a:pt x="227" y="115"/>
                  </a:lnTo>
                  <a:cubicBezTo>
                    <a:pt x="227" y="115"/>
                    <a:pt x="224" y="117"/>
                    <a:pt x="217" y="122"/>
                  </a:cubicBezTo>
                  <a:cubicBezTo>
                    <a:pt x="211" y="126"/>
                    <a:pt x="207" y="128"/>
                    <a:pt x="207" y="128"/>
                  </a:cubicBezTo>
                  <a:cubicBezTo>
                    <a:pt x="206" y="128"/>
                    <a:pt x="209" y="125"/>
                    <a:pt x="216" y="119"/>
                  </a:cubicBezTo>
                  <a:cubicBezTo>
                    <a:pt x="216" y="119"/>
                    <a:pt x="219" y="117"/>
                    <a:pt x="218" y="117"/>
                  </a:cubicBezTo>
                  <a:lnTo>
                    <a:pt x="218" y="117"/>
                  </a:lnTo>
                  <a:cubicBezTo>
                    <a:pt x="218" y="117"/>
                    <a:pt x="217" y="117"/>
                    <a:pt x="215" y="118"/>
                  </a:cubicBezTo>
                  <a:lnTo>
                    <a:pt x="222" y="114"/>
                  </a:lnTo>
                  <a:lnTo>
                    <a:pt x="222" y="113"/>
                  </a:lnTo>
                  <a:lnTo>
                    <a:pt x="215" y="117"/>
                  </a:lnTo>
                  <a:cubicBezTo>
                    <a:pt x="215" y="117"/>
                    <a:pt x="219" y="109"/>
                    <a:pt x="218" y="107"/>
                  </a:cubicBezTo>
                  <a:cubicBezTo>
                    <a:pt x="217" y="104"/>
                    <a:pt x="216" y="103"/>
                    <a:pt x="214" y="103"/>
                  </a:cubicBezTo>
                  <a:cubicBezTo>
                    <a:pt x="213" y="103"/>
                    <a:pt x="211" y="104"/>
                    <a:pt x="208" y="106"/>
                  </a:cubicBezTo>
                  <a:cubicBezTo>
                    <a:pt x="208" y="105"/>
                    <a:pt x="214" y="99"/>
                    <a:pt x="214" y="99"/>
                  </a:cubicBezTo>
                  <a:cubicBezTo>
                    <a:pt x="213" y="98"/>
                    <a:pt x="213" y="97"/>
                    <a:pt x="218" y="93"/>
                  </a:cubicBezTo>
                  <a:lnTo>
                    <a:pt x="218" y="91"/>
                  </a:lnTo>
                  <a:cubicBezTo>
                    <a:pt x="212" y="96"/>
                    <a:pt x="208" y="97"/>
                    <a:pt x="207" y="97"/>
                  </a:cubicBezTo>
                  <a:cubicBezTo>
                    <a:pt x="205" y="97"/>
                    <a:pt x="206" y="95"/>
                    <a:pt x="209" y="93"/>
                  </a:cubicBezTo>
                  <a:cubicBezTo>
                    <a:pt x="209" y="92"/>
                    <a:pt x="209" y="92"/>
                    <a:pt x="208" y="92"/>
                  </a:cubicBezTo>
                  <a:cubicBezTo>
                    <a:pt x="207" y="92"/>
                    <a:pt x="205" y="92"/>
                    <a:pt x="201" y="95"/>
                  </a:cubicBezTo>
                  <a:cubicBezTo>
                    <a:pt x="198" y="97"/>
                    <a:pt x="197" y="98"/>
                    <a:pt x="196" y="98"/>
                  </a:cubicBezTo>
                  <a:cubicBezTo>
                    <a:pt x="196" y="98"/>
                    <a:pt x="198" y="97"/>
                    <a:pt x="201" y="94"/>
                  </a:cubicBezTo>
                  <a:cubicBezTo>
                    <a:pt x="205" y="91"/>
                    <a:pt x="209" y="87"/>
                    <a:pt x="207" y="87"/>
                  </a:cubicBezTo>
                  <a:cubicBezTo>
                    <a:pt x="206" y="87"/>
                    <a:pt x="204" y="88"/>
                    <a:pt x="199" y="91"/>
                  </a:cubicBezTo>
                  <a:lnTo>
                    <a:pt x="206" y="86"/>
                  </a:lnTo>
                  <a:cubicBezTo>
                    <a:pt x="208" y="84"/>
                    <a:pt x="208" y="83"/>
                    <a:pt x="208" y="83"/>
                  </a:cubicBezTo>
                  <a:lnTo>
                    <a:pt x="208" y="83"/>
                  </a:lnTo>
                  <a:cubicBezTo>
                    <a:pt x="207" y="83"/>
                    <a:pt x="203" y="87"/>
                    <a:pt x="199" y="90"/>
                  </a:cubicBezTo>
                  <a:cubicBezTo>
                    <a:pt x="193" y="95"/>
                    <a:pt x="190" y="97"/>
                    <a:pt x="190" y="97"/>
                  </a:cubicBezTo>
                  <a:cubicBezTo>
                    <a:pt x="189" y="97"/>
                    <a:pt x="194" y="93"/>
                    <a:pt x="205" y="84"/>
                  </a:cubicBezTo>
                  <a:cubicBezTo>
                    <a:pt x="212" y="78"/>
                    <a:pt x="215" y="75"/>
                    <a:pt x="215" y="75"/>
                  </a:cubicBezTo>
                  <a:lnTo>
                    <a:pt x="215" y="75"/>
                  </a:lnTo>
                  <a:cubicBezTo>
                    <a:pt x="215" y="75"/>
                    <a:pt x="213" y="76"/>
                    <a:pt x="210" y="78"/>
                  </a:cubicBezTo>
                  <a:cubicBezTo>
                    <a:pt x="206" y="82"/>
                    <a:pt x="201" y="85"/>
                    <a:pt x="201" y="85"/>
                  </a:cubicBezTo>
                  <a:cubicBezTo>
                    <a:pt x="201" y="85"/>
                    <a:pt x="202" y="84"/>
                    <a:pt x="204" y="82"/>
                  </a:cubicBezTo>
                  <a:cubicBezTo>
                    <a:pt x="204" y="82"/>
                    <a:pt x="204" y="82"/>
                    <a:pt x="204" y="82"/>
                  </a:cubicBezTo>
                  <a:cubicBezTo>
                    <a:pt x="203" y="82"/>
                    <a:pt x="200" y="83"/>
                    <a:pt x="190" y="91"/>
                  </a:cubicBezTo>
                  <a:cubicBezTo>
                    <a:pt x="186" y="95"/>
                    <a:pt x="185" y="96"/>
                    <a:pt x="184" y="96"/>
                  </a:cubicBezTo>
                  <a:cubicBezTo>
                    <a:pt x="184" y="96"/>
                    <a:pt x="184" y="96"/>
                    <a:pt x="184" y="96"/>
                  </a:cubicBezTo>
                  <a:lnTo>
                    <a:pt x="196" y="86"/>
                  </a:lnTo>
                  <a:cubicBezTo>
                    <a:pt x="198" y="83"/>
                    <a:pt x="201" y="79"/>
                    <a:pt x="204" y="76"/>
                  </a:cubicBezTo>
                  <a:lnTo>
                    <a:pt x="204" y="76"/>
                  </a:lnTo>
                  <a:cubicBezTo>
                    <a:pt x="203" y="77"/>
                    <a:pt x="202" y="78"/>
                    <a:pt x="201" y="79"/>
                  </a:cubicBezTo>
                  <a:cubicBezTo>
                    <a:pt x="191" y="87"/>
                    <a:pt x="189" y="89"/>
                    <a:pt x="188" y="89"/>
                  </a:cubicBezTo>
                  <a:cubicBezTo>
                    <a:pt x="188" y="89"/>
                    <a:pt x="188" y="88"/>
                    <a:pt x="188" y="88"/>
                  </a:cubicBezTo>
                  <a:cubicBezTo>
                    <a:pt x="188" y="88"/>
                    <a:pt x="188" y="87"/>
                    <a:pt x="194" y="82"/>
                  </a:cubicBezTo>
                  <a:cubicBezTo>
                    <a:pt x="200" y="77"/>
                    <a:pt x="200" y="77"/>
                    <a:pt x="199" y="76"/>
                  </a:cubicBezTo>
                  <a:lnTo>
                    <a:pt x="199" y="76"/>
                  </a:lnTo>
                  <a:cubicBezTo>
                    <a:pt x="188" y="82"/>
                    <a:pt x="177" y="90"/>
                    <a:pt x="167" y="99"/>
                  </a:cubicBezTo>
                  <a:cubicBezTo>
                    <a:pt x="172" y="94"/>
                    <a:pt x="172" y="94"/>
                    <a:pt x="172" y="94"/>
                  </a:cubicBezTo>
                  <a:lnTo>
                    <a:pt x="172" y="94"/>
                  </a:lnTo>
                  <a:cubicBezTo>
                    <a:pt x="170" y="95"/>
                    <a:pt x="169" y="95"/>
                    <a:pt x="169" y="95"/>
                  </a:cubicBezTo>
                  <a:cubicBezTo>
                    <a:pt x="169" y="95"/>
                    <a:pt x="171" y="94"/>
                    <a:pt x="172" y="94"/>
                  </a:cubicBezTo>
                  <a:cubicBezTo>
                    <a:pt x="172" y="94"/>
                    <a:pt x="172" y="94"/>
                    <a:pt x="172" y="94"/>
                  </a:cubicBezTo>
                  <a:cubicBezTo>
                    <a:pt x="176" y="90"/>
                    <a:pt x="177" y="89"/>
                    <a:pt x="178" y="89"/>
                  </a:cubicBezTo>
                  <a:cubicBezTo>
                    <a:pt x="178" y="89"/>
                    <a:pt x="179" y="89"/>
                    <a:pt x="179" y="89"/>
                  </a:cubicBezTo>
                  <a:lnTo>
                    <a:pt x="185" y="84"/>
                  </a:lnTo>
                  <a:cubicBezTo>
                    <a:pt x="191" y="78"/>
                    <a:pt x="194" y="75"/>
                    <a:pt x="194" y="75"/>
                  </a:cubicBezTo>
                  <a:lnTo>
                    <a:pt x="194" y="75"/>
                  </a:lnTo>
                  <a:cubicBezTo>
                    <a:pt x="193" y="75"/>
                    <a:pt x="190" y="78"/>
                    <a:pt x="184" y="82"/>
                  </a:cubicBezTo>
                  <a:cubicBezTo>
                    <a:pt x="181" y="85"/>
                    <a:pt x="179" y="86"/>
                    <a:pt x="179" y="86"/>
                  </a:cubicBezTo>
                  <a:cubicBezTo>
                    <a:pt x="179" y="86"/>
                    <a:pt x="181" y="84"/>
                    <a:pt x="184" y="81"/>
                  </a:cubicBezTo>
                  <a:cubicBezTo>
                    <a:pt x="186" y="79"/>
                    <a:pt x="188" y="77"/>
                    <a:pt x="189" y="76"/>
                  </a:cubicBezTo>
                  <a:lnTo>
                    <a:pt x="189" y="76"/>
                  </a:lnTo>
                  <a:cubicBezTo>
                    <a:pt x="189" y="76"/>
                    <a:pt x="188" y="75"/>
                    <a:pt x="195" y="69"/>
                  </a:cubicBezTo>
                  <a:cubicBezTo>
                    <a:pt x="194" y="69"/>
                    <a:pt x="194" y="68"/>
                    <a:pt x="194" y="68"/>
                  </a:cubicBezTo>
                  <a:cubicBezTo>
                    <a:pt x="193" y="68"/>
                    <a:pt x="192" y="70"/>
                    <a:pt x="187" y="73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81" y="77"/>
                    <a:pt x="180" y="77"/>
                  </a:cubicBezTo>
                  <a:cubicBezTo>
                    <a:pt x="180" y="77"/>
                    <a:pt x="178" y="79"/>
                    <a:pt x="175" y="82"/>
                  </a:cubicBezTo>
                  <a:cubicBezTo>
                    <a:pt x="169" y="87"/>
                    <a:pt x="163" y="92"/>
                    <a:pt x="162" y="92"/>
                  </a:cubicBezTo>
                  <a:cubicBezTo>
                    <a:pt x="161" y="92"/>
                    <a:pt x="161" y="92"/>
                    <a:pt x="161" y="91"/>
                  </a:cubicBezTo>
                  <a:cubicBezTo>
                    <a:pt x="158" y="93"/>
                    <a:pt x="157" y="94"/>
                    <a:pt x="157" y="94"/>
                  </a:cubicBezTo>
                  <a:cubicBezTo>
                    <a:pt x="156" y="94"/>
                    <a:pt x="159" y="92"/>
                    <a:pt x="167" y="85"/>
                  </a:cubicBezTo>
                  <a:cubicBezTo>
                    <a:pt x="172" y="80"/>
                    <a:pt x="172" y="79"/>
                    <a:pt x="172" y="79"/>
                  </a:cubicBezTo>
                  <a:cubicBezTo>
                    <a:pt x="172" y="79"/>
                    <a:pt x="172" y="79"/>
                    <a:pt x="178" y="72"/>
                  </a:cubicBezTo>
                  <a:cubicBezTo>
                    <a:pt x="180" y="71"/>
                    <a:pt x="180" y="70"/>
                    <a:pt x="180" y="70"/>
                  </a:cubicBezTo>
                  <a:lnTo>
                    <a:pt x="180" y="70"/>
                  </a:lnTo>
                  <a:cubicBezTo>
                    <a:pt x="180" y="70"/>
                    <a:pt x="176" y="74"/>
                    <a:pt x="171" y="78"/>
                  </a:cubicBezTo>
                  <a:lnTo>
                    <a:pt x="159" y="89"/>
                  </a:lnTo>
                  <a:cubicBezTo>
                    <a:pt x="159" y="89"/>
                    <a:pt x="171" y="77"/>
                    <a:pt x="177" y="71"/>
                  </a:cubicBezTo>
                  <a:lnTo>
                    <a:pt x="177" y="71"/>
                  </a:lnTo>
                  <a:cubicBezTo>
                    <a:pt x="172" y="75"/>
                    <a:pt x="168" y="78"/>
                    <a:pt x="168" y="78"/>
                  </a:cubicBezTo>
                  <a:cubicBezTo>
                    <a:pt x="168" y="78"/>
                    <a:pt x="168" y="78"/>
                    <a:pt x="170" y="76"/>
                  </a:cubicBezTo>
                  <a:cubicBezTo>
                    <a:pt x="169" y="75"/>
                    <a:pt x="169" y="73"/>
                    <a:pt x="175" y="69"/>
                  </a:cubicBezTo>
                  <a:cubicBezTo>
                    <a:pt x="177" y="66"/>
                    <a:pt x="177" y="66"/>
                    <a:pt x="177" y="66"/>
                  </a:cubicBezTo>
                  <a:lnTo>
                    <a:pt x="177" y="66"/>
                  </a:lnTo>
                  <a:cubicBezTo>
                    <a:pt x="177" y="66"/>
                    <a:pt x="175" y="68"/>
                    <a:pt x="175" y="68"/>
                  </a:cubicBezTo>
                  <a:cubicBezTo>
                    <a:pt x="172" y="70"/>
                    <a:pt x="170" y="71"/>
                    <a:pt x="169" y="71"/>
                  </a:cubicBezTo>
                  <a:cubicBezTo>
                    <a:pt x="169" y="71"/>
                    <a:pt x="170" y="69"/>
                    <a:pt x="172" y="66"/>
                  </a:cubicBezTo>
                  <a:cubicBezTo>
                    <a:pt x="178" y="59"/>
                    <a:pt x="181" y="56"/>
                    <a:pt x="181" y="56"/>
                  </a:cubicBezTo>
                  <a:lnTo>
                    <a:pt x="181" y="56"/>
                  </a:lnTo>
                  <a:cubicBezTo>
                    <a:pt x="180" y="56"/>
                    <a:pt x="177" y="58"/>
                    <a:pt x="171" y="63"/>
                  </a:cubicBezTo>
                  <a:cubicBezTo>
                    <a:pt x="173" y="62"/>
                    <a:pt x="174" y="61"/>
                    <a:pt x="173" y="61"/>
                  </a:cubicBezTo>
                  <a:lnTo>
                    <a:pt x="173" y="61"/>
                  </a:lnTo>
                  <a:cubicBezTo>
                    <a:pt x="173" y="61"/>
                    <a:pt x="168" y="64"/>
                    <a:pt x="164" y="68"/>
                  </a:cubicBezTo>
                  <a:cubicBezTo>
                    <a:pt x="158" y="72"/>
                    <a:pt x="145" y="84"/>
                    <a:pt x="140" y="89"/>
                  </a:cubicBezTo>
                  <a:cubicBezTo>
                    <a:pt x="133" y="96"/>
                    <a:pt x="131" y="98"/>
                    <a:pt x="130" y="98"/>
                  </a:cubicBezTo>
                  <a:cubicBezTo>
                    <a:pt x="130" y="98"/>
                    <a:pt x="131" y="97"/>
                    <a:pt x="133" y="94"/>
                  </a:cubicBezTo>
                  <a:cubicBezTo>
                    <a:pt x="133" y="94"/>
                    <a:pt x="139" y="88"/>
                    <a:pt x="144" y="82"/>
                  </a:cubicBezTo>
                  <a:cubicBezTo>
                    <a:pt x="151" y="77"/>
                    <a:pt x="151" y="77"/>
                    <a:pt x="151" y="77"/>
                  </a:cubicBezTo>
                  <a:lnTo>
                    <a:pt x="151" y="78"/>
                  </a:lnTo>
                  <a:cubicBezTo>
                    <a:pt x="157" y="72"/>
                    <a:pt x="163" y="67"/>
                    <a:pt x="162" y="66"/>
                  </a:cubicBezTo>
                  <a:cubicBezTo>
                    <a:pt x="165" y="63"/>
                    <a:pt x="167" y="61"/>
                    <a:pt x="166" y="61"/>
                  </a:cubicBezTo>
                  <a:lnTo>
                    <a:pt x="166" y="61"/>
                  </a:lnTo>
                  <a:cubicBezTo>
                    <a:pt x="166" y="61"/>
                    <a:pt x="165" y="62"/>
                    <a:pt x="162" y="65"/>
                  </a:cubicBezTo>
                  <a:cubicBezTo>
                    <a:pt x="168" y="59"/>
                    <a:pt x="167" y="58"/>
                    <a:pt x="167" y="57"/>
                  </a:cubicBezTo>
                  <a:cubicBezTo>
                    <a:pt x="166" y="57"/>
                    <a:pt x="164" y="56"/>
                    <a:pt x="170" y="49"/>
                  </a:cubicBezTo>
                  <a:cubicBezTo>
                    <a:pt x="170" y="49"/>
                    <a:pt x="170" y="49"/>
                    <a:pt x="170" y="49"/>
                  </a:cubicBezTo>
                  <a:cubicBezTo>
                    <a:pt x="170" y="49"/>
                    <a:pt x="168" y="49"/>
                    <a:pt x="163" y="53"/>
                  </a:cubicBezTo>
                  <a:cubicBezTo>
                    <a:pt x="161" y="56"/>
                    <a:pt x="159" y="57"/>
                    <a:pt x="158" y="59"/>
                  </a:cubicBezTo>
                  <a:cubicBezTo>
                    <a:pt x="166" y="51"/>
                    <a:pt x="169" y="43"/>
                    <a:pt x="166" y="43"/>
                  </a:cubicBezTo>
                  <a:cubicBezTo>
                    <a:pt x="165" y="43"/>
                    <a:pt x="162" y="44"/>
                    <a:pt x="159" y="48"/>
                  </a:cubicBezTo>
                  <a:lnTo>
                    <a:pt x="159" y="47"/>
                  </a:lnTo>
                  <a:cubicBezTo>
                    <a:pt x="162" y="42"/>
                    <a:pt x="162" y="40"/>
                    <a:pt x="161" y="40"/>
                  </a:cubicBezTo>
                  <a:cubicBezTo>
                    <a:pt x="160" y="40"/>
                    <a:pt x="158" y="41"/>
                    <a:pt x="155" y="43"/>
                  </a:cubicBezTo>
                  <a:lnTo>
                    <a:pt x="155" y="42"/>
                  </a:lnTo>
                  <a:cubicBezTo>
                    <a:pt x="158" y="39"/>
                    <a:pt x="159" y="37"/>
                    <a:pt x="159" y="37"/>
                  </a:cubicBezTo>
                  <a:lnTo>
                    <a:pt x="159" y="37"/>
                  </a:lnTo>
                  <a:cubicBezTo>
                    <a:pt x="158" y="37"/>
                    <a:pt x="156" y="38"/>
                    <a:pt x="153" y="41"/>
                  </a:cubicBezTo>
                  <a:cubicBezTo>
                    <a:pt x="151" y="43"/>
                    <a:pt x="149" y="45"/>
                    <a:pt x="148" y="47"/>
                  </a:cubicBezTo>
                  <a:lnTo>
                    <a:pt x="148" y="47"/>
                  </a:lnTo>
                  <a:cubicBezTo>
                    <a:pt x="153" y="40"/>
                    <a:pt x="153" y="40"/>
                    <a:pt x="152" y="38"/>
                  </a:cubicBezTo>
                  <a:cubicBezTo>
                    <a:pt x="151" y="37"/>
                    <a:pt x="151" y="37"/>
                    <a:pt x="151" y="37"/>
                  </a:cubicBezTo>
                  <a:cubicBezTo>
                    <a:pt x="150" y="37"/>
                    <a:pt x="149" y="38"/>
                    <a:pt x="145" y="43"/>
                  </a:cubicBezTo>
                  <a:cubicBezTo>
                    <a:pt x="144" y="44"/>
                    <a:pt x="143" y="45"/>
                    <a:pt x="143" y="45"/>
                  </a:cubicBezTo>
                  <a:cubicBezTo>
                    <a:pt x="141" y="45"/>
                    <a:pt x="146" y="40"/>
                    <a:pt x="150" y="35"/>
                  </a:cubicBezTo>
                  <a:cubicBezTo>
                    <a:pt x="155" y="30"/>
                    <a:pt x="158" y="27"/>
                    <a:pt x="157" y="27"/>
                  </a:cubicBezTo>
                  <a:lnTo>
                    <a:pt x="157" y="27"/>
                  </a:lnTo>
                  <a:cubicBezTo>
                    <a:pt x="157" y="27"/>
                    <a:pt x="152" y="31"/>
                    <a:pt x="143" y="41"/>
                  </a:cubicBezTo>
                  <a:cubicBezTo>
                    <a:pt x="137" y="47"/>
                    <a:pt x="134" y="50"/>
                    <a:pt x="133" y="50"/>
                  </a:cubicBezTo>
                  <a:cubicBezTo>
                    <a:pt x="133" y="50"/>
                    <a:pt x="134" y="48"/>
                    <a:pt x="136" y="45"/>
                  </a:cubicBezTo>
                  <a:cubicBezTo>
                    <a:pt x="142" y="40"/>
                    <a:pt x="143" y="40"/>
                    <a:pt x="143" y="40"/>
                  </a:cubicBezTo>
                  <a:lnTo>
                    <a:pt x="154" y="29"/>
                  </a:lnTo>
                  <a:cubicBezTo>
                    <a:pt x="154" y="28"/>
                    <a:pt x="154" y="28"/>
                    <a:pt x="154" y="28"/>
                  </a:cubicBezTo>
                  <a:cubicBezTo>
                    <a:pt x="154" y="28"/>
                    <a:pt x="152" y="29"/>
                    <a:pt x="148" y="33"/>
                  </a:cubicBezTo>
                  <a:cubicBezTo>
                    <a:pt x="148" y="33"/>
                    <a:pt x="148" y="33"/>
                    <a:pt x="142" y="39"/>
                  </a:cubicBezTo>
                  <a:cubicBezTo>
                    <a:pt x="136" y="44"/>
                    <a:pt x="131" y="50"/>
                    <a:pt x="125" y="57"/>
                  </a:cubicBezTo>
                  <a:cubicBezTo>
                    <a:pt x="121" y="62"/>
                    <a:pt x="120" y="62"/>
                    <a:pt x="120" y="62"/>
                  </a:cubicBezTo>
                  <a:cubicBezTo>
                    <a:pt x="120" y="62"/>
                    <a:pt x="120" y="62"/>
                    <a:pt x="120" y="62"/>
                  </a:cubicBezTo>
                  <a:cubicBezTo>
                    <a:pt x="124" y="56"/>
                    <a:pt x="130" y="50"/>
                    <a:pt x="135" y="44"/>
                  </a:cubicBezTo>
                  <a:cubicBezTo>
                    <a:pt x="140" y="40"/>
                    <a:pt x="143" y="36"/>
                    <a:pt x="148" y="32"/>
                  </a:cubicBezTo>
                  <a:cubicBezTo>
                    <a:pt x="149" y="31"/>
                    <a:pt x="149" y="30"/>
                    <a:pt x="149" y="30"/>
                  </a:cubicBezTo>
                  <a:lnTo>
                    <a:pt x="149" y="30"/>
                  </a:lnTo>
                  <a:cubicBezTo>
                    <a:pt x="148" y="30"/>
                    <a:pt x="138" y="39"/>
                    <a:pt x="129" y="48"/>
                  </a:cubicBezTo>
                  <a:lnTo>
                    <a:pt x="134" y="42"/>
                  </a:lnTo>
                  <a:cubicBezTo>
                    <a:pt x="140" y="36"/>
                    <a:pt x="139" y="35"/>
                    <a:pt x="139" y="34"/>
                  </a:cubicBezTo>
                  <a:cubicBezTo>
                    <a:pt x="138" y="34"/>
                    <a:pt x="138" y="34"/>
                    <a:pt x="138" y="34"/>
                  </a:cubicBezTo>
                  <a:cubicBezTo>
                    <a:pt x="137" y="34"/>
                    <a:pt x="136" y="35"/>
                    <a:pt x="132" y="40"/>
                  </a:cubicBezTo>
                  <a:cubicBezTo>
                    <a:pt x="129" y="44"/>
                    <a:pt x="125" y="48"/>
                    <a:pt x="121" y="51"/>
                  </a:cubicBezTo>
                  <a:cubicBezTo>
                    <a:pt x="117" y="56"/>
                    <a:pt x="114" y="60"/>
                    <a:pt x="109" y="63"/>
                  </a:cubicBezTo>
                  <a:lnTo>
                    <a:pt x="120" y="51"/>
                  </a:lnTo>
                  <a:cubicBezTo>
                    <a:pt x="131" y="38"/>
                    <a:pt x="135" y="31"/>
                    <a:pt x="134" y="30"/>
                  </a:cubicBezTo>
                  <a:cubicBezTo>
                    <a:pt x="133" y="29"/>
                    <a:pt x="132" y="27"/>
                    <a:pt x="138" y="21"/>
                  </a:cubicBezTo>
                  <a:cubicBezTo>
                    <a:pt x="137" y="21"/>
                    <a:pt x="137" y="21"/>
                    <a:pt x="137" y="21"/>
                  </a:cubicBezTo>
                  <a:cubicBezTo>
                    <a:pt x="136" y="21"/>
                    <a:pt x="135" y="21"/>
                    <a:pt x="131" y="26"/>
                  </a:cubicBezTo>
                  <a:lnTo>
                    <a:pt x="131" y="25"/>
                  </a:lnTo>
                  <a:cubicBezTo>
                    <a:pt x="133" y="22"/>
                    <a:pt x="134" y="20"/>
                    <a:pt x="134" y="20"/>
                  </a:cubicBezTo>
                  <a:lnTo>
                    <a:pt x="134" y="20"/>
                  </a:lnTo>
                  <a:cubicBezTo>
                    <a:pt x="134" y="20"/>
                    <a:pt x="132" y="22"/>
                    <a:pt x="130" y="24"/>
                  </a:cubicBezTo>
                  <a:cubicBezTo>
                    <a:pt x="128" y="26"/>
                    <a:pt x="127" y="27"/>
                    <a:pt x="127" y="27"/>
                  </a:cubicBezTo>
                  <a:cubicBezTo>
                    <a:pt x="127" y="27"/>
                    <a:pt x="129" y="24"/>
                    <a:pt x="129" y="23"/>
                  </a:cubicBezTo>
                  <a:cubicBezTo>
                    <a:pt x="133" y="17"/>
                    <a:pt x="136" y="14"/>
                    <a:pt x="136" y="14"/>
                  </a:cubicBezTo>
                  <a:lnTo>
                    <a:pt x="136" y="14"/>
                  </a:lnTo>
                  <a:cubicBezTo>
                    <a:pt x="135" y="14"/>
                    <a:pt x="132" y="19"/>
                    <a:pt x="123" y="29"/>
                  </a:cubicBezTo>
                  <a:cubicBezTo>
                    <a:pt x="120" y="33"/>
                    <a:pt x="116" y="38"/>
                    <a:pt x="113" y="42"/>
                  </a:cubicBezTo>
                  <a:lnTo>
                    <a:pt x="114" y="43"/>
                  </a:lnTo>
                  <a:lnTo>
                    <a:pt x="108" y="49"/>
                  </a:lnTo>
                  <a:cubicBezTo>
                    <a:pt x="104" y="52"/>
                    <a:pt x="99" y="56"/>
                    <a:pt x="96" y="60"/>
                  </a:cubicBezTo>
                  <a:lnTo>
                    <a:pt x="90" y="66"/>
                  </a:lnTo>
                  <a:lnTo>
                    <a:pt x="90" y="66"/>
                  </a:lnTo>
                  <a:lnTo>
                    <a:pt x="102" y="53"/>
                  </a:lnTo>
                  <a:lnTo>
                    <a:pt x="117" y="35"/>
                  </a:lnTo>
                  <a:cubicBezTo>
                    <a:pt x="124" y="27"/>
                    <a:pt x="128" y="21"/>
                    <a:pt x="127" y="21"/>
                  </a:cubicBezTo>
                  <a:lnTo>
                    <a:pt x="127" y="21"/>
                  </a:lnTo>
                  <a:cubicBezTo>
                    <a:pt x="127" y="21"/>
                    <a:pt x="125" y="23"/>
                    <a:pt x="122" y="27"/>
                  </a:cubicBezTo>
                  <a:cubicBezTo>
                    <a:pt x="122" y="27"/>
                    <a:pt x="122" y="27"/>
                    <a:pt x="126" y="21"/>
                  </a:cubicBezTo>
                  <a:cubicBezTo>
                    <a:pt x="129" y="18"/>
                    <a:pt x="130" y="17"/>
                    <a:pt x="130" y="17"/>
                  </a:cubicBezTo>
                  <a:lnTo>
                    <a:pt x="130" y="17"/>
                  </a:lnTo>
                  <a:cubicBezTo>
                    <a:pt x="129" y="17"/>
                    <a:pt x="126" y="19"/>
                    <a:pt x="121" y="26"/>
                  </a:cubicBezTo>
                  <a:cubicBezTo>
                    <a:pt x="115" y="32"/>
                    <a:pt x="113" y="35"/>
                    <a:pt x="112" y="35"/>
                  </a:cubicBezTo>
                  <a:cubicBezTo>
                    <a:pt x="112" y="35"/>
                    <a:pt x="114" y="32"/>
                    <a:pt x="120" y="25"/>
                  </a:cubicBezTo>
                  <a:cubicBezTo>
                    <a:pt x="126" y="17"/>
                    <a:pt x="128" y="13"/>
                    <a:pt x="127" y="13"/>
                  </a:cubicBezTo>
                  <a:lnTo>
                    <a:pt x="127" y="13"/>
                  </a:lnTo>
                  <a:cubicBezTo>
                    <a:pt x="127" y="13"/>
                    <a:pt x="125" y="15"/>
                    <a:pt x="123" y="17"/>
                  </a:cubicBezTo>
                  <a:cubicBezTo>
                    <a:pt x="117" y="24"/>
                    <a:pt x="114" y="27"/>
                    <a:pt x="114" y="27"/>
                  </a:cubicBezTo>
                  <a:cubicBezTo>
                    <a:pt x="113" y="27"/>
                    <a:pt x="114" y="25"/>
                    <a:pt x="116" y="22"/>
                  </a:cubicBezTo>
                  <a:cubicBezTo>
                    <a:pt x="119" y="18"/>
                    <a:pt x="120" y="17"/>
                    <a:pt x="119" y="17"/>
                  </a:cubicBezTo>
                  <a:lnTo>
                    <a:pt x="119" y="17"/>
                  </a:lnTo>
                  <a:cubicBezTo>
                    <a:pt x="119" y="17"/>
                    <a:pt x="118" y="18"/>
                    <a:pt x="115" y="21"/>
                  </a:cubicBezTo>
                  <a:cubicBezTo>
                    <a:pt x="119" y="16"/>
                    <a:pt x="122" y="11"/>
                    <a:pt x="122" y="11"/>
                  </a:cubicBezTo>
                  <a:lnTo>
                    <a:pt x="122" y="11"/>
                  </a:lnTo>
                  <a:cubicBezTo>
                    <a:pt x="122" y="11"/>
                    <a:pt x="121" y="12"/>
                    <a:pt x="120" y="14"/>
                  </a:cubicBezTo>
                  <a:cubicBezTo>
                    <a:pt x="120" y="14"/>
                    <a:pt x="120" y="14"/>
                    <a:pt x="120" y="14"/>
                  </a:cubicBezTo>
                  <a:cubicBezTo>
                    <a:pt x="119" y="14"/>
                    <a:pt x="118" y="15"/>
                    <a:pt x="115" y="20"/>
                  </a:cubicBezTo>
                  <a:cubicBezTo>
                    <a:pt x="115" y="20"/>
                    <a:pt x="109" y="26"/>
                    <a:pt x="104" y="32"/>
                  </a:cubicBezTo>
                  <a:cubicBezTo>
                    <a:pt x="101" y="36"/>
                    <a:pt x="97" y="41"/>
                    <a:pt x="94" y="44"/>
                  </a:cubicBezTo>
                  <a:cubicBezTo>
                    <a:pt x="92" y="46"/>
                    <a:pt x="92" y="47"/>
                    <a:pt x="92" y="47"/>
                  </a:cubicBezTo>
                  <a:cubicBezTo>
                    <a:pt x="91" y="47"/>
                    <a:pt x="96" y="39"/>
                    <a:pt x="107" y="24"/>
                  </a:cubicBezTo>
                  <a:lnTo>
                    <a:pt x="116" y="11"/>
                  </a:lnTo>
                  <a:lnTo>
                    <a:pt x="116" y="11"/>
                  </a:lnTo>
                  <a:lnTo>
                    <a:pt x="106" y="23"/>
                  </a:lnTo>
                  <a:cubicBezTo>
                    <a:pt x="106" y="23"/>
                    <a:pt x="106" y="22"/>
                    <a:pt x="111" y="16"/>
                  </a:cubicBezTo>
                  <a:cubicBezTo>
                    <a:pt x="116" y="10"/>
                    <a:pt x="116" y="10"/>
                    <a:pt x="116" y="10"/>
                  </a:cubicBezTo>
                  <a:lnTo>
                    <a:pt x="116" y="10"/>
                  </a:lnTo>
                  <a:cubicBezTo>
                    <a:pt x="116" y="10"/>
                    <a:pt x="115" y="10"/>
                    <a:pt x="111" y="15"/>
                  </a:cubicBezTo>
                  <a:cubicBezTo>
                    <a:pt x="105" y="23"/>
                    <a:pt x="102" y="25"/>
                    <a:pt x="102" y="25"/>
                  </a:cubicBezTo>
                  <a:cubicBezTo>
                    <a:pt x="102" y="25"/>
                    <a:pt x="103" y="24"/>
                    <a:pt x="105" y="22"/>
                  </a:cubicBezTo>
                  <a:cubicBezTo>
                    <a:pt x="110" y="15"/>
                    <a:pt x="112" y="12"/>
                    <a:pt x="112" y="12"/>
                  </a:cubicBezTo>
                  <a:lnTo>
                    <a:pt x="112" y="12"/>
                  </a:lnTo>
                  <a:cubicBezTo>
                    <a:pt x="112" y="12"/>
                    <a:pt x="109" y="15"/>
                    <a:pt x="104" y="21"/>
                  </a:cubicBezTo>
                  <a:cubicBezTo>
                    <a:pt x="99" y="27"/>
                    <a:pt x="96" y="30"/>
                    <a:pt x="96" y="30"/>
                  </a:cubicBezTo>
                  <a:cubicBezTo>
                    <a:pt x="96" y="30"/>
                    <a:pt x="99" y="27"/>
                    <a:pt x="104" y="20"/>
                  </a:cubicBezTo>
                  <a:cubicBezTo>
                    <a:pt x="107" y="16"/>
                    <a:pt x="111" y="12"/>
                    <a:pt x="113" y="6"/>
                  </a:cubicBezTo>
                  <a:lnTo>
                    <a:pt x="113" y="6"/>
                  </a:lnTo>
                  <a:lnTo>
                    <a:pt x="108" y="13"/>
                  </a:lnTo>
                  <a:cubicBezTo>
                    <a:pt x="103" y="20"/>
                    <a:pt x="100" y="23"/>
                    <a:pt x="99" y="23"/>
                  </a:cubicBezTo>
                  <a:cubicBezTo>
                    <a:pt x="99" y="23"/>
                    <a:pt x="100" y="21"/>
                    <a:pt x="103" y="19"/>
                  </a:cubicBezTo>
                  <a:cubicBezTo>
                    <a:pt x="105" y="15"/>
                    <a:pt x="106" y="13"/>
                    <a:pt x="106" y="13"/>
                  </a:cubicBezTo>
                  <a:lnTo>
                    <a:pt x="106" y="13"/>
                  </a:lnTo>
                  <a:cubicBezTo>
                    <a:pt x="106" y="13"/>
                    <a:pt x="104" y="15"/>
                    <a:pt x="102" y="17"/>
                  </a:cubicBezTo>
                  <a:cubicBezTo>
                    <a:pt x="101" y="17"/>
                    <a:pt x="101" y="16"/>
                    <a:pt x="105" y="11"/>
                  </a:cubicBezTo>
                  <a:cubicBezTo>
                    <a:pt x="110" y="4"/>
                    <a:pt x="113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33"/>
            <p:cNvSpPr/>
            <p:nvPr/>
          </p:nvSpPr>
          <p:spPr>
            <a:xfrm>
              <a:off x="2139702" y="2113337"/>
              <a:ext cx="68227" cy="95397"/>
            </a:xfrm>
            <a:custGeom>
              <a:avLst/>
              <a:gdLst/>
              <a:ahLst/>
              <a:cxnLst/>
              <a:rect l="l" t="t" r="r" b="b"/>
              <a:pathLst>
                <a:path w="683" h="955" extrusionOk="0">
                  <a:moveTo>
                    <a:pt x="675" y="45"/>
                  </a:moveTo>
                  <a:cubicBezTo>
                    <a:pt x="676" y="45"/>
                    <a:pt x="672" y="57"/>
                    <a:pt x="666" y="68"/>
                  </a:cubicBezTo>
                  <a:cubicBezTo>
                    <a:pt x="662" y="76"/>
                    <a:pt x="661" y="80"/>
                    <a:pt x="661" y="80"/>
                  </a:cubicBezTo>
                  <a:cubicBezTo>
                    <a:pt x="661" y="80"/>
                    <a:pt x="662" y="76"/>
                    <a:pt x="664" y="68"/>
                  </a:cubicBezTo>
                  <a:cubicBezTo>
                    <a:pt x="667" y="59"/>
                    <a:pt x="669" y="51"/>
                    <a:pt x="670" y="51"/>
                  </a:cubicBezTo>
                  <a:cubicBezTo>
                    <a:pt x="670" y="51"/>
                    <a:pt x="670" y="51"/>
                    <a:pt x="670" y="51"/>
                  </a:cubicBezTo>
                  <a:cubicBezTo>
                    <a:pt x="673" y="47"/>
                    <a:pt x="674" y="45"/>
                    <a:pt x="675" y="45"/>
                  </a:cubicBezTo>
                  <a:close/>
                  <a:moveTo>
                    <a:pt x="405" y="58"/>
                  </a:moveTo>
                  <a:cubicBezTo>
                    <a:pt x="408" y="58"/>
                    <a:pt x="408" y="58"/>
                    <a:pt x="410" y="66"/>
                  </a:cubicBezTo>
                  <a:cubicBezTo>
                    <a:pt x="413" y="75"/>
                    <a:pt x="414" y="84"/>
                    <a:pt x="412" y="84"/>
                  </a:cubicBezTo>
                  <a:cubicBezTo>
                    <a:pt x="408" y="76"/>
                    <a:pt x="405" y="67"/>
                    <a:pt x="405" y="58"/>
                  </a:cubicBezTo>
                  <a:close/>
                  <a:moveTo>
                    <a:pt x="360" y="109"/>
                  </a:moveTo>
                  <a:cubicBezTo>
                    <a:pt x="360" y="109"/>
                    <a:pt x="361" y="110"/>
                    <a:pt x="362" y="112"/>
                  </a:cubicBezTo>
                  <a:cubicBezTo>
                    <a:pt x="364" y="117"/>
                    <a:pt x="366" y="123"/>
                    <a:pt x="368" y="128"/>
                  </a:cubicBezTo>
                  <a:cubicBezTo>
                    <a:pt x="368" y="128"/>
                    <a:pt x="369" y="133"/>
                    <a:pt x="369" y="133"/>
                  </a:cubicBezTo>
                  <a:cubicBezTo>
                    <a:pt x="368" y="133"/>
                    <a:pt x="367" y="132"/>
                    <a:pt x="366" y="130"/>
                  </a:cubicBezTo>
                  <a:lnTo>
                    <a:pt x="363" y="122"/>
                  </a:lnTo>
                  <a:cubicBezTo>
                    <a:pt x="361" y="115"/>
                    <a:pt x="359" y="109"/>
                    <a:pt x="360" y="109"/>
                  </a:cubicBezTo>
                  <a:close/>
                  <a:moveTo>
                    <a:pt x="298" y="148"/>
                  </a:moveTo>
                  <a:cubicBezTo>
                    <a:pt x="301" y="148"/>
                    <a:pt x="304" y="154"/>
                    <a:pt x="304" y="154"/>
                  </a:cubicBezTo>
                  <a:cubicBezTo>
                    <a:pt x="304" y="154"/>
                    <a:pt x="310" y="162"/>
                    <a:pt x="309" y="162"/>
                  </a:cubicBezTo>
                  <a:cubicBezTo>
                    <a:pt x="304" y="159"/>
                    <a:pt x="300" y="154"/>
                    <a:pt x="296" y="150"/>
                  </a:cubicBezTo>
                  <a:lnTo>
                    <a:pt x="298" y="149"/>
                  </a:lnTo>
                  <a:cubicBezTo>
                    <a:pt x="298" y="149"/>
                    <a:pt x="298" y="148"/>
                    <a:pt x="298" y="148"/>
                  </a:cubicBezTo>
                  <a:close/>
                  <a:moveTo>
                    <a:pt x="219" y="155"/>
                  </a:moveTo>
                  <a:cubicBezTo>
                    <a:pt x="226" y="162"/>
                    <a:pt x="231" y="168"/>
                    <a:pt x="230" y="169"/>
                  </a:cubicBezTo>
                  <a:lnTo>
                    <a:pt x="222" y="164"/>
                  </a:lnTo>
                  <a:lnTo>
                    <a:pt x="218" y="156"/>
                  </a:lnTo>
                  <a:lnTo>
                    <a:pt x="219" y="155"/>
                  </a:lnTo>
                  <a:close/>
                  <a:moveTo>
                    <a:pt x="295" y="172"/>
                  </a:moveTo>
                  <a:cubicBezTo>
                    <a:pt x="296" y="172"/>
                    <a:pt x="297" y="173"/>
                    <a:pt x="301" y="178"/>
                  </a:cubicBezTo>
                  <a:lnTo>
                    <a:pt x="300" y="179"/>
                  </a:lnTo>
                  <a:lnTo>
                    <a:pt x="293" y="173"/>
                  </a:lnTo>
                  <a:lnTo>
                    <a:pt x="294" y="172"/>
                  </a:lnTo>
                  <a:cubicBezTo>
                    <a:pt x="295" y="172"/>
                    <a:pt x="295" y="172"/>
                    <a:pt x="295" y="172"/>
                  </a:cubicBezTo>
                  <a:close/>
                  <a:moveTo>
                    <a:pt x="300" y="185"/>
                  </a:moveTo>
                  <a:cubicBezTo>
                    <a:pt x="300" y="185"/>
                    <a:pt x="300" y="186"/>
                    <a:pt x="302" y="189"/>
                  </a:cubicBezTo>
                  <a:cubicBezTo>
                    <a:pt x="303" y="188"/>
                    <a:pt x="301" y="185"/>
                    <a:pt x="300" y="185"/>
                  </a:cubicBezTo>
                  <a:close/>
                  <a:moveTo>
                    <a:pt x="282" y="183"/>
                  </a:moveTo>
                  <a:cubicBezTo>
                    <a:pt x="282" y="183"/>
                    <a:pt x="284" y="184"/>
                    <a:pt x="289" y="189"/>
                  </a:cubicBezTo>
                  <a:lnTo>
                    <a:pt x="286" y="190"/>
                  </a:lnTo>
                  <a:lnTo>
                    <a:pt x="280" y="185"/>
                  </a:lnTo>
                  <a:lnTo>
                    <a:pt x="281" y="183"/>
                  </a:lnTo>
                  <a:cubicBezTo>
                    <a:pt x="281" y="183"/>
                    <a:pt x="281" y="183"/>
                    <a:pt x="282" y="183"/>
                  </a:cubicBezTo>
                  <a:close/>
                  <a:moveTo>
                    <a:pt x="209" y="179"/>
                  </a:moveTo>
                  <a:cubicBezTo>
                    <a:pt x="210" y="179"/>
                    <a:pt x="211" y="181"/>
                    <a:pt x="216" y="185"/>
                  </a:cubicBezTo>
                  <a:cubicBezTo>
                    <a:pt x="216" y="185"/>
                    <a:pt x="222" y="190"/>
                    <a:pt x="220" y="191"/>
                  </a:cubicBezTo>
                  <a:lnTo>
                    <a:pt x="212" y="187"/>
                  </a:lnTo>
                  <a:cubicBezTo>
                    <a:pt x="206" y="181"/>
                    <a:pt x="208" y="180"/>
                    <a:pt x="208" y="180"/>
                  </a:cubicBezTo>
                  <a:cubicBezTo>
                    <a:pt x="208" y="180"/>
                    <a:pt x="208" y="179"/>
                    <a:pt x="209" y="179"/>
                  </a:cubicBezTo>
                  <a:close/>
                  <a:moveTo>
                    <a:pt x="268" y="186"/>
                  </a:moveTo>
                  <a:cubicBezTo>
                    <a:pt x="269" y="186"/>
                    <a:pt x="270" y="187"/>
                    <a:pt x="273" y="190"/>
                  </a:cubicBezTo>
                  <a:cubicBezTo>
                    <a:pt x="279" y="197"/>
                    <a:pt x="279" y="197"/>
                    <a:pt x="277" y="198"/>
                  </a:cubicBezTo>
                  <a:cubicBezTo>
                    <a:pt x="277" y="198"/>
                    <a:pt x="276" y="199"/>
                    <a:pt x="276" y="199"/>
                  </a:cubicBezTo>
                  <a:cubicBezTo>
                    <a:pt x="275" y="199"/>
                    <a:pt x="274" y="197"/>
                    <a:pt x="271" y="192"/>
                  </a:cubicBezTo>
                  <a:cubicBezTo>
                    <a:pt x="268" y="188"/>
                    <a:pt x="267" y="186"/>
                    <a:pt x="268" y="186"/>
                  </a:cubicBezTo>
                  <a:close/>
                  <a:moveTo>
                    <a:pt x="302" y="214"/>
                  </a:moveTo>
                  <a:cubicBezTo>
                    <a:pt x="304" y="216"/>
                    <a:pt x="305" y="217"/>
                    <a:pt x="307" y="219"/>
                  </a:cubicBezTo>
                  <a:cubicBezTo>
                    <a:pt x="308" y="220"/>
                    <a:pt x="309" y="221"/>
                    <a:pt x="310" y="222"/>
                  </a:cubicBezTo>
                  <a:lnTo>
                    <a:pt x="310" y="222"/>
                  </a:lnTo>
                  <a:cubicBezTo>
                    <a:pt x="309" y="221"/>
                    <a:pt x="306" y="218"/>
                    <a:pt x="302" y="214"/>
                  </a:cubicBezTo>
                  <a:close/>
                  <a:moveTo>
                    <a:pt x="310" y="222"/>
                  </a:moveTo>
                  <a:lnTo>
                    <a:pt x="310" y="222"/>
                  </a:lnTo>
                  <a:cubicBezTo>
                    <a:pt x="311" y="223"/>
                    <a:pt x="312" y="223"/>
                    <a:pt x="312" y="223"/>
                  </a:cubicBezTo>
                  <a:cubicBezTo>
                    <a:pt x="312" y="223"/>
                    <a:pt x="311" y="223"/>
                    <a:pt x="310" y="222"/>
                  </a:cubicBezTo>
                  <a:close/>
                  <a:moveTo>
                    <a:pt x="166" y="335"/>
                  </a:moveTo>
                  <a:cubicBezTo>
                    <a:pt x="174" y="338"/>
                    <a:pt x="183" y="342"/>
                    <a:pt x="182" y="343"/>
                  </a:cubicBezTo>
                  <a:lnTo>
                    <a:pt x="182" y="345"/>
                  </a:lnTo>
                  <a:cubicBezTo>
                    <a:pt x="176" y="343"/>
                    <a:pt x="171" y="339"/>
                    <a:pt x="166" y="336"/>
                  </a:cubicBezTo>
                  <a:lnTo>
                    <a:pt x="166" y="335"/>
                  </a:lnTo>
                  <a:close/>
                  <a:moveTo>
                    <a:pt x="153" y="399"/>
                  </a:moveTo>
                  <a:cubicBezTo>
                    <a:pt x="154" y="399"/>
                    <a:pt x="156" y="400"/>
                    <a:pt x="160" y="401"/>
                  </a:cubicBezTo>
                  <a:cubicBezTo>
                    <a:pt x="169" y="404"/>
                    <a:pt x="167" y="407"/>
                    <a:pt x="166" y="408"/>
                  </a:cubicBezTo>
                  <a:cubicBezTo>
                    <a:pt x="159" y="407"/>
                    <a:pt x="151" y="403"/>
                    <a:pt x="151" y="402"/>
                  </a:cubicBezTo>
                  <a:cubicBezTo>
                    <a:pt x="151" y="400"/>
                    <a:pt x="152" y="399"/>
                    <a:pt x="153" y="399"/>
                  </a:cubicBezTo>
                  <a:close/>
                  <a:moveTo>
                    <a:pt x="115" y="502"/>
                  </a:moveTo>
                  <a:cubicBezTo>
                    <a:pt x="124" y="504"/>
                    <a:pt x="132" y="506"/>
                    <a:pt x="132" y="509"/>
                  </a:cubicBezTo>
                  <a:lnTo>
                    <a:pt x="123" y="508"/>
                  </a:lnTo>
                  <a:lnTo>
                    <a:pt x="115" y="503"/>
                  </a:lnTo>
                  <a:lnTo>
                    <a:pt x="115" y="502"/>
                  </a:lnTo>
                  <a:close/>
                  <a:moveTo>
                    <a:pt x="59" y="505"/>
                  </a:moveTo>
                  <a:cubicBezTo>
                    <a:pt x="67" y="508"/>
                    <a:pt x="75" y="510"/>
                    <a:pt x="74" y="512"/>
                  </a:cubicBezTo>
                  <a:lnTo>
                    <a:pt x="74" y="513"/>
                  </a:lnTo>
                  <a:cubicBezTo>
                    <a:pt x="69" y="511"/>
                    <a:pt x="63" y="509"/>
                    <a:pt x="58" y="506"/>
                  </a:cubicBezTo>
                  <a:lnTo>
                    <a:pt x="59" y="505"/>
                  </a:lnTo>
                  <a:close/>
                  <a:moveTo>
                    <a:pt x="109" y="548"/>
                  </a:moveTo>
                  <a:cubicBezTo>
                    <a:pt x="110" y="548"/>
                    <a:pt x="112" y="549"/>
                    <a:pt x="117" y="550"/>
                  </a:cubicBezTo>
                  <a:cubicBezTo>
                    <a:pt x="123" y="552"/>
                    <a:pt x="127" y="555"/>
                    <a:pt x="133" y="557"/>
                  </a:cubicBezTo>
                  <a:cubicBezTo>
                    <a:pt x="124" y="556"/>
                    <a:pt x="116" y="552"/>
                    <a:pt x="108" y="549"/>
                  </a:cubicBezTo>
                  <a:cubicBezTo>
                    <a:pt x="108" y="549"/>
                    <a:pt x="108" y="548"/>
                    <a:pt x="109" y="548"/>
                  </a:cubicBezTo>
                  <a:close/>
                  <a:moveTo>
                    <a:pt x="102" y="589"/>
                  </a:moveTo>
                  <a:cubicBezTo>
                    <a:pt x="111" y="592"/>
                    <a:pt x="120" y="593"/>
                    <a:pt x="119" y="594"/>
                  </a:cubicBezTo>
                  <a:lnTo>
                    <a:pt x="110" y="595"/>
                  </a:lnTo>
                  <a:lnTo>
                    <a:pt x="102" y="592"/>
                  </a:lnTo>
                  <a:lnTo>
                    <a:pt x="102" y="589"/>
                  </a:lnTo>
                  <a:close/>
                  <a:moveTo>
                    <a:pt x="294" y="623"/>
                  </a:moveTo>
                  <a:cubicBezTo>
                    <a:pt x="294" y="623"/>
                    <a:pt x="292" y="624"/>
                    <a:pt x="289" y="627"/>
                  </a:cubicBezTo>
                  <a:lnTo>
                    <a:pt x="283" y="631"/>
                  </a:lnTo>
                  <a:lnTo>
                    <a:pt x="283" y="631"/>
                  </a:lnTo>
                  <a:cubicBezTo>
                    <a:pt x="291" y="625"/>
                    <a:pt x="294" y="623"/>
                    <a:pt x="294" y="623"/>
                  </a:cubicBezTo>
                  <a:close/>
                  <a:moveTo>
                    <a:pt x="283" y="631"/>
                  </a:moveTo>
                  <a:cubicBezTo>
                    <a:pt x="283" y="632"/>
                    <a:pt x="282" y="632"/>
                    <a:pt x="282" y="632"/>
                  </a:cubicBezTo>
                  <a:cubicBezTo>
                    <a:pt x="279" y="634"/>
                    <a:pt x="276" y="637"/>
                    <a:pt x="274" y="639"/>
                  </a:cubicBezTo>
                  <a:lnTo>
                    <a:pt x="283" y="631"/>
                  </a:lnTo>
                  <a:close/>
                  <a:moveTo>
                    <a:pt x="95" y="711"/>
                  </a:moveTo>
                  <a:cubicBezTo>
                    <a:pt x="96" y="711"/>
                    <a:pt x="97" y="711"/>
                    <a:pt x="97" y="712"/>
                  </a:cubicBezTo>
                  <a:lnTo>
                    <a:pt x="89" y="716"/>
                  </a:lnTo>
                  <a:lnTo>
                    <a:pt x="81" y="718"/>
                  </a:lnTo>
                  <a:lnTo>
                    <a:pt x="80" y="716"/>
                  </a:lnTo>
                  <a:cubicBezTo>
                    <a:pt x="86" y="714"/>
                    <a:pt x="92" y="711"/>
                    <a:pt x="95" y="711"/>
                  </a:cubicBezTo>
                  <a:close/>
                  <a:moveTo>
                    <a:pt x="101" y="722"/>
                  </a:moveTo>
                  <a:cubicBezTo>
                    <a:pt x="101" y="722"/>
                    <a:pt x="101" y="723"/>
                    <a:pt x="101" y="723"/>
                  </a:cubicBezTo>
                  <a:cubicBezTo>
                    <a:pt x="97" y="727"/>
                    <a:pt x="92" y="731"/>
                    <a:pt x="87" y="733"/>
                  </a:cubicBezTo>
                  <a:cubicBezTo>
                    <a:pt x="84" y="735"/>
                    <a:pt x="82" y="735"/>
                    <a:pt x="82" y="735"/>
                  </a:cubicBezTo>
                  <a:cubicBezTo>
                    <a:pt x="80" y="735"/>
                    <a:pt x="84" y="732"/>
                    <a:pt x="93" y="725"/>
                  </a:cubicBezTo>
                  <a:cubicBezTo>
                    <a:pt x="98" y="723"/>
                    <a:pt x="100" y="722"/>
                    <a:pt x="101" y="722"/>
                  </a:cubicBezTo>
                  <a:close/>
                  <a:moveTo>
                    <a:pt x="128" y="742"/>
                  </a:moveTo>
                  <a:cubicBezTo>
                    <a:pt x="129" y="742"/>
                    <a:pt x="126" y="746"/>
                    <a:pt x="127" y="747"/>
                  </a:cubicBezTo>
                  <a:cubicBezTo>
                    <a:pt x="124" y="751"/>
                    <a:pt x="122" y="752"/>
                    <a:pt x="121" y="752"/>
                  </a:cubicBezTo>
                  <a:cubicBezTo>
                    <a:pt x="121" y="752"/>
                    <a:pt x="120" y="752"/>
                    <a:pt x="119" y="751"/>
                  </a:cubicBezTo>
                  <a:cubicBezTo>
                    <a:pt x="118" y="749"/>
                    <a:pt x="125" y="744"/>
                    <a:pt x="125" y="744"/>
                  </a:cubicBezTo>
                  <a:cubicBezTo>
                    <a:pt x="127" y="743"/>
                    <a:pt x="128" y="742"/>
                    <a:pt x="128" y="742"/>
                  </a:cubicBezTo>
                  <a:close/>
                  <a:moveTo>
                    <a:pt x="155" y="762"/>
                  </a:moveTo>
                  <a:cubicBezTo>
                    <a:pt x="155" y="762"/>
                    <a:pt x="155" y="762"/>
                    <a:pt x="155" y="762"/>
                  </a:cubicBezTo>
                  <a:cubicBezTo>
                    <a:pt x="156" y="763"/>
                    <a:pt x="152" y="771"/>
                    <a:pt x="152" y="771"/>
                  </a:cubicBezTo>
                  <a:cubicBezTo>
                    <a:pt x="148" y="775"/>
                    <a:pt x="145" y="776"/>
                    <a:pt x="144" y="776"/>
                  </a:cubicBezTo>
                  <a:cubicBezTo>
                    <a:pt x="144" y="776"/>
                    <a:pt x="144" y="776"/>
                    <a:pt x="144" y="776"/>
                  </a:cubicBezTo>
                  <a:cubicBezTo>
                    <a:pt x="143" y="775"/>
                    <a:pt x="142" y="773"/>
                    <a:pt x="147" y="768"/>
                  </a:cubicBezTo>
                  <a:cubicBezTo>
                    <a:pt x="147" y="768"/>
                    <a:pt x="153" y="762"/>
                    <a:pt x="155" y="762"/>
                  </a:cubicBezTo>
                  <a:close/>
                  <a:moveTo>
                    <a:pt x="504" y="763"/>
                  </a:moveTo>
                  <a:cubicBezTo>
                    <a:pt x="502" y="763"/>
                    <a:pt x="499" y="772"/>
                    <a:pt x="497" y="779"/>
                  </a:cubicBezTo>
                  <a:lnTo>
                    <a:pt x="498" y="780"/>
                  </a:lnTo>
                  <a:cubicBezTo>
                    <a:pt x="501" y="775"/>
                    <a:pt x="503" y="769"/>
                    <a:pt x="505" y="763"/>
                  </a:cubicBezTo>
                  <a:lnTo>
                    <a:pt x="504" y="763"/>
                  </a:lnTo>
                  <a:cubicBezTo>
                    <a:pt x="504" y="763"/>
                    <a:pt x="504" y="763"/>
                    <a:pt x="504" y="763"/>
                  </a:cubicBezTo>
                  <a:close/>
                  <a:moveTo>
                    <a:pt x="221" y="771"/>
                  </a:moveTo>
                  <a:cubicBezTo>
                    <a:pt x="221" y="771"/>
                    <a:pt x="221" y="772"/>
                    <a:pt x="220" y="775"/>
                  </a:cubicBezTo>
                  <a:cubicBezTo>
                    <a:pt x="221" y="775"/>
                    <a:pt x="215" y="781"/>
                    <a:pt x="212" y="781"/>
                  </a:cubicBezTo>
                  <a:lnTo>
                    <a:pt x="217" y="773"/>
                  </a:lnTo>
                  <a:cubicBezTo>
                    <a:pt x="218" y="773"/>
                    <a:pt x="220" y="771"/>
                    <a:pt x="221" y="771"/>
                  </a:cubicBezTo>
                  <a:close/>
                  <a:moveTo>
                    <a:pt x="162" y="807"/>
                  </a:moveTo>
                  <a:lnTo>
                    <a:pt x="159" y="816"/>
                  </a:lnTo>
                  <a:lnTo>
                    <a:pt x="156" y="815"/>
                  </a:lnTo>
                  <a:cubicBezTo>
                    <a:pt x="154" y="814"/>
                    <a:pt x="154" y="814"/>
                    <a:pt x="160" y="807"/>
                  </a:cubicBezTo>
                  <a:close/>
                  <a:moveTo>
                    <a:pt x="244" y="801"/>
                  </a:moveTo>
                  <a:cubicBezTo>
                    <a:pt x="244" y="801"/>
                    <a:pt x="244" y="801"/>
                    <a:pt x="244" y="801"/>
                  </a:cubicBezTo>
                  <a:lnTo>
                    <a:pt x="245" y="801"/>
                  </a:lnTo>
                  <a:cubicBezTo>
                    <a:pt x="244" y="807"/>
                    <a:pt x="242" y="813"/>
                    <a:pt x="238" y="818"/>
                  </a:cubicBezTo>
                  <a:lnTo>
                    <a:pt x="237" y="817"/>
                  </a:lnTo>
                  <a:cubicBezTo>
                    <a:pt x="239" y="810"/>
                    <a:pt x="242" y="801"/>
                    <a:pt x="244" y="801"/>
                  </a:cubicBezTo>
                  <a:close/>
                  <a:moveTo>
                    <a:pt x="130" y="809"/>
                  </a:moveTo>
                  <a:cubicBezTo>
                    <a:pt x="127" y="809"/>
                    <a:pt x="123" y="815"/>
                    <a:pt x="123" y="815"/>
                  </a:cubicBezTo>
                  <a:cubicBezTo>
                    <a:pt x="123" y="815"/>
                    <a:pt x="117" y="822"/>
                    <a:pt x="118" y="823"/>
                  </a:cubicBezTo>
                  <a:lnTo>
                    <a:pt x="120" y="824"/>
                  </a:lnTo>
                  <a:cubicBezTo>
                    <a:pt x="124" y="819"/>
                    <a:pt x="127" y="815"/>
                    <a:pt x="130" y="809"/>
                  </a:cubicBezTo>
                  <a:cubicBezTo>
                    <a:pt x="130" y="809"/>
                    <a:pt x="130" y="809"/>
                    <a:pt x="130" y="809"/>
                  </a:cubicBezTo>
                  <a:close/>
                  <a:moveTo>
                    <a:pt x="181" y="807"/>
                  </a:moveTo>
                  <a:lnTo>
                    <a:pt x="185" y="808"/>
                  </a:lnTo>
                  <a:cubicBezTo>
                    <a:pt x="181" y="816"/>
                    <a:pt x="176" y="823"/>
                    <a:pt x="174" y="823"/>
                  </a:cubicBezTo>
                  <a:cubicBezTo>
                    <a:pt x="174" y="823"/>
                    <a:pt x="174" y="823"/>
                    <a:pt x="174" y="823"/>
                  </a:cubicBezTo>
                  <a:cubicBezTo>
                    <a:pt x="173" y="824"/>
                    <a:pt x="171" y="825"/>
                    <a:pt x="171" y="825"/>
                  </a:cubicBezTo>
                  <a:cubicBezTo>
                    <a:pt x="169" y="825"/>
                    <a:pt x="172" y="818"/>
                    <a:pt x="181" y="807"/>
                  </a:cubicBezTo>
                  <a:close/>
                  <a:moveTo>
                    <a:pt x="364" y="807"/>
                  </a:moveTo>
                  <a:cubicBezTo>
                    <a:pt x="362" y="807"/>
                    <a:pt x="359" y="814"/>
                    <a:pt x="359" y="814"/>
                  </a:cubicBezTo>
                  <a:cubicBezTo>
                    <a:pt x="356" y="823"/>
                    <a:pt x="358" y="823"/>
                    <a:pt x="359" y="824"/>
                  </a:cubicBezTo>
                  <a:cubicBezTo>
                    <a:pt x="359" y="827"/>
                    <a:pt x="360" y="828"/>
                    <a:pt x="360" y="828"/>
                  </a:cubicBezTo>
                  <a:cubicBezTo>
                    <a:pt x="362" y="828"/>
                    <a:pt x="365" y="823"/>
                    <a:pt x="366" y="817"/>
                  </a:cubicBezTo>
                  <a:cubicBezTo>
                    <a:pt x="368" y="808"/>
                    <a:pt x="367" y="808"/>
                    <a:pt x="365" y="807"/>
                  </a:cubicBezTo>
                  <a:cubicBezTo>
                    <a:pt x="365" y="807"/>
                    <a:pt x="365" y="807"/>
                    <a:pt x="364" y="807"/>
                  </a:cubicBezTo>
                  <a:close/>
                  <a:moveTo>
                    <a:pt x="44" y="826"/>
                  </a:moveTo>
                  <a:cubicBezTo>
                    <a:pt x="37" y="832"/>
                    <a:pt x="37" y="832"/>
                    <a:pt x="40" y="834"/>
                  </a:cubicBezTo>
                  <a:cubicBezTo>
                    <a:pt x="41" y="835"/>
                    <a:pt x="42" y="836"/>
                    <a:pt x="43" y="836"/>
                  </a:cubicBezTo>
                  <a:cubicBezTo>
                    <a:pt x="44" y="836"/>
                    <a:pt x="45" y="835"/>
                    <a:pt x="49" y="831"/>
                  </a:cubicBezTo>
                  <a:lnTo>
                    <a:pt x="49" y="830"/>
                  </a:lnTo>
                  <a:lnTo>
                    <a:pt x="44" y="826"/>
                  </a:lnTo>
                  <a:close/>
                  <a:moveTo>
                    <a:pt x="369" y="827"/>
                  </a:moveTo>
                  <a:lnTo>
                    <a:pt x="373" y="828"/>
                  </a:lnTo>
                  <a:cubicBezTo>
                    <a:pt x="370" y="836"/>
                    <a:pt x="365" y="843"/>
                    <a:pt x="363" y="843"/>
                  </a:cubicBezTo>
                  <a:cubicBezTo>
                    <a:pt x="363" y="843"/>
                    <a:pt x="363" y="843"/>
                    <a:pt x="363" y="843"/>
                  </a:cubicBezTo>
                  <a:cubicBezTo>
                    <a:pt x="362" y="843"/>
                    <a:pt x="364" y="834"/>
                    <a:pt x="369" y="827"/>
                  </a:cubicBezTo>
                  <a:close/>
                  <a:moveTo>
                    <a:pt x="294" y="809"/>
                  </a:moveTo>
                  <a:lnTo>
                    <a:pt x="286" y="826"/>
                  </a:lnTo>
                  <a:cubicBezTo>
                    <a:pt x="280" y="839"/>
                    <a:pt x="278" y="845"/>
                    <a:pt x="277" y="845"/>
                  </a:cubicBezTo>
                  <a:cubicBezTo>
                    <a:pt x="277" y="845"/>
                    <a:pt x="278" y="841"/>
                    <a:pt x="281" y="833"/>
                  </a:cubicBezTo>
                  <a:cubicBezTo>
                    <a:pt x="283" y="824"/>
                    <a:pt x="286" y="816"/>
                    <a:pt x="291" y="809"/>
                  </a:cubicBezTo>
                  <a:close/>
                  <a:moveTo>
                    <a:pt x="249" y="831"/>
                  </a:moveTo>
                  <a:cubicBezTo>
                    <a:pt x="250" y="832"/>
                    <a:pt x="247" y="840"/>
                    <a:pt x="240" y="855"/>
                  </a:cubicBezTo>
                  <a:cubicBezTo>
                    <a:pt x="238" y="859"/>
                    <a:pt x="237" y="860"/>
                    <a:pt x="236" y="860"/>
                  </a:cubicBezTo>
                  <a:cubicBezTo>
                    <a:pt x="236" y="860"/>
                    <a:pt x="238" y="856"/>
                    <a:pt x="242" y="846"/>
                  </a:cubicBezTo>
                  <a:lnTo>
                    <a:pt x="249" y="831"/>
                  </a:lnTo>
                  <a:close/>
                  <a:moveTo>
                    <a:pt x="286" y="844"/>
                  </a:moveTo>
                  <a:lnTo>
                    <a:pt x="285" y="853"/>
                  </a:lnTo>
                  <a:cubicBezTo>
                    <a:pt x="283" y="860"/>
                    <a:pt x="282" y="861"/>
                    <a:pt x="281" y="861"/>
                  </a:cubicBezTo>
                  <a:cubicBezTo>
                    <a:pt x="281" y="861"/>
                    <a:pt x="280" y="861"/>
                    <a:pt x="280" y="861"/>
                  </a:cubicBezTo>
                  <a:lnTo>
                    <a:pt x="283" y="852"/>
                  </a:lnTo>
                  <a:lnTo>
                    <a:pt x="286" y="844"/>
                  </a:lnTo>
                  <a:close/>
                  <a:moveTo>
                    <a:pt x="194" y="859"/>
                  </a:moveTo>
                  <a:lnTo>
                    <a:pt x="194" y="859"/>
                  </a:lnTo>
                  <a:cubicBezTo>
                    <a:pt x="194" y="859"/>
                    <a:pt x="193" y="861"/>
                    <a:pt x="192" y="865"/>
                  </a:cubicBezTo>
                  <a:lnTo>
                    <a:pt x="192" y="865"/>
                  </a:lnTo>
                  <a:cubicBezTo>
                    <a:pt x="193" y="862"/>
                    <a:pt x="193" y="863"/>
                    <a:pt x="194" y="859"/>
                  </a:cubicBezTo>
                  <a:close/>
                  <a:moveTo>
                    <a:pt x="192" y="865"/>
                  </a:moveTo>
                  <a:cubicBezTo>
                    <a:pt x="191" y="866"/>
                    <a:pt x="191" y="866"/>
                    <a:pt x="191" y="867"/>
                  </a:cubicBezTo>
                  <a:lnTo>
                    <a:pt x="188" y="876"/>
                  </a:lnTo>
                  <a:cubicBezTo>
                    <a:pt x="189" y="872"/>
                    <a:pt x="190" y="868"/>
                    <a:pt x="192" y="865"/>
                  </a:cubicBezTo>
                  <a:close/>
                  <a:moveTo>
                    <a:pt x="448" y="864"/>
                  </a:moveTo>
                  <a:lnTo>
                    <a:pt x="448" y="864"/>
                  </a:lnTo>
                  <a:cubicBezTo>
                    <a:pt x="449" y="864"/>
                    <a:pt x="448" y="873"/>
                    <a:pt x="446" y="882"/>
                  </a:cubicBezTo>
                  <a:cubicBezTo>
                    <a:pt x="443" y="896"/>
                    <a:pt x="442" y="898"/>
                    <a:pt x="441" y="898"/>
                  </a:cubicBezTo>
                  <a:cubicBezTo>
                    <a:pt x="440" y="898"/>
                    <a:pt x="440" y="898"/>
                    <a:pt x="439" y="898"/>
                  </a:cubicBezTo>
                  <a:cubicBezTo>
                    <a:pt x="438" y="898"/>
                    <a:pt x="437" y="898"/>
                    <a:pt x="439" y="889"/>
                  </a:cubicBezTo>
                  <a:lnTo>
                    <a:pt x="440" y="890"/>
                  </a:lnTo>
                  <a:cubicBezTo>
                    <a:pt x="439" y="892"/>
                    <a:pt x="439" y="893"/>
                    <a:pt x="439" y="893"/>
                  </a:cubicBezTo>
                  <a:cubicBezTo>
                    <a:pt x="440" y="893"/>
                    <a:pt x="442" y="888"/>
                    <a:pt x="442" y="881"/>
                  </a:cubicBezTo>
                  <a:cubicBezTo>
                    <a:pt x="446" y="873"/>
                    <a:pt x="448" y="864"/>
                    <a:pt x="448" y="864"/>
                  </a:cubicBezTo>
                  <a:close/>
                  <a:moveTo>
                    <a:pt x="461" y="888"/>
                  </a:moveTo>
                  <a:lnTo>
                    <a:pt x="460" y="897"/>
                  </a:lnTo>
                  <a:cubicBezTo>
                    <a:pt x="459" y="903"/>
                    <a:pt x="458" y="904"/>
                    <a:pt x="456" y="904"/>
                  </a:cubicBezTo>
                  <a:cubicBezTo>
                    <a:pt x="456" y="904"/>
                    <a:pt x="455" y="904"/>
                    <a:pt x="455" y="904"/>
                  </a:cubicBezTo>
                  <a:cubicBezTo>
                    <a:pt x="454" y="904"/>
                    <a:pt x="454" y="904"/>
                    <a:pt x="456" y="896"/>
                  </a:cubicBezTo>
                  <a:cubicBezTo>
                    <a:pt x="456" y="896"/>
                    <a:pt x="460" y="888"/>
                    <a:pt x="461" y="888"/>
                  </a:cubicBezTo>
                  <a:close/>
                  <a:moveTo>
                    <a:pt x="423" y="929"/>
                  </a:moveTo>
                  <a:cubicBezTo>
                    <a:pt x="421" y="938"/>
                    <a:pt x="421" y="938"/>
                    <a:pt x="422" y="938"/>
                  </a:cubicBezTo>
                  <a:lnTo>
                    <a:pt x="423" y="939"/>
                  </a:lnTo>
                  <a:lnTo>
                    <a:pt x="424" y="931"/>
                  </a:lnTo>
                  <a:lnTo>
                    <a:pt x="423" y="929"/>
                  </a:lnTo>
                  <a:close/>
                  <a:moveTo>
                    <a:pt x="512" y="1"/>
                  </a:moveTo>
                  <a:cubicBezTo>
                    <a:pt x="511" y="1"/>
                    <a:pt x="509" y="7"/>
                    <a:pt x="509" y="13"/>
                  </a:cubicBezTo>
                  <a:cubicBezTo>
                    <a:pt x="510" y="22"/>
                    <a:pt x="509" y="31"/>
                    <a:pt x="506" y="31"/>
                  </a:cubicBezTo>
                  <a:cubicBezTo>
                    <a:pt x="506" y="31"/>
                    <a:pt x="505" y="22"/>
                    <a:pt x="505" y="13"/>
                  </a:cubicBezTo>
                  <a:cubicBezTo>
                    <a:pt x="506" y="5"/>
                    <a:pt x="506" y="5"/>
                    <a:pt x="502" y="5"/>
                  </a:cubicBezTo>
                  <a:lnTo>
                    <a:pt x="497" y="5"/>
                  </a:lnTo>
                  <a:cubicBezTo>
                    <a:pt x="498" y="14"/>
                    <a:pt x="488" y="15"/>
                    <a:pt x="475" y="16"/>
                  </a:cubicBezTo>
                  <a:cubicBezTo>
                    <a:pt x="457" y="18"/>
                    <a:pt x="450" y="21"/>
                    <a:pt x="452" y="29"/>
                  </a:cubicBezTo>
                  <a:cubicBezTo>
                    <a:pt x="454" y="33"/>
                    <a:pt x="454" y="36"/>
                    <a:pt x="452" y="36"/>
                  </a:cubicBezTo>
                  <a:cubicBezTo>
                    <a:pt x="451" y="36"/>
                    <a:pt x="448" y="34"/>
                    <a:pt x="445" y="31"/>
                  </a:cubicBezTo>
                  <a:cubicBezTo>
                    <a:pt x="433" y="16"/>
                    <a:pt x="429" y="11"/>
                    <a:pt x="428" y="11"/>
                  </a:cubicBezTo>
                  <a:cubicBezTo>
                    <a:pt x="427" y="11"/>
                    <a:pt x="427" y="13"/>
                    <a:pt x="427" y="16"/>
                  </a:cubicBezTo>
                  <a:cubicBezTo>
                    <a:pt x="429" y="16"/>
                    <a:pt x="431" y="24"/>
                    <a:pt x="433" y="33"/>
                  </a:cubicBezTo>
                  <a:cubicBezTo>
                    <a:pt x="435" y="42"/>
                    <a:pt x="436" y="46"/>
                    <a:pt x="435" y="46"/>
                  </a:cubicBezTo>
                  <a:cubicBezTo>
                    <a:pt x="434" y="46"/>
                    <a:pt x="432" y="42"/>
                    <a:pt x="429" y="34"/>
                  </a:cubicBezTo>
                  <a:cubicBezTo>
                    <a:pt x="427" y="29"/>
                    <a:pt x="424" y="27"/>
                    <a:pt x="420" y="27"/>
                  </a:cubicBezTo>
                  <a:cubicBezTo>
                    <a:pt x="410" y="27"/>
                    <a:pt x="398" y="39"/>
                    <a:pt x="401" y="51"/>
                  </a:cubicBezTo>
                  <a:cubicBezTo>
                    <a:pt x="400" y="47"/>
                    <a:pt x="401" y="50"/>
                    <a:pt x="399" y="42"/>
                  </a:cubicBezTo>
                  <a:cubicBezTo>
                    <a:pt x="397" y="37"/>
                    <a:pt x="395" y="35"/>
                    <a:pt x="392" y="35"/>
                  </a:cubicBezTo>
                  <a:cubicBezTo>
                    <a:pt x="391" y="35"/>
                    <a:pt x="389" y="36"/>
                    <a:pt x="386" y="38"/>
                  </a:cubicBezTo>
                  <a:lnTo>
                    <a:pt x="379" y="39"/>
                  </a:lnTo>
                  <a:cubicBezTo>
                    <a:pt x="383" y="47"/>
                    <a:pt x="381" y="50"/>
                    <a:pt x="378" y="50"/>
                  </a:cubicBezTo>
                  <a:cubicBezTo>
                    <a:pt x="374" y="50"/>
                    <a:pt x="370" y="47"/>
                    <a:pt x="368" y="43"/>
                  </a:cubicBezTo>
                  <a:cubicBezTo>
                    <a:pt x="365" y="38"/>
                    <a:pt x="363" y="36"/>
                    <a:pt x="362" y="36"/>
                  </a:cubicBezTo>
                  <a:cubicBezTo>
                    <a:pt x="361" y="36"/>
                    <a:pt x="360" y="37"/>
                    <a:pt x="359" y="38"/>
                  </a:cubicBezTo>
                  <a:cubicBezTo>
                    <a:pt x="360" y="47"/>
                    <a:pt x="357" y="50"/>
                    <a:pt x="353" y="50"/>
                  </a:cubicBezTo>
                  <a:cubicBezTo>
                    <a:pt x="350" y="50"/>
                    <a:pt x="346" y="47"/>
                    <a:pt x="344" y="43"/>
                  </a:cubicBezTo>
                  <a:lnTo>
                    <a:pt x="340" y="45"/>
                  </a:lnTo>
                  <a:cubicBezTo>
                    <a:pt x="342" y="54"/>
                    <a:pt x="338" y="56"/>
                    <a:pt x="337" y="57"/>
                  </a:cubicBezTo>
                  <a:cubicBezTo>
                    <a:pt x="331" y="59"/>
                    <a:pt x="329" y="60"/>
                    <a:pt x="335" y="67"/>
                  </a:cubicBezTo>
                  <a:cubicBezTo>
                    <a:pt x="339" y="75"/>
                    <a:pt x="342" y="82"/>
                    <a:pt x="341" y="84"/>
                  </a:cubicBezTo>
                  <a:lnTo>
                    <a:pt x="337" y="76"/>
                  </a:lnTo>
                  <a:cubicBezTo>
                    <a:pt x="335" y="72"/>
                    <a:pt x="332" y="70"/>
                    <a:pt x="330" y="70"/>
                  </a:cubicBezTo>
                  <a:cubicBezTo>
                    <a:pt x="327" y="70"/>
                    <a:pt x="324" y="72"/>
                    <a:pt x="320" y="73"/>
                  </a:cubicBezTo>
                  <a:cubicBezTo>
                    <a:pt x="315" y="77"/>
                    <a:pt x="312" y="78"/>
                    <a:pt x="309" y="78"/>
                  </a:cubicBezTo>
                  <a:cubicBezTo>
                    <a:pt x="307" y="78"/>
                    <a:pt x="305" y="77"/>
                    <a:pt x="302" y="75"/>
                  </a:cubicBezTo>
                  <a:lnTo>
                    <a:pt x="302" y="75"/>
                  </a:lnTo>
                  <a:lnTo>
                    <a:pt x="304" y="82"/>
                  </a:lnTo>
                  <a:cubicBezTo>
                    <a:pt x="306" y="87"/>
                    <a:pt x="306" y="90"/>
                    <a:pt x="305" y="90"/>
                  </a:cubicBezTo>
                  <a:cubicBezTo>
                    <a:pt x="305" y="90"/>
                    <a:pt x="303" y="88"/>
                    <a:pt x="301" y="85"/>
                  </a:cubicBezTo>
                  <a:cubicBezTo>
                    <a:pt x="299" y="82"/>
                    <a:pt x="296" y="81"/>
                    <a:pt x="295" y="81"/>
                  </a:cubicBezTo>
                  <a:cubicBezTo>
                    <a:pt x="291" y="81"/>
                    <a:pt x="288" y="85"/>
                    <a:pt x="289" y="91"/>
                  </a:cubicBezTo>
                  <a:lnTo>
                    <a:pt x="285" y="94"/>
                  </a:lnTo>
                  <a:cubicBezTo>
                    <a:pt x="281" y="88"/>
                    <a:pt x="277" y="85"/>
                    <a:pt x="275" y="85"/>
                  </a:cubicBezTo>
                  <a:cubicBezTo>
                    <a:pt x="272" y="85"/>
                    <a:pt x="272" y="90"/>
                    <a:pt x="277" y="99"/>
                  </a:cubicBezTo>
                  <a:cubicBezTo>
                    <a:pt x="274" y="95"/>
                    <a:pt x="272" y="94"/>
                    <a:pt x="271" y="94"/>
                  </a:cubicBezTo>
                  <a:cubicBezTo>
                    <a:pt x="270" y="94"/>
                    <a:pt x="269" y="94"/>
                    <a:pt x="268" y="95"/>
                  </a:cubicBezTo>
                  <a:cubicBezTo>
                    <a:pt x="270" y="101"/>
                    <a:pt x="267" y="105"/>
                    <a:pt x="264" y="105"/>
                  </a:cubicBezTo>
                  <a:cubicBezTo>
                    <a:pt x="262" y="105"/>
                    <a:pt x="260" y="104"/>
                    <a:pt x="258" y="102"/>
                  </a:cubicBezTo>
                  <a:lnTo>
                    <a:pt x="257" y="103"/>
                  </a:lnTo>
                  <a:cubicBezTo>
                    <a:pt x="261" y="110"/>
                    <a:pt x="258" y="112"/>
                    <a:pt x="257" y="113"/>
                  </a:cubicBezTo>
                  <a:cubicBezTo>
                    <a:pt x="255" y="114"/>
                    <a:pt x="254" y="115"/>
                    <a:pt x="257" y="124"/>
                  </a:cubicBezTo>
                  <a:cubicBezTo>
                    <a:pt x="262" y="132"/>
                    <a:pt x="261" y="133"/>
                    <a:pt x="261" y="133"/>
                  </a:cubicBezTo>
                  <a:cubicBezTo>
                    <a:pt x="260" y="133"/>
                    <a:pt x="260" y="133"/>
                    <a:pt x="260" y="133"/>
                  </a:cubicBezTo>
                  <a:cubicBezTo>
                    <a:pt x="258" y="133"/>
                    <a:pt x="255" y="126"/>
                    <a:pt x="250" y="118"/>
                  </a:cubicBezTo>
                  <a:cubicBezTo>
                    <a:pt x="250" y="115"/>
                    <a:pt x="249" y="113"/>
                    <a:pt x="248" y="113"/>
                  </a:cubicBezTo>
                  <a:cubicBezTo>
                    <a:pt x="246" y="113"/>
                    <a:pt x="246" y="119"/>
                    <a:pt x="250" y="130"/>
                  </a:cubicBezTo>
                  <a:cubicBezTo>
                    <a:pt x="253" y="139"/>
                    <a:pt x="255" y="143"/>
                    <a:pt x="255" y="143"/>
                  </a:cubicBezTo>
                  <a:cubicBezTo>
                    <a:pt x="255" y="143"/>
                    <a:pt x="253" y="139"/>
                    <a:pt x="248" y="131"/>
                  </a:cubicBezTo>
                  <a:cubicBezTo>
                    <a:pt x="245" y="125"/>
                    <a:pt x="243" y="120"/>
                    <a:pt x="242" y="120"/>
                  </a:cubicBezTo>
                  <a:lnTo>
                    <a:pt x="242" y="120"/>
                  </a:lnTo>
                  <a:cubicBezTo>
                    <a:pt x="242" y="120"/>
                    <a:pt x="242" y="121"/>
                    <a:pt x="243" y="124"/>
                  </a:cubicBezTo>
                  <a:cubicBezTo>
                    <a:pt x="243" y="124"/>
                    <a:pt x="239" y="127"/>
                    <a:pt x="246" y="134"/>
                  </a:cubicBezTo>
                  <a:lnTo>
                    <a:pt x="240" y="137"/>
                  </a:lnTo>
                  <a:cubicBezTo>
                    <a:pt x="236" y="135"/>
                    <a:pt x="234" y="135"/>
                    <a:pt x="232" y="135"/>
                  </a:cubicBezTo>
                  <a:cubicBezTo>
                    <a:pt x="230" y="135"/>
                    <a:pt x="230" y="136"/>
                    <a:pt x="229" y="136"/>
                  </a:cubicBezTo>
                  <a:cubicBezTo>
                    <a:pt x="232" y="141"/>
                    <a:pt x="233" y="142"/>
                    <a:pt x="232" y="142"/>
                  </a:cubicBezTo>
                  <a:cubicBezTo>
                    <a:pt x="231" y="142"/>
                    <a:pt x="229" y="141"/>
                    <a:pt x="226" y="139"/>
                  </a:cubicBezTo>
                  <a:cubicBezTo>
                    <a:pt x="224" y="136"/>
                    <a:pt x="222" y="135"/>
                    <a:pt x="222" y="135"/>
                  </a:cubicBezTo>
                  <a:cubicBezTo>
                    <a:pt x="221" y="135"/>
                    <a:pt x="222" y="139"/>
                    <a:pt x="230" y="146"/>
                  </a:cubicBezTo>
                  <a:cubicBezTo>
                    <a:pt x="233" y="151"/>
                    <a:pt x="234" y="153"/>
                    <a:pt x="232" y="153"/>
                  </a:cubicBezTo>
                  <a:cubicBezTo>
                    <a:pt x="231" y="153"/>
                    <a:pt x="229" y="152"/>
                    <a:pt x="226" y="150"/>
                  </a:cubicBezTo>
                  <a:cubicBezTo>
                    <a:pt x="219" y="143"/>
                    <a:pt x="216" y="140"/>
                    <a:pt x="215" y="140"/>
                  </a:cubicBezTo>
                  <a:cubicBezTo>
                    <a:pt x="214" y="140"/>
                    <a:pt x="215" y="142"/>
                    <a:pt x="218" y="145"/>
                  </a:cubicBezTo>
                  <a:cubicBezTo>
                    <a:pt x="222" y="153"/>
                    <a:pt x="221" y="154"/>
                    <a:pt x="221" y="154"/>
                  </a:cubicBezTo>
                  <a:cubicBezTo>
                    <a:pt x="220" y="153"/>
                    <a:pt x="219" y="152"/>
                    <a:pt x="217" y="152"/>
                  </a:cubicBezTo>
                  <a:cubicBezTo>
                    <a:pt x="210" y="152"/>
                    <a:pt x="200" y="163"/>
                    <a:pt x="189" y="174"/>
                  </a:cubicBezTo>
                  <a:cubicBezTo>
                    <a:pt x="188" y="176"/>
                    <a:pt x="193" y="182"/>
                    <a:pt x="200" y="188"/>
                  </a:cubicBezTo>
                  <a:cubicBezTo>
                    <a:pt x="206" y="193"/>
                    <a:pt x="208" y="195"/>
                    <a:pt x="208" y="195"/>
                  </a:cubicBezTo>
                  <a:cubicBezTo>
                    <a:pt x="207" y="195"/>
                    <a:pt x="203" y="192"/>
                    <a:pt x="199" y="190"/>
                  </a:cubicBezTo>
                  <a:cubicBezTo>
                    <a:pt x="189" y="183"/>
                    <a:pt x="183" y="180"/>
                    <a:pt x="181" y="180"/>
                  </a:cubicBezTo>
                  <a:cubicBezTo>
                    <a:pt x="179" y="180"/>
                    <a:pt x="184" y="184"/>
                    <a:pt x="196" y="192"/>
                  </a:cubicBezTo>
                  <a:cubicBezTo>
                    <a:pt x="203" y="198"/>
                    <a:pt x="207" y="200"/>
                    <a:pt x="206" y="200"/>
                  </a:cubicBezTo>
                  <a:cubicBezTo>
                    <a:pt x="206" y="200"/>
                    <a:pt x="202" y="198"/>
                    <a:pt x="194" y="195"/>
                  </a:cubicBezTo>
                  <a:cubicBezTo>
                    <a:pt x="191" y="193"/>
                    <a:pt x="189" y="191"/>
                    <a:pt x="188" y="191"/>
                  </a:cubicBezTo>
                  <a:cubicBezTo>
                    <a:pt x="188" y="191"/>
                    <a:pt x="189" y="193"/>
                    <a:pt x="192" y="197"/>
                  </a:cubicBezTo>
                  <a:cubicBezTo>
                    <a:pt x="196" y="200"/>
                    <a:pt x="197" y="202"/>
                    <a:pt x="196" y="202"/>
                  </a:cubicBezTo>
                  <a:cubicBezTo>
                    <a:pt x="196" y="202"/>
                    <a:pt x="194" y="201"/>
                    <a:pt x="191" y="199"/>
                  </a:cubicBezTo>
                  <a:cubicBezTo>
                    <a:pt x="186" y="196"/>
                    <a:pt x="181" y="194"/>
                    <a:pt x="179" y="194"/>
                  </a:cubicBezTo>
                  <a:cubicBezTo>
                    <a:pt x="178" y="194"/>
                    <a:pt x="178" y="195"/>
                    <a:pt x="181" y="197"/>
                  </a:cubicBezTo>
                  <a:cubicBezTo>
                    <a:pt x="181" y="197"/>
                    <a:pt x="181" y="197"/>
                    <a:pt x="180" y="197"/>
                  </a:cubicBezTo>
                  <a:cubicBezTo>
                    <a:pt x="179" y="197"/>
                    <a:pt x="177" y="196"/>
                    <a:pt x="172" y="193"/>
                  </a:cubicBezTo>
                  <a:cubicBezTo>
                    <a:pt x="171" y="193"/>
                    <a:pt x="170" y="193"/>
                    <a:pt x="169" y="193"/>
                  </a:cubicBezTo>
                  <a:cubicBezTo>
                    <a:pt x="166" y="193"/>
                    <a:pt x="171" y="198"/>
                    <a:pt x="175" y="204"/>
                  </a:cubicBezTo>
                  <a:cubicBezTo>
                    <a:pt x="181" y="212"/>
                    <a:pt x="183" y="217"/>
                    <a:pt x="182" y="217"/>
                  </a:cubicBezTo>
                  <a:cubicBezTo>
                    <a:pt x="180" y="217"/>
                    <a:pt x="177" y="214"/>
                    <a:pt x="171" y="209"/>
                  </a:cubicBezTo>
                  <a:cubicBezTo>
                    <a:pt x="167" y="206"/>
                    <a:pt x="165" y="204"/>
                    <a:pt x="164" y="204"/>
                  </a:cubicBezTo>
                  <a:cubicBezTo>
                    <a:pt x="160" y="204"/>
                    <a:pt x="163" y="213"/>
                    <a:pt x="172" y="222"/>
                  </a:cubicBezTo>
                  <a:cubicBezTo>
                    <a:pt x="180" y="228"/>
                    <a:pt x="183" y="231"/>
                    <a:pt x="183" y="231"/>
                  </a:cubicBezTo>
                  <a:cubicBezTo>
                    <a:pt x="183" y="231"/>
                    <a:pt x="181" y="230"/>
                    <a:pt x="179" y="228"/>
                  </a:cubicBezTo>
                  <a:cubicBezTo>
                    <a:pt x="174" y="225"/>
                    <a:pt x="172" y="224"/>
                    <a:pt x="171" y="224"/>
                  </a:cubicBezTo>
                  <a:cubicBezTo>
                    <a:pt x="170" y="224"/>
                    <a:pt x="170" y="225"/>
                    <a:pt x="170" y="225"/>
                  </a:cubicBezTo>
                  <a:cubicBezTo>
                    <a:pt x="169" y="225"/>
                    <a:pt x="169" y="226"/>
                    <a:pt x="167" y="226"/>
                  </a:cubicBezTo>
                  <a:cubicBezTo>
                    <a:pt x="166" y="226"/>
                    <a:pt x="164" y="225"/>
                    <a:pt x="161" y="223"/>
                  </a:cubicBezTo>
                  <a:lnTo>
                    <a:pt x="161" y="223"/>
                  </a:lnTo>
                  <a:cubicBezTo>
                    <a:pt x="161" y="223"/>
                    <a:pt x="160" y="225"/>
                    <a:pt x="164" y="233"/>
                  </a:cubicBezTo>
                  <a:cubicBezTo>
                    <a:pt x="171" y="240"/>
                    <a:pt x="171" y="243"/>
                    <a:pt x="167" y="243"/>
                  </a:cubicBezTo>
                  <a:cubicBezTo>
                    <a:pt x="163" y="243"/>
                    <a:pt x="158" y="241"/>
                    <a:pt x="151" y="238"/>
                  </a:cubicBezTo>
                  <a:lnTo>
                    <a:pt x="151" y="238"/>
                  </a:lnTo>
                  <a:lnTo>
                    <a:pt x="155" y="246"/>
                  </a:lnTo>
                  <a:cubicBezTo>
                    <a:pt x="165" y="253"/>
                    <a:pt x="171" y="258"/>
                    <a:pt x="169" y="258"/>
                  </a:cubicBezTo>
                  <a:cubicBezTo>
                    <a:pt x="169" y="258"/>
                    <a:pt x="166" y="257"/>
                    <a:pt x="161" y="254"/>
                  </a:cubicBezTo>
                  <a:lnTo>
                    <a:pt x="153" y="250"/>
                  </a:lnTo>
                  <a:lnTo>
                    <a:pt x="153" y="250"/>
                  </a:lnTo>
                  <a:cubicBezTo>
                    <a:pt x="161" y="255"/>
                    <a:pt x="161" y="259"/>
                    <a:pt x="156" y="259"/>
                  </a:cubicBezTo>
                  <a:cubicBezTo>
                    <a:pt x="153" y="259"/>
                    <a:pt x="147" y="257"/>
                    <a:pt x="141" y="253"/>
                  </a:cubicBezTo>
                  <a:cubicBezTo>
                    <a:pt x="136" y="250"/>
                    <a:pt x="134" y="249"/>
                    <a:pt x="133" y="249"/>
                  </a:cubicBezTo>
                  <a:cubicBezTo>
                    <a:pt x="132" y="249"/>
                    <a:pt x="132" y="250"/>
                    <a:pt x="132" y="251"/>
                  </a:cubicBezTo>
                  <a:lnTo>
                    <a:pt x="139" y="255"/>
                  </a:lnTo>
                  <a:cubicBezTo>
                    <a:pt x="147" y="260"/>
                    <a:pt x="154" y="263"/>
                    <a:pt x="154" y="265"/>
                  </a:cubicBezTo>
                  <a:cubicBezTo>
                    <a:pt x="153" y="266"/>
                    <a:pt x="153" y="267"/>
                    <a:pt x="151" y="267"/>
                  </a:cubicBezTo>
                  <a:cubicBezTo>
                    <a:pt x="150" y="267"/>
                    <a:pt x="147" y="266"/>
                    <a:pt x="144" y="264"/>
                  </a:cubicBezTo>
                  <a:cubicBezTo>
                    <a:pt x="138" y="263"/>
                    <a:pt x="133" y="261"/>
                    <a:pt x="131" y="261"/>
                  </a:cubicBezTo>
                  <a:cubicBezTo>
                    <a:pt x="130" y="261"/>
                    <a:pt x="131" y="262"/>
                    <a:pt x="134" y="263"/>
                  </a:cubicBezTo>
                  <a:cubicBezTo>
                    <a:pt x="134" y="263"/>
                    <a:pt x="133" y="264"/>
                    <a:pt x="131" y="264"/>
                  </a:cubicBezTo>
                  <a:cubicBezTo>
                    <a:pt x="129" y="264"/>
                    <a:pt x="127" y="264"/>
                    <a:pt x="125" y="263"/>
                  </a:cubicBezTo>
                  <a:cubicBezTo>
                    <a:pt x="124" y="265"/>
                    <a:pt x="123" y="266"/>
                    <a:pt x="120" y="270"/>
                  </a:cubicBezTo>
                  <a:cubicBezTo>
                    <a:pt x="125" y="274"/>
                    <a:pt x="126" y="277"/>
                    <a:pt x="123" y="277"/>
                  </a:cubicBezTo>
                  <a:cubicBezTo>
                    <a:pt x="122" y="277"/>
                    <a:pt x="121" y="277"/>
                    <a:pt x="118" y="275"/>
                  </a:cubicBezTo>
                  <a:lnTo>
                    <a:pt x="118" y="275"/>
                  </a:lnTo>
                  <a:cubicBezTo>
                    <a:pt x="118" y="275"/>
                    <a:pt x="116" y="280"/>
                    <a:pt x="123" y="285"/>
                  </a:cubicBezTo>
                  <a:cubicBezTo>
                    <a:pt x="122" y="287"/>
                    <a:pt x="121" y="289"/>
                    <a:pt x="119" y="289"/>
                  </a:cubicBezTo>
                  <a:cubicBezTo>
                    <a:pt x="118" y="289"/>
                    <a:pt x="116" y="288"/>
                    <a:pt x="113" y="287"/>
                  </a:cubicBezTo>
                  <a:cubicBezTo>
                    <a:pt x="109" y="285"/>
                    <a:pt x="107" y="284"/>
                    <a:pt x="106" y="284"/>
                  </a:cubicBezTo>
                  <a:cubicBezTo>
                    <a:pt x="105" y="284"/>
                    <a:pt x="107" y="286"/>
                    <a:pt x="111" y="289"/>
                  </a:cubicBezTo>
                  <a:cubicBezTo>
                    <a:pt x="119" y="292"/>
                    <a:pt x="118" y="294"/>
                    <a:pt x="117" y="296"/>
                  </a:cubicBezTo>
                  <a:lnTo>
                    <a:pt x="116" y="299"/>
                  </a:lnTo>
                  <a:cubicBezTo>
                    <a:pt x="124" y="302"/>
                    <a:pt x="124" y="302"/>
                    <a:pt x="123" y="305"/>
                  </a:cubicBezTo>
                  <a:cubicBezTo>
                    <a:pt x="121" y="307"/>
                    <a:pt x="111" y="308"/>
                    <a:pt x="110" y="310"/>
                  </a:cubicBezTo>
                  <a:cubicBezTo>
                    <a:pt x="108" y="316"/>
                    <a:pt x="108" y="316"/>
                    <a:pt x="117" y="317"/>
                  </a:cubicBezTo>
                  <a:cubicBezTo>
                    <a:pt x="117" y="317"/>
                    <a:pt x="117" y="317"/>
                    <a:pt x="118" y="317"/>
                  </a:cubicBezTo>
                  <a:cubicBezTo>
                    <a:pt x="120" y="317"/>
                    <a:pt x="125" y="319"/>
                    <a:pt x="117" y="319"/>
                  </a:cubicBezTo>
                  <a:cubicBezTo>
                    <a:pt x="116" y="321"/>
                    <a:pt x="106" y="324"/>
                    <a:pt x="104" y="329"/>
                  </a:cubicBezTo>
                  <a:cubicBezTo>
                    <a:pt x="100" y="337"/>
                    <a:pt x="100" y="337"/>
                    <a:pt x="108" y="339"/>
                  </a:cubicBezTo>
                  <a:cubicBezTo>
                    <a:pt x="120" y="342"/>
                    <a:pt x="123" y="343"/>
                    <a:pt x="120" y="343"/>
                  </a:cubicBezTo>
                  <a:cubicBezTo>
                    <a:pt x="118" y="343"/>
                    <a:pt x="114" y="343"/>
                    <a:pt x="108" y="342"/>
                  </a:cubicBezTo>
                  <a:cubicBezTo>
                    <a:pt x="103" y="341"/>
                    <a:pt x="99" y="341"/>
                    <a:pt x="96" y="341"/>
                  </a:cubicBezTo>
                  <a:cubicBezTo>
                    <a:pt x="90" y="341"/>
                    <a:pt x="91" y="342"/>
                    <a:pt x="97" y="344"/>
                  </a:cubicBezTo>
                  <a:cubicBezTo>
                    <a:pt x="105" y="348"/>
                    <a:pt x="105" y="348"/>
                    <a:pt x="105" y="351"/>
                  </a:cubicBezTo>
                  <a:cubicBezTo>
                    <a:pt x="102" y="349"/>
                    <a:pt x="100" y="349"/>
                    <a:pt x="99" y="349"/>
                  </a:cubicBezTo>
                  <a:cubicBezTo>
                    <a:pt x="96" y="349"/>
                    <a:pt x="98" y="351"/>
                    <a:pt x="102" y="355"/>
                  </a:cubicBezTo>
                  <a:cubicBezTo>
                    <a:pt x="102" y="355"/>
                    <a:pt x="102" y="356"/>
                    <a:pt x="102" y="356"/>
                  </a:cubicBezTo>
                  <a:cubicBezTo>
                    <a:pt x="101" y="356"/>
                    <a:pt x="99" y="355"/>
                    <a:pt x="93" y="354"/>
                  </a:cubicBezTo>
                  <a:lnTo>
                    <a:pt x="92" y="356"/>
                  </a:lnTo>
                  <a:cubicBezTo>
                    <a:pt x="107" y="363"/>
                    <a:pt x="98" y="370"/>
                    <a:pt x="90" y="370"/>
                  </a:cubicBezTo>
                  <a:cubicBezTo>
                    <a:pt x="89" y="370"/>
                    <a:pt x="88" y="370"/>
                    <a:pt x="88" y="370"/>
                  </a:cubicBezTo>
                  <a:lnTo>
                    <a:pt x="88" y="370"/>
                  </a:lnTo>
                  <a:cubicBezTo>
                    <a:pt x="88" y="370"/>
                    <a:pt x="88" y="371"/>
                    <a:pt x="96" y="375"/>
                  </a:cubicBezTo>
                  <a:cubicBezTo>
                    <a:pt x="105" y="379"/>
                    <a:pt x="108" y="381"/>
                    <a:pt x="107" y="381"/>
                  </a:cubicBezTo>
                  <a:cubicBezTo>
                    <a:pt x="106" y="381"/>
                    <a:pt x="102" y="380"/>
                    <a:pt x="95" y="377"/>
                  </a:cubicBezTo>
                  <a:cubicBezTo>
                    <a:pt x="87" y="375"/>
                    <a:pt x="82" y="374"/>
                    <a:pt x="82" y="374"/>
                  </a:cubicBezTo>
                  <a:cubicBezTo>
                    <a:pt x="81" y="374"/>
                    <a:pt x="85" y="376"/>
                    <a:pt x="93" y="379"/>
                  </a:cubicBezTo>
                  <a:cubicBezTo>
                    <a:pt x="99" y="382"/>
                    <a:pt x="100" y="387"/>
                    <a:pt x="93" y="387"/>
                  </a:cubicBezTo>
                  <a:cubicBezTo>
                    <a:pt x="91" y="387"/>
                    <a:pt x="88" y="386"/>
                    <a:pt x="83" y="384"/>
                  </a:cubicBezTo>
                  <a:lnTo>
                    <a:pt x="67" y="379"/>
                  </a:lnTo>
                  <a:lnTo>
                    <a:pt x="67" y="379"/>
                  </a:lnTo>
                  <a:cubicBezTo>
                    <a:pt x="74" y="383"/>
                    <a:pt x="73" y="384"/>
                    <a:pt x="73" y="384"/>
                  </a:cubicBezTo>
                  <a:cubicBezTo>
                    <a:pt x="82" y="386"/>
                    <a:pt x="81" y="389"/>
                    <a:pt x="80" y="392"/>
                  </a:cubicBezTo>
                  <a:cubicBezTo>
                    <a:pt x="79" y="395"/>
                    <a:pt x="86" y="404"/>
                    <a:pt x="84" y="407"/>
                  </a:cubicBezTo>
                  <a:cubicBezTo>
                    <a:pt x="83" y="410"/>
                    <a:pt x="82" y="414"/>
                    <a:pt x="75" y="414"/>
                  </a:cubicBezTo>
                  <a:cubicBezTo>
                    <a:pt x="74" y="414"/>
                    <a:pt x="73" y="413"/>
                    <a:pt x="72" y="413"/>
                  </a:cubicBezTo>
                  <a:lnTo>
                    <a:pt x="72" y="413"/>
                  </a:lnTo>
                  <a:cubicBezTo>
                    <a:pt x="72" y="414"/>
                    <a:pt x="72" y="416"/>
                    <a:pt x="79" y="421"/>
                  </a:cubicBezTo>
                  <a:cubicBezTo>
                    <a:pt x="85" y="424"/>
                    <a:pt x="86" y="427"/>
                    <a:pt x="83" y="427"/>
                  </a:cubicBezTo>
                  <a:cubicBezTo>
                    <a:pt x="81" y="427"/>
                    <a:pt x="80" y="426"/>
                    <a:pt x="78" y="426"/>
                  </a:cubicBezTo>
                  <a:lnTo>
                    <a:pt x="77" y="427"/>
                  </a:lnTo>
                  <a:cubicBezTo>
                    <a:pt x="84" y="432"/>
                    <a:pt x="83" y="434"/>
                    <a:pt x="83" y="434"/>
                  </a:cubicBezTo>
                  <a:cubicBezTo>
                    <a:pt x="79" y="432"/>
                    <a:pt x="75" y="432"/>
                    <a:pt x="73" y="432"/>
                  </a:cubicBezTo>
                  <a:cubicBezTo>
                    <a:pt x="71" y="432"/>
                    <a:pt x="70" y="432"/>
                    <a:pt x="74" y="435"/>
                  </a:cubicBezTo>
                  <a:cubicBezTo>
                    <a:pt x="82" y="437"/>
                    <a:pt x="82" y="438"/>
                    <a:pt x="81" y="441"/>
                  </a:cubicBezTo>
                  <a:cubicBezTo>
                    <a:pt x="72" y="441"/>
                    <a:pt x="55" y="490"/>
                    <a:pt x="63" y="492"/>
                  </a:cubicBezTo>
                  <a:cubicBezTo>
                    <a:pt x="63" y="492"/>
                    <a:pt x="63" y="493"/>
                    <a:pt x="62" y="496"/>
                  </a:cubicBezTo>
                  <a:lnTo>
                    <a:pt x="60" y="501"/>
                  </a:lnTo>
                  <a:cubicBezTo>
                    <a:pt x="56" y="500"/>
                    <a:pt x="54" y="499"/>
                    <a:pt x="52" y="499"/>
                  </a:cubicBezTo>
                  <a:cubicBezTo>
                    <a:pt x="45" y="499"/>
                    <a:pt x="50" y="507"/>
                    <a:pt x="56" y="512"/>
                  </a:cubicBezTo>
                  <a:cubicBezTo>
                    <a:pt x="64" y="517"/>
                    <a:pt x="63" y="518"/>
                    <a:pt x="63" y="519"/>
                  </a:cubicBezTo>
                  <a:cubicBezTo>
                    <a:pt x="58" y="518"/>
                    <a:pt x="55" y="517"/>
                    <a:pt x="52" y="517"/>
                  </a:cubicBezTo>
                  <a:cubicBezTo>
                    <a:pt x="46" y="517"/>
                    <a:pt x="46" y="520"/>
                    <a:pt x="52" y="524"/>
                  </a:cubicBezTo>
                  <a:cubicBezTo>
                    <a:pt x="61" y="528"/>
                    <a:pt x="65" y="530"/>
                    <a:pt x="63" y="530"/>
                  </a:cubicBezTo>
                  <a:cubicBezTo>
                    <a:pt x="62" y="530"/>
                    <a:pt x="58" y="529"/>
                    <a:pt x="51" y="527"/>
                  </a:cubicBezTo>
                  <a:cubicBezTo>
                    <a:pt x="45" y="525"/>
                    <a:pt x="42" y="524"/>
                    <a:pt x="40" y="524"/>
                  </a:cubicBezTo>
                  <a:cubicBezTo>
                    <a:pt x="36" y="524"/>
                    <a:pt x="41" y="528"/>
                    <a:pt x="58" y="536"/>
                  </a:cubicBezTo>
                  <a:cubicBezTo>
                    <a:pt x="63" y="538"/>
                    <a:pt x="64" y="539"/>
                    <a:pt x="63" y="539"/>
                  </a:cubicBezTo>
                  <a:cubicBezTo>
                    <a:pt x="62" y="539"/>
                    <a:pt x="60" y="538"/>
                    <a:pt x="56" y="538"/>
                  </a:cubicBezTo>
                  <a:cubicBezTo>
                    <a:pt x="49" y="536"/>
                    <a:pt x="45" y="536"/>
                    <a:pt x="43" y="536"/>
                  </a:cubicBezTo>
                  <a:cubicBezTo>
                    <a:pt x="40" y="536"/>
                    <a:pt x="42" y="537"/>
                    <a:pt x="46" y="539"/>
                  </a:cubicBezTo>
                  <a:cubicBezTo>
                    <a:pt x="57" y="543"/>
                    <a:pt x="60" y="545"/>
                    <a:pt x="57" y="545"/>
                  </a:cubicBezTo>
                  <a:cubicBezTo>
                    <a:pt x="55" y="545"/>
                    <a:pt x="51" y="544"/>
                    <a:pt x="45" y="542"/>
                  </a:cubicBezTo>
                  <a:cubicBezTo>
                    <a:pt x="39" y="542"/>
                    <a:pt x="35" y="541"/>
                    <a:pt x="33" y="541"/>
                  </a:cubicBezTo>
                  <a:cubicBezTo>
                    <a:pt x="29" y="541"/>
                    <a:pt x="33" y="543"/>
                    <a:pt x="43" y="548"/>
                  </a:cubicBezTo>
                  <a:cubicBezTo>
                    <a:pt x="57" y="555"/>
                    <a:pt x="57" y="563"/>
                    <a:pt x="44" y="563"/>
                  </a:cubicBezTo>
                  <a:cubicBezTo>
                    <a:pt x="42" y="563"/>
                    <a:pt x="40" y="563"/>
                    <a:pt x="38" y="563"/>
                  </a:cubicBezTo>
                  <a:cubicBezTo>
                    <a:pt x="37" y="565"/>
                    <a:pt x="28" y="566"/>
                    <a:pt x="36" y="568"/>
                  </a:cubicBezTo>
                  <a:lnTo>
                    <a:pt x="27" y="568"/>
                  </a:lnTo>
                  <a:lnTo>
                    <a:pt x="26" y="574"/>
                  </a:lnTo>
                  <a:lnTo>
                    <a:pt x="34" y="575"/>
                  </a:lnTo>
                  <a:cubicBezTo>
                    <a:pt x="26" y="585"/>
                    <a:pt x="19" y="597"/>
                    <a:pt x="15" y="610"/>
                  </a:cubicBezTo>
                  <a:cubicBezTo>
                    <a:pt x="10" y="633"/>
                    <a:pt x="10" y="640"/>
                    <a:pt x="15" y="640"/>
                  </a:cubicBezTo>
                  <a:cubicBezTo>
                    <a:pt x="16" y="640"/>
                    <a:pt x="18" y="639"/>
                    <a:pt x="19" y="639"/>
                  </a:cubicBezTo>
                  <a:cubicBezTo>
                    <a:pt x="24" y="638"/>
                    <a:pt x="27" y="638"/>
                    <a:pt x="29" y="638"/>
                  </a:cubicBezTo>
                  <a:cubicBezTo>
                    <a:pt x="36" y="638"/>
                    <a:pt x="32" y="641"/>
                    <a:pt x="18" y="644"/>
                  </a:cubicBezTo>
                  <a:cubicBezTo>
                    <a:pt x="18" y="647"/>
                    <a:pt x="9" y="652"/>
                    <a:pt x="9" y="658"/>
                  </a:cubicBezTo>
                  <a:cubicBezTo>
                    <a:pt x="9" y="664"/>
                    <a:pt x="9" y="668"/>
                    <a:pt x="0" y="669"/>
                  </a:cubicBezTo>
                  <a:lnTo>
                    <a:pt x="0" y="672"/>
                  </a:lnTo>
                  <a:cubicBezTo>
                    <a:pt x="15" y="672"/>
                    <a:pt x="22" y="688"/>
                    <a:pt x="13" y="698"/>
                  </a:cubicBezTo>
                  <a:cubicBezTo>
                    <a:pt x="14" y="704"/>
                    <a:pt x="14" y="706"/>
                    <a:pt x="23" y="708"/>
                  </a:cubicBezTo>
                  <a:cubicBezTo>
                    <a:pt x="33" y="711"/>
                    <a:pt x="33" y="711"/>
                    <a:pt x="25" y="716"/>
                  </a:cubicBezTo>
                  <a:cubicBezTo>
                    <a:pt x="18" y="718"/>
                    <a:pt x="14" y="732"/>
                    <a:pt x="23" y="732"/>
                  </a:cubicBezTo>
                  <a:cubicBezTo>
                    <a:pt x="25" y="732"/>
                    <a:pt x="27" y="732"/>
                    <a:pt x="30" y="731"/>
                  </a:cubicBezTo>
                  <a:lnTo>
                    <a:pt x="30" y="731"/>
                  </a:lnTo>
                  <a:lnTo>
                    <a:pt x="23" y="736"/>
                  </a:lnTo>
                  <a:cubicBezTo>
                    <a:pt x="19" y="739"/>
                    <a:pt x="19" y="740"/>
                    <a:pt x="21" y="740"/>
                  </a:cubicBezTo>
                  <a:cubicBezTo>
                    <a:pt x="24" y="740"/>
                    <a:pt x="28" y="739"/>
                    <a:pt x="32" y="738"/>
                  </a:cubicBezTo>
                  <a:cubicBezTo>
                    <a:pt x="38" y="735"/>
                    <a:pt x="42" y="734"/>
                    <a:pt x="43" y="734"/>
                  </a:cubicBezTo>
                  <a:cubicBezTo>
                    <a:pt x="46" y="734"/>
                    <a:pt x="40" y="738"/>
                    <a:pt x="26" y="745"/>
                  </a:cubicBezTo>
                  <a:cubicBezTo>
                    <a:pt x="15" y="751"/>
                    <a:pt x="12" y="754"/>
                    <a:pt x="14" y="754"/>
                  </a:cubicBezTo>
                  <a:cubicBezTo>
                    <a:pt x="15" y="754"/>
                    <a:pt x="17" y="753"/>
                    <a:pt x="19" y="752"/>
                  </a:cubicBezTo>
                  <a:cubicBezTo>
                    <a:pt x="24" y="752"/>
                    <a:pt x="28" y="751"/>
                    <a:pt x="30" y="751"/>
                  </a:cubicBezTo>
                  <a:cubicBezTo>
                    <a:pt x="33" y="751"/>
                    <a:pt x="34" y="752"/>
                    <a:pt x="30" y="756"/>
                  </a:cubicBezTo>
                  <a:cubicBezTo>
                    <a:pt x="30" y="757"/>
                    <a:pt x="31" y="758"/>
                    <a:pt x="33" y="758"/>
                  </a:cubicBezTo>
                  <a:cubicBezTo>
                    <a:pt x="35" y="758"/>
                    <a:pt x="39" y="756"/>
                    <a:pt x="47" y="752"/>
                  </a:cubicBezTo>
                  <a:cubicBezTo>
                    <a:pt x="51" y="750"/>
                    <a:pt x="53" y="750"/>
                    <a:pt x="54" y="750"/>
                  </a:cubicBezTo>
                  <a:cubicBezTo>
                    <a:pt x="56" y="750"/>
                    <a:pt x="57" y="751"/>
                    <a:pt x="58" y="752"/>
                  </a:cubicBezTo>
                  <a:cubicBezTo>
                    <a:pt x="53" y="756"/>
                    <a:pt x="47" y="758"/>
                    <a:pt x="41" y="758"/>
                  </a:cubicBezTo>
                  <a:lnTo>
                    <a:pt x="41" y="758"/>
                  </a:lnTo>
                  <a:cubicBezTo>
                    <a:pt x="41" y="759"/>
                    <a:pt x="42" y="760"/>
                    <a:pt x="43" y="762"/>
                  </a:cubicBezTo>
                  <a:cubicBezTo>
                    <a:pt x="44" y="764"/>
                    <a:pt x="40" y="773"/>
                    <a:pt x="32" y="778"/>
                  </a:cubicBezTo>
                  <a:cubicBezTo>
                    <a:pt x="29" y="781"/>
                    <a:pt x="28" y="784"/>
                    <a:pt x="29" y="784"/>
                  </a:cubicBezTo>
                  <a:cubicBezTo>
                    <a:pt x="30" y="784"/>
                    <a:pt x="34" y="781"/>
                    <a:pt x="41" y="776"/>
                  </a:cubicBezTo>
                  <a:cubicBezTo>
                    <a:pt x="49" y="770"/>
                    <a:pt x="53" y="768"/>
                    <a:pt x="55" y="768"/>
                  </a:cubicBezTo>
                  <a:cubicBezTo>
                    <a:pt x="56" y="768"/>
                    <a:pt x="57" y="769"/>
                    <a:pt x="59" y="771"/>
                  </a:cubicBezTo>
                  <a:cubicBezTo>
                    <a:pt x="60" y="773"/>
                    <a:pt x="61" y="775"/>
                    <a:pt x="54" y="780"/>
                  </a:cubicBezTo>
                  <a:cubicBezTo>
                    <a:pt x="46" y="785"/>
                    <a:pt x="46" y="785"/>
                    <a:pt x="50" y="789"/>
                  </a:cubicBezTo>
                  <a:cubicBezTo>
                    <a:pt x="51" y="791"/>
                    <a:pt x="53" y="791"/>
                    <a:pt x="56" y="791"/>
                  </a:cubicBezTo>
                  <a:cubicBezTo>
                    <a:pt x="65" y="791"/>
                    <a:pt x="83" y="784"/>
                    <a:pt x="95" y="777"/>
                  </a:cubicBezTo>
                  <a:cubicBezTo>
                    <a:pt x="102" y="771"/>
                    <a:pt x="105" y="769"/>
                    <a:pt x="106" y="769"/>
                  </a:cubicBezTo>
                  <a:lnTo>
                    <a:pt x="106" y="769"/>
                  </a:lnTo>
                  <a:cubicBezTo>
                    <a:pt x="106" y="769"/>
                    <a:pt x="103" y="772"/>
                    <a:pt x="97" y="778"/>
                  </a:cubicBezTo>
                  <a:cubicBezTo>
                    <a:pt x="89" y="784"/>
                    <a:pt x="91" y="786"/>
                    <a:pt x="92" y="787"/>
                  </a:cubicBezTo>
                  <a:cubicBezTo>
                    <a:pt x="94" y="785"/>
                    <a:pt x="95" y="785"/>
                    <a:pt x="95" y="785"/>
                  </a:cubicBezTo>
                  <a:lnTo>
                    <a:pt x="95" y="785"/>
                  </a:lnTo>
                  <a:cubicBezTo>
                    <a:pt x="96" y="785"/>
                    <a:pt x="94" y="787"/>
                    <a:pt x="93" y="787"/>
                  </a:cubicBezTo>
                  <a:cubicBezTo>
                    <a:pt x="93" y="787"/>
                    <a:pt x="92" y="787"/>
                    <a:pt x="92" y="787"/>
                  </a:cubicBezTo>
                  <a:cubicBezTo>
                    <a:pt x="89" y="790"/>
                    <a:pt x="87" y="791"/>
                    <a:pt x="85" y="791"/>
                  </a:cubicBezTo>
                  <a:cubicBezTo>
                    <a:pt x="84" y="791"/>
                    <a:pt x="83" y="790"/>
                    <a:pt x="82" y="789"/>
                  </a:cubicBezTo>
                  <a:lnTo>
                    <a:pt x="75" y="795"/>
                  </a:lnTo>
                  <a:cubicBezTo>
                    <a:pt x="68" y="802"/>
                    <a:pt x="66" y="806"/>
                    <a:pt x="68" y="806"/>
                  </a:cubicBezTo>
                  <a:cubicBezTo>
                    <a:pt x="70" y="806"/>
                    <a:pt x="74" y="804"/>
                    <a:pt x="80" y="800"/>
                  </a:cubicBezTo>
                  <a:cubicBezTo>
                    <a:pt x="84" y="798"/>
                    <a:pt x="86" y="797"/>
                    <a:pt x="87" y="797"/>
                  </a:cubicBezTo>
                  <a:cubicBezTo>
                    <a:pt x="88" y="797"/>
                    <a:pt x="87" y="799"/>
                    <a:pt x="83" y="804"/>
                  </a:cubicBezTo>
                  <a:cubicBezTo>
                    <a:pt x="80" y="810"/>
                    <a:pt x="76" y="815"/>
                    <a:pt x="77" y="815"/>
                  </a:cubicBezTo>
                  <a:cubicBezTo>
                    <a:pt x="77" y="815"/>
                    <a:pt x="78" y="815"/>
                    <a:pt x="80" y="813"/>
                  </a:cubicBezTo>
                  <a:cubicBezTo>
                    <a:pt x="80" y="813"/>
                    <a:pt x="84" y="816"/>
                    <a:pt x="80" y="824"/>
                  </a:cubicBezTo>
                  <a:cubicBezTo>
                    <a:pt x="82" y="826"/>
                    <a:pt x="83" y="828"/>
                    <a:pt x="85" y="828"/>
                  </a:cubicBezTo>
                  <a:cubicBezTo>
                    <a:pt x="87" y="828"/>
                    <a:pt x="89" y="827"/>
                    <a:pt x="91" y="824"/>
                  </a:cubicBezTo>
                  <a:cubicBezTo>
                    <a:pt x="95" y="820"/>
                    <a:pt x="97" y="819"/>
                    <a:pt x="98" y="819"/>
                  </a:cubicBezTo>
                  <a:cubicBezTo>
                    <a:pt x="99" y="819"/>
                    <a:pt x="100" y="820"/>
                    <a:pt x="101" y="821"/>
                  </a:cubicBezTo>
                  <a:cubicBezTo>
                    <a:pt x="102" y="821"/>
                    <a:pt x="103" y="822"/>
                    <a:pt x="105" y="822"/>
                  </a:cubicBezTo>
                  <a:cubicBezTo>
                    <a:pt x="106" y="822"/>
                    <a:pt x="108" y="821"/>
                    <a:pt x="111" y="817"/>
                  </a:cubicBezTo>
                  <a:cubicBezTo>
                    <a:pt x="116" y="812"/>
                    <a:pt x="122" y="808"/>
                    <a:pt x="126" y="808"/>
                  </a:cubicBezTo>
                  <a:cubicBezTo>
                    <a:pt x="127" y="808"/>
                    <a:pt x="128" y="808"/>
                    <a:pt x="128" y="808"/>
                  </a:cubicBezTo>
                  <a:cubicBezTo>
                    <a:pt x="132" y="807"/>
                    <a:pt x="134" y="806"/>
                    <a:pt x="135" y="806"/>
                  </a:cubicBezTo>
                  <a:cubicBezTo>
                    <a:pt x="137" y="806"/>
                    <a:pt x="135" y="809"/>
                    <a:pt x="128" y="818"/>
                  </a:cubicBezTo>
                  <a:cubicBezTo>
                    <a:pt x="123" y="825"/>
                    <a:pt x="125" y="827"/>
                    <a:pt x="127" y="828"/>
                  </a:cubicBezTo>
                  <a:cubicBezTo>
                    <a:pt x="127" y="828"/>
                    <a:pt x="128" y="830"/>
                    <a:pt x="125" y="837"/>
                  </a:cubicBezTo>
                  <a:cubicBezTo>
                    <a:pt x="124" y="840"/>
                    <a:pt x="124" y="841"/>
                    <a:pt x="124" y="841"/>
                  </a:cubicBezTo>
                  <a:cubicBezTo>
                    <a:pt x="125" y="841"/>
                    <a:pt x="129" y="836"/>
                    <a:pt x="133" y="832"/>
                  </a:cubicBezTo>
                  <a:lnTo>
                    <a:pt x="144" y="818"/>
                  </a:lnTo>
                  <a:lnTo>
                    <a:pt x="144" y="818"/>
                  </a:lnTo>
                  <a:cubicBezTo>
                    <a:pt x="145" y="819"/>
                    <a:pt x="137" y="834"/>
                    <a:pt x="132" y="842"/>
                  </a:cubicBezTo>
                  <a:cubicBezTo>
                    <a:pt x="128" y="849"/>
                    <a:pt x="126" y="853"/>
                    <a:pt x="126" y="853"/>
                  </a:cubicBezTo>
                  <a:cubicBezTo>
                    <a:pt x="126" y="853"/>
                    <a:pt x="129" y="850"/>
                    <a:pt x="134" y="843"/>
                  </a:cubicBezTo>
                  <a:cubicBezTo>
                    <a:pt x="137" y="838"/>
                    <a:pt x="141" y="834"/>
                    <a:pt x="144" y="834"/>
                  </a:cubicBezTo>
                  <a:cubicBezTo>
                    <a:pt x="145" y="834"/>
                    <a:pt x="145" y="835"/>
                    <a:pt x="145" y="839"/>
                  </a:cubicBezTo>
                  <a:cubicBezTo>
                    <a:pt x="150" y="841"/>
                    <a:pt x="154" y="843"/>
                    <a:pt x="150" y="851"/>
                  </a:cubicBezTo>
                  <a:cubicBezTo>
                    <a:pt x="148" y="854"/>
                    <a:pt x="149" y="855"/>
                    <a:pt x="150" y="855"/>
                  </a:cubicBezTo>
                  <a:cubicBezTo>
                    <a:pt x="151" y="855"/>
                    <a:pt x="154" y="853"/>
                    <a:pt x="154" y="853"/>
                  </a:cubicBezTo>
                  <a:cubicBezTo>
                    <a:pt x="157" y="850"/>
                    <a:pt x="159" y="849"/>
                    <a:pt x="160" y="849"/>
                  </a:cubicBezTo>
                  <a:cubicBezTo>
                    <a:pt x="163" y="849"/>
                    <a:pt x="164" y="852"/>
                    <a:pt x="165" y="858"/>
                  </a:cubicBezTo>
                  <a:cubicBezTo>
                    <a:pt x="167" y="868"/>
                    <a:pt x="168" y="873"/>
                    <a:pt x="170" y="873"/>
                  </a:cubicBezTo>
                  <a:cubicBezTo>
                    <a:pt x="172" y="873"/>
                    <a:pt x="174" y="869"/>
                    <a:pt x="178" y="862"/>
                  </a:cubicBezTo>
                  <a:cubicBezTo>
                    <a:pt x="179" y="857"/>
                    <a:pt x="181" y="853"/>
                    <a:pt x="182" y="853"/>
                  </a:cubicBezTo>
                  <a:cubicBezTo>
                    <a:pt x="182" y="853"/>
                    <a:pt x="182" y="854"/>
                    <a:pt x="182" y="855"/>
                  </a:cubicBezTo>
                  <a:cubicBezTo>
                    <a:pt x="181" y="856"/>
                    <a:pt x="181" y="860"/>
                    <a:pt x="180" y="863"/>
                  </a:cubicBezTo>
                  <a:cubicBezTo>
                    <a:pt x="179" y="866"/>
                    <a:pt x="180" y="867"/>
                    <a:pt x="181" y="867"/>
                  </a:cubicBezTo>
                  <a:cubicBezTo>
                    <a:pt x="183" y="867"/>
                    <a:pt x="187" y="862"/>
                    <a:pt x="193" y="858"/>
                  </a:cubicBezTo>
                  <a:cubicBezTo>
                    <a:pt x="199" y="849"/>
                    <a:pt x="204" y="837"/>
                    <a:pt x="209" y="826"/>
                  </a:cubicBezTo>
                  <a:cubicBezTo>
                    <a:pt x="213" y="817"/>
                    <a:pt x="214" y="813"/>
                    <a:pt x="215" y="813"/>
                  </a:cubicBezTo>
                  <a:cubicBezTo>
                    <a:pt x="216" y="813"/>
                    <a:pt x="216" y="816"/>
                    <a:pt x="217" y="819"/>
                  </a:cubicBezTo>
                  <a:cubicBezTo>
                    <a:pt x="218" y="821"/>
                    <a:pt x="217" y="830"/>
                    <a:pt x="215" y="837"/>
                  </a:cubicBezTo>
                  <a:cubicBezTo>
                    <a:pt x="211" y="845"/>
                    <a:pt x="209" y="845"/>
                    <a:pt x="209" y="845"/>
                  </a:cubicBezTo>
                  <a:lnTo>
                    <a:pt x="207" y="844"/>
                  </a:lnTo>
                  <a:cubicBezTo>
                    <a:pt x="203" y="852"/>
                    <a:pt x="200" y="861"/>
                    <a:pt x="204" y="862"/>
                  </a:cubicBezTo>
                  <a:cubicBezTo>
                    <a:pt x="204" y="867"/>
                    <a:pt x="205" y="869"/>
                    <a:pt x="206" y="869"/>
                  </a:cubicBezTo>
                  <a:cubicBezTo>
                    <a:pt x="207" y="869"/>
                    <a:pt x="209" y="867"/>
                    <a:pt x="210" y="863"/>
                  </a:cubicBezTo>
                  <a:lnTo>
                    <a:pt x="210" y="863"/>
                  </a:lnTo>
                  <a:cubicBezTo>
                    <a:pt x="209" y="869"/>
                    <a:pt x="212" y="874"/>
                    <a:pt x="218" y="876"/>
                  </a:cubicBezTo>
                  <a:cubicBezTo>
                    <a:pt x="221" y="877"/>
                    <a:pt x="225" y="879"/>
                    <a:pt x="224" y="887"/>
                  </a:cubicBezTo>
                  <a:cubicBezTo>
                    <a:pt x="225" y="887"/>
                    <a:pt x="226" y="888"/>
                    <a:pt x="226" y="888"/>
                  </a:cubicBezTo>
                  <a:cubicBezTo>
                    <a:pt x="228" y="888"/>
                    <a:pt x="229" y="886"/>
                    <a:pt x="231" y="880"/>
                  </a:cubicBezTo>
                  <a:cubicBezTo>
                    <a:pt x="234" y="870"/>
                    <a:pt x="236" y="867"/>
                    <a:pt x="236" y="867"/>
                  </a:cubicBezTo>
                  <a:lnTo>
                    <a:pt x="236" y="867"/>
                  </a:lnTo>
                  <a:cubicBezTo>
                    <a:pt x="237" y="867"/>
                    <a:pt x="236" y="869"/>
                    <a:pt x="235" y="872"/>
                  </a:cubicBezTo>
                  <a:cubicBezTo>
                    <a:pt x="232" y="885"/>
                    <a:pt x="239" y="896"/>
                    <a:pt x="246" y="896"/>
                  </a:cubicBezTo>
                  <a:cubicBezTo>
                    <a:pt x="249" y="896"/>
                    <a:pt x="252" y="894"/>
                    <a:pt x="254" y="889"/>
                  </a:cubicBezTo>
                  <a:lnTo>
                    <a:pt x="257" y="890"/>
                  </a:lnTo>
                  <a:cubicBezTo>
                    <a:pt x="257" y="896"/>
                    <a:pt x="261" y="899"/>
                    <a:pt x="264" y="899"/>
                  </a:cubicBezTo>
                  <a:cubicBezTo>
                    <a:pt x="267" y="899"/>
                    <a:pt x="269" y="898"/>
                    <a:pt x="271" y="895"/>
                  </a:cubicBezTo>
                  <a:lnTo>
                    <a:pt x="274" y="896"/>
                  </a:lnTo>
                  <a:cubicBezTo>
                    <a:pt x="275" y="901"/>
                    <a:pt x="275" y="903"/>
                    <a:pt x="276" y="903"/>
                  </a:cubicBezTo>
                  <a:cubicBezTo>
                    <a:pt x="277" y="903"/>
                    <a:pt x="279" y="902"/>
                    <a:pt x="281" y="898"/>
                  </a:cubicBezTo>
                  <a:cubicBezTo>
                    <a:pt x="283" y="892"/>
                    <a:pt x="286" y="886"/>
                    <a:pt x="286" y="886"/>
                  </a:cubicBezTo>
                  <a:lnTo>
                    <a:pt x="286" y="886"/>
                  </a:lnTo>
                  <a:cubicBezTo>
                    <a:pt x="286" y="886"/>
                    <a:pt x="285" y="887"/>
                    <a:pt x="284" y="890"/>
                  </a:cubicBezTo>
                  <a:cubicBezTo>
                    <a:pt x="282" y="898"/>
                    <a:pt x="285" y="899"/>
                    <a:pt x="291" y="901"/>
                  </a:cubicBezTo>
                  <a:cubicBezTo>
                    <a:pt x="293" y="902"/>
                    <a:pt x="294" y="903"/>
                    <a:pt x="295" y="903"/>
                  </a:cubicBezTo>
                  <a:cubicBezTo>
                    <a:pt x="297" y="903"/>
                    <a:pt x="297" y="901"/>
                    <a:pt x="298" y="895"/>
                  </a:cubicBezTo>
                  <a:cubicBezTo>
                    <a:pt x="300" y="893"/>
                    <a:pt x="301" y="892"/>
                    <a:pt x="302" y="892"/>
                  </a:cubicBezTo>
                  <a:cubicBezTo>
                    <a:pt x="304" y="892"/>
                    <a:pt x="303" y="899"/>
                    <a:pt x="301" y="905"/>
                  </a:cubicBezTo>
                  <a:cubicBezTo>
                    <a:pt x="298" y="913"/>
                    <a:pt x="297" y="917"/>
                    <a:pt x="297" y="917"/>
                  </a:cubicBezTo>
                  <a:cubicBezTo>
                    <a:pt x="298" y="917"/>
                    <a:pt x="301" y="911"/>
                    <a:pt x="307" y="898"/>
                  </a:cubicBezTo>
                  <a:cubicBezTo>
                    <a:pt x="310" y="889"/>
                    <a:pt x="313" y="885"/>
                    <a:pt x="314" y="885"/>
                  </a:cubicBezTo>
                  <a:cubicBezTo>
                    <a:pt x="314" y="885"/>
                    <a:pt x="314" y="887"/>
                    <a:pt x="313" y="891"/>
                  </a:cubicBezTo>
                  <a:cubicBezTo>
                    <a:pt x="312" y="897"/>
                    <a:pt x="310" y="899"/>
                    <a:pt x="309" y="899"/>
                  </a:cubicBezTo>
                  <a:cubicBezTo>
                    <a:pt x="308" y="899"/>
                    <a:pt x="308" y="898"/>
                    <a:pt x="308" y="898"/>
                  </a:cubicBezTo>
                  <a:cubicBezTo>
                    <a:pt x="308" y="898"/>
                    <a:pt x="305" y="907"/>
                    <a:pt x="302" y="915"/>
                  </a:cubicBezTo>
                  <a:cubicBezTo>
                    <a:pt x="303" y="915"/>
                    <a:pt x="303" y="915"/>
                    <a:pt x="304" y="915"/>
                  </a:cubicBezTo>
                  <a:cubicBezTo>
                    <a:pt x="305" y="915"/>
                    <a:pt x="305" y="914"/>
                    <a:pt x="308" y="908"/>
                  </a:cubicBezTo>
                  <a:cubicBezTo>
                    <a:pt x="308" y="908"/>
                    <a:pt x="310" y="908"/>
                    <a:pt x="313" y="900"/>
                  </a:cubicBezTo>
                  <a:cubicBezTo>
                    <a:pt x="318" y="892"/>
                    <a:pt x="320" y="885"/>
                    <a:pt x="321" y="876"/>
                  </a:cubicBezTo>
                  <a:cubicBezTo>
                    <a:pt x="322" y="869"/>
                    <a:pt x="323" y="867"/>
                    <a:pt x="324" y="867"/>
                  </a:cubicBezTo>
                  <a:cubicBezTo>
                    <a:pt x="325" y="867"/>
                    <a:pt x="325" y="867"/>
                    <a:pt x="326" y="868"/>
                  </a:cubicBezTo>
                  <a:cubicBezTo>
                    <a:pt x="326" y="877"/>
                    <a:pt x="323" y="886"/>
                    <a:pt x="319" y="893"/>
                  </a:cubicBezTo>
                  <a:cubicBezTo>
                    <a:pt x="319" y="893"/>
                    <a:pt x="319" y="893"/>
                    <a:pt x="319" y="893"/>
                  </a:cubicBezTo>
                  <a:cubicBezTo>
                    <a:pt x="317" y="893"/>
                    <a:pt x="314" y="902"/>
                    <a:pt x="312" y="909"/>
                  </a:cubicBezTo>
                  <a:cubicBezTo>
                    <a:pt x="312" y="911"/>
                    <a:pt x="312" y="912"/>
                    <a:pt x="313" y="912"/>
                  </a:cubicBezTo>
                  <a:cubicBezTo>
                    <a:pt x="315" y="912"/>
                    <a:pt x="324" y="900"/>
                    <a:pt x="329" y="887"/>
                  </a:cubicBezTo>
                  <a:lnTo>
                    <a:pt x="329" y="887"/>
                  </a:lnTo>
                  <a:lnTo>
                    <a:pt x="327" y="896"/>
                  </a:lnTo>
                  <a:cubicBezTo>
                    <a:pt x="323" y="904"/>
                    <a:pt x="327" y="905"/>
                    <a:pt x="329" y="906"/>
                  </a:cubicBezTo>
                  <a:cubicBezTo>
                    <a:pt x="330" y="906"/>
                    <a:pt x="331" y="907"/>
                    <a:pt x="332" y="907"/>
                  </a:cubicBezTo>
                  <a:cubicBezTo>
                    <a:pt x="333" y="907"/>
                    <a:pt x="335" y="905"/>
                    <a:pt x="337" y="899"/>
                  </a:cubicBezTo>
                  <a:cubicBezTo>
                    <a:pt x="339" y="892"/>
                    <a:pt x="341" y="883"/>
                    <a:pt x="342" y="883"/>
                  </a:cubicBezTo>
                  <a:cubicBezTo>
                    <a:pt x="342" y="883"/>
                    <a:pt x="342" y="883"/>
                    <a:pt x="342" y="883"/>
                  </a:cubicBezTo>
                  <a:cubicBezTo>
                    <a:pt x="341" y="882"/>
                    <a:pt x="344" y="874"/>
                    <a:pt x="347" y="865"/>
                  </a:cubicBezTo>
                  <a:lnTo>
                    <a:pt x="347" y="865"/>
                  </a:lnTo>
                  <a:cubicBezTo>
                    <a:pt x="347" y="872"/>
                    <a:pt x="347" y="878"/>
                    <a:pt x="346" y="885"/>
                  </a:cubicBezTo>
                  <a:cubicBezTo>
                    <a:pt x="344" y="901"/>
                    <a:pt x="344" y="911"/>
                    <a:pt x="349" y="914"/>
                  </a:cubicBezTo>
                  <a:cubicBezTo>
                    <a:pt x="353" y="915"/>
                    <a:pt x="357" y="916"/>
                    <a:pt x="356" y="925"/>
                  </a:cubicBezTo>
                  <a:cubicBezTo>
                    <a:pt x="357" y="925"/>
                    <a:pt x="358" y="925"/>
                    <a:pt x="358" y="925"/>
                  </a:cubicBezTo>
                  <a:cubicBezTo>
                    <a:pt x="360" y="925"/>
                    <a:pt x="361" y="924"/>
                    <a:pt x="363" y="918"/>
                  </a:cubicBezTo>
                  <a:lnTo>
                    <a:pt x="366" y="919"/>
                  </a:lnTo>
                  <a:cubicBezTo>
                    <a:pt x="365" y="924"/>
                    <a:pt x="366" y="927"/>
                    <a:pt x="367" y="927"/>
                  </a:cubicBezTo>
                  <a:cubicBezTo>
                    <a:pt x="368" y="927"/>
                    <a:pt x="369" y="925"/>
                    <a:pt x="371" y="920"/>
                  </a:cubicBezTo>
                  <a:cubicBezTo>
                    <a:pt x="372" y="918"/>
                    <a:pt x="372" y="917"/>
                    <a:pt x="373" y="917"/>
                  </a:cubicBezTo>
                  <a:cubicBezTo>
                    <a:pt x="373" y="917"/>
                    <a:pt x="373" y="922"/>
                    <a:pt x="374" y="922"/>
                  </a:cubicBezTo>
                  <a:cubicBezTo>
                    <a:pt x="373" y="930"/>
                    <a:pt x="372" y="934"/>
                    <a:pt x="373" y="934"/>
                  </a:cubicBezTo>
                  <a:cubicBezTo>
                    <a:pt x="373" y="934"/>
                    <a:pt x="375" y="928"/>
                    <a:pt x="378" y="914"/>
                  </a:cubicBezTo>
                  <a:cubicBezTo>
                    <a:pt x="381" y="908"/>
                    <a:pt x="381" y="901"/>
                    <a:pt x="379" y="896"/>
                  </a:cubicBezTo>
                  <a:lnTo>
                    <a:pt x="375" y="895"/>
                  </a:lnTo>
                  <a:lnTo>
                    <a:pt x="382" y="888"/>
                  </a:lnTo>
                  <a:cubicBezTo>
                    <a:pt x="383" y="888"/>
                    <a:pt x="388" y="881"/>
                    <a:pt x="392" y="872"/>
                  </a:cubicBezTo>
                  <a:cubicBezTo>
                    <a:pt x="392" y="872"/>
                    <a:pt x="394" y="864"/>
                    <a:pt x="395" y="864"/>
                  </a:cubicBezTo>
                  <a:lnTo>
                    <a:pt x="395" y="864"/>
                  </a:lnTo>
                  <a:cubicBezTo>
                    <a:pt x="395" y="864"/>
                    <a:pt x="393" y="873"/>
                    <a:pt x="391" y="881"/>
                  </a:cubicBezTo>
                  <a:cubicBezTo>
                    <a:pt x="386" y="889"/>
                    <a:pt x="384" y="897"/>
                    <a:pt x="381" y="906"/>
                  </a:cubicBezTo>
                  <a:cubicBezTo>
                    <a:pt x="378" y="917"/>
                    <a:pt x="379" y="925"/>
                    <a:pt x="380" y="925"/>
                  </a:cubicBezTo>
                  <a:cubicBezTo>
                    <a:pt x="381" y="925"/>
                    <a:pt x="382" y="922"/>
                    <a:pt x="384" y="916"/>
                  </a:cubicBezTo>
                  <a:cubicBezTo>
                    <a:pt x="386" y="917"/>
                    <a:pt x="386" y="917"/>
                    <a:pt x="385" y="926"/>
                  </a:cubicBezTo>
                  <a:cubicBezTo>
                    <a:pt x="384" y="929"/>
                    <a:pt x="383" y="932"/>
                    <a:pt x="384" y="932"/>
                  </a:cubicBezTo>
                  <a:cubicBezTo>
                    <a:pt x="384" y="932"/>
                    <a:pt x="386" y="928"/>
                    <a:pt x="390" y="918"/>
                  </a:cubicBezTo>
                  <a:cubicBezTo>
                    <a:pt x="393" y="910"/>
                    <a:pt x="395" y="907"/>
                    <a:pt x="396" y="907"/>
                  </a:cubicBezTo>
                  <a:lnTo>
                    <a:pt x="396" y="907"/>
                  </a:lnTo>
                  <a:cubicBezTo>
                    <a:pt x="397" y="907"/>
                    <a:pt x="396" y="911"/>
                    <a:pt x="394" y="919"/>
                  </a:cubicBezTo>
                  <a:cubicBezTo>
                    <a:pt x="393" y="931"/>
                    <a:pt x="395" y="936"/>
                    <a:pt x="397" y="936"/>
                  </a:cubicBezTo>
                  <a:cubicBezTo>
                    <a:pt x="399" y="936"/>
                    <a:pt x="400" y="934"/>
                    <a:pt x="401" y="932"/>
                  </a:cubicBezTo>
                  <a:cubicBezTo>
                    <a:pt x="403" y="922"/>
                    <a:pt x="406" y="918"/>
                    <a:pt x="407" y="918"/>
                  </a:cubicBezTo>
                  <a:cubicBezTo>
                    <a:pt x="409" y="918"/>
                    <a:pt x="409" y="921"/>
                    <a:pt x="409" y="925"/>
                  </a:cubicBezTo>
                  <a:cubicBezTo>
                    <a:pt x="408" y="930"/>
                    <a:pt x="408" y="932"/>
                    <a:pt x="409" y="932"/>
                  </a:cubicBezTo>
                  <a:cubicBezTo>
                    <a:pt x="410" y="932"/>
                    <a:pt x="412" y="930"/>
                    <a:pt x="413" y="926"/>
                  </a:cubicBezTo>
                  <a:lnTo>
                    <a:pt x="413" y="926"/>
                  </a:lnTo>
                  <a:cubicBezTo>
                    <a:pt x="412" y="933"/>
                    <a:pt x="410" y="939"/>
                    <a:pt x="411" y="939"/>
                  </a:cubicBezTo>
                  <a:cubicBezTo>
                    <a:pt x="412" y="939"/>
                    <a:pt x="412" y="938"/>
                    <a:pt x="413" y="936"/>
                  </a:cubicBezTo>
                  <a:cubicBezTo>
                    <a:pt x="413" y="936"/>
                    <a:pt x="415" y="936"/>
                    <a:pt x="417" y="927"/>
                  </a:cubicBezTo>
                  <a:cubicBezTo>
                    <a:pt x="417" y="927"/>
                    <a:pt x="420" y="919"/>
                    <a:pt x="424" y="911"/>
                  </a:cubicBezTo>
                  <a:cubicBezTo>
                    <a:pt x="423" y="911"/>
                    <a:pt x="425" y="902"/>
                    <a:pt x="428" y="895"/>
                  </a:cubicBezTo>
                  <a:cubicBezTo>
                    <a:pt x="429" y="893"/>
                    <a:pt x="429" y="892"/>
                    <a:pt x="430" y="892"/>
                  </a:cubicBezTo>
                  <a:cubicBezTo>
                    <a:pt x="432" y="892"/>
                    <a:pt x="432" y="903"/>
                    <a:pt x="429" y="923"/>
                  </a:cubicBezTo>
                  <a:lnTo>
                    <a:pt x="427" y="941"/>
                  </a:lnTo>
                  <a:cubicBezTo>
                    <a:pt x="429" y="932"/>
                    <a:pt x="432" y="924"/>
                    <a:pt x="432" y="924"/>
                  </a:cubicBezTo>
                  <a:cubicBezTo>
                    <a:pt x="433" y="924"/>
                    <a:pt x="434" y="925"/>
                    <a:pt x="432" y="933"/>
                  </a:cubicBezTo>
                  <a:cubicBezTo>
                    <a:pt x="430" y="942"/>
                    <a:pt x="430" y="942"/>
                    <a:pt x="431" y="942"/>
                  </a:cubicBezTo>
                  <a:cubicBezTo>
                    <a:pt x="431" y="942"/>
                    <a:pt x="431" y="942"/>
                    <a:pt x="431" y="942"/>
                  </a:cubicBezTo>
                  <a:cubicBezTo>
                    <a:pt x="432" y="942"/>
                    <a:pt x="433" y="941"/>
                    <a:pt x="436" y="934"/>
                  </a:cubicBezTo>
                  <a:cubicBezTo>
                    <a:pt x="438" y="924"/>
                    <a:pt x="439" y="920"/>
                    <a:pt x="440" y="920"/>
                  </a:cubicBezTo>
                  <a:lnTo>
                    <a:pt x="440" y="920"/>
                  </a:lnTo>
                  <a:cubicBezTo>
                    <a:pt x="440" y="920"/>
                    <a:pt x="439" y="922"/>
                    <a:pt x="439" y="926"/>
                  </a:cubicBezTo>
                  <a:cubicBezTo>
                    <a:pt x="437" y="935"/>
                    <a:pt x="437" y="940"/>
                    <a:pt x="437" y="940"/>
                  </a:cubicBezTo>
                  <a:cubicBezTo>
                    <a:pt x="438" y="940"/>
                    <a:pt x="440" y="936"/>
                    <a:pt x="443" y="928"/>
                  </a:cubicBezTo>
                  <a:cubicBezTo>
                    <a:pt x="446" y="920"/>
                    <a:pt x="448" y="916"/>
                    <a:pt x="448" y="916"/>
                  </a:cubicBezTo>
                  <a:lnTo>
                    <a:pt x="448" y="916"/>
                  </a:lnTo>
                  <a:cubicBezTo>
                    <a:pt x="448" y="916"/>
                    <a:pt x="447" y="920"/>
                    <a:pt x="445" y="928"/>
                  </a:cubicBezTo>
                  <a:cubicBezTo>
                    <a:pt x="442" y="937"/>
                    <a:pt x="441" y="945"/>
                    <a:pt x="442" y="946"/>
                  </a:cubicBezTo>
                  <a:lnTo>
                    <a:pt x="446" y="937"/>
                  </a:lnTo>
                  <a:cubicBezTo>
                    <a:pt x="448" y="928"/>
                    <a:pt x="450" y="924"/>
                    <a:pt x="451" y="924"/>
                  </a:cubicBezTo>
                  <a:cubicBezTo>
                    <a:pt x="452" y="924"/>
                    <a:pt x="452" y="927"/>
                    <a:pt x="451" y="931"/>
                  </a:cubicBezTo>
                  <a:cubicBezTo>
                    <a:pt x="449" y="935"/>
                    <a:pt x="449" y="937"/>
                    <a:pt x="450" y="937"/>
                  </a:cubicBezTo>
                  <a:cubicBezTo>
                    <a:pt x="451" y="937"/>
                    <a:pt x="453" y="935"/>
                    <a:pt x="455" y="932"/>
                  </a:cubicBezTo>
                  <a:cubicBezTo>
                    <a:pt x="458" y="933"/>
                    <a:pt x="459" y="934"/>
                    <a:pt x="457" y="942"/>
                  </a:cubicBezTo>
                  <a:cubicBezTo>
                    <a:pt x="454" y="950"/>
                    <a:pt x="453" y="954"/>
                    <a:pt x="453" y="954"/>
                  </a:cubicBezTo>
                  <a:cubicBezTo>
                    <a:pt x="453" y="954"/>
                    <a:pt x="455" y="951"/>
                    <a:pt x="458" y="943"/>
                  </a:cubicBezTo>
                  <a:cubicBezTo>
                    <a:pt x="460" y="939"/>
                    <a:pt x="461" y="937"/>
                    <a:pt x="462" y="937"/>
                  </a:cubicBezTo>
                  <a:cubicBezTo>
                    <a:pt x="463" y="937"/>
                    <a:pt x="463" y="939"/>
                    <a:pt x="463" y="944"/>
                  </a:cubicBezTo>
                  <a:cubicBezTo>
                    <a:pt x="462" y="949"/>
                    <a:pt x="462" y="951"/>
                    <a:pt x="462" y="951"/>
                  </a:cubicBezTo>
                  <a:cubicBezTo>
                    <a:pt x="463" y="951"/>
                    <a:pt x="464" y="949"/>
                    <a:pt x="466" y="945"/>
                  </a:cubicBezTo>
                  <a:cubicBezTo>
                    <a:pt x="470" y="928"/>
                    <a:pt x="474" y="919"/>
                    <a:pt x="471" y="919"/>
                  </a:cubicBezTo>
                  <a:cubicBezTo>
                    <a:pt x="470" y="919"/>
                    <a:pt x="470" y="919"/>
                    <a:pt x="473" y="910"/>
                  </a:cubicBezTo>
                  <a:lnTo>
                    <a:pt x="476" y="911"/>
                  </a:lnTo>
                  <a:cubicBezTo>
                    <a:pt x="476" y="911"/>
                    <a:pt x="477" y="911"/>
                    <a:pt x="477" y="911"/>
                  </a:cubicBezTo>
                  <a:cubicBezTo>
                    <a:pt x="478" y="911"/>
                    <a:pt x="480" y="911"/>
                    <a:pt x="484" y="905"/>
                  </a:cubicBezTo>
                  <a:cubicBezTo>
                    <a:pt x="489" y="899"/>
                    <a:pt x="493" y="886"/>
                    <a:pt x="491" y="886"/>
                  </a:cubicBezTo>
                  <a:cubicBezTo>
                    <a:pt x="491" y="886"/>
                    <a:pt x="490" y="887"/>
                    <a:pt x="489" y="888"/>
                  </a:cubicBezTo>
                  <a:lnTo>
                    <a:pt x="491" y="879"/>
                  </a:lnTo>
                  <a:cubicBezTo>
                    <a:pt x="495" y="866"/>
                    <a:pt x="496" y="860"/>
                    <a:pt x="495" y="860"/>
                  </a:cubicBezTo>
                  <a:lnTo>
                    <a:pt x="495" y="860"/>
                  </a:lnTo>
                  <a:cubicBezTo>
                    <a:pt x="494" y="860"/>
                    <a:pt x="491" y="866"/>
                    <a:pt x="487" y="878"/>
                  </a:cubicBezTo>
                  <a:cubicBezTo>
                    <a:pt x="483" y="892"/>
                    <a:pt x="481" y="898"/>
                    <a:pt x="481" y="898"/>
                  </a:cubicBezTo>
                  <a:cubicBezTo>
                    <a:pt x="480" y="898"/>
                    <a:pt x="481" y="894"/>
                    <a:pt x="483" y="886"/>
                  </a:cubicBezTo>
                  <a:cubicBezTo>
                    <a:pt x="488" y="869"/>
                    <a:pt x="487" y="869"/>
                    <a:pt x="485" y="869"/>
                  </a:cubicBezTo>
                  <a:cubicBezTo>
                    <a:pt x="484" y="868"/>
                    <a:pt x="484" y="868"/>
                    <a:pt x="486" y="860"/>
                  </a:cubicBezTo>
                  <a:cubicBezTo>
                    <a:pt x="489" y="851"/>
                    <a:pt x="491" y="842"/>
                    <a:pt x="489" y="842"/>
                  </a:cubicBezTo>
                  <a:cubicBezTo>
                    <a:pt x="489" y="842"/>
                    <a:pt x="488" y="841"/>
                    <a:pt x="488" y="841"/>
                  </a:cubicBezTo>
                  <a:cubicBezTo>
                    <a:pt x="487" y="841"/>
                    <a:pt x="487" y="843"/>
                    <a:pt x="485" y="850"/>
                  </a:cubicBezTo>
                  <a:cubicBezTo>
                    <a:pt x="485" y="853"/>
                    <a:pt x="484" y="855"/>
                    <a:pt x="483" y="855"/>
                  </a:cubicBezTo>
                  <a:cubicBezTo>
                    <a:pt x="482" y="855"/>
                    <a:pt x="482" y="851"/>
                    <a:pt x="485" y="840"/>
                  </a:cubicBezTo>
                  <a:cubicBezTo>
                    <a:pt x="485" y="836"/>
                    <a:pt x="486" y="834"/>
                    <a:pt x="485" y="834"/>
                  </a:cubicBezTo>
                  <a:lnTo>
                    <a:pt x="485" y="834"/>
                  </a:lnTo>
                  <a:cubicBezTo>
                    <a:pt x="485" y="834"/>
                    <a:pt x="484" y="838"/>
                    <a:pt x="480" y="847"/>
                  </a:cubicBezTo>
                  <a:cubicBezTo>
                    <a:pt x="478" y="856"/>
                    <a:pt x="476" y="860"/>
                    <a:pt x="475" y="860"/>
                  </a:cubicBezTo>
                  <a:cubicBezTo>
                    <a:pt x="474" y="860"/>
                    <a:pt x="474" y="855"/>
                    <a:pt x="476" y="846"/>
                  </a:cubicBezTo>
                  <a:lnTo>
                    <a:pt x="474" y="845"/>
                  </a:lnTo>
                  <a:cubicBezTo>
                    <a:pt x="471" y="845"/>
                    <a:pt x="469" y="853"/>
                    <a:pt x="467" y="862"/>
                  </a:cubicBezTo>
                  <a:cubicBezTo>
                    <a:pt x="464" y="872"/>
                    <a:pt x="462" y="876"/>
                    <a:pt x="462" y="876"/>
                  </a:cubicBezTo>
                  <a:cubicBezTo>
                    <a:pt x="462" y="876"/>
                    <a:pt x="462" y="874"/>
                    <a:pt x="463" y="870"/>
                  </a:cubicBezTo>
                  <a:cubicBezTo>
                    <a:pt x="464" y="863"/>
                    <a:pt x="465" y="858"/>
                    <a:pt x="466" y="852"/>
                  </a:cubicBezTo>
                  <a:cubicBezTo>
                    <a:pt x="469" y="844"/>
                    <a:pt x="467" y="843"/>
                    <a:pt x="466" y="843"/>
                  </a:cubicBezTo>
                  <a:cubicBezTo>
                    <a:pt x="465" y="843"/>
                    <a:pt x="465" y="842"/>
                    <a:pt x="464" y="842"/>
                  </a:cubicBezTo>
                  <a:cubicBezTo>
                    <a:pt x="463" y="842"/>
                    <a:pt x="461" y="844"/>
                    <a:pt x="459" y="850"/>
                  </a:cubicBezTo>
                  <a:cubicBezTo>
                    <a:pt x="460" y="845"/>
                    <a:pt x="460" y="846"/>
                    <a:pt x="461" y="841"/>
                  </a:cubicBezTo>
                  <a:cubicBezTo>
                    <a:pt x="461" y="841"/>
                    <a:pt x="461" y="837"/>
                    <a:pt x="461" y="837"/>
                  </a:cubicBezTo>
                  <a:lnTo>
                    <a:pt x="461" y="837"/>
                  </a:lnTo>
                  <a:cubicBezTo>
                    <a:pt x="461" y="837"/>
                    <a:pt x="461" y="838"/>
                    <a:pt x="460" y="841"/>
                  </a:cubicBezTo>
                  <a:cubicBezTo>
                    <a:pt x="460" y="841"/>
                    <a:pt x="459" y="841"/>
                    <a:pt x="458" y="831"/>
                  </a:cubicBezTo>
                  <a:cubicBezTo>
                    <a:pt x="458" y="829"/>
                    <a:pt x="458" y="828"/>
                    <a:pt x="457" y="828"/>
                  </a:cubicBezTo>
                  <a:cubicBezTo>
                    <a:pt x="455" y="828"/>
                    <a:pt x="449" y="840"/>
                    <a:pt x="448" y="855"/>
                  </a:cubicBezTo>
                  <a:lnTo>
                    <a:pt x="447" y="854"/>
                  </a:lnTo>
                  <a:cubicBezTo>
                    <a:pt x="445" y="854"/>
                    <a:pt x="442" y="862"/>
                    <a:pt x="442" y="862"/>
                  </a:cubicBezTo>
                  <a:cubicBezTo>
                    <a:pt x="441" y="869"/>
                    <a:pt x="439" y="870"/>
                    <a:pt x="438" y="870"/>
                  </a:cubicBezTo>
                  <a:cubicBezTo>
                    <a:pt x="437" y="870"/>
                    <a:pt x="437" y="870"/>
                    <a:pt x="437" y="870"/>
                  </a:cubicBezTo>
                  <a:cubicBezTo>
                    <a:pt x="437" y="870"/>
                    <a:pt x="439" y="861"/>
                    <a:pt x="442" y="853"/>
                  </a:cubicBezTo>
                  <a:cubicBezTo>
                    <a:pt x="448" y="838"/>
                    <a:pt x="450" y="829"/>
                    <a:pt x="449" y="829"/>
                  </a:cubicBezTo>
                  <a:lnTo>
                    <a:pt x="449" y="829"/>
                  </a:lnTo>
                  <a:cubicBezTo>
                    <a:pt x="448" y="829"/>
                    <a:pt x="447" y="831"/>
                    <a:pt x="445" y="835"/>
                  </a:cubicBezTo>
                  <a:lnTo>
                    <a:pt x="445" y="835"/>
                  </a:lnTo>
                  <a:cubicBezTo>
                    <a:pt x="445" y="835"/>
                    <a:pt x="445" y="835"/>
                    <a:pt x="445" y="835"/>
                  </a:cubicBezTo>
                  <a:cubicBezTo>
                    <a:pt x="446" y="831"/>
                    <a:pt x="446" y="828"/>
                    <a:pt x="445" y="828"/>
                  </a:cubicBezTo>
                  <a:cubicBezTo>
                    <a:pt x="444" y="828"/>
                    <a:pt x="443" y="830"/>
                    <a:pt x="440" y="834"/>
                  </a:cubicBezTo>
                  <a:cubicBezTo>
                    <a:pt x="436" y="841"/>
                    <a:pt x="431" y="849"/>
                    <a:pt x="429" y="858"/>
                  </a:cubicBezTo>
                  <a:cubicBezTo>
                    <a:pt x="427" y="865"/>
                    <a:pt x="426" y="865"/>
                    <a:pt x="426" y="865"/>
                  </a:cubicBezTo>
                  <a:cubicBezTo>
                    <a:pt x="426" y="865"/>
                    <a:pt x="425" y="865"/>
                    <a:pt x="425" y="865"/>
                  </a:cubicBezTo>
                  <a:cubicBezTo>
                    <a:pt x="424" y="865"/>
                    <a:pt x="424" y="865"/>
                    <a:pt x="427" y="856"/>
                  </a:cubicBezTo>
                  <a:cubicBezTo>
                    <a:pt x="429" y="848"/>
                    <a:pt x="429" y="843"/>
                    <a:pt x="428" y="843"/>
                  </a:cubicBezTo>
                  <a:lnTo>
                    <a:pt x="428" y="843"/>
                  </a:lnTo>
                  <a:cubicBezTo>
                    <a:pt x="428" y="843"/>
                    <a:pt x="425" y="847"/>
                    <a:pt x="422" y="855"/>
                  </a:cubicBezTo>
                  <a:lnTo>
                    <a:pt x="424" y="846"/>
                  </a:lnTo>
                  <a:cubicBezTo>
                    <a:pt x="427" y="840"/>
                    <a:pt x="428" y="833"/>
                    <a:pt x="424" y="833"/>
                  </a:cubicBezTo>
                  <a:cubicBezTo>
                    <a:pt x="423" y="833"/>
                    <a:pt x="421" y="834"/>
                    <a:pt x="419" y="835"/>
                  </a:cubicBezTo>
                  <a:cubicBezTo>
                    <a:pt x="413" y="833"/>
                    <a:pt x="409" y="832"/>
                    <a:pt x="411" y="823"/>
                  </a:cubicBezTo>
                  <a:cubicBezTo>
                    <a:pt x="411" y="821"/>
                    <a:pt x="411" y="821"/>
                    <a:pt x="411" y="821"/>
                  </a:cubicBezTo>
                  <a:lnTo>
                    <a:pt x="411" y="821"/>
                  </a:lnTo>
                  <a:cubicBezTo>
                    <a:pt x="409" y="821"/>
                    <a:pt x="401" y="833"/>
                    <a:pt x="394" y="845"/>
                  </a:cubicBezTo>
                  <a:cubicBezTo>
                    <a:pt x="397" y="837"/>
                    <a:pt x="395" y="836"/>
                    <a:pt x="393" y="835"/>
                  </a:cubicBezTo>
                  <a:cubicBezTo>
                    <a:pt x="388" y="834"/>
                    <a:pt x="388" y="834"/>
                    <a:pt x="391" y="825"/>
                  </a:cubicBezTo>
                  <a:cubicBezTo>
                    <a:pt x="394" y="817"/>
                    <a:pt x="396" y="813"/>
                    <a:pt x="396" y="813"/>
                  </a:cubicBezTo>
                  <a:lnTo>
                    <a:pt x="396" y="813"/>
                  </a:lnTo>
                  <a:cubicBezTo>
                    <a:pt x="395" y="813"/>
                    <a:pt x="394" y="817"/>
                    <a:pt x="390" y="825"/>
                  </a:cubicBezTo>
                  <a:cubicBezTo>
                    <a:pt x="387" y="831"/>
                    <a:pt x="385" y="833"/>
                    <a:pt x="384" y="833"/>
                  </a:cubicBezTo>
                  <a:cubicBezTo>
                    <a:pt x="382" y="833"/>
                    <a:pt x="383" y="825"/>
                    <a:pt x="386" y="815"/>
                  </a:cubicBezTo>
                  <a:cubicBezTo>
                    <a:pt x="388" y="806"/>
                    <a:pt x="387" y="806"/>
                    <a:pt x="385" y="805"/>
                  </a:cubicBezTo>
                  <a:cubicBezTo>
                    <a:pt x="382" y="810"/>
                    <a:pt x="380" y="811"/>
                    <a:pt x="378" y="811"/>
                  </a:cubicBezTo>
                  <a:cubicBezTo>
                    <a:pt x="377" y="811"/>
                    <a:pt x="376" y="811"/>
                    <a:pt x="375" y="810"/>
                  </a:cubicBezTo>
                  <a:cubicBezTo>
                    <a:pt x="374" y="810"/>
                    <a:pt x="373" y="810"/>
                    <a:pt x="373" y="810"/>
                  </a:cubicBezTo>
                  <a:cubicBezTo>
                    <a:pt x="370" y="810"/>
                    <a:pt x="369" y="813"/>
                    <a:pt x="365" y="825"/>
                  </a:cubicBezTo>
                  <a:cubicBezTo>
                    <a:pt x="361" y="838"/>
                    <a:pt x="359" y="841"/>
                    <a:pt x="357" y="841"/>
                  </a:cubicBezTo>
                  <a:cubicBezTo>
                    <a:pt x="357" y="841"/>
                    <a:pt x="356" y="841"/>
                    <a:pt x="356" y="841"/>
                  </a:cubicBezTo>
                  <a:cubicBezTo>
                    <a:pt x="355" y="841"/>
                    <a:pt x="353" y="840"/>
                    <a:pt x="356" y="832"/>
                  </a:cubicBezTo>
                  <a:cubicBezTo>
                    <a:pt x="356" y="832"/>
                    <a:pt x="357" y="823"/>
                    <a:pt x="355" y="822"/>
                  </a:cubicBezTo>
                  <a:cubicBezTo>
                    <a:pt x="354" y="822"/>
                    <a:pt x="353" y="821"/>
                    <a:pt x="355" y="813"/>
                  </a:cubicBezTo>
                  <a:cubicBezTo>
                    <a:pt x="355" y="813"/>
                    <a:pt x="356" y="804"/>
                    <a:pt x="353" y="803"/>
                  </a:cubicBezTo>
                  <a:cubicBezTo>
                    <a:pt x="350" y="801"/>
                    <a:pt x="347" y="800"/>
                    <a:pt x="350" y="793"/>
                  </a:cubicBezTo>
                  <a:cubicBezTo>
                    <a:pt x="350" y="792"/>
                    <a:pt x="349" y="792"/>
                    <a:pt x="349" y="792"/>
                  </a:cubicBezTo>
                  <a:cubicBezTo>
                    <a:pt x="348" y="792"/>
                    <a:pt x="348" y="794"/>
                    <a:pt x="346" y="800"/>
                  </a:cubicBezTo>
                  <a:cubicBezTo>
                    <a:pt x="344" y="806"/>
                    <a:pt x="342" y="811"/>
                    <a:pt x="339" y="811"/>
                  </a:cubicBezTo>
                  <a:cubicBezTo>
                    <a:pt x="338" y="811"/>
                    <a:pt x="337" y="809"/>
                    <a:pt x="336" y="806"/>
                  </a:cubicBezTo>
                  <a:cubicBezTo>
                    <a:pt x="335" y="806"/>
                    <a:pt x="334" y="805"/>
                    <a:pt x="333" y="805"/>
                  </a:cubicBezTo>
                  <a:cubicBezTo>
                    <a:pt x="330" y="805"/>
                    <a:pt x="328" y="807"/>
                    <a:pt x="326" y="812"/>
                  </a:cubicBezTo>
                  <a:cubicBezTo>
                    <a:pt x="325" y="812"/>
                    <a:pt x="325" y="812"/>
                    <a:pt x="327" y="803"/>
                  </a:cubicBezTo>
                  <a:cubicBezTo>
                    <a:pt x="330" y="794"/>
                    <a:pt x="330" y="789"/>
                    <a:pt x="329" y="789"/>
                  </a:cubicBezTo>
                  <a:cubicBezTo>
                    <a:pt x="328" y="789"/>
                    <a:pt x="325" y="793"/>
                    <a:pt x="321" y="800"/>
                  </a:cubicBezTo>
                  <a:cubicBezTo>
                    <a:pt x="320" y="805"/>
                    <a:pt x="319" y="807"/>
                    <a:pt x="319" y="807"/>
                  </a:cubicBezTo>
                  <a:cubicBezTo>
                    <a:pt x="318" y="807"/>
                    <a:pt x="318" y="804"/>
                    <a:pt x="319" y="799"/>
                  </a:cubicBezTo>
                  <a:lnTo>
                    <a:pt x="319" y="799"/>
                  </a:lnTo>
                  <a:cubicBezTo>
                    <a:pt x="319" y="799"/>
                    <a:pt x="317" y="799"/>
                    <a:pt x="313" y="807"/>
                  </a:cubicBezTo>
                  <a:cubicBezTo>
                    <a:pt x="311" y="811"/>
                    <a:pt x="310" y="813"/>
                    <a:pt x="309" y="813"/>
                  </a:cubicBezTo>
                  <a:cubicBezTo>
                    <a:pt x="309" y="813"/>
                    <a:pt x="309" y="811"/>
                    <a:pt x="309" y="806"/>
                  </a:cubicBezTo>
                  <a:cubicBezTo>
                    <a:pt x="311" y="797"/>
                    <a:pt x="310" y="797"/>
                    <a:pt x="309" y="796"/>
                  </a:cubicBezTo>
                  <a:cubicBezTo>
                    <a:pt x="307" y="799"/>
                    <a:pt x="304" y="800"/>
                    <a:pt x="301" y="800"/>
                  </a:cubicBezTo>
                  <a:cubicBezTo>
                    <a:pt x="294" y="800"/>
                    <a:pt x="287" y="795"/>
                    <a:pt x="288" y="789"/>
                  </a:cubicBezTo>
                  <a:lnTo>
                    <a:pt x="288" y="789"/>
                  </a:lnTo>
                  <a:cubicBezTo>
                    <a:pt x="285" y="795"/>
                    <a:pt x="284" y="796"/>
                    <a:pt x="284" y="796"/>
                  </a:cubicBezTo>
                  <a:cubicBezTo>
                    <a:pt x="284" y="796"/>
                    <a:pt x="283" y="796"/>
                    <a:pt x="283" y="796"/>
                  </a:cubicBezTo>
                  <a:cubicBezTo>
                    <a:pt x="284" y="789"/>
                    <a:pt x="284" y="787"/>
                    <a:pt x="284" y="787"/>
                  </a:cubicBezTo>
                  <a:lnTo>
                    <a:pt x="284" y="787"/>
                  </a:lnTo>
                  <a:cubicBezTo>
                    <a:pt x="283" y="787"/>
                    <a:pt x="280" y="793"/>
                    <a:pt x="277" y="804"/>
                  </a:cubicBezTo>
                  <a:lnTo>
                    <a:pt x="279" y="804"/>
                  </a:lnTo>
                  <a:lnTo>
                    <a:pt x="280" y="805"/>
                  </a:lnTo>
                  <a:cubicBezTo>
                    <a:pt x="278" y="812"/>
                    <a:pt x="276" y="816"/>
                    <a:pt x="275" y="816"/>
                  </a:cubicBezTo>
                  <a:cubicBezTo>
                    <a:pt x="274" y="816"/>
                    <a:pt x="274" y="809"/>
                    <a:pt x="279" y="795"/>
                  </a:cubicBezTo>
                  <a:cubicBezTo>
                    <a:pt x="280" y="786"/>
                    <a:pt x="281" y="782"/>
                    <a:pt x="281" y="782"/>
                  </a:cubicBezTo>
                  <a:lnTo>
                    <a:pt x="281" y="782"/>
                  </a:lnTo>
                  <a:cubicBezTo>
                    <a:pt x="280" y="782"/>
                    <a:pt x="278" y="786"/>
                    <a:pt x="275" y="794"/>
                  </a:cubicBezTo>
                  <a:cubicBezTo>
                    <a:pt x="272" y="802"/>
                    <a:pt x="270" y="806"/>
                    <a:pt x="269" y="806"/>
                  </a:cubicBezTo>
                  <a:cubicBezTo>
                    <a:pt x="268" y="806"/>
                    <a:pt x="269" y="801"/>
                    <a:pt x="271" y="793"/>
                  </a:cubicBezTo>
                  <a:cubicBezTo>
                    <a:pt x="274" y="784"/>
                    <a:pt x="275" y="780"/>
                    <a:pt x="275" y="780"/>
                  </a:cubicBezTo>
                  <a:lnTo>
                    <a:pt x="275" y="780"/>
                  </a:lnTo>
                  <a:cubicBezTo>
                    <a:pt x="275" y="780"/>
                    <a:pt x="273" y="784"/>
                    <a:pt x="270" y="791"/>
                  </a:cubicBezTo>
                  <a:cubicBezTo>
                    <a:pt x="262" y="809"/>
                    <a:pt x="257" y="819"/>
                    <a:pt x="255" y="819"/>
                  </a:cubicBezTo>
                  <a:cubicBezTo>
                    <a:pt x="254" y="819"/>
                    <a:pt x="255" y="812"/>
                    <a:pt x="259" y="797"/>
                  </a:cubicBezTo>
                  <a:cubicBezTo>
                    <a:pt x="265" y="780"/>
                    <a:pt x="266" y="772"/>
                    <a:pt x="264" y="771"/>
                  </a:cubicBezTo>
                  <a:lnTo>
                    <a:pt x="264" y="771"/>
                  </a:lnTo>
                  <a:cubicBezTo>
                    <a:pt x="263" y="771"/>
                    <a:pt x="261" y="779"/>
                    <a:pt x="258" y="788"/>
                  </a:cubicBezTo>
                  <a:cubicBezTo>
                    <a:pt x="256" y="796"/>
                    <a:pt x="255" y="801"/>
                    <a:pt x="254" y="801"/>
                  </a:cubicBezTo>
                  <a:cubicBezTo>
                    <a:pt x="254" y="801"/>
                    <a:pt x="254" y="796"/>
                    <a:pt x="255" y="787"/>
                  </a:cubicBezTo>
                  <a:cubicBezTo>
                    <a:pt x="257" y="771"/>
                    <a:pt x="257" y="764"/>
                    <a:pt x="254" y="764"/>
                  </a:cubicBezTo>
                  <a:cubicBezTo>
                    <a:pt x="252" y="764"/>
                    <a:pt x="250" y="767"/>
                    <a:pt x="246" y="773"/>
                  </a:cubicBezTo>
                  <a:cubicBezTo>
                    <a:pt x="241" y="780"/>
                    <a:pt x="237" y="784"/>
                    <a:pt x="235" y="784"/>
                  </a:cubicBezTo>
                  <a:cubicBezTo>
                    <a:pt x="233" y="784"/>
                    <a:pt x="235" y="780"/>
                    <a:pt x="240" y="772"/>
                  </a:cubicBezTo>
                  <a:cubicBezTo>
                    <a:pt x="246" y="763"/>
                    <a:pt x="248" y="759"/>
                    <a:pt x="247" y="759"/>
                  </a:cubicBezTo>
                  <a:lnTo>
                    <a:pt x="247" y="759"/>
                  </a:lnTo>
                  <a:cubicBezTo>
                    <a:pt x="246" y="759"/>
                    <a:pt x="245" y="761"/>
                    <a:pt x="243" y="763"/>
                  </a:cubicBezTo>
                  <a:lnTo>
                    <a:pt x="236" y="761"/>
                  </a:lnTo>
                  <a:cubicBezTo>
                    <a:pt x="235" y="761"/>
                    <a:pt x="230" y="768"/>
                    <a:pt x="226" y="777"/>
                  </a:cubicBezTo>
                  <a:cubicBezTo>
                    <a:pt x="230" y="765"/>
                    <a:pt x="232" y="758"/>
                    <a:pt x="230" y="758"/>
                  </a:cubicBezTo>
                  <a:cubicBezTo>
                    <a:pt x="229" y="758"/>
                    <a:pt x="229" y="758"/>
                    <a:pt x="228" y="759"/>
                  </a:cubicBezTo>
                  <a:cubicBezTo>
                    <a:pt x="226" y="761"/>
                    <a:pt x="225" y="763"/>
                    <a:pt x="222" y="766"/>
                  </a:cubicBezTo>
                  <a:lnTo>
                    <a:pt x="219" y="764"/>
                  </a:lnTo>
                  <a:cubicBezTo>
                    <a:pt x="218" y="764"/>
                    <a:pt x="218" y="764"/>
                    <a:pt x="212" y="771"/>
                  </a:cubicBezTo>
                  <a:cubicBezTo>
                    <a:pt x="211" y="773"/>
                    <a:pt x="210" y="774"/>
                    <a:pt x="209" y="774"/>
                  </a:cubicBezTo>
                  <a:cubicBezTo>
                    <a:pt x="208" y="774"/>
                    <a:pt x="210" y="768"/>
                    <a:pt x="212" y="762"/>
                  </a:cubicBezTo>
                  <a:cubicBezTo>
                    <a:pt x="215" y="757"/>
                    <a:pt x="217" y="750"/>
                    <a:pt x="217" y="750"/>
                  </a:cubicBezTo>
                  <a:lnTo>
                    <a:pt x="217" y="750"/>
                  </a:lnTo>
                  <a:cubicBezTo>
                    <a:pt x="216" y="750"/>
                    <a:pt x="216" y="751"/>
                    <a:pt x="215" y="753"/>
                  </a:cubicBezTo>
                  <a:cubicBezTo>
                    <a:pt x="209" y="761"/>
                    <a:pt x="202" y="768"/>
                    <a:pt x="196" y="775"/>
                  </a:cubicBezTo>
                  <a:cubicBezTo>
                    <a:pt x="194" y="776"/>
                    <a:pt x="193" y="777"/>
                    <a:pt x="192" y="777"/>
                  </a:cubicBezTo>
                  <a:cubicBezTo>
                    <a:pt x="191" y="777"/>
                    <a:pt x="194" y="772"/>
                    <a:pt x="199" y="767"/>
                  </a:cubicBezTo>
                  <a:cubicBezTo>
                    <a:pt x="202" y="762"/>
                    <a:pt x="204" y="757"/>
                    <a:pt x="206" y="750"/>
                  </a:cubicBezTo>
                  <a:cubicBezTo>
                    <a:pt x="205" y="750"/>
                    <a:pt x="205" y="750"/>
                    <a:pt x="205" y="750"/>
                  </a:cubicBezTo>
                  <a:cubicBezTo>
                    <a:pt x="203" y="750"/>
                    <a:pt x="201" y="751"/>
                    <a:pt x="197" y="757"/>
                  </a:cubicBezTo>
                  <a:cubicBezTo>
                    <a:pt x="195" y="759"/>
                    <a:pt x="192" y="760"/>
                    <a:pt x="190" y="760"/>
                  </a:cubicBezTo>
                  <a:cubicBezTo>
                    <a:pt x="186" y="760"/>
                    <a:pt x="184" y="757"/>
                    <a:pt x="187" y="752"/>
                  </a:cubicBezTo>
                  <a:lnTo>
                    <a:pt x="184" y="750"/>
                  </a:lnTo>
                  <a:cubicBezTo>
                    <a:pt x="183" y="750"/>
                    <a:pt x="177" y="755"/>
                    <a:pt x="175" y="755"/>
                  </a:cubicBezTo>
                  <a:cubicBezTo>
                    <a:pt x="174" y="755"/>
                    <a:pt x="174" y="754"/>
                    <a:pt x="174" y="754"/>
                  </a:cubicBezTo>
                  <a:cubicBezTo>
                    <a:pt x="174" y="754"/>
                    <a:pt x="174" y="754"/>
                    <a:pt x="174" y="754"/>
                  </a:cubicBezTo>
                  <a:cubicBezTo>
                    <a:pt x="173" y="754"/>
                    <a:pt x="171" y="755"/>
                    <a:pt x="166" y="759"/>
                  </a:cubicBezTo>
                  <a:cubicBezTo>
                    <a:pt x="164" y="758"/>
                    <a:pt x="163" y="757"/>
                    <a:pt x="170" y="751"/>
                  </a:cubicBezTo>
                  <a:lnTo>
                    <a:pt x="170" y="751"/>
                  </a:lnTo>
                  <a:cubicBezTo>
                    <a:pt x="163" y="756"/>
                    <a:pt x="159" y="759"/>
                    <a:pt x="158" y="759"/>
                  </a:cubicBezTo>
                  <a:cubicBezTo>
                    <a:pt x="158" y="759"/>
                    <a:pt x="160" y="756"/>
                    <a:pt x="166" y="749"/>
                  </a:cubicBezTo>
                  <a:cubicBezTo>
                    <a:pt x="173" y="742"/>
                    <a:pt x="177" y="739"/>
                    <a:pt x="176" y="739"/>
                  </a:cubicBezTo>
                  <a:lnTo>
                    <a:pt x="176" y="739"/>
                  </a:lnTo>
                  <a:cubicBezTo>
                    <a:pt x="176" y="739"/>
                    <a:pt x="172" y="742"/>
                    <a:pt x="165" y="748"/>
                  </a:cubicBezTo>
                  <a:cubicBezTo>
                    <a:pt x="162" y="750"/>
                    <a:pt x="160" y="752"/>
                    <a:pt x="159" y="752"/>
                  </a:cubicBezTo>
                  <a:cubicBezTo>
                    <a:pt x="159" y="752"/>
                    <a:pt x="160" y="750"/>
                    <a:pt x="163" y="745"/>
                  </a:cubicBezTo>
                  <a:cubicBezTo>
                    <a:pt x="167" y="742"/>
                    <a:pt x="168" y="741"/>
                    <a:pt x="167" y="741"/>
                  </a:cubicBezTo>
                  <a:cubicBezTo>
                    <a:pt x="167" y="741"/>
                    <a:pt x="165" y="742"/>
                    <a:pt x="162" y="744"/>
                  </a:cubicBezTo>
                  <a:cubicBezTo>
                    <a:pt x="154" y="750"/>
                    <a:pt x="147" y="754"/>
                    <a:pt x="145" y="754"/>
                  </a:cubicBezTo>
                  <a:cubicBezTo>
                    <a:pt x="143" y="754"/>
                    <a:pt x="145" y="752"/>
                    <a:pt x="151" y="747"/>
                  </a:cubicBezTo>
                  <a:cubicBezTo>
                    <a:pt x="151" y="747"/>
                    <a:pt x="151" y="746"/>
                    <a:pt x="150" y="746"/>
                  </a:cubicBezTo>
                  <a:cubicBezTo>
                    <a:pt x="149" y="746"/>
                    <a:pt x="147" y="747"/>
                    <a:pt x="142" y="750"/>
                  </a:cubicBezTo>
                  <a:cubicBezTo>
                    <a:pt x="134" y="754"/>
                    <a:pt x="130" y="756"/>
                    <a:pt x="130" y="756"/>
                  </a:cubicBezTo>
                  <a:cubicBezTo>
                    <a:pt x="129" y="756"/>
                    <a:pt x="133" y="754"/>
                    <a:pt x="141" y="748"/>
                  </a:cubicBezTo>
                  <a:cubicBezTo>
                    <a:pt x="147" y="741"/>
                    <a:pt x="150" y="738"/>
                    <a:pt x="149" y="738"/>
                  </a:cubicBezTo>
                  <a:cubicBezTo>
                    <a:pt x="147" y="738"/>
                    <a:pt x="143" y="740"/>
                    <a:pt x="136" y="744"/>
                  </a:cubicBezTo>
                  <a:cubicBezTo>
                    <a:pt x="136" y="744"/>
                    <a:pt x="134" y="746"/>
                    <a:pt x="132" y="746"/>
                  </a:cubicBezTo>
                  <a:cubicBezTo>
                    <a:pt x="131" y="746"/>
                    <a:pt x="131" y="745"/>
                    <a:pt x="134" y="742"/>
                  </a:cubicBezTo>
                  <a:cubicBezTo>
                    <a:pt x="138" y="736"/>
                    <a:pt x="140" y="728"/>
                    <a:pt x="135" y="728"/>
                  </a:cubicBezTo>
                  <a:cubicBezTo>
                    <a:pt x="133" y="728"/>
                    <a:pt x="131" y="729"/>
                    <a:pt x="127" y="732"/>
                  </a:cubicBezTo>
                  <a:lnTo>
                    <a:pt x="125" y="729"/>
                  </a:lnTo>
                  <a:cubicBezTo>
                    <a:pt x="129" y="724"/>
                    <a:pt x="130" y="721"/>
                    <a:pt x="127" y="721"/>
                  </a:cubicBezTo>
                  <a:cubicBezTo>
                    <a:pt x="126" y="721"/>
                    <a:pt x="124" y="722"/>
                    <a:pt x="121" y="723"/>
                  </a:cubicBezTo>
                  <a:lnTo>
                    <a:pt x="114" y="725"/>
                  </a:lnTo>
                  <a:cubicBezTo>
                    <a:pt x="120" y="722"/>
                    <a:pt x="128" y="715"/>
                    <a:pt x="127" y="714"/>
                  </a:cubicBezTo>
                  <a:cubicBezTo>
                    <a:pt x="127" y="714"/>
                    <a:pt x="126" y="713"/>
                    <a:pt x="126" y="713"/>
                  </a:cubicBezTo>
                  <a:cubicBezTo>
                    <a:pt x="125" y="713"/>
                    <a:pt x="123" y="714"/>
                    <a:pt x="118" y="716"/>
                  </a:cubicBezTo>
                  <a:cubicBezTo>
                    <a:pt x="115" y="720"/>
                    <a:pt x="113" y="721"/>
                    <a:pt x="111" y="721"/>
                  </a:cubicBezTo>
                  <a:cubicBezTo>
                    <a:pt x="111" y="721"/>
                    <a:pt x="110" y="720"/>
                    <a:pt x="110" y="720"/>
                  </a:cubicBezTo>
                  <a:cubicBezTo>
                    <a:pt x="109" y="717"/>
                    <a:pt x="116" y="712"/>
                    <a:pt x="124" y="708"/>
                  </a:cubicBezTo>
                  <a:lnTo>
                    <a:pt x="124" y="706"/>
                  </a:lnTo>
                  <a:cubicBezTo>
                    <a:pt x="116" y="710"/>
                    <a:pt x="111" y="712"/>
                    <a:pt x="110" y="712"/>
                  </a:cubicBezTo>
                  <a:cubicBezTo>
                    <a:pt x="109" y="712"/>
                    <a:pt x="111" y="711"/>
                    <a:pt x="115" y="708"/>
                  </a:cubicBezTo>
                  <a:cubicBezTo>
                    <a:pt x="123" y="704"/>
                    <a:pt x="121" y="702"/>
                    <a:pt x="121" y="701"/>
                  </a:cubicBezTo>
                  <a:lnTo>
                    <a:pt x="121" y="701"/>
                  </a:lnTo>
                  <a:cubicBezTo>
                    <a:pt x="119" y="701"/>
                    <a:pt x="118" y="702"/>
                    <a:pt x="118" y="702"/>
                  </a:cubicBezTo>
                  <a:cubicBezTo>
                    <a:pt x="116" y="702"/>
                    <a:pt x="119" y="700"/>
                    <a:pt x="120" y="700"/>
                  </a:cubicBezTo>
                  <a:cubicBezTo>
                    <a:pt x="121" y="700"/>
                    <a:pt x="121" y="700"/>
                    <a:pt x="121" y="701"/>
                  </a:cubicBezTo>
                  <a:lnTo>
                    <a:pt x="129" y="697"/>
                  </a:lnTo>
                  <a:cubicBezTo>
                    <a:pt x="132" y="695"/>
                    <a:pt x="132" y="694"/>
                    <a:pt x="131" y="694"/>
                  </a:cubicBezTo>
                  <a:cubicBezTo>
                    <a:pt x="130" y="694"/>
                    <a:pt x="125" y="696"/>
                    <a:pt x="120" y="698"/>
                  </a:cubicBezTo>
                  <a:lnTo>
                    <a:pt x="119" y="696"/>
                  </a:lnTo>
                  <a:cubicBezTo>
                    <a:pt x="119" y="695"/>
                    <a:pt x="119" y="694"/>
                    <a:pt x="118" y="694"/>
                  </a:cubicBezTo>
                  <a:cubicBezTo>
                    <a:pt x="116" y="694"/>
                    <a:pt x="114" y="695"/>
                    <a:pt x="110" y="697"/>
                  </a:cubicBezTo>
                  <a:cubicBezTo>
                    <a:pt x="104" y="700"/>
                    <a:pt x="98" y="702"/>
                    <a:pt x="95" y="702"/>
                  </a:cubicBezTo>
                  <a:cubicBezTo>
                    <a:pt x="94" y="702"/>
                    <a:pt x="94" y="702"/>
                    <a:pt x="93" y="702"/>
                  </a:cubicBezTo>
                  <a:cubicBezTo>
                    <a:pt x="91" y="703"/>
                    <a:pt x="90" y="703"/>
                    <a:pt x="90" y="703"/>
                  </a:cubicBezTo>
                  <a:cubicBezTo>
                    <a:pt x="90" y="703"/>
                    <a:pt x="92" y="701"/>
                    <a:pt x="93" y="701"/>
                  </a:cubicBezTo>
                  <a:cubicBezTo>
                    <a:pt x="93" y="701"/>
                    <a:pt x="93" y="702"/>
                    <a:pt x="93" y="702"/>
                  </a:cubicBezTo>
                  <a:cubicBezTo>
                    <a:pt x="102" y="699"/>
                    <a:pt x="110" y="696"/>
                    <a:pt x="110" y="694"/>
                  </a:cubicBezTo>
                  <a:cubicBezTo>
                    <a:pt x="109" y="693"/>
                    <a:pt x="118" y="689"/>
                    <a:pt x="118" y="689"/>
                  </a:cubicBezTo>
                  <a:cubicBezTo>
                    <a:pt x="132" y="685"/>
                    <a:pt x="127" y="682"/>
                    <a:pt x="119" y="682"/>
                  </a:cubicBezTo>
                  <a:cubicBezTo>
                    <a:pt x="118" y="682"/>
                    <a:pt x="117" y="682"/>
                    <a:pt x="116" y="683"/>
                  </a:cubicBezTo>
                  <a:cubicBezTo>
                    <a:pt x="111" y="683"/>
                    <a:pt x="108" y="683"/>
                    <a:pt x="106" y="683"/>
                  </a:cubicBezTo>
                  <a:cubicBezTo>
                    <a:pt x="100" y="683"/>
                    <a:pt x="102" y="681"/>
                    <a:pt x="115" y="678"/>
                  </a:cubicBezTo>
                  <a:cubicBezTo>
                    <a:pt x="122" y="676"/>
                    <a:pt x="123" y="675"/>
                    <a:pt x="120" y="675"/>
                  </a:cubicBezTo>
                  <a:cubicBezTo>
                    <a:pt x="117" y="675"/>
                    <a:pt x="104" y="677"/>
                    <a:pt x="89" y="680"/>
                  </a:cubicBezTo>
                  <a:lnTo>
                    <a:pt x="63" y="685"/>
                  </a:lnTo>
                  <a:lnTo>
                    <a:pt x="89" y="678"/>
                  </a:lnTo>
                  <a:cubicBezTo>
                    <a:pt x="123" y="667"/>
                    <a:pt x="123" y="668"/>
                    <a:pt x="106" y="667"/>
                  </a:cubicBezTo>
                  <a:cubicBezTo>
                    <a:pt x="97" y="665"/>
                    <a:pt x="97" y="665"/>
                    <a:pt x="106" y="664"/>
                  </a:cubicBezTo>
                  <a:cubicBezTo>
                    <a:pt x="114" y="661"/>
                    <a:pt x="114" y="660"/>
                    <a:pt x="114" y="655"/>
                  </a:cubicBezTo>
                  <a:cubicBezTo>
                    <a:pt x="115" y="651"/>
                    <a:pt x="115" y="649"/>
                    <a:pt x="110" y="649"/>
                  </a:cubicBezTo>
                  <a:cubicBezTo>
                    <a:pt x="109" y="649"/>
                    <a:pt x="107" y="649"/>
                    <a:pt x="106" y="649"/>
                  </a:cubicBezTo>
                  <a:lnTo>
                    <a:pt x="106" y="646"/>
                  </a:lnTo>
                  <a:cubicBezTo>
                    <a:pt x="117" y="643"/>
                    <a:pt x="118" y="642"/>
                    <a:pt x="112" y="642"/>
                  </a:cubicBezTo>
                  <a:cubicBezTo>
                    <a:pt x="109" y="642"/>
                    <a:pt x="104" y="642"/>
                    <a:pt x="98" y="643"/>
                  </a:cubicBezTo>
                  <a:cubicBezTo>
                    <a:pt x="98" y="643"/>
                    <a:pt x="98" y="642"/>
                    <a:pt x="98" y="640"/>
                  </a:cubicBezTo>
                  <a:lnTo>
                    <a:pt x="107" y="639"/>
                  </a:lnTo>
                  <a:cubicBezTo>
                    <a:pt x="116" y="639"/>
                    <a:pt x="116" y="635"/>
                    <a:pt x="119" y="622"/>
                  </a:cubicBezTo>
                  <a:cubicBezTo>
                    <a:pt x="125" y="609"/>
                    <a:pt x="125" y="606"/>
                    <a:pt x="107" y="605"/>
                  </a:cubicBezTo>
                  <a:cubicBezTo>
                    <a:pt x="95" y="603"/>
                    <a:pt x="92" y="601"/>
                    <a:pt x="98" y="601"/>
                  </a:cubicBezTo>
                  <a:cubicBezTo>
                    <a:pt x="100" y="601"/>
                    <a:pt x="103" y="601"/>
                    <a:pt x="108" y="602"/>
                  </a:cubicBezTo>
                  <a:cubicBezTo>
                    <a:pt x="111" y="602"/>
                    <a:pt x="113" y="602"/>
                    <a:pt x="116" y="602"/>
                  </a:cubicBezTo>
                  <a:cubicBezTo>
                    <a:pt x="121" y="602"/>
                    <a:pt x="124" y="601"/>
                    <a:pt x="118" y="601"/>
                  </a:cubicBezTo>
                  <a:cubicBezTo>
                    <a:pt x="118" y="601"/>
                    <a:pt x="119" y="597"/>
                    <a:pt x="128" y="597"/>
                  </a:cubicBezTo>
                  <a:cubicBezTo>
                    <a:pt x="147" y="595"/>
                    <a:pt x="139" y="593"/>
                    <a:pt x="130" y="591"/>
                  </a:cubicBezTo>
                  <a:cubicBezTo>
                    <a:pt x="113" y="589"/>
                    <a:pt x="121" y="589"/>
                    <a:pt x="130" y="589"/>
                  </a:cubicBezTo>
                  <a:cubicBezTo>
                    <a:pt x="136" y="589"/>
                    <a:pt x="140" y="590"/>
                    <a:pt x="143" y="590"/>
                  </a:cubicBezTo>
                  <a:cubicBezTo>
                    <a:pt x="145" y="590"/>
                    <a:pt x="145" y="589"/>
                    <a:pt x="141" y="588"/>
                  </a:cubicBezTo>
                  <a:cubicBezTo>
                    <a:pt x="134" y="586"/>
                    <a:pt x="129" y="577"/>
                    <a:pt x="137" y="577"/>
                  </a:cubicBezTo>
                  <a:cubicBezTo>
                    <a:pt x="139" y="577"/>
                    <a:pt x="141" y="577"/>
                    <a:pt x="144" y="578"/>
                  </a:cubicBezTo>
                  <a:lnTo>
                    <a:pt x="145" y="575"/>
                  </a:lnTo>
                  <a:cubicBezTo>
                    <a:pt x="137" y="573"/>
                    <a:pt x="138" y="569"/>
                    <a:pt x="139" y="567"/>
                  </a:cubicBezTo>
                  <a:cubicBezTo>
                    <a:pt x="139" y="565"/>
                    <a:pt x="140" y="564"/>
                    <a:pt x="142" y="564"/>
                  </a:cubicBezTo>
                  <a:cubicBezTo>
                    <a:pt x="144" y="564"/>
                    <a:pt x="146" y="564"/>
                    <a:pt x="148" y="565"/>
                  </a:cubicBezTo>
                  <a:cubicBezTo>
                    <a:pt x="152" y="567"/>
                    <a:pt x="154" y="568"/>
                    <a:pt x="155" y="568"/>
                  </a:cubicBezTo>
                  <a:cubicBezTo>
                    <a:pt x="156" y="568"/>
                    <a:pt x="154" y="566"/>
                    <a:pt x="150" y="563"/>
                  </a:cubicBezTo>
                  <a:cubicBezTo>
                    <a:pt x="151" y="560"/>
                    <a:pt x="134" y="554"/>
                    <a:pt x="135" y="552"/>
                  </a:cubicBezTo>
                  <a:cubicBezTo>
                    <a:pt x="126" y="550"/>
                    <a:pt x="118" y="546"/>
                    <a:pt x="119" y="545"/>
                  </a:cubicBezTo>
                  <a:lnTo>
                    <a:pt x="119" y="545"/>
                  </a:lnTo>
                  <a:lnTo>
                    <a:pt x="127" y="547"/>
                  </a:lnTo>
                  <a:lnTo>
                    <a:pt x="144" y="552"/>
                  </a:lnTo>
                  <a:cubicBezTo>
                    <a:pt x="145" y="551"/>
                    <a:pt x="145" y="549"/>
                    <a:pt x="137" y="547"/>
                  </a:cubicBezTo>
                  <a:lnTo>
                    <a:pt x="137" y="547"/>
                  </a:lnTo>
                  <a:cubicBezTo>
                    <a:pt x="139" y="547"/>
                    <a:pt x="141" y="547"/>
                    <a:pt x="142" y="547"/>
                  </a:cubicBezTo>
                  <a:cubicBezTo>
                    <a:pt x="146" y="547"/>
                    <a:pt x="146" y="546"/>
                    <a:pt x="147" y="543"/>
                  </a:cubicBezTo>
                  <a:cubicBezTo>
                    <a:pt x="148" y="541"/>
                    <a:pt x="150" y="538"/>
                    <a:pt x="142" y="533"/>
                  </a:cubicBezTo>
                  <a:lnTo>
                    <a:pt x="142" y="533"/>
                  </a:lnTo>
                  <a:cubicBezTo>
                    <a:pt x="145" y="534"/>
                    <a:pt x="148" y="535"/>
                    <a:pt x="150" y="535"/>
                  </a:cubicBezTo>
                  <a:cubicBezTo>
                    <a:pt x="159" y="535"/>
                    <a:pt x="159" y="528"/>
                    <a:pt x="145" y="522"/>
                  </a:cubicBezTo>
                  <a:cubicBezTo>
                    <a:pt x="139" y="520"/>
                    <a:pt x="137" y="519"/>
                    <a:pt x="142" y="519"/>
                  </a:cubicBezTo>
                  <a:cubicBezTo>
                    <a:pt x="143" y="519"/>
                    <a:pt x="145" y="519"/>
                    <a:pt x="146" y="519"/>
                  </a:cubicBezTo>
                  <a:cubicBezTo>
                    <a:pt x="149" y="519"/>
                    <a:pt x="152" y="519"/>
                    <a:pt x="152" y="519"/>
                  </a:cubicBezTo>
                  <a:cubicBezTo>
                    <a:pt x="154" y="519"/>
                    <a:pt x="152" y="519"/>
                    <a:pt x="147" y="517"/>
                  </a:cubicBezTo>
                  <a:cubicBezTo>
                    <a:pt x="143" y="514"/>
                    <a:pt x="144" y="513"/>
                    <a:pt x="147" y="513"/>
                  </a:cubicBezTo>
                  <a:cubicBezTo>
                    <a:pt x="149" y="513"/>
                    <a:pt x="153" y="514"/>
                    <a:pt x="157" y="514"/>
                  </a:cubicBezTo>
                  <a:cubicBezTo>
                    <a:pt x="164" y="516"/>
                    <a:pt x="168" y="517"/>
                    <a:pt x="170" y="517"/>
                  </a:cubicBezTo>
                  <a:cubicBezTo>
                    <a:pt x="174" y="517"/>
                    <a:pt x="172" y="515"/>
                    <a:pt x="167" y="513"/>
                  </a:cubicBezTo>
                  <a:cubicBezTo>
                    <a:pt x="160" y="508"/>
                    <a:pt x="161" y="504"/>
                    <a:pt x="162" y="503"/>
                  </a:cubicBezTo>
                  <a:cubicBezTo>
                    <a:pt x="154" y="497"/>
                    <a:pt x="155" y="496"/>
                    <a:pt x="146" y="495"/>
                  </a:cubicBezTo>
                  <a:cubicBezTo>
                    <a:pt x="141" y="493"/>
                    <a:pt x="135" y="491"/>
                    <a:pt x="129" y="489"/>
                  </a:cubicBezTo>
                  <a:cubicBezTo>
                    <a:pt x="126" y="486"/>
                    <a:pt x="126" y="485"/>
                    <a:pt x="127" y="485"/>
                  </a:cubicBezTo>
                  <a:cubicBezTo>
                    <a:pt x="128" y="485"/>
                    <a:pt x="130" y="486"/>
                    <a:pt x="130" y="487"/>
                  </a:cubicBezTo>
                  <a:cubicBezTo>
                    <a:pt x="137" y="492"/>
                    <a:pt x="138" y="491"/>
                    <a:pt x="147" y="492"/>
                  </a:cubicBezTo>
                  <a:cubicBezTo>
                    <a:pt x="149" y="492"/>
                    <a:pt x="150" y="492"/>
                    <a:pt x="151" y="492"/>
                  </a:cubicBezTo>
                  <a:cubicBezTo>
                    <a:pt x="156" y="492"/>
                    <a:pt x="156" y="490"/>
                    <a:pt x="157" y="489"/>
                  </a:cubicBezTo>
                  <a:lnTo>
                    <a:pt x="160" y="483"/>
                  </a:lnTo>
                  <a:cubicBezTo>
                    <a:pt x="170" y="482"/>
                    <a:pt x="170" y="480"/>
                    <a:pt x="162" y="477"/>
                  </a:cubicBezTo>
                  <a:lnTo>
                    <a:pt x="153" y="475"/>
                  </a:lnTo>
                  <a:lnTo>
                    <a:pt x="153" y="475"/>
                  </a:lnTo>
                  <a:cubicBezTo>
                    <a:pt x="154" y="475"/>
                    <a:pt x="156" y="476"/>
                    <a:pt x="157" y="476"/>
                  </a:cubicBezTo>
                  <a:cubicBezTo>
                    <a:pt x="171" y="476"/>
                    <a:pt x="175" y="462"/>
                    <a:pt x="160" y="456"/>
                  </a:cubicBezTo>
                  <a:lnTo>
                    <a:pt x="160" y="456"/>
                  </a:lnTo>
                  <a:lnTo>
                    <a:pt x="169" y="458"/>
                  </a:lnTo>
                  <a:cubicBezTo>
                    <a:pt x="172" y="459"/>
                    <a:pt x="173" y="459"/>
                    <a:pt x="175" y="459"/>
                  </a:cubicBezTo>
                  <a:cubicBezTo>
                    <a:pt x="177" y="459"/>
                    <a:pt x="177" y="458"/>
                    <a:pt x="178" y="457"/>
                  </a:cubicBezTo>
                  <a:cubicBezTo>
                    <a:pt x="179" y="455"/>
                    <a:pt x="172" y="447"/>
                    <a:pt x="174" y="443"/>
                  </a:cubicBezTo>
                  <a:cubicBezTo>
                    <a:pt x="175" y="437"/>
                    <a:pt x="178" y="432"/>
                    <a:pt x="169" y="430"/>
                  </a:cubicBezTo>
                  <a:cubicBezTo>
                    <a:pt x="169" y="429"/>
                    <a:pt x="169" y="429"/>
                    <a:pt x="170" y="429"/>
                  </a:cubicBezTo>
                  <a:cubicBezTo>
                    <a:pt x="171" y="429"/>
                    <a:pt x="173" y="429"/>
                    <a:pt x="178" y="431"/>
                  </a:cubicBezTo>
                  <a:cubicBezTo>
                    <a:pt x="182" y="433"/>
                    <a:pt x="184" y="434"/>
                    <a:pt x="185" y="434"/>
                  </a:cubicBezTo>
                  <a:cubicBezTo>
                    <a:pt x="186" y="434"/>
                    <a:pt x="187" y="433"/>
                    <a:pt x="187" y="432"/>
                  </a:cubicBezTo>
                  <a:cubicBezTo>
                    <a:pt x="188" y="430"/>
                    <a:pt x="179" y="428"/>
                    <a:pt x="171" y="426"/>
                  </a:cubicBezTo>
                  <a:cubicBezTo>
                    <a:pt x="162" y="422"/>
                    <a:pt x="163" y="421"/>
                    <a:pt x="172" y="421"/>
                  </a:cubicBezTo>
                  <a:cubicBezTo>
                    <a:pt x="182" y="421"/>
                    <a:pt x="183" y="414"/>
                    <a:pt x="176" y="409"/>
                  </a:cubicBezTo>
                  <a:cubicBezTo>
                    <a:pt x="176" y="408"/>
                    <a:pt x="177" y="408"/>
                    <a:pt x="179" y="408"/>
                  </a:cubicBezTo>
                  <a:cubicBezTo>
                    <a:pt x="180" y="408"/>
                    <a:pt x="182" y="408"/>
                    <a:pt x="185" y="409"/>
                  </a:cubicBezTo>
                  <a:cubicBezTo>
                    <a:pt x="188" y="409"/>
                    <a:pt x="190" y="409"/>
                    <a:pt x="192" y="409"/>
                  </a:cubicBezTo>
                  <a:cubicBezTo>
                    <a:pt x="198" y="409"/>
                    <a:pt x="200" y="408"/>
                    <a:pt x="188" y="402"/>
                  </a:cubicBezTo>
                  <a:cubicBezTo>
                    <a:pt x="188" y="401"/>
                    <a:pt x="188" y="401"/>
                    <a:pt x="189" y="401"/>
                  </a:cubicBezTo>
                  <a:cubicBezTo>
                    <a:pt x="190" y="401"/>
                    <a:pt x="192" y="401"/>
                    <a:pt x="197" y="403"/>
                  </a:cubicBezTo>
                  <a:cubicBezTo>
                    <a:pt x="201" y="404"/>
                    <a:pt x="205" y="405"/>
                    <a:pt x="207" y="405"/>
                  </a:cubicBezTo>
                  <a:cubicBezTo>
                    <a:pt x="208" y="405"/>
                    <a:pt x="207" y="404"/>
                    <a:pt x="198" y="400"/>
                  </a:cubicBezTo>
                  <a:cubicBezTo>
                    <a:pt x="191" y="394"/>
                    <a:pt x="192" y="390"/>
                    <a:pt x="202" y="390"/>
                  </a:cubicBezTo>
                  <a:cubicBezTo>
                    <a:pt x="202" y="389"/>
                    <a:pt x="202" y="388"/>
                    <a:pt x="194" y="384"/>
                  </a:cubicBezTo>
                  <a:lnTo>
                    <a:pt x="185" y="382"/>
                  </a:lnTo>
                  <a:lnTo>
                    <a:pt x="185" y="382"/>
                  </a:lnTo>
                  <a:cubicBezTo>
                    <a:pt x="193" y="383"/>
                    <a:pt x="197" y="384"/>
                    <a:pt x="199" y="384"/>
                  </a:cubicBezTo>
                  <a:cubicBezTo>
                    <a:pt x="200" y="384"/>
                    <a:pt x="196" y="383"/>
                    <a:pt x="187" y="379"/>
                  </a:cubicBezTo>
                  <a:cubicBezTo>
                    <a:pt x="182" y="377"/>
                    <a:pt x="180" y="376"/>
                    <a:pt x="181" y="376"/>
                  </a:cubicBezTo>
                  <a:cubicBezTo>
                    <a:pt x="182" y="376"/>
                    <a:pt x="184" y="377"/>
                    <a:pt x="188" y="377"/>
                  </a:cubicBezTo>
                  <a:cubicBezTo>
                    <a:pt x="191" y="378"/>
                    <a:pt x="193" y="378"/>
                    <a:pt x="194" y="378"/>
                  </a:cubicBezTo>
                  <a:cubicBezTo>
                    <a:pt x="197" y="378"/>
                    <a:pt x="197" y="377"/>
                    <a:pt x="197" y="377"/>
                  </a:cubicBezTo>
                  <a:cubicBezTo>
                    <a:pt x="198" y="376"/>
                    <a:pt x="192" y="366"/>
                    <a:pt x="196" y="358"/>
                  </a:cubicBezTo>
                  <a:cubicBezTo>
                    <a:pt x="200" y="346"/>
                    <a:pt x="202" y="342"/>
                    <a:pt x="194" y="338"/>
                  </a:cubicBezTo>
                  <a:cubicBezTo>
                    <a:pt x="190" y="336"/>
                    <a:pt x="188" y="334"/>
                    <a:pt x="189" y="334"/>
                  </a:cubicBezTo>
                  <a:cubicBezTo>
                    <a:pt x="190" y="334"/>
                    <a:pt x="192" y="335"/>
                    <a:pt x="196" y="336"/>
                  </a:cubicBezTo>
                  <a:cubicBezTo>
                    <a:pt x="198" y="336"/>
                    <a:pt x="200" y="336"/>
                    <a:pt x="201" y="336"/>
                  </a:cubicBezTo>
                  <a:cubicBezTo>
                    <a:pt x="205" y="336"/>
                    <a:pt x="205" y="336"/>
                    <a:pt x="206" y="335"/>
                  </a:cubicBezTo>
                  <a:cubicBezTo>
                    <a:pt x="206" y="334"/>
                    <a:pt x="207" y="333"/>
                    <a:pt x="208" y="333"/>
                  </a:cubicBezTo>
                  <a:cubicBezTo>
                    <a:pt x="210" y="333"/>
                    <a:pt x="212" y="334"/>
                    <a:pt x="215" y="335"/>
                  </a:cubicBezTo>
                  <a:cubicBezTo>
                    <a:pt x="208" y="330"/>
                    <a:pt x="208" y="330"/>
                    <a:pt x="209" y="329"/>
                  </a:cubicBezTo>
                  <a:lnTo>
                    <a:pt x="209" y="329"/>
                  </a:lnTo>
                  <a:cubicBezTo>
                    <a:pt x="212" y="330"/>
                    <a:pt x="214" y="331"/>
                    <a:pt x="215" y="331"/>
                  </a:cubicBezTo>
                  <a:cubicBezTo>
                    <a:pt x="216" y="331"/>
                    <a:pt x="214" y="329"/>
                    <a:pt x="210" y="326"/>
                  </a:cubicBezTo>
                  <a:cubicBezTo>
                    <a:pt x="202" y="321"/>
                    <a:pt x="198" y="319"/>
                    <a:pt x="198" y="319"/>
                  </a:cubicBezTo>
                  <a:lnTo>
                    <a:pt x="198" y="319"/>
                  </a:lnTo>
                  <a:cubicBezTo>
                    <a:pt x="199" y="319"/>
                    <a:pt x="203" y="321"/>
                    <a:pt x="211" y="325"/>
                  </a:cubicBezTo>
                  <a:cubicBezTo>
                    <a:pt x="216" y="327"/>
                    <a:pt x="221" y="327"/>
                    <a:pt x="223" y="327"/>
                  </a:cubicBezTo>
                  <a:cubicBezTo>
                    <a:pt x="224" y="327"/>
                    <a:pt x="224" y="327"/>
                    <a:pt x="220" y="326"/>
                  </a:cubicBezTo>
                  <a:cubicBezTo>
                    <a:pt x="212" y="321"/>
                    <a:pt x="213" y="319"/>
                    <a:pt x="207" y="314"/>
                  </a:cubicBezTo>
                  <a:cubicBezTo>
                    <a:pt x="207" y="313"/>
                    <a:pt x="208" y="312"/>
                    <a:pt x="209" y="312"/>
                  </a:cubicBezTo>
                  <a:cubicBezTo>
                    <a:pt x="210" y="312"/>
                    <a:pt x="212" y="313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24" y="315"/>
                    <a:pt x="219" y="306"/>
                    <a:pt x="213" y="301"/>
                  </a:cubicBezTo>
                  <a:cubicBezTo>
                    <a:pt x="209" y="298"/>
                    <a:pt x="207" y="297"/>
                    <a:pt x="209" y="297"/>
                  </a:cubicBezTo>
                  <a:cubicBezTo>
                    <a:pt x="209" y="297"/>
                    <a:pt x="211" y="298"/>
                    <a:pt x="215" y="299"/>
                  </a:cubicBezTo>
                  <a:cubicBezTo>
                    <a:pt x="219" y="301"/>
                    <a:pt x="221" y="302"/>
                    <a:pt x="223" y="302"/>
                  </a:cubicBezTo>
                  <a:cubicBezTo>
                    <a:pt x="224" y="302"/>
                    <a:pt x="224" y="302"/>
                    <a:pt x="225" y="301"/>
                  </a:cubicBezTo>
                  <a:cubicBezTo>
                    <a:pt x="222" y="299"/>
                    <a:pt x="222" y="299"/>
                    <a:pt x="222" y="299"/>
                  </a:cubicBezTo>
                  <a:lnTo>
                    <a:pt x="222" y="299"/>
                  </a:lnTo>
                  <a:cubicBezTo>
                    <a:pt x="223" y="299"/>
                    <a:pt x="227" y="302"/>
                    <a:pt x="233" y="305"/>
                  </a:cubicBezTo>
                  <a:cubicBezTo>
                    <a:pt x="236" y="307"/>
                    <a:pt x="238" y="308"/>
                    <a:pt x="239" y="308"/>
                  </a:cubicBezTo>
                  <a:cubicBezTo>
                    <a:pt x="240" y="308"/>
                    <a:pt x="241" y="307"/>
                    <a:pt x="242" y="306"/>
                  </a:cubicBezTo>
                  <a:cubicBezTo>
                    <a:pt x="235" y="300"/>
                    <a:pt x="239" y="294"/>
                    <a:pt x="242" y="291"/>
                  </a:cubicBezTo>
                  <a:cubicBezTo>
                    <a:pt x="246" y="284"/>
                    <a:pt x="239" y="279"/>
                    <a:pt x="227" y="266"/>
                  </a:cubicBezTo>
                  <a:lnTo>
                    <a:pt x="213" y="255"/>
                  </a:lnTo>
                  <a:lnTo>
                    <a:pt x="213" y="255"/>
                  </a:lnTo>
                  <a:lnTo>
                    <a:pt x="228" y="264"/>
                  </a:lnTo>
                  <a:lnTo>
                    <a:pt x="250" y="279"/>
                  </a:lnTo>
                  <a:cubicBezTo>
                    <a:pt x="252" y="278"/>
                    <a:pt x="244" y="272"/>
                    <a:pt x="237" y="268"/>
                  </a:cubicBezTo>
                  <a:cubicBezTo>
                    <a:pt x="232" y="264"/>
                    <a:pt x="230" y="262"/>
                    <a:pt x="234" y="262"/>
                  </a:cubicBezTo>
                  <a:cubicBezTo>
                    <a:pt x="235" y="262"/>
                    <a:pt x="237" y="262"/>
                    <a:pt x="240" y="263"/>
                  </a:cubicBezTo>
                  <a:cubicBezTo>
                    <a:pt x="243" y="264"/>
                    <a:pt x="245" y="265"/>
                    <a:pt x="247" y="265"/>
                  </a:cubicBezTo>
                  <a:cubicBezTo>
                    <a:pt x="249" y="265"/>
                    <a:pt x="248" y="262"/>
                    <a:pt x="244" y="259"/>
                  </a:cubicBezTo>
                  <a:cubicBezTo>
                    <a:pt x="244" y="258"/>
                    <a:pt x="245" y="257"/>
                    <a:pt x="247" y="257"/>
                  </a:cubicBezTo>
                  <a:cubicBezTo>
                    <a:pt x="248" y="257"/>
                    <a:pt x="250" y="258"/>
                    <a:pt x="254" y="260"/>
                  </a:cubicBezTo>
                  <a:cubicBezTo>
                    <a:pt x="255" y="259"/>
                    <a:pt x="255" y="259"/>
                    <a:pt x="248" y="253"/>
                  </a:cubicBezTo>
                  <a:cubicBezTo>
                    <a:pt x="244" y="250"/>
                    <a:pt x="243" y="248"/>
                    <a:pt x="244" y="248"/>
                  </a:cubicBezTo>
                  <a:cubicBezTo>
                    <a:pt x="245" y="248"/>
                    <a:pt x="247" y="249"/>
                    <a:pt x="250" y="251"/>
                  </a:cubicBezTo>
                  <a:cubicBezTo>
                    <a:pt x="257" y="255"/>
                    <a:pt x="261" y="257"/>
                    <a:pt x="263" y="257"/>
                  </a:cubicBezTo>
                  <a:cubicBezTo>
                    <a:pt x="266" y="257"/>
                    <a:pt x="266" y="254"/>
                    <a:pt x="262" y="251"/>
                  </a:cubicBezTo>
                  <a:cubicBezTo>
                    <a:pt x="255" y="246"/>
                    <a:pt x="255" y="244"/>
                    <a:pt x="256" y="243"/>
                  </a:cubicBezTo>
                  <a:cubicBezTo>
                    <a:pt x="257" y="242"/>
                    <a:pt x="258" y="241"/>
                    <a:pt x="253" y="234"/>
                  </a:cubicBezTo>
                  <a:lnTo>
                    <a:pt x="255" y="232"/>
                  </a:lnTo>
                  <a:cubicBezTo>
                    <a:pt x="255" y="232"/>
                    <a:pt x="255" y="232"/>
                    <a:pt x="255" y="232"/>
                  </a:cubicBezTo>
                  <a:cubicBezTo>
                    <a:pt x="257" y="232"/>
                    <a:pt x="262" y="237"/>
                    <a:pt x="261" y="238"/>
                  </a:cubicBezTo>
                  <a:lnTo>
                    <a:pt x="268" y="243"/>
                  </a:lnTo>
                  <a:cubicBezTo>
                    <a:pt x="271" y="241"/>
                    <a:pt x="272" y="239"/>
                    <a:pt x="266" y="233"/>
                  </a:cubicBezTo>
                  <a:cubicBezTo>
                    <a:pt x="260" y="226"/>
                    <a:pt x="258" y="223"/>
                    <a:pt x="258" y="223"/>
                  </a:cubicBezTo>
                  <a:lnTo>
                    <a:pt x="258" y="223"/>
                  </a:lnTo>
                  <a:cubicBezTo>
                    <a:pt x="258" y="223"/>
                    <a:pt x="261" y="226"/>
                    <a:pt x="267" y="232"/>
                  </a:cubicBezTo>
                  <a:cubicBezTo>
                    <a:pt x="272" y="235"/>
                    <a:pt x="276" y="238"/>
                    <a:pt x="278" y="238"/>
                  </a:cubicBezTo>
                  <a:cubicBezTo>
                    <a:pt x="279" y="238"/>
                    <a:pt x="278" y="237"/>
                    <a:pt x="276" y="235"/>
                  </a:cubicBezTo>
                  <a:cubicBezTo>
                    <a:pt x="271" y="229"/>
                    <a:pt x="270" y="227"/>
                    <a:pt x="271" y="227"/>
                  </a:cubicBezTo>
                  <a:cubicBezTo>
                    <a:pt x="272" y="227"/>
                    <a:pt x="276" y="230"/>
                    <a:pt x="279" y="233"/>
                  </a:cubicBezTo>
                  <a:cubicBezTo>
                    <a:pt x="284" y="239"/>
                    <a:pt x="287" y="242"/>
                    <a:pt x="288" y="242"/>
                  </a:cubicBezTo>
                  <a:cubicBezTo>
                    <a:pt x="289" y="242"/>
                    <a:pt x="287" y="238"/>
                    <a:pt x="282" y="229"/>
                  </a:cubicBezTo>
                  <a:cubicBezTo>
                    <a:pt x="284" y="227"/>
                    <a:pt x="283" y="217"/>
                    <a:pt x="286" y="214"/>
                  </a:cubicBezTo>
                  <a:cubicBezTo>
                    <a:pt x="289" y="211"/>
                    <a:pt x="291" y="209"/>
                    <a:pt x="294" y="209"/>
                  </a:cubicBezTo>
                  <a:cubicBezTo>
                    <a:pt x="296" y="209"/>
                    <a:pt x="298" y="210"/>
                    <a:pt x="301" y="213"/>
                  </a:cubicBezTo>
                  <a:cubicBezTo>
                    <a:pt x="301" y="213"/>
                    <a:pt x="302" y="214"/>
                    <a:pt x="302" y="214"/>
                  </a:cubicBezTo>
                  <a:lnTo>
                    <a:pt x="302" y="214"/>
                  </a:lnTo>
                  <a:cubicBezTo>
                    <a:pt x="296" y="205"/>
                    <a:pt x="297" y="204"/>
                    <a:pt x="300" y="202"/>
                  </a:cubicBezTo>
                  <a:lnTo>
                    <a:pt x="300" y="202"/>
                  </a:lnTo>
                  <a:cubicBezTo>
                    <a:pt x="301" y="203"/>
                    <a:pt x="303" y="203"/>
                    <a:pt x="303" y="203"/>
                  </a:cubicBezTo>
                  <a:cubicBezTo>
                    <a:pt x="309" y="203"/>
                    <a:pt x="306" y="196"/>
                    <a:pt x="302" y="189"/>
                  </a:cubicBezTo>
                  <a:lnTo>
                    <a:pt x="300" y="191"/>
                  </a:lnTo>
                  <a:cubicBezTo>
                    <a:pt x="292" y="182"/>
                    <a:pt x="290" y="179"/>
                    <a:pt x="292" y="179"/>
                  </a:cubicBezTo>
                  <a:cubicBezTo>
                    <a:pt x="293" y="179"/>
                    <a:pt x="295" y="180"/>
                    <a:pt x="298" y="181"/>
                  </a:cubicBezTo>
                  <a:cubicBezTo>
                    <a:pt x="298" y="181"/>
                    <a:pt x="298" y="181"/>
                    <a:pt x="298" y="181"/>
                  </a:cubicBezTo>
                  <a:cubicBezTo>
                    <a:pt x="300" y="181"/>
                    <a:pt x="305" y="187"/>
                    <a:pt x="310" y="195"/>
                  </a:cubicBezTo>
                  <a:cubicBezTo>
                    <a:pt x="315" y="201"/>
                    <a:pt x="321" y="206"/>
                    <a:pt x="323" y="206"/>
                  </a:cubicBezTo>
                  <a:cubicBezTo>
                    <a:pt x="323" y="206"/>
                    <a:pt x="323" y="206"/>
                    <a:pt x="323" y="206"/>
                  </a:cubicBezTo>
                  <a:cubicBezTo>
                    <a:pt x="325" y="205"/>
                    <a:pt x="327" y="204"/>
                    <a:pt x="319" y="198"/>
                  </a:cubicBezTo>
                  <a:cubicBezTo>
                    <a:pt x="314" y="191"/>
                    <a:pt x="314" y="191"/>
                    <a:pt x="316" y="190"/>
                  </a:cubicBezTo>
                  <a:cubicBezTo>
                    <a:pt x="317" y="189"/>
                    <a:pt x="318" y="188"/>
                    <a:pt x="314" y="180"/>
                  </a:cubicBezTo>
                  <a:cubicBezTo>
                    <a:pt x="309" y="173"/>
                    <a:pt x="310" y="172"/>
                    <a:pt x="311" y="172"/>
                  </a:cubicBezTo>
                  <a:cubicBezTo>
                    <a:pt x="315" y="175"/>
                    <a:pt x="318" y="176"/>
                    <a:pt x="319" y="176"/>
                  </a:cubicBezTo>
                  <a:cubicBezTo>
                    <a:pt x="320" y="176"/>
                    <a:pt x="321" y="176"/>
                    <a:pt x="321" y="176"/>
                  </a:cubicBezTo>
                  <a:lnTo>
                    <a:pt x="326" y="183"/>
                  </a:lnTo>
                  <a:cubicBezTo>
                    <a:pt x="329" y="188"/>
                    <a:pt x="334" y="192"/>
                    <a:pt x="338" y="196"/>
                  </a:cubicBezTo>
                  <a:cubicBezTo>
                    <a:pt x="339" y="196"/>
                    <a:pt x="334" y="188"/>
                    <a:pt x="334" y="188"/>
                  </a:cubicBezTo>
                  <a:cubicBezTo>
                    <a:pt x="328" y="180"/>
                    <a:pt x="362" y="161"/>
                    <a:pt x="366" y="159"/>
                  </a:cubicBezTo>
                  <a:cubicBezTo>
                    <a:pt x="369" y="162"/>
                    <a:pt x="371" y="163"/>
                    <a:pt x="373" y="163"/>
                  </a:cubicBezTo>
                  <a:cubicBezTo>
                    <a:pt x="375" y="163"/>
                    <a:pt x="375" y="160"/>
                    <a:pt x="372" y="156"/>
                  </a:cubicBezTo>
                  <a:cubicBezTo>
                    <a:pt x="367" y="149"/>
                    <a:pt x="375" y="145"/>
                    <a:pt x="384" y="141"/>
                  </a:cubicBezTo>
                  <a:cubicBezTo>
                    <a:pt x="394" y="136"/>
                    <a:pt x="402" y="134"/>
                    <a:pt x="399" y="125"/>
                  </a:cubicBezTo>
                  <a:lnTo>
                    <a:pt x="403" y="124"/>
                  </a:lnTo>
                  <a:cubicBezTo>
                    <a:pt x="406" y="123"/>
                    <a:pt x="406" y="114"/>
                    <a:pt x="408" y="113"/>
                  </a:cubicBezTo>
                  <a:cubicBezTo>
                    <a:pt x="407" y="108"/>
                    <a:pt x="407" y="106"/>
                    <a:pt x="407" y="106"/>
                  </a:cubicBezTo>
                  <a:lnTo>
                    <a:pt x="407" y="106"/>
                  </a:lnTo>
                  <a:cubicBezTo>
                    <a:pt x="408" y="106"/>
                    <a:pt x="409" y="108"/>
                    <a:pt x="410" y="113"/>
                  </a:cubicBezTo>
                  <a:cubicBezTo>
                    <a:pt x="413" y="121"/>
                    <a:pt x="415" y="128"/>
                    <a:pt x="418" y="128"/>
                  </a:cubicBezTo>
                  <a:cubicBezTo>
                    <a:pt x="420" y="127"/>
                    <a:pt x="418" y="119"/>
                    <a:pt x="414" y="110"/>
                  </a:cubicBezTo>
                  <a:cubicBezTo>
                    <a:pt x="412" y="103"/>
                    <a:pt x="413" y="102"/>
                    <a:pt x="413" y="102"/>
                  </a:cubicBezTo>
                  <a:cubicBezTo>
                    <a:pt x="414" y="102"/>
                    <a:pt x="414" y="102"/>
                    <a:pt x="418" y="109"/>
                  </a:cubicBezTo>
                  <a:cubicBezTo>
                    <a:pt x="421" y="118"/>
                    <a:pt x="423" y="126"/>
                    <a:pt x="423" y="126"/>
                  </a:cubicBezTo>
                  <a:lnTo>
                    <a:pt x="425" y="126"/>
                  </a:lnTo>
                  <a:cubicBezTo>
                    <a:pt x="422" y="117"/>
                    <a:pt x="423" y="117"/>
                    <a:pt x="423" y="117"/>
                  </a:cubicBezTo>
                  <a:cubicBezTo>
                    <a:pt x="424" y="117"/>
                    <a:pt x="424" y="117"/>
                    <a:pt x="424" y="117"/>
                  </a:cubicBezTo>
                  <a:cubicBezTo>
                    <a:pt x="426" y="117"/>
                    <a:pt x="427" y="120"/>
                    <a:pt x="431" y="133"/>
                  </a:cubicBezTo>
                  <a:cubicBezTo>
                    <a:pt x="434" y="141"/>
                    <a:pt x="436" y="145"/>
                    <a:pt x="436" y="145"/>
                  </a:cubicBezTo>
                  <a:cubicBezTo>
                    <a:pt x="437" y="145"/>
                    <a:pt x="436" y="141"/>
                    <a:pt x="434" y="132"/>
                  </a:cubicBezTo>
                  <a:lnTo>
                    <a:pt x="434" y="123"/>
                  </a:lnTo>
                  <a:cubicBezTo>
                    <a:pt x="436" y="128"/>
                    <a:pt x="438" y="130"/>
                    <a:pt x="438" y="130"/>
                  </a:cubicBezTo>
                  <a:cubicBezTo>
                    <a:pt x="440" y="130"/>
                    <a:pt x="439" y="119"/>
                    <a:pt x="438" y="113"/>
                  </a:cubicBezTo>
                  <a:lnTo>
                    <a:pt x="438" y="113"/>
                  </a:lnTo>
                  <a:cubicBezTo>
                    <a:pt x="441" y="121"/>
                    <a:pt x="443" y="125"/>
                    <a:pt x="444" y="125"/>
                  </a:cubicBezTo>
                  <a:cubicBezTo>
                    <a:pt x="445" y="125"/>
                    <a:pt x="445" y="120"/>
                    <a:pt x="443" y="112"/>
                  </a:cubicBezTo>
                  <a:cubicBezTo>
                    <a:pt x="442" y="107"/>
                    <a:pt x="441" y="105"/>
                    <a:pt x="442" y="105"/>
                  </a:cubicBezTo>
                  <a:cubicBezTo>
                    <a:pt x="443" y="105"/>
                    <a:pt x="444" y="107"/>
                    <a:pt x="446" y="110"/>
                  </a:cubicBezTo>
                  <a:cubicBezTo>
                    <a:pt x="449" y="118"/>
                    <a:pt x="451" y="118"/>
                    <a:pt x="453" y="118"/>
                  </a:cubicBezTo>
                  <a:cubicBezTo>
                    <a:pt x="453" y="118"/>
                    <a:pt x="454" y="118"/>
                    <a:pt x="455" y="118"/>
                  </a:cubicBezTo>
                  <a:cubicBezTo>
                    <a:pt x="455" y="109"/>
                    <a:pt x="466" y="106"/>
                    <a:pt x="478" y="105"/>
                  </a:cubicBezTo>
                  <a:cubicBezTo>
                    <a:pt x="494" y="103"/>
                    <a:pt x="503" y="102"/>
                    <a:pt x="502" y="94"/>
                  </a:cubicBezTo>
                  <a:cubicBezTo>
                    <a:pt x="502" y="93"/>
                    <a:pt x="503" y="93"/>
                    <a:pt x="503" y="93"/>
                  </a:cubicBezTo>
                  <a:cubicBezTo>
                    <a:pt x="504" y="93"/>
                    <a:pt x="505" y="95"/>
                    <a:pt x="506" y="102"/>
                  </a:cubicBezTo>
                  <a:cubicBezTo>
                    <a:pt x="507" y="105"/>
                    <a:pt x="507" y="107"/>
                    <a:pt x="508" y="107"/>
                  </a:cubicBezTo>
                  <a:cubicBezTo>
                    <a:pt x="509" y="107"/>
                    <a:pt x="509" y="103"/>
                    <a:pt x="509" y="93"/>
                  </a:cubicBezTo>
                  <a:cubicBezTo>
                    <a:pt x="509" y="87"/>
                    <a:pt x="509" y="82"/>
                    <a:pt x="509" y="82"/>
                  </a:cubicBezTo>
                  <a:cubicBezTo>
                    <a:pt x="509" y="82"/>
                    <a:pt x="510" y="85"/>
                    <a:pt x="511" y="93"/>
                  </a:cubicBezTo>
                  <a:cubicBezTo>
                    <a:pt x="512" y="100"/>
                    <a:pt x="515" y="100"/>
                    <a:pt x="522" y="100"/>
                  </a:cubicBezTo>
                  <a:cubicBezTo>
                    <a:pt x="526" y="100"/>
                    <a:pt x="533" y="100"/>
                    <a:pt x="532" y="91"/>
                  </a:cubicBezTo>
                  <a:cubicBezTo>
                    <a:pt x="534" y="87"/>
                    <a:pt x="535" y="86"/>
                    <a:pt x="535" y="86"/>
                  </a:cubicBezTo>
                  <a:lnTo>
                    <a:pt x="535" y="86"/>
                  </a:lnTo>
                  <a:cubicBezTo>
                    <a:pt x="535" y="86"/>
                    <a:pt x="535" y="87"/>
                    <a:pt x="534" y="91"/>
                  </a:cubicBezTo>
                  <a:cubicBezTo>
                    <a:pt x="534" y="103"/>
                    <a:pt x="536" y="110"/>
                    <a:pt x="540" y="110"/>
                  </a:cubicBezTo>
                  <a:cubicBezTo>
                    <a:pt x="542" y="110"/>
                    <a:pt x="544" y="107"/>
                    <a:pt x="547" y="100"/>
                  </a:cubicBezTo>
                  <a:cubicBezTo>
                    <a:pt x="548" y="100"/>
                    <a:pt x="549" y="100"/>
                    <a:pt x="549" y="109"/>
                  </a:cubicBezTo>
                  <a:cubicBezTo>
                    <a:pt x="551" y="109"/>
                    <a:pt x="552" y="109"/>
                    <a:pt x="558" y="102"/>
                  </a:cubicBezTo>
                  <a:lnTo>
                    <a:pt x="569" y="103"/>
                  </a:lnTo>
                  <a:cubicBezTo>
                    <a:pt x="572" y="103"/>
                    <a:pt x="576" y="94"/>
                    <a:pt x="576" y="94"/>
                  </a:cubicBezTo>
                  <a:lnTo>
                    <a:pt x="578" y="94"/>
                  </a:lnTo>
                  <a:cubicBezTo>
                    <a:pt x="577" y="103"/>
                    <a:pt x="586" y="103"/>
                    <a:pt x="597" y="105"/>
                  </a:cubicBezTo>
                  <a:cubicBezTo>
                    <a:pt x="608" y="107"/>
                    <a:pt x="617" y="109"/>
                    <a:pt x="617" y="118"/>
                  </a:cubicBezTo>
                  <a:cubicBezTo>
                    <a:pt x="617" y="118"/>
                    <a:pt x="620" y="118"/>
                    <a:pt x="622" y="110"/>
                  </a:cubicBezTo>
                  <a:cubicBezTo>
                    <a:pt x="625" y="101"/>
                    <a:pt x="627" y="97"/>
                    <a:pt x="628" y="97"/>
                  </a:cubicBezTo>
                  <a:cubicBezTo>
                    <a:pt x="628" y="97"/>
                    <a:pt x="629" y="99"/>
                    <a:pt x="629" y="103"/>
                  </a:cubicBezTo>
                  <a:cubicBezTo>
                    <a:pt x="628" y="112"/>
                    <a:pt x="629" y="117"/>
                    <a:pt x="631" y="117"/>
                  </a:cubicBezTo>
                  <a:cubicBezTo>
                    <a:pt x="633" y="117"/>
                    <a:pt x="636" y="113"/>
                    <a:pt x="639" y="106"/>
                  </a:cubicBezTo>
                  <a:lnTo>
                    <a:pt x="639" y="106"/>
                  </a:lnTo>
                  <a:lnTo>
                    <a:pt x="636" y="114"/>
                  </a:lnTo>
                  <a:cubicBezTo>
                    <a:pt x="635" y="121"/>
                    <a:pt x="636" y="124"/>
                    <a:pt x="637" y="124"/>
                  </a:cubicBezTo>
                  <a:cubicBezTo>
                    <a:pt x="639" y="124"/>
                    <a:pt x="643" y="118"/>
                    <a:pt x="646" y="108"/>
                  </a:cubicBezTo>
                  <a:lnTo>
                    <a:pt x="646" y="108"/>
                  </a:lnTo>
                  <a:cubicBezTo>
                    <a:pt x="646" y="115"/>
                    <a:pt x="645" y="121"/>
                    <a:pt x="647" y="121"/>
                  </a:cubicBezTo>
                  <a:cubicBezTo>
                    <a:pt x="647" y="121"/>
                    <a:pt x="648" y="120"/>
                    <a:pt x="649" y="117"/>
                  </a:cubicBezTo>
                  <a:lnTo>
                    <a:pt x="649" y="117"/>
                  </a:lnTo>
                  <a:cubicBezTo>
                    <a:pt x="651" y="118"/>
                    <a:pt x="651" y="118"/>
                    <a:pt x="645" y="135"/>
                  </a:cubicBezTo>
                  <a:cubicBezTo>
                    <a:pt x="643" y="143"/>
                    <a:pt x="641" y="152"/>
                    <a:pt x="643" y="152"/>
                  </a:cubicBezTo>
                  <a:cubicBezTo>
                    <a:pt x="643" y="152"/>
                    <a:pt x="643" y="152"/>
                    <a:pt x="643" y="152"/>
                  </a:cubicBezTo>
                  <a:cubicBezTo>
                    <a:pt x="644" y="152"/>
                    <a:pt x="647" y="144"/>
                    <a:pt x="649" y="136"/>
                  </a:cubicBezTo>
                  <a:lnTo>
                    <a:pt x="652" y="137"/>
                  </a:lnTo>
                  <a:cubicBezTo>
                    <a:pt x="652" y="137"/>
                    <a:pt x="653" y="137"/>
                    <a:pt x="655" y="128"/>
                  </a:cubicBezTo>
                  <a:cubicBezTo>
                    <a:pt x="658" y="123"/>
                    <a:pt x="659" y="121"/>
                    <a:pt x="660" y="121"/>
                  </a:cubicBezTo>
                  <a:cubicBezTo>
                    <a:pt x="660" y="121"/>
                    <a:pt x="661" y="121"/>
                    <a:pt x="661" y="122"/>
                  </a:cubicBezTo>
                  <a:cubicBezTo>
                    <a:pt x="660" y="124"/>
                    <a:pt x="660" y="125"/>
                    <a:pt x="661" y="125"/>
                  </a:cubicBezTo>
                  <a:cubicBezTo>
                    <a:pt x="661" y="125"/>
                    <a:pt x="664" y="119"/>
                    <a:pt x="664" y="113"/>
                  </a:cubicBezTo>
                  <a:cubicBezTo>
                    <a:pt x="667" y="105"/>
                    <a:pt x="669" y="97"/>
                    <a:pt x="671" y="97"/>
                  </a:cubicBezTo>
                  <a:cubicBezTo>
                    <a:pt x="671" y="97"/>
                    <a:pt x="671" y="97"/>
                    <a:pt x="671" y="97"/>
                  </a:cubicBezTo>
                  <a:cubicBezTo>
                    <a:pt x="671" y="97"/>
                    <a:pt x="673" y="88"/>
                    <a:pt x="676" y="80"/>
                  </a:cubicBezTo>
                  <a:cubicBezTo>
                    <a:pt x="680" y="69"/>
                    <a:pt x="682" y="57"/>
                    <a:pt x="682" y="45"/>
                  </a:cubicBezTo>
                  <a:cubicBezTo>
                    <a:pt x="680" y="38"/>
                    <a:pt x="677" y="32"/>
                    <a:pt x="674" y="32"/>
                  </a:cubicBezTo>
                  <a:cubicBezTo>
                    <a:pt x="672" y="32"/>
                    <a:pt x="671" y="34"/>
                    <a:pt x="669" y="41"/>
                  </a:cubicBezTo>
                  <a:cubicBezTo>
                    <a:pt x="669" y="41"/>
                    <a:pt x="666" y="49"/>
                    <a:pt x="663" y="49"/>
                  </a:cubicBezTo>
                  <a:cubicBezTo>
                    <a:pt x="662" y="49"/>
                    <a:pt x="662" y="39"/>
                    <a:pt x="662" y="39"/>
                  </a:cubicBezTo>
                  <a:cubicBezTo>
                    <a:pt x="664" y="31"/>
                    <a:pt x="657" y="29"/>
                    <a:pt x="646" y="26"/>
                  </a:cubicBezTo>
                  <a:cubicBezTo>
                    <a:pt x="635" y="23"/>
                    <a:pt x="630" y="22"/>
                    <a:pt x="629" y="13"/>
                  </a:cubicBezTo>
                  <a:cubicBezTo>
                    <a:pt x="629" y="4"/>
                    <a:pt x="626" y="4"/>
                    <a:pt x="626" y="4"/>
                  </a:cubicBezTo>
                  <a:cubicBezTo>
                    <a:pt x="625" y="9"/>
                    <a:pt x="621" y="10"/>
                    <a:pt x="616" y="10"/>
                  </a:cubicBezTo>
                  <a:cubicBezTo>
                    <a:pt x="611" y="10"/>
                    <a:pt x="605" y="9"/>
                    <a:pt x="598" y="7"/>
                  </a:cubicBezTo>
                  <a:cubicBezTo>
                    <a:pt x="593" y="7"/>
                    <a:pt x="589" y="7"/>
                    <a:pt x="584" y="7"/>
                  </a:cubicBezTo>
                  <a:cubicBezTo>
                    <a:pt x="576" y="7"/>
                    <a:pt x="570" y="8"/>
                    <a:pt x="569" y="14"/>
                  </a:cubicBezTo>
                  <a:lnTo>
                    <a:pt x="566" y="14"/>
                  </a:lnTo>
                  <a:cubicBezTo>
                    <a:pt x="566" y="5"/>
                    <a:pt x="561" y="5"/>
                    <a:pt x="558" y="4"/>
                  </a:cubicBezTo>
                  <a:cubicBezTo>
                    <a:pt x="553" y="13"/>
                    <a:pt x="549" y="13"/>
                    <a:pt x="549" y="13"/>
                  </a:cubicBezTo>
                  <a:cubicBezTo>
                    <a:pt x="549" y="4"/>
                    <a:pt x="547" y="4"/>
                    <a:pt x="543" y="4"/>
                  </a:cubicBezTo>
                  <a:cubicBezTo>
                    <a:pt x="539" y="4"/>
                    <a:pt x="537" y="4"/>
                    <a:pt x="538" y="13"/>
                  </a:cubicBezTo>
                  <a:cubicBezTo>
                    <a:pt x="529" y="13"/>
                    <a:pt x="521" y="11"/>
                    <a:pt x="514" y="4"/>
                  </a:cubicBezTo>
                  <a:cubicBezTo>
                    <a:pt x="513" y="2"/>
                    <a:pt x="51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33"/>
            <p:cNvSpPr/>
            <p:nvPr/>
          </p:nvSpPr>
          <p:spPr>
            <a:xfrm>
              <a:off x="2892213" y="2691430"/>
              <a:ext cx="492570" cy="291686"/>
            </a:xfrm>
            <a:custGeom>
              <a:avLst/>
              <a:gdLst/>
              <a:ahLst/>
              <a:cxnLst/>
              <a:rect l="l" t="t" r="r" b="b"/>
              <a:pathLst>
                <a:path w="4931" h="2920" extrusionOk="0">
                  <a:moveTo>
                    <a:pt x="4823" y="62"/>
                  </a:moveTo>
                  <a:cubicBezTo>
                    <a:pt x="4827" y="62"/>
                    <a:pt x="4836" y="65"/>
                    <a:pt x="4845" y="74"/>
                  </a:cubicBezTo>
                  <a:cubicBezTo>
                    <a:pt x="4863" y="80"/>
                    <a:pt x="4863" y="80"/>
                    <a:pt x="4846" y="83"/>
                  </a:cubicBezTo>
                  <a:cubicBezTo>
                    <a:pt x="4844" y="83"/>
                    <a:pt x="4841" y="83"/>
                    <a:pt x="4838" y="83"/>
                  </a:cubicBezTo>
                  <a:cubicBezTo>
                    <a:pt x="4833" y="83"/>
                    <a:pt x="4829" y="82"/>
                    <a:pt x="4828" y="76"/>
                  </a:cubicBezTo>
                  <a:cubicBezTo>
                    <a:pt x="4817" y="67"/>
                    <a:pt x="4817" y="62"/>
                    <a:pt x="4823" y="62"/>
                  </a:cubicBezTo>
                  <a:close/>
                  <a:moveTo>
                    <a:pt x="3" y="203"/>
                  </a:moveTo>
                  <a:lnTo>
                    <a:pt x="2" y="213"/>
                  </a:lnTo>
                  <a:cubicBezTo>
                    <a:pt x="0" y="223"/>
                    <a:pt x="9" y="225"/>
                    <a:pt x="17" y="226"/>
                  </a:cubicBezTo>
                  <a:lnTo>
                    <a:pt x="19" y="216"/>
                  </a:lnTo>
                  <a:cubicBezTo>
                    <a:pt x="19" y="216"/>
                    <a:pt x="12" y="204"/>
                    <a:pt x="3" y="203"/>
                  </a:cubicBezTo>
                  <a:close/>
                  <a:moveTo>
                    <a:pt x="135" y="248"/>
                  </a:moveTo>
                  <a:cubicBezTo>
                    <a:pt x="143" y="250"/>
                    <a:pt x="141" y="259"/>
                    <a:pt x="139" y="269"/>
                  </a:cubicBezTo>
                  <a:cubicBezTo>
                    <a:pt x="138" y="276"/>
                    <a:pt x="138" y="278"/>
                    <a:pt x="135" y="278"/>
                  </a:cubicBezTo>
                  <a:cubicBezTo>
                    <a:pt x="134" y="278"/>
                    <a:pt x="132" y="277"/>
                    <a:pt x="129" y="277"/>
                  </a:cubicBezTo>
                  <a:cubicBezTo>
                    <a:pt x="126" y="271"/>
                    <a:pt x="125" y="263"/>
                    <a:pt x="125" y="257"/>
                  </a:cubicBezTo>
                  <a:lnTo>
                    <a:pt x="135" y="248"/>
                  </a:lnTo>
                  <a:close/>
                  <a:moveTo>
                    <a:pt x="122" y="359"/>
                  </a:moveTo>
                  <a:cubicBezTo>
                    <a:pt x="125" y="359"/>
                    <a:pt x="125" y="364"/>
                    <a:pt x="123" y="375"/>
                  </a:cubicBezTo>
                  <a:cubicBezTo>
                    <a:pt x="122" y="385"/>
                    <a:pt x="122" y="395"/>
                    <a:pt x="115" y="395"/>
                  </a:cubicBezTo>
                  <a:cubicBezTo>
                    <a:pt x="114" y="395"/>
                    <a:pt x="114" y="395"/>
                    <a:pt x="113" y="395"/>
                  </a:cubicBezTo>
                  <a:lnTo>
                    <a:pt x="115" y="384"/>
                  </a:lnTo>
                  <a:cubicBezTo>
                    <a:pt x="115" y="385"/>
                    <a:pt x="115" y="385"/>
                    <a:pt x="116" y="385"/>
                  </a:cubicBezTo>
                  <a:cubicBezTo>
                    <a:pt x="120" y="385"/>
                    <a:pt x="118" y="380"/>
                    <a:pt x="113" y="380"/>
                  </a:cubicBezTo>
                  <a:cubicBezTo>
                    <a:pt x="111" y="380"/>
                    <a:pt x="108" y="381"/>
                    <a:pt x="106" y="383"/>
                  </a:cubicBezTo>
                  <a:lnTo>
                    <a:pt x="89" y="382"/>
                  </a:lnTo>
                  <a:cubicBezTo>
                    <a:pt x="90" y="372"/>
                    <a:pt x="98" y="364"/>
                    <a:pt x="108" y="364"/>
                  </a:cubicBezTo>
                  <a:cubicBezTo>
                    <a:pt x="115" y="361"/>
                    <a:pt x="119" y="359"/>
                    <a:pt x="122" y="359"/>
                  </a:cubicBezTo>
                  <a:close/>
                  <a:moveTo>
                    <a:pt x="164" y="400"/>
                  </a:moveTo>
                  <a:lnTo>
                    <a:pt x="155" y="409"/>
                  </a:lnTo>
                  <a:lnTo>
                    <a:pt x="154" y="418"/>
                  </a:lnTo>
                  <a:cubicBezTo>
                    <a:pt x="156" y="418"/>
                    <a:pt x="158" y="419"/>
                    <a:pt x="159" y="419"/>
                  </a:cubicBezTo>
                  <a:cubicBezTo>
                    <a:pt x="163" y="419"/>
                    <a:pt x="163" y="417"/>
                    <a:pt x="164" y="410"/>
                  </a:cubicBezTo>
                  <a:lnTo>
                    <a:pt x="164" y="400"/>
                  </a:lnTo>
                  <a:close/>
                  <a:moveTo>
                    <a:pt x="87" y="922"/>
                  </a:moveTo>
                  <a:cubicBezTo>
                    <a:pt x="96" y="922"/>
                    <a:pt x="107" y="940"/>
                    <a:pt x="108" y="949"/>
                  </a:cubicBezTo>
                  <a:cubicBezTo>
                    <a:pt x="109" y="953"/>
                    <a:pt x="108" y="956"/>
                    <a:pt x="105" y="956"/>
                  </a:cubicBezTo>
                  <a:cubicBezTo>
                    <a:pt x="102" y="956"/>
                    <a:pt x="96" y="952"/>
                    <a:pt x="90" y="942"/>
                  </a:cubicBezTo>
                  <a:cubicBezTo>
                    <a:pt x="89" y="932"/>
                    <a:pt x="86" y="922"/>
                    <a:pt x="86" y="922"/>
                  </a:cubicBezTo>
                  <a:cubicBezTo>
                    <a:pt x="87" y="922"/>
                    <a:pt x="87" y="922"/>
                    <a:pt x="87" y="922"/>
                  </a:cubicBezTo>
                  <a:close/>
                  <a:moveTo>
                    <a:pt x="89" y="982"/>
                  </a:moveTo>
                  <a:cubicBezTo>
                    <a:pt x="89" y="982"/>
                    <a:pt x="88" y="982"/>
                    <a:pt x="88" y="982"/>
                  </a:cubicBezTo>
                  <a:cubicBezTo>
                    <a:pt x="80" y="985"/>
                    <a:pt x="81" y="995"/>
                    <a:pt x="84" y="1014"/>
                  </a:cubicBezTo>
                  <a:cubicBezTo>
                    <a:pt x="85" y="1022"/>
                    <a:pt x="90" y="1028"/>
                    <a:pt x="95" y="1033"/>
                  </a:cubicBezTo>
                  <a:cubicBezTo>
                    <a:pt x="104" y="1032"/>
                    <a:pt x="102" y="1022"/>
                    <a:pt x="101" y="1012"/>
                  </a:cubicBezTo>
                  <a:cubicBezTo>
                    <a:pt x="105" y="991"/>
                    <a:pt x="98" y="982"/>
                    <a:pt x="89" y="982"/>
                  </a:cubicBezTo>
                  <a:close/>
                  <a:moveTo>
                    <a:pt x="256" y="1382"/>
                  </a:moveTo>
                  <a:cubicBezTo>
                    <a:pt x="261" y="1382"/>
                    <a:pt x="264" y="1390"/>
                    <a:pt x="267" y="1399"/>
                  </a:cubicBezTo>
                  <a:lnTo>
                    <a:pt x="259" y="1401"/>
                  </a:lnTo>
                  <a:lnTo>
                    <a:pt x="248" y="1394"/>
                  </a:lnTo>
                  <a:lnTo>
                    <a:pt x="252" y="1383"/>
                  </a:lnTo>
                  <a:cubicBezTo>
                    <a:pt x="254" y="1382"/>
                    <a:pt x="255" y="1382"/>
                    <a:pt x="256" y="1382"/>
                  </a:cubicBezTo>
                  <a:close/>
                  <a:moveTo>
                    <a:pt x="4643" y="1404"/>
                  </a:moveTo>
                  <a:cubicBezTo>
                    <a:pt x="4644" y="1404"/>
                    <a:pt x="4646" y="1405"/>
                    <a:pt x="4649" y="1406"/>
                  </a:cubicBezTo>
                  <a:cubicBezTo>
                    <a:pt x="4658" y="1412"/>
                    <a:pt x="4660" y="1423"/>
                    <a:pt x="4655" y="1432"/>
                  </a:cubicBezTo>
                  <a:cubicBezTo>
                    <a:pt x="4655" y="1435"/>
                    <a:pt x="4653" y="1436"/>
                    <a:pt x="4651" y="1436"/>
                  </a:cubicBezTo>
                  <a:cubicBezTo>
                    <a:pt x="4645" y="1436"/>
                    <a:pt x="4637" y="1427"/>
                    <a:pt x="4638" y="1412"/>
                  </a:cubicBezTo>
                  <a:cubicBezTo>
                    <a:pt x="4640" y="1406"/>
                    <a:pt x="4640" y="1404"/>
                    <a:pt x="4643" y="1404"/>
                  </a:cubicBezTo>
                  <a:close/>
                  <a:moveTo>
                    <a:pt x="222" y="1425"/>
                  </a:moveTo>
                  <a:lnTo>
                    <a:pt x="246" y="1438"/>
                  </a:lnTo>
                  <a:cubicBezTo>
                    <a:pt x="277" y="1447"/>
                    <a:pt x="277" y="1447"/>
                    <a:pt x="261" y="1454"/>
                  </a:cubicBezTo>
                  <a:cubicBezTo>
                    <a:pt x="258" y="1454"/>
                    <a:pt x="255" y="1456"/>
                    <a:pt x="251" y="1456"/>
                  </a:cubicBezTo>
                  <a:cubicBezTo>
                    <a:pt x="246" y="1456"/>
                    <a:pt x="239" y="1453"/>
                    <a:pt x="230" y="1445"/>
                  </a:cubicBezTo>
                  <a:cubicBezTo>
                    <a:pt x="226" y="1434"/>
                    <a:pt x="222" y="1425"/>
                    <a:pt x="222" y="1425"/>
                  </a:cubicBezTo>
                  <a:close/>
                  <a:moveTo>
                    <a:pt x="353" y="1625"/>
                  </a:moveTo>
                  <a:cubicBezTo>
                    <a:pt x="358" y="1625"/>
                    <a:pt x="366" y="1627"/>
                    <a:pt x="377" y="1627"/>
                  </a:cubicBezTo>
                  <a:cubicBezTo>
                    <a:pt x="390" y="1638"/>
                    <a:pt x="393" y="1640"/>
                    <a:pt x="384" y="1640"/>
                  </a:cubicBezTo>
                  <a:cubicBezTo>
                    <a:pt x="382" y="1640"/>
                    <a:pt x="378" y="1640"/>
                    <a:pt x="374" y="1640"/>
                  </a:cubicBezTo>
                  <a:lnTo>
                    <a:pt x="350" y="1630"/>
                  </a:lnTo>
                  <a:cubicBezTo>
                    <a:pt x="348" y="1626"/>
                    <a:pt x="349" y="1625"/>
                    <a:pt x="353" y="1625"/>
                  </a:cubicBezTo>
                  <a:close/>
                  <a:moveTo>
                    <a:pt x="374" y="1711"/>
                  </a:moveTo>
                  <a:cubicBezTo>
                    <a:pt x="378" y="1711"/>
                    <a:pt x="381" y="1712"/>
                    <a:pt x="384" y="1713"/>
                  </a:cubicBezTo>
                  <a:lnTo>
                    <a:pt x="389" y="1722"/>
                  </a:lnTo>
                  <a:cubicBezTo>
                    <a:pt x="385" y="1724"/>
                    <a:pt x="380" y="1726"/>
                    <a:pt x="377" y="1726"/>
                  </a:cubicBezTo>
                  <a:cubicBezTo>
                    <a:pt x="374" y="1726"/>
                    <a:pt x="371" y="1725"/>
                    <a:pt x="369" y="1722"/>
                  </a:cubicBezTo>
                  <a:lnTo>
                    <a:pt x="365" y="1713"/>
                  </a:lnTo>
                  <a:cubicBezTo>
                    <a:pt x="367" y="1712"/>
                    <a:pt x="371" y="1711"/>
                    <a:pt x="374" y="1711"/>
                  </a:cubicBezTo>
                  <a:close/>
                  <a:moveTo>
                    <a:pt x="4510" y="1712"/>
                  </a:moveTo>
                  <a:cubicBezTo>
                    <a:pt x="4510" y="1712"/>
                    <a:pt x="4511" y="1712"/>
                    <a:pt x="4512" y="1713"/>
                  </a:cubicBezTo>
                  <a:cubicBezTo>
                    <a:pt x="4517" y="1717"/>
                    <a:pt x="4521" y="1724"/>
                    <a:pt x="4521" y="1731"/>
                  </a:cubicBezTo>
                  <a:cubicBezTo>
                    <a:pt x="4521" y="1731"/>
                    <a:pt x="4522" y="1740"/>
                    <a:pt x="4518" y="1740"/>
                  </a:cubicBezTo>
                  <a:cubicBezTo>
                    <a:pt x="4517" y="1740"/>
                    <a:pt x="4516" y="1739"/>
                    <a:pt x="4515" y="1738"/>
                  </a:cubicBezTo>
                  <a:lnTo>
                    <a:pt x="4509" y="1734"/>
                  </a:lnTo>
                  <a:cubicBezTo>
                    <a:pt x="4507" y="1723"/>
                    <a:pt x="4505" y="1712"/>
                    <a:pt x="4510" y="1712"/>
                  </a:cubicBezTo>
                  <a:close/>
                  <a:moveTo>
                    <a:pt x="507" y="1788"/>
                  </a:moveTo>
                  <a:lnTo>
                    <a:pt x="493" y="1797"/>
                  </a:lnTo>
                  <a:lnTo>
                    <a:pt x="500" y="1792"/>
                  </a:lnTo>
                  <a:lnTo>
                    <a:pt x="507" y="1788"/>
                  </a:lnTo>
                  <a:close/>
                  <a:moveTo>
                    <a:pt x="454" y="1890"/>
                  </a:moveTo>
                  <a:cubicBezTo>
                    <a:pt x="457" y="1890"/>
                    <a:pt x="468" y="1899"/>
                    <a:pt x="472" y="1904"/>
                  </a:cubicBezTo>
                  <a:lnTo>
                    <a:pt x="466" y="1910"/>
                  </a:lnTo>
                  <a:cubicBezTo>
                    <a:pt x="460" y="1901"/>
                    <a:pt x="447" y="1898"/>
                    <a:pt x="454" y="1893"/>
                  </a:cubicBezTo>
                  <a:cubicBezTo>
                    <a:pt x="453" y="1891"/>
                    <a:pt x="453" y="1890"/>
                    <a:pt x="454" y="1890"/>
                  </a:cubicBezTo>
                  <a:close/>
                  <a:moveTo>
                    <a:pt x="547" y="1928"/>
                  </a:moveTo>
                  <a:cubicBezTo>
                    <a:pt x="550" y="1928"/>
                    <a:pt x="552" y="1929"/>
                    <a:pt x="554" y="1933"/>
                  </a:cubicBezTo>
                  <a:cubicBezTo>
                    <a:pt x="567" y="1935"/>
                    <a:pt x="567" y="1948"/>
                    <a:pt x="546" y="1950"/>
                  </a:cubicBezTo>
                  <a:lnTo>
                    <a:pt x="534" y="1935"/>
                  </a:lnTo>
                  <a:cubicBezTo>
                    <a:pt x="539" y="1931"/>
                    <a:pt x="543" y="1928"/>
                    <a:pt x="547" y="1928"/>
                  </a:cubicBezTo>
                  <a:close/>
                  <a:moveTo>
                    <a:pt x="601" y="1995"/>
                  </a:moveTo>
                  <a:lnTo>
                    <a:pt x="607" y="2003"/>
                  </a:lnTo>
                  <a:cubicBezTo>
                    <a:pt x="614" y="2011"/>
                    <a:pt x="614" y="2011"/>
                    <a:pt x="607" y="2016"/>
                  </a:cubicBezTo>
                  <a:lnTo>
                    <a:pt x="600" y="2008"/>
                  </a:lnTo>
                  <a:lnTo>
                    <a:pt x="601" y="1995"/>
                  </a:lnTo>
                  <a:close/>
                  <a:moveTo>
                    <a:pt x="4274" y="2031"/>
                  </a:moveTo>
                  <a:cubicBezTo>
                    <a:pt x="4276" y="2031"/>
                    <a:pt x="4278" y="2032"/>
                    <a:pt x="4280" y="2033"/>
                  </a:cubicBezTo>
                  <a:cubicBezTo>
                    <a:pt x="4283" y="2037"/>
                    <a:pt x="4283" y="2044"/>
                    <a:pt x="4279" y="2047"/>
                  </a:cubicBezTo>
                  <a:cubicBezTo>
                    <a:pt x="4272" y="2047"/>
                    <a:pt x="4265" y="2046"/>
                    <a:pt x="4259" y="2042"/>
                  </a:cubicBezTo>
                  <a:lnTo>
                    <a:pt x="4266" y="2035"/>
                  </a:lnTo>
                  <a:cubicBezTo>
                    <a:pt x="4268" y="2033"/>
                    <a:pt x="4271" y="2031"/>
                    <a:pt x="4274" y="2031"/>
                  </a:cubicBezTo>
                  <a:close/>
                  <a:moveTo>
                    <a:pt x="690" y="2062"/>
                  </a:moveTo>
                  <a:cubicBezTo>
                    <a:pt x="685" y="2066"/>
                    <a:pt x="683" y="2073"/>
                    <a:pt x="683" y="2079"/>
                  </a:cubicBezTo>
                  <a:cubicBezTo>
                    <a:pt x="685" y="2082"/>
                    <a:pt x="688" y="2084"/>
                    <a:pt x="691" y="2084"/>
                  </a:cubicBezTo>
                  <a:cubicBezTo>
                    <a:pt x="693" y="2084"/>
                    <a:pt x="695" y="2083"/>
                    <a:pt x="697" y="2082"/>
                  </a:cubicBezTo>
                  <a:cubicBezTo>
                    <a:pt x="700" y="2078"/>
                    <a:pt x="700" y="2072"/>
                    <a:pt x="697" y="2068"/>
                  </a:cubicBezTo>
                  <a:lnTo>
                    <a:pt x="690" y="2062"/>
                  </a:lnTo>
                  <a:close/>
                  <a:moveTo>
                    <a:pt x="4218" y="2114"/>
                  </a:moveTo>
                  <a:cubicBezTo>
                    <a:pt x="4220" y="2114"/>
                    <a:pt x="4221" y="2115"/>
                    <a:pt x="4224" y="2118"/>
                  </a:cubicBezTo>
                  <a:lnTo>
                    <a:pt x="4217" y="2125"/>
                  </a:lnTo>
                  <a:lnTo>
                    <a:pt x="4203" y="2127"/>
                  </a:lnTo>
                  <a:lnTo>
                    <a:pt x="4210" y="2119"/>
                  </a:lnTo>
                  <a:cubicBezTo>
                    <a:pt x="4214" y="2115"/>
                    <a:pt x="4216" y="2114"/>
                    <a:pt x="4218" y="2114"/>
                  </a:cubicBezTo>
                  <a:close/>
                  <a:moveTo>
                    <a:pt x="4204" y="2145"/>
                  </a:moveTo>
                  <a:cubicBezTo>
                    <a:pt x="4203" y="2145"/>
                    <a:pt x="4202" y="2147"/>
                    <a:pt x="4201" y="2152"/>
                  </a:cubicBezTo>
                  <a:cubicBezTo>
                    <a:pt x="4206" y="2149"/>
                    <a:pt x="4205" y="2145"/>
                    <a:pt x="4204" y="2145"/>
                  </a:cubicBezTo>
                  <a:close/>
                  <a:moveTo>
                    <a:pt x="847" y="2142"/>
                  </a:moveTo>
                  <a:cubicBezTo>
                    <a:pt x="845" y="2142"/>
                    <a:pt x="845" y="2145"/>
                    <a:pt x="846" y="2151"/>
                  </a:cubicBezTo>
                  <a:cubicBezTo>
                    <a:pt x="849" y="2156"/>
                    <a:pt x="854" y="2160"/>
                    <a:pt x="859" y="2165"/>
                  </a:cubicBezTo>
                  <a:cubicBezTo>
                    <a:pt x="865" y="2158"/>
                    <a:pt x="865" y="2158"/>
                    <a:pt x="858" y="2152"/>
                  </a:cubicBezTo>
                  <a:cubicBezTo>
                    <a:pt x="851" y="2146"/>
                    <a:pt x="848" y="2142"/>
                    <a:pt x="847" y="2142"/>
                  </a:cubicBezTo>
                  <a:close/>
                  <a:moveTo>
                    <a:pt x="690" y="2143"/>
                  </a:moveTo>
                  <a:cubicBezTo>
                    <a:pt x="695" y="2143"/>
                    <a:pt x="698" y="2147"/>
                    <a:pt x="698" y="2147"/>
                  </a:cubicBezTo>
                  <a:cubicBezTo>
                    <a:pt x="705" y="2154"/>
                    <a:pt x="711" y="2160"/>
                    <a:pt x="706" y="2167"/>
                  </a:cubicBezTo>
                  <a:cubicBezTo>
                    <a:pt x="704" y="2168"/>
                    <a:pt x="702" y="2169"/>
                    <a:pt x="700" y="2169"/>
                  </a:cubicBezTo>
                  <a:cubicBezTo>
                    <a:pt x="697" y="2169"/>
                    <a:pt x="694" y="2168"/>
                    <a:pt x="692" y="2166"/>
                  </a:cubicBezTo>
                  <a:cubicBezTo>
                    <a:pt x="688" y="2159"/>
                    <a:pt x="684" y="2152"/>
                    <a:pt x="684" y="2146"/>
                  </a:cubicBezTo>
                  <a:cubicBezTo>
                    <a:pt x="686" y="2144"/>
                    <a:pt x="688" y="2143"/>
                    <a:pt x="690" y="2143"/>
                  </a:cubicBezTo>
                  <a:close/>
                  <a:moveTo>
                    <a:pt x="4146" y="2183"/>
                  </a:moveTo>
                  <a:cubicBezTo>
                    <a:pt x="4148" y="2183"/>
                    <a:pt x="4149" y="2184"/>
                    <a:pt x="4152" y="2187"/>
                  </a:cubicBezTo>
                  <a:lnTo>
                    <a:pt x="4145" y="2195"/>
                  </a:lnTo>
                  <a:lnTo>
                    <a:pt x="4132" y="2195"/>
                  </a:lnTo>
                  <a:lnTo>
                    <a:pt x="4139" y="2188"/>
                  </a:lnTo>
                  <a:cubicBezTo>
                    <a:pt x="4143" y="2185"/>
                    <a:pt x="4145" y="2183"/>
                    <a:pt x="4146" y="2183"/>
                  </a:cubicBezTo>
                  <a:close/>
                  <a:moveTo>
                    <a:pt x="4145" y="2238"/>
                  </a:moveTo>
                  <a:cubicBezTo>
                    <a:pt x="4145" y="2239"/>
                    <a:pt x="4146" y="2239"/>
                    <a:pt x="4146" y="2240"/>
                  </a:cubicBezTo>
                  <a:cubicBezTo>
                    <a:pt x="4147" y="2240"/>
                    <a:pt x="4147" y="2240"/>
                    <a:pt x="4147" y="2240"/>
                  </a:cubicBezTo>
                  <a:lnTo>
                    <a:pt x="4147" y="2240"/>
                  </a:lnTo>
                  <a:cubicBezTo>
                    <a:pt x="4146" y="2239"/>
                    <a:pt x="4146" y="2239"/>
                    <a:pt x="4145" y="2238"/>
                  </a:cubicBezTo>
                  <a:close/>
                  <a:moveTo>
                    <a:pt x="4147" y="2240"/>
                  </a:moveTo>
                  <a:cubicBezTo>
                    <a:pt x="4150" y="2241"/>
                    <a:pt x="4151" y="2242"/>
                    <a:pt x="4152" y="2242"/>
                  </a:cubicBezTo>
                  <a:cubicBezTo>
                    <a:pt x="4154" y="2242"/>
                    <a:pt x="4153" y="2240"/>
                    <a:pt x="4147" y="2240"/>
                  </a:cubicBezTo>
                  <a:close/>
                  <a:moveTo>
                    <a:pt x="4091" y="2227"/>
                  </a:moveTo>
                  <a:cubicBezTo>
                    <a:pt x="4092" y="2227"/>
                    <a:pt x="4094" y="2228"/>
                    <a:pt x="4096" y="2230"/>
                  </a:cubicBezTo>
                  <a:cubicBezTo>
                    <a:pt x="4101" y="2235"/>
                    <a:pt x="4101" y="2235"/>
                    <a:pt x="4093" y="2242"/>
                  </a:cubicBezTo>
                  <a:cubicBezTo>
                    <a:pt x="4086" y="2249"/>
                    <a:pt x="4083" y="2252"/>
                    <a:pt x="4081" y="2252"/>
                  </a:cubicBezTo>
                  <a:cubicBezTo>
                    <a:pt x="4079" y="2252"/>
                    <a:pt x="4079" y="2249"/>
                    <a:pt x="4080" y="2242"/>
                  </a:cubicBezTo>
                  <a:cubicBezTo>
                    <a:pt x="4082" y="2233"/>
                    <a:pt x="4086" y="2227"/>
                    <a:pt x="4091" y="2227"/>
                  </a:cubicBezTo>
                  <a:close/>
                  <a:moveTo>
                    <a:pt x="3997" y="2235"/>
                  </a:moveTo>
                  <a:cubicBezTo>
                    <a:pt x="4003" y="2242"/>
                    <a:pt x="4007" y="2248"/>
                    <a:pt x="4000" y="2254"/>
                  </a:cubicBezTo>
                  <a:lnTo>
                    <a:pt x="3987" y="2254"/>
                  </a:lnTo>
                  <a:lnTo>
                    <a:pt x="3989" y="2241"/>
                  </a:lnTo>
                  <a:lnTo>
                    <a:pt x="3997" y="2235"/>
                  </a:lnTo>
                  <a:close/>
                  <a:moveTo>
                    <a:pt x="820" y="2268"/>
                  </a:moveTo>
                  <a:cubicBezTo>
                    <a:pt x="822" y="2268"/>
                    <a:pt x="825" y="2271"/>
                    <a:pt x="832" y="2278"/>
                  </a:cubicBezTo>
                  <a:cubicBezTo>
                    <a:pt x="837" y="2281"/>
                    <a:pt x="838" y="2287"/>
                    <a:pt x="835" y="2291"/>
                  </a:cubicBezTo>
                  <a:cubicBezTo>
                    <a:pt x="834" y="2293"/>
                    <a:pt x="833" y="2293"/>
                    <a:pt x="832" y="2293"/>
                  </a:cubicBezTo>
                  <a:cubicBezTo>
                    <a:pt x="828" y="2293"/>
                    <a:pt x="826" y="2283"/>
                    <a:pt x="820" y="2278"/>
                  </a:cubicBezTo>
                  <a:cubicBezTo>
                    <a:pt x="819" y="2271"/>
                    <a:pt x="818" y="2268"/>
                    <a:pt x="820" y="2268"/>
                  </a:cubicBezTo>
                  <a:close/>
                  <a:moveTo>
                    <a:pt x="997" y="2327"/>
                  </a:moveTo>
                  <a:cubicBezTo>
                    <a:pt x="997" y="2327"/>
                    <a:pt x="997" y="2327"/>
                    <a:pt x="997" y="2327"/>
                  </a:cubicBezTo>
                  <a:lnTo>
                    <a:pt x="997" y="2327"/>
                  </a:lnTo>
                  <a:cubicBezTo>
                    <a:pt x="999" y="2329"/>
                    <a:pt x="1000" y="2330"/>
                    <a:pt x="1000" y="2330"/>
                  </a:cubicBezTo>
                  <a:cubicBezTo>
                    <a:pt x="1000" y="2330"/>
                    <a:pt x="999" y="2329"/>
                    <a:pt x="997" y="2327"/>
                  </a:cubicBezTo>
                  <a:close/>
                  <a:moveTo>
                    <a:pt x="3910" y="2317"/>
                  </a:moveTo>
                  <a:cubicBezTo>
                    <a:pt x="3912" y="2317"/>
                    <a:pt x="3913" y="2318"/>
                    <a:pt x="3916" y="2322"/>
                  </a:cubicBezTo>
                  <a:cubicBezTo>
                    <a:pt x="3918" y="2326"/>
                    <a:pt x="3917" y="2332"/>
                    <a:pt x="3913" y="2334"/>
                  </a:cubicBezTo>
                  <a:lnTo>
                    <a:pt x="3901" y="2333"/>
                  </a:lnTo>
                  <a:cubicBezTo>
                    <a:pt x="3895" y="2326"/>
                    <a:pt x="3903" y="2321"/>
                    <a:pt x="3903" y="2321"/>
                  </a:cubicBezTo>
                  <a:cubicBezTo>
                    <a:pt x="3906" y="2318"/>
                    <a:pt x="3908" y="2317"/>
                    <a:pt x="3910" y="2317"/>
                  </a:cubicBezTo>
                  <a:close/>
                  <a:moveTo>
                    <a:pt x="671" y="2361"/>
                  </a:moveTo>
                  <a:cubicBezTo>
                    <a:pt x="663" y="2361"/>
                    <a:pt x="656" y="2362"/>
                    <a:pt x="651" y="2367"/>
                  </a:cubicBezTo>
                  <a:cubicBezTo>
                    <a:pt x="646" y="2371"/>
                    <a:pt x="650" y="2376"/>
                    <a:pt x="661" y="2376"/>
                  </a:cubicBezTo>
                  <a:cubicBezTo>
                    <a:pt x="664" y="2376"/>
                    <a:pt x="668" y="2376"/>
                    <a:pt x="673" y="2375"/>
                  </a:cubicBezTo>
                  <a:cubicBezTo>
                    <a:pt x="679" y="2369"/>
                    <a:pt x="679" y="2369"/>
                    <a:pt x="671" y="2361"/>
                  </a:cubicBezTo>
                  <a:close/>
                  <a:moveTo>
                    <a:pt x="970" y="2365"/>
                  </a:moveTo>
                  <a:cubicBezTo>
                    <a:pt x="974" y="2365"/>
                    <a:pt x="977" y="2372"/>
                    <a:pt x="975" y="2387"/>
                  </a:cubicBezTo>
                  <a:cubicBezTo>
                    <a:pt x="973" y="2390"/>
                    <a:pt x="972" y="2392"/>
                    <a:pt x="970" y="2392"/>
                  </a:cubicBezTo>
                  <a:cubicBezTo>
                    <a:pt x="968" y="2392"/>
                    <a:pt x="966" y="2390"/>
                    <a:pt x="963" y="2387"/>
                  </a:cubicBezTo>
                  <a:cubicBezTo>
                    <a:pt x="961" y="2380"/>
                    <a:pt x="961" y="2373"/>
                    <a:pt x="965" y="2368"/>
                  </a:cubicBezTo>
                  <a:cubicBezTo>
                    <a:pt x="966" y="2366"/>
                    <a:pt x="968" y="2365"/>
                    <a:pt x="970" y="2365"/>
                  </a:cubicBezTo>
                  <a:close/>
                  <a:moveTo>
                    <a:pt x="1028" y="2415"/>
                  </a:moveTo>
                  <a:lnTo>
                    <a:pt x="1037" y="2421"/>
                  </a:lnTo>
                  <a:cubicBezTo>
                    <a:pt x="1032" y="2426"/>
                    <a:pt x="1029" y="2431"/>
                    <a:pt x="1023" y="2431"/>
                  </a:cubicBezTo>
                  <a:cubicBezTo>
                    <a:pt x="1022" y="2431"/>
                    <a:pt x="1020" y="2431"/>
                    <a:pt x="1018" y="2429"/>
                  </a:cubicBezTo>
                  <a:lnTo>
                    <a:pt x="1015" y="2416"/>
                  </a:lnTo>
                  <a:lnTo>
                    <a:pt x="1028" y="2415"/>
                  </a:lnTo>
                  <a:close/>
                  <a:moveTo>
                    <a:pt x="1587" y="2735"/>
                  </a:moveTo>
                  <a:lnTo>
                    <a:pt x="1596" y="2739"/>
                  </a:lnTo>
                  <a:cubicBezTo>
                    <a:pt x="1594" y="2746"/>
                    <a:pt x="1592" y="2752"/>
                    <a:pt x="1586" y="2752"/>
                  </a:cubicBezTo>
                  <a:cubicBezTo>
                    <a:pt x="1585" y="2752"/>
                    <a:pt x="1583" y="2752"/>
                    <a:pt x="1582" y="2751"/>
                  </a:cubicBezTo>
                  <a:lnTo>
                    <a:pt x="1575" y="2739"/>
                  </a:lnTo>
                  <a:lnTo>
                    <a:pt x="1587" y="2735"/>
                  </a:lnTo>
                  <a:close/>
                  <a:moveTo>
                    <a:pt x="3207" y="2746"/>
                  </a:moveTo>
                  <a:lnTo>
                    <a:pt x="3207" y="2746"/>
                  </a:lnTo>
                  <a:cubicBezTo>
                    <a:pt x="3211" y="2754"/>
                    <a:pt x="3213" y="2762"/>
                    <a:pt x="3204" y="2765"/>
                  </a:cubicBezTo>
                  <a:lnTo>
                    <a:pt x="3194" y="2768"/>
                  </a:lnTo>
                  <a:cubicBezTo>
                    <a:pt x="3193" y="2762"/>
                    <a:pt x="3195" y="2755"/>
                    <a:pt x="3198" y="2749"/>
                  </a:cubicBezTo>
                  <a:lnTo>
                    <a:pt x="3207" y="2746"/>
                  </a:lnTo>
                  <a:close/>
                  <a:moveTo>
                    <a:pt x="1995" y="2781"/>
                  </a:moveTo>
                  <a:lnTo>
                    <a:pt x="2004" y="2783"/>
                  </a:lnTo>
                  <a:cubicBezTo>
                    <a:pt x="2003" y="2790"/>
                    <a:pt x="2001" y="2798"/>
                    <a:pt x="1994" y="2798"/>
                  </a:cubicBezTo>
                  <a:cubicBezTo>
                    <a:pt x="1993" y="2798"/>
                    <a:pt x="1992" y="2798"/>
                    <a:pt x="1991" y="2797"/>
                  </a:cubicBezTo>
                  <a:lnTo>
                    <a:pt x="1981" y="2795"/>
                  </a:lnTo>
                  <a:cubicBezTo>
                    <a:pt x="1983" y="2786"/>
                    <a:pt x="1995" y="2781"/>
                    <a:pt x="1995" y="2781"/>
                  </a:cubicBezTo>
                  <a:close/>
                  <a:moveTo>
                    <a:pt x="1818" y="2800"/>
                  </a:moveTo>
                  <a:cubicBezTo>
                    <a:pt x="1827" y="2803"/>
                    <a:pt x="1827" y="2803"/>
                    <a:pt x="1825" y="2811"/>
                  </a:cubicBezTo>
                  <a:cubicBezTo>
                    <a:pt x="1823" y="2819"/>
                    <a:pt x="1812" y="2824"/>
                    <a:pt x="1812" y="2824"/>
                  </a:cubicBezTo>
                  <a:cubicBezTo>
                    <a:pt x="1802" y="2822"/>
                    <a:pt x="1816" y="2809"/>
                    <a:pt x="1818" y="2800"/>
                  </a:cubicBezTo>
                  <a:close/>
                  <a:moveTo>
                    <a:pt x="2111" y="2852"/>
                  </a:moveTo>
                  <a:lnTo>
                    <a:pt x="2121" y="2854"/>
                  </a:lnTo>
                  <a:cubicBezTo>
                    <a:pt x="2120" y="2862"/>
                    <a:pt x="2119" y="2869"/>
                    <a:pt x="2111" y="2869"/>
                  </a:cubicBezTo>
                  <a:cubicBezTo>
                    <a:pt x="2110" y="2869"/>
                    <a:pt x="2110" y="2869"/>
                    <a:pt x="2109" y="2869"/>
                  </a:cubicBezTo>
                  <a:lnTo>
                    <a:pt x="2100" y="2859"/>
                  </a:lnTo>
                  <a:lnTo>
                    <a:pt x="2111" y="2852"/>
                  </a:lnTo>
                  <a:close/>
                  <a:moveTo>
                    <a:pt x="2818" y="2850"/>
                  </a:moveTo>
                  <a:cubicBezTo>
                    <a:pt x="2824" y="2850"/>
                    <a:pt x="2824" y="2852"/>
                    <a:pt x="2826" y="2857"/>
                  </a:cubicBezTo>
                  <a:cubicBezTo>
                    <a:pt x="2827" y="2866"/>
                    <a:pt x="2807" y="2868"/>
                    <a:pt x="2797" y="2870"/>
                  </a:cubicBezTo>
                  <a:cubicBezTo>
                    <a:pt x="2785" y="2862"/>
                    <a:pt x="2794" y="2854"/>
                    <a:pt x="2805" y="2851"/>
                  </a:cubicBezTo>
                  <a:cubicBezTo>
                    <a:pt x="2811" y="2850"/>
                    <a:pt x="2815" y="2850"/>
                    <a:pt x="2818" y="2850"/>
                  </a:cubicBezTo>
                  <a:close/>
                  <a:moveTo>
                    <a:pt x="4861" y="1"/>
                  </a:moveTo>
                  <a:lnTo>
                    <a:pt x="4844" y="4"/>
                  </a:lnTo>
                  <a:cubicBezTo>
                    <a:pt x="4827" y="6"/>
                    <a:pt x="4818" y="8"/>
                    <a:pt x="4813" y="29"/>
                  </a:cubicBezTo>
                  <a:cubicBezTo>
                    <a:pt x="4810" y="67"/>
                    <a:pt x="4806" y="96"/>
                    <a:pt x="4821" y="96"/>
                  </a:cubicBezTo>
                  <a:cubicBezTo>
                    <a:pt x="4821" y="96"/>
                    <a:pt x="4822" y="96"/>
                    <a:pt x="4823" y="96"/>
                  </a:cubicBezTo>
                  <a:cubicBezTo>
                    <a:pt x="4828" y="101"/>
                    <a:pt x="4832" y="107"/>
                    <a:pt x="4834" y="114"/>
                  </a:cubicBezTo>
                  <a:cubicBezTo>
                    <a:pt x="4834" y="121"/>
                    <a:pt x="4832" y="129"/>
                    <a:pt x="4827" y="134"/>
                  </a:cubicBezTo>
                  <a:cubicBezTo>
                    <a:pt x="4818" y="135"/>
                    <a:pt x="4823" y="174"/>
                    <a:pt x="4827" y="222"/>
                  </a:cubicBezTo>
                  <a:cubicBezTo>
                    <a:pt x="4830" y="280"/>
                    <a:pt x="4832" y="309"/>
                    <a:pt x="4824" y="319"/>
                  </a:cubicBezTo>
                  <a:cubicBezTo>
                    <a:pt x="4819" y="325"/>
                    <a:pt x="4816" y="332"/>
                    <a:pt x="4816" y="338"/>
                  </a:cubicBezTo>
                  <a:cubicBezTo>
                    <a:pt x="4824" y="338"/>
                    <a:pt x="4826" y="397"/>
                    <a:pt x="4824" y="464"/>
                  </a:cubicBezTo>
                  <a:cubicBezTo>
                    <a:pt x="4823" y="531"/>
                    <a:pt x="4816" y="599"/>
                    <a:pt x="4825" y="600"/>
                  </a:cubicBezTo>
                  <a:lnTo>
                    <a:pt x="4823" y="619"/>
                  </a:lnTo>
                  <a:cubicBezTo>
                    <a:pt x="4822" y="619"/>
                    <a:pt x="4822" y="619"/>
                    <a:pt x="4822" y="619"/>
                  </a:cubicBezTo>
                  <a:cubicBezTo>
                    <a:pt x="4814" y="619"/>
                    <a:pt x="4812" y="639"/>
                    <a:pt x="4810" y="657"/>
                  </a:cubicBezTo>
                  <a:cubicBezTo>
                    <a:pt x="4815" y="669"/>
                    <a:pt x="4816" y="683"/>
                    <a:pt x="4814" y="696"/>
                  </a:cubicBezTo>
                  <a:cubicBezTo>
                    <a:pt x="4813" y="696"/>
                    <a:pt x="4813" y="696"/>
                    <a:pt x="4812" y="696"/>
                  </a:cubicBezTo>
                  <a:cubicBezTo>
                    <a:pt x="4806" y="696"/>
                    <a:pt x="4805" y="705"/>
                    <a:pt x="4802" y="724"/>
                  </a:cubicBezTo>
                  <a:cubicBezTo>
                    <a:pt x="4799" y="743"/>
                    <a:pt x="4798" y="752"/>
                    <a:pt x="4807" y="754"/>
                  </a:cubicBezTo>
                  <a:cubicBezTo>
                    <a:pt x="4806" y="764"/>
                    <a:pt x="4793" y="831"/>
                    <a:pt x="4780" y="858"/>
                  </a:cubicBezTo>
                  <a:cubicBezTo>
                    <a:pt x="4770" y="865"/>
                    <a:pt x="4777" y="876"/>
                    <a:pt x="4782" y="887"/>
                  </a:cubicBezTo>
                  <a:cubicBezTo>
                    <a:pt x="4791" y="890"/>
                    <a:pt x="4797" y="900"/>
                    <a:pt x="4795" y="909"/>
                  </a:cubicBezTo>
                  <a:lnTo>
                    <a:pt x="4779" y="906"/>
                  </a:lnTo>
                  <a:cubicBezTo>
                    <a:pt x="4776" y="901"/>
                    <a:pt x="4774" y="898"/>
                    <a:pt x="4773" y="898"/>
                  </a:cubicBezTo>
                  <a:cubicBezTo>
                    <a:pt x="4771" y="898"/>
                    <a:pt x="4770" y="903"/>
                    <a:pt x="4768" y="914"/>
                  </a:cubicBezTo>
                  <a:lnTo>
                    <a:pt x="4764" y="933"/>
                  </a:lnTo>
                  <a:cubicBezTo>
                    <a:pt x="4773" y="935"/>
                    <a:pt x="4762" y="982"/>
                    <a:pt x="4744" y="1047"/>
                  </a:cubicBezTo>
                  <a:cubicBezTo>
                    <a:pt x="4719" y="1132"/>
                    <a:pt x="4709" y="1158"/>
                    <a:pt x="4718" y="1161"/>
                  </a:cubicBezTo>
                  <a:cubicBezTo>
                    <a:pt x="4726" y="1164"/>
                    <a:pt x="4724" y="1173"/>
                    <a:pt x="4705" y="1198"/>
                  </a:cubicBezTo>
                  <a:cubicBezTo>
                    <a:pt x="4661" y="1244"/>
                    <a:pt x="4661" y="1244"/>
                    <a:pt x="4667" y="1256"/>
                  </a:cubicBezTo>
                  <a:cubicBezTo>
                    <a:pt x="4668" y="1251"/>
                    <a:pt x="4671" y="1250"/>
                    <a:pt x="4675" y="1250"/>
                  </a:cubicBezTo>
                  <a:cubicBezTo>
                    <a:pt x="4678" y="1250"/>
                    <a:pt x="4682" y="1251"/>
                    <a:pt x="4686" y="1253"/>
                  </a:cubicBezTo>
                  <a:cubicBezTo>
                    <a:pt x="4701" y="1258"/>
                    <a:pt x="4698" y="1268"/>
                    <a:pt x="4679" y="1271"/>
                  </a:cubicBezTo>
                  <a:cubicBezTo>
                    <a:pt x="4679" y="1271"/>
                    <a:pt x="4678" y="1271"/>
                    <a:pt x="4678" y="1271"/>
                  </a:cubicBezTo>
                  <a:cubicBezTo>
                    <a:pt x="4661" y="1271"/>
                    <a:pt x="4616" y="1402"/>
                    <a:pt x="4625" y="1418"/>
                  </a:cubicBezTo>
                  <a:lnTo>
                    <a:pt x="4617" y="1413"/>
                  </a:lnTo>
                  <a:cubicBezTo>
                    <a:pt x="4616" y="1413"/>
                    <a:pt x="4615" y="1412"/>
                    <a:pt x="4615" y="1412"/>
                  </a:cubicBezTo>
                  <a:cubicBezTo>
                    <a:pt x="4608" y="1412"/>
                    <a:pt x="4604" y="1423"/>
                    <a:pt x="4589" y="1454"/>
                  </a:cubicBezTo>
                  <a:cubicBezTo>
                    <a:pt x="4586" y="1463"/>
                    <a:pt x="4581" y="1471"/>
                    <a:pt x="4577" y="1479"/>
                  </a:cubicBezTo>
                  <a:cubicBezTo>
                    <a:pt x="4591" y="1487"/>
                    <a:pt x="4560" y="1531"/>
                    <a:pt x="4551" y="1531"/>
                  </a:cubicBezTo>
                  <a:cubicBezTo>
                    <a:pt x="4551" y="1531"/>
                    <a:pt x="4550" y="1531"/>
                    <a:pt x="4550" y="1531"/>
                  </a:cubicBezTo>
                  <a:cubicBezTo>
                    <a:pt x="4538" y="1535"/>
                    <a:pt x="4538" y="1535"/>
                    <a:pt x="4529" y="1552"/>
                  </a:cubicBezTo>
                  <a:cubicBezTo>
                    <a:pt x="4530" y="1584"/>
                    <a:pt x="4501" y="1620"/>
                    <a:pt x="4492" y="1620"/>
                  </a:cubicBezTo>
                  <a:cubicBezTo>
                    <a:pt x="4491" y="1620"/>
                    <a:pt x="4491" y="1620"/>
                    <a:pt x="4491" y="1620"/>
                  </a:cubicBezTo>
                  <a:lnTo>
                    <a:pt x="4480" y="1635"/>
                  </a:lnTo>
                  <a:cubicBezTo>
                    <a:pt x="4480" y="1650"/>
                    <a:pt x="4476" y="1662"/>
                    <a:pt x="4467" y="1673"/>
                  </a:cubicBezTo>
                  <a:cubicBezTo>
                    <a:pt x="4454" y="1694"/>
                    <a:pt x="4448" y="1702"/>
                    <a:pt x="4454" y="1702"/>
                  </a:cubicBezTo>
                  <a:cubicBezTo>
                    <a:pt x="4455" y="1702"/>
                    <a:pt x="4456" y="1702"/>
                    <a:pt x="4458" y="1701"/>
                  </a:cubicBezTo>
                  <a:cubicBezTo>
                    <a:pt x="4466" y="1706"/>
                    <a:pt x="4473" y="1710"/>
                    <a:pt x="4467" y="1719"/>
                  </a:cubicBezTo>
                  <a:lnTo>
                    <a:pt x="4460" y="1715"/>
                  </a:lnTo>
                  <a:cubicBezTo>
                    <a:pt x="4460" y="1714"/>
                    <a:pt x="4459" y="1714"/>
                    <a:pt x="4458" y="1714"/>
                  </a:cubicBezTo>
                  <a:cubicBezTo>
                    <a:pt x="4450" y="1714"/>
                    <a:pt x="4435" y="1737"/>
                    <a:pt x="4417" y="1767"/>
                  </a:cubicBezTo>
                  <a:cubicBezTo>
                    <a:pt x="4387" y="1806"/>
                    <a:pt x="4375" y="1820"/>
                    <a:pt x="4363" y="1824"/>
                  </a:cubicBezTo>
                  <a:lnTo>
                    <a:pt x="4364" y="1836"/>
                  </a:lnTo>
                  <a:cubicBezTo>
                    <a:pt x="4365" y="1847"/>
                    <a:pt x="4361" y="1854"/>
                    <a:pt x="4357" y="1854"/>
                  </a:cubicBezTo>
                  <a:cubicBezTo>
                    <a:pt x="4356" y="1854"/>
                    <a:pt x="4354" y="1853"/>
                    <a:pt x="4353" y="1852"/>
                  </a:cubicBezTo>
                  <a:cubicBezTo>
                    <a:pt x="4340" y="1855"/>
                    <a:pt x="4317" y="1885"/>
                    <a:pt x="4311" y="1904"/>
                  </a:cubicBezTo>
                  <a:lnTo>
                    <a:pt x="4298" y="1920"/>
                  </a:lnTo>
                  <a:cubicBezTo>
                    <a:pt x="4297" y="1920"/>
                    <a:pt x="4295" y="1920"/>
                    <a:pt x="4294" y="1920"/>
                  </a:cubicBezTo>
                  <a:cubicBezTo>
                    <a:pt x="4276" y="1920"/>
                    <a:pt x="4262" y="1938"/>
                    <a:pt x="4267" y="1957"/>
                  </a:cubicBezTo>
                  <a:cubicBezTo>
                    <a:pt x="4266" y="1956"/>
                    <a:pt x="4264" y="1955"/>
                    <a:pt x="4262" y="1955"/>
                  </a:cubicBezTo>
                  <a:cubicBezTo>
                    <a:pt x="4257" y="1955"/>
                    <a:pt x="4252" y="1960"/>
                    <a:pt x="4248" y="1966"/>
                  </a:cubicBezTo>
                  <a:cubicBezTo>
                    <a:pt x="4243" y="1985"/>
                    <a:pt x="4219" y="2010"/>
                    <a:pt x="4211" y="2010"/>
                  </a:cubicBezTo>
                  <a:cubicBezTo>
                    <a:pt x="4210" y="2010"/>
                    <a:pt x="4209" y="2009"/>
                    <a:pt x="4209" y="2009"/>
                  </a:cubicBezTo>
                  <a:lnTo>
                    <a:pt x="4202" y="2016"/>
                  </a:lnTo>
                  <a:cubicBezTo>
                    <a:pt x="4202" y="2027"/>
                    <a:pt x="4197" y="2036"/>
                    <a:pt x="4189" y="2042"/>
                  </a:cubicBezTo>
                  <a:cubicBezTo>
                    <a:pt x="4181" y="2049"/>
                    <a:pt x="4175" y="2059"/>
                    <a:pt x="4175" y="2071"/>
                  </a:cubicBezTo>
                  <a:cubicBezTo>
                    <a:pt x="4175" y="2077"/>
                    <a:pt x="4172" y="2084"/>
                    <a:pt x="4167" y="2091"/>
                  </a:cubicBezTo>
                  <a:cubicBezTo>
                    <a:pt x="4166" y="2092"/>
                    <a:pt x="4165" y="2092"/>
                    <a:pt x="4165" y="2092"/>
                  </a:cubicBezTo>
                  <a:cubicBezTo>
                    <a:pt x="4161" y="2092"/>
                    <a:pt x="4162" y="2081"/>
                    <a:pt x="4162" y="2071"/>
                  </a:cubicBezTo>
                  <a:cubicBezTo>
                    <a:pt x="4164" y="2065"/>
                    <a:pt x="4164" y="2063"/>
                    <a:pt x="4163" y="2063"/>
                  </a:cubicBezTo>
                  <a:cubicBezTo>
                    <a:pt x="4160" y="2063"/>
                    <a:pt x="4148" y="2081"/>
                    <a:pt x="4141" y="2104"/>
                  </a:cubicBezTo>
                  <a:cubicBezTo>
                    <a:pt x="4136" y="2121"/>
                    <a:pt x="4134" y="2129"/>
                    <a:pt x="4133" y="2129"/>
                  </a:cubicBezTo>
                  <a:cubicBezTo>
                    <a:pt x="4132" y="2129"/>
                    <a:pt x="4133" y="2123"/>
                    <a:pt x="4134" y="2111"/>
                  </a:cubicBezTo>
                  <a:cubicBezTo>
                    <a:pt x="4135" y="2103"/>
                    <a:pt x="4135" y="2095"/>
                    <a:pt x="4134" y="2095"/>
                  </a:cubicBezTo>
                  <a:cubicBezTo>
                    <a:pt x="4133" y="2095"/>
                    <a:pt x="4131" y="2098"/>
                    <a:pt x="4128" y="2105"/>
                  </a:cubicBezTo>
                  <a:cubicBezTo>
                    <a:pt x="4128" y="2105"/>
                    <a:pt x="4114" y="2119"/>
                    <a:pt x="4119" y="2124"/>
                  </a:cubicBezTo>
                  <a:lnTo>
                    <a:pt x="4098" y="2145"/>
                  </a:lnTo>
                  <a:cubicBezTo>
                    <a:pt x="4086" y="2149"/>
                    <a:pt x="4074" y="2156"/>
                    <a:pt x="4064" y="2165"/>
                  </a:cubicBezTo>
                  <a:cubicBezTo>
                    <a:pt x="4063" y="2178"/>
                    <a:pt x="4063" y="2178"/>
                    <a:pt x="4051" y="2178"/>
                  </a:cubicBezTo>
                  <a:cubicBezTo>
                    <a:pt x="4049" y="2176"/>
                    <a:pt x="4048" y="2176"/>
                    <a:pt x="4046" y="2176"/>
                  </a:cubicBezTo>
                  <a:cubicBezTo>
                    <a:pt x="4042" y="2176"/>
                    <a:pt x="4040" y="2182"/>
                    <a:pt x="4049" y="2191"/>
                  </a:cubicBezTo>
                  <a:cubicBezTo>
                    <a:pt x="4049" y="2202"/>
                    <a:pt x="4039" y="2210"/>
                    <a:pt x="4028" y="2210"/>
                  </a:cubicBezTo>
                  <a:cubicBezTo>
                    <a:pt x="4028" y="2210"/>
                    <a:pt x="4027" y="2210"/>
                    <a:pt x="4026" y="2210"/>
                  </a:cubicBezTo>
                  <a:cubicBezTo>
                    <a:pt x="4021" y="2204"/>
                    <a:pt x="4017" y="2202"/>
                    <a:pt x="4015" y="2202"/>
                  </a:cubicBezTo>
                  <a:cubicBezTo>
                    <a:pt x="4011" y="2202"/>
                    <a:pt x="4011" y="2206"/>
                    <a:pt x="4014" y="2210"/>
                  </a:cubicBezTo>
                  <a:cubicBezTo>
                    <a:pt x="4013" y="2216"/>
                    <a:pt x="4009" y="2223"/>
                    <a:pt x="4004" y="2229"/>
                  </a:cubicBezTo>
                  <a:cubicBezTo>
                    <a:pt x="4004" y="2228"/>
                    <a:pt x="4003" y="2228"/>
                    <a:pt x="4003" y="2228"/>
                  </a:cubicBezTo>
                  <a:cubicBezTo>
                    <a:pt x="3993" y="2228"/>
                    <a:pt x="3929" y="2282"/>
                    <a:pt x="3862" y="2331"/>
                  </a:cubicBezTo>
                  <a:cubicBezTo>
                    <a:pt x="3855" y="2336"/>
                    <a:pt x="3852" y="2348"/>
                    <a:pt x="3857" y="2357"/>
                  </a:cubicBezTo>
                  <a:cubicBezTo>
                    <a:pt x="3862" y="2363"/>
                    <a:pt x="3863" y="2365"/>
                    <a:pt x="3861" y="2365"/>
                  </a:cubicBezTo>
                  <a:cubicBezTo>
                    <a:pt x="3860" y="2365"/>
                    <a:pt x="3855" y="2363"/>
                    <a:pt x="3849" y="2362"/>
                  </a:cubicBezTo>
                  <a:cubicBezTo>
                    <a:pt x="3841" y="2357"/>
                    <a:pt x="3834" y="2355"/>
                    <a:pt x="3829" y="2355"/>
                  </a:cubicBezTo>
                  <a:cubicBezTo>
                    <a:pt x="3819" y="2355"/>
                    <a:pt x="3817" y="2363"/>
                    <a:pt x="3832" y="2372"/>
                  </a:cubicBezTo>
                  <a:cubicBezTo>
                    <a:pt x="3843" y="2378"/>
                    <a:pt x="3847" y="2380"/>
                    <a:pt x="3843" y="2380"/>
                  </a:cubicBezTo>
                  <a:cubicBezTo>
                    <a:pt x="3840" y="2380"/>
                    <a:pt x="3834" y="2379"/>
                    <a:pt x="3824" y="2378"/>
                  </a:cubicBezTo>
                  <a:cubicBezTo>
                    <a:pt x="3821" y="2378"/>
                    <a:pt x="3819" y="2377"/>
                    <a:pt x="3817" y="2377"/>
                  </a:cubicBezTo>
                  <a:cubicBezTo>
                    <a:pt x="3812" y="2377"/>
                    <a:pt x="3811" y="2380"/>
                    <a:pt x="3809" y="2389"/>
                  </a:cubicBezTo>
                  <a:cubicBezTo>
                    <a:pt x="3812" y="2394"/>
                    <a:pt x="3809" y="2398"/>
                    <a:pt x="3805" y="2398"/>
                  </a:cubicBezTo>
                  <a:cubicBezTo>
                    <a:pt x="3804" y="2398"/>
                    <a:pt x="3802" y="2397"/>
                    <a:pt x="3801" y="2395"/>
                  </a:cubicBezTo>
                  <a:cubicBezTo>
                    <a:pt x="3795" y="2394"/>
                    <a:pt x="3789" y="2393"/>
                    <a:pt x="3785" y="2393"/>
                  </a:cubicBezTo>
                  <a:cubicBezTo>
                    <a:pt x="3780" y="2393"/>
                    <a:pt x="3777" y="2394"/>
                    <a:pt x="3779" y="2398"/>
                  </a:cubicBezTo>
                  <a:cubicBezTo>
                    <a:pt x="3774" y="2401"/>
                    <a:pt x="3769" y="2403"/>
                    <a:pt x="3763" y="2403"/>
                  </a:cubicBezTo>
                  <a:cubicBezTo>
                    <a:pt x="3762" y="2403"/>
                    <a:pt x="3760" y="2403"/>
                    <a:pt x="3758" y="2403"/>
                  </a:cubicBezTo>
                  <a:cubicBezTo>
                    <a:pt x="3757" y="2402"/>
                    <a:pt x="3756" y="2402"/>
                    <a:pt x="3755" y="2402"/>
                  </a:cubicBezTo>
                  <a:cubicBezTo>
                    <a:pt x="3745" y="2402"/>
                    <a:pt x="3742" y="2414"/>
                    <a:pt x="3739" y="2426"/>
                  </a:cubicBezTo>
                  <a:cubicBezTo>
                    <a:pt x="3730" y="2444"/>
                    <a:pt x="3723" y="2453"/>
                    <a:pt x="3718" y="2453"/>
                  </a:cubicBezTo>
                  <a:cubicBezTo>
                    <a:pt x="3716" y="2453"/>
                    <a:pt x="3714" y="2449"/>
                    <a:pt x="3714" y="2441"/>
                  </a:cubicBezTo>
                  <a:cubicBezTo>
                    <a:pt x="3714" y="2437"/>
                    <a:pt x="3713" y="2435"/>
                    <a:pt x="3710" y="2435"/>
                  </a:cubicBezTo>
                  <a:cubicBezTo>
                    <a:pt x="3700" y="2435"/>
                    <a:pt x="3676" y="2458"/>
                    <a:pt x="3677" y="2473"/>
                  </a:cubicBezTo>
                  <a:cubicBezTo>
                    <a:pt x="3677" y="2486"/>
                    <a:pt x="3677" y="2490"/>
                    <a:pt x="3676" y="2490"/>
                  </a:cubicBezTo>
                  <a:cubicBezTo>
                    <a:pt x="3676" y="2490"/>
                    <a:pt x="3675" y="2489"/>
                    <a:pt x="3673" y="2486"/>
                  </a:cubicBezTo>
                  <a:cubicBezTo>
                    <a:pt x="3671" y="2483"/>
                    <a:pt x="3668" y="2482"/>
                    <a:pt x="3666" y="2482"/>
                  </a:cubicBezTo>
                  <a:cubicBezTo>
                    <a:pt x="3663" y="2482"/>
                    <a:pt x="3660" y="2483"/>
                    <a:pt x="3660" y="2483"/>
                  </a:cubicBezTo>
                  <a:cubicBezTo>
                    <a:pt x="3655" y="2487"/>
                    <a:pt x="3650" y="2490"/>
                    <a:pt x="3646" y="2490"/>
                  </a:cubicBezTo>
                  <a:cubicBezTo>
                    <a:pt x="3643" y="2490"/>
                    <a:pt x="3641" y="2489"/>
                    <a:pt x="3639" y="2486"/>
                  </a:cubicBezTo>
                  <a:cubicBezTo>
                    <a:pt x="3631" y="2492"/>
                    <a:pt x="3625" y="2500"/>
                    <a:pt x="3619" y="2508"/>
                  </a:cubicBezTo>
                  <a:cubicBezTo>
                    <a:pt x="3613" y="2524"/>
                    <a:pt x="3597" y="2533"/>
                    <a:pt x="3582" y="2533"/>
                  </a:cubicBezTo>
                  <a:cubicBezTo>
                    <a:pt x="3575" y="2533"/>
                    <a:pt x="3569" y="2531"/>
                    <a:pt x="3563" y="2528"/>
                  </a:cubicBezTo>
                  <a:lnTo>
                    <a:pt x="3549" y="2545"/>
                  </a:lnTo>
                  <a:cubicBezTo>
                    <a:pt x="3549" y="2558"/>
                    <a:pt x="3546" y="2568"/>
                    <a:pt x="3542" y="2568"/>
                  </a:cubicBezTo>
                  <a:cubicBezTo>
                    <a:pt x="3540" y="2568"/>
                    <a:pt x="3538" y="2566"/>
                    <a:pt x="3536" y="2562"/>
                  </a:cubicBezTo>
                  <a:lnTo>
                    <a:pt x="3533" y="2554"/>
                  </a:lnTo>
                  <a:cubicBezTo>
                    <a:pt x="3532" y="2567"/>
                    <a:pt x="3515" y="2576"/>
                    <a:pt x="3501" y="2576"/>
                  </a:cubicBezTo>
                  <a:cubicBezTo>
                    <a:pt x="3494" y="2576"/>
                    <a:pt x="3488" y="2574"/>
                    <a:pt x="3485" y="2569"/>
                  </a:cubicBezTo>
                  <a:cubicBezTo>
                    <a:pt x="3483" y="2564"/>
                    <a:pt x="3482" y="2562"/>
                    <a:pt x="3480" y="2562"/>
                  </a:cubicBezTo>
                  <a:cubicBezTo>
                    <a:pt x="3478" y="2562"/>
                    <a:pt x="3476" y="2563"/>
                    <a:pt x="3473" y="2565"/>
                  </a:cubicBezTo>
                  <a:lnTo>
                    <a:pt x="3476" y="2572"/>
                  </a:lnTo>
                  <a:cubicBezTo>
                    <a:pt x="3480" y="2580"/>
                    <a:pt x="3484" y="2588"/>
                    <a:pt x="3475" y="2592"/>
                  </a:cubicBezTo>
                  <a:cubicBezTo>
                    <a:pt x="3470" y="2594"/>
                    <a:pt x="3465" y="2596"/>
                    <a:pt x="3461" y="2596"/>
                  </a:cubicBezTo>
                  <a:cubicBezTo>
                    <a:pt x="3458" y="2596"/>
                    <a:pt x="3455" y="2595"/>
                    <a:pt x="3454" y="2592"/>
                  </a:cubicBezTo>
                  <a:cubicBezTo>
                    <a:pt x="3446" y="2590"/>
                    <a:pt x="3439" y="2588"/>
                    <a:pt x="3435" y="2588"/>
                  </a:cubicBezTo>
                  <a:cubicBezTo>
                    <a:pt x="3432" y="2588"/>
                    <a:pt x="3431" y="2589"/>
                    <a:pt x="3433" y="2592"/>
                  </a:cubicBezTo>
                  <a:cubicBezTo>
                    <a:pt x="3429" y="2594"/>
                    <a:pt x="3425" y="2595"/>
                    <a:pt x="3421" y="2595"/>
                  </a:cubicBezTo>
                  <a:cubicBezTo>
                    <a:pt x="3418" y="2595"/>
                    <a:pt x="3414" y="2594"/>
                    <a:pt x="3411" y="2593"/>
                  </a:cubicBezTo>
                  <a:lnTo>
                    <a:pt x="3376" y="2609"/>
                  </a:lnTo>
                  <a:cubicBezTo>
                    <a:pt x="3372" y="2618"/>
                    <a:pt x="3362" y="2624"/>
                    <a:pt x="3355" y="2624"/>
                  </a:cubicBezTo>
                  <a:cubicBezTo>
                    <a:pt x="3353" y="2624"/>
                    <a:pt x="3350" y="2623"/>
                    <a:pt x="3350" y="2620"/>
                  </a:cubicBezTo>
                  <a:cubicBezTo>
                    <a:pt x="3340" y="2624"/>
                    <a:pt x="3332" y="2630"/>
                    <a:pt x="3325" y="2639"/>
                  </a:cubicBezTo>
                  <a:cubicBezTo>
                    <a:pt x="3314" y="2643"/>
                    <a:pt x="3307" y="2646"/>
                    <a:pt x="3302" y="2646"/>
                  </a:cubicBezTo>
                  <a:cubicBezTo>
                    <a:pt x="3298" y="2646"/>
                    <a:pt x="3296" y="2645"/>
                    <a:pt x="3295" y="2641"/>
                  </a:cubicBezTo>
                  <a:cubicBezTo>
                    <a:pt x="3294" y="2638"/>
                    <a:pt x="3293" y="2636"/>
                    <a:pt x="3292" y="2636"/>
                  </a:cubicBezTo>
                  <a:cubicBezTo>
                    <a:pt x="3291" y="2636"/>
                    <a:pt x="3289" y="2639"/>
                    <a:pt x="3286" y="2645"/>
                  </a:cubicBezTo>
                  <a:cubicBezTo>
                    <a:pt x="3289" y="2653"/>
                    <a:pt x="3280" y="2656"/>
                    <a:pt x="3271" y="2661"/>
                  </a:cubicBezTo>
                  <a:lnTo>
                    <a:pt x="3253" y="2667"/>
                  </a:lnTo>
                  <a:cubicBezTo>
                    <a:pt x="3257" y="2675"/>
                    <a:pt x="3257" y="2675"/>
                    <a:pt x="3248" y="2679"/>
                  </a:cubicBezTo>
                  <a:cubicBezTo>
                    <a:pt x="3238" y="2682"/>
                    <a:pt x="3207" y="2683"/>
                    <a:pt x="3198" y="2686"/>
                  </a:cubicBezTo>
                  <a:cubicBezTo>
                    <a:pt x="3170" y="2695"/>
                    <a:pt x="3170" y="2695"/>
                    <a:pt x="3183" y="2700"/>
                  </a:cubicBezTo>
                  <a:cubicBezTo>
                    <a:pt x="3184" y="2699"/>
                    <a:pt x="3185" y="2699"/>
                    <a:pt x="3186" y="2699"/>
                  </a:cubicBezTo>
                  <a:cubicBezTo>
                    <a:pt x="3191" y="2699"/>
                    <a:pt x="3191" y="2704"/>
                    <a:pt x="3180" y="2704"/>
                  </a:cubicBezTo>
                  <a:cubicBezTo>
                    <a:pt x="3178" y="2704"/>
                    <a:pt x="3176" y="2703"/>
                    <a:pt x="3174" y="2703"/>
                  </a:cubicBezTo>
                  <a:cubicBezTo>
                    <a:pt x="3163" y="2705"/>
                    <a:pt x="3134" y="2708"/>
                    <a:pt x="3106" y="2716"/>
                  </a:cubicBezTo>
                  <a:cubicBezTo>
                    <a:pt x="3068" y="2726"/>
                    <a:pt x="3068" y="2726"/>
                    <a:pt x="3070" y="2733"/>
                  </a:cubicBezTo>
                  <a:cubicBezTo>
                    <a:pt x="3078" y="2741"/>
                    <a:pt x="3079" y="2746"/>
                    <a:pt x="3076" y="2746"/>
                  </a:cubicBezTo>
                  <a:cubicBezTo>
                    <a:pt x="3073" y="2746"/>
                    <a:pt x="3067" y="2743"/>
                    <a:pt x="3061" y="2737"/>
                  </a:cubicBezTo>
                  <a:cubicBezTo>
                    <a:pt x="3050" y="2731"/>
                    <a:pt x="3042" y="2729"/>
                    <a:pt x="3037" y="2729"/>
                  </a:cubicBezTo>
                  <a:cubicBezTo>
                    <a:pt x="3032" y="2729"/>
                    <a:pt x="3030" y="2732"/>
                    <a:pt x="3031" y="2736"/>
                  </a:cubicBezTo>
                  <a:cubicBezTo>
                    <a:pt x="3024" y="2747"/>
                    <a:pt x="3024" y="2747"/>
                    <a:pt x="3014" y="2749"/>
                  </a:cubicBezTo>
                  <a:cubicBezTo>
                    <a:pt x="3013" y="2746"/>
                    <a:pt x="3012" y="2744"/>
                    <a:pt x="3009" y="2744"/>
                  </a:cubicBezTo>
                  <a:cubicBezTo>
                    <a:pt x="3004" y="2744"/>
                    <a:pt x="2997" y="2749"/>
                    <a:pt x="2986" y="2757"/>
                  </a:cubicBezTo>
                  <a:cubicBezTo>
                    <a:pt x="2984" y="2757"/>
                    <a:pt x="2982" y="2758"/>
                    <a:pt x="2981" y="2758"/>
                  </a:cubicBezTo>
                  <a:cubicBezTo>
                    <a:pt x="2977" y="2758"/>
                    <a:pt x="2977" y="2756"/>
                    <a:pt x="2975" y="2750"/>
                  </a:cubicBezTo>
                  <a:lnTo>
                    <a:pt x="2956" y="2754"/>
                  </a:lnTo>
                  <a:cubicBezTo>
                    <a:pt x="2946" y="2769"/>
                    <a:pt x="2913" y="2775"/>
                    <a:pt x="2891" y="2775"/>
                  </a:cubicBezTo>
                  <a:cubicBezTo>
                    <a:pt x="2882" y="2775"/>
                    <a:pt x="2874" y="2774"/>
                    <a:pt x="2871" y="2772"/>
                  </a:cubicBezTo>
                  <a:cubicBezTo>
                    <a:pt x="2864" y="2774"/>
                    <a:pt x="2858" y="2778"/>
                    <a:pt x="2854" y="2784"/>
                  </a:cubicBezTo>
                  <a:cubicBezTo>
                    <a:pt x="2850" y="2794"/>
                    <a:pt x="2846" y="2799"/>
                    <a:pt x="2842" y="2799"/>
                  </a:cubicBezTo>
                  <a:cubicBezTo>
                    <a:pt x="2839" y="2799"/>
                    <a:pt x="2836" y="2795"/>
                    <a:pt x="2835" y="2787"/>
                  </a:cubicBezTo>
                  <a:cubicBezTo>
                    <a:pt x="2833" y="2779"/>
                    <a:pt x="2832" y="2775"/>
                    <a:pt x="2831" y="2775"/>
                  </a:cubicBezTo>
                  <a:cubicBezTo>
                    <a:pt x="2830" y="2775"/>
                    <a:pt x="2828" y="2779"/>
                    <a:pt x="2825" y="2788"/>
                  </a:cubicBezTo>
                  <a:cubicBezTo>
                    <a:pt x="2821" y="2794"/>
                    <a:pt x="2805" y="2798"/>
                    <a:pt x="2792" y="2798"/>
                  </a:cubicBezTo>
                  <a:cubicBezTo>
                    <a:pt x="2781" y="2798"/>
                    <a:pt x="2772" y="2795"/>
                    <a:pt x="2775" y="2786"/>
                  </a:cubicBezTo>
                  <a:cubicBezTo>
                    <a:pt x="2774" y="2778"/>
                    <a:pt x="2773" y="2769"/>
                    <a:pt x="2773" y="2769"/>
                  </a:cubicBezTo>
                  <a:cubicBezTo>
                    <a:pt x="2769" y="2776"/>
                    <a:pt x="2763" y="2779"/>
                    <a:pt x="2755" y="2781"/>
                  </a:cubicBezTo>
                  <a:cubicBezTo>
                    <a:pt x="2756" y="2790"/>
                    <a:pt x="2747" y="2791"/>
                    <a:pt x="2718" y="2795"/>
                  </a:cubicBezTo>
                  <a:cubicBezTo>
                    <a:pt x="2699" y="2797"/>
                    <a:pt x="2662" y="2809"/>
                    <a:pt x="2642" y="2810"/>
                  </a:cubicBezTo>
                  <a:cubicBezTo>
                    <a:pt x="2633" y="2811"/>
                    <a:pt x="2622" y="2812"/>
                    <a:pt x="2611" y="2812"/>
                  </a:cubicBezTo>
                  <a:cubicBezTo>
                    <a:pt x="2600" y="2812"/>
                    <a:pt x="2589" y="2811"/>
                    <a:pt x="2584" y="2806"/>
                  </a:cubicBezTo>
                  <a:cubicBezTo>
                    <a:pt x="2570" y="2806"/>
                    <a:pt x="2558" y="2810"/>
                    <a:pt x="2545" y="2816"/>
                  </a:cubicBezTo>
                  <a:cubicBezTo>
                    <a:pt x="2541" y="2821"/>
                    <a:pt x="2534" y="2823"/>
                    <a:pt x="2527" y="2823"/>
                  </a:cubicBezTo>
                  <a:cubicBezTo>
                    <a:pt x="2521" y="2823"/>
                    <a:pt x="2516" y="2821"/>
                    <a:pt x="2516" y="2816"/>
                  </a:cubicBezTo>
                  <a:lnTo>
                    <a:pt x="2507" y="2818"/>
                  </a:lnTo>
                  <a:cubicBezTo>
                    <a:pt x="2498" y="2822"/>
                    <a:pt x="2488" y="2825"/>
                    <a:pt x="2478" y="2827"/>
                  </a:cubicBezTo>
                  <a:cubicBezTo>
                    <a:pt x="2478" y="2819"/>
                    <a:pt x="2473" y="2815"/>
                    <a:pt x="2467" y="2815"/>
                  </a:cubicBezTo>
                  <a:cubicBezTo>
                    <a:pt x="2464" y="2815"/>
                    <a:pt x="2461" y="2816"/>
                    <a:pt x="2459" y="2819"/>
                  </a:cubicBezTo>
                  <a:cubicBezTo>
                    <a:pt x="2459" y="2825"/>
                    <a:pt x="2453" y="2827"/>
                    <a:pt x="2441" y="2827"/>
                  </a:cubicBezTo>
                  <a:cubicBezTo>
                    <a:pt x="2437" y="2827"/>
                    <a:pt x="2434" y="2827"/>
                    <a:pt x="2430" y="2827"/>
                  </a:cubicBezTo>
                  <a:cubicBezTo>
                    <a:pt x="2420" y="2821"/>
                    <a:pt x="2335" y="2820"/>
                    <a:pt x="2253" y="2811"/>
                  </a:cubicBezTo>
                  <a:cubicBezTo>
                    <a:pt x="2183" y="2806"/>
                    <a:pt x="2115" y="2796"/>
                    <a:pt x="2096" y="2796"/>
                  </a:cubicBezTo>
                  <a:cubicBezTo>
                    <a:pt x="2093" y="2796"/>
                    <a:pt x="2091" y="2797"/>
                    <a:pt x="2091" y="2797"/>
                  </a:cubicBezTo>
                  <a:lnTo>
                    <a:pt x="2062" y="2793"/>
                  </a:lnTo>
                  <a:lnTo>
                    <a:pt x="2033" y="2788"/>
                  </a:lnTo>
                  <a:cubicBezTo>
                    <a:pt x="2035" y="2776"/>
                    <a:pt x="2007" y="2772"/>
                    <a:pt x="1980" y="2772"/>
                  </a:cubicBezTo>
                  <a:cubicBezTo>
                    <a:pt x="1972" y="2772"/>
                    <a:pt x="1964" y="2772"/>
                    <a:pt x="1956" y="2773"/>
                  </a:cubicBezTo>
                  <a:cubicBezTo>
                    <a:pt x="1951" y="2775"/>
                    <a:pt x="1945" y="2777"/>
                    <a:pt x="1938" y="2777"/>
                  </a:cubicBezTo>
                  <a:cubicBezTo>
                    <a:pt x="1934" y="2777"/>
                    <a:pt x="1930" y="2776"/>
                    <a:pt x="1926" y="2775"/>
                  </a:cubicBezTo>
                  <a:cubicBezTo>
                    <a:pt x="1930" y="2760"/>
                    <a:pt x="1910" y="2754"/>
                    <a:pt x="1891" y="2754"/>
                  </a:cubicBezTo>
                  <a:cubicBezTo>
                    <a:pt x="1888" y="2754"/>
                    <a:pt x="1884" y="2754"/>
                    <a:pt x="1881" y="2755"/>
                  </a:cubicBezTo>
                  <a:cubicBezTo>
                    <a:pt x="1875" y="2761"/>
                    <a:pt x="1870" y="2764"/>
                    <a:pt x="1867" y="2764"/>
                  </a:cubicBezTo>
                  <a:cubicBezTo>
                    <a:pt x="1862" y="2764"/>
                    <a:pt x="1860" y="2759"/>
                    <a:pt x="1862" y="2750"/>
                  </a:cubicBezTo>
                  <a:cubicBezTo>
                    <a:pt x="1865" y="2741"/>
                    <a:pt x="1860" y="2736"/>
                    <a:pt x="1851" y="2736"/>
                  </a:cubicBezTo>
                  <a:cubicBezTo>
                    <a:pt x="1844" y="2736"/>
                    <a:pt x="1834" y="2739"/>
                    <a:pt x="1822" y="2748"/>
                  </a:cubicBezTo>
                  <a:cubicBezTo>
                    <a:pt x="1817" y="2750"/>
                    <a:pt x="1814" y="2752"/>
                    <a:pt x="1812" y="2752"/>
                  </a:cubicBezTo>
                  <a:cubicBezTo>
                    <a:pt x="1809" y="2752"/>
                    <a:pt x="1808" y="2749"/>
                    <a:pt x="1804" y="2742"/>
                  </a:cubicBezTo>
                  <a:cubicBezTo>
                    <a:pt x="1800" y="2731"/>
                    <a:pt x="1795" y="2725"/>
                    <a:pt x="1792" y="2725"/>
                  </a:cubicBezTo>
                  <a:cubicBezTo>
                    <a:pt x="1789" y="2725"/>
                    <a:pt x="1788" y="2727"/>
                    <a:pt x="1787" y="2730"/>
                  </a:cubicBezTo>
                  <a:cubicBezTo>
                    <a:pt x="1781" y="2736"/>
                    <a:pt x="1776" y="2739"/>
                    <a:pt x="1772" y="2739"/>
                  </a:cubicBezTo>
                  <a:cubicBezTo>
                    <a:pt x="1766" y="2739"/>
                    <a:pt x="1762" y="2733"/>
                    <a:pt x="1759" y="2721"/>
                  </a:cubicBezTo>
                  <a:cubicBezTo>
                    <a:pt x="1751" y="2708"/>
                    <a:pt x="1748" y="2703"/>
                    <a:pt x="1744" y="2703"/>
                  </a:cubicBezTo>
                  <a:cubicBezTo>
                    <a:pt x="1741" y="2703"/>
                    <a:pt x="1737" y="2706"/>
                    <a:pt x="1731" y="2712"/>
                  </a:cubicBezTo>
                  <a:cubicBezTo>
                    <a:pt x="1727" y="2716"/>
                    <a:pt x="1721" y="2718"/>
                    <a:pt x="1714" y="2718"/>
                  </a:cubicBezTo>
                  <a:cubicBezTo>
                    <a:pt x="1698" y="2718"/>
                    <a:pt x="1678" y="2708"/>
                    <a:pt x="1676" y="2694"/>
                  </a:cubicBezTo>
                  <a:cubicBezTo>
                    <a:pt x="1669" y="2692"/>
                    <a:pt x="1664" y="2685"/>
                    <a:pt x="1661" y="2685"/>
                  </a:cubicBezTo>
                  <a:cubicBezTo>
                    <a:pt x="1659" y="2685"/>
                    <a:pt x="1659" y="2686"/>
                    <a:pt x="1658" y="2687"/>
                  </a:cubicBezTo>
                  <a:lnTo>
                    <a:pt x="1651" y="2676"/>
                  </a:lnTo>
                  <a:cubicBezTo>
                    <a:pt x="1642" y="2674"/>
                    <a:pt x="1633" y="2671"/>
                    <a:pt x="1633" y="2671"/>
                  </a:cubicBezTo>
                  <a:lnTo>
                    <a:pt x="1630" y="2679"/>
                  </a:lnTo>
                  <a:cubicBezTo>
                    <a:pt x="1621" y="2675"/>
                    <a:pt x="1569" y="2645"/>
                    <a:pt x="1508" y="2620"/>
                  </a:cubicBezTo>
                  <a:cubicBezTo>
                    <a:pt x="1437" y="2587"/>
                    <a:pt x="1408" y="2574"/>
                    <a:pt x="1400" y="2574"/>
                  </a:cubicBezTo>
                  <a:cubicBezTo>
                    <a:pt x="1397" y="2574"/>
                    <a:pt x="1397" y="2576"/>
                    <a:pt x="1398" y="2579"/>
                  </a:cubicBezTo>
                  <a:cubicBezTo>
                    <a:pt x="1399" y="2586"/>
                    <a:pt x="1396" y="2590"/>
                    <a:pt x="1393" y="2590"/>
                  </a:cubicBezTo>
                  <a:cubicBezTo>
                    <a:pt x="1388" y="2590"/>
                    <a:pt x="1382" y="2582"/>
                    <a:pt x="1381" y="2571"/>
                  </a:cubicBezTo>
                  <a:cubicBezTo>
                    <a:pt x="1369" y="2560"/>
                    <a:pt x="1355" y="2550"/>
                    <a:pt x="1342" y="2539"/>
                  </a:cubicBezTo>
                  <a:cubicBezTo>
                    <a:pt x="1325" y="2530"/>
                    <a:pt x="1308" y="2521"/>
                    <a:pt x="1313" y="2514"/>
                  </a:cubicBezTo>
                  <a:lnTo>
                    <a:pt x="1304" y="2509"/>
                  </a:lnTo>
                  <a:cubicBezTo>
                    <a:pt x="1301" y="2510"/>
                    <a:pt x="1298" y="2510"/>
                    <a:pt x="1296" y="2510"/>
                  </a:cubicBezTo>
                  <a:cubicBezTo>
                    <a:pt x="1269" y="2510"/>
                    <a:pt x="1226" y="2483"/>
                    <a:pt x="1208" y="2463"/>
                  </a:cubicBezTo>
                  <a:cubicBezTo>
                    <a:pt x="1195" y="2453"/>
                    <a:pt x="1179" y="2447"/>
                    <a:pt x="1162" y="2445"/>
                  </a:cubicBezTo>
                  <a:cubicBezTo>
                    <a:pt x="1141" y="2442"/>
                    <a:pt x="1141" y="2442"/>
                    <a:pt x="1138" y="2429"/>
                  </a:cubicBezTo>
                  <a:cubicBezTo>
                    <a:pt x="1141" y="2424"/>
                    <a:pt x="1111" y="2393"/>
                    <a:pt x="1096" y="2393"/>
                  </a:cubicBezTo>
                  <a:cubicBezTo>
                    <a:pt x="1094" y="2393"/>
                    <a:pt x="1092" y="2394"/>
                    <a:pt x="1090" y="2396"/>
                  </a:cubicBezTo>
                  <a:lnTo>
                    <a:pt x="1087" y="2383"/>
                  </a:lnTo>
                  <a:cubicBezTo>
                    <a:pt x="1086" y="2377"/>
                    <a:pt x="1081" y="2374"/>
                    <a:pt x="1076" y="2374"/>
                  </a:cubicBezTo>
                  <a:cubicBezTo>
                    <a:pt x="1073" y="2374"/>
                    <a:pt x="1069" y="2375"/>
                    <a:pt x="1067" y="2379"/>
                  </a:cubicBezTo>
                  <a:cubicBezTo>
                    <a:pt x="1063" y="2384"/>
                    <a:pt x="1060" y="2387"/>
                    <a:pt x="1057" y="2387"/>
                  </a:cubicBezTo>
                  <a:cubicBezTo>
                    <a:pt x="1053" y="2387"/>
                    <a:pt x="1051" y="2378"/>
                    <a:pt x="1056" y="2361"/>
                  </a:cubicBezTo>
                  <a:cubicBezTo>
                    <a:pt x="1063" y="2351"/>
                    <a:pt x="1061" y="2346"/>
                    <a:pt x="1057" y="2346"/>
                  </a:cubicBezTo>
                  <a:cubicBezTo>
                    <a:pt x="1056" y="2346"/>
                    <a:pt x="1054" y="2347"/>
                    <a:pt x="1052" y="2349"/>
                  </a:cubicBezTo>
                  <a:cubicBezTo>
                    <a:pt x="1049" y="2349"/>
                    <a:pt x="1045" y="2350"/>
                    <a:pt x="1041" y="2350"/>
                  </a:cubicBezTo>
                  <a:cubicBezTo>
                    <a:pt x="1033" y="2350"/>
                    <a:pt x="1027" y="2347"/>
                    <a:pt x="1024" y="2339"/>
                  </a:cubicBezTo>
                  <a:cubicBezTo>
                    <a:pt x="1021" y="2335"/>
                    <a:pt x="1016" y="2332"/>
                    <a:pt x="1012" y="2332"/>
                  </a:cubicBezTo>
                  <a:cubicBezTo>
                    <a:pt x="1008" y="2332"/>
                    <a:pt x="1004" y="2334"/>
                    <a:pt x="1000" y="2340"/>
                  </a:cubicBezTo>
                  <a:cubicBezTo>
                    <a:pt x="998" y="2342"/>
                    <a:pt x="996" y="2343"/>
                    <a:pt x="994" y="2343"/>
                  </a:cubicBezTo>
                  <a:cubicBezTo>
                    <a:pt x="989" y="2343"/>
                    <a:pt x="984" y="2339"/>
                    <a:pt x="978" y="2334"/>
                  </a:cubicBezTo>
                  <a:cubicBezTo>
                    <a:pt x="984" y="2327"/>
                    <a:pt x="984" y="2327"/>
                    <a:pt x="997" y="2327"/>
                  </a:cubicBezTo>
                  <a:lnTo>
                    <a:pt x="997" y="2327"/>
                  </a:lnTo>
                  <a:cubicBezTo>
                    <a:pt x="994" y="2325"/>
                    <a:pt x="989" y="2321"/>
                    <a:pt x="982" y="2315"/>
                  </a:cubicBezTo>
                  <a:cubicBezTo>
                    <a:pt x="974" y="2309"/>
                    <a:pt x="965" y="2290"/>
                    <a:pt x="970" y="2284"/>
                  </a:cubicBezTo>
                  <a:cubicBezTo>
                    <a:pt x="969" y="2277"/>
                    <a:pt x="966" y="2272"/>
                    <a:pt x="964" y="2272"/>
                  </a:cubicBezTo>
                  <a:cubicBezTo>
                    <a:pt x="961" y="2272"/>
                    <a:pt x="959" y="2276"/>
                    <a:pt x="957" y="2285"/>
                  </a:cubicBezTo>
                  <a:cubicBezTo>
                    <a:pt x="951" y="2291"/>
                    <a:pt x="948" y="2294"/>
                    <a:pt x="945" y="2294"/>
                  </a:cubicBezTo>
                  <a:cubicBezTo>
                    <a:pt x="942" y="2294"/>
                    <a:pt x="938" y="2291"/>
                    <a:pt x="931" y="2286"/>
                  </a:cubicBezTo>
                  <a:cubicBezTo>
                    <a:pt x="923" y="2279"/>
                    <a:pt x="917" y="2272"/>
                    <a:pt x="922" y="2267"/>
                  </a:cubicBezTo>
                  <a:cubicBezTo>
                    <a:pt x="927" y="2260"/>
                    <a:pt x="928" y="2260"/>
                    <a:pt x="913" y="2247"/>
                  </a:cubicBezTo>
                  <a:cubicBezTo>
                    <a:pt x="899" y="2234"/>
                    <a:pt x="878" y="2230"/>
                    <a:pt x="860" y="2230"/>
                  </a:cubicBezTo>
                  <a:cubicBezTo>
                    <a:pt x="849" y="2230"/>
                    <a:pt x="840" y="2231"/>
                    <a:pt x="834" y="2233"/>
                  </a:cubicBezTo>
                  <a:cubicBezTo>
                    <a:pt x="829" y="2239"/>
                    <a:pt x="826" y="2242"/>
                    <a:pt x="825" y="2242"/>
                  </a:cubicBezTo>
                  <a:cubicBezTo>
                    <a:pt x="823" y="2242"/>
                    <a:pt x="824" y="2237"/>
                    <a:pt x="827" y="2226"/>
                  </a:cubicBezTo>
                  <a:cubicBezTo>
                    <a:pt x="832" y="2221"/>
                    <a:pt x="826" y="2214"/>
                    <a:pt x="818" y="2207"/>
                  </a:cubicBezTo>
                  <a:cubicBezTo>
                    <a:pt x="817" y="2209"/>
                    <a:pt x="816" y="2209"/>
                    <a:pt x="815" y="2209"/>
                  </a:cubicBezTo>
                  <a:cubicBezTo>
                    <a:pt x="813" y="2209"/>
                    <a:pt x="813" y="2205"/>
                    <a:pt x="815" y="2205"/>
                  </a:cubicBezTo>
                  <a:cubicBezTo>
                    <a:pt x="815" y="2205"/>
                    <a:pt x="816" y="2206"/>
                    <a:pt x="818" y="2207"/>
                  </a:cubicBezTo>
                  <a:cubicBezTo>
                    <a:pt x="819" y="2206"/>
                    <a:pt x="821" y="2205"/>
                    <a:pt x="823" y="2205"/>
                  </a:cubicBezTo>
                  <a:cubicBezTo>
                    <a:pt x="828" y="2205"/>
                    <a:pt x="833" y="2209"/>
                    <a:pt x="838" y="2214"/>
                  </a:cubicBezTo>
                  <a:lnTo>
                    <a:pt x="845" y="2208"/>
                  </a:lnTo>
                  <a:cubicBezTo>
                    <a:pt x="848" y="2194"/>
                    <a:pt x="844" y="2186"/>
                    <a:pt x="834" y="2186"/>
                  </a:cubicBezTo>
                  <a:cubicBezTo>
                    <a:pt x="830" y="2186"/>
                    <a:pt x="827" y="2187"/>
                    <a:pt x="822" y="2188"/>
                  </a:cubicBezTo>
                  <a:cubicBezTo>
                    <a:pt x="810" y="2188"/>
                    <a:pt x="810" y="2188"/>
                    <a:pt x="809" y="2175"/>
                  </a:cubicBezTo>
                  <a:cubicBezTo>
                    <a:pt x="809" y="2164"/>
                    <a:pt x="808" y="2153"/>
                    <a:pt x="805" y="2153"/>
                  </a:cubicBezTo>
                  <a:cubicBezTo>
                    <a:pt x="804" y="2153"/>
                    <a:pt x="803" y="2154"/>
                    <a:pt x="802" y="2155"/>
                  </a:cubicBezTo>
                  <a:cubicBezTo>
                    <a:pt x="794" y="2148"/>
                    <a:pt x="790" y="2139"/>
                    <a:pt x="788" y="2129"/>
                  </a:cubicBezTo>
                  <a:cubicBezTo>
                    <a:pt x="777" y="2118"/>
                    <a:pt x="771" y="2111"/>
                    <a:pt x="766" y="2111"/>
                  </a:cubicBezTo>
                  <a:cubicBezTo>
                    <a:pt x="764" y="2111"/>
                    <a:pt x="763" y="2112"/>
                    <a:pt x="762" y="2113"/>
                  </a:cubicBezTo>
                  <a:cubicBezTo>
                    <a:pt x="760" y="2115"/>
                    <a:pt x="758" y="2116"/>
                    <a:pt x="756" y="2116"/>
                  </a:cubicBezTo>
                  <a:cubicBezTo>
                    <a:pt x="751" y="2116"/>
                    <a:pt x="746" y="2111"/>
                    <a:pt x="742" y="2105"/>
                  </a:cubicBezTo>
                  <a:cubicBezTo>
                    <a:pt x="737" y="2100"/>
                    <a:pt x="732" y="2095"/>
                    <a:pt x="727" y="2095"/>
                  </a:cubicBezTo>
                  <a:cubicBezTo>
                    <a:pt x="725" y="2095"/>
                    <a:pt x="723" y="2096"/>
                    <a:pt x="721" y="2097"/>
                  </a:cubicBezTo>
                  <a:cubicBezTo>
                    <a:pt x="719" y="2099"/>
                    <a:pt x="717" y="2101"/>
                    <a:pt x="713" y="2101"/>
                  </a:cubicBezTo>
                  <a:cubicBezTo>
                    <a:pt x="707" y="2101"/>
                    <a:pt x="699" y="2097"/>
                    <a:pt x="690" y="2087"/>
                  </a:cubicBezTo>
                  <a:cubicBezTo>
                    <a:pt x="671" y="2077"/>
                    <a:pt x="671" y="2077"/>
                    <a:pt x="678" y="2059"/>
                  </a:cubicBezTo>
                  <a:cubicBezTo>
                    <a:pt x="684" y="2054"/>
                    <a:pt x="678" y="2046"/>
                    <a:pt x="671" y="2039"/>
                  </a:cubicBezTo>
                  <a:cubicBezTo>
                    <a:pt x="668" y="2032"/>
                    <a:pt x="665" y="2026"/>
                    <a:pt x="665" y="2019"/>
                  </a:cubicBezTo>
                  <a:cubicBezTo>
                    <a:pt x="665" y="2013"/>
                    <a:pt x="664" y="2011"/>
                    <a:pt x="662" y="2011"/>
                  </a:cubicBezTo>
                  <a:cubicBezTo>
                    <a:pt x="659" y="2011"/>
                    <a:pt x="656" y="2014"/>
                    <a:pt x="653" y="2017"/>
                  </a:cubicBezTo>
                  <a:lnTo>
                    <a:pt x="639" y="2028"/>
                  </a:lnTo>
                  <a:cubicBezTo>
                    <a:pt x="633" y="2020"/>
                    <a:pt x="639" y="2002"/>
                    <a:pt x="646" y="1996"/>
                  </a:cubicBezTo>
                  <a:cubicBezTo>
                    <a:pt x="650" y="1986"/>
                    <a:pt x="652" y="1982"/>
                    <a:pt x="650" y="1982"/>
                  </a:cubicBezTo>
                  <a:cubicBezTo>
                    <a:pt x="649" y="1982"/>
                    <a:pt x="646" y="1985"/>
                    <a:pt x="641" y="1990"/>
                  </a:cubicBezTo>
                  <a:cubicBezTo>
                    <a:pt x="639" y="1991"/>
                    <a:pt x="637" y="1992"/>
                    <a:pt x="634" y="1992"/>
                  </a:cubicBezTo>
                  <a:cubicBezTo>
                    <a:pt x="628" y="1992"/>
                    <a:pt x="620" y="1986"/>
                    <a:pt x="616" y="1972"/>
                  </a:cubicBezTo>
                  <a:cubicBezTo>
                    <a:pt x="605" y="1956"/>
                    <a:pt x="592" y="1940"/>
                    <a:pt x="599" y="1935"/>
                  </a:cubicBezTo>
                  <a:cubicBezTo>
                    <a:pt x="600" y="1928"/>
                    <a:pt x="595" y="1921"/>
                    <a:pt x="588" y="1920"/>
                  </a:cubicBezTo>
                  <a:cubicBezTo>
                    <a:pt x="576" y="1917"/>
                    <a:pt x="569" y="1909"/>
                    <a:pt x="559" y="1881"/>
                  </a:cubicBezTo>
                  <a:cubicBezTo>
                    <a:pt x="550" y="1846"/>
                    <a:pt x="547" y="1836"/>
                    <a:pt x="542" y="1836"/>
                  </a:cubicBezTo>
                  <a:cubicBezTo>
                    <a:pt x="540" y="1836"/>
                    <a:pt x="537" y="1838"/>
                    <a:pt x="533" y="1841"/>
                  </a:cubicBezTo>
                  <a:cubicBezTo>
                    <a:pt x="529" y="1843"/>
                    <a:pt x="526" y="1845"/>
                    <a:pt x="524" y="1845"/>
                  </a:cubicBezTo>
                  <a:cubicBezTo>
                    <a:pt x="522" y="1845"/>
                    <a:pt x="523" y="1842"/>
                    <a:pt x="527" y="1833"/>
                  </a:cubicBezTo>
                  <a:cubicBezTo>
                    <a:pt x="528" y="1820"/>
                    <a:pt x="516" y="1817"/>
                    <a:pt x="498" y="1805"/>
                  </a:cubicBezTo>
                  <a:cubicBezTo>
                    <a:pt x="497" y="1805"/>
                    <a:pt x="495" y="1804"/>
                    <a:pt x="494" y="1804"/>
                  </a:cubicBezTo>
                  <a:cubicBezTo>
                    <a:pt x="484" y="1804"/>
                    <a:pt x="473" y="1808"/>
                    <a:pt x="464" y="1815"/>
                  </a:cubicBezTo>
                  <a:cubicBezTo>
                    <a:pt x="459" y="1818"/>
                    <a:pt x="455" y="1820"/>
                    <a:pt x="453" y="1820"/>
                  </a:cubicBezTo>
                  <a:cubicBezTo>
                    <a:pt x="449" y="1820"/>
                    <a:pt x="449" y="1816"/>
                    <a:pt x="447" y="1804"/>
                  </a:cubicBezTo>
                  <a:cubicBezTo>
                    <a:pt x="441" y="1795"/>
                    <a:pt x="443" y="1783"/>
                    <a:pt x="451" y="1778"/>
                  </a:cubicBezTo>
                  <a:cubicBezTo>
                    <a:pt x="453" y="1777"/>
                    <a:pt x="454" y="1776"/>
                    <a:pt x="455" y="1776"/>
                  </a:cubicBezTo>
                  <a:cubicBezTo>
                    <a:pt x="460" y="1776"/>
                    <a:pt x="463" y="1781"/>
                    <a:pt x="463" y="1781"/>
                  </a:cubicBezTo>
                  <a:lnTo>
                    <a:pt x="468" y="1790"/>
                  </a:lnTo>
                  <a:cubicBezTo>
                    <a:pt x="476" y="1784"/>
                    <a:pt x="482" y="1781"/>
                    <a:pt x="472" y="1764"/>
                  </a:cubicBezTo>
                  <a:cubicBezTo>
                    <a:pt x="474" y="1753"/>
                    <a:pt x="472" y="1746"/>
                    <a:pt x="467" y="1746"/>
                  </a:cubicBezTo>
                  <a:cubicBezTo>
                    <a:pt x="466" y="1746"/>
                    <a:pt x="465" y="1747"/>
                    <a:pt x="463" y="1747"/>
                  </a:cubicBezTo>
                  <a:cubicBezTo>
                    <a:pt x="466" y="1734"/>
                    <a:pt x="456" y="1718"/>
                    <a:pt x="447" y="1701"/>
                  </a:cubicBezTo>
                  <a:cubicBezTo>
                    <a:pt x="436" y="1685"/>
                    <a:pt x="422" y="1659"/>
                    <a:pt x="425" y="1646"/>
                  </a:cubicBezTo>
                  <a:cubicBezTo>
                    <a:pt x="418" y="1633"/>
                    <a:pt x="414" y="1624"/>
                    <a:pt x="409" y="1624"/>
                  </a:cubicBezTo>
                  <a:cubicBezTo>
                    <a:pt x="408" y="1624"/>
                    <a:pt x="406" y="1624"/>
                    <a:pt x="405" y="1625"/>
                  </a:cubicBezTo>
                  <a:cubicBezTo>
                    <a:pt x="401" y="1627"/>
                    <a:pt x="397" y="1628"/>
                    <a:pt x="395" y="1628"/>
                  </a:cubicBezTo>
                  <a:cubicBezTo>
                    <a:pt x="388" y="1628"/>
                    <a:pt x="387" y="1623"/>
                    <a:pt x="393" y="1620"/>
                  </a:cubicBezTo>
                  <a:cubicBezTo>
                    <a:pt x="403" y="1604"/>
                    <a:pt x="357" y="1488"/>
                    <a:pt x="339" y="1485"/>
                  </a:cubicBezTo>
                  <a:lnTo>
                    <a:pt x="332" y="1467"/>
                  </a:lnTo>
                  <a:cubicBezTo>
                    <a:pt x="332" y="1446"/>
                    <a:pt x="310" y="1393"/>
                    <a:pt x="300" y="1386"/>
                  </a:cubicBezTo>
                  <a:lnTo>
                    <a:pt x="290" y="1358"/>
                  </a:lnTo>
                  <a:cubicBezTo>
                    <a:pt x="292" y="1338"/>
                    <a:pt x="288" y="1329"/>
                    <a:pt x="277" y="1322"/>
                  </a:cubicBezTo>
                  <a:cubicBezTo>
                    <a:pt x="266" y="1316"/>
                    <a:pt x="258" y="1319"/>
                    <a:pt x="266" y="1316"/>
                  </a:cubicBezTo>
                  <a:cubicBezTo>
                    <a:pt x="275" y="1313"/>
                    <a:pt x="266" y="1295"/>
                    <a:pt x="256" y="1258"/>
                  </a:cubicBezTo>
                  <a:cubicBezTo>
                    <a:pt x="249" y="1234"/>
                    <a:pt x="247" y="1226"/>
                    <a:pt x="245" y="1226"/>
                  </a:cubicBezTo>
                  <a:cubicBezTo>
                    <a:pt x="243" y="1226"/>
                    <a:pt x="242" y="1229"/>
                    <a:pt x="240" y="1233"/>
                  </a:cubicBezTo>
                  <a:cubicBezTo>
                    <a:pt x="221" y="1198"/>
                    <a:pt x="230" y="1196"/>
                    <a:pt x="238" y="1193"/>
                  </a:cubicBezTo>
                  <a:lnTo>
                    <a:pt x="238" y="1193"/>
                  </a:lnTo>
                  <a:cubicBezTo>
                    <a:pt x="240" y="1194"/>
                    <a:pt x="242" y="1194"/>
                    <a:pt x="243" y="1194"/>
                  </a:cubicBezTo>
                  <a:cubicBezTo>
                    <a:pt x="255" y="1194"/>
                    <a:pt x="248" y="1179"/>
                    <a:pt x="224" y="1176"/>
                  </a:cubicBezTo>
                  <a:cubicBezTo>
                    <a:pt x="205" y="1172"/>
                    <a:pt x="200" y="1153"/>
                    <a:pt x="209" y="1151"/>
                  </a:cubicBezTo>
                  <a:cubicBezTo>
                    <a:pt x="210" y="1150"/>
                    <a:pt x="210" y="1150"/>
                    <a:pt x="211" y="1150"/>
                  </a:cubicBezTo>
                  <a:cubicBezTo>
                    <a:pt x="217" y="1150"/>
                    <a:pt x="219" y="1158"/>
                    <a:pt x="221" y="1167"/>
                  </a:cubicBezTo>
                  <a:lnTo>
                    <a:pt x="238" y="1163"/>
                  </a:lnTo>
                  <a:cubicBezTo>
                    <a:pt x="236" y="1154"/>
                    <a:pt x="236" y="1154"/>
                    <a:pt x="224" y="1146"/>
                  </a:cubicBezTo>
                  <a:cubicBezTo>
                    <a:pt x="222" y="1139"/>
                    <a:pt x="219" y="1134"/>
                    <a:pt x="212" y="1129"/>
                  </a:cubicBezTo>
                  <a:cubicBezTo>
                    <a:pt x="209" y="1126"/>
                    <a:pt x="205" y="1125"/>
                    <a:pt x="202" y="1125"/>
                  </a:cubicBezTo>
                  <a:cubicBezTo>
                    <a:pt x="195" y="1125"/>
                    <a:pt x="190" y="1129"/>
                    <a:pt x="187" y="1135"/>
                  </a:cubicBezTo>
                  <a:cubicBezTo>
                    <a:pt x="186" y="1139"/>
                    <a:pt x="184" y="1141"/>
                    <a:pt x="183" y="1141"/>
                  </a:cubicBezTo>
                  <a:cubicBezTo>
                    <a:pt x="180" y="1141"/>
                    <a:pt x="179" y="1134"/>
                    <a:pt x="177" y="1128"/>
                  </a:cubicBezTo>
                  <a:cubicBezTo>
                    <a:pt x="180" y="1114"/>
                    <a:pt x="185" y="1108"/>
                    <a:pt x="190" y="1108"/>
                  </a:cubicBezTo>
                  <a:cubicBezTo>
                    <a:pt x="193" y="1108"/>
                    <a:pt x="196" y="1110"/>
                    <a:pt x="200" y="1113"/>
                  </a:cubicBezTo>
                  <a:cubicBezTo>
                    <a:pt x="201" y="1118"/>
                    <a:pt x="205" y="1120"/>
                    <a:pt x="209" y="1120"/>
                  </a:cubicBezTo>
                  <a:cubicBezTo>
                    <a:pt x="212" y="1120"/>
                    <a:pt x="215" y="1119"/>
                    <a:pt x="219" y="1118"/>
                  </a:cubicBezTo>
                  <a:cubicBezTo>
                    <a:pt x="227" y="1116"/>
                    <a:pt x="200" y="1073"/>
                    <a:pt x="182" y="1067"/>
                  </a:cubicBezTo>
                  <a:lnTo>
                    <a:pt x="190" y="1065"/>
                  </a:lnTo>
                  <a:cubicBezTo>
                    <a:pt x="199" y="1063"/>
                    <a:pt x="194" y="1044"/>
                    <a:pt x="190" y="1025"/>
                  </a:cubicBezTo>
                  <a:cubicBezTo>
                    <a:pt x="186" y="1007"/>
                    <a:pt x="185" y="998"/>
                    <a:pt x="178" y="998"/>
                  </a:cubicBezTo>
                  <a:cubicBezTo>
                    <a:pt x="177" y="998"/>
                    <a:pt x="177" y="998"/>
                    <a:pt x="176" y="998"/>
                  </a:cubicBezTo>
                  <a:cubicBezTo>
                    <a:pt x="173" y="999"/>
                    <a:pt x="170" y="999"/>
                    <a:pt x="167" y="999"/>
                  </a:cubicBezTo>
                  <a:cubicBezTo>
                    <a:pt x="163" y="999"/>
                    <a:pt x="159" y="998"/>
                    <a:pt x="158" y="991"/>
                  </a:cubicBezTo>
                  <a:lnTo>
                    <a:pt x="158" y="991"/>
                  </a:lnTo>
                  <a:cubicBezTo>
                    <a:pt x="159" y="1001"/>
                    <a:pt x="152" y="1003"/>
                    <a:pt x="143" y="1004"/>
                  </a:cubicBezTo>
                  <a:cubicBezTo>
                    <a:pt x="146" y="992"/>
                    <a:pt x="150" y="982"/>
                    <a:pt x="155" y="972"/>
                  </a:cubicBezTo>
                  <a:cubicBezTo>
                    <a:pt x="169" y="950"/>
                    <a:pt x="175" y="930"/>
                    <a:pt x="168" y="892"/>
                  </a:cubicBezTo>
                  <a:cubicBezTo>
                    <a:pt x="166" y="872"/>
                    <a:pt x="164" y="843"/>
                    <a:pt x="172" y="833"/>
                  </a:cubicBezTo>
                  <a:cubicBezTo>
                    <a:pt x="170" y="815"/>
                    <a:pt x="169" y="805"/>
                    <a:pt x="162" y="805"/>
                  </a:cubicBezTo>
                  <a:cubicBezTo>
                    <a:pt x="161" y="805"/>
                    <a:pt x="161" y="805"/>
                    <a:pt x="160" y="805"/>
                  </a:cubicBezTo>
                  <a:lnTo>
                    <a:pt x="158" y="786"/>
                  </a:lnTo>
                  <a:cubicBezTo>
                    <a:pt x="166" y="775"/>
                    <a:pt x="164" y="757"/>
                    <a:pt x="157" y="757"/>
                  </a:cubicBezTo>
                  <a:cubicBezTo>
                    <a:pt x="156" y="757"/>
                    <a:pt x="156" y="757"/>
                    <a:pt x="156" y="757"/>
                  </a:cubicBezTo>
                  <a:cubicBezTo>
                    <a:pt x="147" y="748"/>
                    <a:pt x="155" y="738"/>
                    <a:pt x="155" y="728"/>
                  </a:cubicBezTo>
                  <a:cubicBezTo>
                    <a:pt x="165" y="716"/>
                    <a:pt x="169" y="711"/>
                    <a:pt x="166" y="711"/>
                  </a:cubicBezTo>
                  <a:cubicBezTo>
                    <a:pt x="163" y="711"/>
                    <a:pt x="157" y="714"/>
                    <a:pt x="146" y="719"/>
                  </a:cubicBezTo>
                  <a:cubicBezTo>
                    <a:pt x="138" y="719"/>
                    <a:pt x="130" y="739"/>
                    <a:pt x="130" y="749"/>
                  </a:cubicBezTo>
                  <a:cubicBezTo>
                    <a:pt x="130" y="758"/>
                    <a:pt x="131" y="768"/>
                    <a:pt x="132" y="778"/>
                  </a:cubicBezTo>
                  <a:cubicBezTo>
                    <a:pt x="129" y="768"/>
                    <a:pt x="125" y="759"/>
                    <a:pt x="121" y="749"/>
                  </a:cubicBezTo>
                  <a:cubicBezTo>
                    <a:pt x="121" y="739"/>
                    <a:pt x="112" y="720"/>
                    <a:pt x="103" y="720"/>
                  </a:cubicBezTo>
                  <a:cubicBezTo>
                    <a:pt x="99" y="720"/>
                    <a:pt x="94" y="715"/>
                    <a:pt x="94" y="711"/>
                  </a:cubicBezTo>
                  <a:lnTo>
                    <a:pt x="112" y="710"/>
                  </a:lnTo>
                  <a:cubicBezTo>
                    <a:pt x="117" y="716"/>
                    <a:pt x="124" y="719"/>
                    <a:pt x="132" y="719"/>
                  </a:cubicBezTo>
                  <a:cubicBezTo>
                    <a:pt x="134" y="719"/>
                    <a:pt x="136" y="719"/>
                    <a:pt x="138" y="719"/>
                  </a:cubicBezTo>
                  <a:cubicBezTo>
                    <a:pt x="155" y="709"/>
                    <a:pt x="162" y="679"/>
                    <a:pt x="145" y="679"/>
                  </a:cubicBezTo>
                  <a:cubicBezTo>
                    <a:pt x="145" y="671"/>
                    <a:pt x="145" y="671"/>
                    <a:pt x="153" y="660"/>
                  </a:cubicBezTo>
                  <a:cubicBezTo>
                    <a:pt x="162" y="660"/>
                    <a:pt x="162" y="650"/>
                    <a:pt x="144" y="641"/>
                  </a:cubicBezTo>
                  <a:cubicBezTo>
                    <a:pt x="127" y="631"/>
                    <a:pt x="126" y="621"/>
                    <a:pt x="144" y="612"/>
                  </a:cubicBezTo>
                  <a:cubicBezTo>
                    <a:pt x="162" y="593"/>
                    <a:pt x="163" y="554"/>
                    <a:pt x="154" y="554"/>
                  </a:cubicBezTo>
                  <a:cubicBezTo>
                    <a:pt x="137" y="554"/>
                    <a:pt x="138" y="525"/>
                    <a:pt x="147" y="515"/>
                  </a:cubicBezTo>
                  <a:cubicBezTo>
                    <a:pt x="155" y="508"/>
                    <a:pt x="156" y="494"/>
                    <a:pt x="148" y="487"/>
                  </a:cubicBezTo>
                  <a:lnTo>
                    <a:pt x="148" y="487"/>
                  </a:lnTo>
                  <a:cubicBezTo>
                    <a:pt x="149" y="487"/>
                    <a:pt x="149" y="487"/>
                    <a:pt x="149" y="487"/>
                  </a:cubicBezTo>
                  <a:cubicBezTo>
                    <a:pt x="159" y="487"/>
                    <a:pt x="165" y="475"/>
                    <a:pt x="158" y="467"/>
                  </a:cubicBezTo>
                  <a:cubicBezTo>
                    <a:pt x="158" y="467"/>
                    <a:pt x="159" y="463"/>
                    <a:pt x="156" y="463"/>
                  </a:cubicBezTo>
                  <a:cubicBezTo>
                    <a:pt x="154" y="463"/>
                    <a:pt x="152" y="464"/>
                    <a:pt x="149" y="466"/>
                  </a:cubicBezTo>
                  <a:lnTo>
                    <a:pt x="135" y="446"/>
                  </a:lnTo>
                  <a:cubicBezTo>
                    <a:pt x="134" y="453"/>
                    <a:pt x="129" y="455"/>
                    <a:pt x="123" y="455"/>
                  </a:cubicBezTo>
                  <a:cubicBezTo>
                    <a:pt x="121" y="455"/>
                    <a:pt x="119" y="454"/>
                    <a:pt x="117" y="454"/>
                  </a:cubicBezTo>
                  <a:cubicBezTo>
                    <a:pt x="108" y="454"/>
                    <a:pt x="120" y="415"/>
                    <a:pt x="148" y="398"/>
                  </a:cubicBezTo>
                  <a:lnTo>
                    <a:pt x="166" y="381"/>
                  </a:lnTo>
                  <a:lnTo>
                    <a:pt x="149" y="379"/>
                  </a:lnTo>
                  <a:cubicBezTo>
                    <a:pt x="150" y="370"/>
                    <a:pt x="151" y="361"/>
                    <a:pt x="158" y="361"/>
                  </a:cubicBezTo>
                  <a:cubicBezTo>
                    <a:pt x="159" y="361"/>
                    <a:pt x="159" y="361"/>
                    <a:pt x="159" y="361"/>
                  </a:cubicBezTo>
                  <a:cubicBezTo>
                    <a:pt x="162" y="361"/>
                    <a:pt x="163" y="361"/>
                    <a:pt x="165" y="361"/>
                  </a:cubicBezTo>
                  <a:cubicBezTo>
                    <a:pt x="168" y="361"/>
                    <a:pt x="169" y="360"/>
                    <a:pt x="169" y="352"/>
                  </a:cubicBezTo>
                  <a:cubicBezTo>
                    <a:pt x="169" y="352"/>
                    <a:pt x="171" y="343"/>
                    <a:pt x="163" y="342"/>
                  </a:cubicBezTo>
                  <a:cubicBezTo>
                    <a:pt x="146" y="340"/>
                    <a:pt x="146" y="340"/>
                    <a:pt x="156" y="331"/>
                  </a:cubicBezTo>
                  <a:cubicBezTo>
                    <a:pt x="174" y="324"/>
                    <a:pt x="176" y="315"/>
                    <a:pt x="160" y="303"/>
                  </a:cubicBezTo>
                  <a:cubicBezTo>
                    <a:pt x="144" y="299"/>
                    <a:pt x="144" y="299"/>
                    <a:pt x="162" y="292"/>
                  </a:cubicBezTo>
                  <a:cubicBezTo>
                    <a:pt x="172" y="292"/>
                    <a:pt x="181" y="286"/>
                    <a:pt x="182" y="277"/>
                  </a:cubicBezTo>
                  <a:lnTo>
                    <a:pt x="174" y="275"/>
                  </a:lnTo>
                  <a:cubicBezTo>
                    <a:pt x="157" y="272"/>
                    <a:pt x="158" y="262"/>
                    <a:pt x="168" y="254"/>
                  </a:cubicBezTo>
                  <a:lnTo>
                    <a:pt x="168" y="254"/>
                  </a:lnTo>
                  <a:cubicBezTo>
                    <a:pt x="169" y="254"/>
                    <a:pt x="169" y="254"/>
                    <a:pt x="170" y="254"/>
                  </a:cubicBezTo>
                  <a:cubicBezTo>
                    <a:pt x="176" y="254"/>
                    <a:pt x="178" y="245"/>
                    <a:pt x="173" y="226"/>
                  </a:cubicBezTo>
                  <a:cubicBezTo>
                    <a:pt x="176" y="209"/>
                    <a:pt x="179" y="199"/>
                    <a:pt x="185" y="199"/>
                  </a:cubicBezTo>
                  <a:cubicBezTo>
                    <a:pt x="186" y="199"/>
                    <a:pt x="187" y="199"/>
                    <a:pt x="187" y="199"/>
                  </a:cubicBezTo>
                  <a:cubicBezTo>
                    <a:pt x="193" y="200"/>
                    <a:pt x="197" y="201"/>
                    <a:pt x="199" y="201"/>
                  </a:cubicBezTo>
                  <a:cubicBezTo>
                    <a:pt x="203" y="201"/>
                    <a:pt x="199" y="198"/>
                    <a:pt x="190" y="189"/>
                  </a:cubicBezTo>
                  <a:cubicBezTo>
                    <a:pt x="184" y="178"/>
                    <a:pt x="184" y="178"/>
                    <a:pt x="196" y="161"/>
                  </a:cubicBezTo>
                  <a:cubicBezTo>
                    <a:pt x="206" y="155"/>
                    <a:pt x="206" y="155"/>
                    <a:pt x="201" y="143"/>
                  </a:cubicBezTo>
                  <a:cubicBezTo>
                    <a:pt x="193" y="141"/>
                    <a:pt x="187" y="139"/>
                    <a:pt x="182" y="139"/>
                  </a:cubicBezTo>
                  <a:cubicBezTo>
                    <a:pt x="178" y="139"/>
                    <a:pt x="175" y="141"/>
                    <a:pt x="174" y="147"/>
                  </a:cubicBezTo>
                  <a:cubicBezTo>
                    <a:pt x="172" y="153"/>
                    <a:pt x="172" y="155"/>
                    <a:pt x="169" y="155"/>
                  </a:cubicBezTo>
                  <a:cubicBezTo>
                    <a:pt x="168" y="155"/>
                    <a:pt x="166" y="154"/>
                    <a:pt x="164" y="153"/>
                  </a:cubicBezTo>
                  <a:cubicBezTo>
                    <a:pt x="164" y="153"/>
                    <a:pt x="166" y="144"/>
                    <a:pt x="168" y="134"/>
                  </a:cubicBezTo>
                  <a:cubicBezTo>
                    <a:pt x="172" y="122"/>
                    <a:pt x="172" y="107"/>
                    <a:pt x="168" y="94"/>
                  </a:cubicBezTo>
                  <a:cubicBezTo>
                    <a:pt x="166" y="82"/>
                    <a:pt x="161" y="76"/>
                    <a:pt x="156" y="76"/>
                  </a:cubicBezTo>
                  <a:cubicBezTo>
                    <a:pt x="153" y="76"/>
                    <a:pt x="150" y="80"/>
                    <a:pt x="152" y="89"/>
                  </a:cubicBezTo>
                  <a:lnTo>
                    <a:pt x="141" y="97"/>
                  </a:lnTo>
                  <a:cubicBezTo>
                    <a:pt x="138" y="96"/>
                    <a:pt x="135" y="96"/>
                    <a:pt x="132" y="96"/>
                  </a:cubicBezTo>
                  <a:cubicBezTo>
                    <a:pt x="116" y="96"/>
                    <a:pt x="116" y="112"/>
                    <a:pt x="137" y="116"/>
                  </a:cubicBezTo>
                  <a:cubicBezTo>
                    <a:pt x="162" y="123"/>
                    <a:pt x="162" y="123"/>
                    <a:pt x="143" y="129"/>
                  </a:cubicBezTo>
                  <a:cubicBezTo>
                    <a:pt x="140" y="128"/>
                    <a:pt x="137" y="128"/>
                    <a:pt x="135" y="128"/>
                  </a:cubicBezTo>
                  <a:cubicBezTo>
                    <a:pt x="125" y="128"/>
                    <a:pt x="123" y="136"/>
                    <a:pt x="121" y="143"/>
                  </a:cubicBezTo>
                  <a:cubicBezTo>
                    <a:pt x="120" y="150"/>
                    <a:pt x="119" y="152"/>
                    <a:pt x="117" y="152"/>
                  </a:cubicBezTo>
                  <a:cubicBezTo>
                    <a:pt x="115" y="152"/>
                    <a:pt x="114" y="152"/>
                    <a:pt x="111" y="151"/>
                  </a:cubicBezTo>
                  <a:cubicBezTo>
                    <a:pt x="101" y="151"/>
                    <a:pt x="92" y="158"/>
                    <a:pt x="90" y="168"/>
                  </a:cubicBezTo>
                  <a:cubicBezTo>
                    <a:pt x="88" y="177"/>
                    <a:pt x="88" y="177"/>
                    <a:pt x="95" y="179"/>
                  </a:cubicBezTo>
                  <a:cubicBezTo>
                    <a:pt x="97" y="178"/>
                    <a:pt x="99" y="177"/>
                    <a:pt x="100" y="177"/>
                  </a:cubicBezTo>
                  <a:cubicBezTo>
                    <a:pt x="105" y="177"/>
                    <a:pt x="99" y="192"/>
                    <a:pt x="83" y="197"/>
                  </a:cubicBezTo>
                  <a:cubicBezTo>
                    <a:pt x="72" y="205"/>
                    <a:pt x="73" y="206"/>
                    <a:pt x="89" y="208"/>
                  </a:cubicBezTo>
                  <a:cubicBezTo>
                    <a:pt x="106" y="212"/>
                    <a:pt x="102" y="232"/>
                    <a:pt x="84" y="239"/>
                  </a:cubicBezTo>
                  <a:cubicBezTo>
                    <a:pt x="84" y="239"/>
                    <a:pt x="83" y="249"/>
                    <a:pt x="81" y="259"/>
                  </a:cubicBezTo>
                  <a:cubicBezTo>
                    <a:pt x="80" y="269"/>
                    <a:pt x="88" y="270"/>
                    <a:pt x="97" y="271"/>
                  </a:cubicBezTo>
                  <a:cubicBezTo>
                    <a:pt x="113" y="275"/>
                    <a:pt x="113" y="275"/>
                    <a:pt x="103" y="282"/>
                  </a:cubicBezTo>
                  <a:cubicBezTo>
                    <a:pt x="98" y="288"/>
                    <a:pt x="91" y="290"/>
                    <a:pt x="84" y="290"/>
                  </a:cubicBezTo>
                  <a:cubicBezTo>
                    <a:pt x="84" y="290"/>
                    <a:pt x="83" y="290"/>
                    <a:pt x="83" y="290"/>
                  </a:cubicBezTo>
                  <a:cubicBezTo>
                    <a:pt x="76" y="290"/>
                    <a:pt x="74" y="299"/>
                    <a:pt x="73" y="308"/>
                  </a:cubicBezTo>
                  <a:cubicBezTo>
                    <a:pt x="71" y="318"/>
                    <a:pt x="67" y="338"/>
                    <a:pt x="76" y="340"/>
                  </a:cubicBezTo>
                  <a:lnTo>
                    <a:pt x="67" y="338"/>
                  </a:lnTo>
                  <a:cubicBezTo>
                    <a:pt x="66" y="349"/>
                    <a:pt x="58" y="347"/>
                    <a:pt x="66" y="349"/>
                  </a:cubicBezTo>
                  <a:cubicBezTo>
                    <a:pt x="64" y="359"/>
                    <a:pt x="61" y="369"/>
                    <a:pt x="55" y="378"/>
                  </a:cubicBezTo>
                  <a:cubicBezTo>
                    <a:pt x="48" y="391"/>
                    <a:pt x="53" y="412"/>
                    <a:pt x="63" y="412"/>
                  </a:cubicBezTo>
                  <a:cubicBezTo>
                    <a:pt x="68" y="412"/>
                    <a:pt x="73" y="409"/>
                    <a:pt x="79" y="400"/>
                  </a:cubicBezTo>
                  <a:cubicBezTo>
                    <a:pt x="79" y="397"/>
                    <a:pt x="79" y="394"/>
                    <a:pt x="79" y="394"/>
                  </a:cubicBezTo>
                  <a:lnTo>
                    <a:pt x="79" y="394"/>
                  </a:lnTo>
                  <a:cubicBezTo>
                    <a:pt x="79" y="394"/>
                    <a:pt x="79" y="399"/>
                    <a:pt x="77" y="410"/>
                  </a:cubicBezTo>
                  <a:cubicBezTo>
                    <a:pt x="76" y="416"/>
                    <a:pt x="80" y="420"/>
                    <a:pt x="85" y="421"/>
                  </a:cubicBezTo>
                  <a:cubicBezTo>
                    <a:pt x="93" y="423"/>
                    <a:pt x="93" y="433"/>
                    <a:pt x="92" y="442"/>
                  </a:cubicBezTo>
                  <a:lnTo>
                    <a:pt x="75" y="441"/>
                  </a:lnTo>
                  <a:cubicBezTo>
                    <a:pt x="70" y="438"/>
                    <a:pt x="65" y="437"/>
                    <a:pt x="61" y="437"/>
                  </a:cubicBezTo>
                  <a:cubicBezTo>
                    <a:pt x="47" y="437"/>
                    <a:pt x="45" y="451"/>
                    <a:pt x="64" y="460"/>
                  </a:cubicBezTo>
                  <a:lnTo>
                    <a:pt x="56" y="460"/>
                  </a:lnTo>
                  <a:cubicBezTo>
                    <a:pt x="56" y="460"/>
                    <a:pt x="55" y="460"/>
                    <a:pt x="55" y="460"/>
                  </a:cubicBezTo>
                  <a:cubicBezTo>
                    <a:pt x="47" y="460"/>
                    <a:pt x="46" y="470"/>
                    <a:pt x="54" y="490"/>
                  </a:cubicBezTo>
                  <a:cubicBezTo>
                    <a:pt x="53" y="500"/>
                    <a:pt x="70" y="511"/>
                    <a:pt x="79" y="511"/>
                  </a:cubicBezTo>
                  <a:cubicBezTo>
                    <a:pt x="86" y="511"/>
                    <a:pt x="86" y="521"/>
                    <a:pt x="86" y="521"/>
                  </a:cubicBezTo>
                  <a:cubicBezTo>
                    <a:pt x="86" y="531"/>
                    <a:pt x="86" y="531"/>
                    <a:pt x="77" y="531"/>
                  </a:cubicBezTo>
                  <a:cubicBezTo>
                    <a:pt x="77" y="531"/>
                    <a:pt x="77" y="531"/>
                    <a:pt x="76" y="531"/>
                  </a:cubicBezTo>
                  <a:cubicBezTo>
                    <a:pt x="61" y="531"/>
                    <a:pt x="60" y="551"/>
                    <a:pt x="76" y="562"/>
                  </a:cubicBezTo>
                  <a:lnTo>
                    <a:pt x="69" y="561"/>
                  </a:lnTo>
                  <a:cubicBezTo>
                    <a:pt x="60" y="561"/>
                    <a:pt x="51" y="571"/>
                    <a:pt x="57" y="621"/>
                  </a:cubicBezTo>
                  <a:cubicBezTo>
                    <a:pt x="58" y="662"/>
                    <a:pt x="60" y="692"/>
                    <a:pt x="52" y="692"/>
                  </a:cubicBezTo>
                  <a:cubicBezTo>
                    <a:pt x="43" y="692"/>
                    <a:pt x="61" y="732"/>
                    <a:pt x="79" y="751"/>
                  </a:cubicBezTo>
                  <a:cubicBezTo>
                    <a:pt x="70" y="751"/>
                    <a:pt x="71" y="761"/>
                    <a:pt x="72" y="782"/>
                  </a:cubicBezTo>
                  <a:cubicBezTo>
                    <a:pt x="75" y="812"/>
                    <a:pt x="75" y="812"/>
                    <a:pt x="66" y="813"/>
                  </a:cubicBezTo>
                  <a:cubicBezTo>
                    <a:pt x="59" y="809"/>
                    <a:pt x="55" y="807"/>
                    <a:pt x="53" y="807"/>
                  </a:cubicBezTo>
                  <a:cubicBezTo>
                    <a:pt x="51" y="807"/>
                    <a:pt x="56" y="812"/>
                    <a:pt x="67" y="823"/>
                  </a:cubicBezTo>
                  <a:cubicBezTo>
                    <a:pt x="85" y="831"/>
                    <a:pt x="80" y="862"/>
                    <a:pt x="63" y="863"/>
                  </a:cubicBezTo>
                  <a:cubicBezTo>
                    <a:pt x="54" y="865"/>
                    <a:pt x="55" y="875"/>
                    <a:pt x="57" y="895"/>
                  </a:cubicBezTo>
                  <a:cubicBezTo>
                    <a:pt x="66" y="904"/>
                    <a:pt x="71" y="924"/>
                    <a:pt x="73" y="944"/>
                  </a:cubicBezTo>
                  <a:cubicBezTo>
                    <a:pt x="76" y="967"/>
                    <a:pt x="77" y="973"/>
                    <a:pt x="85" y="973"/>
                  </a:cubicBezTo>
                  <a:cubicBezTo>
                    <a:pt x="87" y="973"/>
                    <a:pt x="90" y="972"/>
                    <a:pt x="94" y="971"/>
                  </a:cubicBezTo>
                  <a:cubicBezTo>
                    <a:pt x="96" y="971"/>
                    <a:pt x="97" y="971"/>
                    <a:pt x="99" y="971"/>
                  </a:cubicBezTo>
                  <a:cubicBezTo>
                    <a:pt x="112" y="971"/>
                    <a:pt x="114" y="981"/>
                    <a:pt x="116" y="998"/>
                  </a:cubicBezTo>
                  <a:cubicBezTo>
                    <a:pt x="118" y="1008"/>
                    <a:pt x="119" y="1018"/>
                    <a:pt x="111" y="1019"/>
                  </a:cubicBezTo>
                  <a:cubicBezTo>
                    <a:pt x="107" y="1026"/>
                    <a:pt x="106" y="1034"/>
                    <a:pt x="106" y="1041"/>
                  </a:cubicBezTo>
                  <a:cubicBezTo>
                    <a:pt x="108" y="1051"/>
                    <a:pt x="110" y="1061"/>
                    <a:pt x="102" y="1062"/>
                  </a:cubicBezTo>
                  <a:cubicBezTo>
                    <a:pt x="98" y="1072"/>
                    <a:pt x="97" y="1083"/>
                    <a:pt x="100" y="1093"/>
                  </a:cubicBezTo>
                  <a:cubicBezTo>
                    <a:pt x="104" y="1114"/>
                    <a:pt x="109" y="1133"/>
                    <a:pt x="100" y="1135"/>
                  </a:cubicBezTo>
                  <a:cubicBezTo>
                    <a:pt x="101" y="1142"/>
                    <a:pt x="102" y="1144"/>
                    <a:pt x="105" y="1144"/>
                  </a:cubicBezTo>
                  <a:cubicBezTo>
                    <a:pt x="106" y="1144"/>
                    <a:pt x="108" y="1144"/>
                    <a:pt x="111" y="1143"/>
                  </a:cubicBezTo>
                  <a:cubicBezTo>
                    <a:pt x="112" y="1143"/>
                    <a:pt x="112" y="1143"/>
                    <a:pt x="113" y="1143"/>
                  </a:cubicBezTo>
                  <a:cubicBezTo>
                    <a:pt x="120" y="1143"/>
                    <a:pt x="128" y="1152"/>
                    <a:pt x="130" y="1190"/>
                  </a:cubicBezTo>
                  <a:cubicBezTo>
                    <a:pt x="136" y="1209"/>
                    <a:pt x="144" y="1237"/>
                    <a:pt x="152" y="1237"/>
                  </a:cubicBezTo>
                  <a:cubicBezTo>
                    <a:pt x="152" y="1237"/>
                    <a:pt x="152" y="1237"/>
                    <a:pt x="153" y="1237"/>
                  </a:cubicBezTo>
                  <a:lnTo>
                    <a:pt x="153" y="1237"/>
                  </a:lnTo>
                  <a:cubicBezTo>
                    <a:pt x="155" y="1246"/>
                    <a:pt x="155" y="1246"/>
                    <a:pt x="147" y="1248"/>
                  </a:cubicBezTo>
                  <a:cubicBezTo>
                    <a:pt x="130" y="1253"/>
                    <a:pt x="136" y="1273"/>
                    <a:pt x="158" y="1288"/>
                  </a:cubicBezTo>
                  <a:cubicBezTo>
                    <a:pt x="159" y="1287"/>
                    <a:pt x="160" y="1287"/>
                    <a:pt x="161" y="1287"/>
                  </a:cubicBezTo>
                  <a:cubicBezTo>
                    <a:pt x="167" y="1287"/>
                    <a:pt x="169" y="1296"/>
                    <a:pt x="164" y="1307"/>
                  </a:cubicBezTo>
                  <a:cubicBezTo>
                    <a:pt x="166" y="1314"/>
                    <a:pt x="172" y="1320"/>
                    <a:pt x="178" y="1323"/>
                  </a:cubicBezTo>
                  <a:cubicBezTo>
                    <a:pt x="190" y="1330"/>
                    <a:pt x="190" y="1330"/>
                    <a:pt x="189" y="1351"/>
                  </a:cubicBezTo>
                  <a:cubicBezTo>
                    <a:pt x="180" y="1355"/>
                    <a:pt x="183" y="1364"/>
                    <a:pt x="186" y="1374"/>
                  </a:cubicBezTo>
                  <a:cubicBezTo>
                    <a:pt x="200" y="1395"/>
                    <a:pt x="210" y="1418"/>
                    <a:pt x="218" y="1442"/>
                  </a:cubicBezTo>
                  <a:cubicBezTo>
                    <a:pt x="229" y="1471"/>
                    <a:pt x="239" y="1500"/>
                    <a:pt x="237" y="1506"/>
                  </a:cubicBezTo>
                  <a:cubicBezTo>
                    <a:pt x="249" y="1512"/>
                    <a:pt x="249" y="1512"/>
                    <a:pt x="252" y="1521"/>
                  </a:cubicBezTo>
                  <a:cubicBezTo>
                    <a:pt x="244" y="1533"/>
                    <a:pt x="248" y="1539"/>
                    <a:pt x="257" y="1539"/>
                  </a:cubicBezTo>
                  <a:cubicBezTo>
                    <a:pt x="260" y="1539"/>
                    <a:pt x="264" y="1538"/>
                    <a:pt x="268" y="1537"/>
                  </a:cubicBezTo>
                  <a:lnTo>
                    <a:pt x="265" y="1528"/>
                  </a:lnTo>
                  <a:lnTo>
                    <a:pt x="260" y="1517"/>
                  </a:lnTo>
                  <a:cubicBezTo>
                    <a:pt x="262" y="1517"/>
                    <a:pt x="264" y="1516"/>
                    <a:pt x="265" y="1516"/>
                  </a:cubicBezTo>
                  <a:cubicBezTo>
                    <a:pt x="278" y="1516"/>
                    <a:pt x="286" y="1540"/>
                    <a:pt x="265" y="1549"/>
                  </a:cubicBezTo>
                  <a:cubicBezTo>
                    <a:pt x="252" y="1566"/>
                    <a:pt x="252" y="1566"/>
                    <a:pt x="273" y="1568"/>
                  </a:cubicBezTo>
                  <a:cubicBezTo>
                    <a:pt x="292" y="1570"/>
                    <a:pt x="296" y="1579"/>
                    <a:pt x="285" y="1595"/>
                  </a:cubicBezTo>
                  <a:cubicBezTo>
                    <a:pt x="270" y="1602"/>
                    <a:pt x="270" y="1602"/>
                    <a:pt x="290" y="1604"/>
                  </a:cubicBezTo>
                  <a:cubicBezTo>
                    <a:pt x="330" y="1607"/>
                    <a:pt x="350" y="1630"/>
                    <a:pt x="320" y="1645"/>
                  </a:cubicBezTo>
                  <a:cubicBezTo>
                    <a:pt x="307" y="1650"/>
                    <a:pt x="301" y="1663"/>
                    <a:pt x="306" y="1675"/>
                  </a:cubicBezTo>
                  <a:cubicBezTo>
                    <a:pt x="308" y="1679"/>
                    <a:pt x="311" y="1680"/>
                    <a:pt x="314" y="1680"/>
                  </a:cubicBezTo>
                  <a:cubicBezTo>
                    <a:pt x="318" y="1680"/>
                    <a:pt x="321" y="1679"/>
                    <a:pt x="325" y="1677"/>
                  </a:cubicBezTo>
                  <a:cubicBezTo>
                    <a:pt x="329" y="1671"/>
                    <a:pt x="332" y="1668"/>
                    <a:pt x="334" y="1668"/>
                  </a:cubicBezTo>
                  <a:cubicBezTo>
                    <a:pt x="338" y="1668"/>
                    <a:pt x="339" y="1678"/>
                    <a:pt x="334" y="1695"/>
                  </a:cubicBezTo>
                  <a:cubicBezTo>
                    <a:pt x="327" y="1733"/>
                    <a:pt x="338" y="1751"/>
                    <a:pt x="367" y="1769"/>
                  </a:cubicBezTo>
                  <a:cubicBezTo>
                    <a:pt x="394" y="1789"/>
                    <a:pt x="408" y="1809"/>
                    <a:pt x="401" y="1809"/>
                  </a:cubicBezTo>
                  <a:cubicBezTo>
                    <a:pt x="398" y="1809"/>
                    <a:pt x="394" y="1808"/>
                    <a:pt x="387" y="1804"/>
                  </a:cubicBezTo>
                  <a:cubicBezTo>
                    <a:pt x="376" y="1799"/>
                    <a:pt x="370" y="1797"/>
                    <a:pt x="368" y="1797"/>
                  </a:cubicBezTo>
                  <a:cubicBezTo>
                    <a:pt x="366" y="1797"/>
                    <a:pt x="370" y="1801"/>
                    <a:pt x="379" y="1808"/>
                  </a:cubicBezTo>
                  <a:cubicBezTo>
                    <a:pt x="389" y="1826"/>
                    <a:pt x="401" y="1843"/>
                    <a:pt x="406" y="1852"/>
                  </a:cubicBezTo>
                  <a:cubicBezTo>
                    <a:pt x="410" y="1858"/>
                    <a:pt x="418" y="1861"/>
                    <a:pt x="425" y="1861"/>
                  </a:cubicBezTo>
                  <a:cubicBezTo>
                    <a:pt x="427" y="1861"/>
                    <a:pt x="430" y="1860"/>
                    <a:pt x="432" y="1860"/>
                  </a:cubicBezTo>
                  <a:lnTo>
                    <a:pt x="432" y="1860"/>
                  </a:lnTo>
                  <a:cubicBezTo>
                    <a:pt x="421" y="1878"/>
                    <a:pt x="431" y="1902"/>
                    <a:pt x="452" y="1906"/>
                  </a:cubicBezTo>
                  <a:lnTo>
                    <a:pt x="463" y="1922"/>
                  </a:lnTo>
                  <a:cubicBezTo>
                    <a:pt x="469" y="1931"/>
                    <a:pt x="469" y="1931"/>
                    <a:pt x="481" y="1935"/>
                  </a:cubicBezTo>
                  <a:cubicBezTo>
                    <a:pt x="495" y="1938"/>
                    <a:pt x="494" y="1952"/>
                    <a:pt x="493" y="1964"/>
                  </a:cubicBezTo>
                  <a:cubicBezTo>
                    <a:pt x="493" y="1975"/>
                    <a:pt x="492" y="1987"/>
                    <a:pt x="495" y="1987"/>
                  </a:cubicBezTo>
                  <a:cubicBezTo>
                    <a:pt x="496" y="1987"/>
                    <a:pt x="497" y="1986"/>
                    <a:pt x="498" y="1985"/>
                  </a:cubicBezTo>
                  <a:cubicBezTo>
                    <a:pt x="499" y="1985"/>
                    <a:pt x="501" y="1984"/>
                    <a:pt x="502" y="1984"/>
                  </a:cubicBezTo>
                  <a:cubicBezTo>
                    <a:pt x="511" y="1984"/>
                    <a:pt x="526" y="1992"/>
                    <a:pt x="537" y="1994"/>
                  </a:cubicBezTo>
                  <a:cubicBezTo>
                    <a:pt x="549" y="1997"/>
                    <a:pt x="550" y="2008"/>
                    <a:pt x="539" y="2008"/>
                  </a:cubicBezTo>
                  <a:cubicBezTo>
                    <a:pt x="538" y="2008"/>
                    <a:pt x="537" y="2008"/>
                    <a:pt x="536" y="2008"/>
                  </a:cubicBezTo>
                  <a:cubicBezTo>
                    <a:pt x="530" y="2012"/>
                    <a:pt x="530" y="2012"/>
                    <a:pt x="535" y="2035"/>
                  </a:cubicBezTo>
                  <a:cubicBezTo>
                    <a:pt x="540" y="2042"/>
                    <a:pt x="550" y="2054"/>
                    <a:pt x="557" y="2054"/>
                  </a:cubicBezTo>
                  <a:cubicBezTo>
                    <a:pt x="558" y="2054"/>
                    <a:pt x="559" y="2054"/>
                    <a:pt x="560" y="2054"/>
                  </a:cubicBezTo>
                  <a:cubicBezTo>
                    <a:pt x="560" y="2053"/>
                    <a:pt x="561" y="2053"/>
                    <a:pt x="561" y="2053"/>
                  </a:cubicBezTo>
                  <a:cubicBezTo>
                    <a:pt x="571" y="2053"/>
                    <a:pt x="606" y="2095"/>
                    <a:pt x="606" y="2108"/>
                  </a:cubicBezTo>
                  <a:lnTo>
                    <a:pt x="619" y="2122"/>
                  </a:lnTo>
                  <a:cubicBezTo>
                    <a:pt x="626" y="2130"/>
                    <a:pt x="639" y="2132"/>
                    <a:pt x="645" y="2140"/>
                  </a:cubicBezTo>
                  <a:cubicBezTo>
                    <a:pt x="651" y="2146"/>
                    <a:pt x="657" y="2149"/>
                    <a:pt x="665" y="2149"/>
                  </a:cubicBezTo>
                  <a:cubicBezTo>
                    <a:pt x="672" y="2157"/>
                    <a:pt x="679" y="2164"/>
                    <a:pt x="673" y="2169"/>
                  </a:cubicBezTo>
                  <a:cubicBezTo>
                    <a:pt x="679" y="2168"/>
                    <a:pt x="684" y="2167"/>
                    <a:pt x="686" y="2167"/>
                  </a:cubicBezTo>
                  <a:cubicBezTo>
                    <a:pt x="692" y="2167"/>
                    <a:pt x="690" y="2171"/>
                    <a:pt x="687" y="2184"/>
                  </a:cubicBezTo>
                  <a:cubicBezTo>
                    <a:pt x="679" y="2192"/>
                    <a:pt x="676" y="2194"/>
                    <a:pt x="680" y="2194"/>
                  </a:cubicBezTo>
                  <a:cubicBezTo>
                    <a:pt x="682" y="2194"/>
                    <a:pt x="686" y="2193"/>
                    <a:pt x="693" y="2192"/>
                  </a:cubicBezTo>
                  <a:cubicBezTo>
                    <a:pt x="707" y="2193"/>
                    <a:pt x="707" y="2193"/>
                    <a:pt x="708" y="2206"/>
                  </a:cubicBezTo>
                  <a:cubicBezTo>
                    <a:pt x="704" y="2210"/>
                    <a:pt x="706" y="2215"/>
                    <a:pt x="710" y="2215"/>
                  </a:cubicBezTo>
                  <a:cubicBezTo>
                    <a:pt x="712" y="2215"/>
                    <a:pt x="713" y="2214"/>
                    <a:pt x="715" y="2213"/>
                  </a:cubicBezTo>
                  <a:cubicBezTo>
                    <a:pt x="717" y="2212"/>
                    <a:pt x="720" y="2212"/>
                    <a:pt x="722" y="2212"/>
                  </a:cubicBezTo>
                  <a:cubicBezTo>
                    <a:pt x="740" y="2212"/>
                    <a:pt x="759" y="2225"/>
                    <a:pt x="749" y="2235"/>
                  </a:cubicBezTo>
                  <a:cubicBezTo>
                    <a:pt x="755" y="2241"/>
                    <a:pt x="762" y="2243"/>
                    <a:pt x="770" y="2244"/>
                  </a:cubicBezTo>
                  <a:cubicBezTo>
                    <a:pt x="777" y="2242"/>
                    <a:pt x="782" y="2241"/>
                    <a:pt x="784" y="2241"/>
                  </a:cubicBezTo>
                  <a:cubicBezTo>
                    <a:pt x="787" y="2241"/>
                    <a:pt x="784" y="2244"/>
                    <a:pt x="776" y="2251"/>
                  </a:cubicBezTo>
                  <a:cubicBezTo>
                    <a:pt x="773" y="2266"/>
                    <a:pt x="777" y="2273"/>
                    <a:pt x="788" y="2273"/>
                  </a:cubicBezTo>
                  <a:cubicBezTo>
                    <a:pt x="791" y="2273"/>
                    <a:pt x="794" y="2273"/>
                    <a:pt x="799" y="2271"/>
                  </a:cubicBezTo>
                  <a:cubicBezTo>
                    <a:pt x="807" y="2271"/>
                    <a:pt x="812" y="2277"/>
                    <a:pt x="813" y="2285"/>
                  </a:cubicBezTo>
                  <a:cubicBezTo>
                    <a:pt x="821" y="2301"/>
                    <a:pt x="850" y="2336"/>
                    <a:pt x="861" y="2336"/>
                  </a:cubicBezTo>
                  <a:cubicBezTo>
                    <a:pt x="864" y="2336"/>
                    <a:pt x="866" y="2334"/>
                    <a:pt x="866" y="2331"/>
                  </a:cubicBezTo>
                  <a:cubicBezTo>
                    <a:pt x="871" y="2336"/>
                    <a:pt x="876" y="2341"/>
                    <a:pt x="881" y="2344"/>
                  </a:cubicBezTo>
                  <a:cubicBezTo>
                    <a:pt x="891" y="2362"/>
                    <a:pt x="899" y="2369"/>
                    <a:pt x="910" y="2369"/>
                  </a:cubicBezTo>
                  <a:cubicBezTo>
                    <a:pt x="910" y="2369"/>
                    <a:pt x="911" y="2369"/>
                    <a:pt x="912" y="2369"/>
                  </a:cubicBezTo>
                  <a:lnTo>
                    <a:pt x="926" y="2369"/>
                  </a:lnTo>
                  <a:cubicBezTo>
                    <a:pt x="921" y="2378"/>
                    <a:pt x="923" y="2388"/>
                    <a:pt x="931" y="2395"/>
                  </a:cubicBezTo>
                  <a:cubicBezTo>
                    <a:pt x="935" y="2398"/>
                    <a:pt x="937" y="2400"/>
                    <a:pt x="939" y="2400"/>
                  </a:cubicBezTo>
                  <a:cubicBezTo>
                    <a:pt x="940" y="2400"/>
                    <a:pt x="941" y="2398"/>
                    <a:pt x="943" y="2395"/>
                  </a:cubicBezTo>
                  <a:cubicBezTo>
                    <a:pt x="943" y="2389"/>
                    <a:pt x="943" y="2387"/>
                    <a:pt x="945" y="2387"/>
                  </a:cubicBezTo>
                  <a:cubicBezTo>
                    <a:pt x="948" y="2387"/>
                    <a:pt x="952" y="2390"/>
                    <a:pt x="957" y="2394"/>
                  </a:cubicBezTo>
                  <a:cubicBezTo>
                    <a:pt x="965" y="2400"/>
                    <a:pt x="967" y="2410"/>
                    <a:pt x="963" y="2419"/>
                  </a:cubicBezTo>
                  <a:lnTo>
                    <a:pt x="970" y="2426"/>
                  </a:lnTo>
                  <a:cubicBezTo>
                    <a:pt x="975" y="2420"/>
                    <a:pt x="979" y="2418"/>
                    <a:pt x="982" y="2418"/>
                  </a:cubicBezTo>
                  <a:cubicBezTo>
                    <a:pt x="985" y="2418"/>
                    <a:pt x="986" y="2421"/>
                    <a:pt x="984" y="2425"/>
                  </a:cubicBezTo>
                  <a:cubicBezTo>
                    <a:pt x="986" y="2436"/>
                    <a:pt x="993" y="2444"/>
                    <a:pt x="1003" y="2450"/>
                  </a:cubicBezTo>
                  <a:cubicBezTo>
                    <a:pt x="1004" y="2448"/>
                    <a:pt x="1005" y="2448"/>
                    <a:pt x="1006" y="2448"/>
                  </a:cubicBezTo>
                  <a:cubicBezTo>
                    <a:pt x="1008" y="2448"/>
                    <a:pt x="1009" y="2451"/>
                    <a:pt x="1006" y="2451"/>
                  </a:cubicBezTo>
                  <a:cubicBezTo>
                    <a:pt x="1006" y="2451"/>
                    <a:pt x="1004" y="2451"/>
                    <a:pt x="1003" y="2450"/>
                  </a:cubicBezTo>
                  <a:lnTo>
                    <a:pt x="997" y="2456"/>
                  </a:lnTo>
                  <a:cubicBezTo>
                    <a:pt x="999" y="2461"/>
                    <a:pt x="1000" y="2463"/>
                    <a:pt x="1002" y="2463"/>
                  </a:cubicBezTo>
                  <a:cubicBezTo>
                    <a:pt x="1005" y="2463"/>
                    <a:pt x="1008" y="2459"/>
                    <a:pt x="1011" y="2455"/>
                  </a:cubicBezTo>
                  <a:lnTo>
                    <a:pt x="1028" y="2466"/>
                  </a:lnTo>
                  <a:cubicBezTo>
                    <a:pt x="1032" y="2470"/>
                    <a:pt x="1037" y="2474"/>
                    <a:pt x="1039" y="2474"/>
                  </a:cubicBezTo>
                  <a:cubicBezTo>
                    <a:pt x="1042" y="2474"/>
                    <a:pt x="1043" y="2471"/>
                    <a:pt x="1041" y="2465"/>
                  </a:cubicBezTo>
                  <a:cubicBezTo>
                    <a:pt x="1044" y="2460"/>
                    <a:pt x="1048" y="2455"/>
                    <a:pt x="1053" y="2455"/>
                  </a:cubicBezTo>
                  <a:cubicBezTo>
                    <a:pt x="1055" y="2455"/>
                    <a:pt x="1057" y="2456"/>
                    <a:pt x="1059" y="2458"/>
                  </a:cubicBezTo>
                  <a:cubicBezTo>
                    <a:pt x="1060" y="2456"/>
                    <a:pt x="1061" y="2455"/>
                    <a:pt x="1062" y="2455"/>
                  </a:cubicBezTo>
                  <a:cubicBezTo>
                    <a:pt x="1064" y="2455"/>
                    <a:pt x="1065" y="2459"/>
                    <a:pt x="1062" y="2459"/>
                  </a:cubicBezTo>
                  <a:cubicBezTo>
                    <a:pt x="1062" y="2459"/>
                    <a:pt x="1061" y="2459"/>
                    <a:pt x="1059" y="2458"/>
                  </a:cubicBezTo>
                  <a:cubicBezTo>
                    <a:pt x="1053" y="2464"/>
                    <a:pt x="1049" y="2472"/>
                    <a:pt x="1057" y="2478"/>
                  </a:cubicBezTo>
                  <a:cubicBezTo>
                    <a:pt x="1062" y="2480"/>
                    <a:pt x="1064" y="2486"/>
                    <a:pt x="1060" y="2490"/>
                  </a:cubicBezTo>
                  <a:cubicBezTo>
                    <a:pt x="1043" y="2498"/>
                    <a:pt x="1078" y="2514"/>
                    <a:pt x="1092" y="2514"/>
                  </a:cubicBezTo>
                  <a:cubicBezTo>
                    <a:pt x="1093" y="2514"/>
                    <a:pt x="1093" y="2514"/>
                    <a:pt x="1094" y="2514"/>
                  </a:cubicBezTo>
                  <a:cubicBezTo>
                    <a:pt x="1099" y="2513"/>
                    <a:pt x="1104" y="2513"/>
                    <a:pt x="1108" y="2513"/>
                  </a:cubicBezTo>
                  <a:cubicBezTo>
                    <a:pt x="1123" y="2513"/>
                    <a:pt x="1127" y="2518"/>
                    <a:pt x="1120" y="2529"/>
                  </a:cubicBezTo>
                  <a:cubicBezTo>
                    <a:pt x="1116" y="2535"/>
                    <a:pt x="1118" y="2538"/>
                    <a:pt x="1124" y="2538"/>
                  </a:cubicBezTo>
                  <a:cubicBezTo>
                    <a:pt x="1132" y="2538"/>
                    <a:pt x="1146" y="2533"/>
                    <a:pt x="1159" y="2524"/>
                  </a:cubicBezTo>
                  <a:lnTo>
                    <a:pt x="1180" y="2507"/>
                  </a:lnTo>
                  <a:lnTo>
                    <a:pt x="1167" y="2528"/>
                  </a:lnTo>
                  <a:cubicBezTo>
                    <a:pt x="1158" y="2563"/>
                    <a:pt x="1158" y="2563"/>
                    <a:pt x="1193" y="2564"/>
                  </a:cubicBezTo>
                  <a:cubicBezTo>
                    <a:pt x="1214" y="2567"/>
                    <a:pt x="1214" y="2567"/>
                    <a:pt x="1209" y="2574"/>
                  </a:cubicBezTo>
                  <a:cubicBezTo>
                    <a:pt x="1205" y="2582"/>
                    <a:pt x="1214" y="2588"/>
                    <a:pt x="1241" y="2601"/>
                  </a:cubicBezTo>
                  <a:cubicBezTo>
                    <a:pt x="1259" y="2611"/>
                    <a:pt x="1269" y="2617"/>
                    <a:pt x="1274" y="2617"/>
                  </a:cubicBezTo>
                  <a:cubicBezTo>
                    <a:pt x="1277" y="2617"/>
                    <a:pt x="1279" y="2616"/>
                    <a:pt x="1280" y="2613"/>
                  </a:cubicBezTo>
                  <a:lnTo>
                    <a:pt x="1298" y="2622"/>
                  </a:lnTo>
                  <a:cubicBezTo>
                    <a:pt x="1298" y="2633"/>
                    <a:pt x="1304" y="2639"/>
                    <a:pt x="1310" y="2639"/>
                  </a:cubicBezTo>
                  <a:cubicBezTo>
                    <a:pt x="1315" y="2639"/>
                    <a:pt x="1320" y="2634"/>
                    <a:pt x="1319" y="2625"/>
                  </a:cubicBezTo>
                  <a:lnTo>
                    <a:pt x="1319" y="2625"/>
                  </a:lnTo>
                  <a:lnTo>
                    <a:pt x="1337" y="2634"/>
                  </a:lnTo>
                  <a:lnTo>
                    <a:pt x="1333" y="2641"/>
                  </a:lnTo>
                  <a:cubicBezTo>
                    <a:pt x="1329" y="2649"/>
                    <a:pt x="1347" y="2659"/>
                    <a:pt x="1420" y="2693"/>
                  </a:cubicBezTo>
                  <a:cubicBezTo>
                    <a:pt x="1470" y="2717"/>
                    <a:pt x="1494" y="2726"/>
                    <a:pt x="1506" y="2726"/>
                  </a:cubicBezTo>
                  <a:cubicBezTo>
                    <a:pt x="1514" y="2726"/>
                    <a:pt x="1517" y="2722"/>
                    <a:pt x="1519" y="2717"/>
                  </a:cubicBezTo>
                  <a:cubicBezTo>
                    <a:pt x="1525" y="2712"/>
                    <a:pt x="1530" y="2710"/>
                    <a:pt x="1534" y="2710"/>
                  </a:cubicBezTo>
                  <a:cubicBezTo>
                    <a:pt x="1540" y="2710"/>
                    <a:pt x="1541" y="2715"/>
                    <a:pt x="1538" y="2725"/>
                  </a:cubicBezTo>
                  <a:cubicBezTo>
                    <a:pt x="1535" y="2730"/>
                    <a:pt x="1538" y="2738"/>
                    <a:pt x="1541" y="2738"/>
                  </a:cubicBezTo>
                  <a:cubicBezTo>
                    <a:pt x="1542" y="2738"/>
                    <a:pt x="1543" y="2738"/>
                    <a:pt x="1544" y="2736"/>
                  </a:cubicBezTo>
                  <a:cubicBezTo>
                    <a:pt x="1554" y="2740"/>
                    <a:pt x="1563" y="2747"/>
                    <a:pt x="1569" y="2755"/>
                  </a:cubicBezTo>
                  <a:cubicBezTo>
                    <a:pt x="1582" y="2770"/>
                    <a:pt x="1591" y="2776"/>
                    <a:pt x="1598" y="2776"/>
                  </a:cubicBezTo>
                  <a:cubicBezTo>
                    <a:pt x="1602" y="2776"/>
                    <a:pt x="1605" y="2773"/>
                    <a:pt x="1606" y="2769"/>
                  </a:cubicBezTo>
                  <a:cubicBezTo>
                    <a:pt x="1605" y="2762"/>
                    <a:pt x="1605" y="2759"/>
                    <a:pt x="1607" y="2759"/>
                  </a:cubicBezTo>
                  <a:cubicBezTo>
                    <a:pt x="1608" y="2759"/>
                    <a:pt x="1612" y="2766"/>
                    <a:pt x="1617" y="2773"/>
                  </a:cubicBezTo>
                  <a:cubicBezTo>
                    <a:pt x="1622" y="2781"/>
                    <a:pt x="1627" y="2790"/>
                    <a:pt x="1630" y="2790"/>
                  </a:cubicBezTo>
                  <a:cubicBezTo>
                    <a:pt x="1631" y="2790"/>
                    <a:pt x="1632" y="2789"/>
                    <a:pt x="1632" y="2787"/>
                  </a:cubicBezTo>
                  <a:cubicBezTo>
                    <a:pt x="1634" y="2787"/>
                    <a:pt x="1637" y="2786"/>
                    <a:pt x="1641" y="2786"/>
                  </a:cubicBezTo>
                  <a:cubicBezTo>
                    <a:pt x="1661" y="2786"/>
                    <a:pt x="1704" y="2796"/>
                    <a:pt x="1700" y="2810"/>
                  </a:cubicBezTo>
                  <a:lnTo>
                    <a:pt x="1719" y="2816"/>
                  </a:lnTo>
                  <a:cubicBezTo>
                    <a:pt x="1720" y="2814"/>
                    <a:pt x="1723" y="2813"/>
                    <a:pt x="1727" y="2813"/>
                  </a:cubicBezTo>
                  <a:cubicBezTo>
                    <a:pt x="1736" y="2813"/>
                    <a:pt x="1748" y="2816"/>
                    <a:pt x="1760" y="2820"/>
                  </a:cubicBezTo>
                  <a:cubicBezTo>
                    <a:pt x="1779" y="2825"/>
                    <a:pt x="1789" y="2828"/>
                    <a:pt x="1787" y="2836"/>
                  </a:cubicBezTo>
                  <a:cubicBezTo>
                    <a:pt x="1778" y="2840"/>
                    <a:pt x="1781" y="2843"/>
                    <a:pt x="1791" y="2843"/>
                  </a:cubicBezTo>
                  <a:cubicBezTo>
                    <a:pt x="1795" y="2843"/>
                    <a:pt x="1800" y="2842"/>
                    <a:pt x="1806" y="2841"/>
                  </a:cubicBezTo>
                  <a:cubicBezTo>
                    <a:pt x="1807" y="2841"/>
                    <a:pt x="1808" y="2841"/>
                    <a:pt x="1809" y="2841"/>
                  </a:cubicBezTo>
                  <a:cubicBezTo>
                    <a:pt x="1818" y="2841"/>
                    <a:pt x="1829" y="2832"/>
                    <a:pt x="1838" y="2832"/>
                  </a:cubicBezTo>
                  <a:cubicBezTo>
                    <a:pt x="1838" y="2832"/>
                    <a:pt x="1839" y="2832"/>
                    <a:pt x="1840" y="2832"/>
                  </a:cubicBezTo>
                  <a:cubicBezTo>
                    <a:pt x="1844" y="2825"/>
                    <a:pt x="1851" y="2820"/>
                    <a:pt x="1859" y="2820"/>
                  </a:cubicBezTo>
                  <a:cubicBezTo>
                    <a:pt x="1860" y="2820"/>
                    <a:pt x="1862" y="2821"/>
                    <a:pt x="1863" y="2821"/>
                  </a:cubicBezTo>
                  <a:lnTo>
                    <a:pt x="1862" y="2830"/>
                  </a:lnTo>
                  <a:cubicBezTo>
                    <a:pt x="1860" y="2838"/>
                    <a:pt x="1858" y="2846"/>
                    <a:pt x="1858" y="2846"/>
                  </a:cubicBezTo>
                  <a:cubicBezTo>
                    <a:pt x="1863" y="2847"/>
                    <a:pt x="1868" y="2849"/>
                    <a:pt x="1871" y="2849"/>
                  </a:cubicBezTo>
                  <a:cubicBezTo>
                    <a:pt x="1875" y="2849"/>
                    <a:pt x="1878" y="2847"/>
                    <a:pt x="1879" y="2843"/>
                  </a:cubicBezTo>
                  <a:cubicBezTo>
                    <a:pt x="1887" y="2854"/>
                    <a:pt x="1897" y="2856"/>
                    <a:pt x="1917" y="2860"/>
                  </a:cubicBezTo>
                  <a:cubicBezTo>
                    <a:pt x="1929" y="2862"/>
                    <a:pt x="1941" y="2865"/>
                    <a:pt x="1952" y="2865"/>
                  </a:cubicBezTo>
                  <a:cubicBezTo>
                    <a:pt x="1958" y="2865"/>
                    <a:pt x="1963" y="2864"/>
                    <a:pt x="1968" y="2861"/>
                  </a:cubicBezTo>
                  <a:cubicBezTo>
                    <a:pt x="1972" y="2874"/>
                    <a:pt x="2001" y="2884"/>
                    <a:pt x="2024" y="2884"/>
                  </a:cubicBezTo>
                  <a:cubicBezTo>
                    <a:pt x="2034" y="2884"/>
                    <a:pt x="2043" y="2882"/>
                    <a:pt x="2047" y="2877"/>
                  </a:cubicBezTo>
                  <a:cubicBezTo>
                    <a:pt x="2048" y="2873"/>
                    <a:pt x="2050" y="2871"/>
                    <a:pt x="2053" y="2871"/>
                  </a:cubicBezTo>
                  <a:cubicBezTo>
                    <a:pt x="2057" y="2871"/>
                    <a:pt x="2062" y="2875"/>
                    <a:pt x="2066" y="2880"/>
                  </a:cubicBezTo>
                  <a:cubicBezTo>
                    <a:pt x="2071" y="2885"/>
                    <a:pt x="2073" y="2887"/>
                    <a:pt x="2076" y="2887"/>
                  </a:cubicBezTo>
                  <a:cubicBezTo>
                    <a:pt x="2079" y="2887"/>
                    <a:pt x="2081" y="2886"/>
                    <a:pt x="2087" y="2883"/>
                  </a:cubicBezTo>
                  <a:cubicBezTo>
                    <a:pt x="2089" y="2881"/>
                    <a:pt x="2092" y="2880"/>
                    <a:pt x="2094" y="2880"/>
                  </a:cubicBezTo>
                  <a:cubicBezTo>
                    <a:pt x="2102" y="2880"/>
                    <a:pt x="2109" y="2888"/>
                    <a:pt x="2116" y="2896"/>
                  </a:cubicBezTo>
                  <a:cubicBezTo>
                    <a:pt x="2120" y="2908"/>
                    <a:pt x="2126" y="2913"/>
                    <a:pt x="2132" y="2913"/>
                  </a:cubicBezTo>
                  <a:cubicBezTo>
                    <a:pt x="2136" y="2913"/>
                    <a:pt x="2140" y="2911"/>
                    <a:pt x="2144" y="2908"/>
                  </a:cubicBezTo>
                  <a:cubicBezTo>
                    <a:pt x="2155" y="2906"/>
                    <a:pt x="2166" y="2905"/>
                    <a:pt x="2177" y="2905"/>
                  </a:cubicBezTo>
                  <a:cubicBezTo>
                    <a:pt x="2183" y="2905"/>
                    <a:pt x="2189" y="2905"/>
                    <a:pt x="2195" y="2906"/>
                  </a:cubicBezTo>
                  <a:cubicBezTo>
                    <a:pt x="2217" y="2900"/>
                    <a:pt x="2227" y="2901"/>
                    <a:pt x="2218" y="2891"/>
                  </a:cubicBezTo>
                  <a:cubicBezTo>
                    <a:pt x="2218" y="2883"/>
                    <a:pt x="2229" y="2875"/>
                    <a:pt x="2229" y="2875"/>
                  </a:cubicBezTo>
                  <a:cubicBezTo>
                    <a:pt x="2235" y="2873"/>
                    <a:pt x="2239" y="2872"/>
                    <a:pt x="2241" y="2872"/>
                  </a:cubicBezTo>
                  <a:cubicBezTo>
                    <a:pt x="2248" y="2872"/>
                    <a:pt x="2247" y="2876"/>
                    <a:pt x="2241" y="2876"/>
                  </a:cubicBezTo>
                  <a:cubicBezTo>
                    <a:pt x="2240" y="2876"/>
                    <a:pt x="2240" y="2876"/>
                    <a:pt x="2239" y="2876"/>
                  </a:cubicBezTo>
                  <a:cubicBezTo>
                    <a:pt x="2218" y="2883"/>
                    <a:pt x="2228" y="2884"/>
                    <a:pt x="2237" y="2893"/>
                  </a:cubicBezTo>
                  <a:cubicBezTo>
                    <a:pt x="2249" y="2901"/>
                    <a:pt x="2263" y="2905"/>
                    <a:pt x="2276" y="2905"/>
                  </a:cubicBezTo>
                  <a:cubicBezTo>
                    <a:pt x="2286" y="2906"/>
                    <a:pt x="2306" y="2907"/>
                    <a:pt x="2317" y="2907"/>
                  </a:cubicBezTo>
                  <a:cubicBezTo>
                    <a:pt x="2333" y="2913"/>
                    <a:pt x="2343" y="2915"/>
                    <a:pt x="2349" y="2915"/>
                  </a:cubicBezTo>
                  <a:cubicBezTo>
                    <a:pt x="2355" y="2915"/>
                    <a:pt x="2357" y="2913"/>
                    <a:pt x="2357" y="2910"/>
                  </a:cubicBezTo>
                  <a:lnTo>
                    <a:pt x="2357" y="2901"/>
                  </a:lnTo>
                  <a:cubicBezTo>
                    <a:pt x="2362" y="2910"/>
                    <a:pt x="2397" y="2916"/>
                    <a:pt x="2429" y="2916"/>
                  </a:cubicBezTo>
                  <a:cubicBezTo>
                    <a:pt x="2457" y="2916"/>
                    <a:pt x="2484" y="2912"/>
                    <a:pt x="2488" y="2903"/>
                  </a:cubicBezTo>
                  <a:lnTo>
                    <a:pt x="2488" y="2912"/>
                  </a:lnTo>
                  <a:cubicBezTo>
                    <a:pt x="2488" y="2918"/>
                    <a:pt x="2494" y="2919"/>
                    <a:pt x="2504" y="2919"/>
                  </a:cubicBezTo>
                  <a:cubicBezTo>
                    <a:pt x="2508" y="2919"/>
                    <a:pt x="2513" y="2919"/>
                    <a:pt x="2518" y="2919"/>
                  </a:cubicBezTo>
                  <a:cubicBezTo>
                    <a:pt x="2529" y="2919"/>
                    <a:pt x="2569" y="2911"/>
                    <a:pt x="2599" y="2907"/>
                  </a:cubicBezTo>
                  <a:cubicBezTo>
                    <a:pt x="2639" y="2904"/>
                    <a:pt x="2669" y="2902"/>
                    <a:pt x="2669" y="2894"/>
                  </a:cubicBezTo>
                  <a:cubicBezTo>
                    <a:pt x="2671" y="2894"/>
                    <a:pt x="2673" y="2893"/>
                    <a:pt x="2675" y="2893"/>
                  </a:cubicBezTo>
                  <a:cubicBezTo>
                    <a:pt x="2679" y="2893"/>
                    <a:pt x="2679" y="2895"/>
                    <a:pt x="2679" y="2902"/>
                  </a:cubicBezTo>
                  <a:cubicBezTo>
                    <a:pt x="2673" y="2908"/>
                    <a:pt x="2675" y="2909"/>
                    <a:pt x="2681" y="2909"/>
                  </a:cubicBezTo>
                  <a:cubicBezTo>
                    <a:pt x="2683" y="2909"/>
                    <a:pt x="2687" y="2909"/>
                    <a:pt x="2690" y="2908"/>
                  </a:cubicBezTo>
                  <a:cubicBezTo>
                    <a:pt x="2700" y="2908"/>
                    <a:pt x="2699" y="2900"/>
                    <a:pt x="2698" y="2891"/>
                  </a:cubicBezTo>
                  <a:cubicBezTo>
                    <a:pt x="2698" y="2886"/>
                    <a:pt x="2701" y="2884"/>
                    <a:pt x="2707" y="2884"/>
                  </a:cubicBezTo>
                  <a:cubicBezTo>
                    <a:pt x="2712" y="2884"/>
                    <a:pt x="2719" y="2885"/>
                    <a:pt x="2728" y="2888"/>
                  </a:cubicBezTo>
                  <a:cubicBezTo>
                    <a:pt x="2736" y="2890"/>
                    <a:pt x="2743" y="2890"/>
                    <a:pt x="2751" y="2890"/>
                  </a:cubicBezTo>
                  <a:cubicBezTo>
                    <a:pt x="2771" y="2890"/>
                    <a:pt x="2790" y="2886"/>
                    <a:pt x="2808" y="2877"/>
                  </a:cubicBezTo>
                  <a:cubicBezTo>
                    <a:pt x="2812" y="2877"/>
                    <a:pt x="2816" y="2876"/>
                    <a:pt x="2820" y="2876"/>
                  </a:cubicBezTo>
                  <a:cubicBezTo>
                    <a:pt x="2825" y="2876"/>
                    <a:pt x="2829" y="2877"/>
                    <a:pt x="2829" y="2883"/>
                  </a:cubicBezTo>
                  <a:cubicBezTo>
                    <a:pt x="2835" y="2887"/>
                    <a:pt x="2843" y="2889"/>
                    <a:pt x="2850" y="2889"/>
                  </a:cubicBezTo>
                  <a:cubicBezTo>
                    <a:pt x="2861" y="2889"/>
                    <a:pt x="2872" y="2884"/>
                    <a:pt x="2879" y="2875"/>
                  </a:cubicBezTo>
                  <a:cubicBezTo>
                    <a:pt x="2882" y="2874"/>
                    <a:pt x="2884" y="2874"/>
                    <a:pt x="2886" y="2874"/>
                  </a:cubicBezTo>
                  <a:cubicBezTo>
                    <a:pt x="2889" y="2874"/>
                    <a:pt x="2889" y="2875"/>
                    <a:pt x="2891" y="2880"/>
                  </a:cubicBezTo>
                  <a:cubicBezTo>
                    <a:pt x="2897" y="2884"/>
                    <a:pt x="2900" y="2888"/>
                    <a:pt x="2903" y="2888"/>
                  </a:cubicBezTo>
                  <a:cubicBezTo>
                    <a:pt x="2905" y="2888"/>
                    <a:pt x="2907" y="2885"/>
                    <a:pt x="2910" y="2877"/>
                  </a:cubicBezTo>
                  <a:cubicBezTo>
                    <a:pt x="2927" y="2866"/>
                    <a:pt x="2946" y="2861"/>
                    <a:pt x="2964" y="2861"/>
                  </a:cubicBezTo>
                  <a:cubicBezTo>
                    <a:pt x="2970" y="2861"/>
                    <a:pt x="2975" y="2862"/>
                    <a:pt x="2980" y="2862"/>
                  </a:cubicBezTo>
                  <a:cubicBezTo>
                    <a:pt x="2990" y="2860"/>
                    <a:pt x="3000" y="2858"/>
                    <a:pt x="2997" y="2850"/>
                  </a:cubicBezTo>
                  <a:lnTo>
                    <a:pt x="2995" y="2841"/>
                  </a:lnTo>
                  <a:lnTo>
                    <a:pt x="2995" y="2841"/>
                  </a:lnTo>
                  <a:cubicBezTo>
                    <a:pt x="3002" y="2848"/>
                    <a:pt x="3006" y="2852"/>
                    <a:pt x="3008" y="2852"/>
                  </a:cubicBezTo>
                  <a:cubicBezTo>
                    <a:pt x="3011" y="2852"/>
                    <a:pt x="3012" y="2847"/>
                    <a:pt x="3015" y="2837"/>
                  </a:cubicBezTo>
                  <a:cubicBezTo>
                    <a:pt x="3014" y="2832"/>
                    <a:pt x="3017" y="2830"/>
                    <a:pt x="3020" y="2830"/>
                  </a:cubicBezTo>
                  <a:cubicBezTo>
                    <a:pt x="3022" y="2830"/>
                    <a:pt x="3025" y="2831"/>
                    <a:pt x="3026" y="2834"/>
                  </a:cubicBezTo>
                  <a:cubicBezTo>
                    <a:pt x="3030" y="2837"/>
                    <a:pt x="3035" y="2838"/>
                    <a:pt x="3041" y="2838"/>
                  </a:cubicBezTo>
                  <a:cubicBezTo>
                    <a:pt x="3043" y="2838"/>
                    <a:pt x="3045" y="2838"/>
                    <a:pt x="3047" y="2838"/>
                  </a:cubicBezTo>
                  <a:cubicBezTo>
                    <a:pt x="3056" y="2834"/>
                    <a:pt x="3103" y="2814"/>
                    <a:pt x="3151" y="2800"/>
                  </a:cubicBezTo>
                  <a:cubicBezTo>
                    <a:pt x="3227" y="2775"/>
                    <a:pt x="3257" y="2765"/>
                    <a:pt x="3253" y="2757"/>
                  </a:cubicBezTo>
                  <a:cubicBezTo>
                    <a:pt x="3257" y="2750"/>
                    <a:pt x="3259" y="2748"/>
                    <a:pt x="3262" y="2748"/>
                  </a:cubicBezTo>
                  <a:cubicBezTo>
                    <a:pt x="3264" y="2748"/>
                    <a:pt x="3267" y="2749"/>
                    <a:pt x="3272" y="2751"/>
                  </a:cubicBezTo>
                  <a:cubicBezTo>
                    <a:pt x="3276" y="2753"/>
                    <a:pt x="3280" y="2753"/>
                    <a:pt x="3284" y="2753"/>
                  </a:cubicBezTo>
                  <a:cubicBezTo>
                    <a:pt x="3291" y="2753"/>
                    <a:pt x="3297" y="2752"/>
                    <a:pt x="3304" y="2748"/>
                  </a:cubicBezTo>
                  <a:cubicBezTo>
                    <a:pt x="3309" y="2746"/>
                    <a:pt x="3314" y="2744"/>
                    <a:pt x="3318" y="2744"/>
                  </a:cubicBezTo>
                  <a:cubicBezTo>
                    <a:pt x="3322" y="2744"/>
                    <a:pt x="3324" y="2745"/>
                    <a:pt x="3325" y="2749"/>
                  </a:cubicBezTo>
                  <a:cubicBezTo>
                    <a:pt x="3332" y="2737"/>
                    <a:pt x="3332" y="2737"/>
                    <a:pt x="3341" y="2733"/>
                  </a:cubicBezTo>
                  <a:cubicBezTo>
                    <a:pt x="3342" y="2736"/>
                    <a:pt x="3344" y="2738"/>
                    <a:pt x="3347" y="2738"/>
                  </a:cubicBezTo>
                  <a:cubicBezTo>
                    <a:pt x="3351" y="2738"/>
                    <a:pt x="3356" y="2733"/>
                    <a:pt x="3360" y="2726"/>
                  </a:cubicBezTo>
                  <a:cubicBezTo>
                    <a:pt x="3362" y="2716"/>
                    <a:pt x="3362" y="2711"/>
                    <a:pt x="3364" y="2711"/>
                  </a:cubicBezTo>
                  <a:cubicBezTo>
                    <a:pt x="3365" y="2711"/>
                    <a:pt x="3366" y="2715"/>
                    <a:pt x="3369" y="2722"/>
                  </a:cubicBezTo>
                  <a:cubicBezTo>
                    <a:pt x="3370" y="2726"/>
                    <a:pt x="3377" y="2727"/>
                    <a:pt x="3383" y="2727"/>
                  </a:cubicBezTo>
                  <a:cubicBezTo>
                    <a:pt x="3391" y="2727"/>
                    <a:pt x="3398" y="2725"/>
                    <a:pt x="3391" y="2722"/>
                  </a:cubicBezTo>
                  <a:cubicBezTo>
                    <a:pt x="3388" y="2714"/>
                    <a:pt x="3407" y="2708"/>
                    <a:pt x="3413" y="2695"/>
                  </a:cubicBezTo>
                  <a:cubicBezTo>
                    <a:pt x="3418" y="2693"/>
                    <a:pt x="3423" y="2691"/>
                    <a:pt x="3427" y="2691"/>
                  </a:cubicBezTo>
                  <a:cubicBezTo>
                    <a:pt x="3430" y="2691"/>
                    <a:pt x="3432" y="2692"/>
                    <a:pt x="3434" y="2695"/>
                  </a:cubicBezTo>
                  <a:cubicBezTo>
                    <a:pt x="3435" y="2696"/>
                    <a:pt x="3435" y="2696"/>
                    <a:pt x="3436" y="2696"/>
                  </a:cubicBezTo>
                  <a:cubicBezTo>
                    <a:pt x="3452" y="2696"/>
                    <a:pt x="3489" y="2669"/>
                    <a:pt x="3494" y="2657"/>
                  </a:cubicBezTo>
                  <a:cubicBezTo>
                    <a:pt x="3492" y="2653"/>
                    <a:pt x="3495" y="2650"/>
                    <a:pt x="3498" y="2650"/>
                  </a:cubicBezTo>
                  <a:cubicBezTo>
                    <a:pt x="3500" y="2650"/>
                    <a:pt x="3502" y="2651"/>
                    <a:pt x="3503" y="2654"/>
                  </a:cubicBezTo>
                  <a:cubicBezTo>
                    <a:pt x="3505" y="2657"/>
                    <a:pt x="3508" y="2658"/>
                    <a:pt x="3511" y="2658"/>
                  </a:cubicBezTo>
                  <a:cubicBezTo>
                    <a:pt x="3515" y="2658"/>
                    <a:pt x="3520" y="2655"/>
                    <a:pt x="3526" y="2653"/>
                  </a:cubicBezTo>
                  <a:cubicBezTo>
                    <a:pt x="3528" y="2648"/>
                    <a:pt x="3530" y="2646"/>
                    <a:pt x="3531" y="2646"/>
                  </a:cubicBezTo>
                  <a:cubicBezTo>
                    <a:pt x="3534" y="2646"/>
                    <a:pt x="3536" y="2651"/>
                    <a:pt x="3538" y="2656"/>
                  </a:cubicBezTo>
                  <a:cubicBezTo>
                    <a:pt x="3536" y="2661"/>
                    <a:pt x="3536" y="2664"/>
                    <a:pt x="3539" y="2664"/>
                  </a:cubicBezTo>
                  <a:cubicBezTo>
                    <a:pt x="3543" y="2664"/>
                    <a:pt x="3550" y="2660"/>
                    <a:pt x="3561" y="2655"/>
                  </a:cubicBezTo>
                  <a:cubicBezTo>
                    <a:pt x="3565" y="2643"/>
                    <a:pt x="3601" y="2624"/>
                    <a:pt x="3628" y="2609"/>
                  </a:cubicBezTo>
                  <a:cubicBezTo>
                    <a:pt x="3673" y="2585"/>
                    <a:pt x="3677" y="2572"/>
                    <a:pt x="3686" y="2547"/>
                  </a:cubicBezTo>
                  <a:lnTo>
                    <a:pt x="3686" y="2527"/>
                  </a:lnTo>
                  <a:lnTo>
                    <a:pt x="3694" y="2543"/>
                  </a:lnTo>
                  <a:cubicBezTo>
                    <a:pt x="3701" y="2550"/>
                    <a:pt x="3708" y="2555"/>
                    <a:pt x="3717" y="2560"/>
                  </a:cubicBezTo>
                  <a:cubicBezTo>
                    <a:pt x="3724" y="2554"/>
                    <a:pt x="3720" y="2546"/>
                    <a:pt x="3717" y="2539"/>
                  </a:cubicBezTo>
                  <a:cubicBezTo>
                    <a:pt x="3712" y="2532"/>
                    <a:pt x="3720" y="2527"/>
                    <a:pt x="3742" y="2524"/>
                  </a:cubicBezTo>
                  <a:cubicBezTo>
                    <a:pt x="3764" y="2520"/>
                    <a:pt x="3773" y="2516"/>
                    <a:pt x="3776" y="2504"/>
                  </a:cubicBezTo>
                  <a:cubicBezTo>
                    <a:pt x="3784" y="2497"/>
                    <a:pt x="3793" y="2493"/>
                    <a:pt x="3802" y="2493"/>
                  </a:cubicBezTo>
                  <a:cubicBezTo>
                    <a:pt x="3803" y="2493"/>
                    <a:pt x="3805" y="2493"/>
                    <a:pt x="3806" y="2493"/>
                  </a:cubicBezTo>
                  <a:cubicBezTo>
                    <a:pt x="3814" y="2488"/>
                    <a:pt x="3814" y="2488"/>
                    <a:pt x="3810" y="2481"/>
                  </a:cubicBezTo>
                  <a:cubicBezTo>
                    <a:pt x="3806" y="2474"/>
                    <a:pt x="3811" y="2469"/>
                    <a:pt x="3821" y="2469"/>
                  </a:cubicBezTo>
                  <a:cubicBezTo>
                    <a:pt x="3823" y="2469"/>
                    <a:pt x="3824" y="2470"/>
                    <a:pt x="3826" y="2470"/>
                  </a:cubicBezTo>
                  <a:cubicBezTo>
                    <a:pt x="3830" y="2471"/>
                    <a:pt x="3833" y="2472"/>
                    <a:pt x="3837" y="2472"/>
                  </a:cubicBezTo>
                  <a:cubicBezTo>
                    <a:pt x="3852" y="2472"/>
                    <a:pt x="3868" y="2460"/>
                    <a:pt x="3865" y="2454"/>
                  </a:cubicBezTo>
                  <a:cubicBezTo>
                    <a:pt x="3860" y="2447"/>
                    <a:pt x="3868" y="2442"/>
                    <a:pt x="3876" y="2436"/>
                  </a:cubicBezTo>
                  <a:cubicBezTo>
                    <a:pt x="3886" y="2431"/>
                    <a:pt x="3893" y="2422"/>
                    <a:pt x="3896" y="2412"/>
                  </a:cubicBezTo>
                  <a:lnTo>
                    <a:pt x="3912" y="2399"/>
                  </a:lnTo>
                  <a:cubicBezTo>
                    <a:pt x="3913" y="2398"/>
                    <a:pt x="3914" y="2398"/>
                    <a:pt x="3915" y="2398"/>
                  </a:cubicBezTo>
                  <a:cubicBezTo>
                    <a:pt x="3919" y="2398"/>
                    <a:pt x="3916" y="2407"/>
                    <a:pt x="3909" y="2413"/>
                  </a:cubicBezTo>
                  <a:lnTo>
                    <a:pt x="3922" y="2414"/>
                  </a:lnTo>
                  <a:cubicBezTo>
                    <a:pt x="3939" y="2401"/>
                    <a:pt x="3946" y="2395"/>
                    <a:pt x="3949" y="2382"/>
                  </a:cubicBezTo>
                  <a:cubicBezTo>
                    <a:pt x="3948" y="2371"/>
                    <a:pt x="3947" y="2366"/>
                    <a:pt x="3948" y="2366"/>
                  </a:cubicBezTo>
                  <a:cubicBezTo>
                    <a:pt x="3950" y="2366"/>
                    <a:pt x="3952" y="2370"/>
                    <a:pt x="3957" y="2376"/>
                  </a:cubicBezTo>
                  <a:cubicBezTo>
                    <a:pt x="3959" y="2379"/>
                    <a:pt x="3963" y="2381"/>
                    <a:pt x="3966" y="2381"/>
                  </a:cubicBezTo>
                  <a:cubicBezTo>
                    <a:pt x="3972" y="2381"/>
                    <a:pt x="3977" y="2377"/>
                    <a:pt x="3978" y="2370"/>
                  </a:cubicBezTo>
                  <a:cubicBezTo>
                    <a:pt x="3977" y="2359"/>
                    <a:pt x="3981" y="2354"/>
                    <a:pt x="3986" y="2354"/>
                  </a:cubicBezTo>
                  <a:cubicBezTo>
                    <a:pt x="3989" y="2354"/>
                    <a:pt x="3993" y="2356"/>
                    <a:pt x="3995" y="2359"/>
                  </a:cubicBezTo>
                  <a:cubicBezTo>
                    <a:pt x="3996" y="2367"/>
                    <a:pt x="3996" y="2371"/>
                    <a:pt x="3998" y="2371"/>
                  </a:cubicBezTo>
                  <a:cubicBezTo>
                    <a:pt x="4001" y="2371"/>
                    <a:pt x="4006" y="2362"/>
                    <a:pt x="4018" y="2340"/>
                  </a:cubicBezTo>
                  <a:cubicBezTo>
                    <a:pt x="4034" y="2326"/>
                    <a:pt x="4059" y="2294"/>
                    <a:pt x="4082" y="2275"/>
                  </a:cubicBezTo>
                  <a:cubicBezTo>
                    <a:pt x="4113" y="2249"/>
                    <a:pt x="4127" y="2235"/>
                    <a:pt x="4141" y="2234"/>
                  </a:cubicBezTo>
                  <a:cubicBezTo>
                    <a:pt x="4142" y="2236"/>
                    <a:pt x="4143" y="2237"/>
                    <a:pt x="4145" y="2238"/>
                  </a:cubicBezTo>
                  <a:lnTo>
                    <a:pt x="4145" y="2238"/>
                  </a:lnTo>
                  <a:cubicBezTo>
                    <a:pt x="4136" y="2227"/>
                    <a:pt x="4143" y="2220"/>
                    <a:pt x="4164" y="2200"/>
                  </a:cubicBezTo>
                  <a:cubicBezTo>
                    <a:pt x="4183" y="2192"/>
                    <a:pt x="4198" y="2174"/>
                    <a:pt x="4201" y="2152"/>
                  </a:cubicBezTo>
                  <a:lnTo>
                    <a:pt x="4201" y="2152"/>
                  </a:lnTo>
                  <a:lnTo>
                    <a:pt x="4187" y="2166"/>
                  </a:lnTo>
                  <a:cubicBezTo>
                    <a:pt x="4175" y="2154"/>
                    <a:pt x="4182" y="2147"/>
                    <a:pt x="4202" y="2139"/>
                  </a:cubicBezTo>
                  <a:cubicBezTo>
                    <a:pt x="4205" y="2137"/>
                    <a:pt x="4207" y="2136"/>
                    <a:pt x="4209" y="2136"/>
                  </a:cubicBezTo>
                  <a:cubicBezTo>
                    <a:pt x="4214" y="2136"/>
                    <a:pt x="4218" y="2140"/>
                    <a:pt x="4222" y="2145"/>
                  </a:cubicBezTo>
                  <a:cubicBezTo>
                    <a:pt x="4226" y="2147"/>
                    <a:pt x="4230" y="2148"/>
                    <a:pt x="4233" y="2148"/>
                  </a:cubicBezTo>
                  <a:cubicBezTo>
                    <a:pt x="4239" y="2148"/>
                    <a:pt x="4244" y="2146"/>
                    <a:pt x="4248" y="2141"/>
                  </a:cubicBezTo>
                  <a:cubicBezTo>
                    <a:pt x="4255" y="2135"/>
                    <a:pt x="4261" y="2128"/>
                    <a:pt x="4251" y="2128"/>
                  </a:cubicBezTo>
                  <a:cubicBezTo>
                    <a:pt x="4250" y="2128"/>
                    <a:pt x="4249" y="2128"/>
                    <a:pt x="4248" y="2128"/>
                  </a:cubicBezTo>
                  <a:cubicBezTo>
                    <a:pt x="4243" y="2122"/>
                    <a:pt x="4243" y="2122"/>
                    <a:pt x="4249" y="2115"/>
                  </a:cubicBezTo>
                  <a:cubicBezTo>
                    <a:pt x="4257" y="2108"/>
                    <a:pt x="4263" y="2097"/>
                    <a:pt x="4264" y="2087"/>
                  </a:cubicBezTo>
                  <a:cubicBezTo>
                    <a:pt x="4257" y="2082"/>
                    <a:pt x="4265" y="2074"/>
                    <a:pt x="4272" y="2067"/>
                  </a:cubicBezTo>
                  <a:cubicBezTo>
                    <a:pt x="4282" y="2064"/>
                    <a:pt x="4291" y="2058"/>
                    <a:pt x="4299" y="2050"/>
                  </a:cubicBezTo>
                  <a:lnTo>
                    <a:pt x="4304" y="2056"/>
                  </a:lnTo>
                  <a:cubicBezTo>
                    <a:pt x="4309" y="2059"/>
                    <a:pt x="4314" y="2061"/>
                    <a:pt x="4320" y="2061"/>
                  </a:cubicBezTo>
                  <a:cubicBezTo>
                    <a:pt x="4321" y="2061"/>
                    <a:pt x="4323" y="2061"/>
                    <a:pt x="4325" y="2060"/>
                  </a:cubicBezTo>
                  <a:cubicBezTo>
                    <a:pt x="4328" y="2057"/>
                    <a:pt x="4329" y="2050"/>
                    <a:pt x="4325" y="2047"/>
                  </a:cubicBezTo>
                  <a:cubicBezTo>
                    <a:pt x="4321" y="2045"/>
                    <a:pt x="4358" y="1996"/>
                    <a:pt x="4399" y="1947"/>
                  </a:cubicBezTo>
                  <a:lnTo>
                    <a:pt x="4487" y="1828"/>
                  </a:lnTo>
                  <a:cubicBezTo>
                    <a:pt x="4504" y="1818"/>
                    <a:pt x="4520" y="1794"/>
                    <a:pt x="4512" y="1794"/>
                  </a:cubicBezTo>
                  <a:cubicBezTo>
                    <a:pt x="4511" y="1794"/>
                    <a:pt x="4510" y="1794"/>
                    <a:pt x="4510" y="1795"/>
                  </a:cubicBezTo>
                  <a:cubicBezTo>
                    <a:pt x="4502" y="1790"/>
                    <a:pt x="4530" y="1749"/>
                    <a:pt x="4562" y="1698"/>
                  </a:cubicBezTo>
                  <a:cubicBezTo>
                    <a:pt x="4598" y="1637"/>
                    <a:pt x="4623" y="1594"/>
                    <a:pt x="4615" y="1589"/>
                  </a:cubicBezTo>
                  <a:lnTo>
                    <a:pt x="4630" y="1562"/>
                  </a:lnTo>
                  <a:cubicBezTo>
                    <a:pt x="4635" y="1547"/>
                    <a:pt x="4641" y="1531"/>
                    <a:pt x="4644" y="1514"/>
                  </a:cubicBezTo>
                  <a:cubicBezTo>
                    <a:pt x="4643" y="1506"/>
                    <a:pt x="4644" y="1499"/>
                    <a:pt x="4646" y="1499"/>
                  </a:cubicBezTo>
                  <a:cubicBezTo>
                    <a:pt x="4647" y="1499"/>
                    <a:pt x="4649" y="1501"/>
                    <a:pt x="4650" y="1505"/>
                  </a:cubicBezTo>
                  <a:cubicBezTo>
                    <a:pt x="4653" y="1508"/>
                    <a:pt x="4657" y="1510"/>
                    <a:pt x="4661" y="1510"/>
                  </a:cubicBezTo>
                  <a:cubicBezTo>
                    <a:pt x="4664" y="1510"/>
                    <a:pt x="4667" y="1508"/>
                    <a:pt x="4669" y="1504"/>
                  </a:cubicBezTo>
                  <a:cubicBezTo>
                    <a:pt x="4678" y="1486"/>
                    <a:pt x="4670" y="1483"/>
                    <a:pt x="4662" y="1478"/>
                  </a:cubicBezTo>
                  <a:cubicBezTo>
                    <a:pt x="4654" y="1475"/>
                    <a:pt x="4659" y="1466"/>
                    <a:pt x="4659" y="1466"/>
                  </a:cubicBezTo>
                  <a:cubicBezTo>
                    <a:pt x="4662" y="1460"/>
                    <a:pt x="4663" y="1458"/>
                    <a:pt x="4665" y="1458"/>
                  </a:cubicBezTo>
                  <a:cubicBezTo>
                    <a:pt x="4666" y="1458"/>
                    <a:pt x="4668" y="1459"/>
                    <a:pt x="4671" y="1460"/>
                  </a:cubicBezTo>
                  <a:lnTo>
                    <a:pt x="4686" y="1468"/>
                  </a:lnTo>
                  <a:lnTo>
                    <a:pt x="4690" y="1459"/>
                  </a:lnTo>
                  <a:cubicBezTo>
                    <a:pt x="4682" y="1455"/>
                    <a:pt x="4687" y="1446"/>
                    <a:pt x="4687" y="1446"/>
                  </a:cubicBezTo>
                  <a:cubicBezTo>
                    <a:pt x="4689" y="1441"/>
                    <a:pt x="4690" y="1439"/>
                    <a:pt x="4693" y="1439"/>
                  </a:cubicBezTo>
                  <a:cubicBezTo>
                    <a:pt x="4696" y="1439"/>
                    <a:pt x="4699" y="1441"/>
                    <a:pt x="4707" y="1445"/>
                  </a:cubicBezTo>
                  <a:cubicBezTo>
                    <a:pt x="4710" y="1446"/>
                    <a:pt x="4713" y="1447"/>
                    <a:pt x="4715" y="1447"/>
                  </a:cubicBezTo>
                  <a:cubicBezTo>
                    <a:pt x="4723" y="1447"/>
                    <a:pt x="4724" y="1438"/>
                    <a:pt x="4715" y="1425"/>
                  </a:cubicBezTo>
                  <a:lnTo>
                    <a:pt x="4716" y="1404"/>
                  </a:lnTo>
                  <a:cubicBezTo>
                    <a:pt x="4735" y="1402"/>
                    <a:pt x="4727" y="1376"/>
                    <a:pt x="4723" y="1364"/>
                  </a:cubicBezTo>
                  <a:cubicBezTo>
                    <a:pt x="4743" y="1362"/>
                    <a:pt x="4746" y="1351"/>
                    <a:pt x="4735" y="1336"/>
                  </a:cubicBezTo>
                  <a:cubicBezTo>
                    <a:pt x="4727" y="1332"/>
                    <a:pt x="4731" y="1323"/>
                    <a:pt x="4743" y="1318"/>
                  </a:cubicBezTo>
                  <a:cubicBezTo>
                    <a:pt x="4754" y="1311"/>
                    <a:pt x="4759" y="1302"/>
                    <a:pt x="4765" y="1283"/>
                  </a:cubicBezTo>
                  <a:cubicBezTo>
                    <a:pt x="4760" y="1271"/>
                    <a:pt x="4786" y="1206"/>
                    <a:pt x="4808" y="1128"/>
                  </a:cubicBezTo>
                  <a:cubicBezTo>
                    <a:pt x="4835" y="1042"/>
                    <a:pt x="4848" y="984"/>
                    <a:pt x="4841" y="981"/>
                  </a:cubicBezTo>
                  <a:cubicBezTo>
                    <a:pt x="4843" y="971"/>
                    <a:pt x="4843" y="971"/>
                    <a:pt x="4853" y="963"/>
                  </a:cubicBezTo>
                  <a:cubicBezTo>
                    <a:pt x="4854" y="964"/>
                    <a:pt x="4854" y="964"/>
                    <a:pt x="4855" y="964"/>
                  </a:cubicBezTo>
                  <a:cubicBezTo>
                    <a:pt x="4861" y="964"/>
                    <a:pt x="4862" y="954"/>
                    <a:pt x="4850" y="942"/>
                  </a:cubicBezTo>
                  <a:cubicBezTo>
                    <a:pt x="4845" y="934"/>
                    <a:pt x="4839" y="930"/>
                    <a:pt x="4843" y="930"/>
                  </a:cubicBezTo>
                  <a:cubicBezTo>
                    <a:pt x="4844" y="930"/>
                    <a:pt x="4846" y="931"/>
                    <a:pt x="4851" y="932"/>
                  </a:cubicBezTo>
                  <a:cubicBezTo>
                    <a:pt x="4851" y="932"/>
                    <a:pt x="4852" y="932"/>
                    <a:pt x="4852" y="932"/>
                  </a:cubicBezTo>
                  <a:cubicBezTo>
                    <a:pt x="4860" y="932"/>
                    <a:pt x="4865" y="913"/>
                    <a:pt x="4872" y="876"/>
                  </a:cubicBezTo>
                  <a:cubicBezTo>
                    <a:pt x="4878" y="846"/>
                    <a:pt x="4884" y="806"/>
                    <a:pt x="4875" y="805"/>
                  </a:cubicBezTo>
                  <a:cubicBezTo>
                    <a:pt x="4873" y="793"/>
                    <a:pt x="4872" y="788"/>
                    <a:pt x="4872" y="788"/>
                  </a:cubicBezTo>
                  <a:lnTo>
                    <a:pt x="4872" y="788"/>
                  </a:lnTo>
                  <a:cubicBezTo>
                    <a:pt x="4873" y="788"/>
                    <a:pt x="4875" y="790"/>
                    <a:pt x="4878" y="795"/>
                  </a:cubicBezTo>
                  <a:cubicBezTo>
                    <a:pt x="4879" y="796"/>
                    <a:pt x="4881" y="797"/>
                    <a:pt x="4882" y="797"/>
                  </a:cubicBezTo>
                  <a:cubicBezTo>
                    <a:pt x="4896" y="797"/>
                    <a:pt x="4909" y="756"/>
                    <a:pt x="4897" y="727"/>
                  </a:cubicBezTo>
                  <a:cubicBezTo>
                    <a:pt x="4898" y="717"/>
                    <a:pt x="4899" y="708"/>
                    <a:pt x="4907" y="708"/>
                  </a:cubicBezTo>
                  <a:cubicBezTo>
                    <a:pt x="4909" y="691"/>
                    <a:pt x="4909" y="674"/>
                    <a:pt x="4904" y="657"/>
                  </a:cubicBezTo>
                  <a:cubicBezTo>
                    <a:pt x="4906" y="647"/>
                    <a:pt x="4909" y="608"/>
                    <a:pt x="4911" y="588"/>
                  </a:cubicBezTo>
                  <a:cubicBezTo>
                    <a:pt x="4911" y="573"/>
                    <a:pt x="4910" y="559"/>
                    <a:pt x="4906" y="547"/>
                  </a:cubicBezTo>
                  <a:cubicBezTo>
                    <a:pt x="4906" y="543"/>
                    <a:pt x="4906" y="540"/>
                    <a:pt x="4906" y="537"/>
                  </a:cubicBezTo>
                  <a:lnTo>
                    <a:pt x="4906" y="537"/>
                  </a:lnTo>
                  <a:cubicBezTo>
                    <a:pt x="4915" y="536"/>
                    <a:pt x="4917" y="486"/>
                    <a:pt x="4918" y="417"/>
                  </a:cubicBezTo>
                  <a:cubicBezTo>
                    <a:pt x="4919" y="346"/>
                    <a:pt x="4916" y="287"/>
                    <a:pt x="4924" y="276"/>
                  </a:cubicBezTo>
                  <a:cubicBezTo>
                    <a:pt x="4922" y="269"/>
                    <a:pt x="4919" y="261"/>
                    <a:pt x="4915" y="257"/>
                  </a:cubicBezTo>
                  <a:cubicBezTo>
                    <a:pt x="4897" y="248"/>
                    <a:pt x="4896" y="238"/>
                    <a:pt x="4904" y="226"/>
                  </a:cubicBezTo>
                  <a:cubicBezTo>
                    <a:pt x="4921" y="215"/>
                    <a:pt x="4917" y="175"/>
                    <a:pt x="4899" y="167"/>
                  </a:cubicBezTo>
                  <a:cubicBezTo>
                    <a:pt x="4896" y="167"/>
                    <a:pt x="4895" y="167"/>
                    <a:pt x="4895" y="167"/>
                  </a:cubicBezTo>
                  <a:cubicBezTo>
                    <a:pt x="4895" y="167"/>
                    <a:pt x="4901" y="167"/>
                    <a:pt x="4907" y="166"/>
                  </a:cubicBezTo>
                  <a:cubicBezTo>
                    <a:pt x="4924" y="155"/>
                    <a:pt x="4911" y="125"/>
                    <a:pt x="4893" y="117"/>
                  </a:cubicBezTo>
                  <a:cubicBezTo>
                    <a:pt x="4901" y="106"/>
                    <a:pt x="4908" y="95"/>
                    <a:pt x="4899" y="86"/>
                  </a:cubicBezTo>
                  <a:cubicBezTo>
                    <a:pt x="4897" y="76"/>
                    <a:pt x="4897" y="76"/>
                    <a:pt x="4913" y="74"/>
                  </a:cubicBezTo>
                  <a:cubicBezTo>
                    <a:pt x="4922" y="73"/>
                    <a:pt x="4930" y="71"/>
                    <a:pt x="4929" y="61"/>
                  </a:cubicBezTo>
                  <a:cubicBezTo>
                    <a:pt x="4928" y="54"/>
                    <a:pt x="4924" y="53"/>
                    <a:pt x="4919" y="53"/>
                  </a:cubicBezTo>
                  <a:cubicBezTo>
                    <a:pt x="4916" y="53"/>
                    <a:pt x="4914" y="53"/>
                    <a:pt x="4911" y="54"/>
                  </a:cubicBezTo>
                  <a:lnTo>
                    <a:pt x="4908" y="34"/>
                  </a:lnTo>
                  <a:cubicBezTo>
                    <a:pt x="4908" y="34"/>
                    <a:pt x="4907" y="25"/>
                    <a:pt x="4899" y="25"/>
                  </a:cubicBezTo>
                  <a:cubicBezTo>
                    <a:pt x="4899" y="25"/>
                    <a:pt x="4898" y="25"/>
                    <a:pt x="4898" y="25"/>
                  </a:cubicBezTo>
                  <a:cubicBezTo>
                    <a:pt x="4897" y="26"/>
                    <a:pt x="4897" y="26"/>
                    <a:pt x="4897" y="26"/>
                  </a:cubicBezTo>
                  <a:cubicBezTo>
                    <a:pt x="4890" y="26"/>
                    <a:pt x="4889" y="16"/>
                    <a:pt x="4887" y="6"/>
                  </a:cubicBezTo>
                  <a:cubicBezTo>
                    <a:pt x="4892" y="6"/>
                    <a:pt x="4890" y="2"/>
                    <a:pt x="4887" y="2"/>
                  </a:cubicBezTo>
                  <a:cubicBezTo>
                    <a:pt x="4884" y="2"/>
                    <a:pt x="4881" y="3"/>
                    <a:pt x="4879" y="8"/>
                  </a:cubicBezTo>
                  <a:cubicBezTo>
                    <a:pt x="4875" y="8"/>
                    <a:pt x="4872" y="9"/>
                    <a:pt x="4869" y="9"/>
                  </a:cubicBezTo>
                  <a:cubicBezTo>
                    <a:pt x="4865" y="9"/>
                    <a:pt x="4861" y="7"/>
                    <a:pt x="48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33"/>
            <p:cNvSpPr/>
            <p:nvPr/>
          </p:nvSpPr>
          <p:spPr>
            <a:xfrm>
              <a:off x="1771988" y="2527902"/>
              <a:ext cx="392278" cy="81812"/>
            </a:xfrm>
            <a:custGeom>
              <a:avLst/>
              <a:gdLst/>
              <a:ahLst/>
              <a:cxnLst/>
              <a:rect l="l" t="t" r="r" b="b"/>
              <a:pathLst>
                <a:path w="3927" h="819" extrusionOk="0">
                  <a:moveTo>
                    <a:pt x="3885" y="11"/>
                  </a:moveTo>
                  <a:cubicBezTo>
                    <a:pt x="3887" y="11"/>
                    <a:pt x="3888" y="22"/>
                    <a:pt x="3884" y="35"/>
                  </a:cubicBezTo>
                  <a:cubicBezTo>
                    <a:pt x="3884" y="44"/>
                    <a:pt x="3884" y="48"/>
                    <a:pt x="3884" y="48"/>
                  </a:cubicBezTo>
                  <a:cubicBezTo>
                    <a:pt x="3883" y="48"/>
                    <a:pt x="3882" y="44"/>
                    <a:pt x="3880" y="36"/>
                  </a:cubicBezTo>
                  <a:cubicBezTo>
                    <a:pt x="3878" y="28"/>
                    <a:pt x="3877" y="19"/>
                    <a:pt x="3881" y="19"/>
                  </a:cubicBezTo>
                  <a:cubicBezTo>
                    <a:pt x="3882" y="13"/>
                    <a:pt x="3884" y="11"/>
                    <a:pt x="3885" y="11"/>
                  </a:cubicBezTo>
                  <a:close/>
                  <a:moveTo>
                    <a:pt x="3246" y="164"/>
                  </a:moveTo>
                  <a:cubicBezTo>
                    <a:pt x="3247" y="164"/>
                    <a:pt x="3248" y="166"/>
                    <a:pt x="3249" y="172"/>
                  </a:cubicBezTo>
                  <a:cubicBezTo>
                    <a:pt x="3251" y="181"/>
                    <a:pt x="3248" y="190"/>
                    <a:pt x="3244" y="191"/>
                  </a:cubicBezTo>
                  <a:cubicBezTo>
                    <a:pt x="3244" y="191"/>
                    <a:pt x="3244" y="191"/>
                    <a:pt x="3243" y="191"/>
                  </a:cubicBezTo>
                  <a:cubicBezTo>
                    <a:pt x="3239" y="191"/>
                    <a:pt x="3236" y="175"/>
                    <a:pt x="3243" y="165"/>
                  </a:cubicBezTo>
                  <a:cubicBezTo>
                    <a:pt x="3244" y="165"/>
                    <a:pt x="3245" y="164"/>
                    <a:pt x="3246" y="164"/>
                  </a:cubicBezTo>
                  <a:close/>
                  <a:moveTo>
                    <a:pt x="3097" y="225"/>
                  </a:moveTo>
                  <a:cubicBezTo>
                    <a:pt x="3097" y="225"/>
                    <a:pt x="3098" y="226"/>
                    <a:pt x="3098" y="228"/>
                  </a:cubicBezTo>
                  <a:cubicBezTo>
                    <a:pt x="3099" y="234"/>
                    <a:pt x="3099" y="240"/>
                    <a:pt x="3097" y="246"/>
                  </a:cubicBezTo>
                  <a:cubicBezTo>
                    <a:pt x="3097" y="246"/>
                    <a:pt x="3096" y="250"/>
                    <a:pt x="3094" y="250"/>
                  </a:cubicBezTo>
                  <a:cubicBezTo>
                    <a:pt x="3094" y="250"/>
                    <a:pt x="3093" y="249"/>
                    <a:pt x="3092" y="247"/>
                  </a:cubicBezTo>
                  <a:lnTo>
                    <a:pt x="3091" y="238"/>
                  </a:lnTo>
                  <a:cubicBezTo>
                    <a:pt x="3093" y="231"/>
                    <a:pt x="3095" y="225"/>
                    <a:pt x="3097" y="225"/>
                  </a:cubicBezTo>
                  <a:close/>
                  <a:moveTo>
                    <a:pt x="2746" y="251"/>
                  </a:moveTo>
                  <a:lnTo>
                    <a:pt x="2746" y="251"/>
                  </a:lnTo>
                  <a:cubicBezTo>
                    <a:pt x="2747" y="260"/>
                    <a:pt x="2749" y="268"/>
                    <a:pt x="2745" y="269"/>
                  </a:cubicBezTo>
                  <a:lnTo>
                    <a:pt x="2738" y="261"/>
                  </a:lnTo>
                  <a:lnTo>
                    <a:pt x="2741" y="252"/>
                  </a:lnTo>
                  <a:lnTo>
                    <a:pt x="2746" y="251"/>
                  </a:lnTo>
                  <a:close/>
                  <a:moveTo>
                    <a:pt x="2911" y="265"/>
                  </a:moveTo>
                  <a:cubicBezTo>
                    <a:pt x="2915" y="265"/>
                    <a:pt x="2916" y="271"/>
                    <a:pt x="2916" y="271"/>
                  </a:cubicBezTo>
                  <a:cubicBezTo>
                    <a:pt x="2916" y="271"/>
                    <a:pt x="2919" y="280"/>
                    <a:pt x="2913" y="282"/>
                  </a:cubicBezTo>
                  <a:cubicBezTo>
                    <a:pt x="2910" y="277"/>
                    <a:pt x="2907" y="271"/>
                    <a:pt x="2905" y="266"/>
                  </a:cubicBezTo>
                  <a:lnTo>
                    <a:pt x="2910" y="265"/>
                  </a:lnTo>
                  <a:cubicBezTo>
                    <a:pt x="2910" y="265"/>
                    <a:pt x="2910" y="265"/>
                    <a:pt x="2911" y="265"/>
                  </a:cubicBezTo>
                  <a:close/>
                  <a:moveTo>
                    <a:pt x="2690" y="271"/>
                  </a:moveTo>
                  <a:cubicBezTo>
                    <a:pt x="2692" y="271"/>
                    <a:pt x="2693" y="273"/>
                    <a:pt x="2694" y="278"/>
                  </a:cubicBezTo>
                  <a:cubicBezTo>
                    <a:pt x="2694" y="278"/>
                    <a:pt x="2695" y="287"/>
                    <a:pt x="2691" y="288"/>
                  </a:cubicBezTo>
                  <a:lnTo>
                    <a:pt x="2684" y="280"/>
                  </a:lnTo>
                  <a:cubicBezTo>
                    <a:pt x="2683" y="271"/>
                    <a:pt x="2687" y="271"/>
                    <a:pt x="2687" y="271"/>
                  </a:cubicBezTo>
                  <a:cubicBezTo>
                    <a:pt x="2689" y="271"/>
                    <a:pt x="2690" y="271"/>
                    <a:pt x="2690" y="271"/>
                  </a:cubicBezTo>
                  <a:close/>
                  <a:moveTo>
                    <a:pt x="2867" y="289"/>
                  </a:moveTo>
                  <a:cubicBezTo>
                    <a:pt x="2871" y="289"/>
                    <a:pt x="2871" y="289"/>
                    <a:pt x="2874" y="297"/>
                  </a:cubicBezTo>
                  <a:lnTo>
                    <a:pt x="2869" y="298"/>
                  </a:lnTo>
                  <a:lnTo>
                    <a:pt x="2862" y="291"/>
                  </a:lnTo>
                  <a:lnTo>
                    <a:pt x="2867" y="289"/>
                  </a:lnTo>
                  <a:close/>
                  <a:moveTo>
                    <a:pt x="2824" y="298"/>
                  </a:moveTo>
                  <a:cubicBezTo>
                    <a:pt x="2826" y="298"/>
                    <a:pt x="2826" y="300"/>
                    <a:pt x="2828" y="306"/>
                  </a:cubicBezTo>
                  <a:lnTo>
                    <a:pt x="2823" y="306"/>
                  </a:lnTo>
                  <a:lnTo>
                    <a:pt x="2816" y="300"/>
                  </a:lnTo>
                  <a:lnTo>
                    <a:pt x="2821" y="298"/>
                  </a:lnTo>
                  <a:cubicBezTo>
                    <a:pt x="2822" y="298"/>
                    <a:pt x="2823" y="298"/>
                    <a:pt x="2824" y="298"/>
                  </a:cubicBezTo>
                  <a:close/>
                  <a:moveTo>
                    <a:pt x="2859" y="304"/>
                  </a:moveTo>
                  <a:cubicBezTo>
                    <a:pt x="2859" y="304"/>
                    <a:pt x="2858" y="305"/>
                    <a:pt x="2857" y="309"/>
                  </a:cubicBezTo>
                  <a:cubicBezTo>
                    <a:pt x="2860" y="308"/>
                    <a:pt x="2860" y="304"/>
                    <a:pt x="2859" y="304"/>
                  </a:cubicBezTo>
                  <a:close/>
                  <a:moveTo>
                    <a:pt x="2790" y="298"/>
                  </a:moveTo>
                  <a:cubicBezTo>
                    <a:pt x="2792" y="298"/>
                    <a:pt x="2793" y="299"/>
                    <a:pt x="2794" y="303"/>
                  </a:cubicBezTo>
                  <a:cubicBezTo>
                    <a:pt x="2795" y="312"/>
                    <a:pt x="2795" y="312"/>
                    <a:pt x="2791" y="313"/>
                  </a:cubicBezTo>
                  <a:cubicBezTo>
                    <a:pt x="2788" y="313"/>
                    <a:pt x="2787" y="314"/>
                    <a:pt x="2785" y="314"/>
                  </a:cubicBezTo>
                  <a:cubicBezTo>
                    <a:pt x="2782" y="314"/>
                    <a:pt x="2782" y="312"/>
                    <a:pt x="2784" y="305"/>
                  </a:cubicBezTo>
                  <a:cubicBezTo>
                    <a:pt x="2786" y="300"/>
                    <a:pt x="2788" y="298"/>
                    <a:pt x="2790" y="298"/>
                  </a:cubicBezTo>
                  <a:close/>
                  <a:moveTo>
                    <a:pt x="2814" y="335"/>
                  </a:moveTo>
                  <a:cubicBezTo>
                    <a:pt x="2814" y="337"/>
                    <a:pt x="2815" y="339"/>
                    <a:pt x="2815" y="342"/>
                  </a:cubicBezTo>
                  <a:cubicBezTo>
                    <a:pt x="2816" y="343"/>
                    <a:pt x="2817" y="344"/>
                    <a:pt x="2817" y="345"/>
                  </a:cubicBezTo>
                  <a:lnTo>
                    <a:pt x="2817" y="345"/>
                  </a:lnTo>
                  <a:cubicBezTo>
                    <a:pt x="2816" y="343"/>
                    <a:pt x="2815" y="340"/>
                    <a:pt x="2814" y="335"/>
                  </a:cubicBezTo>
                  <a:close/>
                  <a:moveTo>
                    <a:pt x="2817" y="345"/>
                  </a:moveTo>
                  <a:lnTo>
                    <a:pt x="2817" y="345"/>
                  </a:lnTo>
                  <a:cubicBezTo>
                    <a:pt x="2818" y="346"/>
                    <a:pt x="2819" y="347"/>
                    <a:pt x="2819" y="347"/>
                  </a:cubicBezTo>
                  <a:cubicBezTo>
                    <a:pt x="2819" y="347"/>
                    <a:pt x="2819" y="346"/>
                    <a:pt x="2817" y="345"/>
                  </a:cubicBezTo>
                  <a:close/>
                  <a:moveTo>
                    <a:pt x="2314" y="387"/>
                  </a:moveTo>
                  <a:lnTo>
                    <a:pt x="2314" y="387"/>
                  </a:lnTo>
                  <a:cubicBezTo>
                    <a:pt x="2315" y="395"/>
                    <a:pt x="2317" y="404"/>
                    <a:pt x="2313" y="405"/>
                  </a:cubicBezTo>
                  <a:lnTo>
                    <a:pt x="2307" y="405"/>
                  </a:lnTo>
                  <a:cubicBezTo>
                    <a:pt x="2307" y="399"/>
                    <a:pt x="2307" y="394"/>
                    <a:pt x="2309" y="388"/>
                  </a:cubicBezTo>
                  <a:lnTo>
                    <a:pt x="2314" y="387"/>
                  </a:lnTo>
                  <a:close/>
                  <a:moveTo>
                    <a:pt x="2127" y="426"/>
                  </a:moveTo>
                  <a:cubicBezTo>
                    <a:pt x="2131" y="426"/>
                    <a:pt x="2131" y="428"/>
                    <a:pt x="2132" y="434"/>
                  </a:cubicBezTo>
                  <a:cubicBezTo>
                    <a:pt x="2133" y="442"/>
                    <a:pt x="2124" y="443"/>
                    <a:pt x="2120" y="444"/>
                  </a:cubicBezTo>
                  <a:cubicBezTo>
                    <a:pt x="2113" y="436"/>
                    <a:pt x="2116" y="427"/>
                    <a:pt x="2121" y="426"/>
                  </a:cubicBezTo>
                  <a:cubicBezTo>
                    <a:pt x="2124" y="426"/>
                    <a:pt x="2126" y="426"/>
                    <a:pt x="2127" y="426"/>
                  </a:cubicBezTo>
                  <a:close/>
                  <a:moveTo>
                    <a:pt x="1734" y="433"/>
                  </a:moveTo>
                  <a:lnTo>
                    <a:pt x="1734" y="433"/>
                  </a:lnTo>
                  <a:cubicBezTo>
                    <a:pt x="1735" y="442"/>
                    <a:pt x="1736" y="450"/>
                    <a:pt x="1732" y="451"/>
                  </a:cubicBezTo>
                  <a:lnTo>
                    <a:pt x="1727" y="451"/>
                  </a:lnTo>
                  <a:cubicBezTo>
                    <a:pt x="1727" y="445"/>
                    <a:pt x="1727" y="440"/>
                    <a:pt x="1729" y="434"/>
                  </a:cubicBezTo>
                  <a:lnTo>
                    <a:pt x="1734" y="433"/>
                  </a:lnTo>
                  <a:close/>
                  <a:moveTo>
                    <a:pt x="1092" y="473"/>
                  </a:moveTo>
                  <a:cubicBezTo>
                    <a:pt x="1091" y="473"/>
                    <a:pt x="1090" y="473"/>
                    <a:pt x="1089" y="473"/>
                  </a:cubicBezTo>
                  <a:cubicBezTo>
                    <a:pt x="1080" y="475"/>
                    <a:pt x="1080" y="475"/>
                    <a:pt x="1086" y="482"/>
                  </a:cubicBezTo>
                  <a:lnTo>
                    <a:pt x="1095" y="481"/>
                  </a:lnTo>
                  <a:cubicBezTo>
                    <a:pt x="1095" y="475"/>
                    <a:pt x="1095" y="473"/>
                    <a:pt x="1092" y="473"/>
                  </a:cubicBezTo>
                  <a:close/>
                  <a:moveTo>
                    <a:pt x="1802" y="475"/>
                  </a:moveTo>
                  <a:cubicBezTo>
                    <a:pt x="1803" y="484"/>
                    <a:pt x="1805" y="491"/>
                    <a:pt x="1800" y="492"/>
                  </a:cubicBezTo>
                  <a:lnTo>
                    <a:pt x="1793" y="485"/>
                  </a:lnTo>
                  <a:lnTo>
                    <a:pt x="1797" y="476"/>
                  </a:lnTo>
                  <a:lnTo>
                    <a:pt x="1802" y="475"/>
                  </a:lnTo>
                  <a:close/>
                  <a:moveTo>
                    <a:pt x="1663" y="503"/>
                  </a:moveTo>
                  <a:cubicBezTo>
                    <a:pt x="1664" y="503"/>
                    <a:pt x="1665" y="505"/>
                    <a:pt x="1665" y="512"/>
                  </a:cubicBezTo>
                  <a:cubicBezTo>
                    <a:pt x="1665" y="517"/>
                    <a:pt x="1665" y="523"/>
                    <a:pt x="1663" y="528"/>
                  </a:cubicBezTo>
                  <a:cubicBezTo>
                    <a:pt x="1663" y="528"/>
                    <a:pt x="1663" y="528"/>
                    <a:pt x="1663" y="528"/>
                  </a:cubicBezTo>
                  <a:cubicBezTo>
                    <a:pt x="1659" y="528"/>
                    <a:pt x="1661" y="511"/>
                    <a:pt x="1660" y="504"/>
                  </a:cubicBezTo>
                  <a:cubicBezTo>
                    <a:pt x="1661" y="503"/>
                    <a:pt x="1662" y="503"/>
                    <a:pt x="1663" y="503"/>
                  </a:cubicBezTo>
                  <a:close/>
                  <a:moveTo>
                    <a:pt x="1102" y="540"/>
                  </a:moveTo>
                  <a:cubicBezTo>
                    <a:pt x="1103" y="543"/>
                    <a:pt x="1102" y="544"/>
                    <a:pt x="1102" y="544"/>
                  </a:cubicBezTo>
                  <a:cubicBezTo>
                    <a:pt x="1101" y="544"/>
                    <a:pt x="1099" y="540"/>
                    <a:pt x="1102" y="540"/>
                  </a:cubicBezTo>
                  <a:close/>
                  <a:moveTo>
                    <a:pt x="1554" y="526"/>
                  </a:moveTo>
                  <a:cubicBezTo>
                    <a:pt x="1556" y="535"/>
                    <a:pt x="1557" y="543"/>
                    <a:pt x="1552" y="544"/>
                  </a:cubicBezTo>
                  <a:lnTo>
                    <a:pt x="1545" y="536"/>
                  </a:lnTo>
                  <a:lnTo>
                    <a:pt x="1549" y="527"/>
                  </a:lnTo>
                  <a:lnTo>
                    <a:pt x="1554" y="526"/>
                  </a:lnTo>
                  <a:close/>
                  <a:moveTo>
                    <a:pt x="1014" y="542"/>
                  </a:moveTo>
                  <a:lnTo>
                    <a:pt x="1008" y="543"/>
                  </a:lnTo>
                  <a:cubicBezTo>
                    <a:pt x="1009" y="549"/>
                    <a:pt x="1012" y="554"/>
                    <a:pt x="1015" y="559"/>
                  </a:cubicBezTo>
                  <a:cubicBezTo>
                    <a:pt x="1020" y="559"/>
                    <a:pt x="1019" y="550"/>
                    <a:pt x="1019" y="550"/>
                  </a:cubicBezTo>
                  <a:cubicBezTo>
                    <a:pt x="1019" y="550"/>
                    <a:pt x="1018" y="542"/>
                    <a:pt x="1014" y="542"/>
                  </a:cubicBezTo>
                  <a:close/>
                  <a:moveTo>
                    <a:pt x="849" y="543"/>
                  </a:moveTo>
                  <a:lnTo>
                    <a:pt x="850" y="552"/>
                  </a:lnTo>
                  <a:cubicBezTo>
                    <a:pt x="851" y="557"/>
                    <a:pt x="852" y="564"/>
                    <a:pt x="852" y="564"/>
                  </a:cubicBezTo>
                  <a:cubicBezTo>
                    <a:pt x="852" y="564"/>
                    <a:pt x="851" y="562"/>
                    <a:pt x="851" y="560"/>
                  </a:cubicBezTo>
                  <a:cubicBezTo>
                    <a:pt x="851" y="560"/>
                    <a:pt x="850" y="552"/>
                    <a:pt x="849" y="543"/>
                  </a:cubicBezTo>
                  <a:close/>
                  <a:moveTo>
                    <a:pt x="1249" y="549"/>
                  </a:moveTo>
                  <a:lnTo>
                    <a:pt x="1249" y="549"/>
                  </a:lnTo>
                  <a:cubicBezTo>
                    <a:pt x="1250" y="558"/>
                    <a:pt x="1252" y="565"/>
                    <a:pt x="1247" y="567"/>
                  </a:cubicBezTo>
                  <a:lnTo>
                    <a:pt x="1241" y="559"/>
                  </a:lnTo>
                  <a:lnTo>
                    <a:pt x="1245" y="550"/>
                  </a:lnTo>
                  <a:lnTo>
                    <a:pt x="1249" y="549"/>
                  </a:lnTo>
                  <a:close/>
                  <a:moveTo>
                    <a:pt x="1209" y="548"/>
                  </a:moveTo>
                  <a:cubicBezTo>
                    <a:pt x="1211" y="548"/>
                    <a:pt x="1214" y="552"/>
                    <a:pt x="1218" y="561"/>
                  </a:cubicBezTo>
                  <a:cubicBezTo>
                    <a:pt x="1219" y="570"/>
                    <a:pt x="1219" y="570"/>
                    <a:pt x="1215" y="570"/>
                  </a:cubicBezTo>
                  <a:cubicBezTo>
                    <a:pt x="1211" y="565"/>
                    <a:pt x="1209" y="560"/>
                    <a:pt x="1208" y="554"/>
                  </a:cubicBezTo>
                  <a:cubicBezTo>
                    <a:pt x="1207" y="550"/>
                    <a:pt x="1208" y="548"/>
                    <a:pt x="1209" y="548"/>
                  </a:cubicBezTo>
                  <a:close/>
                  <a:moveTo>
                    <a:pt x="966" y="573"/>
                  </a:moveTo>
                  <a:cubicBezTo>
                    <a:pt x="970" y="573"/>
                    <a:pt x="970" y="573"/>
                    <a:pt x="971" y="581"/>
                  </a:cubicBezTo>
                  <a:lnTo>
                    <a:pt x="967" y="582"/>
                  </a:lnTo>
                  <a:lnTo>
                    <a:pt x="961" y="574"/>
                  </a:lnTo>
                  <a:lnTo>
                    <a:pt x="966" y="573"/>
                  </a:lnTo>
                  <a:close/>
                  <a:moveTo>
                    <a:pt x="1136" y="579"/>
                  </a:moveTo>
                  <a:cubicBezTo>
                    <a:pt x="1141" y="579"/>
                    <a:pt x="1142" y="588"/>
                    <a:pt x="1142" y="588"/>
                  </a:cubicBezTo>
                  <a:cubicBezTo>
                    <a:pt x="1142" y="590"/>
                    <a:pt x="1142" y="591"/>
                    <a:pt x="1141" y="591"/>
                  </a:cubicBezTo>
                  <a:cubicBezTo>
                    <a:pt x="1139" y="591"/>
                    <a:pt x="1136" y="588"/>
                    <a:pt x="1133" y="588"/>
                  </a:cubicBezTo>
                  <a:cubicBezTo>
                    <a:pt x="1127" y="580"/>
                    <a:pt x="1127" y="580"/>
                    <a:pt x="1136" y="579"/>
                  </a:cubicBezTo>
                  <a:close/>
                  <a:moveTo>
                    <a:pt x="927" y="574"/>
                  </a:moveTo>
                  <a:cubicBezTo>
                    <a:pt x="930" y="574"/>
                    <a:pt x="932" y="582"/>
                    <a:pt x="930" y="595"/>
                  </a:cubicBezTo>
                  <a:lnTo>
                    <a:pt x="921" y="596"/>
                  </a:lnTo>
                  <a:cubicBezTo>
                    <a:pt x="920" y="587"/>
                    <a:pt x="918" y="579"/>
                    <a:pt x="923" y="578"/>
                  </a:cubicBezTo>
                  <a:cubicBezTo>
                    <a:pt x="924" y="575"/>
                    <a:pt x="926" y="574"/>
                    <a:pt x="927" y="574"/>
                  </a:cubicBezTo>
                  <a:close/>
                  <a:moveTo>
                    <a:pt x="1051" y="590"/>
                  </a:moveTo>
                  <a:cubicBezTo>
                    <a:pt x="1054" y="590"/>
                    <a:pt x="1057" y="591"/>
                    <a:pt x="1057" y="597"/>
                  </a:cubicBezTo>
                  <a:cubicBezTo>
                    <a:pt x="1057" y="597"/>
                    <a:pt x="1059" y="606"/>
                    <a:pt x="1054" y="606"/>
                  </a:cubicBezTo>
                  <a:cubicBezTo>
                    <a:pt x="1054" y="606"/>
                    <a:pt x="1054" y="606"/>
                    <a:pt x="1053" y="606"/>
                  </a:cubicBezTo>
                  <a:cubicBezTo>
                    <a:pt x="1049" y="606"/>
                    <a:pt x="1044" y="599"/>
                    <a:pt x="1044" y="599"/>
                  </a:cubicBezTo>
                  <a:cubicBezTo>
                    <a:pt x="1043" y="590"/>
                    <a:pt x="1047" y="590"/>
                    <a:pt x="1047" y="590"/>
                  </a:cubicBezTo>
                  <a:cubicBezTo>
                    <a:pt x="1049" y="590"/>
                    <a:pt x="1050" y="590"/>
                    <a:pt x="1051" y="590"/>
                  </a:cubicBezTo>
                  <a:close/>
                  <a:moveTo>
                    <a:pt x="762" y="581"/>
                  </a:moveTo>
                  <a:cubicBezTo>
                    <a:pt x="763" y="581"/>
                    <a:pt x="762" y="585"/>
                    <a:pt x="760" y="596"/>
                  </a:cubicBezTo>
                  <a:lnTo>
                    <a:pt x="753" y="614"/>
                  </a:lnTo>
                  <a:cubicBezTo>
                    <a:pt x="749" y="614"/>
                    <a:pt x="752" y="605"/>
                    <a:pt x="755" y="588"/>
                  </a:cubicBezTo>
                  <a:cubicBezTo>
                    <a:pt x="758" y="584"/>
                    <a:pt x="761" y="581"/>
                    <a:pt x="762" y="581"/>
                  </a:cubicBezTo>
                  <a:close/>
                  <a:moveTo>
                    <a:pt x="635" y="608"/>
                  </a:moveTo>
                  <a:lnTo>
                    <a:pt x="636" y="616"/>
                  </a:lnTo>
                  <a:lnTo>
                    <a:pt x="632" y="625"/>
                  </a:lnTo>
                  <a:lnTo>
                    <a:pt x="627" y="617"/>
                  </a:lnTo>
                  <a:cubicBezTo>
                    <a:pt x="626" y="609"/>
                    <a:pt x="630" y="608"/>
                    <a:pt x="635" y="608"/>
                  </a:cubicBezTo>
                  <a:close/>
                  <a:moveTo>
                    <a:pt x="156" y="625"/>
                  </a:moveTo>
                  <a:cubicBezTo>
                    <a:pt x="155" y="625"/>
                    <a:pt x="155" y="626"/>
                    <a:pt x="153" y="626"/>
                  </a:cubicBezTo>
                  <a:lnTo>
                    <a:pt x="149" y="626"/>
                  </a:lnTo>
                  <a:lnTo>
                    <a:pt x="153" y="634"/>
                  </a:lnTo>
                  <a:lnTo>
                    <a:pt x="159" y="634"/>
                  </a:lnTo>
                  <a:cubicBezTo>
                    <a:pt x="158" y="627"/>
                    <a:pt x="158" y="625"/>
                    <a:pt x="156" y="625"/>
                  </a:cubicBezTo>
                  <a:close/>
                  <a:moveTo>
                    <a:pt x="801" y="617"/>
                  </a:moveTo>
                  <a:cubicBezTo>
                    <a:pt x="802" y="625"/>
                    <a:pt x="803" y="634"/>
                    <a:pt x="798" y="634"/>
                  </a:cubicBezTo>
                  <a:lnTo>
                    <a:pt x="794" y="635"/>
                  </a:lnTo>
                  <a:cubicBezTo>
                    <a:pt x="793" y="629"/>
                    <a:pt x="794" y="623"/>
                    <a:pt x="796" y="617"/>
                  </a:cubicBezTo>
                  <a:close/>
                  <a:moveTo>
                    <a:pt x="897" y="633"/>
                  </a:moveTo>
                  <a:lnTo>
                    <a:pt x="898" y="641"/>
                  </a:lnTo>
                  <a:cubicBezTo>
                    <a:pt x="895" y="641"/>
                    <a:pt x="892" y="646"/>
                    <a:pt x="890" y="646"/>
                  </a:cubicBezTo>
                  <a:cubicBezTo>
                    <a:pt x="889" y="646"/>
                    <a:pt x="888" y="645"/>
                    <a:pt x="888" y="642"/>
                  </a:cubicBezTo>
                  <a:cubicBezTo>
                    <a:pt x="884" y="642"/>
                    <a:pt x="893" y="633"/>
                    <a:pt x="897" y="633"/>
                  </a:cubicBezTo>
                  <a:close/>
                  <a:moveTo>
                    <a:pt x="659" y="619"/>
                  </a:moveTo>
                  <a:cubicBezTo>
                    <a:pt x="660" y="619"/>
                    <a:pt x="660" y="624"/>
                    <a:pt x="662" y="632"/>
                  </a:cubicBezTo>
                  <a:cubicBezTo>
                    <a:pt x="664" y="641"/>
                    <a:pt x="660" y="651"/>
                    <a:pt x="655" y="657"/>
                  </a:cubicBezTo>
                  <a:lnTo>
                    <a:pt x="645" y="659"/>
                  </a:lnTo>
                  <a:lnTo>
                    <a:pt x="653" y="641"/>
                  </a:lnTo>
                  <a:cubicBezTo>
                    <a:pt x="656" y="626"/>
                    <a:pt x="658" y="619"/>
                    <a:pt x="659" y="619"/>
                  </a:cubicBezTo>
                  <a:close/>
                  <a:moveTo>
                    <a:pt x="92" y="673"/>
                  </a:moveTo>
                  <a:cubicBezTo>
                    <a:pt x="96" y="673"/>
                    <a:pt x="96" y="673"/>
                    <a:pt x="97" y="681"/>
                  </a:cubicBezTo>
                  <a:cubicBezTo>
                    <a:pt x="97" y="681"/>
                    <a:pt x="93" y="690"/>
                    <a:pt x="88" y="690"/>
                  </a:cubicBezTo>
                  <a:lnTo>
                    <a:pt x="83" y="682"/>
                  </a:lnTo>
                  <a:cubicBezTo>
                    <a:pt x="83" y="674"/>
                    <a:pt x="87" y="673"/>
                    <a:pt x="92" y="673"/>
                  </a:cubicBezTo>
                  <a:close/>
                  <a:moveTo>
                    <a:pt x="417" y="672"/>
                  </a:moveTo>
                  <a:cubicBezTo>
                    <a:pt x="420" y="672"/>
                    <a:pt x="421" y="680"/>
                    <a:pt x="412" y="689"/>
                  </a:cubicBezTo>
                  <a:lnTo>
                    <a:pt x="403" y="690"/>
                  </a:lnTo>
                  <a:cubicBezTo>
                    <a:pt x="403" y="682"/>
                    <a:pt x="408" y="674"/>
                    <a:pt x="416" y="672"/>
                  </a:cubicBezTo>
                  <a:cubicBezTo>
                    <a:pt x="416" y="672"/>
                    <a:pt x="416" y="672"/>
                    <a:pt x="417" y="672"/>
                  </a:cubicBezTo>
                  <a:close/>
                  <a:moveTo>
                    <a:pt x="143" y="669"/>
                  </a:moveTo>
                  <a:cubicBezTo>
                    <a:pt x="148" y="669"/>
                    <a:pt x="152" y="669"/>
                    <a:pt x="153" y="676"/>
                  </a:cubicBezTo>
                  <a:lnTo>
                    <a:pt x="148" y="678"/>
                  </a:lnTo>
                  <a:cubicBezTo>
                    <a:pt x="148" y="675"/>
                    <a:pt x="147" y="674"/>
                    <a:pt x="147" y="674"/>
                  </a:cubicBezTo>
                  <a:lnTo>
                    <a:pt x="147" y="674"/>
                  </a:lnTo>
                  <a:cubicBezTo>
                    <a:pt x="146" y="674"/>
                    <a:pt x="145" y="680"/>
                    <a:pt x="149" y="685"/>
                  </a:cubicBezTo>
                  <a:cubicBezTo>
                    <a:pt x="150" y="694"/>
                    <a:pt x="150" y="702"/>
                    <a:pt x="150" y="702"/>
                  </a:cubicBezTo>
                  <a:cubicBezTo>
                    <a:pt x="150" y="702"/>
                    <a:pt x="149" y="702"/>
                    <a:pt x="149" y="702"/>
                  </a:cubicBezTo>
                  <a:cubicBezTo>
                    <a:pt x="145" y="702"/>
                    <a:pt x="140" y="694"/>
                    <a:pt x="140" y="687"/>
                  </a:cubicBezTo>
                  <a:cubicBezTo>
                    <a:pt x="133" y="670"/>
                    <a:pt x="133" y="670"/>
                    <a:pt x="143" y="669"/>
                  </a:cubicBezTo>
                  <a:close/>
                  <a:moveTo>
                    <a:pt x="438" y="684"/>
                  </a:moveTo>
                  <a:cubicBezTo>
                    <a:pt x="433" y="684"/>
                    <a:pt x="432" y="690"/>
                    <a:pt x="433" y="696"/>
                  </a:cubicBezTo>
                  <a:cubicBezTo>
                    <a:pt x="433" y="703"/>
                    <a:pt x="436" y="703"/>
                    <a:pt x="442" y="703"/>
                  </a:cubicBezTo>
                  <a:cubicBezTo>
                    <a:pt x="444" y="703"/>
                    <a:pt x="445" y="703"/>
                    <a:pt x="447" y="703"/>
                  </a:cubicBezTo>
                  <a:cubicBezTo>
                    <a:pt x="452" y="702"/>
                    <a:pt x="455" y="693"/>
                    <a:pt x="455" y="693"/>
                  </a:cubicBezTo>
                  <a:cubicBezTo>
                    <a:pt x="455" y="688"/>
                    <a:pt x="453" y="686"/>
                    <a:pt x="449" y="686"/>
                  </a:cubicBezTo>
                  <a:cubicBezTo>
                    <a:pt x="448" y="686"/>
                    <a:pt x="447" y="686"/>
                    <a:pt x="445" y="687"/>
                  </a:cubicBezTo>
                  <a:cubicBezTo>
                    <a:pt x="442" y="684"/>
                    <a:pt x="440" y="684"/>
                    <a:pt x="438" y="684"/>
                  </a:cubicBezTo>
                  <a:close/>
                  <a:moveTo>
                    <a:pt x="3878" y="0"/>
                  </a:moveTo>
                  <a:cubicBezTo>
                    <a:pt x="3871" y="0"/>
                    <a:pt x="3867" y="3"/>
                    <a:pt x="3870" y="12"/>
                  </a:cubicBezTo>
                  <a:cubicBezTo>
                    <a:pt x="3870" y="12"/>
                    <a:pt x="3866" y="21"/>
                    <a:pt x="3862" y="22"/>
                  </a:cubicBezTo>
                  <a:cubicBezTo>
                    <a:pt x="3862" y="23"/>
                    <a:pt x="3861" y="23"/>
                    <a:pt x="3861" y="23"/>
                  </a:cubicBezTo>
                  <a:cubicBezTo>
                    <a:pt x="3857" y="23"/>
                    <a:pt x="3852" y="16"/>
                    <a:pt x="3852" y="16"/>
                  </a:cubicBezTo>
                  <a:cubicBezTo>
                    <a:pt x="3851" y="13"/>
                    <a:pt x="3848" y="11"/>
                    <a:pt x="3842" y="11"/>
                  </a:cubicBezTo>
                  <a:cubicBezTo>
                    <a:pt x="3834" y="11"/>
                    <a:pt x="3822" y="14"/>
                    <a:pt x="3808" y="17"/>
                  </a:cubicBezTo>
                  <a:cubicBezTo>
                    <a:pt x="3792" y="21"/>
                    <a:pt x="3781" y="23"/>
                    <a:pt x="3773" y="23"/>
                  </a:cubicBezTo>
                  <a:cubicBezTo>
                    <a:pt x="3768" y="23"/>
                    <a:pt x="3764" y="22"/>
                    <a:pt x="3761" y="19"/>
                  </a:cubicBezTo>
                  <a:cubicBezTo>
                    <a:pt x="3756" y="13"/>
                    <a:pt x="3752" y="12"/>
                    <a:pt x="3750" y="12"/>
                  </a:cubicBezTo>
                  <a:cubicBezTo>
                    <a:pt x="3750" y="12"/>
                    <a:pt x="3750" y="12"/>
                    <a:pt x="3750" y="12"/>
                  </a:cubicBezTo>
                  <a:cubicBezTo>
                    <a:pt x="3752" y="21"/>
                    <a:pt x="3724" y="27"/>
                    <a:pt x="3693" y="35"/>
                  </a:cubicBezTo>
                  <a:cubicBezTo>
                    <a:pt x="3661" y="42"/>
                    <a:pt x="3629" y="48"/>
                    <a:pt x="3631" y="56"/>
                  </a:cubicBezTo>
                  <a:lnTo>
                    <a:pt x="3622" y="58"/>
                  </a:lnTo>
                  <a:cubicBezTo>
                    <a:pt x="3621" y="54"/>
                    <a:pt x="3617" y="53"/>
                    <a:pt x="3613" y="53"/>
                  </a:cubicBezTo>
                  <a:cubicBezTo>
                    <a:pt x="3609" y="53"/>
                    <a:pt x="3606" y="53"/>
                    <a:pt x="3602" y="54"/>
                  </a:cubicBezTo>
                  <a:cubicBezTo>
                    <a:pt x="3597" y="61"/>
                    <a:pt x="3592" y="64"/>
                    <a:pt x="3585" y="66"/>
                  </a:cubicBezTo>
                  <a:cubicBezTo>
                    <a:pt x="3583" y="61"/>
                    <a:pt x="3581" y="60"/>
                    <a:pt x="3577" y="60"/>
                  </a:cubicBezTo>
                  <a:cubicBezTo>
                    <a:pt x="3575" y="60"/>
                    <a:pt x="3572" y="60"/>
                    <a:pt x="3569" y="61"/>
                  </a:cubicBezTo>
                  <a:cubicBezTo>
                    <a:pt x="3560" y="63"/>
                    <a:pt x="3556" y="64"/>
                    <a:pt x="3558" y="72"/>
                  </a:cubicBezTo>
                  <a:cubicBezTo>
                    <a:pt x="3546" y="75"/>
                    <a:pt x="3535" y="76"/>
                    <a:pt x="3523" y="76"/>
                  </a:cubicBezTo>
                  <a:cubicBezTo>
                    <a:pt x="3517" y="76"/>
                    <a:pt x="3511" y="76"/>
                    <a:pt x="3505" y="75"/>
                  </a:cubicBezTo>
                  <a:cubicBezTo>
                    <a:pt x="3503" y="73"/>
                    <a:pt x="3502" y="72"/>
                    <a:pt x="3501" y="72"/>
                  </a:cubicBezTo>
                  <a:cubicBezTo>
                    <a:pt x="3497" y="72"/>
                    <a:pt x="3496" y="79"/>
                    <a:pt x="3494" y="86"/>
                  </a:cubicBezTo>
                  <a:cubicBezTo>
                    <a:pt x="3495" y="94"/>
                    <a:pt x="3493" y="103"/>
                    <a:pt x="3488" y="104"/>
                  </a:cubicBezTo>
                  <a:lnTo>
                    <a:pt x="3484" y="88"/>
                  </a:lnTo>
                  <a:cubicBezTo>
                    <a:pt x="3486" y="82"/>
                    <a:pt x="3487" y="80"/>
                    <a:pt x="3484" y="80"/>
                  </a:cubicBezTo>
                  <a:cubicBezTo>
                    <a:pt x="3483" y="80"/>
                    <a:pt x="3481" y="80"/>
                    <a:pt x="3478" y="81"/>
                  </a:cubicBezTo>
                  <a:lnTo>
                    <a:pt x="3469" y="83"/>
                  </a:lnTo>
                  <a:cubicBezTo>
                    <a:pt x="3470" y="91"/>
                    <a:pt x="3448" y="95"/>
                    <a:pt x="3415" y="102"/>
                  </a:cubicBezTo>
                  <a:cubicBezTo>
                    <a:pt x="3375" y="111"/>
                    <a:pt x="3361" y="113"/>
                    <a:pt x="3363" y="122"/>
                  </a:cubicBezTo>
                  <a:cubicBezTo>
                    <a:pt x="3364" y="127"/>
                    <a:pt x="3363" y="129"/>
                    <a:pt x="3359" y="129"/>
                  </a:cubicBezTo>
                  <a:cubicBezTo>
                    <a:pt x="3356" y="129"/>
                    <a:pt x="3351" y="128"/>
                    <a:pt x="3345" y="126"/>
                  </a:cubicBezTo>
                  <a:cubicBezTo>
                    <a:pt x="3326" y="114"/>
                    <a:pt x="3318" y="110"/>
                    <a:pt x="3314" y="110"/>
                  </a:cubicBezTo>
                  <a:cubicBezTo>
                    <a:pt x="3311" y="110"/>
                    <a:pt x="3310" y="112"/>
                    <a:pt x="3309" y="116"/>
                  </a:cubicBezTo>
                  <a:cubicBezTo>
                    <a:pt x="3313" y="116"/>
                    <a:pt x="3316" y="123"/>
                    <a:pt x="3317" y="131"/>
                  </a:cubicBezTo>
                  <a:cubicBezTo>
                    <a:pt x="3319" y="140"/>
                    <a:pt x="3319" y="145"/>
                    <a:pt x="3317" y="145"/>
                  </a:cubicBezTo>
                  <a:cubicBezTo>
                    <a:pt x="3315" y="145"/>
                    <a:pt x="3312" y="141"/>
                    <a:pt x="3308" y="134"/>
                  </a:cubicBezTo>
                  <a:cubicBezTo>
                    <a:pt x="3307" y="129"/>
                    <a:pt x="3302" y="128"/>
                    <a:pt x="3295" y="128"/>
                  </a:cubicBezTo>
                  <a:cubicBezTo>
                    <a:pt x="3275" y="128"/>
                    <a:pt x="3237" y="144"/>
                    <a:pt x="3236" y="157"/>
                  </a:cubicBezTo>
                  <a:lnTo>
                    <a:pt x="3235" y="148"/>
                  </a:lnTo>
                  <a:cubicBezTo>
                    <a:pt x="3234" y="144"/>
                    <a:pt x="3232" y="142"/>
                    <a:pt x="3227" y="142"/>
                  </a:cubicBezTo>
                  <a:cubicBezTo>
                    <a:pt x="3224" y="142"/>
                    <a:pt x="3218" y="143"/>
                    <a:pt x="3210" y="145"/>
                  </a:cubicBezTo>
                  <a:lnTo>
                    <a:pt x="3197" y="148"/>
                  </a:lnTo>
                  <a:cubicBezTo>
                    <a:pt x="3198" y="157"/>
                    <a:pt x="3191" y="160"/>
                    <a:pt x="3184" y="160"/>
                  </a:cubicBezTo>
                  <a:cubicBezTo>
                    <a:pt x="3177" y="160"/>
                    <a:pt x="3170" y="157"/>
                    <a:pt x="3169" y="154"/>
                  </a:cubicBezTo>
                  <a:cubicBezTo>
                    <a:pt x="3165" y="149"/>
                    <a:pt x="3164" y="147"/>
                    <a:pt x="3161" y="147"/>
                  </a:cubicBezTo>
                  <a:cubicBezTo>
                    <a:pt x="3159" y="147"/>
                    <a:pt x="3156" y="147"/>
                    <a:pt x="3153" y="148"/>
                  </a:cubicBezTo>
                  <a:cubicBezTo>
                    <a:pt x="3148" y="158"/>
                    <a:pt x="3138" y="162"/>
                    <a:pt x="3131" y="162"/>
                  </a:cubicBezTo>
                  <a:cubicBezTo>
                    <a:pt x="3124" y="162"/>
                    <a:pt x="3118" y="159"/>
                    <a:pt x="3117" y="155"/>
                  </a:cubicBezTo>
                  <a:lnTo>
                    <a:pt x="3108" y="157"/>
                  </a:lnTo>
                  <a:cubicBezTo>
                    <a:pt x="3105" y="164"/>
                    <a:pt x="3098" y="168"/>
                    <a:pt x="3091" y="168"/>
                  </a:cubicBezTo>
                  <a:cubicBezTo>
                    <a:pt x="3077" y="172"/>
                    <a:pt x="3072" y="172"/>
                    <a:pt x="3079" y="180"/>
                  </a:cubicBezTo>
                  <a:cubicBezTo>
                    <a:pt x="3081" y="187"/>
                    <a:pt x="3082" y="196"/>
                    <a:pt x="3078" y="197"/>
                  </a:cubicBezTo>
                  <a:lnTo>
                    <a:pt x="3076" y="188"/>
                  </a:lnTo>
                  <a:cubicBezTo>
                    <a:pt x="3075" y="185"/>
                    <a:pt x="3071" y="183"/>
                    <a:pt x="3065" y="183"/>
                  </a:cubicBezTo>
                  <a:cubicBezTo>
                    <a:pt x="3060" y="183"/>
                    <a:pt x="3051" y="185"/>
                    <a:pt x="3042" y="186"/>
                  </a:cubicBezTo>
                  <a:cubicBezTo>
                    <a:pt x="3030" y="189"/>
                    <a:pt x="3022" y="190"/>
                    <a:pt x="3016" y="190"/>
                  </a:cubicBezTo>
                  <a:cubicBezTo>
                    <a:pt x="3011" y="190"/>
                    <a:pt x="3007" y="189"/>
                    <a:pt x="3004" y="185"/>
                  </a:cubicBezTo>
                  <a:lnTo>
                    <a:pt x="3002" y="194"/>
                  </a:lnTo>
                  <a:cubicBezTo>
                    <a:pt x="3000" y="200"/>
                    <a:pt x="2998" y="202"/>
                    <a:pt x="2996" y="202"/>
                  </a:cubicBezTo>
                  <a:cubicBezTo>
                    <a:pt x="2994" y="202"/>
                    <a:pt x="2992" y="200"/>
                    <a:pt x="2991" y="196"/>
                  </a:cubicBezTo>
                  <a:cubicBezTo>
                    <a:pt x="2989" y="194"/>
                    <a:pt x="2986" y="192"/>
                    <a:pt x="2982" y="192"/>
                  </a:cubicBezTo>
                  <a:cubicBezTo>
                    <a:pt x="2974" y="192"/>
                    <a:pt x="2964" y="197"/>
                    <a:pt x="2960" y="203"/>
                  </a:cubicBezTo>
                  <a:lnTo>
                    <a:pt x="2951" y="204"/>
                  </a:lnTo>
                  <a:cubicBezTo>
                    <a:pt x="2947" y="197"/>
                    <a:pt x="2942" y="194"/>
                    <a:pt x="2938" y="194"/>
                  </a:cubicBezTo>
                  <a:cubicBezTo>
                    <a:pt x="2933" y="194"/>
                    <a:pt x="2928" y="199"/>
                    <a:pt x="2927" y="209"/>
                  </a:cubicBezTo>
                  <a:cubicBezTo>
                    <a:pt x="2927" y="203"/>
                    <a:pt x="2924" y="201"/>
                    <a:pt x="2921" y="201"/>
                  </a:cubicBezTo>
                  <a:cubicBezTo>
                    <a:pt x="2919" y="201"/>
                    <a:pt x="2918" y="202"/>
                    <a:pt x="2916" y="202"/>
                  </a:cubicBezTo>
                  <a:cubicBezTo>
                    <a:pt x="2912" y="208"/>
                    <a:pt x="2903" y="212"/>
                    <a:pt x="2897" y="212"/>
                  </a:cubicBezTo>
                  <a:cubicBezTo>
                    <a:pt x="2893" y="212"/>
                    <a:pt x="2890" y="211"/>
                    <a:pt x="2889" y="208"/>
                  </a:cubicBezTo>
                  <a:lnTo>
                    <a:pt x="2885" y="209"/>
                  </a:lnTo>
                  <a:cubicBezTo>
                    <a:pt x="2884" y="214"/>
                    <a:pt x="2878" y="219"/>
                    <a:pt x="2873" y="219"/>
                  </a:cubicBezTo>
                  <a:cubicBezTo>
                    <a:pt x="2867" y="220"/>
                    <a:pt x="2861" y="224"/>
                    <a:pt x="2860" y="230"/>
                  </a:cubicBezTo>
                  <a:cubicBezTo>
                    <a:pt x="2858" y="239"/>
                    <a:pt x="2852" y="240"/>
                    <a:pt x="2852" y="240"/>
                  </a:cubicBezTo>
                  <a:cubicBezTo>
                    <a:pt x="2852" y="240"/>
                    <a:pt x="2852" y="240"/>
                    <a:pt x="2852" y="240"/>
                  </a:cubicBezTo>
                  <a:cubicBezTo>
                    <a:pt x="2848" y="240"/>
                    <a:pt x="2851" y="231"/>
                    <a:pt x="2855" y="222"/>
                  </a:cubicBezTo>
                  <a:cubicBezTo>
                    <a:pt x="2857" y="218"/>
                    <a:pt x="2857" y="217"/>
                    <a:pt x="2855" y="217"/>
                  </a:cubicBezTo>
                  <a:cubicBezTo>
                    <a:pt x="2852" y="217"/>
                    <a:pt x="2844" y="222"/>
                    <a:pt x="2838" y="234"/>
                  </a:cubicBezTo>
                  <a:cubicBezTo>
                    <a:pt x="2832" y="244"/>
                    <a:pt x="2829" y="249"/>
                    <a:pt x="2829" y="249"/>
                  </a:cubicBezTo>
                  <a:cubicBezTo>
                    <a:pt x="2828" y="249"/>
                    <a:pt x="2830" y="244"/>
                    <a:pt x="2833" y="236"/>
                  </a:cubicBezTo>
                  <a:cubicBezTo>
                    <a:pt x="2835" y="229"/>
                    <a:pt x="2837" y="222"/>
                    <a:pt x="2835" y="222"/>
                  </a:cubicBezTo>
                  <a:cubicBezTo>
                    <a:pt x="2835" y="222"/>
                    <a:pt x="2833" y="223"/>
                    <a:pt x="2831" y="227"/>
                  </a:cubicBezTo>
                  <a:cubicBezTo>
                    <a:pt x="2831" y="227"/>
                    <a:pt x="2822" y="229"/>
                    <a:pt x="2823" y="237"/>
                  </a:cubicBezTo>
                  <a:lnTo>
                    <a:pt x="2810" y="239"/>
                  </a:lnTo>
                  <a:cubicBezTo>
                    <a:pt x="2805" y="236"/>
                    <a:pt x="2800" y="234"/>
                    <a:pt x="2795" y="234"/>
                  </a:cubicBezTo>
                  <a:cubicBezTo>
                    <a:pt x="2793" y="234"/>
                    <a:pt x="2791" y="234"/>
                    <a:pt x="2790" y="234"/>
                  </a:cubicBezTo>
                  <a:cubicBezTo>
                    <a:pt x="2788" y="239"/>
                    <a:pt x="2788" y="241"/>
                    <a:pt x="2787" y="241"/>
                  </a:cubicBezTo>
                  <a:cubicBezTo>
                    <a:pt x="2785" y="241"/>
                    <a:pt x="2784" y="239"/>
                    <a:pt x="2781" y="236"/>
                  </a:cubicBezTo>
                  <a:cubicBezTo>
                    <a:pt x="2780" y="233"/>
                    <a:pt x="2779" y="231"/>
                    <a:pt x="2778" y="231"/>
                  </a:cubicBezTo>
                  <a:cubicBezTo>
                    <a:pt x="2777" y="231"/>
                    <a:pt x="2776" y="235"/>
                    <a:pt x="2777" y="246"/>
                  </a:cubicBezTo>
                  <a:cubicBezTo>
                    <a:pt x="2776" y="251"/>
                    <a:pt x="2774" y="253"/>
                    <a:pt x="2771" y="253"/>
                  </a:cubicBezTo>
                  <a:cubicBezTo>
                    <a:pt x="2769" y="253"/>
                    <a:pt x="2767" y="251"/>
                    <a:pt x="2764" y="248"/>
                  </a:cubicBezTo>
                  <a:cubicBezTo>
                    <a:pt x="2762" y="238"/>
                    <a:pt x="2760" y="235"/>
                    <a:pt x="2758" y="235"/>
                  </a:cubicBezTo>
                  <a:cubicBezTo>
                    <a:pt x="2757" y="235"/>
                    <a:pt x="2757" y="237"/>
                    <a:pt x="2758" y="240"/>
                  </a:cubicBezTo>
                  <a:cubicBezTo>
                    <a:pt x="2755" y="249"/>
                    <a:pt x="2750" y="250"/>
                    <a:pt x="2750" y="250"/>
                  </a:cubicBezTo>
                  <a:cubicBezTo>
                    <a:pt x="2750" y="248"/>
                    <a:pt x="2746" y="247"/>
                    <a:pt x="2739" y="247"/>
                  </a:cubicBezTo>
                  <a:cubicBezTo>
                    <a:pt x="2724" y="247"/>
                    <a:pt x="2695" y="252"/>
                    <a:pt x="2666" y="257"/>
                  </a:cubicBezTo>
                  <a:cubicBezTo>
                    <a:pt x="2662" y="258"/>
                    <a:pt x="2658" y="267"/>
                    <a:pt x="2659" y="275"/>
                  </a:cubicBezTo>
                  <a:cubicBezTo>
                    <a:pt x="2661" y="282"/>
                    <a:pt x="2661" y="285"/>
                    <a:pt x="2661" y="285"/>
                  </a:cubicBezTo>
                  <a:cubicBezTo>
                    <a:pt x="2661" y="285"/>
                    <a:pt x="2659" y="280"/>
                    <a:pt x="2655" y="276"/>
                  </a:cubicBezTo>
                  <a:cubicBezTo>
                    <a:pt x="2651" y="265"/>
                    <a:pt x="2646" y="259"/>
                    <a:pt x="2644" y="259"/>
                  </a:cubicBezTo>
                  <a:cubicBezTo>
                    <a:pt x="2641" y="259"/>
                    <a:pt x="2641" y="265"/>
                    <a:pt x="2646" y="278"/>
                  </a:cubicBezTo>
                  <a:cubicBezTo>
                    <a:pt x="2650" y="286"/>
                    <a:pt x="2652" y="290"/>
                    <a:pt x="2651" y="290"/>
                  </a:cubicBezTo>
                  <a:cubicBezTo>
                    <a:pt x="2651" y="290"/>
                    <a:pt x="2648" y="286"/>
                    <a:pt x="2641" y="278"/>
                  </a:cubicBezTo>
                  <a:cubicBezTo>
                    <a:pt x="2638" y="275"/>
                    <a:pt x="2637" y="273"/>
                    <a:pt x="2636" y="273"/>
                  </a:cubicBezTo>
                  <a:cubicBezTo>
                    <a:pt x="2634" y="273"/>
                    <a:pt x="2634" y="276"/>
                    <a:pt x="2632" y="280"/>
                  </a:cubicBezTo>
                  <a:cubicBezTo>
                    <a:pt x="2633" y="285"/>
                    <a:pt x="2632" y="287"/>
                    <a:pt x="2631" y="287"/>
                  </a:cubicBezTo>
                  <a:cubicBezTo>
                    <a:pt x="2630" y="287"/>
                    <a:pt x="2629" y="285"/>
                    <a:pt x="2628" y="280"/>
                  </a:cubicBezTo>
                  <a:cubicBezTo>
                    <a:pt x="2623" y="276"/>
                    <a:pt x="2619" y="270"/>
                    <a:pt x="2617" y="270"/>
                  </a:cubicBezTo>
                  <a:cubicBezTo>
                    <a:pt x="2617" y="270"/>
                    <a:pt x="2616" y="271"/>
                    <a:pt x="2617" y="274"/>
                  </a:cubicBezTo>
                  <a:cubicBezTo>
                    <a:pt x="2617" y="274"/>
                    <a:pt x="2617" y="274"/>
                    <a:pt x="2616" y="274"/>
                  </a:cubicBezTo>
                  <a:cubicBezTo>
                    <a:pt x="2615" y="274"/>
                    <a:pt x="2611" y="273"/>
                    <a:pt x="2606" y="267"/>
                  </a:cubicBezTo>
                  <a:cubicBezTo>
                    <a:pt x="2604" y="265"/>
                    <a:pt x="2603" y="265"/>
                    <a:pt x="2602" y="265"/>
                  </a:cubicBezTo>
                  <a:cubicBezTo>
                    <a:pt x="2598" y="265"/>
                    <a:pt x="2596" y="271"/>
                    <a:pt x="2594" y="278"/>
                  </a:cubicBezTo>
                  <a:cubicBezTo>
                    <a:pt x="2588" y="288"/>
                    <a:pt x="2584" y="293"/>
                    <a:pt x="2582" y="293"/>
                  </a:cubicBezTo>
                  <a:cubicBezTo>
                    <a:pt x="2580" y="293"/>
                    <a:pt x="2579" y="289"/>
                    <a:pt x="2580" y="280"/>
                  </a:cubicBezTo>
                  <a:cubicBezTo>
                    <a:pt x="2581" y="275"/>
                    <a:pt x="2578" y="272"/>
                    <a:pt x="2575" y="272"/>
                  </a:cubicBezTo>
                  <a:cubicBezTo>
                    <a:pt x="2569" y="272"/>
                    <a:pt x="2559" y="282"/>
                    <a:pt x="2558" y="293"/>
                  </a:cubicBezTo>
                  <a:cubicBezTo>
                    <a:pt x="2558" y="303"/>
                    <a:pt x="2558" y="308"/>
                    <a:pt x="2557" y="308"/>
                  </a:cubicBezTo>
                  <a:cubicBezTo>
                    <a:pt x="2557" y="308"/>
                    <a:pt x="2556" y="305"/>
                    <a:pt x="2555" y="302"/>
                  </a:cubicBezTo>
                  <a:cubicBezTo>
                    <a:pt x="2554" y="296"/>
                    <a:pt x="2551" y="295"/>
                    <a:pt x="2550" y="295"/>
                  </a:cubicBezTo>
                  <a:cubicBezTo>
                    <a:pt x="2550" y="295"/>
                    <a:pt x="2549" y="295"/>
                    <a:pt x="2549" y="295"/>
                  </a:cubicBezTo>
                  <a:cubicBezTo>
                    <a:pt x="2548" y="295"/>
                    <a:pt x="2547" y="295"/>
                    <a:pt x="2546" y="295"/>
                  </a:cubicBezTo>
                  <a:cubicBezTo>
                    <a:pt x="2543" y="295"/>
                    <a:pt x="2540" y="294"/>
                    <a:pt x="2538" y="288"/>
                  </a:cubicBezTo>
                  <a:cubicBezTo>
                    <a:pt x="2538" y="288"/>
                    <a:pt x="2534" y="288"/>
                    <a:pt x="2526" y="298"/>
                  </a:cubicBezTo>
                  <a:cubicBezTo>
                    <a:pt x="2523" y="307"/>
                    <a:pt x="2519" y="310"/>
                    <a:pt x="2515" y="310"/>
                  </a:cubicBezTo>
                  <a:cubicBezTo>
                    <a:pt x="2508" y="310"/>
                    <a:pt x="2501" y="304"/>
                    <a:pt x="2497" y="295"/>
                  </a:cubicBezTo>
                  <a:lnTo>
                    <a:pt x="2490" y="305"/>
                  </a:lnTo>
                  <a:cubicBezTo>
                    <a:pt x="2489" y="316"/>
                    <a:pt x="2487" y="324"/>
                    <a:pt x="2485" y="324"/>
                  </a:cubicBezTo>
                  <a:cubicBezTo>
                    <a:pt x="2484" y="324"/>
                    <a:pt x="2483" y="321"/>
                    <a:pt x="2482" y="315"/>
                  </a:cubicBezTo>
                  <a:cubicBezTo>
                    <a:pt x="2481" y="310"/>
                    <a:pt x="2480" y="304"/>
                    <a:pt x="2479" y="304"/>
                  </a:cubicBezTo>
                  <a:lnTo>
                    <a:pt x="2479" y="304"/>
                  </a:lnTo>
                  <a:cubicBezTo>
                    <a:pt x="2479" y="304"/>
                    <a:pt x="2480" y="305"/>
                    <a:pt x="2480" y="307"/>
                  </a:cubicBezTo>
                  <a:cubicBezTo>
                    <a:pt x="2479" y="315"/>
                    <a:pt x="2475" y="318"/>
                    <a:pt x="2471" y="318"/>
                  </a:cubicBezTo>
                  <a:cubicBezTo>
                    <a:pt x="2464" y="318"/>
                    <a:pt x="2457" y="312"/>
                    <a:pt x="2455" y="303"/>
                  </a:cubicBezTo>
                  <a:cubicBezTo>
                    <a:pt x="2454" y="296"/>
                    <a:pt x="2454" y="295"/>
                    <a:pt x="2452" y="295"/>
                  </a:cubicBezTo>
                  <a:cubicBezTo>
                    <a:pt x="2452" y="295"/>
                    <a:pt x="2451" y="295"/>
                    <a:pt x="2450" y="295"/>
                  </a:cubicBezTo>
                  <a:lnTo>
                    <a:pt x="2451" y="303"/>
                  </a:lnTo>
                  <a:cubicBezTo>
                    <a:pt x="2453" y="312"/>
                    <a:pt x="2454" y="320"/>
                    <a:pt x="2450" y="321"/>
                  </a:cubicBezTo>
                  <a:cubicBezTo>
                    <a:pt x="2448" y="321"/>
                    <a:pt x="2447" y="321"/>
                    <a:pt x="2446" y="321"/>
                  </a:cubicBezTo>
                  <a:cubicBezTo>
                    <a:pt x="2443" y="321"/>
                    <a:pt x="2440" y="320"/>
                    <a:pt x="2438" y="314"/>
                  </a:cubicBezTo>
                  <a:cubicBezTo>
                    <a:pt x="2435" y="309"/>
                    <a:pt x="2431" y="303"/>
                    <a:pt x="2429" y="303"/>
                  </a:cubicBezTo>
                  <a:cubicBezTo>
                    <a:pt x="2428" y="303"/>
                    <a:pt x="2428" y="305"/>
                    <a:pt x="2428" y="307"/>
                  </a:cubicBezTo>
                  <a:cubicBezTo>
                    <a:pt x="2428" y="307"/>
                    <a:pt x="2424" y="307"/>
                    <a:pt x="2417" y="301"/>
                  </a:cubicBezTo>
                  <a:lnTo>
                    <a:pt x="2399" y="303"/>
                  </a:lnTo>
                  <a:cubicBezTo>
                    <a:pt x="2397" y="308"/>
                    <a:pt x="2394" y="311"/>
                    <a:pt x="2391" y="311"/>
                  </a:cubicBezTo>
                  <a:cubicBezTo>
                    <a:pt x="2388" y="311"/>
                    <a:pt x="2386" y="309"/>
                    <a:pt x="2386" y="305"/>
                  </a:cubicBezTo>
                  <a:cubicBezTo>
                    <a:pt x="2379" y="306"/>
                    <a:pt x="2374" y="311"/>
                    <a:pt x="2373" y="316"/>
                  </a:cubicBezTo>
                  <a:cubicBezTo>
                    <a:pt x="2370" y="317"/>
                    <a:pt x="2367" y="317"/>
                    <a:pt x="2365" y="317"/>
                  </a:cubicBezTo>
                  <a:cubicBezTo>
                    <a:pt x="2360" y="317"/>
                    <a:pt x="2358" y="316"/>
                    <a:pt x="2358" y="311"/>
                  </a:cubicBezTo>
                  <a:cubicBezTo>
                    <a:pt x="2357" y="306"/>
                    <a:pt x="2357" y="304"/>
                    <a:pt x="2356" y="304"/>
                  </a:cubicBezTo>
                  <a:cubicBezTo>
                    <a:pt x="2356" y="304"/>
                    <a:pt x="2355" y="306"/>
                    <a:pt x="2353" y="311"/>
                  </a:cubicBezTo>
                  <a:cubicBezTo>
                    <a:pt x="2354" y="320"/>
                    <a:pt x="2350" y="320"/>
                    <a:pt x="2345" y="321"/>
                  </a:cubicBezTo>
                  <a:lnTo>
                    <a:pt x="2336" y="322"/>
                  </a:lnTo>
                  <a:cubicBezTo>
                    <a:pt x="2337" y="331"/>
                    <a:pt x="2337" y="331"/>
                    <a:pt x="2333" y="332"/>
                  </a:cubicBezTo>
                  <a:cubicBezTo>
                    <a:pt x="2328" y="332"/>
                    <a:pt x="2313" y="326"/>
                    <a:pt x="2308" y="326"/>
                  </a:cubicBezTo>
                  <a:cubicBezTo>
                    <a:pt x="2295" y="330"/>
                    <a:pt x="2295" y="330"/>
                    <a:pt x="2300" y="337"/>
                  </a:cubicBezTo>
                  <a:cubicBezTo>
                    <a:pt x="2304" y="337"/>
                    <a:pt x="2306" y="340"/>
                    <a:pt x="2303" y="340"/>
                  </a:cubicBezTo>
                  <a:cubicBezTo>
                    <a:pt x="2301" y="340"/>
                    <a:pt x="2299" y="340"/>
                    <a:pt x="2296" y="338"/>
                  </a:cubicBezTo>
                  <a:cubicBezTo>
                    <a:pt x="2285" y="335"/>
                    <a:pt x="2274" y="334"/>
                    <a:pt x="2262" y="334"/>
                  </a:cubicBezTo>
                  <a:cubicBezTo>
                    <a:pt x="2244" y="338"/>
                    <a:pt x="2244" y="338"/>
                    <a:pt x="2245" y="347"/>
                  </a:cubicBezTo>
                  <a:cubicBezTo>
                    <a:pt x="2249" y="355"/>
                    <a:pt x="2250" y="359"/>
                    <a:pt x="2249" y="359"/>
                  </a:cubicBezTo>
                  <a:cubicBezTo>
                    <a:pt x="2247" y="359"/>
                    <a:pt x="2244" y="355"/>
                    <a:pt x="2241" y="347"/>
                  </a:cubicBezTo>
                  <a:cubicBezTo>
                    <a:pt x="2234" y="338"/>
                    <a:pt x="2230" y="335"/>
                    <a:pt x="2227" y="335"/>
                  </a:cubicBezTo>
                  <a:cubicBezTo>
                    <a:pt x="2225" y="335"/>
                    <a:pt x="2225" y="337"/>
                    <a:pt x="2225" y="341"/>
                  </a:cubicBezTo>
                  <a:cubicBezTo>
                    <a:pt x="2222" y="350"/>
                    <a:pt x="2222" y="350"/>
                    <a:pt x="2217" y="351"/>
                  </a:cubicBezTo>
                  <a:cubicBezTo>
                    <a:pt x="2217" y="347"/>
                    <a:pt x="2216" y="345"/>
                    <a:pt x="2214" y="345"/>
                  </a:cubicBezTo>
                  <a:cubicBezTo>
                    <a:pt x="2211" y="345"/>
                    <a:pt x="2208" y="348"/>
                    <a:pt x="2204" y="353"/>
                  </a:cubicBezTo>
                  <a:cubicBezTo>
                    <a:pt x="2199" y="353"/>
                    <a:pt x="2199" y="353"/>
                    <a:pt x="2198" y="346"/>
                  </a:cubicBezTo>
                  <a:lnTo>
                    <a:pt x="2188" y="347"/>
                  </a:lnTo>
                  <a:cubicBezTo>
                    <a:pt x="2185" y="356"/>
                    <a:pt x="2176" y="360"/>
                    <a:pt x="2166" y="360"/>
                  </a:cubicBezTo>
                  <a:cubicBezTo>
                    <a:pt x="2158" y="360"/>
                    <a:pt x="2150" y="357"/>
                    <a:pt x="2147" y="353"/>
                  </a:cubicBezTo>
                  <a:cubicBezTo>
                    <a:pt x="2147" y="353"/>
                    <a:pt x="2142" y="353"/>
                    <a:pt x="2139" y="363"/>
                  </a:cubicBezTo>
                  <a:cubicBezTo>
                    <a:pt x="2138" y="372"/>
                    <a:pt x="2137" y="377"/>
                    <a:pt x="2135" y="377"/>
                  </a:cubicBezTo>
                  <a:cubicBezTo>
                    <a:pt x="2133" y="377"/>
                    <a:pt x="2132" y="373"/>
                    <a:pt x="2130" y="365"/>
                  </a:cubicBezTo>
                  <a:cubicBezTo>
                    <a:pt x="2129" y="356"/>
                    <a:pt x="2128" y="352"/>
                    <a:pt x="2128" y="352"/>
                  </a:cubicBezTo>
                  <a:cubicBezTo>
                    <a:pt x="2127" y="352"/>
                    <a:pt x="2127" y="356"/>
                    <a:pt x="2125" y="365"/>
                  </a:cubicBezTo>
                  <a:cubicBezTo>
                    <a:pt x="2124" y="370"/>
                    <a:pt x="2118" y="373"/>
                    <a:pt x="2112" y="373"/>
                  </a:cubicBezTo>
                  <a:cubicBezTo>
                    <a:pt x="2106" y="373"/>
                    <a:pt x="2100" y="369"/>
                    <a:pt x="2101" y="360"/>
                  </a:cubicBezTo>
                  <a:lnTo>
                    <a:pt x="2099" y="343"/>
                  </a:lnTo>
                  <a:cubicBezTo>
                    <a:pt x="2095" y="352"/>
                    <a:pt x="2091" y="353"/>
                    <a:pt x="2091" y="353"/>
                  </a:cubicBezTo>
                  <a:cubicBezTo>
                    <a:pt x="2092" y="361"/>
                    <a:pt x="2087" y="362"/>
                    <a:pt x="2073" y="365"/>
                  </a:cubicBezTo>
                  <a:cubicBezTo>
                    <a:pt x="2064" y="366"/>
                    <a:pt x="2047" y="377"/>
                    <a:pt x="2038" y="379"/>
                  </a:cubicBezTo>
                  <a:cubicBezTo>
                    <a:pt x="2034" y="380"/>
                    <a:pt x="2029" y="380"/>
                    <a:pt x="2024" y="380"/>
                  </a:cubicBezTo>
                  <a:cubicBezTo>
                    <a:pt x="2018" y="380"/>
                    <a:pt x="2012" y="379"/>
                    <a:pt x="2009" y="375"/>
                  </a:cubicBezTo>
                  <a:cubicBezTo>
                    <a:pt x="2004" y="376"/>
                    <a:pt x="2000" y="376"/>
                    <a:pt x="1992" y="386"/>
                  </a:cubicBezTo>
                  <a:cubicBezTo>
                    <a:pt x="1990" y="391"/>
                    <a:pt x="1986" y="393"/>
                    <a:pt x="1983" y="393"/>
                  </a:cubicBezTo>
                  <a:cubicBezTo>
                    <a:pt x="1980" y="393"/>
                    <a:pt x="1978" y="392"/>
                    <a:pt x="1977" y="388"/>
                  </a:cubicBezTo>
                  <a:lnTo>
                    <a:pt x="1973" y="388"/>
                  </a:lnTo>
                  <a:cubicBezTo>
                    <a:pt x="1965" y="398"/>
                    <a:pt x="1961" y="399"/>
                    <a:pt x="1961" y="399"/>
                  </a:cubicBezTo>
                  <a:cubicBezTo>
                    <a:pt x="1960" y="393"/>
                    <a:pt x="1957" y="388"/>
                    <a:pt x="1954" y="388"/>
                  </a:cubicBezTo>
                  <a:cubicBezTo>
                    <a:pt x="1952" y="388"/>
                    <a:pt x="1951" y="389"/>
                    <a:pt x="1950" y="393"/>
                  </a:cubicBezTo>
                  <a:cubicBezTo>
                    <a:pt x="1952" y="400"/>
                    <a:pt x="1947" y="402"/>
                    <a:pt x="1937" y="403"/>
                  </a:cubicBezTo>
                  <a:cubicBezTo>
                    <a:pt x="1936" y="402"/>
                    <a:pt x="1932" y="401"/>
                    <a:pt x="1927" y="401"/>
                  </a:cubicBezTo>
                  <a:cubicBezTo>
                    <a:pt x="1890" y="401"/>
                    <a:pt x="1774" y="419"/>
                    <a:pt x="1775" y="426"/>
                  </a:cubicBezTo>
                  <a:lnTo>
                    <a:pt x="1762" y="429"/>
                  </a:lnTo>
                  <a:lnTo>
                    <a:pt x="1747" y="431"/>
                  </a:lnTo>
                  <a:cubicBezTo>
                    <a:pt x="1747" y="425"/>
                    <a:pt x="1743" y="422"/>
                    <a:pt x="1738" y="422"/>
                  </a:cubicBezTo>
                  <a:cubicBezTo>
                    <a:pt x="1730" y="422"/>
                    <a:pt x="1719" y="429"/>
                    <a:pt x="1710" y="435"/>
                  </a:cubicBezTo>
                  <a:cubicBezTo>
                    <a:pt x="1709" y="442"/>
                    <a:pt x="1705" y="446"/>
                    <a:pt x="1698" y="446"/>
                  </a:cubicBezTo>
                  <a:cubicBezTo>
                    <a:pt x="1697" y="437"/>
                    <a:pt x="1692" y="434"/>
                    <a:pt x="1687" y="434"/>
                  </a:cubicBezTo>
                  <a:cubicBezTo>
                    <a:pt x="1683" y="434"/>
                    <a:pt x="1677" y="436"/>
                    <a:pt x="1673" y="441"/>
                  </a:cubicBezTo>
                  <a:cubicBezTo>
                    <a:pt x="1673" y="450"/>
                    <a:pt x="1671" y="454"/>
                    <a:pt x="1669" y="454"/>
                  </a:cubicBezTo>
                  <a:cubicBezTo>
                    <a:pt x="1667" y="454"/>
                    <a:pt x="1665" y="450"/>
                    <a:pt x="1664" y="442"/>
                  </a:cubicBezTo>
                  <a:cubicBezTo>
                    <a:pt x="1663" y="435"/>
                    <a:pt x="1661" y="431"/>
                    <a:pt x="1659" y="431"/>
                  </a:cubicBezTo>
                  <a:cubicBezTo>
                    <a:pt x="1655" y="431"/>
                    <a:pt x="1651" y="438"/>
                    <a:pt x="1648" y="453"/>
                  </a:cubicBezTo>
                  <a:cubicBezTo>
                    <a:pt x="1646" y="458"/>
                    <a:pt x="1645" y="460"/>
                    <a:pt x="1644" y="460"/>
                  </a:cubicBezTo>
                  <a:cubicBezTo>
                    <a:pt x="1643" y="460"/>
                    <a:pt x="1641" y="458"/>
                    <a:pt x="1639" y="454"/>
                  </a:cubicBezTo>
                  <a:cubicBezTo>
                    <a:pt x="1634" y="445"/>
                    <a:pt x="1631" y="441"/>
                    <a:pt x="1629" y="441"/>
                  </a:cubicBezTo>
                  <a:cubicBezTo>
                    <a:pt x="1627" y="441"/>
                    <a:pt x="1627" y="444"/>
                    <a:pt x="1627" y="448"/>
                  </a:cubicBezTo>
                  <a:cubicBezTo>
                    <a:pt x="1626" y="456"/>
                    <a:pt x="1624" y="461"/>
                    <a:pt x="1622" y="461"/>
                  </a:cubicBezTo>
                  <a:cubicBezTo>
                    <a:pt x="1620" y="461"/>
                    <a:pt x="1617" y="457"/>
                    <a:pt x="1614" y="449"/>
                  </a:cubicBezTo>
                  <a:cubicBezTo>
                    <a:pt x="1608" y="441"/>
                    <a:pt x="1605" y="437"/>
                    <a:pt x="1603" y="437"/>
                  </a:cubicBezTo>
                  <a:cubicBezTo>
                    <a:pt x="1601" y="437"/>
                    <a:pt x="1600" y="442"/>
                    <a:pt x="1599" y="451"/>
                  </a:cubicBezTo>
                  <a:cubicBezTo>
                    <a:pt x="1601" y="461"/>
                    <a:pt x="1593" y="466"/>
                    <a:pt x="1586" y="466"/>
                  </a:cubicBezTo>
                  <a:cubicBezTo>
                    <a:pt x="1580" y="466"/>
                    <a:pt x="1573" y="462"/>
                    <a:pt x="1572" y="454"/>
                  </a:cubicBezTo>
                  <a:cubicBezTo>
                    <a:pt x="1572" y="454"/>
                    <a:pt x="1572" y="454"/>
                    <a:pt x="1571" y="454"/>
                  </a:cubicBezTo>
                  <a:cubicBezTo>
                    <a:pt x="1569" y="454"/>
                    <a:pt x="1565" y="452"/>
                    <a:pt x="1563" y="452"/>
                  </a:cubicBezTo>
                  <a:cubicBezTo>
                    <a:pt x="1562" y="452"/>
                    <a:pt x="1562" y="453"/>
                    <a:pt x="1562" y="455"/>
                  </a:cubicBezTo>
                  <a:lnTo>
                    <a:pt x="1557" y="448"/>
                  </a:lnTo>
                  <a:lnTo>
                    <a:pt x="1548" y="450"/>
                  </a:lnTo>
                  <a:lnTo>
                    <a:pt x="1549" y="458"/>
                  </a:lnTo>
                  <a:cubicBezTo>
                    <a:pt x="1539" y="457"/>
                    <a:pt x="1530" y="456"/>
                    <a:pt x="1521" y="456"/>
                  </a:cubicBezTo>
                  <a:cubicBezTo>
                    <a:pt x="1508" y="456"/>
                    <a:pt x="1496" y="457"/>
                    <a:pt x="1483" y="458"/>
                  </a:cubicBezTo>
                  <a:cubicBezTo>
                    <a:pt x="1432" y="464"/>
                    <a:pt x="1423" y="466"/>
                    <a:pt x="1429" y="473"/>
                  </a:cubicBezTo>
                  <a:cubicBezTo>
                    <a:pt x="1432" y="482"/>
                    <a:pt x="1432" y="487"/>
                    <a:pt x="1429" y="487"/>
                  </a:cubicBezTo>
                  <a:cubicBezTo>
                    <a:pt x="1427" y="487"/>
                    <a:pt x="1423" y="483"/>
                    <a:pt x="1419" y="475"/>
                  </a:cubicBezTo>
                  <a:cubicBezTo>
                    <a:pt x="1418" y="475"/>
                    <a:pt x="1418" y="475"/>
                    <a:pt x="1418" y="475"/>
                  </a:cubicBezTo>
                  <a:cubicBezTo>
                    <a:pt x="1414" y="475"/>
                    <a:pt x="1406" y="470"/>
                    <a:pt x="1399" y="470"/>
                  </a:cubicBezTo>
                  <a:cubicBezTo>
                    <a:pt x="1397" y="470"/>
                    <a:pt x="1396" y="470"/>
                    <a:pt x="1395" y="470"/>
                  </a:cubicBezTo>
                  <a:cubicBezTo>
                    <a:pt x="1392" y="470"/>
                    <a:pt x="1389" y="471"/>
                    <a:pt x="1386" y="471"/>
                  </a:cubicBezTo>
                  <a:cubicBezTo>
                    <a:pt x="1380" y="471"/>
                    <a:pt x="1376" y="469"/>
                    <a:pt x="1375" y="463"/>
                  </a:cubicBezTo>
                  <a:lnTo>
                    <a:pt x="1370" y="464"/>
                  </a:lnTo>
                  <a:cubicBezTo>
                    <a:pt x="1366" y="477"/>
                    <a:pt x="1351" y="482"/>
                    <a:pt x="1338" y="482"/>
                  </a:cubicBezTo>
                  <a:cubicBezTo>
                    <a:pt x="1332" y="482"/>
                    <a:pt x="1326" y="481"/>
                    <a:pt x="1321" y="479"/>
                  </a:cubicBezTo>
                  <a:cubicBezTo>
                    <a:pt x="1312" y="479"/>
                    <a:pt x="1304" y="484"/>
                    <a:pt x="1299" y="490"/>
                  </a:cubicBezTo>
                  <a:cubicBezTo>
                    <a:pt x="1295" y="496"/>
                    <a:pt x="1293" y="498"/>
                    <a:pt x="1291" y="498"/>
                  </a:cubicBezTo>
                  <a:cubicBezTo>
                    <a:pt x="1289" y="498"/>
                    <a:pt x="1288" y="496"/>
                    <a:pt x="1285" y="492"/>
                  </a:cubicBezTo>
                  <a:cubicBezTo>
                    <a:pt x="1285" y="488"/>
                    <a:pt x="1277" y="484"/>
                    <a:pt x="1269" y="484"/>
                  </a:cubicBezTo>
                  <a:cubicBezTo>
                    <a:pt x="1262" y="484"/>
                    <a:pt x="1256" y="488"/>
                    <a:pt x="1257" y="496"/>
                  </a:cubicBezTo>
                  <a:lnTo>
                    <a:pt x="1252" y="488"/>
                  </a:lnTo>
                  <a:cubicBezTo>
                    <a:pt x="1250" y="486"/>
                    <a:pt x="1249" y="485"/>
                    <a:pt x="1248" y="485"/>
                  </a:cubicBezTo>
                  <a:cubicBezTo>
                    <a:pt x="1244" y="485"/>
                    <a:pt x="1243" y="491"/>
                    <a:pt x="1244" y="497"/>
                  </a:cubicBezTo>
                  <a:cubicBezTo>
                    <a:pt x="1245" y="505"/>
                    <a:pt x="1244" y="509"/>
                    <a:pt x="1242" y="509"/>
                  </a:cubicBezTo>
                  <a:cubicBezTo>
                    <a:pt x="1240" y="509"/>
                    <a:pt x="1237" y="503"/>
                    <a:pt x="1232" y="490"/>
                  </a:cubicBezTo>
                  <a:cubicBezTo>
                    <a:pt x="1231" y="481"/>
                    <a:pt x="1229" y="476"/>
                    <a:pt x="1228" y="476"/>
                  </a:cubicBezTo>
                  <a:cubicBezTo>
                    <a:pt x="1227" y="476"/>
                    <a:pt x="1226" y="479"/>
                    <a:pt x="1227" y="482"/>
                  </a:cubicBezTo>
                  <a:cubicBezTo>
                    <a:pt x="1224" y="489"/>
                    <a:pt x="1222" y="495"/>
                    <a:pt x="1219" y="495"/>
                  </a:cubicBezTo>
                  <a:cubicBezTo>
                    <a:pt x="1217" y="495"/>
                    <a:pt x="1216" y="495"/>
                    <a:pt x="1215" y="492"/>
                  </a:cubicBezTo>
                  <a:cubicBezTo>
                    <a:pt x="1210" y="492"/>
                    <a:pt x="1204" y="494"/>
                    <a:pt x="1207" y="510"/>
                  </a:cubicBezTo>
                  <a:cubicBezTo>
                    <a:pt x="1208" y="518"/>
                    <a:pt x="1203" y="519"/>
                    <a:pt x="1199" y="519"/>
                  </a:cubicBezTo>
                  <a:cubicBezTo>
                    <a:pt x="1198" y="514"/>
                    <a:pt x="1199" y="508"/>
                    <a:pt x="1201" y="503"/>
                  </a:cubicBezTo>
                  <a:lnTo>
                    <a:pt x="1201" y="503"/>
                  </a:lnTo>
                  <a:lnTo>
                    <a:pt x="1192" y="504"/>
                  </a:lnTo>
                  <a:cubicBezTo>
                    <a:pt x="1184" y="503"/>
                    <a:pt x="1178" y="496"/>
                    <a:pt x="1176" y="488"/>
                  </a:cubicBezTo>
                  <a:cubicBezTo>
                    <a:pt x="1174" y="485"/>
                    <a:pt x="1172" y="483"/>
                    <a:pt x="1171" y="483"/>
                  </a:cubicBezTo>
                  <a:cubicBezTo>
                    <a:pt x="1168" y="483"/>
                    <a:pt x="1168" y="487"/>
                    <a:pt x="1173" y="497"/>
                  </a:cubicBezTo>
                  <a:cubicBezTo>
                    <a:pt x="1175" y="514"/>
                    <a:pt x="1175" y="514"/>
                    <a:pt x="1165" y="515"/>
                  </a:cubicBezTo>
                  <a:cubicBezTo>
                    <a:pt x="1164" y="515"/>
                    <a:pt x="1163" y="515"/>
                    <a:pt x="1162" y="515"/>
                  </a:cubicBezTo>
                  <a:cubicBezTo>
                    <a:pt x="1158" y="515"/>
                    <a:pt x="1156" y="514"/>
                    <a:pt x="1155" y="508"/>
                  </a:cubicBezTo>
                  <a:cubicBezTo>
                    <a:pt x="1154" y="502"/>
                    <a:pt x="1154" y="500"/>
                    <a:pt x="1150" y="500"/>
                  </a:cubicBezTo>
                  <a:cubicBezTo>
                    <a:pt x="1149" y="500"/>
                    <a:pt x="1147" y="500"/>
                    <a:pt x="1145" y="500"/>
                  </a:cubicBezTo>
                  <a:cubicBezTo>
                    <a:pt x="1130" y="503"/>
                    <a:pt x="1120" y="529"/>
                    <a:pt x="1118" y="546"/>
                  </a:cubicBezTo>
                  <a:cubicBezTo>
                    <a:pt x="1119" y="555"/>
                    <a:pt x="1120" y="559"/>
                    <a:pt x="1119" y="559"/>
                  </a:cubicBezTo>
                  <a:cubicBezTo>
                    <a:pt x="1118" y="559"/>
                    <a:pt x="1116" y="555"/>
                    <a:pt x="1112" y="547"/>
                  </a:cubicBezTo>
                  <a:cubicBezTo>
                    <a:pt x="1112" y="540"/>
                    <a:pt x="1109" y="540"/>
                    <a:pt x="1105" y="540"/>
                  </a:cubicBezTo>
                  <a:cubicBezTo>
                    <a:pt x="1104" y="540"/>
                    <a:pt x="1103" y="540"/>
                    <a:pt x="1102" y="540"/>
                  </a:cubicBezTo>
                  <a:cubicBezTo>
                    <a:pt x="1101" y="532"/>
                    <a:pt x="1106" y="531"/>
                    <a:pt x="1111" y="531"/>
                  </a:cubicBezTo>
                  <a:lnTo>
                    <a:pt x="1110" y="522"/>
                  </a:lnTo>
                  <a:cubicBezTo>
                    <a:pt x="1107" y="514"/>
                    <a:pt x="1104" y="510"/>
                    <a:pt x="1101" y="510"/>
                  </a:cubicBezTo>
                  <a:cubicBezTo>
                    <a:pt x="1099" y="510"/>
                    <a:pt x="1097" y="515"/>
                    <a:pt x="1096" y="524"/>
                  </a:cubicBezTo>
                  <a:cubicBezTo>
                    <a:pt x="1094" y="529"/>
                    <a:pt x="1093" y="531"/>
                    <a:pt x="1092" y="531"/>
                  </a:cubicBezTo>
                  <a:cubicBezTo>
                    <a:pt x="1091" y="531"/>
                    <a:pt x="1089" y="529"/>
                    <a:pt x="1087" y="525"/>
                  </a:cubicBezTo>
                  <a:cubicBezTo>
                    <a:pt x="1083" y="519"/>
                    <a:pt x="1079" y="513"/>
                    <a:pt x="1077" y="513"/>
                  </a:cubicBezTo>
                  <a:cubicBezTo>
                    <a:pt x="1077" y="513"/>
                    <a:pt x="1076" y="514"/>
                    <a:pt x="1077" y="517"/>
                  </a:cubicBezTo>
                  <a:cubicBezTo>
                    <a:pt x="1071" y="517"/>
                    <a:pt x="1064" y="515"/>
                    <a:pt x="1061" y="510"/>
                  </a:cubicBezTo>
                  <a:cubicBezTo>
                    <a:pt x="1052" y="512"/>
                    <a:pt x="1047" y="512"/>
                    <a:pt x="1049" y="521"/>
                  </a:cubicBezTo>
                  <a:cubicBezTo>
                    <a:pt x="1050" y="528"/>
                    <a:pt x="1045" y="529"/>
                    <a:pt x="1041" y="529"/>
                  </a:cubicBezTo>
                  <a:cubicBezTo>
                    <a:pt x="1035" y="531"/>
                    <a:pt x="1031" y="531"/>
                    <a:pt x="1032" y="540"/>
                  </a:cubicBezTo>
                  <a:cubicBezTo>
                    <a:pt x="1034" y="547"/>
                    <a:pt x="1028" y="556"/>
                    <a:pt x="1020" y="558"/>
                  </a:cubicBezTo>
                  <a:cubicBezTo>
                    <a:pt x="1017" y="562"/>
                    <a:pt x="1014" y="564"/>
                    <a:pt x="1013" y="564"/>
                  </a:cubicBezTo>
                  <a:cubicBezTo>
                    <a:pt x="1010" y="564"/>
                    <a:pt x="1009" y="560"/>
                    <a:pt x="1005" y="551"/>
                  </a:cubicBezTo>
                  <a:cubicBezTo>
                    <a:pt x="1004" y="545"/>
                    <a:pt x="1001" y="544"/>
                    <a:pt x="998" y="544"/>
                  </a:cubicBezTo>
                  <a:cubicBezTo>
                    <a:pt x="997" y="544"/>
                    <a:pt x="996" y="544"/>
                    <a:pt x="995" y="544"/>
                  </a:cubicBezTo>
                  <a:cubicBezTo>
                    <a:pt x="995" y="544"/>
                    <a:pt x="990" y="544"/>
                    <a:pt x="985" y="536"/>
                  </a:cubicBezTo>
                  <a:cubicBezTo>
                    <a:pt x="983" y="534"/>
                    <a:pt x="982" y="533"/>
                    <a:pt x="981" y="533"/>
                  </a:cubicBezTo>
                  <a:cubicBezTo>
                    <a:pt x="980" y="533"/>
                    <a:pt x="980" y="539"/>
                    <a:pt x="981" y="545"/>
                  </a:cubicBezTo>
                  <a:cubicBezTo>
                    <a:pt x="982" y="554"/>
                    <a:pt x="983" y="562"/>
                    <a:pt x="983" y="562"/>
                  </a:cubicBezTo>
                  <a:cubicBezTo>
                    <a:pt x="983" y="562"/>
                    <a:pt x="983" y="562"/>
                    <a:pt x="983" y="562"/>
                  </a:cubicBezTo>
                  <a:cubicBezTo>
                    <a:pt x="977" y="562"/>
                    <a:pt x="971" y="546"/>
                    <a:pt x="971" y="538"/>
                  </a:cubicBezTo>
                  <a:cubicBezTo>
                    <a:pt x="968" y="530"/>
                    <a:pt x="966" y="526"/>
                    <a:pt x="965" y="526"/>
                  </a:cubicBezTo>
                  <a:lnTo>
                    <a:pt x="965" y="526"/>
                  </a:lnTo>
                  <a:cubicBezTo>
                    <a:pt x="965" y="526"/>
                    <a:pt x="965" y="530"/>
                    <a:pt x="966" y="538"/>
                  </a:cubicBezTo>
                  <a:cubicBezTo>
                    <a:pt x="966" y="545"/>
                    <a:pt x="965" y="552"/>
                    <a:pt x="960" y="552"/>
                  </a:cubicBezTo>
                  <a:cubicBezTo>
                    <a:pt x="958" y="552"/>
                    <a:pt x="956" y="551"/>
                    <a:pt x="953" y="549"/>
                  </a:cubicBezTo>
                  <a:cubicBezTo>
                    <a:pt x="950" y="549"/>
                    <a:pt x="947" y="549"/>
                    <a:pt x="944" y="549"/>
                  </a:cubicBezTo>
                  <a:cubicBezTo>
                    <a:pt x="938" y="549"/>
                    <a:pt x="934" y="548"/>
                    <a:pt x="933" y="542"/>
                  </a:cubicBezTo>
                  <a:cubicBezTo>
                    <a:pt x="931" y="539"/>
                    <a:pt x="930" y="539"/>
                    <a:pt x="929" y="539"/>
                  </a:cubicBezTo>
                  <a:cubicBezTo>
                    <a:pt x="926" y="539"/>
                    <a:pt x="924" y="543"/>
                    <a:pt x="924" y="543"/>
                  </a:cubicBezTo>
                  <a:cubicBezTo>
                    <a:pt x="922" y="548"/>
                    <a:pt x="920" y="550"/>
                    <a:pt x="916" y="550"/>
                  </a:cubicBezTo>
                  <a:cubicBezTo>
                    <a:pt x="913" y="550"/>
                    <a:pt x="908" y="548"/>
                    <a:pt x="900" y="545"/>
                  </a:cubicBezTo>
                  <a:cubicBezTo>
                    <a:pt x="889" y="538"/>
                    <a:pt x="882" y="535"/>
                    <a:pt x="879" y="535"/>
                  </a:cubicBezTo>
                  <a:cubicBezTo>
                    <a:pt x="876" y="535"/>
                    <a:pt x="877" y="539"/>
                    <a:pt x="878" y="547"/>
                  </a:cubicBezTo>
                  <a:cubicBezTo>
                    <a:pt x="879" y="553"/>
                    <a:pt x="879" y="558"/>
                    <a:pt x="878" y="558"/>
                  </a:cubicBezTo>
                  <a:cubicBezTo>
                    <a:pt x="877" y="558"/>
                    <a:pt x="876" y="555"/>
                    <a:pt x="874" y="549"/>
                  </a:cubicBezTo>
                  <a:cubicBezTo>
                    <a:pt x="872" y="546"/>
                    <a:pt x="871" y="546"/>
                    <a:pt x="869" y="546"/>
                  </a:cubicBezTo>
                  <a:cubicBezTo>
                    <a:pt x="865" y="546"/>
                    <a:pt x="861" y="552"/>
                    <a:pt x="856" y="559"/>
                  </a:cubicBezTo>
                  <a:cubicBezTo>
                    <a:pt x="853" y="570"/>
                    <a:pt x="852" y="582"/>
                    <a:pt x="854" y="593"/>
                  </a:cubicBezTo>
                  <a:cubicBezTo>
                    <a:pt x="856" y="603"/>
                    <a:pt x="856" y="607"/>
                    <a:pt x="854" y="607"/>
                  </a:cubicBezTo>
                  <a:cubicBezTo>
                    <a:pt x="853" y="607"/>
                    <a:pt x="851" y="606"/>
                    <a:pt x="847" y="602"/>
                  </a:cubicBezTo>
                  <a:cubicBezTo>
                    <a:pt x="846" y="602"/>
                    <a:pt x="846" y="603"/>
                    <a:pt x="846" y="603"/>
                  </a:cubicBezTo>
                  <a:cubicBezTo>
                    <a:pt x="841" y="603"/>
                    <a:pt x="836" y="595"/>
                    <a:pt x="835" y="587"/>
                  </a:cubicBezTo>
                  <a:cubicBezTo>
                    <a:pt x="834" y="579"/>
                    <a:pt x="839" y="578"/>
                    <a:pt x="839" y="578"/>
                  </a:cubicBezTo>
                  <a:lnTo>
                    <a:pt x="843" y="578"/>
                  </a:lnTo>
                  <a:cubicBezTo>
                    <a:pt x="842" y="569"/>
                    <a:pt x="841" y="561"/>
                    <a:pt x="832" y="561"/>
                  </a:cubicBezTo>
                  <a:cubicBezTo>
                    <a:pt x="829" y="557"/>
                    <a:pt x="827" y="556"/>
                    <a:pt x="825" y="556"/>
                  </a:cubicBezTo>
                  <a:cubicBezTo>
                    <a:pt x="823" y="556"/>
                    <a:pt x="822" y="558"/>
                    <a:pt x="823" y="562"/>
                  </a:cubicBezTo>
                  <a:cubicBezTo>
                    <a:pt x="819" y="557"/>
                    <a:pt x="814" y="556"/>
                    <a:pt x="809" y="556"/>
                  </a:cubicBezTo>
                  <a:cubicBezTo>
                    <a:pt x="805" y="556"/>
                    <a:pt x="802" y="556"/>
                    <a:pt x="798" y="556"/>
                  </a:cubicBezTo>
                  <a:cubicBezTo>
                    <a:pt x="795" y="557"/>
                    <a:pt x="791" y="557"/>
                    <a:pt x="788" y="557"/>
                  </a:cubicBezTo>
                  <a:cubicBezTo>
                    <a:pt x="781" y="557"/>
                    <a:pt x="774" y="556"/>
                    <a:pt x="770" y="551"/>
                  </a:cubicBezTo>
                  <a:cubicBezTo>
                    <a:pt x="760" y="552"/>
                    <a:pt x="756" y="553"/>
                    <a:pt x="757" y="561"/>
                  </a:cubicBezTo>
                  <a:cubicBezTo>
                    <a:pt x="758" y="571"/>
                    <a:pt x="757" y="575"/>
                    <a:pt x="756" y="575"/>
                  </a:cubicBezTo>
                  <a:cubicBezTo>
                    <a:pt x="755" y="575"/>
                    <a:pt x="754" y="573"/>
                    <a:pt x="753" y="570"/>
                  </a:cubicBezTo>
                  <a:cubicBezTo>
                    <a:pt x="750" y="562"/>
                    <a:pt x="731" y="557"/>
                    <a:pt x="713" y="557"/>
                  </a:cubicBezTo>
                  <a:cubicBezTo>
                    <a:pt x="698" y="557"/>
                    <a:pt x="684" y="560"/>
                    <a:pt x="683" y="569"/>
                  </a:cubicBezTo>
                  <a:lnTo>
                    <a:pt x="674" y="570"/>
                  </a:lnTo>
                  <a:cubicBezTo>
                    <a:pt x="669" y="567"/>
                    <a:pt x="662" y="565"/>
                    <a:pt x="654" y="565"/>
                  </a:cubicBezTo>
                  <a:cubicBezTo>
                    <a:pt x="644" y="565"/>
                    <a:pt x="634" y="568"/>
                    <a:pt x="631" y="573"/>
                  </a:cubicBezTo>
                  <a:lnTo>
                    <a:pt x="618" y="574"/>
                  </a:lnTo>
                  <a:cubicBezTo>
                    <a:pt x="613" y="571"/>
                    <a:pt x="610" y="570"/>
                    <a:pt x="607" y="570"/>
                  </a:cubicBezTo>
                  <a:cubicBezTo>
                    <a:pt x="603" y="570"/>
                    <a:pt x="601" y="572"/>
                    <a:pt x="599" y="577"/>
                  </a:cubicBezTo>
                  <a:cubicBezTo>
                    <a:pt x="596" y="583"/>
                    <a:pt x="596" y="589"/>
                    <a:pt x="596" y="589"/>
                  </a:cubicBezTo>
                  <a:cubicBezTo>
                    <a:pt x="596" y="589"/>
                    <a:pt x="596" y="588"/>
                    <a:pt x="595" y="586"/>
                  </a:cubicBezTo>
                  <a:cubicBezTo>
                    <a:pt x="595" y="580"/>
                    <a:pt x="591" y="578"/>
                    <a:pt x="584" y="578"/>
                  </a:cubicBezTo>
                  <a:cubicBezTo>
                    <a:pt x="580" y="578"/>
                    <a:pt x="574" y="579"/>
                    <a:pt x="566" y="580"/>
                  </a:cubicBezTo>
                  <a:cubicBezTo>
                    <a:pt x="548" y="582"/>
                    <a:pt x="548" y="582"/>
                    <a:pt x="554" y="590"/>
                  </a:cubicBezTo>
                  <a:cubicBezTo>
                    <a:pt x="548" y="593"/>
                    <a:pt x="544" y="595"/>
                    <a:pt x="541" y="595"/>
                  </a:cubicBezTo>
                  <a:cubicBezTo>
                    <a:pt x="535" y="595"/>
                    <a:pt x="534" y="589"/>
                    <a:pt x="534" y="583"/>
                  </a:cubicBezTo>
                  <a:cubicBezTo>
                    <a:pt x="535" y="575"/>
                    <a:pt x="534" y="571"/>
                    <a:pt x="533" y="571"/>
                  </a:cubicBezTo>
                  <a:cubicBezTo>
                    <a:pt x="530" y="571"/>
                    <a:pt x="527" y="578"/>
                    <a:pt x="526" y="592"/>
                  </a:cubicBezTo>
                  <a:cubicBezTo>
                    <a:pt x="524" y="603"/>
                    <a:pt x="520" y="607"/>
                    <a:pt x="517" y="607"/>
                  </a:cubicBezTo>
                  <a:cubicBezTo>
                    <a:pt x="514" y="607"/>
                    <a:pt x="513" y="606"/>
                    <a:pt x="512" y="602"/>
                  </a:cubicBezTo>
                  <a:cubicBezTo>
                    <a:pt x="511" y="593"/>
                    <a:pt x="516" y="593"/>
                    <a:pt x="521" y="593"/>
                  </a:cubicBezTo>
                  <a:lnTo>
                    <a:pt x="519" y="575"/>
                  </a:lnTo>
                  <a:cubicBezTo>
                    <a:pt x="515" y="577"/>
                    <a:pt x="515" y="577"/>
                    <a:pt x="511" y="586"/>
                  </a:cubicBezTo>
                  <a:cubicBezTo>
                    <a:pt x="511" y="586"/>
                    <a:pt x="506" y="586"/>
                    <a:pt x="502" y="595"/>
                  </a:cubicBezTo>
                  <a:cubicBezTo>
                    <a:pt x="499" y="604"/>
                    <a:pt x="499" y="613"/>
                    <a:pt x="504" y="620"/>
                  </a:cubicBezTo>
                  <a:cubicBezTo>
                    <a:pt x="510" y="628"/>
                    <a:pt x="506" y="628"/>
                    <a:pt x="501" y="629"/>
                  </a:cubicBezTo>
                  <a:cubicBezTo>
                    <a:pt x="492" y="624"/>
                    <a:pt x="489" y="613"/>
                    <a:pt x="494" y="604"/>
                  </a:cubicBezTo>
                  <a:cubicBezTo>
                    <a:pt x="499" y="604"/>
                    <a:pt x="498" y="596"/>
                    <a:pt x="497" y="587"/>
                  </a:cubicBezTo>
                  <a:cubicBezTo>
                    <a:pt x="496" y="585"/>
                    <a:pt x="496" y="584"/>
                    <a:pt x="494" y="584"/>
                  </a:cubicBezTo>
                  <a:cubicBezTo>
                    <a:pt x="489" y="584"/>
                    <a:pt x="474" y="600"/>
                    <a:pt x="472" y="615"/>
                  </a:cubicBezTo>
                  <a:cubicBezTo>
                    <a:pt x="472" y="618"/>
                    <a:pt x="472" y="620"/>
                    <a:pt x="472" y="620"/>
                  </a:cubicBezTo>
                  <a:cubicBezTo>
                    <a:pt x="472" y="620"/>
                    <a:pt x="471" y="616"/>
                    <a:pt x="471" y="606"/>
                  </a:cubicBezTo>
                  <a:cubicBezTo>
                    <a:pt x="470" y="600"/>
                    <a:pt x="464" y="599"/>
                    <a:pt x="457" y="599"/>
                  </a:cubicBezTo>
                  <a:cubicBezTo>
                    <a:pt x="455" y="599"/>
                    <a:pt x="453" y="599"/>
                    <a:pt x="451" y="599"/>
                  </a:cubicBezTo>
                  <a:cubicBezTo>
                    <a:pt x="442" y="600"/>
                    <a:pt x="437" y="600"/>
                    <a:pt x="438" y="609"/>
                  </a:cubicBezTo>
                  <a:cubicBezTo>
                    <a:pt x="439" y="617"/>
                    <a:pt x="439" y="626"/>
                    <a:pt x="435" y="626"/>
                  </a:cubicBezTo>
                  <a:cubicBezTo>
                    <a:pt x="439" y="626"/>
                    <a:pt x="441" y="635"/>
                    <a:pt x="442" y="643"/>
                  </a:cubicBezTo>
                  <a:cubicBezTo>
                    <a:pt x="436" y="638"/>
                    <a:pt x="430" y="633"/>
                    <a:pt x="426" y="627"/>
                  </a:cubicBezTo>
                  <a:cubicBezTo>
                    <a:pt x="419" y="613"/>
                    <a:pt x="404" y="605"/>
                    <a:pt x="388" y="605"/>
                  </a:cubicBezTo>
                  <a:cubicBezTo>
                    <a:pt x="387" y="605"/>
                    <a:pt x="386" y="605"/>
                    <a:pt x="386" y="605"/>
                  </a:cubicBezTo>
                  <a:cubicBezTo>
                    <a:pt x="382" y="605"/>
                    <a:pt x="379" y="605"/>
                    <a:pt x="375" y="605"/>
                  </a:cubicBezTo>
                  <a:cubicBezTo>
                    <a:pt x="368" y="605"/>
                    <a:pt x="361" y="604"/>
                    <a:pt x="358" y="599"/>
                  </a:cubicBezTo>
                  <a:cubicBezTo>
                    <a:pt x="347" y="600"/>
                    <a:pt x="343" y="600"/>
                    <a:pt x="344" y="609"/>
                  </a:cubicBezTo>
                  <a:lnTo>
                    <a:pt x="335" y="609"/>
                  </a:lnTo>
                  <a:cubicBezTo>
                    <a:pt x="333" y="606"/>
                    <a:pt x="329" y="604"/>
                    <a:pt x="327" y="604"/>
                  </a:cubicBezTo>
                  <a:cubicBezTo>
                    <a:pt x="323" y="604"/>
                    <a:pt x="320" y="606"/>
                    <a:pt x="320" y="611"/>
                  </a:cubicBezTo>
                  <a:cubicBezTo>
                    <a:pt x="319" y="614"/>
                    <a:pt x="318" y="615"/>
                    <a:pt x="316" y="615"/>
                  </a:cubicBezTo>
                  <a:cubicBezTo>
                    <a:pt x="314" y="615"/>
                    <a:pt x="311" y="612"/>
                    <a:pt x="308" y="612"/>
                  </a:cubicBezTo>
                  <a:cubicBezTo>
                    <a:pt x="308" y="612"/>
                    <a:pt x="307" y="612"/>
                    <a:pt x="307" y="613"/>
                  </a:cubicBezTo>
                  <a:cubicBezTo>
                    <a:pt x="302" y="605"/>
                    <a:pt x="299" y="601"/>
                    <a:pt x="298" y="601"/>
                  </a:cubicBezTo>
                  <a:cubicBezTo>
                    <a:pt x="297" y="601"/>
                    <a:pt x="299" y="607"/>
                    <a:pt x="303" y="621"/>
                  </a:cubicBezTo>
                  <a:cubicBezTo>
                    <a:pt x="305" y="629"/>
                    <a:pt x="310" y="635"/>
                    <a:pt x="318" y="637"/>
                  </a:cubicBezTo>
                  <a:lnTo>
                    <a:pt x="333" y="635"/>
                  </a:lnTo>
                  <a:lnTo>
                    <a:pt x="319" y="645"/>
                  </a:lnTo>
                  <a:cubicBezTo>
                    <a:pt x="312" y="648"/>
                    <a:pt x="307" y="655"/>
                    <a:pt x="307" y="663"/>
                  </a:cubicBezTo>
                  <a:cubicBezTo>
                    <a:pt x="307" y="663"/>
                    <a:pt x="308" y="672"/>
                    <a:pt x="304" y="672"/>
                  </a:cubicBezTo>
                  <a:cubicBezTo>
                    <a:pt x="304" y="672"/>
                    <a:pt x="303" y="664"/>
                    <a:pt x="301" y="655"/>
                  </a:cubicBezTo>
                  <a:cubicBezTo>
                    <a:pt x="305" y="647"/>
                    <a:pt x="305" y="638"/>
                    <a:pt x="304" y="629"/>
                  </a:cubicBezTo>
                  <a:cubicBezTo>
                    <a:pt x="300" y="619"/>
                    <a:pt x="293" y="613"/>
                    <a:pt x="288" y="613"/>
                  </a:cubicBezTo>
                  <a:cubicBezTo>
                    <a:pt x="286" y="613"/>
                    <a:pt x="284" y="616"/>
                    <a:pt x="285" y="623"/>
                  </a:cubicBezTo>
                  <a:cubicBezTo>
                    <a:pt x="280" y="623"/>
                    <a:pt x="280" y="623"/>
                    <a:pt x="274" y="615"/>
                  </a:cubicBezTo>
                  <a:cubicBezTo>
                    <a:pt x="274" y="612"/>
                    <a:pt x="273" y="610"/>
                    <a:pt x="272" y="610"/>
                  </a:cubicBezTo>
                  <a:cubicBezTo>
                    <a:pt x="270" y="610"/>
                    <a:pt x="268" y="614"/>
                    <a:pt x="266" y="625"/>
                  </a:cubicBezTo>
                  <a:cubicBezTo>
                    <a:pt x="264" y="633"/>
                    <a:pt x="262" y="638"/>
                    <a:pt x="260" y="638"/>
                  </a:cubicBezTo>
                  <a:cubicBezTo>
                    <a:pt x="257" y="638"/>
                    <a:pt x="255" y="634"/>
                    <a:pt x="252" y="626"/>
                  </a:cubicBezTo>
                  <a:cubicBezTo>
                    <a:pt x="246" y="617"/>
                    <a:pt x="237" y="613"/>
                    <a:pt x="231" y="613"/>
                  </a:cubicBezTo>
                  <a:cubicBezTo>
                    <a:pt x="226" y="613"/>
                    <a:pt x="222" y="616"/>
                    <a:pt x="223" y="619"/>
                  </a:cubicBezTo>
                  <a:cubicBezTo>
                    <a:pt x="224" y="630"/>
                    <a:pt x="219" y="634"/>
                    <a:pt x="214" y="634"/>
                  </a:cubicBezTo>
                  <a:cubicBezTo>
                    <a:pt x="210" y="634"/>
                    <a:pt x="207" y="632"/>
                    <a:pt x="205" y="629"/>
                  </a:cubicBezTo>
                  <a:cubicBezTo>
                    <a:pt x="202" y="626"/>
                    <a:pt x="200" y="624"/>
                    <a:pt x="198" y="624"/>
                  </a:cubicBezTo>
                  <a:cubicBezTo>
                    <a:pt x="195" y="624"/>
                    <a:pt x="193" y="626"/>
                    <a:pt x="191" y="630"/>
                  </a:cubicBezTo>
                  <a:cubicBezTo>
                    <a:pt x="191" y="624"/>
                    <a:pt x="188" y="619"/>
                    <a:pt x="185" y="619"/>
                  </a:cubicBezTo>
                  <a:cubicBezTo>
                    <a:pt x="184" y="619"/>
                    <a:pt x="182" y="620"/>
                    <a:pt x="181" y="623"/>
                  </a:cubicBezTo>
                  <a:cubicBezTo>
                    <a:pt x="181" y="623"/>
                    <a:pt x="176" y="623"/>
                    <a:pt x="181" y="632"/>
                  </a:cubicBezTo>
                  <a:lnTo>
                    <a:pt x="174" y="648"/>
                  </a:lnTo>
                  <a:cubicBezTo>
                    <a:pt x="179" y="648"/>
                    <a:pt x="179" y="657"/>
                    <a:pt x="180" y="665"/>
                  </a:cubicBezTo>
                  <a:cubicBezTo>
                    <a:pt x="181" y="668"/>
                    <a:pt x="179" y="669"/>
                    <a:pt x="177" y="669"/>
                  </a:cubicBezTo>
                  <a:cubicBezTo>
                    <a:pt x="171" y="669"/>
                    <a:pt x="158" y="660"/>
                    <a:pt x="150" y="642"/>
                  </a:cubicBezTo>
                  <a:lnTo>
                    <a:pt x="139" y="626"/>
                  </a:lnTo>
                  <a:lnTo>
                    <a:pt x="139" y="626"/>
                  </a:lnTo>
                  <a:cubicBezTo>
                    <a:pt x="140" y="634"/>
                    <a:pt x="141" y="643"/>
                    <a:pt x="141" y="643"/>
                  </a:cubicBezTo>
                  <a:cubicBezTo>
                    <a:pt x="140" y="643"/>
                    <a:pt x="139" y="643"/>
                    <a:pt x="138" y="643"/>
                  </a:cubicBezTo>
                  <a:cubicBezTo>
                    <a:pt x="134" y="643"/>
                    <a:pt x="131" y="642"/>
                    <a:pt x="131" y="635"/>
                  </a:cubicBezTo>
                  <a:cubicBezTo>
                    <a:pt x="130" y="627"/>
                    <a:pt x="130" y="627"/>
                    <a:pt x="125" y="627"/>
                  </a:cubicBezTo>
                  <a:cubicBezTo>
                    <a:pt x="125" y="627"/>
                    <a:pt x="121" y="627"/>
                    <a:pt x="121" y="636"/>
                  </a:cubicBezTo>
                  <a:cubicBezTo>
                    <a:pt x="122" y="646"/>
                    <a:pt x="123" y="650"/>
                    <a:pt x="122" y="650"/>
                  </a:cubicBezTo>
                  <a:cubicBezTo>
                    <a:pt x="121" y="650"/>
                    <a:pt x="120" y="648"/>
                    <a:pt x="117" y="645"/>
                  </a:cubicBezTo>
                  <a:cubicBezTo>
                    <a:pt x="114" y="637"/>
                    <a:pt x="111" y="633"/>
                    <a:pt x="109" y="633"/>
                  </a:cubicBezTo>
                  <a:cubicBezTo>
                    <a:pt x="107" y="633"/>
                    <a:pt x="105" y="637"/>
                    <a:pt x="103" y="646"/>
                  </a:cubicBezTo>
                  <a:cubicBezTo>
                    <a:pt x="104" y="655"/>
                    <a:pt x="105" y="659"/>
                    <a:pt x="104" y="659"/>
                  </a:cubicBezTo>
                  <a:cubicBezTo>
                    <a:pt x="103" y="659"/>
                    <a:pt x="102" y="655"/>
                    <a:pt x="98" y="646"/>
                  </a:cubicBezTo>
                  <a:cubicBezTo>
                    <a:pt x="98" y="639"/>
                    <a:pt x="93" y="630"/>
                    <a:pt x="89" y="630"/>
                  </a:cubicBezTo>
                  <a:cubicBezTo>
                    <a:pt x="89" y="630"/>
                    <a:pt x="89" y="630"/>
                    <a:pt x="88" y="630"/>
                  </a:cubicBezTo>
                  <a:lnTo>
                    <a:pt x="88" y="638"/>
                  </a:lnTo>
                  <a:cubicBezTo>
                    <a:pt x="90" y="648"/>
                    <a:pt x="88" y="653"/>
                    <a:pt x="86" y="653"/>
                  </a:cubicBezTo>
                  <a:cubicBezTo>
                    <a:pt x="84" y="653"/>
                    <a:pt x="82" y="651"/>
                    <a:pt x="80" y="647"/>
                  </a:cubicBezTo>
                  <a:cubicBezTo>
                    <a:pt x="80" y="643"/>
                    <a:pt x="79" y="642"/>
                    <a:pt x="76" y="642"/>
                  </a:cubicBezTo>
                  <a:cubicBezTo>
                    <a:pt x="74" y="642"/>
                    <a:pt x="70" y="644"/>
                    <a:pt x="66" y="648"/>
                  </a:cubicBezTo>
                  <a:cubicBezTo>
                    <a:pt x="63" y="649"/>
                    <a:pt x="61" y="649"/>
                    <a:pt x="59" y="649"/>
                  </a:cubicBezTo>
                  <a:cubicBezTo>
                    <a:pt x="55" y="649"/>
                    <a:pt x="52" y="647"/>
                    <a:pt x="51" y="642"/>
                  </a:cubicBezTo>
                  <a:cubicBezTo>
                    <a:pt x="51" y="633"/>
                    <a:pt x="50" y="629"/>
                    <a:pt x="50" y="629"/>
                  </a:cubicBezTo>
                  <a:cubicBezTo>
                    <a:pt x="49" y="629"/>
                    <a:pt x="48" y="633"/>
                    <a:pt x="47" y="642"/>
                  </a:cubicBezTo>
                  <a:cubicBezTo>
                    <a:pt x="44" y="646"/>
                    <a:pt x="43" y="649"/>
                    <a:pt x="41" y="649"/>
                  </a:cubicBezTo>
                  <a:cubicBezTo>
                    <a:pt x="40" y="649"/>
                    <a:pt x="37" y="647"/>
                    <a:pt x="32" y="643"/>
                  </a:cubicBezTo>
                  <a:cubicBezTo>
                    <a:pt x="30" y="639"/>
                    <a:pt x="29" y="637"/>
                    <a:pt x="28" y="637"/>
                  </a:cubicBezTo>
                  <a:cubicBezTo>
                    <a:pt x="27" y="637"/>
                    <a:pt x="26" y="639"/>
                    <a:pt x="23" y="644"/>
                  </a:cubicBezTo>
                  <a:cubicBezTo>
                    <a:pt x="24" y="661"/>
                    <a:pt x="25" y="669"/>
                    <a:pt x="30" y="669"/>
                  </a:cubicBezTo>
                  <a:cubicBezTo>
                    <a:pt x="34" y="669"/>
                    <a:pt x="34" y="669"/>
                    <a:pt x="36" y="676"/>
                  </a:cubicBezTo>
                  <a:cubicBezTo>
                    <a:pt x="36" y="676"/>
                    <a:pt x="31" y="678"/>
                    <a:pt x="27" y="678"/>
                  </a:cubicBezTo>
                  <a:cubicBezTo>
                    <a:pt x="19" y="678"/>
                    <a:pt x="12" y="682"/>
                    <a:pt x="9" y="688"/>
                  </a:cubicBezTo>
                  <a:cubicBezTo>
                    <a:pt x="1" y="696"/>
                    <a:pt x="1" y="708"/>
                    <a:pt x="5" y="708"/>
                  </a:cubicBezTo>
                  <a:cubicBezTo>
                    <a:pt x="6" y="708"/>
                    <a:pt x="8" y="707"/>
                    <a:pt x="10" y="706"/>
                  </a:cubicBezTo>
                  <a:lnTo>
                    <a:pt x="15" y="713"/>
                  </a:lnTo>
                  <a:cubicBezTo>
                    <a:pt x="16" y="726"/>
                    <a:pt x="19" y="732"/>
                    <a:pt x="21" y="732"/>
                  </a:cubicBezTo>
                  <a:cubicBezTo>
                    <a:pt x="24" y="732"/>
                    <a:pt x="25" y="726"/>
                    <a:pt x="24" y="712"/>
                  </a:cubicBezTo>
                  <a:cubicBezTo>
                    <a:pt x="23" y="698"/>
                    <a:pt x="23" y="692"/>
                    <a:pt x="23" y="692"/>
                  </a:cubicBezTo>
                  <a:lnTo>
                    <a:pt x="23" y="692"/>
                  </a:lnTo>
                  <a:cubicBezTo>
                    <a:pt x="24" y="692"/>
                    <a:pt x="26" y="696"/>
                    <a:pt x="29" y="703"/>
                  </a:cubicBezTo>
                  <a:cubicBezTo>
                    <a:pt x="30" y="720"/>
                    <a:pt x="34" y="720"/>
                    <a:pt x="39" y="720"/>
                  </a:cubicBezTo>
                  <a:cubicBezTo>
                    <a:pt x="40" y="720"/>
                    <a:pt x="41" y="720"/>
                    <a:pt x="42" y="720"/>
                  </a:cubicBezTo>
                  <a:cubicBezTo>
                    <a:pt x="43" y="720"/>
                    <a:pt x="44" y="721"/>
                    <a:pt x="45" y="728"/>
                  </a:cubicBezTo>
                  <a:cubicBezTo>
                    <a:pt x="46" y="736"/>
                    <a:pt x="50" y="744"/>
                    <a:pt x="55" y="744"/>
                  </a:cubicBezTo>
                  <a:cubicBezTo>
                    <a:pt x="55" y="744"/>
                    <a:pt x="55" y="744"/>
                    <a:pt x="56" y="744"/>
                  </a:cubicBezTo>
                  <a:cubicBezTo>
                    <a:pt x="60" y="744"/>
                    <a:pt x="60" y="744"/>
                    <a:pt x="59" y="736"/>
                  </a:cubicBezTo>
                  <a:cubicBezTo>
                    <a:pt x="57" y="732"/>
                    <a:pt x="57" y="730"/>
                    <a:pt x="59" y="730"/>
                  </a:cubicBezTo>
                  <a:cubicBezTo>
                    <a:pt x="61" y="730"/>
                    <a:pt x="66" y="734"/>
                    <a:pt x="69" y="743"/>
                  </a:cubicBezTo>
                  <a:cubicBezTo>
                    <a:pt x="72" y="746"/>
                    <a:pt x="73" y="749"/>
                    <a:pt x="74" y="749"/>
                  </a:cubicBezTo>
                  <a:cubicBezTo>
                    <a:pt x="75" y="749"/>
                    <a:pt x="74" y="745"/>
                    <a:pt x="74" y="735"/>
                  </a:cubicBezTo>
                  <a:cubicBezTo>
                    <a:pt x="73" y="726"/>
                    <a:pt x="75" y="721"/>
                    <a:pt x="78" y="721"/>
                  </a:cubicBezTo>
                  <a:cubicBezTo>
                    <a:pt x="81" y="721"/>
                    <a:pt x="84" y="725"/>
                    <a:pt x="87" y="734"/>
                  </a:cubicBezTo>
                  <a:lnTo>
                    <a:pt x="96" y="733"/>
                  </a:lnTo>
                  <a:cubicBezTo>
                    <a:pt x="102" y="733"/>
                    <a:pt x="101" y="724"/>
                    <a:pt x="99" y="715"/>
                  </a:cubicBezTo>
                  <a:cubicBezTo>
                    <a:pt x="99" y="705"/>
                    <a:pt x="99" y="701"/>
                    <a:pt x="100" y="701"/>
                  </a:cubicBezTo>
                  <a:cubicBezTo>
                    <a:pt x="100" y="701"/>
                    <a:pt x="102" y="703"/>
                    <a:pt x="104" y="707"/>
                  </a:cubicBezTo>
                  <a:cubicBezTo>
                    <a:pt x="107" y="711"/>
                    <a:pt x="110" y="717"/>
                    <a:pt x="110" y="722"/>
                  </a:cubicBezTo>
                  <a:cubicBezTo>
                    <a:pt x="110" y="729"/>
                    <a:pt x="113" y="731"/>
                    <a:pt x="116" y="731"/>
                  </a:cubicBezTo>
                  <a:cubicBezTo>
                    <a:pt x="117" y="731"/>
                    <a:pt x="119" y="731"/>
                    <a:pt x="120" y="730"/>
                  </a:cubicBezTo>
                  <a:cubicBezTo>
                    <a:pt x="124" y="730"/>
                    <a:pt x="134" y="729"/>
                    <a:pt x="133" y="721"/>
                  </a:cubicBezTo>
                  <a:cubicBezTo>
                    <a:pt x="133" y="719"/>
                    <a:pt x="133" y="718"/>
                    <a:pt x="133" y="718"/>
                  </a:cubicBezTo>
                  <a:lnTo>
                    <a:pt x="133" y="718"/>
                  </a:lnTo>
                  <a:cubicBezTo>
                    <a:pt x="133" y="718"/>
                    <a:pt x="133" y="724"/>
                    <a:pt x="134" y="729"/>
                  </a:cubicBezTo>
                  <a:cubicBezTo>
                    <a:pt x="137" y="729"/>
                    <a:pt x="139" y="733"/>
                    <a:pt x="139" y="733"/>
                  </a:cubicBezTo>
                  <a:cubicBezTo>
                    <a:pt x="139" y="733"/>
                    <a:pt x="139" y="732"/>
                    <a:pt x="139" y="729"/>
                  </a:cubicBezTo>
                  <a:lnTo>
                    <a:pt x="139" y="729"/>
                  </a:lnTo>
                  <a:cubicBezTo>
                    <a:pt x="139" y="729"/>
                    <a:pt x="143" y="729"/>
                    <a:pt x="153" y="736"/>
                  </a:cubicBezTo>
                  <a:cubicBezTo>
                    <a:pt x="155" y="737"/>
                    <a:pt x="157" y="738"/>
                    <a:pt x="158" y="738"/>
                  </a:cubicBezTo>
                  <a:cubicBezTo>
                    <a:pt x="167" y="738"/>
                    <a:pt x="173" y="723"/>
                    <a:pt x="160" y="710"/>
                  </a:cubicBezTo>
                  <a:lnTo>
                    <a:pt x="166" y="710"/>
                  </a:lnTo>
                  <a:cubicBezTo>
                    <a:pt x="170" y="709"/>
                    <a:pt x="169" y="701"/>
                    <a:pt x="169" y="701"/>
                  </a:cubicBezTo>
                  <a:cubicBezTo>
                    <a:pt x="168" y="692"/>
                    <a:pt x="174" y="692"/>
                    <a:pt x="178" y="692"/>
                  </a:cubicBezTo>
                  <a:lnTo>
                    <a:pt x="179" y="709"/>
                  </a:lnTo>
                  <a:cubicBezTo>
                    <a:pt x="178" y="724"/>
                    <a:pt x="181" y="733"/>
                    <a:pt x="184" y="733"/>
                  </a:cubicBezTo>
                  <a:cubicBezTo>
                    <a:pt x="186" y="733"/>
                    <a:pt x="188" y="728"/>
                    <a:pt x="189" y="717"/>
                  </a:cubicBezTo>
                  <a:lnTo>
                    <a:pt x="190" y="725"/>
                  </a:lnTo>
                  <a:cubicBezTo>
                    <a:pt x="190" y="729"/>
                    <a:pt x="192" y="731"/>
                    <a:pt x="194" y="731"/>
                  </a:cubicBezTo>
                  <a:cubicBezTo>
                    <a:pt x="196" y="731"/>
                    <a:pt x="200" y="728"/>
                    <a:pt x="204" y="724"/>
                  </a:cubicBezTo>
                  <a:cubicBezTo>
                    <a:pt x="208" y="724"/>
                    <a:pt x="212" y="706"/>
                    <a:pt x="212" y="698"/>
                  </a:cubicBezTo>
                  <a:cubicBezTo>
                    <a:pt x="211" y="689"/>
                    <a:pt x="215" y="689"/>
                    <a:pt x="215" y="689"/>
                  </a:cubicBezTo>
                  <a:cubicBezTo>
                    <a:pt x="220" y="689"/>
                    <a:pt x="220" y="689"/>
                    <a:pt x="221" y="697"/>
                  </a:cubicBezTo>
                  <a:cubicBezTo>
                    <a:pt x="221" y="705"/>
                    <a:pt x="224" y="709"/>
                    <a:pt x="227" y="709"/>
                  </a:cubicBezTo>
                  <a:cubicBezTo>
                    <a:pt x="230" y="709"/>
                    <a:pt x="233" y="705"/>
                    <a:pt x="234" y="696"/>
                  </a:cubicBezTo>
                  <a:lnTo>
                    <a:pt x="235" y="704"/>
                  </a:lnTo>
                  <a:cubicBezTo>
                    <a:pt x="236" y="710"/>
                    <a:pt x="239" y="715"/>
                    <a:pt x="247" y="715"/>
                  </a:cubicBezTo>
                  <a:cubicBezTo>
                    <a:pt x="251" y="715"/>
                    <a:pt x="257" y="714"/>
                    <a:pt x="264" y="710"/>
                  </a:cubicBezTo>
                  <a:cubicBezTo>
                    <a:pt x="271" y="710"/>
                    <a:pt x="277" y="709"/>
                    <a:pt x="282" y="709"/>
                  </a:cubicBezTo>
                  <a:cubicBezTo>
                    <a:pt x="291" y="709"/>
                    <a:pt x="297" y="711"/>
                    <a:pt x="298" y="716"/>
                  </a:cubicBezTo>
                  <a:cubicBezTo>
                    <a:pt x="298" y="717"/>
                    <a:pt x="299" y="718"/>
                    <a:pt x="300" y="718"/>
                  </a:cubicBezTo>
                  <a:cubicBezTo>
                    <a:pt x="304" y="718"/>
                    <a:pt x="317" y="702"/>
                    <a:pt x="323" y="688"/>
                  </a:cubicBezTo>
                  <a:cubicBezTo>
                    <a:pt x="324" y="694"/>
                    <a:pt x="326" y="696"/>
                    <a:pt x="332" y="696"/>
                  </a:cubicBezTo>
                  <a:cubicBezTo>
                    <a:pt x="334" y="696"/>
                    <a:pt x="336" y="696"/>
                    <a:pt x="338" y="696"/>
                  </a:cubicBezTo>
                  <a:cubicBezTo>
                    <a:pt x="342" y="695"/>
                    <a:pt x="345" y="695"/>
                    <a:pt x="347" y="695"/>
                  </a:cubicBezTo>
                  <a:cubicBezTo>
                    <a:pt x="352" y="695"/>
                    <a:pt x="352" y="697"/>
                    <a:pt x="353" y="702"/>
                  </a:cubicBezTo>
                  <a:cubicBezTo>
                    <a:pt x="351" y="711"/>
                    <a:pt x="350" y="716"/>
                    <a:pt x="351" y="716"/>
                  </a:cubicBezTo>
                  <a:cubicBezTo>
                    <a:pt x="352" y="716"/>
                    <a:pt x="354" y="711"/>
                    <a:pt x="358" y="702"/>
                  </a:cubicBezTo>
                  <a:cubicBezTo>
                    <a:pt x="359" y="695"/>
                    <a:pt x="362" y="692"/>
                    <a:pt x="365" y="692"/>
                  </a:cubicBezTo>
                  <a:cubicBezTo>
                    <a:pt x="370" y="692"/>
                    <a:pt x="376" y="699"/>
                    <a:pt x="377" y="709"/>
                  </a:cubicBezTo>
                  <a:cubicBezTo>
                    <a:pt x="377" y="715"/>
                    <a:pt x="380" y="716"/>
                    <a:pt x="385" y="716"/>
                  </a:cubicBezTo>
                  <a:cubicBezTo>
                    <a:pt x="387" y="716"/>
                    <a:pt x="390" y="716"/>
                    <a:pt x="392" y="716"/>
                  </a:cubicBezTo>
                  <a:cubicBezTo>
                    <a:pt x="396" y="707"/>
                    <a:pt x="405" y="707"/>
                    <a:pt x="415" y="706"/>
                  </a:cubicBezTo>
                  <a:cubicBezTo>
                    <a:pt x="428" y="704"/>
                    <a:pt x="428" y="704"/>
                    <a:pt x="427" y="688"/>
                  </a:cubicBezTo>
                  <a:cubicBezTo>
                    <a:pt x="425" y="671"/>
                    <a:pt x="429" y="670"/>
                    <a:pt x="439" y="669"/>
                  </a:cubicBezTo>
                  <a:cubicBezTo>
                    <a:pt x="444" y="669"/>
                    <a:pt x="448" y="669"/>
                    <a:pt x="449" y="676"/>
                  </a:cubicBezTo>
                  <a:cubicBezTo>
                    <a:pt x="449" y="676"/>
                    <a:pt x="455" y="684"/>
                    <a:pt x="460" y="684"/>
                  </a:cubicBezTo>
                  <a:cubicBezTo>
                    <a:pt x="460" y="684"/>
                    <a:pt x="461" y="684"/>
                    <a:pt x="462" y="684"/>
                  </a:cubicBezTo>
                  <a:cubicBezTo>
                    <a:pt x="466" y="684"/>
                    <a:pt x="469" y="685"/>
                    <a:pt x="470" y="692"/>
                  </a:cubicBezTo>
                  <a:cubicBezTo>
                    <a:pt x="473" y="696"/>
                    <a:pt x="477" y="699"/>
                    <a:pt x="482" y="699"/>
                  </a:cubicBezTo>
                  <a:cubicBezTo>
                    <a:pt x="483" y="699"/>
                    <a:pt x="484" y="699"/>
                    <a:pt x="484" y="699"/>
                  </a:cubicBezTo>
                  <a:cubicBezTo>
                    <a:pt x="487" y="699"/>
                    <a:pt x="489" y="699"/>
                    <a:pt x="491" y="699"/>
                  </a:cubicBezTo>
                  <a:cubicBezTo>
                    <a:pt x="498" y="699"/>
                    <a:pt x="504" y="700"/>
                    <a:pt x="504" y="706"/>
                  </a:cubicBezTo>
                  <a:cubicBezTo>
                    <a:pt x="509" y="706"/>
                    <a:pt x="509" y="706"/>
                    <a:pt x="508" y="697"/>
                  </a:cubicBezTo>
                  <a:cubicBezTo>
                    <a:pt x="507" y="691"/>
                    <a:pt x="509" y="684"/>
                    <a:pt x="519" y="684"/>
                  </a:cubicBezTo>
                  <a:cubicBezTo>
                    <a:pt x="522" y="684"/>
                    <a:pt x="526" y="685"/>
                    <a:pt x="530" y="687"/>
                  </a:cubicBezTo>
                  <a:cubicBezTo>
                    <a:pt x="539" y="685"/>
                    <a:pt x="554" y="684"/>
                    <a:pt x="553" y="675"/>
                  </a:cubicBezTo>
                  <a:cubicBezTo>
                    <a:pt x="557" y="675"/>
                    <a:pt x="557" y="675"/>
                    <a:pt x="558" y="683"/>
                  </a:cubicBezTo>
                  <a:cubicBezTo>
                    <a:pt x="559" y="692"/>
                    <a:pt x="562" y="696"/>
                    <a:pt x="565" y="696"/>
                  </a:cubicBezTo>
                  <a:cubicBezTo>
                    <a:pt x="569" y="696"/>
                    <a:pt x="573" y="691"/>
                    <a:pt x="577" y="682"/>
                  </a:cubicBezTo>
                  <a:cubicBezTo>
                    <a:pt x="577" y="677"/>
                    <a:pt x="578" y="675"/>
                    <a:pt x="580" y="675"/>
                  </a:cubicBezTo>
                  <a:cubicBezTo>
                    <a:pt x="581" y="675"/>
                    <a:pt x="584" y="677"/>
                    <a:pt x="586" y="681"/>
                  </a:cubicBezTo>
                  <a:cubicBezTo>
                    <a:pt x="586" y="681"/>
                    <a:pt x="591" y="681"/>
                    <a:pt x="594" y="672"/>
                  </a:cubicBezTo>
                  <a:cubicBezTo>
                    <a:pt x="597" y="667"/>
                    <a:pt x="598" y="665"/>
                    <a:pt x="600" y="665"/>
                  </a:cubicBezTo>
                  <a:cubicBezTo>
                    <a:pt x="602" y="665"/>
                    <a:pt x="604" y="667"/>
                    <a:pt x="609" y="670"/>
                  </a:cubicBezTo>
                  <a:cubicBezTo>
                    <a:pt x="610" y="676"/>
                    <a:pt x="612" y="678"/>
                    <a:pt x="615" y="678"/>
                  </a:cubicBezTo>
                  <a:cubicBezTo>
                    <a:pt x="617" y="678"/>
                    <a:pt x="618" y="678"/>
                    <a:pt x="619" y="678"/>
                  </a:cubicBezTo>
                  <a:cubicBezTo>
                    <a:pt x="625" y="672"/>
                    <a:pt x="649" y="667"/>
                    <a:pt x="667" y="667"/>
                  </a:cubicBezTo>
                  <a:cubicBezTo>
                    <a:pt x="675" y="667"/>
                    <a:pt x="682" y="668"/>
                    <a:pt x="684" y="671"/>
                  </a:cubicBezTo>
                  <a:cubicBezTo>
                    <a:pt x="688" y="662"/>
                    <a:pt x="688" y="662"/>
                    <a:pt x="693" y="662"/>
                  </a:cubicBezTo>
                  <a:cubicBezTo>
                    <a:pt x="695" y="668"/>
                    <a:pt x="697" y="671"/>
                    <a:pt x="699" y="671"/>
                  </a:cubicBezTo>
                  <a:cubicBezTo>
                    <a:pt x="701" y="671"/>
                    <a:pt x="702" y="663"/>
                    <a:pt x="701" y="653"/>
                  </a:cubicBezTo>
                  <a:lnTo>
                    <a:pt x="692" y="653"/>
                  </a:lnTo>
                  <a:cubicBezTo>
                    <a:pt x="691" y="645"/>
                    <a:pt x="693" y="641"/>
                    <a:pt x="697" y="641"/>
                  </a:cubicBezTo>
                  <a:cubicBezTo>
                    <a:pt x="700" y="641"/>
                    <a:pt x="705" y="647"/>
                    <a:pt x="706" y="661"/>
                  </a:cubicBezTo>
                  <a:cubicBezTo>
                    <a:pt x="710" y="668"/>
                    <a:pt x="711" y="672"/>
                    <a:pt x="713" y="672"/>
                  </a:cubicBezTo>
                  <a:cubicBezTo>
                    <a:pt x="714" y="672"/>
                    <a:pt x="715" y="668"/>
                    <a:pt x="716" y="660"/>
                  </a:cubicBezTo>
                  <a:cubicBezTo>
                    <a:pt x="718" y="651"/>
                    <a:pt x="719" y="646"/>
                    <a:pt x="722" y="646"/>
                  </a:cubicBezTo>
                  <a:cubicBezTo>
                    <a:pt x="724" y="646"/>
                    <a:pt x="727" y="650"/>
                    <a:pt x="730" y="659"/>
                  </a:cubicBezTo>
                  <a:cubicBezTo>
                    <a:pt x="731" y="667"/>
                    <a:pt x="732" y="671"/>
                    <a:pt x="732" y="671"/>
                  </a:cubicBezTo>
                  <a:cubicBezTo>
                    <a:pt x="733" y="671"/>
                    <a:pt x="733" y="667"/>
                    <a:pt x="734" y="657"/>
                  </a:cubicBezTo>
                  <a:cubicBezTo>
                    <a:pt x="738" y="638"/>
                    <a:pt x="743" y="626"/>
                    <a:pt x="748" y="626"/>
                  </a:cubicBezTo>
                  <a:cubicBezTo>
                    <a:pt x="752" y="626"/>
                    <a:pt x="755" y="632"/>
                    <a:pt x="757" y="647"/>
                  </a:cubicBezTo>
                  <a:cubicBezTo>
                    <a:pt x="759" y="663"/>
                    <a:pt x="764" y="671"/>
                    <a:pt x="768" y="671"/>
                  </a:cubicBezTo>
                  <a:cubicBezTo>
                    <a:pt x="769" y="671"/>
                    <a:pt x="769" y="671"/>
                    <a:pt x="769" y="671"/>
                  </a:cubicBezTo>
                  <a:cubicBezTo>
                    <a:pt x="774" y="671"/>
                    <a:pt x="773" y="662"/>
                    <a:pt x="773" y="654"/>
                  </a:cubicBezTo>
                  <a:cubicBezTo>
                    <a:pt x="769" y="645"/>
                    <a:pt x="769" y="641"/>
                    <a:pt x="770" y="641"/>
                  </a:cubicBezTo>
                  <a:cubicBezTo>
                    <a:pt x="772" y="641"/>
                    <a:pt x="776" y="645"/>
                    <a:pt x="782" y="653"/>
                  </a:cubicBezTo>
                  <a:cubicBezTo>
                    <a:pt x="790" y="665"/>
                    <a:pt x="797" y="671"/>
                    <a:pt x="803" y="671"/>
                  </a:cubicBezTo>
                  <a:cubicBezTo>
                    <a:pt x="809" y="671"/>
                    <a:pt x="814" y="666"/>
                    <a:pt x="820" y="657"/>
                  </a:cubicBezTo>
                  <a:cubicBezTo>
                    <a:pt x="828" y="647"/>
                    <a:pt x="836" y="642"/>
                    <a:pt x="840" y="642"/>
                  </a:cubicBezTo>
                  <a:cubicBezTo>
                    <a:pt x="844" y="642"/>
                    <a:pt x="844" y="647"/>
                    <a:pt x="839" y="655"/>
                  </a:cubicBezTo>
                  <a:cubicBezTo>
                    <a:pt x="834" y="666"/>
                    <a:pt x="832" y="670"/>
                    <a:pt x="833" y="670"/>
                  </a:cubicBezTo>
                  <a:cubicBezTo>
                    <a:pt x="834" y="670"/>
                    <a:pt x="836" y="668"/>
                    <a:pt x="840" y="664"/>
                  </a:cubicBezTo>
                  <a:lnTo>
                    <a:pt x="862" y="661"/>
                  </a:lnTo>
                  <a:cubicBezTo>
                    <a:pt x="868" y="661"/>
                    <a:pt x="871" y="652"/>
                    <a:pt x="870" y="643"/>
                  </a:cubicBezTo>
                  <a:lnTo>
                    <a:pt x="870" y="643"/>
                  </a:lnTo>
                  <a:cubicBezTo>
                    <a:pt x="874" y="653"/>
                    <a:pt x="879" y="660"/>
                    <a:pt x="885" y="660"/>
                  </a:cubicBezTo>
                  <a:cubicBezTo>
                    <a:pt x="888" y="660"/>
                    <a:pt x="892" y="657"/>
                    <a:pt x="895" y="650"/>
                  </a:cubicBezTo>
                  <a:lnTo>
                    <a:pt x="904" y="648"/>
                  </a:lnTo>
                  <a:cubicBezTo>
                    <a:pt x="908" y="647"/>
                    <a:pt x="908" y="647"/>
                    <a:pt x="912" y="638"/>
                  </a:cubicBezTo>
                  <a:cubicBezTo>
                    <a:pt x="913" y="636"/>
                    <a:pt x="914" y="635"/>
                    <a:pt x="916" y="635"/>
                  </a:cubicBezTo>
                  <a:cubicBezTo>
                    <a:pt x="919" y="635"/>
                    <a:pt x="923" y="641"/>
                    <a:pt x="927" y="646"/>
                  </a:cubicBezTo>
                  <a:cubicBezTo>
                    <a:pt x="931" y="652"/>
                    <a:pt x="935" y="657"/>
                    <a:pt x="937" y="657"/>
                  </a:cubicBezTo>
                  <a:cubicBezTo>
                    <a:pt x="937" y="657"/>
                    <a:pt x="938" y="656"/>
                    <a:pt x="937" y="653"/>
                  </a:cubicBezTo>
                  <a:cubicBezTo>
                    <a:pt x="936" y="645"/>
                    <a:pt x="944" y="635"/>
                    <a:pt x="949" y="626"/>
                  </a:cubicBezTo>
                  <a:cubicBezTo>
                    <a:pt x="950" y="623"/>
                    <a:pt x="951" y="622"/>
                    <a:pt x="952" y="622"/>
                  </a:cubicBezTo>
                  <a:cubicBezTo>
                    <a:pt x="955" y="622"/>
                    <a:pt x="957" y="628"/>
                    <a:pt x="954" y="634"/>
                  </a:cubicBezTo>
                  <a:cubicBezTo>
                    <a:pt x="955" y="643"/>
                    <a:pt x="955" y="643"/>
                    <a:pt x="966" y="651"/>
                  </a:cubicBezTo>
                  <a:cubicBezTo>
                    <a:pt x="970" y="650"/>
                    <a:pt x="979" y="648"/>
                    <a:pt x="978" y="641"/>
                  </a:cubicBezTo>
                  <a:cubicBezTo>
                    <a:pt x="977" y="635"/>
                    <a:pt x="987" y="632"/>
                    <a:pt x="997" y="632"/>
                  </a:cubicBezTo>
                  <a:cubicBezTo>
                    <a:pt x="1003" y="632"/>
                    <a:pt x="1008" y="633"/>
                    <a:pt x="1010" y="636"/>
                  </a:cubicBezTo>
                  <a:lnTo>
                    <a:pt x="1020" y="635"/>
                  </a:lnTo>
                  <a:cubicBezTo>
                    <a:pt x="1025" y="635"/>
                    <a:pt x="1028" y="626"/>
                    <a:pt x="1033" y="625"/>
                  </a:cubicBezTo>
                  <a:cubicBezTo>
                    <a:pt x="1033" y="625"/>
                    <a:pt x="1037" y="625"/>
                    <a:pt x="1042" y="616"/>
                  </a:cubicBezTo>
                  <a:cubicBezTo>
                    <a:pt x="1043" y="616"/>
                    <a:pt x="1044" y="615"/>
                    <a:pt x="1045" y="615"/>
                  </a:cubicBezTo>
                  <a:cubicBezTo>
                    <a:pt x="1048" y="615"/>
                    <a:pt x="1051" y="617"/>
                    <a:pt x="1052" y="623"/>
                  </a:cubicBezTo>
                  <a:cubicBezTo>
                    <a:pt x="1053" y="614"/>
                    <a:pt x="1054" y="610"/>
                    <a:pt x="1055" y="610"/>
                  </a:cubicBezTo>
                  <a:cubicBezTo>
                    <a:pt x="1056" y="610"/>
                    <a:pt x="1057" y="614"/>
                    <a:pt x="1061" y="623"/>
                  </a:cubicBezTo>
                  <a:cubicBezTo>
                    <a:pt x="1062" y="631"/>
                    <a:pt x="1063" y="635"/>
                    <a:pt x="1063" y="635"/>
                  </a:cubicBezTo>
                  <a:cubicBezTo>
                    <a:pt x="1064" y="635"/>
                    <a:pt x="1064" y="631"/>
                    <a:pt x="1065" y="621"/>
                  </a:cubicBezTo>
                  <a:cubicBezTo>
                    <a:pt x="1068" y="617"/>
                    <a:pt x="1069" y="615"/>
                    <a:pt x="1070" y="615"/>
                  </a:cubicBezTo>
                  <a:cubicBezTo>
                    <a:pt x="1071" y="615"/>
                    <a:pt x="1073" y="617"/>
                    <a:pt x="1075" y="620"/>
                  </a:cubicBezTo>
                  <a:cubicBezTo>
                    <a:pt x="1076" y="625"/>
                    <a:pt x="1077" y="627"/>
                    <a:pt x="1078" y="627"/>
                  </a:cubicBezTo>
                  <a:cubicBezTo>
                    <a:pt x="1080" y="627"/>
                    <a:pt x="1081" y="624"/>
                    <a:pt x="1080" y="620"/>
                  </a:cubicBezTo>
                  <a:cubicBezTo>
                    <a:pt x="1081" y="609"/>
                    <a:pt x="1087" y="601"/>
                    <a:pt x="1092" y="601"/>
                  </a:cubicBezTo>
                  <a:cubicBezTo>
                    <a:pt x="1094" y="601"/>
                    <a:pt x="1096" y="603"/>
                    <a:pt x="1097" y="609"/>
                  </a:cubicBezTo>
                  <a:cubicBezTo>
                    <a:pt x="1097" y="609"/>
                    <a:pt x="1102" y="609"/>
                    <a:pt x="1106" y="600"/>
                  </a:cubicBezTo>
                  <a:cubicBezTo>
                    <a:pt x="1107" y="591"/>
                    <a:pt x="1107" y="587"/>
                    <a:pt x="1108" y="587"/>
                  </a:cubicBezTo>
                  <a:cubicBezTo>
                    <a:pt x="1109" y="587"/>
                    <a:pt x="1109" y="591"/>
                    <a:pt x="1110" y="599"/>
                  </a:cubicBezTo>
                  <a:cubicBezTo>
                    <a:pt x="1113" y="607"/>
                    <a:pt x="1116" y="611"/>
                    <a:pt x="1118" y="611"/>
                  </a:cubicBezTo>
                  <a:cubicBezTo>
                    <a:pt x="1121" y="611"/>
                    <a:pt x="1123" y="607"/>
                    <a:pt x="1124" y="598"/>
                  </a:cubicBezTo>
                  <a:cubicBezTo>
                    <a:pt x="1124" y="598"/>
                    <a:pt x="1126" y="594"/>
                    <a:pt x="1129" y="594"/>
                  </a:cubicBezTo>
                  <a:cubicBezTo>
                    <a:pt x="1130" y="594"/>
                    <a:pt x="1132" y="594"/>
                    <a:pt x="1134" y="597"/>
                  </a:cubicBezTo>
                  <a:cubicBezTo>
                    <a:pt x="1139" y="600"/>
                    <a:pt x="1149" y="603"/>
                    <a:pt x="1157" y="603"/>
                  </a:cubicBezTo>
                  <a:cubicBezTo>
                    <a:pt x="1164" y="603"/>
                    <a:pt x="1170" y="601"/>
                    <a:pt x="1166" y="592"/>
                  </a:cubicBezTo>
                  <a:lnTo>
                    <a:pt x="1175" y="591"/>
                  </a:lnTo>
                  <a:cubicBezTo>
                    <a:pt x="1180" y="595"/>
                    <a:pt x="1183" y="596"/>
                    <a:pt x="1186" y="596"/>
                  </a:cubicBezTo>
                  <a:cubicBezTo>
                    <a:pt x="1189" y="596"/>
                    <a:pt x="1192" y="594"/>
                    <a:pt x="1194" y="589"/>
                  </a:cubicBezTo>
                  <a:lnTo>
                    <a:pt x="1198" y="580"/>
                  </a:lnTo>
                  <a:cubicBezTo>
                    <a:pt x="1199" y="588"/>
                    <a:pt x="1204" y="596"/>
                    <a:pt x="1208" y="596"/>
                  </a:cubicBezTo>
                  <a:cubicBezTo>
                    <a:pt x="1208" y="596"/>
                    <a:pt x="1209" y="596"/>
                    <a:pt x="1209" y="596"/>
                  </a:cubicBezTo>
                  <a:cubicBezTo>
                    <a:pt x="1213" y="596"/>
                    <a:pt x="1213" y="596"/>
                    <a:pt x="1212" y="587"/>
                  </a:cubicBezTo>
                  <a:cubicBezTo>
                    <a:pt x="1207" y="579"/>
                    <a:pt x="1211" y="579"/>
                    <a:pt x="1216" y="578"/>
                  </a:cubicBezTo>
                  <a:cubicBezTo>
                    <a:pt x="1221" y="578"/>
                    <a:pt x="1227" y="586"/>
                    <a:pt x="1228" y="593"/>
                  </a:cubicBezTo>
                  <a:lnTo>
                    <a:pt x="1232" y="593"/>
                  </a:lnTo>
                  <a:cubicBezTo>
                    <a:pt x="1231" y="583"/>
                    <a:pt x="1232" y="579"/>
                    <a:pt x="1234" y="579"/>
                  </a:cubicBezTo>
                  <a:cubicBezTo>
                    <a:pt x="1234" y="579"/>
                    <a:pt x="1235" y="581"/>
                    <a:pt x="1236" y="584"/>
                  </a:cubicBezTo>
                  <a:cubicBezTo>
                    <a:pt x="1239" y="589"/>
                    <a:pt x="1243" y="591"/>
                    <a:pt x="1248" y="591"/>
                  </a:cubicBezTo>
                  <a:cubicBezTo>
                    <a:pt x="1249" y="591"/>
                    <a:pt x="1250" y="591"/>
                    <a:pt x="1250" y="591"/>
                  </a:cubicBezTo>
                  <a:cubicBezTo>
                    <a:pt x="1250" y="588"/>
                    <a:pt x="1251" y="587"/>
                    <a:pt x="1251" y="587"/>
                  </a:cubicBezTo>
                  <a:cubicBezTo>
                    <a:pt x="1253" y="587"/>
                    <a:pt x="1254" y="590"/>
                    <a:pt x="1250" y="591"/>
                  </a:cubicBezTo>
                  <a:lnTo>
                    <a:pt x="1252" y="599"/>
                  </a:lnTo>
                  <a:cubicBezTo>
                    <a:pt x="1254" y="601"/>
                    <a:pt x="1255" y="602"/>
                    <a:pt x="1256" y="602"/>
                  </a:cubicBezTo>
                  <a:cubicBezTo>
                    <a:pt x="1258" y="602"/>
                    <a:pt x="1257" y="596"/>
                    <a:pt x="1256" y="590"/>
                  </a:cubicBezTo>
                  <a:lnTo>
                    <a:pt x="1265" y="589"/>
                  </a:lnTo>
                  <a:cubicBezTo>
                    <a:pt x="1270" y="589"/>
                    <a:pt x="1274" y="588"/>
                    <a:pt x="1268" y="580"/>
                  </a:cubicBezTo>
                  <a:cubicBezTo>
                    <a:pt x="1267" y="572"/>
                    <a:pt x="1266" y="563"/>
                    <a:pt x="1271" y="563"/>
                  </a:cubicBezTo>
                  <a:cubicBezTo>
                    <a:pt x="1270" y="560"/>
                    <a:pt x="1271" y="559"/>
                    <a:pt x="1271" y="559"/>
                  </a:cubicBezTo>
                  <a:cubicBezTo>
                    <a:pt x="1272" y="559"/>
                    <a:pt x="1274" y="562"/>
                    <a:pt x="1271" y="563"/>
                  </a:cubicBezTo>
                  <a:cubicBezTo>
                    <a:pt x="1272" y="571"/>
                    <a:pt x="1273" y="579"/>
                    <a:pt x="1277" y="579"/>
                  </a:cubicBezTo>
                  <a:cubicBezTo>
                    <a:pt x="1277" y="579"/>
                    <a:pt x="1277" y="579"/>
                    <a:pt x="1277" y="579"/>
                  </a:cubicBezTo>
                  <a:cubicBezTo>
                    <a:pt x="1282" y="579"/>
                    <a:pt x="1283" y="587"/>
                    <a:pt x="1283" y="587"/>
                  </a:cubicBezTo>
                  <a:cubicBezTo>
                    <a:pt x="1282" y="594"/>
                    <a:pt x="1284" y="596"/>
                    <a:pt x="1287" y="596"/>
                  </a:cubicBezTo>
                  <a:cubicBezTo>
                    <a:pt x="1292" y="596"/>
                    <a:pt x="1300" y="590"/>
                    <a:pt x="1302" y="584"/>
                  </a:cubicBezTo>
                  <a:cubicBezTo>
                    <a:pt x="1306" y="575"/>
                    <a:pt x="1308" y="570"/>
                    <a:pt x="1311" y="570"/>
                  </a:cubicBezTo>
                  <a:cubicBezTo>
                    <a:pt x="1313" y="570"/>
                    <a:pt x="1314" y="575"/>
                    <a:pt x="1316" y="583"/>
                  </a:cubicBezTo>
                  <a:cubicBezTo>
                    <a:pt x="1316" y="588"/>
                    <a:pt x="1317" y="590"/>
                    <a:pt x="1318" y="590"/>
                  </a:cubicBezTo>
                  <a:cubicBezTo>
                    <a:pt x="1321" y="590"/>
                    <a:pt x="1326" y="574"/>
                    <a:pt x="1327" y="555"/>
                  </a:cubicBezTo>
                  <a:lnTo>
                    <a:pt x="1328" y="529"/>
                  </a:lnTo>
                  <a:lnTo>
                    <a:pt x="1331" y="555"/>
                  </a:lnTo>
                  <a:cubicBezTo>
                    <a:pt x="1336" y="574"/>
                    <a:pt x="1339" y="582"/>
                    <a:pt x="1342" y="582"/>
                  </a:cubicBezTo>
                  <a:cubicBezTo>
                    <a:pt x="1344" y="582"/>
                    <a:pt x="1347" y="578"/>
                    <a:pt x="1353" y="570"/>
                  </a:cubicBezTo>
                  <a:cubicBezTo>
                    <a:pt x="1357" y="565"/>
                    <a:pt x="1359" y="562"/>
                    <a:pt x="1360" y="562"/>
                  </a:cubicBezTo>
                  <a:cubicBezTo>
                    <a:pt x="1361" y="562"/>
                    <a:pt x="1361" y="564"/>
                    <a:pt x="1361" y="569"/>
                  </a:cubicBezTo>
                  <a:cubicBezTo>
                    <a:pt x="1362" y="574"/>
                    <a:pt x="1364" y="576"/>
                    <a:pt x="1370" y="576"/>
                  </a:cubicBezTo>
                  <a:cubicBezTo>
                    <a:pt x="1373" y="576"/>
                    <a:pt x="1377" y="575"/>
                    <a:pt x="1382" y="574"/>
                  </a:cubicBezTo>
                  <a:cubicBezTo>
                    <a:pt x="1395" y="573"/>
                    <a:pt x="1400" y="572"/>
                    <a:pt x="1399" y="564"/>
                  </a:cubicBezTo>
                  <a:lnTo>
                    <a:pt x="1407" y="562"/>
                  </a:lnTo>
                  <a:cubicBezTo>
                    <a:pt x="1410" y="568"/>
                    <a:pt x="1413" y="571"/>
                    <a:pt x="1415" y="571"/>
                  </a:cubicBezTo>
                  <a:cubicBezTo>
                    <a:pt x="1419" y="571"/>
                    <a:pt x="1421" y="563"/>
                    <a:pt x="1416" y="553"/>
                  </a:cubicBezTo>
                  <a:lnTo>
                    <a:pt x="1425" y="552"/>
                  </a:lnTo>
                  <a:lnTo>
                    <a:pt x="1427" y="560"/>
                  </a:lnTo>
                  <a:cubicBezTo>
                    <a:pt x="1427" y="565"/>
                    <a:pt x="1430" y="567"/>
                    <a:pt x="1439" y="567"/>
                  </a:cubicBezTo>
                  <a:cubicBezTo>
                    <a:pt x="1446" y="567"/>
                    <a:pt x="1457" y="565"/>
                    <a:pt x="1474" y="563"/>
                  </a:cubicBezTo>
                  <a:cubicBezTo>
                    <a:pt x="1516" y="558"/>
                    <a:pt x="1521" y="556"/>
                    <a:pt x="1519" y="540"/>
                  </a:cubicBezTo>
                  <a:cubicBezTo>
                    <a:pt x="1520" y="530"/>
                    <a:pt x="1521" y="526"/>
                    <a:pt x="1523" y="526"/>
                  </a:cubicBezTo>
                  <a:cubicBezTo>
                    <a:pt x="1525" y="526"/>
                    <a:pt x="1526" y="530"/>
                    <a:pt x="1528" y="538"/>
                  </a:cubicBezTo>
                  <a:cubicBezTo>
                    <a:pt x="1528" y="544"/>
                    <a:pt x="1531" y="550"/>
                    <a:pt x="1533" y="550"/>
                  </a:cubicBezTo>
                  <a:cubicBezTo>
                    <a:pt x="1533" y="550"/>
                    <a:pt x="1533" y="549"/>
                    <a:pt x="1533" y="546"/>
                  </a:cubicBezTo>
                  <a:cubicBezTo>
                    <a:pt x="1534" y="546"/>
                    <a:pt x="1535" y="546"/>
                    <a:pt x="1535" y="546"/>
                  </a:cubicBezTo>
                  <a:cubicBezTo>
                    <a:pt x="1540" y="546"/>
                    <a:pt x="1545" y="549"/>
                    <a:pt x="1549" y="553"/>
                  </a:cubicBezTo>
                  <a:cubicBezTo>
                    <a:pt x="1555" y="559"/>
                    <a:pt x="1559" y="561"/>
                    <a:pt x="1562" y="561"/>
                  </a:cubicBezTo>
                  <a:cubicBezTo>
                    <a:pt x="1566" y="561"/>
                    <a:pt x="1567" y="555"/>
                    <a:pt x="1567" y="550"/>
                  </a:cubicBezTo>
                  <a:cubicBezTo>
                    <a:pt x="1564" y="543"/>
                    <a:pt x="1563" y="541"/>
                    <a:pt x="1564" y="541"/>
                  </a:cubicBezTo>
                  <a:lnTo>
                    <a:pt x="1564" y="541"/>
                  </a:lnTo>
                  <a:cubicBezTo>
                    <a:pt x="1565" y="541"/>
                    <a:pt x="1568" y="545"/>
                    <a:pt x="1571" y="550"/>
                  </a:cubicBezTo>
                  <a:cubicBezTo>
                    <a:pt x="1576" y="555"/>
                    <a:pt x="1580" y="560"/>
                    <a:pt x="1582" y="560"/>
                  </a:cubicBezTo>
                  <a:cubicBezTo>
                    <a:pt x="1583" y="560"/>
                    <a:pt x="1583" y="559"/>
                    <a:pt x="1582" y="556"/>
                  </a:cubicBezTo>
                  <a:cubicBezTo>
                    <a:pt x="1585" y="551"/>
                    <a:pt x="1596" y="544"/>
                    <a:pt x="1605" y="544"/>
                  </a:cubicBezTo>
                  <a:cubicBezTo>
                    <a:pt x="1610" y="544"/>
                    <a:pt x="1614" y="546"/>
                    <a:pt x="1615" y="552"/>
                  </a:cubicBezTo>
                  <a:lnTo>
                    <a:pt x="1624" y="551"/>
                  </a:lnTo>
                  <a:cubicBezTo>
                    <a:pt x="1623" y="543"/>
                    <a:pt x="1632" y="541"/>
                    <a:pt x="1641" y="540"/>
                  </a:cubicBezTo>
                  <a:cubicBezTo>
                    <a:pt x="1644" y="539"/>
                    <a:pt x="1646" y="539"/>
                    <a:pt x="1648" y="539"/>
                  </a:cubicBezTo>
                  <a:cubicBezTo>
                    <a:pt x="1653" y="539"/>
                    <a:pt x="1656" y="541"/>
                    <a:pt x="1657" y="546"/>
                  </a:cubicBezTo>
                  <a:cubicBezTo>
                    <a:pt x="1655" y="551"/>
                    <a:pt x="1655" y="553"/>
                    <a:pt x="1657" y="553"/>
                  </a:cubicBezTo>
                  <a:cubicBezTo>
                    <a:pt x="1658" y="553"/>
                    <a:pt x="1661" y="550"/>
                    <a:pt x="1665" y="545"/>
                  </a:cubicBezTo>
                  <a:cubicBezTo>
                    <a:pt x="1670" y="544"/>
                    <a:pt x="1672" y="527"/>
                    <a:pt x="1678" y="526"/>
                  </a:cubicBezTo>
                  <a:cubicBezTo>
                    <a:pt x="1676" y="518"/>
                    <a:pt x="1679" y="509"/>
                    <a:pt x="1685" y="508"/>
                  </a:cubicBezTo>
                  <a:lnTo>
                    <a:pt x="1686" y="517"/>
                  </a:lnTo>
                  <a:lnTo>
                    <a:pt x="1688" y="534"/>
                  </a:lnTo>
                  <a:cubicBezTo>
                    <a:pt x="1692" y="533"/>
                    <a:pt x="1697" y="533"/>
                    <a:pt x="1696" y="524"/>
                  </a:cubicBezTo>
                  <a:lnTo>
                    <a:pt x="1696" y="524"/>
                  </a:lnTo>
                  <a:cubicBezTo>
                    <a:pt x="1699" y="529"/>
                    <a:pt x="1703" y="530"/>
                    <a:pt x="1707" y="530"/>
                  </a:cubicBezTo>
                  <a:cubicBezTo>
                    <a:pt x="1710" y="530"/>
                    <a:pt x="1712" y="530"/>
                    <a:pt x="1716" y="529"/>
                  </a:cubicBezTo>
                  <a:cubicBezTo>
                    <a:pt x="1725" y="528"/>
                    <a:pt x="1734" y="527"/>
                    <a:pt x="1737" y="518"/>
                  </a:cubicBezTo>
                  <a:cubicBezTo>
                    <a:pt x="1741" y="525"/>
                    <a:pt x="1748" y="528"/>
                    <a:pt x="1755" y="528"/>
                  </a:cubicBezTo>
                  <a:cubicBezTo>
                    <a:pt x="1764" y="528"/>
                    <a:pt x="1772" y="523"/>
                    <a:pt x="1774" y="513"/>
                  </a:cubicBezTo>
                  <a:cubicBezTo>
                    <a:pt x="1774" y="508"/>
                    <a:pt x="1775" y="506"/>
                    <a:pt x="1777" y="506"/>
                  </a:cubicBezTo>
                  <a:cubicBezTo>
                    <a:pt x="1779" y="506"/>
                    <a:pt x="1781" y="508"/>
                    <a:pt x="1784" y="512"/>
                  </a:cubicBezTo>
                  <a:cubicBezTo>
                    <a:pt x="1787" y="515"/>
                    <a:pt x="1789" y="517"/>
                    <a:pt x="1790" y="517"/>
                  </a:cubicBezTo>
                  <a:cubicBezTo>
                    <a:pt x="1791" y="517"/>
                    <a:pt x="1792" y="515"/>
                    <a:pt x="1793" y="510"/>
                  </a:cubicBezTo>
                  <a:cubicBezTo>
                    <a:pt x="1795" y="507"/>
                    <a:pt x="1796" y="506"/>
                    <a:pt x="1798" y="506"/>
                  </a:cubicBezTo>
                  <a:cubicBezTo>
                    <a:pt x="1801" y="506"/>
                    <a:pt x="1805" y="511"/>
                    <a:pt x="1809" y="516"/>
                  </a:cubicBezTo>
                  <a:cubicBezTo>
                    <a:pt x="1813" y="525"/>
                    <a:pt x="1816" y="529"/>
                    <a:pt x="1818" y="529"/>
                  </a:cubicBezTo>
                  <a:cubicBezTo>
                    <a:pt x="1820" y="529"/>
                    <a:pt x="1822" y="527"/>
                    <a:pt x="1824" y="523"/>
                  </a:cubicBezTo>
                  <a:cubicBezTo>
                    <a:pt x="1829" y="516"/>
                    <a:pt x="1837" y="512"/>
                    <a:pt x="1846" y="510"/>
                  </a:cubicBezTo>
                  <a:cubicBezTo>
                    <a:pt x="1854" y="501"/>
                    <a:pt x="1858" y="500"/>
                    <a:pt x="1853" y="492"/>
                  </a:cubicBezTo>
                  <a:cubicBezTo>
                    <a:pt x="1852" y="487"/>
                    <a:pt x="1853" y="481"/>
                    <a:pt x="1854" y="476"/>
                  </a:cubicBezTo>
                  <a:cubicBezTo>
                    <a:pt x="1857" y="472"/>
                    <a:pt x="1859" y="471"/>
                    <a:pt x="1860" y="471"/>
                  </a:cubicBezTo>
                  <a:cubicBezTo>
                    <a:pt x="1862" y="471"/>
                    <a:pt x="1862" y="474"/>
                    <a:pt x="1858" y="475"/>
                  </a:cubicBezTo>
                  <a:cubicBezTo>
                    <a:pt x="1851" y="485"/>
                    <a:pt x="1855" y="484"/>
                    <a:pt x="1862" y="491"/>
                  </a:cubicBezTo>
                  <a:cubicBezTo>
                    <a:pt x="1865" y="496"/>
                    <a:pt x="1870" y="498"/>
                    <a:pt x="1876" y="498"/>
                  </a:cubicBezTo>
                  <a:cubicBezTo>
                    <a:pt x="1878" y="498"/>
                    <a:pt x="1880" y="498"/>
                    <a:pt x="1882" y="497"/>
                  </a:cubicBezTo>
                  <a:lnTo>
                    <a:pt x="1900" y="495"/>
                  </a:lnTo>
                  <a:cubicBezTo>
                    <a:pt x="1907" y="497"/>
                    <a:pt x="1912" y="499"/>
                    <a:pt x="1915" y="499"/>
                  </a:cubicBezTo>
                  <a:cubicBezTo>
                    <a:pt x="1919" y="499"/>
                    <a:pt x="1920" y="496"/>
                    <a:pt x="1919" y="491"/>
                  </a:cubicBezTo>
                  <a:cubicBezTo>
                    <a:pt x="1919" y="489"/>
                    <a:pt x="1918" y="487"/>
                    <a:pt x="1918" y="485"/>
                  </a:cubicBezTo>
                  <a:lnTo>
                    <a:pt x="1918" y="485"/>
                  </a:lnTo>
                  <a:cubicBezTo>
                    <a:pt x="1921" y="490"/>
                    <a:pt x="1930" y="492"/>
                    <a:pt x="1939" y="492"/>
                  </a:cubicBezTo>
                  <a:cubicBezTo>
                    <a:pt x="1956" y="492"/>
                    <a:pt x="1976" y="485"/>
                    <a:pt x="1977" y="475"/>
                  </a:cubicBezTo>
                  <a:lnTo>
                    <a:pt x="1978" y="482"/>
                  </a:lnTo>
                  <a:cubicBezTo>
                    <a:pt x="1980" y="488"/>
                    <a:pt x="1982" y="490"/>
                    <a:pt x="1987" y="490"/>
                  </a:cubicBezTo>
                  <a:cubicBezTo>
                    <a:pt x="1989" y="490"/>
                    <a:pt x="1991" y="489"/>
                    <a:pt x="1994" y="489"/>
                  </a:cubicBezTo>
                  <a:cubicBezTo>
                    <a:pt x="2005" y="484"/>
                    <a:pt x="2018" y="479"/>
                    <a:pt x="2030" y="475"/>
                  </a:cubicBezTo>
                  <a:cubicBezTo>
                    <a:pt x="2048" y="472"/>
                    <a:pt x="2063" y="470"/>
                    <a:pt x="2060" y="461"/>
                  </a:cubicBezTo>
                  <a:cubicBezTo>
                    <a:pt x="2066" y="461"/>
                    <a:pt x="2066" y="461"/>
                    <a:pt x="2067" y="469"/>
                  </a:cubicBezTo>
                  <a:cubicBezTo>
                    <a:pt x="2065" y="476"/>
                    <a:pt x="2066" y="477"/>
                    <a:pt x="2069" y="477"/>
                  </a:cubicBezTo>
                  <a:cubicBezTo>
                    <a:pt x="2070" y="477"/>
                    <a:pt x="2072" y="477"/>
                    <a:pt x="2073" y="477"/>
                  </a:cubicBezTo>
                  <a:cubicBezTo>
                    <a:pt x="2077" y="476"/>
                    <a:pt x="2076" y="468"/>
                    <a:pt x="2075" y="459"/>
                  </a:cubicBezTo>
                  <a:cubicBezTo>
                    <a:pt x="2074" y="454"/>
                    <a:pt x="2075" y="452"/>
                    <a:pt x="2078" y="452"/>
                  </a:cubicBezTo>
                  <a:cubicBezTo>
                    <a:pt x="2081" y="452"/>
                    <a:pt x="2084" y="454"/>
                    <a:pt x="2088" y="457"/>
                  </a:cubicBezTo>
                  <a:cubicBezTo>
                    <a:pt x="2093" y="459"/>
                    <a:pt x="2098" y="460"/>
                    <a:pt x="2104" y="460"/>
                  </a:cubicBezTo>
                  <a:cubicBezTo>
                    <a:pt x="2112" y="460"/>
                    <a:pt x="2120" y="457"/>
                    <a:pt x="2125" y="451"/>
                  </a:cubicBezTo>
                  <a:cubicBezTo>
                    <a:pt x="2126" y="451"/>
                    <a:pt x="2127" y="451"/>
                    <a:pt x="2128" y="451"/>
                  </a:cubicBezTo>
                  <a:cubicBezTo>
                    <a:pt x="2132" y="451"/>
                    <a:pt x="2135" y="452"/>
                    <a:pt x="2137" y="458"/>
                  </a:cubicBezTo>
                  <a:cubicBezTo>
                    <a:pt x="2140" y="462"/>
                    <a:pt x="2144" y="466"/>
                    <a:pt x="2149" y="466"/>
                  </a:cubicBezTo>
                  <a:cubicBezTo>
                    <a:pt x="2153" y="466"/>
                    <a:pt x="2156" y="463"/>
                    <a:pt x="2159" y="454"/>
                  </a:cubicBezTo>
                  <a:cubicBezTo>
                    <a:pt x="2164" y="454"/>
                    <a:pt x="2164" y="454"/>
                    <a:pt x="2166" y="462"/>
                  </a:cubicBezTo>
                  <a:cubicBezTo>
                    <a:pt x="2169" y="467"/>
                    <a:pt x="2171" y="471"/>
                    <a:pt x="2172" y="471"/>
                  </a:cubicBezTo>
                  <a:cubicBezTo>
                    <a:pt x="2173" y="471"/>
                    <a:pt x="2174" y="468"/>
                    <a:pt x="2175" y="461"/>
                  </a:cubicBezTo>
                  <a:cubicBezTo>
                    <a:pt x="2180" y="455"/>
                    <a:pt x="2187" y="452"/>
                    <a:pt x="2194" y="452"/>
                  </a:cubicBezTo>
                  <a:cubicBezTo>
                    <a:pt x="2199" y="452"/>
                    <a:pt x="2203" y="453"/>
                    <a:pt x="2207" y="455"/>
                  </a:cubicBezTo>
                  <a:cubicBezTo>
                    <a:pt x="2212" y="455"/>
                    <a:pt x="2216" y="454"/>
                    <a:pt x="2215" y="446"/>
                  </a:cubicBezTo>
                  <a:lnTo>
                    <a:pt x="2214" y="438"/>
                  </a:lnTo>
                  <a:lnTo>
                    <a:pt x="2214" y="438"/>
                  </a:lnTo>
                  <a:cubicBezTo>
                    <a:pt x="2217" y="445"/>
                    <a:pt x="2219" y="449"/>
                    <a:pt x="2220" y="449"/>
                  </a:cubicBezTo>
                  <a:cubicBezTo>
                    <a:pt x="2221" y="449"/>
                    <a:pt x="2222" y="445"/>
                    <a:pt x="2223" y="436"/>
                  </a:cubicBezTo>
                  <a:cubicBezTo>
                    <a:pt x="2222" y="432"/>
                    <a:pt x="2223" y="430"/>
                    <a:pt x="2225" y="430"/>
                  </a:cubicBezTo>
                  <a:cubicBezTo>
                    <a:pt x="2226" y="430"/>
                    <a:pt x="2227" y="431"/>
                    <a:pt x="2228" y="435"/>
                  </a:cubicBezTo>
                  <a:cubicBezTo>
                    <a:pt x="2232" y="441"/>
                    <a:pt x="2236" y="442"/>
                    <a:pt x="2238" y="442"/>
                  </a:cubicBezTo>
                  <a:cubicBezTo>
                    <a:pt x="2238" y="442"/>
                    <a:pt x="2239" y="442"/>
                    <a:pt x="2239" y="442"/>
                  </a:cubicBezTo>
                  <a:cubicBezTo>
                    <a:pt x="2254" y="435"/>
                    <a:pt x="2270" y="430"/>
                    <a:pt x="2288" y="425"/>
                  </a:cubicBezTo>
                  <a:cubicBezTo>
                    <a:pt x="2325" y="420"/>
                    <a:pt x="2339" y="417"/>
                    <a:pt x="2337" y="408"/>
                  </a:cubicBezTo>
                  <a:cubicBezTo>
                    <a:pt x="2339" y="404"/>
                    <a:pt x="2339" y="401"/>
                    <a:pt x="2340" y="401"/>
                  </a:cubicBezTo>
                  <a:cubicBezTo>
                    <a:pt x="2341" y="401"/>
                    <a:pt x="2343" y="403"/>
                    <a:pt x="2346" y="407"/>
                  </a:cubicBezTo>
                  <a:cubicBezTo>
                    <a:pt x="2349" y="411"/>
                    <a:pt x="2353" y="414"/>
                    <a:pt x="2357" y="414"/>
                  </a:cubicBezTo>
                  <a:cubicBezTo>
                    <a:pt x="2359" y="414"/>
                    <a:pt x="2360" y="413"/>
                    <a:pt x="2362" y="413"/>
                  </a:cubicBezTo>
                  <a:cubicBezTo>
                    <a:pt x="2363" y="413"/>
                    <a:pt x="2364" y="413"/>
                    <a:pt x="2365" y="413"/>
                  </a:cubicBezTo>
                  <a:cubicBezTo>
                    <a:pt x="2368" y="413"/>
                    <a:pt x="2371" y="413"/>
                    <a:pt x="2372" y="420"/>
                  </a:cubicBezTo>
                  <a:cubicBezTo>
                    <a:pt x="2376" y="411"/>
                    <a:pt x="2376" y="411"/>
                    <a:pt x="2380" y="411"/>
                  </a:cubicBezTo>
                  <a:cubicBezTo>
                    <a:pt x="2381" y="414"/>
                    <a:pt x="2382" y="416"/>
                    <a:pt x="2384" y="416"/>
                  </a:cubicBezTo>
                  <a:cubicBezTo>
                    <a:pt x="2386" y="416"/>
                    <a:pt x="2388" y="413"/>
                    <a:pt x="2389" y="408"/>
                  </a:cubicBezTo>
                  <a:cubicBezTo>
                    <a:pt x="2390" y="400"/>
                    <a:pt x="2391" y="396"/>
                    <a:pt x="2391" y="396"/>
                  </a:cubicBezTo>
                  <a:cubicBezTo>
                    <a:pt x="2392" y="396"/>
                    <a:pt x="2392" y="400"/>
                    <a:pt x="2394" y="408"/>
                  </a:cubicBezTo>
                  <a:cubicBezTo>
                    <a:pt x="2395" y="414"/>
                    <a:pt x="2402" y="418"/>
                    <a:pt x="2405" y="418"/>
                  </a:cubicBezTo>
                  <a:cubicBezTo>
                    <a:pt x="2406" y="418"/>
                    <a:pt x="2407" y="417"/>
                    <a:pt x="2405" y="415"/>
                  </a:cubicBezTo>
                  <a:cubicBezTo>
                    <a:pt x="2404" y="406"/>
                    <a:pt x="2413" y="405"/>
                    <a:pt x="2416" y="396"/>
                  </a:cubicBezTo>
                  <a:cubicBezTo>
                    <a:pt x="2417" y="396"/>
                    <a:pt x="2419" y="395"/>
                    <a:pt x="2420" y="395"/>
                  </a:cubicBezTo>
                  <a:cubicBezTo>
                    <a:pt x="2423" y="395"/>
                    <a:pt x="2425" y="397"/>
                    <a:pt x="2426" y="403"/>
                  </a:cubicBezTo>
                  <a:cubicBezTo>
                    <a:pt x="2428" y="404"/>
                    <a:pt x="2430" y="405"/>
                    <a:pt x="2432" y="405"/>
                  </a:cubicBezTo>
                  <a:cubicBezTo>
                    <a:pt x="2441" y="405"/>
                    <a:pt x="2455" y="396"/>
                    <a:pt x="2457" y="388"/>
                  </a:cubicBezTo>
                  <a:cubicBezTo>
                    <a:pt x="2456" y="384"/>
                    <a:pt x="2457" y="382"/>
                    <a:pt x="2459" y="382"/>
                  </a:cubicBezTo>
                  <a:cubicBezTo>
                    <a:pt x="2460" y="382"/>
                    <a:pt x="2461" y="384"/>
                    <a:pt x="2462" y="388"/>
                  </a:cubicBezTo>
                  <a:cubicBezTo>
                    <a:pt x="2463" y="394"/>
                    <a:pt x="2465" y="395"/>
                    <a:pt x="2469" y="395"/>
                  </a:cubicBezTo>
                  <a:cubicBezTo>
                    <a:pt x="2470" y="395"/>
                    <a:pt x="2472" y="395"/>
                    <a:pt x="2473" y="395"/>
                  </a:cubicBezTo>
                  <a:cubicBezTo>
                    <a:pt x="2474" y="392"/>
                    <a:pt x="2475" y="391"/>
                    <a:pt x="2475" y="391"/>
                  </a:cubicBezTo>
                  <a:cubicBezTo>
                    <a:pt x="2477" y="391"/>
                    <a:pt x="2478" y="397"/>
                    <a:pt x="2479" y="403"/>
                  </a:cubicBezTo>
                  <a:cubicBezTo>
                    <a:pt x="2477" y="409"/>
                    <a:pt x="2478" y="410"/>
                    <a:pt x="2482" y="410"/>
                  </a:cubicBezTo>
                  <a:cubicBezTo>
                    <a:pt x="2484" y="410"/>
                    <a:pt x="2487" y="410"/>
                    <a:pt x="2490" y="409"/>
                  </a:cubicBezTo>
                  <a:cubicBezTo>
                    <a:pt x="2492" y="399"/>
                    <a:pt x="2511" y="397"/>
                    <a:pt x="2525" y="394"/>
                  </a:cubicBezTo>
                  <a:cubicBezTo>
                    <a:pt x="2548" y="390"/>
                    <a:pt x="2551" y="381"/>
                    <a:pt x="2557" y="362"/>
                  </a:cubicBezTo>
                  <a:lnTo>
                    <a:pt x="2558" y="346"/>
                  </a:lnTo>
                  <a:lnTo>
                    <a:pt x="2562" y="361"/>
                  </a:lnTo>
                  <a:cubicBezTo>
                    <a:pt x="2564" y="370"/>
                    <a:pt x="2567" y="378"/>
                    <a:pt x="2571" y="386"/>
                  </a:cubicBezTo>
                  <a:cubicBezTo>
                    <a:pt x="2575" y="385"/>
                    <a:pt x="2574" y="377"/>
                    <a:pt x="2573" y="369"/>
                  </a:cubicBezTo>
                  <a:cubicBezTo>
                    <a:pt x="2572" y="364"/>
                    <a:pt x="2573" y="361"/>
                    <a:pt x="2576" y="361"/>
                  </a:cubicBezTo>
                  <a:cubicBezTo>
                    <a:pt x="2578" y="361"/>
                    <a:pt x="2582" y="363"/>
                    <a:pt x="2586" y="366"/>
                  </a:cubicBezTo>
                  <a:cubicBezTo>
                    <a:pt x="2592" y="369"/>
                    <a:pt x="2595" y="370"/>
                    <a:pt x="2598" y="370"/>
                  </a:cubicBezTo>
                  <a:cubicBezTo>
                    <a:pt x="2601" y="370"/>
                    <a:pt x="2603" y="368"/>
                    <a:pt x="2604" y="362"/>
                  </a:cubicBezTo>
                  <a:cubicBezTo>
                    <a:pt x="2606" y="362"/>
                    <a:pt x="2607" y="362"/>
                    <a:pt x="2608" y="362"/>
                  </a:cubicBezTo>
                  <a:cubicBezTo>
                    <a:pt x="2613" y="362"/>
                    <a:pt x="2617" y="364"/>
                    <a:pt x="2620" y="369"/>
                  </a:cubicBezTo>
                  <a:cubicBezTo>
                    <a:pt x="2625" y="368"/>
                    <a:pt x="2625" y="368"/>
                    <a:pt x="2623" y="360"/>
                  </a:cubicBezTo>
                  <a:cubicBezTo>
                    <a:pt x="2623" y="355"/>
                    <a:pt x="2624" y="353"/>
                    <a:pt x="2626" y="353"/>
                  </a:cubicBezTo>
                  <a:cubicBezTo>
                    <a:pt x="2628" y="353"/>
                    <a:pt x="2630" y="354"/>
                    <a:pt x="2632" y="358"/>
                  </a:cubicBezTo>
                  <a:cubicBezTo>
                    <a:pt x="2637" y="366"/>
                    <a:pt x="2643" y="370"/>
                    <a:pt x="2647" y="370"/>
                  </a:cubicBezTo>
                  <a:cubicBezTo>
                    <a:pt x="2651" y="370"/>
                    <a:pt x="2653" y="367"/>
                    <a:pt x="2653" y="363"/>
                  </a:cubicBezTo>
                  <a:cubicBezTo>
                    <a:pt x="2652" y="355"/>
                    <a:pt x="2656" y="355"/>
                    <a:pt x="2661" y="353"/>
                  </a:cubicBezTo>
                  <a:cubicBezTo>
                    <a:pt x="2666" y="353"/>
                    <a:pt x="2672" y="349"/>
                    <a:pt x="2673" y="342"/>
                  </a:cubicBezTo>
                  <a:lnTo>
                    <a:pt x="2682" y="341"/>
                  </a:lnTo>
                  <a:cubicBezTo>
                    <a:pt x="2682" y="341"/>
                    <a:pt x="2682" y="341"/>
                    <a:pt x="2683" y="341"/>
                  </a:cubicBezTo>
                  <a:cubicBezTo>
                    <a:pt x="2686" y="341"/>
                    <a:pt x="2683" y="349"/>
                    <a:pt x="2678" y="350"/>
                  </a:cubicBezTo>
                  <a:lnTo>
                    <a:pt x="2685" y="358"/>
                  </a:lnTo>
                  <a:cubicBezTo>
                    <a:pt x="2694" y="356"/>
                    <a:pt x="2699" y="355"/>
                    <a:pt x="2702" y="346"/>
                  </a:cubicBezTo>
                  <a:cubicBezTo>
                    <a:pt x="2703" y="337"/>
                    <a:pt x="2703" y="333"/>
                    <a:pt x="2703" y="333"/>
                  </a:cubicBezTo>
                  <a:cubicBezTo>
                    <a:pt x="2704" y="333"/>
                    <a:pt x="2705" y="337"/>
                    <a:pt x="2707" y="346"/>
                  </a:cubicBezTo>
                  <a:cubicBezTo>
                    <a:pt x="2707" y="351"/>
                    <a:pt x="2711" y="356"/>
                    <a:pt x="2714" y="356"/>
                  </a:cubicBezTo>
                  <a:cubicBezTo>
                    <a:pt x="2715" y="356"/>
                    <a:pt x="2717" y="355"/>
                    <a:pt x="2718" y="352"/>
                  </a:cubicBezTo>
                  <a:cubicBezTo>
                    <a:pt x="2718" y="344"/>
                    <a:pt x="2720" y="341"/>
                    <a:pt x="2721" y="341"/>
                  </a:cubicBezTo>
                  <a:cubicBezTo>
                    <a:pt x="2723" y="341"/>
                    <a:pt x="2725" y="346"/>
                    <a:pt x="2727" y="350"/>
                  </a:cubicBezTo>
                  <a:cubicBezTo>
                    <a:pt x="2726" y="359"/>
                    <a:pt x="2726" y="363"/>
                    <a:pt x="2727" y="363"/>
                  </a:cubicBezTo>
                  <a:cubicBezTo>
                    <a:pt x="2729" y="363"/>
                    <a:pt x="2733" y="358"/>
                    <a:pt x="2740" y="348"/>
                  </a:cubicBezTo>
                  <a:cubicBezTo>
                    <a:pt x="2749" y="346"/>
                    <a:pt x="2766" y="334"/>
                    <a:pt x="2781" y="331"/>
                  </a:cubicBezTo>
                  <a:cubicBezTo>
                    <a:pt x="2789" y="329"/>
                    <a:pt x="2795" y="328"/>
                    <a:pt x="2800" y="328"/>
                  </a:cubicBezTo>
                  <a:cubicBezTo>
                    <a:pt x="2806" y="328"/>
                    <a:pt x="2810" y="330"/>
                    <a:pt x="2814" y="334"/>
                  </a:cubicBezTo>
                  <a:cubicBezTo>
                    <a:pt x="2814" y="335"/>
                    <a:pt x="2814" y="335"/>
                    <a:pt x="2814" y="335"/>
                  </a:cubicBezTo>
                  <a:lnTo>
                    <a:pt x="2814" y="335"/>
                  </a:lnTo>
                  <a:cubicBezTo>
                    <a:pt x="2814" y="325"/>
                    <a:pt x="2820" y="324"/>
                    <a:pt x="2831" y="322"/>
                  </a:cubicBezTo>
                  <a:cubicBezTo>
                    <a:pt x="2834" y="323"/>
                    <a:pt x="2837" y="324"/>
                    <a:pt x="2839" y="324"/>
                  </a:cubicBezTo>
                  <a:cubicBezTo>
                    <a:pt x="2848" y="324"/>
                    <a:pt x="2855" y="318"/>
                    <a:pt x="2857" y="309"/>
                  </a:cubicBezTo>
                  <a:lnTo>
                    <a:pt x="2857" y="309"/>
                  </a:lnTo>
                  <a:lnTo>
                    <a:pt x="2848" y="311"/>
                  </a:lnTo>
                  <a:cubicBezTo>
                    <a:pt x="2846" y="300"/>
                    <a:pt x="2847" y="296"/>
                    <a:pt x="2851" y="296"/>
                  </a:cubicBezTo>
                  <a:cubicBezTo>
                    <a:pt x="2853" y="296"/>
                    <a:pt x="2856" y="297"/>
                    <a:pt x="2860" y="300"/>
                  </a:cubicBezTo>
                  <a:cubicBezTo>
                    <a:pt x="2860" y="299"/>
                    <a:pt x="2861" y="299"/>
                    <a:pt x="2861" y="299"/>
                  </a:cubicBezTo>
                  <a:cubicBezTo>
                    <a:pt x="2865" y="299"/>
                    <a:pt x="2866" y="308"/>
                    <a:pt x="2868" y="315"/>
                  </a:cubicBezTo>
                  <a:cubicBezTo>
                    <a:pt x="2869" y="323"/>
                    <a:pt x="2875" y="330"/>
                    <a:pt x="2879" y="330"/>
                  </a:cubicBezTo>
                  <a:cubicBezTo>
                    <a:pt x="2880" y="330"/>
                    <a:pt x="2880" y="330"/>
                    <a:pt x="2880" y="330"/>
                  </a:cubicBezTo>
                  <a:cubicBezTo>
                    <a:pt x="2885" y="330"/>
                    <a:pt x="2889" y="329"/>
                    <a:pt x="2884" y="321"/>
                  </a:cubicBezTo>
                  <a:cubicBezTo>
                    <a:pt x="2882" y="313"/>
                    <a:pt x="2882" y="313"/>
                    <a:pt x="2886" y="312"/>
                  </a:cubicBezTo>
                  <a:cubicBezTo>
                    <a:pt x="2893" y="312"/>
                    <a:pt x="2897" y="307"/>
                    <a:pt x="2898" y="301"/>
                  </a:cubicBezTo>
                  <a:cubicBezTo>
                    <a:pt x="2897" y="293"/>
                    <a:pt x="2902" y="292"/>
                    <a:pt x="2906" y="291"/>
                  </a:cubicBezTo>
                  <a:cubicBezTo>
                    <a:pt x="2909" y="294"/>
                    <a:pt x="2913" y="296"/>
                    <a:pt x="2919" y="296"/>
                  </a:cubicBezTo>
                  <a:cubicBezTo>
                    <a:pt x="2920" y="296"/>
                    <a:pt x="2921" y="296"/>
                    <a:pt x="2922" y="296"/>
                  </a:cubicBezTo>
                  <a:lnTo>
                    <a:pt x="2922" y="296"/>
                  </a:lnTo>
                  <a:cubicBezTo>
                    <a:pt x="2922" y="299"/>
                    <a:pt x="2923" y="302"/>
                    <a:pt x="2923" y="305"/>
                  </a:cubicBezTo>
                  <a:cubicBezTo>
                    <a:pt x="2924" y="311"/>
                    <a:pt x="2927" y="316"/>
                    <a:pt x="2931" y="321"/>
                  </a:cubicBezTo>
                  <a:cubicBezTo>
                    <a:pt x="2935" y="320"/>
                    <a:pt x="2934" y="312"/>
                    <a:pt x="2934" y="312"/>
                  </a:cubicBezTo>
                  <a:cubicBezTo>
                    <a:pt x="2932" y="304"/>
                    <a:pt x="3043" y="282"/>
                    <a:pt x="3057" y="279"/>
                  </a:cubicBezTo>
                  <a:cubicBezTo>
                    <a:pt x="3061" y="282"/>
                    <a:pt x="3065" y="283"/>
                    <a:pt x="3069" y="283"/>
                  </a:cubicBezTo>
                  <a:cubicBezTo>
                    <a:pt x="3075" y="283"/>
                    <a:pt x="3079" y="280"/>
                    <a:pt x="3074" y="276"/>
                  </a:cubicBezTo>
                  <a:cubicBezTo>
                    <a:pt x="3073" y="267"/>
                    <a:pt x="3096" y="263"/>
                    <a:pt x="3124" y="258"/>
                  </a:cubicBezTo>
                  <a:cubicBezTo>
                    <a:pt x="3156" y="251"/>
                    <a:pt x="3179" y="247"/>
                    <a:pt x="3178" y="239"/>
                  </a:cubicBezTo>
                  <a:lnTo>
                    <a:pt x="3191" y="236"/>
                  </a:lnTo>
                  <a:cubicBezTo>
                    <a:pt x="3200" y="234"/>
                    <a:pt x="3208" y="223"/>
                    <a:pt x="3212" y="223"/>
                  </a:cubicBezTo>
                  <a:cubicBezTo>
                    <a:pt x="3214" y="218"/>
                    <a:pt x="3215" y="215"/>
                    <a:pt x="3217" y="215"/>
                  </a:cubicBezTo>
                  <a:cubicBezTo>
                    <a:pt x="3218" y="215"/>
                    <a:pt x="3218" y="217"/>
                    <a:pt x="3217" y="222"/>
                  </a:cubicBezTo>
                  <a:cubicBezTo>
                    <a:pt x="3219" y="230"/>
                    <a:pt x="3220" y="238"/>
                    <a:pt x="3224" y="238"/>
                  </a:cubicBezTo>
                  <a:cubicBezTo>
                    <a:pt x="3224" y="238"/>
                    <a:pt x="3225" y="238"/>
                    <a:pt x="3225" y="238"/>
                  </a:cubicBezTo>
                  <a:cubicBezTo>
                    <a:pt x="3234" y="236"/>
                    <a:pt x="3233" y="228"/>
                    <a:pt x="3230" y="219"/>
                  </a:cubicBezTo>
                  <a:cubicBezTo>
                    <a:pt x="3229" y="211"/>
                    <a:pt x="3234" y="210"/>
                    <a:pt x="3234" y="210"/>
                  </a:cubicBezTo>
                  <a:cubicBezTo>
                    <a:pt x="3235" y="209"/>
                    <a:pt x="3236" y="209"/>
                    <a:pt x="3236" y="209"/>
                  </a:cubicBezTo>
                  <a:cubicBezTo>
                    <a:pt x="3238" y="209"/>
                    <a:pt x="3239" y="211"/>
                    <a:pt x="3239" y="218"/>
                  </a:cubicBezTo>
                  <a:cubicBezTo>
                    <a:pt x="3242" y="225"/>
                    <a:pt x="3243" y="233"/>
                    <a:pt x="3243" y="233"/>
                  </a:cubicBezTo>
                  <a:lnTo>
                    <a:pt x="3248" y="233"/>
                  </a:lnTo>
                  <a:cubicBezTo>
                    <a:pt x="3246" y="224"/>
                    <a:pt x="3251" y="223"/>
                    <a:pt x="3251" y="223"/>
                  </a:cubicBezTo>
                  <a:cubicBezTo>
                    <a:pt x="3251" y="223"/>
                    <a:pt x="3252" y="223"/>
                    <a:pt x="3253" y="223"/>
                  </a:cubicBezTo>
                  <a:cubicBezTo>
                    <a:pt x="3255" y="223"/>
                    <a:pt x="3256" y="226"/>
                    <a:pt x="3258" y="239"/>
                  </a:cubicBezTo>
                  <a:cubicBezTo>
                    <a:pt x="3260" y="247"/>
                    <a:pt x="3262" y="251"/>
                    <a:pt x="3264" y="251"/>
                  </a:cubicBezTo>
                  <a:cubicBezTo>
                    <a:pt x="3266" y="251"/>
                    <a:pt x="3267" y="247"/>
                    <a:pt x="3267" y="238"/>
                  </a:cubicBezTo>
                  <a:lnTo>
                    <a:pt x="3275" y="228"/>
                  </a:lnTo>
                  <a:cubicBezTo>
                    <a:pt x="3277" y="232"/>
                    <a:pt x="3279" y="234"/>
                    <a:pt x="3281" y="234"/>
                  </a:cubicBezTo>
                  <a:cubicBezTo>
                    <a:pt x="3286" y="234"/>
                    <a:pt x="3290" y="222"/>
                    <a:pt x="3292" y="215"/>
                  </a:cubicBezTo>
                  <a:cubicBezTo>
                    <a:pt x="3296" y="223"/>
                    <a:pt x="3299" y="226"/>
                    <a:pt x="3301" y="226"/>
                  </a:cubicBezTo>
                  <a:cubicBezTo>
                    <a:pt x="3303" y="226"/>
                    <a:pt x="3305" y="222"/>
                    <a:pt x="3306" y="212"/>
                  </a:cubicBezTo>
                  <a:cubicBezTo>
                    <a:pt x="3305" y="208"/>
                    <a:pt x="3306" y="206"/>
                    <a:pt x="3308" y="206"/>
                  </a:cubicBezTo>
                  <a:cubicBezTo>
                    <a:pt x="3310" y="206"/>
                    <a:pt x="3312" y="207"/>
                    <a:pt x="3315" y="211"/>
                  </a:cubicBezTo>
                  <a:cubicBezTo>
                    <a:pt x="3319" y="215"/>
                    <a:pt x="3322" y="216"/>
                    <a:pt x="3326" y="216"/>
                  </a:cubicBezTo>
                  <a:cubicBezTo>
                    <a:pt x="3329" y="216"/>
                    <a:pt x="3331" y="216"/>
                    <a:pt x="3335" y="215"/>
                  </a:cubicBezTo>
                  <a:cubicBezTo>
                    <a:pt x="3338" y="205"/>
                    <a:pt x="3369" y="199"/>
                    <a:pt x="3406" y="192"/>
                  </a:cubicBezTo>
                  <a:cubicBezTo>
                    <a:pt x="3448" y="183"/>
                    <a:pt x="3475" y="177"/>
                    <a:pt x="3474" y="168"/>
                  </a:cubicBezTo>
                  <a:cubicBezTo>
                    <a:pt x="3478" y="168"/>
                    <a:pt x="3478" y="168"/>
                    <a:pt x="3485" y="175"/>
                  </a:cubicBezTo>
                  <a:cubicBezTo>
                    <a:pt x="3485" y="179"/>
                    <a:pt x="3486" y="181"/>
                    <a:pt x="3487" y="181"/>
                  </a:cubicBezTo>
                  <a:cubicBezTo>
                    <a:pt x="3489" y="181"/>
                    <a:pt x="3491" y="176"/>
                    <a:pt x="3492" y="165"/>
                  </a:cubicBezTo>
                  <a:cubicBezTo>
                    <a:pt x="3494" y="160"/>
                    <a:pt x="3494" y="154"/>
                    <a:pt x="3494" y="154"/>
                  </a:cubicBezTo>
                  <a:cubicBezTo>
                    <a:pt x="3494" y="154"/>
                    <a:pt x="3495" y="157"/>
                    <a:pt x="3496" y="164"/>
                  </a:cubicBezTo>
                  <a:cubicBezTo>
                    <a:pt x="3497" y="168"/>
                    <a:pt x="3500" y="170"/>
                    <a:pt x="3506" y="170"/>
                  </a:cubicBezTo>
                  <a:cubicBezTo>
                    <a:pt x="3510" y="170"/>
                    <a:pt x="3517" y="168"/>
                    <a:pt x="3525" y="166"/>
                  </a:cubicBezTo>
                  <a:cubicBezTo>
                    <a:pt x="3540" y="164"/>
                    <a:pt x="3558" y="159"/>
                    <a:pt x="3556" y="151"/>
                  </a:cubicBezTo>
                  <a:cubicBezTo>
                    <a:pt x="3560" y="146"/>
                    <a:pt x="3562" y="143"/>
                    <a:pt x="3562" y="143"/>
                  </a:cubicBezTo>
                  <a:lnTo>
                    <a:pt x="3562" y="143"/>
                  </a:lnTo>
                  <a:cubicBezTo>
                    <a:pt x="3563" y="143"/>
                    <a:pt x="3562" y="145"/>
                    <a:pt x="3560" y="150"/>
                  </a:cubicBezTo>
                  <a:cubicBezTo>
                    <a:pt x="3560" y="159"/>
                    <a:pt x="3567" y="165"/>
                    <a:pt x="3575" y="165"/>
                  </a:cubicBezTo>
                  <a:cubicBezTo>
                    <a:pt x="3582" y="165"/>
                    <a:pt x="3590" y="161"/>
                    <a:pt x="3595" y="151"/>
                  </a:cubicBezTo>
                  <a:cubicBezTo>
                    <a:pt x="3596" y="151"/>
                    <a:pt x="3598" y="151"/>
                    <a:pt x="3599" y="151"/>
                  </a:cubicBezTo>
                  <a:cubicBezTo>
                    <a:pt x="3602" y="151"/>
                    <a:pt x="3605" y="152"/>
                    <a:pt x="3606" y="158"/>
                  </a:cubicBezTo>
                  <a:cubicBezTo>
                    <a:pt x="3611" y="157"/>
                    <a:pt x="3615" y="156"/>
                    <a:pt x="3626" y="145"/>
                  </a:cubicBezTo>
                  <a:lnTo>
                    <a:pt x="3659" y="138"/>
                  </a:lnTo>
                  <a:cubicBezTo>
                    <a:pt x="3666" y="136"/>
                    <a:pt x="3671" y="131"/>
                    <a:pt x="3675" y="126"/>
                  </a:cubicBezTo>
                  <a:lnTo>
                    <a:pt x="3680" y="125"/>
                  </a:lnTo>
                  <a:cubicBezTo>
                    <a:pt x="3681" y="127"/>
                    <a:pt x="3684" y="129"/>
                    <a:pt x="3690" y="129"/>
                  </a:cubicBezTo>
                  <a:cubicBezTo>
                    <a:pt x="3700" y="129"/>
                    <a:pt x="3716" y="125"/>
                    <a:pt x="3736" y="120"/>
                  </a:cubicBezTo>
                  <a:cubicBezTo>
                    <a:pt x="3758" y="115"/>
                    <a:pt x="3778" y="111"/>
                    <a:pt x="3790" y="111"/>
                  </a:cubicBezTo>
                  <a:cubicBezTo>
                    <a:pt x="3796" y="111"/>
                    <a:pt x="3800" y="112"/>
                    <a:pt x="3802" y="114"/>
                  </a:cubicBezTo>
                  <a:cubicBezTo>
                    <a:pt x="3802" y="114"/>
                    <a:pt x="3807" y="113"/>
                    <a:pt x="3809" y="104"/>
                  </a:cubicBezTo>
                  <a:cubicBezTo>
                    <a:pt x="3810" y="93"/>
                    <a:pt x="3812" y="88"/>
                    <a:pt x="3815" y="88"/>
                  </a:cubicBezTo>
                  <a:cubicBezTo>
                    <a:pt x="3817" y="88"/>
                    <a:pt x="3819" y="90"/>
                    <a:pt x="3822" y="93"/>
                  </a:cubicBezTo>
                  <a:cubicBezTo>
                    <a:pt x="3824" y="100"/>
                    <a:pt x="3829" y="102"/>
                    <a:pt x="3834" y="102"/>
                  </a:cubicBezTo>
                  <a:cubicBezTo>
                    <a:pt x="3842" y="102"/>
                    <a:pt x="3850" y="96"/>
                    <a:pt x="3848" y="86"/>
                  </a:cubicBezTo>
                  <a:cubicBezTo>
                    <a:pt x="3848" y="84"/>
                    <a:pt x="3848" y="83"/>
                    <a:pt x="3848" y="83"/>
                  </a:cubicBezTo>
                  <a:lnTo>
                    <a:pt x="3848" y="83"/>
                  </a:lnTo>
                  <a:cubicBezTo>
                    <a:pt x="3848" y="83"/>
                    <a:pt x="3849" y="89"/>
                    <a:pt x="3851" y="94"/>
                  </a:cubicBezTo>
                  <a:cubicBezTo>
                    <a:pt x="3854" y="99"/>
                    <a:pt x="3857" y="102"/>
                    <a:pt x="3860" y="102"/>
                  </a:cubicBezTo>
                  <a:cubicBezTo>
                    <a:pt x="3866" y="102"/>
                    <a:pt x="3871" y="93"/>
                    <a:pt x="3872" y="81"/>
                  </a:cubicBezTo>
                  <a:cubicBezTo>
                    <a:pt x="3876" y="86"/>
                    <a:pt x="3880" y="91"/>
                    <a:pt x="3883" y="91"/>
                  </a:cubicBezTo>
                  <a:cubicBezTo>
                    <a:pt x="3885" y="91"/>
                    <a:pt x="3887" y="89"/>
                    <a:pt x="3888" y="86"/>
                  </a:cubicBezTo>
                  <a:cubicBezTo>
                    <a:pt x="3889" y="86"/>
                    <a:pt x="3889" y="86"/>
                    <a:pt x="3890" y="86"/>
                  </a:cubicBezTo>
                  <a:cubicBezTo>
                    <a:pt x="3892" y="86"/>
                    <a:pt x="3893" y="89"/>
                    <a:pt x="3896" y="102"/>
                  </a:cubicBezTo>
                  <a:cubicBezTo>
                    <a:pt x="3898" y="110"/>
                    <a:pt x="3900" y="118"/>
                    <a:pt x="3904" y="118"/>
                  </a:cubicBezTo>
                  <a:cubicBezTo>
                    <a:pt x="3904" y="118"/>
                    <a:pt x="3904" y="118"/>
                    <a:pt x="3905" y="118"/>
                  </a:cubicBezTo>
                  <a:cubicBezTo>
                    <a:pt x="3909" y="117"/>
                    <a:pt x="3907" y="109"/>
                    <a:pt x="3905" y="100"/>
                  </a:cubicBezTo>
                  <a:lnTo>
                    <a:pt x="3915" y="98"/>
                  </a:lnTo>
                  <a:cubicBezTo>
                    <a:pt x="3915" y="98"/>
                    <a:pt x="3919" y="96"/>
                    <a:pt x="3917" y="89"/>
                  </a:cubicBezTo>
                  <a:cubicBezTo>
                    <a:pt x="3915" y="81"/>
                    <a:pt x="3919" y="80"/>
                    <a:pt x="3924" y="79"/>
                  </a:cubicBezTo>
                  <a:cubicBezTo>
                    <a:pt x="3924" y="81"/>
                    <a:pt x="3925" y="82"/>
                    <a:pt x="3925" y="82"/>
                  </a:cubicBezTo>
                  <a:cubicBezTo>
                    <a:pt x="3926" y="82"/>
                    <a:pt x="3926" y="75"/>
                    <a:pt x="3921" y="70"/>
                  </a:cubicBezTo>
                  <a:cubicBezTo>
                    <a:pt x="3920" y="62"/>
                    <a:pt x="3918" y="54"/>
                    <a:pt x="3923" y="53"/>
                  </a:cubicBezTo>
                  <a:cubicBezTo>
                    <a:pt x="3923" y="53"/>
                    <a:pt x="3920" y="44"/>
                    <a:pt x="3918" y="36"/>
                  </a:cubicBezTo>
                  <a:cubicBezTo>
                    <a:pt x="3915" y="19"/>
                    <a:pt x="3912" y="11"/>
                    <a:pt x="3901" y="5"/>
                  </a:cubicBezTo>
                  <a:cubicBezTo>
                    <a:pt x="3892" y="2"/>
                    <a:pt x="3884" y="0"/>
                    <a:pt x="3878" y="0"/>
                  </a:cubicBezTo>
                  <a:close/>
                  <a:moveTo>
                    <a:pt x="1129" y="752"/>
                  </a:moveTo>
                  <a:cubicBezTo>
                    <a:pt x="1127" y="757"/>
                    <a:pt x="1126" y="763"/>
                    <a:pt x="1127" y="770"/>
                  </a:cubicBezTo>
                  <a:cubicBezTo>
                    <a:pt x="1127" y="773"/>
                    <a:pt x="1128" y="775"/>
                    <a:pt x="1130" y="775"/>
                  </a:cubicBezTo>
                  <a:cubicBezTo>
                    <a:pt x="1131" y="775"/>
                    <a:pt x="1134" y="770"/>
                    <a:pt x="1135" y="759"/>
                  </a:cubicBezTo>
                  <a:cubicBezTo>
                    <a:pt x="1134" y="752"/>
                    <a:pt x="1134" y="752"/>
                    <a:pt x="1129" y="752"/>
                  </a:cubicBezTo>
                  <a:close/>
                  <a:moveTo>
                    <a:pt x="88" y="801"/>
                  </a:moveTo>
                  <a:cubicBezTo>
                    <a:pt x="86" y="807"/>
                    <a:pt x="85" y="813"/>
                    <a:pt x="85" y="819"/>
                  </a:cubicBezTo>
                  <a:lnTo>
                    <a:pt x="91" y="819"/>
                  </a:lnTo>
                  <a:cubicBezTo>
                    <a:pt x="95" y="818"/>
                    <a:pt x="94" y="810"/>
                    <a:pt x="93" y="80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33"/>
            <p:cNvSpPr/>
            <p:nvPr/>
          </p:nvSpPr>
          <p:spPr>
            <a:xfrm>
              <a:off x="1809149" y="2729390"/>
              <a:ext cx="385785" cy="78715"/>
            </a:xfrm>
            <a:custGeom>
              <a:avLst/>
              <a:gdLst/>
              <a:ahLst/>
              <a:cxnLst/>
              <a:rect l="l" t="t" r="r" b="b"/>
              <a:pathLst>
                <a:path w="3862" h="788" extrusionOk="0">
                  <a:moveTo>
                    <a:pt x="3819" y="10"/>
                  </a:moveTo>
                  <a:cubicBezTo>
                    <a:pt x="3822" y="10"/>
                    <a:pt x="3823" y="22"/>
                    <a:pt x="3820" y="35"/>
                  </a:cubicBezTo>
                  <a:cubicBezTo>
                    <a:pt x="3819" y="44"/>
                    <a:pt x="3819" y="48"/>
                    <a:pt x="3818" y="48"/>
                  </a:cubicBezTo>
                  <a:cubicBezTo>
                    <a:pt x="3818" y="48"/>
                    <a:pt x="3817" y="44"/>
                    <a:pt x="3815" y="36"/>
                  </a:cubicBezTo>
                  <a:cubicBezTo>
                    <a:pt x="3813" y="28"/>
                    <a:pt x="3811" y="19"/>
                    <a:pt x="3815" y="18"/>
                  </a:cubicBezTo>
                  <a:cubicBezTo>
                    <a:pt x="3817" y="13"/>
                    <a:pt x="3818" y="10"/>
                    <a:pt x="3819" y="10"/>
                  </a:cubicBezTo>
                  <a:close/>
                  <a:moveTo>
                    <a:pt x="3189" y="166"/>
                  </a:moveTo>
                  <a:cubicBezTo>
                    <a:pt x="3194" y="166"/>
                    <a:pt x="3194" y="166"/>
                    <a:pt x="3196" y="174"/>
                  </a:cubicBezTo>
                  <a:cubicBezTo>
                    <a:pt x="3197" y="182"/>
                    <a:pt x="3195" y="192"/>
                    <a:pt x="3190" y="193"/>
                  </a:cubicBezTo>
                  <a:cubicBezTo>
                    <a:pt x="3186" y="193"/>
                    <a:pt x="3183" y="177"/>
                    <a:pt x="3189" y="166"/>
                  </a:cubicBezTo>
                  <a:close/>
                  <a:moveTo>
                    <a:pt x="3047" y="226"/>
                  </a:moveTo>
                  <a:cubicBezTo>
                    <a:pt x="3047" y="226"/>
                    <a:pt x="3048" y="227"/>
                    <a:pt x="3048" y="230"/>
                  </a:cubicBezTo>
                  <a:cubicBezTo>
                    <a:pt x="3049" y="236"/>
                    <a:pt x="3049" y="241"/>
                    <a:pt x="3047" y="248"/>
                  </a:cubicBezTo>
                  <a:cubicBezTo>
                    <a:pt x="3047" y="248"/>
                    <a:pt x="3046" y="252"/>
                    <a:pt x="3045" y="252"/>
                  </a:cubicBezTo>
                  <a:cubicBezTo>
                    <a:pt x="3044" y="252"/>
                    <a:pt x="3043" y="251"/>
                    <a:pt x="3042" y="248"/>
                  </a:cubicBezTo>
                  <a:lnTo>
                    <a:pt x="3041" y="240"/>
                  </a:lnTo>
                  <a:cubicBezTo>
                    <a:pt x="3043" y="234"/>
                    <a:pt x="3045" y="226"/>
                    <a:pt x="3047" y="226"/>
                  </a:cubicBezTo>
                  <a:close/>
                  <a:moveTo>
                    <a:pt x="2701" y="252"/>
                  </a:moveTo>
                  <a:lnTo>
                    <a:pt x="2701" y="252"/>
                  </a:lnTo>
                  <a:cubicBezTo>
                    <a:pt x="2702" y="261"/>
                    <a:pt x="2705" y="269"/>
                    <a:pt x="2700" y="270"/>
                  </a:cubicBezTo>
                  <a:lnTo>
                    <a:pt x="2693" y="262"/>
                  </a:lnTo>
                  <a:lnTo>
                    <a:pt x="2697" y="254"/>
                  </a:lnTo>
                  <a:lnTo>
                    <a:pt x="2701" y="252"/>
                  </a:lnTo>
                  <a:close/>
                  <a:moveTo>
                    <a:pt x="2863" y="266"/>
                  </a:moveTo>
                  <a:cubicBezTo>
                    <a:pt x="2867" y="266"/>
                    <a:pt x="2870" y="274"/>
                    <a:pt x="2870" y="274"/>
                  </a:cubicBezTo>
                  <a:cubicBezTo>
                    <a:pt x="2870" y="274"/>
                    <a:pt x="2871" y="282"/>
                    <a:pt x="2866" y="283"/>
                  </a:cubicBezTo>
                  <a:cubicBezTo>
                    <a:pt x="2863" y="278"/>
                    <a:pt x="2860" y="273"/>
                    <a:pt x="2858" y="267"/>
                  </a:cubicBezTo>
                  <a:lnTo>
                    <a:pt x="2863" y="266"/>
                  </a:lnTo>
                  <a:close/>
                  <a:moveTo>
                    <a:pt x="2647" y="272"/>
                  </a:moveTo>
                  <a:cubicBezTo>
                    <a:pt x="2649" y="272"/>
                    <a:pt x="2649" y="274"/>
                    <a:pt x="2650" y="279"/>
                  </a:cubicBezTo>
                  <a:cubicBezTo>
                    <a:pt x="2650" y="279"/>
                    <a:pt x="2652" y="288"/>
                    <a:pt x="2647" y="288"/>
                  </a:cubicBezTo>
                  <a:lnTo>
                    <a:pt x="2641" y="282"/>
                  </a:lnTo>
                  <a:cubicBezTo>
                    <a:pt x="2640" y="273"/>
                    <a:pt x="2644" y="273"/>
                    <a:pt x="2644" y="273"/>
                  </a:cubicBezTo>
                  <a:cubicBezTo>
                    <a:pt x="2645" y="272"/>
                    <a:pt x="2646" y="272"/>
                    <a:pt x="2647" y="272"/>
                  </a:cubicBezTo>
                  <a:close/>
                  <a:moveTo>
                    <a:pt x="2824" y="291"/>
                  </a:moveTo>
                  <a:cubicBezTo>
                    <a:pt x="2826" y="291"/>
                    <a:pt x="2826" y="293"/>
                    <a:pt x="2827" y="298"/>
                  </a:cubicBezTo>
                  <a:lnTo>
                    <a:pt x="2822" y="299"/>
                  </a:lnTo>
                  <a:lnTo>
                    <a:pt x="2817" y="292"/>
                  </a:lnTo>
                  <a:lnTo>
                    <a:pt x="2821" y="292"/>
                  </a:lnTo>
                  <a:cubicBezTo>
                    <a:pt x="2823" y="291"/>
                    <a:pt x="2823" y="291"/>
                    <a:pt x="2824" y="291"/>
                  </a:cubicBezTo>
                  <a:close/>
                  <a:moveTo>
                    <a:pt x="2440" y="304"/>
                  </a:moveTo>
                  <a:cubicBezTo>
                    <a:pt x="2440" y="304"/>
                    <a:pt x="2440" y="305"/>
                    <a:pt x="2441" y="308"/>
                  </a:cubicBezTo>
                  <a:lnTo>
                    <a:pt x="2441" y="308"/>
                  </a:lnTo>
                  <a:cubicBezTo>
                    <a:pt x="2441" y="308"/>
                    <a:pt x="2441" y="308"/>
                    <a:pt x="2441" y="307"/>
                  </a:cubicBezTo>
                  <a:cubicBezTo>
                    <a:pt x="2440" y="305"/>
                    <a:pt x="2440" y="304"/>
                    <a:pt x="2440" y="304"/>
                  </a:cubicBezTo>
                  <a:close/>
                  <a:moveTo>
                    <a:pt x="2778" y="299"/>
                  </a:moveTo>
                  <a:cubicBezTo>
                    <a:pt x="2780" y="299"/>
                    <a:pt x="2780" y="301"/>
                    <a:pt x="2782" y="307"/>
                  </a:cubicBezTo>
                  <a:lnTo>
                    <a:pt x="2778" y="308"/>
                  </a:lnTo>
                  <a:lnTo>
                    <a:pt x="2771" y="301"/>
                  </a:lnTo>
                  <a:lnTo>
                    <a:pt x="2775" y="299"/>
                  </a:lnTo>
                  <a:cubicBezTo>
                    <a:pt x="2777" y="299"/>
                    <a:pt x="2777" y="299"/>
                    <a:pt x="2778" y="299"/>
                  </a:cubicBezTo>
                  <a:close/>
                  <a:moveTo>
                    <a:pt x="2813" y="306"/>
                  </a:moveTo>
                  <a:cubicBezTo>
                    <a:pt x="2813" y="306"/>
                    <a:pt x="2812" y="307"/>
                    <a:pt x="2811" y="311"/>
                  </a:cubicBezTo>
                  <a:cubicBezTo>
                    <a:pt x="2814" y="310"/>
                    <a:pt x="2814" y="306"/>
                    <a:pt x="2813" y="306"/>
                  </a:cubicBezTo>
                  <a:close/>
                  <a:moveTo>
                    <a:pt x="2745" y="299"/>
                  </a:moveTo>
                  <a:cubicBezTo>
                    <a:pt x="2747" y="299"/>
                    <a:pt x="2748" y="301"/>
                    <a:pt x="2748" y="305"/>
                  </a:cubicBezTo>
                  <a:cubicBezTo>
                    <a:pt x="2751" y="313"/>
                    <a:pt x="2751" y="313"/>
                    <a:pt x="2746" y="314"/>
                  </a:cubicBezTo>
                  <a:cubicBezTo>
                    <a:pt x="2744" y="314"/>
                    <a:pt x="2742" y="315"/>
                    <a:pt x="2741" y="315"/>
                  </a:cubicBezTo>
                  <a:cubicBezTo>
                    <a:pt x="2737" y="315"/>
                    <a:pt x="2738" y="313"/>
                    <a:pt x="2739" y="306"/>
                  </a:cubicBezTo>
                  <a:cubicBezTo>
                    <a:pt x="2741" y="301"/>
                    <a:pt x="2743" y="299"/>
                    <a:pt x="2745" y="299"/>
                  </a:cubicBezTo>
                  <a:close/>
                  <a:moveTo>
                    <a:pt x="2771" y="343"/>
                  </a:moveTo>
                  <a:cubicBezTo>
                    <a:pt x="2771" y="344"/>
                    <a:pt x="2771" y="344"/>
                    <a:pt x="2771" y="344"/>
                  </a:cubicBezTo>
                  <a:cubicBezTo>
                    <a:pt x="2771" y="344"/>
                    <a:pt x="2771" y="345"/>
                    <a:pt x="2771" y="345"/>
                  </a:cubicBezTo>
                  <a:lnTo>
                    <a:pt x="2771" y="345"/>
                  </a:lnTo>
                  <a:cubicBezTo>
                    <a:pt x="2771" y="344"/>
                    <a:pt x="2771" y="344"/>
                    <a:pt x="2771" y="343"/>
                  </a:cubicBezTo>
                  <a:close/>
                  <a:moveTo>
                    <a:pt x="2771" y="345"/>
                  </a:moveTo>
                  <a:cubicBezTo>
                    <a:pt x="2772" y="348"/>
                    <a:pt x="2773" y="349"/>
                    <a:pt x="2773" y="349"/>
                  </a:cubicBezTo>
                  <a:cubicBezTo>
                    <a:pt x="2774" y="349"/>
                    <a:pt x="2773" y="347"/>
                    <a:pt x="2771" y="345"/>
                  </a:cubicBezTo>
                  <a:close/>
                  <a:moveTo>
                    <a:pt x="2277" y="386"/>
                  </a:moveTo>
                  <a:cubicBezTo>
                    <a:pt x="2278" y="395"/>
                    <a:pt x="2280" y="403"/>
                    <a:pt x="2275" y="404"/>
                  </a:cubicBezTo>
                  <a:lnTo>
                    <a:pt x="2271" y="405"/>
                  </a:lnTo>
                  <a:cubicBezTo>
                    <a:pt x="2271" y="398"/>
                    <a:pt x="2271" y="393"/>
                    <a:pt x="2273" y="387"/>
                  </a:cubicBezTo>
                  <a:lnTo>
                    <a:pt x="2277" y="386"/>
                  </a:lnTo>
                  <a:close/>
                  <a:moveTo>
                    <a:pt x="2094" y="424"/>
                  </a:moveTo>
                  <a:cubicBezTo>
                    <a:pt x="2097" y="424"/>
                    <a:pt x="2097" y="426"/>
                    <a:pt x="2098" y="432"/>
                  </a:cubicBezTo>
                  <a:cubicBezTo>
                    <a:pt x="2099" y="440"/>
                    <a:pt x="2090" y="442"/>
                    <a:pt x="2085" y="442"/>
                  </a:cubicBezTo>
                  <a:cubicBezTo>
                    <a:pt x="2080" y="434"/>
                    <a:pt x="2083" y="425"/>
                    <a:pt x="2088" y="425"/>
                  </a:cubicBezTo>
                  <a:cubicBezTo>
                    <a:pt x="2091" y="424"/>
                    <a:pt x="2093" y="424"/>
                    <a:pt x="2094" y="424"/>
                  </a:cubicBezTo>
                  <a:close/>
                  <a:moveTo>
                    <a:pt x="1706" y="427"/>
                  </a:moveTo>
                  <a:lnTo>
                    <a:pt x="1706" y="427"/>
                  </a:lnTo>
                  <a:cubicBezTo>
                    <a:pt x="1709" y="436"/>
                    <a:pt x="1710" y="444"/>
                    <a:pt x="1705" y="445"/>
                  </a:cubicBezTo>
                  <a:lnTo>
                    <a:pt x="1700" y="446"/>
                  </a:lnTo>
                  <a:cubicBezTo>
                    <a:pt x="1700" y="440"/>
                    <a:pt x="1701" y="434"/>
                    <a:pt x="1702" y="429"/>
                  </a:cubicBezTo>
                  <a:lnTo>
                    <a:pt x="1706" y="427"/>
                  </a:lnTo>
                  <a:close/>
                  <a:moveTo>
                    <a:pt x="1074" y="460"/>
                  </a:moveTo>
                  <a:cubicBezTo>
                    <a:pt x="1064" y="461"/>
                    <a:pt x="1064" y="461"/>
                    <a:pt x="1069" y="469"/>
                  </a:cubicBezTo>
                  <a:lnTo>
                    <a:pt x="1079" y="468"/>
                  </a:lnTo>
                  <a:cubicBezTo>
                    <a:pt x="1078" y="460"/>
                    <a:pt x="1078" y="460"/>
                    <a:pt x="1074" y="460"/>
                  </a:cubicBezTo>
                  <a:close/>
                  <a:moveTo>
                    <a:pt x="1774" y="470"/>
                  </a:moveTo>
                  <a:cubicBezTo>
                    <a:pt x="1775" y="479"/>
                    <a:pt x="1776" y="487"/>
                    <a:pt x="1771" y="488"/>
                  </a:cubicBezTo>
                  <a:lnTo>
                    <a:pt x="1766" y="480"/>
                  </a:lnTo>
                  <a:lnTo>
                    <a:pt x="1769" y="471"/>
                  </a:lnTo>
                  <a:lnTo>
                    <a:pt x="1774" y="470"/>
                  </a:lnTo>
                  <a:close/>
                  <a:moveTo>
                    <a:pt x="1636" y="498"/>
                  </a:moveTo>
                  <a:cubicBezTo>
                    <a:pt x="1638" y="498"/>
                    <a:pt x="1638" y="499"/>
                    <a:pt x="1639" y="506"/>
                  </a:cubicBezTo>
                  <a:cubicBezTo>
                    <a:pt x="1639" y="512"/>
                    <a:pt x="1639" y="517"/>
                    <a:pt x="1637" y="523"/>
                  </a:cubicBezTo>
                  <a:cubicBezTo>
                    <a:pt x="1637" y="523"/>
                    <a:pt x="1636" y="523"/>
                    <a:pt x="1636" y="523"/>
                  </a:cubicBezTo>
                  <a:cubicBezTo>
                    <a:pt x="1632" y="523"/>
                    <a:pt x="1634" y="506"/>
                    <a:pt x="1633" y="498"/>
                  </a:cubicBezTo>
                  <a:cubicBezTo>
                    <a:pt x="1635" y="498"/>
                    <a:pt x="1635" y="498"/>
                    <a:pt x="1636" y="498"/>
                  </a:cubicBezTo>
                  <a:close/>
                  <a:moveTo>
                    <a:pt x="1529" y="519"/>
                  </a:moveTo>
                  <a:cubicBezTo>
                    <a:pt x="1530" y="528"/>
                    <a:pt x="1531" y="536"/>
                    <a:pt x="1527" y="537"/>
                  </a:cubicBezTo>
                  <a:lnTo>
                    <a:pt x="1521" y="529"/>
                  </a:lnTo>
                  <a:lnTo>
                    <a:pt x="1525" y="520"/>
                  </a:lnTo>
                  <a:lnTo>
                    <a:pt x="1529" y="519"/>
                  </a:lnTo>
                  <a:close/>
                  <a:moveTo>
                    <a:pt x="836" y="526"/>
                  </a:moveTo>
                  <a:lnTo>
                    <a:pt x="837" y="535"/>
                  </a:lnTo>
                  <a:lnTo>
                    <a:pt x="838" y="543"/>
                  </a:lnTo>
                  <a:lnTo>
                    <a:pt x="836" y="526"/>
                  </a:lnTo>
                  <a:close/>
                  <a:moveTo>
                    <a:pt x="998" y="528"/>
                  </a:moveTo>
                  <a:cubicBezTo>
                    <a:pt x="998" y="528"/>
                    <a:pt x="998" y="528"/>
                    <a:pt x="997" y="528"/>
                  </a:cubicBezTo>
                  <a:lnTo>
                    <a:pt x="993" y="528"/>
                  </a:lnTo>
                  <a:cubicBezTo>
                    <a:pt x="994" y="534"/>
                    <a:pt x="996" y="540"/>
                    <a:pt x="1000" y="545"/>
                  </a:cubicBezTo>
                  <a:cubicBezTo>
                    <a:pt x="1004" y="544"/>
                    <a:pt x="1003" y="536"/>
                    <a:pt x="1003" y="536"/>
                  </a:cubicBezTo>
                  <a:cubicBezTo>
                    <a:pt x="1003" y="536"/>
                    <a:pt x="1002" y="528"/>
                    <a:pt x="998" y="528"/>
                  </a:cubicBezTo>
                  <a:close/>
                  <a:moveTo>
                    <a:pt x="1230" y="537"/>
                  </a:moveTo>
                  <a:lnTo>
                    <a:pt x="1230" y="537"/>
                  </a:lnTo>
                  <a:cubicBezTo>
                    <a:pt x="1231" y="546"/>
                    <a:pt x="1232" y="554"/>
                    <a:pt x="1227" y="555"/>
                  </a:cubicBezTo>
                  <a:lnTo>
                    <a:pt x="1222" y="547"/>
                  </a:lnTo>
                  <a:lnTo>
                    <a:pt x="1225" y="538"/>
                  </a:lnTo>
                  <a:lnTo>
                    <a:pt x="1230" y="537"/>
                  </a:lnTo>
                  <a:close/>
                  <a:moveTo>
                    <a:pt x="1191" y="536"/>
                  </a:moveTo>
                  <a:cubicBezTo>
                    <a:pt x="1192" y="536"/>
                    <a:pt x="1195" y="540"/>
                    <a:pt x="1199" y="550"/>
                  </a:cubicBezTo>
                  <a:cubicBezTo>
                    <a:pt x="1200" y="559"/>
                    <a:pt x="1200" y="559"/>
                    <a:pt x="1196" y="559"/>
                  </a:cubicBezTo>
                  <a:cubicBezTo>
                    <a:pt x="1193" y="554"/>
                    <a:pt x="1190" y="549"/>
                    <a:pt x="1189" y="542"/>
                  </a:cubicBezTo>
                  <a:cubicBezTo>
                    <a:pt x="1189" y="538"/>
                    <a:pt x="1189" y="536"/>
                    <a:pt x="1191" y="536"/>
                  </a:cubicBezTo>
                  <a:close/>
                  <a:moveTo>
                    <a:pt x="953" y="558"/>
                  </a:moveTo>
                  <a:cubicBezTo>
                    <a:pt x="955" y="558"/>
                    <a:pt x="955" y="560"/>
                    <a:pt x="956" y="566"/>
                  </a:cubicBezTo>
                  <a:lnTo>
                    <a:pt x="951" y="566"/>
                  </a:lnTo>
                  <a:lnTo>
                    <a:pt x="946" y="559"/>
                  </a:lnTo>
                  <a:lnTo>
                    <a:pt x="950" y="559"/>
                  </a:lnTo>
                  <a:cubicBezTo>
                    <a:pt x="951" y="558"/>
                    <a:pt x="952" y="558"/>
                    <a:pt x="953" y="558"/>
                  </a:cubicBezTo>
                  <a:close/>
                  <a:moveTo>
                    <a:pt x="1117" y="566"/>
                  </a:moveTo>
                  <a:cubicBezTo>
                    <a:pt x="1122" y="566"/>
                    <a:pt x="1123" y="574"/>
                    <a:pt x="1123" y="574"/>
                  </a:cubicBezTo>
                  <a:cubicBezTo>
                    <a:pt x="1123" y="578"/>
                    <a:pt x="1123" y="579"/>
                    <a:pt x="1122" y="579"/>
                  </a:cubicBezTo>
                  <a:cubicBezTo>
                    <a:pt x="1120" y="579"/>
                    <a:pt x="1117" y="575"/>
                    <a:pt x="1114" y="575"/>
                  </a:cubicBezTo>
                  <a:cubicBezTo>
                    <a:pt x="1108" y="568"/>
                    <a:pt x="1108" y="568"/>
                    <a:pt x="1117" y="566"/>
                  </a:cubicBezTo>
                  <a:close/>
                  <a:moveTo>
                    <a:pt x="912" y="558"/>
                  </a:moveTo>
                  <a:cubicBezTo>
                    <a:pt x="915" y="558"/>
                    <a:pt x="917" y="566"/>
                    <a:pt x="915" y="579"/>
                  </a:cubicBezTo>
                  <a:lnTo>
                    <a:pt x="906" y="580"/>
                  </a:lnTo>
                  <a:cubicBezTo>
                    <a:pt x="905" y="571"/>
                    <a:pt x="904" y="563"/>
                    <a:pt x="909" y="562"/>
                  </a:cubicBezTo>
                  <a:cubicBezTo>
                    <a:pt x="910" y="559"/>
                    <a:pt x="911" y="558"/>
                    <a:pt x="912" y="558"/>
                  </a:cubicBezTo>
                  <a:close/>
                  <a:moveTo>
                    <a:pt x="1031" y="575"/>
                  </a:moveTo>
                  <a:cubicBezTo>
                    <a:pt x="1035" y="575"/>
                    <a:pt x="1040" y="575"/>
                    <a:pt x="1041" y="583"/>
                  </a:cubicBezTo>
                  <a:cubicBezTo>
                    <a:pt x="1041" y="583"/>
                    <a:pt x="1042" y="592"/>
                    <a:pt x="1038" y="592"/>
                  </a:cubicBezTo>
                  <a:cubicBezTo>
                    <a:pt x="1037" y="592"/>
                    <a:pt x="1037" y="592"/>
                    <a:pt x="1037" y="592"/>
                  </a:cubicBezTo>
                  <a:cubicBezTo>
                    <a:pt x="1032" y="592"/>
                    <a:pt x="1028" y="584"/>
                    <a:pt x="1028" y="584"/>
                  </a:cubicBezTo>
                  <a:cubicBezTo>
                    <a:pt x="1027" y="577"/>
                    <a:pt x="1031" y="575"/>
                    <a:pt x="1031" y="575"/>
                  </a:cubicBezTo>
                  <a:close/>
                  <a:moveTo>
                    <a:pt x="750" y="563"/>
                  </a:moveTo>
                  <a:cubicBezTo>
                    <a:pt x="751" y="563"/>
                    <a:pt x="750" y="567"/>
                    <a:pt x="748" y="578"/>
                  </a:cubicBezTo>
                  <a:lnTo>
                    <a:pt x="742" y="595"/>
                  </a:lnTo>
                  <a:cubicBezTo>
                    <a:pt x="741" y="595"/>
                    <a:pt x="741" y="595"/>
                    <a:pt x="741" y="595"/>
                  </a:cubicBezTo>
                  <a:cubicBezTo>
                    <a:pt x="737" y="595"/>
                    <a:pt x="741" y="586"/>
                    <a:pt x="744" y="569"/>
                  </a:cubicBezTo>
                  <a:cubicBezTo>
                    <a:pt x="747" y="565"/>
                    <a:pt x="749" y="563"/>
                    <a:pt x="750" y="563"/>
                  </a:cubicBezTo>
                  <a:close/>
                  <a:moveTo>
                    <a:pt x="147" y="596"/>
                  </a:moveTo>
                  <a:lnTo>
                    <a:pt x="152" y="605"/>
                  </a:lnTo>
                  <a:lnTo>
                    <a:pt x="156" y="604"/>
                  </a:lnTo>
                  <a:cubicBezTo>
                    <a:pt x="156" y="596"/>
                    <a:pt x="156" y="596"/>
                    <a:pt x="152" y="596"/>
                  </a:cubicBezTo>
                  <a:close/>
                  <a:moveTo>
                    <a:pt x="625" y="588"/>
                  </a:moveTo>
                  <a:lnTo>
                    <a:pt x="626" y="596"/>
                  </a:lnTo>
                  <a:lnTo>
                    <a:pt x="623" y="605"/>
                  </a:lnTo>
                  <a:lnTo>
                    <a:pt x="617" y="597"/>
                  </a:lnTo>
                  <a:cubicBezTo>
                    <a:pt x="616" y="588"/>
                    <a:pt x="620" y="588"/>
                    <a:pt x="625" y="588"/>
                  </a:cubicBezTo>
                  <a:close/>
                  <a:moveTo>
                    <a:pt x="788" y="599"/>
                  </a:moveTo>
                  <a:cubicBezTo>
                    <a:pt x="789" y="608"/>
                    <a:pt x="790" y="616"/>
                    <a:pt x="785" y="617"/>
                  </a:cubicBezTo>
                  <a:lnTo>
                    <a:pt x="781" y="617"/>
                  </a:lnTo>
                  <a:cubicBezTo>
                    <a:pt x="780" y="611"/>
                    <a:pt x="781" y="605"/>
                    <a:pt x="783" y="600"/>
                  </a:cubicBezTo>
                  <a:lnTo>
                    <a:pt x="788" y="599"/>
                  </a:lnTo>
                  <a:close/>
                  <a:moveTo>
                    <a:pt x="882" y="616"/>
                  </a:moveTo>
                  <a:lnTo>
                    <a:pt x="883" y="625"/>
                  </a:lnTo>
                  <a:cubicBezTo>
                    <a:pt x="880" y="625"/>
                    <a:pt x="877" y="629"/>
                    <a:pt x="876" y="629"/>
                  </a:cubicBezTo>
                  <a:cubicBezTo>
                    <a:pt x="875" y="629"/>
                    <a:pt x="874" y="628"/>
                    <a:pt x="874" y="626"/>
                  </a:cubicBezTo>
                  <a:cubicBezTo>
                    <a:pt x="869" y="626"/>
                    <a:pt x="877" y="617"/>
                    <a:pt x="882" y="616"/>
                  </a:cubicBezTo>
                  <a:close/>
                  <a:moveTo>
                    <a:pt x="648" y="600"/>
                  </a:moveTo>
                  <a:cubicBezTo>
                    <a:pt x="649" y="600"/>
                    <a:pt x="650" y="604"/>
                    <a:pt x="651" y="611"/>
                  </a:cubicBezTo>
                  <a:cubicBezTo>
                    <a:pt x="653" y="620"/>
                    <a:pt x="650" y="630"/>
                    <a:pt x="644" y="637"/>
                  </a:cubicBezTo>
                  <a:lnTo>
                    <a:pt x="634" y="638"/>
                  </a:lnTo>
                  <a:cubicBezTo>
                    <a:pt x="634" y="638"/>
                    <a:pt x="638" y="629"/>
                    <a:pt x="642" y="620"/>
                  </a:cubicBezTo>
                  <a:cubicBezTo>
                    <a:pt x="645" y="606"/>
                    <a:pt x="647" y="600"/>
                    <a:pt x="648" y="600"/>
                  </a:cubicBezTo>
                  <a:close/>
                  <a:moveTo>
                    <a:pt x="90" y="642"/>
                  </a:moveTo>
                  <a:cubicBezTo>
                    <a:pt x="94" y="642"/>
                    <a:pt x="94" y="642"/>
                    <a:pt x="95" y="649"/>
                  </a:cubicBezTo>
                  <a:cubicBezTo>
                    <a:pt x="95" y="649"/>
                    <a:pt x="91" y="658"/>
                    <a:pt x="86" y="660"/>
                  </a:cubicBezTo>
                  <a:lnTo>
                    <a:pt x="81" y="651"/>
                  </a:lnTo>
                  <a:cubicBezTo>
                    <a:pt x="81" y="643"/>
                    <a:pt x="85" y="642"/>
                    <a:pt x="90" y="642"/>
                  </a:cubicBezTo>
                  <a:close/>
                  <a:moveTo>
                    <a:pt x="409" y="647"/>
                  </a:moveTo>
                  <a:cubicBezTo>
                    <a:pt x="413" y="647"/>
                    <a:pt x="414" y="656"/>
                    <a:pt x="405" y="664"/>
                  </a:cubicBezTo>
                  <a:cubicBezTo>
                    <a:pt x="401" y="665"/>
                    <a:pt x="396" y="665"/>
                    <a:pt x="396" y="665"/>
                  </a:cubicBezTo>
                  <a:cubicBezTo>
                    <a:pt x="396" y="657"/>
                    <a:pt x="402" y="649"/>
                    <a:pt x="408" y="647"/>
                  </a:cubicBezTo>
                  <a:cubicBezTo>
                    <a:pt x="409" y="647"/>
                    <a:pt x="409" y="647"/>
                    <a:pt x="409" y="647"/>
                  </a:cubicBezTo>
                  <a:close/>
                  <a:moveTo>
                    <a:pt x="140" y="638"/>
                  </a:moveTo>
                  <a:cubicBezTo>
                    <a:pt x="145" y="638"/>
                    <a:pt x="149" y="638"/>
                    <a:pt x="150" y="647"/>
                  </a:cubicBezTo>
                  <a:lnTo>
                    <a:pt x="146" y="647"/>
                  </a:lnTo>
                  <a:cubicBezTo>
                    <a:pt x="146" y="645"/>
                    <a:pt x="145" y="644"/>
                    <a:pt x="145" y="644"/>
                  </a:cubicBezTo>
                  <a:cubicBezTo>
                    <a:pt x="143" y="644"/>
                    <a:pt x="143" y="650"/>
                    <a:pt x="146" y="655"/>
                  </a:cubicBezTo>
                  <a:lnTo>
                    <a:pt x="147" y="672"/>
                  </a:lnTo>
                  <a:cubicBezTo>
                    <a:pt x="147" y="672"/>
                    <a:pt x="146" y="672"/>
                    <a:pt x="146" y="672"/>
                  </a:cubicBezTo>
                  <a:cubicBezTo>
                    <a:pt x="142" y="672"/>
                    <a:pt x="138" y="665"/>
                    <a:pt x="137" y="656"/>
                  </a:cubicBezTo>
                  <a:cubicBezTo>
                    <a:pt x="131" y="639"/>
                    <a:pt x="131" y="639"/>
                    <a:pt x="140" y="638"/>
                  </a:cubicBezTo>
                  <a:close/>
                  <a:moveTo>
                    <a:pt x="431" y="659"/>
                  </a:moveTo>
                  <a:cubicBezTo>
                    <a:pt x="426" y="659"/>
                    <a:pt x="424" y="665"/>
                    <a:pt x="424" y="672"/>
                  </a:cubicBezTo>
                  <a:cubicBezTo>
                    <a:pt x="425" y="678"/>
                    <a:pt x="428" y="679"/>
                    <a:pt x="432" y="679"/>
                  </a:cubicBezTo>
                  <a:cubicBezTo>
                    <a:pt x="434" y="679"/>
                    <a:pt x="436" y="679"/>
                    <a:pt x="439" y="679"/>
                  </a:cubicBezTo>
                  <a:cubicBezTo>
                    <a:pt x="443" y="679"/>
                    <a:pt x="448" y="670"/>
                    <a:pt x="448" y="670"/>
                  </a:cubicBezTo>
                  <a:cubicBezTo>
                    <a:pt x="447" y="662"/>
                    <a:pt x="442" y="662"/>
                    <a:pt x="438" y="662"/>
                  </a:cubicBezTo>
                  <a:cubicBezTo>
                    <a:pt x="435" y="660"/>
                    <a:pt x="433" y="659"/>
                    <a:pt x="431" y="659"/>
                  </a:cubicBezTo>
                  <a:close/>
                  <a:moveTo>
                    <a:pt x="3812" y="1"/>
                  </a:moveTo>
                  <a:cubicBezTo>
                    <a:pt x="3805" y="1"/>
                    <a:pt x="3802" y="3"/>
                    <a:pt x="3804" y="12"/>
                  </a:cubicBezTo>
                  <a:cubicBezTo>
                    <a:pt x="3804" y="12"/>
                    <a:pt x="3802" y="21"/>
                    <a:pt x="3797" y="22"/>
                  </a:cubicBezTo>
                  <a:cubicBezTo>
                    <a:pt x="3797" y="22"/>
                    <a:pt x="3797" y="23"/>
                    <a:pt x="3796" y="23"/>
                  </a:cubicBezTo>
                  <a:cubicBezTo>
                    <a:pt x="3792" y="23"/>
                    <a:pt x="3786" y="16"/>
                    <a:pt x="3786" y="16"/>
                  </a:cubicBezTo>
                  <a:cubicBezTo>
                    <a:pt x="3785" y="13"/>
                    <a:pt x="3782" y="11"/>
                    <a:pt x="3777" y="11"/>
                  </a:cubicBezTo>
                  <a:cubicBezTo>
                    <a:pt x="3769" y="11"/>
                    <a:pt x="3757" y="14"/>
                    <a:pt x="3745" y="17"/>
                  </a:cubicBezTo>
                  <a:cubicBezTo>
                    <a:pt x="3729" y="21"/>
                    <a:pt x="3717" y="24"/>
                    <a:pt x="3710" y="24"/>
                  </a:cubicBezTo>
                  <a:cubicBezTo>
                    <a:pt x="3704" y="24"/>
                    <a:pt x="3700" y="22"/>
                    <a:pt x="3697" y="19"/>
                  </a:cubicBezTo>
                  <a:cubicBezTo>
                    <a:pt x="3692" y="14"/>
                    <a:pt x="3689" y="13"/>
                    <a:pt x="3687" y="13"/>
                  </a:cubicBezTo>
                  <a:cubicBezTo>
                    <a:pt x="3687" y="13"/>
                    <a:pt x="3686" y="13"/>
                    <a:pt x="3686" y="13"/>
                  </a:cubicBezTo>
                  <a:cubicBezTo>
                    <a:pt x="3688" y="21"/>
                    <a:pt x="3662" y="28"/>
                    <a:pt x="3630" y="35"/>
                  </a:cubicBezTo>
                  <a:cubicBezTo>
                    <a:pt x="3599" y="43"/>
                    <a:pt x="3567" y="49"/>
                    <a:pt x="3570" y="57"/>
                  </a:cubicBezTo>
                  <a:lnTo>
                    <a:pt x="3561" y="59"/>
                  </a:lnTo>
                  <a:cubicBezTo>
                    <a:pt x="3559" y="55"/>
                    <a:pt x="3556" y="54"/>
                    <a:pt x="3552" y="54"/>
                  </a:cubicBezTo>
                  <a:cubicBezTo>
                    <a:pt x="3548" y="54"/>
                    <a:pt x="3544" y="54"/>
                    <a:pt x="3540" y="55"/>
                  </a:cubicBezTo>
                  <a:cubicBezTo>
                    <a:pt x="3537" y="62"/>
                    <a:pt x="3531" y="66"/>
                    <a:pt x="3525" y="67"/>
                  </a:cubicBezTo>
                  <a:cubicBezTo>
                    <a:pt x="3523" y="63"/>
                    <a:pt x="3521" y="61"/>
                    <a:pt x="3518" y="61"/>
                  </a:cubicBezTo>
                  <a:cubicBezTo>
                    <a:pt x="3516" y="61"/>
                    <a:pt x="3513" y="62"/>
                    <a:pt x="3509" y="63"/>
                  </a:cubicBezTo>
                  <a:cubicBezTo>
                    <a:pt x="3500" y="64"/>
                    <a:pt x="3496" y="65"/>
                    <a:pt x="3498" y="74"/>
                  </a:cubicBezTo>
                  <a:cubicBezTo>
                    <a:pt x="3488" y="77"/>
                    <a:pt x="3478" y="78"/>
                    <a:pt x="3468" y="78"/>
                  </a:cubicBezTo>
                  <a:cubicBezTo>
                    <a:pt x="3461" y="78"/>
                    <a:pt x="3454" y="77"/>
                    <a:pt x="3447" y="76"/>
                  </a:cubicBezTo>
                  <a:cubicBezTo>
                    <a:pt x="3446" y="75"/>
                    <a:pt x="3444" y="74"/>
                    <a:pt x="3443" y="74"/>
                  </a:cubicBezTo>
                  <a:cubicBezTo>
                    <a:pt x="3439" y="74"/>
                    <a:pt x="3438" y="81"/>
                    <a:pt x="3435" y="87"/>
                  </a:cubicBezTo>
                  <a:cubicBezTo>
                    <a:pt x="3437" y="96"/>
                    <a:pt x="3435" y="105"/>
                    <a:pt x="3430" y="107"/>
                  </a:cubicBezTo>
                  <a:lnTo>
                    <a:pt x="3426" y="90"/>
                  </a:lnTo>
                  <a:cubicBezTo>
                    <a:pt x="3428" y="83"/>
                    <a:pt x="3429" y="81"/>
                    <a:pt x="3426" y="81"/>
                  </a:cubicBezTo>
                  <a:cubicBezTo>
                    <a:pt x="3424" y="81"/>
                    <a:pt x="3423" y="82"/>
                    <a:pt x="3420" y="82"/>
                  </a:cubicBezTo>
                  <a:lnTo>
                    <a:pt x="3411" y="84"/>
                  </a:lnTo>
                  <a:cubicBezTo>
                    <a:pt x="3413" y="93"/>
                    <a:pt x="3390" y="98"/>
                    <a:pt x="3359" y="104"/>
                  </a:cubicBezTo>
                  <a:cubicBezTo>
                    <a:pt x="3318" y="113"/>
                    <a:pt x="3305" y="116"/>
                    <a:pt x="3307" y="124"/>
                  </a:cubicBezTo>
                  <a:cubicBezTo>
                    <a:pt x="3308" y="129"/>
                    <a:pt x="3307" y="131"/>
                    <a:pt x="3303" y="131"/>
                  </a:cubicBezTo>
                  <a:cubicBezTo>
                    <a:pt x="3300" y="131"/>
                    <a:pt x="3296" y="130"/>
                    <a:pt x="3289" y="128"/>
                  </a:cubicBezTo>
                  <a:cubicBezTo>
                    <a:pt x="3270" y="117"/>
                    <a:pt x="3262" y="112"/>
                    <a:pt x="3258" y="112"/>
                  </a:cubicBezTo>
                  <a:cubicBezTo>
                    <a:pt x="3256" y="112"/>
                    <a:pt x="3255" y="114"/>
                    <a:pt x="3254" y="118"/>
                  </a:cubicBezTo>
                  <a:cubicBezTo>
                    <a:pt x="3255" y="118"/>
                    <a:pt x="3255" y="118"/>
                    <a:pt x="3255" y="118"/>
                  </a:cubicBezTo>
                  <a:cubicBezTo>
                    <a:pt x="3259" y="118"/>
                    <a:pt x="3260" y="126"/>
                    <a:pt x="3262" y="133"/>
                  </a:cubicBezTo>
                  <a:cubicBezTo>
                    <a:pt x="3264" y="142"/>
                    <a:pt x="3264" y="147"/>
                    <a:pt x="3262" y="147"/>
                  </a:cubicBezTo>
                  <a:cubicBezTo>
                    <a:pt x="3260" y="147"/>
                    <a:pt x="3257" y="143"/>
                    <a:pt x="3253" y="136"/>
                  </a:cubicBezTo>
                  <a:cubicBezTo>
                    <a:pt x="3252" y="132"/>
                    <a:pt x="3248" y="130"/>
                    <a:pt x="3241" y="130"/>
                  </a:cubicBezTo>
                  <a:cubicBezTo>
                    <a:pt x="3221" y="130"/>
                    <a:pt x="3184" y="146"/>
                    <a:pt x="3184" y="159"/>
                  </a:cubicBezTo>
                  <a:lnTo>
                    <a:pt x="3181" y="150"/>
                  </a:lnTo>
                  <a:cubicBezTo>
                    <a:pt x="3180" y="146"/>
                    <a:pt x="3178" y="144"/>
                    <a:pt x="3174" y="144"/>
                  </a:cubicBezTo>
                  <a:cubicBezTo>
                    <a:pt x="3170" y="144"/>
                    <a:pt x="3165" y="145"/>
                    <a:pt x="3157" y="147"/>
                  </a:cubicBezTo>
                  <a:lnTo>
                    <a:pt x="3143" y="149"/>
                  </a:lnTo>
                  <a:cubicBezTo>
                    <a:pt x="3146" y="158"/>
                    <a:pt x="3139" y="162"/>
                    <a:pt x="3131" y="162"/>
                  </a:cubicBezTo>
                  <a:cubicBezTo>
                    <a:pt x="3124" y="162"/>
                    <a:pt x="3117" y="159"/>
                    <a:pt x="3116" y="155"/>
                  </a:cubicBezTo>
                  <a:cubicBezTo>
                    <a:pt x="3112" y="150"/>
                    <a:pt x="3111" y="149"/>
                    <a:pt x="3108" y="149"/>
                  </a:cubicBezTo>
                  <a:cubicBezTo>
                    <a:pt x="3106" y="149"/>
                    <a:pt x="3104" y="149"/>
                    <a:pt x="3102" y="149"/>
                  </a:cubicBezTo>
                  <a:cubicBezTo>
                    <a:pt x="3096" y="160"/>
                    <a:pt x="3087" y="164"/>
                    <a:pt x="3079" y="164"/>
                  </a:cubicBezTo>
                  <a:cubicBezTo>
                    <a:pt x="3072" y="164"/>
                    <a:pt x="3066" y="161"/>
                    <a:pt x="3066" y="157"/>
                  </a:cubicBezTo>
                  <a:lnTo>
                    <a:pt x="3057" y="158"/>
                  </a:lnTo>
                  <a:cubicBezTo>
                    <a:pt x="3054" y="165"/>
                    <a:pt x="3048" y="170"/>
                    <a:pt x="3040" y="170"/>
                  </a:cubicBezTo>
                  <a:cubicBezTo>
                    <a:pt x="3027" y="173"/>
                    <a:pt x="3022" y="174"/>
                    <a:pt x="3029" y="182"/>
                  </a:cubicBezTo>
                  <a:cubicBezTo>
                    <a:pt x="3030" y="190"/>
                    <a:pt x="3032" y="199"/>
                    <a:pt x="3028" y="199"/>
                  </a:cubicBezTo>
                  <a:lnTo>
                    <a:pt x="3026" y="191"/>
                  </a:lnTo>
                  <a:cubicBezTo>
                    <a:pt x="3025" y="186"/>
                    <a:pt x="3022" y="185"/>
                    <a:pt x="3016" y="185"/>
                  </a:cubicBezTo>
                  <a:cubicBezTo>
                    <a:pt x="3011" y="185"/>
                    <a:pt x="3002" y="187"/>
                    <a:pt x="2993" y="188"/>
                  </a:cubicBezTo>
                  <a:cubicBezTo>
                    <a:pt x="2981" y="191"/>
                    <a:pt x="2972" y="193"/>
                    <a:pt x="2966" y="193"/>
                  </a:cubicBezTo>
                  <a:cubicBezTo>
                    <a:pt x="2961" y="193"/>
                    <a:pt x="2958" y="191"/>
                    <a:pt x="2955" y="187"/>
                  </a:cubicBezTo>
                  <a:lnTo>
                    <a:pt x="2951" y="196"/>
                  </a:lnTo>
                  <a:cubicBezTo>
                    <a:pt x="2950" y="201"/>
                    <a:pt x="2948" y="204"/>
                    <a:pt x="2946" y="204"/>
                  </a:cubicBezTo>
                  <a:cubicBezTo>
                    <a:pt x="2945" y="204"/>
                    <a:pt x="2944" y="202"/>
                    <a:pt x="2943" y="199"/>
                  </a:cubicBezTo>
                  <a:cubicBezTo>
                    <a:pt x="2940" y="196"/>
                    <a:pt x="2936" y="194"/>
                    <a:pt x="2932" y="194"/>
                  </a:cubicBezTo>
                  <a:cubicBezTo>
                    <a:pt x="2925" y="194"/>
                    <a:pt x="2916" y="198"/>
                    <a:pt x="2911" y="204"/>
                  </a:cubicBezTo>
                  <a:lnTo>
                    <a:pt x="2902" y="206"/>
                  </a:lnTo>
                  <a:cubicBezTo>
                    <a:pt x="2899" y="199"/>
                    <a:pt x="2894" y="196"/>
                    <a:pt x="2890" y="196"/>
                  </a:cubicBezTo>
                  <a:cubicBezTo>
                    <a:pt x="2885" y="196"/>
                    <a:pt x="2880" y="201"/>
                    <a:pt x="2880" y="211"/>
                  </a:cubicBezTo>
                  <a:cubicBezTo>
                    <a:pt x="2879" y="205"/>
                    <a:pt x="2877" y="203"/>
                    <a:pt x="2874" y="203"/>
                  </a:cubicBezTo>
                  <a:cubicBezTo>
                    <a:pt x="2873" y="203"/>
                    <a:pt x="2871" y="204"/>
                    <a:pt x="2870" y="204"/>
                  </a:cubicBezTo>
                  <a:cubicBezTo>
                    <a:pt x="2865" y="210"/>
                    <a:pt x="2857" y="214"/>
                    <a:pt x="2850" y="214"/>
                  </a:cubicBezTo>
                  <a:cubicBezTo>
                    <a:pt x="2846" y="214"/>
                    <a:pt x="2843" y="212"/>
                    <a:pt x="2843" y="209"/>
                  </a:cubicBezTo>
                  <a:lnTo>
                    <a:pt x="2837" y="210"/>
                  </a:lnTo>
                  <a:cubicBezTo>
                    <a:pt x="2837" y="215"/>
                    <a:pt x="2831" y="220"/>
                    <a:pt x="2826" y="221"/>
                  </a:cubicBezTo>
                  <a:cubicBezTo>
                    <a:pt x="2820" y="221"/>
                    <a:pt x="2815" y="225"/>
                    <a:pt x="2814" y="232"/>
                  </a:cubicBezTo>
                  <a:cubicBezTo>
                    <a:pt x="2811" y="241"/>
                    <a:pt x="2807" y="241"/>
                    <a:pt x="2807" y="241"/>
                  </a:cubicBezTo>
                  <a:cubicBezTo>
                    <a:pt x="2807" y="241"/>
                    <a:pt x="2806" y="241"/>
                    <a:pt x="2806" y="241"/>
                  </a:cubicBezTo>
                  <a:cubicBezTo>
                    <a:pt x="2803" y="241"/>
                    <a:pt x="2805" y="233"/>
                    <a:pt x="2808" y="224"/>
                  </a:cubicBezTo>
                  <a:cubicBezTo>
                    <a:pt x="2810" y="220"/>
                    <a:pt x="2810" y="218"/>
                    <a:pt x="2808" y="218"/>
                  </a:cubicBezTo>
                  <a:cubicBezTo>
                    <a:pt x="2805" y="218"/>
                    <a:pt x="2797" y="224"/>
                    <a:pt x="2791" y="236"/>
                  </a:cubicBezTo>
                  <a:cubicBezTo>
                    <a:pt x="2786" y="245"/>
                    <a:pt x="2783" y="250"/>
                    <a:pt x="2783" y="250"/>
                  </a:cubicBezTo>
                  <a:cubicBezTo>
                    <a:pt x="2782" y="250"/>
                    <a:pt x="2784" y="246"/>
                    <a:pt x="2787" y="237"/>
                  </a:cubicBezTo>
                  <a:cubicBezTo>
                    <a:pt x="2789" y="231"/>
                    <a:pt x="2791" y="224"/>
                    <a:pt x="2789" y="224"/>
                  </a:cubicBezTo>
                  <a:cubicBezTo>
                    <a:pt x="2789" y="224"/>
                    <a:pt x="2788" y="226"/>
                    <a:pt x="2785" y="229"/>
                  </a:cubicBezTo>
                  <a:cubicBezTo>
                    <a:pt x="2785" y="229"/>
                    <a:pt x="2776" y="230"/>
                    <a:pt x="2778" y="238"/>
                  </a:cubicBezTo>
                  <a:lnTo>
                    <a:pt x="2764" y="241"/>
                  </a:lnTo>
                  <a:cubicBezTo>
                    <a:pt x="2760" y="237"/>
                    <a:pt x="2754" y="235"/>
                    <a:pt x="2749" y="235"/>
                  </a:cubicBezTo>
                  <a:cubicBezTo>
                    <a:pt x="2747" y="235"/>
                    <a:pt x="2746" y="235"/>
                    <a:pt x="2745" y="236"/>
                  </a:cubicBezTo>
                  <a:cubicBezTo>
                    <a:pt x="2743" y="240"/>
                    <a:pt x="2742" y="243"/>
                    <a:pt x="2741" y="243"/>
                  </a:cubicBezTo>
                  <a:cubicBezTo>
                    <a:pt x="2740" y="243"/>
                    <a:pt x="2739" y="241"/>
                    <a:pt x="2736" y="238"/>
                  </a:cubicBezTo>
                  <a:cubicBezTo>
                    <a:pt x="2735" y="234"/>
                    <a:pt x="2734" y="232"/>
                    <a:pt x="2733" y="232"/>
                  </a:cubicBezTo>
                  <a:cubicBezTo>
                    <a:pt x="2732" y="232"/>
                    <a:pt x="2731" y="237"/>
                    <a:pt x="2733" y="247"/>
                  </a:cubicBezTo>
                  <a:cubicBezTo>
                    <a:pt x="2731" y="252"/>
                    <a:pt x="2729" y="254"/>
                    <a:pt x="2726" y="254"/>
                  </a:cubicBezTo>
                  <a:cubicBezTo>
                    <a:pt x="2724" y="254"/>
                    <a:pt x="2722" y="253"/>
                    <a:pt x="2719" y="249"/>
                  </a:cubicBezTo>
                  <a:cubicBezTo>
                    <a:pt x="2717" y="239"/>
                    <a:pt x="2715" y="236"/>
                    <a:pt x="2714" y="236"/>
                  </a:cubicBezTo>
                  <a:cubicBezTo>
                    <a:pt x="2713" y="236"/>
                    <a:pt x="2712" y="238"/>
                    <a:pt x="2713" y="241"/>
                  </a:cubicBezTo>
                  <a:cubicBezTo>
                    <a:pt x="2710" y="251"/>
                    <a:pt x="2706" y="251"/>
                    <a:pt x="2706" y="251"/>
                  </a:cubicBezTo>
                  <a:cubicBezTo>
                    <a:pt x="2705" y="249"/>
                    <a:pt x="2701" y="248"/>
                    <a:pt x="2695" y="248"/>
                  </a:cubicBezTo>
                  <a:cubicBezTo>
                    <a:pt x="2680" y="248"/>
                    <a:pt x="2651" y="253"/>
                    <a:pt x="2623" y="258"/>
                  </a:cubicBezTo>
                  <a:cubicBezTo>
                    <a:pt x="2618" y="259"/>
                    <a:pt x="2615" y="268"/>
                    <a:pt x="2617" y="277"/>
                  </a:cubicBezTo>
                  <a:cubicBezTo>
                    <a:pt x="2619" y="284"/>
                    <a:pt x="2619" y="286"/>
                    <a:pt x="2619" y="286"/>
                  </a:cubicBezTo>
                  <a:cubicBezTo>
                    <a:pt x="2618" y="286"/>
                    <a:pt x="2616" y="282"/>
                    <a:pt x="2613" y="277"/>
                  </a:cubicBezTo>
                  <a:cubicBezTo>
                    <a:pt x="2608" y="266"/>
                    <a:pt x="2603" y="260"/>
                    <a:pt x="2601" y="260"/>
                  </a:cubicBezTo>
                  <a:cubicBezTo>
                    <a:pt x="2598" y="260"/>
                    <a:pt x="2599" y="267"/>
                    <a:pt x="2604" y="279"/>
                  </a:cubicBezTo>
                  <a:cubicBezTo>
                    <a:pt x="2607" y="287"/>
                    <a:pt x="2609" y="291"/>
                    <a:pt x="2608" y="291"/>
                  </a:cubicBezTo>
                  <a:cubicBezTo>
                    <a:pt x="2608" y="291"/>
                    <a:pt x="2605" y="287"/>
                    <a:pt x="2599" y="279"/>
                  </a:cubicBezTo>
                  <a:cubicBezTo>
                    <a:pt x="2596" y="276"/>
                    <a:pt x="2594" y="275"/>
                    <a:pt x="2593" y="275"/>
                  </a:cubicBezTo>
                  <a:cubicBezTo>
                    <a:pt x="2592" y="275"/>
                    <a:pt x="2591" y="277"/>
                    <a:pt x="2590" y="282"/>
                  </a:cubicBezTo>
                  <a:cubicBezTo>
                    <a:pt x="2591" y="286"/>
                    <a:pt x="2590" y="288"/>
                    <a:pt x="2589" y="288"/>
                  </a:cubicBezTo>
                  <a:cubicBezTo>
                    <a:pt x="2588" y="288"/>
                    <a:pt x="2586" y="286"/>
                    <a:pt x="2586" y="282"/>
                  </a:cubicBezTo>
                  <a:cubicBezTo>
                    <a:pt x="2581" y="277"/>
                    <a:pt x="2577" y="272"/>
                    <a:pt x="2575" y="272"/>
                  </a:cubicBezTo>
                  <a:cubicBezTo>
                    <a:pt x="2574" y="272"/>
                    <a:pt x="2574" y="272"/>
                    <a:pt x="2575" y="275"/>
                  </a:cubicBezTo>
                  <a:cubicBezTo>
                    <a:pt x="2575" y="275"/>
                    <a:pt x="2574" y="275"/>
                    <a:pt x="2574" y="275"/>
                  </a:cubicBezTo>
                  <a:cubicBezTo>
                    <a:pt x="2573" y="275"/>
                    <a:pt x="2569" y="274"/>
                    <a:pt x="2564" y="268"/>
                  </a:cubicBezTo>
                  <a:cubicBezTo>
                    <a:pt x="2563" y="266"/>
                    <a:pt x="2561" y="266"/>
                    <a:pt x="2560" y="266"/>
                  </a:cubicBezTo>
                  <a:cubicBezTo>
                    <a:pt x="2557" y="266"/>
                    <a:pt x="2555" y="273"/>
                    <a:pt x="2552" y="279"/>
                  </a:cubicBezTo>
                  <a:cubicBezTo>
                    <a:pt x="2547" y="289"/>
                    <a:pt x="2543" y="294"/>
                    <a:pt x="2541" y="294"/>
                  </a:cubicBezTo>
                  <a:cubicBezTo>
                    <a:pt x="2539" y="294"/>
                    <a:pt x="2538" y="290"/>
                    <a:pt x="2539" y="282"/>
                  </a:cubicBezTo>
                  <a:cubicBezTo>
                    <a:pt x="2539" y="275"/>
                    <a:pt x="2537" y="273"/>
                    <a:pt x="2534" y="273"/>
                  </a:cubicBezTo>
                  <a:cubicBezTo>
                    <a:pt x="2527" y="273"/>
                    <a:pt x="2518" y="282"/>
                    <a:pt x="2517" y="294"/>
                  </a:cubicBezTo>
                  <a:cubicBezTo>
                    <a:pt x="2517" y="304"/>
                    <a:pt x="2516" y="309"/>
                    <a:pt x="2516" y="309"/>
                  </a:cubicBezTo>
                  <a:cubicBezTo>
                    <a:pt x="2515" y="309"/>
                    <a:pt x="2515" y="307"/>
                    <a:pt x="2514" y="303"/>
                  </a:cubicBezTo>
                  <a:cubicBezTo>
                    <a:pt x="2513" y="295"/>
                    <a:pt x="2508" y="295"/>
                    <a:pt x="2508" y="295"/>
                  </a:cubicBezTo>
                  <a:cubicBezTo>
                    <a:pt x="2507" y="295"/>
                    <a:pt x="2505" y="296"/>
                    <a:pt x="2504" y="296"/>
                  </a:cubicBezTo>
                  <a:cubicBezTo>
                    <a:pt x="2501" y="296"/>
                    <a:pt x="2499" y="294"/>
                    <a:pt x="2498" y="288"/>
                  </a:cubicBezTo>
                  <a:cubicBezTo>
                    <a:pt x="2498" y="288"/>
                    <a:pt x="2494" y="289"/>
                    <a:pt x="2486" y="299"/>
                  </a:cubicBezTo>
                  <a:cubicBezTo>
                    <a:pt x="2483" y="307"/>
                    <a:pt x="2479" y="311"/>
                    <a:pt x="2474" y="311"/>
                  </a:cubicBezTo>
                  <a:cubicBezTo>
                    <a:pt x="2468" y="311"/>
                    <a:pt x="2461" y="305"/>
                    <a:pt x="2457" y="296"/>
                  </a:cubicBezTo>
                  <a:lnTo>
                    <a:pt x="2450" y="306"/>
                  </a:lnTo>
                  <a:cubicBezTo>
                    <a:pt x="2449" y="317"/>
                    <a:pt x="2447" y="324"/>
                    <a:pt x="2446" y="324"/>
                  </a:cubicBezTo>
                  <a:cubicBezTo>
                    <a:pt x="2445" y="324"/>
                    <a:pt x="2443" y="322"/>
                    <a:pt x="2442" y="315"/>
                  </a:cubicBezTo>
                  <a:cubicBezTo>
                    <a:pt x="2442" y="313"/>
                    <a:pt x="2441" y="310"/>
                    <a:pt x="2441" y="308"/>
                  </a:cubicBezTo>
                  <a:lnTo>
                    <a:pt x="2441" y="308"/>
                  </a:lnTo>
                  <a:cubicBezTo>
                    <a:pt x="2440" y="315"/>
                    <a:pt x="2436" y="318"/>
                    <a:pt x="2431" y="318"/>
                  </a:cubicBezTo>
                  <a:cubicBezTo>
                    <a:pt x="2425" y="318"/>
                    <a:pt x="2418" y="312"/>
                    <a:pt x="2416" y="303"/>
                  </a:cubicBezTo>
                  <a:cubicBezTo>
                    <a:pt x="2416" y="296"/>
                    <a:pt x="2415" y="295"/>
                    <a:pt x="2413" y="295"/>
                  </a:cubicBezTo>
                  <a:cubicBezTo>
                    <a:pt x="2413" y="295"/>
                    <a:pt x="2412" y="295"/>
                    <a:pt x="2411" y="295"/>
                  </a:cubicBezTo>
                  <a:lnTo>
                    <a:pt x="2412" y="304"/>
                  </a:lnTo>
                  <a:cubicBezTo>
                    <a:pt x="2413" y="312"/>
                    <a:pt x="2415" y="321"/>
                    <a:pt x="2411" y="321"/>
                  </a:cubicBezTo>
                  <a:cubicBezTo>
                    <a:pt x="2409" y="321"/>
                    <a:pt x="2408" y="322"/>
                    <a:pt x="2406" y="322"/>
                  </a:cubicBezTo>
                  <a:cubicBezTo>
                    <a:pt x="2404" y="322"/>
                    <a:pt x="2401" y="320"/>
                    <a:pt x="2400" y="314"/>
                  </a:cubicBezTo>
                  <a:cubicBezTo>
                    <a:pt x="2396" y="309"/>
                    <a:pt x="2391" y="303"/>
                    <a:pt x="2390" y="303"/>
                  </a:cubicBezTo>
                  <a:cubicBezTo>
                    <a:pt x="2389" y="303"/>
                    <a:pt x="2389" y="305"/>
                    <a:pt x="2389" y="307"/>
                  </a:cubicBezTo>
                  <a:cubicBezTo>
                    <a:pt x="2389" y="307"/>
                    <a:pt x="2389" y="307"/>
                    <a:pt x="2389" y="307"/>
                  </a:cubicBezTo>
                  <a:cubicBezTo>
                    <a:pt x="2387" y="307"/>
                    <a:pt x="2383" y="307"/>
                    <a:pt x="2378" y="301"/>
                  </a:cubicBezTo>
                  <a:lnTo>
                    <a:pt x="2360" y="303"/>
                  </a:lnTo>
                  <a:cubicBezTo>
                    <a:pt x="2359" y="308"/>
                    <a:pt x="2356" y="311"/>
                    <a:pt x="2352" y="311"/>
                  </a:cubicBezTo>
                  <a:cubicBezTo>
                    <a:pt x="2350" y="311"/>
                    <a:pt x="2347" y="309"/>
                    <a:pt x="2347" y="305"/>
                  </a:cubicBezTo>
                  <a:cubicBezTo>
                    <a:pt x="2341" y="306"/>
                    <a:pt x="2337" y="311"/>
                    <a:pt x="2335" y="316"/>
                  </a:cubicBezTo>
                  <a:cubicBezTo>
                    <a:pt x="2332" y="317"/>
                    <a:pt x="2329" y="317"/>
                    <a:pt x="2327" y="317"/>
                  </a:cubicBezTo>
                  <a:cubicBezTo>
                    <a:pt x="2323" y="317"/>
                    <a:pt x="2321" y="316"/>
                    <a:pt x="2320" y="310"/>
                  </a:cubicBezTo>
                  <a:cubicBezTo>
                    <a:pt x="2319" y="306"/>
                    <a:pt x="2319" y="304"/>
                    <a:pt x="2319" y="304"/>
                  </a:cubicBezTo>
                  <a:cubicBezTo>
                    <a:pt x="2318" y="304"/>
                    <a:pt x="2317" y="306"/>
                    <a:pt x="2315" y="311"/>
                  </a:cubicBezTo>
                  <a:cubicBezTo>
                    <a:pt x="2317" y="320"/>
                    <a:pt x="2312" y="320"/>
                    <a:pt x="2308" y="321"/>
                  </a:cubicBezTo>
                  <a:lnTo>
                    <a:pt x="2299" y="322"/>
                  </a:lnTo>
                  <a:cubicBezTo>
                    <a:pt x="2300" y="331"/>
                    <a:pt x="2300" y="331"/>
                    <a:pt x="2295" y="331"/>
                  </a:cubicBezTo>
                  <a:cubicBezTo>
                    <a:pt x="2295" y="331"/>
                    <a:pt x="2294" y="331"/>
                    <a:pt x="2294" y="331"/>
                  </a:cubicBezTo>
                  <a:cubicBezTo>
                    <a:pt x="2289" y="331"/>
                    <a:pt x="2278" y="326"/>
                    <a:pt x="2273" y="326"/>
                  </a:cubicBezTo>
                  <a:cubicBezTo>
                    <a:pt x="2272" y="326"/>
                    <a:pt x="2272" y="326"/>
                    <a:pt x="2272" y="326"/>
                  </a:cubicBezTo>
                  <a:cubicBezTo>
                    <a:pt x="2258" y="329"/>
                    <a:pt x="2258" y="329"/>
                    <a:pt x="2264" y="337"/>
                  </a:cubicBezTo>
                  <a:cubicBezTo>
                    <a:pt x="2264" y="336"/>
                    <a:pt x="2264" y="336"/>
                    <a:pt x="2265" y="336"/>
                  </a:cubicBezTo>
                  <a:cubicBezTo>
                    <a:pt x="2267" y="336"/>
                    <a:pt x="2268" y="340"/>
                    <a:pt x="2266" y="340"/>
                  </a:cubicBezTo>
                  <a:cubicBezTo>
                    <a:pt x="2265" y="340"/>
                    <a:pt x="2262" y="339"/>
                    <a:pt x="2259" y="337"/>
                  </a:cubicBezTo>
                  <a:cubicBezTo>
                    <a:pt x="2251" y="335"/>
                    <a:pt x="2243" y="334"/>
                    <a:pt x="2235" y="334"/>
                  </a:cubicBezTo>
                  <a:cubicBezTo>
                    <a:pt x="2232" y="334"/>
                    <a:pt x="2229" y="334"/>
                    <a:pt x="2226" y="334"/>
                  </a:cubicBezTo>
                  <a:cubicBezTo>
                    <a:pt x="2208" y="337"/>
                    <a:pt x="2208" y="337"/>
                    <a:pt x="2210" y="345"/>
                  </a:cubicBezTo>
                  <a:cubicBezTo>
                    <a:pt x="2213" y="353"/>
                    <a:pt x="2214" y="358"/>
                    <a:pt x="2213" y="358"/>
                  </a:cubicBezTo>
                  <a:cubicBezTo>
                    <a:pt x="2212" y="358"/>
                    <a:pt x="2209" y="354"/>
                    <a:pt x="2206" y="345"/>
                  </a:cubicBezTo>
                  <a:cubicBezTo>
                    <a:pt x="2199" y="337"/>
                    <a:pt x="2194" y="334"/>
                    <a:pt x="2192" y="334"/>
                  </a:cubicBezTo>
                  <a:cubicBezTo>
                    <a:pt x="2190" y="334"/>
                    <a:pt x="2189" y="336"/>
                    <a:pt x="2190" y="340"/>
                  </a:cubicBezTo>
                  <a:cubicBezTo>
                    <a:pt x="2186" y="349"/>
                    <a:pt x="2186" y="349"/>
                    <a:pt x="2182" y="350"/>
                  </a:cubicBezTo>
                  <a:cubicBezTo>
                    <a:pt x="2181" y="346"/>
                    <a:pt x="2180" y="344"/>
                    <a:pt x="2178" y="344"/>
                  </a:cubicBezTo>
                  <a:cubicBezTo>
                    <a:pt x="2176" y="344"/>
                    <a:pt x="2173" y="346"/>
                    <a:pt x="2168" y="351"/>
                  </a:cubicBezTo>
                  <a:cubicBezTo>
                    <a:pt x="2167" y="351"/>
                    <a:pt x="2166" y="352"/>
                    <a:pt x="2166" y="352"/>
                  </a:cubicBezTo>
                  <a:cubicBezTo>
                    <a:pt x="2164" y="352"/>
                    <a:pt x="2164" y="350"/>
                    <a:pt x="2163" y="344"/>
                  </a:cubicBezTo>
                  <a:lnTo>
                    <a:pt x="2154" y="345"/>
                  </a:lnTo>
                  <a:cubicBezTo>
                    <a:pt x="2150" y="355"/>
                    <a:pt x="2141" y="358"/>
                    <a:pt x="2133" y="358"/>
                  </a:cubicBezTo>
                  <a:cubicBezTo>
                    <a:pt x="2124" y="358"/>
                    <a:pt x="2116" y="355"/>
                    <a:pt x="2112" y="351"/>
                  </a:cubicBezTo>
                  <a:cubicBezTo>
                    <a:pt x="2112" y="351"/>
                    <a:pt x="2108" y="352"/>
                    <a:pt x="2106" y="361"/>
                  </a:cubicBezTo>
                  <a:cubicBezTo>
                    <a:pt x="2105" y="370"/>
                    <a:pt x="2103" y="375"/>
                    <a:pt x="2101" y="375"/>
                  </a:cubicBezTo>
                  <a:cubicBezTo>
                    <a:pt x="2099" y="375"/>
                    <a:pt x="2098" y="371"/>
                    <a:pt x="2097" y="362"/>
                  </a:cubicBezTo>
                  <a:cubicBezTo>
                    <a:pt x="2095" y="354"/>
                    <a:pt x="2094" y="350"/>
                    <a:pt x="2094" y="350"/>
                  </a:cubicBezTo>
                  <a:cubicBezTo>
                    <a:pt x="2093" y="350"/>
                    <a:pt x="2092" y="354"/>
                    <a:pt x="2091" y="363"/>
                  </a:cubicBezTo>
                  <a:cubicBezTo>
                    <a:pt x="2090" y="368"/>
                    <a:pt x="2084" y="371"/>
                    <a:pt x="2078" y="371"/>
                  </a:cubicBezTo>
                  <a:cubicBezTo>
                    <a:pt x="2072" y="371"/>
                    <a:pt x="2066" y="367"/>
                    <a:pt x="2068" y="358"/>
                  </a:cubicBezTo>
                  <a:lnTo>
                    <a:pt x="2065" y="341"/>
                  </a:lnTo>
                  <a:cubicBezTo>
                    <a:pt x="2062" y="351"/>
                    <a:pt x="2057" y="351"/>
                    <a:pt x="2057" y="351"/>
                  </a:cubicBezTo>
                  <a:cubicBezTo>
                    <a:pt x="2059" y="360"/>
                    <a:pt x="2054" y="360"/>
                    <a:pt x="2041" y="362"/>
                  </a:cubicBezTo>
                  <a:cubicBezTo>
                    <a:pt x="2032" y="363"/>
                    <a:pt x="2015" y="375"/>
                    <a:pt x="2006" y="377"/>
                  </a:cubicBezTo>
                  <a:cubicBezTo>
                    <a:pt x="2001" y="377"/>
                    <a:pt x="1996" y="378"/>
                    <a:pt x="1992" y="378"/>
                  </a:cubicBezTo>
                  <a:cubicBezTo>
                    <a:pt x="1986" y="378"/>
                    <a:pt x="1980" y="377"/>
                    <a:pt x="1977" y="372"/>
                  </a:cubicBezTo>
                  <a:cubicBezTo>
                    <a:pt x="1972" y="372"/>
                    <a:pt x="1968" y="374"/>
                    <a:pt x="1960" y="384"/>
                  </a:cubicBezTo>
                  <a:cubicBezTo>
                    <a:pt x="1958" y="389"/>
                    <a:pt x="1954" y="391"/>
                    <a:pt x="1951" y="391"/>
                  </a:cubicBezTo>
                  <a:cubicBezTo>
                    <a:pt x="1949" y="391"/>
                    <a:pt x="1947" y="389"/>
                    <a:pt x="1946" y="386"/>
                  </a:cubicBezTo>
                  <a:lnTo>
                    <a:pt x="1942" y="386"/>
                  </a:lnTo>
                  <a:cubicBezTo>
                    <a:pt x="1934" y="396"/>
                    <a:pt x="1930" y="397"/>
                    <a:pt x="1930" y="397"/>
                  </a:cubicBezTo>
                  <a:cubicBezTo>
                    <a:pt x="1929" y="391"/>
                    <a:pt x="1926" y="385"/>
                    <a:pt x="1923" y="385"/>
                  </a:cubicBezTo>
                  <a:cubicBezTo>
                    <a:pt x="1922" y="385"/>
                    <a:pt x="1921" y="386"/>
                    <a:pt x="1919" y="389"/>
                  </a:cubicBezTo>
                  <a:cubicBezTo>
                    <a:pt x="1921" y="398"/>
                    <a:pt x="1916" y="398"/>
                    <a:pt x="1907" y="399"/>
                  </a:cubicBezTo>
                  <a:cubicBezTo>
                    <a:pt x="1906" y="398"/>
                    <a:pt x="1902" y="398"/>
                    <a:pt x="1896" y="398"/>
                  </a:cubicBezTo>
                  <a:cubicBezTo>
                    <a:pt x="1859" y="398"/>
                    <a:pt x="1747" y="415"/>
                    <a:pt x="1748" y="422"/>
                  </a:cubicBezTo>
                  <a:lnTo>
                    <a:pt x="1734" y="424"/>
                  </a:lnTo>
                  <a:lnTo>
                    <a:pt x="1721" y="426"/>
                  </a:lnTo>
                  <a:cubicBezTo>
                    <a:pt x="1720" y="420"/>
                    <a:pt x="1716" y="417"/>
                    <a:pt x="1711" y="417"/>
                  </a:cubicBezTo>
                  <a:cubicBezTo>
                    <a:pt x="1703" y="417"/>
                    <a:pt x="1692" y="424"/>
                    <a:pt x="1684" y="431"/>
                  </a:cubicBezTo>
                  <a:cubicBezTo>
                    <a:pt x="1683" y="436"/>
                    <a:pt x="1677" y="441"/>
                    <a:pt x="1672" y="441"/>
                  </a:cubicBezTo>
                  <a:cubicBezTo>
                    <a:pt x="1670" y="432"/>
                    <a:pt x="1666" y="428"/>
                    <a:pt x="1661" y="428"/>
                  </a:cubicBezTo>
                  <a:cubicBezTo>
                    <a:pt x="1657" y="428"/>
                    <a:pt x="1652" y="431"/>
                    <a:pt x="1648" y="435"/>
                  </a:cubicBezTo>
                  <a:cubicBezTo>
                    <a:pt x="1647" y="444"/>
                    <a:pt x="1645" y="449"/>
                    <a:pt x="1643" y="449"/>
                  </a:cubicBezTo>
                  <a:cubicBezTo>
                    <a:pt x="1641" y="449"/>
                    <a:pt x="1640" y="445"/>
                    <a:pt x="1638" y="436"/>
                  </a:cubicBezTo>
                  <a:cubicBezTo>
                    <a:pt x="1637" y="429"/>
                    <a:pt x="1635" y="425"/>
                    <a:pt x="1632" y="425"/>
                  </a:cubicBezTo>
                  <a:cubicBezTo>
                    <a:pt x="1629" y="425"/>
                    <a:pt x="1624" y="432"/>
                    <a:pt x="1621" y="448"/>
                  </a:cubicBezTo>
                  <a:cubicBezTo>
                    <a:pt x="1619" y="452"/>
                    <a:pt x="1618" y="454"/>
                    <a:pt x="1617" y="454"/>
                  </a:cubicBezTo>
                  <a:cubicBezTo>
                    <a:pt x="1616" y="454"/>
                    <a:pt x="1615" y="452"/>
                    <a:pt x="1612" y="449"/>
                  </a:cubicBezTo>
                  <a:cubicBezTo>
                    <a:pt x="1608" y="439"/>
                    <a:pt x="1605" y="435"/>
                    <a:pt x="1603" y="435"/>
                  </a:cubicBezTo>
                  <a:cubicBezTo>
                    <a:pt x="1602" y="435"/>
                    <a:pt x="1602" y="437"/>
                    <a:pt x="1602" y="441"/>
                  </a:cubicBezTo>
                  <a:cubicBezTo>
                    <a:pt x="1601" y="450"/>
                    <a:pt x="1599" y="455"/>
                    <a:pt x="1597" y="455"/>
                  </a:cubicBezTo>
                  <a:cubicBezTo>
                    <a:pt x="1595" y="455"/>
                    <a:pt x="1592" y="451"/>
                    <a:pt x="1589" y="443"/>
                  </a:cubicBezTo>
                  <a:cubicBezTo>
                    <a:pt x="1583" y="435"/>
                    <a:pt x="1580" y="431"/>
                    <a:pt x="1579" y="431"/>
                  </a:cubicBezTo>
                  <a:cubicBezTo>
                    <a:pt x="1577" y="431"/>
                    <a:pt x="1576" y="436"/>
                    <a:pt x="1575" y="444"/>
                  </a:cubicBezTo>
                  <a:cubicBezTo>
                    <a:pt x="1574" y="454"/>
                    <a:pt x="1568" y="459"/>
                    <a:pt x="1561" y="459"/>
                  </a:cubicBezTo>
                  <a:cubicBezTo>
                    <a:pt x="1556" y="459"/>
                    <a:pt x="1550" y="455"/>
                    <a:pt x="1547" y="448"/>
                  </a:cubicBezTo>
                  <a:cubicBezTo>
                    <a:pt x="1547" y="448"/>
                    <a:pt x="1546" y="448"/>
                    <a:pt x="1546" y="448"/>
                  </a:cubicBezTo>
                  <a:cubicBezTo>
                    <a:pt x="1544" y="448"/>
                    <a:pt x="1541" y="445"/>
                    <a:pt x="1539" y="445"/>
                  </a:cubicBezTo>
                  <a:cubicBezTo>
                    <a:pt x="1538" y="445"/>
                    <a:pt x="1538" y="446"/>
                    <a:pt x="1538" y="450"/>
                  </a:cubicBezTo>
                  <a:lnTo>
                    <a:pt x="1532" y="442"/>
                  </a:lnTo>
                  <a:lnTo>
                    <a:pt x="1523" y="443"/>
                  </a:lnTo>
                  <a:lnTo>
                    <a:pt x="1525" y="451"/>
                  </a:lnTo>
                  <a:cubicBezTo>
                    <a:pt x="1514" y="450"/>
                    <a:pt x="1503" y="449"/>
                    <a:pt x="1492" y="449"/>
                  </a:cubicBezTo>
                  <a:cubicBezTo>
                    <a:pt x="1481" y="449"/>
                    <a:pt x="1470" y="450"/>
                    <a:pt x="1460" y="451"/>
                  </a:cubicBezTo>
                  <a:cubicBezTo>
                    <a:pt x="1410" y="457"/>
                    <a:pt x="1400" y="458"/>
                    <a:pt x="1406" y="466"/>
                  </a:cubicBezTo>
                  <a:cubicBezTo>
                    <a:pt x="1409" y="474"/>
                    <a:pt x="1408" y="479"/>
                    <a:pt x="1406" y="479"/>
                  </a:cubicBezTo>
                  <a:cubicBezTo>
                    <a:pt x="1404" y="479"/>
                    <a:pt x="1400" y="475"/>
                    <a:pt x="1397" y="467"/>
                  </a:cubicBezTo>
                  <a:cubicBezTo>
                    <a:pt x="1393" y="467"/>
                    <a:pt x="1384" y="461"/>
                    <a:pt x="1375" y="461"/>
                  </a:cubicBezTo>
                  <a:cubicBezTo>
                    <a:pt x="1375" y="461"/>
                    <a:pt x="1374" y="461"/>
                    <a:pt x="1373" y="461"/>
                  </a:cubicBezTo>
                  <a:cubicBezTo>
                    <a:pt x="1370" y="461"/>
                    <a:pt x="1367" y="462"/>
                    <a:pt x="1364" y="462"/>
                  </a:cubicBezTo>
                  <a:cubicBezTo>
                    <a:pt x="1359" y="462"/>
                    <a:pt x="1355" y="460"/>
                    <a:pt x="1354" y="454"/>
                  </a:cubicBezTo>
                  <a:lnTo>
                    <a:pt x="1350" y="455"/>
                  </a:lnTo>
                  <a:cubicBezTo>
                    <a:pt x="1345" y="467"/>
                    <a:pt x="1331" y="473"/>
                    <a:pt x="1318" y="473"/>
                  </a:cubicBezTo>
                  <a:cubicBezTo>
                    <a:pt x="1311" y="473"/>
                    <a:pt x="1305" y="472"/>
                    <a:pt x="1300" y="469"/>
                  </a:cubicBezTo>
                  <a:cubicBezTo>
                    <a:pt x="1291" y="469"/>
                    <a:pt x="1283" y="473"/>
                    <a:pt x="1279" y="480"/>
                  </a:cubicBezTo>
                  <a:cubicBezTo>
                    <a:pt x="1274" y="485"/>
                    <a:pt x="1272" y="488"/>
                    <a:pt x="1270" y="488"/>
                  </a:cubicBezTo>
                  <a:cubicBezTo>
                    <a:pt x="1268" y="488"/>
                    <a:pt x="1267" y="486"/>
                    <a:pt x="1264" y="482"/>
                  </a:cubicBezTo>
                  <a:cubicBezTo>
                    <a:pt x="1264" y="478"/>
                    <a:pt x="1256" y="474"/>
                    <a:pt x="1249" y="474"/>
                  </a:cubicBezTo>
                  <a:cubicBezTo>
                    <a:pt x="1242" y="474"/>
                    <a:pt x="1236" y="477"/>
                    <a:pt x="1237" y="486"/>
                  </a:cubicBezTo>
                  <a:lnTo>
                    <a:pt x="1232" y="477"/>
                  </a:lnTo>
                  <a:cubicBezTo>
                    <a:pt x="1230" y="475"/>
                    <a:pt x="1229" y="474"/>
                    <a:pt x="1228" y="474"/>
                  </a:cubicBezTo>
                  <a:cubicBezTo>
                    <a:pt x="1225" y="474"/>
                    <a:pt x="1223" y="480"/>
                    <a:pt x="1224" y="487"/>
                  </a:cubicBezTo>
                  <a:cubicBezTo>
                    <a:pt x="1225" y="494"/>
                    <a:pt x="1225" y="499"/>
                    <a:pt x="1223" y="499"/>
                  </a:cubicBezTo>
                  <a:cubicBezTo>
                    <a:pt x="1221" y="499"/>
                    <a:pt x="1218" y="493"/>
                    <a:pt x="1214" y="479"/>
                  </a:cubicBezTo>
                  <a:cubicBezTo>
                    <a:pt x="1213" y="469"/>
                    <a:pt x="1211" y="466"/>
                    <a:pt x="1209" y="466"/>
                  </a:cubicBezTo>
                  <a:cubicBezTo>
                    <a:pt x="1208" y="466"/>
                    <a:pt x="1208" y="468"/>
                    <a:pt x="1208" y="471"/>
                  </a:cubicBezTo>
                  <a:cubicBezTo>
                    <a:pt x="1206" y="478"/>
                    <a:pt x="1203" y="484"/>
                    <a:pt x="1200" y="484"/>
                  </a:cubicBezTo>
                  <a:cubicBezTo>
                    <a:pt x="1199" y="484"/>
                    <a:pt x="1197" y="483"/>
                    <a:pt x="1196" y="481"/>
                  </a:cubicBezTo>
                  <a:cubicBezTo>
                    <a:pt x="1191" y="482"/>
                    <a:pt x="1186" y="482"/>
                    <a:pt x="1188" y="499"/>
                  </a:cubicBezTo>
                  <a:cubicBezTo>
                    <a:pt x="1189" y="508"/>
                    <a:pt x="1185" y="508"/>
                    <a:pt x="1180" y="508"/>
                  </a:cubicBezTo>
                  <a:cubicBezTo>
                    <a:pt x="1179" y="503"/>
                    <a:pt x="1180" y="497"/>
                    <a:pt x="1182" y="491"/>
                  </a:cubicBezTo>
                  <a:lnTo>
                    <a:pt x="1182" y="491"/>
                  </a:lnTo>
                  <a:lnTo>
                    <a:pt x="1173" y="492"/>
                  </a:lnTo>
                  <a:cubicBezTo>
                    <a:pt x="1166" y="490"/>
                    <a:pt x="1160" y="485"/>
                    <a:pt x="1158" y="477"/>
                  </a:cubicBezTo>
                  <a:cubicBezTo>
                    <a:pt x="1155" y="474"/>
                    <a:pt x="1153" y="472"/>
                    <a:pt x="1152" y="472"/>
                  </a:cubicBezTo>
                  <a:cubicBezTo>
                    <a:pt x="1150" y="472"/>
                    <a:pt x="1150" y="476"/>
                    <a:pt x="1154" y="486"/>
                  </a:cubicBezTo>
                  <a:cubicBezTo>
                    <a:pt x="1157" y="503"/>
                    <a:pt x="1157" y="503"/>
                    <a:pt x="1148" y="504"/>
                  </a:cubicBezTo>
                  <a:cubicBezTo>
                    <a:pt x="1147" y="504"/>
                    <a:pt x="1146" y="504"/>
                    <a:pt x="1145" y="504"/>
                  </a:cubicBezTo>
                  <a:cubicBezTo>
                    <a:pt x="1142" y="504"/>
                    <a:pt x="1138" y="503"/>
                    <a:pt x="1138" y="496"/>
                  </a:cubicBezTo>
                  <a:cubicBezTo>
                    <a:pt x="1137" y="490"/>
                    <a:pt x="1137" y="489"/>
                    <a:pt x="1133" y="489"/>
                  </a:cubicBezTo>
                  <a:cubicBezTo>
                    <a:pt x="1132" y="489"/>
                    <a:pt x="1130" y="489"/>
                    <a:pt x="1127" y="489"/>
                  </a:cubicBezTo>
                  <a:cubicBezTo>
                    <a:pt x="1113" y="490"/>
                    <a:pt x="1103" y="517"/>
                    <a:pt x="1099" y="534"/>
                  </a:cubicBezTo>
                  <a:cubicBezTo>
                    <a:pt x="1101" y="543"/>
                    <a:pt x="1101" y="547"/>
                    <a:pt x="1101" y="547"/>
                  </a:cubicBezTo>
                  <a:cubicBezTo>
                    <a:pt x="1100" y="547"/>
                    <a:pt x="1098" y="543"/>
                    <a:pt x="1095" y="535"/>
                  </a:cubicBezTo>
                  <a:cubicBezTo>
                    <a:pt x="1095" y="528"/>
                    <a:pt x="1091" y="527"/>
                    <a:pt x="1088" y="527"/>
                  </a:cubicBezTo>
                  <a:cubicBezTo>
                    <a:pt x="1087" y="527"/>
                    <a:pt x="1086" y="527"/>
                    <a:pt x="1085" y="527"/>
                  </a:cubicBezTo>
                  <a:cubicBezTo>
                    <a:pt x="1085" y="530"/>
                    <a:pt x="1085" y="531"/>
                    <a:pt x="1084" y="531"/>
                  </a:cubicBezTo>
                  <a:cubicBezTo>
                    <a:pt x="1083" y="531"/>
                    <a:pt x="1082" y="527"/>
                    <a:pt x="1085" y="527"/>
                  </a:cubicBezTo>
                  <a:cubicBezTo>
                    <a:pt x="1085" y="518"/>
                    <a:pt x="1089" y="518"/>
                    <a:pt x="1094" y="518"/>
                  </a:cubicBezTo>
                  <a:lnTo>
                    <a:pt x="1093" y="509"/>
                  </a:lnTo>
                  <a:cubicBezTo>
                    <a:pt x="1089" y="501"/>
                    <a:pt x="1087" y="497"/>
                    <a:pt x="1085" y="497"/>
                  </a:cubicBezTo>
                  <a:cubicBezTo>
                    <a:pt x="1082" y="497"/>
                    <a:pt x="1080" y="502"/>
                    <a:pt x="1079" y="510"/>
                  </a:cubicBezTo>
                  <a:cubicBezTo>
                    <a:pt x="1077" y="515"/>
                    <a:pt x="1076" y="517"/>
                    <a:pt x="1074" y="517"/>
                  </a:cubicBezTo>
                  <a:cubicBezTo>
                    <a:pt x="1073" y="517"/>
                    <a:pt x="1072" y="515"/>
                    <a:pt x="1069" y="512"/>
                  </a:cubicBezTo>
                  <a:cubicBezTo>
                    <a:pt x="1066" y="506"/>
                    <a:pt x="1062" y="500"/>
                    <a:pt x="1060" y="500"/>
                  </a:cubicBezTo>
                  <a:cubicBezTo>
                    <a:pt x="1060" y="500"/>
                    <a:pt x="1059" y="501"/>
                    <a:pt x="1059" y="504"/>
                  </a:cubicBezTo>
                  <a:cubicBezTo>
                    <a:pt x="1058" y="504"/>
                    <a:pt x="1058" y="504"/>
                    <a:pt x="1057" y="504"/>
                  </a:cubicBezTo>
                  <a:cubicBezTo>
                    <a:pt x="1052" y="504"/>
                    <a:pt x="1047" y="501"/>
                    <a:pt x="1044" y="497"/>
                  </a:cubicBezTo>
                  <a:cubicBezTo>
                    <a:pt x="1035" y="498"/>
                    <a:pt x="1031" y="498"/>
                    <a:pt x="1032" y="507"/>
                  </a:cubicBezTo>
                  <a:cubicBezTo>
                    <a:pt x="1033" y="515"/>
                    <a:pt x="1029" y="516"/>
                    <a:pt x="1024" y="516"/>
                  </a:cubicBezTo>
                  <a:cubicBezTo>
                    <a:pt x="1020" y="517"/>
                    <a:pt x="1015" y="517"/>
                    <a:pt x="1015" y="526"/>
                  </a:cubicBezTo>
                  <a:cubicBezTo>
                    <a:pt x="1018" y="534"/>
                    <a:pt x="1012" y="543"/>
                    <a:pt x="1004" y="544"/>
                  </a:cubicBezTo>
                  <a:cubicBezTo>
                    <a:pt x="1001" y="548"/>
                    <a:pt x="999" y="551"/>
                    <a:pt x="997" y="551"/>
                  </a:cubicBezTo>
                  <a:cubicBezTo>
                    <a:pt x="995" y="551"/>
                    <a:pt x="993" y="547"/>
                    <a:pt x="989" y="537"/>
                  </a:cubicBezTo>
                  <a:cubicBezTo>
                    <a:pt x="989" y="530"/>
                    <a:pt x="986" y="529"/>
                    <a:pt x="982" y="529"/>
                  </a:cubicBezTo>
                  <a:cubicBezTo>
                    <a:pt x="981" y="529"/>
                    <a:pt x="980" y="529"/>
                    <a:pt x="979" y="529"/>
                  </a:cubicBezTo>
                  <a:cubicBezTo>
                    <a:pt x="979" y="529"/>
                    <a:pt x="979" y="530"/>
                    <a:pt x="979" y="530"/>
                  </a:cubicBezTo>
                  <a:cubicBezTo>
                    <a:pt x="977" y="530"/>
                    <a:pt x="974" y="529"/>
                    <a:pt x="969" y="523"/>
                  </a:cubicBezTo>
                  <a:cubicBezTo>
                    <a:pt x="968" y="520"/>
                    <a:pt x="967" y="519"/>
                    <a:pt x="966" y="519"/>
                  </a:cubicBezTo>
                  <a:cubicBezTo>
                    <a:pt x="964" y="519"/>
                    <a:pt x="965" y="525"/>
                    <a:pt x="966" y="531"/>
                  </a:cubicBezTo>
                  <a:cubicBezTo>
                    <a:pt x="967" y="540"/>
                    <a:pt x="967" y="549"/>
                    <a:pt x="967" y="549"/>
                  </a:cubicBezTo>
                  <a:cubicBezTo>
                    <a:pt x="963" y="549"/>
                    <a:pt x="957" y="532"/>
                    <a:pt x="956" y="524"/>
                  </a:cubicBezTo>
                  <a:cubicBezTo>
                    <a:pt x="952" y="515"/>
                    <a:pt x="951" y="511"/>
                    <a:pt x="950" y="511"/>
                  </a:cubicBezTo>
                  <a:lnTo>
                    <a:pt x="950" y="511"/>
                  </a:lnTo>
                  <a:cubicBezTo>
                    <a:pt x="950" y="511"/>
                    <a:pt x="950" y="515"/>
                    <a:pt x="951" y="524"/>
                  </a:cubicBezTo>
                  <a:cubicBezTo>
                    <a:pt x="951" y="530"/>
                    <a:pt x="950" y="537"/>
                    <a:pt x="945" y="537"/>
                  </a:cubicBezTo>
                  <a:cubicBezTo>
                    <a:pt x="943" y="537"/>
                    <a:pt x="941" y="536"/>
                    <a:pt x="938" y="534"/>
                  </a:cubicBezTo>
                  <a:cubicBezTo>
                    <a:pt x="936" y="534"/>
                    <a:pt x="934" y="534"/>
                    <a:pt x="932" y="534"/>
                  </a:cubicBezTo>
                  <a:cubicBezTo>
                    <a:pt x="925" y="534"/>
                    <a:pt x="920" y="533"/>
                    <a:pt x="919" y="527"/>
                  </a:cubicBezTo>
                  <a:cubicBezTo>
                    <a:pt x="917" y="525"/>
                    <a:pt x="915" y="524"/>
                    <a:pt x="914" y="524"/>
                  </a:cubicBezTo>
                  <a:cubicBezTo>
                    <a:pt x="911" y="524"/>
                    <a:pt x="910" y="527"/>
                    <a:pt x="910" y="527"/>
                  </a:cubicBezTo>
                  <a:cubicBezTo>
                    <a:pt x="908" y="532"/>
                    <a:pt x="906" y="535"/>
                    <a:pt x="902" y="535"/>
                  </a:cubicBezTo>
                  <a:cubicBezTo>
                    <a:pt x="898" y="535"/>
                    <a:pt x="894" y="533"/>
                    <a:pt x="887" y="529"/>
                  </a:cubicBezTo>
                  <a:cubicBezTo>
                    <a:pt x="876" y="522"/>
                    <a:pt x="869" y="519"/>
                    <a:pt x="866" y="519"/>
                  </a:cubicBezTo>
                  <a:cubicBezTo>
                    <a:pt x="863" y="519"/>
                    <a:pt x="863" y="523"/>
                    <a:pt x="864" y="532"/>
                  </a:cubicBezTo>
                  <a:cubicBezTo>
                    <a:pt x="865" y="537"/>
                    <a:pt x="865" y="542"/>
                    <a:pt x="864" y="542"/>
                  </a:cubicBezTo>
                  <a:cubicBezTo>
                    <a:pt x="864" y="542"/>
                    <a:pt x="862" y="539"/>
                    <a:pt x="859" y="533"/>
                  </a:cubicBezTo>
                  <a:cubicBezTo>
                    <a:pt x="858" y="530"/>
                    <a:pt x="856" y="529"/>
                    <a:pt x="855" y="529"/>
                  </a:cubicBezTo>
                  <a:cubicBezTo>
                    <a:pt x="851" y="529"/>
                    <a:pt x="848" y="536"/>
                    <a:pt x="843" y="543"/>
                  </a:cubicBezTo>
                  <a:cubicBezTo>
                    <a:pt x="839" y="554"/>
                    <a:pt x="839" y="565"/>
                    <a:pt x="841" y="577"/>
                  </a:cubicBezTo>
                  <a:cubicBezTo>
                    <a:pt x="842" y="587"/>
                    <a:pt x="842" y="591"/>
                    <a:pt x="840" y="591"/>
                  </a:cubicBezTo>
                  <a:cubicBezTo>
                    <a:pt x="839" y="591"/>
                    <a:pt x="836" y="589"/>
                    <a:pt x="832" y="587"/>
                  </a:cubicBezTo>
                  <a:cubicBezTo>
                    <a:pt x="828" y="587"/>
                    <a:pt x="822" y="579"/>
                    <a:pt x="822" y="570"/>
                  </a:cubicBezTo>
                  <a:cubicBezTo>
                    <a:pt x="821" y="562"/>
                    <a:pt x="826" y="561"/>
                    <a:pt x="826" y="561"/>
                  </a:cubicBezTo>
                  <a:lnTo>
                    <a:pt x="830" y="561"/>
                  </a:lnTo>
                  <a:cubicBezTo>
                    <a:pt x="829" y="552"/>
                    <a:pt x="828" y="545"/>
                    <a:pt x="821" y="545"/>
                  </a:cubicBezTo>
                  <a:cubicBezTo>
                    <a:pt x="820" y="545"/>
                    <a:pt x="820" y="545"/>
                    <a:pt x="819" y="545"/>
                  </a:cubicBezTo>
                  <a:cubicBezTo>
                    <a:pt x="816" y="541"/>
                    <a:pt x="814" y="539"/>
                    <a:pt x="812" y="539"/>
                  </a:cubicBezTo>
                  <a:cubicBezTo>
                    <a:pt x="810" y="539"/>
                    <a:pt x="809" y="541"/>
                    <a:pt x="810" y="545"/>
                  </a:cubicBezTo>
                  <a:cubicBezTo>
                    <a:pt x="806" y="540"/>
                    <a:pt x="801" y="539"/>
                    <a:pt x="796" y="539"/>
                  </a:cubicBezTo>
                  <a:cubicBezTo>
                    <a:pt x="793" y="539"/>
                    <a:pt x="790" y="539"/>
                    <a:pt x="786" y="540"/>
                  </a:cubicBezTo>
                  <a:cubicBezTo>
                    <a:pt x="783" y="540"/>
                    <a:pt x="780" y="540"/>
                    <a:pt x="776" y="540"/>
                  </a:cubicBezTo>
                  <a:cubicBezTo>
                    <a:pt x="769" y="540"/>
                    <a:pt x="762" y="539"/>
                    <a:pt x="758" y="533"/>
                  </a:cubicBezTo>
                  <a:cubicBezTo>
                    <a:pt x="749" y="534"/>
                    <a:pt x="745" y="535"/>
                    <a:pt x="745" y="543"/>
                  </a:cubicBezTo>
                  <a:cubicBezTo>
                    <a:pt x="746" y="553"/>
                    <a:pt x="745" y="557"/>
                    <a:pt x="744" y="557"/>
                  </a:cubicBezTo>
                  <a:cubicBezTo>
                    <a:pt x="743" y="557"/>
                    <a:pt x="742" y="555"/>
                    <a:pt x="742" y="552"/>
                  </a:cubicBezTo>
                  <a:cubicBezTo>
                    <a:pt x="738" y="543"/>
                    <a:pt x="719" y="538"/>
                    <a:pt x="702" y="538"/>
                  </a:cubicBezTo>
                  <a:cubicBezTo>
                    <a:pt x="687" y="538"/>
                    <a:pt x="674" y="541"/>
                    <a:pt x="672" y="550"/>
                  </a:cubicBezTo>
                  <a:lnTo>
                    <a:pt x="663" y="550"/>
                  </a:lnTo>
                  <a:cubicBezTo>
                    <a:pt x="659" y="546"/>
                    <a:pt x="652" y="545"/>
                    <a:pt x="644" y="545"/>
                  </a:cubicBezTo>
                  <a:cubicBezTo>
                    <a:pt x="634" y="545"/>
                    <a:pt x="624" y="548"/>
                    <a:pt x="622" y="553"/>
                  </a:cubicBezTo>
                  <a:lnTo>
                    <a:pt x="608" y="554"/>
                  </a:lnTo>
                  <a:cubicBezTo>
                    <a:pt x="604" y="551"/>
                    <a:pt x="600" y="549"/>
                    <a:pt x="597" y="549"/>
                  </a:cubicBezTo>
                  <a:cubicBezTo>
                    <a:pt x="594" y="549"/>
                    <a:pt x="592" y="551"/>
                    <a:pt x="590" y="556"/>
                  </a:cubicBezTo>
                  <a:cubicBezTo>
                    <a:pt x="587" y="562"/>
                    <a:pt x="587" y="568"/>
                    <a:pt x="586" y="568"/>
                  </a:cubicBezTo>
                  <a:cubicBezTo>
                    <a:pt x="586" y="568"/>
                    <a:pt x="586" y="567"/>
                    <a:pt x="586" y="564"/>
                  </a:cubicBezTo>
                  <a:cubicBezTo>
                    <a:pt x="586" y="559"/>
                    <a:pt x="582" y="558"/>
                    <a:pt x="574" y="558"/>
                  </a:cubicBezTo>
                  <a:cubicBezTo>
                    <a:pt x="570" y="558"/>
                    <a:pt x="564" y="558"/>
                    <a:pt x="558" y="559"/>
                  </a:cubicBezTo>
                  <a:cubicBezTo>
                    <a:pt x="540" y="560"/>
                    <a:pt x="540" y="560"/>
                    <a:pt x="545" y="568"/>
                  </a:cubicBezTo>
                  <a:cubicBezTo>
                    <a:pt x="539" y="571"/>
                    <a:pt x="535" y="572"/>
                    <a:pt x="532" y="572"/>
                  </a:cubicBezTo>
                  <a:cubicBezTo>
                    <a:pt x="527" y="572"/>
                    <a:pt x="526" y="567"/>
                    <a:pt x="526" y="561"/>
                  </a:cubicBezTo>
                  <a:cubicBezTo>
                    <a:pt x="527" y="553"/>
                    <a:pt x="526" y="549"/>
                    <a:pt x="524" y="549"/>
                  </a:cubicBezTo>
                  <a:cubicBezTo>
                    <a:pt x="522" y="549"/>
                    <a:pt x="518" y="556"/>
                    <a:pt x="517" y="570"/>
                  </a:cubicBezTo>
                  <a:cubicBezTo>
                    <a:pt x="515" y="581"/>
                    <a:pt x="511" y="585"/>
                    <a:pt x="508" y="585"/>
                  </a:cubicBezTo>
                  <a:cubicBezTo>
                    <a:pt x="506" y="585"/>
                    <a:pt x="505" y="583"/>
                    <a:pt x="505" y="580"/>
                  </a:cubicBezTo>
                  <a:cubicBezTo>
                    <a:pt x="504" y="571"/>
                    <a:pt x="508" y="571"/>
                    <a:pt x="513" y="571"/>
                  </a:cubicBezTo>
                  <a:cubicBezTo>
                    <a:pt x="513" y="571"/>
                    <a:pt x="512" y="562"/>
                    <a:pt x="512" y="554"/>
                  </a:cubicBezTo>
                  <a:cubicBezTo>
                    <a:pt x="507" y="554"/>
                    <a:pt x="507" y="554"/>
                    <a:pt x="503" y="563"/>
                  </a:cubicBezTo>
                  <a:cubicBezTo>
                    <a:pt x="503" y="563"/>
                    <a:pt x="498" y="563"/>
                    <a:pt x="495" y="572"/>
                  </a:cubicBezTo>
                  <a:cubicBezTo>
                    <a:pt x="490" y="580"/>
                    <a:pt x="491" y="590"/>
                    <a:pt x="497" y="598"/>
                  </a:cubicBezTo>
                  <a:cubicBezTo>
                    <a:pt x="502" y="606"/>
                    <a:pt x="497" y="606"/>
                    <a:pt x="493" y="607"/>
                  </a:cubicBezTo>
                  <a:cubicBezTo>
                    <a:pt x="485" y="601"/>
                    <a:pt x="481" y="590"/>
                    <a:pt x="486" y="581"/>
                  </a:cubicBezTo>
                  <a:cubicBezTo>
                    <a:pt x="490" y="581"/>
                    <a:pt x="490" y="572"/>
                    <a:pt x="489" y="564"/>
                  </a:cubicBezTo>
                  <a:cubicBezTo>
                    <a:pt x="489" y="563"/>
                    <a:pt x="488" y="562"/>
                    <a:pt x="487" y="562"/>
                  </a:cubicBezTo>
                  <a:cubicBezTo>
                    <a:pt x="481" y="562"/>
                    <a:pt x="466" y="577"/>
                    <a:pt x="465" y="591"/>
                  </a:cubicBezTo>
                  <a:lnTo>
                    <a:pt x="463" y="583"/>
                  </a:lnTo>
                  <a:cubicBezTo>
                    <a:pt x="462" y="576"/>
                    <a:pt x="457" y="575"/>
                    <a:pt x="450" y="575"/>
                  </a:cubicBezTo>
                  <a:cubicBezTo>
                    <a:pt x="448" y="575"/>
                    <a:pt x="446" y="575"/>
                    <a:pt x="444" y="575"/>
                  </a:cubicBezTo>
                  <a:cubicBezTo>
                    <a:pt x="435" y="577"/>
                    <a:pt x="431" y="577"/>
                    <a:pt x="431" y="586"/>
                  </a:cubicBezTo>
                  <a:cubicBezTo>
                    <a:pt x="432" y="593"/>
                    <a:pt x="433" y="602"/>
                    <a:pt x="429" y="602"/>
                  </a:cubicBezTo>
                  <a:cubicBezTo>
                    <a:pt x="433" y="602"/>
                    <a:pt x="433" y="610"/>
                    <a:pt x="434" y="619"/>
                  </a:cubicBezTo>
                  <a:cubicBezTo>
                    <a:pt x="429" y="615"/>
                    <a:pt x="423" y="609"/>
                    <a:pt x="419" y="604"/>
                  </a:cubicBezTo>
                  <a:cubicBezTo>
                    <a:pt x="409" y="588"/>
                    <a:pt x="400" y="580"/>
                    <a:pt x="384" y="580"/>
                  </a:cubicBezTo>
                  <a:cubicBezTo>
                    <a:pt x="383" y="580"/>
                    <a:pt x="381" y="580"/>
                    <a:pt x="380" y="580"/>
                  </a:cubicBezTo>
                  <a:cubicBezTo>
                    <a:pt x="377" y="580"/>
                    <a:pt x="374" y="581"/>
                    <a:pt x="370" y="581"/>
                  </a:cubicBezTo>
                  <a:cubicBezTo>
                    <a:pt x="363" y="581"/>
                    <a:pt x="355" y="579"/>
                    <a:pt x="352" y="573"/>
                  </a:cubicBezTo>
                  <a:cubicBezTo>
                    <a:pt x="343" y="574"/>
                    <a:pt x="338" y="574"/>
                    <a:pt x="339" y="583"/>
                  </a:cubicBezTo>
                  <a:lnTo>
                    <a:pt x="330" y="583"/>
                  </a:lnTo>
                  <a:cubicBezTo>
                    <a:pt x="327" y="580"/>
                    <a:pt x="324" y="578"/>
                    <a:pt x="321" y="578"/>
                  </a:cubicBezTo>
                  <a:cubicBezTo>
                    <a:pt x="318" y="578"/>
                    <a:pt x="316" y="580"/>
                    <a:pt x="316" y="584"/>
                  </a:cubicBezTo>
                  <a:cubicBezTo>
                    <a:pt x="315" y="588"/>
                    <a:pt x="313" y="589"/>
                    <a:pt x="311" y="589"/>
                  </a:cubicBezTo>
                  <a:cubicBezTo>
                    <a:pt x="309" y="589"/>
                    <a:pt x="305" y="586"/>
                    <a:pt x="302" y="586"/>
                  </a:cubicBezTo>
                  <a:cubicBezTo>
                    <a:pt x="297" y="579"/>
                    <a:pt x="295" y="575"/>
                    <a:pt x="294" y="575"/>
                  </a:cubicBezTo>
                  <a:lnTo>
                    <a:pt x="294" y="575"/>
                  </a:lnTo>
                  <a:cubicBezTo>
                    <a:pt x="293" y="575"/>
                    <a:pt x="295" y="581"/>
                    <a:pt x="298" y="595"/>
                  </a:cubicBezTo>
                  <a:cubicBezTo>
                    <a:pt x="300" y="602"/>
                    <a:pt x="305" y="609"/>
                    <a:pt x="313" y="610"/>
                  </a:cubicBezTo>
                  <a:lnTo>
                    <a:pt x="328" y="609"/>
                  </a:lnTo>
                  <a:lnTo>
                    <a:pt x="328" y="609"/>
                  </a:lnTo>
                  <a:lnTo>
                    <a:pt x="314" y="619"/>
                  </a:lnTo>
                  <a:cubicBezTo>
                    <a:pt x="306" y="621"/>
                    <a:pt x="302" y="629"/>
                    <a:pt x="302" y="637"/>
                  </a:cubicBezTo>
                  <a:cubicBezTo>
                    <a:pt x="302" y="637"/>
                    <a:pt x="302" y="645"/>
                    <a:pt x="297" y="646"/>
                  </a:cubicBezTo>
                  <a:lnTo>
                    <a:pt x="296" y="629"/>
                  </a:lnTo>
                  <a:cubicBezTo>
                    <a:pt x="300" y="620"/>
                    <a:pt x="301" y="611"/>
                    <a:pt x="300" y="604"/>
                  </a:cubicBezTo>
                  <a:cubicBezTo>
                    <a:pt x="295" y="593"/>
                    <a:pt x="288" y="586"/>
                    <a:pt x="284" y="586"/>
                  </a:cubicBezTo>
                  <a:cubicBezTo>
                    <a:pt x="281" y="586"/>
                    <a:pt x="280" y="589"/>
                    <a:pt x="281" y="596"/>
                  </a:cubicBezTo>
                  <a:cubicBezTo>
                    <a:pt x="276" y="596"/>
                    <a:pt x="276" y="596"/>
                    <a:pt x="270" y="588"/>
                  </a:cubicBezTo>
                  <a:cubicBezTo>
                    <a:pt x="270" y="585"/>
                    <a:pt x="269" y="583"/>
                    <a:pt x="268" y="583"/>
                  </a:cubicBezTo>
                  <a:cubicBezTo>
                    <a:pt x="266" y="583"/>
                    <a:pt x="263" y="587"/>
                    <a:pt x="261" y="597"/>
                  </a:cubicBezTo>
                  <a:cubicBezTo>
                    <a:pt x="260" y="606"/>
                    <a:pt x="258" y="610"/>
                    <a:pt x="255" y="610"/>
                  </a:cubicBezTo>
                  <a:cubicBezTo>
                    <a:pt x="253" y="610"/>
                    <a:pt x="251" y="606"/>
                    <a:pt x="248" y="598"/>
                  </a:cubicBezTo>
                  <a:cubicBezTo>
                    <a:pt x="242" y="589"/>
                    <a:pt x="234" y="586"/>
                    <a:pt x="228" y="586"/>
                  </a:cubicBezTo>
                  <a:cubicBezTo>
                    <a:pt x="223" y="586"/>
                    <a:pt x="219" y="588"/>
                    <a:pt x="220" y="591"/>
                  </a:cubicBezTo>
                  <a:cubicBezTo>
                    <a:pt x="221" y="602"/>
                    <a:pt x="216" y="606"/>
                    <a:pt x="211" y="606"/>
                  </a:cubicBezTo>
                  <a:cubicBezTo>
                    <a:pt x="207" y="606"/>
                    <a:pt x="204" y="604"/>
                    <a:pt x="202" y="601"/>
                  </a:cubicBezTo>
                  <a:cubicBezTo>
                    <a:pt x="200" y="597"/>
                    <a:pt x="197" y="595"/>
                    <a:pt x="195" y="595"/>
                  </a:cubicBezTo>
                  <a:cubicBezTo>
                    <a:pt x="193" y="595"/>
                    <a:pt x="190" y="597"/>
                    <a:pt x="189" y="601"/>
                  </a:cubicBezTo>
                  <a:cubicBezTo>
                    <a:pt x="188" y="596"/>
                    <a:pt x="185" y="590"/>
                    <a:pt x="182" y="590"/>
                  </a:cubicBezTo>
                  <a:cubicBezTo>
                    <a:pt x="181" y="590"/>
                    <a:pt x="180" y="591"/>
                    <a:pt x="178" y="593"/>
                  </a:cubicBezTo>
                  <a:cubicBezTo>
                    <a:pt x="178" y="593"/>
                    <a:pt x="174" y="593"/>
                    <a:pt x="180" y="602"/>
                  </a:cubicBezTo>
                  <a:lnTo>
                    <a:pt x="172" y="619"/>
                  </a:lnTo>
                  <a:cubicBezTo>
                    <a:pt x="176" y="619"/>
                    <a:pt x="176" y="628"/>
                    <a:pt x="177" y="636"/>
                  </a:cubicBezTo>
                  <a:cubicBezTo>
                    <a:pt x="177" y="638"/>
                    <a:pt x="176" y="640"/>
                    <a:pt x="174" y="640"/>
                  </a:cubicBezTo>
                  <a:cubicBezTo>
                    <a:pt x="168" y="640"/>
                    <a:pt x="156" y="631"/>
                    <a:pt x="148" y="612"/>
                  </a:cubicBezTo>
                  <a:lnTo>
                    <a:pt x="137" y="596"/>
                  </a:lnTo>
                  <a:lnTo>
                    <a:pt x="138" y="614"/>
                  </a:lnTo>
                  <a:cubicBezTo>
                    <a:pt x="134" y="614"/>
                    <a:pt x="129" y="614"/>
                    <a:pt x="129" y="606"/>
                  </a:cubicBezTo>
                  <a:cubicBezTo>
                    <a:pt x="128" y="597"/>
                    <a:pt x="128" y="597"/>
                    <a:pt x="123" y="597"/>
                  </a:cubicBezTo>
                  <a:cubicBezTo>
                    <a:pt x="123" y="597"/>
                    <a:pt x="119" y="597"/>
                    <a:pt x="120" y="606"/>
                  </a:cubicBezTo>
                  <a:cubicBezTo>
                    <a:pt x="121" y="616"/>
                    <a:pt x="121" y="620"/>
                    <a:pt x="120" y="620"/>
                  </a:cubicBezTo>
                  <a:cubicBezTo>
                    <a:pt x="119" y="620"/>
                    <a:pt x="118" y="618"/>
                    <a:pt x="116" y="615"/>
                  </a:cubicBezTo>
                  <a:cubicBezTo>
                    <a:pt x="113" y="606"/>
                    <a:pt x="110" y="602"/>
                    <a:pt x="108" y="602"/>
                  </a:cubicBezTo>
                  <a:cubicBezTo>
                    <a:pt x="106" y="602"/>
                    <a:pt x="104" y="607"/>
                    <a:pt x="102" y="616"/>
                  </a:cubicBezTo>
                  <a:cubicBezTo>
                    <a:pt x="103" y="624"/>
                    <a:pt x="103" y="628"/>
                    <a:pt x="102" y="628"/>
                  </a:cubicBezTo>
                  <a:cubicBezTo>
                    <a:pt x="102" y="628"/>
                    <a:pt x="100" y="624"/>
                    <a:pt x="98" y="616"/>
                  </a:cubicBezTo>
                  <a:cubicBezTo>
                    <a:pt x="97" y="607"/>
                    <a:pt x="92" y="599"/>
                    <a:pt x="86" y="599"/>
                  </a:cubicBezTo>
                  <a:lnTo>
                    <a:pt x="88" y="608"/>
                  </a:lnTo>
                  <a:cubicBezTo>
                    <a:pt x="88" y="618"/>
                    <a:pt x="87" y="622"/>
                    <a:pt x="85" y="622"/>
                  </a:cubicBezTo>
                  <a:cubicBezTo>
                    <a:pt x="83" y="622"/>
                    <a:pt x="81" y="620"/>
                    <a:pt x="79" y="617"/>
                  </a:cubicBezTo>
                  <a:cubicBezTo>
                    <a:pt x="79" y="612"/>
                    <a:pt x="77" y="610"/>
                    <a:pt x="75" y="610"/>
                  </a:cubicBezTo>
                  <a:cubicBezTo>
                    <a:pt x="73" y="610"/>
                    <a:pt x="70" y="612"/>
                    <a:pt x="65" y="617"/>
                  </a:cubicBezTo>
                  <a:cubicBezTo>
                    <a:pt x="63" y="617"/>
                    <a:pt x="61" y="617"/>
                    <a:pt x="59" y="617"/>
                  </a:cubicBezTo>
                  <a:cubicBezTo>
                    <a:pt x="54" y="617"/>
                    <a:pt x="51" y="616"/>
                    <a:pt x="51" y="610"/>
                  </a:cubicBezTo>
                  <a:cubicBezTo>
                    <a:pt x="50" y="601"/>
                    <a:pt x="50" y="597"/>
                    <a:pt x="49" y="597"/>
                  </a:cubicBezTo>
                  <a:cubicBezTo>
                    <a:pt x="49" y="597"/>
                    <a:pt x="48" y="601"/>
                    <a:pt x="46" y="610"/>
                  </a:cubicBezTo>
                  <a:cubicBezTo>
                    <a:pt x="44" y="615"/>
                    <a:pt x="44" y="617"/>
                    <a:pt x="42" y="617"/>
                  </a:cubicBezTo>
                  <a:cubicBezTo>
                    <a:pt x="40" y="617"/>
                    <a:pt x="37" y="615"/>
                    <a:pt x="33" y="611"/>
                  </a:cubicBezTo>
                  <a:cubicBezTo>
                    <a:pt x="30" y="607"/>
                    <a:pt x="28" y="605"/>
                    <a:pt x="27" y="605"/>
                  </a:cubicBezTo>
                  <a:cubicBezTo>
                    <a:pt x="26" y="605"/>
                    <a:pt x="25" y="607"/>
                    <a:pt x="24" y="611"/>
                  </a:cubicBezTo>
                  <a:cubicBezTo>
                    <a:pt x="25" y="627"/>
                    <a:pt x="25" y="636"/>
                    <a:pt x="29" y="636"/>
                  </a:cubicBezTo>
                  <a:cubicBezTo>
                    <a:pt x="29" y="636"/>
                    <a:pt x="29" y="636"/>
                    <a:pt x="29" y="636"/>
                  </a:cubicBezTo>
                  <a:cubicBezTo>
                    <a:pt x="34" y="636"/>
                    <a:pt x="34" y="636"/>
                    <a:pt x="35" y="645"/>
                  </a:cubicBezTo>
                  <a:lnTo>
                    <a:pt x="26" y="645"/>
                  </a:lnTo>
                  <a:cubicBezTo>
                    <a:pt x="21" y="646"/>
                    <a:pt x="17" y="646"/>
                    <a:pt x="8" y="655"/>
                  </a:cubicBezTo>
                  <a:cubicBezTo>
                    <a:pt x="1" y="662"/>
                    <a:pt x="0" y="674"/>
                    <a:pt x="5" y="674"/>
                  </a:cubicBezTo>
                  <a:cubicBezTo>
                    <a:pt x="6" y="674"/>
                    <a:pt x="7" y="674"/>
                    <a:pt x="9" y="672"/>
                  </a:cubicBezTo>
                  <a:lnTo>
                    <a:pt x="14" y="681"/>
                  </a:lnTo>
                  <a:cubicBezTo>
                    <a:pt x="15" y="693"/>
                    <a:pt x="17" y="699"/>
                    <a:pt x="20" y="699"/>
                  </a:cubicBezTo>
                  <a:cubicBezTo>
                    <a:pt x="22" y="699"/>
                    <a:pt x="24" y="693"/>
                    <a:pt x="24" y="680"/>
                  </a:cubicBezTo>
                  <a:cubicBezTo>
                    <a:pt x="22" y="666"/>
                    <a:pt x="22" y="659"/>
                    <a:pt x="23" y="659"/>
                  </a:cubicBezTo>
                  <a:lnTo>
                    <a:pt x="23" y="659"/>
                  </a:lnTo>
                  <a:cubicBezTo>
                    <a:pt x="23" y="659"/>
                    <a:pt x="25" y="663"/>
                    <a:pt x="27" y="671"/>
                  </a:cubicBezTo>
                  <a:cubicBezTo>
                    <a:pt x="28" y="688"/>
                    <a:pt x="33" y="688"/>
                    <a:pt x="37" y="688"/>
                  </a:cubicBezTo>
                  <a:cubicBezTo>
                    <a:pt x="43" y="688"/>
                    <a:pt x="43" y="688"/>
                    <a:pt x="43" y="695"/>
                  </a:cubicBezTo>
                  <a:cubicBezTo>
                    <a:pt x="43" y="704"/>
                    <a:pt x="48" y="712"/>
                    <a:pt x="53" y="712"/>
                  </a:cubicBezTo>
                  <a:cubicBezTo>
                    <a:pt x="57" y="712"/>
                    <a:pt x="57" y="712"/>
                    <a:pt x="57" y="703"/>
                  </a:cubicBezTo>
                  <a:cubicBezTo>
                    <a:pt x="55" y="700"/>
                    <a:pt x="55" y="698"/>
                    <a:pt x="57" y="698"/>
                  </a:cubicBezTo>
                  <a:cubicBezTo>
                    <a:pt x="59" y="698"/>
                    <a:pt x="64" y="702"/>
                    <a:pt x="67" y="711"/>
                  </a:cubicBezTo>
                  <a:cubicBezTo>
                    <a:pt x="69" y="715"/>
                    <a:pt x="70" y="717"/>
                    <a:pt x="71" y="717"/>
                  </a:cubicBezTo>
                  <a:cubicBezTo>
                    <a:pt x="72" y="717"/>
                    <a:pt x="71" y="713"/>
                    <a:pt x="71" y="702"/>
                  </a:cubicBezTo>
                  <a:cubicBezTo>
                    <a:pt x="70" y="694"/>
                    <a:pt x="72" y="690"/>
                    <a:pt x="75" y="690"/>
                  </a:cubicBezTo>
                  <a:cubicBezTo>
                    <a:pt x="78" y="690"/>
                    <a:pt x="81" y="694"/>
                    <a:pt x="84" y="702"/>
                  </a:cubicBezTo>
                  <a:lnTo>
                    <a:pt x="94" y="701"/>
                  </a:lnTo>
                  <a:cubicBezTo>
                    <a:pt x="99" y="701"/>
                    <a:pt x="98" y="692"/>
                    <a:pt x="98" y="684"/>
                  </a:cubicBezTo>
                  <a:cubicBezTo>
                    <a:pt x="97" y="674"/>
                    <a:pt x="97" y="670"/>
                    <a:pt x="98" y="670"/>
                  </a:cubicBezTo>
                  <a:lnTo>
                    <a:pt x="98" y="670"/>
                  </a:lnTo>
                  <a:cubicBezTo>
                    <a:pt x="98" y="670"/>
                    <a:pt x="99" y="672"/>
                    <a:pt x="101" y="675"/>
                  </a:cubicBezTo>
                  <a:cubicBezTo>
                    <a:pt x="104" y="680"/>
                    <a:pt x="107" y="687"/>
                    <a:pt x="107" y="692"/>
                  </a:cubicBezTo>
                  <a:cubicBezTo>
                    <a:pt x="108" y="700"/>
                    <a:pt x="112" y="700"/>
                    <a:pt x="117" y="700"/>
                  </a:cubicBezTo>
                  <a:cubicBezTo>
                    <a:pt x="121" y="700"/>
                    <a:pt x="131" y="699"/>
                    <a:pt x="130" y="691"/>
                  </a:cubicBezTo>
                  <a:lnTo>
                    <a:pt x="130" y="691"/>
                  </a:lnTo>
                  <a:lnTo>
                    <a:pt x="131" y="699"/>
                  </a:lnTo>
                  <a:cubicBezTo>
                    <a:pt x="134" y="699"/>
                    <a:pt x="135" y="703"/>
                    <a:pt x="136" y="703"/>
                  </a:cubicBezTo>
                  <a:cubicBezTo>
                    <a:pt x="136" y="703"/>
                    <a:pt x="136" y="702"/>
                    <a:pt x="136" y="699"/>
                  </a:cubicBezTo>
                  <a:cubicBezTo>
                    <a:pt x="136" y="699"/>
                    <a:pt x="140" y="699"/>
                    <a:pt x="149" y="707"/>
                  </a:cubicBezTo>
                  <a:cubicBezTo>
                    <a:pt x="151" y="708"/>
                    <a:pt x="153" y="709"/>
                    <a:pt x="154" y="709"/>
                  </a:cubicBezTo>
                  <a:cubicBezTo>
                    <a:pt x="163" y="709"/>
                    <a:pt x="169" y="694"/>
                    <a:pt x="157" y="681"/>
                  </a:cubicBezTo>
                  <a:lnTo>
                    <a:pt x="162" y="680"/>
                  </a:lnTo>
                  <a:cubicBezTo>
                    <a:pt x="166" y="680"/>
                    <a:pt x="166" y="672"/>
                    <a:pt x="166" y="672"/>
                  </a:cubicBezTo>
                  <a:cubicBezTo>
                    <a:pt x="165" y="663"/>
                    <a:pt x="169" y="663"/>
                    <a:pt x="174" y="663"/>
                  </a:cubicBezTo>
                  <a:lnTo>
                    <a:pt x="175" y="680"/>
                  </a:lnTo>
                  <a:cubicBezTo>
                    <a:pt x="174" y="695"/>
                    <a:pt x="177" y="704"/>
                    <a:pt x="180" y="704"/>
                  </a:cubicBezTo>
                  <a:cubicBezTo>
                    <a:pt x="182" y="704"/>
                    <a:pt x="184" y="699"/>
                    <a:pt x="185" y="688"/>
                  </a:cubicBezTo>
                  <a:cubicBezTo>
                    <a:pt x="185" y="685"/>
                    <a:pt x="185" y="684"/>
                    <a:pt x="185" y="684"/>
                  </a:cubicBezTo>
                  <a:cubicBezTo>
                    <a:pt x="185" y="684"/>
                    <a:pt x="186" y="690"/>
                    <a:pt x="186" y="695"/>
                  </a:cubicBezTo>
                  <a:cubicBezTo>
                    <a:pt x="186" y="700"/>
                    <a:pt x="187" y="702"/>
                    <a:pt x="190" y="702"/>
                  </a:cubicBezTo>
                  <a:cubicBezTo>
                    <a:pt x="192" y="702"/>
                    <a:pt x="195" y="700"/>
                    <a:pt x="200" y="695"/>
                  </a:cubicBezTo>
                  <a:cubicBezTo>
                    <a:pt x="204" y="694"/>
                    <a:pt x="208" y="678"/>
                    <a:pt x="208" y="669"/>
                  </a:cubicBezTo>
                  <a:cubicBezTo>
                    <a:pt x="206" y="661"/>
                    <a:pt x="211" y="661"/>
                    <a:pt x="211" y="661"/>
                  </a:cubicBezTo>
                  <a:cubicBezTo>
                    <a:pt x="212" y="660"/>
                    <a:pt x="213" y="660"/>
                    <a:pt x="214" y="660"/>
                  </a:cubicBezTo>
                  <a:cubicBezTo>
                    <a:pt x="216" y="660"/>
                    <a:pt x="216" y="662"/>
                    <a:pt x="217" y="669"/>
                  </a:cubicBezTo>
                  <a:cubicBezTo>
                    <a:pt x="217" y="677"/>
                    <a:pt x="220" y="681"/>
                    <a:pt x="222" y="681"/>
                  </a:cubicBezTo>
                  <a:cubicBezTo>
                    <a:pt x="225" y="681"/>
                    <a:pt x="228" y="677"/>
                    <a:pt x="230" y="667"/>
                  </a:cubicBezTo>
                  <a:lnTo>
                    <a:pt x="231" y="676"/>
                  </a:lnTo>
                  <a:cubicBezTo>
                    <a:pt x="231" y="682"/>
                    <a:pt x="234" y="688"/>
                    <a:pt x="243" y="688"/>
                  </a:cubicBezTo>
                  <a:cubicBezTo>
                    <a:pt x="247" y="688"/>
                    <a:pt x="252" y="686"/>
                    <a:pt x="259" y="683"/>
                  </a:cubicBezTo>
                  <a:cubicBezTo>
                    <a:pt x="266" y="683"/>
                    <a:pt x="271" y="682"/>
                    <a:pt x="276" y="682"/>
                  </a:cubicBezTo>
                  <a:cubicBezTo>
                    <a:pt x="286" y="682"/>
                    <a:pt x="292" y="684"/>
                    <a:pt x="292" y="689"/>
                  </a:cubicBezTo>
                  <a:cubicBezTo>
                    <a:pt x="292" y="690"/>
                    <a:pt x="293" y="691"/>
                    <a:pt x="294" y="691"/>
                  </a:cubicBezTo>
                  <a:cubicBezTo>
                    <a:pt x="299" y="691"/>
                    <a:pt x="311" y="676"/>
                    <a:pt x="318" y="662"/>
                  </a:cubicBezTo>
                  <a:cubicBezTo>
                    <a:pt x="319" y="670"/>
                    <a:pt x="323" y="670"/>
                    <a:pt x="332" y="670"/>
                  </a:cubicBezTo>
                  <a:cubicBezTo>
                    <a:pt x="336" y="669"/>
                    <a:pt x="339" y="669"/>
                    <a:pt x="340" y="669"/>
                  </a:cubicBezTo>
                  <a:cubicBezTo>
                    <a:pt x="346" y="669"/>
                    <a:pt x="346" y="671"/>
                    <a:pt x="347" y="676"/>
                  </a:cubicBezTo>
                  <a:cubicBezTo>
                    <a:pt x="345" y="685"/>
                    <a:pt x="344" y="690"/>
                    <a:pt x="345" y="690"/>
                  </a:cubicBezTo>
                  <a:cubicBezTo>
                    <a:pt x="345" y="690"/>
                    <a:pt x="347" y="685"/>
                    <a:pt x="351" y="676"/>
                  </a:cubicBezTo>
                  <a:cubicBezTo>
                    <a:pt x="353" y="670"/>
                    <a:pt x="356" y="667"/>
                    <a:pt x="359" y="667"/>
                  </a:cubicBezTo>
                  <a:cubicBezTo>
                    <a:pt x="364" y="667"/>
                    <a:pt x="370" y="673"/>
                    <a:pt x="370" y="683"/>
                  </a:cubicBezTo>
                  <a:cubicBezTo>
                    <a:pt x="370" y="690"/>
                    <a:pt x="373" y="692"/>
                    <a:pt x="379" y="692"/>
                  </a:cubicBezTo>
                  <a:cubicBezTo>
                    <a:pt x="380" y="692"/>
                    <a:pt x="383" y="691"/>
                    <a:pt x="385" y="691"/>
                  </a:cubicBezTo>
                  <a:cubicBezTo>
                    <a:pt x="388" y="682"/>
                    <a:pt x="397" y="682"/>
                    <a:pt x="407" y="681"/>
                  </a:cubicBezTo>
                  <a:cubicBezTo>
                    <a:pt x="421" y="680"/>
                    <a:pt x="421" y="680"/>
                    <a:pt x="420" y="663"/>
                  </a:cubicBezTo>
                  <a:cubicBezTo>
                    <a:pt x="417" y="646"/>
                    <a:pt x="423" y="646"/>
                    <a:pt x="432" y="645"/>
                  </a:cubicBezTo>
                  <a:cubicBezTo>
                    <a:pt x="436" y="645"/>
                    <a:pt x="441" y="645"/>
                    <a:pt x="442" y="653"/>
                  </a:cubicBezTo>
                  <a:cubicBezTo>
                    <a:pt x="442" y="653"/>
                    <a:pt x="447" y="661"/>
                    <a:pt x="451" y="661"/>
                  </a:cubicBezTo>
                  <a:cubicBezTo>
                    <a:pt x="457" y="661"/>
                    <a:pt x="461" y="661"/>
                    <a:pt x="461" y="669"/>
                  </a:cubicBezTo>
                  <a:cubicBezTo>
                    <a:pt x="465" y="673"/>
                    <a:pt x="470" y="676"/>
                    <a:pt x="476" y="676"/>
                  </a:cubicBezTo>
                  <a:cubicBezTo>
                    <a:pt x="478" y="676"/>
                    <a:pt x="481" y="676"/>
                    <a:pt x="483" y="676"/>
                  </a:cubicBezTo>
                  <a:cubicBezTo>
                    <a:pt x="489" y="676"/>
                    <a:pt x="495" y="677"/>
                    <a:pt x="495" y="683"/>
                  </a:cubicBezTo>
                  <a:cubicBezTo>
                    <a:pt x="499" y="683"/>
                    <a:pt x="499" y="683"/>
                    <a:pt x="499" y="674"/>
                  </a:cubicBezTo>
                  <a:cubicBezTo>
                    <a:pt x="498" y="668"/>
                    <a:pt x="500" y="662"/>
                    <a:pt x="510" y="662"/>
                  </a:cubicBezTo>
                  <a:cubicBezTo>
                    <a:pt x="513" y="662"/>
                    <a:pt x="517" y="662"/>
                    <a:pt x="522" y="664"/>
                  </a:cubicBezTo>
                  <a:cubicBezTo>
                    <a:pt x="531" y="663"/>
                    <a:pt x="544" y="662"/>
                    <a:pt x="543" y="654"/>
                  </a:cubicBezTo>
                  <a:cubicBezTo>
                    <a:pt x="548" y="654"/>
                    <a:pt x="548" y="654"/>
                    <a:pt x="549" y="662"/>
                  </a:cubicBezTo>
                  <a:cubicBezTo>
                    <a:pt x="549" y="670"/>
                    <a:pt x="552" y="674"/>
                    <a:pt x="555" y="674"/>
                  </a:cubicBezTo>
                  <a:cubicBezTo>
                    <a:pt x="559" y="674"/>
                    <a:pt x="563" y="670"/>
                    <a:pt x="567" y="661"/>
                  </a:cubicBezTo>
                  <a:cubicBezTo>
                    <a:pt x="567" y="656"/>
                    <a:pt x="568" y="654"/>
                    <a:pt x="570" y="654"/>
                  </a:cubicBezTo>
                  <a:cubicBezTo>
                    <a:pt x="572" y="654"/>
                    <a:pt x="574" y="656"/>
                    <a:pt x="577" y="660"/>
                  </a:cubicBezTo>
                  <a:cubicBezTo>
                    <a:pt x="577" y="660"/>
                    <a:pt x="581" y="660"/>
                    <a:pt x="585" y="651"/>
                  </a:cubicBezTo>
                  <a:cubicBezTo>
                    <a:pt x="587" y="646"/>
                    <a:pt x="588" y="644"/>
                    <a:pt x="590" y="644"/>
                  </a:cubicBezTo>
                  <a:cubicBezTo>
                    <a:pt x="591" y="644"/>
                    <a:pt x="594" y="646"/>
                    <a:pt x="598" y="649"/>
                  </a:cubicBezTo>
                  <a:cubicBezTo>
                    <a:pt x="599" y="657"/>
                    <a:pt x="604" y="657"/>
                    <a:pt x="608" y="657"/>
                  </a:cubicBezTo>
                  <a:cubicBezTo>
                    <a:pt x="614" y="652"/>
                    <a:pt x="637" y="648"/>
                    <a:pt x="654" y="648"/>
                  </a:cubicBezTo>
                  <a:cubicBezTo>
                    <a:pt x="663" y="648"/>
                    <a:pt x="671" y="649"/>
                    <a:pt x="673" y="652"/>
                  </a:cubicBezTo>
                  <a:cubicBezTo>
                    <a:pt x="677" y="643"/>
                    <a:pt x="677" y="643"/>
                    <a:pt x="681" y="643"/>
                  </a:cubicBezTo>
                  <a:cubicBezTo>
                    <a:pt x="684" y="649"/>
                    <a:pt x="686" y="652"/>
                    <a:pt x="687" y="652"/>
                  </a:cubicBezTo>
                  <a:cubicBezTo>
                    <a:pt x="690" y="652"/>
                    <a:pt x="691" y="644"/>
                    <a:pt x="690" y="634"/>
                  </a:cubicBezTo>
                  <a:lnTo>
                    <a:pt x="681" y="634"/>
                  </a:lnTo>
                  <a:cubicBezTo>
                    <a:pt x="680" y="626"/>
                    <a:pt x="682" y="622"/>
                    <a:pt x="685" y="622"/>
                  </a:cubicBezTo>
                  <a:cubicBezTo>
                    <a:pt x="689" y="622"/>
                    <a:pt x="694" y="628"/>
                    <a:pt x="696" y="642"/>
                  </a:cubicBezTo>
                  <a:cubicBezTo>
                    <a:pt x="698" y="650"/>
                    <a:pt x="700" y="654"/>
                    <a:pt x="701" y="654"/>
                  </a:cubicBezTo>
                  <a:cubicBezTo>
                    <a:pt x="702" y="654"/>
                    <a:pt x="703" y="650"/>
                    <a:pt x="705" y="641"/>
                  </a:cubicBezTo>
                  <a:cubicBezTo>
                    <a:pt x="706" y="632"/>
                    <a:pt x="707" y="627"/>
                    <a:pt x="710" y="627"/>
                  </a:cubicBezTo>
                  <a:cubicBezTo>
                    <a:pt x="712" y="627"/>
                    <a:pt x="715" y="631"/>
                    <a:pt x="718" y="639"/>
                  </a:cubicBezTo>
                  <a:cubicBezTo>
                    <a:pt x="719" y="648"/>
                    <a:pt x="719" y="652"/>
                    <a:pt x="719" y="652"/>
                  </a:cubicBezTo>
                  <a:cubicBezTo>
                    <a:pt x="720" y="652"/>
                    <a:pt x="721" y="648"/>
                    <a:pt x="723" y="639"/>
                  </a:cubicBezTo>
                  <a:cubicBezTo>
                    <a:pt x="726" y="620"/>
                    <a:pt x="731" y="608"/>
                    <a:pt x="736" y="608"/>
                  </a:cubicBezTo>
                  <a:cubicBezTo>
                    <a:pt x="740" y="608"/>
                    <a:pt x="744" y="614"/>
                    <a:pt x="745" y="629"/>
                  </a:cubicBezTo>
                  <a:cubicBezTo>
                    <a:pt x="746" y="645"/>
                    <a:pt x="751" y="653"/>
                    <a:pt x="755" y="653"/>
                  </a:cubicBezTo>
                  <a:cubicBezTo>
                    <a:pt x="756" y="653"/>
                    <a:pt x="756" y="653"/>
                    <a:pt x="756" y="653"/>
                  </a:cubicBezTo>
                  <a:cubicBezTo>
                    <a:pt x="761" y="653"/>
                    <a:pt x="761" y="645"/>
                    <a:pt x="760" y="636"/>
                  </a:cubicBezTo>
                  <a:cubicBezTo>
                    <a:pt x="756" y="627"/>
                    <a:pt x="756" y="623"/>
                    <a:pt x="757" y="623"/>
                  </a:cubicBezTo>
                  <a:cubicBezTo>
                    <a:pt x="759" y="623"/>
                    <a:pt x="763" y="627"/>
                    <a:pt x="769" y="635"/>
                  </a:cubicBezTo>
                  <a:cubicBezTo>
                    <a:pt x="777" y="648"/>
                    <a:pt x="784" y="654"/>
                    <a:pt x="790" y="654"/>
                  </a:cubicBezTo>
                  <a:cubicBezTo>
                    <a:pt x="796" y="654"/>
                    <a:pt x="801" y="649"/>
                    <a:pt x="807" y="641"/>
                  </a:cubicBezTo>
                  <a:cubicBezTo>
                    <a:pt x="815" y="631"/>
                    <a:pt x="823" y="625"/>
                    <a:pt x="827" y="625"/>
                  </a:cubicBezTo>
                  <a:cubicBezTo>
                    <a:pt x="830" y="625"/>
                    <a:pt x="830" y="630"/>
                    <a:pt x="825" y="638"/>
                  </a:cubicBezTo>
                  <a:cubicBezTo>
                    <a:pt x="820" y="649"/>
                    <a:pt x="818" y="653"/>
                    <a:pt x="819" y="653"/>
                  </a:cubicBezTo>
                  <a:cubicBezTo>
                    <a:pt x="820" y="653"/>
                    <a:pt x="822" y="651"/>
                    <a:pt x="826" y="647"/>
                  </a:cubicBezTo>
                  <a:lnTo>
                    <a:pt x="848" y="645"/>
                  </a:lnTo>
                  <a:cubicBezTo>
                    <a:pt x="853" y="644"/>
                    <a:pt x="857" y="635"/>
                    <a:pt x="856" y="627"/>
                  </a:cubicBezTo>
                  <a:lnTo>
                    <a:pt x="856" y="627"/>
                  </a:lnTo>
                  <a:cubicBezTo>
                    <a:pt x="859" y="637"/>
                    <a:pt x="864" y="644"/>
                    <a:pt x="869" y="644"/>
                  </a:cubicBezTo>
                  <a:cubicBezTo>
                    <a:pt x="873" y="644"/>
                    <a:pt x="876" y="641"/>
                    <a:pt x="880" y="634"/>
                  </a:cubicBezTo>
                  <a:lnTo>
                    <a:pt x="889" y="633"/>
                  </a:lnTo>
                  <a:cubicBezTo>
                    <a:pt x="893" y="632"/>
                    <a:pt x="893" y="632"/>
                    <a:pt x="898" y="623"/>
                  </a:cubicBezTo>
                  <a:cubicBezTo>
                    <a:pt x="898" y="620"/>
                    <a:pt x="900" y="619"/>
                    <a:pt x="901" y="619"/>
                  </a:cubicBezTo>
                  <a:cubicBezTo>
                    <a:pt x="904" y="619"/>
                    <a:pt x="908" y="625"/>
                    <a:pt x="912" y="630"/>
                  </a:cubicBezTo>
                  <a:cubicBezTo>
                    <a:pt x="916" y="636"/>
                    <a:pt x="919" y="642"/>
                    <a:pt x="921" y="642"/>
                  </a:cubicBezTo>
                  <a:cubicBezTo>
                    <a:pt x="922" y="642"/>
                    <a:pt x="922" y="641"/>
                    <a:pt x="922" y="638"/>
                  </a:cubicBezTo>
                  <a:cubicBezTo>
                    <a:pt x="921" y="629"/>
                    <a:pt x="929" y="620"/>
                    <a:pt x="933" y="611"/>
                  </a:cubicBezTo>
                  <a:cubicBezTo>
                    <a:pt x="934" y="609"/>
                    <a:pt x="936" y="607"/>
                    <a:pt x="937" y="607"/>
                  </a:cubicBezTo>
                  <a:cubicBezTo>
                    <a:pt x="939" y="607"/>
                    <a:pt x="941" y="613"/>
                    <a:pt x="938" y="619"/>
                  </a:cubicBezTo>
                  <a:cubicBezTo>
                    <a:pt x="939" y="628"/>
                    <a:pt x="939" y="628"/>
                    <a:pt x="949" y="635"/>
                  </a:cubicBezTo>
                  <a:cubicBezTo>
                    <a:pt x="954" y="635"/>
                    <a:pt x="964" y="634"/>
                    <a:pt x="963" y="626"/>
                  </a:cubicBezTo>
                  <a:cubicBezTo>
                    <a:pt x="962" y="621"/>
                    <a:pt x="971" y="618"/>
                    <a:pt x="979" y="618"/>
                  </a:cubicBezTo>
                  <a:cubicBezTo>
                    <a:pt x="986" y="618"/>
                    <a:pt x="992" y="619"/>
                    <a:pt x="994" y="623"/>
                  </a:cubicBezTo>
                  <a:lnTo>
                    <a:pt x="1004" y="621"/>
                  </a:lnTo>
                  <a:cubicBezTo>
                    <a:pt x="1009" y="621"/>
                    <a:pt x="1012" y="612"/>
                    <a:pt x="1016" y="611"/>
                  </a:cubicBezTo>
                  <a:cubicBezTo>
                    <a:pt x="1016" y="611"/>
                    <a:pt x="1021" y="611"/>
                    <a:pt x="1024" y="602"/>
                  </a:cubicBezTo>
                  <a:cubicBezTo>
                    <a:pt x="1026" y="602"/>
                    <a:pt x="1027" y="602"/>
                    <a:pt x="1028" y="602"/>
                  </a:cubicBezTo>
                  <a:cubicBezTo>
                    <a:pt x="1031" y="602"/>
                    <a:pt x="1034" y="603"/>
                    <a:pt x="1034" y="609"/>
                  </a:cubicBezTo>
                  <a:cubicBezTo>
                    <a:pt x="1036" y="601"/>
                    <a:pt x="1037" y="596"/>
                    <a:pt x="1038" y="596"/>
                  </a:cubicBezTo>
                  <a:cubicBezTo>
                    <a:pt x="1039" y="596"/>
                    <a:pt x="1041" y="601"/>
                    <a:pt x="1043" y="609"/>
                  </a:cubicBezTo>
                  <a:cubicBezTo>
                    <a:pt x="1044" y="617"/>
                    <a:pt x="1045" y="622"/>
                    <a:pt x="1046" y="622"/>
                  </a:cubicBezTo>
                  <a:cubicBezTo>
                    <a:pt x="1046" y="622"/>
                    <a:pt x="1047" y="617"/>
                    <a:pt x="1049" y="608"/>
                  </a:cubicBezTo>
                  <a:cubicBezTo>
                    <a:pt x="1051" y="603"/>
                    <a:pt x="1052" y="601"/>
                    <a:pt x="1053" y="601"/>
                  </a:cubicBezTo>
                  <a:cubicBezTo>
                    <a:pt x="1054" y="601"/>
                    <a:pt x="1055" y="603"/>
                    <a:pt x="1058" y="607"/>
                  </a:cubicBezTo>
                  <a:cubicBezTo>
                    <a:pt x="1058" y="611"/>
                    <a:pt x="1060" y="613"/>
                    <a:pt x="1061" y="613"/>
                  </a:cubicBezTo>
                  <a:cubicBezTo>
                    <a:pt x="1062" y="613"/>
                    <a:pt x="1063" y="611"/>
                    <a:pt x="1062" y="607"/>
                  </a:cubicBezTo>
                  <a:cubicBezTo>
                    <a:pt x="1064" y="596"/>
                    <a:pt x="1070" y="588"/>
                    <a:pt x="1074" y="588"/>
                  </a:cubicBezTo>
                  <a:cubicBezTo>
                    <a:pt x="1077" y="588"/>
                    <a:pt x="1079" y="591"/>
                    <a:pt x="1079" y="597"/>
                  </a:cubicBezTo>
                  <a:cubicBezTo>
                    <a:pt x="1079" y="597"/>
                    <a:pt x="1084" y="596"/>
                    <a:pt x="1088" y="587"/>
                  </a:cubicBezTo>
                  <a:cubicBezTo>
                    <a:pt x="1089" y="578"/>
                    <a:pt x="1090" y="574"/>
                    <a:pt x="1090" y="574"/>
                  </a:cubicBezTo>
                  <a:cubicBezTo>
                    <a:pt x="1091" y="574"/>
                    <a:pt x="1092" y="578"/>
                    <a:pt x="1093" y="587"/>
                  </a:cubicBezTo>
                  <a:cubicBezTo>
                    <a:pt x="1096" y="595"/>
                    <a:pt x="1099" y="599"/>
                    <a:pt x="1101" y="599"/>
                  </a:cubicBezTo>
                  <a:cubicBezTo>
                    <a:pt x="1103" y="599"/>
                    <a:pt x="1105" y="594"/>
                    <a:pt x="1106" y="586"/>
                  </a:cubicBezTo>
                  <a:cubicBezTo>
                    <a:pt x="1106" y="586"/>
                    <a:pt x="1108" y="581"/>
                    <a:pt x="1111" y="581"/>
                  </a:cubicBezTo>
                  <a:cubicBezTo>
                    <a:pt x="1112" y="581"/>
                    <a:pt x="1113" y="582"/>
                    <a:pt x="1115" y="584"/>
                  </a:cubicBezTo>
                  <a:cubicBezTo>
                    <a:pt x="1120" y="588"/>
                    <a:pt x="1131" y="591"/>
                    <a:pt x="1139" y="591"/>
                  </a:cubicBezTo>
                  <a:cubicBezTo>
                    <a:pt x="1146" y="591"/>
                    <a:pt x="1151" y="589"/>
                    <a:pt x="1148" y="581"/>
                  </a:cubicBezTo>
                  <a:lnTo>
                    <a:pt x="1157" y="580"/>
                  </a:lnTo>
                  <a:cubicBezTo>
                    <a:pt x="1161" y="583"/>
                    <a:pt x="1165" y="585"/>
                    <a:pt x="1167" y="585"/>
                  </a:cubicBezTo>
                  <a:cubicBezTo>
                    <a:pt x="1171" y="585"/>
                    <a:pt x="1173" y="583"/>
                    <a:pt x="1175" y="578"/>
                  </a:cubicBezTo>
                  <a:lnTo>
                    <a:pt x="1178" y="569"/>
                  </a:lnTo>
                  <a:cubicBezTo>
                    <a:pt x="1179" y="577"/>
                    <a:pt x="1184" y="585"/>
                    <a:pt x="1188" y="585"/>
                  </a:cubicBezTo>
                  <a:cubicBezTo>
                    <a:pt x="1189" y="585"/>
                    <a:pt x="1189" y="585"/>
                    <a:pt x="1189" y="584"/>
                  </a:cubicBezTo>
                  <a:cubicBezTo>
                    <a:pt x="1195" y="584"/>
                    <a:pt x="1195" y="584"/>
                    <a:pt x="1194" y="575"/>
                  </a:cubicBezTo>
                  <a:cubicBezTo>
                    <a:pt x="1188" y="568"/>
                    <a:pt x="1193" y="568"/>
                    <a:pt x="1197" y="568"/>
                  </a:cubicBezTo>
                  <a:cubicBezTo>
                    <a:pt x="1197" y="568"/>
                    <a:pt x="1198" y="567"/>
                    <a:pt x="1198" y="567"/>
                  </a:cubicBezTo>
                  <a:cubicBezTo>
                    <a:pt x="1202" y="567"/>
                    <a:pt x="1207" y="575"/>
                    <a:pt x="1208" y="583"/>
                  </a:cubicBezTo>
                  <a:lnTo>
                    <a:pt x="1213" y="582"/>
                  </a:lnTo>
                  <a:cubicBezTo>
                    <a:pt x="1211" y="572"/>
                    <a:pt x="1212" y="568"/>
                    <a:pt x="1214" y="568"/>
                  </a:cubicBezTo>
                  <a:cubicBezTo>
                    <a:pt x="1215" y="568"/>
                    <a:pt x="1216" y="570"/>
                    <a:pt x="1216" y="573"/>
                  </a:cubicBezTo>
                  <a:cubicBezTo>
                    <a:pt x="1218" y="578"/>
                    <a:pt x="1223" y="581"/>
                    <a:pt x="1228" y="581"/>
                  </a:cubicBezTo>
                  <a:cubicBezTo>
                    <a:pt x="1229" y="581"/>
                    <a:pt x="1230" y="581"/>
                    <a:pt x="1231" y="581"/>
                  </a:cubicBezTo>
                  <a:cubicBezTo>
                    <a:pt x="1230" y="578"/>
                    <a:pt x="1231" y="577"/>
                    <a:pt x="1231" y="577"/>
                  </a:cubicBezTo>
                  <a:cubicBezTo>
                    <a:pt x="1232" y="577"/>
                    <a:pt x="1234" y="580"/>
                    <a:pt x="1231" y="581"/>
                  </a:cubicBezTo>
                  <a:lnTo>
                    <a:pt x="1232" y="589"/>
                  </a:lnTo>
                  <a:cubicBezTo>
                    <a:pt x="1233" y="591"/>
                    <a:pt x="1234" y="592"/>
                    <a:pt x="1235" y="592"/>
                  </a:cubicBezTo>
                  <a:cubicBezTo>
                    <a:pt x="1237" y="592"/>
                    <a:pt x="1236" y="586"/>
                    <a:pt x="1235" y="580"/>
                  </a:cubicBezTo>
                  <a:lnTo>
                    <a:pt x="1244" y="579"/>
                  </a:lnTo>
                  <a:cubicBezTo>
                    <a:pt x="1250" y="579"/>
                    <a:pt x="1254" y="578"/>
                    <a:pt x="1249" y="570"/>
                  </a:cubicBezTo>
                  <a:cubicBezTo>
                    <a:pt x="1248" y="562"/>
                    <a:pt x="1246" y="553"/>
                    <a:pt x="1251" y="552"/>
                  </a:cubicBezTo>
                  <a:cubicBezTo>
                    <a:pt x="1250" y="549"/>
                    <a:pt x="1251" y="548"/>
                    <a:pt x="1251" y="548"/>
                  </a:cubicBezTo>
                  <a:cubicBezTo>
                    <a:pt x="1252" y="548"/>
                    <a:pt x="1254" y="552"/>
                    <a:pt x="1251" y="552"/>
                  </a:cubicBezTo>
                  <a:cubicBezTo>
                    <a:pt x="1252" y="560"/>
                    <a:pt x="1253" y="569"/>
                    <a:pt x="1257" y="569"/>
                  </a:cubicBezTo>
                  <a:cubicBezTo>
                    <a:pt x="1257" y="569"/>
                    <a:pt x="1257" y="569"/>
                    <a:pt x="1258" y="569"/>
                  </a:cubicBezTo>
                  <a:cubicBezTo>
                    <a:pt x="1262" y="569"/>
                    <a:pt x="1263" y="577"/>
                    <a:pt x="1263" y="577"/>
                  </a:cubicBezTo>
                  <a:cubicBezTo>
                    <a:pt x="1262" y="584"/>
                    <a:pt x="1264" y="586"/>
                    <a:pt x="1267" y="586"/>
                  </a:cubicBezTo>
                  <a:cubicBezTo>
                    <a:pt x="1272" y="586"/>
                    <a:pt x="1279" y="580"/>
                    <a:pt x="1281" y="574"/>
                  </a:cubicBezTo>
                  <a:cubicBezTo>
                    <a:pt x="1285" y="565"/>
                    <a:pt x="1288" y="561"/>
                    <a:pt x="1290" y="561"/>
                  </a:cubicBezTo>
                  <a:cubicBezTo>
                    <a:pt x="1292" y="561"/>
                    <a:pt x="1294" y="565"/>
                    <a:pt x="1295" y="573"/>
                  </a:cubicBezTo>
                  <a:cubicBezTo>
                    <a:pt x="1295" y="578"/>
                    <a:pt x="1296" y="580"/>
                    <a:pt x="1297" y="580"/>
                  </a:cubicBezTo>
                  <a:cubicBezTo>
                    <a:pt x="1301" y="580"/>
                    <a:pt x="1305" y="565"/>
                    <a:pt x="1306" y="546"/>
                  </a:cubicBezTo>
                  <a:lnTo>
                    <a:pt x="1307" y="520"/>
                  </a:lnTo>
                  <a:lnTo>
                    <a:pt x="1310" y="545"/>
                  </a:lnTo>
                  <a:cubicBezTo>
                    <a:pt x="1315" y="564"/>
                    <a:pt x="1318" y="573"/>
                    <a:pt x="1321" y="573"/>
                  </a:cubicBezTo>
                  <a:cubicBezTo>
                    <a:pt x="1323" y="573"/>
                    <a:pt x="1326" y="568"/>
                    <a:pt x="1331" y="560"/>
                  </a:cubicBezTo>
                  <a:cubicBezTo>
                    <a:pt x="1334" y="555"/>
                    <a:pt x="1336" y="553"/>
                    <a:pt x="1338" y="553"/>
                  </a:cubicBezTo>
                  <a:cubicBezTo>
                    <a:pt x="1339" y="553"/>
                    <a:pt x="1339" y="555"/>
                    <a:pt x="1339" y="560"/>
                  </a:cubicBezTo>
                  <a:cubicBezTo>
                    <a:pt x="1340" y="565"/>
                    <a:pt x="1342" y="567"/>
                    <a:pt x="1348" y="567"/>
                  </a:cubicBezTo>
                  <a:cubicBezTo>
                    <a:pt x="1350" y="567"/>
                    <a:pt x="1354" y="566"/>
                    <a:pt x="1359" y="565"/>
                  </a:cubicBezTo>
                  <a:cubicBezTo>
                    <a:pt x="1373" y="564"/>
                    <a:pt x="1378" y="563"/>
                    <a:pt x="1377" y="555"/>
                  </a:cubicBezTo>
                  <a:lnTo>
                    <a:pt x="1385" y="554"/>
                  </a:lnTo>
                  <a:cubicBezTo>
                    <a:pt x="1388" y="560"/>
                    <a:pt x="1391" y="562"/>
                    <a:pt x="1393" y="562"/>
                  </a:cubicBezTo>
                  <a:cubicBezTo>
                    <a:pt x="1396" y="562"/>
                    <a:pt x="1398" y="555"/>
                    <a:pt x="1393" y="544"/>
                  </a:cubicBezTo>
                  <a:lnTo>
                    <a:pt x="1402" y="543"/>
                  </a:lnTo>
                  <a:lnTo>
                    <a:pt x="1403" y="552"/>
                  </a:lnTo>
                  <a:cubicBezTo>
                    <a:pt x="1404" y="556"/>
                    <a:pt x="1407" y="558"/>
                    <a:pt x="1416" y="558"/>
                  </a:cubicBezTo>
                  <a:cubicBezTo>
                    <a:pt x="1423" y="558"/>
                    <a:pt x="1434" y="557"/>
                    <a:pt x="1451" y="555"/>
                  </a:cubicBezTo>
                  <a:cubicBezTo>
                    <a:pt x="1492" y="550"/>
                    <a:pt x="1497" y="550"/>
                    <a:pt x="1494" y="533"/>
                  </a:cubicBezTo>
                  <a:cubicBezTo>
                    <a:pt x="1495" y="524"/>
                    <a:pt x="1497" y="519"/>
                    <a:pt x="1499" y="519"/>
                  </a:cubicBezTo>
                  <a:cubicBezTo>
                    <a:pt x="1501" y="519"/>
                    <a:pt x="1502" y="523"/>
                    <a:pt x="1503" y="532"/>
                  </a:cubicBezTo>
                  <a:cubicBezTo>
                    <a:pt x="1504" y="537"/>
                    <a:pt x="1507" y="543"/>
                    <a:pt x="1508" y="543"/>
                  </a:cubicBezTo>
                  <a:cubicBezTo>
                    <a:pt x="1509" y="543"/>
                    <a:pt x="1509" y="542"/>
                    <a:pt x="1509" y="540"/>
                  </a:cubicBezTo>
                  <a:cubicBezTo>
                    <a:pt x="1510" y="539"/>
                    <a:pt x="1511" y="539"/>
                    <a:pt x="1512" y="539"/>
                  </a:cubicBezTo>
                  <a:cubicBezTo>
                    <a:pt x="1516" y="539"/>
                    <a:pt x="1521" y="541"/>
                    <a:pt x="1523" y="545"/>
                  </a:cubicBezTo>
                  <a:cubicBezTo>
                    <a:pt x="1530" y="551"/>
                    <a:pt x="1535" y="554"/>
                    <a:pt x="1538" y="554"/>
                  </a:cubicBezTo>
                  <a:cubicBezTo>
                    <a:pt x="1542" y="554"/>
                    <a:pt x="1543" y="548"/>
                    <a:pt x="1543" y="543"/>
                  </a:cubicBezTo>
                  <a:cubicBezTo>
                    <a:pt x="1540" y="536"/>
                    <a:pt x="1539" y="534"/>
                    <a:pt x="1540" y="534"/>
                  </a:cubicBezTo>
                  <a:lnTo>
                    <a:pt x="1540" y="534"/>
                  </a:lnTo>
                  <a:cubicBezTo>
                    <a:pt x="1541" y="534"/>
                    <a:pt x="1544" y="538"/>
                    <a:pt x="1547" y="543"/>
                  </a:cubicBezTo>
                  <a:cubicBezTo>
                    <a:pt x="1551" y="548"/>
                    <a:pt x="1555" y="554"/>
                    <a:pt x="1556" y="554"/>
                  </a:cubicBezTo>
                  <a:cubicBezTo>
                    <a:pt x="1557" y="554"/>
                    <a:pt x="1557" y="552"/>
                    <a:pt x="1557" y="550"/>
                  </a:cubicBezTo>
                  <a:cubicBezTo>
                    <a:pt x="1559" y="544"/>
                    <a:pt x="1570" y="538"/>
                    <a:pt x="1578" y="538"/>
                  </a:cubicBezTo>
                  <a:cubicBezTo>
                    <a:pt x="1583" y="538"/>
                    <a:pt x="1588" y="540"/>
                    <a:pt x="1589" y="546"/>
                  </a:cubicBezTo>
                  <a:lnTo>
                    <a:pt x="1599" y="545"/>
                  </a:lnTo>
                  <a:cubicBezTo>
                    <a:pt x="1598" y="536"/>
                    <a:pt x="1606" y="535"/>
                    <a:pt x="1615" y="534"/>
                  </a:cubicBezTo>
                  <a:cubicBezTo>
                    <a:pt x="1618" y="534"/>
                    <a:pt x="1621" y="533"/>
                    <a:pt x="1623" y="533"/>
                  </a:cubicBezTo>
                  <a:cubicBezTo>
                    <a:pt x="1627" y="533"/>
                    <a:pt x="1629" y="535"/>
                    <a:pt x="1630" y="541"/>
                  </a:cubicBezTo>
                  <a:cubicBezTo>
                    <a:pt x="1628" y="545"/>
                    <a:pt x="1629" y="547"/>
                    <a:pt x="1630" y="547"/>
                  </a:cubicBezTo>
                  <a:cubicBezTo>
                    <a:pt x="1632" y="547"/>
                    <a:pt x="1635" y="545"/>
                    <a:pt x="1639" y="540"/>
                  </a:cubicBezTo>
                  <a:cubicBezTo>
                    <a:pt x="1643" y="538"/>
                    <a:pt x="1646" y="522"/>
                    <a:pt x="1650" y="520"/>
                  </a:cubicBezTo>
                  <a:cubicBezTo>
                    <a:pt x="1649" y="513"/>
                    <a:pt x="1652" y="504"/>
                    <a:pt x="1657" y="503"/>
                  </a:cubicBezTo>
                  <a:lnTo>
                    <a:pt x="1659" y="512"/>
                  </a:lnTo>
                  <a:lnTo>
                    <a:pt x="1661" y="528"/>
                  </a:lnTo>
                  <a:cubicBezTo>
                    <a:pt x="1666" y="527"/>
                    <a:pt x="1670" y="527"/>
                    <a:pt x="1669" y="518"/>
                  </a:cubicBezTo>
                  <a:lnTo>
                    <a:pt x="1669" y="518"/>
                  </a:lnTo>
                  <a:cubicBezTo>
                    <a:pt x="1673" y="524"/>
                    <a:pt x="1677" y="526"/>
                    <a:pt x="1682" y="526"/>
                  </a:cubicBezTo>
                  <a:cubicBezTo>
                    <a:pt x="1684" y="526"/>
                    <a:pt x="1686" y="525"/>
                    <a:pt x="1688" y="525"/>
                  </a:cubicBezTo>
                  <a:cubicBezTo>
                    <a:pt x="1697" y="524"/>
                    <a:pt x="1706" y="523"/>
                    <a:pt x="1710" y="513"/>
                  </a:cubicBezTo>
                  <a:cubicBezTo>
                    <a:pt x="1714" y="520"/>
                    <a:pt x="1721" y="524"/>
                    <a:pt x="1727" y="524"/>
                  </a:cubicBezTo>
                  <a:cubicBezTo>
                    <a:pt x="1736" y="524"/>
                    <a:pt x="1744" y="518"/>
                    <a:pt x="1747" y="508"/>
                  </a:cubicBezTo>
                  <a:cubicBezTo>
                    <a:pt x="1746" y="504"/>
                    <a:pt x="1747" y="501"/>
                    <a:pt x="1749" y="501"/>
                  </a:cubicBezTo>
                  <a:cubicBezTo>
                    <a:pt x="1751" y="501"/>
                    <a:pt x="1753" y="503"/>
                    <a:pt x="1756" y="507"/>
                  </a:cubicBezTo>
                  <a:cubicBezTo>
                    <a:pt x="1758" y="511"/>
                    <a:pt x="1760" y="513"/>
                    <a:pt x="1761" y="513"/>
                  </a:cubicBezTo>
                  <a:cubicBezTo>
                    <a:pt x="1762" y="513"/>
                    <a:pt x="1763" y="511"/>
                    <a:pt x="1765" y="506"/>
                  </a:cubicBezTo>
                  <a:cubicBezTo>
                    <a:pt x="1766" y="503"/>
                    <a:pt x="1767" y="502"/>
                    <a:pt x="1769" y="502"/>
                  </a:cubicBezTo>
                  <a:cubicBezTo>
                    <a:pt x="1772" y="502"/>
                    <a:pt x="1775" y="507"/>
                    <a:pt x="1779" y="512"/>
                  </a:cubicBezTo>
                  <a:cubicBezTo>
                    <a:pt x="1784" y="521"/>
                    <a:pt x="1787" y="525"/>
                    <a:pt x="1790" y="525"/>
                  </a:cubicBezTo>
                  <a:cubicBezTo>
                    <a:pt x="1792" y="525"/>
                    <a:pt x="1793" y="522"/>
                    <a:pt x="1795" y="518"/>
                  </a:cubicBezTo>
                  <a:cubicBezTo>
                    <a:pt x="1801" y="512"/>
                    <a:pt x="1807" y="508"/>
                    <a:pt x="1816" y="507"/>
                  </a:cubicBezTo>
                  <a:cubicBezTo>
                    <a:pt x="1824" y="497"/>
                    <a:pt x="1829" y="497"/>
                    <a:pt x="1823" y="489"/>
                  </a:cubicBezTo>
                  <a:cubicBezTo>
                    <a:pt x="1822" y="483"/>
                    <a:pt x="1823" y="477"/>
                    <a:pt x="1825" y="471"/>
                  </a:cubicBezTo>
                  <a:cubicBezTo>
                    <a:pt x="1828" y="468"/>
                    <a:pt x="1830" y="467"/>
                    <a:pt x="1831" y="467"/>
                  </a:cubicBezTo>
                  <a:cubicBezTo>
                    <a:pt x="1833" y="467"/>
                    <a:pt x="1833" y="470"/>
                    <a:pt x="1830" y="471"/>
                  </a:cubicBezTo>
                  <a:cubicBezTo>
                    <a:pt x="1822" y="480"/>
                    <a:pt x="1826" y="480"/>
                    <a:pt x="1832" y="488"/>
                  </a:cubicBezTo>
                  <a:cubicBezTo>
                    <a:pt x="1835" y="492"/>
                    <a:pt x="1840" y="494"/>
                    <a:pt x="1846" y="494"/>
                  </a:cubicBezTo>
                  <a:cubicBezTo>
                    <a:pt x="1847" y="494"/>
                    <a:pt x="1849" y="494"/>
                    <a:pt x="1851" y="494"/>
                  </a:cubicBezTo>
                  <a:lnTo>
                    <a:pt x="1870" y="491"/>
                  </a:lnTo>
                  <a:cubicBezTo>
                    <a:pt x="1877" y="494"/>
                    <a:pt x="1881" y="495"/>
                    <a:pt x="1884" y="495"/>
                  </a:cubicBezTo>
                  <a:cubicBezTo>
                    <a:pt x="1888" y="495"/>
                    <a:pt x="1889" y="493"/>
                    <a:pt x="1888" y="488"/>
                  </a:cubicBezTo>
                  <a:lnTo>
                    <a:pt x="1887" y="480"/>
                  </a:lnTo>
                  <a:lnTo>
                    <a:pt x="1887" y="480"/>
                  </a:lnTo>
                  <a:cubicBezTo>
                    <a:pt x="1890" y="486"/>
                    <a:pt x="1899" y="489"/>
                    <a:pt x="1909" y="489"/>
                  </a:cubicBezTo>
                  <a:cubicBezTo>
                    <a:pt x="1925" y="489"/>
                    <a:pt x="1945" y="482"/>
                    <a:pt x="1946" y="471"/>
                  </a:cubicBezTo>
                  <a:lnTo>
                    <a:pt x="1946" y="471"/>
                  </a:lnTo>
                  <a:cubicBezTo>
                    <a:pt x="1947" y="474"/>
                    <a:pt x="1947" y="477"/>
                    <a:pt x="1947" y="480"/>
                  </a:cubicBezTo>
                  <a:cubicBezTo>
                    <a:pt x="1948" y="486"/>
                    <a:pt x="1951" y="487"/>
                    <a:pt x="1956" y="487"/>
                  </a:cubicBezTo>
                  <a:cubicBezTo>
                    <a:pt x="1957" y="487"/>
                    <a:pt x="1960" y="487"/>
                    <a:pt x="1962" y="487"/>
                  </a:cubicBezTo>
                  <a:cubicBezTo>
                    <a:pt x="1973" y="481"/>
                    <a:pt x="1986" y="476"/>
                    <a:pt x="1998" y="472"/>
                  </a:cubicBezTo>
                  <a:cubicBezTo>
                    <a:pt x="2016" y="470"/>
                    <a:pt x="2029" y="468"/>
                    <a:pt x="2028" y="459"/>
                  </a:cubicBezTo>
                  <a:cubicBezTo>
                    <a:pt x="2033" y="459"/>
                    <a:pt x="2033" y="459"/>
                    <a:pt x="2034" y="467"/>
                  </a:cubicBezTo>
                  <a:cubicBezTo>
                    <a:pt x="2031" y="473"/>
                    <a:pt x="2033" y="475"/>
                    <a:pt x="2036" y="475"/>
                  </a:cubicBezTo>
                  <a:cubicBezTo>
                    <a:pt x="2037" y="475"/>
                    <a:pt x="2038" y="475"/>
                    <a:pt x="2039" y="474"/>
                  </a:cubicBezTo>
                  <a:cubicBezTo>
                    <a:pt x="2044" y="474"/>
                    <a:pt x="2043" y="466"/>
                    <a:pt x="2042" y="458"/>
                  </a:cubicBezTo>
                  <a:cubicBezTo>
                    <a:pt x="2041" y="453"/>
                    <a:pt x="2042" y="450"/>
                    <a:pt x="2045" y="450"/>
                  </a:cubicBezTo>
                  <a:cubicBezTo>
                    <a:pt x="2047" y="450"/>
                    <a:pt x="2051" y="452"/>
                    <a:pt x="2055" y="455"/>
                  </a:cubicBezTo>
                  <a:cubicBezTo>
                    <a:pt x="2060" y="458"/>
                    <a:pt x="2065" y="459"/>
                    <a:pt x="2070" y="459"/>
                  </a:cubicBezTo>
                  <a:cubicBezTo>
                    <a:pt x="2078" y="459"/>
                    <a:pt x="2086" y="456"/>
                    <a:pt x="2092" y="450"/>
                  </a:cubicBezTo>
                  <a:cubicBezTo>
                    <a:pt x="2093" y="450"/>
                    <a:pt x="2095" y="449"/>
                    <a:pt x="2096" y="449"/>
                  </a:cubicBezTo>
                  <a:cubicBezTo>
                    <a:pt x="2099" y="449"/>
                    <a:pt x="2101" y="451"/>
                    <a:pt x="2102" y="457"/>
                  </a:cubicBezTo>
                  <a:cubicBezTo>
                    <a:pt x="2105" y="461"/>
                    <a:pt x="2110" y="465"/>
                    <a:pt x="2114" y="465"/>
                  </a:cubicBezTo>
                  <a:cubicBezTo>
                    <a:pt x="2118" y="465"/>
                    <a:pt x="2122" y="462"/>
                    <a:pt x="2125" y="453"/>
                  </a:cubicBezTo>
                  <a:cubicBezTo>
                    <a:pt x="2126" y="453"/>
                    <a:pt x="2127" y="453"/>
                    <a:pt x="2127" y="453"/>
                  </a:cubicBezTo>
                  <a:cubicBezTo>
                    <a:pt x="2129" y="453"/>
                    <a:pt x="2130" y="454"/>
                    <a:pt x="2131" y="461"/>
                  </a:cubicBezTo>
                  <a:cubicBezTo>
                    <a:pt x="2135" y="465"/>
                    <a:pt x="2136" y="470"/>
                    <a:pt x="2138" y="470"/>
                  </a:cubicBezTo>
                  <a:cubicBezTo>
                    <a:pt x="2139" y="470"/>
                    <a:pt x="2139" y="467"/>
                    <a:pt x="2140" y="460"/>
                  </a:cubicBezTo>
                  <a:cubicBezTo>
                    <a:pt x="2145" y="454"/>
                    <a:pt x="2152" y="450"/>
                    <a:pt x="2159" y="450"/>
                  </a:cubicBezTo>
                  <a:cubicBezTo>
                    <a:pt x="2164" y="450"/>
                    <a:pt x="2168" y="452"/>
                    <a:pt x="2172" y="454"/>
                  </a:cubicBezTo>
                  <a:cubicBezTo>
                    <a:pt x="2176" y="454"/>
                    <a:pt x="2181" y="453"/>
                    <a:pt x="2180" y="445"/>
                  </a:cubicBezTo>
                  <a:lnTo>
                    <a:pt x="2179" y="436"/>
                  </a:lnTo>
                  <a:lnTo>
                    <a:pt x="2179" y="436"/>
                  </a:lnTo>
                  <a:cubicBezTo>
                    <a:pt x="2182" y="444"/>
                    <a:pt x="2184" y="448"/>
                    <a:pt x="2185" y="448"/>
                  </a:cubicBezTo>
                  <a:cubicBezTo>
                    <a:pt x="2186" y="448"/>
                    <a:pt x="2186" y="444"/>
                    <a:pt x="2188" y="435"/>
                  </a:cubicBezTo>
                  <a:cubicBezTo>
                    <a:pt x="2187" y="431"/>
                    <a:pt x="2188" y="428"/>
                    <a:pt x="2189" y="428"/>
                  </a:cubicBezTo>
                  <a:cubicBezTo>
                    <a:pt x="2190" y="428"/>
                    <a:pt x="2192" y="430"/>
                    <a:pt x="2192" y="434"/>
                  </a:cubicBezTo>
                  <a:cubicBezTo>
                    <a:pt x="2196" y="440"/>
                    <a:pt x="2200" y="441"/>
                    <a:pt x="2202" y="441"/>
                  </a:cubicBezTo>
                  <a:cubicBezTo>
                    <a:pt x="2202" y="441"/>
                    <a:pt x="2202" y="441"/>
                    <a:pt x="2202" y="441"/>
                  </a:cubicBezTo>
                  <a:cubicBezTo>
                    <a:pt x="2218" y="434"/>
                    <a:pt x="2235" y="429"/>
                    <a:pt x="2251" y="425"/>
                  </a:cubicBezTo>
                  <a:cubicBezTo>
                    <a:pt x="2287" y="418"/>
                    <a:pt x="2301" y="416"/>
                    <a:pt x="2300" y="408"/>
                  </a:cubicBezTo>
                  <a:cubicBezTo>
                    <a:pt x="2301" y="404"/>
                    <a:pt x="2302" y="401"/>
                    <a:pt x="2303" y="401"/>
                  </a:cubicBezTo>
                  <a:cubicBezTo>
                    <a:pt x="2305" y="401"/>
                    <a:pt x="2306" y="403"/>
                    <a:pt x="2309" y="407"/>
                  </a:cubicBezTo>
                  <a:cubicBezTo>
                    <a:pt x="2311" y="411"/>
                    <a:pt x="2315" y="414"/>
                    <a:pt x="2320" y="414"/>
                  </a:cubicBezTo>
                  <a:cubicBezTo>
                    <a:pt x="2322" y="414"/>
                    <a:pt x="2323" y="413"/>
                    <a:pt x="2324" y="413"/>
                  </a:cubicBezTo>
                  <a:cubicBezTo>
                    <a:pt x="2326" y="412"/>
                    <a:pt x="2327" y="412"/>
                    <a:pt x="2328" y="412"/>
                  </a:cubicBezTo>
                  <a:cubicBezTo>
                    <a:pt x="2331" y="412"/>
                    <a:pt x="2334" y="414"/>
                    <a:pt x="2335" y="420"/>
                  </a:cubicBezTo>
                  <a:cubicBezTo>
                    <a:pt x="2338" y="411"/>
                    <a:pt x="2338" y="411"/>
                    <a:pt x="2342" y="409"/>
                  </a:cubicBezTo>
                  <a:cubicBezTo>
                    <a:pt x="2343" y="414"/>
                    <a:pt x="2344" y="416"/>
                    <a:pt x="2346" y="416"/>
                  </a:cubicBezTo>
                  <a:cubicBezTo>
                    <a:pt x="2347" y="416"/>
                    <a:pt x="2350" y="413"/>
                    <a:pt x="2351" y="408"/>
                  </a:cubicBezTo>
                  <a:cubicBezTo>
                    <a:pt x="2352" y="400"/>
                    <a:pt x="2352" y="396"/>
                    <a:pt x="2353" y="396"/>
                  </a:cubicBezTo>
                  <a:cubicBezTo>
                    <a:pt x="2353" y="396"/>
                    <a:pt x="2354" y="400"/>
                    <a:pt x="2356" y="408"/>
                  </a:cubicBezTo>
                  <a:cubicBezTo>
                    <a:pt x="2357" y="414"/>
                    <a:pt x="2364" y="419"/>
                    <a:pt x="2367" y="419"/>
                  </a:cubicBezTo>
                  <a:cubicBezTo>
                    <a:pt x="2368" y="419"/>
                    <a:pt x="2368" y="418"/>
                    <a:pt x="2366" y="415"/>
                  </a:cubicBezTo>
                  <a:cubicBezTo>
                    <a:pt x="2365" y="406"/>
                    <a:pt x="2374" y="405"/>
                    <a:pt x="2377" y="396"/>
                  </a:cubicBezTo>
                  <a:cubicBezTo>
                    <a:pt x="2379" y="396"/>
                    <a:pt x="2380" y="395"/>
                    <a:pt x="2381" y="395"/>
                  </a:cubicBezTo>
                  <a:cubicBezTo>
                    <a:pt x="2384" y="395"/>
                    <a:pt x="2386" y="397"/>
                    <a:pt x="2387" y="403"/>
                  </a:cubicBezTo>
                  <a:cubicBezTo>
                    <a:pt x="2389" y="404"/>
                    <a:pt x="2391" y="405"/>
                    <a:pt x="2394" y="405"/>
                  </a:cubicBezTo>
                  <a:cubicBezTo>
                    <a:pt x="2403" y="405"/>
                    <a:pt x="2416" y="396"/>
                    <a:pt x="2418" y="389"/>
                  </a:cubicBezTo>
                  <a:cubicBezTo>
                    <a:pt x="2417" y="385"/>
                    <a:pt x="2418" y="382"/>
                    <a:pt x="2419" y="382"/>
                  </a:cubicBezTo>
                  <a:cubicBezTo>
                    <a:pt x="2420" y="382"/>
                    <a:pt x="2422" y="384"/>
                    <a:pt x="2423" y="388"/>
                  </a:cubicBezTo>
                  <a:cubicBezTo>
                    <a:pt x="2424" y="394"/>
                    <a:pt x="2426" y="396"/>
                    <a:pt x="2429" y="396"/>
                  </a:cubicBezTo>
                  <a:cubicBezTo>
                    <a:pt x="2430" y="396"/>
                    <a:pt x="2432" y="395"/>
                    <a:pt x="2433" y="395"/>
                  </a:cubicBezTo>
                  <a:cubicBezTo>
                    <a:pt x="2434" y="392"/>
                    <a:pt x="2435" y="391"/>
                    <a:pt x="2436" y="391"/>
                  </a:cubicBezTo>
                  <a:cubicBezTo>
                    <a:pt x="2437" y="391"/>
                    <a:pt x="2438" y="397"/>
                    <a:pt x="2439" y="403"/>
                  </a:cubicBezTo>
                  <a:cubicBezTo>
                    <a:pt x="2437" y="409"/>
                    <a:pt x="2439" y="411"/>
                    <a:pt x="2443" y="411"/>
                  </a:cubicBezTo>
                  <a:cubicBezTo>
                    <a:pt x="2445" y="411"/>
                    <a:pt x="2447" y="410"/>
                    <a:pt x="2450" y="409"/>
                  </a:cubicBezTo>
                  <a:cubicBezTo>
                    <a:pt x="2452" y="400"/>
                    <a:pt x="2471" y="397"/>
                    <a:pt x="2485" y="395"/>
                  </a:cubicBezTo>
                  <a:cubicBezTo>
                    <a:pt x="2507" y="390"/>
                    <a:pt x="2511" y="381"/>
                    <a:pt x="2516" y="363"/>
                  </a:cubicBezTo>
                  <a:lnTo>
                    <a:pt x="2517" y="345"/>
                  </a:lnTo>
                  <a:lnTo>
                    <a:pt x="2521" y="362"/>
                  </a:lnTo>
                  <a:cubicBezTo>
                    <a:pt x="2523" y="371"/>
                    <a:pt x="2526" y="379"/>
                    <a:pt x="2530" y="387"/>
                  </a:cubicBezTo>
                  <a:cubicBezTo>
                    <a:pt x="2534" y="386"/>
                    <a:pt x="2533" y="378"/>
                    <a:pt x="2532" y="369"/>
                  </a:cubicBezTo>
                  <a:cubicBezTo>
                    <a:pt x="2531" y="365"/>
                    <a:pt x="2532" y="362"/>
                    <a:pt x="2534" y="362"/>
                  </a:cubicBezTo>
                  <a:cubicBezTo>
                    <a:pt x="2537" y="362"/>
                    <a:pt x="2540" y="364"/>
                    <a:pt x="2545" y="367"/>
                  </a:cubicBezTo>
                  <a:cubicBezTo>
                    <a:pt x="2550" y="370"/>
                    <a:pt x="2553" y="371"/>
                    <a:pt x="2556" y="371"/>
                  </a:cubicBezTo>
                  <a:cubicBezTo>
                    <a:pt x="2559" y="371"/>
                    <a:pt x="2561" y="369"/>
                    <a:pt x="2563" y="363"/>
                  </a:cubicBezTo>
                  <a:cubicBezTo>
                    <a:pt x="2564" y="363"/>
                    <a:pt x="2565" y="363"/>
                    <a:pt x="2566" y="363"/>
                  </a:cubicBezTo>
                  <a:cubicBezTo>
                    <a:pt x="2571" y="363"/>
                    <a:pt x="2576" y="365"/>
                    <a:pt x="2578" y="370"/>
                  </a:cubicBezTo>
                  <a:cubicBezTo>
                    <a:pt x="2582" y="369"/>
                    <a:pt x="2582" y="369"/>
                    <a:pt x="2581" y="361"/>
                  </a:cubicBezTo>
                  <a:cubicBezTo>
                    <a:pt x="2581" y="356"/>
                    <a:pt x="2582" y="354"/>
                    <a:pt x="2584" y="354"/>
                  </a:cubicBezTo>
                  <a:cubicBezTo>
                    <a:pt x="2585" y="354"/>
                    <a:pt x="2588" y="355"/>
                    <a:pt x="2590" y="359"/>
                  </a:cubicBezTo>
                  <a:cubicBezTo>
                    <a:pt x="2594" y="367"/>
                    <a:pt x="2600" y="371"/>
                    <a:pt x="2605" y="371"/>
                  </a:cubicBezTo>
                  <a:cubicBezTo>
                    <a:pt x="2608" y="371"/>
                    <a:pt x="2611" y="368"/>
                    <a:pt x="2610" y="365"/>
                  </a:cubicBezTo>
                  <a:cubicBezTo>
                    <a:pt x="2608" y="356"/>
                    <a:pt x="2613" y="356"/>
                    <a:pt x="2617" y="354"/>
                  </a:cubicBezTo>
                  <a:cubicBezTo>
                    <a:pt x="2624" y="354"/>
                    <a:pt x="2628" y="350"/>
                    <a:pt x="2630" y="343"/>
                  </a:cubicBezTo>
                  <a:lnTo>
                    <a:pt x="2639" y="342"/>
                  </a:lnTo>
                  <a:cubicBezTo>
                    <a:pt x="2639" y="342"/>
                    <a:pt x="2639" y="342"/>
                    <a:pt x="2639" y="342"/>
                  </a:cubicBezTo>
                  <a:cubicBezTo>
                    <a:pt x="2643" y="342"/>
                    <a:pt x="2640" y="350"/>
                    <a:pt x="2636" y="351"/>
                  </a:cubicBezTo>
                  <a:lnTo>
                    <a:pt x="2642" y="359"/>
                  </a:lnTo>
                  <a:cubicBezTo>
                    <a:pt x="2651" y="357"/>
                    <a:pt x="2655" y="357"/>
                    <a:pt x="2659" y="348"/>
                  </a:cubicBezTo>
                  <a:cubicBezTo>
                    <a:pt x="2659" y="339"/>
                    <a:pt x="2660" y="334"/>
                    <a:pt x="2660" y="334"/>
                  </a:cubicBezTo>
                  <a:cubicBezTo>
                    <a:pt x="2661" y="334"/>
                    <a:pt x="2662" y="338"/>
                    <a:pt x="2663" y="347"/>
                  </a:cubicBezTo>
                  <a:cubicBezTo>
                    <a:pt x="2664" y="352"/>
                    <a:pt x="2667" y="357"/>
                    <a:pt x="2670" y="357"/>
                  </a:cubicBezTo>
                  <a:cubicBezTo>
                    <a:pt x="2671" y="357"/>
                    <a:pt x="2673" y="356"/>
                    <a:pt x="2673" y="353"/>
                  </a:cubicBezTo>
                  <a:cubicBezTo>
                    <a:pt x="2674" y="345"/>
                    <a:pt x="2676" y="342"/>
                    <a:pt x="2678" y="342"/>
                  </a:cubicBezTo>
                  <a:cubicBezTo>
                    <a:pt x="2680" y="342"/>
                    <a:pt x="2682" y="347"/>
                    <a:pt x="2682" y="351"/>
                  </a:cubicBezTo>
                  <a:cubicBezTo>
                    <a:pt x="2682" y="360"/>
                    <a:pt x="2681" y="364"/>
                    <a:pt x="2683" y="364"/>
                  </a:cubicBezTo>
                  <a:cubicBezTo>
                    <a:pt x="2685" y="364"/>
                    <a:pt x="2689" y="359"/>
                    <a:pt x="2697" y="349"/>
                  </a:cubicBezTo>
                  <a:cubicBezTo>
                    <a:pt x="2706" y="348"/>
                    <a:pt x="2722" y="335"/>
                    <a:pt x="2736" y="333"/>
                  </a:cubicBezTo>
                  <a:cubicBezTo>
                    <a:pt x="2745" y="331"/>
                    <a:pt x="2752" y="330"/>
                    <a:pt x="2757" y="330"/>
                  </a:cubicBezTo>
                  <a:cubicBezTo>
                    <a:pt x="2762" y="330"/>
                    <a:pt x="2766" y="331"/>
                    <a:pt x="2769" y="335"/>
                  </a:cubicBezTo>
                  <a:cubicBezTo>
                    <a:pt x="2769" y="339"/>
                    <a:pt x="2770" y="341"/>
                    <a:pt x="2771" y="343"/>
                  </a:cubicBezTo>
                  <a:lnTo>
                    <a:pt x="2771" y="343"/>
                  </a:lnTo>
                  <a:cubicBezTo>
                    <a:pt x="2768" y="327"/>
                    <a:pt x="2772" y="326"/>
                    <a:pt x="2785" y="324"/>
                  </a:cubicBezTo>
                  <a:cubicBezTo>
                    <a:pt x="2788" y="325"/>
                    <a:pt x="2790" y="326"/>
                    <a:pt x="2793" y="326"/>
                  </a:cubicBezTo>
                  <a:cubicBezTo>
                    <a:pt x="2801" y="326"/>
                    <a:pt x="2810" y="320"/>
                    <a:pt x="2811" y="311"/>
                  </a:cubicBezTo>
                  <a:lnTo>
                    <a:pt x="2811" y="311"/>
                  </a:lnTo>
                  <a:lnTo>
                    <a:pt x="2802" y="312"/>
                  </a:lnTo>
                  <a:cubicBezTo>
                    <a:pt x="2800" y="301"/>
                    <a:pt x="2801" y="297"/>
                    <a:pt x="2805" y="297"/>
                  </a:cubicBezTo>
                  <a:cubicBezTo>
                    <a:pt x="2807" y="297"/>
                    <a:pt x="2810" y="298"/>
                    <a:pt x="2814" y="301"/>
                  </a:cubicBezTo>
                  <a:cubicBezTo>
                    <a:pt x="2818" y="301"/>
                    <a:pt x="2820" y="308"/>
                    <a:pt x="2821" y="317"/>
                  </a:cubicBezTo>
                  <a:cubicBezTo>
                    <a:pt x="2823" y="325"/>
                    <a:pt x="2829" y="332"/>
                    <a:pt x="2833" y="332"/>
                  </a:cubicBezTo>
                  <a:cubicBezTo>
                    <a:pt x="2833" y="332"/>
                    <a:pt x="2833" y="332"/>
                    <a:pt x="2834" y="332"/>
                  </a:cubicBezTo>
                  <a:cubicBezTo>
                    <a:pt x="2838" y="331"/>
                    <a:pt x="2843" y="330"/>
                    <a:pt x="2837" y="323"/>
                  </a:cubicBezTo>
                  <a:cubicBezTo>
                    <a:pt x="2835" y="314"/>
                    <a:pt x="2835" y="314"/>
                    <a:pt x="2839" y="314"/>
                  </a:cubicBezTo>
                  <a:cubicBezTo>
                    <a:pt x="2846" y="313"/>
                    <a:pt x="2851" y="308"/>
                    <a:pt x="2852" y="303"/>
                  </a:cubicBezTo>
                  <a:cubicBezTo>
                    <a:pt x="2849" y="294"/>
                    <a:pt x="2854" y="294"/>
                    <a:pt x="2860" y="293"/>
                  </a:cubicBezTo>
                  <a:cubicBezTo>
                    <a:pt x="2862" y="296"/>
                    <a:pt x="2867" y="299"/>
                    <a:pt x="2871" y="299"/>
                  </a:cubicBezTo>
                  <a:cubicBezTo>
                    <a:pt x="2872" y="299"/>
                    <a:pt x="2873" y="299"/>
                    <a:pt x="2874" y="298"/>
                  </a:cubicBezTo>
                  <a:cubicBezTo>
                    <a:pt x="2874" y="296"/>
                    <a:pt x="2874" y="295"/>
                    <a:pt x="2874" y="295"/>
                  </a:cubicBezTo>
                  <a:lnTo>
                    <a:pt x="2874" y="295"/>
                  </a:lnTo>
                  <a:cubicBezTo>
                    <a:pt x="2874" y="295"/>
                    <a:pt x="2875" y="301"/>
                    <a:pt x="2876" y="307"/>
                  </a:cubicBezTo>
                  <a:cubicBezTo>
                    <a:pt x="2877" y="313"/>
                    <a:pt x="2880" y="319"/>
                    <a:pt x="2884" y="323"/>
                  </a:cubicBezTo>
                  <a:cubicBezTo>
                    <a:pt x="2889" y="322"/>
                    <a:pt x="2886" y="314"/>
                    <a:pt x="2886" y="314"/>
                  </a:cubicBezTo>
                  <a:cubicBezTo>
                    <a:pt x="2885" y="305"/>
                    <a:pt x="2993" y="284"/>
                    <a:pt x="3008" y="282"/>
                  </a:cubicBezTo>
                  <a:cubicBezTo>
                    <a:pt x="3011" y="284"/>
                    <a:pt x="3016" y="285"/>
                    <a:pt x="3019" y="285"/>
                  </a:cubicBezTo>
                  <a:cubicBezTo>
                    <a:pt x="3025" y="285"/>
                    <a:pt x="3029" y="282"/>
                    <a:pt x="3026" y="278"/>
                  </a:cubicBezTo>
                  <a:cubicBezTo>
                    <a:pt x="3023" y="269"/>
                    <a:pt x="3046" y="265"/>
                    <a:pt x="3073" y="259"/>
                  </a:cubicBezTo>
                  <a:cubicBezTo>
                    <a:pt x="3105" y="254"/>
                    <a:pt x="3128" y="249"/>
                    <a:pt x="3125" y="240"/>
                  </a:cubicBezTo>
                  <a:lnTo>
                    <a:pt x="3139" y="238"/>
                  </a:lnTo>
                  <a:cubicBezTo>
                    <a:pt x="3148" y="236"/>
                    <a:pt x="3156" y="225"/>
                    <a:pt x="3160" y="224"/>
                  </a:cubicBezTo>
                  <a:cubicBezTo>
                    <a:pt x="3161" y="220"/>
                    <a:pt x="3163" y="217"/>
                    <a:pt x="3164" y="217"/>
                  </a:cubicBezTo>
                  <a:cubicBezTo>
                    <a:pt x="3165" y="217"/>
                    <a:pt x="3166" y="219"/>
                    <a:pt x="3165" y="224"/>
                  </a:cubicBezTo>
                  <a:cubicBezTo>
                    <a:pt x="3166" y="232"/>
                    <a:pt x="3168" y="240"/>
                    <a:pt x="3172" y="240"/>
                  </a:cubicBezTo>
                  <a:cubicBezTo>
                    <a:pt x="3181" y="238"/>
                    <a:pt x="3179" y="229"/>
                    <a:pt x="3178" y="221"/>
                  </a:cubicBezTo>
                  <a:cubicBezTo>
                    <a:pt x="3176" y="213"/>
                    <a:pt x="3180" y="212"/>
                    <a:pt x="3180" y="212"/>
                  </a:cubicBezTo>
                  <a:cubicBezTo>
                    <a:pt x="3182" y="212"/>
                    <a:pt x="3182" y="211"/>
                    <a:pt x="3183" y="211"/>
                  </a:cubicBezTo>
                  <a:cubicBezTo>
                    <a:pt x="3185" y="211"/>
                    <a:pt x="3185" y="213"/>
                    <a:pt x="3187" y="219"/>
                  </a:cubicBezTo>
                  <a:cubicBezTo>
                    <a:pt x="3188" y="228"/>
                    <a:pt x="3190" y="236"/>
                    <a:pt x="3190" y="236"/>
                  </a:cubicBezTo>
                  <a:lnTo>
                    <a:pt x="3195" y="234"/>
                  </a:lnTo>
                  <a:cubicBezTo>
                    <a:pt x="3193" y="227"/>
                    <a:pt x="3198" y="225"/>
                    <a:pt x="3198" y="225"/>
                  </a:cubicBezTo>
                  <a:cubicBezTo>
                    <a:pt x="3199" y="225"/>
                    <a:pt x="3200" y="225"/>
                    <a:pt x="3201" y="225"/>
                  </a:cubicBezTo>
                  <a:cubicBezTo>
                    <a:pt x="3203" y="225"/>
                    <a:pt x="3203" y="228"/>
                    <a:pt x="3206" y="241"/>
                  </a:cubicBezTo>
                  <a:cubicBezTo>
                    <a:pt x="3208" y="249"/>
                    <a:pt x="3210" y="253"/>
                    <a:pt x="3211" y="253"/>
                  </a:cubicBezTo>
                  <a:cubicBezTo>
                    <a:pt x="3213" y="253"/>
                    <a:pt x="3215" y="248"/>
                    <a:pt x="3215" y="239"/>
                  </a:cubicBezTo>
                  <a:lnTo>
                    <a:pt x="3222" y="229"/>
                  </a:lnTo>
                  <a:cubicBezTo>
                    <a:pt x="3224" y="233"/>
                    <a:pt x="3226" y="235"/>
                    <a:pt x="3228" y="235"/>
                  </a:cubicBezTo>
                  <a:cubicBezTo>
                    <a:pt x="3233" y="235"/>
                    <a:pt x="3236" y="224"/>
                    <a:pt x="3239" y="216"/>
                  </a:cubicBezTo>
                  <a:cubicBezTo>
                    <a:pt x="3242" y="224"/>
                    <a:pt x="3245" y="228"/>
                    <a:pt x="3248" y="228"/>
                  </a:cubicBezTo>
                  <a:cubicBezTo>
                    <a:pt x="3250" y="228"/>
                    <a:pt x="3252" y="224"/>
                    <a:pt x="3252" y="214"/>
                  </a:cubicBezTo>
                  <a:cubicBezTo>
                    <a:pt x="3251" y="210"/>
                    <a:pt x="3252" y="208"/>
                    <a:pt x="3254" y="208"/>
                  </a:cubicBezTo>
                  <a:cubicBezTo>
                    <a:pt x="3256" y="208"/>
                    <a:pt x="3258" y="209"/>
                    <a:pt x="3261" y="212"/>
                  </a:cubicBezTo>
                  <a:cubicBezTo>
                    <a:pt x="3264" y="217"/>
                    <a:pt x="3267" y="218"/>
                    <a:pt x="3271" y="218"/>
                  </a:cubicBezTo>
                  <a:cubicBezTo>
                    <a:pt x="3274" y="218"/>
                    <a:pt x="3276" y="217"/>
                    <a:pt x="3280" y="216"/>
                  </a:cubicBezTo>
                  <a:cubicBezTo>
                    <a:pt x="3284" y="208"/>
                    <a:pt x="3315" y="201"/>
                    <a:pt x="3351" y="193"/>
                  </a:cubicBezTo>
                  <a:cubicBezTo>
                    <a:pt x="3391" y="185"/>
                    <a:pt x="3418" y="178"/>
                    <a:pt x="3417" y="170"/>
                  </a:cubicBezTo>
                  <a:cubicBezTo>
                    <a:pt x="3418" y="170"/>
                    <a:pt x="3419" y="170"/>
                    <a:pt x="3420" y="170"/>
                  </a:cubicBezTo>
                  <a:cubicBezTo>
                    <a:pt x="3422" y="170"/>
                    <a:pt x="3423" y="172"/>
                    <a:pt x="3427" y="177"/>
                  </a:cubicBezTo>
                  <a:cubicBezTo>
                    <a:pt x="3428" y="180"/>
                    <a:pt x="3429" y="182"/>
                    <a:pt x="3430" y="182"/>
                  </a:cubicBezTo>
                  <a:cubicBezTo>
                    <a:pt x="3432" y="182"/>
                    <a:pt x="3434" y="177"/>
                    <a:pt x="3435" y="166"/>
                  </a:cubicBezTo>
                  <a:cubicBezTo>
                    <a:pt x="3436" y="161"/>
                    <a:pt x="3436" y="156"/>
                    <a:pt x="3437" y="156"/>
                  </a:cubicBezTo>
                  <a:cubicBezTo>
                    <a:pt x="3437" y="156"/>
                    <a:pt x="3438" y="159"/>
                    <a:pt x="3439" y="166"/>
                  </a:cubicBezTo>
                  <a:cubicBezTo>
                    <a:pt x="3440" y="170"/>
                    <a:pt x="3443" y="171"/>
                    <a:pt x="3447" y="171"/>
                  </a:cubicBezTo>
                  <a:cubicBezTo>
                    <a:pt x="3452" y="171"/>
                    <a:pt x="3459" y="170"/>
                    <a:pt x="3468" y="168"/>
                  </a:cubicBezTo>
                  <a:cubicBezTo>
                    <a:pt x="3481" y="165"/>
                    <a:pt x="3499" y="160"/>
                    <a:pt x="3498" y="153"/>
                  </a:cubicBezTo>
                  <a:cubicBezTo>
                    <a:pt x="3501" y="147"/>
                    <a:pt x="3503" y="145"/>
                    <a:pt x="3503" y="145"/>
                  </a:cubicBezTo>
                  <a:lnTo>
                    <a:pt x="3503" y="145"/>
                  </a:lnTo>
                  <a:cubicBezTo>
                    <a:pt x="3504" y="145"/>
                    <a:pt x="3503" y="147"/>
                    <a:pt x="3502" y="151"/>
                  </a:cubicBezTo>
                  <a:cubicBezTo>
                    <a:pt x="3502" y="161"/>
                    <a:pt x="3508" y="166"/>
                    <a:pt x="3516" y="166"/>
                  </a:cubicBezTo>
                  <a:cubicBezTo>
                    <a:pt x="3523" y="166"/>
                    <a:pt x="3531" y="162"/>
                    <a:pt x="3536" y="153"/>
                  </a:cubicBezTo>
                  <a:cubicBezTo>
                    <a:pt x="3537" y="152"/>
                    <a:pt x="3539" y="152"/>
                    <a:pt x="3540" y="152"/>
                  </a:cubicBezTo>
                  <a:cubicBezTo>
                    <a:pt x="3543" y="152"/>
                    <a:pt x="3545" y="153"/>
                    <a:pt x="3546" y="159"/>
                  </a:cubicBezTo>
                  <a:cubicBezTo>
                    <a:pt x="3551" y="158"/>
                    <a:pt x="3555" y="157"/>
                    <a:pt x="3567" y="146"/>
                  </a:cubicBezTo>
                  <a:lnTo>
                    <a:pt x="3599" y="139"/>
                  </a:lnTo>
                  <a:cubicBezTo>
                    <a:pt x="3604" y="137"/>
                    <a:pt x="3610" y="132"/>
                    <a:pt x="3614" y="127"/>
                  </a:cubicBezTo>
                  <a:cubicBezTo>
                    <a:pt x="3616" y="126"/>
                    <a:pt x="3618" y="126"/>
                    <a:pt x="3619" y="126"/>
                  </a:cubicBezTo>
                  <a:lnTo>
                    <a:pt x="3619" y="126"/>
                  </a:lnTo>
                  <a:cubicBezTo>
                    <a:pt x="3620" y="129"/>
                    <a:pt x="3623" y="130"/>
                    <a:pt x="3629" y="130"/>
                  </a:cubicBezTo>
                  <a:cubicBezTo>
                    <a:pt x="3639" y="130"/>
                    <a:pt x="3655" y="126"/>
                    <a:pt x="3675" y="121"/>
                  </a:cubicBezTo>
                  <a:cubicBezTo>
                    <a:pt x="3697" y="116"/>
                    <a:pt x="3717" y="112"/>
                    <a:pt x="3729" y="112"/>
                  </a:cubicBezTo>
                  <a:cubicBezTo>
                    <a:pt x="3734" y="112"/>
                    <a:pt x="3737" y="112"/>
                    <a:pt x="3739" y="114"/>
                  </a:cubicBezTo>
                  <a:cubicBezTo>
                    <a:pt x="3739" y="114"/>
                    <a:pt x="3743" y="113"/>
                    <a:pt x="3747" y="104"/>
                  </a:cubicBezTo>
                  <a:cubicBezTo>
                    <a:pt x="3747" y="93"/>
                    <a:pt x="3749" y="88"/>
                    <a:pt x="3752" y="88"/>
                  </a:cubicBezTo>
                  <a:cubicBezTo>
                    <a:pt x="3753" y="88"/>
                    <a:pt x="3756" y="90"/>
                    <a:pt x="3758" y="93"/>
                  </a:cubicBezTo>
                  <a:cubicBezTo>
                    <a:pt x="3762" y="100"/>
                    <a:pt x="3767" y="103"/>
                    <a:pt x="3772" y="103"/>
                  </a:cubicBezTo>
                  <a:cubicBezTo>
                    <a:pt x="3779" y="103"/>
                    <a:pt x="3785" y="97"/>
                    <a:pt x="3785" y="87"/>
                  </a:cubicBezTo>
                  <a:lnTo>
                    <a:pt x="3785" y="87"/>
                  </a:lnTo>
                  <a:cubicBezTo>
                    <a:pt x="3786" y="89"/>
                    <a:pt x="3786" y="92"/>
                    <a:pt x="3787" y="95"/>
                  </a:cubicBezTo>
                  <a:cubicBezTo>
                    <a:pt x="3790" y="100"/>
                    <a:pt x="3793" y="102"/>
                    <a:pt x="3796" y="102"/>
                  </a:cubicBezTo>
                  <a:cubicBezTo>
                    <a:pt x="3802" y="102"/>
                    <a:pt x="3807" y="93"/>
                    <a:pt x="3807" y="82"/>
                  </a:cubicBezTo>
                  <a:cubicBezTo>
                    <a:pt x="3812" y="86"/>
                    <a:pt x="3816" y="91"/>
                    <a:pt x="3819" y="91"/>
                  </a:cubicBezTo>
                  <a:cubicBezTo>
                    <a:pt x="3821" y="91"/>
                    <a:pt x="3822" y="89"/>
                    <a:pt x="3823" y="86"/>
                  </a:cubicBezTo>
                  <a:cubicBezTo>
                    <a:pt x="3824" y="86"/>
                    <a:pt x="3825" y="86"/>
                    <a:pt x="3825" y="86"/>
                  </a:cubicBezTo>
                  <a:cubicBezTo>
                    <a:pt x="3828" y="86"/>
                    <a:pt x="3828" y="89"/>
                    <a:pt x="3831" y="102"/>
                  </a:cubicBezTo>
                  <a:cubicBezTo>
                    <a:pt x="3833" y="109"/>
                    <a:pt x="3835" y="118"/>
                    <a:pt x="3839" y="118"/>
                  </a:cubicBezTo>
                  <a:cubicBezTo>
                    <a:pt x="3839" y="118"/>
                    <a:pt x="3840" y="118"/>
                    <a:pt x="3840" y="118"/>
                  </a:cubicBezTo>
                  <a:cubicBezTo>
                    <a:pt x="3844" y="117"/>
                    <a:pt x="3842" y="108"/>
                    <a:pt x="3840" y="100"/>
                  </a:cubicBezTo>
                  <a:lnTo>
                    <a:pt x="3849" y="98"/>
                  </a:lnTo>
                  <a:cubicBezTo>
                    <a:pt x="3849" y="98"/>
                    <a:pt x="3853" y="96"/>
                    <a:pt x="3852" y="89"/>
                  </a:cubicBezTo>
                  <a:cubicBezTo>
                    <a:pt x="3850" y="80"/>
                    <a:pt x="3855" y="79"/>
                    <a:pt x="3859" y="79"/>
                  </a:cubicBezTo>
                  <a:cubicBezTo>
                    <a:pt x="3860" y="81"/>
                    <a:pt x="3860" y="82"/>
                    <a:pt x="3861" y="82"/>
                  </a:cubicBezTo>
                  <a:cubicBezTo>
                    <a:pt x="3862" y="82"/>
                    <a:pt x="3862" y="75"/>
                    <a:pt x="3857" y="70"/>
                  </a:cubicBezTo>
                  <a:cubicBezTo>
                    <a:pt x="3855" y="62"/>
                    <a:pt x="3852" y="53"/>
                    <a:pt x="3857" y="52"/>
                  </a:cubicBezTo>
                  <a:lnTo>
                    <a:pt x="3852" y="36"/>
                  </a:lnTo>
                  <a:cubicBezTo>
                    <a:pt x="3849" y="19"/>
                    <a:pt x="3847" y="11"/>
                    <a:pt x="3835" y="4"/>
                  </a:cubicBezTo>
                  <a:cubicBezTo>
                    <a:pt x="3826" y="3"/>
                    <a:pt x="3818" y="1"/>
                    <a:pt x="3812" y="1"/>
                  </a:cubicBezTo>
                  <a:close/>
                  <a:moveTo>
                    <a:pt x="1112" y="739"/>
                  </a:moveTo>
                  <a:cubicBezTo>
                    <a:pt x="1112" y="739"/>
                    <a:pt x="1111" y="739"/>
                    <a:pt x="1110" y="739"/>
                  </a:cubicBezTo>
                  <a:cubicBezTo>
                    <a:pt x="1107" y="745"/>
                    <a:pt x="1106" y="750"/>
                    <a:pt x="1107" y="756"/>
                  </a:cubicBezTo>
                  <a:cubicBezTo>
                    <a:pt x="1108" y="760"/>
                    <a:pt x="1109" y="762"/>
                    <a:pt x="1110" y="762"/>
                  </a:cubicBezTo>
                  <a:cubicBezTo>
                    <a:pt x="1112" y="762"/>
                    <a:pt x="1114" y="757"/>
                    <a:pt x="1115" y="747"/>
                  </a:cubicBezTo>
                  <a:cubicBezTo>
                    <a:pt x="1114" y="740"/>
                    <a:pt x="1114" y="739"/>
                    <a:pt x="1112" y="739"/>
                  </a:cubicBezTo>
                  <a:close/>
                  <a:moveTo>
                    <a:pt x="89" y="770"/>
                  </a:moveTo>
                  <a:lnTo>
                    <a:pt x="84" y="771"/>
                  </a:lnTo>
                  <a:cubicBezTo>
                    <a:pt x="82" y="775"/>
                    <a:pt x="81" y="782"/>
                    <a:pt x="81" y="787"/>
                  </a:cubicBezTo>
                  <a:lnTo>
                    <a:pt x="85" y="787"/>
                  </a:lnTo>
                  <a:cubicBezTo>
                    <a:pt x="90" y="786"/>
                    <a:pt x="90" y="778"/>
                    <a:pt x="89" y="7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33"/>
            <p:cNvSpPr/>
            <p:nvPr/>
          </p:nvSpPr>
          <p:spPr>
            <a:xfrm>
              <a:off x="1803954" y="2594232"/>
              <a:ext cx="53642" cy="198486"/>
            </a:xfrm>
            <a:custGeom>
              <a:avLst/>
              <a:gdLst/>
              <a:ahLst/>
              <a:cxnLst/>
              <a:rect l="l" t="t" r="r" b="b"/>
              <a:pathLst>
                <a:path w="537" h="1987" extrusionOk="0">
                  <a:moveTo>
                    <a:pt x="139" y="39"/>
                  </a:moveTo>
                  <a:cubicBezTo>
                    <a:pt x="144" y="39"/>
                    <a:pt x="144" y="41"/>
                    <a:pt x="144" y="43"/>
                  </a:cubicBezTo>
                  <a:cubicBezTo>
                    <a:pt x="145" y="45"/>
                    <a:pt x="145" y="45"/>
                    <a:pt x="136" y="47"/>
                  </a:cubicBezTo>
                  <a:cubicBezTo>
                    <a:pt x="136" y="47"/>
                    <a:pt x="127" y="46"/>
                    <a:pt x="127" y="44"/>
                  </a:cubicBezTo>
                  <a:lnTo>
                    <a:pt x="135" y="39"/>
                  </a:lnTo>
                  <a:cubicBezTo>
                    <a:pt x="137" y="39"/>
                    <a:pt x="138" y="39"/>
                    <a:pt x="139" y="39"/>
                  </a:cubicBezTo>
                  <a:close/>
                  <a:moveTo>
                    <a:pt x="0" y="58"/>
                  </a:moveTo>
                  <a:lnTo>
                    <a:pt x="0" y="60"/>
                  </a:lnTo>
                  <a:lnTo>
                    <a:pt x="0" y="62"/>
                  </a:lnTo>
                  <a:cubicBezTo>
                    <a:pt x="1" y="63"/>
                    <a:pt x="2" y="63"/>
                    <a:pt x="3" y="63"/>
                  </a:cubicBezTo>
                  <a:cubicBezTo>
                    <a:pt x="7" y="63"/>
                    <a:pt x="12" y="61"/>
                    <a:pt x="18" y="61"/>
                  </a:cubicBezTo>
                  <a:lnTo>
                    <a:pt x="17" y="58"/>
                  </a:lnTo>
                  <a:close/>
                  <a:moveTo>
                    <a:pt x="191" y="66"/>
                  </a:moveTo>
                  <a:lnTo>
                    <a:pt x="183" y="70"/>
                  </a:lnTo>
                  <a:lnTo>
                    <a:pt x="183" y="72"/>
                  </a:lnTo>
                  <a:cubicBezTo>
                    <a:pt x="192" y="71"/>
                    <a:pt x="192" y="71"/>
                    <a:pt x="191" y="69"/>
                  </a:cubicBezTo>
                  <a:lnTo>
                    <a:pt x="191" y="66"/>
                  </a:lnTo>
                  <a:close/>
                  <a:moveTo>
                    <a:pt x="146" y="65"/>
                  </a:moveTo>
                  <a:cubicBezTo>
                    <a:pt x="148" y="65"/>
                    <a:pt x="148" y="66"/>
                    <a:pt x="149" y="69"/>
                  </a:cubicBezTo>
                  <a:cubicBezTo>
                    <a:pt x="149" y="71"/>
                    <a:pt x="150" y="73"/>
                    <a:pt x="141" y="75"/>
                  </a:cubicBezTo>
                  <a:lnTo>
                    <a:pt x="141" y="73"/>
                  </a:lnTo>
                  <a:cubicBezTo>
                    <a:pt x="144" y="72"/>
                    <a:pt x="144" y="71"/>
                    <a:pt x="143" y="71"/>
                  </a:cubicBezTo>
                  <a:cubicBezTo>
                    <a:pt x="141" y="71"/>
                    <a:pt x="136" y="72"/>
                    <a:pt x="132" y="74"/>
                  </a:cubicBezTo>
                  <a:lnTo>
                    <a:pt x="115" y="78"/>
                  </a:lnTo>
                  <a:cubicBezTo>
                    <a:pt x="115" y="75"/>
                    <a:pt x="123" y="71"/>
                    <a:pt x="132" y="70"/>
                  </a:cubicBezTo>
                  <a:cubicBezTo>
                    <a:pt x="140" y="67"/>
                    <a:pt x="144" y="65"/>
                    <a:pt x="146" y="65"/>
                  </a:cubicBezTo>
                  <a:close/>
                  <a:moveTo>
                    <a:pt x="132" y="205"/>
                  </a:moveTo>
                  <a:cubicBezTo>
                    <a:pt x="139" y="205"/>
                    <a:pt x="144" y="207"/>
                    <a:pt x="144" y="209"/>
                  </a:cubicBezTo>
                  <a:cubicBezTo>
                    <a:pt x="144" y="211"/>
                    <a:pt x="141" y="212"/>
                    <a:pt x="137" y="212"/>
                  </a:cubicBezTo>
                  <a:cubicBezTo>
                    <a:pt x="135" y="212"/>
                    <a:pt x="131" y="211"/>
                    <a:pt x="127" y="210"/>
                  </a:cubicBezTo>
                  <a:cubicBezTo>
                    <a:pt x="126" y="208"/>
                    <a:pt x="126" y="205"/>
                    <a:pt x="126" y="205"/>
                  </a:cubicBezTo>
                  <a:cubicBezTo>
                    <a:pt x="128" y="205"/>
                    <a:pt x="130" y="205"/>
                    <a:pt x="132" y="205"/>
                  </a:cubicBezTo>
                  <a:close/>
                  <a:moveTo>
                    <a:pt x="127" y="220"/>
                  </a:moveTo>
                  <a:cubicBezTo>
                    <a:pt x="125" y="220"/>
                    <a:pt x="122" y="220"/>
                    <a:pt x="119" y="221"/>
                  </a:cubicBezTo>
                  <a:cubicBezTo>
                    <a:pt x="112" y="222"/>
                    <a:pt x="112" y="224"/>
                    <a:pt x="113" y="229"/>
                  </a:cubicBezTo>
                  <a:cubicBezTo>
                    <a:pt x="113" y="231"/>
                    <a:pt x="122" y="232"/>
                    <a:pt x="122" y="232"/>
                  </a:cubicBezTo>
                  <a:cubicBezTo>
                    <a:pt x="131" y="231"/>
                    <a:pt x="129" y="229"/>
                    <a:pt x="129" y="227"/>
                  </a:cubicBezTo>
                  <a:cubicBezTo>
                    <a:pt x="135" y="222"/>
                    <a:pt x="132" y="220"/>
                    <a:pt x="127" y="220"/>
                  </a:cubicBezTo>
                  <a:close/>
                  <a:moveTo>
                    <a:pt x="198" y="311"/>
                  </a:moveTo>
                  <a:cubicBezTo>
                    <a:pt x="202" y="311"/>
                    <a:pt x="203" y="312"/>
                    <a:pt x="204" y="314"/>
                  </a:cubicBezTo>
                  <a:lnTo>
                    <a:pt x="195" y="315"/>
                  </a:lnTo>
                  <a:lnTo>
                    <a:pt x="186" y="315"/>
                  </a:lnTo>
                  <a:lnTo>
                    <a:pt x="195" y="311"/>
                  </a:lnTo>
                  <a:cubicBezTo>
                    <a:pt x="196" y="311"/>
                    <a:pt x="197" y="311"/>
                    <a:pt x="198" y="311"/>
                  </a:cubicBezTo>
                  <a:close/>
                  <a:moveTo>
                    <a:pt x="153" y="325"/>
                  </a:moveTo>
                  <a:lnTo>
                    <a:pt x="171" y="328"/>
                  </a:lnTo>
                  <a:cubicBezTo>
                    <a:pt x="197" y="328"/>
                    <a:pt x="197" y="328"/>
                    <a:pt x="180" y="331"/>
                  </a:cubicBezTo>
                  <a:cubicBezTo>
                    <a:pt x="176" y="332"/>
                    <a:pt x="172" y="333"/>
                    <a:pt x="168" y="333"/>
                  </a:cubicBezTo>
                  <a:cubicBezTo>
                    <a:pt x="163" y="333"/>
                    <a:pt x="158" y="332"/>
                    <a:pt x="154" y="330"/>
                  </a:cubicBezTo>
                  <a:lnTo>
                    <a:pt x="153" y="325"/>
                  </a:lnTo>
                  <a:close/>
                  <a:moveTo>
                    <a:pt x="220" y="374"/>
                  </a:moveTo>
                  <a:lnTo>
                    <a:pt x="220" y="374"/>
                  </a:lnTo>
                  <a:cubicBezTo>
                    <a:pt x="229" y="377"/>
                    <a:pt x="229" y="377"/>
                    <a:pt x="213" y="378"/>
                  </a:cubicBezTo>
                  <a:lnTo>
                    <a:pt x="196" y="376"/>
                  </a:lnTo>
                  <a:cubicBezTo>
                    <a:pt x="195" y="374"/>
                    <a:pt x="204" y="375"/>
                    <a:pt x="220" y="374"/>
                  </a:cubicBezTo>
                  <a:close/>
                  <a:moveTo>
                    <a:pt x="190" y="398"/>
                  </a:moveTo>
                  <a:lnTo>
                    <a:pt x="190" y="401"/>
                  </a:lnTo>
                  <a:cubicBezTo>
                    <a:pt x="185" y="402"/>
                    <a:pt x="180" y="403"/>
                    <a:pt x="177" y="403"/>
                  </a:cubicBezTo>
                  <a:cubicBezTo>
                    <a:pt x="175" y="403"/>
                    <a:pt x="173" y="403"/>
                    <a:pt x="173" y="402"/>
                  </a:cubicBezTo>
                  <a:lnTo>
                    <a:pt x="173" y="399"/>
                  </a:lnTo>
                  <a:cubicBezTo>
                    <a:pt x="179" y="398"/>
                    <a:pt x="184" y="398"/>
                    <a:pt x="190" y="398"/>
                  </a:cubicBezTo>
                  <a:close/>
                  <a:moveTo>
                    <a:pt x="262" y="417"/>
                  </a:moveTo>
                  <a:lnTo>
                    <a:pt x="253" y="419"/>
                  </a:lnTo>
                  <a:cubicBezTo>
                    <a:pt x="252" y="419"/>
                    <a:pt x="251" y="419"/>
                    <a:pt x="250" y="419"/>
                  </a:cubicBezTo>
                  <a:lnTo>
                    <a:pt x="250" y="419"/>
                  </a:lnTo>
                  <a:lnTo>
                    <a:pt x="262" y="417"/>
                  </a:lnTo>
                  <a:close/>
                  <a:moveTo>
                    <a:pt x="250" y="419"/>
                  </a:moveTo>
                  <a:lnTo>
                    <a:pt x="245" y="420"/>
                  </a:lnTo>
                  <a:cubicBezTo>
                    <a:pt x="242" y="420"/>
                    <a:pt x="241" y="421"/>
                    <a:pt x="241" y="421"/>
                  </a:cubicBezTo>
                  <a:cubicBezTo>
                    <a:pt x="241" y="421"/>
                    <a:pt x="245" y="420"/>
                    <a:pt x="250" y="419"/>
                  </a:cubicBezTo>
                  <a:close/>
                  <a:moveTo>
                    <a:pt x="164" y="448"/>
                  </a:moveTo>
                  <a:cubicBezTo>
                    <a:pt x="167" y="448"/>
                    <a:pt x="172" y="450"/>
                    <a:pt x="172" y="452"/>
                  </a:cubicBezTo>
                  <a:lnTo>
                    <a:pt x="164" y="453"/>
                  </a:lnTo>
                  <a:cubicBezTo>
                    <a:pt x="163" y="451"/>
                    <a:pt x="155" y="451"/>
                    <a:pt x="163" y="449"/>
                  </a:cubicBezTo>
                  <a:cubicBezTo>
                    <a:pt x="163" y="448"/>
                    <a:pt x="164" y="448"/>
                    <a:pt x="164" y="448"/>
                  </a:cubicBezTo>
                  <a:close/>
                  <a:moveTo>
                    <a:pt x="221" y="459"/>
                  </a:moveTo>
                  <a:cubicBezTo>
                    <a:pt x="223" y="459"/>
                    <a:pt x="225" y="459"/>
                    <a:pt x="225" y="460"/>
                  </a:cubicBezTo>
                  <a:cubicBezTo>
                    <a:pt x="234" y="460"/>
                    <a:pt x="226" y="465"/>
                    <a:pt x="209" y="465"/>
                  </a:cubicBezTo>
                  <a:cubicBezTo>
                    <a:pt x="208" y="462"/>
                    <a:pt x="208" y="462"/>
                    <a:pt x="208" y="460"/>
                  </a:cubicBezTo>
                  <a:cubicBezTo>
                    <a:pt x="213" y="459"/>
                    <a:pt x="218" y="459"/>
                    <a:pt x="221" y="459"/>
                  </a:cubicBezTo>
                  <a:close/>
                  <a:moveTo>
                    <a:pt x="228" y="479"/>
                  </a:moveTo>
                  <a:lnTo>
                    <a:pt x="228" y="481"/>
                  </a:lnTo>
                  <a:cubicBezTo>
                    <a:pt x="229" y="484"/>
                    <a:pt x="229" y="484"/>
                    <a:pt x="220" y="485"/>
                  </a:cubicBezTo>
                  <a:lnTo>
                    <a:pt x="220" y="482"/>
                  </a:lnTo>
                  <a:lnTo>
                    <a:pt x="228" y="479"/>
                  </a:lnTo>
                  <a:close/>
                  <a:moveTo>
                    <a:pt x="257" y="499"/>
                  </a:moveTo>
                  <a:cubicBezTo>
                    <a:pt x="252" y="500"/>
                    <a:pt x="246" y="503"/>
                    <a:pt x="241" y="505"/>
                  </a:cubicBezTo>
                  <a:cubicBezTo>
                    <a:pt x="241" y="506"/>
                    <a:pt x="243" y="506"/>
                    <a:pt x="245" y="506"/>
                  </a:cubicBezTo>
                  <a:cubicBezTo>
                    <a:pt x="247" y="506"/>
                    <a:pt x="250" y="506"/>
                    <a:pt x="250" y="506"/>
                  </a:cubicBezTo>
                  <a:cubicBezTo>
                    <a:pt x="250" y="506"/>
                    <a:pt x="257" y="505"/>
                    <a:pt x="257" y="502"/>
                  </a:cubicBezTo>
                  <a:lnTo>
                    <a:pt x="257" y="499"/>
                  </a:lnTo>
                  <a:close/>
                  <a:moveTo>
                    <a:pt x="205" y="524"/>
                  </a:moveTo>
                  <a:cubicBezTo>
                    <a:pt x="209" y="524"/>
                    <a:pt x="209" y="525"/>
                    <a:pt x="209" y="525"/>
                  </a:cubicBezTo>
                  <a:cubicBezTo>
                    <a:pt x="209" y="527"/>
                    <a:pt x="210" y="530"/>
                    <a:pt x="201" y="532"/>
                  </a:cubicBezTo>
                  <a:cubicBezTo>
                    <a:pt x="201" y="532"/>
                    <a:pt x="199" y="532"/>
                    <a:pt x="197" y="532"/>
                  </a:cubicBezTo>
                  <a:cubicBezTo>
                    <a:pt x="195" y="532"/>
                    <a:pt x="193" y="532"/>
                    <a:pt x="193" y="531"/>
                  </a:cubicBezTo>
                  <a:cubicBezTo>
                    <a:pt x="192" y="528"/>
                    <a:pt x="200" y="524"/>
                    <a:pt x="200" y="524"/>
                  </a:cubicBezTo>
                  <a:cubicBezTo>
                    <a:pt x="202" y="524"/>
                    <a:pt x="203" y="524"/>
                    <a:pt x="205" y="524"/>
                  </a:cubicBezTo>
                  <a:close/>
                  <a:moveTo>
                    <a:pt x="321" y="531"/>
                  </a:moveTo>
                  <a:cubicBezTo>
                    <a:pt x="320" y="531"/>
                    <a:pt x="318" y="531"/>
                    <a:pt x="313" y="533"/>
                  </a:cubicBezTo>
                  <a:cubicBezTo>
                    <a:pt x="315" y="535"/>
                    <a:pt x="315" y="537"/>
                    <a:pt x="315" y="537"/>
                  </a:cubicBezTo>
                  <a:cubicBezTo>
                    <a:pt x="324" y="536"/>
                    <a:pt x="324" y="536"/>
                    <a:pt x="322" y="534"/>
                  </a:cubicBezTo>
                  <a:cubicBezTo>
                    <a:pt x="322" y="532"/>
                    <a:pt x="322" y="531"/>
                    <a:pt x="321" y="531"/>
                  </a:cubicBezTo>
                  <a:close/>
                  <a:moveTo>
                    <a:pt x="214" y="566"/>
                  </a:moveTo>
                  <a:cubicBezTo>
                    <a:pt x="216" y="566"/>
                    <a:pt x="216" y="568"/>
                    <a:pt x="216" y="570"/>
                  </a:cubicBezTo>
                  <a:cubicBezTo>
                    <a:pt x="217" y="572"/>
                    <a:pt x="208" y="573"/>
                    <a:pt x="208" y="573"/>
                  </a:cubicBezTo>
                  <a:cubicBezTo>
                    <a:pt x="207" y="573"/>
                    <a:pt x="206" y="574"/>
                    <a:pt x="206" y="574"/>
                  </a:cubicBezTo>
                  <a:cubicBezTo>
                    <a:pt x="202" y="574"/>
                    <a:pt x="208" y="571"/>
                    <a:pt x="207" y="569"/>
                  </a:cubicBezTo>
                  <a:cubicBezTo>
                    <a:pt x="211" y="567"/>
                    <a:pt x="213" y="566"/>
                    <a:pt x="214" y="566"/>
                  </a:cubicBezTo>
                  <a:close/>
                  <a:moveTo>
                    <a:pt x="41" y="585"/>
                  </a:moveTo>
                  <a:cubicBezTo>
                    <a:pt x="37" y="585"/>
                    <a:pt x="33" y="586"/>
                    <a:pt x="30" y="586"/>
                  </a:cubicBezTo>
                  <a:cubicBezTo>
                    <a:pt x="22" y="588"/>
                    <a:pt x="21" y="589"/>
                    <a:pt x="31" y="589"/>
                  </a:cubicBezTo>
                  <a:cubicBezTo>
                    <a:pt x="33" y="589"/>
                    <a:pt x="35" y="589"/>
                    <a:pt x="39" y="589"/>
                  </a:cubicBezTo>
                  <a:cubicBezTo>
                    <a:pt x="46" y="588"/>
                    <a:pt x="46" y="588"/>
                    <a:pt x="46" y="586"/>
                  </a:cubicBezTo>
                  <a:cubicBezTo>
                    <a:pt x="45" y="585"/>
                    <a:pt x="43" y="585"/>
                    <a:pt x="41" y="585"/>
                  </a:cubicBezTo>
                  <a:close/>
                  <a:moveTo>
                    <a:pt x="289" y="596"/>
                  </a:moveTo>
                  <a:cubicBezTo>
                    <a:pt x="289" y="596"/>
                    <a:pt x="289" y="597"/>
                    <a:pt x="289" y="597"/>
                  </a:cubicBezTo>
                  <a:cubicBezTo>
                    <a:pt x="289" y="597"/>
                    <a:pt x="289" y="596"/>
                    <a:pt x="289" y="596"/>
                  </a:cubicBezTo>
                  <a:cubicBezTo>
                    <a:pt x="289" y="596"/>
                    <a:pt x="289" y="596"/>
                    <a:pt x="289" y="596"/>
                  </a:cubicBezTo>
                  <a:close/>
                  <a:moveTo>
                    <a:pt x="243" y="604"/>
                  </a:moveTo>
                  <a:cubicBezTo>
                    <a:pt x="246" y="604"/>
                    <a:pt x="243" y="606"/>
                    <a:pt x="230" y="610"/>
                  </a:cubicBezTo>
                  <a:cubicBezTo>
                    <a:pt x="227" y="611"/>
                    <a:pt x="225" y="611"/>
                    <a:pt x="224" y="611"/>
                  </a:cubicBezTo>
                  <a:cubicBezTo>
                    <a:pt x="223" y="611"/>
                    <a:pt x="223" y="611"/>
                    <a:pt x="223" y="609"/>
                  </a:cubicBezTo>
                  <a:cubicBezTo>
                    <a:pt x="227" y="607"/>
                    <a:pt x="233" y="606"/>
                    <a:pt x="238" y="605"/>
                  </a:cubicBezTo>
                  <a:cubicBezTo>
                    <a:pt x="241" y="604"/>
                    <a:pt x="242" y="604"/>
                    <a:pt x="243" y="604"/>
                  </a:cubicBezTo>
                  <a:close/>
                  <a:moveTo>
                    <a:pt x="242" y="623"/>
                  </a:moveTo>
                  <a:lnTo>
                    <a:pt x="242" y="625"/>
                  </a:lnTo>
                  <a:cubicBezTo>
                    <a:pt x="237" y="626"/>
                    <a:pt x="232" y="627"/>
                    <a:pt x="228" y="627"/>
                  </a:cubicBezTo>
                  <a:cubicBezTo>
                    <a:pt x="226" y="627"/>
                    <a:pt x="225" y="627"/>
                    <a:pt x="225" y="626"/>
                  </a:cubicBezTo>
                  <a:lnTo>
                    <a:pt x="233" y="623"/>
                  </a:lnTo>
                  <a:close/>
                  <a:moveTo>
                    <a:pt x="239" y="778"/>
                  </a:moveTo>
                  <a:lnTo>
                    <a:pt x="248" y="779"/>
                  </a:lnTo>
                  <a:lnTo>
                    <a:pt x="248" y="781"/>
                  </a:lnTo>
                  <a:cubicBezTo>
                    <a:pt x="243" y="782"/>
                    <a:pt x="238" y="783"/>
                    <a:pt x="235" y="783"/>
                  </a:cubicBezTo>
                  <a:cubicBezTo>
                    <a:pt x="233" y="783"/>
                    <a:pt x="232" y="782"/>
                    <a:pt x="232" y="781"/>
                  </a:cubicBezTo>
                  <a:lnTo>
                    <a:pt x="239" y="778"/>
                  </a:lnTo>
                  <a:close/>
                  <a:moveTo>
                    <a:pt x="265" y="834"/>
                  </a:moveTo>
                  <a:cubicBezTo>
                    <a:pt x="265" y="836"/>
                    <a:pt x="265" y="836"/>
                    <a:pt x="257" y="837"/>
                  </a:cubicBezTo>
                  <a:cubicBezTo>
                    <a:pt x="251" y="838"/>
                    <a:pt x="245" y="838"/>
                    <a:pt x="239" y="838"/>
                  </a:cubicBezTo>
                  <a:cubicBezTo>
                    <a:pt x="239" y="835"/>
                    <a:pt x="256" y="835"/>
                    <a:pt x="265" y="834"/>
                  </a:cubicBezTo>
                  <a:close/>
                  <a:moveTo>
                    <a:pt x="324" y="862"/>
                  </a:moveTo>
                  <a:cubicBezTo>
                    <a:pt x="325" y="862"/>
                    <a:pt x="327" y="862"/>
                    <a:pt x="329" y="863"/>
                  </a:cubicBezTo>
                  <a:lnTo>
                    <a:pt x="330" y="865"/>
                  </a:lnTo>
                  <a:cubicBezTo>
                    <a:pt x="324" y="866"/>
                    <a:pt x="318" y="867"/>
                    <a:pt x="315" y="867"/>
                  </a:cubicBezTo>
                  <a:cubicBezTo>
                    <a:pt x="314" y="867"/>
                    <a:pt x="313" y="867"/>
                    <a:pt x="312" y="866"/>
                  </a:cubicBezTo>
                  <a:lnTo>
                    <a:pt x="312" y="863"/>
                  </a:lnTo>
                  <a:cubicBezTo>
                    <a:pt x="316" y="863"/>
                    <a:pt x="320" y="862"/>
                    <a:pt x="324" y="862"/>
                  </a:cubicBezTo>
                  <a:close/>
                  <a:moveTo>
                    <a:pt x="275" y="901"/>
                  </a:moveTo>
                  <a:lnTo>
                    <a:pt x="284" y="902"/>
                  </a:lnTo>
                  <a:lnTo>
                    <a:pt x="284" y="904"/>
                  </a:lnTo>
                  <a:cubicBezTo>
                    <a:pt x="279" y="905"/>
                    <a:pt x="273" y="906"/>
                    <a:pt x="270" y="906"/>
                  </a:cubicBezTo>
                  <a:cubicBezTo>
                    <a:pt x="268" y="906"/>
                    <a:pt x="267" y="906"/>
                    <a:pt x="267" y="905"/>
                  </a:cubicBezTo>
                  <a:lnTo>
                    <a:pt x="275" y="901"/>
                  </a:lnTo>
                  <a:close/>
                  <a:moveTo>
                    <a:pt x="304" y="1064"/>
                  </a:moveTo>
                  <a:cubicBezTo>
                    <a:pt x="307" y="1064"/>
                    <a:pt x="309" y="1065"/>
                    <a:pt x="309" y="1066"/>
                  </a:cubicBezTo>
                  <a:cubicBezTo>
                    <a:pt x="310" y="1070"/>
                    <a:pt x="310" y="1070"/>
                    <a:pt x="301" y="1073"/>
                  </a:cubicBezTo>
                  <a:cubicBezTo>
                    <a:pt x="300" y="1073"/>
                    <a:pt x="300" y="1073"/>
                    <a:pt x="299" y="1073"/>
                  </a:cubicBezTo>
                  <a:cubicBezTo>
                    <a:pt x="293" y="1073"/>
                    <a:pt x="292" y="1069"/>
                    <a:pt x="292" y="1067"/>
                  </a:cubicBezTo>
                  <a:cubicBezTo>
                    <a:pt x="296" y="1065"/>
                    <a:pt x="300" y="1064"/>
                    <a:pt x="304" y="1064"/>
                  </a:cubicBezTo>
                  <a:close/>
                  <a:moveTo>
                    <a:pt x="323" y="1160"/>
                  </a:moveTo>
                  <a:cubicBezTo>
                    <a:pt x="326" y="1160"/>
                    <a:pt x="329" y="1161"/>
                    <a:pt x="333" y="1161"/>
                  </a:cubicBezTo>
                  <a:lnTo>
                    <a:pt x="333" y="1163"/>
                  </a:lnTo>
                  <a:cubicBezTo>
                    <a:pt x="327" y="1164"/>
                    <a:pt x="323" y="1165"/>
                    <a:pt x="319" y="1165"/>
                  </a:cubicBezTo>
                  <a:cubicBezTo>
                    <a:pt x="317" y="1165"/>
                    <a:pt x="316" y="1164"/>
                    <a:pt x="316" y="1163"/>
                  </a:cubicBezTo>
                  <a:lnTo>
                    <a:pt x="315" y="1161"/>
                  </a:lnTo>
                  <a:cubicBezTo>
                    <a:pt x="317" y="1161"/>
                    <a:pt x="320" y="1160"/>
                    <a:pt x="323" y="1160"/>
                  </a:cubicBezTo>
                  <a:close/>
                  <a:moveTo>
                    <a:pt x="408" y="1347"/>
                  </a:moveTo>
                  <a:cubicBezTo>
                    <a:pt x="412" y="1347"/>
                    <a:pt x="412" y="1348"/>
                    <a:pt x="412" y="1348"/>
                  </a:cubicBezTo>
                  <a:cubicBezTo>
                    <a:pt x="412" y="1351"/>
                    <a:pt x="412" y="1351"/>
                    <a:pt x="404" y="1353"/>
                  </a:cubicBezTo>
                  <a:cubicBezTo>
                    <a:pt x="404" y="1353"/>
                    <a:pt x="402" y="1353"/>
                    <a:pt x="400" y="1353"/>
                  </a:cubicBezTo>
                  <a:cubicBezTo>
                    <a:pt x="398" y="1353"/>
                    <a:pt x="395" y="1353"/>
                    <a:pt x="395" y="1352"/>
                  </a:cubicBezTo>
                  <a:lnTo>
                    <a:pt x="403" y="1347"/>
                  </a:lnTo>
                  <a:cubicBezTo>
                    <a:pt x="405" y="1347"/>
                    <a:pt x="406" y="1347"/>
                    <a:pt x="408" y="1347"/>
                  </a:cubicBezTo>
                  <a:close/>
                  <a:moveTo>
                    <a:pt x="417" y="1374"/>
                  </a:moveTo>
                  <a:lnTo>
                    <a:pt x="425" y="1375"/>
                  </a:lnTo>
                  <a:lnTo>
                    <a:pt x="426" y="1378"/>
                  </a:lnTo>
                  <a:cubicBezTo>
                    <a:pt x="419" y="1378"/>
                    <a:pt x="414" y="1380"/>
                    <a:pt x="411" y="1380"/>
                  </a:cubicBezTo>
                  <a:cubicBezTo>
                    <a:pt x="409" y="1380"/>
                    <a:pt x="408" y="1379"/>
                    <a:pt x="408" y="1379"/>
                  </a:cubicBezTo>
                  <a:lnTo>
                    <a:pt x="417" y="1374"/>
                  </a:lnTo>
                  <a:close/>
                  <a:moveTo>
                    <a:pt x="362" y="1402"/>
                  </a:moveTo>
                  <a:cubicBezTo>
                    <a:pt x="363" y="1402"/>
                    <a:pt x="365" y="1402"/>
                    <a:pt x="368" y="1402"/>
                  </a:cubicBezTo>
                  <a:cubicBezTo>
                    <a:pt x="377" y="1403"/>
                    <a:pt x="377" y="1406"/>
                    <a:pt x="370" y="1407"/>
                  </a:cubicBezTo>
                  <a:cubicBezTo>
                    <a:pt x="366" y="1407"/>
                    <a:pt x="364" y="1408"/>
                    <a:pt x="362" y="1408"/>
                  </a:cubicBezTo>
                  <a:cubicBezTo>
                    <a:pt x="361" y="1408"/>
                    <a:pt x="361" y="1407"/>
                    <a:pt x="361" y="1406"/>
                  </a:cubicBezTo>
                  <a:cubicBezTo>
                    <a:pt x="360" y="1403"/>
                    <a:pt x="360" y="1402"/>
                    <a:pt x="362" y="1402"/>
                  </a:cubicBezTo>
                  <a:close/>
                  <a:moveTo>
                    <a:pt x="336" y="1420"/>
                  </a:moveTo>
                  <a:cubicBezTo>
                    <a:pt x="334" y="1420"/>
                    <a:pt x="331" y="1421"/>
                    <a:pt x="328" y="1421"/>
                  </a:cubicBezTo>
                  <a:cubicBezTo>
                    <a:pt x="328" y="1422"/>
                    <a:pt x="328" y="1422"/>
                    <a:pt x="327" y="1422"/>
                  </a:cubicBezTo>
                  <a:lnTo>
                    <a:pt x="327" y="1422"/>
                  </a:lnTo>
                  <a:cubicBezTo>
                    <a:pt x="329" y="1421"/>
                    <a:pt x="332" y="1421"/>
                    <a:pt x="336" y="1420"/>
                  </a:cubicBezTo>
                  <a:cubicBezTo>
                    <a:pt x="336" y="1420"/>
                    <a:pt x="336" y="1420"/>
                    <a:pt x="336" y="1420"/>
                  </a:cubicBezTo>
                  <a:close/>
                  <a:moveTo>
                    <a:pt x="327" y="1422"/>
                  </a:moveTo>
                  <a:cubicBezTo>
                    <a:pt x="323" y="1423"/>
                    <a:pt x="322" y="1423"/>
                    <a:pt x="323" y="1423"/>
                  </a:cubicBezTo>
                  <a:cubicBezTo>
                    <a:pt x="323" y="1423"/>
                    <a:pt x="325" y="1423"/>
                    <a:pt x="327" y="1422"/>
                  </a:cubicBezTo>
                  <a:close/>
                  <a:moveTo>
                    <a:pt x="372" y="1418"/>
                  </a:moveTo>
                  <a:lnTo>
                    <a:pt x="372" y="1421"/>
                  </a:lnTo>
                  <a:cubicBezTo>
                    <a:pt x="372" y="1424"/>
                    <a:pt x="372" y="1424"/>
                    <a:pt x="364" y="1425"/>
                  </a:cubicBezTo>
                  <a:lnTo>
                    <a:pt x="363" y="1423"/>
                  </a:lnTo>
                  <a:lnTo>
                    <a:pt x="372" y="1418"/>
                  </a:lnTo>
                  <a:close/>
                  <a:moveTo>
                    <a:pt x="356" y="1440"/>
                  </a:moveTo>
                  <a:lnTo>
                    <a:pt x="356" y="1440"/>
                  </a:lnTo>
                  <a:cubicBezTo>
                    <a:pt x="357" y="1441"/>
                    <a:pt x="358" y="1442"/>
                    <a:pt x="359" y="1442"/>
                  </a:cubicBezTo>
                  <a:cubicBezTo>
                    <a:pt x="361" y="1442"/>
                    <a:pt x="361" y="1441"/>
                    <a:pt x="356" y="1440"/>
                  </a:cubicBezTo>
                  <a:close/>
                  <a:moveTo>
                    <a:pt x="375" y="1442"/>
                  </a:moveTo>
                  <a:lnTo>
                    <a:pt x="375" y="1444"/>
                  </a:lnTo>
                  <a:cubicBezTo>
                    <a:pt x="375" y="1447"/>
                    <a:pt x="375" y="1447"/>
                    <a:pt x="367" y="1448"/>
                  </a:cubicBezTo>
                  <a:lnTo>
                    <a:pt x="367" y="1446"/>
                  </a:lnTo>
                  <a:lnTo>
                    <a:pt x="375" y="1442"/>
                  </a:lnTo>
                  <a:close/>
                  <a:moveTo>
                    <a:pt x="395" y="1463"/>
                  </a:moveTo>
                  <a:lnTo>
                    <a:pt x="395" y="1465"/>
                  </a:lnTo>
                  <a:cubicBezTo>
                    <a:pt x="395" y="1467"/>
                    <a:pt x="387" y="1469"/>
                    <a:pt x="387" y="1469"/>
                  </a:cubicBezTo>
                  <a:cubicBezTo>
                    <a:pt x="387" y="1469"/>
                    <a:pt x="385" y="1469"/>
                    <a:pt x="383" y="1469"/>
                  </a:cubicBezTo>
                  <a:cubicBezTo>
                    <a:pt x="381" y="1469"/>
                    <a:pt x="379" y="1469"/>
                    <a:pt x="379" y="1467"/>
                  </a:cubicBezTo>
                  <a:cubicBezTo>
                    <a:pt x="384" y="1465"/>
                    <a:pt x="390" y="1464"/>
                    <a:pt x="395" y="1463"/>
                  </a:cubicBezTo>
                  <a:close/>
                  <a:moveTo>
                    <a:pt x="401" y="1558"/>
                  </a:moveTo>
                  <a:cubicBezTo>
                    <a:pt x="410" y="1558"/>
                    <a:pt x="419" y="1559"/>
                    <a:pt x="410" y="1561"/>
                  </a:cubicBezTo>
                  <a:cubicBezTo>
                    <a:pt x="404" y="1562"/>
                    <a:pt x="399" y="1562"/>
                    <a:pt x="393" y="1562"/>
                  </a:cubicBezTo>
                  <a:cubicBezTo>
                    <a:pt x="393" y="1562"/>
                    <a:pt x="384" y="1561"/>
                    <a:pt x="393" y="1559"/>
                  </a:cubicBezTo>
                  <a:lnTo>
                    <a:pt x="401" y="1558"/>
                  </a:lnTo>
                  <a:close/>
                  <a:moveTo>
                    <a:pt x="446" y="1631"/>
                  </a:moveTo>
                  <a:cubicBezTo>
                    <a:pt x="450" y="1631"/>
                    <a:pt x="453" y="1631"/>
                    <a:pt x="456" y="1632"/>
                  </a:cubicBezTo>
                  <a:cubicBezTo>
                    <a:pt x="456" y="1635"/>
                    <a:pt x="456" y="1635"/>
                    <a:pt x="447" y="1636"/>
                  </a:cubicBezTo>
                  <a:cubicBezTo>
                    <a:pt x="444" y="1637"/>
                    <a:pt x="441" y="1637"/>
                    <a:pt x="438" y="1637"/>
                  </a:cubicBezTo>
                  <a:cubicBezTo>
                    <a:pt x="434" y="1637"/>
                    <a:pt x="430" y="1636"/>
                    <a:pt x="430" y="1635"/>
                  </a:cubicBezTo>
                  <a:cubicBezTo>
                    <a:pt x="430" y="1633"/>
                    <a:pt x="438" y="1631"/>
                    <a:pt x="446" y="1631"/>
                  </a:cubicBezTo>
                  <a:close/>
                  <a:moveTo>
                    <a:pt x="510" y="1958"/>
                  </a:moveTo>
                  <a:cubicBezTo>
                    <a:pt x="512" y="1958"/>
                    <a:pt x="514" y="1958"/>
                    <a:pt x="514" y="1959"/>
                  </a:cubicBezTo>
                  <a:cubicBezTo>
                    <a:pt x="528" y="1961"/>
                    <a:pt x="519" y="1962"/>
                    <a:pt x="506" y="1962"/>
                  </a:cubicBezTo>
                  <a:cubicBezTo>
                    <a:pt x="504" y="1962"/>
                    <a:pt x="501" y="1962"/>
                    <a:pt x="497" y="1962"/>
                  </a:cubicBezTo>
                  <a:cubicBezTo>
                    <a:pt x="481" y="1962"/>
                    <a:pt x="481" y="1962"/>
                    <a:pt x="496" y="1960"/>
                  </a:cubicBezTo>
                  <a:cubicBezTo>
                    <a:pt x="502" y="1958"/>
                    <a:pt x="507" y="1958"/>
                    <a:pt x="510" y="1958"/>
                  </a:cubicBezTo>
                  <a:close/>
                  <a:moveTo>
                    <a:pt x="120" y="1"/>
                  </a:moveTo>
                  <a:cubicBezTo>
                    <a:pt x="113" y="1"/>
                    <a:pt x="106" y="3"/>
                    <a:pt x="113" y="6"/>
                  </a:cubicBezTo>
                  <a:lnTo>
                    <a:pt x="105" y="9"/>
                  </a:lnTo>
                  <a:cubicBezTo>
                    <a:pt x="87" y="12"/>
                    <a:pt x="82" y="15"/>
                    <a:pt x="90" y="15"/>
                  </a:cubicBezTo>
                  <a:cubicBezTo>
                    <a:pt x="93" y="15"/>
                    <a:pt x="98" y="15"/>
                    <a:pt x="106" y="14"/>
                  </a:cubicBezTo>
                  <a:cubicBezTo>
                    <a:pt x="118" y="11"/>
                    <a:pt x="124" y="10"/>
                    <a:pt x="125" y="10"/>
                  </a:cubicBezTo>
                  <a:cubicBezTo>
                    <a:pt x="127" y="10"/>
                    <a:pt x="123" y="12"/>
                    <a:pt x="115" y="15"/>
                  </a:cubicBezTo>
                  <a:cubicBezTo>
                    <a:pt x="98" y="18"/>
                    <a:pt x="98" y="20"/>
                    <a:pt x="98" y="23"/>
                  </a:cubicBezTo>
                  <a:cubicBezTo>
                    <a:pt x="99" y="25"/>
                    <a:pt x="99" y="25"/>
                    <a:pt x="90" y="26"/>
                  </a:cubicBezTo>
                  <a:cubicBezTo>
                    <a:pt x="82" y="28"/>
                    <a:pt x="73" y="32"/>
                    <a:pt x="75" y="34"/>
                  </a:cubicBezTo>
                  <a:cubicBezTo>
                    <a:pt x="75" y="35"/>
                    <a:pt x="75" y="36"/>
                    <a:pt x="76" y="36"/>
                  </a:cubicBezTo>
                  <a:cubicBezTo>
                    <a:pt x="78" y="36"/>
                    <a:pt x="80" y="35"/>
                    <a:pt x="83" y="35"/>
                  </a:cubicBezTo>
                  <a:cubicBezTo>
                    <a:pt x="86" y="34"/>
                    <a:pt x="87" y="33"/>
                    <a:pt x="88" y="33"/>
                  </a:cubicBezTo>
                  <a:cubicBezTo>
                    <a:pt x="90" y="33"/>
                    <a:pt x="87" y="37"/>
                    <a:pt x="76" y="40"/>
                  </a:cubicBezTo>
                  <a:cubicBezTo>
                    <a:pt x="71" y="43"/>
                    <a:pt x="69" y="44"/>
                    <a:pt x="71" y="44"/>
                  </a:cubicBezTo>
                  <a:cubicBezTo>
                    <a:pt x="73" y="44"/>
                    <a:pt x="77" y="43"/>
                    <a:pt x="85" y="42"/>
                  </a:cubicBezTo>
                  <a:cubicBezTo>
                    <a:pt x="88" y="41"/>
                    <a:pt x="91" y="41"/>
                    <a:pt x="93" y="41"/>
                  </a:cubicBezTo>
                  <a:cubicBezTo>
                    <a:pt x="100" y="41"/>
                    <a:pt x="98" y="45"/>
                    <a:pt x="85" y="48"/>
                  </a:cubicBezTo>
                  <a:lnTo>
                    <a:pt x="86" y="54"/>
                  </a:lnTo>
                  <a:cubicBezTo>
                    <a:pt x="86" y="55"/>
                    <a:pt x="87" y="55"/>
                    <a:pt x="88" y="55"/>
                  </a:cubicBezTo>
                  <a:cubicBezTo>
                    <a:pt x="91" y="55"/>
                    <a:pt x="97" y="54"/>
                    <a:pt x="103" y="53"/>
                  </a:cubicBezTo>
                  <a:cubicBezTo>
                    <a:pt x="110" y="51"/>
                    <a:pt x="115" y="50"/>
                    <a:pt x="116" y="50"/>
                  </a:cubicBezTo>
                  <a:cubicBezTo>
                    <a:pt x="118" y="50"/>
                    <a:pt x="116" y="52"/>
                    <a:pt x="112" y="54"/>
                  </a:cubicBezTo>
                  <a:cubicBezTo>
                    <a:pt x="107" y="56"/>
                    <a:pt x="101" y="57"/>
                    <a:pt x="96" y="58"/>
                  </a:cubicBezTo>
                  <a:cubicBezTo>
                    <a:pt x="87" y="61"/>
                    <a:pt x="87" y="63"/>
                    <a:pt x="88" y="65"/>
                  </a:cubicBezTo>
                  <a:cubicBezTo>
                    <a:pt x="88" y="67"/>
                    <a:pt x="89" y="71"/>
                    <a:pt x="95" y="71"/>
                  </a:cubicBezTo>
                  <a:cubicBezTo>
                    <a:pt x="95" y="71"/>
                    <a:pt x="96" y="71"/>
                    <a:pt x="97" y="71"/>
                  </a:cubicBezTo>
                  <a:lnTo>
                    <a:pt x="97" y="71"/>
                  </a:lnTo>
                  <a:lnTo>
                    <a:pt x="89" y="72"/>
                  </a:lnTo>
                  <a:cubicBezTo>
                    <a:pt x="89" y="73"/>
                    <a:pt x="85" y="75"/>
                    <a:pt x="85" y="75"/>
                  </a:cubicBezTo>
                  <a:cubicBezTo>
                    <a:pt x="85" y="75"/>
                    <a:pt x="86" y="75"/>
                    <a:pt x="89" y="74"/>
                  </a:cubicBezTo>
                  <a:lnTo>
                    <a:pt x="89" y="74"/>
                  </a:lnTo>
                  <a:cubicBezTo>
                    <a:pt x="89" y="74"/>
                    <a:pt x="89" y="76"/>
                    <a:pt x="81" y="83"/>
                  </a:cubicBezTo>
                  <a:cubicBezTo>
                    <a:pt x="77" y="86"/>
                    <a:pt x="82" y="89"/>
                    <a:pt x="89" y="89"/>
                  </a:cubicBezTo>
                  <a:cubicBezTo>
                    <a:pt x="94" y="89"/>
                    <a:pt x="101" y="88"/>
                    <a:pt x="108" y="83"/>
                  </a:cubicBezTo>
                  <a:lnTo>
                    <a:pt x="108" y="83"/>
                  </a:lnTo>
                  <a:cubicBezTo>
                    <a:pt x="108" y="84"/>
                    <a:pt x="108" y="85"/>
                    <a:pt x="108" y="85"/>
                  </a:cubicBezTo>
                  <a:cubicBezTo>
                    <a:pt x="108" y="86"/>
                    <a:pt x="110" y="87"/>
                    <a:pt x="113" y="87"/>
                  </a:cubicBezTo>
                  <a:cubicBezTo>
                    <a:pt x="115" y="87"/>
                    <a:pt x="117" y="86"/>
                    <a:pt x="117" y="86"/>
                  </a:cubicBezTo>
                  <a:cubicBezTo>
                    <a:pt x="119" y="86"/>
                    <a:pt x="120" y="86"/>
                    <a:pt x="121" y="86"/>
                  </a:cubicBezTo>
                  <a:cubicBezTo>
                    <a:pt x="125" y="86"/>
                    <a:pt x="125" y="88"/>
                    <a:pt x="126" y="90"/>
                  </a:cubicBezTo>
                  <a:lnTo>
                    <a:pt x="109" y="92"/>
                  </a:lnTo>
                  <a:cubicBezTo>
                    <a:pt x="87" y="94"/>
                    <a:pt x="78" y="99"/>
                    <a:pt x="93" y="99"/>
                  </a:cubicBezTo>
                  <a:cubicBezTo>
                    <a:pt x="95" y="99"/>
                    <a:pt x="97" y="99"/>
                    <a:pt x="101" y="99"/>
                  </a:cubicBezTo>
                  <a:lnTo>
                    <a:pt x="101" y="99"/>
                  </a:lnTo>
                  <a:cubicBezTo>
                    <a:pt x="98" y="99"/>
                    <a:pt x="96" y="100"/>
                    <a:pt x="92" y="100"/>
                  </a:cubicBezTo>
                  <a:cubicBezTo>
                    <a:pt x="85" y="102"/>
                    <a:pt x="85" y="104"/>
                    <a:pt x="94" y="108"/>
                  </a:cubicBezTo>
                  <a:cubicBezTo>
                    <a:pt x="94" y="109"/>
                    <a:pt x="97" y="109"/>
                    <a:pt x="102" y="109"/>
                  </a:cubicBezTo>
                  <a:cubicBezTo>
                    <a:pt x="107" y="109"/>
                    <a:pt x="115" y="108"/>
                    <a:pt x="119" y="108"/>
                  </a:cubicBezTo>
                  <a:cubicBezTo>
                    <a:pt x="122" y="107"/>
                    <a:pt x="123" y="107"/>
                    <a:pt x="125" y="107"/>
                  </a:cubicBezTo>
                  <a:cubicBezTo>
                    <a:pt x="128" y="107"/>
                    <a:pt x="128" y="109"/>
                    <a:pt x="128" y="109"/>
                  </a:cubicBezTo>
                  <a:cubicBezTo>
                    <a:pt x="129" y="111"/>
                    <a:pt x="129" y="111"/>
                    <a:pt x="121" y="112"/>
                  </a:cubicBezTo>
                  <a:cubicBezTo>
                    <a:pt x="105" y="115"/>
                    <a:pt x="105" y="119"/>
                    <a:pt x="117" y="119"/>
                  </a:cubicBezTo>
                  <a:cubicBezTo>
                    <a:pt x="118" y="119"/>
                    <a:pt x="120" y="119"/>
                    <a:pt x="122" y="119"/>
                  </a:cubicBezTo>
                  <a:lnTo>
                    <a:pt x="122" y="119"/>
                  </a:lnTo>
                  <a:lnTo>
                    <a:pt x="114" y="121"/>
                  </a:lnTo>
                  <a:cubicBezTo>
                    <a:pt x="105" y="122"/>
                    <a:pt x="97" y="126"/>
                    <a:pt x="107" y="136"/>
                  </a:cubicBezTo>
                  <a:cubicBezTo>
                    <a:pt x="108" y="146"/>
                    <a:pt x="109" y="153"/>
                    <a:pt x="101" y="154"/>
                  </a:cubicBezTo>
                  <a:cubicBezTo>
                    <a:pt x="92" y="156"/>
                    <a:pt x="110" y="162"/>
                    <a:pt x="128" y="164"/>
                  </a:cubicBezTo>
                  <a:cubicBezTo>
                    <a:pt x="121" y="165"/>
                    <a:pt x="121" y="167"/>
                    <a:pt x="122" y="173"/>
                  </a:cubicBezTo>
                  <a:cubicBezTo>
                    <a:pt x="122" y="180"/>
                    <a:pt x="122" y="180"/>
                    <a:pt x="114" y="181"/>
                  </a:cubicBezTo>
                  <a:cubicBezTo>
                    <a:pt x="97" y="182"/>
                    <a:pt x="97" y="182"/>
                    <a:pt x="114" y="183"/>
                  </a:cubicBezTo>
                  <a:cubicBezTo>
                    <a:pt x="132" y="183"/>
                    <a:pt x="124" y="191"/>
                    <a:pt x="107" y="194"/>
                  </a:cubicBezTo>
                  <a:cubicBezTo>
                    <a:pt x="99" y="195"/>
                    <a:pt x="99" y="198"/>
                    <a:pt x="100" y="202"/>
                  </a:cubicBezTo>
                  <a:cubicBezTo>
                    <a:pt x="108" y="203"/>
                    <a:pt x="109" y="208"/>
                    <a:pt x="110" y="213"/>
                  </a:cubicBezTo>
                  <a:cubicBezTo>
                    <a:pt x="111" y="217"/>
                    <a:pt x="111" y="219"/>
                    <a:pt x="115" y="219"/>
                  </a:cubicBezTo>
                  <a:cubicBezTo>
                    <a:pt x="117" y="219"/>
                    <a:pt x="121" y="218"/>
                    <a:pt x="128" y="217"/>
                  </a:cubicBezTo>
                  <a:cubicBezTo>
                    <a:pt x="133" y="216"/>
                    <a:pt x="136" y="216"/>
                    <a:pt x="138" y="216"/>
                  </a:cubicBezTo>
                  <a:cubicBezTo>
                    <a:pt x="145" y="216"/>
                    <a:pt x="145" y="218"/>
                    <a:pt x="145" y="221"/>
                  </a:cubicBezTo>
                  <a:cubicBezTo>
                    <a:pt x="146" y="223"/>
                    <a:pt x="146" y="226"/>
                    <a:pt x="138" y="227"/>
                  </a:cubicBezTo>
                  <a:cubicBezTo>
                    <a:pt x="138" y="227"/>
                    <a:pt x="129" y="231"/>
                    <a:pt x="131" y="233"/>
                  </a:cubicBezTo>
                  <a:cubicBezTo>
                    <a:pt x="131" y="236"/>
                    <a:pt x="131" y="238"/>
                    <a:pt x="123" y="239"/>
                  </a:cubicBezTo>
                  <a:cubicBezTo>
                    <a:pt x="123" y="239"/>
                    <a:pt x="115" y="244"/>
                    <a:pt x="115" y="248"/>
                  </a:cubicBezTo>
                  <a:cubicBezTo>
                    <a:pt x="116" y="253"/>
                    <a:pt x="117" y="257"/>
                    <a:pt x="108" y="259"/>
                  </a:cubicBezTo>
                  <a:cubicBezTo>
                    <a:pt x="108" y="260"/>
                    <a:pt x="108" y="261"/>
                    <a:pt x="109" y="261"/>
                  </a:cubicBezTo>
                  <a:cubicBezTo>
                    <a:pt x="110" y="261"/>
                    <a:pt x="113" y="260"/>
                    <a:pt x="117" y="259"/>
                  </a:cubicBezTo>
                  <a:cubicBezTo>
                    <a:pt x="119" y="259"/>
                    <a:pt x="120" y="259"/>
                    <a:pt x="122" y="259"/>
                  </a:cubicBezTo>
                  <a:cubicBezTo>
                    <a:pt x="128" y="259"/>
                    <a:pt x="133" y="261"/>
                    <a:pt x="127" y="270"/>
                  </a:cubicBezTo>
                  <a:cubicBezTo>
                    <a:pt x="128" y="275"/>
                    <a:pt x="129" y="281"/>
                    <a:pt x="136" y="281"/>
                  </a:cubicBezTo>
                  <a:cubicBezTo>
                    <a:pt x="136" y="281"/>
                    <a:pt x="137" y="281"/>
                    <a:pt x="137" y="281"/>
                  </a:cubicBezTo>
                  <a:lnTo>
                    <a:pt x="137" y="281"/>
                  </a:lnTo>
                  <a:cubicBezTo>
                    <a:pt x="137" y="283"/>
                    <a:pt x="137" y="283"/>
                    <a:pt x="129" y="284"/>
                  </a:cubicBezTo>
                  <a:cubicBezTo>
                    <a:pt x="113" y="287"/>
                    <a:pt x="114" y="292"/>
                    <a:pt x="131" y="293"/>
                  </a:cubicBezTo>
                  <a:cubicBezTo>
                    <a:pt x="132" y="293"/>
                    <a:pt x="133" y="293"/>
                    <a:pt x="134" y="293"/>
                  </a:cubicBezTo>
                  <a:cubicBezTo>
                    <a:pt x="139" y="293"/>
                    <a:pt x="138" y="295"/>
                    <a:pt x="132" y="299"/>
                  </a:cubicBezTo>
                  <a:cubicBezTo>
                    <a:pt x="132" y="299"/>
                    <a:pt x="132" y="301"/>
                    <a:pt x="141" y="301"/>
                  </a:cubicBezTo>
                  <a:cubicBezTo>
                    <a:pt x="150" y="302"/>
                    <a:pt x="150" y="302"/>
                    <a:pt x="142" y="309"/>
                  </a:cubicBezTo>
                  <a:cubicBezTo>
                    <a:pt x="133" y="310"/>
                    <a:pt x="134" y="312"/>
                    <a:pt x="134" y="314"/>
                  </a:cubicBezTo>
                  <a:cubicBezTo>
                    <a:pt x="143" y="318"/>
                    <a:pt x="147" y="343"/>
                    <a:pt x="138" y="347"/>
                  </a:cubicBezTo>
                  <a:cubicBezTo>
                    <a:pt x="147" y="348"/>
                    <a:pt x="147" y="348"/>
                    <a:pt x="149" y="350"/>
                  </a:cubicBezTo>
                  <a:cubicBezTo>
                    <a:pt x="138" y="354"/>
                    <a:pt x="138" y="355"/>
                    <a:pt x="143" y="355"/>
                  </a:cubicBezTo>
                  <a:cubicBezTo>
                    <a:pt x="146" y="355"/>
                    <a:pt x="151" y="355"/>
                    <a:pt x="158" y="353"/>
                  </a:cubicBezTo>
                  <a:lnTo>
                    <a:pt x="156" y="351"/>
                  </a:lnTo>
                  <a:lnTo>
                    <a:pt x="156" y="349"/>
                  </a:lnTo>
                  <a:cubicBezTo>
                    <a:pt x="159" y="348"/>
                    <a:pt x="162" y="348"/>
                    <a:pt x="164" y="348"/>
                  </a:cubicBezTo>
                  <a:cubicBezTo>
                    <a:pt x="173" y="348"/>
                    <a:pt x="170" y="354"/>
                    <a:pt x="150" y="358"/>
                  </a:cubicBezTo>
                  <a:cubicBezTo>
                    <a:pt x="133" y="362"/>
                    <a:pt x="133" y="362"/>
                    <a:pt x="150" y="362"/>
                  </a:cubicBezTo>
                  <a:cubicBezTo>
                    <a:pt x="152" y="362"/>
                    <a:pt x="155" y="362"/>
                    <a:pt x="157" y="362"/>
                  </a:cubicBezTo>
                  <a:cubicBezTo>
                    <a:pt x="166" y="362"/>
                    <a:pt x="165" y="365"/>
                    <a:pt x="151" y="369"/>
                  </a:cubicBezTo>
                  <a:cubicBezTo>
                    <a:pt x="140" y="371"/>
                    <a:pt x="136" y="372"/>
                    <a:pt x="139" y="372"/>
                  </a:cubicBezTo>
                  <a:cubicBezTo>
                    <a:pt x="141" y="372"/>
                    <a:pt x="145" y="372"/>
                    <a:pt x="151" y="371"/>
                  </a:cubicBezTo>
                  <a:cubicBezTo>
                    <a:pt x="154" y="371"/>
                    <a:pt x="157" y="371"/>
                    <a:pt x="159" y="371"/>
                  </a:cubicBezTo>
                  <a:cubicBezTo>
                    <a:pt x="187" y="371"/>
                    <a:pt x="192" y="376"/>
                    <a:pt x="162" y="382"/>
                  </a:cubicBezTo>
                  <a:cubicBezTo>
                    <a:pt x="145" y="385"/>
                    <a:pt x="136" y="388"/>
                    <a:pt x="137" y="390"/>
                  </a:cubicBezTo>
                  <a:cubicBezTo>
                    <a:pt x="137" y="391"/>
                    <a:pt x="139" y="392"/>
                    <a:pt x="141" y="392"/>
                  </a:cubicBezTo>
                  <a:cubicBezTo>
                    <a:pt x="145" y="392"/>
                    <a:pt x="150" y="391"/>
                    <a:pt x="154" y="390"/>
                  </a:cubicBezTo>
                  <a:cubicBezTo>
                    <a:pt x="161" y="388"/>
                    <a:pt x="164" y="387"/>
                    <a:pt x="166" y="387"/>
                  </a:cubicBezTo>
                  <a:cubicBezTo>
                    <a:pt x="169" y="387"/>
                    <a:pt x="165" y="390"/>
                    <a:pt x="155" y="395"/>
                  </a:cubicBezTo>
                  <a:cubicBezTo>
                    <a:pt x="131" y="406"/>
                    <a:pt x="132" y="411"/>
                    <a:pt x="150" y="415"/>
                  </a:cubicBezTo>
                  <a:cubicBezTo>
                    <a:pt x="164" y="420"/>
                    <a:pt x="167" y="426"/>
                    <a:pt x="160" y="426"/>
                  </a:cubicBezTo>
                  <a:cubicBezTo>
                    <a:pt x="158" y="426"/>
                    <a:pt x="155" y="425"/>
                    <a:pt x="151" y="424"/>
                  </a:cubicBezTo>
                  <a:cubicBezTo>
                    <a:pt x="144" y="424"/>
                    <a:pt x="140" y="423"/>
                    <a:pt x="138" y="423"/>
                  </a:cubicBezTo>
                  <a:cubicBezTo>
                    <a:pt x="134" y="423"/>
                    <a:pt x="136" y="424"/>
                    <a:pt x="142" y="426"/>
                  </a:cubicBezTo>
                  <a:cubicBezTo>
                    <a:pt x="143" y="431"/>
                    <a:pt x="144" y="435"/>
                    <a:pt x="144" y="438"/>
                  </a:cubicBezTo>
                  <a:cubicBezTo>
                    <a:pt x="144" y="439"/>
                    <a:pt x="149" y="440"/>
                    <a:pt x="155" y="440"/>
                  </a:cubicBezTo>
                  <a:cubicBezTo>
                    <a:pt x="157" y="440"/>
                    <a:pt x="160" y="440"/>
                    <a:pt x="162" y="440"/>
                  </a:cubicBezTo>
                  <a:lnTo>
                    <a:pt x="162" y="440"/>
                  </a:lnTo>
                  <a:cubicBezTo>
                    <a:pt x="145" y="444"/>
                    <a:pt x="137" y="451"/>
                    <a:pt x="155" y="452"/>
                  </a:cubicBezTo>
                  <a:cubicBezTo>
                    <a:pt x="155" y="456"/>
                    <a:pt x="155" y="458"/>
                    <a:pt x="155" y="458"/>
                  </a:cubicBezTo>
                  <a:cubicBezTo>
                    <a:pt x="156" y="460"/>
                    <a:pt x="156" y="460"/>
                    <a:pt x="165" y="461"/>
                  </a:cubicBezTo>
                  <a:cubicBezTo>
                    <a:pt x="173" y="461"/>
                    <a:pt x="165" y="466"/>
                    <a:pt x="158" y="469"/>
                  </a:cubicBezTo>
                  <a:cubicBezTo>
                    <a:pt x="151" y="473"/>
                    <a:pt x="144" y="476"/>
                    <a:pt x="147" y="476"/>
                  </a:cubicBezTo>
                  <a:cubicBezTo>
                    <a:pt x="148" y="476"/>
                    <a:pt x="149" y="476"/>
                    <a:pt x="150" y="476"/>
                  </a:cubicBezTo>
                  <a:cubicBezTo>
                    <a:pt x="152" y="475"/>
                    <a:pt x="154" y="475"/>
                    <a:pt x="157" y="475"/>
                  </a:cubicBezTo>
                  <a:cubicBezTo>
                    <a:pt x="163" y="475"/>
                    <a:pt x="170" y="476"/>
                    <a:pt x="177" y="478"/>
                  </a:cubicBezTo>
                  <a:cubicBezTo>
                    <a:pt x="183" y="479"/>
                    <a:pt x="178" y="482"/>
                    <a:pt x="171" y="482"/>
                  </a:cubicBezTo>
                  <a:cubicBezTo>
                    <a:pt x="170" y="482"/>
                    <a:pt x="169" y="482"/>
                    <a:pt x="168" y="481"/>
                  </a:cubicBezTo>
                  <a:cubicBezTo>
                    <a:pt x="162" y="482"/>
                    <a:pt x="156" y="485"/>
                    <a:pt x="152" y="489"/>
                  </a:cubicBezTo>
                  <a:cubicBezTo>
                    <a:pt x="152" y="491"/>
                    <a:pt x="153" y="495"/>
                    <a:pt x="159" y="495"/>
                  </a:cubicBezTo>
                  <a:cubicBezTo>
                    <a:pt x="160" y="495"/>
                    <a:pt x="161" y="495"/>
                    <a:pt x="162" y="495"/>
                  </a:cubicBezTo>
                  <a:cubicBezTo>
                    <a:pt x="162" y="495"/>
                    <a:pt x="163" y="495"/>
                    <a:pt x="163" y="495"/>
                  </a:cubicBezTo>
                  <a:cubicBezTo>
                    <a:pt x="170" y="495"/>
                    <a:pt x="172" y="507"/>
                    <a:pt x="164" y="512"/>
                  </a:cubicBezTo>
                  <a:lnTo>
                    <a:pt x="164" y="516"/>
                  </a:lnTo>
                  <a:cubicBezTo>
                    <a:pt x="165" y="518"/>
                    <a:pt x="173" y="519"/>
                    <a:pt x="174" y="522"/>
                  </a:cubicBezTo>
                  <a:cubicBezTo>
                    <a:pt x="174" y="522"/>
                    <a:pt x="174" y="524"/>
                    <a:pt x="183" y="525"/>
                  </a:cubicBezTo>
                  <a:cubicBezTo>
                    <a:pt x="183" y="527"/>
                    <a:pt x="184" y="530"/>
                    <a:pt x="175" y="531"/>
                  </a:cubicBezTo>
                  <a:cubicBezTo>
                    <a:pt x="192" y="531"/>
                    <a:pt x="192" y="531"/>
                    <a:pt x="177" y="535"/>
                  </a:cubicBezTo>
                  <a:cubicBezTo>
                    <a:pt x="160" y="539"/>
                    <a:pt x="160" y="539"/>
                    <a:pt x="177" y="539"/>
                  </a:cubicBezTo>
                  <a:cubicBezTo>
                    <a:pt x="186" y="539"/>
                    <a:pt x="186" y="539"/>
                    <a:pt x="178" y="543"/>
                  </a:cubicBezTo>
                  <a:cubicBezTo>
                    <a:pt x="170" y="544"/>
                    <a:pt x="170" y="546"/>
                    <a:pt x="174" y="546"/>
                  </a:cubicBezTo>
                  <a:cubicBezTo>
                    <a:pt x="175" y="546"/>
                    <a:pt x="176" y="546"/>
                    <a:pt x="178" y="545"/>
                  </a:cubicBezTo>
                  <a:cubicBezTo>
                    <a:pt x="179" y="545"/>
                    <a:pt x="181" y="545"/>
                    <a:pt x="182" y="545"/>
                  </a:cubicBezTo>
                  <a:cubicBezTo>
                    <a:pt x="196" y="545"/>
                    <a:pt x="203" y="550"/>
                    <a:pt x="188" y="553"/>
                  </a:cubicBezTo>
                  <a:cubicBezTo>
                    <a:pt x="188" y="553"/>
                    <a:pt x="188" y="555"/>
                    <a:pt x="197" y="557"/>
                  </a:cubicBezTo>
                  <a:cubicBezTo>
                    <a:pt x="203" y="556"/>
                    <a:pt x="207" y="556"/>
                    <a:pt x="209" y="556"/>
                  </a:cubicBezTo>
                  <a:cubicBezTo>
                    <a:pt x="211" y="556"/>
                    <a:pt x="207" y="557"/>
                    <a:pt x="197" y="559"/>
                  </a:cubicBezTo>
                  <a:cubicBezTo>
                    <a:pt x="184" y="563"/>
                    <a:pt x="182" y="566"/>
                    <a:pt x="191" y="566"/>
                  </a:cubicBezTo>
                  <a:cubicBezTo>
                    <a:pt x="193" y="566"/>
                    <a:pt x="195" y="566"/>
                    <a:pt x="198" y="565"/>
                  </a:cubicBezTo>
                  <a:cubicBezTo>
                    <a:pt x="198" y="565"/>
                    <a:pt x="207" y="567"/>
                    <a:pt x="199" y="570"/>
                  </a:cubicBezTo>
                  <a:cubicBezTo>
                    <a:pt x="192" y="576"/>
                    <a:pt x="186" y="588"/>
                    <a:pt x="195" y="588"/>
                  </a:cubicBezTo>
                  <a:cubicBezTo>
                    <a:pt x="197" y="588"/>
                    <a:pt x="199" y="588"/>
                    <a:pt x="201" y="587"/>
                  </a:cubicBezTo>
                  <a:lnTo>
                    <a:pt x="202" y="591"/>
                  </a:lnTo>
                  <a:cubicBezTo>
                    <a:pt x="195" y="598"/>
                    <a:pt x="195" y="600"/>
                    <a:pt x="204" y="600"/>
                  </a:cubicBezTo>
                  <a:lnTo>
                    <a:pt x="213" y="601"/>
                  </a:lnTo>
                  <a:cubicBezTo>
                    <a:pt x="204" y="604"/>
                    <a:pt x="196" y="607"/>
                    <a:pt x="196" y="609"/>
                  </a:cubicBezTo>
                  <a:cubicBezTo>
                    <a:pt x="196" y="611"/>
                    <a:pt x="197" y="611"/>
                    <a:pt x="198" y="611"/>
                  </a:cubicBezTo>
                  <a:cubicBezTo>
                    <a:pt x="199" y="611"/>
                    <a:pt x="201" y="611"/>
                    <a:pt x="205" y="610"/>
                  </a:cubicBezTo>
                  <a:cubicBezTo>
                    <a:pt x="208" y="609"/>
                    <a:pt x="210" y="608"/>
                    <a:pt x="211" y="608"/>
                  </a:cubicBezTo>
                  <a:cubicBezTo>
                    <a:pt x="213" y="608"/>
                    <a:pt x="214" y="609"/>
                    <a:pt x="214" y="611"/>
                  </a:cubicBezTo>
                  <a:cubicBezTo>
                    <a:pt x="214" y="614"/>
                    <a:pt x="206" y="617"/>
                    <a:pt x="198" y="618"/>
                  </a:cubicBezTo>
                  <a:lnTo>
                    <a:pt x="198" y="620"/>
                  </a:lnTo>
                  <a:cubicBezTo>
                    <a:pt x="203" y="620"/>
                    <a:pt x="207" y="619"/>
                    <a:pt x="209" y="619"/>
                  </a:cubicBezTo>
                  <a:cubicBezTo>
                    <a:pt x="214" y="619"/>
                    <a:pt x="212" y="621"/>
                    <a:pt x="207" y="622"/>
                  </a:cubicBezTo>
                  <a:cubicBezTo>
                    <a:pt x="199" y="626"/>
                    <a:pt x="199" y="628"/>
                    <a:pt x="199" y="631"/>
                  </a:cubicBezTo>
                  <a:cubicBezTo>
                    <a:pt x="200" y="630"/>
                    <a:pt x="201" y="630"/>
                    <a:pt x="202" y="630"/>
                  </a:cubicBezTo>
                  <a:cubicBezTo>
                    <a:pt x="205" y="630"/>
                    <a:pt x="203" y="631"/>
                    <a:pt x="201" y="631"/>
                  </a:cubicBezTo>
                  <a:cubicBezTo>
                    <a:pt x="200" y="631"/>
                    <a:pt x="199" y="631"/>
                    <a:pt x="199" y="631"/>
                  </a:cubicBezTo>
                  <a:lnTo>
                    <a:pt x="191" y="632"/>
                  </a:lnTo>
                  <a:cubicBezTo>
                    <a:pt x="188" y="634"/>
                    <a:pt x="187" y="634"/>
                    <a:pt x="189" y="634"/>
                  </a:cubicBezTo>
                  <a:cubicBezTo>
                    <a:pt x="191" y="634"/>
                    <a:pt x="195" y="633"/>
                    <a:pt x="200" y="633"/>
                  </a:cubicBezTo>
                  <a:cubicBezTo>
                    <a:pt x="200" y="633"/>
                    <a:pt x="200" y="635"/>
                    <a:pt x="200" y="637"/>
                  </a:cubicBezTo>
                  <a:cubicBezTo>
                    <a:pt x="200" y="639"/>
                    <a:pt x="201" y="640"/>
                    <a:pt x="203" y="640"/>
                  </a:cubicBezTo>
                  <a:cubicBezTo>
                    <a:pt x="204" y="640"/>
                    <a:pt x="206" y="640"/>
                    <a:pt x="209" y="638"/>
                  </a:cubicBezTo>
                  <a:cubicBezTo>
                    <a:pt x="215" y="638"/>
                    <a:pt x="221" y="636"/>
                    <a:pt x="224" y="636"/>
                  </a:cubicBezTo>
                  <a:cubicBezTo>
                    <a:pt x="225" y="636"/>
                    <a:pt x="226" y="637"/>
                    <a:pt x="226" y="637"/>
                  </a:cubicBezTo>
                  <a:cubicBezTo>
                    <a:pt x="227" y="637"/>
                    <a:pt x="228" y="637"/>
                    <a:pt x="229" y="637"/>
                  </a:cubicBezTo>
                  <a:cubicBezTo>
                    <a:pt x="232" y="637"/>
                    <a:pt x="230" y="638"/>
                    <a:pt x="228" y="638"/>
                  </a:cubicBezTo>
                  <a:cubicBezTo>
                    <a:pt x="227" y="638"/>
                    <a:pt x="226" y="638"/>
                    <a:pt x="226" y="637"/>
                  </a:cubicBezTo>
                  <a:cubicBezTo>
                    <a:pt x="218" y="640"/>
                    <a:pt x="209" y="641"/>
                    <a:pt x="210" y="643"/>
                  </a:cubicBezTo>
                  <a:cubicBezTo>
                    <a:pt x="210" y="645"/>
                    <a:pt x="201" y="646"/>
                    <a:pt x="201" y="646"/>
                  </a:cubicBezTo>
                  <a:cubicBezTo>
                    <a:pt x="184" y="647"/>
                    <a:pt x="195" y="655"/>
                    <a:pt x="204" y="656"/>
                  </a:cubicBezTo>
                  <a:cubicBezTo>
                    <a:pt x="220" y="657"/>
                    <a:pt x="221" y="660"/>
                    <a:pt x="205" y="663"/>
                  </a:cubicBezTo>
                  <a:cubicBezTo>
                    <a:pt x="194" y="665"/>
                    <a:pt x="197" y="666"/>
                    <a:pt x="208" y="666"/>
                  </a:cubicBezTo>
                  <a:cubicBezTo>
                    <a:pt x="213" y="666"/>
                    <a:pt x="221" y="666"/>
                    <a:pt x="230" y="665"/>
                  </a:cubicBezTo>
                  <a:lnTo>
                    <a:pt x="256" y="663"/>
                  </a:lnTo>
                  <a:lnTo>
                    <a:pt x="230" y="668"/>
                  </a:lnTo>
                  <a:cubicBezTo>
                    <a:pt x="198" y="677"/>
                    <a:pt x="198" y="677"/>
                    <a:pt x="216" y="680"/>
                  </a:cubicBezTo>
                  <a:cubicBezTo>
                    <a:pt x="225" y="683"/>
                    <a:pt x="225" y="683"/>
                    <a:pt x="216" y="686"/>
                  </a:cubicBezTo>
                  <a:cubicBezTo>
                    <a:pt x="208" y="687"/>
                    <a:pt x="208" y="689"/>
                    <a:pt x="209" y="696"/>
                  </a:cubicBezTo>
                  <a:cubicBezTo>
                    <a:pt x="210" y="702"/>
                    <a:pt x="210" y="704"/>
                    <a:pt x="214" y="704"/>
                  </a:cubicBezTo>
                  <a:cubicBezTo>
                    <a:pt x="215" y="704"/>
                    <a:pt x="217" y="704"/>
                    <a:pt x="219" y="703"/>
                  </a:cubicBezTo>
                  <a:lnTo>
                    <a:pt x="219" y="709"/>
                  </a:lnTo>
                  <a:cubicBezTo>
                    <a:pt x="209" y="712"/>
                    <a:pt x="209" y="714"/>
                    <a:pt x="214" y="714"/>
                  </a:cubicBezTo>
                  <a:cubicBezTo>
                    <a:pt x="217" y="714"/>
                    <a:pt x="222" y="713"/>
                    <a:pt x="228" y="711"/>
                  </a:cubicBezTo>
                  <a:cubicBezTo>
                    <a:pt x="228" y="711"/>
                    <a:pt x="229" y="714"/>
                    <a:pt x="229" y="717"/>
                  </a:cubicBezTo>
                  <a:lnTo>
                    <a:pt x="221" y="718"/>
                  </a:lnTo>
                  <a:cubicBezTo>
                    <a:pt x="213" y="719"/>
                    <a:pt x="214" y="724"/>
                    <a:pt x="216" y="743"/>
                  </a:cubicBezTo>
                  <a:cubicBezTo>
                    <a:pt x="218" y="759"/>
                    <a:pt x="220" y="764"/>
                    <a:pt x="227" y="764"/>
                  </a:cubicBezTo>
                  <a:cubicBezTo>
                    <a:pt x="230" y="764"/>
                    <a:pt x="232" y="764"/>
                    <a:pt x="236" y="763"/>
                  </a:cubicBezTo>
                  <a:cubicBezTo>
                    <a:pt x="254" y="763"/>
                    <a:pt x="254" y="765"/>
                    <a:pt x="237" y="769"/>
                  </a:cubicBezTo>
                  <a:cubicBezTo>
                    <a:pt x="230" y="769"/>
                    <a:pt x="223" y="772"/>
                    <a:pt x="227" y="772"/>
                  </a:cubicBezTo>
                  <a:cubicBezTo>
                    <a:pt x="227" y="772"/>
                    <a:pt x="228" y="772"/>
                    <a:pt x="229" y="772"/>
                  </a:cubicBezTo>
                  <a:lnTo>
                    <a:pt x="229" y="772"/>
                  </a:lnTo>
                  <a:cubicBezTo>
                    <a:pt x="229" y="772"/>
                    <a:pt x="230" y="776"/>
                    <a:pt x="221" y="781"/>
                  </a:cubicBezTo>
                  <a:cubicBezTo>
                    <a:pt x="209" y="788"/>
                    <a:pt x="212" y="790"/>
                    <a:pt x="219" y="790"/>
                  </a:cubicBezTo>
                  <a:cubicBezTo>
                    <a:pt x="220" y="790"/>
                    <a:pt x="222" y="790"/>
                    <a:pt x="224" y="790"/>
                  </a:cubicBezTo>
                  <a:cubicBezTo>
                    <a:pt x="229" y="788"/>
                    <a:pt x="232" y="787"/>
                    <a:pt x="233" y="787"/>
                  </a:cubicBezTo>
                  <a:cubicBezTo>
                    <a:pt x="234" y="787"/>
                    <a:pt x="229" y="790"/>
                    <a:pt x="224" y="792"/>
                  </a:cubicBezTo>
                  <a:cubicBezTo>
                    <a:pt x="217" y="795"/>
                    <a:pt x="210" y="799"/>
                    <a:pt x="214" y="799"/>
                  </a:cubicBezTo>
                  <a:cubicBezTo>
                    <a:pt x="214" y="799"/>
                    <a:pt x="215" y="799"/>
                    <a:pt x="216" y="799"/>
                  </a:cubicBezTo>
                  <a:cubicBezTo>
                    <a:pt x="225" y="799"/>
                    <a:pt x="235" y="811"/>
                    <a:pt x="218" y="815"/>
                  </a:cubicBezTo>
                  <a:cubicBezTo>
                    <a:pt x="218" y="815"/>
                    <a:pt x="219" y="817"/>
                    <a:pt x="219" y="819"/>
                  </a:cubicBezTo>
                  <a:cubicBezTo>
                    <a:pt x="220" y="819"/>
                    <a:pt x="221" y="819"/>
                    <a:pt x="222" y="819"/>
                  </a:cubicBezTo>
                  <a:cubicBezTo>
                    <a:pt x="228" y="819"/>
                    <a:pt x="228" y="823"/>
                    <a:pt x="229" y="827"/>
                  </a:cubicBezTo>
                  <a:cubicBezTo>
                    <a:pt x="229" y="832"/>
                    <a:pt x="230" y="835"/>
                    <a:pt x="221" y="836"/>
                  </a:cubicBezTo>
                  <a:cubicBezTo>
                    <a:pt x="220" y="836"/>
                    <a:pt x="219" y="836"/>
                    <a:pt x="218" y="836"/>
                  </a:cubicBezTo>
                  <a:cubicBezTo>
                    <a:pt x="213" y="836"/>
                    <a:pt x="215" y="838"/>
                    <a:pt x="223" y="840"/>
                  </a:cubicBezTo>
                  <a:cubicBezTo>
                    <a:pt x="223" y="843"/>
                    <a:pt x="239" y="843"/>
                    <a:pt x="241" y="845"/>
                  </a:cubicBezTo>
                  <a:cubicBezTo>
                    <a:pt x="244" y="844"/>
                    <a:pt x="247" y="844"/>
                    <a:pt x="249" y="844"/>
                  </a:cubicBezTo>
                  <a:cubicBezTo>
                    <a:pt x="254" y="844"/>
                    <a:pt x="257" y="845"/>
                    <a:pt x="257" y="846"/>
                  </a:cubicBezTo>
                  <a:lnTo>
                    <a:pt x="250" y="848"/>
                  </a:lnTo>
                  <a:lnTo>
                    <a:pt x="233" y="850"/>
                  </a:lnTo>
                  <a:cubicBezTo>
                    <a:pt x="233" y="852"/>
                    <a:pt x="233" y="854"/>
                    <a:pt x="238" y="854"/>
                  </a:cubicBezTo>
                  <a:cubicBezTo>
                    <a:pt x="239" y="854"/>
                    <a:pt x="240" y="854"/>
                    <a:pt x="242" y="854"/>
                  </a:cubicBezTo>
                  <a:lnTo>
                    <a:pt x="242" y="854"/>
                  </a:lnTo>
                  <a:cubicBezTo>
                    <a:pt x="234" y="858"/>
                    <a:pt x="234" y="861"/>
                    <a:pt x="235" y="865"/>
                  </a:cubicBezTo>
                  <a:cubicBezTo>
                    <a:pt x="235" y="869"/>
                    <a:pt x="236" y="874"/>
                    <a:pt x="245" y="875"/>
                  </a:cubicBezTo>
                  <a:cubicBezTo>
                    <a:pt x="228" y="881"/>
                    <a:pt x="230" y="894"/>
                    <a:pt x="247" y="894"/>
                  </a:cubicBezTo>
                  <a:cubicBezTo>
                    <a:pt x="250" y="894"/>
                    <a:pt x="251" y="893"/>
                    <a:pt x="253" y="893"/>
                  </a:cubicBezTo>
                  <a:cubicBezTo>
                    <a:pt x="256" y="893"/>
                    <a:pt x="254" y="895"/>
                    <a:pt x="248" y="899"/>
                  </a:cubicBezTo>
                  <a:cubicBezTo>
                    <a:pt x="241" y="902"/>
                    <a:pt x="241" y="902"/>
                    <a:pt x="250" y="903"/>
                  </a:cubicBezTo>
                  <a:cubicBezTo>
                    <a:pt x="257" y="904"/>
                    <a:pt x="250" y="908"/>
                    <a:pt x="242" y="912"/>
                  </a:cubicBezTo>
                  <a:cubicBezTo>
                    <a:pt x="225" y="917"/>
                    <a:pt x="226" y="919"/>
                    <a:pt x="235" y="920"/>
                  </a:cubicBezTo>
                  <a:cubicBezTo>
                    <a:pt x="244" y="923"/>
                    <a:pt x="244" y="928"/>
                    <a:pt x="245" y="930"/>
                  </a:cubicBezTo>
                  <a:cubicBezTo>
                    <a:pt x="251" y="932"/>
                    <a:pt x="253" y="934"/>
                    <a:pt x="256" y="934"/>
                  </a:cubicBezTo>
                  <a:cubicBezTo>
                    <a:pt x="257" y="934"/>
                    <a:pt x="259" y="933"/>
                    <a:pt x="262" y="932"/>
                  </a:cubicBezTo>
                  <a:cubicBezTo>
                    <a:pt x="267" y="931"/>
                    <a:pt x="273" y="931"/>
                    <a:pt x="279" y="931"/>
                  </a:cubicBezTo>
                  <a:cubicBezTo>
                    <a:pt x="285" y="933"/>
                    <a:pt x="284" y="935"/>
                    <a:pt x="282" y="935"/>
                  </a:cubicBezTo>
                  <a:cubicBezTo>
                    <a:pt x="281" y="935"/>
                    <a:pt x="280" y="934"/>
                    <a:pt x="280" y="933"/>
                  </a:cubicBezTo>
                  <a:cubicBezTo>
                    <a:pt x="277" y="933"/>
                    <a:pt x="275" y="933"/>
                    <a:pt x="274" y="933"/>
                  </a:cubicBezTo>
                  <a:cubicBezTo>
                    <a:pt x="270" y="933"/>
                    <a:pt x="269" y="934"/>
                    <a:pt x="263" y="937"/>
                  </a:cubicBezTo>
                  <a:cubicBezTo>
                    <a:pt x="255" y="940"/>
                    <a:pt x="255" y="946"/>
                    <a:pt x="256" y="948"/>
                  </a:cubicBezTo>
                  <a:cubicBezTo>
                    <a:pt x="256" y="950"/>
                    <a:pt x="257" y="955"/>
                    <a:pt x="257" y="957"/>
                  </a:cubicBezTo>
                  <a:cubicBezTo>
                    <a:pt x="251" y="964"/>
                    <a:pt x="251" y="967"/>
                    <a:pt x="254" y="967"/>
                  </a:cubicBezTo>
                  <a:cubicBezTo>
                    <a:pt x="255" y="967"/>
                    <a:pt x="257" y="966"/>
                    <a:pt x="258" y="966"/>
                  </a:cubicBezTo>
                  <a:cubicBezTo>
                    <a:pt x="268" y="965"/>
                    <a:pt x="272" y="964"/>
                    <a:pt x="273" y="964"/>
                  </a:cubicBezTo>
                  <a:lnTo>
                    <a:pt x="273" y="964"/>
                  </a:lnTo>
                  <a:cubicBezTo>
                    <a:pt x="273" y="964"/>
                    <a:pt x="271" y="964"/>
                    <a:pt x="267" y="965"/>
                  </a:cubicBezTo>
                  <a:cubicBezTo>
                    <a:pt x="251" y="970"/>
                    <a:pt x="254" y="995"/>
                    <a:pt x="272" y="995"/>
                  </a:cubicBezTo>
                  <a:cubicBezTo>
                    <a:pt x="274" y="995"/>
                    <a:pt x="275" y="995"/>
                    <a:pt x="275" y="995"/>
                  </a:cubicBezTo>
                  <a:lnTo>
                    <a:pt x="275" y="995"/>
                  </a:lnTo>
                  <a:cubicBezTo>
                    <a:pt x="276" y="995"/>
                    <a:pt x="270" y="996"/>
                    <a:pt x="263" y="997"/>
                  </a:cubicBezTo>
                  <a:cubicBezTo>
                    <a:pt x="255" y="998"/>
                    <a:pt x="255" y="1001"/>
                    <a:pt x="256" y="1005"/>
                  </a:cubicBezTo>
                  <a:cubicBezTo>
                    <a:pt x="256" y="1007"/>
                    <a:pt x="266" y="1015"/>
                    <a:pt x="267" y="1023"/>
                  </a:cubicBezTo>
                  <a:cubicBezTo>
                    <a:pt x="269" y="1031"/>
                    <a:pt x="270" y="1038"/>
                    <a:pt x="276" y="1038"/>
                  </a:cubicBezTo>
                  <a:cubicBezTo>
                    <a:pt x="276" y="1038"/>
                    <a:pt x="277" y="1038"/>
                    <a:pt x="278" y="1038"/>
                  </a:cubicBezTo>
                  <a:lnTo>
                    <a:pt x="278" y="1038"/>
                  </a:lnTo>
                  <a:cubicBezTo>
                    <a:pt x="279" y="1040"/>
                    <a:pt x="279" y="1040"/>
                    <a:pt x="270" y="1041"/>
                  </a:cubicBezTo>
                  <a:cubicBezTo>
                    <a:pt x="261" y="1041"/>
                    <a:pt x="262" y="1043"/>
                    <a:pt x="262" y="1046"/>
                  </a:cubicBezTo>
                  <a:cubicBezTo>
                    <a:pt x="262" y="1046"/>
                    <a:pt x="263" y="1047"/>
                    <a:pt x="264" y="1047"/>
                  </a:cubicBezTo>
                  <a:cubicBezTo>
                    <a:pt x="267" y="1047"/>
                    <a:pt x="273" y="1045"/>
                    <a:pt x="279" y="1044"/>
                  </a:cubicBezTo>
                  <a:cubicBezTo>
                    <a:pt x="280" y="1044"/>
                    <a:pt x="281" y="1044"/>
                    <a:pt x="282" y="1044"/>
                  </a:cubicBezTo>
                  <a:cubicBezTo>
                    <a:pt x="287" y="1044"/>
                    <a:pt x="286" y="1047"/>
                    <a:pt x="280" y="1051"/>
                  </a:cubicBezTo>
                  <a:cubicBezTo>
                    <a:pt x="272" y="1057"/>
                    <a:pt x="274" y="1068"/>
                    <a:pt x="283" y="1070"/>
                  </a:cubicBezTo>
                  <a:cubicBezTo>
                    <a:pt x="283" y="1073"/>
                    <a:pt x="283" y="1075"/>
                    <a:pt x="275" y="1077"/>
                  </a:cubicBezTo>
                  <a:cubicBezTo>
                    <a:pt x="267" y="1080"/>
                    <a:pt x="260" y="1087"/>
                    <a:pt x="278" y="1088"/>
                  </a:cubicBezTo>
                  <a:cubicBezTo>
                    <a:pt x="278" y="1090"/>
                    <a:pt x="278" y="1090"/>
                    <a:pt x="269" y="1092"/>
                  </a:cubicBezTo>
                  <a:cubicBezTo>
                    <a:pt x="261" y="1096"/>
                    <a:pt x="253" y="1097"/>
                    <a:pt x="270" y="1097"/>
                  </a:cubicBezTo>
                  <a:cubicBezTo>
                    <a:pt x="279" y="1101"/>
                    <a:pt x="280" y="1107"/>
                    <a:pt x="272" y="1113"/>
                  </a:cubicBezTo>
                  <a:cubicBezTo>
                    <a:pt x="273" y="1115"/>
                    <a:pt x="273" y="1117"/>
                    <a:pt x="277" y="1117"/>
                  </a:cubicBezTo>
                  <a:cubicBezTo>
                    <a:pt x="278" y="1117"/>
                    <a:pt x="279" y="1116"/>
                    <a:pt x="281" y="1116"/>
                  </a:cubicBezTo>
                  <a:lnTo>
                    <a:pt x="290" y="1115"/>
                  </a:lnTo>
                  <a:lnTo>
                    <a:pt x="290" y="1115"/>
                  </a:lnTo>
                  <a:cubicBezTo>
                    <a:pt x="278" y="1119"/>
                    <a:pt x="275" y="1120"/>
                    <a:pt x="279" y="1120"/>
                  </a:cubicBezTo>
                  <a:cubicBezTo>
                    <a:pt x="281" y="1120"/>
                    <a:pt x="285" y="1120"/>
                    <a:pt x="290" y="1120"/>
                  </a:cubicBezTo>
                  <a:cubicBezTo>
                    <a:pt x="292" y="1119"/>
                    <a:pt x="293" y="1119"/>
                    <a:pt x="294" y="1119"/>
                  </a:cubicBezTo>
                  <a:cubicBezTo>
                    <a:pt x="299" y="1119"/>
                    <a:pt x="297" y="1121"/>
                    <a:pt x="291" y="1122"/>
                  </a:cubicBezTo>
                  <a:cubicBezTo>
                    <a:pt x="283" y="1126"/>
                    <a:pt x="283" y="1129"/>
                    <a:pt x="283" y="1129"/>
                  </a:cubicBezTo>
                  <a:cubicBezTo>
                    <a:pt x="289" y="1135"/>
                    <a:pt x="293" y="1143"/>
                    <a:pt x="296" y="1152"/>
                  </a:cubicBezTo>
                  <a:cubicBezTo>
                    <a:pt x="298" y="1170"/>
                    <a:pt x="299" y="1177"/>
                    <a:pt x="306" y="1177"/>
                  </a:cubicBezTo>
                  <a:cubicBezTo>
                    <a:pt x="307" y="1177"/>
                    <a:pt x="307" y="1177"/>
                    <a:pt x="308" y="1177"/>
                  </a:cubicBezTo>
                  <a:cubicBezTo>
                    <a:pt x="317" y="1178"/>
                    <a:pt x="317" y="1178"/>
                    <a:pt x="309" y="1181"/>
                  </a:cubicBezTo>
                  <a:cubicBezTo>
                    <a:pt x="300" y="1186"/>
                    <a:pt x="301" y="1188"/>
                    <a:pt x="301" y="1190"/>
                  </a:cubicBezTo>
                  <a:cubicBezTo>
                    <a:pt x="301" y="1193"/>
                    <a:pt x="302" y="1195"/>
                    <a:pt x="293" y="1196"/>
                  </a:cubicBezTo>
                  <a:cubicBezTo>
                    <a:pt x="302" y="1197"/>
                    <a:pt x="302" y="1197"/>
                    <a:pt x="302" y="1199"/>
                  </a:cubicBezTo>
                  <a:cubicBezTo>
                    <a:pt x="294" y="1200"/>
                    <a:pt x="294" y="1203"/>
                    <a:pt x="303" y="1204"/>
                  </a:cubicBezTo>
                  <a:cubicBezTo>
                    <a:pt x="320" y="1204"/>
                    <a:pt x="320" y="1204"/>
                    <a:pt x="303" y="1206"/>
                  </a:cubicBezTo>
                  <a:cubicBezTo>
                    <a:pt x="297" y="1208"/>
                    <a:pt x="290" y="1214"/>
                    <a:pt x="293" y="1214"/>
                  </a:cubicBezTo>
                  <a:cubicBezTo>
                    <a:pt x="293" y="1214"/>
                    <a:pt x="294" y="1213"/>
                    <a:pt x="296" y="1213"/>
                  </a:cubicBezTo>
                  <a:cubicBezTo>
                    <a:pt x="297" y="1212"/>
                    <a:pt x="298" y="1212"/>
                    <a:pt x="299" y="1212"/>
                  </a:cubicBezTo>
                  <a:cubicBezTo>
                    <a:pt x="305" y="1212"/>
                    <a:pt x="307" y="1216"/>
                    <a:pt x="313" y="1216"/>
                  </a:cubicBezTo>
                  <a:cubicBezTo>
                    <a:pt x="315" y="1219"/>
                    <a:pt x="315" y="1222"/>
                    <a:pt x="307" y="1223"/>
                  </a:cubicBezTo>
                  <a:cubicBezTo>
                    <a:pt x="298" y="1226"/>
                    <a:pt x="308" y="1236"/>
                    <a:pt x="317" y="1237"/>
                  </a:cubicBezTo>
                  <a:cubicBezTo>
                    <a:pt x="319" y="1237"/>
                    <a:pt x="320" y="1237"/>
                    <a:pt x="321" y="1237"/>
                  </a:cubicBezTo>
                  <a:cubicBezTo>
                    <a:pt x="326" y="1237"/>
                    <a:pt x="324" y="1239"/>
                    <a:pt x="318" y="1240"/>
                  </a:cubicBezTo>
                  <a:cubicBezTo>
                    <a:pt x="309" y="1242"/>
                    <a:pt x="309" y="1244"/>
                    <a:pt x="310" y="1246"/>
                  </a:cubicBezTo>
                  <a:cubicBezTo>
                    <a:pt x="318" y="1248"/>
                    <a:pt x="310" y="1249"/>
                    <a:pt x="302" y="1250"/>
                  </a:cubicBezTo>
                  <a:cubicBezTo>
                    <a:pt x="293" y="1250"/>
                    <a:pt x="293" y="1252"/>
                    <a:pt x="294" y="1257"/>
                  </a:cubicBezTo>
                  <a:cubicBezTo>
                    <a:pt x="302" y="1258"/>
                    <a:pt x="304" y="1267"/>
                    <a:pt x="306" y="1273"/>
                  </a:cubicBezTo>
                  <a:cubicBezTo>
                    <a:pt x="307" y="1286"/>
                    <a:pt x="316" y="1286"/>
                    <a:pt x="334" y="1288"/>
                  </a:cubicBezTo>
                  <a:lnTo>
                    <a:pt x="350" y="1287"/>
                  </a:lnTo>
                  <a:lnTo>
                    <a:pt x="334" y="1290"/>
                  </a:lnTo>
                  <a:cubicBezTo>
                    <a:pt x="325" y="1291"/>
                    <a:pt x="309" y="1297"/>
                    <a:pt x="309" y="1297"/>
                  </a:cubicBezTo>
                  <a:cubicBezTo>
                    <a:pt x="309" y="1298"/>
                    <a:pt x="310" y="1298"/>
                    <a:pt x="312" y="1298"/>
                  </a:cubicBezTo>
                  <a:cubicBezTo>
                    <a:pt x="316" y="1298"/>
                    <a:pt x="321" y="1297"/>
                    <a:pt x="326" y="1296"/>
                  </a:cubicBezTo>
                  <a:cubicBezTo>
                    <a:pt x="327" y="1296"/>
                    <a:pt x="328" y="1295"/>
                    <a:pt x="329" y="1295"/>
                  </a:cubicBezTo>
                  <a:cubicBezTo>
                    <a:pt x="335" y="1295"/>
                    <a:pt x="334" y="1298"/>
                    <a:pt x="327" y="1304"/>
                  </a:cubicBezTo>
                  <a:cubicBezTo>
                    <a:pt x="319" y="1309"/>
                    <a:pt x="320" y="1311"/>
                    <a:pt x="328" y="1313"/>
                  </a:cubicBezTo>
                  <a:cubicBezTo>
                    <a:pt x="329" y="1315"/>
                    <a:pt x="329" y="1317"/>
                    <a:pt x="321" y="1322"/>
                  </a:cubicBezTo>
                  <a:cubicBezTo>
                    <a:pt x="321" y="1323"/>
                    <a:pt x="321" y="1323"/>
                    <a:pt x="322" y="1323"/>
                  </a:cubicBezTo>
                  <a:cubicBezTo>
                    <a:pt x="324" y="1323"/>
                    <a:pt x="326" y="1323"/>
                    <a:pt x="330" y="1322"/>
                  </a:cubicBezTo>
                  <a:cubicBezTo>
                    <a:pt x="332" y="1321"/>
                    <a:pt x="333" y="1321"/>
                    <a:pt x="334" y="1321"/>
                  </a:cubicBezTo>
                  <a:cubicBezTo>
                    <a:pt x="338" y="1321"/>
                    <a:pt x="337" y="1323"/>
                    <a:pt x="330" y="1327"/>
                  </a:cubicBezTo>
                  <a:cubicBezTo>
                    <a:pt x="316" y="1331"/>
                    <a:pt x="315" y="1338"/>
                    <a:pt x="321" y="1338"/>
                  </a:cubicBezTo>
                  <a:cubicBezTo>
                    <a:pt x="322" y="1338"/>
                    <a:pt x="322" y="1338"/>
                    <a:pt x="324" y="1337"/>
                  </a:cubicBezTo>
                  <a:cubicBezTo>
                    <a:pt x="325" y="1337"/>
                    <a:pt x="326" y="1337"/>
                    <a:pt x="327" y="1337"/>
                  </a:cubicBezTo>
                  <a:cubicBezTo>
                    <a:pt x="332" y="1337"/>
                    <a:pt x="333" y="1339"/>
                    <a:pt x="333" y="1341"/>
                  </a:cubicBezTo>
                  <a:cubicBezTo>
                    <a:pt x="333" y="1343"/>
                    <a:pt x="334" y="1345"/>
                    <a:pt x="343" y="1346"/>
                  </a:cubicBezTo>
                  <a:lnTo>
                    <a:pt x="343" y="1351"/>
                  </a:lnTo>
                  <a:cubicBezTo>
                    <a:pt x="343" y="1352"/>
                    <a:pt x="341" y="1352"/>
                    <a:pt x="339" y="1352"/>
                  </a:cubicBezTo>
                  <a:cubicBezTo>
                    <a:pt x="336" y="1352"/>
                    <a:pt x="334" y="1352"/>
                    <a:pt x="334" y="1351"/>
                  </a:cubicBezTo>
                  <a:lnTo>
                    <a:pt x="326" y="1354"/>
                  </a:lnTo>
                  <a:cubicBezTo>
                    <a:pt x="327" y="1359"/>
                    <a:pt x="327" y="1361"/>
                    <a:pt x="336" y="1362"/>
                  </a:cubicBezTo>
                  <a:cubicBezTo>
                    <a:pt x="342" y="1362"/>
                    <a:pt x="346" y="1361"/>
                    <a:pt x="348" y="1361"/>
                  </a:cubicBezTo>
                  <a:cubicBezTo>
                    <a:pt x="350" y="1361"/>
                    <a:pt x="347" y="1362"/>
                    <a:pt x="336" y="1364"/>
                  </a:cubicBezTo>
                  <a:cubicBezTo>
                    <a:pt x="328" y="1365"/>
                    <a:pt x="320" y="1370"/>
                    <a:pt x="328" y="1371"/>
                  </a:cubicBezTo>
                  <a:cubicBezTo>
                    <a:pt x="330" y="1371"/>
                    <a:pt x="332" y="1371"/>
                    <a:pt x="334" y="1371"/>
                  </a:cubicBezTo>
                  <a:cubicBezTo>
                    <a:pt x="344" y="1371"/>
                    <a:pt x="337" y="1373"/>
                    <a:pt x="329" y="1375"/>
                  </a:cubicBezTo>
                  <a:cubicBezTo>
                    <a:pt x="312" y="1375"/>
                    <a:pt x="312" y="1375"/>
                    <a:pt x="330" y="1382"/>
                  </a:cubicBezTo>
                  <a:cubicBezTo>
                    <a:pt x="331" y="1387"/>
                    <a:pt x="340" y="1394"/>
                    <a:pt x="342" y="1402"/>
                  </a:cubicBezTo>
                  <a:cubicBezTo>
                    <a:pt x="344" y="1411"/>
                    <a:pt x="344" y="1416"/>
                    <a:pt x="336" y="1420"/>
                  </a:cubicBezTo>
                  <a:lnTo>
                    <a:pt x="336" y="1420"/>
                  </a:lnTo>
                  <a:cubicBezTo>
                    <a:pt x="337" y="1420"/>
                    <a:pt x="338" y="1420"/>
                    <a:pt x="339" y="1420"/>
                  </a:cubicBezTo>
                  <a:cubicBezTo>
                    <a:pt x="345" y="1420"/>
                    <a:pt x="345" y="1423"/>
                    <a:pt x="346" y="1428"/>
                  </a:cubicBezTo>
                  <a:cubicBezTo>
                    <a:pt x="338" y="1436"/>
                    <a:pt x="347" y="1439"/>
                    <a:pt x="356" y="1440"/>
                  </a:cubicBezTo>
                  <a:cubicBezTo>
                    <a:pt x="356" y="1438"/>
                    <a:pt x="356" y="1436"/>
                    <a:pt x="356" y="1436"/>
                  </a:cubicBezTo>
                  <a:cubicBezTo>
                    <a:pt x="361" y="1435"/>
                    <a:pt x="365" y="1434"/>
                    <a:pt x="367" y="1434"/>
                  </a:cubicBezTo>
                  <a:cubicBezTo>
                    <a:pt x="372" y="1434"/>
                    <a:pt x="370" y="1437"/>
                    <a:pt x="365" y="1442"/>
                  </a:cubicBezTo>
                  <a:cubicBezTo>
                    <a:pt x="365" y="1444"/>
                    <a:pt x="357" y="1445"/>
                    <a:pt x="348" y="1446"/>
                  </a:cubicBezTo>
                  <a:cubicBezTo>
                    <a:pt x="340" y="1448"/>
                    <a:pt x="333" y="1452"/>
                    <a:pt x="333" y="1454"/>
                  </a:cubicBezTo>
                  <a:cubicBezTo>
                    <a:pt x="333" y="1455"/>
                    <a:pt x="333" y="1457"/>
                    <a:pt x="335" y="1457"/>
                  </a:cubicBezTo>
                  <a:cubicBezTo>
                    <a:pt x="337" y="1457"/>
                    <a:pt x="339" y="1456"/>
                    <a:pt x="342" y="1455"/>
                  </a:cubicBezTo>
                  <a:cubicBezTo>
                    <a:pt x="345" y="1455"/>
                    <a:pt x="347" y="1454"/>
                    <a:pt x="348" y="1454"/>
                  </a:cubicBezTo>
                  <a:cubicBezTo>
                    <a:pt x="350" y="1454"/>
                    <a:pt x="350" y="1455"/>
                    <a:pt x="350" y="1456"/>
                  </a:cubicBezTo>
                  <a:cubicBezTo>
                    <a:pt x="350" y="1458"/>
                    <a:pt x="350" y="1461"/>
                    <a:pt x="359" y="1462"/>
                  </a:cubicBezTo>
                  <a:cubicBezTo>
                    <a:pt x="362" y="1461"/>
                    <a:pt x="364" y="1461"/>
                    <a:pt x="365" y="1461"/>
                  </a:cubicBezTo>
                  <a:cubicBezTo>
                    <a:pt x="368" y="1461"/>
                    <a:pt x="368" y="1463"/>
                    <a:pt x="368" y="1465"/>
                  </a:cubicBezTo>
                  <a:cubicBezTo>
                    <a:pt x="361" y="1469"/>
                    <a:pt x="362" y="1473"/>
                    <a:pt x="362" y="1473"/>
                  </a:cubicBezTo>
                  <a:lnTo>
                    <a:pt x="353" y="1474"/>
                  </a:lnTo>
                  <a:cubicBezTo>
                    <a:pt x="347" y="1475"/>
                    <a:pt x="342" y="1477"/>
                    <a:pt x="337" y="1480"/>
                  </a:cubicBezTo>
                  <a:cubicBezTo>
                    <a:pt x="337" y="1481"/>
                    <a:pt x="339" y="1481"/>
                    <a:pt x="341" y="1481"/>
                  </a:cubicBezTo>
                  <a:cubicBezTo>
                    <a:pt x="343" y="1481"/>
                    <a:pt x="345" y="1481"/>
                    <a:pt x="345" y="1481"/>
                  </a:cubicBezTo>
                  <a:cubicBezTo>
                    <a:pt x="345" y="1481"/>
                    <a:pt x="345" y="1481"/>
                    <a:pt x="345" y="1481"/>
                  </a:cubicBezTo>
                  <a:cubicBezTo>
                    <a:pt x="354" y="1481"/>
                    <a:pt x="363" y="1536"/>
                    <a:pt x="363" y="1543"/>
                  </a:cubicBezTo>
                  <a:cubicBezTo>
                    <a:pt x="358" y="1548"/>
                    <a:pt x="357" y="1553"/>
                    <a:pt x="361" y="1553"/>
                  </a:cubicBezTo>
                  <a:cubicBezTo>
                    <a:pt x="362" y="1553"/>
                    <a:pt x="363" y="1553"/>
                    <a:pt x="365" y="1552"/>
                  </a:cubicBezTo>
                  <a:cubicBezTo>
                    <a:pt x="365" y="1551"/>
                    <a:pt x="366" y="1551"/>
                    <a:pt x="366" y="1551"/>
                  </a:cubicBezTo>
                  <a:cubicBezTo>
                    <a:pt x="373" y="1551"/>
                    <a:pt x="375" y="1563"/>
                    <a:pt x="377" y="1576"/>
                  </a:cubicBezTo>
                  <a:cubicBezTo>
                    <a:pt x="380" y="1592"/>
                    <a:pt x="382" y="1603"/>
                    <a:pt x="389" y="1603"/>
                  </a:cubicBezTo>
                  <a:cubicBezTo>
                    <a:pt x="389" y="1603"/>
                    <a:pt x="389" y="1603"/>
                    <a:pt x="390" y="1603"/>
                  </a:cubicBezTo>
                  <a:cubicBezTo>
                    <a:pt x="390" y="1603"/>
                    <a:pt x="390" y="1605"/>
                    <a:pt x="391" y="1610"/>
                  </a:cubicBezTo>
                  <a:cubicBezTo>
                    <a:pt x="392" y="1614"/>
                    <a:pt x="401" y="1618"/>
                    <a:pt x="401" y="1620"/>
                  </a:cubicBezTo>
                  <a:cubicBezTo>
                    <a:pt x="408" y="1621"/>
                    <a:pt x="410" y="1623"/>
                    <a:pt x="405" y="1623"/>
                  </a:cubicBezTo>
                  <a:cubicBezTo>
                    <a:pt x="404" y="1623"/>
                    <a:pt x="403" y="1622"/>
                    <a:pt x="401" y="1622"/>
                  </a:cubicBezTo>
                  <a:cubicBezTo>
                    <a:pt x="393" y="1624"/>
                    <a:pt x="384" y="1626"/>
                    <a:pt x="385" y="1628"/>
                  </a:cubicBezTo>
                  <a:cubicBezTo>
                    <a:pt x="385" y="1630"/>
                    <a:pt x="388" y="1631"/>
                    <a:pt x="392" y="1631"/>
                  </a:cubicBezTo>
                  <a:cubicBezTo>
                    <a:pt x="395" y="1631"/>
                    <a:pt x="399" y="1631"/>
                    <a:pt x="402" y="1630"/>
                  </a:cubicBezTo>
                  <a:cubicBezTo>
                    <a:pt x="405" y="1629"/>
                    <a:pt x="407" y="1629"/>
                    <a:pt x="408" y="1629"/>
                  </a:cubicBezTo>
                  <a:cubicBezTo>
                    <a:pt x="411" y="1629"/>
                    <a:pt x="411" y="1630"/>
                    <a:pt x="411" y="1630"/>
                  </a:cubicBezTo>
                  <a:cubicBezTo>
                    <a:pt x="411" y="1632"/>
                    <a:pt x="411" y="1632"/>
                    <a:pt x="403" y="1635"/>
                  </a:cubicBezTo>
                  <a:lnTo>
                    <a:pt x="386" y="1637"/>
                  </a:lnTo>
                  <a:lnTo>
                    <a:pt x="386" y="1639"/>
                  </a:lnTo>
                  <a:cubicBezTo>
                    <a:pt x="388" y="1639"/>
                    <a:pt x="390" y="1639"/>
                    <a:pt x="391" y="1639"/>
                  </a:cubicBezTo>
                  <a:cubicBezTo>
                    <a:pt x="395" y="1639"/>
                    <a:pt x="395" y="1640"/>
                    <a:pt x="395" y="1640"/>
                  </a:cubicBezTo>
                  <a:cubicBezTo>
                    <a:pt x="395" y="1642"/>
                    <a:pt x="395" y="1642"/>
                    <a:pt x="379" y="1646"/>
                  </a:cubicBezTo>
                  <a:cubicBezTo>
                    <a:pt x="365" y="1649"/>
                    <a:pt x="363" y="1651"/>
                    <a:pt x="372" y="1651"/>
                  </a:cubicBezTo>
                  <a:cubicBezTo>
                    <a:pt x="374" y="1651"/>
                    <a:pt x="377" y="1650"/>
                    <a:pt x="380" y="1650"/>
                  </a:cubicBezTo>
                  <a:lnTo>
                    <a:pt x="389" y="1654"/>
                  </a:lnTo>
                  <a:cubicBezTo>
                    <a:pt x="372" y="1659"/>
                    <a:pt x="390" y="1660"/>
                    <a:pt x="399" y="1661"/>
                  </a:cubicBezTo>
                  <a:cubicBezTo>
                    <a:pt x="385" y="1666"/>
                    <a:pt x="383" y="1668"/>
                    <a:pt x="393" y="1668"/>
                  </a:cubicBezTo>
                  <a:cubicBezTo>
                    <a:pt x="395" y="1668"/>
                    <a:pt x="397" y="1668"/>
                    <a:pt x="400" y="1668"/>
                  </a:cubicBezTo>
                  <a:cubicBezTo>
                    <a:pt x="401" y="1668"/>
                    <a:pt x="402" y="1668"/>
                    <a:pt x="403" y="1668"/>
                  </a:cubicBezTo>
                  <a:cubicBezTo>
                    <a:pt x="408" y="1668"/>
                    <a:pt x="407" y="1670"/>
                    <a:pt x="400" y="1673"/>
                  </a:cubicBezTo>
                  <a:cubicBezTo>
                    <a:pt x="392" y="1677"/>
                    <a:pt x="393" y="1679"/>
                    <a:pt x="393" y="1684"/>
                  </a:cubicBezTo>
                  <a:cubicBezTo>
                    <a:pt x="402" y="1685"/>
                    <a:pt x="404" y="1702"/>
                    <a:pt x="408" y="1720"/>
                  </a:cubicBezTo>
                  <a:cubicBezTo>
                    <a:pt x="411" y="1740"/>
                    <a:pt x="412" y="1754"/>
                    <a:pt x="419" y="1754"/>
                  </a:cubicBezTo>
                  <a:cubicBezTo>
                    <a:pt x="420" y="1754"/>
                    <a:pt x="421" y="1754"/>
                    <a:pt x="421" y="1753"/>
                  </a:cubicBezTo>
                  <a:lnTo>
                    <a:pt x="421" y="1753"/>
                  </a:lnTo>
                  <a:cubicBezTo>
                    <a:pt x="421" y="1756"/>
                    <a:pt x="421" y="1756"/>
                    <a:pt x="413" y="1760"/>
                  </a:cubicBezTo>
                  <a:cubicBezTo>
                    <a:pt x="405" y="1761"/>
                    <a:pt x="405" y="1764"/>
                    <a:pt x="422" y="1764"/>
                  </a:cubicBezTo>
                  <a:cubicBezTo>
                    <a:pt x="426" y="1764"/>
                    <a:pt x="429" y="1763"/>
                    <a:pt x="431" y="1763"/>
                  </a:cubicBezTo>
                  <a:cubicBezTo>
                    <a:pt x="434" y="1763"/>
                    <a:pt x="433" y="1764"/>
                    <a:pt x="423" y="1766"/>
                  </a:cubicBezTo>
                  <a:cubicBezTo>
                    <a:pt x="414" y="1767"/>
                    <a:pt x="416" y="1771"/>
                    <a:pt x="417" y="1782"/>
                  </a:cubicBezTo>
                  <a:cubicBezTo>
                    <a:pt x="418" y="1788"/>
                    <a:pt x="419" y="1796"/>
                    <a:pt x="426" y="1796"/>
                  </a:cubicBezTo>
                  <a:cubicBezTo>
                    <a:pt x="427" y="1796"/>
                    <a:pt x="427" y="1796"/>
                    <a:pt x="428" y="1796"/>
                  </a:cubicBezTo>
                  <a:cubicBezTo>
                    <a:pt x="434" y="1798"/>
                    <a:pt x="436" y="1799"/>
                    <a:pt x="434" y="1799"/>
                  </a:cubicBezTo>
                  <a:cubicBezTo>
                    <a:pt x="433" y="1799"/>
                    <a:pt x="431" y="1799"/>
                    <a:pt x="428" y="1798"/>
                  </a:cubicBezTo>
                  <a:cubicBezTo>
                    <a:pt x="411" y="1799"/>
                    <a:pt x="404" y="1812"/>
                    <a:pt x="422" y="1816"/>
                  </a:cubicBezTo>
                  <a:cubicBezTo>
                    <a:pt x="422" y="1819"/>
                    <a:pt x="422" y="1821"/>
                    <a:pt x="414" y="1822"/>
                  </a:cubicBezTo>
                  <a:cubicBezTo>
                    <a:pt x="414" y="1825"/>
                    <a:pt x="416" y="1827"/>
                    <a:pt x="425" y="1833"/>
                  </a:cubicBezTo>
                  <a:cubicBezTo>
                    <a:pt x="425" y="1835"/>
                    <a:pt x="427" y="1844"/>
                    <a:pt x="427" y="1849"/>
                  </a:cubicBezTo>
                  <a:cubicBezTo>
                    <a:pt x="428" y="1853"/>
                    <a:pt x="437" y="1857"/>
                    <a:pt x="437" y="1857"/>
                  </a:cubicBezTo>
                  <a:cubicBezTo>
                    <a:pt x="437" y="1858"/>
                    <a:pt x="437" y="1860"/>
                    <a:pt x="437" y="1860"/>
                  </a:cubicBezTo>
                  <a:cubicBezTo>
                    <a:pt x="437" y="1860"/>
                    <a:pt x="437" y="1860"/>
                    <a:pt x="437" y="1859"/>
                  </a:cubicBezTo>
                  <a:cubicBezTo>
                    <a:pt x="429" y="1861"/>
                    <a:pt x="430" y="1872"/>
                    <a:pt x="433" y="1889"/>
                  </a:cubicBezTo>
                  <a:cubicBezTo>
                    <a:pt x="436" y="1905"/>
                    <a:pt x="438" y="1919"/>
                    <a:pt x="430" y="1923"/>
                  </a:cubicBezTo>
                  <a:cubicBezTo>
                    <a:pt x="430" y="1923"/>
                    <a:pt x="430" y="1925"/>
                    <a:pt x="439" y="1926"/>
                  </a:cubicBezTo>
                  <a:cubicBezTo>
                    <a:pt x="456" y="1926"/>
                    <a:pt x="456" y="1928"/>
                    <a:pt x="448" y="1932"/>
                  </a:cubicBezTo>
                  <a:cubicBezTo>
                    <a:pt x="433" y="1937"/>
                    <a:pt x="433" y="1946"/>
                    <a:pt x="449" y="1946"/>
                  </a:cubicBezTo>
                  <a:lnTo>
                    <a:pt x="449" y="1946"/>
                  </a:lnTo>
                  <a:cubicBezTo>
                    <a:pt x="447" y="1947"/>
                    <a:pt x="445" y="1947"/>
                    <a:pt x="442" y="1948"/>
                  </a:cubicBezTo>
                  <a:cubicBezTo>
                    <a:pt x="427" y="1953"/>
                    <a:pt x="433" y="1958"/>
                    <a:pt x="448" y="1958"/>
                  </a:cubicBezTo>
                  <a:cubicBezTo>
                    <a:pt x="450" y="1958"/>
                    <a:pt x="451" y="1958"/>
                    <a:pt x="453" y="1958"/>
                  </a:cubicBezTo>
                  <a:lnTo>
                    <a:pt x="453" y="1958"/>
                  </a:lnTo>
                  <a:cubicBezTo>
                    <a:pt x="444" y="1962"/>
                    <a:pt x="436" y="1965"/>
                    <a:pt x="445" y="1967"/>
                  </a:cubicBezTo>
                  <a:cubicBezTo>
                    <a:pt x="445" y="1969"/>
                    <a:pt x="445" y="1969"/>
                    <a:pt x="428" y="1971"/>
                  </a:cubicBezTo>
                  <a:cubicBezTo>
                    <a:pt x="420" y="1973"/>
                    <a:pt x="411" y="1974"/>
                    <a:pt x="412" y="1977"/>
                  </a:cubicBezTo>
                  <a:cubicBezTo>
                    <a:pt x="412" y="1978"/>
                    <a:pt x="414" y="1978"/>
                    <a:pt x="416" y="1978"/>
                  </a:cubicBezTo>
                  <a:cubicBezTo>
                    <a:pt x="420" y="1978"/>
                    <a:pt x="424" y="1977"/>
                    <a:pt x="429" y="1977"/>
                  </a:cubicBezTo>
                  <a:cubicBezTo>
                    <a:pt x="429" y="1977"/>
                    <a:pt x="429" y="1979"/>
                    <a:pt x="430" y="1981"/>
                  </a:cubicBezTo>
                  <a:cubicBezTo>
                    <a:pt x="430" y="1981"/>
                    <a:pt x="430" y="1983"/>
                    <a:pt x="435" y="1983"/>
                  </a:cubicBezTo>
                  <a:cubicBezTo>
                    <a:pt x="436" y="1983"/>
                    <a:pt x="437" y="1983"/>
                    <a:pt x="439" y="1982"/>
                  </a:cubicBezTo>
                  <a:cubicBezTo>
                    <a:pt x="441" y="1982"/>
                    <a:pt x="443" y="1981"/>
                    <a:pt x="444" y="1981"/>
                  </a:cubicBezTo>
                  <a:cubicBezTo>
                    <a:pt x="447" y="1981"/>
                    <a:pt x="447" y="1983"/>
                    <a:pt x="448" y="1985"/>
                  </a:cubicBezTo>
                  <a:cubicBezTo>
                    <a:pt x="444" y="1986"/>
                    <a:pt x="444" y="1987"/>
                    <a:pt x="446" y="1987"/>
                  </a:cubicBezTo>
                  <a:cubicBezTo>
                    <a:pt x="448" y="1987"/>
                    <a:pt x="452" y="1986"/>
                    <a:pt x="456" y="1983"/>
                  </a:cubicBezTo>
                  <a:cubicBezTo>
                    <a:pt x="461" y="1983"/>
                    <a:pt x="466" y="1982"/>
                    <a:pt x="470" y="1982"/>
                  </a:cubicBezTo>
                  <a:cubicBezTo>
                    <a:pt x="472" y="1982"/>
                    <a:pt x="473" y="1982"/>
                    <a:pt x="473" y="1983"/>
                  </a:cubicBezTo>
                  <a:lnTo>
                    <a:pt x="490" y="1980"/>
                  </a:lnTo>
                  <a:cubicBezTo>
                    <a:pt x="502" y="1979"/>
                    <a:pt x="513" y="1976"/>
                    <a:pt x="523" y="1969"/>
                  </a:cubicBezTo>
                  <a:cubicBezTo>
                    <a:pt x="529" y="1960"/>
                    <a:pt x="535" y="1952"/>
                    <a:pt x="526" y="1952"/>
                  </a:cubicBezTo>
                  <a:cubicBezTo>
                    <a:pt x="524" y="1952"/>
                    <a:pt x="522" y="1953"/>
                    <a:pt x="520" y="1953"/>
                  </a:cubicBezTo>
                  <a:cubicBezTo>
                    <a:pt x="520" y="1953"/>
                    <a:pt x="512" y="1952"/>
                    <a:pt x="511" y="1950"/>
                  </a:cubicBezTo>
                  <a:cubicBezTo>
                    <a:pt x="511" y="1948"/>
                    <a:pt x="519" y="1943"/>
                    <a:pt x="519" y="1943"/>
                  </a:cubicBezTo>
                  <a:cubicBezTo>
                    <a:pt x="528" y="1942"/>
                    <a:pt x="525" y="1933"/>
                    <a:pt x="524" y="1921"/>
                  </a:cubicBezTo>
                  <a:cubicBezTo>
                    <a:pt x="522" y="1907"/>
                    <a:pt x="521" y="1900"/>
                    <a:pt x="529" y="1896"/>
                  </a:cubicBezTo>
                  <a:cubicBezTo>
                    <a:pt x="537" y="1893"/>
                    <a:pt x="537" y="1890"/>
                    <a:pt x="537" y="1890"/>
                  </a:cubicBezTo>
                  <a:lnTo>
                    <a:pt x="537" y="1890"/>
                  </a:lnTo>
                  <a:cubicBezTo>
                    <a:pt x="536" y="1890"/>
                    <a:pt x="536" y="1890"/>
                    <a:pt x="536" y="1890"/>
                  </a:cubicBezTo>
                  <a:cubicBezTo>
                    <a:pt x="528" y="1890"/>
                    <a:pt x="526" y="1876"/>
                    <a:pt x="523" y="1861"/>
                  </a:cubicBezTo>
                  <a:cubicBezTo>
                    <a:pt x="521" y="1845"/>
                    <a:pt x="519" y="1830"/>
                    <a:pt x="511" y="1830"/>
                  </a:cubicBezTo>
                  <a:cubicBezTo>
                    <a:pt x="511" y="1830"/>
                    <a:pt x="510" y="1830"/>
                    <a:pt x="510" y="1830"/>
                  </a:cubicBezTo>
                  <a:cubicBezTo>
                    <a:pt x="510" y="1827"/>
                    <a:pt x="510" y="1825"/>
                    <a:pt x="510" y="1825"/>
                  </a:cubicBezTo>
                  <a:cubicBezTo>
                    <a:pt x="518" y="1823"/>
                    <a:pt x="518" y="1819"/>
                    <a:pt x="517" y="1814"/>
                  </a:cubicBezTo>
                  <a:cubicBezTo>
                    <a:pt x="508" y="1811"/>
                    <a:pt x="506" y="1806"/>
                    <a:pt x="506" y="1806"/>
                  </a:cubicBezTo>
                  <a:cubicBezTo>
                    <a:pt x="515" y="1805"/>
                    <a:pt x="514" y="1802"/>
                    <a:pt x="514" y="1797"/>
                  </a:cubicBezTo>
                  <a:cubicBezTo>
                    <a:pt x="513" y="1793"/>
                    <a:pt x="513" y="1791"/>
                    <a:pt x="508" y="1791"/>
                  </a:cubicBezTo>
                  <a:cubicBezTo>
                    <a:pt x="507" y="1791"/>
                    <a:pt x="506" y="1791"/>
                    <a:pt x="504" y="1792"/>
                  </a:cubicBezTo>
                  <a:cubicBezTo>
                    <a:pt x="503" y="1783"/>
                    <a:pt x="504" y="1773"/>
                    <a:pt x="509" y="1765"/>
                  </a:cubicBezTo>
                  <a:cubicBezTo>
                    <a:pt x="517" y="1761"/>
                    <a:pt x="509" y="1760"/>
                    <a:pt x="500" y="1759"/>
                  </a:cubicBezTo>
                  <a:cubicBezTo>
                    <a:pt x="496" y="1759"/>
                    <a:pt x="493" y="1760"/>
                    <a:pt x="491" y="1760"/>
                  </a:cubicBezTo>
                  <a:cubicBezTo>
                    <a:pt x="486" y="1760"/>
                    <a:pt x="482" y="1759"/>
                    <a:pt x="482" y="1757"/>
                  </a:cubicBezTo>
                  <a:lnTo>
                    <a:pt x="499" y="1755"/>
                  </a:lnTo>
                  <a:cubicBezTo>
                    <a:pt x="501" y="1755"/>
                    <a:pt x="503" y="1755"/>
                    <a:pt x="505" y="1755"/>
                  </a:cubicBezTo>
                  <a:cubicBezTo>
                    <a:pt x="507" y="1755"/>
                    <a:pt x="507" y="1754"/>
                    <a:pt x="506" y="1750"/>
                  </a:cubicBezTo>
                  <a:lnTo>
                    <a:pt x="506" y="1746"/>
                  </a:lnTo>
                  <a:cubicBezTo>
                    <a:pt x="506" y="1746"/>
                    <a:pt x="505" y="1746"/>
                    <a:pt x="504" y="1746"/>
                  </a:cubicBezTo>
                  <a:cubicBezTo>
                    <a:pt x="497" y="1746"/>
                    <a:pt x="496" y="1734"/>
                    <a:pt x="494" y="1719"/>
                  </a:cubicBezTo>
                  <a:cubicBezTo>
                    <a:pt x="491" y="1701"/>
                    <a:pt x="490" y="1693"/>
                    <a:pt x="483" y="1693"/>
                  </a:cubicBezTo>
                  <a:cubicBezTo>
                    <a:pt x="482" y="1693"/>
                    <a:pt x="482" y="1693"/>
                    <a:pt x="481" y="1693"/>
                  </a:cubicBezTo>
                  <a:cubicBezTo>
                    <a:pt x="479" y="1693"/>
                    <a:pt x="478" y="1693"/>
                    <a:pt x="478" y="1693"/>
                  </a:cubicBezTo>
                  <a:cubicBezTo>
                    <a:pt x="473" y="1693"/>
                    <a:pt x="474" y="1690"/>
                    <a:pt x="479" y="1683"/>
                  </a:cubicBezTo>
                  <a:cubicBezTo>
                    <a:pt x="503" y="1665"/>
                    <a:pt x="503" y="1665"/>
                    <a:pt x="494" y="1664"/>
                  </a:cubicBezTo>
                  <a:lnTo>
                    <a:pt x="494" y="1664"/>
                  </a:lnTo>
                  <a:cubicBezTo>
                    <a:pt x="494" y="1666"/>
                    <a:pt x="486" y="1667"/>
                    <a:pt x="477" y="1669"/>
                  </a:cubicBezTo>
                  <a:cubicBezTo>
                    <a:pt x="473" y="1670"/>
                    <a:pt x="469" y="1670"/>
                    <a:pt x="467" y="1670"/>
                  </a:cubicBezTo>
                  <a:cubicBezTo>
                    <a:pt x="462" y="1670"/>
                    <a:pt x="465" y="1668"/>
                    <a:pt x="477" y="1665"/>
                  </a:cubicBezTo>
                  <a:cubicBezTo>
                    <a:pt x="494" y="1662"/>
                    <a:pt x="480" y="1629"/>
                    <a:pt x="463" y="1629"/>
                  </a:cubicBezTo>
                  <a:cubicBezTo>
                    <a:pt x="463" y="1629"/>
                    <a:pt x="463" y="1629"/>
                    <a:pt x="463" y="1629"/>
                  </a:cubicBezTo>
                  <a:lnTo>
                    <a:pt x="472" y="1627"/>
                  </a:lnTo>
                  <a:cubicBezTo>
                    <a:pt x="479" y="1626"/>
                    <a:pt x="479" y="1623"/>
                    <a:pt x="477" y="1613"/>
                  </a:cubicBezTo>
                  <a:cubicBezTo>
                    <a:pt x="477" y="1609"/>
                    <a:pt x="476" y="1607"/>
                    <a:pt x="476" y="1607"/>
                  </a:cubicBezTo>
                  <a:cubicBezTo>
                    <a:pt x="474" y="1607"/>
                    <a:pt x="473" y="1607"/>
                    <a:pt x="472" y="1607"/>
                  </a:cubicBezTo>
                  <a:cubicBezTo>
                    <a:pt x="461" y="1607"/>
                    <a:pt x="467" y="1594"/>
                    <a:pt x="475" y="1593"/>
                  </a:cubicBezTo>
                  <a:cubicBezTo>
                    <a:pt x="483" y="1589"/>
                    <a:pt x="483" y="1589"/>
                    <a:pt x="482" y="1584"/>
                  </a:cubicBezTo>
                  <a:cubicBezTo>
                    <a:pt x="464" y="1580"/>
                    <a:pt x="471" y="1567"/>
                    <a:pt x="479" y="1565"/>
                  </a:cubicBezTo>
                  <a:cubicBezTo>
                    <a:pt x="479" y="1565"/>
                    <a:pt x="478" y="1563"/>
                    <a:pt x="478" y="1561"/>
                  </a:cubicBezTo>
                  <a:cubicBezTo>
                    <a:pt x="469" y="1559"/>
                    <a:pt x="468" y="1555"/>
                    <a:pt x="468" y="1553"/>
                  </a:cubicBezTo>
                  <a:cubicBezTo>
                    <a:pt x="467" y="1548"/>
                    <a:pt x="467" y="1546"/>
                    <a:pt x="465" y="1546"/>
                  </a:cubicBezTo>
                  <a:cubicBezTo>
                    <a:pt x="463" y="1546"/>
                    <a:pt x="462" y="1546"/>
                    <a:pt x="459" y="1547"/>
                  </a:cubicBezTo>
                  <a:cubicBezTo>
                    <a:pt x="454" y="1548"/>
                    <a:pt x="449" y="1549"/>
                    <a:pt x="445" y="1549"/>
                  </a:cubicBezTo>
                  <a:cubicBezTo>
                    <a:pt x="443" y="1549"/>
                    <a:pt x="442" y="1549"/>
                    <a:pt x="441" y="1548"/>
                  </a:cubicBezTo>
                  <a:lnTo>
                    <a:pt x="450" y="1546"/>
                  </a:lnTo>
                  <a:cubicBezTo>
                    <a:pt x="458" y="1545"/>
                    <a:pt x="457" y="1538"/>
                    <a:pt x="456" y="1528"/>
                  </a:cubicBezTo>
                  <a:cubicBezTo>
                    <a:pt x="455" y="1517"/>
                    <a:pt x="454" y="1512"/>
                    <a:pt x="462" y="1508"/>
                  </a:cubicBezTo>
                  <a:lnTo>
                    <a:pt x="453" y="1508"/>
                  </a:lnTo>
                  <a:cubicBezTo>
                    <a:pt x="445" y="1507"/>
                    <a:pt x="444" y="1504"/>
                    <a:pt x="453" y="1503"/>
                  </a:cubicBezTo>
                  <a:cubicBezTo>
                    <a:pt x="460" y="1499"/>
                    <a:pt x="459" y="1490"/>
                    <a:pt x="449" y="1486"/>
                  </a:cubicBezTo>
                  <a:lnTo>
                    <a:pt x="449" y="1482"/>
                  </a:lnTo>
                  <a:cubicBezTo>
                    <a:pt x="465" y="1476"/>
                    <a:pt x="465" y="1470"/>
                    <a:pt x="447" y="1470"/>
                  </a:cubicBezTo>
                  <a:cubicBezTo>
                    <a:pt x="456" y="1469"/>
                    <a:pt x="455" y="1466"/>
                    <a:pt x="455" y="1464"/>
                  </a:cubicBezTo>
                  <a:cubicBezTo>
                    <a:pt x="446" y="1461"/>
                    <a:pt x="445" y="1451"/>
                    <a:pt x="453" y="1449"/>
                  </a:cubicBezTo>
                  <a:lnTo>
                    <a:pt x="453" y="1447"/>
                  </a:lnTo>
                  <a:cubicBezTo>
                    <a:pt x="444" y="1446"/>
                    <a:pt x="444" y="1444"/>
                    <a:pt x="442" y="1442"/>
                  </a:cubicBezTo>
                  <a:cubicBezTo>
                    <a:pt x="442" y="1439"/>
                    <a:pt x="442" y="1437"/>
                    <a:pt x="433" y="1436"/>
                  </a:cubicBezTo>
                  <a:cubicBezTo>
                    <a:pt x="425" y="1435"/>
                    <a:pt x="425" y="1433"/>
                    <a:pt x="425" y="1433"/>
                  </a:cubicBezTo>
                  <a:cubicBezTo>
                    <a:pt x="425" y="1432"/>
                    <a:pt x="426" y="1431"/>
                    <a:pt x="428" y="1431"/>
                  </a:cubicBezTo>
                  <a:cubicBezTo>
                    <a:pt x="431" y="1431"/>
                    <a:pt x="436" y="1432"/>
                    <a:pt x="441" y="1433"/>
                  </a:cubicBezTo>
                  <a:cubicBezTo>
                    <a:pt x="443" y="1433"/>
                    <a:pt x="444" y="1433"/>
                    <a:pt x="445" y="1433"/>
                  </a:cubicBezTo>
                  <a:cubicBezTo>
                    <a:pt x="449" y="1433"/>
                    <a:pt x="446" y="1428"/>
                    <a:pt x="431" y="1425"/>
                  </a:cubicBezTo>
                  <a:cubicBezTo>
                    <a:pt x="421" y="1422"/>
                    <a:pt x="416" y="1421"/>
                    <a:pt x="418" y="1421"/>
                  </a:cubicBezTo>
                  <a:cubicBezTo>
                    <a:pt x="419" y="1421"/>
                    <a:pt x="424" y="1422"/>
                    <a:pt x="431" y="1423"/>
                  </a:cubicBezTo>
                  <a:cubicBezTo>
                    <a:pt x="435" y="1423"/>
                    <a:pt x="438" y="1423"/>
                    <a:pt x="441" y="1423"/>
                  </a:cubicBezTo>
                  <a:cubicBezTo>
                    <a:pt x="445" y="1423"/>
                    <a:pt x="446" y="1422"/>
                    <a:pt x="440" y="1420"/>
                  </a:cubicBezTo>
                  <a:cubicBezTo>
                    <a:pt x="440" y="1420"/>
                    <a:pt x="439" y="1417"/>
                    <a:pt x="433" y="1417"/>
                  </a:cubicBezTo>
                  <a:cubicBezTo>
                    <a:pt x="432" y="1417"/>
                    <a:pt x="431" y="1417"/>
                    <a:pt x="430" y="1417"/>
                  </a:cubicBezTo>
                  <a:cubicBezTo>
                    <a:pt x="430" y="1415"/>
                    <a:pt x="430" y="1412"/>
                    <a:pt x="430" y="1410"/>
                  </a:cubicBezTo>
                  <a:cubicBezTo>
                    <a:pt x="437" y="1405"/>
                    <a:pt x="437" y="1402"/>
                    <a:pt x="437" y="1400"/>
                  </a:cubicBezTo>
                  <a:cubicBezTo>
                    <a:pt x="428" y="1399"/>
                    <a:pt x="428" y="1399"/>
                    <a:pt x="436" y="1394"/>
                  </a:cubicBezTo>
                  <a:cubicBezTo>
                    <a:pt x="441" y="1394"/>
                    <a:pt x="443" y="1393"/>
                    <a:pt x="440" y="1393"/>
                  </a:cubicBezTo>
                  <a:cubicBezTo>
                    <a:pt x="438" y="1393"/>
                    <a:pt x="433" y="1393"/>
                    <a:pt x="427" y="1394"/>
                  </a:cubicBezTo>
                  <a:cubicBezTo>
                    <a:pt x="419" y="1393"/>
                    <a:pt x="418" y="1391"/>
                    <a:pt x="426" y="1387"/>
                  </a:cubicBezTo>
                  <a:cubicBezTo>
                    <a:pt x="439" y="1385"/>
                    <a:pt x="442" y="1383"/>
                    <a:pt x="438" y="1383"/>
                  </a:cubicBezTo>
                  <a:cubicBezTo>
                    <a:pt x="437" y="1383"/>
                    <a:pt x="436" y="1383"/>
                    <a:pt x="435" y="1383"/>
                  </a:cubicBezTo>
                  <a:cubicBezTo>
                    <a:pt x="426" y="1382"/>
                    <a:pt x="425" y="1380"/>
                    <a:pt x="425" y="1380"/>
                  </a:cubicBezTo>
                  <a:cubicBezTo>
                    <a:pt x="433" y="1379"/>
                    <a:pt x="430" y="1357"/>
                    <a:pt x="427" y="1336"/>
                  </a:cubicBezTo>
                  <a:cubicBezTo>
                    <a:pt x="427" y="1335"/>
                    <a:pt x="423" y="1334"/>
                    <a:pt x="419" y="1334"/>
                  </a:cubicBezTo>
                  <a:cubicBezTo>
                    <a:pt x="416" y="1334"/>
                    <a:pt x="413" y="1334"/>
                    <a:pt x="410" y="1335"/>
                  </a:cubicBezTo>
                  <a:cubicBezTo>
                    <a:pt x="404" y="1336"/>
                    <a:pt x="401" y="1336"/>
                    <a:pt x="400" y="1336"/>
                  </a:cubicBezTo>
                  <a:cubicBezTo>
                    <a:pt x="399" y="1336"/>
                    <a:pt x="404" y="1335"/>
                    <a:pt x="409" y="1333"/>
                  </a:cubicBezTo>
                  <a:cubicBezTo>
                    <a:pt x="425" y="1328"/>
                    <a:pt x="431" y="1324"/>
                    <a:pt x="425" y="1324"/>
                  </a:cubicBezTo>
                  <a:cubicBezTo>
                    <a:pt x="423" y="1324"/>
                    <a:pt x="417" y="1325"/>
                    <a:pt x="409" y="1327"/>
                  </a:cubicBezTo>
                  <a:cubicBezTo>
                    <a:pt x="401" y="1330"/>
                    <a:pt x="397" y="1331"/>
                    <a:pt x="396" y="1331"/>
                  </a:cubicBezTo>
                  <a:cubicBezTo>
                    <a:pt x="395" y="1331"/>
                    <a:pt x="399" y="1329"/>
                    <a:pt x="408" y="1325"/>
                  </a:cubicBezTo>
                  <a:cubicBezTo>
                    <a:pt x="416" y="1322"/>
                    <a:pt x="416" y="1322"/>
                    <a:pt x="408" y="1320"/>
                  </a:cubicBezTo>
                  <a:cubicBezTo>
                    <a:pt x="406" y="1321"/>
                    <a:pt x="405" y="1321"/>
                    <a:pt x="404" y="1321"/>
                  </a:cubicBezTo>
                  <a:cubicBezTo>
                    <a:pt x="399" y="1321"/>
                    <a:pt x="400" y="1319"/>
                    <a:pt x="407" y="1318"/>
                  </a:cubicBezTo>
                  <a:cubicBezTo>
                    <a:pt x="415" y="1315"/>
                    <a:pt x="422" y="1311"/>
                    <a:pt x="417" y="1311"/>
                  </a:cubicBezTo>
                  <a:cubicBezTo>
                    <a:pt x="416" y="1311"/>
                    <a:pt x="415" y="1311"/>
                    <a:pt x="414" y="1311"/>
                  </a:cubicBezTo>
                  <a:cubicBezTo>
                    <a:pt x="414" y="1311"/>
                    <a:pt x="414" y="1309"/>
                    <a:pt x="422" y="1306"/>
                  </a:cubicBezTo>
                  <a:cubicBezTo>
                    <a:pt x="430" y="1303"/>
                    <a:pt x="421" y="1301"/>
                    <a:pt x="413" y="1300"/>
                  </a:cubicBezTo>
                  <a:cubicBezTo>
                    <a:pt x="395" y="1296"/>
                    <a:pt x="394" y="1294"/>
                    <a:pt x="412" y="1294"/>
                  </a:cubicBezTo>
                  <a:cubicBezTo>
                    <a:pt x="428" y="1292"/>
                    <a:pt x="420" y="1283"/>
                    <a:pt x="405" y="1283"/>
                  </a:cubicBezTo>
                  <a:cubicBezTo>
                    <a:pt x="404" y="1283"/>
                    <a:pt x="403" y="1283"/>
                    <a:pt x="402" y="1283"/>
                  </a:cubicBezTo>
                  <a:cubicBezTo>
                    <a:pt x="384" y="1283"/>
                    <a:pt x="384" y="1283"/>
                    <a:pt x="393" y="1282"/>
                  </a:cubicBezTo>
                  <a:cubicBezTo>
                    <a:pt x="401" y="1281"/>
                    <a:pt x="401" y="1278"/>
                    <a:pt x="401" y="1278"/>
                  </a:cubicBezTo>
                  <a:cubicBezTo>
                    <a:pt x="401" y="1276"/>
                    <a:pt x="400" y="1273"/>
                    <a:pt x="409" y="1272"/>
                  </a:cubicBezTo>
                  <a:cubicBezTo>
                    <a:pt x="409" y="1272"/>
                    <a:pt x="408" y="1270"/>
                    <a:pt x="399" y="1267"/>
                  </a:cubicBezTo>
                  <a:cubicBezTo>
                    <a:pt x="382" y="1264"/>
                    <a:pt x="389" y="1257"/>
                    <a:pt x="405" y="1251"/>
                  </a:cubicBezTo>
                  <a:lnTo>
                    <a:pt x="396" y="1248"/>
                  </a:lnTo>
                  <a:cubicBezTo>
                    <a:pt x="392" y="1248"/>
                    <a:pt x="389" y="1248"/>
                    <a:pt x="386" y="1248"/>
                  </a:cubicBezTo>
                  <a:cubicBezTo>
                    <a:pt x="377" y="1248"/>
                    <a:pt x="375" y="1247"/>
                    <a:pt x="387" y="1244"/>
                  </a:cubicBezTo>
                  <a:lnTo>
                    <a:pt x="395" y="1243"/>
                  </a:lnTo>
                  <a:lnTo>
                    <a:pt x="395" y="1243"/>
                  </a:lnTo>
                  <a:cubicBezTo>
                    <a:pt x="395" y="1243"/>
                    <a:pt x="394" y="1243"/>
                    <a:pt x="393" y="1243"/>
                  </a:cubicBezTo>
                  <a:cubicBezTo>
                    <a:pt x="379" y="1243"/>
                    <a:pt x="386" y="1233"/>
                    <a:pt x="402" y="1230"/>
                  </a:cubicBezTo>
                  <a:cubicBezTo>
                    <a:pt x="411" y="1228"/>
                    <a:pt x="411" y="1228"/>
                    <a:pt x="410" y="1226"/>
                  </a:cubicBezTo>
                  <a:lnTo>
                    <a:pt x="410" y="1226"/>
                  </a:lnTo>
                  <a:lnTo>
                    <a:pt x="402" y="1227"/>
                  </a:lnTo>
                  <a:cubicBezTo>
                    <a:pt x="396" y="1228"/>
                    <a:pt x="390" y="1229"/>
                    <a:pt x="387" y="1229"/>
                  </a:cubicBezTo>
                  <a:cubicBezTo>
                    <a:pt x="385" y="1229"/>
                    <a:pt x="384" y="1229"/>
                    <a:pt x="384" y="1228"/>
                  </a:cubicBezTo>
                  <a:cubicBezTo>
                    <a:pt x="384" y="1226"/>
                    <a:pt x="384" y="1224"/>
                    <a:pt x="392" y="1222"/>
                  </a:cubicBezTo>
                  <a:cubicBezTo>
                    <a:pt x="398" y="1219"/>
                    <a:pt x="405" y="1216"/>
                    <a:pt x="403" y="1216"/>
                  </a:cubicBezTo>
                  <a:cubicBezTo>
                    <a:pt x="403" y="1216"/>
                    <a:pt x="402" y="1216"/>
                    <a:pt x="400" y="1216"/>
                  </a:cubicBezTo>
                  <a:cubicBezTo>
                    <a:pt x="400" y="1216"/>
                    <a:pt x="400" y="1214"/>
                    <a:pt x="408" y="1209"/>
                  </a:cubicBezTo>
                  <a:cubicBezTo>
                    <a:pt x="408" y="1207"/>
                    <a:pt x="407" y="1205"/>
                    <a:pt x="407" y="1200"/>
                  </a:cubicBezTo>
                  <a:cubicBezTo>
                    <a:pt x="398" y="1199"/>
                    <a:pt x="396" y="1195"/>
                    <a:pt x="405" y="1194"/>
                  </a:cubicBezTo>
                  <a:cubicBezTo>
                    <a:pt x="405" y="1194"/>
                    <a:pt x="404" y="1188"/>
                    <a:pt x="395" y="1188"/>
                  </a:cubicBezTo>
                  <a:cubicBezTo>
                    <a:pt x="395" y="1182"/>
                    <a:pt x="394" y="1180"/>
                    <a:pt x="403" y="1179"/>
                  </a:cubicBezTo>
                  <a:cubicBezTo>
                    <a:pt x="411" y="1178"/>
                    <a:pt x="411" y="1178"/>
                    <a:pt x="403" y="1177"/>
                  </a:cubicBezTo>
                  <a:cubicBezTo>
                    <a:pt x="402" y="1177"/>
                    <a:pt x="400" y="1177"/>
                    <a:pt x="399" y="1177"/>
                  </a:cubicBezTo>
                  <a:cubicBezTo>
                    <a:pt x="394" y="1177"/>
                    <a:pt x="394" y="1175"/>
                    <a:pt x="393" y="1173"/>
                  </a:cubicBezTo>
                  <a:cubicBezTo>
                    <a:pt x="393" y="1171"/>
                    <a:pt x="393" y="1169"/>
                    <a:pt x="393" y="1169"/>
                  </a:cubicBezTo>
                  <a:cubicBezTo>
                    <a:pt x="389" y="1169"/>
                    <a:pt x="387" y="1170"/>
                    <a:pt x="386" y="1170"/>
                  </a:cubicBezTo>
                  <a:cubicBezTo>
                    <a:pt x="384" y="1170"/>
                    <a:pt x="384" y="1169"/>
                    <a:pt x="384" y="1168"/>
                  </a:cubicBezTo>
                  <a:cubicBezTo>
                    <a:pt x="384" y="1166"/>
                    <a:pt x="391" y="1157"/>
                    <a:pt x="391" y="1154"/>
                  </a:cubicBezTo>
                  <a:cubicBezTo>
                    <a:pt x="390" y="1151"/>
                    <a:pt x="390" y="1149"/>
                    <a:pt x="389" y="1149"/>
                  </a:cubicBezTo>
                  <a:cubicBezTo>
                    <a:pt x="387" y="1149"/>
                    <a:pt x="385" y="1150"/>
                    <a:pt x="382" y="1152"/>
                  </a:cubicBezTo>
                  <a:cubicBezTo>
                    <a:pt x="382" y="1153"/>
                    <a:pt x="380" y="1154"/>
                    <a:pt x="379" y="1154"/>
                  </a:cubicBezTo>
                  <a:cubicBezTo>
                    <a:pt x="378" y="1154"/>
                    <a:pt x="377" y="1153"/>
                    <a:pt x="381" y="1149"/>
                  </a:cubicBezTo>
                  <a:cubicBezTo>
                    <a:pt x="381" y="1147"/>
                    <a:pt x="389" y="1139"/>
                    <a:pt x="387" y="1131"/>
                  </a:cubicBezTo>
                  <a:cubicBezTo>
                    <a:pt x="386" y="1124"/>
                    <a:pt x="385" y="1123"/>
                    <a:pt x="382" y="1123"/>
                  </a:cubicBezTo>
                  <a:cubicBezTo>
                    <a:pt x="381" y="1123"/>
                    <a:pt x="379" y="1123"/>
                    <a:pt x="377" y="1123"/>
                  </a:cubicBezTo>
                  <a:cubicBezTo>
                    <a:pt x="371" y="1125"/>
                    <a:pt x="367" y="1126"/>
                    <a:pt x="365" y="1126"/>
                  </a:cubicBezTo>
                  <a:cubicBezTo>
                    <a:pt x="363" y="1126"/>
                    <a:pt x="367" y="1124"/>
                    <a:pt x="377" y="1121"/>
                  </a:cubicBezTo>
                  <a:cubicBezTo>
                    <a:pt x="390" y="1115"/>
                    <a:pt x="392" y="1112"/>
                    <a:pt x="389" y="1112"/>
                  </a:cubicBezTo>
                  <a:cubicBezTo>
                    <a:pt x="387" y="1112"/>
                    <a:pt x="386" y="1112"/>
                    <a:pt x="384" y="1113"/>
                  </a:cubicBezTo>
                  <a:cubicBezTo>
                    <a:pt x="375" y="1112"/>
                    <a:pt x="375" y="1112"/>
                    <a:pt x="375" y="1110"/>
                  </a:cubicBezTo>
                  <a:cubicBezTo>
                    <a:pt x="384" y="1108"/>
                    <a:pt x="383" y="1106"/>
                    <a:pt x="374" y="1103"/>
                  </a:cubicBezTo>
                  <a:cubicBezTo>
                    <a:pt x="374" y="1101"/>
                    <a:pt x="374" y="1101"/>
                    <a:pt x="382" y="1098"/>
                  </a:cubicBezTo>
                  <a:cubicBezTo>
                    <a:pt x="382" y="1098"/>
                    <a:pt x="382" y="1096"/>
                    <a:pt x="382" y="1094"/>
                  </a:cubicBezTo>
                  <a:cubicBezTo>
                    <a:pt x="364" y="1093"/>
                    <a:pt x="371" y="1077"/>
                    <a:pt x="379" y="1073"/>
                  </a:cubicBezTo>
                  <a:cubicBezTo>
                    <a:pt x="379" y="1073"/>
                    <a:pt x="377" y="1070"/>
                    <a:pt x="370" y="1069"/>
                  </a:cubicBezTo>
                  <a:cubicBezTo>
                    <a:pt x="366" y="1069"/>
                    <a:pt x="364" y="1069"/>
                    <a:pt x="362" y="1069"/>
                  </a:cubicBezTo>
                  <a:cubicBezTo>
                    <a:pt x="352" y="1069"/>
                    <a:pt x="355" y="1067"/>
                    <a:pt x="368" y="1065"/>
                  </a:cubicBezTo>
                  <a:cubicBezTo>
                    <a:pt x="385" y="1062"/>
                    <a:pt x="385" y="1062"/>
                    <a:pt x="368" y="1062"/>
                  </a:cubicBezTo>
                  <a:cubicBezTo>
                    <a:pt x="359" y="1061"/>
                    <a:pt x="357" y="1050"/>
                    <a:pt x="375" y="1049"/>
                  </a:cubicBezTo>
                  <a:lnTo>
                    <a:pt x="392" y="1047"/>
                  </a:lnTo>
                  <a:cubicBezTo>
                    <a:pt x="383" y="1046"/>
                    <a:pt x="382" y="1043"/>
                    <a:pt x="382" y="1043"/>
                  </a:cubicBezTo>
                  <a:cubicBezTo>
                    <a:pt x="381" y="1044"/>
                    <a:pt x="380" y="1044"/>
                    <a:pt x="379" y="1044"/>
                  </a:cubicBezTo>
                  <a:cubicBezTo>
                    <a:pt x="374" y="1044"/>
                    <a:pt x="374" y="1041"/>
                    <a:pt x="373" y="1036"/>
                  </a:cubicBezTo>
                  <a:cubicBezTo>
                    <a:pt x="372" y="1031"/>
                    <a:pt x="362" y="1023"/>
                    <a:pt x="362" y="1018"/>
                  </a:cubicBezTo>
                  <a:cubicBezTo>
                    <a:pt x="359" y="1012"/>
                    <a:pt x="362" y="1005"/>
                    <a:pt x="367" y="1003"/>
                  </a:cubicBezTo>
                  <a:cubicBezTo>
                    <a:pt x="367" y="1000"/>
                    <a:pt x="367" y="997"/>
                    <a:pt x="358" y="995"/>
                  </a:cubicBezTo>
                  <a:cubicBezTo>
                    <a:pt x="349" y="994"/>
                    <a:pt x="348" y="990"/>
                    <a:pt x="357" y="987"/>
                  </a:cubicBezTo>
                  <a:lnTo>
                    <a:pt x="356" y="985"/>
                  </a:lnTo>
                  <a:cubicBezTo>
                    <a:pt x="347" y="982"/>
                    <a:pt x="347" y="979"/>
                    <a:pt x="347" y="979"/>
                  </a:cubicBezTo>
                  <a:cubicBezTo>
                    <a:pt x="355" y="978"/>
                    <a:pt x="363" y="974"/>
                    <a:pt x="355" y="974"/>
                  </a:cubicBezTo>
                  <a:cubicBezTo>
                    <a:pt x="353" y="974"/>
                    <a:pt x="352" y="974"/>
                    <a:pt x="351" y="974"/>
                  </a:cubicBezTo>
                  <a:cubicBezTo>
                    <a:pt x="346" y="974"/>
                    <a:pt x="346" y="972"/>
                    <a:pt x="345" y="968"/>
                  </a:cubicBezTo>
                  <a:cubicBezTo>
                    <a:pt x="353" y="962"/>
                    <a:pt x="342" y="886"/>
                    <a:pt x="333" y="886"/>
                  </a:cubicBezTo>
                  <a:cubicBezTo>
                    <a:pt x="333" y="886"/>
                    <a:pt x="333" y="886"/>
                    <a:pt x="333" y="886"/>
                  </a:cubicBezTo>
                  <a:cubicBezTo>
                    <a:pt x="333" y="886"/>
                    <a:pt x="333" y="883"/>
                    <a:pt x="331" y="878"/>
                  </a:cubicBezTo>
                  <a:lnTo>
                    <a:pt x="330" y="872"/>
                  </a:lnTo>
                  <a:cubicBezTo>
                    <a:pt x="347" y="868"/>
                    <a:pt x="337" y="858"/>
                    <a:pt x="328" y="853"/>
                  </a:cubicBezTo>
                  <a:cubicBezTo>
                    <a:pt x="319" y="853"/>
                    <a:pt x="319" y="850"/>
                    <a:pt x="318" y="847"/>
                  </a:cubicBezTo>
                  <a:cubicBezTo>
                    <a:pt x="335" y="845"/>
                    <a:pt x="334" y="838"/>
                    <a:pt x="325" y="835"/>
                  </a:cubicBezTo>
                  <a:cubicBezTo>
                    <a:pt x="308" y="835"/>
                    <a:pt x="308" y="832"/>
                    <a:pt x="324" y="829"/>
                  </a:cubicBezTo>
                  <a:cubicBezTo>
                    <a:pt x="340" y="827"/>
                    <a:pt x="340" y="822"/>
                    <a:pt x="315" y="821"/>
                  </a:cubicBezTo>
                  <a:cubicBezTo>
                    <a:pt x="306" y="821"/>
                    <a:pt x="306" y="821"/>
                    <a:pt x="313" y="817"/>
                  </a:cubicBezTo>
                  <a:cubicBezTo>
                    <a:pt x="327" y="813"/>
                    <a:pt x="329" y="810"/>
                    <a:pt x="325" y="810"/>
                  </a:cubicBezTo>
                  <a:cubicBezTo>
                    <a:pt x="324" y="810"/>
                    <a:pt x="323" y="811"/>
                    <a:pt x="321" y="811"/>
                  </a:cubicBezTo>
                  <a:cubicBezTo>
                    <a:pt x="304" y="811"/>
                    <a:pt x="303" y="809"/>
                    <a:pt x="320" y="804"/>
                  </a:cubicBezTo>
                  <a:cubicBezTo>
                    <a:pt x="336" y="797"/>
                    <a:pt x="336" y="797"/>
                    <a:pt x="319" y="797"/>
                  </a:cubicBezTo>
                  <a:cubicBezTo>
                    <a:pt x="318" y="797"/>
                    <a:pt x="317" y="797"/>
                    <a:pt x="317" y="797"/>
                  </a:cubicBezTo>
                  <a:cubicBezTo>
                    <a:pt x="302" y="797"/>
                    <a:pt x="301" y="787"/>
                    <a:pt x="317" y="783"/>
                  </a:cubicBezTo>
                  <a:cubicBezTo>
                    <a:pt x="317" y="781"/>
                    <a:pt x="322" y="778"/>
                    <a:pt x="319" y="778"/>
                  </a:cubicBezTo>
                  <a:cubicBezTo>
                    <a:pt x="319" y="778"/>
                    <a:pt x="317" y="778"/>
                    <a:pt x="316" y="779"/>
                  </a:cubicBezTo>
                  <a:lnTo>
                    <a:pt x="325" y="774"/>
                  </a:lnTo>
                  <a:cubicBezTo>
                    <a:pt x="324" y="772"/>
                    <a:pt x="324" y="770"/>
                    <a:pt x="324" y="770"/>
                  </a:cubicBezTo>
                  <a:lnTo>
                    <a:pt x="315" y="771"/>
                  </a:lnTo>
                  <a:cubicBezTo>
                    <a:pt x="318" y="760"/>
                    <a:pt x="319" y="748"/>
                    <a:pt x="319" y="737"/>
                  </a:cubicBezTo>
                  <a:cubicBezTo>
                    <a:pt x="315" y="716"/>
                    <a:pt x="314" y="709"/>
                    <a:pt x="309" y="709"/>
                  </a:cubicBezTo>
                  <a:cubicBezTo>
                    <a:pt x="308" y="709"/>
                    <a:pt x="307" y="710"/>
                    <a:pt x="306" y="710"/>
                  </a:cubicBezTo>
                  <a:cubicBezTo>
                    <a:pt x="301" y="712"/>
                    <a:pt x="297" y="713"/>
                    <a:pt x="295" y="713"/>
                  </a:cubicBezTo>
                  <a:cubicBezTo>
                    <a:pt x="291" y="713"/>
                    <a:pt x="294" y="710"/>
                    <a:pt x="306" y="706"/>
                  </a:cubicBezTo>
                  <a:cubicBezTo>
                    <a:pt x="304" y="703"/>
                    <a:pt x="312" y="697"/>
                    <a:pt x="312" y="692"/>
                  </a:cubicBezTo>
                  <a:cubicBezTo>
                    <a:pt x="311" y="688"/>
                    <a:pt x="310" y="683"/>
                    <a:pt x="319" y="681"/>
                  </a:cubicBezTo>
                  <a:lnTo>
                    <a:pt x="318" y="679"/>
                  </a:lnTo>
                  <a:cubicBezTo>
                    <a:pt x="301" y="678"/>
                    <a:pt x="299" y="663"/>
                    <a:pt x="306" y="655"/>
                  </a:cubicBezTo>
                  <a:cubicBezTo>
                    <a:pt x="306" y="650"/>
                    <a:pt x="304" y="647"/>
                    <a:pt x="296" y="644"/>
                  </a:cubicBezTo>
                  <a:cubicBezTo>
                    <a:pt x="287" y="642"/>
                    <a:pt x="287" y="642"/>
                    <a:pt x="294" y="637"/>
                  </a:cubicBezTo>
                  <a:cubicBezTo>
                    <a:pt x="303" y="636"/>
                    <a:pt x="308" y="623"/>
                    <a:pt x="297" y="623"/>
                  </a:cubicBezTo>
                  <a:cubicBezTo>
                    <a:pt x="296" y="623"/>
                    <a:pt x="295" y="623"/>
                    <a:pt x="293" y="624"/>
                  </a:cubicBezTo>
                  <a:lnTo>
                    <a:pt x="301" y="619"/>
                  </a:lnTo>
                  <a:cubicBezTo>
                    <a:pt x="307" y="617"/>
                    <a:pt x="303" y="616"/>
                    <a:pt x="298" y="616"/>
                  </a:cubicBezTo>
                  <a:cubicBezTo>
                    <a:pt x="296" y="616"/>
                    <a:pt x="294" y="616"/>
                    <a:pt x="292" y="616"/>
                  </a:cubicBezTo>
                  <a:cubicBezTo>
                    <a:pt x="287" y="617"/>
                    <a:pt x="283" y="618"/>
                    <a:pt x="281" y="618"/>
                  </a:cubicBezTo>
                  <a:cubicBezTo>
                    <a:pt x="277" y="618"/>
                    <a:pt x="282" y="615"/>
                    <a:pt x="299" y="610"/>
                  </a:cubicBezTo>
                  <a:cubicBezTo>
                    <a:pt x="311" y="608"/>
                    <a:pt x="314" y="606"/>
                    <a:pt x="312" y="606"/>
                  </a:cubicBezTo>
                  <a:cubicBezTo>
                    <a:pt x="312" y="606"/>
                    <a:pt x="310" y="606"/>
                    <a:pt x="308" y="607"/>
                  </a:cubicBezTo>
                  <a:cubicBezTo>
                    <a:pt x="299" y="606"/>
                    <a:pt x="290" y="605"/>
                    <a:pt x="298" y="601"/>
                  </a:cubicBezTo>
                  <a:cubicBezTo>
                    <a:pt x="298" y="599"/>
                    <a:pt x="297" y="597"/>
                    <a:pt x="293" y="597"/>
                  </a:cubicBezTo>
                  <a:cubicBezTo>
                    <a:pt x="290" y="597"/>
                    <a:pt x="286" y="598"/>
                    <a:pt x="281" y="599"/>
                  </a:cubicBezTo>
                  <a:cubicBezTo>
                    <a:pt x="279" y="599"/>
                    <a:pt x="278" y="599"/>
                    <a:pt x="277" y="599"/>
                  </a:cubicBezTo>
                  <a:cubicBezTo>
                    <a:pt x="272" y="599"/>
                    <a:pt x="272" y="598"/>
                    <a:pt x="271" y="596"/>
                  </a:cubicBezTo>
                  <a:cubicBezTo>
                    <a:pt x="274" y="595"/>
                    <a:pt x="277" y="595"/>
                    <a:pt x="280" y="595"/>
                  </a:cubicBezTo>
                  <a:cubicBezTo>
                    <a:pt x="283" y="595"/>
                    <a:pt x="286" y="595"/>
                    <a:pt x="289" y="596"/>
                  </a:cubicBezTo>
                  <a:lnTo>
                    <a:pt x="289" y="596"/>
                  </a:lnTo>
                  <a:cubicBezTo>
                    <a:pt x="288" y="595"/>
                    <a:pt x="288" y="593"/>
                    <a:pt x="288" y="590"/>
                  </a:cubicBezTo>
                  <a:cubicBezTo>
                    <a:pt x="288" y="588"/>
                    <a:pt x="296" y="582"/>
                    <a:pt x="303" y="580"/>
                  </a:cubicBezTo>
                  <a:cubicBezTo>
                    <a:pt x="308" y="578"/>
                    <a:pt x="310" y="577"/>
                    <a:pt x="308" y="577"/>
                  </a:cubicBezTo>
                  <a:cubicBezTo>
                    <a:pt x="306" y="577"/>
                    <a:pt x="302" y="578"/>
                    <a:pt x="294" y="580"/>
                  </a:cubicBezTo>
                  <a:cubicBezTo>
                    <a:pt x="287" y="581"/>
                    <a:pt x="283" y="582"/>
                    <a:pt x="281" y="582"/>
                  </a:cubicBezTo>
                  <a:cubicBezTo>
                    <a:pt x="278" y="582"/>
                    <a:pt x="278" y="580"/>
                    <a:pt x="278" y="578"/>
                  </a:cubicBezTo>
                  <a:cubicBezTo>
                    <a:pt x="276" y="576"/>
                    <a:pt x="276" y="573"/>
                    <a:pt x="285" y="572"/>
                  </a:cubicBezTo>
                  <a:cubicBezTo>
                    <a:pt x="293" y="570"/>
                    <a:pt x="293" y="570"/>
                    <a:pt x="292" y="565"/>
                  </a:cubicBezTo>
                  <a:cubicBezTo>
                    <a:pt x="291" y="559"/>
                    <a:pt x="265" y="557"/>
                    <a:pt x="248" y="557"/>
                  </a:cubicBezTo>
                  <a:cubicBezTo>
                    <a:pt x="241" y="558"/>
                    <a:pt x="237" y="559"/>
                    <a:pt x="236" y="559"/>
                  </a:cubicBezTo>
                  <a:cubicBezTo>
                    <a:pt x="235" y="559"/>
                    <a:pt x="238" y="557"/>
                    <a:pt x="247" y="554"/>
                  </a:cubicBezTo>
                  <a:cubicBezTo>
                    <a:pt x="256" y="553"/>
                    <a:pt x="256" y="551"/>
                    <a:pt x="255" y="549"/>
                  </a:cubicBezTo>
                  <a:lnTo>
                    <a:pt x="255" y="549"/>
                  </a:lnTo>
                  <a:cubicBezTo>
                    <a:pt x="254" y="549"/>
                    <a:pt x="254" y="549"/>
                    <a:pt x="253" y="549"/>
                  </a:cubicBezTo>
                  <a:cubicBezTo>
                    <a:pt x="250" y="549"/>
                    <a:pt x="252" y="547"/>
                    <a:pt x="254" y="547"/>
                  </a:cubicBezTo>
                  <a:cubicBezTo>
                    <a:pt x="255" y="547"/>
                    <a:pt x="255" y="548"/>
                    <a:pt x="255" y="549"/>
                  </a:cubicBezTo>
                  <a:cubicBezTo>
                    <a:pt x="258" y="548"/>
                    <a:pt x="260" y="548"/>
                    <a:pt x="261" y="548"/>
                  </a:cubicBezTo>
                  <a:cubicBezTo>
                    <a:pt x="264" y="548"/>
                    <a:pt x="264" y="549"/>
                    <a:pt x="264" y="551"/>
                  </a:cubicBezTo>
                  <a:lnTo>
                    <a:pt x="273" y="550"/>
                  </a:lnTo>
                  <a:cubicBezTo>
                    <a:pt x="287" y="545"/>
                    <a:pt x="289" y="543"/>
                    <a:pt x="279" y="543"/>
                  </a:cubicBezTo>
                  <a:cubicBezTo>
                    <a:pt x="277" y="543"/>
                    <a:pt x="275" y="543"/>
                    <a:pt x="272" y="543"/>
                  </a:cubicBezTo>
                  <a:cubicBezTo>
                    <a:pt x="263" y="542"/>
                    <a:pt x="263" y="542"/>
                    <a:pt x="271" y="539"/>
                  </a:cubicBezTo>
                  <a:cubicBezTo>
                    <a:pt x="278" y="535"/>
                    <a:pt x="285" y="532"/>
                    <a:pt x="281" y="532"/>
                  </a:cubicBezTo>
                  <a:cubicBezTo>
                    <a:pt x="281" y="532"/>
                    <a:pt x="280" y="532"/>
                    <a:pt x="279" y="532"/>
                  </a:cubicBezTo>
                  <a:cubicBezTo>
                    <a:pt x="279" y="532"/>
                    <a:pt x="278" y="527"/>
                    <a:pt x="287" y="524"/>
                  </a:cubicBezTo>
                  <a:cubicBezTo>
                    <a:pt x="286" y="520"/>
                    <a:pt x="285" y="518"/>
                    <a:pt x="282" y="518"/>
                  </a:cubicBezTo>
                  <a:cubicBezTo>
                    <a:pt x="280" y="518"/>
                    <a:pt x="279" y="518"/>
                    <a:pt x="276" y="518"/>
                  </a:cubicBezTo>
                  <a:cubicBezTo>
                    <a:pt x="275" y="519"/>
                    <a:pt x="274" y="519"/>
                    <a:pt x="273" y="519"/>
                  </a:cubicBezTo>
                  <a:cubicBezTo>
                    <a:pt x="268" y="519"/>
                    <a:pt x="267" y="517"/>
                    <a:pt x="267" y="515"/>
                  </a:cubicBezTo>
                  <a:cubicBezTo>
                    <a:pt x="267" y="513"/>
                    <a:pt x="267" y="511"/>
                    <a:pt x="262" y="511"/>
                  </a:cubicBezTo>
                  <a:cubicBezTo>
                    <a:pt x="261" y="511"/>
                    <a:pt x="260" y="511"/>
                    <a:pt x="258" y="512"/>
                  </a:cubicBezTo>
                  <a:cubicBezTo>
                    <a:pt x="257" y="512"/>
                    <a:pt x="255" y="512"/>
                    <a:pt x="253" y="512"/>
                  </a:cubicBezTo>
                  <a:cubicBezTo>
                    <a:pt x="247" y="512"/>
                    <a:pt x="241" y="511"/>
                    <a:pt x="241" y="507"/>
                  </a:cubicBezTo>
                  <a:cubicBezTo>
                    <a:pt x="232" y="504"/>
                    <a:pt x="232" y="504"/>
                    <a:pt x="248" y="499"/>
                  </a:cubicBezTo>
                  <a:cubicBezTo>
                    <a:pt x="256" y="497"/>
                    <a:pt x="256" y="495"/>
                    <a:pt x="255" y="493"/>
                  </a:cubicBezTo>
                  <a:cubicBezTo>
                    <a:pt x="255" y="493"/>
                    <a:pt x="255" y="490"/>
                    <a:pt x="263" y="487"/>
                  </a:cubicBezTo>
                  <a:cubicBezTo>
                    <a:pt x="267" y="485"/>
                    <a:pt x="267" y="484"/>
                    <a:pt x="265" y="484"/>
                  </a:cubicBezTo>
                  <a:cubicBezTo>
                    <a:pt x="263" y="484"/>
                    <a:pt x="259" y="485"/>
                    <a:pt x="254" y="486"/>
                  </a:cubicBezTo>
                  <a:lnTo>
                    <a:pt x="237" y="489"/>
                  </a:lnTo>
                  <a:cubicBezTo>
                    <a:pt x="237" y="486"/>
                    <a:pt x="254" y="481"/>
                    <a:pt x="262" y="479"/>
                  </a:cubicBezTo>
                  <a:cubicBezTo>
                    <a:pt x="272" y="476"/>
                    <a:pt x="276" y="475"/>
                    <a:pt x="274" y="475"/>
                  </a:cubicBezTo>
                  <a:cubicBezTo>
                    <a:pt x="273" y="475"/>
                    <a:pt x="269" y="476"/>
                    <a:pt x="262" y="477"/>
                  </a:cubicBezTo>
                  <a:cubicBezTo>
                    <a:pt x="259" y="478"/>
                    <a:pt x="257" y="478"/>
                    <a:pt x="254" y="478"/>
                  </a:cubicBezTo>
                  <a:cubicBezTo>
                    <a:pt x="250" y="478"/>
                    <a:pt x="247" y="476"/>
                    <a:pt x="253" y="471"/>
                  </a:cubicBezTo>
                  <a:cubicBezTo>
                    <a:pt x="252" y="467"/>
                    <a:pt x="251" y="462"/>
                    <a:pt x="260" y="461"/>
                  </a:cubicBezTo>
                  <a:cubicBezTo>
                    <a:pt x="267" y="457"/>
                    <a:pt x="258" y="456"/>
                    <a:pt x="258" y="456"/>
                  </a:cubicBezTo>
                  <a:cubicBezTo>
                    <a:pt x="250" y="456"/>
                    <a:pt x="250" y="453"/>
                    <a:pt x="257" y="444"/>
                  </a:cubicBezTo>
                  <a:cubicBezTo>
                    <a:pt x="267" y="434"/>
                    <a:pt x="270" y="431"/>
                    <a:pt x="266" y="431"/>
                  </a:cubicBezTo>
                  <a:cubicBezTo>
                    <a:pt x="264" y="431"/>
                    <a:pt x="261" y="432"/>
                    <a:pt x="255" y="433"/>
                  </a:cubicBezTo>
                  <a:cubicBezTo>
                    <a:pt x="251" y="434"/>
                    <a:pt x="248" y="434"/>
                    <a:pt x="246" y="434"/>
                  </a:cubicBezTo>
                  <a:cubicBezTo>
                    <a:pt x="244" y="434"/>
                    <a:pt x="245" y="433"/>
                    <a:pt x="255" y="430"/>
                  </a:cubicBezTo>
                  <a:cubicBezTo>
                    <a:pt x="263" y="426"/>
                    <a:pt x="254" y="425"/>
                    <a:pt x="245" y="422"/>
                  </a:cubicBezTo>
                  <a:cubicBezTo>
                    <a:pt x="234" y="422"/>
                    <a:pt x="223" y="424"/>
                    <a:pt x="211" y="426"/>
                  </a:cubicBezTo>
                  <a:cubicBezTo>
                    <a:pt x="205" y="427"/>
                    <a:pt x="201" y="428"/>
                    <a:pt x="199" y="428"/>
                  </a:cubicBezTo>
                  <a:cubicBezTo>
                    <a:pt x="196" y="428"/>
                    <a:pt x="198" y="426"/>
                    <a:pt x="202" y="423"/>
                  </a:cubicBezTo>
                  <a:cubicBezTo>
                    <a:pt x="201" y="421"/>
                    <a:pt x="209" y="416"/>
                    <a:pt x="218" y="415"/>
                  </a:cubicBezTo>
                  <a:cubicBezTo>
                    <a:pt x="220" y="415"/>
                    <a:pt x="221" y="415"/>
                    <a:pt x="222" y="415"/>
                  </a:cubicBezTo>
                  <a:cubicBezTo>
                    <a:pt x="226" y="415"/>
                    <a:pt x="227" y="416"/>
                    <a:pt x="227" y="416"/>
                  </a:cubicBezTo>
                  <a:lnTo>
                    <a:pt x="227" y="419"/>
                  </a:lnTo>
                  <a:cubicBezTo>
                    <a:pt x="236" y="416"/>
                    <a:pt x="244" y="415"/>
                    <a:pt x="243" y="411"/>
                  </a:cubicBezTo>
                  <a:cubicBezTo>
                    <a:pt x="249" y="408"/>
                    <a:pt x="250" y="405"/>
                    <a:pt x="247" y="405"/>
                  </a:cubicBezTo>
                  <a:cubicBezTo>
                    <a:pt x="246" y="405"/>
                    <a:pt x="245" y="406"/>
                    <a:pt x="243" y="406"/>
                  </a:cubicBezTo>
                  <a:cubicBezTo>
                    <a:pt x="248" y="404"/>
                    <a:pt x="251" y="398"/>
                    <a:pt x="250" y="393"/>
                  </a:cubicBezTo>
                  <a:cubicBezTo>
                    <a:pt x="247" y="387"/>
                    <a:pt x="250" y="380"/>
                    <a:pt x="255" y="377"/>
                  </a:cubicBezTo>
                  <a:cubicBezTo>
                    <a:pt x="254" y="373"/>
                    <a:pt x="254" y="371"/>
                    <a:pt x="250" y="371"/>
                  </a:cubicBezTo>
                  <a:cubicBezTo>
                    <a:pt x="249" y="371"/>
                    <a:pt x="248" y="371"/>
                    <a:pt x="246" y="371"/>
                  </a:cubicBezTo>
                  <a:cubicBezTo>
                    <a:pt x="240" y="373"/>
                    <a:pt x="236" y="373"/>
                    <a:pt x="234" y="373"/>
                  </a:cubicBezTo>
                  <a:cubicBezTo>
                    <a:pt x="230" y="373"/>
                    <a:pt x="232" y="372"/>
                    <a:pt x="237" y="370"/>
                  </a:cubicBezTo>
                  <a:cubicBezTo>
                    <a:pt x="254" y="366"/>
                    <a:pt x="257" y="334"/>
                    <a:pt x="241" y="334"/>
                  </a:cubicBezTo>
                  <a:cubicBezTo>
                    <a:pt x="241" y="334"/>
                    <a:pt x="241" y="334"/>
                    <a:pt x="241" y="334"/>
                  </a:cubicBezTo>
                  <a:lnTo>
                    <a:pt x="239" y="330"/>
                  </a:lnTo>
                  <a:cubicBezTo>
                    <a:pt x="247" y="323"/>
                    <a:pt x="245" y="310"/>
                    <a:pt x="236" y="309"/>
                  </a:cubicBezTo>
                  <a:cubicBezTo>
                    <a:pt x="236" y="309"/>
                    <a:pt x="236" y="306"/>
                    <a:pt x="235" y="301"/>
                  </a:cubicBezTo>
                  <a:cubicBezTo>
                    <a:pt x="243" y="295"/>
                    <a:pt x="243" y="293"/>
                    <a:pt x="234" y="292"/>
                  </a:cubicBezTo>
                  <a:cubicBezTo>
                    <a:pt x="232" y="292"/>
                    <a:pt x="230" y="291"/>
                    <a:pt x="228" y="291"/>
                  </a:cubicBezTo>
                  <a:cubicBezTo>
                    <a:pt x="225" y="291"/>
                    <a:pt x="223" y="292"/>
                    <a:pt x="222" y="292"/>
                  </a:cubicBezTo>
                  <a:cubicBezTo>
                    <a:pt x="221" y="292"/>
                    <a:pt x="222" y="291"/>
                    <a:pt x="225" y="291"/>
                  </a:cubicBezTo>
                  <a:cubicBezTo>
                    <a:pt x="234" y="290"/>
                    <a:pt x="233" y="285"/>
                    <a:pt x="232" y="276"/>
                  </a:cubicBezTo>
                  <a:cubicBezTo>
                    <a:pt x="230" y="270"/>
                    <a:pt x="230" y="268"/>
                    <a:pt x="228" y="268"/>
                  </a:cubicBezTo>
                  <a:cubicBezTo>
                    <a:pt x="227" y="268"/>
                    <a:pt x="225" y="269"/>
                    <a:pt x="221" y="270"/>
                  </a:cubicBezTo>
                  <a:cubicBezTo>
                    <a:pt x="211" y="261"/>
                    <a:pt x="220" y="260"/>
                    <a:pt x="228" y="259"/>
                  </a:cubicBezTo>
                  <a:cubicBezTo>
                    <a:pt x="243" y="258"/>
                    <a:pt x="245" y="255"/>
                    <a:pt x="232" y="255"/>
                  </a:cubicBezTo>
                  <a:cubicBezTo>
                    <a:pt x="228" y="255"/>
                    <a:pt x="224" y="255"/>
                    <a:pt x="219" y="256"/>
                  </a:cubicBezTo>
                  <a:cubicBezTo>
                    <a:pt x="218" y="256"/>
                    <a:pt x="216" y="256"/>
                    <a:pt x="215" y="256"/>
                  </a:cubicBezTo>
                  <a:cubicBezTo>
                    <a:pt x="202" y="256"/>
                    <a:pt x="202" y="251"/>
                    <a:pt x="210" y="250"/>
                  </a:cubicBezTo>
                  <a:cubicBezTo>
                    <a:pt x="212" y="250"/>
                    <a:pt x="213" y="250"/>
                    <a:pt x="214" y="250"/>
                  </a:cubicBezTo>
                  <a:cubicBezTo>
                    <a:pt x="218" y="250"/>
                    <a:pt x="219" y="252"/>
                    <a:pt x="219" y="254"/>
                  </a:cubicBezTo>
                  <a:lnTo>
                    <a:pt x="236" y="250"/>
                  </a:lnTo>
                  <a:cubicBezTo>
                    <a:pt x="236" y="248"/>
                    <a:pt x="236" y="248"/>
                    <a:pt x="227" y="247"/>
                  </a:cubicBezTo>
                  <a:cubicBezTo>
                    <a:pt x="227" y="247"/>
                    <a:pt x="227" y="245"/>
                    <a:pt x="218" y="245"/>
                  </a:cubicBezTo>
                  <a:cubicBezTo>
                    <a:pt x="216" y="244"/>
                    <a:pt x="214" y="244"/>
                    <a:pt x="212" y="244"/>
                  </a:cubicBezTo>
                  <a:cubicBezTo>
                    <a:pt x="205" y="244"/>
                    <a:pt x="198" y="246"/>
                    <a:pt x="192" y="249"/>
                  </a:cubicBezTo>
                  <a:cubicBezTo>
                    <a:pt x="189" y="250"/>
                    <a:pt x="188" y="251"/>
                    <a:pt x="186" y="251"/>
                  </a:cubicBezTo>
                  <a:cubicBezTo>
                    <a:pt x="184" y="251"/>
                    <a:pt x="184" y="249"/>
                    <a:pt x="184" y="248"/>
                  </a:cubicBezTo>
                  <a:cubicBezTo>
                    <a:pt x="190" y="243"/>
                    <a:pt x="197" y="241"/>
                    <a:pt x="205" y="241"/>
                  </a:cubicBezTo>
                  <a:cubicBezTo>
                    <a:pt x="206" y="241"/>
                    <a:pt x="208" y="241"/>
                    <a:pt x="209" y="241"/>
                  </a:cubicBezTo>
                  <a:cubicBezTo>
                    <a:pt x="209" y="242"/>
                    <a:pt x="210" y="242"/>
                    <a:pt x="211" y="242"/>
                  </a:cubicBezTo>
                  <a:cubicBezTo>
                    <a:pt x="214" y="242"/>
                    <a:pt x="220" y="241"/>
                    <a:pt x="226" y="240"/>
                  </a:cubicBezTo>
                  <a:cubicBezTo>
                    <a:pt x="233" y="239"/>
                    <a:pt x="218" y="231"/>
                    <a:pt x="202" y="231"/>
                  </a:cubicBezTo>
                  <a:cubicBezTo>
                    <a:pt x="201" y="231"/>
                    <a:pt x="200" y="231"/>
                    <a:pt x="199" y="231"/>
                  </a:cubicBezTo>
                  <a:lnTo>
                    <a:pt x="207" y="229"/>
                  </a:lnTo>
                  <a:cubicBezTo>
                    <a:pt x="216" y="228"/>
                    <a:pt x="215" y="223"/>
                    <a:pt x="214" y="219"/>
                  </a:cubicBezTo>
                  <a:cubicBezTo>
                    <a:pt x="214" y="215"/>
                    <a:pt x="213" y="212"/>
                    <a:pt x="209" y="212"/>
                  </a:cubicBezTo>
                  <a:cubicBezTo>
                    <a:pt x="208" y="212"/>
                    <a:pt x="207" y="213"/>
                    <a:pt x="205" y="213"/>
                  </a:cubicBezTo>
                  <a:cubicBezTo>
                    <a:pt x="199" y="214"/>
                    <a:pt x="195" y="215"/>
                    <a:pt x="192" y="215"/>
                  </a:cubicBezTo>
                  <a:cubicBezTo>
                    <a:pt x="189" y="215"/>
                    <a:pt x="188" y="214"/>
                    <a:pt x="188" y="213"/>
                  </a:cubicBezTo>
                  <a:cubicBezTo>
                    <a:pt x="188" y="215"/>
                    <a:pt x="180" y="218"/>
                    <a:pt x="171" y="219"/>
                  </a:cubicBezTo>
                  <a:cubicBezTo>
                    <a:pt x="175" y="214"/>
                    <a:pt x="181" y="211"/>
                    <a:pt x="187" y="209"/>
                  </a:cubicBezTo>
                  <a:cubicBezTo>
                    <a:pt x="202" y="201"/>
                    <a:pt x="210" y="195"/>
                    <a:pt x="209" y="185"/>
                  </a:cubicBezTo>
                  <a:cubicBezTo>
                    <a:pt x="207" y="180"/>
                    <a:pt x="209" y="173"/>
                    <a:pt x="215" y="170"/>
                  </a:cubicBezTo>
                  <a:cubicBezTo>
                    <a:pt x="215" y="166"/>
                    <a:pt x="215" y="164"/>
                    <a:pt x="210" y="164"/>
                  </a:cubicBezTo>
                  <a:cubicBezTo>
                    <a:pt x="209" y="164"/>
                    <a:pt x="207" y="164"/>
                    <a:pt x="206" y="164"/>
                  </a:cubicBezTo>
                  <a:lnTo>
                    <a:pt x="205" y="159"/>
                  </a:lnTo>
                  <a:cubicBezTo>
                    <a:pt x="213" y="156"/>
                    <a:pt x="213" y="152"/>
                    <a:pt x="206" y="152"/>
                  </a:cubicBezTo>
                  <a:cubicBezTo>
                    <a:pt x="205" y="152"/>
                    <a:pt x="204" y="153"/>
                    <a:pt x="204" y="153"/>
                  </a:cubicBezTo>
                  <a:cubicBezTo>
                    <a:pt x="196" y="152"/>
                    <a:pt x="204" y="148"/>
                    <a:pt x="204" y="146"/>
                  </a:cubicBezTo>
                  <a:cubicBezTo>
                    <a:pt x="212" y="142"/>
                    <a:pt x="216" y="140"/>
                    <a:pt x="214" y="140"/>
                  </a:cubicBezTo>
                  <a:cubicBezTo>
                    <a:pt x="213" y="140"/>
                    <a:pt x="206" y="142"/>
                    <a:pt x="195" y="145"/>
                  </a:cubicBezTo>
                  <a:cubicBezTo>
                    <a:pt x="186" y="146"/>
                    <a:pt x="178" y="153"/>
                    <a:pt x="179" y="155"/>
                  </a:cubicBezTo>
                  <a:lnTo>
                    <a:pt x="180" y="162"/>
                  </a:lnTo>
                  <a:lnTo>
                    <a:pt x="170" y="156"/>
                  </a:lnTo>
                  <a:cubicBezTo>
                    <a:pt x="170" y="154"/>
                    <a:pt x="163" y="151"/>
                    <a:pt x="156" y="151"/>
                  </a:cubicBezTo>
                  <a:cubicBezTo>
                    <a:pt x="154" y="151"/>
                    <a:pt x="153" y="151"/>
                    <a:pt x="152" y="152"/>
                  </a:cubicBezTo>
                  <a:cubicBezTo>
                    <a:pt x="152" y="152"/>
                    <a:pt x="148" y="153"/>
                    <a:pt x="146" y="153"/>
                  </a:cubicBezTo>
                  <a:cubicBezTo>
                    <a:pt x="145" y="153"/>
                    <a:pt x="144" y="152"/>
                    <a:pt x="144" y="152"/>
                  </a:cubicBezTo>
                  <a:lnTo>
                    <a:pt x="161" y="148"/>
                  </a:lnTo>
                  <a:cubicBezTo>
                    <a:pt x="169" y="148"/>
                    <a:pt x="178" y="148"/>
                    <a:pt x="186" y="146"/>
                  </a:cubicBezTo>
                  <a:cubicBezTo>
                    <a:pt x="200" y="141"/>
                    <a:pt x="207" y="134"/>
                    <a:pt x="198" y="134"/>
                  </a:cubicBezTo>
                  <a:cubicBezTo>
                    <a:pt x="197" y="134"/>
                    <a:pt x="195" y="134"/>
                    <a:pt x="193" y="135"/>
                  </a:cubicBezTo>
                  <a:cubicBezTo>
                    <a:pt x="192" y="132"/>
                    <a:pt x="192" y="132"/>
                    <a:pt x="200" y="129"/>
                  </a:cubicBezTo>
                  <a:cubicBezTo>
                    <a:pt x="209" y="128"/>
                    <a:pt x="209" y="126"/>
                    <a:pt x="191" y="126"/>
                  </a:cubicBezTo>
                  <a:cubicBezTo>
                    <a:pt x="188" y="126"/>
                    <a:pt x="186" y="126"/>
                    <a:pt x="184" y="126"/>
                  </a:cubicBezTo>
                  <a:cubicBezTo>
                    <a:pt x="175" y="126"/>
                    <a:pt x="177" y="124"/>
                    <a:pt x="190" y="119"/>
                  </a:cubicBezTo>
                  <a:cubicBezTo>
                    <a:pt x="206" y="112"/>
                    <a:pt x="205" y="103"/>
                    <a:pt x="198" y="103"/>
                  </a:cubicBezTo>
                  <a:cubicBezTo>
                    <a:pt x="198" y="103"/>
                    <a:pt x="197" y="103"/>
                    <a:pt x="197" y="103"/>
                  </a:cubicBezTo>
                  <a:cubicBezTo>
                    <a:pt x="194" y="104"/>
                    <a:pt x="192" y="104"/>
                    <a:pt x="190" y="104"/>
                  </a:cubicBezTo>
                  <a:cubicBezTo>
                    <a:pt x="180" y="104"/>
                    <a:pt x="180" y="98"/>
                    <a:pt x="187" y="95"/>
                  </a:cubicBezTo>
                  <a:cubicBezTo>
                    <a:pt x="195" y="92"/>
                    <a:pt x="195" y="89"/>
                    <a:pt x="186" y="89"/>
                  </a:cubicBezTo>
                  <a:cubicBezTo>
                    <a:pt x="195" y="86"/>
                    <a:pt x="202" y="83"/>
                    <a:pt x="193" y="82"/>
                  </a:cubicBezTo>
                  <a:cubicBezTo>
                    <a:pt x="193" y="82"/>
                    <a:pt x="193" y="81"/>
                    <a:pt x="192" y="81"/>
                  </a:cubicBezTo>
                  <a:cubicBezTo>
                    <a:pt x="191" y="81"/>
                    <a:pt x="190" y="82"/>
                    <a:pt x="186" y="84"/>
                  </a:cubicBezTo>
                  <a:lnTo>
                    <a:pt x="168" y="82"/>
                  </a:lnTo>
                  <a:cubicBezTo>
                    <a:pt x="168" y="84"/>
                    <a:pt x="160" y="85"/>
                    <a:pt x="151" y="88"/>
                  </a:cubicBezTo>
                  <a:cubicBezTo>
                    <a:pt x="150" y="88"/>
                    <a:pt x="150" y="88"/>
                    <a:pt x="150" y="88"/>
                  </a:cubicBezTo>
                  <a:cubicBezTo>
                    <a:pt x="144" y="88"/>
                    <a:pt x="151" y="77"/>
                    <a:pt x="174" y="69"/>
                  </a:cubicBezTo>
                  <a:lnTo>
                    <a:pt x="190" y="61"/>
                  </a:lnTo>
                  <a:lnTo>
                    <a:pt x="173" y="64"/>
                  </a:lnTo>
                  <a:cubicBezTo>
                    <a:pt x="173" y="62"/>
                    <a:pt x="172" y="60"/>
                    <a:pt x="181" y="58"/>
                  </a:cubicBezTo>
                  <a:cubicBezTo>
                    <a:pt x="189" y="56"/>
                    <a:pt x="189" y="56"/>
                    <a:pt x="189" y="54"/>
                  </a:cubicBezTo>
                  <a:cubicBezTo>
                    <a:pt x="189" y="54"/>
                    <a:pt x="189" y="53"/>
                    <a:pt x="184" y="53"/>
                  </a:cubicBezTo>
                  <a:cubicBezTo>
                    <a:pt x="183" y="53"/>
                    <a:pt x="182" y="53"/>
                    <a:pt x="180" y="53"/>
                  </a:cubicBezTo>
                  <a:cubicBezTo>
                    <a:pt x="172" y="55"/>
                    <a:pt x="167" y="55"/>
                    <a:pt x="166" y="55"/>
                  </a:cubicBezTo>
                  <a:cubicBezTo>
                    <a:pt x="165" y="55"/>
                    <a:pt x="168" y="55"/>
                    <a:pt x="172" y="53"/>
                  </a:cubicBezTo>
                  <a:cubicBezTo>
                    <a:pt x="188" y="47"/>
                    <a:pt x="188" y="45"/>
                    <a:pt x="171" y="45"/>
                  </a:cubicBezTo>
                  <a:cubicBezTo>
                    <a:pt x="164" y="46"/>
                    <a:pt x="160" y="47"/>
                    <a:pt x="158" y="47"/>
                  </a:cubicBezTo>
                  <a:cubicBezTo>
                    <a:pt x="157" y="47"/>
                    <a:pt x="161" y="46"/>
                    <a:pt x="170" y="43"/>
                  </a:cubicBezTo>
                  <a:cubicBezTo>
                    <a:pt x="179" y="42"/>
                    <a:pt x="187" y="37"/>
                    <a:pt x="187" y="35"/>
                  </a:cubicBezTo>
                  <a:lnTo>
                    <a:pt x="187" y="35"/>
                  </a:lnTo>
                  <a:lnTo>
                    <a:pt x="178" y="37"/>
                  </a:lnTo>
                  <a:cubicBezTo>
                    <a:pt x="173" y="38"/>
                    <a:pt x="170" y="38"/>
                    <a:pt x="167" y="38"/>
                  </a:cubicBezTo>
                  <a:cubicBezTo>
                    <a:pt x="162" y="38"/>
                    <a:pt x="163" y="36"/>
                    <a:pt x="169" y="34"/>
                  </a:cubicBezTo>
                  <a:cubicBezTo>
                    <a:pt x="177" y="33"/>
                    <a:pt x="177" y="29"/>
                    <a:pt x="168" y="27"/>
                  </a:cubicBezTo>
                  <a:cubicBezTo>
                    <a:pt x="167" y="21"/>
                    <a:pt x="167" y="19"/>
                    <a:pt x="175" y="18"/>
                  </a:cubicBezTo>
                  <a:cubicBezTo>
                    <a:pt x="186" y="16"/>
                    <a:pt x="190" y="15"/>
                    <a:pt x="187" y="15"/>
                  </a:cubicBezTo>
                  <a:cubicBezTo>
                    <a:pt x="185" y="15"/>
                    <a:pt x="181" y="15"/>
                    <a:pt x="174" y="16"/>
                  </a:cubicBezTo>
                  <a:cubicBezTo>
                    <a:pt x="165" y="15"/>
                    <a:pt x="165" y="15"/>
                    <a:pt x="173" y="9"/>
                  </a:cubicBezTo>
                  <a:cubicBezTo>
                    <a:pt x="181" y="5"/>
                    <a:pt x="181" y="5"/>
                    <a:pt x="173" y="5"/>
                  </a:cubicBezTo>
                  <a:cubicBezTo>
                    <a:pt x="156" y="7"/>
                    <a:pt x="147" y="9"/>
                    <a:pt x="147" y="11"/>
                  </a:cubicBezTo>
                  <a:cubicBezTo>
                    <a:pt x="149" y="14"/>
                    <a:pt x="149" y="14"/>
                    <a:pt x="140" y="15"/>
                  </a:cubicBezTo>
                  <a:cubicBezTo>
                    <a:pt x="140" y="15"/>
                    <a:pt x="140" y="12"/>
                    <a:pt x="140" y="10"/>
                  </a:cubicBezTo>
                  <a:cubicBezTo>
                    <a:pt x="138" y="8"/>
                    <a:pt x="138" y="6"/>
                    <a:pt x="129" y="2"/>
                  </a:cubicBezTo>
                  <a:cubicBezTo>
                    <a:pt x="127" y="1"/>
                    <a:pt x="12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33"/>
            <p:cNvSpPr/>
            <p:nvPr/>
          </p:nvSpPr>
          <p:spPr>
            <a:xfrm>
              <a:off x="1873681" y="2583843"/>
              <a:ext cx="52344" cy="202482"/>
            </a:xfrm>
            <a:custGeom>
              <a:avLst/>
              <a:gdLst/>
              <a:ahLst/>
              <a:cxnLst/>
              <a:rect l="l" t="t" r="r" b="b"/>
              <a:pathLst>
                <a:path w="524" h="2027" extrusionOk="0">
                  <a:moveTo>
                    <a:pt x="152" y="41"/>
                  </a:moveTo>
                  <a:cubicBezTo>
                    <a:pt x="157" y="41"/>
                    <a:pt x="157" y="43"/>
                    <a:pt x="157" y="45"/>
                  </a:cubicBezTo>
                  <a:cubicBezTo>
                    <a:pt x="157" y="47"/>
                    <a:pt x="157" y="47"/>
                    <a:pt x="148" y="48"/>
                  </a:cubicBezTo>
                  <a:cubicBezTo>
                    <a:pt x="148" y="48"/>
                    <a:pt x="140" y="47"/>
                    <a:pt x="140" y="44"/>
                  </a:cubicBezTo>
                  <a:lnTo>
                    <a:pt x="148" y="41"/>
                  </a:lnTo>
                  <a:cubicBezTo>
                    <a:pt x="150" y="41"/>
                    <a:pt x="151" y="41"/>
                    <a:pt x="152" y="41"/>
                  </a:cubicBezTo>
                  <a:close/>
                  <a:moveTo>
                    <a:pt x="21" y="48"/>
                  </a:moveTo>
                  <a:cubicBezTo>
                    <a:pt x="18" y="48"/>
                    <a:pt x="15" y="49"/>
                    <a:pt x="13" y="49"/>
                  </a:cubicBezTo>
                  <a:lnTo>
                    <a:pt x="13" y="51"/>
                  </a:lnTo>
                  <a:cubicBezTo>
                    <a:pt x="13" y="52"/>
                    <a:pt x="14" y="53"/>
                    <a:pt x="17" y="53"/>
                  </a:cubicBezTo>
                  <a:cubicBezTo>
                    <a:pt x="20" y="53"/>
                    <a:pt x="25" y="52"/>
                    <a:pt x="29" y="51"/>
                  </a:cubicBezTo>
                  <a:lnTo>
                    <a:pt x="29" y="49"/>
                  </a:lnTo>
                  <a:cubicBezTo>
                    <a:pt x="27" y="49"/>
                    <a:pt x="24" y="48"/>
                    <a:pt x="21" y="48"/>
                  </a:cubicBezTo>
                  <a:close/>
                  <a:moveTo>
                    <a:pt x="156" y="67"/>
                  </a:moveTo>
                  <a:cubicBezTo>
                    <a:pt x="159" y="67"/>
                    <a:pt x="159" y="69"/>
                    <a:pt x="160" y="72"/>
                  </a:cubicBezTo>
                  <a:cubicBezTo>
                    <a:pt x="160" y="74"/>
                    <a:pt x="160" y="76"/>
                    <a:pt x="151" y="77"/>
                  </a:cubicBezTo>
                  <a:lnTo>
                    <a:pt x="151" y="75"/>
                  </a:lnTo>
                  <a:cubicBezTo>
                    <a:pt x="156" y="74"/>
                    <a:pt x="155" y="73"/>
                    <a:pt x="151" y="73"/>
                  </a:cubicBezTo>
                  <a:cubicBezTo>
                    <a:pt x="149" y="73"/>
                    <a:pt x="146" y="74"/>
                    <a:pt x="143" y="75"/>
                  </a:cubicBezTo>
                  <a:lnTo>
                    <a:pt x="126" y="77"/>
                  </a:lnTo>
                  <a:cubicBezTo>
                    <a:pt x="125" y="75"/>
                    <a:pt x="134" y="72"/>
                    <a:pt x="142" y="70"/>
                  </a:cubicBezTo>
                  <a:cubicBezTo>
                    <a:pt x="150" y="68"/>
                    <a:pt x="154" y="67"/>
                    <a:pt x="156" y="67"/>
                  </a:cubicBezTo>
                  <a:close/>
                  <a:moveTo>
                    <a:pt x="202" y="72"/>
                  </a:moveTo>
                  <a:lnTo>
                    <a:pt x="193" y="75"/>
                  </a:lnTo>
                  <a:lnTo>
                    <a:pt x="193" y="77"/>
                  </a:lnTo>
                  <a:cubicBezTo>
                    <a:pt x="202" y="77"/>
                    <a:pt x="202" y="77"/>
                    <a:pt x="202" y="75"/>
                  </a:cubicBezTo>
                  <a:lnTo>
                    <a:pt x="202" y="72"/>
                  </a:lnTo>
                  <a:close/>
                  <a:moveTo>
                    <a:pt x="130" y="208"/>
                  </a:moveTo>
                  <a:cubicBezTo>
                    <a:pt x="137" y="208"/>
                    <a:pt x="144" y="211"/>
                    <a:pt x="144" y="213"/>
                  </a:cubicBezTo>
                  <a:cubicBezTo>
                    <a:pt x="144" y="215"/>
                    <a:pt x="142" y="215"/>
                    <a:pt x="139" y="215"/>
                  </a:cubicBezTo>
                  <a:cubicBezTo>
                    <a:pt x="136" y="215"/>
                    <a:pt x="131" y="215"/>
                    <a:pt x="127" y="213"/>
                  </a:cubicBezTo>
                  <a:cubicBezTo>
                    <a:pt x="127" y="211"/>
                    <a:pt x="127" y="208"/>
                    <a:pt x="127" y="208"/>
                  </a:cubicBezTo>
                  <a:cubicBezTo>
                    <a:pt x="128" y="208"/>
                    <a:pt x="129" y="208"/>
                    <a:pt x="130" y="208"/>
                  </a:cubicBezTo>
                  <a:close/>
                  <a:moveTo>
                    <a:pt x="124" y="223"/>
                  </a:moveTo>
                  <a:cubicBezTo>
                    <a:pt x="122" y="223"/>
                    <a:pt x="121" y="223"/>
                    <a:pt x="119" y="223"/>
                  </a:cubicBezTo>
                  <a:cubicBezTo>
                    <a:pt x="111" y="224"/>
                    <a:pt x="111" y="226"/>
                    <a:pt x="111" y="231"/>
                  </a:cubicBezTo>
                  <a:cubicBezTo>
                    <a:pt x="111" y="234"/>
                    <a:pt x="120" y="235"/>
                    <a:pt x="120" y="235"/>
                  </a:cubicBezTo>
                  <a:cubicBezTo>
                    <a:pt x="129" y="234"/>
                    <a:pt x="128" y="232"/>
                    <a:pt x="128" y="230"/>
                  </a:cubicBezTo>
                  <a:cubicBezTo>
                    <a:pt x="136" y="225"/>
                    <a:pt x="131" y="223"/>
                    <a:pt x="124" y="223"/>
                  </a:cubicBezTo>
                  <a:close/>
                  <a:moveTo>
                    <a:pt x="191" y="320"/>
                  </a:moveTo>
                  <a:cubicBezTo>
                    <a:pt x="196" y="320"/>
                    <a:pt x="197" y="322"/>
                    <a:pt x="197" y="324"/>
                  </a:cubicBezTo>
                  <a:lnTo>
                    <a:pt x="188" y="325"/>
                  </a:lnTo>
                  <a:lnTo>
                    <a:pt x="180" y="324"/>
                  </a:lnTo>
                  <a:lnTo>
                    <a:pt x="188" y="321"/>
                  </a:lnTo>
                  <a:cubicBezTo>
                    <a:pt x="189" y="320"/>
                    <a:pt x="190" y="320"/>
                    <a:pt x="191" y="320"/>
                  </a:cubicBezTo>
                  <a:close/>
                  <a:moveTo>
                    <a:pt x="146" y="332"/>
                  </a:moveTo>
                  <a:lnTo>
                    <a:pt x="163" y="335"/>
                  </a:lnTo>
                  <a:cubicBezTo>
                    <a:pt x="189" y="337"/>
                    <a:pt x="189" y="337"/>
                    <a:pt x="172" y="339"/>
                  </a:cubicBezTo>
                  <a:cubicBezTo>
                    <a:pt x="168" y="339"/>
                    <a:pt x="165" y="340"/>
                    <a:pt x="162" y="340"/>
                  </a:cubicBezTo>
                  <a:cubicBezTo>
                    <a:pt x="156" y="340"/>
                    <a:pt x="151" y="339"/>
                    <a:pt x="146" y="337"/>
                  </a:cubicBezTo>
                  <a:cubicBezTo>
                    <a:pt x="146" y="335"/>
                    <a:pt x="146" y="332"/>
                    <a:pt x="146" y="332"/>
                  </a:cubicBezTo>
                  <a:close/>
                  <a:moveTo>
                    <a:pt x="189" y="384"/>
                  </a:moveTo>
                  <a:cubicBezTo>
                    <a:pt x="193" y="384"/>
                    <a:pt x="200" y="385"/>
                    <a:pt x="210" y="386"/>
                  </a:cubicBezTo>
                  <a:cubicBezTo>
                    <a:pt x="219" y="389"/>
                    <a:pt x="219" y="389"/>
                    <a:pt x="202" y="389"/>
                  </a:cubicBezTo>
                  <a:lnTo>
                    <a:pt x="184" y="386"/>
                  </a:lnTo>
                  <a:cubicBezTo>
                    <a:pt x="184" y="385"/>
                    <a:pt x="186" y="384"/>
                    <a:pt x="189" y="384"/>
                  </a:cubicBezTo>
                  <a:close/>
                  <a:moveTo>
                    <a:pt x="162" y="408"/>
                  </a:moveTo>
                  <a:cubicBezTo>
                    <a:pt x="167" y="408"/>
                    <a:pt x="173" y="408"/>
                    <a:pt x="179" y="409"/>
                  </a:cubicBezTo>
                  <a:lnTo>
                    <a:pt x="179" y="411"/>
                  </a:lnTo>
                  <a:cubicBezTo>
                    <a:pt x="175" y="412"/>
                    <a:pt x="172" y="412"/>
                    <a:pt x="169" y="412"/>
                  </a:cubicBezTo>
                  <a:cubicBezTo>
                    <a:pt x="165" y="412"/>
                    <a:pt x="162" y="412"/>
                    <a:pt x="162" y="410"/>
                  </a:cubicBezTo>
                  <a:lnTo>
                    <a:pt x="162" y="408"/>
                  </a:lnTo>
                  <a:close/>
                  <a:moveTo>
                    <a:pt x="249" y="432"/>
                  </a:moveTo>
                  <a:lnTo>
                    <a:pt x="240" y="433"/>
                  </a:lnTo>
                  <a:lnTo>
                    <a:pt x="232" y="434"/>
                  </a:lnTo>
                  <a:cubicBezTo>
                    <a:pt x="232" y="434"/>
                    <a:pt x="240" y="433"/>
                    <a:pt x="249" y="432"/>
                  </a:cubicBezTo>
                  <a:close/>
                  <a:moveTo>
                    <a:pt x="150" y="458"/>
                  </a:moveTo>
                  <a:cubicBezTo>
                    <a:pt x="152" y="458"/>
                    <a:pt x="158" y="460"/>
                    <a:pt x="158" y="462"/>
                  </a:cubicBezTo>
                  <a:lnTo>
                    <a:pt x="149" y="463"/>
                  </a:lnTo>
                  <a:cubicBezTo>
                    <a:pt x="149" y="461"/>
                    <a:pt x="140" y="460"/>
                    <a:pt x="149" y="459"/>
                  </a:cubicBezTo>
                  <a:cubicBezTo>
                    <a:pt x="149" y="458"/>
                    <a:pt x="149" y="458"/>
                    <a:pt x="150" y="458"/>
                  </a:cubicBezTo>
                  <a:close/>
                  <a:moveTo>
                    <a:pt x="203" y="471"/>
                  </a:moveTo>
                  <a:cubicBezTo>
                    <a:pt x="207" y="471"/>
                    <a:pt x="210" y="472"/>
                    <a:pt x="210" y="473"/>
                  </a:cubicBezTo>
                  <a:cubicBezTo>
                    <a:pt x="219" y="474"/>
                    <a:pt x="211" y="478"/>
                    <a:pt x="193" y="478"/>
                  </a:cubicBezTo>
                  <a:lnTo>
                    <a:pt x="193" y="472"/>
                  </a:lnTo>
                  <a:cubicBezTo>
                    <a:pt x="196" y="472"/>
                    <a:pt x="200" y="471"/>
                    <a:pt x="203" y="471"/>
                  </a:cubicBezTo>
                  <a:close/>
                  <a:moveTo>
                    <a:pt x="212" y="492"/>
                  </a:moveTo>
                  <a:lnTo>
                    <a:pt x="212" y="494"/>
                  </a:lnTo>
                  <a:cubicBezTo>
                    <a:pt x="212" y="497"/>
                    <a:pt x="212" y="497"/>
                    <a:pt x="204" y="498"/>
                  </a:cubicBezTo>
                  <a:lnTo>
                    <a:pt x="204" y="496"/>
                  </a:lnTo>
                  <a:lnTo>
                    <a:pt x="212" y="492"/>
                  </a:lnTo>
                  <a:close/>
                  <a:moveTo>
                    <a:pt x="240" y="516"/>
                  </a:moveTo>
                  <a:cubicBezTo>
                    <a:pt x="235" y="516"/>
                    <a:pt x="229" y="518"/>
                    <a:pt x="223" y="520"/>
                  </a:cubicBezTo>
                  <a:cubicBezTo>
                    <a:pt x="223" y="521"/>
                    <a:pt x="226" y="522"/>
                    <a:pt x="228" y="522"/>
                  </a:cubicBezTo>
                  <a:cubicBezTo>
                    <a:pt x="230" y="522"/>
                    <a:pt x="232" y="521"/>
                    <a:pt x="232" y="521"/>
                  </a:cubicBezTo>
                  <a:cubicBezTo>
                    <a:pt x="232" y="521"/>
                    <a:pt x="240" y="520"/>
                    <a:pt x="240" y="518"/>
                  </a:cubicBezTo>
                  <a:lnTo>
                    <a:pt x="240" y="516"/>
                  </a:lnTo>
                  <a:close/>
                  <a:moveTo>
                    <a:pt x="186" y="537"/>
                  </a:moveTo>
                  <a:cubicBezTo>
                    <a:pt x="191" y="537"/>
                    <a:pt x="191" y="538"/>
                    <a:pt x="191" y="538"/>
                  </a:cubicBezTo>
                  <a:cubicBezTo>
                    <a:pt x="191" y="540"/>
                    <a:pt x="192" y="543"/>
                    <a:pt x="183" y="544"/>
                  </a:cubicBezTo>
                  <a:cubicBezTo>
                    <a:pt x="183" y="544"/>
                    <a:pt x="181" y="544"/>
                    <a:pt x="179" y="544"/>
                  </a:cubicBezTo>
                  <a:cubicBezTo>
                    <a:pt x="177" y="544"/>
                    <a:pt x="175" y="544"/>
                    <a:pt x="174" y="543"/>
                  </a:cubicBezTo>
                  <a:cubicBezTo>
                    <a:pt x="174" y="540"/>
                    <a:pt x="183" y="537"/>
                    <a:pt x="183" y="537"/>
                  </a:cubicBezTo>
                  <a:lnTo>
                    <a:pt x="182" y="537"/>
                  </a:lnTo>
                  <a:cubicBezTo>
                    <a:pt x="184" y="537"/>
                    <a:pt x="185" y="537"/>
                    <a:pt x="186" y="537"/>
                  </a:cubicBezTo>
                  <a:close/>
                  <a:moveTo>
                    <a:pt x="302" y="549"/>
                  </a:moveTo>
                  <a:cubicBezTo>
                    <a:pt x="301" y="549"/>
                    <a:pt x="299" y="550"/>
                    <a:pt x="295" y="552"/>
                  </a:cubicBezTo>
                  <a:lnTo>
                    <a:pt x="296" y="556"/>
                  </a:lnTo>
                  <a:cubicBezTo>
                    <a:pt x="304" y="555"/>
                    <a:pt x="304" y="555"/>
                    <a:pt x="304" y="553"/>
                  </a:cubicBezTo>
                  <a:cubicBezTo>
                    <a:pt x="304" y="550"/>
                    <a:pt x="303" y="549"/>
                    <a:pt x="302" y="549"/>
                  </a:cubicBezTo>
                  <a:close/>
                  <a:moveTo>
                    <a:pt x="194" y="581"/>
                  </a:moveTo>
                  <a:cubicBezTo>
                    <a:pt x="196" y="581"/>
                    <a:pt x="196" y="582"/>
                    <a:pt x="197" y="584"/>
                  </a:cubicBezTo>
                  <a:cubicBezTo>
                    <a:pt x="197" y="586"/>
                    <a:pt x="188" y="588"/>
                    <a:pt x="188" y="588"/>
                  </a:cubicBezTo>
                  <a:cubicBezTo>
                    <a:pt x="186" y="588"/>
                    <a:pt x="186" y="588"/>
                    <a:pt x="185" y="588"/>
                  </a:cubicBezTo>
                  <a:cubicBezTo>
                    <a:pt x="182" y="588"/>
                    <a:pt x="188" y="585"/>
                    <a:pt x="188" y="583"/>
                  </a:cubicBezTo>
                  <a:cubicBezTo>
                    <a:pt x="191" y="582"/>
                    <a:pt x="193" y="581"/>
                    <a:pt x="194" y="581"/>
                  </a:cubicBezTo>
                  <a:close/>
                  <a:moveTo>
                    <a:pt x="8" y="591"/>
                  </a:moveTo>
                  <a:cubicBezTo>
                    <a:pt x="0" y="592"/>
                    <a:pt x="0" y="594"/>
                    <a:pt x="17" y="595"/>
                  </a:cubicBezTo>
                  <a:cubicBezTo>
                    <a:pt x="26" y="594"/>
                    <a:pt x="26" y="594"/>
                    <a:pt x="26" y="592"/>
                  </a:cubicBezTo>
                  <a:cubicBezTo>
                    <a:pt x="20" y="591"/>
                    <a:pt x="14" y="591"/>
                    <a:pt x="8" y="591"/>
                  </a:cubicBezTo>
                  <a:close/>
                  <a:moveTo>
                    <a:pt x="221" y="620"/>
                  </a:moveTo>
                  <a:cubicBezTo>
                    <a:pt x="225" y="620"/>
                    <a:pt x="223" y="622"/>
                    <a:pt x="209" y="626"/>
                  </a:cubicBezTo>
                  <a:cubicBezTo>
                    <a:pt x="206" y="626"/>
                    <a:pt x="204" y="626"/>
                    <a:pt x="203" y="626"/>
                  </a:cubicBezTo>
                  <a:cubicBezTo>
                    <a:pt x="201" y="626"/>
                    <a:pt x="201" y="626"/>
                    <a:pt x="200" y="625"/>
                  </a:cubicBezTo>
                  <a:cubicBezTo>
                    <a:pt x="206" y="622"/>
                    <a:pt x="211" y="621"/>
                    <a:pt x="217" y="620"/>
                  </a:cubicBezTo>
                  <a:cubicBezTo>
                    <a:pt x="218" y="620"/>
                    <a:pt x="220" y="620"/>
                    <a:pt x="221" y="620"/>
                  </a:cubicBezTo>
                  <a:close/>
                  <a:moveTo>
                    <a:pt x="210" y="638"/>
                  </a:moveTo>
                  <a:lnTo>
                    <a:pt x="219" y="639"/>
                  </a:lnTo>
                  <a:lnTo>
                    <a:pt x="219" y="641"/>
                  </a:lnTo>
                  <a:cubicBezTo>
                    <a:pt x="214" y="642"/>
                    <a:pt x="210" y="643"/>
                    <a:pt x="206" y="643"/>
                  </a:cubicBezTo>
                  <a:cubicBezTo>
                    <a:pt x="204" y="643"/>
                    <a:pt x="202" y="642"/>
                    <a:pt x="202" y="641"/>
                  </a:cubicBezTo>
                  <a:lnTo>
                    <a:pt x="210" y="638"/>
                  </a:lnTo>
                  <a:close/>
                  <a:moveTo>
                    <a:pt x="211" y="796"/>
                  </a:moveTo>
                  <a:lnTo>
                    <a:pt x="220" y="797"/>
                  </a:lnTo>
                  <a:lnTo>
                    <a:pt x="220" y="800"/>
                  </a:lnTo>
                  <a:cubicBezTo>
                    <a:pt x="215" y="800"/>
                    <a:pt x="210" y="801"/>
                    <a:pt x="207" y="801"/>
                  </a:cubicBezTo>
                  <a:cubicBezTo>
                    <a:pt x="205" y="801"/>
                    <a:pt x="203" y="801"/>
                    <a:pt x="203" y="800"/>
                  </a:cubicBezTo>
                  <a:lnTo>
                    <a:pt x="211" y="796"/>
                  </a:lnTo>
                  <a:close/>
                  <a:moveTo>
                    <a:pt x="236" y="853"/>
                  </a:moveTo>
                  <a:cubicBezTo>
                    <a:pt x="236" y="857"/>
                    <a:pt x="236" y="857"/>
                    <a:pt x="228" y="858"/>
                  </a:cubicBezTo>
                  <a:lnTo>
                    <a:pt x="210" y="858"/>
                  </a:lnTo>
                  <a:cubicBezTo>
                    <a:pt x="210" y="856"/>
                    <a:pt x="227" y="856"/>
                    <a:pt x="236" y="853"/>
                  </a:cubicBezTo>
                  <a:close/>
                  <a:moveTo>
                    <a:pt x="291" y="885"/>
                  </a:moveTo>
                  <a:cubicBezTo>
                    <a:pt x="294" y="885"/>
                    <a:pt x="297" y="885"/>
                    <a:pt x="300" y="886"/>
                  </a:cubicBezTo>
                  <a:lnTo>
                    <a:pt x="300" y="888"/>
                  </a:lnTo>
                  <a:cubicBezTo>
                    <a:pt x="295" y="889"/>
                    <a:pt x="290" y="890"/>
                    <a:pt x="287" y="890"/>
                  </a:cubicBezTo>
                  <a:cubicBezTo>
                    <a:pt x="285" y="890"/>
                    <a:pt x="283" y="889"/>
                    <a:pt x="283" y="888"/>
                  </a:cubicBezTo>
                  <a:lnTo>
                    <a:pt x="283" y="886"/>
                  </a:lnTo>
                  <a:cubicBezTo>
                    <a:pt x="286" y="885"/>
                    <a:pt x="289" y="885"/>
                    <a:pt x="291" y="885"/>
                  </a:cubicBezTo>
                  <a:close/>
                  <a:moveTo>
                    <a:pt x="245" y="923"/>
                  </a:moveTo>
                  <a:lnTo>
                    <a:pt x="254" y="924"/>
                  </a:lnTo>
                  <a:lnTo>
                    <a:pt x="254" y="926"/>
                  </a:lnTo>
                  <a:cubicBezTo>
                    <a:pt x="248" y="928"/>
                    <a:pt x="243" y="929"/>
                    <a:pt x="240" y="929"/>
                  </a:cubicBezTo>
                  <a:cubicBezTo>
                    <a:pt x="238" y="929"/>
                    <a:pt x="237" y="928"/>
                    <a:pt x="237" y="928"/>
                  </a:cubicBezTo>
                  <a:lnTo>
                    <a:pt x="245" y="923"/>
                  </a:lnTo>
                  <a:close/>
                  <a:moveTo>
                    <a:pt x="270" y="1090"/>
                  </a:moveTo>
                  <a:cubicBezTo>
                    <a:pt x="273" y="1090"/>
                    <a:pt x="276" y="1091"/>
                    <a:pt x="276" y="1092"/>
                  </a:cubicBezTo>
                  <a:cubicBezTo>
                    <a:pt x="276" y="1097"/>
                    <a:pt x="276" y="1097"/>
                    <a:pt x="268" y="1098"/>
                  </a:cubicBezTo>
                  <a:cubicBezTo>
                    <a:pt x="267" y="1098"/>
                    <a:pt x="267" y="1098"/>
                    <a:pt x="266" y="1098"/>
                  </a:cubicBezTo>
                  <a:cubicBezTo>
                    <a:pt x="259" y="1098"/>
                    <a:pt x="259" y="1094"/>
                    <a:pt x="258" y="1092"/>
                  </a:cubicBezTo>
                  <a:cubicBezTo>
                    <a:pt x="263" y="1091"/>
                    <a:pt x="267" y="1090"/>
                    <a:pt x="270" y="1090"/>
                  </a:cubicBezTo>
                  <a:close/>
                  <a:moveTo>
                    <a:pt x="290" y="1188"/>
                  </a:moveTo>
                  <a:cubicBezTo>
                    <a:pt x="293" y="1188"/>
                    <a:pt x="296" y="1188"/>
                    <a:pt x="299" y="1189"/>
                  </a:cubicBezTo>
                  <a:lnTo>
                    <a:pt x="299" y="1191"/>
                  </a:lnTo>
                  <a:cubicBezTo>
                    <a:pt x="294" y="1192"/>
                    <a:pt x="289" y="1192"/>
                    <a:pt x="286" y="1192"/>
                  </a:cubicBezTo>
                  <a:cubicBezTo>
                    <a:pt x="283" y="1192"/>
                    <a:pt x="282" y="1192"/>
                    <a:pt x="282" y="1191"/>
                  </a:cubicBezTo>
                  <a:lnTo>
                    <a:pt x="282" y="1189"/>
                  </a:lnTo>
                  <a:cubicBezTo>
                    <a:pt x="285" y="1188"/>
                    <a:pt x="287" y="1188"/>
                    <a:pt x="290" y="1188"/>
                  </a:cubicBezTo>
                  <a:close/>
                  <a:moveTo>
                    <a:pt x="375" y="1378"/>
                  </a:moveTo>
                  <a:cubicBezTo>
                    <a:pt x="379" y="1378"/>
                    <a:pt x="379" y="1380"/>
                    <a:pt x="379" y="1380"/>
                  </a:cubicBezTo>
                  <a:cubicBezTo>
                    <a:pt x="381" y="1382"/>
                    <a:pt x="381" y="1382"/>
                    <a:pt x="372" y="1383"/>
                  </a:cubicBezTo>
                  <a:cubicBezTo>
                    <a:pt x="372" y="1383"/>
                    <a:pt x="368" y="1384"/>
                    <a:pt x="365" y="1384"/>
                  </a:cubicBezTo>
                  <a:cubicBezTo>
                    <a:pt x="364" y="1384"/>
                    <a:pt x="363" y="1384"/>
                    <a:pt x="363" y="1383"/>
                  </a:cubicBezTo>
                  <a:lnTo>
                    <a:pt x="370" y="1378"/>
                  </a:lnTo>
                  <a:cubicBezTo>
                    <a:pt x="372" y="1378"/>
                    <a:pt x="374" y="1378"/>
                    <a:pt x="375" y="1378"/>
                  </a:cubicBezTo>
                  <a:close/>
                  <a:moveTo>
                    <a:pt x="384" y="1405"/>
                  </a:moveTo>
                  <a:lnTo>
                    <a:pt x="393" y="1407"/>
                  </a:lnTo>
                  <a:lnTo>
                    <a:pt x="393" y="1409"/>
                  </a:lnTo>
                  <a:cubicBezTo>
                    <a:pt x="387" y="1410"/>
                    <a:pt x="381" y="1411"/>
                    <a:pt x="378" y="1411"/>
                  </a:cubicBezTo>
                  <a:cubicBezTo>
                    <a:pt x="377" y="1411"/>
                    <a:pt x="376" y="1411"/>
                    <a:pt x="376" y="1410"/>
                  </a:cubicBezTo>
                  <a:lnTo>
                    <a:pt x="384" y="1405"/>
                  </a:lnTo>
                  <a:close/>
                  <a:moveTo>
                    <a:pt x="330" y="1434"/>
                  </a:moveTo>
                  <a:cubicBezTo>
                    <a:pt x="332" y="1434"/>
                    <a:pt x="334" y="1434"/>
                    <a:pt x="337" y="1435"/>
                  </a:cubicBezTo>
                  <a:cubicBezTo>
                    <a:pt x="346" y="1435"/>
                    <a:pt x="346" y="1437"/>
                    <a:pt x="338" y="1439"/>
                  </a:cubicBezTo>
                  <a:cubicBezTo>
                    <a:pt x="334" y="1439"/>
                    <a:pt x="332" y="1440"/>
                    <a:pt x="331" y="1440"/>
                  </a:cubicBezTo>
                  <a:cubicBezTo>
                    <a:pt x="329" y="1440"/>
                    <a:pt x="329" y="1439"/>
                    <a:pt x="329" y="1438"/>
                  </a:cubicBezTo>
                  <a:cubicBezTo>
                    <a:pt x="328" y="1435"/>
                    <a:pt x="328" y="1434"/>
                    <a:pt x="330" y="1434"/>
                  </a:cubicBezTo>
                  <a:close/>
                  <a:moveTo>
                    <a:pt x="306" y="1452"/>
                  </a:moveTo>
                  <a:cubicBezTo>
                    <a:pt x="303" y="1453"/>
                    <a:pt x="301" y="1453"/>
                    <a:pt x="298" y="1454"/>
                  </a:cubicBezTo>
                  <a:cubicBezTo>
                    <a:pt x="296" y="1454"/>
                    <a:pt x="296" y="1455"/>
                    <a:pt x="295" y="1455"/>
                  </a:cubicBezTo>
                  <a:lnTo>
                    <a:pt x="295" y="1455"/>
                  </a:lnTo>
                  <a:cubicBezTo>
                    <a:pt x="297" y="1454"/>
                    <a:pt x="300" y="1454"/>
                    <a:pt x="305" y="1452"/>
                  </a:cubicBezTo>
                  <a:cubicBezTo>
                    <a:pt x="305" y="1452"/>
                    <a:pt x="305" y="1452"/>
                    <a:pt x="306" y="1452"/>
                  </a:cubicBezTo>
                  <a:close/>
                  <a:moveTo>
                    <a:pt x="295" y="1455"/>
                  </a:moveTo>
                  <a:cubicBezTo>
                    <a:pt x="293" y="1456"/>
                    <a:pt x="292" y="1456"/>
                    <a:pt x="292" y="1456"/>
                  </a:cubicBezTo>
                  <a:cubicBezTo>
                    <a:pt x="292" y="1456"/>
                    <a:pt x="293" y="1456"/>
                    <a:pt x="295" y="1455"/>
                  </a:cubicBezTo>
                  <a:close/>
                  <a:moveTo>
                    <a:pt x="340" y="1450"/>
                  </a:moveTo>
                  <a:lnTo>
                    <a:pt x="340" y="1454"/>
                  </a:lnTo>
                  <a:cubicBezTo>
                    <a:pt x="340" y="1456"/>
                    <a:pt x="340" y="1456"/>
                    <a:pt x="332" y="1457"/>
                  </a:cubicBezTo>
                  <a:lnTo>
                    <a:pt x="331" y="1455"/>
                  </a:lnTo>
                  <a:lnTo>
                    <a:pt x="340" y="1450"/>
                  </a:lnTo>
                  <a:close/>
                  <a:moveTo>
                    <a:pt x="327" y="1473"/>
                  </a:moveTo>
                  <a:cubicBezTo>
                    <a:pt x="327" y="1474"/>
                    <a:pt x="328" y="1474"/>
                    <a:pt x="329" y="1474"/>
                  </a:cubicBezTo>
                  <a:cubicBezTo>
                    <a:pt x="331" y="1474"/>
                    <a:pt x="331" y="1473"/>
                    <a:pt x="327" y="1473"/>
                  </a:cubicBezTo>
                  <a:close/>
                  <a:moveTo>
                    <a:pt x="343" y="1475"/>
                  </a:moveTo>
                  <a:lnTo>
                    <a:pt x="343" y="1477"/>
                  </a:lnTo>
                  <a:cubicBezTo>
                    <a:pt x="345" y="1479"/>
                    <a:pt x="345" y="1479"/>
                    <a:pt x="336" y="1481"/>
                  </a:cubicBezTo>
                  <a:lnTo>
                    <a:pt x="336" y="1478"/>
                  </a:lnTo>
                  <a:lnTo>
                    <a:pt x="343" y="1475"/>
                  </a:lnTo>
                  <a:close/>
                  <a:moveTo>
                    <a:pt x="365" y="1495"/>
                  </a:moveTo>
                  <a:lnTo>
                    <a:pt x="365" y="1497"/>
                  </a:lnTo>
                  <a:cubicBezTo>
                    <a:pt x="365" y="1500"/>
                    <a:pt x="357" y="1502"/>
                    <a:pt x="357" y="1502"/>
                  </a:cubicBezTo>
                  <a:cubicBezTo>
                    <a:pt x="357" y="1502"/>
                    <a:pt x="355" y="1502"/>
                    <a:pt x="352" y="1502"/>
                  </a:cubicBezTo>
                  <a:cubicBezTo>
                    <a:pt x="350" y="1502"/>
                    <a:pt x="348" y="1502"/>
                    <a:pt x="348" y="1501"/>
                  </a:cubicBezTo>
                  <a:cubicBezTo>
                    <a:pt x="354" y="1498"/>
                    <a:pt x="359" y="1496"/>
                    <a:pt x="365" y="1495"/>
                  </a:cubicBezTo>
                  <a:close/>
                  <a:moveTo>
                    <a:pt x="373" y="1592"/>
                  </a:moveTo>
                  <a:cubicBezTo>
                    <a:pt x="382" y="1593"/>
                    <a:pt x="389" y="1593"/>
                    <a:pt x="382" y="1595"/>
                  </a:cubicBezTo>
                  <a:cubicBezTo>
                    <a:pt x="376" y="1596"/>
                    <a:pt x="370" y="1596"/>
                    <a:pt x="365" y="1596"/>
                  </a:cubicBezTo>
                  <a:cubicBezTo>
                    <a:pt x="365" y="1596"/>
                    <a:pt x="356" y="1595"/>
                    <a:pt x="364" y="1594"/>
                  </a:cubicBezTo>
                  <a:lnTo>
                    <a:pt x="373" y="1592"/>
                  </a:lnTo>
                  <a:close/>
                  <a:moveTo>
                    <a:pt x="419" y="1665"/>
                  </a:moveTo>
                  <a:cubicBezTo>
                    <a:pt x="423" y="1665"/>
                    <a:pt x="426" y="1666"/>
                    <a:pt x="429" y="1667"/>
                  </a:cubicBezTo>
                  <a:cubicBezTo>
                    <a:pt x="430" y="1669"/>
                    <a:pt x="430" y="1669"/>
                    <a:pt x="421" y="1670"/>
                  </a:cubicBezTo>
                  <a:cubicBezTo>
                    <a:pt x="418" y="1671"/>
                    <a:pt x="415" y="1671"/>
                    <a:pt x="412" y="1671"/>
                  </a:cubicBezTo>
                  <a:cubicBezTo>
                    <a:pt x="408" y="1671"/>
                    <a:pt x="404" y="1670"/>
                    <a:pt x="404" y="1669"/>
                  </a:cubicBezTo>
                  <a:cubicBezTo>
                    <a:pt x="403" y="1667"/>
                    <a:pt x="411" y="1665"/>
                    <a:pt x="419" y="1665"/>
                  </a:cubicBezTo>
                  <a:close/>
                  <a:moveTo>
                    <a:pt x="499" y="1994"/>
                  </a:moveTo>
                  <a:cubicBezTo>
                    <a:pt x="500" y="1994"/>
                    <a:pt x="501" y="1995"/>
                    <a:pt x="502" y="1995"/>
                  </a:cubicBezTo>
                  <a:cubicBezTo>
                    <a:pt x="516" y="1996"/>
                    <a:pt x="507" y="1999"/>
                    <a:pt x="492" y="1999"/>
                  </a:cubicBezTo>
                  <a:cubicBezTo>
                    <a:pt x="490" y="1999"/>
                    <a:pt x="487" y="1999"/>
                    <a:pt x="485" y="1999"/>
                  </a:cubicBezTo>
                  <a:cubicBezTo>
                    <a:pt x="478" y="2000"/>
                    <a:pt x="474" y="2000"/>
                    <a:pt x="473" y="2000"/>
                  </a:cubicBezTo>
                  <a:cubicBezTo>
                    <a:pt x="471" y="2000"/>
                    <a:pt x="475" y="1999"/>
                    <a:pt x="484" y="1997"/>
                  </a:cubicBezTo>
                  <a:cubicBezTo>
                    <a:pt x="490" y="1996"/>
                    <a:pt x="496" y="1994"/>
                    <a:pt x="499" y="1994"/>
                  </a:cubicBezTo>
                  <a:close/>
                  <a:moveTo>
                    <a:pt x="134" y="0"/>
                  </a:moveTo>
                  <a:cubicBezTo>
                    <a:pt x="128" y="0"/>
                    <a:pt x="124" y="2"/>
                    <a:pt x="129" y="4"/>
                  </a:cubicBezTo>
                  <a:lnTo>
                    <a:pt x="120" y="7"/>
                  </a:lnTo>
                  <a:cubicBezTo>
                    <a:pt x="99" y="9"/>
                    <a:pt x="96" y="13"/>
                    <a:pt x="109" y="13"/>
                  </a:cubicBezTo>
                  <a:cubicBezTo>
                    <a:pt x="112" y="13"/>
                    <a:pt x="116" y="13"/>
                    <a:pt x="120" y="12"/>
                  </a:cubicBezTo>
                  <a:cubicBezTo>
                    <a:pt x="132" y="11"/>
                    <a:pt x="138" y="11"/>
                    <a:pt x="140" y="11"/>
                  </a:cubicBezTo>
                  <a:cubicBezTo>
                    <a:pt x="143" y="11"/>
                    <a:pt x="138" y="11"/>
                    <a:pt x="129" y="13"/>
                  </a:cubicBezTo>
                  <a:cubicBezTo>
                    <a:pt x="112" y="15"/>
                    <a:pt x="112" y="18"/>
                    <a:pt x="112" y="20"/>
                  </a:cubicBezTo>
                  <a:cubicBezTo>
                    <a:pt x="114" y="22"/>
                    <a:pt x="112" y="22"/>
                    <a:pt x="105" y="23"/>
                  </a:cubicBezTo>
                  <a:cubicBezTo>
                    <a:pt x="96" y="23"/>
                    <a:pt x="88" y="27"/>
                    <a:pt x="88" y="29"/>
                  </a:cubicBezTo>
                  <a:cubicBezTo>
                    <a:pt x="88" y="31"/>
                    <a:pt x="88" y="32"/>
                    <a:pt x="90" y="32"/>
                  </a:cubicBezTo>
                  <a:cubicBezTo>
                    <a:pt x="91" y="32"/>
                    <a:pt x="93" y="32"/>
                    <a:pt x="97" y="31"/>
                  </a:cubicBezTo>
                  <a:cubicBezTo>
                    <a:pt x="99" y="30"/>
                    <a:pt x="100" y="30"/>
                    <a:pt x="101" y="30"/>
                  </a:cubicBezTo>
                  <a:cubicBezTo>
                    <a:pt x="104" y="30"/>
                    <a:pt x="102" y="33"/>
                    <a:pt x="89" y="37"/>
                  </a:cubicBezTo>
                  <a:cubicBezTo>
                    <a:pt x="84" y="39"/>
                    <a:pt x="82" y="39"/>
                    <a:pt x="84" y="39"/>
                  </a:cubicBezTo>
                  <a:cubicBezTo>
                    <a:pt x="85" y="39"/>
                    <a:pt x="89" y="39"/>
                    <a:pt x="97" y="38"/>
                  </a:cubicBezTo>
                  <a:cubicBezTo>
                    <a:pt x="98" y="38"/>
                    <a:pt x="100" y="38"/>
                    <a:pt x="102" y="38"/>
                  </a:cubicBezTo>
                  <a:cubicBezTo>
                    <a:pt x="114" y="38"/>
                    <a:pt x="113" y="42"/>
                    <a:pt x="98" y="46"/>
                  </a:cubicBezTo>
                  <a:lnTo>
                    <a:pt x="98" y="50"/>
                  </a:lnTo>
                  <a:cubicBezTo>
                    <a:pt x="98" y="52"/>
                    <a:pt x="101" y="52"/>
                    <a:pt x="105" y="52"/>
                  </a:cubicBezTo>
                  <a:cubicBezTo>
                    <a:pt x="108" y="52"/>
                    <a:pt x="111" y="52"/>
                    <a:pt x="115" y="51"/>
                  </a:cubicBezTo>
                  <a:cubicBezTo>
                    <a:pt x="122" y="50"/>
                    <a:pt x="126" y="50"/>
                    <a:pt x="128" y="50"/>
                  </a:cubicBezTo>
                  <a:cubicBezTo>
                    <a:pt x="130" y="50"/>
                    <a:pt x="128" y="51"/>
                    <a:pt x="124" y="53"/>
                  </a:cubicBezTo>
                  <a:cubicBezTo>
                    <a:pt x="118" y="55"/>
                    <a:pt x="112" y="56"/>
                    <a:pt x="107" y="57"/>
                  </a:cubicBezTo>
                  <a:cubicBezTo>
                    <a:pt x="98" y="58"/>
                    <a:pt x="99" y="60"/>
                    <a:pt x="99" y="63"/>
                  </a:cubicBezTo>
                  <a:cubicBezTo>
                    <a:pt x="99" y="65"/>
                    <a:pt x="99" y="69"/>
                    <a:pt x="108" y="69"/>
                  </a:cubicBezTo>
                  <a:lnTo>
                    <a:pt x="99" y="69"/>
                  </a:lnTo>
                  <a:cubicBezTo>
                    <a:pt x="99" y="71"/>
                    <a:pt x="95" y="72"/>
                    <a:pt x="96" y="72"/>
                  </a:cubicBezTo>
                  <a:cubicBezTo>
                    <a:pt x="96" y="72"/>
                    <a:pt x="97" y="72"/>
                    <a:pt x="99" y="72"/>
                  </a:cubicBezTo>
                  <a:lnTo>
                    <a:pt x="99" y="72"/>
                  </a:lnTo>
                  <a:cubicBezTo>
                    <a:pt x="99" y="72"/>
                    <a:pt x="100" y="75"/>
                    <a:pt x="91" y="81"/>
                  </a:cubicBezTo>
                  <a:cubicBezTo>
                    <a:pt x="86" y="84"/>
                    <a:pt x="91" y="88"/>
                    <a:pt x="100" y="88"/>
                  </a:cubicBezTo>
                  <a:cubicBezTo>
                    <a:pt x="105" y="88"/>
                    <a:pt x="111" y="86"/>
                    <a:pt x="117" y="83"/>
                  </a:cubicBezTo>
                  <a:cubicBezTo>
                    <a:pt x="117" y="83"/>
                    <a:pt x="117" y="84"/>
                    <a:pt x="117" y="85"/>
                  </a:cubicBezTo>
                  <a:cubicBezTo>
                    <a:pt x="117" y="86"/>
                    <a:pt x="120" y="86"/>
                    <a:pt x="122" y="86"/>
                  </a:cubicBezTo>
                  <a:cubicBezTo>
                    <a:pt x="124" y="86"/>
                    <a:pt x="126" y="86"/>
                    <a:pt x="126" y="86"/>
                  </a:cubicBezTo>
                  <a:cubicBezTo>
                    <a:pt x="135" y="86"/>
                    <a:pt x="135" y="88"/>
                    <a:pt x="135" y="91"/>
                  </a:cubicBezTo>
                  <a:lnTo>
                    <a:pt x="118" y="92"/>
                  </a:lnTo>
                  <a:cubicBezTo>
                    <a:pt x="92" y="92"/>
                    <a:pt x="84" y="97"/>
                    <a:pt x="110" y="97"/>
                  </a:cubicBezTo>
                  <a:lnTo>
                    <a:pt x="101" y="99"/>
                  </a:lnTo>
                  <a:cubicBezTo>
                    <a:pt x="93" y="100"/>
                    <a:pt x="93" y="102"/>
                    <a:pt x="102" y="106"/>
                  </a:cubicBezTo>
                  <a:cubicBezTo>
                    <a:pt x="102" y="109"/>
                    <a:pt x="119" y="109"/>
                    <a:pt x="128" y="109"/>
                  </a:cubicBezTo>
                  <a:cubicBezTo>
                    <a:pt x="130" y="108"/>
                    <a:pt x="131" y="108"/>
                    <a:pt x="132" y="108"/>
                  </a:cubicBezTo>
                  <a:cubicBezTo>
                    <a:pt x="136" y="108"/>
                    <a:pt x="136" y="110"/>
                    <a:pt x="136" y="110"/>
                  </a:cubicBezTo>
                  <a:cubicBezTo>
                    <a:pt x="136" y="112"/>
                    <a:pt x="136" y="112"/>
                    <a:pt x="128" y="113"/>
                  </a:cubicBezTo>
                  <a:cubicBezTo>
                    <a:pt x="111" y="114"/>
                    <a:pt x="111" y="120"/>
                    <a:pt x="128" y="120"/>
                  </a:cubicBezTo>
                  <a:lnTo>
                    <a:pt x="120" y="121"/>
                  </a:lnTo>
                  <a:cubicBezTo>
                    <a:pt x="111" y="122"/>
                    <a:pt x="103" y="125"/>
                    <a:pt x="112" y="137"/>
                  </a:cubicBezTo>
                  <a:cubicBezTo>
                    <a:pt x="114" y="146"/>
                    <a:pt x="114" y="153"/>
                    <a:pt x="106" y="155"/>
                  </a:cubicBezTo>
                  <a:cubicBezTo>
                    <a:pt x="97" y="155"/>
                    <a:pt x="115" y="162"/>
                    <a:pt x="133" y="166"/>
                  </a:cubicBezTo>
                  <a:cubicBezTo>
                    <a:pt x="124" y="167"/>
                    <a:pt x="124" y="169"/>
                    <a:pt x="124" y="174"/>
                  </a:cubicBezTo>
                  <a:cubicBezTo>
                    <a:pt x="125" y="182"/>
                    <a:pt x="125" y="182"/>
                    <a:pt x="116" y="183"/>
                  </a:cubicBezTo>
                  <a:cubicBezTo>
                    <a:pt x="110" y="182"/>
                    <a:pt x="106" y="182"/>
                    <a:pt x="104" y="182"/>
                  </a:cubicBezTo>
                  <a:cubicBezTo>
                    <a:pt x="101" y="182"/>
                    <a:pt x="106" y="183"/>
                    <a:pt x="117" y="185"/>
                  </a:cubicBezTo>
                  <a:cubicBezTo>
                    <a:pt x="134" y="185"/>
                    <a:pt x="126" y="194"/>
                    <a:pt x="109" y="195"/>
                  </a:cubicBezTo>
                  <a:cubicBezTo>
                    <a:pt x="100" y="196"/>
                    <a:pt x="100" y="198"/>
                    <a:pt x="101" y="203"/>
                  </a:cubicBezTo>
                  <a:cubicBezTo>
                    <a:pt x="109" y="205"/>
                    <a:pt x="110" y="210"/>
                    <a:pt x="110" y="214"/>
                  </a:cubicBezTo>
                  <a:cubicBezTo>
                    <a:pt x="111" y="219"/>
                    <a:pt x="111" y="221"/>
                    <a:pt x="116" y="221"/>
                  </a:cubicBezTo>
                  <a:cubicBezTo>
                    <a:pt x="118" y="221"/>
                    <a:pt x="122" y="220"/>
                    <a:pt x="128" y="220"/>
                  </a:cubicBezTo>
                  <a:cubicBezTo>
                    <a:pt x="131" y="219"/>
                    <a:pt x="133" y="219"/>
                    <a:pt x="135" y="219"/>
                  </a:cubicBezTo>
                  <a:cubicBezTo>
                    <a:pt x="145" y="219"/>
                    <a:pt x="145" y="222"/>
                    <a:pt x="145" y="225"/>
                  </a:cubicBezTo>
                  <a:cubicBezTo>
                    <a:pt x="145" y="228"/>
                    <a:pt x="146" y="230"/>
                    <a:pt x="137" y="231"/>
                  </a:cubicBezTo>
                  <a:cubicBezTo>
                    <a:pt x="137" y="231"/>
                    <a:pt x="129" y="234"/>
                    <a:pt x="129" y="236"/>
                  </a:cubicBezTo>
                  <a:cubicBezTo>
                    <a:pt x="129" y="239"/>
                    <a:pt x="129" y="242"/>
                    <a:pt x="121" y="242"/>
                  </a:cubicBezTo>
                  <a:cubicBezTo>
                    <a:pt x="121" y="242"/>
                    <a:pt x="112" y="245"/>
                    <a:pt x="114" y="251"/>
                  </a:cubicBezTo>
                  <a:cubicBezTo>
                    <a:pt x="114" y="256"/>
                    <a:pt x="114" y="260"/>
                    <a:pt x="106" y="261"/>
                  </a:cubicBezTo>
                  <a:cubicBezTo>
                    <a:pt x="106" y="262"/>
                    <a:pt x="106" y="263"/>
                    <a:pt x="107" y="263"/>
                  </a:cubicBezTo>
                  <a:cubicBezTo>
                    <a:pt x="109" y="263"/>
                    <a:pt x="111" y="263"/>
                    <a:pt x="115" y="262"/>
                  </a:cubicBezTo>
                  <a:cubicBezTo>
                    <a:pt x="123" y="262"/>
                    <a:pt x="131" y="263"/>
                    <a:pt x="124" y="274"/>
                  </a:cubicBezTo>
                  <a:cubicBezTo>
                    <a:pt x="124" y="279"/>
                    <a:pt x="125" y="285"/>
                    <a:pt x="132" y="285"/>
                  </a:cubicBezTo>
                  <a:cubicBezTo>
                    <a:pt x="132" y="285"/>
                    <a:pt x="133" y="285"/>
                    <a:pt x="134" y="285"/>
                  </a:cubicBezTo>
                  <a:lnTo>
                    <a:pt x="134" y="285"/>
                  </a:lnTo>
                  <a:cubicBezTo>
                    <a:pt x="134" y="287"/>
                    <a:pt x="134" y="287"/>
                    <a:pt x="125" y="288"/>
                  </a:cubicBezTo>
                  <a:cubicBezTo>
                    <a:pt x="108" y="290"/>
                    <a:pt x="108" y="295"/>
                    <a:pt x="126" y="298"/>
                  </a:cubicBezTo>
                  <a:cubicBezTo>
                    <a:pt x="127" y="298"/>
                    <a:pt x="128" y="298"/>
                    <a:pt x="129" y="298"/>
                  </a:cubicBezTo>
                  <a:cubicBezTo>
                    <a:pt x="134" y="298"/>
                    <a:pt x="133" y="300"/>
                    <a:pt x="126" y="303"/>
                  </a:cubicBezTo>
                  <a:cubicBezTo>
                    <a:pt x="126" y="303"/>
                    <a:pt x="126" y="305"/>
                    <a:pt x="135" y="307"/>
                  </a:cubicBezTo>
                  <a:cubicBezTo>
                    <a:pt x="144" y="308"/>
                    <a:pt x="144" y="308"/>
                    <a:pt x="136" y="314"/>
                  </a:cubicBezTo>
                  <a:cubicBezTo>
                    <a:pt x="127" y="315"/>
                    <a:pt x="127" y="317"/>
                    <a:pt x="128" y="319"/>
                  </a:cubicBezTo>
                  <a:cubicBezTo>
                    <a:pt x="137" y="324"/>
                    <a:pt x="139" y="350"/>
                    <a:pt x="130" y="353"/>
                  </a:cubicBezTo>
                  <a:cubicBezTo>
                    <a:pt x="139" y="355"/>
                    <a:pt x="139" y="355"/>
                    <a:pt x="139" y="358"/>
                  </a:cubicBezTo>
                  <a:cubicBezTo>
                    <a:pt x="128" y="361"/>
                    <a:pt x="128" y="362"/>
                    <a:pt x="135" y="362"/>
                  </a:cubicBezTo>
                  <a:cubicBezTo>
                    <a:pt x="138" y="362"/>
                    <a:pt x="143" y="362"/>
                    <a:pt x="148" y="361"/>
                  </a:cubicBezTo>
                  <a:lnTo>
                    <a:pt x="148" y="359"/>
                  </a:lnTo>
                  <a:lnTo>
                    <a:pt x="148" y="357"/>
                  </a:lnTo>
                  <a:cubicBezTo>
                    <a:pt x="150" y="356"/>
                    <a:pt x="152" y="356"/>
                    <a:pt x="154" y="356"/>
                  </a:cubicBezTo>
                  <a:cubicBezTo>
                    <a:pt x="165" y="356"/>
                    <a:pt x="162" y="362"/>
                    <a:pt x="140" y="364"/>
                  </a:cubicBezTo>
                  <a:cubicBezTo>
                    <a:pt x="124" y="369"/>
                    <a:pt x="124" y="369"/>
                    <a:pt x="140" y="370"/>
                  </a:cubicBezTo>
                  <a:cubicBezTo>
                    <a:pt x="157" y="370"/>
                    <a:pt x="158" y="372"/>
                    <a:pt x="142" y="377"/>
                  </a:cubicBezTo>
                  <a:cubicBezTo>
                    <a:pt x="125" y="379"/>
                    <a:pt x="125" y="379"/>
                    <a:pt x="142" y="379"/>
                  </a:cubicBezTo>
                  <a:cubicBezTo>
                    <a:pt x="175" y="380"/>
                    <a:pt x="185" y="386"/>
                    <a:pt x="151" y="390"/>
                  </a:cubicBezTo>
                  <a:cubicBezTo>
                    <a:pt x="134" y="392"/>
                    <a:pt x="126" y="396"/>
                    <a:pt x="126" y="398"/>
                  </a:cubicBezTo>
                  <a:cubicBezTo>
                    <a:pt x="126" y="399"/>
                    <a:pt x="127" y="399"/>
                    <a:pt x="130" y="399"/>
                  </a:cubicBezTo>
                  <a:cubicBezTo>
                    <a:pt x="133" y="399"/>
                    <a:pt x="139" y="399"/>
                    <a:pt x="144" y="398"/>
                  </a:cubicBezTo>
                  <a:cubicBezTo>
                    <a:pt x="149" y="396"/>
                    <a:pt x="153" y="396"/>
                    <a:pt x="155" y="396"/>
                  </a:cubicBezTo>
                  <a:cubicBezTo>
                    <a:pt x="158" y="396"/>
                    <a:pt x="155" y="398"/>
                    <a:pt x="144" y="404"/>
                  </a:cubicBezTo>
                  <a:cubicBezTo>
                    <a:pt x="119" y="414"/>
                    <a:pt x="119" y="418"/>
                    <a:pt x="137" y="424"/>
                  </a:cubicBezTo>
                  <a:cubicBezTo>
                    <a:pt x="151" y="429"/>
                    <a:pt x="155" y="435"/>
                    <a:pt x="148" y="435"/>
                  </a:cubicBezTo>
                  <a:cubicBezTo>
                    <a:pt x="146" y="435"/>
                    <a:pt x="143" y="434"/>
                    <a:pt x="138" y="433"/>
                  </a:cubicBezTo>
                  <a:cubicBezTo>
                    <a:pt x="130" y="432"/>
                    <a:pt x="126" y="431"/>
                    <a:pt x="124" y="431"/>
                  </a:cubicBezTo>
                  <a:cubicBezTo>
                    <a:pt x="122" y="431"/>
                    <a:pt x="124" y="432"/>
                    <a:pt x="129" y="434"/>
                  </a:cubicBezTo>
                  <a:cubicBezTo>
                    <a:pt x="130" y="438"/>
                    <a:pt x="130" y="444"/>
                    <a:pt x="130" y="446"/>
                  </a:cubicBezTo>
                  <a:cubicBezTo>
                    <a:pt x="131" y="448"/>
                    <a:pt x="136" y="449"/>
                    <a:pt x="141" y="449"/>
                  </a:cubicBezTo>
                  <a:cubicBezTo>
                    <a:pt x="144" y="449"/>
                    <a:pt x="146" y="449"/>
                    <a:pt x="148" y="449"/>
                  </a:cubicBezTo>
                  <a:lnTo>
                    <a:pt x="148" y="449"/>
                  </a:lnTo>
                  <a:cubicBezTo>
                    <a:pt x="131" y="453"/>
                    <a:pt x="124" y="460"/>
                    <a:pt x="140" y="462"/>
                  </a:cubicBezTo>
                  <a:lnTo>
                    <a:pt x="142" y="466"/>
                  </a:lnTo>
                  <a:cubicBezTo>
                    <a:pt x="142" y="469"/>
                    <a:pt x="142" y="469"/>
                    <a:pt x="151" y="471"/>
                  </a:cubicBezTo>
                  <a:cubicBezTo>
                    <a:pt x="160" y="472"/>
                    <a:pt x="151" y="475"/>
                    <a:pt x="143" y="479"/>
                  </a:cubicBezTo>
                  <a:cubicBezTo>
                    <a:pt x="136" y="482"/>
                    <a:pt x="128" y="485"/>
                    <a:pt x="132" y="485"/>
                  </a:cubicBezTo>
                  <a:cubicBezTo>
                    <a:pt x="133" y="485"/>
                    <a:pt x="134" y="485"/>
                    <a:pt x="135" y="484"/>
                  </a:cubicBezTo>
                  <a:cubicBezTo>
                    <a:pt x="144" y="484"/>
                    <a:pt x="152" y="487"/>
                    <a:pt x="161" y="489"/>
                  </a:cubicBezTo>
                  <a:cubicBezTo>
                    <a:pt x="168" y="490"/>
                    <a:pt x="163" y="492"/>
                    <a:pt x="156" y="492"/>
                  </a:cubicBezTo>
                  <a:cubicBezTo>
                    <a:pt x="155" y="492"/>
                    <a:pt x="154" y="492"/>
                    <a:pt x="153" y="492"/>
                  </a:cubicBezTo>
                  <a:cubicBezTo>
                    <a:pt x="146" y="492"/>
                    <a:pt x="140" y="494"/>
                    <a:pt x="136" y="499"/>
                  </a:cubicBezTo>
                  <a:cubicBezTo>
                    <a:pt x="136" y="501"/>
                    <a:pt x="137" y="506"/>
                    <a:pt x="143" y="506"/>
                  </a:cubicBezTo>
                  <a:cubicBezTo>
                    <a:pt x="144" y="506"/>
                    <a:pt x="144" y="506"/>
                    <a:pt x="145" y="506"/>
                  </a:cubicBezTo>
                  <a:cubicBezTo>
                    <a:pt x="145" y="506"/>
                    <a:pt x="146" y="506"/>
                    <a:pt x="146" y="506"/>
                  </a:cubicBezTo>
                  <a:cubicBezTo>
                    <a:pt x="154" y="506"/>
                    <a:pt x="155" y="519"/>
                    <a:pt x="147" y="523"/>
                  </a:cubicBezTo>
                  <a:lnTo>
                    <a:pt x="147" y="527"/>
                  </a:lnTo>
                  <a:cubicBezTo>
                    <a:pt x="147" y="529"/>
                    <a:pt x="156" y="530"/>
                    <a:pt x="156" y="533"/>
                  </a:cubicBezTo>
                  <a:cubicBezTo>
                    <a:pt x="156" y="533"/>
                    <a:pt x="157" y="536"/>
                    <a:pt x="165" y="537"/>
                  </a:cubicBezTo>
                  <a:cubicBezTo>
                    <a:pt x="166" y="539"/>
                    <a:pt x="166" y="542"/>
                    <a:pt x="157" y="543"/>
                  </a:cubicBezTo>
                  <a:cubicBezTo>
                    <a:pt x="175" y="543"/>
                    <a:pt x="175" y="543"/>
                    <a:pt x="158" y="547"/>
                  </a:cubicBezTo>
                  <a:cubicBezTo>
                    <a:pt x="142" y="549"/>
                    <a:pt x="142" y="549"/>
                    <a:pt x="158" y="549"/>
                  </a:cubicBezTo>
                  <a:cubicBezTo>
                    <a:pt x="167" y="552"/>
                    <a:pt x="167" y="552"/>
                    <a:pt x="158" y="555"/>
                  </a:cubicBezTo>
                  <a:cubicBezTo>
                    <a:pt x="152" y="556"/>
                    <a:pt x="151" y="558"/>
                    <a:pt x="155" y="558"/>
                  </a:cubicBezTo>
                  <a:cubicBezTo>
                    <a:pt x="156" y="558"/>
                    <a:pt x="158" y="558"/>
                    <a:pt x="160" y="557"/>
                  </a:cubicBezTo>
                  <a:cubicBezTo>
                    <a:pt x="176" y="557"/>
                    <a:pt x="185" y="564"/>
                    <a:pt x="168" y="566"/>
                  </a:cubicBezTo>
                  <a:cubicBezTo>
                    <a:pt x="168" y="566"/>
                    <a:pt x="168" y="569"/>
                    <a:pt x="177" y="570"/>
                  </a:cubicBezTo>
                  <a:cubicBezTo>
                    <a:pt x="194" y="570"/>
                    <a:pt x="194" y="570"/>
                    <a:pt x="177" y="572"/>
                  </a:cubicBezTo>
                  <a:cubicBezTo>
                    <a:pt x="161" y="576"/>
                    <a:pt x="162" y="579"/>
                    <a:pt x="179" y="579"/>
                  </a:cubicBezTo>
                  <a:cubicBezTo>
                    <a:pt x="179" y="579"/>
                    <a:pt x="188" y="581"/>
                    <a:pt x="179" y="584"/>
                  </a:cubicBezTo>
                  <a:cubicBezTo>
                    <a:pt x="172" y="589"/>
                    <a:pt x="166" y="602"/>
                    <a:pt x="176" y="602"/>
                  </a:cubicBezTo>
                  <a:cubicBezTo>
                    <a:pt x="177" y="602"/>
                    <a:pt x="179" y="602"/>
                    <a:pt x="181" y="601"/>
                  </a:cubicBezTo>
                  <a:lnTo>
                    <a:pt x="181" y="606"/>
                  </a:lnTo>
                  <a:cubicBezTo>
                    <a:pt x="173" y="611"/>
                    <a:pt x="174" y="613"/>
                    <a:pt x="182" y="616"/>
                  </a:cubicBezTo>
                  <a:lnTo>
                    <a:pt x="191" y="617"/>
                  </a:lnTo>
                  <a:cubicBezTo>
                    <a:pt x="183" y="618"/>
                    <a:pt x="174" y="621"/>
                    <a:pt x="174" y="623"/>
                  </a:cubicBezTo>
                  <a:cubicBezTo>
                    <a:pt x="175" y="625"/>
                    <a:pt x="175" y="625"/>
                    <a:pt x="177" y="625"/>
                  </a:cubicBezTo>
                  <a:cubicBezTo>
                    <a:pt x="178" y="625"/>
                    <a:pt x="180" y="625"/>
                    <a:pt x="183" y="625"/>
                  </a:cubicBezTo>
                  <a:cubicBezTo>
                    <a:pt x="186" y="623"/>
                    <a:pt x="188" y="623"/>
                    <a:pt x="190" y="623"/>
                  </a:cubicBezTo>
                  <a:cubicBezTo>
                    <a:pt x="192" y="623"/>
                    <a:pt x="192" y="624"/>
                    <a:pt x="192" y="626"/>
                  </a:cubicBezTo>
                  <a:cubicBezTo>
                    <a:pt x="192" y="628"/>
                    <a:pt x="184" y="632"/>
                    <a:pt x="175" y="632"/>
                  </a:cubicBezTo>
                  <a:lnTo>
                    <a:pt x="176" y="636"/>
                  </a:lnTo>
                  <a:cubicBezTo>
                    <a:pt x="182" y="635"/>
                    <a:pt x="185" y="635"/>
                    <a:pt x="187" y="635"/>
                  </a:cubicBezTo>
                  <a:cubicBezTo>
                    <a:pt x="192" y="635"/>
                    <a:pt x="190" y="636"/>
                    <a:pt x="184" y="637"/>
                  </a:cubicBezTo>
                  <a:cubicBezTo>
                    <a:pt x="176" y="640"/>
                    <a:pt x="176" y="643"/>
                    <a:pt x="177" y="645"/>
                  </a:cubicBezTo>
                  <a:cubicBezTo>
                    <a:pt x="179" y="645"/>
                    <a:pt x="179" y="645"/>
                    <a:pt x="180" y="645"/>
                  </a:cubicBezTo>
                  <a:cubicBezTo>
                    <a:pt x="182" y="645"/>
                    <a:pt x="180" y="646"/>
                    <a:pt x="179" y="646"/>
                  </a:cubicBezTo>
                  <a:cubicBezTo>
                    <a:pt x="178" y="646"/>
                    <a:pt x="177" y="645"/>
                    <a:pt x="177" y="645"/>
                  </a:cubicBezTo>
                  <a:lnTo>
                    <a:pt x="168" y="646"/>
                  </a:lnTo>
                  <a:cubicBezTo>
                    <a:pt x="165" y="648"/>
                    <a:pt x="165" y="648"/>
                    <a:pt x="167" y="648"/>
                  </a:cubicBezTo>
                  <a:cubicBezTo>
                    <a:pt x="169" y="648"/>
                    <a:pt x="173" y="648"/>
                    <a:pt x="177" y="647"/>
                  </a:cubicBezTo>
                  <a:lnTo>
                    <a:pt x="177" y="653"/>
                  </a:lnTo>
                  <a:cubicBezTo>
                    <a:pt x="178" y="654"/>
                    <a:pt x="178" y="656"/>
                    <a:pt x="181" y="656"/>
                  </a:cubicBezTo>
                  <a:cubicBezTo>
                    <a:pt x="182" y="656"/>
                    <a:pt x="184" y="655"/>
                    <a:pt x="186" y="654"/>
                  </a:cubicBezTo>
                  <a:cubicBezTo>
                    <a:pt x="192" y="653"/>
                    <a:pt x="196" y="652"/>
                    <a:pt x="200" y="652"/>
                  </a:cubicBezTo>
                  <a:cubicBezTo>
                    <a:pt x="202" y="652"/>
                    <a:pt x="203" y="653"/>
                    <a:pt x="203" y="654"/>
                  </a:cubicBezTo>
                  <a:cubicBezTo>
                    <a:pt x="205" y="654"/>
                    <a:pt x="206" y="654"/>
                    <a:pt x="206" y="654"/>
                  </a:cubicBezTo>
                  <a:cubicBezTo>
                    <a:pt x="209" y="654"/>
                    <a:pt x="207" y="655"/>
                    <a:pt x="205" y="655"/>
                  </a:cubicBezTo>
                  <a:cubicBezTo>
                    <a:pt x="204" y="655"/>
                    <a:pt x="204" y="654"/>
                    <a:pt x="203" y="654"/>
                  </a:cubicBezTo>
                  <a:cubicBezTo>
                    <a:pt x="195" y="655"/>
                    <a:pt x="186" y="656"/>
                    <a:pt x="188" y="658"/>
                  </a:cubicBezTo>
                  <a:cubicBezTo>
                    <a:pt x="188" y="661"/>
                    <a:pt x="179" y="662"/>
                    <a:pt x="179" y="662"/>
                  </a:cubicBezTo>
                  <a:cubicBezTo>
                    <a:pt x="162" y="662"/>
                    <a:pt x="171" y="671"/>
                    <a:pt x="180" y="672"/>
                  </a:cubicBezTo>
                  <a:cubicBezTo>
                    <a:pt x="198" y="674"/>
                    <a:pt x="198" y="676"/>
                    <a:pt x="181" y="678"/>
                  </a:cubicBezTo>
                  <a:cubicBezTo>
                    <a:pt x="166" y="680"/>
                    <a:pt x="177" y="683"/>
                    <a:pt x="197" y="683"/>
                  </a:cubicBezTo>
                  <a:cubicBezTo>
                    <a:pt x="200" y="683"/>
                    <a:pt x="203" y="683"/>
                    <a:pt x="207" y="683"/>
                  </a:cubicBezTo>
                  <a:lnTo>
                    <a:pt x="232" y="682"/>
                  </a:lnTo>
                  <a:lnTo>
                    <a:pt x="208" y="685"/>
                  </a:lnTo>
                  <a:cubicBezTo>
                    <a:pt x="174" y="692"/>
                    <a:pt x="174" y="692"/>
                    <a:pt x="191" y="696"/>
                  </a:cubicBezTo>
                  <a:cubicBezTo>
                    <a:pt x="200" y="701"/>
                    <a:pt x="200" y="701"/>
                    <a:pt x="192" y="702"/>
                  </a:cubicBezTo>
                  <a:cubicBezTo>
                    <a:pt x="183" y="703"/>
                    <a:pt x="184" y="705"/>
                    <a:pt x="184" y="712"/>
                  </a:cubicBezTo>
                  <a:cubicBezTo>
                    <a:pt x="185" y="719"/>
                    <a:pt x="185" y="721"/>
                    <a:pt x="191" y="721"/>
                  </a:cubicBezTo>
                  <a:cubicBezTo>
                    <a:pt x="192" y="721"/>
                    <a:pt x="193" y="721"/>
                    <a:pt x="194" y="721"/>
                  </a:cubicBezTo>
                  <a:cubicBezTo>
                    <a:pt x="194" y="721"/>
                    <a:pt x="194" y="723"/>
                    <a:pt x="194" y="726"/>
                  </a:cubicBezTo>
                  <a:cubicBezTo>
                    <a:pt x="184" y="729"/>
                    <a:pt x="184" y="732"/>
                    <a:pt x="190" y="732"/>
                  </a:cubicBezTo>
                  <a:cubicBezTo>
                    <a:pt x="194" y="732"/>
                    <a:pt x="198" y="731"/>
                    <a:pt x="203" y="729"/>
                  </a:cubicBezTo>
                  <a:lnTo>
                    <a:pt x="204" y="735"/>
                  </a:lnTo>
                  <a:lnTo>
                    <a:pt x="195" y="736"/>
                  </a:lnTo>
                  <a:cubicBezTo>
                    <a:pt x="188" y="737"/>
                    <a:pt x="188" y="741"/>
                    <a:pt x="190" y="760"/>
                  </a:cubicBezTo>
                  <a:cubicBezTo>
                    <a:pt x="192" y="777"/>
                    <a:pt x="193" y="783"/>
                    <a:pt x="201" y="783"/>
                  </a:cubicBezTo>
                  <a:cubicBezTo>
                    <a:pt x="204" y="783"/>
                    <a:pt x="206" y="782"/>
                    <a:pt x="210" y="782"/>
                  </a:cubicBezTo>
                  <a:cubicBezTo>
                    <a:pt x="227" y="782"/>
                    <a:pt x="227" y="784"/>
                    <a:pt x="210" y="787"/>
                  </a:cubicBezTo>
                  <a:cubicBezTo>
                    <a:pt x="203" y="788"/>
                    <a:pt x="196" y="791"/>
                    <a:pt x="200" y="791"/>
                  </a:cubicBezTo>
                  <a:cubicBezTo>
                    <a:pt x="200" y="791"/>
                    <a:pt x="201" y="791"/>
                    <a:pt x="202" y="791"/>
                  </a:cubicBezTo>
                  <a:lnTo>
                    <a:pt x="202" y="791"/>
                  </a:lnTo>
                  <a:cubicBezTo>
                    <a:pt x="202" y="791"/>
                    <a:pt x="203" y="795"/>
                    <a:pt x="194" y="798"/>
                  </a:cubicBezTo>
                  <a:cubicBezTo>
                    <a:pt x="182" y="807"/>
                    <a:pt x="185" y="809"/>
                    <a:pt x="192" y="809"/>
                  </a:cubicBezTo>
                  <a:cubicBezTo>
                    <a:pt x="193" y="809"/>
                    <a:pt x="195" y="809"/>
                    <a:pt x="197" y="809"/>
                  </a:cubicBezTo>
                  <a:cubicBezTo>
                    <a:pt x="202" y="807"/>
                    <a:pt x="205" y="806"/>
                    <a:pt x="205" y="806"/>
                  </a:cubicBezTo>
                  <a:cubicBezTo>
                    <a:pt x="207" y="806"/>
                    <a:pt x="202" y="809"/>
                    <a:pt x="197" y="811"/>
                  </a:cubicBezTo>
                  <a:cubicBezTo>
                    <a:pt x="190" y="814"/>
                    <a:pt x="183" y="817"/>
                    <a:pt x="185" y="817"/>
                  </a:cubicBezTo>
                  <a:cubicBezTo>
                    <a:pt x="186" y="817"/>
                    <a:pt x="187" y="817"/>
                    <a:pt x="189" y="816"/>
                  </a:cubicBezTo>
                  <a:cubicBezTo>
                    <a:pt x="198" y="818"/>
                    <a:pt x="208" y="831"/>
                    <a:pt x="191" y="833"/>
                  </a:cubicBezTo>
                  <a:lnTo>
                    <a:pt x="191" y="839"/>
                  </a:lnTo>
                  <a:cubicBezTo>
                    <a:pt x="192" y="839"/>
                    <a:pt x="193" y="839"/>
                    <a:pt x="193" y="839"/>
                  </a:cubicBezTo>
                  <a:cubicBezTo>
                    <a:pt x="200" y="839"/>
                    <a:pt x="200" y="843"/>
                    <a:pt x="201" y="847"/>
                  </a:cubicBezTo>
                  <a:cubicBezTo>
                    <a:pt x="201" y="852"/>
                    <a:pt x="202" y="855"/>
                    <a:pt x="193" y="856"/>
                  </a:cubicBezTo>
                  <a:cubicBezTo>
                    <a:pt x="192" y="856"/>
                    <a:pt x="190" y="855"/>
                    <a:pt x="189" y="855"/>
                  </a:cubicBezTo>
                  <a:cubicBezTo>
                    <a:pt x="185" y="855"/>
                    <a:pt x="186" y="857"/>
                    <a:pt x="194" y="860"/>
                  </a:cubicBezTo>
                  <a:cubicBezTo>
                    <a:pt x="194" y="862"/>
                    <a:pt x="211" y="862"/>
                    <a:pt x="211" y="865"/>
                  </a:cubicBezTo>
                  <a:cubicBezTo>
                    <a:pt x="214" y="864"/>
                    <a:pt x="216" y="864"/>
                    <a:pt x="218" y="864"/>
                  </a:cubicBezTo>
                  <a:cubicBezTo>
                    <a:pt x="224" y="864"/>
                    <a:pt x="229" y="865"/>
                    <a:pt x="229" y="867"/>
                  </a:cubicBezTo>
                  <a:lnTo>
                    <a:pt x="220" y="868"/>
                  </a:lnTo>
                  <a:lnTo>
                    <a:pt x="203" y="871"/>
                  </a:lnTo>
                  <a:cubicBezTo>
                    <a:pt x="204" y="873"/>
                    <a:pt x="204" y="875"/>
                    <a:pt x="209" y="875"/>
                  </a:cubicBezTo>
                  <a:cubicBezTo>
                    <a:pt x="210" y="875"/>
                    <a:pt x="211" y="875"/>
                    <a:pt x="212" y="875"/>
                  </a:cubicBezTo>
                  <a:lnTo>
                    <a:pt x="212" y="875"/>
                  </a:lnTo>
                  <a:cubicBezTo>
                    <a:pt x="204" y="878"/>
                    <a:pt x="204" y="880"/>
                    <a:pt x="206" y="885"/>
                  </a:cubicBezTo>
                  <a:cubicBezTo>
                    <a:pt x="206" y="890"/>
                    <a:pt x="207" y="895"/>
                    <a:pt x="216" y="896"/>
                  </a:cubicBezTo>
                  <a:cubicBezTo>
                    <a:pt x="199" y="901"/>
                    <a:pt x="201" y="915"/>
                    <a:pt x="218" y="915"/>
                  </a:cubicBezTo>
                  <a:cubicBezTo>
                    <a:pt x="219" y="915"/>
                    <a:pt x="221" y="915"/>
                    <a:pt x="222" y="915"/>
                  </a:cubicBezTo>
                  <a:cubicBezTo>
                    <a:pt x="227" y="915"/>
                    <a:pt x="225" y="917"/>
                    <a:pt x="219" y="920"/>
                  </a:cubicBezTo>
                  <a:cubicBezTo>
                    <a:pt x="210" y="924"/>
                    <a:pt x="210" y="924"/>
                    <a:pt x="219" y="925"/>
                  </a:cubicBezTo>
                  <a:cubicBezTo>
                    <a:pt x="228" y="926"/>
                    <a:pt x="220" y="930"/>
                    <a:pt x="211" y="933"/>
                  </a:cubicBezTo>
                  <a:cubicBezTo>
                    <a:pt x="195" y="939"/>
                    <a:pt x="195" y="941"/>
                    <a:pt x="204" y="942"/>
                  </a:cubicBezTo>
                  <a:cubicBezTo>
                    <a:pt x="213" y="945"/>
                    <a:pt x="213" y="950"/>
                    <a:pt x="214" y="952"/>
                  </a:cubicBezTo>
                  <a:cubicBezTo>
                    <a:pt x="220" y="954"/>
                    <a:pt x="222" y="957"/>
                    <a:pt x="225" y="957"/>
                  </a:cubicBezTo>
                  <a:cubicBezTo>
                    <a:pt x="227" y="957"/>
                    <a:pt x="229" y="956"/>
                    <a:pt x="231" y="954"/>
                  </a:cubicBezTo>
                  <a:cubicBezTo>
                    <a:pt x="235" y="954"/>
                    <a:pt x="239" y="954"/>
                    <a:pt x="243" y="954"/>
                  </a:cubicBezTo>
                  <a:cubicBezTo>
                    <a:pt x="245" y="954"/>
                    <a:pt x="247" y="954"/>
                    <a:pt x="249" y="954"/>
                  </a:cubicBezTo>
                  <a:cubicBezTo>
                    <a:pt x="255" y="957"/>
                    <a:pt x="253" y="958"/>
                    <a:pt x="251" y="958"/>
                  </a:cubicBezTo>
                  <a:cubicBezTo>
                    <a:pt x="250" y="958"/>
                    <a:pt x="249" y="957"/>
                    <a:pt x="249" y="957"/>
                  </a:cubicBezTo>
                  <a:cubicBezTo>
                    <a:pt x="246" y="956"/>
                    <a:pt x="244" y="955"/>
                    <a:pt x="243" y="955"/>
                  </a:cubicBezTo>
                  <a:cubicBezTo>
                    <a:pt x="239" y="955"/>
                    <a:pt x="238" y="957"/>
                    <a:pt x="232" y="960"/>
                  </a:cubicBezTo>
                  <a:cubicBezTo>
                    <a:pt x="225" y="963"/>
                    <a:pt x="225" y="968"/>
                    <a:pt x="226" y="970"/>
                  </a:cubicBezTo>
                  <a:cubicBezTo>
                    <a:pt x="226" y="972"/>
                    <a:pt x="226" y="978"/>
                    <a:pt x="227" y="980"/>
                  </a:cubicBezTo>
                  <a:cubicBezTo>
                    <a:pt x="221" y="986"/>
                    <a:pt x="219" y="990"/>
                    <a:pt x="224" y="990"/>
                  </a:cubicBezTo>
                  <a:cubicBezTo>
                    <a:pt x="225" y="990"/>
                    <a:pt x="226" y="990"/>
                    <a:pt x="228" y="989"/>
                  </a:cubicBezTo>
                  <a:cubicBezTo>
                    <a:pt x="231" y="989"/>
                    <a:pt x="233" y="988"/>
                    <a:pt x="235" y="988"/>
                  </a:cubicBezTo>
                  <a:lnTo>
                    <a:pt x="235" y="988"/>
                  </a:lnTo>
                  <a:cubicBezTo>
                    <a:pt x="220" y="994"/>
                    <a:pt x="222" y="1018"/>
                    <a:pt x="240" y="1019"/>
                  </a:cubicBezTo>
                  <a:lnTo>
                    <a:pt x="231" y="1021"/>
                  </a:lnTo>
                  <a:cubicBezTo>
                    <a:pt x="223" y="1022"/>
                    <a:pt x="223" y="1024"/>
                    <a:pt x="225" y="1030"/>
                  </a:cubicBezTo>
                  <a:cubicBezTo>
                    <a:pt x="225" y="1032"/>
                    <a:pt x="235" y="1040"/>
                    <a:pt x="236" y="1048"/>
                  </a:cubicBezTo>
                  <a:cubicBezTo>
                    <a:pt x="237" y="1055"/>
                    <a:pt x="238" y="1063"/>
                    <a:pt x="243" y="1063"/>
                  </a:cubicBezTo>
                  <a:cubicBezTo>
                    <a:pt x="244" y="1063"/>
                    <a:pt x="245" y="1062"/>
                    <a:pt x="246" y="1062"/>
                  </a:cubicBezTo>
                  <a:lnTo>
                    <a:pt x="246" y="1062"/>
                  </a:lnTo>
                  <a:cubicBezTo>
                    <a:pt x="247" y="1065"/>
                    <a:pt x="247" y="1065"/>
                    <a:pt x="238" y="1067"/>
                  </a:cubicBezTo>
                  <a:cubicBezTo>
                    <a:pt x="236" y="1066"/>
                    <a:pt x="235" y="1066"/>
                    <a:pt x="234" y="1066"/>
                  </a:cubicBezTo>
                  <a:cubicBezTo>
                    <a:pt x="229" y="1066"/>
                    <a:pt x="230" y="1068"/>
                    <a:pt x="230" y="1070"/>
                  </a:cubicBezTo>
                  <a:cubicBezTo>
                    <a:pt x="230" y="1071"/>
                    <a:pt x="232" y="1071"/>
                    <a:pt x="234" y="1071"/>
                  </a:cubicBezTo>
                  <a:cubicBezTo>
                    <a:pt x="238" y="1071"/>
                    <a:pt x="242" y="1071"/>
                    <a:pt x="247" y="1070"/>
                  </a:cubicBezTo>
                  <a:cubicBezTo>
                    <a:pt x="249" y="1070"/>
                    <a:pt x="250" y="1070"/>
                    <a:pt x="251" y="1070"/>
                  </a:cubicBezTo>
                  <a:cubicBezTo>
                    <a:pt x="256" y="1070"/>
                    <a:pt x="255" y="1072"/>
                    <a:pt x="248" y="1077"/>
                  </a:cubicBezTo>
                  <a:cubicBezTo>
                    <a:pt x="240" y="1081"/>
                    <a:pt x="243" y="1094"/>
                    <a:pt x="250" y="1096"/>
                  </a:cubicBezTo>
                  <a:cubicBezTo>
                    <a:pt x="252" y="1098"/>
                    <a:pt x="252" y="1101"/>
                    <a:pt x="244" y="1102"/>
                  </a:cubicBezTo>
                  <a:cubicBezTo>
                    <a:pt x="235" y="1106"/>
                    <a:pt x="228" y="1113"/>
                    <a:pt x="245" y="1114"/>
                  </a:cubicBezTo>
                  <a:cubicBezTo>
                    <a:pt x="245" y="1117"/>
                    <a:pt x="245" y="1117"/>
                    <a:pt x="237" y="1118"/>
                  </a:cubicBezTo>
                  <a:cubicBezTo>
                    <a:pt x="229" y="1122"/>
                    <a:pt x="220" y="1123"/>
                    <a:pt x="237" y="1123"/>
                  </a:cubicBezTo>
                  <a:cubicBezTo>
                    <a:pt x="247" y="1126"/>
                    <a:pt x="247" y="1134"/>
                    <a:pt x="240" y="1140"/>
                  </a:cubicBezTo>
                  <a:cubicBezTo>
                    <a:pt x="240" y="1141"/>
                    <a:pt x="240" y="1143"/>
                    <a:pt x="245" y="1143"/>
                  </a:cubicBezTo>
                  <a:cubicBezTo>
                    <a:pt x="246" y="1143"/>
                    <a:pt x="248" y="1143"/>
                    <a:pt x="249" y="1143"/>
                  </a:cubicBezTo>
                  <a:lnTo>
                    <a:pt x="257" y="1142"/>
                  </a:lnTo>
                  <a:lnTo>
                    <a:pt x="257" y="1142"/>
                  </a:lnTo>
                  <a:cubicBezTo>
                    <a:pt x="246" y="1146"/>
                    <a:pt x="243" y="1147"/>
                    <a:pt x="247" y="1147"/>
                  </a:cubicBezTo>
                  <a:cubicBezTo>
                    <a:pt x="249" y="1147"/>
                    <a:pt x="253" y="1147"/>
                    <a:pt x="258" y="1146"/>
                  </a:cubicBezTo>
                  <a:cubicBezTo>
                    <a:pt x="260" y="1146"/>
                    <a:pt x="261" y="1146"/>
                    <a:pt x="262" y="1146"/>
                  </a:cubicBezTo>
                  <a:cubicBezTo>
                    <a:pt x="266" y="1146"/>
                    <a:pt x="266" y="1148"/>
                    <a:pt x="258" y="1148"/>
                  </a:cubicBezTo>
                  <a:cubicBezTo>
                    <a:pt x="250" y="1153"/>
                    <a:pt x="250" y="1155"/>
                    <a:pt x="250" y="1155"/>
                  </a:cubicBezTo>
                  <a:cubicBezTo>
                    <a:pt x="256" y="1163"/>
                    <a:pt x="260" y="1171"/>
                    <a:pt x="263" y="1180"/>
                  </a:cubicBezTo>
                  <a:cubicBezTo>
                    <a:pt x="266" y="1198"/>
                    <a:pt x="267" y="1205"/>
                    <a:pt x="274" y="1205"/>
                  </a:cubicBezTo>
                  <a:cubicBezTo>
                    <a:pt x="274" y="1205"/>
                    <a:pt x="275" y="1205"/>
                    <a:pt x="275" y="1205"/>
                  </a:cubicBezTo>
                  <a:cubicBezTo>
                    <a:pt x="284" y="1206"/>
                    <a:pt x="284" y="1206"/>
                    <a:pt x="276" y="1209"/>
                  </a:cubicBezTo>
                  <a:cubicBezTo>
                    <a:pt x="268" y="1214"/>
                    <a:pt x="268" y="1216"/>
                    <a:pt x="268" y="1218"/>
                  </a:cubicBezTo>
                  <a:cubicBezTo>
                    <a:pt x="269" y="1220"/>
                    <a:pt x="269" y="1223"/>
                    <a:pt x="260" y="1225"/>
                  </a:cubicBezTo>
                  <a:cubicBezTo>
                    <a:pt x="269" y="1226"/>
                    <a:pt x="269" y="1226"/>
                    <a:pt x="271" y="1228"/>
                  </a:cubicBezTo>
                  <a:cubicBezTo>
                    <a:pt x="262" y="1229"/>
                    <a:pt x="262" y="1232"/>
                    <a:pt x="271" y="1233"/>
                  </a:cubicBezTo>
                  <a:cubicBezTo>
                    <a:pt x="277" y="1232"/>
                    <a:pt x="281" y="1232"/>
                    <a:pt x="282" y="1232"/>
                  </a:cubicBezTo>
                  <a:cubicBezTo>
                    <a:pt x="285" y="1232"/>
                    <a:pt x="282" y="1233"/>
                    <a:pt x="272" y="1235"/>
                  </a:cubicBezTo>
                  <a:cubicBezTo>
                    <a:pt x="264" y="1236"/>
                    <a:pt x="258" y="1242"/>
                    <a:pt x="261" y="1242"/>
                  </a:cubicBezTo>
                  <a:cubicBezTo>
                    <a:pt x="262" y="1242"/>
                    <a:pt x="263" y="1242"/>
                    <a:pt x="264" y="1242"/>
                  </a:cubicBezTo>
                  <a:cubicBezTo>
                    <a:pt x="265" y="1241"/>
                    <a:pt x="266" y="1241"/>
                    <a:pt x="267" y="1241"/>
                  </a:cubicBezTo>
                  <a:cubicBezTo>
                    <a:pt x="272" y="1241"/>
                    <a:pt x="274" y="1245"/>
                    <a:pt x="282" y="1245"/>
                  </a:cubicBezTo>
                  <a:cubicBezTo>
                    <a:pt x="282" y="1247"/>
                    <a:pt x="282" y="1251"/>
                    <a:pt x="274" y="1252"/>
                  </a:cubicBezTo>
                  <a:cubicBezTo>
                    <a:pt x="266" y="1255"/>
                    <a:pt x="276" y="1266"/>
                    <a:pt x="284" y="1267"/>
                  </a:cubicBezTo>
                  <a:cubicBezTo>
                    <a:pt x="287" y="1267"/>
                    <a:pt x="289" y="1266"/>
                    <a:pt x="290" y="1266"/>
                  </a:cubicBezTo>
                  <a:cubicBezTo>
                    <a:pt x="292" y="1266"/>
                    <a:pt x="291" y="1268"/>
                    <a:pt x="285" y="1270"/>
                  </a:cubicBezTo>
                  <a:cubicBezTo>
                    <a:pt x="276" y="1271"/>
                    <a:pt x="277" y="1273"/>
                    <a:pt x="277" y="1275"/>
                  </a:cubicBezTo>
                  <a:cubicBezTo>
                    <a:pt x="286" y="1276"/>
                    <a:pt x="277" y="1277"/>
                    <a:pt x="269" y="1280"/>
                  </a:cubicBezTo>
                  <a:cubicBezTo>
                    <a:pt x="268" y="1280"/>
                    <a:pt x="267" y="1279"/>
                    <a:pt x="266" y="1279"/>
                  </a:cubicBezTo>
                  <a:cubicBezTo>
                    <a:pt x="261" y="1279"/>
                    <a:pt x="261" y="1282"/>
                    <a:pt x="262" y="1285"/>
                  </a:cubicBezTo>
                  <a:cubicBezTo>
                    <a:pt x="271" y="1286"/>
                    <a:pt x="272" y="1297"/>
                    <a:pt x="273" y="1303"/>
                  </a:cubicBezTo>
                  <a:cubicBezTo>
                    <a:pt x="275" y="1316"/>
                    <a:pt x="284" y="1316"/>
                    <a:pt x="301" y="1318"/>
                  </a:cubicBezTo>
                  <a:lnTo>
                    <a:pt x="319" y="1317"/>
                  </a:lnTo>
                  <a:lnTo>
                    <a:pt x="302" y="1320"/>
                  </a:lnTo>
                  <a:cubicBezTo>
                    <a:pt x="293" y="1322"/>
                    <a:pt x="276" y="1327"/>
                    <a:pt x="276" y="1327"/>
                  </a:cubicBezTo>
                  <a:cubicBezTo>
                    <a:pt x="277" y="1328"/>
                    <a:pt x="278" y="1329"/>
                    <a:pt x="280" y="1329"/>
                  </a:cubicBezTo>
                  <a:cubicBezTo>
                    <a:pt x="284" y="1329"/>
                    <a:pt x="289" y="1328"/>
                    <a:pt x="294" y="1327"/>
                  </a:cubicBezTo>
                  <a:cubicBezTo>
                    <a:pt x="296" y="1326"/>
                    <a:pt x="297" y="1326"/>
                    <a:pt x="298" y="1326"/>
                  </a:cubicBezTo>
                  <a:cubicBezTo>
                    <a:pt x="302" y="1326"/>
                    <a:pt x="301" y="1329"/>
                    <a:pt x="295" y="1334"/>
                  </a:cubicBezTo>
                  <a:cubicBezTo>
                    <a:pt x="287" y="1340"/>
                    <a:pt x="287" y="1343"/>
                    <a:pt x="296" y="1344"/>
                  </a:cubicBezTo>
                  <a:cubicBezTo>
                    <a:pt x="296" y="1346"/>
                    <a:pt x="298" y="1348"/>
                    <a:pt x="290" y="1352"/>
                  </a:cubicBezTo>
                  <a:cubicBezTo>
                    <a:pt x="290" y="1353"/>
                    <a:pt x="290" y="1354"/>
                    <a:pt x="291" y="1354"/>
                  </a:cubicBezTo>
                  <a:cubicBezTo>
                    <a:pt x="292" y="1354"/>
                    <a:pt x="294" y="1354"/>
                    <a:pt x="298" y="1353"/>
                  </a:cubicBezTo>
                  <a:cubicBezTo>
                    <a:pt x="299" y="1352"/>
                    <a:pt x="300" y="1352"/>
                    <a:pt x="301" y="1352"/>
                  </a:cubicBezTo>
                  <a:cubicBezTo>
                    <a:pt x="306" y="1352"/>
                    <a:pt x="305" y="1354"/>
                    <a:pt x="299" y="1357"/>
                  </a:cubicBezTo>
                  <a:cubicBezTo>
                    <a:pt x="285" y="1362"/>
                    <a:pt x="284" y="1369"/>
                    <a:pt x="289" y="1369"/>
                  </a:cubicBezTo>
                  <a:cubicBezTo>
                    <a:pt x="290" y="1369"/>
                    <a:pt x="291" y="1369"/>
                    <a:pt x="292" y="1368"/>
                  </a:cubicBezTo>
                  <a:cubicBezTo>
                    <a:pt x="293" y="1368"/>
                    <a:pt x="295" y="1368"/>
                    <a:pt x="296" y="1368"/>
                  </a:cubicBezTo>
                  <a:cubicBezTo>
                    <a:pt x="300" y="1368"/>
                    <a:pt x="301" y="1370"/>
                    <a:pt x="301" y="1372"/>
                  </a:cubicBezTo>
                  <a:cubicBezTo>
                    <a:pt x="301" y="1374"/>
                    <a:pt x="302" y="1377"/>
                    <a:pt x="311" y="1377"/>
                  </a:cubicBezTo>
                  <a:lnTo>
                    <a:pt x="311" y="1383"/>
                  </a:lnTo>
                  <a:cubicBezTo>
                    <a:pt x="311" y="1384"/>
                    <a:pt x="310" y="1384"/>
                    <a:pt x="309" y="1384"/>
                  </a:cubicBezTo>
                  <a:cubicBezTo>
                    <a:pt x="306" y="1384"/>
                    <a:pt x="303" y="1383"/>
                    <a:pt x="302" y="1382"/>
                  </a:cubicBezTo>
                  <a:lnTo>
                    <a:pt x="294" y="1385"/>
                  </a:lnTo>
                  <a:cubicBezTo>
                    <a:pt x="295" y="1391"/>
                    <a:pt x="295" y="1393"/>
                    <a:pt x="304" y="1393"/>
                  </a:cubicBezTo>
                  <a:cubicBezTo>
                    <a:pt x="321" y="1393"/>
                    <a:pt x="321" y="1393"/>
                    <a:pt x="304" y="1396"/>
                  </a:cubicBezTo>
                  <a:cubicBezTo>
                    <a:pt x="296" y="1398"/>
                    <a:pt x="289" y="1401"/>
                    <a:pt x="298" y="1402"/>
                  </a:cubicBezTo>
                  <a:cubicBezTo>
                    <a:pt x="314" y="1402"/>
                    <a:pt x="306" y="1405"/>
                    <a:pt x="298" y="1407"/>
                  </a:cubicBezTo>
                  <a:cubicBezTo>
                    <a:pt x="281" y="1408"/>
                    <a:pt x="281" y="1408"/>
                    <a:pt x="299" y="1414"/>
                  </a:cubicBezTo>
                  <a:cubicBezTo>
                    <a:pt x="300" y="1419"/>
                    <a:pt x="310" y="1427"/>
                    <a:pt x="311" y="1435"/>
                  </a:cubicBezTo>
                  <a:cubicBezTo>
                    <a:pt x="313" y="1443"/>
                    <a:pt x="313" y="1448"/>
                    <a:pt x="306" y="1452"/>
                  </a:cubicBezTo>
                  <a:lnTo>
                    <a:pt x="306" y="1452"/>
                  </a:lnTo>
                  <a:cubicBezTo>
                    <a:pt x="306" y="1452"/>
                    <a:pt x="307" y="1452"/>
                    <a:pt x="308" y="1452"/>
                  </a:cubicBezTo>
                  <a:cubicBezTo>
                    <a:pt x="314" y="1452"/>
                    <a:pt x="315" y="1455"/>
                    <a:pt x="315" y="1460"/>
                  </a:cubicBezTo>
                  <a:cubicBezTo>
                    <a:pt x="309" y="1469"/>
                    <a:pt x="318" y="1473"/>
                    <a:pt x="327" y="1473"/>
                  </a:cubicBezTo>
                  <a:lnTo>
                    <a:pt x="326" y="1468"/>
                  </a:lnTo>
                  <a:cubicBezTo>
                    <a:pt x="331" y="1467"/>
                    <a:pt x="334" y="1467"/>
                    <a:pt x="337" y="1467"/>
                  </a:cubicBezTo>
                  <a:cubicBezTo>
                    <a:pt x="342" y="1467"/>
                    <a:pt x="340" y="1469"/>
                    <a:pt x="335" y="1474"/>
                  </a:cubicBezTo>
                  <a:cubicBezTo>
                    <a:pt x="336" y="1476"/>
                    <a:pt x="327" y="1477"/>
                    <a:pt x="319" y="1479"/>
                  </a:cubicBezTo>
                  <a:cubicBezTo>
                    <a:pt x="310" y="1481"/>
                    <a:pt x="302" y="1485"/>
                    <a:pt x="303" y="1487"/>
                  </a:cubicBezTo>
                  <a:cubicBezTo>
                    <a:pt x="303" y="1489"/>
                    <a:pt x="303" y="1490"/>
                    <a:pt x="305" y="1490"/>
                  </a:cubicBezTo>
                  <a:cubicBezTo>
                    <a:pt x="306" y="1490"/>
                    <a:pt x="308" y="1490"/>
                    <a:pt x="311" y="1488"/>
                  </a:cubicBezTo>
                  <a:cubicBezTo>
                    <a:pt x="315" y="1487"/>
                    <a:pt x="318" y="1487"/>
                    <a:pt x="319" y="1487"/>
                  </a:cubicBezTo>
                  <a:cubicBezTo>
                    <a:pt x="320" y="1487"/>
                    <a:pt x="320" y="1487"/>
                    <a:pt x="320" y="1488"/>
                  </a:cubicBezTo>
                  <a:cubicBezTo>
                    <a:pt x="320" y="1492"/>
                    <a:pt x="321" y="1494"/>
                    <a:pt x="330" y="1494"/>
                  </a:cubicBezTo>
                  <a:cubicBezTo>
                    <a:pt x="331" y="1494"/>
                    <a:pt x="333" y="1494"/>
                    <a:pt x="334" y="1494"/>
                  </a:cubicBezTo>
                  <a:cubicBezTo>
                    <a:pt x="338" y="1494"/>
                    <a:pt x="339" y="1496"/>
                    <a:pt x="339" y="1497"/>
                  </a:cubicBezTo>
                  <a:cubicBezTo>
                    <a:pt x="331" y="1502"/>
                    <a:pt x="331" y="1506"/>
                    <a:pt x="331" y="1506"/>
                  </a:cubicBezTo>
                  <a:lnTo>
                    <a:pt x="323" y="1509"/>
                  </a:lnTo>
                  <a:cubicBezTo>
                    <a:pt x="318" y="1510"/>
                    <a:pt x="312" y="1511"/>
                    <a:pt x="306" y="1514"/>
                  </a:cubicBezTo>
                  <a:cubicBezTo>
                    <a:pt x="307" y="1515"/>
                    <a:pt x="308" y="1515"/>
                    <a:pt x="309" y="1515"/>
                  </a:cubicBezTo>
                  <a:cubicBezTo>
                    <a:pt x="312" y="1515"/>
                    <a:pt x="315" y="1514"/>
                    <a:pt x="315" y="1514"/>
                  </a:cubicBezTo>
                  <a:cubicBezTo>
                    <a:pt x="316" y="1514"/>
                    <a:pt x="316" y="1514"/>
                    <a:pt x="316" y="1514"/>
                  </a:cubicBezTo>
                  <a:cubicBezTo>
                    <a:pt x="325" y="1514"/>
                    <a:pt x="333" y="1570"/>
                    <a:pt x="336" y="1577"/>
                  </a:cubicBezTo>
                  <a:cubicBezTo>
                    <a:pt x="329" y="1583"/>
                    <a:pt x="329" y="1588"/>
                    <a:pt x="333" y="1588"/>
                  </a:cubicBezTo>
                  <a:cubicBezTo>
                    <a:pt x="334" y="1588"/>
                    <a:pt x="335" y="1588"/>
                    <a:pt x="337" y="1587"/>
                  </a:cubicBezTo>
                  <a:cubicBezTo>
                    <a:pt x="337" y="1587"/>
                    <a:pt x="338" y="1587"/>
                    <a:pt x="339" y="1587"/>
                  </a:cubicBezTo>
                  <a:cubicBezTo>
                    <a:pt x="346" y="1587"/>
                    <a:pt x="347" y="1598"/>
                    <a:pt x="350" y="1611"/>
                  </a:cubicBezTo>
                  <a:cubicBezTo>
                    <a:pt x="352" y="1626"/>
                    <a:pt x="354" y="1638"/>
                    <a:pt x="362" y="1638"/>
                  </a:cubicBezTo>
                  <a:cubicBezTo>
                    <a:pt x="362" y="1638"/>
                    <a:pt x="363" y="1638"/>
                    <a:pt x="364" y="1638"/>
                  </a:cubicBezTo>
                  <a:lnTo>
                    <a:pt x="365" y="1645"/>
                  </a:lnTo>
                  <a:cubicBezTo>
                    <a:pt x="365" y="1650"/>
                    <a:pt x="375" y="1653"/>
                    <a:pt x="375" y="1656"/>
                  </a:cubicBezTo>
                  <a:cubicBezTo>
                    <a:pt x="383" y="1656"/>
                    <a:pt x="384" y="1658"/>
                    <a:pt x="378" y="1658"/>
                  </a:cubicBezTo>
                  <a:cubicBezTo>
                    <a:pt x="377" y="1658"/>
                    <a:pt x="376" y="1658"/>
                    <a:pt x="375" y="1658"/>
                  </a:cubicBezTo>
                  <a:cubicBezTo>
                    <a:pt x="367" y="1659"/>
                    <a:pt x="359" y="1661"/>
                    <a:pt x="359" y="1663"/>
                  </a:cubicBezTo>
                  <a:cubicBezTo>
                    <a:pt x="360" y="1666"/>
                    <a:pt x="362" y="1666"/>
                    <a:pt x="365" y="1666"/>
                  </a:cubicBezTo>
                  <a:cubicBezTo>
                    <a:pt x="368" y="1666"/>
                    <a:pt x="373" y="1666"/>
                    <a:pt x="377" y="1665"/>
                  </a:cubicBezTo>
                  <a:cubicBezTo>
                    <a:pt x="379" y="1664"/>
                    <a:pt x="380" y="1664"/>
                    <a:pt x="381" y="1664"/>
                  </a:cubicBezTo>
                  <a:cubicBezTo>
                    <a:pt x="385" y="1664"/>
                    <a:pt x="385" y="1666"/>
                    <a:pt x="385" y="1666"/>
                  </a:cubicBezTo>
                  <a:cubicBezTo>
                    <a:pt x="386" y="1668"/>
                    <a:pt x="386" y="1668"/>
                    <a:pt x="377" y="1670"/>
                  </a:cubicBezTo>
                  <a:lnTo>
                    <a:pt x="361" y="1673"/>
                  </a:lnTo>
                  <a:lnTo>
                    <a:pt x="361" y="1676"/>
                  </a:lnTo>
                  <a:cubicBezTo>
                    <a:pt x="364" y="1675"/>
                    <a:pt x="366" y="1675"/>
                    <a:pt x="367" y="1675"/>
                  </a:cubicBezTo>
                  <a:cubicBezTo>
                    <a:pt x="370" y="1675"/>
                    <a:pt x="370" y="1676"/>
                    <a:pt x="370" y="1676"/>
                  </a:cubicBezTo>
                  <a:cubicBezTo>
                    <a:pt x="370" y="1678"/>
                    <a:pt x="370" y="1678"/>
                    <a:pt x="354" y="1681"/>
                  </a:cubicBezTo>
                  <a:cubicBezTo>
                    <a:pt x="340" y="1685"/>
                    <a:pt x="338" y="1687"/>
                    <a:pt x="347" y="1687"/>
                  </a:cubicBezTo>
                  <a:cubicBezTo>
                    <a:pt x="349" y="1687"/>
                    <a:pt x="352" y="1687"/>
                    <a:pt x="355" y="1687"/>
                  </a:cubicBezTo>
                  <a:lnTo>
                    <a:pt x="364" y="1689"/>
                  </a:lnTo>
                  <a:cubicBezTo>
                    <a:pt x="348" y="1696"/>
                    <a:pt x="365" y="1697"/>
                    <a:pt x="374" y="1697"/>
                  </a:cubicBezTo>
                  <a:cubicBezTo>
                    <a:pt x="361" y="1703"/>
                    <a:pt x="358" y="1705"/>
                    <a:pt x="368" y="1705"/>
                  </a:cubicBezTo>
                  <a:cubicBezTo>
                    <a:pt x="370" y="1705"/>
                    <a:pt x="372" y="1705"/>
                    <a:pt x="375" y="1705"/>
                  </a:cubicBezTo>
                  <a:cubicBezTo>
                    <a:pt x="377" y="1704"/>
                    <a:pt x="379" y="1704"/>
                    <a:pt x="380" y="1704"/>
                  </a:cubicBezTo>
                  <a:cubicBezTo>
                    <a:pt x="383" y="1704"/>
                    <a:pt x="382" y="1706"/>
                    <a:pt x="376" y="1709"/>
                  </a:cubicBezTo>
                  <a:cubicBezTo>
                    <a:pt x="368" y="1714"/>
                    <a:pt x="369" y="1716"/>
                    <a:pt x="369" y="1721"/>
                  </a:cubicBezTo>
                  <a:cubicBezTo>
                    <a:pt x="378" y="1722"/>
                    <a:pt x="382" y="1737"/>
                    <a:pt x="385" y="1756"/>
                  </a:cubicBezTo>
                  <a:cubicBezTo>
                    <a:pt x="388" y="1776"/>
                    <a:pt x="391" y="1790"/>
                    <a:pt x="398" y="1790"/>
                  </a:cubicBezTo>
                  <a:cubicBezTo>
                    <a:pt x="399" y="1790"/>
                    <a:pt x="399" y="1790"/>
                    <a:pt x="400" y="1790"/>
                  </a:cubicBezTo>
                  <a:lnTo>
                    <a:pt x="400" y="1790"/>
                  </a:lnTo>
                  <a:cubicBezTo>
                    <a:pt x="401" y="1794"/>
                    <a:pt x="401" y="1794"/>
                    <a:pt x="393" y="1797"/>
                  </a:cubicBezTo>
                  <a:cubicBezTo>
                    <a:pt x="386" y="1799"/>
                    <a:pt x="385" y="1801"/>
                    <a:pt x="394" y="1801"/>
                  </a:cubicBezTo>
                  <a:cubicBezTo>
                    <a:pt x="396" y="1801"/>
                    <a:pt x="399" y="1800"/>
                    <a:pt x="402" y="1800"/>
                  </a:cubicBezTo>
                  <a:cubicBezTo>
                    <a:pt x="405" y="1800"/>
                    <a:pt x="409" y="1800"/>
                    <a:pt x="411" y="1800"/>
                  </a:cubicBezTo>
                  <a:cubicBezTo>
                    <a:pt x="413" y="1800"/>
                    <a:pt x="412" y="1800"/>
                    <a:pt x="402" y="1802"/>
                  </a:cubicBezTo>
                  <a:cubicBezTo>
                    <a:pt x="394" y="1805"/>
                    <a:pt x="395" y="1809"/>
                    <a:pt x="396" y="1818"/>
                  </a:cubicBezTo>
                  <a:cubicBezTo>
                    <a:pt x="398" y="1826"/>
                    <a:pt x="399" y="1834"/>
                    <a:pt x="407" y="1834"/>
                  </a:cubicBezTo>
                  <a:cubicBezTo>
                    <a:pt x="408" y="1834"/>
                    <a:pt x="408" y="1834"/>
                    <a:pt x="409" y="1834"/>
                  </a:cubicBezTo>
                  <a:cubicBezTo>
                    <a:pt x="418" y="1836"/>
                    <a:pt x="418" y="1836"/>
                    <a:pt x="409" y="1836"/>
                  </a:cubicBezTo>
                  <a:cubicBezTo>
                    <a:pt x="392" y="1837"/>
                    <a:pt x="386" y="1851"/>
                    <a:pt x="404" y="1854"/>
                  </a:cubicBezTo>
                  <a:cubicBezTo>
                    <a:pt x="404" y="1856"/>
                    <a:pt x="404" y="1859"/>
                    <a:pt x="396" y="1861"/>
                  </a:cubicBezTo>
                  <a:cubicBezTo>
                    <a:pt x="396" y="1863"/>
                    <a:pt x="397" y="1865"/>
                    <a:pt x="406" y="1871"/>
                  </a:cubicBezTo>
                  <a:cubicBezTo>
                    <a:pt x="407" y="1873"/>
                    <a:pt x="410" y="1882"/>
                    <a:pt x="410" y="1888"/>
                  </a:cubicBezTo>
                  <a:cubicBezTo>
                    <a:pt x="411" y="1892"/>
                    <a:pt x="420" y="1896"/>
                    <a:pt x="420" y="1896"/>
                  </a:cubicBezTo>
                  <a:lnTo>
                    <a:pt x="421" y="1898"/>
                  </a:lnTo>
                  <a:cubicBezTo>
                    <a:pt x="412" y="1899"/>
                    <a:pt x="414" y="1911"/>
                    <a:pt x="418" y="1928"/>
                  </a:cubicBezTo>
                  <a:cubicBezTo>
                    <a:pt x="421" y="1944"/>
                    <a:pt x="424" y="1958"/>
                    <a:pt x="416" y="1963"/>
                  </a:cubicBezTo>
                  <a:cubicBezTo>
                    <a:pt x="416" y="1963"/>
                    <a:pt x="416" y="1965"/>
                    <a:pt x="425" y="1965"/>
                  </a:cubicBezTo>
                  <a:cubicBezTo>
                    <a:pt x="428" y="1965"/>
                    <a:pt x="431" y="1965"/>
                    <a:pt x="433" y="1965"/>
                  </a:cubicBezTo>
                  <a:cubicBezTo>
                    <a:pt x="443" y="1965"/>
                    <a:pt x="442" y="1967"/>
                    <a:pt x="435" y="1971"/>
                  </a:cubicBezTo>
                  <a:cubicBezTo>
                    <a:pt x="421" y="1977"/>
                    <a:pt x="421" y="1985"/>
                    <a:pt x="436" y="1985"/>
                  </a:cubicBezTo>
                  <a:cubicBezTo>
                    <a:pt x="437" y="1985"/>
                    <a:pt x="438" y="1985"/>
                    <a:pt x="439" y="1985"/>
                  </a:cubicBezTo>
                  <a:lnTo>
                    <a:pt x="439" y="1985"/>
                  </a:lnTo>
                  <a:lnTo>
                    <a:pt x="430" y="1986"/>
                  </a:lnTo>
                  <a:cubicBezTo>
                    <a:pt x="417" y="1992"/>
                    <a:pt x="421" y="1997"/>
                    <a:pt x="434" y="1997"/>
                  </a:cubicBezTo>
                  <a:cubicBezTo>
                    <a:pt x="436" y="1997"/>
                    <a:pt x="438" y="1997"/>
                    <a:pt x="441" y="1997"/>
                  </a:cubicBezTo>
                  <a:lnTo>
                    <a:pt x="441" y="1997"/>
                  </a:lnTo>
                  <a:cubicBezTo>
                    <a:pt x="433" y="2001"/>
                    <a:pt x="425" y="2006"/>
                    <a:pt x="434" y="2006"/>
                  </a:cubicBezTo>
                  <a:cubicBezTo>
                    <a:pt x="434" y="2008"/>
                    <a:pt x="434" y="2008"/>
                    <a:pt x="418" y="2012"/>
                  </a:cubicBezTo>
                  <a:cubicBezTo>
                    <a:pt x="410" y="2015"/>
                    <a:pt x="401" y="2016"/>
                    <a:pt x="402" y="2018"/>
                  </a:cubicBezTo>
                  <a:cubicBezTo>
                    <a:pt x="402" y="2019"/>
                    <a:pt x="403" y="2019"/>
                    <a:pt x="405" y="2019"/>
                  </a:cubicBezTo>
                  <a:cubicBezTo>
                    <a:pt x="409" y="2019"/>
                    <a:pt x="414" y="2018"/>
                    <a:pt x="419" y="2017"/>
                  </a:cubicBezTo>
                  <a:cubicBezTo>
                    <a:pt x="419" y="2017"/>
                    <a:pt x="419" y="2019"/>
                    <a:pt x="420" y="2021"/>
                  </a:cubicBezTo>
                  <a:cubicBezTo>
                    <a:pt x="420" y="2021"/>
                    <a:pt x="420" y="2023"/>
                    <a:pt x="424" y="2023"/>
                  </a:cubicBezTo>
                  <a:cubicBezTo>
                    <a:pt x="426" y="2023"/>
                    <a:pt x="427" y="2023"/>
                    <a:pt x="429" y="2022"/>
                  </a:cubicBezTo>
                  <a:cubicBezTo>
                    <a:pt x="431" y="2022"/>
                    <a:pt x="433" y="2021"/>
                    <a:pt x="434" y="2021"/>
                  </a:cubicBezTo>
                  <a:cubicBezTo>
                    <a:pt x="437" y="2021"/>
                    <a:pt x="438" y="2023"/>
                    <a:pt x="438" y="2025"/>
                  </a:cubicBezTo>
                  <a:cubicBezTo>
                    <a:pt x="434" y="2026"/>
                    <a:pt x="434" y="2026"/>
                    <a:pt x="435" y="2026"/>
                  </a:cubicBezTo>
                  <a:cubicBezTo>
                    <a:pt x="437" y="2026"/>
                    <a:pt x="441" y="2025"/>
                    <a:pt x="446" y="2023"/>
                  </a:cubicBezTo>
                  <a:cubicBezTo>
                    <a:pt x="452" y="2022"/>
                    <a:pt x="458" y="2020"/>
                    <a:pt x="461" y="2020"/>
                  </a:cubicBezTo>
                  <a:cubicBezTo>
                    <a:pt x="462" y="2020"/>
                    <a:pt x="463" y="2021"/>
                    <a:pt x="464" y="2021"/>
                  </a:cubicBezTo>
                  <a:lnTo>
                    <a:pt x="479" y="2018"/>
                  </a:lnTo>
                  <a:cubicBezTo>
                    <a:pt x="492" y="2017"/>
                    <a:pt x="503" y="2012"/>
                    <a:pt x="512" y="2006"/>
                  </a:cubicBezTo>
                  <a:cubicBezTo>
                    <a:pt x="518" y="1996"/>
                    <a:pt x="523" y="1988"/>
                    <a:pt x="514" y="1988"/>
                  </a:cubicBezTo>
                  <a:cubicBezTo>
                    <a:pt x="513" y="1988"/>
                    <a:pt x="511" y="1988"/>
                    <a:pt x="508" y="1989"/>
                  </a:cubicBezTo>
                  <a:cubicBezTo>
                    <a:pt x="508" y="1989"/>
                    <a:pt x="499" y="1989"/>
                    <a:pt x="499" y="1986"/>
                  </a:cubicBezTo>
                  <a:cubicBezTo>
                    <a:pt x="498" y="1983"/>
                    <a:pt x="506" y="1980"/>
                    <a:pt x="506" y="1980"/>
                  </a:cubicBezTo>
                  <a:cubicBezTo>
                    <a:pt x="515" y="1977"/>
                    <a:pt x="513" y="1969"/>
                    <a:pt x="511" y="1956"/>
                  </a:cubicBezTo>
                  <a:cubicBezTo>
                    <a:pt x="508" y="1942"/>
                    <a:pt x="506" y="1935"/>
                    <a:pt x="514" y="1930"/>
                  </a:cubicBezTo>
                  <a:cubicBezTo>
                    <a:pt x="522" y="1927"/>
                    <a:pt x="522" y="1924"/>
                    <a:pt x="522" y="1924"/>
                  </a:cubicBezTo>
                  <a:lnTo>
                    <a:pt x="522" y="1924"/>
                  </a:lnTo>
                  <a:cubicBezTo>
                    <a:pt x="521" y="1924"/>
                    <a:pt x="521" y="1924"/>
                    <a:pt x="520" y="1924"/>
                  </a:cubicBezTo>
                  <a:cubicBezTo>
                    <a:pt x="513" y="1924"/>
                    <a:pt x="510" y="1911"/>
                    <a:pt x="507" y="1896"/>
                  </a:cubicBezTo>
                  <a:cubicBezTo>
                    <a:pt x="504" y="1880"/>
                    <a:pt x="501" y="1864"/>
                    <a:pt x="494" y="1864"/>
                  </a:cubicBezTo>
                  <a:cubicBezTo>
                    <a:pt x="494" y="1864"/>
                    <a:pt x="493" y="1864"/>
                    <a:pt x="493" y="1864"/>
                  </a:cubicBezTo>
                  <a:cubicBezTo>
                    <a:pt x="492" y="1862"/>
                    <a:pt x="492" y="1860"/>
                    <a:pt x="492" y="1860"/>
                  </a:cubicBezTo>
                  <a:cubicBezTo>
                    <a:pt x="499" y="1857"/>
                    <a:pt x="498" y="1853"/>
                    <a:pt x="498" y="1848"/>
                  </a:cubicBezTo>
                  <a:cubicBezTo>
                    <a:pt x="488" y="1845"/>
                    <a:pt x="488" y="1841"/>
                    <a:pt x="488" y="1841"/>
                  </a:cubicBezTo>
                  <a:cubicBezTo>
                    <a:pt x="496" y="1838"/>
                    <a:pt x="496" y="1836"/>
                    <a:pt x="495" y="1832"/>
                  </a:cubicBezTo>
                  <a:cubicBezTo>
                    <a:pt x="494" y="1828"/>
                    <a:pt x="494" y="1826"/>
                    <a:pt x="489" y="1826"/>
                  </a:cubicBezTo>
                  <a:cubicBezTo>
                    <a:pt x="488" y="1826"/>
                    <a:pt x="486" y="1826"/>
                    <a:pt x="485" y="1826"/>
                  </a:cubicBezTo>
                  <a:cubicBezTo>
                    <a:pt x="483" y="1817"/>
                    <a:pt x="484" y="1807"/>
                    <a:pt x="488" y="1799"/>
                  </a:cubicBezTo>
                  <a:cubicBezTo>
                    <a:pt x="496" y="1795"/>
                    <a:pt x="487" y="1795"/>
                    <a:pt x="479" y="1794"/>
                  </a:cubicBezTo>
                  <a:cubicBezTo>
                    <a:pt x="476" y="1794"/>
                    <a:pt x="472" y="1795"/>
                    <a:pt x="469" y="1795"/>
                  </a:cubicBezTo>
                  <a:cubicBezTo>
                    <a:pt x="465" y="1795"/>
                    <a:pt x="461" y="1794"/>
                    <a:pt x="461" y="1792"/>
                  </a:cubicBezTo>
                  <a:lnTo>
                    <a:pt x="478" y="1789"/>
                  </a:lnTo>
                  <a:cubicBezTo>
                    <a:pt x="487" y="1789"/>
                    <a:pt x="487" y="1789"/>
                    <a:pt x="486" y="1785"/>
                  </a:cubicBezTo>
                  <a:cubicBezTo>
                    <a:pt x="485" y="1782"/>
                    <a:pt x="485" y="1780"/>
                    <a:pt x="485" y="1780"/>
                  </a:cubicBezTo>
                  <a:cubicBezTo>
                    <a:pt x="484" y="1780"/>
                    <a:pt x="484" y="1780"/>
                    <a:pt x="484" y="1780"/>
                  </a:cubicBezTo>
                  <a:cubicBezTo>
                    <a:pt x="477" y="1780"/>
                    <a:pt x="474" y="1769"/>
                    <a:pt x="471" y="1753"/>
                  </a:cubicBezTo>
                  <a:cubicBezTo>
                    <a:pt x="467" y="1733"/>
                    <a:pt x="466" y="1726"/>
                    <a:pt x="459" y="1726"/>
                  </a:cubicBezTo>
                  <a:cubicBezTo>
                    <a:pt x="459" y="1726"/>
                    <a:pt x="458" y="1726"/>
                    <a:pt x="458" y="1726"/>
                  </a:cubicBezTo>
                  <a:cubicBezTo>
                    <a:pt x="456" y="1727"/>
                    <a:pt x="454" y="1727"/>
                    <a:pt x="453" y="1727"/>
                  </a:cubicBezTo>
                  <a:cubicBezTo>
                    <a:pt x="449" y="1727"/>
                    <a:pt x="451" y="1724"/>
                    <a:pt x="456" y="1717"/>
                  </a:cubicBezTo>
                  <a:cubicBezTo>
                    <a:pt x="478" y="1698"/>
                    <a:pt x="478" y="1698"/>
                    <a:pt x="469" y="1697"/>
                  </a:cubicBezTo>
                  <a:lnTo>
                    <a:pt x="469" y="1697"/>
                  </a:lnTo>
                  <a:cubicBezTo>
                    <a:pt x="470" y="1699"/>
                    <a:pt x="461" y="1702"/>
                    <a:pt x="453" y="1703"/>
                  </a:cubicBezTo>
                  <a:cubicBezTo>
                    <a:pt x="448" y="1704"/>
                    <a:pt x="444" y="1705"/>
                    <a:pt x="442" y="1705"/>
                  </a:cubicBezTo>
                  <a:cubicBezTo>
                    <a:pt x="438" y="1705"/>
                    <a:pt x="441" y="1702"/>
                    <a:pt x="452" y="1698"/>
                  </a:cubicBezTo>
                  <a:cubicBezTo>
                    <a:pt x="469" y="1695"/>
                    <a:pt x="455" y="1662"/>
                    <a:pt x="437" y="1662"/>
                  </a:cubicBezTo>
                  <a:cubicBezTo>
                    <a:pt x="437" y="1662"/>
                    <a:pt x="437" y="1662"/>
                    <a:pt x="437" y="1662"/>
                  </a:cubicBezTo>
                  <a:lnTo>
                    <a:pt x="446" y="1660"/>
                  </a:lnTo>
                  <a:cubicBezTo>
                    <a:pt x="453" y="1659"/>
                    <a:pt x="453" y="1657"/>
                    <a:pt x="451" y="1647"/>
                  </a:cubicBezTo>
                  <a:lnTo>
                    <a:pt x="450" y="1640"/>
                  </a:lnTo>
                  <a:cubicBezTo>
                    <a:pt x="448" y="1640"/>
                    <a:pt x="447" y="1640"/>
                    <a:pt x="446" y="1640"/>
                  </a:cubicBezTo>
                  <a:cubicBezTo>
                    <a:pt x="434" y="1640"/>
                    <a:pt x="440" y="1627"/>
                    <a:pt x="448" y="1625"/>
                  </a:cubicBezTo>
                  <a:cubicBezTo>
                    <a:pt x="456" y="1622"/>
                    <a:pt x="456" y="1622"/>
                    <a:pt x="455" y="1617"/>
                  </a:cubicBezTo>
                  <a:cubicBezTo>
                    <a:pt x="437" y="1613"/>
                    <a:pt x="443" y="1599"/>
                    <a:pt x="451" y="1598"/>
                  </a:cubicBezTo>
                  <a:lnTo>
                    <a:pt x="450" y="1594"/>
                  </a:lnTo>
                  <a:cubicBezTo>
                    <a:pt x="442" y="1593"/>
                    <a:pt x="441" y="1588"/>
                    <a:pt x="440" y="1586"/>
                  </a:cubicBezTo>
                  <a:cubicBezTo>
                    <a:pt x="439" y="1581"/>
                    <a:pt x="439" y="1578"/>
                    <a:pt x="437" y="1578"/>
                  </a:cubicBezTo>
                  <a:cubicBezTo>
                    <a:pt x="435" y="1578"/>
                    <a:pt x="434" y="1579"/>
                    <a:pt x="431" y="1580"/>
                  </a:cubicBezTo>
                  <a:cubicBezTo>
                    <a:pt x="425" y="1581"/>
                    <a:pt x="419" y="1582"/>
                    <a:pt x="416" y="1582"/>
                  </a:cubicBezTo>
                  <a:cubicBezTo>
                    <a:pt x="415" y="1582"/>
                    <a:pt x="414" y="1582"/>
                    <a:pt x="414" y="1581"/>
                  </a:cubicBezTo>
                  <a:lnTo>
                    <a:pt x="422" y="1579"/>
                  </a:lnTo>
                  <a:cubicBezTo>
                    <a:pt x="431" y="1578"/>
                    <a:pt x="429" y="1570"/>
                    <a:pt x="428" y="1561"/>
                  </a:cubicBezTo>
                  <a:cubicBezTo>
                    <a:pt x="425" y="1549"/>
                    <a:pt x="424" y="1544"/>
                    <a:pt x="433" y="1541"/>
                  </a:cubicBezTo>
                  <a:lnTo>
                    <a:pt x="424" y="1540"/>
                  </a:lnTo>
                  <a:cubicBezTo>
                    <a:pt x="415" y="1539"/>
                    <a:pt x="414" y="1537"/>
                    <a:pt x="423" y="1536"/>
                  </a:cubicBezTo>
                  <a:cubicBezTo>
                    <a:pt x="431" y="1531"/>
                    <a:pt x="430" y="1522"/>
                    <a:pt x="420" y="1519"/>
                  </a:cubicBezTo>
                  <a:lnTo>
                    <a:pt x="420" y="1514"/>
                  </a:lnTo>
                  <a:cubicBezTo>
                    <a:pt x="434" y="1509"/>
                    <a:pt x="434" y="1502"/>
                    <a:pt x="421" y="1502"/>
                  </a:cubicBezTo>
                  <a:cubicBezTo>
                    <a:pt x="420" y="1502"/>
                    <a:pt x="419" y="1502"/>
                    <a:pt x="418" y="1502"/>
                  </a:cubicBezTo>
                  <a:cubicBezTo>
                    <a:pt x="425" y="1501"/>
                    <a:pt x="425" y="1498"/>
                    <a:pt x="425" y="1495"/>
                  </a:cubicBezTo>
                  <a:cubicBezTo>
                    <a:pt x="415" y="1493"/>
                    <a:pt x="414" y="1483"/>
                    <a:pt x="422" y="1482"/>
                  </a:cubicBezTo>
                  <a:lnTo>
                    <a:pt x="422" y="1479"/>
                  </a:lnTo>
                  <a:cubicBezTo>
                    <a:pt x="413" y="1478"/>
                    <a:pt x="413" y="1476"/>
                    <a:pt x="413" y="1474"/>
                  </a:cubicBezTo>
                  <a:cubicBezTo>
                    <a:pt x="412" y="1472"/>
                    <a:pt x="412" y="1469"/>
                    <a:pt x="403" y="1468"/>
                  </a:cubicBezTo>
                  <a:cubicBezTo>
                    <a:pt x="394" y="1467"/>
                    <a:pt x="394" y="1465"/>
                    <a:pt x="394" y="1465"/>
                  </a:cubicBezTo>
                  <a:cubicBezTo>
                    <a:pt x="394" y="1464"/>
                    <a:pt x="396" y="1463"/>
                    <a:pt x="399" y="1463"/>
                  </a:cubicBezTo>
                  <a:cubicBezTo>
                    <a:pt x="402" y="1463"/>
                    <a:pt x="406" y="1464"/>
                    <a:pt x="411" y="1464"/>
                  </a:cubicBezTo>
                  <a:cubicBezTo>
                    <a:pt x="412" y="1464"/>
                    <a:pt x="414" y="1465"/>
                    <a:pt x="415" y="1465"/>
                  </a:cubicBezTo>
                  <a:cubicBezTo>
                    <a:pt x="419" y="1465"/>
                    <a:pt x="415" y="1460"/>
                    <a:pt x="401" y="1456"/>
                  </a:cubicBezTo>
                  <a:cubicBezTo>
                    <a:pt x="389" y="1454"/>
                    <a:pt x="385" y="1453"/>
                    <a:pt x="388" y="1453"/>
                  </a:cubicBezTo>
                  <a:cubicBezTo>
                    <a:pt x="390" y="1453"/>
                    <a:pt x="394" y="1453"/>
                    <a:pt x="401" y="1454"/>
                  </a:cubicBezTo>
                  <a:cubicBezTo>
                    <a:pt x="405" y="1454"/>
                    <a:pt x="410" y="1455"/>
                    <a:pt x="412" y="1455"/>
                  </a:cubicBezTo>
                  <a:cubicBezTo>
                    <a:pt x="414" y="1455"/>
                    <a:pt x="414" y="1454"/>
                    <a:pt x="409" y="1452"/>
                  </a:cubicBezTo>
                  <a:cubicBezTo>
                    <a:pt x="409" y="1452"/>
                    <a:pt x="409" y="1449"/>
                    <a:pt x="403" y="1449"/>
                  </a:cubicBezTo>
                  <a:cubicBezTo>
                    <a:pt x="402" y="1449"/>
                    <a:pt x="401" y="1449"/>
                    <a:pt x="400" y="1449"/>
                  </a:cubicBezTo>
                  <a:lnTo>
                    <a:pt x="398" y="1442"/>
                  </a:lnTo>
                  <a:cubicBezTo>
                    <a:pt x="406" y="1436"/>
                    <a:pt x="406" y="1433"/>
                    <a:pt x="405" y="1431"/>
                  </a:cubicBezTo>
                  <a:cubicBezTo>
                    <a:pt x="396" y="1430"/>
                    <a:pt x="396" y="1430"/>
                    <a:pt x="405" y="1426"/>
                  </a:cubicBezTo>
                  <a:cubicBezTo>
                    <a:pt x="410" y="1425"/>
                    <a:pt x="412" y="1424"/>
                    <a:pt x="409" y="1424"/>
                  </a:cubicBezTo>
                  <a:cubicBezTo>
                    <a:pt x="407" y="1424"/>
                    <a:pt x="403" y="1424"/>
                    <a:pt x="396" y="1426"/>
                  </a:cubicBezTo>
                  <a:cubicBezTo>
                    <a:pt x="387" y="1424"/>
                    <a:pt x="387" y="1422"/>
                    <a:pt x="395" y="1418"/>
                  </a:cubicBezTo>
                  <a:cubicBezTo>
                    <a:pt x="408" y="1416"/>
                    <a:pt x="410" y="1414"/>
                    <a:pt x="407" y="1414"/>
                  </a:cubicBezTo>
                  <a:cubicBezTo>
                    <a:pt x="406" y="1414"/>
                    <a:pt x="405" y="1414"/>
                    <a:pt x="403" y="1414"/>
                  </a:cubicBezTo>
                  <a:cubicBezTo>
                    <a:pt x="394" y="1413"/>
                    <a:pt x="394" y="1411"/>
                    <a:pt x="394" y="1411"/>
                  </a:cubicBezTo>
                  <a:cubicBezTo>
                    <a:pt x="402" y="1410"/>
                    <a:pt x="398" y="1389"/>
                    <a:pt x="395" y="1367"/>
                  </a:cubicBezTo>
                  <a:cubicBezTo>
                    <a:pt x="395" y="1366"/>
                    <a:pt x="390" y="1365"/>
                    <a:pt x="384" y="1365"/>
                  </a:cubicBezTo>
                  <a:cubicBezTo>
                    <a:pt x="382" y="1365"/>
                    <a:pt x="380" y="1365"/>
                    <a:pt x="377" y="1365"/>
                  </a:cubicBezTo>
                  <a:cubicBezTo>
                    <a:pt x="371" y="1366"/>
                    <a:pt x="368" y="1367"/>
                    <a:pt x="368" y="1367"/>
                  </a:cubicBezTo>
                  <a:cubicBezTo>
                    <a:pt x="367" y="1367"/>
                    <a:pt x="372" y="1365"/>
                    <a:pt x="377" y="1363"/>
                  </a:cubicBezTo>
                  <a:cubicBezTo>
                    <a:pt x="393" y="1358"/>
                    <a:pt x="398" y="1355"/>
                    <a:pt x="393" y="1355"/>
                  </a:cubicBezTo>
                  <a:cubicBezTo>
                    <a:pt x="390" y="1355"/>
                    <a:pt x="385" y="1356"/>
                    <a:pt x="376" y="1358"/>
                  </a:cubicBezTo>
                  <a:cubicBezTo>
                    <a:pt x="369" y="1361"/>
                    <a:pt x="365" y="1362"/>
                    <a:pt x="364" y="1362"/>
                  </a:cubicBezTo>
                  <a:cubicBezTo>
                    <a:pt x="364" y="1362"/>
                    <a:pt x="368" y="1360"/>
                    <a:pt x="376" y="1356"/>
                  </a:cubicBezTo>
                  <a:cubicBezTo>
                    <a:pt x="384" y="1352"/>
                    <a:pt x="384" y="1352"/>
                    <a:pt x="375" y="1350"/>
                  </a:cubicBezTo>
                  <a:cubicBezTo>
                    <a:pt x="373" y="1351"/>
                    <a:pt x="371" y="1351"/>
                    <a:pt x="370" y="1351"/>
                  </a:cubicBezTo>
                  <a:cubicBezTo>
                    <a:pt x="368" y="1351"/>
                    <a:pt x="369" y="1350"/>
                    <a:pt x="375" y="1348"/>
                  </a:cubicBezTo>
                  <a:cubicBezTo>
                    <a:pt x="381" y="1345"/>
                    <a:pt x="388" y="1342"/>
                    <a:pt x="386" y="1342"/>
                  </a:cubicBezTo>
                  <a:cubicBezTo>
                    <a:pt x="385" y="1342"/>
                    <a:pt x="384" y="1342"/>
                    <a:pt x="383" y="1343"/>
                  </a:cubicBezTo>
                  <a:cubicBezTo>
                    <a:pt x="383" y="1343"/>
                    <a:pt x="382" y="1340"/>
                    <a:pt x="391" y="1336"/>
                  </a:cubicBezTo>
                  <a:cubicBezTo>
                    <a:pt x="398" y="1332"/>
                    <a:pt x="389" y="1331"/>
                    <a:pt x="381" y="1330"/>
                  </a:cubicBezTo>
                  <a:cubicBezTo>
                    <a:pt x="363" y="1326"/>
                    <a:pt x="363" y="1323"/>
                    <a:pt x="379" y="1323"/>
                  </a:cubicBezTo>
                  <a:cubicBezTo>
                    <a:pt x="395" y="1322"/>
                    <a:pt x="387" y="1313"/>
                    <a:pt x="372" y="1313"/>
                  </a:cubicBezTo>
                  <a:cubicBezTo>
                    <a:pt x="371" y="1313"/>
                    <a:pt x="370" y="1313"/>
                    <a:pt x="369" y="1313"/>
                  </a:cubicBezTo>
                  <a:cubicBezTo>
                    <a:pt x="352" y="1313"/>
                    <a:pt x="352" y="1313"/>
                    <a:pt x="360" y="1312"/>
                  </a:cubicBezTo>
                  <a:cubicBezTo>
                    <a:pt x="369" y="1310"/>
                    <a:pt x="368" y="1308"/>
                    <a:pt x="368" y="1308"/>
                  </a:cubicBezTo>
                  <a:cubicBezTo>
                    <a:pt x="368" y="1306"/>
                    <a:pt x="368" y="1303"/>
                    <a:pt x="376" y="1302"/>
                  </a:cubicBezTo>
                  <a:cubicBezTo>
                    <a:pt x="376" y="1302"/>
                    <a:pt x="376" y="1300"/>
                    <a:pt x="367" y="1297"/>
                  </a:cubicBezTo>
                  <a:cubicBezTo>
                    <a:pt x="349" y="1294"/>
                    <a:pt x="357" y="1285"/>
                    <a:pt x="373" y="1281"/>
                  </a:cubicBezTo>
                  <a:lnTo>
                    <a:pt x="364" y="1277"/>
                  </a:lnTo>
                  <a:cubicBezTo>
                    <a:pt x="347" y="1277"/>
                    <a:pt x="338" y="1277"/>
                    <a:pt x="355" y="1274"/>
                  </a:cubicBezTo>
                  <a:lnTo>
                    <a:pt x="363" y="1273"/>
                  </a:lnTo>
                  <a:cubicBezTo>
                    <a:pt x="346" y="1273"/>
                    <a:pt x="352" y="1262"/>
                    <a:pt x="369" y="1260"/>
                  </a:cubicBezTo>
                  <a:cubicBezTo>
                    <a:pt x="378" y="1257"/>
                    <a:pt x="378" y="1257"/>
                    <a:pt x="377" y="1255"/>
                  </a:cubicBezTo>
                  <a:lnTo>
                    <a:pt x="377" y="1255"/>
                  </a:lnTo>
                  <a:lnTo>
                    <a:pt x="369" y="1256"/>
                  </a:lnTo>
                  <a:cubicBezTo>
                    <a:pt x="364" y="1258"/>
                    <a:pt x="359" y="1259"/>
                    <a:pt x="356" y="1259"/>
                  </a:cubicBezTo>
                  <a:cubicBezTo>
                    <a:pt x="354" y="1259"/>
                    <a:pt x="352" y="1258"/>
                    <a:pt x="352" y="1257"/>
                  </a:cubicBezTo>
                  <a:cubicBezTo>
                    <a:pt x="351" y="1255"/>
                    <a:pt x="351" y="1253"/>
                    <a:pt x="359" y="1251"/>
                  </a:cubicBezTo>
                  <a:cubicBezTo>
                    <a:pt x="367" y="1248"/>
                    <a:pt x="374" y="1245"/>
                    <a:pt x="370" y="1245"/>
                  </a:cubicBezTo>
                  <a:cubicBezTo>
                    <a:pt x="369" y="1245"/>
                    <a:pt x="368" y="1245"/>
                    <a:pt x="367" y="1245"/>
                  </a:cubicBezTo>
                  <a:cubicBezTo>
                    <a:pt x="367" y="1245"/>
                    <a:pt x="367" y="1243"/>
                    <a:pt x="375" y="1238"/>
                  </a:cubicBezTo>
                  <a:lnTo>
                    <a:pt x="374" y="1229"/>
                  </a:lnTo>
                  <a:cubicBezTo>
                    <a:pt x="365" y="1228"/>
                    <a:pt x="364" y="1224"/>
                    <a:pt x="373" y="1223"/>
                  </a:cubicBezTo>
                  <a:cubicBezTo>
                    <a:pt x="373" y="1223"/>
                    <a:pt x="372" y="1217"/>
                    <a:pt x="363" y="1217"/>
                  </a:cubicBezTo>
                  <a:cubicBezTo>
                    <a:pt x="363" y="1211"/>
                    <a:pt x="361" y="1209"/>
                    <a:pt x="370" y="1208"/>
                  </a:cubicBezTo>
                  <a:cubicBezTo>
                    <a:pt x="378" y="1207"/>
                    <a:pt x="378" y="1207"/>
                    <a:pt x="370" y="1206"/>
                  </a:cubicBezTo>
                  <a:cubicBezTo>
                    <a:pt x="369" y="1206"/>
                    <a:pt x="367" y="1206"/>
                    <a:pt x="366" y="1206"/>
                  </a:cubicBezTo>
                  <a:cubicBezTo>
                    <a:pt x="361" y="1206"/>
                    <a:pt x="361" y="1204"/>
                    <a:pt x="361" y="1202"/>
                  </a:cubicBezTo>
                  <a:lnTo>
                    <a:pt x="360" y="1198"/>
                  </a:lnTo>
                  <a:cubicBezTo>
                    <a:pt x="357" y="1198"/>
                    <a:pt x="354" y="1199"/>
                    <a:pt x="353" y="1199"/>
                  </a:cubicBezTo>
                  <a:cubicBezTo>
                    <a:pt x="351" y="1199"/>
                    <a:pt x="351" y="1198"/>
                    <a:pt x="351" y="1197"/>
                  </a:cubicBezTo>
                  <a:cubicBezTo>
                    <a:pt x="351" y="1194"/>
                    <a:pt x="358" y="1186"/>
                    <a:pt x="358" y="1183"/>
                  </a:cubicBezTo>
                  <a:cubicBezTo>
                    <a:pt x="357" y="1179"/>
                    <a:pt x="357" y="1177"/>
                    <a:pt x="356" y="1177"/>
                  </a:cubicBezTo>
                  <a:cubicBezTo>
                    <a:pt x="354" y="1177"/>
                    <a:pt x="352" y="1178"/>
                    <a:pt x="349" y="1180"/>
                  </a:cubicBezTo>
                  <a:cubicBezTo>
                    <a:pt x="349" y="1181"/>
                    <a:pt x="347" y="1182"/>
                    <a:pt x="346" y="1182"/>
                  </a:cubicBezTo>
                  <a:cubicBezTo>
                    <a:pt x="345" y="1182"/>
                    <a:pt x="345" y="1181"/>
                    <a:pt x="349" y="1178"/>
                  </a:cubicBezTo>
                  <a:cubicBezTo>
                    <a:pt x="348" y="1175"/>
                    <a:pt x="356" y="1166"/>
                    <a:pt x="355" y="1160"/>
                  </a:cubicBezTo>
                  <a:cubicBezTo>
                    <a:pt x="354" y="1152"/>
                    <a:pt x="354" y="1150"/>
                    <a:pt x="350" y="1150"/>
                  </a:cubicBezTo>
                  <a:cubicBezTo>
                    <a:pt x="349" y="1150"/>
                    <a:pt x="347" y="1150"/>
                    <a:pt x="345" y="1151"/>
                  </a:cubicBezTo>
                  <a:cubicBezTo>
                    <a:pt x="338" y="1153"/>
                    <a:pt x="334" y="1154"/>
                    <a:pt x="332" y="1154"/>
                  </a:cubicBezTo>
                  <a:cubicBezTo>
                    <a:pt x="331" y="1154"/>
                    <a:pt x="335" y="1152"/>
                    <a:pt x="345" y="1148"/>
                  </a:cubicBezTo>
                  <a:cubicBezTo>
                    <a:pt x="357" y="1143"/>
                    <a:pt x="360" y="1140"/>
                    <a:pt x="356" y="1140"/>
                  </a:cubicBezTo>
                  <a:cubicBezTo>
                    <a:pt x="355" y="1140"/>
                    <a:pt x="353" y="1140"/>
                    <a:pt x="351" y="1141"/>
                  </a:cubicBezTo>
                  <a:cubicBezTo>
                    <a:pt x="343" y="1140"/>
                    <a:pt x="343" y="1140"/>
                    <a:pt x="342" y="1137"/>
                  </a:cubicBezTo>
                  <a:cubicBezTo>
                    <a:pt x="351" y="1135"/>
                    <a:pt x="350" y="1133"/>
                    <a:pt x="341" y="1129"/>
                  </a:cubicBezTo>
                  <a:cubicBezTo>
                    <a:pt x="341" y="1127"/>
                    <a:pt x="341" y="1127"/>
                    <a:pt x="349" y="1126"/>
                  </a:cubicBezTo>
                  <a:cubicBezTo>
                    <a:pt x="349" y="1126"/>
                    <a:pt x="349" y="1124"/>
                    <a:pt x="349" y="1122"/>
                  </a:cubicBezTo>
                  <a:cubicBezTo>
                    <a:pt x="331" y="1119"/>
                    <a:pt x="338" y="1104"/>
                    <a:pt x="346" y="1100"/>
                  </a:cubicBezTo>
                  <a:cubicBezTo>
                    <a:pt x="346" y="1100"/>
                    <a:pt x="346" y="1098"/>
                    <a:pt x="337" y="1097"/>
                  </a:cubicBezTo>
                  <a:cubicBezTo>
                    <a:pt x="320" y="1097"/>
                    <a:pt x="320" y="1095"/>
                    <a:pt x="337" y="1091"/>
                  </a:cubicBezTo>
                  <a:cubicBezTo>
                    <a:pt x="354" y="1089"/>
                    <a:pt x="354" y="1089"/>
                    <a:pt x="336" y="1089"/>
                  </a:cubicBezTo>
                  <a:cubicBezTo>
                    <a:pt x="327" y="1088"/>
                    <a:pt x="326" y="1077"/>
                    <a:pt x="342" y="1076"/>
                  </a:cubicBezTo>
                  <a:lnTo>
                    <a:pt x="359" y="1073"/>
                  </a:lnTo>
                  <a:cubicBezTo>
                    <a:pt x="350" y="1072"/>
                    <a:pt x="350" y="1070"/>
                    <a:pt x="350" y="1070"/>
                  </a:cubicBezTo>
                  <a:cubicBezTo>
                    <a:pt x="349" y="1070"/>
                    <a:pt x="348" y="1070"/>
                    <a:pt x="347" y="1070"/>
                  </a:cubicBezTo>
                  <a:cubicBezTo>
                    <a:pt x="342" y="1070"/>
                    <a:pt x="341" y="1068"/>
                    <a:pt x="340" y="1062"/>
                  </a:cubicBezTo>
                  <a:cubicBezTo>
                    <a:pt x="340" y="1057"/>
                    <a:pt x="330" y="1049"/>
                    <a:pt x="330" y="1044"/>
                  </a:cubicBezTo>
                  <a:cubicBezTo>
                    <a:pt x="328" y="1039"/>
                    <a:pt x="330" y="1032"/>
                    <a:pt x="336" y="1028"/>
                  </a:cubicBezTo>
                  <a:cubicBezTo>
                    <a:pt x="336" y="1026"/>
                    <a:pt x="336" y="1024"/>
                    <a:pt x="327" y="1021"/>
                  </a:cubicBezTo>
                  <a:cubicBezTo>
                    <a:pt x="318" y="1019"/>
                    <a:pt x="317" y="1015"/>
                    <a:pt x="326" y="1013"/>
                  </a:cubicBezTo>
                  <a:lnTo>
                    <a:pt x="324" y="1011"/>
                  </a:lnTo>
                  <a:cubicBezTo>
                    <a:pt x="315" y="1007"/>
                    <a:pt x="315" y="1005"/>
                    <a:pt x="315" y="1005"/>
                  </a:cubicBezTo>
                  <a:cubicBezTo>
                    <a:pt x="324" y="1004"/>
                    <a:pt x="332" y="1000"/>
                    <a:pt x="323" y="999"/>
                  </a:cubicBezTo>
                  <a:lnTo>
                    <a:pt x="323" y="999"/>
                  </a:lnTo>
                  <a:cubicBezTo>
                    <a:pt x="322" y="999"/>
                    <a:pt x="321" y="1000"/>
                    <a:pt x="320" y="1000"/>
                  </a:cubicBezTo>
                  <a:cubicBezTo>
                    <a:pt x="315" y="1000"/>
                    <a:pt x="314" y="997"/>
                    <a:pt x="314" y="993"/>
                  </a:cubicBezTo>
                  <a:cubicBezTo>
                    <a:pt x="322" y="987"/>
                    <a:pt x="311" y="910"/>
                    <a:pt x="303" y="910"/>
                  </a:cubicBezTo>
                  <a:cubicBezTo>
                    <a:pt x="303" y="910"/>
                    <a:pt x="303" y="910"/>
                    <a:pt x="303" y="910"/>
                  </a:cubicBezTo>
                  <a:cubicBezTo>
                    <a:pt x="303" y="910"/>
                    <a:pt x="303" y="907"/>
                    <a:pt x="302" y="903"/>
                  </a:cubicBezTo>
                  <a:lnTo>
                    <a:pt x="301" y="895"/>
                  </a:lnTo>
                  <a:cubicBezTo>
                    <a:pt x="318" y="893"/>
                    <a:pt x="308" y="883"/>
                    <a:pt x="299" y="876"/>
                  </a:cubicBezTo>
                  <a:cubicBezTo>
                    <a:pt x="290" y="875"/>
                    <a:pt x="290" y="873"/>
                    <a:pt x="290" y="870"/>
                  </a:cubicBezTo>
                  <a:cubicBezTo>
                    <a:pt x="306" y="868"/>
                    <a:pt x="305" y="860"/>
                    <a:pt x="296" y="857"/>
                  </a:cubicBezTo>
                  <a:cubicBezTo>
                    <a:pt x="280" y="857"/>
                    <a:pt x="278" y="855"/>
                    <a:pt x="295" y="852"/>
                  </a:cubicBezTo>
                  <a:cubicBezTo>
                    <a:pt x="312" y="850"/>
                    <a:pt x="312" y="844"/>
                    <a:pt x="286" y="844"/>
                  </a:cubicBezTo>
                  <a:cubicBezTo>
                    <a:pt x="277" y="843"/>
                    <a:pt x="277" y="843"/>
                    <a:pt x="285" y="839"/>
                  </a:cubicBezTo>
                  <a:cubicBezTo>
                    <a:pt x="299" y="835"/>
                    <a:pt x="301" y="833"/>
                    <a:pt x="297" y="833"/>
                  </a:cubicBezTo>
                  <a:cubicBezTo>
                    <a:pt x="296" y="833"/>
                    <a:pt x="295" y="833"/>
                    <a:pt x="293" y="833"/>
                  </a:cubicBezTo>
                  <a:cubicBezTo>
                    <a:pt x="276" y="833"/>
                    <a:pt x="276" y="831"/>
                    <a:pt x="293" y="827"/>
                  </a:cubicBezTo>
                  <a:cubicBezTo>
                    <a:pt x="309" y="819"/>
                    <a:pt x="309" y="819"/>
                    <a:pt x="292" y="819"/>
                  </a:cubicBezTo>
                  <a:cubicBezTo>
                    <a:pt x="275" y="819"/>
                    <a:pt x="273" y="810"/>
                    <a:pt x="290" y="804"/>
                  </a:cubicBezTo>
                  <a:cubicBezTo>
                    <a:pt x="290" y="802"/>
                    <a:pt x="296" y="799"/>
                    <a:pt x="292" y="799"/>
                  </a:cubicBezTo>
                  <a:cubicBezTo>
                    <a:pt x="292" y="799"/>
                    <a:pt x="291" y="799"/>
                    <a:pt x="290" y="800"/>
                  </a:cubicBezTo>
                  <a:lnTo>
                    <a:pt x="298" y="796"/>
                  </a:lnTo>
                  <a:lnTo>
                    <a:pt x="296" y="792"/>
                  </a:lnTo>
                  <a:lnTo>
                    <a:pt x="289" y="793"/>
                  </a:lnTo>
                  <a:cubicBezTo>
                    <a:pt x="292" y="782"/>
                    <a:pt x="293" y="769"/>
                    <a:pt x="293" y="758"/>
                  </a:cubicBezTo>
                  <a:cubicBezTo>
                    <a:pt x="290" y="737"/>
                    <a:pt x="290" y="729"/>
                    <a:pt x="285" y="729"/>
                  </a:cubicBezTo>
                  <a:cubicBezTo>
                    <a:pt x="283" y="729"/>
                    <a:pt x="282" y="729"/>
                    <a:pt x="281" y="730"/>
                  </a:cubicBezTo>
                  <a:cubicBezTo>
                    <a:pt x="276" y="732"/>
                    <a:pt x="273" y="732"/>
                    <a:pt x="271" y="732"/>
                  </a:cubicBezTo>
                  <a:cubicBezTo>
                    <a:pt x="266" y="732"/>
                    <a:pt x="269" y="729"/>
                    <a:pt x="281" y="726"/>
                  </a:cubicBezTo>
                  <a:cubicBezTo>
                    <a:pt x="281" y="723"/>
                    <a:pt x="289" y="718"/>
                    <a:pt x="287" y="713"/>
                  </a:cubicBezTo>
                  <a:cubicBezTo>
                    <a:pt x="287" y="708"/>
                    <a:pt x="286" y="703"/>
                    <a:pt x="295" y="702"/>
                  </a:cubicBezTo>
                  <a:lnTo>
                    <a:pt x="294" y="700"/>
                  </a:lnTo>
                  <a:cubicBezTo>
                    <a:pt x="277" y="698"/>
                    <a:pt x="275" y="683"/>
                    <a:pt x="283" y="674"/>
                  </a:cubicBezTo>
                  <a:cubicBezTo>
                    <a:pt x="283" y="669"/>
                    <a:pt x="283" y="667"/>
                    <a:pt x="274" y="664"/>
                  </a:cubicBezTo>
                  <a:cubicBezTo>
                    <a:pt x="265" y="661"/>
                    <a:pt x="265" y="661"/>
                    <a:pt x="273" y="656"/>
                  </a:cubicBezTo>
                  <a:cubicBezTo>
                    <a:pt x="280" y="655"/>
                    <a:pt x="286" y="642"/>
                    <a:pt x="274" y="642"/>
                  </a:cubicBezTo>
                  <a:cubicBezTo>
                    <a:pt x="273" y="642"/>
                    <a:pt x="272" y="642"/>
                    <a:pt x="271" y="643"/>
                  </a:cubicBezTo>
                  <a:lnTo>
                    <a:pt x="280" y="639"/>
                  </a:lnTo>
                  <a:cubicBezTo>
                    <a:pt x="286" y="636"/>
                    <a:pt x="282" y="634"/>
                    <a:pt x="276" y="634"/>
                  </a:cubicBezTo>
                  <a:cubicBezTo>
                    <a:pt x="274" y="634"/>
                    <a:pt x="272" y="634"/>
                    <a:pt x="271" y="635"/>
                  </a:cubicBezTo>
                  <a:cubicBezTo>
                    <a:pt x="266" y="635"/>
                    <a:pt x="263" y="636"/>
                    <a:pt x="261" y="636"/>
                  </a:cubicBezTo>
                  <a:cubicBezTo>
                    <a:pt x="255" y="636"/>
                    <a:pt x="259" y="633"/>
                    <a:pt x="278" y="629"/>
                  </a:cubicBezTo>
                  <a:cubicBezTo>
                    <a:pt x="292" y="627"/>
                    <a:pt x="294" y="625"/>
                    <a:pt x="290" y="625"/>
                  </a:cubicBezTo>
                  <a:cubicBezTo>
                    <a:pt x="289" y="625"/>
                    <a:pt x="288" y="626"/>
                    <a:pt x="286" y="626"/>
                  </a:cubicBezTo>
                  <a:cubicBezTo>
                    <a:pt x="277" y="625"/>
                    <a:pt x="268" y="623"/>
                    <a:pt x="277" y="620"/>
                  </a:cubicBezTo>
                  <a:cubicBezTo>
                    <a:pt x="277" y="618"/>
                    <a:pt x="277" y="616"/>
                    <a:pt x="270" y="616"/>
                  </a:cubicBezTo>
                  <a:cubicBezTo>
                    <a:pt x="268" y="616"/>
                    <a:pt x="264" y="616"/>
                    <a:pt x="259" y="617"/>
                  </a:cubicBezTo>
                  <a:cubicBezTo>
                    <a:pt x="258" y="617"/>
                    <a:pt x="257" y="617"/>
                    <a:pt x="256" y="617"/>
                  </a:cubicBezTo>
                  <a:cubicBezTo>
                    <a:pt x="251" y="617"/>
                    <a:pt x="250" y="615"/>
                    <a:pt x="250" y="613"/>
                  </a:cubicBezTo>
                  <a:cubicBezTo>
                    <a:pt x="253" y="613"/>
                    <a:pt x="256" y="613"/>
                    <a:pt x="259" y="613"/>
                  </a:cubicBezTo>
                  <a:cubicBezTo>
                    <a:pt x="262" y="613"/>
                    <a:pt x="266" y="613"/>
                    <a:pt x="268" y="613"/>
                  </a:cubicBezTo>
                  <a:lnTo>
                    <a:pt x="267" y="609"/>
                  </a:lnTo>
                  <a:cubicBezTo>
                    <a:pt x="267" y="607"/>
                    <a:pt x="275" y="600"/>
                    <a:pt x="283" y="599"/>
                  </a:cubicBezTo>
                  <a:cubicBezTo>
                    <a:pt x="288" y="597"/>
                    <a:pt x="290" y="595"/>
                    <a:pt x="288" y="595"/>
                  </a:cubicBezTo>
                  <a:cubicBezTo>
                    <a:pt x="286" y="595"/>
                    <a:pt x="282" y="596"/>
                    <a:pt x="275" y="598"/>
                  </a:cubicBezTo>
                  <a:cubicBezTo>
                    <a:pt x="268" y="599"/>
                    <a:pt x="264" y="599"/>
                    <a:pt x="262" y="599"/>
                  </a:cubicBezTo>
                  <a:cubicBezTo>
                    <a:pt x="258" y="599"/>
                    <a:pt x="258" y="598"/>
                    <a:pt x="257" y="595"/>
                  </a:cubicBezTo>
                  <a:cubicBezTo>
                    <a:pt x="257" y="593"/>
                    <a:pt x="257" y="591"/>
                    <a:pt x="265" y="590"/>
                  </a:cubicBezTo>
                  <a:cubicBezTo>
                    <a:pt x="274" y="589"/>
                    <a:pt x="274" y="589"/>
                    <a:pt x="273" y="584"/>
                  </a:cubicBezTo>
                  <a:cubicBezTo>
                    <a:pt x="273" y="576"/>
                    <a:pt x="246" y="573"/>
                    <a:pt x="229" y="573"/>
                  </a:cubicBezTo>
                  <a:cubicBezTo>
                    <a:pt x="223" y="574"/>
                    <a:pt x="219" y="574"/>
                    <a:pt x="217" y="574"/>
                  </a:cubicBezTo>
                  <a:cubicBezTo>
                    <a:pt x="215" y="574"/>
                    <a:pt x="219" y="573"/>
                    <a:pt x="229" y="570"/>
                  </a:cubicBezTo>
                  <a:cubicBezTo>
                    <a:pt x="237" y="569"/>
                    <a:pt x="237" y="566"/>
                    <a:pt x="237" y="564"/>
                  </a:cubicBezTo>
                  <a:lnTo>
                    <a:pt x="237" y="564"/>
                  </a:lnTo>
                  <a:cubicBezTo>
                    <a:pt x="236" y="564"/>
                    <a:pt x="235" y="564"/>
                    <a:pt x="234" y="564"/>
                  </a:cubicBezTo>
                  <a:cubicBezTo>
                    <a:pt x="232" y="564"/>
                    <a:pt x="234" y="563"/>
                    <a:pt x="236" y="563"/>
                  </a:cubicBezTo>
                  <a:cubicBezTo>
                    <a:pt x="236" y="563"/>
                    <a:pt x="237" y="563"/>
                    <a:pt x="237" y="564"/>
                  </a:cubicBezTo>
                  <a:cubicBezTo>
                    <a:pt x="239" y="564"/>
                    <a:pt x="240" y="564"/>
                    <a:pt x="241" y="564"/>
                  </a:cubicBezTo>
                  <a:cubicBezTo>
                    <a:pt x="246" y="564"/>
                    <a:pt x="246" y="566"/>
                    <a:pt x="246" y="567"/>
                  </a:cubicBezTo>
                  <a:lnTo>
                    <a:pt x="254" y="566"/>
                  </a:lnTo>
                  <a:cubicBezTo>
                    <a:pt x="271" y="562"/>
                    <a:pt x="271" y="560"/>
                    <a:pt x="254" y="560"/>
                  </a:cubicBezTo>
                  <a:cubicBezTo>
                    <a:pt x="245" y="558"/>
                    <a:pt x="245" y="558"/>
                    <a:pt x="253" y="555"/>
                  </a:cubicBezTo>
                  <a:cubicBezTo>
                    <a:pt x="260" y="552"/>
                    <a:pt x="267" y="549"/>
                    <a:pt x="263" y="549"/>
                  </a:cubicBezTo>
                  <a:cubicBezTo>
                    <a:pt x="263" y="549"/>
                    <a:pt x="262" y="549"/>
                    <a:pt x="260" y="549"/>
                  </a:cubicBezTo>
                  <a:cubicBezTo>
                    <a:pt x="260" y="549"/>
                    <a:pt x="260" y="544"/>
                    <a:pt x="268" y="540"/>
                  </a:cubicBezTo>
                  <a:cubicBezTo>
                    <a:pt x="268" y="537"/>
                    <a:pt x="268" y="535"/>
                    <a:pt x="263" y="535"/>
                  </a:cubicBezTo>
                  <a:cubicBezTo>
                    <a:pt x="262" y="535"/>
                    <a:pt x="261" y="535"/>
                    <a:pt x="259" y="535"/>
                  </a:cubicBezTo>
                  <a:cubicBezTo>
                    <a:pt x="258" y="535"/>
                    <a:pt x="257" y="535"/>
                    <a:pt x="256" y="535"/>
                  </a:cubicBezTo>
                  <a:cubicBezTo>
                    <a:pt x="251" y="535"/>
                    <a:pt x="250" y="533"/>
                    <a:pt x="250" y="532"/>
                  </a:cubicBezTo>
                  <a:cubicBezTo>
                    <a:pt x="250" y="529"/>
                    <a:pt x="250" y="527"/>
                    <a:pt x="245" y="527"/>
                  </a:cubicBezTo>
                  <a:cubicBezTo>
                    <a:pt x="244" y="527"/>
                    <a:pt x="243" y="527"/>
                    <a:pt x="241" y="527"/>
                  </a:cubicBezTo>
                  <a:cubicBezTo>
                    <a:pt x="240" y="527"/>
                    <a:pt x="238" y="527"/>
                    <a:pt x="236" y="527"/>
                  </a:cubicBezTo>
                  <a:cubicBezTo>
                    <a:pt x="230" y="527"/>
                    <a:pt x="224" y="526"/>
                    <a:pt x="223" y="523"/>
                  </a:cubicBezTo>
                  <a:cubicBezTo>
                    <a:pt x="214" y="518"/>
                    <a:pt x="214" y="518"/>
                    <a:pt x="231" y="514"/>
                  </a:cubicBezTo>
                  <a:cubicBezTo>
                    <a:pt x="240" y="512"/>
                    <a:pt x="240" y="510"/>
                    <a:pt x="239" y="508"/>
                  </a:cubicBezTo>
                  <a:cubicBezTo>
                    <a:pt x="239" y="508"/>
                    <a:pt x="239" y="506"/>
                    <a:pt x="247" y="502"/>
                  </a:cubicBezTo>
                  <a:cubicBezTo>
                    <a:pt x="252" y="501"/>
                    <a:pt x="252" y="500"/>
                    <a:pt x="249" y="500"/>
                  </a:cubicBezTo>
                  <a:cubicBezTo>
                    <a:pt x="247" y="500"/>
                    <a:pt x="243" y="501"/>
                    <a:pt x="239" y="501"/>
                  </a:cubicBezTo>
                  <a:lnTo>
                    <a:pt x="222" y="503"/>
                  </a:lnTo>
                  <a:cubicBezTo>
                    <a:pt x="221" y="500"/>
                    <a:pt x="238" y="496"/>
                    <a:pt x="247" y="494"/>
                  </a:cubicBezTo>
                  <a:cubicBezTo>
                    <a:pt x="257" y="492"/>
                    <a:pt x="261" y="491"/>
                    <a:pt x="259" y="491"/>
                  </a:cubicBezTo>
                  <a:cubicBezTo>
                    <a:pt x="258" y="491"/>
                    <a:pt x="254" y="491"/>
                    <a:pt x="247" y="492"/>
                  </a:cubicBezTo>
                  <a:cubicBezTo>
                    <a:pt x="245" y="493"/>
                    <a:pt x="243" y="493"/>
                    <a:pt x="241" y="493"/>
                  </a:cubicBezTo>
                  <a:cubicBezTo>
                    <a:pt x="235" y="493"/>
                    <a:pt x="231" y="491"/>
                    <a:pt x="237" y="487"/>
                  </a:cubicBezTo>
                  <a:cubicBezTo>
                    <a:pt x="237" y="482"/>
                    <a:pt x="237" y="477"/>
                    <a:pt x="245" y="475"/>
                  </a:cubicBezTo>
                  <a:cubicBezTo>
                    <a:pt x="253" y="472"/>
                    <a:pt x="245" y="471"/>
                    <a:pt x="245" y="471"/>
                  </a:cubicBezTo>
                  <a:cubicBezTo>
                    <a:pt x="236" y="470"/>
                    <a:pt x="236" y="468"/>
                    <a:pt x="244" y="459"/>
                  </a:cubicBezTo>
                  <a:cubicBezTo>
                    <a:pt x="255" y="449"/>
                    <a:pt x="258" y="446"/>
                    <a:pt x="253" y="446"/>
                  </a:cubicBezTo>
                  <a:cubicBezTo>
                    <a:pt x="251" y="446"/>
                    <a:pt x="247" y="447"/>
                    <a:pt x="243" y="447"/>
                  </a:cubicBezTo>
                  <a:cubicBezTo>
                    <a:pt x="239" y="448"/>
                    <a:pt x="235" y="448"/>
                    <a:pt x="233" y="448"/>
                  </a:cubicBezTo>
                  <a:cubicBezTo>
                    <a:pt x="231" y="448"/>
                    <a:pt x="233" y="448"/>
                    <a:pt x="241" y="445"/>
                  </a:cubicBezTo>
                  <a:cubicBezTo>
                    <a:pt x="250" y="442"/>
                    <a:pt x="241" y="440"/>
                    <a:pt x="232" y="436"/>
                  </a:cubicBezTo>
                  <a:cubicBezTo>
                    <a:pt x="229" y="436"/>
                    <a:pt x="226" y="436"/>
                    <a:pt x="223" y="436"/>
                  </a:cubicBezTo>
                  <a:cubicBezTo>
                    <a:pt x="215" y="436"/>
                    <a:pt x="207" y="437"/>
                    <a:pt x="199" y="438"/>
                  </a:cubicBezTo>
                  <a:cubicBezTo>
                    <a:pt x="194" y="439"/>
                    <a:pt x="190" y="439"/>
                    <a:pt x="188" y="439"/>
                  </a:cubicBezTo>
                  <a:cubicBezTo>
                    <a:pt x="183" y="439"/>
                    <a:pt x="184" y="438"/>
                    <a:pt x="190" y="434"/>
                  </a:cubicBezTo>
                  <a:cubicBezTo>
                    <a:pt x="190" y="432"/>
                    <a:pt x="198" y="428"/>
                    <a:pt x="206" y="427"/>
                  </a:cubicBezTo>
                  <a:cubicBezTo>
                    <a:pt x="207" y="427"/>
                    <a:pt x="209" y="427"/>
                    <a:pt x="210" y="427"/>
                  </a:cubicBezTo>
                  <a:cubicBezTo>
                    <a:pt x="214" y="427"/>
                    <a:pt x="214" y="428"/>
                    <a:pt x="214" y="428"/>
                  </a:cubicBezTo>
                  <a:lnTo>
                    <a:pt x="214" y="431"/>
                  </a:lnTo>
                  <a:cubicBezTo>
                    <a:pt x="223" y="431"/>
                    <a:pt x="232" y="429"/>
                    <a:pt x="231" y="424"/>
                  </a:cubicBezTo>
                  <a:cubicBezTo>
                    <a:pt x="238" y="421"/>
                    <a:pt x="239" y="419"/>
                    <a:pt x="235" y="419"/>
                  </a:cubicBezTo>
                  <a:cubicBezTo>
                    <a:pt x="234" y="419"/>
                    <a:pt x="233" y="419"/>
                    <a:pt x="231" y="419"/>
                  </a:cubicBezTo>
                  <a:cubicBezTo>
                    <a:pt x="237" y="418"/>
                    <a:pt x="240" y="413"/>
                    <a:pt x="238" y="407"/>
                  </a:cubicBezTo>
                  <a:cubicBezTo>
                    <a:pt x="237" y="400"/>
                    <a:pt x="239" y="394"/>
                    <a:pt x="245" y="391"/>
                  </a:cubicBezTo>
                  <a:cubicBezTo>
                    <a:pt x="245" y="387"/>
                    <a:pt x="245" y="384"/>
                    <a:pt x="239" y="384"/>
                  </a:cubicBezTo>
                  <a:cubicBezTo>
                    <a:pt x="238" y="384"/>
                    <a:pt x="237" y="384"/>
                    <a:pt x="236" y="385"/>
                  </a:cubicBezTo>
                  <a:cubicBezTo>
                    <a:pt x="231" y="385"/>
                    <a:pt x="227" y="386"/>
                    <a:pt x="225" y="386"/>
                  </a:cubicBezTo>
                  <a:cubicBezTo>
                    <a:pt x="220" y="386"/>
                    <a:pt x="222" y="384"/>
                    <a:pt x="228" y="383"/>
                  </a:cubicBezTo>
                  <a:cubicBezTo>
                    <a:pt x="244" y="379"/>
                    <a:pt x="250" y="348"/>
                    <a:pt x="232" y="346"/>
                  </a:cubicBezTo>
                  <a:lnTo>
                    <a:pt x="232" y="342"/>
                  </a:lnTo>
                  <a:cubicBezTo>
                    <a:pt x="240" y="336"/>
                    <a:pt x="239" y="322"/>
                    <a:pt x="230" y="321"/>
                  </a:cubicBezTo>
                  <a:lnTo>
                    <a:pt x="230" y="313"/>
                  </a:lnTo>
                  <a:cubicBezTo>
                    <a:pt x="238" y="307"/>
                    <a:pt x="238" y="305"/>
                    <a:pt x="229" y="304"/>
                  </a:cubicBezTo>
                  <a:cubicBezTo>
                    <a:pt x="226" y="303"/>
                    <a:pt x="223" y="303"/>
                    <a:pt x="221" y="303"/>
                  </a:cubicBezTo>
                  <a:lnTo>
                    <a:pt x="221" y="303"/>
                  </a:lnTo>
                  <a:cubicBezTo>
                    <a:pt x="229" y="301"/>
                    <a:pt x="228" y="296"/>
                    <a:pt x="228" y="287"/>
                  </a:cubicBezTo>
                  <a:cubicBezTo>
                    <a:pt x="227" y="281"/>
                    <a:pt x="227" y="278"/>
                    <a:pt x="225" y="278"/>
                  </a:cubicBezTo>
                  <a:cubicBezTo>
                    <a:pt x="223" y="278"/>
                    <a:pt x="221" y="279"/>
                    <a:pt x="218" y="280"/>
                  </a:cubicBezTo>
                  <a:cubicBezTo>
                    <a:pt x="209" y="272"/>
                    <a:pt x="218" y="271"/>
                    <a:pt x="226" y="270"/>
                  </a:cubicBezTo>
                  <a:cubicBezTo>
                    <a:pt x="244" y="270"/>
                    <a:pt x="243" y="266"/>
                    <a:pt x="217" y="266"/>
                  </a:cubicBezTo>
                  <a:cubicBezTo>
                    <a:pt x="200" y="266"/>
                    <a:pt x="200" y="261"/>
                    <a:pt x="208" y="260"/>
                  </a:cubicBezTo>
                  <a:cubicBezTo>
                    <a:pt x="209" y="260"/>
                    <a:pt x="211" y="260"/>
                    <a:pt x="212" y="260"/>
                  </a:cubicBezTo>
                  <a:cubicBezTo>
                    <a:pt x="217" y="260"/>
                    <a:pt x="217" y="262"/>
                    <a:pt x="217" y="263"/>
                  </a:cubicBezTo>
                  <a:lnTo>
                    <a:pt x="234" y="262"/>
                  </a:lnTo>
                  <a:cubicBezTo>
                    <a:pt x="234" y="260"/>
                    <a:pt x="234" y="260"/>
                    <a:pt x="225" y="258"/>
                  </a:cubicBezTo>
                  <a:cubicBezTo>
                    <a:pt x="225" y="258"/>
                    <a:pt x="225" y="256"/>
                    <a:pt x="216" y="254"/>
                  </a:cubicBezTo>
                  <a:cubicBezTo>
                    <a:pt x="213" y="254"/>
                    <a:pt x="210" y="253"/>
                    <a:pt x="207" y="253"/>
                  </a:cubicBezTo>
                  <a:cubicBezTo>
                    <a:pt x="202" y="253"/>
                    <a:pt x="196" y="255"/>
                    <a:pt x="191" y="257"/>
                  </a:cubicBezTo>
                  <a:cubicBezTo>
                    <a:pt x="188" y="258"/>
                    <a:pt x="186" y="258"/>
                    <a:pt x="184" y="258"/>
                  </a:cubicBezTo>
                  <a:cubicBezTo>
                    <a:pt x="182" y="258"/>
                    <a:pt x="182" y="257"/>
                    <a:pt x="182" y="256"/>
                  </a:cubicBezTo>
                  <a:cubicBezTo>
                    <a:pt x="188" y="251"/>
                    <a:pt x="195" y="250"/>
                    <a:pt x="201" y="250"/>
                  </a:cubicBezTo>
                  <a:cubicBezTo>
                    <a:pt x="203" y="250"/>
                    <a:pt x="205" y="250"/>
                    <a:pt x="207" y="250"/>
                  </a:cubicBezTo>
                  <a:cubicBezTo>
                    <a:pt x="207" y="252"/>
                    <a:pt x="209" y="252"/>
                    <a:pt x="213" y="252"/>
                  </a:cubicBezTo>
                  <a:cubicBezTo>
                    <a:pt x="216" y="252"/>
                    <a:pt x="220" y="252"/>
                    <a:pt x="225" y="251"/>
                  </a:cubicBezTo>
                  <a:cubicBezTo>
                    <a:pt x="232" y="250"/>
                    <a:pt x="214" y="240"/>
                    <a:pt x="198" y="240"/>
                  </a:cubicBezTo>
                  <a:lnTo>
                    <a:pt x="207" y="239"/>
                  </a:lnTo>
                  <a:cubicBezTo>
                    <a:pt x="214" y="238"/>
                    <a:pt x="214" y="233"/>
                    <a:pt x="213" y="228"/>
                  </a:cubicBezTo>
                  <a:cubicBezTo>
                    <a:pt x="213" y="224"/>
                    <a:pt x="213" y="222"/>
                    <a:pt x="208" y="222"/>
                  </a:cubicBezTo>
                  <a:cubicBezTo>
                    <a:pt x="207" y="222"/>
                    <a:pt x="206" y="222"/>
                    <a:pt x="204" y="222"/>
                  </a:cubicBezTo>
                  <a:cubicBezTo>
                    <a:pt x="201" y="222"/>
                    <a:pt x="198" y="223"/>
                    <a:pt x="195" y="223"/>
                  </a:cubicBezTo>
                  <a:cubicBezTo>
                    <a:pt x="191" y="223"/>
                    <a:pt x="188" y="222"/>
                    <a:pt x="188" y="221"/>
                  </a:cubicBezTo>
                  <a:cubicBezTo>
                    <a:pt x="188" y="223"/>
                    <a:pt x="180" y="224"/>
                    <a:pt x="171" y="225"/>
                  </a:cubicBezTo>
                  <a:cubicBezTo>
                    <a:pt x="176" y="222"/>
                    <a:pt x="182" y="219"/>
                    <a:pt x="188" y="216"/>
                  </a:cubicBezTo>
                  <a:cubicBezTo>
                    <a:pt x="204" y="210"/>
                    <a:pt x="212" y="204"/>
                    <a:pt x="211" y="194"/>
                  </a:cubicBezTo>
                  <a:cubicBezTo>
                    <a:pt x="209" y="188"/>
                    <a:pt x="212" y="182"/>
                    <a:pt x="219" y="179"/>
                  </a:cubicBezTo>
                  <a:cubicBezTo>
                    <a:pt x="218" y="175"/>
                    <a:pt x="218" y="172"/>
                    <a:pt x="213" y="172"/>
                  </a:cubicBezTo>
                  <a:cubicBezTo>
                    <a:pt x="212" y="172"/>
                    <a:pt x="211" y="172"/>
                    <a:pt x="210" y="173"/>
                  </a:cubicBezTo>
                  <a:lnTo>
                    <a:pt x="209" y="168"/>
                  </a:lnTo>
                  <a:cubicBezTo>
                    <a:pt x="218" y="165"/>
                    <a:pt x="217" y="160"/>
                    <a:pt x="209" y="160"/>
                  </a:cubicBezTo>
                  <a:cubicBezTo>
                    <a:pt x="200" y="159"/>
                    <a:pt x="208" y="156"/>
                    <a:pt x="208" y="153"/>
                  </a:cubicBezTo>
                  <a:cubicBezTo>
                    <a:pt x="217" y="150"/>
                    <a:pt x="221" y="148"/>
                    <a:pt x="219" y="148"/>
                  </a:cubicBezTo>
                  <a:cubicBezTo>
                    <a:pt x="218" y="148"/>
                    <a:pt x="211" y="150"/>
                    <a:pt x="199" y="152"/>
                  </a:cubicBezTo>
                  <a:cubicBezTo>
                    <a:pt x="191" y="152"/>
                    <a:pt x="183" y="159"/>
                    <a:pt x="183" y="161"/>
                  </a:cubicBezTo>
                  <a:lnTo>
                    <a:pt x="183" y="168"/>
                  </a:lnTo>
                  <a:lnTo>
                    <a:pt x="174" y="161"/>
                  </a:lnTo>
                  <a:cubicBezTo>
                    <a:pt x="174" y="159"/>
                    <a:pt x="167" y="157"/>
                    <a:pt x="161" y="157"/>
                  </a:cubicBezTo>
                  <a:cubicBezTo>
                    <a:pt x="159" y="157"/>
                    <a:pt x="158" y="157"/>
                    <a:pt x="157" y="157"/>
                  </a:cubicBezTo>
                  <a:cubicBezTo>
                    <a:pt x="157" y="157"/>
                    <a:pt x="148" y="157"/>
                    <a:pt x="148" y="155"/>
                  </a:cubicBezTo>
                  <a:lnTo>
                    <a:pt x="165" y="153"/>
                  </a:lnTo>
                  <a:cubicBezTo>
                    <a:pt x="169" y="154"/>
                    <a:pt x="172" y="154"/>
                    <a:pt x="176" y="154"/>
                  </a:cubicBezTo>
                  <a:cubicBezTo>
                    <a:pt x="181" y="154"/>
                    <a:pt x="186" y="154"/>
                    <a:pt x="191" y="152"/>
                  </a:cubicBezTo>
                  <a:cubicBezTo>
                    <a:pt x="207" y="149"/>
                    <a:pt x="215" y="142"/>
                    <a:pt x="202" y="142"/>
                  </a:cubicBezTo>
                  <a:cubicBezTo>
                    <a:pt x="201" y="142"/>
                    <a:pt x="200" y="142"/>
                    <a:pt x="199" y="142"/>
                  </a:cubicBezTo>
                  <a:cubicBezTo>
                    <a:pt x="199" y="140"/>
                    <a:pt x="199" y="140"/>
                    <a:pt x="207" y="137"/>
                  </a:cubicBezTo>
                  <a:cubicBezTo>
                    <a:pt x="214" y="136"/>
                    <a:pt x="214" y="133"/>
                    <a:pt x="198" y="133"/>
                  </a:cubicBezTo>
                  <a:cubicBezTo>
                    <a:pt x="181" y="132"/>
                    <a:pt x="181" y="130"/>
                    <a:pt x="198" y="125"/>
                  </a:cubicBezTo>
                  <a:cubicBezTo>
                    <a:pt x="212" y="119"/>
                    <a:pt x="213" y="111"/>
                    <a:pt x="206" y="111"/>
                  </a:cubicBezTo>
                  <a:cubicBezTo>
                    <a:pt x="205" y="111"/>
                    <a:pt x="205" y="111"/>
                    <a:pt x="204" y="111"/>
                  </a:cubicBezTo>
                  <a:cubicBezTo>
                    <a:pt x="203" y="111"/>
                    <a:pt x="202" y="111"/>
                    <a:pt x="201" y="111"/>
                  </a:cubicBezTo>
                  <a:cubicBezTo>
                    <a:pt x="188" y="111"/>
                    <a:pt x="188" y="105"/>
                    <a:pt x="195" y="102"/>
                  </a:cubicBezTo>
                  <a:cubicBezTo>
                    <a:pt x="203" y="99"/>
                    <a:pt x="203" y="96"/>
                    <a:pt x="195" y="94"/>
                  </a:cubicBezTo>
                  <a:cubicBezTo>
                    <a:pt x="203" y="94"/>
                    <a:pt x="212" y="91"/>
                    <a:pt x="203" y="88"/>
                  </a:cubicBezTo>
                  <a:cubicBezTo>
                    <a:pt x="203" y="88"/>
                    <a:pt x="203" y="88"/>
                    <a:pt x="202" y="88"/>
                  </a:cubicBezTo>
                  <a:cubicBezTo>
                    <a:pt x="200" y="88"/>
                    <a:pt x="198" y="88"/>
                    <a:pt x="194" y="90"/>
                  </a:cubicBezTo>
                  <a:lnTo>
                    <a:pt x="177" y="86"/>
                  </a:lnTo>
                  <a:cubicBezTo>
                    <a:pt x="177" y="90"/>
                    <a:pt x="168" y="90"/>
                    <a:pt x="161" y="91"/>
                  </a:cubicBezTo>
                  <a:cubicBezTo>
                    <a:pt x="160" y="91"/>
                    <a:pt x="160" y="91"/>
                    <a:pt x="159" y="91"/>
                  </a:cubicBezTo>
                  <a:cubicBezTo>
                    <a:pt x="152" y="91"/>
                    <a:pt x="161" y="80"/>
                    <a:pt x="185" y="74"/>
                  </a:cubicBezTo>
                  <a:lnTo>
                    <a:pt x="201" y="67"/>
                  </a:lnTo>
                  <a:lnTo>
                    <a:pt x="201" y="67"/>
                  </a:lnTo>
                  <a:lnTo>
                    <a:pt x="184" y="69"/>
                  </a:lnTo>
                  <a:cubicBezTo>
                    <a:pt x="184" y="67"/>
                    <a:pt x="184" y="64"/>
                    <a:pt x="193" y="64"/>
                  </a:cubicBezTo>
                  <a:cubicBezTo>
                    <a:pt x="201" y="63"/>
                    <a:pt x="201" y="63"/>
                    <a:pt x="201" y="60"/>
                  </a:cubicBezTo>
                  <a:cubicBezTo>
                    <a:pt x="201" y="60"/>
                    <a:pt x="201" y="58"/>
                    <a:pt x="192" y="58"/>
                  </a:cubicBezTo>
                  <a:cubicBezTo>
                    <a:pt x="184" y="59"/>
                    <a:pt x="180" y="60"/>
                    <a:pt x="179" y="60"/>
                  </a:cubicBezTo>
                  <a:cubicBezTo>
                    <a:pt x="177" y="60"/>
                    <a:pt x="179" y="59"/>
                    <a:pt x="184" y="57"/>
                  </a:cubicBezTo>
                  <a:cubicBezTo>
                    <a:pt x="201" y="53"/>
                    <a:pt x="200" y="50"/>
                    <a:pt x="183" y="50"/>
                  </a:cubicBezTo>
                  <a:cubicBezTo>
                    <a:pt x="177" y="51"/>
                    <a:pt x="174" y="51"/>
                    <a:pt x="172" y="51"/>
                  </a:cubicBezTo>
                  <a:cubicBezTo>
                    <a:pt x="168" y="51"/>
                    <a:pt x="172" y="50"/>
                    <a:pt x="183" y="47"/>
                  </a:cubicBezTo>
                  <a:cubicBezTo>
                    <a:pt x="192" y="47"/>
                    <a:pt x="200" y="44"/>
                    <a:pt x="200" y="41"/>
                  </a:cubicBezTo>
                  <a:lnTo>
                    <a:pt x="191" y="41"/>
                  </a:lnTo>
                  <a:cubicBezTo>
                    <a:pt x="186" y="42"/>
                    <a:pt x="183" y="42"/>
                    <a:pt x="181" y="42"/>
                  </a:cubicBezTo>
                  <a:cubicBezTo>
                    <a:pt x="175" y="42"/>
                    <a:pt x="176" y="40"/>
                    <a:pt x="182" y="38"/>
                  </a:cubicBezTo>
                  <a:cubicBezTo>
                    <a:pt x="191" y="37"/>
                    <a:pt x="191" y="35"/>
                    <a:pt x="182" y="30"/>
                  </a:cubicBezTo>
                  <a:cubicBezTo>
                    <a:pt x="182" y="26"/>
                    <a:pt x="182" y="23"/>
                    <a:pt x="190" y="22"/>
                  </a:cubicBezTo>
                  <a:cubicBezTo>
                    <a:pt x="207" y="21"/>
                    <a:pt x="207" y="21"/>
                    <a:pt x="190" y="20"/>
                  </a:cubicBezTo>
                  <a:cubicBezTo>
                    <a:pt x="181" y="19"/>
                    <a:pt x="181" y="19"/>
                    <a:pt x="189" y="13"/>
                  </a:cubicBezTo>
                  <a:cubicBezTo>
                    <a:pt x="198" y="10"/>
                    <a:pt x="198" y="10"/>
                    <a:pt x="189" y="8"/>
                  </a:cubicBezTo>
                  <a:cubicBezTo>
                    <a:pt x="172" y="10"/>
                    <a:pt x="163" y="11"/>
                    <a:pt x="164" y="13"/>
                  </a:cubicBezTo>
                  <a:cubicBezTo>
                    <a:pt x="164" y="15"/>
                    <a:pt x="164" y="15"/>
                    <a:pt x="155" y="17"/>
                  </a:cubicBezTo>
                  <a:lnTo>
                    <a:pt x="155" y="11"/>
                  </a:lnTo>
                  <a:cubicBezTo>
                    <a:pt x="155" y="9"/>
                    <a:pt x="155" y="7"/>
                    <a:pt x="146" y="2"/>
                  </a:cubicBezTo>
                  <a:cubicBezTo>
                    <a:pt x="143" y="1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33"/>
            <p:cNvSpPr/>
            <p:nvPr/>
          </p:nvSpPr>
          <p:spPr>
            <a:xfrm>
              <a:off x="1937914" y="2574453"/>
              <a:ext cx="49946" cy="198287"/>
            </a:xfrm>
            <a:custGeom>
              <a:avLst/>
              <a:gdLst/>
              <a:ahLst/>
              <a:cxnLst/>
              <a:rect l="l" t="t" r="r" b="b"/>
              <a:pathLst>
                <a:path w="500" h="1985" extrusionOk="0">
                  <a:moveTo>
                    <a:pt x="140" y="38"/>
                  </a:moveTo>
                  <a:cubicBezTo>
                    <a:pt x="144" y="38"/>
                    <a:pt x="144" y="40"/>
                    <a:pt x="144" y="42"/>
                  </a:cubicBezTo>
                  <a:cubicBezTo>
                    <a:pt x="145" y="44"/>
                    <a:pt x="145" y="44"/>
                    <a:pt x="136" y="46"/>
                  </a:cubicBezTo>
                  <a:cubicBezTo>
                    <a:pt x="136" y="46"/>
                    <a:pt x="127" y="44"/>
                    <a:pt x="127" y="42"/>
                  </a:cubicBezTo>
                  <a:lnTo>
                    <a:pt x="135" y="39"/>
                  </a:lnTo>
                  <a:cubicBezTo>
                    <a:pt x="137" y="38"/>
                    <a:pt x="138" y="38"/>
                    <a:pt x="140" y="38"/>
                  </a:cubicBezTo>
                  <a:close/>
                  <a:moveTo>
                    <a:pt x="0" y="55"/>
                  </a:moveTo>
                  <a:lnTo>
                    <a:pt x="0" y="57"/>
                  </a:lnTo>
                  <a:cubicBezTo>
                    <a:pt x="0" y="58"/>
                    <a:pt x="2" y="58"/>
                    <a:pt x="4" y="58"/>
                  </a:cubicBezTo>
                  <a:cubicBezTo>
                    <a:pt x="7" y="58"/>
                    <a:pt x="12" y="57"/>
                    <a:pt x="17" y="57"/>
                  </a:cubicBezTo>
                  <a:lnTo>
                    <a:pt x="17" y="55"/>
                  </a:lnTo>
                  <a:close/>
                  <a:moveTo>
                    <a:pt x="191" y="66"/>
                  </a:moveTo>
                  <a:lnTo>
                    <a:pt x="182" y="69"/>
                  </a:lnTo>
                  <a:lnTo>
                    <a:pt x="183" y="71"/>
                  </a:lnTo>
                  <a:cubicBezTo>
                    <a:pt x="191" y="70"/>
                    <a:pt x="191" y="70"/>
                    <a:pt x="191" y="68"/>
                  </a:cubicBezTo>
                  <a:lnTo>
                    <a:pt x="191" y="66"/>
                  </a:lnTo>
                  <a:close/>
                  <a:moveTo>
                    <a:pt x="145" y="64"/>
                  </a:moveTo>
                  <a:cubicBezTo>
                    <a:pt x="147" y="64"/>
                    <a:pt x="148" y="65"/>
                    <a:pt x="148" y="68"/>
                  </a:cubicBezTo>
                  <a:cubicBezTo>
                    <a:pt x="148" y="70"/>
                    <a:pt x="148" y="72"/>
                    <a:pt x="140" y="74"/>
                  </a:cubicBezTo>
                  <a:lnTo>
                    <a:pt x="139" y="71"/>
                  </a:lnTo>
                  <a:cubicBezTo>
                    <a:pt x="144" y="71"/>
                    <a:pt x="144" y="70"/>
                    <a:pt x="141" y="70"/>
                  </a:cubicBezTo>
                  <a:cubicBezTo>
                    <a:pt x="139" y="70"/>
                    <a:pt x="135" y="71"/>
                    <a:pt x="131" y="72"/>
                  </a:cubicBezTo>
                  <a:lnTo>
                    <a:pt x="114" y="75"/>
                  </a:lnTo>
                  <a:cubicBezTo>
                    <a:pt x="114" y="72"/>
                    <a:pt x="122" y="69"/>
                    <a:pt x="130" y="68"/>
                  </a:cubicBezTo>
                  <a:cubicBezTo>
                    <a:pt x="139" y="65"/>
                    <a:pt x="143" y="64"/>
                    <a:pt x="145" y="64"/>
                  </a:cubicBezTo>
                  <a:close/>
                  <a:moveTo>
                    <a:pt x="126" y="202"/>
                  </a:moveTo>
                  <a:cubicBezTo>
                    <a:pt x="134" y="202"/>
                    <a:pt x="140" y="205"/>
                    <a:pt x="140" y="207"/>
                  </a:cubicBezTo>
                  <a:cubicBezTo>
                    <a:pt x="140" y="209"/>
                    <a:pt x="137" y="210"/>
                    <a:pt x="133" y="210"/>
                  </a:cubicBezTo>
                  <a:cubicBezTo>
                    <a:pt x="130" y="210"/>
                    <a:pt x="127" y="209"/>
                    <a:pt x="123" y="208"/>
                  </a:cubicBezTo>
                  <a:cubicBezTo>
                    <a:pt x="122" y="205"/>
                    <a:pt x="122" y="203"/>
                    <a:pt x="122" y="203"/>
                  </a:cubicBezTo>
                  <a:cubicBezTo>
                    <a:pt x="124" y="202"/>
                    <a:pt x="125" y="202"/>
                    <a:pt x="126" y="202"/>
                  </a:cubicBezTo>
                  <a:close/>
                  <a:moveTo>
                    <a:pt x="121" y="218"/>
                  </a:moveTo>
                  <a:cubicBezTo>
                    <a:pt x="120" y="218"/>
                    <a:pt x="118" y="218"/>
                    <a:pt x="116" y="218"/>
                  </a:cubicBezTo>
                  <a:cubicBezTo>
                    <a:pt x="108" y="219"/>
                    <a:pt x="108" y="222"/>
                    <a:pt x="109" y="227"/>
                  </a:cubicBezTo>
                  <a:cubicBezTo>
                    <a:pt x="109" y="230"/>
                    <a:pt x="118" y="231"/>
                    <a:pt x="118" y="231"/>
                  </a:cubicBezTo>
                  <a:cubicBezTo>
                    <a:pt x="126" y="228"/>
                    <a:pt x="126" y="226"/>
                    <a:pt x="126" y="224"/>
                  </a:cubicBezTo>
                  <a:cubicBezTo>
                    <a:pt x="132" y="220"/>
                    <a:pt x="128" y="218"/>
                    <a:pt x="121" y="218"/>
                  </a:cubicBezTo>
                  <a:close/>
                  <a:moveTo>
                    <a:pt x="193" y="310"/>
                  </a:moveTo>
                  <a:cubicBezTo>
                    <a:pt x="196" y="310"/>
                    <a:pt x="197" y="312"/>
                    <a:pt x="197" y="314"/>
                  </a:cubicBezTo>
                  <a:lnTo>
                    <a:pt x="188" y="315"/>
                  </a:lnTo>
                  <a:lnTo>
                    <a:pt x="179" y="314"/>
                  </a:lnTo>
                  <a:lnTo>
                    <a:pt x="188" y="310"/>
                  </a:lnTo>
                  <a:cubicBezTo>
                    <a:pt x="190" y="310"/>
                    <a:pt x="192" y="310"/>
                    <a:pt x="193" y="310"/>
                  </a:cubicBezTo>
                  <a:close/>
                  <a:moveTo>
                    <a:pt x="147" y="324"/>
                  </a:moveTo>
                  <a:lnTo>
                    <a:pt x="164" y="326"/>
                  </a:lnTo>
                  <a:cubicBezTo>
                    <a:pt x="190" y="326"/>
                    <a:pt x="190" y="326"/>
                    <a:pt x="173" y="329"/>
                  </a:cubicBezTo>
                  <a:cubicBezTo>
                    <a:pt x="170" y="330"/>
                    <a:pt x="166" y="330"/>
                    <a:pt x="163" y="330"/>
                  </a:cubicBezTo>
                  <a:cubicBezTo>
                    <a:pt x="157" y="330"/>
                    <a:pt x="152" y="330"/>
                    <a:pt x="147" y="328"/>
                  </a:cubicBezTo>
                  <a:cubicBezTo>
                    <a:pt x="147" y="326"/>
                    <a:pt x="147" y="324"/>
                    <a:pt x="147" y="324"/>
                  </a:cubicBezTo>
                  <a:close/>
                  <a:moveTo>
                    <a:pt x="194" y="373"/>
                  </a:moveTo>
                  <a:cubicBezTo>
                    <a:pt x="198" y="373"/>
                    <a:pt x="205" y="373"/>
                    <a:pt x="213" y="373"/>
                  </a:cubicBezTo>
                  <a:cubicBezTo>
                    <a:pt x="222" y="376"/>
                    <a:pt x="222" y="376"/>
                    <a:pt x="205" y="376"/>
                  </a:cubicBezTo>
                  <a:lnTo>
                    <a:pt x="187" y="374"/>
                  </a:lnTo>
                  <a:cubicBezTo>
                    <a:pt x="187" y="373"/>
                    <a:pt x="190" y="373"/>
                    <a:pt x="194" y="373"/>
                  </a:cubicBezTo>
                  <a:close/>
                  <a:moveTo>
                    <a:pt x="182" y="397"/>
                  </a:moveTo>
                  <a:lnTo>
                    <a:pt x="183" y="399"/>
                  </a:lnTo>
                  <a:cubicBezTo>
                    <a:pt x="177" y="400"/>
                    <a:pt x="172" y="401"/>
                    <a:pt x="169" y="401"/>
                  </a:cubicBezTo>
                  <a:cubicBezTo>
                    <a:pt x="167" y="401"/>
                    <a:pt x="165" y="400"/>
                    <a:pt x="165" y="399"/>
                  </a:cubicBezTo>
                  <a:lnTo>
                    <a:pt x="165" y="397"/>
                  </a:lnTo>
                  <a:close/>
                  <a:moveTo>
                    <a:pt x="254" y="417"/>
                  </a:moveTo>
                  <a:lnTo>
                    <a:pt x="237" y="419"/>
                  </a:lnTo>
                  <a:lnTo>
                    <a:pt x="246" y="418"/>
                  </a:lnTo>
                  <a:lnTo>
                    <a:pt x="254" y="417"/>
                  </a:lnTo>
                  <a:close/>
                  <a:moveTo>
                    <a:pt x="155" y="446"/>
                  </a:moveTo>
                  <a:lnTo>
                    <a:pt x="155" y="446"/>
                  </a:lnTo>
                  <a:cubicBezTo>
                    <a:pt x="155" y="446"/>
                    <a:pt x="155" y="447"/>
                    <a:pt x="155" y="447"/>
                  </a:cubicBezTo>
                  <a:lnTo>
                    <a:pt x="155" y="446"/>
                  </a:lnTo>
                  <a:close/>
                  <a:moveTo>
                    <a:pt x="156" y="446"/>
                  </a:moveTo>
                  <a:cubicBezTo>
                    <a:pt x="158" y="446"/>
                    <a:pt x="163" y="448"/>
                    <a:pt x="164" y="451"/>
                  </a:cubicBezTo>
                  <a:lnTo>
                    <a:pt x="155" y="452"/>
                  </a:lnTo>
                  <a:cubicBezTo>
                    <a:pt x="155" y="449"/>
                    <a:pt x="146" y="448"/>
                    <a:pt x="155" y="446"/>
                  </a:cubicBezTo>
                  <a:lnTo>
                    <a:pt x="155" y="446"/>
                  </a:lnTo>
                  <a:lnTo>
                    <a:pt x="155" y="446"/>
                  </a:lnTo>
                  <a:cubicBezTo>
                    <a:pt x="155" y="446"/>
                    <a:pt x="155" y="446"/>
                    <a:pt x="156" y="446"/>
                  </a:cubicBezTo>
                  <a:close/>
                  <a:moveTo>
                    <a:pt x="212" y="457"/>
                  </a:moveTo>
                  <a:cubicBezTo>
                    <a:pt x="214" y="457"/>
                    <a:pt x="216" y="457"/>
                    <a:pt x="217" y="458"/>
                  </a:cubicBezTo>
                  <a:cubicBezTo>
                    <a:pt x="224" y="459"/>
                    <a:pt x="217" y="463"/>
                    <a:pt x="200" y="464"/>
                  </a:cubicBezTo>
                  <a:lnTo>
                    <a:pt x="199" y="458"/>
                  </a:lnTo>
                  <a:cubicBezTo>
                    <a:pt x="204" y="458"/>
                    <a:pt x="209" y="457"/>
                    <a:pt x="212" y="457"/>
                  </a:cubicBezTo>
                  <a:close/>
                  <a:moveTo>
                    <a:pt x="219" y="477"/>
                  </a:moveTo>
                  <a:lnTo>
                    <a:pt x="219" y="480"/>
                  </a:lnTo>
                  <a:cubicBezTo>
                    <a:pt x="219" y="482"/>
                    <a:pt x="219" y="482"/>
                    <a:pt x="211" y="483"/>
                  </a:cubicBezTo>
                  <a:lnTo>
                    <a:pt x="211" y="481"/>
                  </a:lnTo>
                  <a:lnTo>
                    <a:pt x="219" y="477"/>
                  </a:lnTo>
                  <a:close/>
                  <a:moveTo>
                    <a:pt x="247" y="499"/>
                  </a:moveTo>
                  <a:cubicBezTo>
                    <a:pt x="241" y="500"/>
                    <a:pt x="236" y="502"/>
                    <a:pt x="231" y="504"/>
                  </a:cubicBezTo>
                  <a:cubicBezTo>
                    <a:pt x="231" y="505"/>
                    <a:pt x="233" y="506"/>
                    <a:pt x="235" y="506"/>
                  </a:cubicBezTo>
                  <a:cubicBezTo>
                    <a:pt x="237" y="506"/>
                    <a:pt x="239" y="505"/>
                    <a:pt x="239" y="505"/>
                  </a:cubicBezTo>
                  <a:cubicBezTo>
                    <a:pt x="239" y="505"/>
                    <a:pt x="248" y="503"/>
                    <a:pt x="248" y="501"/>
                  </a:cubicBezTo>
                  <a:lnTo>
                    <a:pt x="247" y="499"/>
                  </a:lnTo>
                  <a:close/>
                  <a:moveTo>
                    <a:pt x="195" y="522"/>
                  </a:moveTo>
                  <a:cubicBezTo>
                    <a:pt x="199" y="522"/>
                    <a:pt x="199" y="523"/>
                    <a:pt x="199" y="523"/>
                  </a:cubicBezTo>
                  <a:cubicBezTo>
                    <a:pt x="200" y="526"/>
                    <a:pt x="200" y="528"/>
                    <a:pt x="191" y="529"/>
                  </a:cubicBezTo>
                  <a:cubicBezTo>
                    <a:pt x="191" y="529"/>
                    <a:pt x="189" y="529"/>
                    <a:pt x="187" y="529"/>
                  </a:cubicBezTo>
                  <a:cubicBezTo>
                    <a:pt x="185" y="529"/>
                    <a:pt x="183" y="529"/>
                    <a:pt x="183" y="528"/>
                  </a:cubicBezTo>
                  <a:cubicBezTo>
                    <a:pt x="182" y="526"/>
                    <a:pt x="191" y="522"/>
                    <a:pt x="191" y="522"/>
                  </a:cubicBezTo>
                  <a:cubicBezTo>
                    <a:pt x="192" y="522"/>
                    <a:pt x="194" y="522"/>
                    <a:pt x="195" y="522"/>
                  </a:cubicBezTo>
                  <a:close/>
                  <a:moveTo>
                    <a:pt x="311" y="530"/>
                  </a:moveTo>
                  <a:cubicBezTo>
                    <a:pt x="309" y="530"/>
                    <a:pt x="307" y="531"/>
                    <a:pt x="303" y="534"/>
                  </a:cubicBezTo>
                  <a:lnTo>
                    <a:pt x="304" y="538"/>
                  </a:lnTo>
                  <a:cubicBezTo>
                    <a:pt x="312" y="537"/>
                    <a:pt x="312" y="537"/>
                    <a:pt x="312" y="535"/>
                  </a:cubicBezTo>
                  <a:cubicBezTo>
                    <a:pt x="312" y="532"/>
                    <a:pt x="312" y="530"/>
                    <a:pt x="311" y="530"/>
                  </a:cubicBezTo>
                  <a:close/>
                  <a:moveTo>
                    <a:pt x="203" y="564"/>
                  </a:moveTo>
                  <a:cubicBezTo>
                    <a:pt x="204" y="564"/>
                    <a:pt x="205" y="565"/>
                    <a:pt x="205" y="568"/>
                  </a:cubicBezTo>
                  <a:cubicBezTo>
                    <a:pt x="205" y="571"/>
                    <a:pt x="196" y="572"/>
                    <a:pt x="196" y="572"/>
                  </a:cubicBezTo>
                  <a:cubicBezTo>
                    <a:pt x="195" y="572"/>
                    <a:pt x="194" y="572"/>
                    <a:pt x="194" y="572"/>
                  </a:cubicBezTo>
                  <a:cubicBezTo>
                    <a:pt x="190" y="572"/>
                    <a:pt x="196" y="569"/>
                    <a:pt x="196" y="567"/>
                  </a:cubicBezTo>
                  <a:cubicBezTo>
                    <a:pt x="200" y="565"/>
                    <a:pt x="202" y="564"/>
                    <a:pt x="203" y="564"/>
                  </a:cubicBezTo>
                  <a:close/>
                  <a:moveTo>
                    <a:pt x="26" y="580"/>
                  </a:moveTo>
                  <a:cubicBezTo>
                    <a:pt x="24" y="580"/>
                    <a:pt x="21" y="580"/>
                    <a:pt x="18" y="581"/>
                  </a:cubicBezTo>
                  <a:cubicBezTo>
                    <a:pt x="9" y="582"/>
                    <a:pt x="9" y="584"/>
                    <a:pt x="27" y="584"/>
                  </a:cubicBezTo>
                  <a:cubicBezTo>
                    <a:pt x="35" y="583"/>
                    <a:pt x="35" y="583"/>
                    <a:pt x="35" y="581"/>
                  </a:cubicBezTo>
                  <a:cubicBezTo>
                    <a:pt x="32" y="580"/>
                    <a:pt x="29" y="580"/>
                    <a:pt x="26" y="580"/>
                  </a:cubicBezTo>
                  <a:close/>
                  <a:moveTo>
                    <a:pt x="277" y="595"/>
                  </a:moveTo>
                  <a:cubicBezTo>
                    <a:pt x="277" y="595"/>
                    <a:pt x="277" y="595"/>
                    <a:pt x="277" y="595"/>
                  </a:cubicBezTo>
                  <a:lnTo>
                    <a:pt x="277" y="595"/>
                  </a:lnTo>
                  <a:cubicBezTo>
                    <a:pt x="277" y="596"/>
                    <a:pt x="277" y="597"/>
                    <a:pt x="277" y="597"/>
                  </a:cubicBezTo>
                  <a:cubicBezTo>
                    <a:pt x="277" y="597"/>
                    <a:pt x="277" y="596"/>
                    <a:pt x="277" y="595"/>
                  </a:cubicBezTo>
                  <a:close/>
                  <a:moveTo>
                    <a:pt x="231" y="602"/>
                  </a:moveTo>
                  <a:cubicBezTo>
                    <a:pt x="234" y="602"/>
                    <a:pt x="232" y="605"/>
                    <a:pt x="219" y="609"/>
                  </a:cubicBezTo>
                  <a:cubicBezTo>
                    <a:pt x="215" y="609"/>
                    <a:pt x="213" y="609"/>
                    <a:pt x="212" y="609"/>
                  </a:cubicBezTo>
                  <a:cubicBezTo>
                    <a:pt x="210" y="609"/>
                    <a:pt x="210" y="609"/>
                    <a:pt x="210" y="608"/>
                  </a:cubicBezTo>
                  <a:cubicBezTo>
                    <a:pt x="215" y="605"/>
                    <a:pt x="221" y="603"/>
                    <a:pt x="227" y="603"/>
                  </a:cubicBezTo>
                  <a:cubicBezTo>
                    <a:pt x="228" y="603"/>
                    <a:pt x="230" y="602"/>
                    <a:pt x="231" y="602"/>
                  </a:cubicBezTo>
                  <a:close/>
                  <a:moveTo>
                    <a:pt x="220" y="620"/>
                  </a:moveTo>
                  <a:lnTo>
                    <a:pt x="229" y="621"/>
                  </a:lnTo>
                  <a:lnTo>
                    <a:pt x="229" y="623"/>
                  </a:lnTo>
                  <a:cubicBezTo>
                    <a:pt x="224" y="625"/>
                    <a:pt x="219" y="626"/>
                    <a:pt x="215" y="626"/>
                  </a:cubicBezTo>
                  <a:cubicBezTo>
                    <a:pt x="213" y="626"/>
                    <a:pt x="212" y="625"/>
                    <a:pt x="212" y="624"/>
                  </a:cubicBezTo>
                  <a:lnTo>
                    <a:pt x="220" y="620"/>
                  </a:lnTo>
                  <a:close/>
                  <a:moveTo>
                    <a:pt x="223" y="775"/>
                  </a:moveTo>
                  <a:lnTo>
                    <a:pt x="232" y="776"/>
                  </a:lnTo>
                  <a:lnTo>
                    <a:pt x="232" y="778"/>
                  </a:lnTo>
                  <a:cubicBezTo>
                    <a:pt x="227" y="779"/>
                    <a:pt x="222" y="780"/>
                    <a:pt x="219" y="780"/>
                  </a:cubicBezTo>
                  <a:cubicBezTo>
                    <a:pt x="217" y="780"/>
                    <a:pt x="215" y="780"/>
                    <a:pt x="215" y="779"/>
                  </a:cubicBezTo>
                  <a:lnTo>
                    <a:pt x="223" y="775"/>
                  </a:lnTo>
                  <a:close/>
                  <a:moveTo>
                    <a:pt x="248" y="831"/>
                  </a:moveTo>
                  <a:cubicBezTo>
                    <a:pt x="248" y="833"/>
                    <a:pt x="248" y="833"/>
                    <a:pt x="240" y="835"/>
                  </a:cubicBezTo>
                  <a:lnTo>
                    <a:pt x="223" y="835"/>
                  </a:lnTo>
                  <a:cubicBezTo>
                    <a:pt x="222" y="833"/>
                    <a:pt x="240" y="832"/>
                    <a:pt x="248" y="831"/>
                  </a:cubicBezTo>
                  <a:close/>
                  <a:moveTo>
                    <a:pt x="303" y="861"/>
                  </a:moveTo>
                  <a:cubicBezTo>
                    <a:pt x="306" y="861"/>
                    <a:pt x="309" y="862"/>
                    <a:pt x="312" y="862"/>
                  </a:cubicBezTo>
                  <a:lnTo>
                    <a:pt x="312" y="864"/>
                  </a:lnTo>
                  <a:cubicBezTo>
                    <a:pt x="307" y="865"/>
                    <a:pt x="302" y="866"/>
                    <a:pt x="299" y="866"/>
                  </a:cubicBezTo>
                  <a:cubicBezTo>
                    <a:pt x="297" y="866"/>
                    <a:pt x="295" y="865"/>
                    <a:pt x="295" y="864"/>
                  </a:cubicBezTo>
                  <a:lnTo>
                    <a:pt x="295" y="862"/>
                  </a:lnTo>
                  <a:cubicBezTo>
                    <a:pt x="298" y="862"/>
                    <a:pt x="301" y="861"/>
                    <a:pt x="303" y="861"/>
                  </a:cubicBezTo>
                  <a:close/>
                  <a:moveTo>
                    <a:pt x="257" y="899"/>
                  </a:moveTo>
                  <a:lnTo>
                    <a:pt x="266" y="900"/>
                  </a:lnTo>
                  <a:lnTo>
                    <a:pt x="266" y="903"/>
                  </a:lnTo>
                  <a:cubicBezTo>
                    <a:pt x="261" y="903"/>
                    <a:pt x="256" y="904"/>
                    <a:pt x="253" y="904"/>
                  </a:cubicBezTo>
                  <a:cubicBezTo>
                    <a:pt x="251" y="904"/>
                    <a:pt x="249" y="904"/>
                    <a:pt x="249" y="903"/>
                  </a:cubicBezTo>
                  <a:lnTo>
                    <a:pt x="257" y="899"/>
                  </a:lnTo>
                  <a:close/>
                  <a:moveTo>
                    <a:pt x="281" y="1062"/>
                  </a:moveTo>
                  <a:cubicBezTo>
                    <a:pt x="284" y="1062"/>
                    <a:pt x="287" y="1063"/>
                    <a:pt x="287" y="1064"/>
                  </a:cubicBezTo>
                  <a:cubicBezTo>
                    <a:pt x="288" y="1069"/>
                    <a:pt x="288" y="1069"/>
                    <a:pt x="279" y="1070"/>
                  </a:cubicBezTo>
                  <a:cubicBezTo>
                    <a:pt x="278" y="1070"/>
                    <a:pt x="278" y="1070"/>
                    <a:pt x="277" y="1070"/>
                  </a:cubicBezTo>
                  <a:cubicBezTo>
                    <a:pt x="271" y="1070"/>
                    <a:pt x="270" y="1066"/>
                    <a:pt x="270" y="1064"/>
                  </a:cubicBezTo>
                  <a:cubicBezTo>
                    <a:pt x="274" y="1063"/>
                    <a:pt x="278" y="1062"/>
                    <a:pt x="281" y="1062"/>
                  </a:cubicBezTo>
                  <a:close/>
                  <a:moveTo>
                    <a:pt x="309" y="1158"/>
                  </a:moveTo>
                  <a:lnTo>
                    <a:pt x="309" y="1161"/>
                  </a:lnTo>
                  <a:cubicBezTo>
                    <a:pt x="304" y="1162"/>
                    <a:pt x="298" y="1163"/>
                    <a:pt x="295" y="1163"/>
                  </a:cubicBezTo>
                  <a:cubicBezTo>
                    <a:pt x="293" y="1163"/>
                    <a:pt x="292" y="1163"/>
                    <a:pt x="292" y="1162"/>
                  </a:cubicBezTo>
                  <a:lnTo>
                    <a:pt x="291" y="1159"/>
                  </a:lnTo>
                  <a:cubicBezTo>
                    <a:pt x="297" y="1158"/>
                    <a:pt x="303" y="1158"/>
                    <a:pt x="309" y="1158"/>
                  </a:cubicBezTo>
                  <a:close/>
                  <a:moveTo>
                    <a:pt x="380" y="1347"/>
                  </a:moveTo>
                  <a:cubicBezTo>
                    <a:pt x="385" y="1347"/>
                    <a:pt x="385" y="1348"/>
                    <a:pt x="385" y="1348"/>
                  </a:cubicBezTo>
                  <a:cubicBezTo>
                    <a:pt x="385" y="1350"/>
                    <a:pt x="385" y="1350"/>
                    <a:pt x="377" y="1351"/>
                  </a:cubicBezTo>
                  <a:cubicBezTo>
                    <a:pt x="377" y="1351"/>
                    <a:pt x="375" y="1352"/>
                    <a:pt x="372" y="1352"/>
                  </a:cubicBezTo>
                  <a:cubicBezTo>
                    <a:pt x="370" y="1352"/>
                    <a:pt x="368" y="1351"/>
                    <a:pt x="368" y="1350"/>
                  </a:cubicBezTo>
                  <a:lnTo>
                    <a:pt x="376" y="1347"/>
                  </a:lnTo>
                  <a:cubicBezTo>
                    <a:pt x="378" y="1347"/>
                    <a:pt x="379" y="1347"/>
                    <a:pt x="380" y="1347"/>
                  </a:cubicBezTo>
                  <a:close/>
                  <a:moveTo>
                    <a:pt x="388" y="1374"/>
                  </a:moveTo>
                  <a:lnTo>
                    <a:pt x="397" y="1375"/>
                  </a:lnTo>
                  <a:lnTo>
                    <a:pt x="397" y="1377"/>
                  </a:lnTo>
                  <a:cubicBezTo>
                    <a:pt x="392" y="1378"/>
                    <a:pt x="387" y="1378"/>
                    <a:pt x="384" y="1378"/>
                  </a:cubicBezTo>
                  <a:cubicBezTo>
                    <a:pt x="382" y="1378"/>
                    <a:pt x="380" y="1378"/>
                    <a:pt x="380" y="1377"/>
                  </a:cubicBezTo>
                  <a:lnTo>
                    <a:pt x="388" y="1374"/>
                  </a:lnTo>
                  <a:close/>
                  <a:moveTo>
                    <a:pt x="334" y="1399"/>
                  </a:moveTo>
                  <a:cubicBezTo>
                    <a:pt x="335" y="1399"/>
                    <a:pt x="337" y="1399"/>
                    <a:pt x="340" y="1400"/>
                  </a:cubicBezTo>
                  <a:cubicBezTo>
                    <a:pt x="349" y="1401"/>
                    <a:pt x="349" y="1403"/>
                    <a:pt x="341" y="1405"/>
                  </a:cubicBezTo>
                  <a:cubicBezTo>
                    <a:pt x="337" y="1406"/>
                    <a:pt x="335" y="1406"/>
                    <a:pt x="334" y="1406"/>
                  </a:cubicBezTo>
                  <a:cubicBezTo>
                    <a:pt x="332" y="1406"/>
                    <a:pt x="332" y="1405"/>
                    <a:pt x="332" y="1404"/>
                  </a:cubicBezTo>
                  <a:cubicBezTo>
                    <a:pt x="331" y="1400"/>
                    <a:pt x="331" y="1399"/>
                    <a:pt x="334" y="1399"/>
                  </a:cubicBezTo>
                  <a:close/>
                  <a:moveTo>
                    <a:pt x="342" y="1416"/>
                  </a:moveTo>
                  <a:lnTo>
                    <a:pt x="342" y="1419"/>
                  </a:lnTo>
                  <a:cubicBezTo>
                    <a:pt x="343" y="1421"/>
                    <a:pt x="343" y="1421"/>
                    <a:pt x="334" y="1422"/>
                  </a:cubicBezTo>
                  <a:lnTo>
                    <a:pt x="334" y="1420"/>
                  </a:lnTo>
                  <a:lnTo>
                    <a:pt x="342" y="1416"/>
                  </a:lnTo>
                  <a:close/>
                  <a:moveTo>
                    <a:pt x="328" y="1439"/>
                  </a:moveTo>
                  <a:cubicBezTo>
                    <a:pt x="328" y="1440"/>
                    <a:pt x="329" y="1440"/>
                    <a:pt x="330" y="1440"/>
                  </a:cubicBezTo>
                  <a:cubicBezTo>
                    <a:pt x="332" y="1440"/>
                    <a:pt x="333" y="1439"/>
                    <a:pt x="328" y="1439"/>
                  </a:cubicBezTo>
                  <a:close/>
                  <a:moveTo>
                    <a:pt x="346" y="1440"/>
                  </a:moveTo>
                  <a:lnTo>
                    <a:pt x="346" y="1442"/>
                  </a:lnTo>
                  <a:cubicBezTo>
                    <a:pt x="346" y="1444"/>
                    <a:pt x="346" y="1444"/>
                    <a:pt x="338" y="1446"/>
                  </a:cubicBezTo>
                  <a:lnTo>
                    <a:pt x="337" y="1443"/>
                  </a:lnTo>
                  <a:lnTo>
                    <a:pt x="346" y="1440"/>
                  </a:lnTo>
                  <a:close/>
                  <a:moveTo>
                    <a:pt x="365" y="1460"/>
                  </a:moveTo>
                  <a:lnTo>
                    <a:pt x="366" y="1462"/>
                  </a:lnTo>
                  <a:cubicBezTo>
                    <a:pt x="366" y="1466"/>
                    <a:pt x="358" y="1467"/>
                    <a:pt x="358" y="1467"/>
                  </a:cubicBezTo>
                  <a:cubicBezTo>
                    <a:pt x="358" y="1467"/>
                    <a:pt x="356" y="1467"/>
                    <a:pt x="353" y="1467"/>
                  </a:cubicBezTo>
                  <a:cubicBezTo>
                    <a:pt x="351" y="1467"/>
                    <a:pt x="349" y="1467"/>
                    <a:pt x="349" y="1466"/>
                  </a:cubicBezTo>
                  <a:cubicBezTo>
                    <a:pt x="353" y="1463"/>
                    <a:pt x="359" y="1461"/>
                    <a:pt x="365" y="1460"/>
                  </a:cubicBezTo>
                  <a:close/>
                  <a:moveTo>
                    <a:pt x="369" y="1555"/>
                  </a:moveTo>
                  <a:cubicBezTo>
                    <a:pt x="378" y="1557"/>
                    <a:pt x="386" y="1558"/>
                    <a:pt x="378" y="1559"/>
                  </a:cubicBezTo>
                  <a:cubicBezTo>
                    <a:pt x="375" y="1559"/>
                    <a:pt x="372" y="1560"/>
                    <a:pt x="370" y="1560"/>
                  </a:cubicBezTo>
                  <a:cubicBezTo>
                    <a:pt x="367" y="1560"/>
                    <a:pt x="364" y="1559"/>
                    <a:pt x="361" y="1559"/>
                  </a:cubicBezTo>
                  <a:cubicBezTo>
                    <a:pt x="361" y="1559"/>
                    <a:pt x="352" y="1558"/>
                    <a:pt x="360" y="1557"/>
                  </a:cubicBezTo>
                  <a:lnTo>
                    <a:pt x="369" y="1555"/>
                  </a:lnTo>
                  <a:close/>
                  <a:moveTo>
                    <a:pt x="412" y="1629"/>
                  </a:moveTo>
                  <a:cubicBezTo>
                    <a:pt x="416" y="1629"/>
                    <a:pt x="419" y="1630"/>
                    <a:pt x="422" y="1631"/>
                  </a:cubicBezTo>
                  <a:cubicBezTo>
                    <a:pt x="422" y="1633"/>
                    <a:pt x="422" y="1633"/>
                    <a:pt x="414" y="1635"/>
                  </a:cubicBezTo>
                  <a:cubicBezTo>
                    <a:pt x="412" y="1635"/>
                    <a:pt x="409" y="1636"/>
                    <a:pt x="407" y="1636"/>
                  </a:cubicBezTo>
                  <a:cubicBezTo>
                    <a:pt x="401" y="1636"/>
                    <a:pt x="397" y="1635"/>
                    <a:pt x="396" y="1633"/>
                  </a:cubicBezTo>
                  <a:cubicBezTo>
                    <a:pt x="396" y="1631"/>
                    <a:pt x="404" y="1629"/>
                    <a:pt x="412" y="1629"/>
                  </a:cubicBezTo>
                  <a:close/>
                  <a:moveTo>
                    <a:pt x="470" y="1956"/>
                  </a:moveTo>
                  <a:cubicBezTo>
                    <a:pt x="472" y="1956"/>
                    <a:pt x="473" y="1956"/>
                    <a:pt x="473" y="1957"/>
                  </a:cubicBezTo>
                  <a:cubicBezTo>
                    <a:pt x="487" y="1959"/>
                    <a:pt x="480" y="1961"/>
                    <a:pt x="468" y="1961"/>
                  </a:cubicBezTo>
                  <a:cubicBezTo>
                    <a:pt x="465" y="1961"/>
                    <a:pt x="461" y="1961"/>
                    <a:pt x="457" y="1960"/>
                  </a:cubicBezTo>
                  <a:cubicBezTo>
                    <a:pt x="440" y="1960"/>
                    <a:pt x="440" y="1960"/>
                    <a:pt x="457" y="1958"/>
                  </a:cubicBezTo>
                  <a:cubicBezTo>
                    <a:pt x="461" y="1957"/>
                    <a:pt x="467" y="1956"/>
                    <a:pt x="470" y="1956"/>
                  </a:cubicBezTo>
                  <a:close/>
                  <a:moveTo>
                    <a:pt x="119" y="0"/>
                  </a:moveTo>
                  <a:cubicBezTo>
                    <a:pt x="113" y="0"/>
                    <a:pt x="107" y="2"/>
                    <a:pt x="113" y="4"/>
                  </a:cubicBezTo>
                  <a:lnTo>
                    <a:pt x="105" y="7"/>
                  </a:lnTo>
                  <a:cubicBezTo>
                    <a:pt x="86" y="10"/>
                    <a:pt x="82" y="14"/>
                    <a:pt x="91" y="14"/>
                  </a:cubicBezTo>
                  <a:cubicBezTo>
                    <a:pt x="94" y="14"/>
                    <a:pt x="99" y="13"/>
                    <a:pt x="105" y="12"/>
                  </a:cubicBezTo>
                  <a:cubicBezTo>
                    <a:pt x="117" y="10"/>
                    <a:pt x="124" y="9"/>
                    <a:pt x="126" y="9"/>
                  </a:cubicBezTo>
                  <a:cubicBezTo>
                    <a:pt x="128" y="9"/>
                    <a:pt x="123" y="11"/>
                    <a:pt x="114" y="13"/>
                  </a:cubicBezTo>
                  <a:cubicBezTo>
                    <a:pt x="98" y="15"/>
                    <a:pt x="98" y="18"/>
                    <a:pt x="99" y="21"/>
                  </a:cubicBezTo>
                  <a:cubicBezTo>
                    <a:pt x="99" y="23"/>
                    <a:pt x="99" y="23"/>
                    <a:pt x="90" y="24"/>
                  </a:cubicBezTo>
                  <a:cubicBezTo>
                    <a:pt x="82" y="25"/>
                    <a:pt x="74" y="29"/>
                    <a:pt x="74" y="31"/>
                  </a:cubicBezTo>
                  <a:cubicBezTo>
                    <a:pt x="74" y="32"/>
                    <a:pt x="74" y="33"/>
                    <a:pt x="76" y="33"/>
                  </a:cubicBezTo>
                  <a:cubicBezTo>
                    <a:pt x="77" y="33"/>
                    <a:pt x="79" y="33"/>
                    <a:pt x="83" y="32"/>
                  </a:cubicBezTo>
                  <a:cubicBezTo>
                    <a:pt x="85" y="31"/>
                    <a:pt x="86" y="31"/>
                    <a:pt x="87" y="31"/>
                  </a:cubicBezTo>
                  <a:cubicBezTo>
                    <a:pt x="90" y="31"/>
                    <a:pt x="88" y="35"/>
                    <a:pt x="75" y="39"/>
                  </a:cubicBezTo>
                  <a:cubicBezTo>
                    <a:pt x="71" y="41"/>
                    <a:pt x="69" y="41"/>
                    <a:pt x="70" y="41"/>
                  </a:cubicBezTo>
                  <a:cubicBezTo>
                    <a:pt x="72" y="41"/>
                    <a:pt x="76" y="41"/>
                    <a:pt x="84" y="39"/>
                  </a:cubicBezTo>
                  <a:cubicBezTo>
                    <a:pt x="87" y="38"/>
                    <a:pt x="90" y="38"/>
                    <a:pt x="92" y="38"/>
                  </a:cubicBezTo>
                  <a:cubicBezTo>
                    <a:pt x="100" y="38"/>
                    <a:pt x="98" y="42"/>
                    <a:pt x="84" y="47"/>
                  </a:cubicBezTo>
                  <a:cubicBezTo>
                    <a:pt x="84" y="47"/>
                    <a:pt x="85" y="49"/>
                    <a:pt x="85" y="51"/>
                  </a:cubicBezTo>
                  <a:cubicBezTo>
                    <a:pt x="85" y="52"/>
                    <a:pt x="87" y="52"/>
                    <a:pt x="89" y="52"/>
                  </a:cubicBezTo>
                  <a:cubicBezTo>
                    <a:pt x="93" y="52"/>
                    <a:pt x="98" y="52"/>
                    <a:pt x="102" y="51"/>
                  </a:cubicBezTo>
                  <a:cubicBezTo>
                    <a:pt x="110" y="50"/>
                    <a:pt x="114" y="49"/>
                    <a:pt x="116" y="49"/>
                  </a:cubicBezTo>
                  <a:cubicBezTo>
                    <a:pt x="117" y="49"/>
                    <a:pt x="115" y="50"/>
                    <a:pt x="111" y="52"/>
                  </a:cubicBezTo>
                  <a:cubicBezTo>
                    <a:pt x="105" y="55"/>
                    <a:pt x="100" y="56"/>
                    <a:pt x="94" y="57"/>
                  </a:cubicBezTo>
                  <a:cubicBezTo>
                    <a:pt x="86" y="58"/>
                    <a:pt x="86" y="60"/>
                    <a:pt x="86" y="62"/>
                  </a:cubicBezTo>
                  <a:cubicBezTo>
                    <a:pt x="87" y="64"/>
                    <a:pt x="87" y="69"/>
                    <a:pt x="93" y="69"/>
                  </a:cubicBezTo>
                  <a:cubicBezTo>
                    <a:pt x="94" y="69"/>
                    <a:pt x="95" y="68"/>
                    <a:pt x="96" y="68"/>
                  </a:cubicBezTo>
                  <a:lnTo>
                    <a:pt x="96" y="68"/>
                  </a:lnTo>
                  <a:lnTo>
                    <a:pt x="88" y="70"/>
                  </a:lnTo>
                  <a:cubicBezTo>
                    <a:pt x="88" y="72"/>
                    <a:pt x="83" y="73"/>
                    <a:pt x="84" y="73"/>
                  </a:cubicBezTo>
                  <a:cubicBezTo>
                    <a:pt x="84" y="73"/>
                    <a:pt x="85" y="73"/>
                    <a:pt x="88" y="72"/>
                  </a:cubicBezTo>
                  <a:lnTo>
                    <a:pt x="88" y="72"/>
                  </a:lnTo>
                  <a:cubicBezTo>
                    <a:pt x="88" y="72"/>
                    <a:pt x="89" y="75"/>
                    <a:pt x="81" y="80"/>
                  </a:cubicBezTo>
                  <a:cubicBezTo>
                    <a:pt x="76" y="84"/>
                    <a:pt x="80" y="87"/>
                    <a:pt x="87" y="87"/>
                  </a:cubicBezTo>
                  <a:cubicBezTo>
                    <a:pt x="93" y="87"/>
                    <a:pt x="100" y="85"/>
                    <a:pt x="107" y="81"/>
                  </a:cubicBezTo>
                  <a:lnTo>
                    <a:pt x="107" y="84"/>
                  </a:lnTo>
                  <a:cubicBezTo>
                    <a:pt x="107" y="85"/>
                    <a:pt x="109" y="85"/>
                    <a:pt x="111" y="85"/>
                  </a:cubicBezTo>
                  <a:cubicBezTo>
                    <a:pt x="113" y="85"/>
                    <a:pt x="116" y="85"/>
                    <a:pt x="116" y="85"/>
                  </a:cubicBezTo>
                  <a:cubicBezTo>
                    <a:pt x="117" y="85"/>
                    <a:pt x="118" y="85"/>
                    <a:pt x="119" y="85"/>
                  </a:cubicBezTo>
                  <a:cubicBezTo>
                    <a:pt x="124" y="85"/>
                    <a:pt x="125" y="86"/>
                    <a:pt x="125" y="88"/>
                  </a:cubicBezTo>
                  <a:lnTo>
                    <a:pt x="108" y="90"/>
                  </a:lnTo>
                  <a:cubicBezTo>
                    <a:pt x="84" y="92"/>
                    <a:pt x="76" y="97"/>
                    <a:pt x="94" y="97"/>
                  </a:cubicBezTo>
                  <a:cubicBezTo>
                    <a:pt x="95" y="97"/>
                    <a:pt x="96" y="97"/>
                    <a:pt x="98" y="97"/>
                  </a:cubicBezTo>
                  <a:lnTo>
                    <a:pt x="98" y="97"/>
                  </a:lnTo>
                  <a:cubicBezTo>
                    <a:pt x="96" y="98"/>
                    <a:pt x="93" y="98"/>
                    <a:pt x="91" y="98"/>
                  </a:cubicBezTo>
                  <a:cubicBezTo>
                    <a:pt x="83" y="99"/>
                    <a:pt x="83" y="102"/>
                    <a:pt x="92" y="105"/>
                  </a:cubicBezTo>
                  <a:cubicBezTo>
                    <a:pt x="93" y="106"/>
                    <a:pt x="99" y="107"/>
                    <a:pt x="105" y="107"/>
                  </a:cubicBezTo>
                  <a:cubicBezTo>
                    <a:pt x="110" y="107"/>
                    <a:pt x="115" y="107"/>
                    <a:pt x="118" y="106"/>
                  </a:cubicBezTo>
                  <a:cubicBezTo>
                    <a:pt x="120" y="106"/>
                    <a:pt x="122" y="105"/>
                    <a:pt x="123" y="105"/>
                  </a:cubicBezTo>
                  <a:cubicBezTo>
                    <a:pt x="127" y="105"/>
                    <a:pt x="127" y="107"/>
                    <a:pt x="127" y="107"/>
                  </a:cubicBezTo>
                  <a:cubicBezTo>
                    <a:pt x="127" y="109"/>
                    <a:pt x="127" y="109"/>
                    <a:pt x="119" y="111"/>
                  </a:cubicBezTo>
                  <a:cubicBezTo>
                    <a:pt x="102" y="113"/>
                    <a:pt x="102" y="117"/>
                    <a:pt x="120" y="117"/>
                  </a:cubicBezTo>
                  <a:lnTo>
                    <a:pt x="111" y="118"/>
                  </a:lnTo>
                  <a:cubicBezTo>
                    <a:pt x="103" y="120"/>
                    <a:pt x="95" y="124"/>
                    <a:pt x="104" y="134"/>
                  </a:cubicBezTo>
                  <a:cubicBezTo>
                    <a:pt x="105" y="143"/>
                    <a:pt x="107" y="151"/>
                    <a:pt x="99" y="152"/>
                  </a:cubicBezTo>
                  <a:cubicBezTo>
                    <a:pt x="90" y="153"/>
                    <a:pt x="108" y="160"/>
                    <a:pt x="126" y="162"/>
                  </a:cubicBezTo>
                  <a:cubicBezTo>
                    <a:pt x="117" y="163"/>
                    <a:pt x="118" y="166"/>
                    <a:pt x="118" y="170"/>
                  </a:cubicBezTo>
                  <a:cubicBezTo>
                    <a:pt x="119" y="177"/>
                    <a:pt x="119" y="177"/>
                    <a:pt x="111" y="179"/>
                  </a:cubicBezTo>
                  <a:cubicBezTo>
                    <a:pt x="93" y="179"/>
                    <a:pt x="93" y="179"/>
                    <a:pt x="111" y="181"/>
                  </a:cubicBezTo>
                  <a:cubicBezTo>
                    <a:pt x="112" y="181"/>
                    <a:pt x="113" y="181"/>
                    <a:pt x="114" y="181"/>
                  </a:cubicBezTo>
                  <a:cubicBezTo>
                    <a:pt x="127" y="181"/>
                    <a:pt x="119" y="189"/>
                    <a:pt x="103" y="191"/>
                  </a:cubicBezTo>
                  <a:cubicBezTo>
                    <a:pt x="95" y="193"/>
                    <a:pt x="95" y="196"/>
                    <a:pt x="96" y="200"/>
                  </a:cubicBezTo>
                  <a:cubicBezTo>
                    <a:pt x="105" y="201"/>
                    <a:pt x="105" y="206"/>
                    <a:pt x="107" y="210"/>
                  </a:cubicBezTo>
                  <a:cubicBezTo>
                    <a:pt x="107" y="215"/>
                    <a:pt x="107" y="216"/>
                    <a:pt x="111" y="216"/>
                  </a:cubicBezTo>
                  <a:cubicBezTo>
                    <a:pt x="113" y="216"/>
                    <a:pt x="117" y="216"/>
                    <a:pt x="123" y="215"/>
                  </a:cubicBezTo>
                  <a:cubicBezTo>
                    <a:pt x="128" y="214"/>
                    <a:pt x="132" y="214"/>
                    <a:pt x="134" y="214"/>
                  </a:cubicBezTo>
                  <a:cubicBezTo>
                    <a:pt x="141" y="214"/>
                    <a:pt x="141" y="216"/>
                    <a:pt x="141" y="219"/>
                  </a:cubicBezTo>
                  <a:cubicBezTo>
                    <a:pt x="142" y="222"/>
                    <a:pt x="142" y="224"/>
                    <a:pt x="134" y="225"/>
                  </a:cubicBezTo>
                  <a:cubicBezTo>
                    <a:pt x="134" y="225"/>
                    <a:pt x="126" y="228"/>
                    <a:pt x="126" y="232"/>
                  </a:cubicBezTo>
                  <a:cubicBezTo>
                    <a:pt x="127" y="234"/>
                    <a:pt x="127" y="236"/>
                    <a:pt x="118" y="237"/>
                  </a:cubicBezTo>
                  <a:cubicBezTo>
                    <a:pt x="118" y="237"/>
                    <a:pt x="110" y="241"/>
                    <a:pt x="111" y="245"/>
                  </a:cubicBezTo>
                  <a:cubicBezTo>
                    <a:pt x="111" y="251"/>
                    <a:pt x="112" y="255"/>
                    <a:pt x="103" y="256"/>
                  </a:cubicBezTo>
                  <a:cubicBezTo>
                    <a:pt x="104" y="258"/>
                    <a:pt x="104" y="258"/>
                    <a:pt x="106" y="258"/>
                  </a:cubicBezTo>
                  <a:cubicBezTo>
                    <a:pt x="107" y="258"/>
                    <a:pt x="109" y="258"/>
                    <a:pt x="112" y="258"/>
                  </a:cubicBezTo>
                  <a:cubicBezTo>
                    <a:pt x="114" y="257"/>
                    <a:pt x="116" y="257"/>
                    <a:pt x="117" y="257"/>
                  </a:cubicBezTo>
                  <a:cubicBezTo>
                    <a:pt x="124" y="257"/>
                    <a:pt x="128" y="260"/>
                    <a:pt x="122" y="268"/>
                  </a:cubicBezTo>
                  <a:cubicBezTo>
                    <a:pt x="123" y="272"/>
                    <a:pt x="123" y="278"/>
                    <a:pt x="130" y="278"/>
                  </a:cubicBezTo>
                  <a:cubicBezTo>
                    <a:pt x="130" y="278"/>
                    <a:pt x="131" y="278"/>
                    <a:pt x="132" y="278"/>
                  </a:cubicBezTo>
                  <a:lnTo>
                    <a:pt x="132" y="278"/>
                  </a:lnTo>
                  <a:cubicBezTo>
                    <a:pt x="132" y="280"/>
                    <a:pt x="132" y="280"/>
                    <a:pt x="125" y="282"/>
                  </a:cubicBezTo>
                  <a:cubicBezTo>
                    <a:pt x="108" y="284"/>
                    <a:pt x="108" y="289"/>
                    <a:pt x="126" y="291"/>
                  </a:cubicBezTo>
                  <a:cubicBezTo>
                    <a:pt x="127" y="291"/>
                    <a:pt x="128" y="291"/>
                    <a:pt x="129" y="291"/>
                  </a:cubicBezTo>
                  <a:cubicBezTo>
                    <a:pt x="134" y="291"/>
                    <a:pt x="133" y="293"/>
                    <a:pt x="126" y="296"/>
                  </a:cubicBezTo>
                  <a:cubicBezTo>
                    <a:pt x="126" y="296"/>
                    <a:pt x="127" y="298"/>
                    <a:pt x="135" y="299"/>
                  </a:cubicBezTo>
                  <a:cubicBezTo>
                    <a:pt x="144" y="300"/>
                    <a:pt x="144" y="300"/>
                    <a:pt x="136" y="306"/>
                  </a:cubicBezTo>
                  <a:cubicBezTo>
                    <a:pt x="128" y="308"/>
                    <a:pt x="128" y="310"/>
                    <a:pt x="128" y="313"/>
                  </a:cubicBezTo>
                  <a:cubicBezTo>
                    <a:pt x="137" y="316"/>
                    <a:pt x="140" y="342"/>
                    <a:pt x="132" y="345"/>
                  </a:cubicBezTo>
                  <a:cubicBezTo>
                    <a:pt x="141" y="346"/>
                    <a:pt x="141" y="346"/>
                    <a:pt x="141" y="348"/>
                  </a:cubicBezTo>
                  <a:cubicBezTo>
                    <a:pt x="130" y="351"/>
                    <a:pt x="130" y="353"/>
                    <a:pt x="137" y="353"/>
                  </a:cubicBezTo>
                  <a:cubicBezTo>
                    <a:pt x="140" y="353"/>
                    <a:pt x="145" y="353"/>
                    <a:pt x="150" y="352"/>
                  </a:cubicBezTo>
                  <a:lnTo>
                    <a:pt x="150" y="350"/>
                  </a:lnTo>
                  <a:lnTo>
                    <a:pt x="150" y="347"/>
                  </a:lnTo>
                  <a:cubicBezTo>
                    <a:pt x="153" y="347"/>
                    <a:pt x="156" y="346"/>
                    <a:pt x="157" y="346"/>
                  </a:cubicBezTo>
                  <a:cubicBezTo>
                    <a:pt x="166" y="346"/>
                    <a:pt x="163" y="352"/>
                    <a:pt x="142" y="355"/>
                  </a:cubicBezTo>
                  <a:cubicBezTo>
                    <a:pt x="131" y="359"/>
                    <a:pt x="127" y="360"/>
                    <a:pt x="132" y="360"/>
                  </a:cubicBezTo>
                  <a:cubicBezTo>
                    <a:pt x="134" y="360"/>
                    <a:pt x="138" y="360"/>
                    <a:pt x="144" y="360"/>
                  </a:cubicBezTo>
                  <a:cubicBezTo>
                    <a:pt x="160" y="360"/>
                    <a:pt x="160" y="362"/>
                    <a:pt x="144" y="368"/>
                  </a:cubicBezTo>
                  <a:cubicBezTo>
                    <a:pt x="127" y="370"/>
                    <a:pt x="127" y="370"/>
                    <a:pt x="145" y="370"/>
                  </a:cubicBezTo>
                  <a:cubicBezTo>
                    <a:pt x="148" y="370"/>
                    <a:pt x="150" y="370"/>
                    <a:pt x="153" y="370"/>
                  </a:cubicBezTo>
                  <a:cubicBezTo>
                    <a:pt x="180" y="370"/>
                    <a:pt x="185" y="375"/>
                    <a:pt x="154" y="380"/>
                  </a:cubicBezTo>
                  <a:cubicBezTo>
                    <a:pt x="137" y="382"/>
                    <a:pt x="129" y="387"/>
                    <a:pt x="130" y="389"/>
                  </a:cubicBezTo>
                  <a:cubicBezTo>
                    <a:pt x="130" y="390"/>
                    <a:pt x="132" y="390"/>
                    <a:pt x="134" y="390"/>
                  </a:cubicBezTo>
                  <a:cubicBezTo>
                    <a:pt x="137" y="390"/>
                    <a:pt x="142" y="389"/>
                    <a:pt x="147" y="389"/>
                  </a:cubicBezTo>
                  <a:cubicBezTo>
                    <a:pt x="153" y="387"/>
                    <a:pt x="157" y="386"/>
                    <a:pt x="159" y="386"/>
                  </a:cubicBezTo>
                  <a:cubicBezTo>
                    <a:pt x="161" y="386"/>
                    <a:pt x="157" y="388"/>
                    <a:pt x="147" y="393"/>
                  </a:cubicBezTo>
                  <a:cubicBezTo>
                    <a:pt x="123" y="403"/>
                    <a:pt x="123" y="409"/>
                    <a:pt x="141" y="413"/>
                  </a:cubicBezTo>
                  <a:cubicBezTo>
                    <a:pt x="155" y="419"/>
                    <a:pt x="159" y="424"/>
                    <a:pt x="152" y="424"/>
                  </a:cubicBezTo>
                  <a:cubicBezTo>
                    <a:pt x="150" y="424"/>
                    <a:pt x="147" y="423"/>
                    <a:pt x="142" y="422"/>
                  </a:cubicBezTo>
                  <a:cubicBezTo>
                    <a:pt x="135" y="421"/>
                    <a:pt x="131" y="421"/>
                    <a:pt x="129" y="421"/>
                  </a:cubicBezTo>
                  <a:cubicBezTo>
                    <a:pt x="127" y="421"/>
                    <a:pt x="130" y="422"/>
                    <a:pt x="135" y="424"/>
                  </a:cubicBezTo>
                  <a:lnTo>
                    <a:pt x="136" y="436"/>
                  </a:lnTo>
                  <a:cubicBezTo>
                    <a:pt x="136" y="437"/>
                    <a:pt x="139" y="438"/>
                    <a:pt x="144" y="438"/>
                  </a:cubicBezTo>
                  <a:cubicBezTo>
                    <a:pt x="147" y="438"/>
                    <a:pt x="150" y="438"/>
                    <a:pt x="154" y="437"/>
                  </a:cubicBezTo>
                  <a:lnTo>
                    <a:pt x="154" y="437"/>
                  </a:lnTo>
                  <a:cubicBezTo>
                    <a:pt x="137" y="443"/>
                    <a:pt x="129" y="448"/>
                    <a:pt x="146" y="451"/>
                  </a:cubicBezTo>
                  <a:lnTo>
                    <a:pt x="147" y="455"/>
                  </a:lnTo>
                  <a:cubicBezTo>
                    <a:pt x="147" y="457"/>
                    <a:pt x="147" y="457"/>
                    <a:pt x="156" y="458"/>
                  </a:cubicBezTo>
                  <a:cubicBezTo>
                    <a:pt x="165" y="459"/>
                    <a:pt x="157" y="463"/>
                    <a:pt x="148" y="467"/>
                  </a:cubicBezTo>
                  <a:cubicBezTo>
                    <a:pt x="141" y="470"/>
                    <a:pt x="134" y="473"/>
                    <a:pt x="138" y="473"/>
                  </a:cubicBezTo>
                  <a:cubicBezTo>
                    <a:pt x="138" y="473"/>
                    <a:pt x="139" y="473"/>
                    <a:pt x="140" y="473"/>
                  </a:cubicBezTo>
                  <a:cubicBezTo>
                    <a:pt x="149" y="473"/>
                    <a:pt x="158" y="474"/>
                    <a:pt x="167" y="476"/>
                  </a:cubicBezTo>
                  <a:cubicBezTo>
                    <a:pt x="175" y="477"/>
                    <a:pt x="169" y="480"/>
                    <a:pt x="163" y="480"/>
                  </a:cubicBezTo>
                  <a:cubicBezTo>
                    <a:pt x="162" y="480"/>
                    <a:pt x="160" y="480"/>
                    <a:pt x="159" y="480"/>
                  </a:cubicBezTo>
                  <a:cubicBezTo>
                    <a:pt x="153" y="480"/>
                    <a:pt x="147" y="483"/>
                    <a:pt x="142" y="488"/>
                  </a:cubicBezTo>
                  <a:cubicBezTo>
                    <a:pt x="142" y="490"/>
                    <a:pt x="143" y="493"/>
                    <a:pt x="149" y="493"/>
                  </a:cubicBezTo>
                  <a:cubicBezTo>
                    <a:pt x="150" y="493"/>
                    <a:pt x="151" y="493"/>
                    <a:pt x="151" y="493"/>
                  </a:cubicBezTo>
                  <a:cubicBezTo>
                    <a:pt x="152" y="493"/>
                    <a:pt x="152" y="493"/>
                    <a:pt x="152" y="493"/>
                  </a:cubicBezTo>
                  <a:cubicBezTo>
                    <a:pt x="161" y="493"/>
                    <a:pt x="162" y="506"/>
                    <a:pt x="154" y="509"/>
                  </a:cubicBezTo>
                  <a:cubicBezTo>
                    <a:pt x="154" y="509"/>
                    <a:pt x="155" y="511"/>
                    <a:pt x="155" y="513"/>
                  </a:cubicBezTo>
                  <a:cubicBezTo>
                    <a:pt x="155" y="517"/>
                    <a:pt x="164" y="517"/>
                    <a:pt x="164" y="520"/>
                  </a:cubicBezTo>
                  <a:cubicBezTo>
                    <a:pt x="164" y="520"/>
                    <a:pt x="164" y="522"/>
                    <a:pt x="173" y="523"/>
                  </a:cubicBezTo>
                  <a:cubicBezTo>
                    <a:pt x="174" y="526"/>
                    <a:pt x="174" y="528"/>
                    <a:pt x="165" y="529"/>
                  </a:cubicBezTo>
                  <a:cubicBezTo>
                    <a:pt x="183" y="529"/>
                    <a:pt x="183" y="529"/>
                    <a:pt x="166" y="534"/>
                  </a:cubicBezTo>
                  <a:cubicBezTo>
                    <a:pt x="149" y="536"/>
                    <a:pt x="149" y="536"/>
                    <a:pt x="166" y="536"/>
                  </a:cubicBezTo>
                  <a:cubicBezTo>
                    <a:pt x="175" y="537"/>
                    <a:pt x="175" y="537"/>
                    <a:pt x="167" y="540"/>
                  </a:cubicBezTo>
                  <a:cubicBezTo>
                    <a:pt x="161" y="542"/>
                    <a:pt x="159" y="543"/>
                    <a:pt x="162" y="543"/>
                  </a:cubicBezTo>
                  <a:cubicBezTo>
                    <a:pt x="163" y="543"/>
                    <a:pt x="165" y="543"/>
                    <a:pt x="167" y="543"/>
                  </a:cubicBezTo>
                  <a:cubicBezTo>
                    <a:pt x="184" y="543"/>
                    <a:pt x="194" y="548"/>
                    <a:pt x="177" y="551"/>
                  </a:cubicBezTo>
                  <a:cubicBezTo>
                    <a:pt x="177" y="551"/>
                    <a:pt x="177" y="554"/>
                    <a:pt x="186" y="555"/>
                  </a:cubicBezTo>
                  <a:cubicBezTo>
                    <a:pt x="192" y="554"/>
                    <a:pt x="196" y="554"/>
                    <a:pt x="198" y="554"/>
                  </a:cubicBezTo>
                  <a:cubicBezTo>
                    <a:pt x="201" y="554"/>
                    <a:pt x="197" y="555"/>
                    <a:pt x="186" y="557"/>
                  </a:cubicBezTo>
                  <a:cubicBezTo>
                    <a:pt x="169" y="562"/>
                    <a:pt x="169" y="564"/>
                    <a:pt x="187" y="564"/>
                  </a:cubicBezTo>
                  <a:cubicBezTo>
                    <a:pt x="187" y="564"/>
                    <a:pt x="195" y="565"/>
                    <a:pt x="187" y="568"/>
                  </a:cubicBezTo>
                  <a:cubicBezTo>
                    <a:pt x="180" y="573"/>
                    <a:pt x="174" y="586"/>
                    <a:pt x="184" y="586"/>
                  </a:cubicBezTo>
                  <a:cubicBezTo>
                    <a:pt x="186" y="586"/>
                    <a:pt x="188" y="586"/>
                    <a:pt x="190" y="585"/>
                  </a:cubicBezTo>
                  <a:lnTo>
                    <a:pt x="191" y="590"/>
                  </a:lnTo>
                  <a:cubicBezTo>
                    <a:pt x="183" y="595"/>
                    <a:pt x="183" y="597"/>
                    <a:pt x="192" y="599"/>
                  </a:cubicBezTo>
                  <a:lnTo>
                    <a:pt x="201" y="600"/>
                  </a:lnTo>
                  <a:cubicBezTo>
                    <a:pt x="192" y="601"/>
                    <a:pt x="184" y="605"/>
                    <a:pt x="184" y="608"/>
                  </a:cubicBezTo>
                  <a:cubicBezTo>
                    <a:pt x="184" y="609"/>
                    <a:pt x="184" y="609"/>
                    <a:pt x="186" y="609"/>
                  </a:cubicBezTo>
                  <a:cubicBezTo>
                    <a:pt x="187" y="609"/>
                    <a:pt x="189" y="609"/>
                    <a:pt x="193" y="609"/>
                  </a:cubicBezTo>
                  <a:cubicBezTo>
                    <a:pt x="196" y="607"/>
                    <a:pt x="198" y="606"/>
                    <a:pt x="199" y="606"/>
                  </a:cubicBezTo>
                  <a:cubicBezTo>
                    <a:pt x="201" y="606"/>
                    <a:pt x="201" y="608"/>
                    <a:pt x="202" y="610"/>
                  </a:cubicBezTo>
                  <a:cubicBezTo>
                    <a:pt x="202" y="612"/>
                    <a:pt x="194" y="615"/>
                    <a:pt x="185" y="617"/>
                  </a:cubicBezTo>
                  <a:lnTo>
                    <a:pt x="185" y="619"/>
                  </a:lnTo>
                  <a:cubicBezTo>
                    <a:pt x="190" y="618"/>
                    <a:pt x="194" y="618"/>
                    <a:pt x="196" y="618"/>
                  </a:cubicBezTo>
                  <a:cubicBezTo>
                    <a:pt x="202" y="618"/>
                    <a:pt x="200" y="619"/>
                    <a:pt x="194" y="620"/>
                  </a:cubicBezTo>
                  <a:cubicBezTo>
                    <a:pt x="186" y="623"/>
                    <a:pt x="186" y="626"/>
                    <a:pt x="187" y="628"/>
                  </a:cubicBezTo>
                  <a:cubicBezTo>
                    <a:pt x="188" y="628"/>
                    <a:pt x="189" y="628"/>
                    <a:pt x="189" y="628"/>
                  </a:cubicBezTo>
                  <a:cubicBezTo>
                    <a:pt x="192" y="628"/>
                    <a:pt x="190" y="629"/>
                    <a:pt x="189" y="629"/>
                  </a:cubicBezTo>
                  <a:cubicBezTo>
                    <a:pt x="188" y="629"/>
                    <a:pt x="187" y="629"/>
                    <a:pt x="187" y="628"/>
                  </a:cubicBezTo>
                  <a:lnTo>
                    <a:pt x="178" y="630"/>
                  </a:lnTo>
                  <a:cubicBezTo>
                    <a:pt x="174" y="632"/>
                    <a:pt x="174" y="632"/>
                    <a:pt x="177" y="632"/>
                  </a:cubicBezTo>
                  <a:cubicBezTo>
                    <a:pt x="179" y="632"/>
                    <a:pt x="183" y="632"/>
                    <a:pt x="187" y="631"/>
                  </a:cubicBezTo>
                  <a:cubicBezTo>
                    <a:pt x="187" y="631"/>
                    <a:pt x="187" y="633"/>
                    <a:pt x="187" y="636"/>
                  </a:cubicBezTo>
                  <a:cubicBezTo>
                    <a:pt x="188" y="637"/>
                    <a:pt x="188" y="638"/>
                    <a:pt x="190" y="638"/>
                  </a:cubicBezTo>
                  <a:cubicBezTo>
                    <a:pt x="192" y="638"/>
                    <a:pt x="193" y="638"/>
                    <a:pt x="196" y="637"/>
                  </a:cubicBezTo>
                  <a:cubicBezTo>
                    <a:pt x="202" y="635"/>
                    <a:pt x="207" y="634"/>
                    <a:pt x="210" y="634"/>
                  </a:cubicBezTo>
                  <a:cubicBezTo>
                    <a:pt x="212" y="634"/>
                    <a:pt x="213" y="635"/>
                    <a:pt x="213" y="636"/>
                  </a:cubicBezTo>
                  <a:cubicBezTo>
                    <a:pt x="214" y="635"/>
                    <a:pt x="215" y="635"/>
                    <a:pt x="216" y="635"/>
                  </a:cubicBezTo>
                  <a:cubicBezTo>
                    <a:pt x="219" y="635"/>
                    <a:pt x="217" y="636"/>
                    <a:pt x="215" y="636"/>
                  </a:cubicBezTo>
                  <a:cubicBezTo>
                    <a:pt x="214" y="636"/>
                    <a:pt x="213" y="636"/>
                    <a:pt x="213" y="636"/>
                  </a:cubicBezTo>
                  <a:cubicBezTo>
                    <a:pt x="205" y="638"/>
                    <a:pt x="196" y="639"/>
                    <a:pt x="197" y="641"/>
                  </a:cubicBezTo>
                  <a:cubicBezTo>
                    <a:pt x="197" y="643"/>
                    <a:pt x="190" y="645"/>
                    <a:pt x="190" y="645"/>
                  </a:cubicBezTo>
                  <a:cubicBezTo>
                    <a:pt x="172" y="645"/>
                    <a:pt x="182" y="654"/>
                    <a:pt x="191" y="654"/>
                  </a:cubicBezTo>
                  <a:cubicBezTo>
                    <a:pt x="208" y="656"/>
                    <a:pt x="208" y="658"/>
                    <a:pt x="191" y="661"/>
                  </a:cubicBezTo>
                  <a:cubicBezTo>
                    <a:pt x="179" y="663"/>
                    <a:pt x="184" y="665"/>
                    <a:pt x="198" y="665"/>
                  </a:cubicBezTo>
                  <a:cubicBezTo>
                    <a:pt x="203" y="665"/>
                    <a:pt x="210" y="664"/>
                    <a:pt x="218" y="664"/>
                  </a:cubicBezTo>
                  <a:lnTo>
                    <a:pt x="243" y="663"/>
                  </a:lnTo>
                  <a:lnTo>
                    <a:pt x="218" y="667"/>
                  </a:lnTo>
                  <a:cubicBezTo>
                    <a:pt x="184" y="674"/>
                    <a:pt x="184" y="674"/>
                    <a:pt x="202" y="678"/>
                  </a:cubicBezTo>
                  <a:cubicBezTo>
                    <a:pt x="211" y="682"/>
                    <a:pt x="211" y="682"/>
                    <a:pt x="203" y="683"/>
                  </a:cubicBezTo>
                  <a:cubicBezTo>
                    <a:pt x="194" y="685"/>
                    <a:pt x="194" y="687"/>
                    <a:pt x="195" y="694"/>
                  </a:cubicBezTo>
                  <a:cubicBezTo>
                    <a:pt x="196" y="700"/>
                    <a:pt x="196" y="702"/>
                    <a:pt x="202" y="702"/>
                  </a:cubicBezTo>
                  <a:cubicBezTo>
                    <a:pt x="203" y="702"/>
                    <a:pt x="204" y="702"/>
                    <a:pt x="205" y="702"/>
                  </a:cubicBezTo>
                  <a:lnTo>
                    <a:pt x="205" y="706"/>
                  </a:lnTo>
                  <a:cubicBezTo>
                    <a:pt x="195" y="710"/>
                    <a:pt x="195" y="713"/>
                    <a:pt x="201" y="713"/>
                  </a:cubicBezTo>
                  <a:cubicBezTo>
                    <a:pt x="204" y="713"/>
                    <a:pt x="209" y="712"/>
                    <a:pt x="214" y="710"/>
                  </a:cubicBezTo>
                  <a:lnTo>
                    <a:pt x="215" y="714"/>
                  </a:lnTo>
                  <a:lnTo>
                    <a:pt x="208" y="716"/>
                  </a:lnTo>
                  <a:cubicBezTo>
                    <a:pt x="199" y="717"/>
                    <a:pt x="200" y="722"/>
                    <a:pt x="202" y="741"/>
                  </a:cubicBezTo>
                  <a:cubicBezTo>
                    <a:pt x="204" y="757"/>
                    <a:pt x="205" y="763"/>
                    <a:pt x="213" y="763"/>
                  </a:cubicBezTo>
                  <a:cubicBezTo>
                    <a:pt x="215" y="763"/>
                    <a:pt x="218" y="762"/>
                    <a:pt x="222" y="761"/>
                  </a:cubicBezTo>
                  <a:cubicBezTo>
                    <a:pt x="239" y="761"/>
                    <a:pt x="239" y="763"/>
                    <a:pt x="222" y="766"/>
                  </a:cubicBezTo>
                  <a:cubicBezTo>
                    <a:pt x="215" y="768"/>
                    <a:pt x="208" y="770"/>
                    <a:pt x="212" y="770"/>
                  </a:cubicBezTo>
                  <a:cubicBezTo>
                    <a:pt x="212" y="770"/>
                    <a:pt x="213" y="770"/>
                    <a:pt x="214" y="770"/>
                  </a:cubicBezTo>
                  <a:lnTo>
                    <a:pt x="214" y="770"/>
                  </a:lnTo>
                  <a:cubicBezTo>
                    <a:pt x="214" y="770"/>
                    <a:pt x="214" y="775"/>
                    <a:pt x="206" y="778"/>
                  </a:cubicBezTo>
                  <a:cubicBezTo>
                    <a:pt x="194" y="786"/>
                    <a:pt x="197" y="789"/>
                    <a:pt x="203" y="789"/>
                  </a:cubicBezTo>
                  <a:cubicBezTo>
                    <a:pt x="204" y="789"/>
                    <a:pt x="206" y="788"/>
                    <a:pt x="208" y="788"/>
                  </a:cubicBezTo>
                  <a:cubicBezTo>
                    <a:pt x="214" y="786"/>
                    <a:pt x="217" y="785"/>
                    <a:pt x="217" y="785"/>
                  </a:cubicBezTo>
                  <a:cubicBezTo>
                    <a:pt x="219" y="785"/>
                    <a:pt x="214" y="788"/>
                    <a:pt x="209" y="790"/>
                  </a:cubicBezTo>
                  <a:cubicBezTo>
                    <a:pt x="201" y="793"/>
                    <a:pt x="194" y="796"/>
                    <a:pt x="198" y="796"/>
                  </a:cubicBezTo>
                  <a:cubicBezTo>
                    <a:pt x="199" y="796"/>
                    <a:pt x="200" y="796"/>
                    <a:pt x="201" y="796"/>
                  </a:cubicBezTo>
                  <a:cubicBezTo>
                    <a:pt x="209" y="797"/>
                    <a:pt x="220" y="809"/>
                    <a:pt x="203" y="813"/>
                  </a:cubicBezTo>
                  <a:cubicBezTo>
                    <a:pt x="203" y="813"/>
                    <a:pt x="203" y="815"/>
                    <a:pt x="203" y="817"/>
                  </a:cubicBezTo>
                  <a:cubicBezTo>
                    <a:pt x="204" y="817"/>
                    <a:pt x="205" y="817"/>
                    <a:pt x="206" y="817"/>
                  </a:cubicBezTo>
                  <a:cubicBezTo>
                    <a:pt x="212" y="817"/>
                    <a:pt x="212" y="821"/>
                    <a:pt x="213" y="825"/>
                  </a:cubicBezTo>
                  <a:cubicBezTo>
                    <a:pt x="213" y="830"/>
                    <a:pt x="213" y="832"/>
                    <a:pt x="205" y="833"/>
                  </a:cubicBezTo>
                  <a:cubicBezTo>
                    <a:pt x="196" y="833"/>
                    <a:pt x="196" y="835"/>
                    <a:pt x="206" y="839"/>
                  </a:cubicBezTo>
                  <a:cubicBezTo>
                    <a:pt x="206" y="841"/>
                    <a:pt x="223" y="840"/>
                    <a:pt x="223" y="843"/>
                  </a:cubicBezTo>
                  <a:cubicBezTo>
                    <a:pt x="227" y="842"/>
                    <a:pt x="230" y="842"/>
                    <a:pt x="233" y="842"/>
                  </a:cubicBezTo>
                  <a:cubicBezTo>
                    <a:pt x="238" y="842"/>
                    <a:pt x="241" y="843"/>
                    <a:pt x="241" y="844"/>
                  </a:cubicBezTo>
                  <a:lnTo>
                    <a:pt x="232" y="847"/>
                  </a:lnTo>
                  <a:lnTo>
                    <a:pt x="215" y="849"/>
                  </a:lnTo>
                  <a:cubicBezTo>
                    <a:pt x="216" y="851"/>
                    <a:pt x="216" y="852"/>
                    <a:pt x="221" y="852"/>
                  </a:cubicBezTo>
                  <a:cubicBezTo>
                    <a:pt x="222" y="852"/>
                    <a:pt x="223" y="852"/>
                    <a:pt x="224" y="852"/>
                  </a:cubicBezTo>
                  <a:lnTo>
                    <a:pt x="224" y="852"/>
                  </a:lnTo>
                  <a:cubicBezTo>
                    <a:pt x="217" y="855"/>
                    <a:pt x="218" y="858"/>
                    <a:pt x="218" y="862"/>
                  </a:cubicBezTo>
                  <a:cubicBezTo>
                    <a:pt x="219" y="868"/>
                    <a:pt x="219" y="872"/>
                    <a:pt x="228" y="873"/>
                  </a:cubicBezTo>
                  <a:cubicBezTo>
                    <a:pt x="212" y="878"/>
                    <a:pt x="213" y="891"/>
                    <a:pt x="228" y="891"/>
                  </a:cubicBezTo>
                  <a:cubicBezTo>
                    <a:pt x="229" y="891"/>
                    <a:pt x="229" y="891"/>
                    <a:pt x="230" y="891"/>
                  </a:cubicBezTo>
                  <a:cubicBezTo>
                    <a:pt x="232" y="891"/>
                    <a:pt x="233" y="891"/>
                    <a:pt x="234" y="891"/>
                  </a:cubicBezTo>
                  <a:cubicBezTo>
                    <a:pt x="239" y="891"/>
                    <a:pt x="238" y="893"/>
                    <a:pt x="231" y="897"/>
                  </a:cubicBezTo>
                  <a:cubicBezTo>
                    <a:pt x="222" y="900"/>
                    <a:pt x="222" y="900"/>
                    <a:pt x="231" y="901"/>
                  </a:cubicBezTo>
                  <a:cubicBezTo>
                    <a:pt x="240" y="903"/>
                    <a:pt x="232" y="906"/>
                    <a:pt x="224" y="909"/>
                  </a:cubicBezTo>
                  <a:cubicBezTo>
                    <a:pt x="208" y="915"/>
                    <a:pt x="208" y="917"/>
                    <a:pt x="217" y="918"/>
                  </a:cubicBezTo>
                  <a:cubicBezTo>
                    <a:pt x="225" y="922"/>
                    <a:pt x="225" y="926"/>
                    <a:pt x="227" y="928"/>
                  </a:cubicBezTo>
                  <a:cubicBezTo>
                    <a:pt x="232" y="931"/>
                    <a:pt x="234" y="932"/>
                    <a:pt x="237" y="932"/>
                  </a:cubicBezTo>
                  <a:cubicBezTo>
                    <a:pt x="239" y="932"/>
                    <a:pt x="241" y="932"/>
                    <a:pt x="243" y="931"/>
                  </a:cubicBezTo>
                  <a:cubicBezTo>
                    <a:pt x="246" y="930"/>
                    <a:pt x="249" y="930"/>
                    <a:pt x="252" y="930"/>
                  </a:cubicBezTo>
                  <a:cubicBezTo>
                    <a:pt x="255" y="930"/>
                    <a:pt x="258" y="930"/>
                    <a:pt x="261" y="931"/>
                  </a:cubicBezTo>
                  <a:cubicBezTo>
                    <a:pt x="267" y="933"/>
                    <a:pt x="265" y="934"/>
                    <a:pt x="264" y="934"/>
                  </a:cubicBezTo>
                  <a:cubicBezTo>
                    <a:pt x="263" y="934"/>
                    <a:pt x="261" y="934"/>
                    <a:pt x="261" y="933"/>
                  </a:cubicBezTo>
                  <a:cubicBezTo>
                    <a:pt x="258" y="932"/>
                    <a:pt x="256" y="931"/>
                    <a:pt x="255" y="931"/>
                  </a:cubicBezTo>
                  <a:cubicBezTo>
                    <a:pt x="251" y="931"/>
                    <a:pt x="250" y="933"/>
                    <a:pt x="245" y="935"/>
                  </a:cubicBezTo>
                  <a:cubicBezTo>
                    <a:pt x="237" y="938"/>
                    <a:pt x="237" y="943"/>
                    <a:pt x="237" y="946"/>
                  </a:cubicBezTo>
                  <a:lnTo>
                    <a:pt x="239" y="955"/>
                  </a:lnTo>
                  <a:cubicBezTo>
                    <a:pt x="232" y="962"/>
                    <a:pt x="231" y="965"/>
                    <a:pt x="236" y="965"/>
                  </a:cubicBezTo>
                  <a:cubicBezTo>
                    <a:pt x="237" y="965"/>
                    <a:pt x="239" y="964"/>
                    <a:pt x="240" y="964"/>
                  </a:cubicBezTo>
                  <a:lnTo>
                    <a:pt x="248" y="963"/>
                  </a:lnTo>
                  <a:lnTo>
                    <a:pt x="248" y="963"/>
                  </a:lnTo>
                  <a:cubicBezTo>
                    <a:pt x="231" y="969"/>
                    <a:pt x="234" y="992"/>
                    <a:pt x="252" y="993"/>
                  </a:cubicBezTo>
                  <a:lnTo>
                    <a:pt x="252" y="993"/>
                  </a:lnTo>
                  <a:cubicBezTo>
                    <a:pt x="250" y="994"/>
                    <a:pt x="247" y="994"/>
                    <a:pt x="243" y="995"/>
                  </a:cubicBezTo>
                  <a:cubicBezTo>
                    <a:pt x="236" y="997"/>
                    <a:pt x="236" y="999"/>
                    <a:pt x="237" y="1004"/>
                  </a:cubicBezTo>
                  <a:cubicBezTo>
                    <a:pt x="237" y="1006"/>
                    <a:pt x="246" y="1014"/>
                    <a:pt x="247" y="1020"/>
                  </a:cubicBezTo>
                  <a:cubicBezTo>
                    <a:pt x="248" y="1030"/>
                    <a:pt x="249" y="1036"/>
                    <a:pt x="256" y="1036"/>
                  </a:cubicBezTo>
                  <a:cubicBezTo>
                    <a:pt x="257" y="1036"/>
                    <a:pt x="257" y="1036"/>
                    <a:pt x="258" y="1036"/>
                  </a:cubicBezTo>
                  <a:lnTo>
                    <a:pt x="258" y="1036"/>
                  </a:lnTo>
                  <a:cubicBezTo>
                    <a:pt x="258" y="1038"/>
                    <a:pt x="258" y="1038"/>
                    <a:pt x="249" y="1039"/>
                  </a:cubicBezTo>
                  <a:cubicBezTo>
                    <a:pt x="248" y="1039"/>
                    <a:pt x="246" y="1039"/>
                    <a:pt x="245" y="1039"/>
                  </a:cubicBezTo>
                  <a:cubicBezTo>
                    <a:pt x="241" y="1039"/>
                    <a:pt x="241" y="1041"/>
                    <a:pt x="241" y="1043"/>
                  </a:cubicBezTo>
                  <a:cubicBezTo>
                    <a:pt x="241" y="1044"/>
                    <a:pt x="243" y="1045"/>
                    <a:pt x="245" y="1045"/>
                  </a:cubicBezTo>
                  <a:cubicBezTo>
                    <a:pt x="248" y="1045"/>
                    <a:pt x="253" y="1043"/>
                    <a:pt x="258" y="1043"/>
                  </a:cubicBezTo>
                  <a:cubicBezTo>
                    <a:pt x="260" y="1043"/>
                    <a:pt x="261" y="1043"/>
                    <a:pt x="262" y="1043"/>
                  </a:cubicBezTo>
                  <a:cubicBezTo>
                    <a:pt x="267" y="1043"/>
                    <a:pt x="266" y="1045"/>
                    <a:pt x="259" y="1050"/>
                  </a:cubicBezTo>
                  <a:cubicBezTo>
                    <a:pt x="251" y="1054"/>
                    <a:pt x="254" y="1066"/>
                    <a:pt x="263" y="1069"/>
                  </a:cubicBezTo>
                  <a:cubicBezTo>
                    <a:pt x="263" y="1071"/>
                    <a:pt x="263" y="1073"/>
                    <a:pt x="255" y="1074"/>
                  </a:cubicBezTo>
                  <a:cubicBezTo>
                    <a:pt x="246" y="1079"/>
                    <a:pt x="238" y="1084"/>
                    <a:pt x="256" y="1087"/>
                  </a:cubicBezTo>
                  <a:cubicBezTo>
                    <a:pt x="256" y="1089"/>
                    <a:pt x="256" y="1089"/>
                    <a:pt x="248" y="1090"/>
                  </a:cubicBezTo>
                  <a:cubicBezTo>
                    <a:pt x="241" y="1093"/>
                    <a:pt x="234" y="1095"/>
                    <a:pt x="241" y="1095"/>
                  </a:cubicBezTo>
                  <a:cubicBezTo>
                    <a:pt x="243" y="1095"/>
                    <a:pt x="245" y="1095"/>
                    <a:pt x="248" y="1094"/>
                  </a:cubicBezTo>
                  <a:cubicBezTo>
                    <a:pt x="257" y="1098"/>
                    <a:pt x="258" y="1106"/>
                    <a:pt x="250" y="1111"/>
                  </a:cubicBezTo>
                  <a:cubicBezTo>
                    <a:pt x="250" y="1113"/>
                    <a:pt x="251" y="1115"/>
                    <a:pt x="255" y="1115"/>
                  </a:cubicBezTo>
                  <a:cubicBezTo>
                    <a:pt x="256" y="1115"/>
                    <a:pt x="258" y="1115"/>
                    <a:pt x="259" y="1115"/>
                  </a:cubicBezTo>
                  <a:lnTo>
                    <a:pt x="268" y="1113"/>
                  </a:lnTo>
                  <a:lnTo>
                    <a:pt x="268" y="1113"/>
                  </a:lnTo>
                  <a:cubicBezTo>
                    <a:pt x="251" y="1118"/>
                    <a:pt x="251" y="1118"/>
                    <a:pt x="268" y="1118"/>
                  </a:cubicBezTo>
                  <a:cubicBezTo>
                    <a:pt x="270" y="1118"/>
                    <a:pt x="271" y="1118"/>
                    <a:pt x="272" y="1118"/>
                  </a:cubicBezTo>
                  <a:cubicBezTo>
                    <a:pt x="277" y="1118"/>
                    <a:pt x="276" y="1119"/>
                    <a:pt x="269" y="1120"/>
                  </a:cubicBezTo>
                  <a:cubicBezTo>
                    <a:pt x="260" y="1124"/>
                    <a:pt x="261" y="1126"/>
                    <a:pt x="261" y="1126"/>
                  </a:cubicBezTo>
                  <a:cubicBezTo>
                    <a:pt x="266" y="1134"/>
                    <a:pt x="270" y="1142"/>
                    <a:pt x="273" y="1151"/>
                  </a:cubicBezTo>
                  <a:cubicBezTo>
                    <a:pt x="275" y="1168"/>
                    <a:pt x="276" y="1175"/>
                    <a:pt x="283" y="1175"/>
                  </a:cubicBezTo>
                  <a:cubicBezTo>
                    <a:pt x="284" y="1175"/>
                    <a:pt x="284" y="1175"/>
                    <a:pt x="285" y="1175"/>
                  </a:cubicBezTo>
                  <a:cubicBezTo>
                    <a:pt x="293" y="1176"/>
                    <a:pt x="293" y="1176"/>
                    <a:pt x="285" y="1180"/>
                  </a:cubicBezTo>
                  <a:cubicBezTo>
                    <a:pt x="277" y="1183"/>
                    <a:pt x="277" y="1186"/>
                    <a:pt x="278" y="1189"/>
                  </a:cubicBezTo>
                  <a:cubicBezTo>
                    <a:pt x="278" y="1191"/>
                    <a:pt x="278" y="1193"/>
                    <a:pt x="270" y="1194"/>
                  </a:cubicBezTo>
                  <a:cubicBezTo>
                    <a:pt x="278" y="1195"/>
                    <a:pt x="278" y="1195"/>
                    <a:pt x="279" y="1198"/>
                  </a:cubicBezTo>
                  <a:cubicBezTo>
                    <a:pt x="270" y="1199"/>
                    <a:pt x="270" y="1201"/>
                    <a:pt x="279" y="1202"/>
                  </a:cubicBezTo>
                  <a:cubicBezTo>
                    <a:pt x="296" y="1202"/>
                    <a:pt x="296" y="1202"/>
                    <a:pt x="279" y="1204"/>
                  </a:cubicBezTo>
                  <a:cubicBezTo>
                    <a:pt x="273" y="1205"/>
                    <a:pt x="266" y="1212"/>
                    <a:pt x="269" y="1212"/>
                  </a:cubicBezTo>
                  <a:cubicBezTo>
                    <a:pt x="269" y="1212"/>
                    <a:pt x="270" y="1212"/>
                    <a:pt x="271" y="1211"/>
                  </a:cubicBezTo>
                  <a:cubicBezTo>
                    <a:pt x="273" y="1211"/>
                    <a:pt x="274" y="1211"/>
                    <a:pt x="275" y="1211"/>
                  </a:cubicBezTo>
                  <a:cubicBezTo>
                    <a:pt x="281" y="1211"/>
                    <a:pt x="283" y="1215"/>
                    <a:pt x="289" y="1216"/>
                  </a:cubicBezTo>
                  <a:cubicBezTo>
                    <a:pt x="291" y="1218"/>
                    <a:pt x="291" y="1220"/>
                    <a:pt x="282" y="1221"/>
                  </a:cubicBezTo>
                  <a:cubicBezTo>
                    <a:pt x="274" y="1225"/>
                    <a:pt x="284" y="1235"/>
                    <a:pt x="293" y="1236"/>
                  </a:cubicBezTo>
                  <a:cubicBezTo>
                    <a:pt x="294" y="1236"/>
                    <a:pt x="296" y="1235"/>
                    <a:pt x="297" y="1235"/>
                  </a:cubicBezTo>
                  <a:cubicBezTo>
                    <a:pt x="301" y="1235"/>
                    <a:pt x="300" y="1237"/>
                    <a:pt x="293" y="1238"/>
                  </a:cubicBezTo>
                  <a:cubicBezTo>
                    <a:pt x="285" y="1240"/>
                    <a:pt x="285" y="1242"/>
                    <a:pt x="285" y="1245"/>
                  </a:cubicBezTo>
                  <a:cubicBezTo>
                    <a:pt x="294" y="1246"/>
                    <a:pt x="285" y="1247"/>
                    <a:pt x="277" y="1248"/>
                  </a:cubicBezTo>
                  <a:cubicBezTo>
                    <a:pt x="276" y="1248"/>
                    <a:pt x="274" y="1248"/>
                    <a:pt x="273" y="1248"/>
                  </a:cubicBezTo>
                  <a:cubicBezTo>
                    <a:pt x="268" y="1248"/>
                    <a:pt x="268" y="1250"/>
                    <a:pt x="269" y="1254"/>
                  </a:cubicBezTo>
                  <a:cubicBezTo>
                    <a:pt x="278" y="1255"/>
                    <a:pt x="279" y="1265"/>
                    <a:pt x="280" y="1272"/>
                  </a:cubicBezTo>
                  <a:cubicBezTo>
                    <a:pt x="282" y="1283"/>
                    <a:pt x="291" y="1284"/>
                    <a:pt x="307" y="1286"/>
                  </a:cubicBezTo>
                  <a:lnTo>
                    <a:pt x="325" y="1286"/>
                  </a:lnTo>
                  <a:lnTo>
                    <a:pt x="309" y="1288"/>
                  </a:lnTo>
                  <a:cubicBezTo>
                    <a:pt x="300" y="1290"/>
                    <a:pt x="283" y="1295"/>
                    <a:pt x="283" y="1295"/>
                  </a:cubicBezTo>
                  <a:cubicBezTo>
                    <a:pt x="283" y="1296"/>
                    <a:pt x="285" y="1297"/>
                    <a:pt x="287" y="1297"/>
                  </a:cubicBezTo>
                  <a:cubicBezTo>
                    <a:pt x="291" y="1297"/>
                    <a:pt x="295" y="1296"/>
                    <a:pt x="301" y="1295"/>
                  </a:cubicBezTo>
                  <a:cubicBezTo>
                    <a:pt x="303" y="1295"/>
                    <a:pt x="304" y="1294"/>
                    <a:pt x="305" y="1294"/>
                  </a:cubicBezTo>
                  <a:cubicBezTo>
                    <a:pt x="308" y="1294"/>
                    <a:pt x="307" y="1297"/>
                    <a:pt x="301" y="1302"/>
                  </a:cubicBezTo>
                  <a:cubicBezTo>
                    <a:pt x="293" y="1308"/>
                    <a:pt x="294" y="1310"/>
                    <a:pt x="303" y="1311"/>
                  </a:cubicBezTo>
                  <a:cubicBezTo>
                    <a:pt x="303" y="1313"/>
                    <a:pt x="303" y="1315"/>
                    <a:pt x="295" y="1320"/>
                  </a:cubicBezTo>
                  <a:cubicBezTo>
                    <a:pt x="295" y="1321"/>
                    <a:pt x="295" y="1322"/>
                    <a:pt x="297" y="1322"/>
                  </a:cubicBezTo>
                  <a:cubicBezTo>
                    <a:pt x="298" y="1322"/>
                    <a:pt x="300" y="1321"/>
                    <a:pt x="304" y="1321"/>
                  </a:cubicBezTo>
                  <a:cubicBezTo>
                    <a:pt x="306" y="1320"/>
                    <a:pt x="308" y="1320"/>
                    <a:pt x="309" y="1320"/>
                  </a:cubicBezTo>
                  <a:cubicBezTo>
                    <a:pt x="311" y="1320"/>
                    <a:pt x="310" y="1322"/>
                    <a:pt x="304" y="1326"/>
                  </a:cubicBezTo>
                  <a:cubicBezTo>
                    <a:pt x="288" y="1330"/>
                    <a:pt x="288" y="1336"/>
                    <a:pt x="295" y="1336"/>
                  </a:cubicBezTo>
                  <a:cubicBezTo>
                    <a:pt x="296" y="1336"/>
                    <a:pt x="297" y="1336"/>
                    <a:pt x="297" y="1336"/>
                  </a:cubicBezTo>
                  <a:cubicBezTo>
                    <a:pt x="299" y="1335"/>
                    <a:pt x="300" y="1335"/>
                    <a:pt x="301" y="1335"/>
                  </a:cubicBezTo>
                  <a:cubicBezTo>
                    <a:pt x="306" y="1335"/>
                    <a:pt x="306" y="1337"/>
                    <a:pt x="306" y="1339"/>
                  </a:cubicBezTo>
                  <a:cubicBezTo>
                    <a:pt x="306" y="1341"/>
                    <a:pt x="306" y="1343"/>
                    <a:pt x="315" y="1345"/>
                  </a:cubicBezTo>
                  <a:lnTo>
                    <a:pt x="316" y="1350"/>
                  </a:lnTo>
                  <a:cubicBezTo>
                    <a:pt x="316" y="1351"/>
                    <a:pt x="315" y="1351"/>
                    <a:pt x="313" y="1351"/>
                  </a:cubicBezTo>
                  <a:cubicBezTo>
                    <a:pt x="311" y="1351"/>
                    <a:pt x="307" y="1350"/>
                    <a:pt x="307" y="1349"/>
                  </a:cubicBezTo>
                  <a:lnTo>
                    <a:pt x="300" y="1352"/>
                  </a:lnTo>
                  <a:cubicBezTo>
                    <a:pt x="300" y="1357"/>
                    <a:pt x="301" y="1359"/>
                    <a:pt x="309" y="1360"/>
                  </a:cubicBezTo>
                  <a:cubicBezTo>
                    <a:pt x="326" y="1360"/>
                    <a:pt x="326" y="1360"/>
                    <a:pt x="310" y="1363"/>
                  </a:cubicBezTo>
                  <a:cubicBezTo>
                    <a:pt x="301" y="1364"/>
                    <a:pt x="293" y="1368"/>
                    <a:pt x="302" y="1368"/>
                  </a:cubicBezTo>
                  <a:cubicBezTo>
                    <a:pt x="319" y="1368"/>
                    <a:pt x="311" y="1371"/>
                    <a:pt x="302" y="1374"/>
                  </a:cubicBezTo>
                  <a:cubicBezTo>
                    <a:pt x="285" y="1374"/>
                    <a:pt x="285" y="1374"/>
                    <a:pt x="303" y="1380"/>
                  </a:cubicBezTo>
                  <a:cubicBezTo>
                    <a:pt x="304" y="1385"/>
                    <a:pt x="313" y="1393"/>
                    <a:pt x="314" y="1401"/>
                  </a:cubicBezTo>
                  <a:cubicBezTo>
                    <a:pt x="315" y="1410"/>
                    <a:pt x="316" y="1414"/>
                    <a:pt x="307" y="1417"/>
                  </a:cubicBezTo>
                  <a:cubicBezTo>
                    <a:pt x="296" y="1420"/>
                    <a:pt x="293" y="1421"/>
                    <a:pt x="294" y="1421"/>
                  </a:cubicBezTo>
                  <a:cubicBezTo>
                    <a:pt x="295" y="1421"/>
                    <a:pt x="297" y="1421"/>
                    <a:pt x="300" y="1420"/>
                  </a:cubicBezTo>
                  <a:cubicBezTo>
                    <a:pt x="305" y="1419"/>
                    <a:pt x="308" y="1418"/>
                    <a:pt x="311" y="1418"/>
                  </a:cubicBezTo>
                  <a:cubicBezTo>
                    <a:pt x="316" y="1418"/>
                    <a:pt x="317" y="1421"/>
                    <a:pt x="317" y="1426"/>
                  </a:cubicBezTo>
                  <a:cubicBezTo>
                    <a:pt x="310" y="1434"/>
                    <a:pt x="319" y="1438"/>
                    <a:pt x="328" y="1439"/>
                  </a:cubicBezTo>
                  <a:cubicBezTo>
                    <a:pt x="328" y="1437"/>
                    <a:pt x="328" y="1434"/>
                    <a:pt x="328" y="1434"/>
                  </a:cubicBezTo>
                  <a:cubicBezTo>
                    <a:pt x="333" y="1433"/>
                    <a:pt x="336" y="1433"/>
                    <a:pt x="339" y="1433"/>
                  </a:cubicBezTo>
                  <a:cubicBezTo>
                    <a:pt x="344" y="1433"/>
                    <a:pt x="342" y="1435"/>
                    <a:pt x="337" y="1440"/>
                  </a:cubicBezTo>
                  <a:cubicBezTo>
                    <a:pt x="337" y="1442"/>
                    <a:pt x="329" y="1443"/>
                    <a:pt x="320" y="1444"/>
                  </a:cubicBezTo>
                  <a:cubicBezTo>
                    <a:pt x="312" y="1446"/>
                    <a:pt x="304" y="1450"/>
                    <a:pt x="304" y="1452"/>
                  </a:cubicBezTo>
                  <a:cubicBezTo>
                    <a:pt x="304" y="1454"/>
                    <a:pt x="304" y="1455"/>
                    <a:pt x="306" y="1455"/>
                  </a:cubicBezTo>
                  <a:cubicBezTo>
                    <a:pt x="308" y="1455"/>
                    <a:pt x="310" y="1455"/>
                    <a:pt x="313" y="1453"/>
                  </a:cubicBezTo>
                  <a:cubicBezTo>
                    <a:pt x="317" y="1452"/>
                    <a:pt x="318" y="1452"/>
                    <a:pt x="320" y="1452"/>
                  </a:cubicBezTo>
                  <a:cubicBezTo>
                    <a:pt x="321" y="1452"/>
                    <a:pt x="321" y="1453"/>
                    <a:pt x="321" y="1455"/>
                  </a:cubicBezTo>
                  <a:cubicBezTo>
                    <a:pt x="322" y="1457"/>
                    <a:pt x="322" y="1459"/>
                    <a:pt x="331" y="1460"/>
                  </a:cubicBezTo>
                  <a:cubicBezTo>
                    <a:pt x="333" y="1460"/>
                    <a:pt x="334" y="1459"/>
                    <a:pt x="335" y="1459"/>
                  </a:cubicBezTo>
                  <a:cubicBezTo>
                    <a:pt x="339" y="1459"/>
                    <a:pt x="339" y="1462"/>
                    <a:pt x="340" y="1463"/>
                  </a:cubicBezTo>
                  <a:cubicBezTo>
                    <a:pt x="331" y="1467"/>
                    <a:pt x="332" y="1471"/>
                    <a:pt x="332" y="1471"/>
                  </a:cubicBezTo>
                  <a:lnTo>
                    <a:pt x="324" y="1472"/>
                  </a:lnTo>
                  <a:cubicBezTo>
                    <a:pt x="317" y="1474"/>
                    <a:pt x="313" y="1476"/>
                    <a:pt x="307" y="1478"/>
                  </a:cubicBezTo>
                  <a:cubicBezTo>
                    <a:pt x="307" y="1479"/>
                    <a:pt x="310" y="1479"/>
                    <a:pt x="312" y="1479"/>
                  </a:cubicBezTo>
                  <a:cubicBezTo>
                    <a:pt x="314" y="1479"/>
                    <a:pt x="316" y="1479"/>
                    <a:pt x="316" y="1479"/>
                  </a:cubicBezTo>
                  <a:cubicBezTo>
                    <a:pt x="317" y="1479"/>
                    <a:pt x="317" y="1479"/>
                    <a:pt x="317" y="1479"/>
                  </a:cubicBezTo>
                  <a:cubicBezTo>
                    <a:pt x="325" y="1479"/>
                    <a:pt x="332" y="1534"/>
                    <a:pt x="332" y="1541"/>
                  </a:cubicBezTo>
                  <a:cubicBezTo>
                    <a:pt x="327" y="1545"/>
                    <a:pt x="326" y="1551"/>
                    <a:pt x="330" y="1551"/>
                  </a:cubicBezTo>
                  <a:cubicBezTo>
                    <a:pt x="331" y="1551"/>
                    <a:pt x="333" y="1550"/>
                    <a:pt x="334" y="1550"/>
                  </a:cubicBezTo>
                  <a:cubicBezTo>
                    <a:pt x="335" y="1550"/>
                    <a:pt x="335" y="1550"/>
                    <a:pt x="335" y="1550"/>
                  </a:cubicBezTo>
                  <a:cubicBezTo>
                    <a:pt x="342" y="1550"/>
                    <a:pt x="343" y="1561"/>
                    <a:pt x="346" y="1575"/>
                  </a:cubicBezTo>
                  <a:cubicBezTo>
                    <a:pt x="348" y="1591"/>
                    <a:pt x="349" y="1602"/>
                    <a:pt x="357" y="1602"/>
                  </a:cubicBezTo>
                  <a:cubicBezTo>
                    <a:pt x="357" y="1602"/>
                    <a:pt x="357" y="1602"/>
                    <a:pt x="358" y="1601"/>
                  </a:cubicBezTo>
                  <a:lnTo>
                    <a:pt x="359" y="1608"/>
                  </a:lnTo>
                  <a:cubicBezTo>
                    <a:pt x="359" y="1613"/>
                    <a:pt x="368" y="1616"/>
                    <a:pt x="369" y="1618"/>
                  </a:cubicBezTo>
                  <a:cubicBezTo>
                    <a:pt x="375" y="1619"/>
                    <a:pt x="377" y="1621"/>
                    <a:pt x="373" y="1621"/>
                  </a:cubicBezTo>
                  <a:cubicBezTo>
                    <a:pt x="372" y="1621"/>
                    <a:pt x="371" y="1621"/>
                    <a:pt x="369" y="1621"/>
                  </a:cubicBezTo>
                  <a:cubicBezTo>
                    <a:pt x="360" y="1623"/>
                    <a:pt x="352" y="1624"/>
                    <a:pt x="352" y="1626"/>
                  </a:cubicBezTo>
                  <a:cubicBezTo>
                    <a:pt x="353" y="1629"/>
                    <a:pt x="356" y="1629"/>
                    <a:pt x="359" y="1629"/>
                  </a:cubicBezTo>
                  <a:cubicBezTo>
                    <a:pt x="362" y="1629"/>
                    <a:pt x="366" y="1629"/>
                    <a:pt x="370" y="1628"/>
                  </a:cubicBezTo>
                  <a:cubicBezTo>
                    <a:pt x="372" y="1628"/>
                    <a:pt x="373" y="1628"/>
                    <a:pt x="374" y="1628"/>
                  </a:cubicBezTo>
                  <a:cubicBezTo>
                    <a:pt x="378" y="1628"/>
                    <a:pt x="378" y="1630"/>
                    <a:pt x="378" y="1630"/>
                  </a:cubicBezTo>
                  <a:cubicBezTo>
                    <a:pt x="379" y="1632"/>
                    <a:pt x="379" y="1632"/>
                    <a:pt x="370" y="1633"/>
                  </a:cubicBezTo>
                  <a:lnTo>
                    <a:pt x="353" y="1635"/>
                  </a:lnTo>
                  <a:lnTo>
                    <a:pt x="354" y="1637"/>
                  </a:lnTo>
                  <a:cubicBezTo>
                    <a:pt x="356" y="1637"/>
                    <a:pt x="357" y="1637"/>
                    <a:pt x="358" y="1637"/>
                  </a:cubicBezTo>
                  <a:cubicBezTo>
                    <a:pt x="362" y="1637"/>
                    <a:pt x="362" y="1638"/>
                    <a:pt x="362" y="1638"/>
                  </a:cubicBezTo>
                  <a:cubicBezTo>
                    <a:pt x="363" y="1641"/>
                    <a:pt x="363" y="1641"/>
                    <a:pt x="347" y="1644"/>
                  </a:cubicBezTo>
                  <a:cubicBezTo>
                    <a:pt x="330" y="1646"/>
                    <a:pt x="330" y="1649"/>
                    <a:pt x="347" y="1649"/>
                  </a:cubicBezTo>
                  <a:lnTo>
                    <a:pt x="356" y="1652"/>
                  </a:lnTo>
                  <a:cubicBezTo>
                    <a:pt x="339" y="1656"/>
                    <a:pt x="357" y="1659"/>
                    <a:pt x="366" y="1660"/>
                  </a:cubicBezTo>
                  <a:cubicBezTo>
                    <a:pt x="352" y="1664"/>
                    <a:pt x="349" y="1667"/>
                    <a:pt x="359" y="1667"/>
                  </a:cubicBezTo>
                  <a:cubicBezTo>
                    <a:pt x="361" y="1667"/>
                    <a:pt x="364" y="1667"/>
                    <a:pt x="367" y="1667"/>
                  </a:cubicBezTo>
                  <a:cubicBezTo>
                    <a:pt x="368" y="1666"/>
                    <a:pt x="369" y="1666"/>
                    <a:pt x="370" y="1666"/>
                  </a:cubicBezTo>
                  <a:cubicBezTo>
                    <a:pt x="374" y="1666"/>
                    <a:pt x="373" y="1668"/>
                    <a:pt x="367" y="1671"/>
                  </a:cubicBezTo>
                  <a:cubicBezTo>
                    <a:pt x="359" y="1675"/>
                    <a:pt x="359" y="1678"/>
                    <a:pt x="360" y="1682"/>
                  </a:cubicBezTo>
                  <a:cubicBezTo>
                    <a:pt x="369" y="1683"/>
                    <a:pt x="370" y="1700"/>
                    <a:pt x="374" y="1718"/>
                  </a:cubicBezTo>
                  <a:cubicBezTo>
                    <a:pt x="376" y="1738"/>
                    <a:pt x="378" y="1752"/>
                    <a:pt x="384" y="1752"/>
                  </a:cubicBezTo>
                  <a:cubicBezTo>
                    <a:pt x="385" y="1752"/>
                    <a:pt x="385" y="1752"/>
                    <a:pt x="386" y="1752"/>
                  </a:cubicBezTo>
                  <a:lnTo>
                    <a:pt x="386" y="1752"/>
                  </a:lnTo>
                  <a:cubicBezTo>
                    <a:pt x="387" y="1754"/>
                    <a:pt x="387" y="1754"/>
                    <a:pt x="378" y="1759"/>
                  </a:cubicBezTo>
                  <a:cubicBezTo>
                    <a:pt x="370" y="1760"/>
                    <a:pt x="370" y="1762"/>
                    <a:pt x="387" y="1762"/>
                  </a:cubicBezTo>
                  <a:cubicBezTo>
                    <a:pt x="389" y="1762"/>
                    <a:pt x="392" y="1762"/>
                    <a:pt x="393" y="1762"/>
                  </a:cubicBezTo>
                  <a:cubicBezTo>
                    <a:pt x="395" y="1762"/>
                    <a:pt x="397" y="1762"/>
                    <a:pt x="397" y="1762"/>
                  </a:cubicBezTo>
                  <a:cubicBezTo>
                    <a:pt x="399" y="1762"/>
                    <a:pt x="397" y="1762"/>
                    <a:pt x="388" y="1764"/>
                  </a:cubicBezTo>
                  <a:cubicBezTo>
                    <a:pt x="379" y="1765"/>
                    <a:pt x="380" y="1770"/>
                    <a:pt x="381" y="1780"/>
                  </a:cubicBezTo>
                  <a:cubicBezTo>
                    <a:pt x="382" y="1786"/>
                    <a:pt x="384" y="1795"/>
                    <a:pt x="390" y="1795"/>
                  </a:cubicBezTo>
                  <a:cubicBezTo>
                    <a:pt x="391" y="1795"/>
                    <a:pt x="391" y="1794"/>
                    <a:pt x="392" y="1794"/>
                  </a:cubicBezTo>
                  <a:cubicBezTo>
                    <a:pt x="397" y="1797"/>
                    <a:pt x="399" y="1797"/>
                    <a:pt x="398" y="1797"/>
                  </a:cubicBezTo>
                  <a:cubicBezTo>
                    <a:pt x="397" y="1797"/>
                    <a:pt x="395" y="1797"/>
                    <a:pt x="392" y="1797"/>
                  </a:cubicBezTo>
                  <a:cubicBezTo>
                    <a:pt x="375" y="1797"/>
                    <a:pt x="368" y="1810"/>
                    <a:pt x="386" y="1815"/>
                  </a:cubicBezTo>
                  <a:cubicBezTo>
                    <a:pt x="386" y="1817"/>
                    <a:pt x="386" y="1819"/>
                    <a:pt x="378" y="1820"/>
                  </a:cubicBezTo>
                  <a:cubicBezTo>
                    <a:pt x="378" y="1822"/>
                    <a:pt x="378" y="1825"/>
                    <a:pt x="388" y="1831"/>
                  </a:cubicBezTo>
                  <a:lnTo>
                    <a:pt x="390" y="1847"/>
                  </a:lnTo>
                  <a:cubicBezTo>
                    <a:pt x="390" y="1852"/>
                    <a:pt x="399" y="1855"/>
                    <a:pt x="399" y="1855"/>
                  </a:cubicBezTo>
                  <a:lnTo>
                    <a:pt x="400" y="1857"/>
                  </a:lnTo>
                  <a:cubicBezTo>
                    <a:pt x="392" y="1859"/>
                    <a:pt x="393" y="1871"/>
                    <a:pt x="395" y="1888"/>
                  </a:cubicBezTo>
                  <a:cubicBezTo>
                    <a:pt x="397" y="1903"/>
                    <a:pt x="399" y="1918"/>
                    <a:pt x="392" y="1921"/>
                  </a:cubicBezTo>
                  <a:cubicBezTo>
                    <a:pt x="392" y="1921"/>
                    <a:pt x="392" y="1923"/>
                    <a:pt x="400" y="1925"/>
                  </a:cubicBezTo>
                  <a:cubicBezTo>
                    <a:pt x="417" y="1925"/>
                    <a:pt x="417" y="1927"/>
                    <a:pt x="409" y="1930"/>
                  </a:cubicBezTo>
                  <a:cubicBezTo>
                    <a:pt x="393" y="1936"/>
                    <a:pt x="394" y="1945"/>
                    <a:pt x="412" y="1945"/>
                  </a:cubicBezTo>
                  <a:lnTo>
                    <a:pt x="403" y="1946"/>
                  </a:lnTo>
                  <a:cubicBezTo>
                    <a:pt x="387" y="1950"/>
                    <a:pt x="396" y="1956"/>
                    <a:pt x="413" y="1956"/>
                  </a:cubicBezTo>
                  <a:cubicBezTo>
                    <a:pt x="405" y="1959"/>
                    <a:pt x="397" y="1964"/>
                    <a:pt x="405" y="1965"/>
                  </a:cubicBezTo>
                  <a:cubicBezTo>
                    <a:pt x="406" y="1967"/>
                    <a:pt x="406" y="1967"/>
                    <a:pt x="389" y="1969"/>
                  </a:cubicBezTo>
                  <a:cubicBezTo>
                    <a:pt x="380" y="1971"/>
                    <a:pt x="372" y="1972"/>
                    <a:pt x="372" y="1974"/>
                  </a:cubicBezTo>
                  <a:cubicBezTo>
                    <a:pt x="372" y="1975"/>
                    <a:pt x="374" y="1976"/>
                    <a:pt x="376" y="1976"/>
                  </a:cubicBezTo>
                  <a:cubicBezTo>
                    <a:pt x="379" y="1976"/>
                    <a:pt x="384" y="1975"/>
                    <a:pt x="389" y="1974"/>
                  </a:cubicBezTo>
                  <a:lnTo>
                    <a:pt x="390" y="1978"/>
                  </a:lnTo>
                  <a:cubicBezTo>
                    <a:pt x="390" y="1978"/>
                    <a:pt x="390" y="1980"/>
                    <a:pt x="395" y="1980"/>
                  </a:cubicBezTo>
                  <a:cubicBezTo>
                    <a:pt x="396" y="1980"/>
                    <a:pt x="398" y="1980"/>
                    <a:pt x="399" y="1980"/>
                  </a:cubicBezTo>
                  <a:cubicBezTo>
                    <a:pt x="401" y="1979"/>
                    <a:pt x="402" y="1979"/>
                    <a:pt x="403" y="1979"/>
                  </a:cubicBezTo>
                  <a:cubicBezTo>
                    <a:pt x="407" y="1979"/>
                    <a:pt x="407" y="1981"/>
                    <a:pt x="408" y="1983"/>
                  </a:cubicBezTo>
                  <a:cubicBezTo>
                    <a:pt x="404" y="1984"/>
                    <a:pt x="404" y="1984"/>
                    <a:pt x="405" y="1984"/>
                  </a:cubicBezTo>
                  <a:cubicBezTo>
                    <a:pt x="407" y="1984"/>
                    <a:pt x="412" y="1984"/>
                    <a:pt x="416" y="1982"/>
                  </a:cubicBezTo>
                  <a:cubicBezTo>
                    <a:pt x="421" y="1981"/>
                    <a:pt x="426" y="1980"/>
                    <a:pt x="429" y="1980"/>
                  </a:cubicBezTo>
                  <a:cubicBezTo>
                    <a:pt x="432" y="1980"/>
                    <a:pt x="433" y="1981"/>
                    <a:pt x="433" y="1982"/>
                  </a:cubicBezTo>
                  <a:lnTo>
                    <a:pt x="450" y="1978"/>
                  </a:lnTo>
                  <a:cubicBezTo>
                    <a:pt x="462" y="1978"/>
                    <a:pt x="473" y="1975"/>
                    <a:pt x="483" y="1969"/>
                  </a:cubicBezTo>
                  <a:cubicBezTo>
                    <a:pt x="489" y="1959"/>
                    <a:pt x="496" y="1952"/>
                    <a:pt x="486" y="1952"/>
                  </a:cubicBezTo>
                  <a:cubicBezTo>
                    <a:pt x="485" y="1952"/>
                    <a:pt x="483" y="1952"/>
                    <a:pt x="481" y="1953"/>
                  </a:cubicBezTo>
                  <a:cubicBezTo>
                    <a:pt x="481" y="1953"/>
                    <a:pt x="472" y="1951"/>
                    <a:pt x="472" y="1949"/>
                  </a:cubicBezTo>
                  <a:cubicBezTo>
                    <a:pt x="472" y="1947"/>
                    <a:pt x="480" y="1944"/>
                    <a:pt x="480" y="1944"/>
                  </a:cubicBezTo>
                  <a:cubicBezTo>
                    <a:pt x="488" y="1941"/>
                    <a:pt x="487" y="1932"/>
                    <a:pt x="486" y="1921"/>
                  </a:cubicBezTo>
                  <a:cubicBezTo>
                    <a:pt x="483" y="1907"/>
                    <a:pt x="482" y="1900"/>
                    <a:pt x="491" y="1896"/>
                  </a:cubicBezTo>
                  <a:cubicBezTo>
                    <a:pt x="499" y="1892"/>
                    <a:pt x="499" y="1890"/>
                    <a:pt x="499" y="1890"/>
                  </a:cubicBezTo>
                  <a:lnTo>
                    <a:pt x="499" y="1890"/>
                  </a:lnTo>
                  <a:cubicBezTo>
                    <a:pt x="499" y="1890"/>
                    <a:pt x="499" y="1890"/>
                    <a:pt x="498" y="1890"/>
                  </a:cubicBezTo>
                  <a:cubicBezTo>
                    <a:pt x="490" y="1890"/>
                    <a:pt x="488" y="1877"/>
                    <a:pt x="486" y="1861"/>
                  </a:cubicBezTo>
                  <a:cubicBezTo>
                    <a:pt x="485" y="1845"/>
                    <a:pt x="483" y="1829"/>
                    <a:pt x="474" y="1829"/>
                  </a:cubicBezTo>
                  <a:cubicBezTo>
                    <a:pt x="474" y="1829"/>
                    <a:pt x="474" y="1829"/>
                    <a:pt x="473" y="1829"/>
                  </a:cubicBezTo>
                  <a:lnTo>
                    <a:pt x="473" y="1825"/>
                  </a:lnTo>
                  <a:cubicBezTo>
                    <a:pt x="481" y="1824"/>
                    <a:pt x="481" y="1819"/>
                    <a:pt x="480" y="1813"/>
                  </a:cubicBezTo>
                  <a:cubicBezTo>
                    <a:pt x="471" y="1810"/>
                    <a:pt x="470" y="1806"/>
                    <a:pt x="470" y="1806"/>
                  </a:cubicBezTo>
                  <a:cubicBezTo>
                    <a:pt x="479" y="1805"/>
                    <a:pt x="479" y="1802"/>
                    <a:pt x="478" y="1798"/>
                  </a:cubicBezTo>
                  <a:cubicBezTo>
                    <a:pt x="478" y="1794"/>
                    <a:pt x="477" y="1792"/>
                    <a:pt x="472" y="1792"/>
                  </a:cubicBezTo>
                  <a:cubicBezTo>
                    <a:pt x="471" y="1792"/>
                    <a:pt x="470" y="1792"/>
                    <a:pt x="469" y="1792"/>
                  </a:cubicBezTo>
                  <a:cubicBezTo>
                    <a:pt x="467" y="1782"/>
                    <a:pt x="469" y="1773"/>
                    <a:pt x="473" y="1765"/>
                  </a:cubicBezTo>
                  <a:cubicBezTo>
                    <a:pt x="481" y="1761"/>
                    <a:pt x="473" y="1760"/>
                    <a:pt x="464" y="1759"/>
                  </a:cubicBezTo>
                  <a:cubicBezTo>
                    <a:pt x="461" y="1759"/>
                    <a:pt x="458" y="1760"/>
                    <a:pt x="455" y="1760"/>
                  </a:cubicBezTo>
                  <a:cubicBezTo>
                    <a:pt x="450" y="1760"/>
                    <a:pt x="447" y="1759"/>
                    <a:pt x="446" y="1757"/>
                  </a:cubicBezTo>
                  <a:lnTo>
                    <a:pt x="463" y="1754"/>
                  </a:lnTo>
                  <a:cubicBezTo>
                    <a:pt x="466" y="1754"/>
                    <a:pt x="468" y="1755"/>
                    <a:pt x="470" y="1755"/>
                  </a:cubicBezTo>
                  <a:cubicBezTo>
                    <a:pt x="472" y="1755"/>
                    <a:pt x="472" y="1754"/>
                    <a:pt x="472" y="1751"/>
                  </a:cubicBezTo>
                  <a:lnTo>
                    <a:pt x="471" y="1746"/>
                  </a:lnTo>
                  <a:cubicBezTo>
                    <a:pt x="471" y="1746"/>
                    <a:pt x="470" y="1746"/>
                    <a:pt x="470" y="1746"/>
                  </a:cubicBezTo>
                  <a:cubicBezTo>
                    <a:pt x="463" y="1746"/>
                    <a:pt x="461" y="1735"/>
                    <a:pt x="459" y="1719"/>
                  </a:cubicBezTo>
                  <a:cubicBezTo>
                    <a:pt x="457" y="1699"/>
                    <a:pt x="456" y="1692"/>
                    <a:pt x="448" y="1692"/>
                  </a:cubicBezTo>
                  <a:cubicBezTo>
                    <a:pt x="448" y="1692"/>
                    <a:pt x="447" y="1692"/>
                    <a:pt x="446" y="1692"/>
                  </a:cubicBezTo>
                  <a:cubicBezTo>
                    <a:pt x="445" y="1693"/>
                    <a:pt x="444" y="1693"/>
                    <a:pt x="443" y="1693"/>
                  </a:cubicBezTo>
                  <a:cubicBezTo>
                    <a:pt x="439" y="1693"/>
                    <a:pt x="440" y="1690"/>
                    <a:pt x="445" y="1683"/>
                  </a:cubicBezTo>
                  <a:cubicBezTo>
                    <a:pt x="469" y="1665"/>
                    <a:pt x="469" y="1665"/>
                    <a:pt x="460" y="1664"/>
                  </a:cubicBezTo>
                  <a:lnTo>
                    <a:pt x="460" y="1664"/>
                  </a:lnTo>
                  <a:cubicBezTo>
                    <a:pt x="461" y="1667"/>
                    <a:pt x="452" y="1668"/>
                    <a:pt x="444" y="1669"/>
                  </a:cubicBezTo>
                  <a:cubicBezTo>
                    <a:pt x="439" y="1670"/>
                    <a:pt x="435" y="1670"/>
                    <a:pt x="433" y="1670"/>
                  </a:cubicBezTo>
                  <a:cubicBezTo>
                    <a:pt x="429" y="1670"/>
                    <a:pt x="432" y="1668"/>
                    <a:pt x="443" y="1664"/>
                  </a:cubicBezTo>
                  <a:cubicBezTo>
                    <a:pt x="460" y="1662"/>
                    <a:pt x="448" y="1628"/>
                    <a:pt x="430" y="1628"/>
                  </a:cubicBezTo>
                  <a:lnTo>
                    <a:pt x="439" y="1627"/>
                  </a:lnTo>
                  <a:cubicBezTo>
                    <a:pt x="446" y="1625"/>
                    <a:pt x="446" y="1623"/>
                    <a:pt x="445" y="1614"/>
                  </a:cubicBezTo>
                  <a:lnTo>
                    <a:pt x="444" y="1607"/>
                  </a:lnTo>
                  <a:cubicBezTo>
                    <a:pt x="443" y="1607"/>
                    <a:pt x="442" y="1607"/>
                    <a:pt x="441" y="1607"/>
                  </a:cubicBezTo>
                  <a:cubicBezTo>
                    <a:pt x="428" y="1607"/>
                    <a:pt x="435" y="1594"/>
                    <a:pt x="442" y="1592"/>
                  </a:cubicBezTo>
                  <a:cubicBezTo>
                    <a:pt x="451" y="1589"/>
                    <a:pt x="451" y="1589"/>
                    <a:pt x="450" y="1585"/>
                  </a:cubicBezTo>
                  <a:cubicBezTo>
                    <a:pt x="432" y="1580"/>
                    <a:pt x="439" y="1567"/>
                    <a:pt x="448" y="1566"/>
                  </a:cubicBezTo>
                  <a:lnTo>
                    <a:pt x="446" y="1561"/>
                  </a:lnTo>
                  <a:cubicBezTo>
                    <a:pt x="439" y="1560"/>
                    <a:pt x="438" y="1555"/>
                    <a:pt x="438" y="1553"/>
                  </a:cubicBezTo>
                  <a:cubicBezTo>
                    <a:pt x="437" y="1548"/>
                    <a:pt x="437" y="1545"/>
                    <a:pt x="434" y="1545"/>
                  </a:cubicBezTo>
                  <a:cubicBezTo>
                    <a:pt x="433" y="1545"/>
                    <a:pt x="430" y="1546"/>
                    <a:pt x="427" y="1548"/>
                  </a:cubicBezTo>
                  <a:cubicBezTo>
                    <a:pt x="423" y="1548"/>
                    <a:pt x="418" y="1549"/>
                    <a:pt x="415" y="1549"/>
                  </a:cubicBezTo>
                  <a:cubicBezTo>
                    <a:pt x="412" y="1549"/>
                    <a:pt x="411" y="1549"/>
                    <a:pt x="411" y="1548"/>
                  </a:cubicBezTo>
                  <a:lnTo>
                    <a:pt x="420" y="1546"/>
                  </a:lnTo>
                  <a:cubicBezTo>
                    <a:pt x="427" y="1545"/>
                    <a:pt x="426" y="1538"/>
                    <a:pt x="425" y="1529"/>
                  </a:cubicBezTo>
                  <a:cubicBezTo>
                    <a:pt x="424" y="1517"/>
                    <a:pt x="423" y="1512"/>
                    <a:pt x="432" y="1508"/>
                  </a:cubicBezTo>
                  <a:lnTo>
                    <a:pt x="423" y="1507"/>
                  </a:lnTo>
                  <a:cubicBezTo>
                    <a:pt x="414" y="1506"/>
                    <a:pt x="414" y="1504"/>
                    <a:pt x="422" y="1503"/>
                  </a:cubicBezTo>
                  <a:cubicBezTo>
                    <a:pt x="430" y="1499"/>
                    <a:pt x="429" y="1489"/>
                    <a:pt x="420" y="1486"/>
                  </a:cubicBezTo>
                  <a:lnTo>
                    <a:pt x="420" y="1481"/>
                  </a:lnTo>
                  <a:cubicBezTo>
                    <a:pt x="434" y="1477"/>
                    <a:pt x="435" y="1470"/>
                    <a:pt x="421" y="1470"/>
                  </a:cubicBezTo>
                  <a:cubicBezTo>
                    <a:pt x="420" y="1470"/>
                    <a:pt x="418" y="1470"/>
                    <a:pt x="417" y="1470"/>
                  </a:cubicBezTo>
                  <a:cubicBezTo>
                    <a:pt x="426" y="1469"/>
                    <a:pt x="426" y="1466"/>
                    <a:pt x="425" y="1463"/>
                  </a:cubicBezTo>
                  <a:cubicBezTo>
                    <a:pt x="416" y="1460"/>
                    <a:pt x="415" y="1451"/>
                    <a:pt x="424" y="1450"/>
                  </a:cubicBezTo>
                  <a:lnTo>
                    <a:pt x="423" y="1448"/>
                  </a:lnTo>
                  <a:cubicBezTo>
                    <a:pt x="415" y="1447"/>
                    <a:pt x="414" y="1444"/>
                    <a:pt x="414" y="1442"/>
                  </a:cubicBezTo>
                  <a:cubicBezTo>
                    <a:pt x="414" y="1440"/>
                    <a:pt x="414" y="1438"/>
                    <a:pt x="405" y="1437"/>
                  </a:cubicBezTo>
                  <a:cubicBezTo>
                    <a:pt x="396" y="1435"/>
                    <a:pt x="396" y="1433"/>
                    <a:pt x="396" y="1433"/>
                  </a:cubicBezTo>
                  <a:cubicBezTo>
                    <a:pt x="395" y="1432"/>
                    <a:pt x="398" y="1431"/>
                    <a:pt x="402" y="1431"/>
                  </a:cubicBezTo>
                  <a:cubicBezTo>
                    <a:pt x="405" y="1431"/>
                    <a:pt x="409" y="1432"/>
                    <a:pt x="413" y="1432"/>
                  </a:cubicBezTo>
                  <a:cubicBezTo>
                    <a:pt x="415" y="1433"/>
                    <a:pt x="416" y="1433"/>
                    <a:pt x="417" y="1433"/>
                  </a:cubicBezTo>
                  <a:cubicBezTo>
                    <a:pt x="421" y="1433"/>
                    <a:pt x="417" y="1428"/>
                    <a:pt x="403" y="1424"/>
                  </a:cubicBezTo>
                  <a:cubicBezTo>
                    <a:pt x="393" y="1422"/>
                    <a:pt x="389" y="1421"/>
                    <a:pt x="390" y="1421"/>
                  </a:cubicBezTo>
                  <a:cubicBezTo>
                    <a:pt x="392" y="1421"/>
                    <a:pt x="396" y="1421"/>
                    <a:pt x="403" y="1422"/>
                  </a:cubicBezTo>
                  <a:cubicBezTo>
                    <a:pt x="407" y="1423"/>
                    <a:pt x="412" y="1423"/>
                    <a:pt x="414" y="1423"/>
                  </a:cubicBezTo>
                  <a:cubicBezTo>
                    <a:pt x="416" y="1423"/>
                    <a:pt x="416" y="1423"/>
                    <a:pt x="412" y="1421"/>
                  </a:cubicBezTo>
                  <a:cubicBezTo>
                    <a:pt x="412" y="1421"/>
                    <a:pt x="411" y="1417"/>
                    <a:pt x="405" y="1417"/>
                  </a:cubicBezTo>
                  <a:cubicBezTo>
                    <a:pt x="404" y="1417"/>
                    <a:pt x="404" y="1417"/>
                    <a:pt x="403" y="1417"/>
                  </a:cubicBezTo>
                  <a:lnTo>
                    <a:pt x="402" y="1411"/>
                  </a:lnTo>
                  <a:cubicBezTo>
                    <a:pt x="409" y="1404"/>
                    <a:pt x="408" y="1402"/>
                    <a:pt x="408" y="1400"/>
                  </a:cubicBezTo>
                  <a:cubicBezTo>
                    <a:pt x="399" y="1398"/>
                    <a:pt x="399" y="1398"/>
                    <a:pt x="408" y="1395"/>
                  </a:cubicBezTo>
                  <a:cubicBezTo>
                    <a:pt x="414" y="1394"/>
                    <a:pt x="415" y="1393"/>
                    <a:pt x="410" y="1393"/>
                  </a:cubicBezTo>
                  <a:cubicBezTo>
                    <a:pt x="408" y="1393"/>
                    <a:pt x="405" y="1393"/>
                    <a:pt x="399" y="1394"/>
                  </a:cubicBezTo>
                  <a:cubicBezTo>
                    <a:pt x="390" y="1393"/>
                    <a:pt x="390" y="1391"/>
                    <a:pt x="398" y="1387"/>
                  </a:cubicBezTo>
                  <a:cubicBezTo>
                    <a:pt x="410" y="1385"/>
                    <a:pt x="414" y="1383"/>
                    <a:pt x="411" y="1383"/>
                  </a:cubicBezTo>
                  <a:cubicBezTo>
                    <a:pt x="410" y="1383"/>
                    <a:pt x="409" y="1383"/>
                    <a:pt x="406" y="1384"/>
                  </a:cubicBezTo>
                  <a:cubicBezTo>
                    <a:pt x="397" y="1383"/>
                    <a:pt x="397" y="1380"/>
                    <a:pt x="397" y="1380"/>
                  </a:cubicBezTo>
                  <a:cubicBezTo>
                    <a:pt x="406" y="1378"/>
                    <a:pt x="403" y="1358"/>
                    <a:pt x="400" y="1337"/>
                  </a:cubicBezTo>
                  <a:cubicBezTo>
                    <a:pt x="400" y="1335"/>
                    <a:pt x="395" y="1334"/>
                    <a:pt x="389" y="1334"/>
                  </a:cubicBezTo>
                  <a:cubicBezTo>
                    <a:pt x="387" y="1334"/>
                    <a:pt x="385" y="1334"/>
                    <a:pt x="383" y="1334"/>
                  </a:cubicBezTo>
                  <a:cubicBezTo>
                    <a:pt x="377" y="1335"/>
                    <a:pt x="374" y="1336"/>
                    <a:pt x="373" y="1336"/>
                  </a:cubicBezTo>
                  <a:cubicBezTo>
                    <a:pt x="372" y="1336"/>
                    <a:pt x="377" y="1334"/>
                    <a:pt x="383" y="1332"/>
                  </a:cubicBezTo>
                  <a:cubicBezTo>
                    <a:pt x="399" y="1328"/>
                    <a:pt x="404" y="1324"/>
                    <a:pt x="399" y="1324"/>
                  </a:cubicBezTo>
                  <a:cubicBezTo>
                    <a:pt x="396" y="1324"/>
                    <a:pt x="390" y="1325"/>
                    <a:pt x="381" y="1328"/>
                  </a:cubicBezTo>
                  <a:cubicBezTo>
                    <a:pt x="374" y="1330"/>
                    <a:pt x="370" y="1331"/>
                    <a:pt x="370" y="1331"/>
                  </a:cubicBezTo>
                  <a:cubicBezTo>
                    <a:pt x="369" y="1331"/>
                    <a:pt x="373" y="1329"/>
                    <a:pt x="381" y="1326"/>
                  </a:cubicBezTo>
                  <a:cubicBezTo>
                    <a:pt x="389" y="1321"/>
                    <a:pt x="389" y="1321"/>
                    <a:pt x="381" y="1320"/>
                  </a:cubicBezTo>
                  <a:cubicBezTo>
                    <a:pt x="379" y="1321"/>
                    <a:pt x="377" y="1321"/>
                    <a:pt x="376" y="1321"/>
                  </a:cubicBezTo>
                  <a:cubicBezTo>
                    <a:pt x="373" y="1321"/>
                    <a:pt x="375" y="1319"/>
                    <a:pt x="380" y="1318"/>
                  </a:cubicBezTo>
                  <a:cubicBezTo>
                    <a:pt x="387" y="1315"/>
                    <a:pt x="395" y="1312"/>
                    <a:pt x="391" y="1312"/>
                  </a:cubicBezTo>
                  <a:cubicBezTo>
                    <a:pt x="390" y="1312"/>
                    <a:pt x="389" y="1312"/>
                    <a:pt x="388" y="1312"/>
                  </a:cubicBezTo>
                  <a:cubicBezTo>
                    <a:pt x="388" y="1312"/>
                    <a:pt x="388" y="1310"/>
                    <a:pt x="396" y="1306"/>
                  </a:cubicBezTo>
                  <a:cubicBezTo>
                    <a:pt x="404" y="1302"/>
                    <a:pt x="396" y="1302"/>
                    <a:pt x="387" y="1301"/>
                  </a:cubicBezTo>
                  <a:cubicBezTo>
                    <a:pt x="369" y="1296"/>
                    <a:pt x="369" y="1294"/>
                    <a:pt x="386" y="1293"/>
                  </a:cubicBezTo>
                  <a:cubicBezTo>
                    <a:pt x="403" y="1293"/>
                    <a:pt x="393" y="1283"/>
                    <a:pt x="376" y="1283"/>
                  </a:cubicBezTo>
                  <a:cubicBezTo>
                    <a:pt x="359" y="1283"/>
                    <a:pt x="359" y="1283"/>
                    <a:pt x="367" y="1282"/>
                  </a:cubicBezTo>
                  <a:cubicBezTo>
                    <a:pt x="376" y="1281"/>
                    <a:pt x="376" y="1278"/>
                    <a:pt x="376" y="1278"/>
                  </a:cubicBezTo>
                  <a:cubicBezTo>
                    <a:pt x="375" y="1276"/>
                    <a:pt x="375" y="1274"/>
                    <a:pt x="384" y="1273"/>
                  </a:cubicBezTo>
                  <a:cubicBezTo>
                    <a:pt x="384" y="1273"/>
                    <a:pt x="383" y="1269"/>
                    <a:pt x="374" y="1266"/>
                  </a:cubicBezTo>
                  <a:cubicBezTo>
                    <a:pt x="357" y="1265"/>
                    <a:pt x="363" y="1256"/>
                    <a:pt x="380" y="1251"/>
                  </a:cubicBezTo>
                  <a:lnTo>
                    <a:pt x="371" y="1248"/>
                  </a:lnTo>
                  <a:cubicBezTo>
                    <a:pt x="354" y="1248"/>
                    <a:pt x="346" y="1247"/>
                    <a:pt x="362" y="1245"/>
                  </a:cubicBezTo>
                  <a:cubicBezTo>
                    <a:pt x="365" y="1244"/>
                    <a:pt x="367" y="1244"/>
                    <a:pt x="369" y="1244"/>
                  </a:cubicBezTo>
                  <a:lnTo>
                    <a:pt x="369" y="1244"/>
                  </a:lnTo>
                  <a:cubicBezTo>
                    <a:pt x="369" y="1244"/>
                    <a:pt x="370" y="1244"/>
                    <a:pt x="370" y="1244"/>
                  </a:cubicBezTo>
                  <a:cubicBezTo>
                    <a:pt x="373" y="1243"/>
                    <a:pt x="374" y="1243"/>
                    <a:pt x="374" y="1243"/>
                  </a:cubicBezTo>
                  <a:lnTo>
                    <a:pt x="374" y="1243"/>
                  </a:lnTo>
                  <a:cubicBezTo>
                    <a:pt x="374" y="1243"/>
                    <a:pt x="372" y="1243"/>
                    <a:pt x="369" y="1244"/>
                  </a:cubicBezTo>
                  <a:lnTo>
                    <a:pt x="369" y="1244"/>
                  </a:lnTo>
                  <a:cubicBezTo>
                    <a:pt x="354" y="1243"/>
                    <a:pt x="362" y="1232"/>
                    <a:pt x="378" y="1230"/>
                  </a:cubicBezTo>
                  <a:cubicBezTo>
                    <a:pt x="386" y="1229"/>
                    <a:pt x="386" y="1229"/>
                    <a:pt x="386" y="1227"/>
                  </a:cubicBezTo>
                  <a:lnTo>
                    <a:pt x="386" y="1227"/>
                  </a:lnTo>
                  <a:lnTo>
                    <a:pt x="377" y="1228"/>
                  </a:lnTo>
                  <a:cubicBezTo>
                    <a:pt x="372" y="1229"/>
                    <a:pt x="367" y="1229"/>
                    <a:pt x="364" y="1229"/>
                  </a:cubicBezTo>
                  <a:cubicBezTo>
                    <a:pt x="362" y="1229"/>
                    <a:pt x="360" y="1229"/>
                    <a:pt x="360" y="1228"/>
                  </a:cubicBezTo>
                  <a:cubicBezTo>
                    <a:pt x="360" y="1226"/>
                    <a:pt x="360" y="1223"/>
                    <a:pt x="368" y="1222"/>
                  </a:cubicBezTo>
                  <a:cubicBezTo>
                    <a:pt x="375" y="1218"/>
                    <a:pt x="382" y="1215"/>
                    <a:pt x="378" y="1215"/>
                  </a:cubicBezTo>
                  <a:cubicBezTo>
                    <a:pt x="378" y="1215"/>
                    <a:pt x="377" y="1215"/>
                    <a:pt x="376" y="1216"/>
                  </a:cubicBezTo>
                  <a:cubicBezTo>
                    <a:pt x="376" y="1216"/>
                    <a:pt x="376" y="1213"/>
                    <a:pt x="384" y="1210"/>
                  </a:cubicBezTo>
                  <a:cubicBezTo>
                    <a:pt x="384" y="1208"/>
                    <a:pt x="383" y="1205"/>
                    <a:pt x="383" y="1201"/>
                  </a:cubicBezTo>
                  <a:cubicBezTo>
                    <a:pt x="374" y="1200"/>
                    <a:pt x="372" y="1195"/>
                    <a:pt x="381" y="1193"/>
                  </a:cubicBezTo>
                  <a:cubicBezTo>
                    <a:pt x="381" y="1193"/>
                    <a:pt x="380" y="1189"/>
                    <a:pt x="372" y="1188"/>
                  </a:cubicBezTo>
                  <a:cubicBezTo>
                    <a:pt x="371" y="1183"/>
                    <a:pt x="371" y="1181"/>
                    <a:pt x="379" y="1180"/>
                  </a:cubicBezTo>
                  <a:cubicBezTo>
                    <a:pt x="388" y="1179"/>
                    <a:pt x="388" y="1179"/>
                    <a:pt x="379" y="1177"/>
                  </a:cubicBezTo>
                  <a:cubicBezTo>
                    <a:pt x="378" y="1178"/>
                    <a:pt x="377" y="1178"/>
                    <a:pt x="375" y="1178"/>
                  </a:cubicBezTo>
                  <a:cubicBezTo>
                    <a:pt x="371" y="1178"/>
                    <a:pt x="370" y="1176"/>
                    <a:pt x="370" y="1174"/>
                  </a:cubicBezTo>
                  <a:cubicBezTo>
                    <a:pt x="370" y="1172"/>
                    <a:pt x="369" y="1170"/>
                    <a:pt x="369" y="1170"/>
                  </a:cubicBezTo>
                  <a:cubicBezTo>
                    <a:pt x="366" y="1170"/>
                    <a:pt x="364" y="1170"/>
                    <a:pt x="363" y="1170"/>
                  </a:cubicBezTo>
                  <a:cubicBezTo>
                    <a:pt x="361" y="1170"/>
                    <a:pt x="361" y="1170"/>
                    <a:pt x="361" y="1168"/>
                  </a:cubicBezTo>
                  <a:cubicBezTo>
                    <a:pt x="360" y="1166"/>
                    <a:pt x="368" y="1157"/>
                    <a:pt x="368" y="1155"/>
                  </a:cubicBezTo>
                  <a:cubicBezTo>
                    <a:pt x="367" y="1151"/>
                    <a:pt x="367" y="1149"/>
                    <a:pt x="365" y="1149"/>
                  </a:cubicBezTo>
                  <a:cubicBezTo>
                    <a:pt x="364" y="1149"/>
                    <a:pt x="362" y="1150"/>
                    <a:pt x="359" y="1152"/>
                  </a:cubicBezTo>
                  <a:cubicBezTo>
                    <a:pt x="359" y="1153"/>
                    <a:pt x="357" y="1153"/>
                    <a:pt x="356" y="1153"/>
                  </a:cubicBezTo>
                  <a:cubicBezTo>
                    <a:pt x="355" y="1153"/>
                    <a:pt x="354" y="1152"/>
                    <a:pt x="358" y="1149"/>
                  </a:cubicBezTo>
                  <a:cubicBezTo>
                    <a:pt x="358" y="1147"/>
                    <a:pt x="366" y="1138"/>
                    <a:pt x="365" y="1131"/>
                  </a:cubicBezTo>
                  <a:cubicBezTo>
                    <a:pt x="364" y="1125"/>
                    <a:pt x="364" y="1123"/>
                    <a:pt x="360" y="1123"/>
                  </a:cubicBezTo>
                  <a:cubicBezTo>
                    <a:pt x="359" y="1123"/>
                    <a:pt x="357" y="1123"/>
                    <a:pt x="354" y="1124"/>
                  </a:cubicBezTo>
                  <a:cubicBezTo>
                    <a:pt x="348" y="1125"/>
                    <a:pt x="345" y="1126"/>
                    <a:pt x="343" y="1126"/>
                  </a:cubicBezTo>
                  <a:cubicBezTo>
                    <a:pt x="341" y="1126"/>
                    <a:pt x="344" y="1124"/>
                    <a:pt x="354" y="1121"/>
                  </a:cubicBezTo>
                  <a:cubicBezTo>
                    <a:pt x="367" y="1115"/>
                    <a:pt x="370" y="1113"/>
                    <a:pt x="367" y="1113"/>
                  </a:cubicBezTo>
                  <a:cubicBezTo>
                    <a:pt x="366" y="1113"/>
                    <a:pt x="364" y="1113"/>
                    <a:pt x="362" y="1113"/>
                  </a:cubicBezTo>
                  <a:cubicBezTo>
                    <a:pt x="353" y="1112"/>
                    <a:pt x="353" y="1112"/>
                    <a:pt x="353" y="1109"/>
                  </a:cubicBezTo>
                  <a:cubicBezTo>
                    <a:pt x="361" y="1108"/>
                    <a:pt x="361" y="1106"/>
                    <a:pt x="352" y="1102"/>
                  </a:cubicBezTo>
                  <a:cubicBezTo>
                    <a:pt x="352" y="1100"/>
                    <a:pt x="352" y="1100"/>
                    <a:pt x="360" y="1099"/>
                  </a:cubicBezTo>
                  <a:lnTo>
                    <a:pt x="360" y="1094"/>
                  </a:lnTo>
                  <a:cubicBezTo>
                    <a:pt x="342" y="1092"/>
                    <a:pt x="349" y="1076"/>
                    <a:pt x="357" y="1073"/>
                  </a:cubicBezTo>
                  <a:cubicBezTo>
                    <a:pt x="357" y="1073"/>
                    <a:pt x="357" y="1071"/>
                    <a:pt x="348" y="1070"/>
                  </a:cubicBezTo>
                  <a:cubicBezTo>
                    <a:pt x="331" y="1070"/>
                    <a:pt x="331" y="1067"/>
                    <a:pt x="348" y="1065"/>
                  </a:cubicBezTo>
                  <a:cubicBezTo>
                    <a:pt x="365" y="1063"/>
                    <a:pt x="365" y="1063"/>
                    <a:pt x="347" y="1063"/>
                  </a:cubicBezTo>
                  <a:cubicBezTo>
                    <a:pt x="339" y="1062"/>
                    <a:pt x="337" y="1050"/>
                    <a:pt x="353" y="1050"/>
                  </a:cubicBezTo>
                  <a:lnTo>
                    <a:pt x="370" y="1047"/>
                  </a:lnTo>
                  <a:cubicBezTo>
                    <a:pt x="362" y="1046"/>
                    <a:pt x="361" y="1044"/>
                    <a:pt x="361" y="1044"/>
                  </a:cubicBezTo>
                  <a:cubicBezTo>
                    <a:pt x="360" y="1044"/>
                    <a:pt x="359" y="1044"/>
                    <a:pt x="358" y="1044"/>
                  </a:cubicBezTo>
                  <a:cubicBezTo>
                    <a:pt x="353" y="1044"/>
                    <a:pt x="353" y="1042"/>
                    <a:pt x="352" y="1036"/>
                  </a:cubicBezTo>
                  <a:cubicBezTo>
                    <a:pt x="351" y="1030"/>
                    <a:pt x="342" y="1023"/>
                    <a:pt x="341" y="1018"/>
                  </a:cubicBezTo>
                  <a:cubicBezTo>
                    <a:pt x="339" y="1013"/>
                    <a:pt x="342" y="1006"/>
                    <a:pt x="348" y="1002"/>
                  </a:cubicBezTo>
                  <a:cubicBezTo>
                    <a:pt x="348" y="1000"/>
                    <a:pt x="347" y="998"/>
                    <a:pt x="338" y="995"/>
                  </a:cubicBezTo>
                  <a:cubicBezTo>
                    <a:pt x="330" y="993"/>
                    <a:pt x="329" y="989"/>
                    <a:pt x="338" y="988"/>
                  </a:cubicBezTo>
                  <a:lnTo>
                    <a:pt x="337" y="986"/>
                  </a:lnTo>
                  <a:cubicBezTo>
                    <a:pt x="328" y="982"/>
                    <a:pt x="328" y="980"/>
                    <a:pt x="328" y="980"/>
                  </a:cubicBezTo>
                  <a:cubicBezTo>
                    <a:pt x="335" y="979"/>
                    <a:pt x="344" y="974"/>
                    <a:pt x="335" y="973"/>
                  </a:cubicBezTo>
                  <a:lnTo>
                    <a:pt x="335" y="973"/>
                  </a:lnTo>
                  <a:cubicBezTo>
                    <a:pt x="333" y="974"/>
                    <a:pt x="332" y="974"/>
                    <a:pt x="331" y="974"/>
                  </a:cubicBezTo>
                  <a:cubicBezTo>
                    <a:pt x="326" y="974"/>
                    <a:pt x="326" y="971"/>
                    <a:pt x="326" y="968"/>
                  </a:cubicBezTo>
                  <a:cubicBezTo>
                    <a:pt x="334" y="962"/>
                    <a:pt x="323" y="886"/>
                    <a:pt x="315" y="886"/>
                  </a:cubicBezTo>
                  <a:cubicBezTo>
                    <a:pt x="315" y="886"/>
                    <a:pt x="315" y="886"/>
                    <a:pt x="315" y="886"/>
                  </a:cubicBezTo>
                  <a:lnTo>
                    <a:pt x="314" y="879"/>
                  </a:lnTo>
                  <a:lnTo>
                    <a:pt x="313" y="872"/>
                  </a:lnTo>
                  <a:cubicBezTo>
                    <a:pt x="330" y="869"/>
                    <a:pt x="320" y="859"/>
                    <a:pt x="311" y="853"/>
                  </a:cubicBezTo>
                  <a:cubicBezTo>
                    <a:pt x="302" y="852"/>
                    <a:pt x="302" y="850"/>
                    <a:pt x="302" y="848"/>
                  </a:cubicBezTo>
                  <a:cubicBezTo>
                    <a:pt x="319" y="845"/>
                    <a:pt x="317" y="838"/>
                    <a:pt x="309" y="834"/>
                  </a:cubicBezTo>
                  <a:lnTo>
                    <a:pt x="309" y="834"/>
                  </a:lnTo>
                  <a:cubicBezTo>
                    <a:pt x="306" y="834"/>
                    <a:pt x="303" y="834"/>
                    <a:pt x="301" y="834"/>
                  </a:cubicBezTo>
                  <a:cubicBezTo>
                    <a:pt x="292" y="834"/>
                    <a:pt x="294" y="832"/>
                    <a:pt x="307" y="830"/>
                  </a:cubicBezTo>
                  <a:cubicBezTo>
                    <a:pt x="324" y="827"/>
                    <a:pt x="324" y="823"/>
                    <a:pt x="298" y="822"/>
                  </a:cubicBezTo>
                  <a:cubicBezTo>
                    <a:pt x="289" y="821"/>
                    <a:pt x="289" y="821"/>
                    <a:pt x="297" y="817"/>
                  </a:cubicBezTo>
                  <a:cubicBezTo>
                    <a:pt x="311" y="813"/>
                    <a:pt x="314" y="810"/>
                    <a:pt x="309" y="810"/>
                  </a:cubicBezTo>
                  <a:cubicBezTo>
                    <a:pt x="308" y="810"/>
                    <a:pt x="307" y="810"/>
                    <a:pt x="305" y="811"/>
                  </a:cubicBezTo>
                  <a:cubicBezTo>
                    <a:pt x="302" y="811"/>
                    <a:pt x="300" y="811"/>
                    <a:pt x="298" y="811"/>
                  </a:cubicBezTo>
                  <a:cubicBezTo>
                    <a:pt x="289" y="811"/>
                    <a:pt x="291" y="809"/>
                    <a:pt x="304" y="804"/>
                  </a:cubicBezTo>
                  <a:cubicBezTo>
                    <a:pt x="321" y="797"/>
                    <a:pt x="321" y="797"/>
                    <a:pt x="304" y="797"/>
                  </a:cubicBezTo>
                  <a:cubicBezTo>
                    <a:pt x="286" y="797"/>
                    <a:pt x="285" y="788"/>
                    <a:pt x="302" y="783"/>
                  </a:cubicBezTo>
                  <a:cubicBezTo>
                    <a:pt x="302" y="781"/>
                    <a:pt x="308" y="778"/>
                    <a:pt x="303" y="778"/>
                  </a:cubicBezTo>
                  <a:cubicBezTo>
                    <a:pt x="303" y="778"/>
                    <a:pt x="302" y="778"/>
                    <a:pt x="301" y="778"/>
                  </a:cubicBezTo>
                  <a:lnTo>
                    <a:pt x="310" y="775"/>
                  </a:lnTo>
                  <a:lnTo>
                    <a:pt x="309" y="770"/>
                  </a:lnTo>
                  <a:lnTo>
                    <a:pt x="300" y="771"/>
                  </a:lnTo>
                  <a:cubicBezTo>
                    <a:pt x="303" y="760"/>
                    <a:pt x="305" y="749"/>
                    <a:pt x="304" y="738"/>
                  </a:cubicBezTo>
                  <a:cubicBezTo>
                    <a:pt x="301" y="717"/>
                    <a:pt x="301" y="709"/>
                    <a:pt x="296" y="709"/>
                  </a:cubicBezTo>
                  <a:cubicBezTo>
                    <a:pt x="295" y="709"/>
                    <a:pt x="293" y="710"/>
                    <a:pt x="292" y="711"/>
                  </a:cubicBezTo>
                  <a:cubicBezTo>
                    <a:pt x="287" y="712"/>
                    <a:pt x="284" y="713"/>
                    <a:pt x="282" y="713"/>
                  </a:cubicBezTo>
                  <a:cubicBezTo>
                    <a:pt x="277" y="713"/>
                    <a:pt x="280" y="709"/>
                    <a:pt x="292" y="706"/>
                  </a:cubicBezTo>
                  <a:cubicBezTo>
                    <a:pt x="292" y="703"/>
                    <a:pt x="298" y="697"/>
                    <a:pt x="298" y="693"/>
                  </a:cubicBezTo>
                  <a:cubicBezTo>
                    <a:pt x="297" y="688"/>
                    <a:pt x="297" y="684"/>
                    <a:pt x="305" y="682"/>
                  </a:cubicBezTo>
                  <a:lnTo>
                    <a:pt x="305" y="679"/>
                  </a:lnTo>
                  <a:cubicBezTo>
                    <a:pt x="288" y="678"/>
                    <a:pt x="286" y="664"/>
                    <a:pt x="294" y="656"/>
                  </a:cubicBezTo>
                  <a:cubicBezTo>
                    <a:pt x="293" y="650"/>
                    <a:pt x="293" y="648"/>
                    <a:pt x="284" y="645"/>
                  </a:cubicBezTo>
                  <a:cubicBezTo>
                    <a:pt x="275" y="641"/>
                    <a:pt x="275" y="641"/>
                    <a:pt x="283" y="638"/>
                  </a:cubicBezTo>
                  <a:cubicBezTo>
                    <a:pt x="290" y="637"/>
                    <a:pt x="296" y="624"/>
                    <a:pt x="285" y="624"/>
                  </a:cubicBezTo>
                  <a:cubicBezTo>
                    <a:pt x="283" y="624"/>
                    <a:pt x="282" y="624"/>
                    <a:pt x="280" y="624"/>
                  </a:cubicBezTo>
                  <a:lnTo>
                    <a:pt x="288" y="620"/>
                  </a:lnTo>
                  <a:cubicBezTo>
                    <a:pt x="295" y="617"/>
                    <a:pt x="292" y="616"/>
                    <a:pt x="286" y="616"/>
                  </a:cubicBezTo>
                  <a:cubicBezTo>
                    <a:pt x="284" y="616"/>
                    <a:pt x="282" y="616"/>
                    <a:pt x="279" y="617"/>
                  </a:cubicBezTo>
                  <a:cubicBezTo>
                    <a:pt x="274" y="618"/>
                    <a:pt x="271" y="618"/>
                    <a:pt x="269" y="618"/>
                  </a:cubicBezTo>
                  <a:cubicBezTo>
                    <a:pt x="265" y="618"/>
                    <a:pt x="270" y="616"/>
                    <a:pt x="287" y="611"/>
                  </a:cubicBezTo>
                  <a:cubicBezTo>
                    <a:pt x="300" y="609"/>
                    <a:pt x="303" y="607"/>
                    <a:pt x="300" y="607"/>
                  </a:cubicBezTo>
                  <a:cubicBezTo>
                    <a:pt x="299" y="607"/>
                    <a:pt x="298" y="607"/>
                    <a:pt x="296" y="608"/>
                  </a:cubicBezTo>
                  <a:cubicBezTo>
                    <a:pt x="287" y="606"/>
                    <a:pt x="278" y="605"/>
                    <a:pt x="286" y="602"/>
                  </a:cubicBezTo>
                  <a:cubicBezTo>
                    <a:pt x="286" y="600"/>
                    <a:pt x="286" y="598"/>
                    <a:pt x="281" y="598"/>
                  </a:cubicBezTo>
                  <a:cubicBezTo>
                    <a:pt x="279" y="598"/>
                    <a:pt x="275" y="599"/>
                    <a:pt x="269" y="600"/>
                  </a:cubicBezTo>
                  <a:cubicBezTo>
                    <a:pt x="268" y="600"/>
                    <a:pt x="266" y="600"/>
                    <a:pt x="265" y="600"/>
                  </a:cubicBezTo>
                  <a:cubicBezTo>
                    <a:pt x="260" y="600"/>
                    <a:pt x="260" y="598"/>
                    <a:pt x="260" y="596"/>
                  </a:cubicBezTo>
                  <a:cubicBezTo>
                    <a:pt x="266" y="595"/>
                    <a:pt x="271" y="595"/>
                    <a:pt x="277" y="595"/>
                  </a:cubicBezTo>
                  <a:lnTo>
                    <a:pt x="277" y="595"/>
                  </a:lnTo>
                  <a:cubicBezTo>
                    <a:pt x="277" y="594"/>
                    <a:pt x="276" y="593"/>
                    <a:pt x="276" y="591"/>
                  </a:cubicBezTo>
                  <a:cubicBezTo>
                    <a:pt x="276" y="588"/>
                    <a:pt x="284" y="583"/>
                    <a:pt x="293" y="582"/>
                  </a:cubicBezTo>
                  <a:cubicBezTo>
                    <a:pt x="297" y="579"/>
                    <a:pt x="299" y="577"/>
                    <a:pt x="296" y="577"/>
                  </a:cubicBezTo>
                  <a:cubicBezTo>
                    <a:pt x="294" y="577"/>
                    <a:pt x="290" y="578"/>
                    <a:pt x="284" y="581"/>
                  </a:cubicBezTo>
                  <a:cubicBezTo>
                    <a:pt x="277" y="582"/>
                    <a:pt x="273" y="582"/>
                    <a:pt x="270" y="582"/>
                  </a:cubicBezTo>
                  <a:cubicBezTo>
                    <a:pt x="267" y="582"/>
                    <a:pt x="267" y="581"/>
                    <a:pt x="266" y="578"/>
                  </a:cubicBezTo>
                  <a:cubicBezTo>
                    <a:pt x="266" y="576"/>
                    <a:pt x="266" y="574"/>
                    <a:pt x="274" y="573"/>
                  </a:cubicBezTo>
                  <a:cubicBezTo>
                    <a:pt x="283" y="571"/>
                    <a:pt x="283" y="571"/>
                    <a:pt x="282" y="566"/>
                  </a:cubicBezTo>
                  <a:cubicBezTo>
                    <a:pt x="281" y="560"/>
                    <a:pt x="261" y="557"/>
                    <a:pt x="245" y="557"/>
                  </a:cubicBezTo>
                  <a:cubicBezTo>
                    <a:pt x="242" y="557"/>
                    <a:pt x="240" y="557"/>
                    <a:pt x="238" y="557"/>
                  </a:cubicBezTo>
                  <a:cubicBezTo>
                    <a:pt x="231" y="558"/>
                    <a:pt x="227" y="558"/>
                    <a:pt x="226" y="558"/>
                  </a:cubicBezTo>
                  <a:cubicBezTo>
                    <a:pt x="223" y="558"/>
                    <a:pt x="227" y="557"/>
                    <a:pt x="237" y="554"/>
                  </a:cubicBezTo>
                  <a:cubicBezTo>
                    <a:pt x="246" y="553"/>
                    <a:pt x="246" y="550"/>
                    <a:pt x="245" y="548"/>
                  </a:cubicBezTo>
                  <a:lnTo>
                    <a:pt x="245" y="548"/>
                  </a:lnTo>
                  <a:cubicBezTo>
                    <a:pt x="243" y="548"/>
                    <a:pt x="243" y="548"/>
                    <a:pt x="242" y="548"/>
                  </a:cubicBezTo>
                  <a:cubicBezTo>
                    <a:pt x="240" y="548"/>
                    <a:pt x="242" y="547"/>
                    <a:pt x="243" y="547"/>
                  </a:cubicBezTo>
                  <a:cubicBezTo>
                    <a:pt x="244" y="547"/>
                    <a:pt x="245" y="548"/>
                    <a:pt x="245" y="548"/>
                  </a:cubicBezTo>
                  <a:cubicBezTo>
                    <a:pt x="246" y="548"/>
                    <a:pt x="248" y="548"/>
                    <a:pt x="249" y="548"/>
                  </a:cubicBezTo>
                  <a:cubicBezTo>
                    <a:pt x="254" y="548"/>
                    <a:pt x="254" y="550"/>
                    <a:pt x="254" y="551"/>
                  </a:cubicBezTo>
                  <a:lnTo>
                    <a:pt x="263" y="550"/>
                  </a:lnTo>
                  <a:cubicBezTo>
                    <a:pt x="277" y="546"/>
                    <a:pt x="278" y="543"/>
                    <a:pt x="268" y="543"/>
                  </a:cubicBezTo>
                  <a:cubicBezTo>
                    <a:pt x="267" y="543"/>
                    <a:pt x="264" y="543"/>
                    <a:pt x="261" y="544"/>
                  </a:cubicBezTo>
                  <a:cubicBezTo>
                    <a:pt x="252" y="543"/>
                    <a:pt x="252" y="543"/>
                    <a:pt x="261" y="538"/>
                  </a:cubicBezTo>
                  <a:cubicBezTo>
                    <a:pt x="268" y="535"/>
                    <a:pt x="275" y="532"/>
                    <a:pt x="271" y="532"/>
                  </a:cubicBezTo>
                  <a:cubicBezTo>
                    <a:pt x="270" y="532"/>
                    <a:pt x="269" y="532"/>
                    <a:pt x="268" y="532"/>
                  </a:cubicBezTo>
                  <a:cubicBezTo>
                    <a:pt x="268" y="532"/>
                    <a:pt x="268" y="528"/>
                    <a:pt x="276" y="525"/>
                  </a:cubicBezTo>
                  <a:cubicBezTo>
                    <a:pt x="276" y="520"/>
                    <a:pt x="275" y="518"/>
                    <a:pt x="272" y="518"/>
                  </a:cubicBezTo>
                  <a:cubicBezTo>
                    <a:pt x="271" y="518"/>
                    <a:pt x="269" y="518"/>
                    <a:pt x="267" y="519"/>
                  </a:cubicBezTo>
                  <a:cubicBezTo>
                    <a:pt x="265" y="519"/>
                    <a:pt x="264" y="519"/>
                    <a:pt x="263" y="519"/>
                  </a:cubicBezTo>
                  <a:cubicBezTo>
                    <a:pt x="258" y="519"/>
                    <a:pt x="258" y="517"/>
                    <a:pt x="258" y="516"/>
                  </a:cubicBezTo>
                  <a:cubicBezTo>
                    <a:pt x="258" y="513"/>
                    <a:pt x="257" y="511"/>
                    <a:pt x="254" y="511"/>
                  </a:cubicBezTo>
                  <a:cubicBezTo>
                    <a:pt x="253" y="511"/>
                    <a:pt x="251" y="512"/>
                    <a:pt x="249" y="512"/>
                  </a:cubicBezTo>
                  <a:cubicBezTo>
                    <a:pt x="247" y="512"/>
                    <a:pt x="245" y="513"/>
                    <a:pt x="243" y="513"/>
                  </a:cubicBezTo>
                  <a:cubicBezTo>
                    <a:pt x="236" y="513"/>
                    <a:pt x="231" y="511"/>
                    <a:pt x="231" y="508"/>
                  </a:cubicBezTo>
                  <a:cubicBezTo>
                    <a:pt x="222" y="504"/>
                    <a:pt x="222" y="504"/>
                    <a:pt x="239" y="499"/>
                  </a:cubicBezTo>
                  <a:cubicBezTo>
                    <a:pt x="247" y="498"/>
                    <a:pt x="247" y="495"/>
                    <a:pt x="247" y="493"/>
                  </a:cubicBezTo>
                  <a:cubicBezTo>
                    <a:pt x="247" y="493"/>
                    <a:pt x="246" y="491"/>
                    <a:pt x="254" y="486"/>
                  </a:cubicBezTo>
                  <a:cubicBezTo>
                    <a:pt x="258" y="485"/>
                    <a:pt x="258" y="484"/>
                    <a:pt x="256" y="484"/>
                  </a:cubicBezTo>
                  <a:cubicBezTo>
                    <a:pt x="255" y="484"/>
                    <a:pt x="250" y="485"/>
                    <a:pt x="246" y="486"/>
                  </a:cubicBezTo>
                  <a:lnTo>
                    <a:pt x="229" y="489"/>
                  </a:lnTo>
                  <a:cubicBezTo>
                    <a:pt x="228" y="486"/>
                    <a:pt x="245" y="481"/>
                    <a:pt x="254" y="480"/>
                  </a:cubicBezTo>
                  <a:cubicBezTo>
                    <a:pt x="263" y="477"/>
                    <a:pt x="267" y="476"/>
                    <a:pt x="265" y="476"/>
                  </a:cubicBezTo>
                  <a:cubicBezTo>
                    <a:pt x="263" y="476"/>
                    <a:pt x="259" y="477"/>
                    <a:pt x="252" y="477"/>
                  </a:cubicBezTo>
                  <a:cubicBezTo>
                    <a:pt x="251" y="478"/>
                    <a:pt x="249" y="478"/>
                    <a:pt x="247" y="478"/>
                  </a:cubicBezTo>
                  <a:cubicBezTo>
                    <a:pt x="241" y="478"/>
                    <a:pt x="237" y="476"/>
                    <a:pt x="243" y="472"/>
                  </a:cubicBezTo>
                  <a:cubicBezTo>
                    <a:pt x="243" y="467"/>
                    <a:pt x="242" y="463"/>
                    <a:pt x="250" y="461"/>
                  </a:cubicBezTo>
                  <a:cubicBezTo>
                    <a:pt x="259" y="457"/>
                    <a:pt x="250" y="456"/>
                    <a:pt x="250" y="456"/>
                  </a:cubicBezTo>
                  <a:cubicBezTo>
                    <a:pt x="241" y="455"/>
                    <a:pt x="241" y="453"/>
                    <a:pt x="249" y="445"/>
                  </a:cubicBezTo>
                  <a:cubicBezTo>
                    <a:pt x="260" y="434"/>
                    <a:pt x="262" y="431"/>
                    <a:pt x="257" y="431"/>
                  </a:cubicBezTo>
                  <a:cubicBezTo>
                    <a:pt x="255" y="431"/>
                    <a:pt x="252" y="432"/>
                    <a:pt x="247" y="433"/>
                  </a:cubicBezTo>
                  <a:cubicBezTo>
                    <a:pt x="243" y="434"/>
                    <a:pt x="239" y="434"/>
                    <a:pt x="238" y="434"/>
                  </a:cubicBezTo>
                  <a:cubicBezTo>
                    <a:pt x="236" y="434"/>
                    <a:pt x="238" y="433"/>
                    <a:pt x="247" y="430"/>
                  </a:cubicBezTo>
                  <a:cubicBezTo>
                    <a:pt x="255" y="427"/>
                    <a:pt x="246" y="426"/>
                    <a:pt x="237" y="422"/>
                  </a:cubicBezTo>
                  <a:cubicBezTo>
                    <a:pt x="225" y="422"/>
                    <a:pt x="214" y="424"/>
                    <a:pt x="203" y="426"/>
                  </a:cubicBezTo>
                  <a:cubicBezTo>
                    <a:pt x="197" y="427"/>
                    <a:pt x="193" y="427"/>
                    <a:pt x="191" y="427"/>
                  </a:cubicBezTo>
                  <a:cubicBezTo>
                    <a:pt x="187" y="427"/>
                    <a:pt x="189" y="426"/>
                    <a:pt x="194" y="422"/>
                  </a:cubicBezTo>
                  <a:cubicBezTo>
                    <a:pt x="194" y="420"/>
                    <a:pt x="202" y="416"/>
                    <a:pt x="210" y="415"/>
                  </a:cubicBezTo>
                  <a:cubicBezTo>
                    <a:pt x="212" y="414"/>
                    <a:pt x="213" y="414"/>
                    <a:pt x="214" y="414"/>
                  </a:cubicBezTo>
                  <a:cubicBezTo>
                    <a:pt x="219" y="414"/>
                    <a:pt x="219" y="416"/>
                    <a:pt x="219" y="416"/>
                  </a:cubicBezTo>
                  <a:lnTo>
                    <a:pt x="219" y="418"/>
                  </a:lnTo>
                  <a:cubicBezTo>
                    <a:pt x="228" y="417"/>
                    <a:pt x="236" y="416"/>
                    <a:pt x="236" y="411"/>
                  </a:cubicBezTo>
                  <a:cubicBezTo>
                    <a:pt x="241" y="408"/>
                    <a:pt x="243" y="406"/>
                    <a:pt x="240" y="406"/>
                  </a:cubicBezTo>
                  <a:cubicBezTo>
                    <a:pt x="239" y="406"/>
                    <a:pt x="237" y="406"/>
                    <a:pt x="234" y="407"/>
                  </a:cubicBezTo>
                  <a:cubicBezTo>
                    <a:pt x="240" y="405"/>
                    <a:pt x="243" y="399"/>
                    <a:pt x="242" y="393"/>
                  </a:cubicBezTo>
                  <a:cubicBezTo>
                    <a:pt x="240" y="388"/>
                    <a:pt x="242" y="381"/>
                    <a:pt x="248" y="378"/>
                  </a:cubicBezTo>
                  <a:cubicBezTo>
                    <a:pt x="248" y="374"/>
                    <a:pt x="248" y="372"/>
                    <a:pt x="243" y="372"/>
                  </a:cubicBezTo>
                  <a:cubicBezTo>
                    <a:pt x="242" y="372"/>
                    <a:pt x="240" y="372"/>
                    <a:pt x="239" y="372"/>
                  </a:cubicBezTo>
                  <a:cubicBezTo>
                    <a:pt x="234" y="373"/>
                    <a:pt x="230" y="373"/>
                    <a:pt x="228" y="373"/>
                  </a:cubicBezTo>
                  <a:cubicBezTo>
                    <a:pt x="223" y="373"/>
                    <a:pt x="225" y="372"/>
                    <a:pt x="230" y="371"/>
                  </a:cubicBezTo>
                  <a:cubicBezTo>
                    <a:pt x="247" y="366"/>
                    <a:pt x="251" y="335"/>
                    <a:pt x="235" y="335"/>
                  </a:cubicBezTo>
                  <a:cubicBezTo>
                    <a:pt x="235" y="335"/>
                    <a:pt x="235" y="335"/>
                    <a:pt x="234" y="335"/>
                  </a:cubicBezTo>
                  <a:cubicBezTo>
                    <a:pt x="234" y="335"/>
                    <a:pt x="233" y="333"/>
                    <a:pt x="233" y="329"/>
                  </a:cubicBezTo>
                  <a:cubicBezTo>
                    <a:pt x="241" y="324"/>
                    <a:pt x="239" y="310"/>
                    <a:pt x="231" y="309"/>
                  </a:cubicBezTo>
                  <a:lnTo>
                    <a:pt x="230" y="301"/>
                  </a:lnTo>
                  <a:cubicBezTo>
                    <a:pt x="238" y="296"/>
                    <a:pt x="237" y="293"/>
                    <a:pt x="229" y="292"/>
                  </a:cubicBezTo>
                  <a:cubicBezTo>
                    <a:pt x="224" y="292"/>
                    <a:pt x="220" y="292"/>
                    <a:pt x="218" y="292"/>
                  </a:cubicBezTo>
                  <a:cubicBezTo>
                    <a:pt x="215" y="292"/>
                    <a:pt x="215" y="292"/>
                    <a:pt x="220" y="291"/>
                  </a:cubicBezTo>
                  <a:cubicBezTo>
                    <a:pt x="228" y="290"/>
                    <a:pt x="228" y="286"/>
                    <a:pt x="227" y="276"/>
                  </a:cubicBezTo>
                  <a:cubicBezTo>
                    <a:pt x="226" y="270"/>
                    <a:pt x="226" y="268"/>
                    <a:pt x="223" y="268"/>
                  </a:cubicBezTo>
                  <a:cubicBezTo>
                    <a:pt x="222" y="268"/>
                    <a:pt x="220" y="269"/>
                    <a:pt x="217" y="270"/>
                  </a:cubicBezTo>
                  <a:cubicBezTo>
                    <a:pt x="208" y="262"/>
                    <a:pt x="215" y="261"/>
                    <a:pt x="224" y="260"/>
                  </a:cubicBezTo>
                  <a:cubicBezTo>
                    <a:pt x="238" y="260"/>
                    <a:pt x="241" y="256"/>
                    <a:pt x="226" y="256"/>
                  </a:cubicBezTo>
                  <a:cubicBezTo>
                    <a:pt x="223" y="256"/>
                    <a:pt x="220" y="256"/>
                    <a:pt x="215" y="256"/>
                  </a:cubicBezTo>
                  <a:cubicBezTo>
                    <a:pt x="199" y="256"/>
                    <a:pt x="197" y="252"/>
                    <a:pt x="205" y="251"/>
                  </a:cubicBezTo>
                  <a:cubicBezTo>
                    <a:pt x="207" y="251"/>
                    <a:pt x="208" y="251"/>
                    <a:pt x="209" y="251"/>
                  </a:cubicBezTo>
                  <a:cubicBezTo>
                    <a:pt x="214" y="251"/>
                    <a:pt x="214" y="252"/>
                    <a:pt x="215" y="254"/>
                  </a:cubicBezTo>
                  <a:lnTo>
                    <a:pt x="232" y="251"/>
                  </a:lnTo>
                  <a:cubicBezTo>
                    <a:pt x="231" y="249"/>
                    <a:pt x="231" y="249"/>
                    <a:pt x="222" y="247"/>
                  </a:cubicBezTo>
                  <a:cubicBezTo>
                    <a:pt x="222" y="247"/>
                    <a:pt x="222" y="245"/>
                    <a:pt x="213" y="244"/>
                  </a:cubicBezTo>
                  <a:cubicBezTo>
                    <a:pt x="212" y="244"/>
                    <a:pt x="210" y="244"/>
                    <a:pt x="209" y="244"/>
                  </a:cubicBezTo>
                  <a:cubicBezTo>
                    <a:pt x="202" y="244"/>
                    <a:pt x="195" y="246"/>
                    <a:pt x="188" y="249"/>
                  </a:cubicBezTo>
                  <a:cubicBezTo>
                    <a:pt x="186" y="250"/>
                    <a:pt x="184" y="250"/>
                    <a:pt x="182" y="250"/>
                  </a:cubicBezTo>
                  <a:cubicBezTo>
                    <a:pt x="180" y="250"/>
                    <a:pt x="179" y="249"/>
                    <a:pt x="179" y="247"/>
                  </a:cubicBezTo>
                  <a:cubicBezTo>
                    <a:pt x="185" y="243"/>
                    <a:pt x="192" y="240"/>
                    <a:pt x="200" y="240"/>
                  </a:cubicBezTo>
                  <a:cubicBezTo>
                    <a:pt x="201" y="240"/>
                    <a:pt x="203" y="241"/>
                    <a:pt x="204" y="241"/>
                  </a:cubicBezTo>
                  <a:cubicBezTo>
                    <a:pt x="205" y="242"/>
                    <a:pt x="206" y="243"/>
                    <a:pt x="208" y="243"/>
                  </a:cubicBezTo>
                  <a:cubicBezTo>
                    <a:pt x="212" y="243"/>
                    <a:pt x="217" y="241"/>
                    <a:pt x="222" y="241"/>
                  </a:cubicBezTo>
                  <a:cubicBezTo>
                    <a:pt x="230" y="240"/>
                    <a:pt x="212" y="231"/>
                    <a:pt x="194" y="231"/>
                  </a:cubicBezTo>
                  <a:lnTo>
                    <a:pt x="203" y="230"/>
                  </a:lnTo>
                  <a:cubicBezTo>
                    <a:pt x="211" y="228"/>
                    <a:pt x="211" y="224"/>
                    <a:pt x="210" y="218"/>
                  </a:cubicBezTo>
                  <a:cubicBezTo>
                    <a:pt x="210" y="215"/>
                    <a:pt x="210" y="212"/>
                    <a:pt x="205" y="212"/>
                  </a:cubicBezTo>
                  <a:cubicBezTo>
                    <a:pt x="204" y="212"/>
                    <a:pt x="202" y="213"/>
                    <a:pt x="201" y="213"/>
                  </a:cubicBezTo>
                  <a:cubicBezTo>
                    <a:pt x="196" y="214"/>
                    <a:pt x="191" y="215"/>
                    <a:pt x="187" y="215"/>
                  </a:cubicBezTo>
                  <a:cubicBezTo>
                    <a:pt x="185" y="215"/>
                    <a:pt x="184" y="215"/>
                    <a:pt x="184" y="214"/>
                  </a:cubicBezTo>
                  <a:cubicBezTo>
                    <a:pt x="184" y="216"/>
                    <a:pt x="176" y="217"/>
                    <a:pt x="167" y="218"/>
                  </a:cubicBezTo>
                  <a:cubicBezTo>
                    <a:pt x="172" y="215"/>
                    <a:pt x="177" y="212"/>
                    <a:pt x="183" y="208"/>
                  </a:cubicBezTo>
                  <a:cubicBezTo>
                    <a:pt x="200" y="201"/>
                    <a:pt x="208" y="196"/>
                    <a:pt x="206" y="186"/>
                  </a:cubicBezTo>
                  <a:cubicBezTo>
                    <a:pt x="204" y="180"/>
                    <a:pt x="206" y="173"/>
                    <a:pt x="212" y="170"/>
                  </a:cubicBezTo>
                  <a:cubicBezTo>
                    <a:pt x="212" y="166"/>
                    <a:pt x="212" y="164"/>
                    <a:pt x="207" y="164"/>
                  </a:cubicBezTo>
                  <a:cubicBezTo>
                    <a:pt x="206" y="164"/>
                    <a:pt x="205" y="164"/>
                    <a:pt x="203" y="164"/>
                  </a:cubicBezTo>
                  <a:lnTo>
                    <a:pt x="203" y="160"/>
                  </a:lnTo>
                  <a:cubicBezTo>
                    <a:pt x="210" y="157"/>
                    <a:pt x="210" y="153"/>
                    <a:pt x="204" y="153"/>
                  </a:cubicBezTo>
                  <a:cubicBezTo>
                    <a:pt x="204" y="153"/>
                    <a:pt x="203" y="153"/>
                    <a:pt x="202" y="153"/>
                  </a:cubicBezTo>
                  <a:cubicBezTo>
                    <a:pt x="193" y="152"/>
                    <a:pt x="201" y="149"/>
                    <a:pt x="201" y="147"/>
                  </a:cubicBezTo>
                  <a:cubicBezTo>
                    <a:pt x="209" y="142"/>
                    <a:pt x="213" y="140"/>
                    <a:pt x="211" y="140"/>
                  </a:cubicBezTo>
                  <a:cubicBezTo>
                    <a:pt x="210" y="140"/>
                    <a:pt x="204" y="142"/>
                    <a:pt x="192" y="145"/>
                  </a:cubicBezTo>
                  <a:cubicBezTo>
                    <a:pt x="184" y="147"/>
                    <a:pt x="176" y="152"/>
                    <a:pt x="176" y="154"/>
                  </a:cubicBezTo>
                  <a:lnTo>
                    <a:pt x="177" y="162"/>
                  </a:lnTo>
                  <a:lnTo>
                    <a:pt x="177" y="162"/>
                  </a:lnTo>
                  <a:lnTo>
                    <a:pt x="167" y="157"/>
                  </a:lnTo>
                  <a:cubicBezTo>
                    <a:pt x="167" y="154"/>
                    <a:pt x="162" y="151"/>
                    <a:pt x="156" y="151"/>
                  </a:cubicBezTo>
                  <a:cubicBezTo>
                    <a:pt x="154" y="151"/>
                    <a:pt x="152" y="152"/>
                    <a:pt x="150" y="152"/>
                  </a:cubicBezTo>
                  <a:cubicBezTo>
                    <a:pt x="150" y="152"/>
                    <a:pt x="148" y="152"/>
                    <a:pt x="146" y="152"/>
                  </a:cubicBezTo>
                  <a:cubicBezTo>
                    <a:pt x="144" y="152"/>
                    <a:pt x="141" y="152"/>
                    <a:pt x="141" y="151"/>
                  </a:cubicBezTo>
                  <a:lnTo>
                    <a:pt x="158" y="148"/>
                  </a:lnTo>
                  <a:cubicBezTo>
                    <a:pt x="160" y="148"/>
                    <a:pt x="163" y="148"/>
                    <a:pt x="165" y="148"/>
                  </a:cubicBezTo>
                  <a:cubicBezTo>
                    <a:pt x="171" y="148"/>
                    <a:pt x="178" y="147"/>
                    <a:pt x="184" y="147"/>
                  </a:cubicBezTo>
                  <a:cubicBezTo>
                    <a:pt x="198" y="143"/>
                    <a:pt x="206" y="135"/>
                    <a:pt x="195" y="135"/>
                  </a:cubicBezTo>
                  <a:cubicBezTo>
                    <a:pt x="194" y="135"/>
                    <a:pt x="193" y="135"/>
                    <a:pt x="191" y="135"/>
                  </a:cubicBezTo>
                  <a:cubicBezTo>
                    <a:pt x="191" y="133"/>
                    <a:pt x="191" y="133"/>
                    <a:pt x="199" y="130"/>
                  </a:cubicBezTo>
                  <a:cubicBezTo>
                    <a:pt x="206" y="129"/>
                    <a:pt x="206" y="126"/>
                    <a:pt x="190" y="126"/>
                  </a:cubicBezTo>
                  <a:cubicBezTo>
                    <a:pt x="173" y="126"/>
                    <a:pt x="172" y="124"/>
                    <a:pt x="188" y="120"/>
                  </a:cubicBezTo>
                  <a:cubicBezTo>
                    <a:pt x="204" y="112"/>
                    <a:pt x="203" y="104"/>
                    <a:pt x="196" y="104"/>
                  </a:cubicBezTo>
                  <a:cubicBezTo>
                    <a:pt x="196" y="104"/>
                    <a:pt x="196" y="104"/>
                    <a:pt x="195" y="104"/>
                  </a:cubicBezTo>
                  <a:cubicBezTo>
                    <a:pt x="193" y="104"/>
                    <a:pt x="191" y="104"/>
                    <a:pt x="189" y="104"/>
                  </a:cubicBezTo>
                  <a:cubicBezTo>
                    <a:pt x="178" y="104"/>
                    <a:pt x="178" y="99"/>
                    <a:pt x="185" y="96"/>
                  </a:cubicBezTo>
                  <a:cubicBezTo>
                    <a:pt x="194" y="93"/>
                    <a:pt x="193" y="90"/>
                    <a:pt x="185" y="89"/>
                  </a:cubicBezTo>
                  <a:cubicBezTo>
                    <a:pt x="193" y="87"/>
                    <a:pt x="201" y="84"/>
                    <a:pt x="192" y="83"/>
                  </a:cubicBezTo>
                  <a:cubicBezTo>
                    <a:pt x="192" y="83"/>
                    <a:pt x="192" y="82"/>
                    <a:pt x="190" y="82"/>
                  </a:cubicBezTo>
                  <a:cubicBezTo>
                    <a:pt x="189" y="82"/>
                    <a:pt x="187" y="82"/>
                    <a:pt x="184" y="84"/>
                  </a:cubicBezTo>
                  <a:lnTo>
                    <a:pt x="166" y="83"/>
                  </a:lnTo>
                  <a:lnTo>
                    <a:pt x="166" y="83"/>
                  </a:lnTo>
                  <a:cubicBezTo>
                    <a:pt x="167" y="85"/>
                    <a:pt x="158" y="86"/>
                    <a:pt x="150" y="87"/>
                  </a:cubicBezTo>
                  <a:cubicBezTo>
                    <a:pt x="150" y="87"/>
                    <a:pt x="149" y="87"/>
                    <a:pt x="149" y="87"/>
                  </a:cubicBezTo>
                  <a:cubicBezTo>
                    <a:pt x="142" y="87"/>
                    <a:pt x="150" y="78"/>
                    <a:pt x="174" y="69"/>
                  </a:cubicBezTo>
                  <a:lnTo>
                    <a:pt x="190" y="62"/>
                  </a:lnTo>
                  <a:lnTo>
                    <a:pt x="173" y="65"/>
                  </a:lnTo>
                  <a:cubicBezTo>
                    <a:pt x="173" y="62"/>
                    <a:pt x="172" y="60"/>
                    <a:pt x="181" y="59"/>
                  </a:cubicBezTo>
                  <a:cubicBezTo>
                    <a:pt x="188" y="57"/>
                    <a:pt x="188" y="57"/>
                    <a:pt x="188" y="55"/>
                  </a:cubicBezTo>
                  <a:cubicBezTo>
                    <a:pt x="188" y="55"/>
                    <a:pt x="188" y="53"/>
                    <a:pt x="184" y="53"/>
                  </a:cubicBezTo>
                  <a:cubicBezTo>
                    <a:pt x="183" y="53"/>
                    <a:pt x="181" y="53"/>
                    <a:pt x="179" y="53"/>
                  </a:cubicBezTo>
                  <a:cubicBezTo>
                    <a:pt x="172" y="55"/>
                    <a:pt x="168" y="56"/>
                    <a:pt x="166" y="56"/>
                  </a:cubicBezTo>
                  <a:cubicBezTo>
                    <a:pt x="165" y="56"/>
                    <a:pt x="167" y="55"/>
                    <a:pt x="172" y="52"/>
                  </a:cubicBezTo>
                  <a:cubicBezTo>
                    <a:pt x="187" y="48"/>
                    <a:pt x="187" y="46"/>
                    <a:pt x="171" y="46"/>
                  </a:cubicBezTo>
                  <a:cubicBezTo>
                    <a:pt x="163" y="47"/>
                    <a:pt x="159" y="48"/>
                    <a:pt x="158" y="48"/>
                  </a:cubicBezTo>
                  <a:cubicBezTo>
                    <a:pt x="157" y="48"/>
                    <a:pt x="161" y="46"/>
                    <a:pt x="171" y="43"/>
                  </a:cubicBezTo>
                  <a:cubicBezTo>
                    <a:pt x="178" y="42"/>
                    <a:pt x="186" y="39"/>
                    <a:pt x="186" y="37"/>
                  </a:cubicBezTo>
                  <a:lnTo>
                    <a:pt x="186" y="37"/>
                  </a:lnTo>
                  <a:lnTo>
                    <a:pt x="177" y="38"/>
                  </a:lnTo>
                  <a:cubicBezTo>
                    <a:pt x="173" y="38"/>
                    <a:pt x="169" y="39"/>
                    <a:pt x="167" y="39"/>
                  </a:cubicBezTo>
                  <a:cubicBezTo>
                    <a:pt x="161" y="39"/>
                    <a:pt x="163" y="37"/>
                    <a:pt x="168" y="34"/>
                  </a:cubicBezTo>
                  <a:cubicBezTo>
                    <a:pt x="177" y="33"/>
                    <a:pt x="177" y="30"/>
                    <a:pt x="168" y="26"/>
                  </a:cubicBezTo>
                  <a:cubicBezTo>
                    <a:pt x="167" y="22"/>
                    <a:pt x="167" y="20"/>
                    <a:pt x="175" y="19"/>
                  </a:cubicBezTo>
                  <a:cubicBezTo>
                    <a:pt x="192" y="16"/>
                    <a:pt x="192" y="16"/>
                    <a:pt x="175" y="16"/>
                  </a:cubicBezTo>
                  <a:cubicBezTo>
                    <a:pt x="166" y="15"/>
                    <a:pt x="166" y="15"/>
                    <a:pt x="174" y="10"/>
                  </a:cubicBezTo>
                  <a:cubicBezTo>
                    <a:pt x="182" y="5"/>
                    <a:pt x="182" y="5"/>
                    <a:pt x="174" y="4"/>
                  </a:cubicBezTo>
                  <a:cubicBezTo>
                    <a:pt x="157" y="7"/>
                    <a:pt x="148" y="9"/>
                    <a:pt x="148" y="11"/>
                  </a:cubicBezTo>
                  <a:cubicBezTo>
                    <a:pt x="149" y="13"/>
                    <a:pt x="149" y="13"/>
                    <a:pt x="140" y="14"/>
                  </a:cubicBezTo>
                  <a:lnTo>
                    <a:pt x="140" y="10"/>
                  </a:lnTo>
                  <a:cubicBezTo>
                    <a:pt x="139" y="7"/>
                    <a:pt x="139" y="5"/>
                    <a:pt x="130" y="2"/>
                  </a:cubicBezTo>
                  <a:cubicBezTo>
                    <a:pt x="127" y="1"/>
                    <a:pt x="123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33"/>
            <p:cNvSpPr/>
            <p:nvPr/>
          </p:nvSpPr>
          <p:spPr>
            <a:xfrm>
              <a:off x="1998151" y="2568060"/>
              <a:ext cx="55840" cy="199885"/>
            </a:xfrm>
            <a:custGeom>
              <a:avLst/>
              <a:gdLst/>
              <a:ahLst/>
              <a:cxnLst/>
              <a:rect l="l" t="t" r="r" b="b"/>
              <a:pathLst>
                <a:path w="559" h="2001" extrusionOk="0">
                  <a:moveTo>
                    <a:pt x="139" y="40"/>
                  </a:moveTo>
                  <a:cubicBezTo>
                    <a:pt x="143" y="40"/>
                    <a:pt x="143" y="42"/>
                    <a:pt x="144" y="43"/>
                  </a:cubicBezTo>
                  <a:cubicBezTo>
                    <a:pt x="144" y="46"/>
                    <a:pt x="144" y="46"/>
                    <a:pt x="136" y="47"/>
                  </a:cubicBezTo>
                  <a:cubicBezTo>
                    <a:pt x="136" y="47"/>
                    <a:pt x="127" y="47"/>
                    <a:pt x="126" y="43"/>
                  </a:cubicBezTo>
                  <a:lnTo>
                    <a:pt x="135" y="40"/>
                  </a:lnTo>
                  <a:cubicBezTo>
                    <a:pt x="137" y="40"/>
                    <a:pt x="138" y="40"/>
                    <a:pt x="139" y="40"/>
                  </a:cubicBezTo>
                  <a:close/>
                  <a:moveTo>
                    <a:pt x="17" y="59"/>
                  </a:moveTo>
                  <a:cubicBezTo>
                    <a:pt x="12" y="59"/>
                    <a:pt x="6" y="59"/>
                    <a:pt x="1" y="60"/>
                  </a:cubicBezTo>
                  <a:lnTo>
                    <a:pt x="1" y="62"/>
                  </a:lnTo>
                  <a:cubicBezTo>
                    <a:pt x="1" y="63"/>
                    <a:pt x="2" y="64"/>
                    <a:pt x="5" y="64"/>
                  </a:cubicBezTo>
                  <a:cubicBezTo>
                    <a:pt x="8" y="64"/>
                    <a:pt x="13" y="63"/>
                    <a:pt x="17" y="62"/>
                  </a:cubicBezTo>
                  <a:lnTo>
                    <a:pt x="17" y="59"/>
                  </a:lnTo>
                  <a:close/>
                  <a:moveTo>
                    <a:pt x="191" y="66"/>
                  </a:moveTo>
                  <a:lnTo>
                    <a:pt x="182" y="70"/>
                  </a:lnTo>
                  <a:lnTo>
                    <a:pt x="183" y="73"/>
                  </a:lnTo>
                  <a:cubicBezTo>
                    <a:pt x="191" y="70"/>
                    <a:pt x="191" y="70"/>
                    <a:pt x="191" y="68"/>
                  </a:cubicBezTo>
                  <a:lnTo>
                    <a:pt x="191" y="66"/>
                  </a:lnTo>
                  <a:close/>
                  <a:moveTo>
                    <a:pt x="146" y="66"/>
                  </a:moveTo>
                  <a:cubicBezTo>
                    <a:pt x="148" y="66"/>
                    <a:pt x="148" y="67"/>
                    <a:pt x="149" y="69"/>
                  </a:cubicBezTo>
                  <a:cubicBezTo>
                    <a:pt x="149" y="71"/>
                    <a:pt x="149" y="74"/>
                    <a:pt x="141" y="75"/>
                  </a:cubicBezTo>
                  <a:lnTo>
                    <a:pt x="140" y="73"/>
                  </a:lnTo>
                  <a:cubicBezTo>
                    <a:pt x="144" y="72"/>
                    <a:pt x="144" y="72"/>
                    <a:pt x="143" y="72"/>
                  </a:cubicBezTo>
                  <a:cubicBezTo>
                    <a:pt x="141" y="72"/>
                    <a:pt x="136" y="72"/>
                    <a:pt x="132" y="75"/>
                  </a:cubicBezTo>
                  <a:lnTo>
                    <a:pt x="115" y="78"/>
                  </a:lnTo>
                  <a:cubicBezTo>
                    <a:pt x="115" y="76"/>
                    <a:pt x="123" y="71"/>
                    <a:pt x="131" y="70"/>
                  </a:cubicBezTo>
                  <a:cubicBezTo>
                    <a:pt x="140" y="67"/>
                    <a:pt x="144" y="66"/>
                    <a:pt x="146" y="66"/>
                  </a:cubicBezTo>
                  <a:close/>
                  <a:moveTo>
                    <a:pt x="133" y="206"/>
                  </a:moveTo>
                  <a:cubicBezTo>
                    <a:pt x="140" y="206"/>
                    <a:pt x="145" y="209"/>
                    <a:pt x="145" y="211"/>
                  </a:cubicBezTo>
                  <a:cubicBezTo>
                    <a:pt x="145" y="212"/>
                    <a:pt x="142" y="213"/>
                    <a:pt x="138" y="213"/>
                  </a:cubicBezTo>
                  <a:cubicBezTo>
                    <a:pt x="135" y="213"/>
                    <a:pt x="132" y="213"/>
                    <a:pt x="128" y="212"/>
                  </a:cubicBezTo>
                  <a:lnTo>
                    <a:pt x="127" y="207"/>
                  </a:lnTo>
                  <a:cubicBezTo>
                    <a:pt x="129" y="207"/>
                    <a:pt x="131" y="206"/>
                    <a:pt x="133" y="206"/>
                  </a:cubicBezTo>
                  <a:close/>
                  <a:moveTo>
                    <a:pt x="129" y="222"/>
                  </a:moveTo>
                  <a:cubicBezTo>
                    <a:pt x="127" y="222"/>
                    <a:pt x="124" y="222"/>
                    <a:pt x="122" y="223"/>
                  </a:cubicBezTo>
                  <a:cubicBezTo>
                    <a:pt x="113" y="224"/>
                    <a:pt x="113" y="226"/>
                    <a:pt x="114" y="231"/>
                  </a:cubicBezTo>
                  <a:cubicBezTo>
                    <a:pt x="115" y="234"/>
                    <a:pt x="123" y="234"/>
                    <a:pt x="123" y="234"/>
                  </a:cubicBezTo>
                  <a:cubicBezTo>
                    <a:pt x="132" y="233"/>
                    <a:pt x="131" y="231"/>
                    <a:pt x="131" y="228"/>
                  </a:cubicBezTo>
                  <a:cubicBezTo>
                    <a:pt x="136" y="224"/>
                    <a:pt x="133" y="222"/>
                    <a:pt x="129" y="222"/>
                  </a:cubicBezTo>
                  <a:close/>
                  <a:moveTo>
                    <a:pt x="200" y="312"/>
                  </a:moveTo>
                  <a:cubicBezTo>
                    <a:pt x="205" y="312"/>
                    <a:pt x="205" y="314"/>
                    <a:pt x="206" y="316"/>
                  </a:cubicBezTo>
                  <a:lnTo>
                    <a:pt x="197" y="318"/>
                  </a:lnTo>
                  <a:lnTo>
                    <a:pt x="188" y="317"/>
                  </a:lnTo>
                  <a:lnTo>
                    <a:pt x="197" y="313"/>
                  </a:lnTo>
                  <a:cubicBezTo>
                    <a:pt x="198" y="312"/>
                    <a:pt x="199" y="312"/>
                    <a:pt x="200" y="312"/>
                  </a:cubicBezTo>
                  <a:close/>
                  <a:moveTo>
                    <a:pt x="155" y="328"/>
                  </a:moveTo>
                  <a:lnTo>
                    <a:pt x="173" y="329"/>
                  </a:lnTo>
                  <a:cubicBezTo>
                    <a:pt x="199" y="329"/>
                    <a:pt x="199" y="329"/>
                    <a:pt x="182" y="333"/>
                  </a:cubicBezTo>
                  <a:cubicBezTo>
                    <a:pt x="178" y="334"/>
                    <a:pt x="174" y="334"/>
                    <a:pt x="170" y="334"/>
                  </a:cubicBezTo>
                  <a:cubicBezTo>
                    <a:pt x="165" y="334"/>
                    <a:pt x="161" y="334"/>
                    <a:pt x="156" y="333"/>
                  </a:cubicBezTo>
                  <a:lnTo>
                    <a:pt x="155" y="328"/>
                  </a:lnTo>
                  <a:close/>
                  <a:moveTo>
                    <a:pt x="224" y="377"/>
                  </a:moveTo>
                  <a:cubicBezTo>
                    <a:pt x="233" y="379"/>
                    <a:pt x="233" y="379"/>
                    <a:pt x="216" y="380"/>
                  </a:cubicBezTo>
                  <a:lnTo>
                    <a:pt x="198" y="379"/>
                  </a:lnTo>
                  <a:cubicBezTo>
                    <a:pt x="198" y="377"/>
                    <a:pt x="207" y="377"/>
                    <a:pt x="224" y="377"/>
                  </a:cubicBezTo>
                  <a:close/>
                  <a:moveTo>
                    <a:pt x="193" y="401"/>
                  </a:moveTo>
                  <a:lnTo>
                    <a:pt x="193" y="403"/>
                  </a:lnTo>
                  <a:cubicBezTo>
                    <a:pt x="189" y="405"/>
                    <a:pt x="183" y="406"/>
                    <a:pt x="180" y="406"/>
                  </a:cubicBezTo>
                  <a:cubicBezTo>
                    <a:pt x="178" y="406"/>
                    <a:pt x="177" y="405"/>
                    <a:pt x="177" y="405"/>
                  </a:cubicBezTo>
                  <a:lnTo>
                    <a:pt x="177" y="402"/>
                  </a:lnTo>
                  <a:cubicBezTo>
                    <a:pt x="182" y="401"/>
                    <a:pt x="188" y="401"/>
                    <a:pt x="193" y="401"/>
                  </a:cubicBezTo>
                  <a:close/>
                  <a:moveTo>
                    <a:pt x="265" y="419"/>
                  </a:moveTo>
                  <a:lnTo>
                    <a:pt x="265" y="419"/>
                  </a:lnTo>
                  <a:cubicBezTo>
                    <a:pt x="257" y="421"/>
                    <a:pt x="248" y="423"/>
                    <a:pt x="248" y="423"/>
                  </a:cubicBezTo>
                  <a:cubicBezTo>
                    <a:pt x="246" y="423"/>
                    <a:pt x="245" y="423"/>
                    <a:pt x="245" y="423"/>
                  </a:cubicBezTo>
                  <a:cubicBezTo>
                    <a:pt x="245" y="423"/>
                    <a:pt x="251" y="422"/>
                    <a:pt x="257" y="421"/>
                  </a:cubicBezTo>
                  <a:lnTo>
                    <a:pt x="265" y="419"/>
                  </a:lnTo>
                  <a:close/>
                  <a:moveTo>
                    <a:pt x="169" y="452"/>
                  </a:moveTo>
                  <a:cubicBezTo>
                    <a:pt x="171" y="452"/>
                    <a:pt x="176" y="453"/>
                    <a:pt x="177" y="455"/>
                  </a:cubicBezTo>
                  <a:lnTo>
                    <a:pt x="168" y="457"/>
                  </a:lnTo>
                  <a:cubicBezTo>
                    <a:pt x="168" y="455"/>
                    <a:pt x="159" y="454"/>
                    <a:pt x="168" y="453"/>
                  </a:cubicBezTo>
                  <a:cubicBezTo>
                    <a:pt x="167" y="452"/>
                    <a:pt x="168" y="452"/>
                    <a:pt x="169" y="452"/>
                  </a:cubicBezTo>
                  <a:close/>
                  <a:moveTo>
                    <a:pt x="225" y="462"/>
                  </a:moveTo>
                  <a:cubicBezTo>
                    <a:pt x="228" y="462"/>
                    <a:pt x="229" y="462"/>
                    <a:pt x="229" y="463"/>
                  </a:cubicBezTo>
                  <a:cubicBezTo>
                    <a:pt x="238" y="463"/>
                    <a:pt x="230" y="467"/>
                    <a:pt x="213" y="469"/>
                  </a:cubicBezTo>
                  <a:cubicBezTo>
                    <a:pt x="213" y="466"/>
                    <a:pt x="213" y="466"/>
                    <a:pt x="213" y="463"/>
                  </a:cubicBezTo>
                  <a:cubicBezTo>
                    <a:pt x="217" y="462"/>
                    <a:pt x="222" y="462"/>
                    <a:pt x="225" y="462"/>
                  </a:cubicBezTo>
                  <a:close/>
                  <a:moveTo>
                    <a:pt x="233" y="482"/>
                  </a:moveTo>
                  <a:lnTo>
                    <a:pt x="233" y="484"/>
                  </a:lnTo>
                  <a:cubicBezTo>
                    <a:pt x="233" y="486"/>
                    <a:pt x="233" y="486"/>
                    <a:pt x="225" y="488"/>
                  </a:cubicBezTo>
                  <a:lnTo>
                    <a:pt x="225" y="485"/>
                  </a:lnTo>
                  <a:lnTo>
                    <a:pt x="233" y="482"/>
                  </a:lnTo>
                  <a:close/>
                  <a:moveTo>
                    <a:pt x="262" y="503"/>
                  </a:moveTo>
                  <a:cubicBezTo>
                    <a:pt x="256" y="504"/>
                    <a:pt x="251" y="506"/>
                    <a:pt x="245" y="508"/>
                  </a:cubicBezTo>
                  <a:cubicBezTo>
                    <a:pt x="246" y="509"/>
                    <a:pt x="247" y="510"/>
                    <a:pt x="249" y="510"/>
                  </a:cubicBezTo>
                  <a:cubicBezTo>
                    <a:pt x="251" y="510"/>
                    <a:pt x="254" y="509"/>
                    <a:pt x="254" y="509"/>
                  </a:cubicBezTo>
                  <a:cubicBezTo>
                    <a:pt x="254" y="509"/>
                    <a:pt x="263" y="508"/>
                    <a:pt x="262" y="506"/>
                  </a:cubicBezTo>
                  <a:lnTo>
                    <a:pt x="262" y="503"/>
                  </a:lnTo>
                  <a:close/>
                  <a:moveTo>
                    <a:pt x="210" y="528"/>
                  </a:moveTo>
                  <a:cubicBezTo>
                    <a:pt x="214" y="528"/>
                    <a:pt x="214" y="529"/>
                    <a:pt x="214" y="529"/>
                  </a:cubicBezTo>
                  <a:cubicBezTo>
                    <a:pt x="215" y="531"/>
                    <a:pt x="215" y="534"/>
                    <a:pt x="207" y="535"/>
                  </a:cubicBezTo>
                  <a:cubicBezTo>
                    <a:pt x="207" y="535"/>
                    <a:pt x="203" y="536"/>
                    <a:pt x="200" y="536"/>
                  </a:cubicBezTo>
                  <a:cubicBezTo>
                    <a:pt x="199" y="536"/>
                    <a:pt x="198" y="535"/>
                    <a:pt x="198" y="535"/>
                  </a:cubicBezTo>
                  <a:cubicBezTo>
                    <a:pt x="198" y="532"/>
                    <a:pt x="206" y="528"/>
                    <a:pt x="206" y="528"/>
                  </a:cubicBezTo>
                  <a:cubicBezTo>
                    <a:pt x="207" y="528"/>
                    <a:pt x="209" y="528"/>
                    <a:pt x="210" y="528"/>
                  </a:cubicBezTo>
                  <a:close/>
                  <a:moveTo>
                    <a:pt x="326" y="533"/>
                  </a:moveTo>
                  <a:cubicBezTo>
                    <a:pt x="325" y="533"/>
                    <a:pt x="323" y="534"/>
                    <a:pt x="319" y="536"/>
                  </a:cubicBezTo>
                  <a:cubicBezTo>
                    <a:pt x="319" y="538"/>
                    <a:pt x="319" y="540"/>
                    <a:pt x="319" y="540"/>
                  </a:cubicBezTo>
                  <a:cubicBezTo>
                    <a:pt x="328" y="539"/>
                    <a:pt x="328" y="539"/>
                    <a:pt x="328" y="537"/>
                  </a:cubicBezTo>
                  <a:cubicBezTo>
                    <a:pt x="327" y="535"/>
                    <a:pt x="327" y="533"/>
                    <a:pt x="326" y="533"/>
                  </a:cubicBezTo>
                  <a:close/>
                  <a:moveTo>
                    <a:pt x="219" y="570"/>
                  </a:moveTo>
                  <a:cubicBezTo>
                    <a:pt x="221" y="570"/>
                    <a:pt x="221" y="571"/>
                    <a:pt x="222" y="574"/>
                  </a:cubicBezTo>
                  <a:cubicBezTo>
                    <a:pt x="222" y="576"/>
                    <a:pt x="214" y="577"/>
                    <a:pt x="214" y="577"/>
                  </a:cubicBezTo>
                  <a:cubicBezTo>
                    <a:pt x="212" y="578"/>
                    <a:pt x="211" y="578"/>
                    <a:pt x="210" y="578"/>
                  </a:cubicBezTo>
                  <a:cubicBezTo>
                    <a:pt x="208" y="578"/>
                    <a:pt x="213" y="575"/>
                    <a:pt x="213" y="573"/>
                  </a:cubicBezTo>
                  <a:cubicBezTo>
                    <a:pt x="216" y="571"/>
                    <a:pt x="218" y="570"/>
                    <a:pt x="219" y="570"/>
                  </a:cubicBezTo>
                  <a:close/>
                  <a:moveTo>
                    <a:pt x="52" y="591"/>
                  </a:moveTo>
                  <a:cubicBezTo>
                    <a:pt x="47" y="591"/>
                    <a:pt x="40" y="591"/>
                    <a:pt x="34" y="592"/>
                  </a:cubicBezTo>
                  <a:cubicBezTo>
                    <a:pt x="26" y="593"/>
                    <a:pt x="26" y="595"/>
                    <a:pt x="44" y="595"/>
                  </a:cubicBezTo>
                  <a:cubicBezTo>
                    <a:pt x="52" y="593"/>
                    <a:pt x="52" y="593"/>
                    <a:pt x="52" y="591"/>
                  </a:cubicBezTo>
                  <a:close/>
                  <a:moveTo>
                    <a:pt x="294" y="599"/>
                  </a:moveTo>
                  <a:cubicBezTo>
                    <a:pt x="294" y="599"/>
                    <a:pt x="294" y="600"/>
                    <a:pt x="294" y="600"/>
                  </a:cubicBezTo>
                  <a:cubicBezTo>
                    <a:pt x="294" y="600"/>
                    <a:pt x="294" y="599"/>
                    <a:pt x="294" y="599"/>
                  </a:cubicBezTo>
                  <a:cubicBezTo>
                    <a:pt x="294" y="599"/>
                    <a:pt x="294" y="599"/>
                    <a:pt x="294" y="599"/>
                  </a:cubicBezTo>
                  <a:close/>
                  <a:moveTo>
                    <a:pt x="249" y="608"/>
                  </a:moveTo>
                  <a:cubicBezTo>
                    <a:pt x="252" y="608"/>
                    <a:pt x="249" y="610"/>
                    <a:pt x="237" y="614"/>
                  </a:cubicBezTo>
                  <a:cubicBezTo>
                    <a:pt x="233" y="615"/>
                    <a:pt x="231" y="616"/>
                    <a:pt x="230" y="616"/>
                  </a:cubicBezTo>
                  <a:cubicBezTo>
                    <a:pt x="228" y="616"/>
                    <a:pt x="228" y="615"/>
                    <a:pt x="228" y="613"/>
                  </a:cubicBezTo>
                  <a:cubicBezTo>
                    <a:pt x="233" y="611"/>
                    <a:pt x="238" y="610"/>
                    <a:pt x="244" y="609"/>
                  </a:cubicBezTo>
                  <a:cubicBezTo>
                    <a:pt x="246" y="608"/>
                    <a:pt x="248" y="608"/>
                    <a:pt x="249" y="608"/>
                  </a:cubicBezTo>
                  <a:close/>
                  <a:moveTo>
                    <a:pt x="247" y="627"/>
                  </a:moveTo>
                  <a:lnTo>
                    <a:pt x="247" y="630"/>
                  </a:lnTo>
                  <a:cubicBezTo>
                    <a:pt x="243" y="631"/>
                    <a:pt x="238" y="631"/>
                    <a:pt x="235" y="631"/>
                  </a:cubicBezTo>
                  <a:cubicBezTo>
                    <a:pt x="232" y="631"/>
                    <a:pt x="230" y="631"/>
                    <a:pt x="230" y="630"/>
                  </a:cubicBezTo>
                  <a:lnTo>
                    <a:pt x="238" y="627"/>
                  </a:lnTo>
                  <a:close/>
                  <a:moveTo>
                    <a:pt x="247" y="783"/>
                  </a:moveTo>
                  <a:lnTo>
                    <a:pt x="255" y="784"/>
                  </a:lnTo>
                  <a:lnTo>
                    <a:pt x="256" y="786"/>
                  </a:lnTo>
                  <a:cubicBezTo>
                    <a:pt x="251" y="787"/>
                    <a:pt x="246" y="788"/>
                    <a:pt x="242" y="788"/>
                  </a:cubicBezTo>
                  <a:cubicBezTo>
                    <a:pt x="240" y="788"/>
                    <a:pt x="239" y="788"/>
                    <a:pt x="238" y="787"/>
                  </a:cubicBezTo>
                  <a:lnTo>
                    <a:pt x="247" y="783"/>
                  </a:lnTo>
                  <a:close/>
                  <a:moveTo>
                    <a:pt x="273" y="839"/>
                  </a:moveTo>
                  <a:cubicBezTo>
                    <a:pt x="273" y="841"/>
                    <a:pt x="273" y="841"/>
                    <a:pt x="265" y="843"/>
                  </a:cubicBezTo>
                  <a:cubicBezTo>
                    <a:pt x="262" y="844"/>
                    <a:pt x="260" y="844"/>
                    <a:pt x="257" y="844"/>
                  </a:cubicBezTo>
                  <a:cubicBezTo>
                    <a:pt x="254" y="844"/>
                    <a:pt x="251" y="844"/>
                    <a:pt x="248" y="843"/>
                  </a:cubicBezTo>
                  <a:cubicBezTo>
                    <a:pt x="247" y="841"/>
                    <a:pt x="265" y="841"/>
                    <a:pt x="273" y="839"/>
                  </a:cubicBezTo>
                  <a:close/>
                  <a:moveTo>
                    <a:pt x="338" y="868"/>
                  </a:moveTo>
                  <a:lnTo>
                    <a:pt x="338" y="870"/>
                  </a:lnTo>
                  <a:cubicBezTo>
                    <a:pt x="333" y="872"/>
                    <a:pt x="328" y="872"/>
                    <a:pt x="325" y="872"/>
                  </a:cubicBezTo>
                  <a:cubicBezTo>
                    <a:pt x="323" y="872"/>
                    <a:pt x="322" y="872"/>
                    <a:pt x="321" y="871"/>
                  </a:cubicBezTo>
                  <a:lnTo>
                    <a:pt x="321" y="869"/>
                  </a:lnTo>
                  <a:cubicBezTo>
                    <a:pt x="327" y="868"/>
                    <a:pt x="333" y="868"/>
                    <a:pt x="338" y="868"/>
                  </a:cubicBezTo>
                  <a:close/>
                  <a:moveTo>
                    <a:pt x="284" y="907"/>
                  </a:moveTo>
                  <a:lnTo>
                    <a:pt x="293" y="908"/>
                  </a:lnTo>
                  <a:lnTo>
                    <a:pt x="293" y="911"/>
                  </a:lnTo>
                  <a:cubicBezTo>
                    <a:pt x="288" y="911"/>
                    <a:pt x="282" y="913"/>
                    <a:pt x="279" y="913"/>
                  </a:cubicBezTo>
                  <a:cubicBezTo>
                    <a:pt x="277" y="913"/>
                    <a:pt x="276" y="912"/>
                    <a:pt x="276" y="912"/>
                  </a:cubicBezTo>
                  <a:lnTo>
                    <a:pt x="284" y="907"/>
                  </a:lnTo>
                  <a:close/>
                  <a:moveTo>
                    <a:pt x="315" y="1072"/>
                  </a:moveTo>
                  <a:cubicBezTo>
                    <a:pt x="318" y="1072"/>
                    <a:pt x="320" y="1072"/>
                    <a:pt x="320" y="1073"/>
                  </a:cubicBezTo>
                  <a:cubicBezTo>
                    <a:pt x="320" y="1079"/>
                    <a:pt x="320" y="1079"/>
                    <a:pt x="312" y="1080"/>
                  </a:cubicBezTo>
                  <a:cubicBezTo>
                    <a:pt x="311" y="1080"/>
                    <a:pt x="311" y="1080"/>
                    <a:pt x="310" y="1080"/>
                  </a:cubicBezTo>
                  <a:cubicBezTo>
                    <a:pt x="303" y="1080"/>
                    <a:pt x="303" y="1076"/>
                    <a:pt x="302" y="1074"/>
                  </a:cubicBezTo>
                  <a:cubicBezTo>
                    <a:pt x="307" y="1072"/>
                    <a:pt x="312" y="1072"/>
                    <a:pt x="315" y="1072"/>
                  </a:cubicBezTo>
                  <a:close/>
                  <a:moveTo>
                    <a:pt x="344" y="1169"/>
                  </a:moveTo>
                  <a:lnTo>
                    <a:pt x="345" y="1171"/>
                  </a:lnTo>
                  <a:cubicBezTo>
                    <a:pt x="339" y="1172"/>
                    <a:pt x="334" y="1173"/>
                    <a:pt x="331" y="1173"/>
                  </a:cubicBezTo>
                  <a:cubicBezTo>
                    <a:pt x="329" y="1173"/>
                    <a:pt x="327" y="1173"/>
                    <a:pt x="327" y="1172"/>
                  </a:cubicBezTo>
                  <a:lnTo>
                    <a:pt x="327" y="1170"/>
                  </a:lnTo>
                  <a:cubicBezTo>
                    <a:pt x="333" y="1169"/>
                    <a:pt x="338" y="1169"/>
                    <a:pt x="344" y="1169"/>
                  </a:cubicBezTo>
                  <a:close/>
                  <a:moveTo>
                    <a:pt x="413" y="1251"/>
                  </a:moveTo>
                  <a:cubicBezTo>
                    <a:pt x="412" y="1251"/>
                    <a:pt x="410" y="1251"/>
                    <a:pt x="407" y="1252"/>
                  </a:cubicBezTo>
                  <a:lnTo>
                    <a:pt x="407" y="1252"/>
                  </a:lnTo>
                  <a:cubicBezTo>
                    <a:pt x="408" y="1252"/>
                    <a:pt x="408" y="1252"/>
                    <a:pt x="409" y="1252"/>
                  </a:cubicBezTo>
                  <a:cubicBezTo>
                    <a:pt x="412" y="1251"/>
                    <a:pt x="413" y="1251"/>
                    <a:pt x="413" y="1251"/>
                  </a:cubicBezTo>
                  <a:close/>
                  <a:moveTo>
                    <a:pt x="422" y="1357"/>
                  </a:moveTo>
                  <a:cubicBezTo>
                    <a:pt x="426" y="1357"/>
                    <a:pt x="427" y="1358"/>
                    <a:pt x="427" y="1358"/>
                  </a:cubicBezTo>
                  <a:cubicBezTo>
                    <a:pt x="427" y="1360"/>
                    <a:pt x="427" y="1360"/>
                    <a:pt x="419" y="1361"/>
                  </a:cubicBezTo>
                  <a:cubicBezTo>
                    <a:pt x="419" y="1361"/>
                    <a:pt x="416" y="1362"/>
                    <a:pt x="414" y="1362"/>
                  </a:cubicBezTo>
                  <a:cubicBezTo>
                    <a:pt x="412" y="1362"/>
                    <a:pt x="410" y="1362"/>
                    <a:pt x="410" y="1360"/>
                  </a:cubicBezTo>
                  <a:lnTo>
                    <a:pt x="418" y="1357"/>
                  </a:lnTo>
                  <a:cubicBezTo>
                    <a:pt x="419" y="1357"/>
                    <a:pt x="421" y="1357"/>
                    <a:pt x="422" y="1357"/>
                  </a:cubicBezTo>
                  <a:close/>
                  <a:moveTo>
                    <a:pt x="439" y="1384"/>
                  </a:moveTo>
                  <a:lnTo>
                    <a:pt x="440" y="1387"/>
                  </a:lnTo>
                  <a:cubicBezTo>
                    <a:pt x="435" y="1388"/>
                    <a:pt x="430" y="1389"/>
                    <a:pt x="427" y="1389"/>
                  </a:cubicBezTo>
                  <a:cubicBezTo>
                    <a:pt x="424" y="1389"/>
                    <a:pt x="423" y="1388"/>
                    <a:pt x="422" y="1387"/>
                  </a:cubicBezTo>
                  <a:lnTo>
                    <a:pt x="431" y="1384"/>
                  </a:lnTo>
                  <a:close/>
                  <a:moveTo>
                    <a:pt x="378" y="1411"/>
                  </a:moveTo>
                  <a:cubicBezTo>
                    <a:pt x="379" y="1411"/>
                    <a:pt x="381" y="1412"/>
                    <a:pt x="383" y="1412"/>
                  </a:cubicBezTo>
                  <a:cubicBezTo>
                    <a:pt x="392" y="1413"/>
                    <a:pt x="393" y="1415"/>
                    <a:pt x="384" y="1416"/>
                  </a:cubicBezTo>
                  <a:cubicBezTo>
                    <a:pt x="380" y="1418"/>
                    <a:pt x="378" y="1418"/>
                    <a:pt x="377" y="1418"/>
                  </a:cubicBezTo>
                  <a:cubicBezTo>
                    <a:pt x="376" y="1418"/>
                    <a:pt x="376" y="1418"/>
                    <a:pt x="375" y="1416"/>
                  </a:cubicBezTo>
                  <a:cubicBezTo>
                    <a:pt x="375" y="1413"/>
                    <a:pt x="375" y="1411"/>
                    <a:pt x="378" y="1411"/>
                  </a:cubicBezTo>
                  <a:close/>
                  <a:moveTo>
                    <a:pt x="386" y="1429"/>
                  </a:moveTo>
                  <a:lnTo>
                    <a:pt x="386" y="1431"/>
                  </a:lnTo>
                  <a:cubicBezTo>
                    <a:pt x="388" y="1433"/>
                    <a:pt x="388" y="1433"/>
                    <a:pt x="379" y="1434"/>
                  </a:cubicBezTo>
                  <a:lnTo>
                    <a:pt x="379" y="1432"/>
                  </a:lnTo>
                  <a:lnTo>
                    <a:pt x="386" y="1429"/>
                  </a:lnTo>
                  <a:close/>
                  <a:moveTo>
                    <a:pt x="373" y="1450"/>
                  </a:moveTo>
                  <a:cubicBezTo>
                    <a:pt x="373" y="1451"/>
                    <a:pt x="374" y="1451"/>
                    <a:pt x="375" y="1451"/>
                  </a:cubicBezTo>
                  <a:cubicBezTo>
                    <a:pt x="377" y="1451"/>
                    <a:pt x="377" y="1451"/>
                    <a:pt x="373" y="1450"/>
                  </a:cubicBezTo>
                  <a:close/>
                  <a:moveTo>
                    <a:pt x="390" y="1452"/>
                  </a:moveTo>
                  <a:lnTo>
                    <a:pt x="391" y="1455"/>
                  </a:lnTo>
                  <a:cubicBezTo>
                    <a:pt x="391" y="1457"/>
                    <a:pt x="391" y="1457"/>
                    <a:pt x="383" y="1458"/>
                  </a:cubicBezTo>
                  <a:lnTo>
                    <a:pt x="382" y="1456"/>
                  </a:lnTo>
                  <a:lnTo>
                    <a:pt x="390" y="1452"/>
                  </a:lnTo>
                  <a:close/>
                  <a:moveTo>
                    <a:pt x="411" y="1473"/>
                  </a:moveTo>
                  <a:lnTo>
                    <a:pt x="411" y="1475"/>
                  </a:lnTo>
                  <a:cubicBezTo>
                    <a:pt x="411" y="1477"/>
                    <a:pt x="403" y="1479"/>
                    <a:pt x="403" y="1479"/>
                  </a:cubicBezTo>
                  <a:cubicBezTo>
                    <a:pt x="403" y="1479"/>
                    <a:pt x="401" y="1480"/>
                    <a:pt x="399" y="1480"/>
                  </a:cubicBezTo>
                  <a:cubicBezTo>
                    <a:pt x="397" y="1480"/>
                    <a:pt x="394" y="1479"/>
                    <a:pt x="394" y="1478"/>
                  </a:cubicBezTo>
                  <a:cubicBezTo>
                    <a:pt x="400" y="1476"/>
                    <a:pt x="405" y="1474"/>
                    <a:pt x="411" y="1473"/>
                  </a:cubicBezTo>
                  <a:close/>
                  <a:moveTo>
                    <a:pt x="418" y="1569"/>
                  </a:moveTo>
                  <a:cubicBezTo>
                    <a:pt x="427" y="1569"/>
                    <a:pt x="436" y="1570"/>
                    <a:pt x="427" y="1572"/>
                  </a:cubicBezTo>
                  <a:cubicBezTo>
                    <a:pt x="423" y="1572"/>
                    <a:pt x="419" y="1573"/>
                    <a:pt x="416" y="1573"/>
                  </a:cubicBezTo>
                  <a:cubicBezTo>
                    <a:pt x="414" y="1573"/>
                    <a:pt x="412" y="1573"/>
                    <a:pt x="410" y="1572"/>
                  </a:cubicBezTo>
                  <a:cubicBezTo>
                    <a:pt x="410" y="1572"/>
                    <a:pt x="401" y="1572"/>
                    <a:pt x="409" y="1570"/>
                  </a:cubicBezTo>
                  <a:lnTo>
                    <a:pt x="418" y="1569"/>
                  </a:lnTo>
                  <a:close/>
                  <a:moveTo>
                    <a:pt x="464" y="1642"/>
                  </a:moveTo>
                  <a:cubicBezTo>
                    <a:pt x="467" y="1642"/>
                    <a:pt x="470" y="1642"/>
                    <a:pt x="473" y="1643"/>
                  </a:cubicBezTo>
                  <a:cubicBezTo>
                    <a:pt x="474" y="1645"/>
                    <a:pt x="474" y="1645"/>
                    <a:pt x="465" y="1648"/>
                  </a:cubicBezTo>
                  <a:cubicBezTo>
                    <a:pt x="462" y="1648"/>
                    <a:pt x="459" y="1648"/>
                    <a:pt x="456" y="1648"/>
                  </a:cubicBezTo>
                  <a:cubicBezTo>
                    <a:pt x="452" y="1648"/>
                    <a:pt x="448" y="1647"/>
                    <a:pt x="447" y="1645"/>
                  </a:cubicBezTo>
                  <a:cubicBezTo>
                    <a:pt x="447" y="1644"/>
                    <a:pt x="455" y="1642"/>
                    <a:pt x="464" y="1642"/>
                  </a:cubicBezTo>
                  <a:close/>
                  <a:moveTo>
                    <a:pt x="531" y="1972"/>
                  </a:moveTo>
                  <a:cubicBezTo>
                    <a:pt x="533" y="1972"/>
                    <a:pt x="535" y="1972"/>
                    <a:pt x="536" y="1973"/>
                  </a:cubicBezTo>
                  <a:cubicBezTo>
                    <a:pt x="548" y="1974"/>
                    <a:pt x="542" y="1976"/>
                    <a:pt x="530" y="1976"/>
                  </a:cubicBezTo>
                  <a:cubicBezTo>
                    <a:pt x="527" y="1976"/>
                    <a:pt x="523" y="1976"/>
                    <a:pt x="519" y="1975"/>
                  </a:cubicBezTo>
                  <a:cubicBezTo>
                    <a:pt x="512" y="1975"/>
                    <a:pt x="508" y="1976"/>
                    <a:pt x="506" y="1976"/>
                  </a:cubicBezTo>
                  <a:cubicBezTo>
                    <a:pt x="503" y="1976"/>
                    <a:pt x="507" y="1975"/>
                    <a:pt x="518" y="1973"/>
                  </a:cubicBezTo>
                  <a:cubicBezTo>
                    <a:pt x="523" y="1972"/>
                    <a:pt x="528" y="1972"/>
                    <a:pt x="531" y="1972"/>
                  </a:cubicBezTo>
                  <a:close/>
                  <a:moveTo>
                    <a:pt x="119" y="0"/>
                  </a:moveTo>
                  <a:cubicBezTo>
                    <a:pt x="112" y="0"/>
                    <a:pt x="105" y="3"/>
                    <a:pt x="112" y="5"/>
                  </a:cubicBezTo>
                  <a:lnTo>
                    <a:pt x="104" y="10"/>
                  </a:lnTo>
                  <a:cubicBezTo>
                    <a:pt x="86" y="13"/>
                    <a:pt x="81" y="16"/>
                    <a:pt x="89" y="16"/>
                  </a:cubicBezTo>
                  <a:cubicBezTo>
                    <a:pt x="92" y="16"/>
                    <a:pt x="97" y="16"/>
                    <a:pt x="105" y="14"/>
                  </a:cubicBezTo>
                  <a:cubicBezTo>
                    <a:pt x="117" y="12"/>
                    <a:pt x="123" y="11"/>
                    <a:pt x="124" y="11"/>
                  </a:cubicBezTo>
                  <a:cubicBezTo>
                    <a:pt x="126" y="11"/>
                    <a:pt x="122" y="12"/>
                    <a:pt x="114" y="14"/>
                  </a:cubicBezTo>
                  <a:cubicBezTo>
                    <a:pt x="97" y="18"/>
                    <a:pt x="97" y="20"/>
                    <a:pt x="97" y="22"/>
                  </a:cubicBezTo>
                  <a:cubicBezTo>
                    <a:pt x="98" y="25"/>
                    <a:pt x="98" y="25"/>
                    <a:pt x="89" y="27"/>
                  </a:cubicBezTo>
                  <a:cubicBezTo>
                    <a:pt x="81" y="28"/>
                    <a:pt x="73" y="32"/>
                    <a:pt x="73" y="34"/>
                  </a:cubicBezTo>
                  <a:cubicBezTo>
                    <a:pt x="73" y="36"/>
                    <a:pt x="73" y="36"/>
                    <a:pt x="75" y="36"/>
                  </a:cubicBezTo>
                  <a:cubicBezTo>
                    <a:pt x="77" y="36"/>
                    <a:pt x="79" y="36"/>
                    <a:pt x="82" y="36"/>
                  </a:cubicBezTo>
                  <a:cubicBezTo>
                    <a:pt x="85" y="34"/>
                    <a:pt x="86" y="34"/>
                    <a:pt x="87" y="34"/>
                  </a:cubicBezTo>
                  <a:cubicBezTo>
                    <a:pt x="89" y="34"/>
                    <a:pt x="87" y="37"/>
                    <a:pt x="75" y="41"/>
                  </a:cubicBezTo>
                  <a:cubicBezTo>
                    <a:pt x="70" y="44"/>
                    <a:pt x="68" y="45"/>
                    <a:pt x="70" y="45"/>
                  </a:cubicBezTo>
                  <a:cubicBezTo>
                    <a:pt x="72" y="45"/>
                    <a:pt x="76" y="44"/>
                    <a:pt x="84" y="42"/>
                  </a:cubicBezTo>
                  <a:cubicBezTo>
                    <a:pt x="88" y="41"/>
                    <a:pt x="91" y="41"/>
                    <a:pt x="93" y="41"/>
                  </a:cubicBezTo>
                  <a:cubicBezTo>
                    <a:pt x="99" y="41"/>
                    <a:pt x="97" y="45"/>
                    <a:pt x="85" y="49"/>
                  </a:cubicBezTo>
                  <a:lnTo>
                    <a:pt x="86" y="55"/>
                  </a:lnTo>
                  <a:cubicBezTo>
                    <a:pt x="86" y="55"/>
                    <a:pt x="87" y="56"/>
                    <a:pt x="88" y="56"/>
                  </a:cubicBezTo>
                  <a:cubicBezTo>
                    <a:pt x="91" y="56"/>
                    <a:pt x="96" y="54"/>
                    <a:pt x="103" y="53"/>
                  </a:cubicBezTo>
                  <a:cubicBezTo>
                    <a:pt x="110" y="52"/>
                    <a:pt x="115" y="51"/>
                    <a:pt x="116" y="51"/>
                  </a:cubicBezTo>
                  <a:cubicBezTo>
                    <a:pt x="118" y="51"/>
                    <a:pt x="116" y="52"/>
                    <a:pt x="112" y="55"/>
                  </a:cubicBezTo>
                  <a:cubicBezTo>
                    <a:pt x="106" y="57"/>
                    <a:pt x="100" y="58"/>
                    <a:pt x="95" y="59"/>
                  </a:cubicBezTo>
                  <a:cubicBezTo>
                    <a:pt x="87" y="61"/>
                    <a:pt x="87" y="64"/>
                    <a:pt x="87" y="66"/>
                  </a:cubicBezTo>
                  <a:cubicBezTo>
                    <a:pt x="88" y="68"/>
                    <a:pt x="88" y="72"/>
                    <a:pt x="94" y="72"/>
                  </a:cubicBezTo>
                  <a:cubicBezTo>
                    <a:pt x="95" y="72"/>
                    <a:pt x="96" y="72"/>
                    <a:pt x="97" y="71"/>
                  </a:cubicBezTo>
                  <a:lnTo>
                    <a:pt x="97" y="71"/>
                  </a:lnTo>
                  <a:lnTo>
                    <a:pt x="88" y="73"/>
                  </a:lnTo>
                  <a:cubicBezTo>
                    <a:pt x="89" y="74"/>
                    <a:pt x="85" y="76"/>
                    <a:pt x="85" y="76"/>
                  </a:cubicBezTo>
                  <a:cubicBezTo>
                    <a:pt x="85" y="76"/>
                    <a:pt x="87" y="75"/>
                    <a:pt x="89" y="75"/>
                  </a:cubicBezTo>
                  <a:lnTo>
                    <a:pt x="89" y="75"/>
                  </a:lnTo>
                  <a:cubicBezTo>
                    <a:pt x="89" y="75"/>
                    <a:pt x="89" y="78"/>
                    <a:pt x="81" y="84"/>
                  </a:cubicBezTo>
                  <a:cubicBezTo>
                    <a:pt x="77" y="87"/>
                    <a:pt x="80" y="90"/>
                    <a:pt x="87" y="90"/>
                  </a:cubicBezTo>
                  <a:cubicBezTo>
                    <a:pt x="92" y="90"/>
                    <a:pt x="100" y="88"/>
                    <a:pt x="107" y="84"/>
                  </a:cubicBezTo>
                  <a:cubicBezTo>
                    <a:pt x="107" y="83"/>
                    <a:pt x="107" y="82"/>
                    <a:pt x="107" y="82"/>
                  </a:cubicBezTo>
                  <a:cubicBezTo>
                    <a:pt x="107" y="82"/>
                    <a:pt x="108" y="83"/>
                    <a:pt x="108" y="86"/>
                  </a:cubicBezTo>
                  <a:cubicBezTo>
                    <a:pt x="108" y="87"/>
                    <a:pt x="110" y="87"/>
                    <a:pt x="112" y="87"/>
                  </a:cubicBezTo>
                  <a:cubicBezTo>
                    <a:pt x="114" y="87"/>
                    <a:pt x="116" y="87"/>
                    <a:pt x="116" y="87"/>
                  </a:cubicBezTo>
                  <a:cubicBezTo>
                    <a:pt x="118" y="87"/>
                    <a:pt x="119" y="87"/>
                    <a:pt x="120" y="87"/>
                  </a:cubicBezTo>
                  <a:cubicBezTo>
                    <a:pt x="125" y="87"/>
                    <a:pt x="125" y="89"/>
                    <a:pt x="125" y="90"/>
                  </a:cubicBezTo>
                  <a:lnTo>
                    <a:pt x="109" y="94"/>
                  </a:lnTo>
                  <a:cubicBezTo>
                    <a:pt x="88" y="96"/>
                    <a:pt x="79" y="100"/>
                    <a:pt x="92" y="100"/>
                  </a:cubicBezTo>
                  <a:cubicBezTo>
                    <a:pt x="94" y="100"/>
                    <a:pt x="97" y="100"/>
                    <a:pt x="101" y="99"/>
                  </a:cubicBezTo>
                  <a:lnTo>
                    <a:pt x="101" y="99"/>
                  </a:lnTo>
                  <a:lnTo>
                    <a:pt x="93" y="102"/>
                  </a:lnTo>
                  <a:cubicBezTo>
                    <a:pt x="85" y="103"/>
                    <a:pt x="85" y="105"/>
                    <a:pt x="94" y="108"/>
                  </a:cubicBezTo>
                  <a:cubicBezTo>
                    <a:pt x="94" y="109"/>
                    <a:pt x="97" y="110"/>
                    <a:pt x="102" y="110"/>
                  </a:cubicBezTo>
                  <a:cubicBezTo>
                    <a:pt x="107" y="110"/>
                    <a:pt x="115" y="109"/>
                    <a:pt x="119" y="108"/>
                  </a:cubicBezTo>
                  <a:cubicBezTo>
                    <a:pt x="121" y="108"/>
                    <a:pt x="123" y="108"/>
                    <a:pt x="124" y="108"/>
                  </a:cubicBezTo>
                  <a:cubicBezTo>
                    <a:pt x="128" y="108"/>
                    <a:pt x="128" y="110"/>
                    <a:pt x="128" y="110"/>
                  </a:cubicBezTo>
                  <a:cubicBezTo>
                    <a:pt x="130" y="112"/>
                    <a:pt x="130" y="112"/>
                    <a:pt x="121" y="113"/>
                  </a:cubicBezTo>
                  <a:cubicBezTo>
                    <a:pt x="106" y="116"/>
                    <a:pt x="105" y="120"/>
                    <a:pt x="117" y="120"/>
                  </a:cubicBezTo>
                  <a:cubicBezTo>
                    <a:pt x="118" y="120"/>
                    <a:pt x="120" y="120"/>
                    <a:pt x="122" y="120"/>
                  </a:cubicBezTo>
                  <a:lnTo>
                    <a:pt x="122" y="120"/>
                  </a:lnTo>
                  <a:lnTo>
                    <a:pt x="114" y="122"/>
                  </a:lnTo>
                  <a:cubicBezTo>
                    <a:pt x="105" y="123"/>
                    <a:pt x="97" y="127"/>
                    <a:pt x="107" y="138"/>
                  </a:cubicBezTo>
                  <a:cubicBezTo>
                    <a:pt x="109" y="147"/>
                    <a:pt x="110" y="154"/>
                    <a:pt x="101" y="156"/>
                  </a:cubicBezTo>
                  <a:cubicBezTo>
                    <a:pt x="94" y="157"/>
                    <a:pt x="112" y="163"/>
                    <a:pt x="130" y="165"/>
                  </a:cubicBezTo>
                  <a:cubicBezTo>
                    <a:pt x="121" y="167"/>
                    <a:pt x="122" y="169"/>
                    <a:pt x="122" y="173"/>
                  </a:cubicBezTo>
                  <a:cubicBezTo>
                    <a:pt x="123" y="181"/>
                    <a:pt x="123" y="181"/>
                    <a:pt x="115" y="182"/>
                  </a:cubicBezTo>
                  <a:cubicBezTo>
                    <a:pt x="97" y="184"/>
                    <a:pt x="97" y="184"/>
                    <a:pt x="115" y="185"/>
                  </a:cubicBezTo>
                  <a:cubicBezTo>
                    <a:pt x="116" y="185"/>
                    <a:pt x="117" y="185"/>
                    <a:pt x="118" y="185"/>
                  </a:cubicBezTo>
                  <a:cubicBezTo>
                    <a:pt x="131" y="185"/>
                    <a:pt x="124" y="193"/>
                    <a:pt x="108" y="196"/>
                  </a:cubicBezTo>
                  <a:cubicBezTo>
                    <a:pt x="100" y="197"/>
                    <a:pt x="100" y="199"/>
                    <a:pt x="101" y="205"/>
                  </a:cubicBezTo>
                  <a:cubicBezTo>
                    <a:pt x="109" y="205"/>
                    <a:pt x="110" y="209"/>
                    <a:pt x="112" y="215"/>
                  </a:cubicBezTo>
                  <a:cubicBezTo>
                    <a:pt x="112" y="219"/>
                    <a:pt x="113" y="221"/>
                    <a:pt x="116" y="221"/>
                  </a:cubicBezTo>
                  <a:cubicBezTo>
                    <a:pt x="118" y="221"/>
                    <a:pt x="123" y="220"/>
                    <a:pt x="130" y="218"/>
                  </a:cubicBezTo>
                  <a:cubicBezTo>
                    <a:pt x="135" y="217"/>
                    <a:pt x="139" y="217"/>
                    <a:pt x="141" y="217"/>
                  </a:cubicBezTo>
                  <a:cubicBezTo>
                    <a:pt x="146" y="217"/>
                    <a:pt x="147" y="219"/>
                    <a:pt x="147" y="223"/>
                  </a:cubicBezTo>
                  <a:cubicBezTo>
                    <a:pt x="147" y="225"/>
                    <a:pt x="147" y="227"/>
                    <a:pt x="140" y="228"/>
                  </a:cubicBezTo>
                  <a:cubicBezTo>
                    <a:pt x="140" y="228"/>
                    <a:pt x="132" y="233"/>
                    <a:pt x="132" y="235"/>
                  </a:cubicBezTo>
                  <a:cubicBezTo>
                    <a:pt x="132" y="237"/>
                    <a:pt x="133" y="240"/>
                    <a:pt x="124" y="242"/>
                  </a:cubicBezTo>
                  <a:cubicBezTo>
                    <a:pt x="124" y="242"/>
                    <a:pt x="116" y="245"/>
                    <a:pt x="117" y="250"/>
                  </a:cubicBezTo>
                  <a:cubicBezTo>
                    <a:pt x="118" y="254"/>
                    <a:pt x="118" y="260"/>
                    <a:pt x="110" y="261"/>
                  </a:cubicBezTo>
                  <a:cubicBezTo>
                    <a:pt x="110" y="262"/>
                    <a:pt x="110" y="263"/>
                    <a:pt x="112" y="263"/>
                  </a:cubicBezTo>
                  <a:cubicBezTo>
                    <a:pt x="114" y="263"/>
                    <a:pt x="116" y="263"/>
                    <a:pt x="119" y="262"/>
                  </a:cubicBezTo>
                  <a:cubicBezTo>
                    <a:pt x="122" y="262"/>
                    <a:pt x="124" y="261"/>
                    <a:pt x="126" y="261"/>
                  </a:cubicBezTo>
                  <a:cubicBezTo>
                    <a:pt x="131" y="261"/>
                    <a:pt x="134" y="264"/>
                    <a:pt x="130" y="272"/>
                  </a:cubicBezTo>
                  <a:cubicBezTo>
                    <a:pt x="130" y="276"/>
                    <a:pt x="130" y="282"/>
                    <a:pt x="138" y="282"/>
                  </a:cubicBezTo>
                  <a:cubicBezTo>
                    <a:pt x="138" y="282"/>
                    <a:pt x="139" y="282"/>
                    <a:pt x="140" y="282"/>
                  </a:cubicBezTo>
                  <a:lnTo>
                    <a:pt x="140" y="282"/>
                  </a:lnTo>
                  <a:cubicBezTo>
                    <a:pt x="140" y="285"/>
                    <a:pt x="140" y="285"/>
                    <a:pt x="132" y="287"/>
                  </a:cubicBezTo>
                  <a:cubicBezTo>
                    <a:pt x="115" y="289"/>
                    <a:pt x="116" y="295"/>
                    <a:pt x="133" y="296"/>
                  </a:cubicBezTo>
                  <a:cubicBezTo>
                    <a:pt x="134" y="296"/>
                    <a:pt x="136" y="295"/>
                    <a:pt x="137" y="295"/>
                  </a:cubicBezTo>
                  <a:cubicBezTo>
                    <a:pt x="142" y="295"/>
                    <a:pt x="140" y="297"/>
                    <a:pt x="134" y="300"/>
                  </a:cubicBezTo>
                  <a:cubicBezTo>
                    <a:pt x="134" y="300"/>
                    <a:pt x="134" y="302"/>
                    <a:pt x="143" y="304"/>
                  </a:cubicBezTo>
                  <a:cubicBezTo>
                    <a:pt x="152" y="305"/>
                    <a:pt x="152" y="305"/>
                    <a:pt x="144" y="310"/>
                  </a:cubicBezTo>
                  <a:cubicBezTo>
                    <a:pt x="136" y="313"/>
                    <a:pt x="136" y="315"/>
                    <a:pt x="136" y="317"/>
                  </a:cubicBezTo>
                  <a:cubicBezTo>
                    <a:pt x="145" y="320"/>
                    <a:pt x="150" y="346"/>
                    <a:pt x="142" y="350"/>
                  </a:cubicBezTo>
                  <a:cubicBezTo>
                    <a:pt x="151" y="351"/>
                    <a:pt x="151" y="351"/>
                    <a:pt x="151" y="353"/>
                  </a:cubicBezTo>
                  <a:cubicBezTo>
                    <a:pt x="141" y="356"/>
                    <a:pt x="140" y="358"/>
                    <a:pt x="145" y="358"/>
                  </a:cubicBezTo>
                  <a:cubicBezTo>
                    <a:pt x="148" y="358"/>
                    <a:pt x="154" y="358"/>
                    <a:pt x="160" y="356"/>
                  </a:cubicBezTo>
                  <a:lnTo>
                    <a:pt x="160" y="354"/>
                  </a:lnTo>
                  <a:lnTo>
                    <a:pt x="160" y="352"/>
                  </a:lnTo>
                  <a:cubicBezTo>
                    <a:pt x="163" y="351"/>
                    <a:pt x="166" y="351"/>
                    <a:pt x="168" y="351"/>
                  </a:cubicBezTo>
                  <a:cubicBezTo>
                    <a:pt x="176" y="351"/>
                    <a:pt x="173" y="356"/>
                    <a:pt x="152" y="361"/>
                  </a:cubicBezTo>
                  <a:cubicBezTo>
                    <a:pt x="136" y="365"/>
                    <a:pt x="136" y="365"/>
                    <a:pt x="153" y="365"/>
                  </a:cubicBezTo>
                  <a:cubicBezTo>
                    <a:pt x="156" y="365"/>
                    <a:pt x="158" y="365"/>
                    <a:pt x="160" y="365"/>
                  </a:cubicBezTo>
                  <a:cubicBezTo>
                    <a:pt x="170" y="365"/>
                    <a:pt x="168" y="367"/>
                    <a:pt x="154" y="372"/>
                  </a:cubicBezTo>
                  <a:cubicBezTo>
                    <a:pt x="144" y="374"/>
                    <a:pt x="140" y="375"/>
                    <a:pt x="142" y="375"/>
                  </a:cubicBezTo>
                  <a:cubicBezTo>
                    <a:pt x="144" y="375"/>
                    <a:pt x="148" y="375"/>
                    <a:pt x="154" y="374"/>
                  </a:cubicBezTo>
                  <a:cubicBezTo>
                    <a:pt x="157" y="374"/>
                    <a:pt x="160" y="374"/>
                    <a:pt x="163" y="374"/>
                  </a:cubicBezTo>
                  <a:cubicBezTo>
                    <a:pt x="190" y="374"/>
                    <a:pt x="195" y="379"/>
                    <a:pt x="164" y="384"/>
                  </a:cubicBezTo>
                  <a:cubicBezTo>
                    <a:pt x="149" y="388"/>
                    <a:pt x="140" y="392"/>
                    <a:pt x="141" y="394"/>
                  </a:cubicBezTo>
                  <a:cubicBezTo>
                    <a:pt x="141" y="395"/>
                    <a:pt x="142" y="395"/>
                    <a:pt x="143" y="395"/>
                  </a:cubicBezTo>
                  <a:cubicBezTo>
                    <a:pt x="146" y="395"/>
                    <a:pt x="152" y="394"/>
                    <a:pt x="158" y="393"/>
                  </a:cubicBezTo>
                  <a:cubicBezTo>
                    <a:pt x="164" y="391"/>
                    <a:pt x="168" y="390"/>
                    <a:pt x="170" y="390"/>
                  </a:cubicBezTo>
                  <a:cubicBezTo>
                    <a:pt x="172" y="390"/>
                    <a:pt x="168" y="393"/>
                    <a:pt x="159" y="398"/>
                  </a:cubicBezTo>
                  <a:cubicBezTo>
                    <a:pt x="134" y="410"/>
                    <a:pt x="135" y="415"/>
                    <a:pt x="153" y="418"/>
                  </a:cubicBezTo>
                  <a:cubicBezTo>
                    <a:pt x="168" y="424"/>
                    <a:pt x="171" y="429"/>
                    <a:pt x="162" y="429"/>
                  </a:cubicBezTo>
                  <a:cubicBezTo>
                    <a:pt x="160" y="429"/>
                    <a:pt x="158" y="429"/>
                    <a:pt x="154" y="428"/>
                  </a:cubicBezTo>
                  <a:cubicBezTo>
                    <a:pt x="147" y="427"/>
                    <a:pt x="142" y="427"/>
                    <a:pt x="141" y="427"/>
                  </a:cubicBezTo>
                  <a:cubicBezTo>
                    <a:pt x="139" y="427"/>
                    <a:pt x="141" y="427"/>
                    <a:pt x="146" y="429"/>
                  </a:cubicBezTo>
                  <a:cubicBezTo>
                    <a:pt x="147" y="434"/>
                    <a:pt x="147" y="439"/>
                    <a:pt x="149" y="442"/>
                  </a:cubicBezTo>
                  <a:cubicBezTo>
                    <a:pt x="149" y="443"/>
                    <a:pt x="152" y="444"/>
                    <a:pt x="157" y="444"/>
                  </a:cubicBezTo>
                  <a:cubicBezTo>
                    <a:pt x="159" y="444"/>
                    <a:pt x="162" y="444"/>
                    <a:pt x="165" y="443"/>
                  </a:cubicBezTo>
                  <a:lnTo>
                    <a:pt x="165" y="443"/>
                  </a:lnTo>
                  <a:cubicBezTo>
                    <a:pt x="150" y="448"/>
                    <a:pt x="142" y="455"/>
                    <a:pt x="159" y="456"/>
                  </a:cubicBezTo>
                  <a:cubicBezTo>
                    <a:pt x="160" y="458"/>
                    <a:pt x="160" y="461"/>
                    <a:pt x="160" y="461"/>
                  </a:cubicBezTo>
                  <a:cubicBezTo>
                    <a:pt x="160" y="463"/>
                    <a:pt x="160" y="463"/>
                    <a:pt x="169" y="464"/>
                  </a:cubicBezTo>
                  <a:cubicBezTo>
                    <a:pt x="178" y="465"/>
                    <a:pt x="170" y="469"/>
                    <a:pt x="162" y="473"/>
                  </a:cubicBezTo>
                  <a:cubicBezTo>
                    <a:pt x="156" y="476"/>
                    <a:pt x="149" y="479"/>
                    <a:pt x="151" y="479"/>
                  </a:cubicBezTo>
                  <a:cubicBezTo>
                    <a:pt x="152" y="479"/>
                    <a:pt x="153" y="479"/>
                    <a:pt x="154" y="479"/>
                  </a:cubicBezTo>
                  <a:cubicBezTo>
                    <a:pt x="163" y="479"/>
                    <a:pt x="172" y="480"/>
                    <a:pt x="180" y="482"/>
                  </a:cubicBezTo>
                  <a:cubicBezTo>
                    <a:pt x="188" y="482"/>
                    <a:pt x="183" y="486"/>
                    <a:pt x="175" y="486"/>
                  </a:cubicBezTo>
                  <a:cubicBezTo>
                    <a:pt x="174" y="486"/>
                    <a:pt x="173" y="485"/>
                    <a:pt x="172" y="485"/>
                  </a:cubicBezTo>
                  <a:cubicBezTo>
                    <a:pt x="167" y="485"/>
                    <a:pt x="161" y="489"/>
                    <a:pt x="156" y="493"/>
                  </a:cubicBezTo>
                  <a:cubicBezTo>
                    <a:pt x="156" y="495"/>
                    <a:pt x="157" y="499"/>
                    <a:pt x="164" y="499"/>
                  </a:cubicBezTo>
                  <a:cubicBezTo>
                    <a:pt x="165" y="499"/>
                    <a:pt x="166" y="499"/>
                    <a:pt x="167" y="499"/>
                  </a:cubicBezTo>
                  <a:cubicBezTo>
                    <a:pt x="167" y="499"/>
                    <a:pt x="167" y="499"/>
                    <a:pt x="167" y="499"/>
                  </a:cubicBezTo>
                  <a:cubicBezTo>
                    <a:pt x="175" y="499"/>
                    <a:pt x="176" y="511"/>
                    <a:pt x="169" y="516"/>
                  </a:cubicBezTo>
                  <a:cubicBezTo>
                    <a:pt x="169" y="516"/>
                    <a:pt x="169" y="518"/>
                    <a:pt x="170" y="520"/>
                  </a:cubicBezTo>
                  <a:cubicBezTo>
                    <a:pt x="170" y="522"/>
                    <a:pt x="179" y="523"/>
                    <a:pt x="179" y="526"/>
                  </a:cubicBezTo>
                  <a:cubicBezTo>
                    <a:pt x="179" y="526"/>
                    <a:pt x="179" y="528"/>
                    <a:pt x="188" y="529"/>
                  </a:cubicBezTo>
                  <a:cubicBezTo>
                    <a:pt x="189" y="531"/>
                    <a:pt x="189" y="534"/>
                    <a:pt x="181" y="535"/>
                  </a:cubicBezTo>
                  <a:cubicBezTo>
                    <a:pt x="198" y="535"/>
                    <a:pt x="198" y="535"/>
                    <a:pt x="181" y="540"/>
                  </a:cubicBezTo>
                  <a:cubicBezTo>
                    <a:pt x="164" y="543"/>
                    <a:pt x="164" y="543"/>
                    <a:pt x="182" y="543"/>
                  </a:cubicBezTo>
                  <a:cubicBezTo>
                    <a:pt x="190" y="543"/>
                    <a:pt x="190" y="543"/>
                    <a:pt x="182" y="547"/>
                  </a:cubicBezTo>
                  <a:cubicBezTo>
                    <a:pt x="176" y="548"/>
                    <a:pt x="175" y="550"/>
                    <a:pt x="179" y="550"/>
                  </a:cubicBezTo>
                  <a:cubicBezTo>
                    <a:pt x="180" y="550"/>
                    <a:pt x="182" y="550"/>
                    <a:pt x="183" y="549"/>
                  </a:cubicBezTo>
                  <a:cubicBezTo>
                    <a:pt x="185" y="549"/>
                    <a:pt x="186" y="549"/>
                    <a:pt x="188" y="549"/>
                  </a:cubicBezTo>
                  <a:cubicBezTo>
                    <a:pt x="202" y="549"/>
                    <a:pt x="208" y="554"/>
                    <a:pt x="192" y="557"/>
                  </a:cubicBezTo>
                  <a:cubicBezTo>
                    <a:pt x="192" y="557"/>
                    <a:pt x="193" y="559"/>
                    <a:pt x="202" y="561"/>
                  </a:cubicBezTo>
                  <a:cubicBezTo>
                    <a:pt x="209" y="560"/>
                    <a:pt x="213" y="560"/>
                    <a:pt x="214" y="560"/>
                  </a:cubicBezTo>
                  <a:cubicBezTo>
                    <a:pt x="217" y="560"/>
                    <a:pt x="213" y="561"/>
                    <a:pt x="202" y="563"/>
                  </a:cubicBezTo>
                  <a:cubicBezTo>
                    <a:pt x="188" y="567"/>
                    <a:pt x="187" y="570"/>
                    <a:pt x="196" y="570"/>
                  </a:cubicBezTo>
                  <a:cubicBezTo>
                    <a:pt x="198" y="570"/>
                    <a:pt x="201" y="570"/>
                    <a:pt x="204" y="569"/>
                  </a:cubicBezTo>
                  <a:cubicBezTo>
                    <a:pt x="204" y="569"/>
                    <a:pt x="213" y="571"/>
                    <a:pt x="205" y="574"/>
                  </a:cubicBezTo>
                  <a:cubicBezTo>
                    <a:pt x="198" y="580"/>
                    <a:pt x="192" y="592"/>
                    <a:pt x="201" y="592"/>
                  </a:cubicBezTo>
                  <a:cubicBezTo>
                    <a:pt x="202" y="592"/>
                    <a:pt x="204" y="592"/>
                    <a:pt x="207" y="591"/>
                  </a:cubicBezTo>
                  <a:lnTo>
                    <a:pt x="208" y="595"/>
                  </a:lnTo>
                  <a:cubicBezTo>
                    <a:pt x="200" y="602"/>
                    <a:pt x="200" y="604"/>
                    <a:pt x="209" y="605"/>
                  </a:cubicBezTo>
                  <a:lnTo>
                    <a:pt x="218" y="605"/>
                  </a:lnTo>
                  <a:cubicBezTo>
                    <a:pt x="209" y="608"/>
                    <a:pt x="201" y="611"/>
                    <a:pt x="202" y="613"/>
                  </a:cubicBezTo>
                  <a:cubicBezTo>
                    <a:pt x="202" y="615"/>
                    <a:pt x="202" y="616"/>
                    <a:pt x="204" y="616"/>
                  </a:cubicBezTo>
                  <a:cubicBezTo>
                    <a:pt x="205" y="616"/>
                    <a:pt x="207" y="615"/>
                    <a:pt x="210" y="614"/>
                  </a:cubicBezTo>
                  <a:cubicBezTo>
                    <a:pt x="214" y="613"/>
                    <a:pt x="216" y="613"/>
                    <a:pt x="217" y="613"/>
                  </a:cubicBezTo>
                  <a:cubicBezTo>
                    <a:pt x="219" y="613"/>
                    <a:pt x="219" y="614"/>
                    <a:pt x="219" y="615"/>
                  </a:cubicBezTo>
                  <a:cubicBezTo>
                    <a:pt x="220" y="618"/>
                    <a:pt x="211" y="621"/>
                    <a:pt x="204" y="623"/>
                  </a:cubicBezTo>
                  <a:lnTo>
                    <a:pt x="204" y="626"/>
                  </a:lnTo>
                  <a:cubicBezTo>
                    <a:pt x="210" y="624"/>
                    <a:pt x="214" y="624"/>
                    <a:pt x="216" y="624"/>
                  </a:cubicBezTo>
                  <a:cubicBezTo>
                    <a:pt x="220" y="624"/>
                    <a:pt x="218" y="625"/>
                    <a:pt x="213" y="627"/>
                  </a:cubicBezTo>
                  <a:cubicBezTo>
                    <a:pt x="205" y="630"/>
                    <a:pt x="205" y="632"/>
                    <a:pt x="206" y="635"/>
                  </a:cubicBezTo>
                  <a:cubicBezTo>
                    <a:pt x="207" y="634"/>
                    <a:pt x="208" y="634"/>
                    <a:pt x="208" y="634"/>
                  </a:cubicBezTo>
                  <a:cubicBezTo>
                    <a:pt x="211" y="634"/>
                    <a:pt x="208" y="635"/>
                    <a:pt x="207" y="635"/>
                  </a:cubicBezTo>
                  <a:cubicBezTo>
                    <a:pt x="206" y="635"/>
                    <a:pt x="206" y="635"/>
                    <a:pt x="206" y="635"/>
                  </a:cubicBezTo>
                  <a:lnTo>
                    <a:pt x="197" y="637"/>
                  </a:lnTo>
                  <a:cubicBezTo>
                    <a:pt x="193" y="638"/>
                    <a:pt x="193" y="639"/>
                    <a:pt x="195" y="639"/>
                  </a:cubicBezTo>
                  <a:cubicBezTo>
                    <a:pt x="197" y="639"/>
                    <a:pt x="202" y="638"/>
                    <a:pt x="206" y="637"/>
                  </a:cubicBezTo>
                  <a:cubicBezTo>
                    <a:pt x="206" y="637"/>
                    <a:pt x="206" y="640"/>
                    <a:pt x="207" y="642"/>
                  </a:cubicBezTo>
                  <a:cubicBezTo>
                    <a:pt x="207" y="644"/>
                    <a:pt x="207" y="645"/>
                    <a:pt x="208" y="645"/>
                  </a:cubicBezTo>
                  <a:cubicBezTo>
                    <a:pt x="210" y="645"/>
                    <a:pt x="211" y="644"/>
                    <a:pt x="215" y="642"/>
                  </a:cubicBezTo>
                  <a:cubicBezTo>
                    <a:pt x="220" y="642"/>
                    <a:pt x="225" y="641"/>
                    <a:pt x="228" y="641"/>
                  </a:cubicBezTo>
                  <a:cubicBezTo>
                    <a:pt x="231" y="641"/>
                    <a:pt x="232" y="641"/>
                    <a:pt x="233" y="642"/>
                  </a:cubicBezTo>
                  <a:cubicBezTo>
                    <a:pt x="234" y="642"/>
                    <a:pt x="235" y="642"/>
                    <a:pt x="236" y="642"/>
                  </a:cubicBezTo>
                  <a:cubicBezTo>
                    <a:pt x="237" y="642"/>
                    <a:pt x="235" y="643"/>
                    <a:pt x="234" y="643"/>
                  </a:cubicBezTo>
                  <a:cubicBezTo>
                    <a:pt x="233" y="643"/>
                    <a:pt x="233" y="643"/>
                    <a:pt x="233" y="642"/>
                  </a:cubicBezTo>
                  <a:cubicBezTo>
                    <a:pt x="224" y="644"/>
                    <a:pt x="216" y="645"/>
                    <a:pt x="216" y="648"/>
                  </a:cubicBezTo>
                  <a:cubicBezTo>
                    <a:pt x="217" y="650"/>
                    <a:pt x="208" y="651"/>
                    <a:pt x="208" y="651"/>
                  </a:cubicBezTo>
                  <a:cubicBezTo>
                    <a:pt x="191" y="652"/>
                    <a:pt x="201" y="660"/>
                    <a:pt x="209" y="661"/>
                  </a:cubicBezTo>
                  <a:cubicBezTo>
                    <a:pt x="227" y="663"/>
                    <a:pt x="227" y="665"/>
                    <a:pt x="210" y="668"/>
                  </a:cubicBezTo>
                  <a:cubicBezTo>
                    <a:pt x="200" y="670"/>
                    <a:pt x="204" y="672"/>
                    <a:pt x="214" y="672"/>
                  </a:cubicBezTo>
                  <a:cubicBezTo>
                    <a:pt x="220" y="672"/>
                    <a:pt x="228" y="671"/>
                    <a:pt x="237" y="670"/>
                  </a:cubicBezTo>
                  <a:lnTo>
                    <a:pt x="263" y="668"/>
                  </a:lnTo>
                  <a:lnTo>
                    <a:pt x="237" y="673"/>
                  </a:lnTo>
                  <a:cubicBezTo>
                    <a:pt x="205" y="682"/>
                    <a:pt x="205" y="682"/>
                    <a:pt x="223" y="685"/>
                  </a:cubicBezTo>
                  <a:cubicBezTo>
                    <a:pt x="232" y="688"/>
                    <a:pt x="232" y="688"/>
                    <a:pt x="223" y="691"/>
                  </a:cubicBezTo>
                  <a:cubicBezTo>
                    <a:pt x="215" y="692"/>
                    <a:pt x="215" y="694"/>
                    <a:pt x="216" y="701"/>
                  </a:cubicBezTo>
                  <a:cubicBezTo>
                    <a:pt x="217" y="707"/>
                    <a:pt x="218" y="709"/>
                    <a:pt x="221" y="709"/>
                  </a:cubicBezTo>
                  <a:cubicBezTo>
                    <a:pt x="223" y="709"/>
                    <a:pt x="224" y="709"/>
                    <a:pt x="226" y="709"/>
                  </a:cubicBezTo>
                  <a:cubicBezTo>
                    <a:pt x="226" y="709"/>
                    <a:pt x="226" y="711"/>
                    <a:pt x="227" y="714"/>
                  </a:cubicBezTo>
                  <a:cubicBezTo>
                    <a:pt x="217" y="717"/>
                    <a:pt x="216" y="719"/>
                    <a:pt x="221" y="719"/>
                  </a:cubicBezTo>
                  <a:cubicBezTo>
                    <a:pt x="225" y="719"/>
                    <a:pt x="230" y="719"/>
                    <a:pt x="236" y="716"/>
                  </a:cubicBezTo>
                  <a:lnTo>
                    <a:pt x="237" y="722"/>
                  </a:lnTo>
                  <a:lnTo>
                    <a:pt x="228" y="723"/>
                  </a:lnTo>
                  <a:cubicBezTo>
                    <a:pt x="220" y="724"/>
                    <a:pt x="220" y="730"/>
                    <a:pt x="224" y="748"/>
                  </a:cubicBezTo>
                  <a:cubicBezTo>
                    <a:pt x="226" y="765"/>
                    <a:pt x="227" y="770"/>
                    <a:pt x="235" y="770"/>
                  </a:cubicBezTo>
                  <a:cubicBezTo>
                    <a:pt x="238" y="770"/>
                    <a:pt x="240" y="770"/>
                    <a:pt x="244" y="769"/>
                  </a:cubicBezTo>
                  <a:cubicBezTo>
                    <a:pt x="247" y="769"/>
                    <a:pt x="250" y="769"/>
                    <a:pt x="252" y="769"/>
                  </a:cubicBezTo>
                  <a:cubicBezTo>
                    <a:pt x="261" y="769"/>
                    <a:pt x="259" y="771"/>
                    <a:pt x="245" y="774"/>
                  </a:cubicBezTo>
                  <a:cubicBezTo>
                    <a:pt x="239" y="775"/>
                    <a:pt x="232" y="778"/>
                    <a:pt x="234" y="778"/>
                  </a:cubicBezTo>
                  <a:cubicBezTo>
                    <a:pt x="234" y="778"/>
                    <a:pt x="235" y="777"/>
                    <a:pt x="237" y="777"/>
                  </a:cubicBezTo>
                  <a:lnTo>
                    <a:pt x="237" y="777"/>
                  </a:lnTo>
                  <a:cubicBezTo>
                    <a:pt x="237" y="777"/>
                    <a:pt x="238" y="783"/>
                    <a:pt x="230" y="786"/>
                  </a:cubicBezTo>
                  <a:cubicBezTo>
                    <a:pt x="218" y="794"/>
                    <a:pt x="220" y="796"/>
                    <a:pt x="227" y="796"/>
                  </a:cubicBezTo>
                  <a:cubicBezTo>
                    <a:pt x="228" y="796"/>
                    <a:pt x="230" y="796"/>
                    <a:pt x="232" y="796"/>
                  </a:cubicBezTo>
                  <a:cubicBezTo>
                    <a:pt x="237" y="794"/>
                    <a:pt x="240" y="793"/>
                    <a:pt x="241" y="793"/>
                  </a:cubicBezTo>
                  <a:cubicBezTo>
                    <a:pt x="241" y="793"/>
                    <a:pt x="237" y="796"/>
                    <a:pt x="232" y="798"/>
                  </a:cubicBezTo>
                  <a:cubicBezTo>
                    <a:pt x="225" y="801"/>
                    <a:pt x="219" y="805"/>
                    <a:pt x="221" y="805"/>
                  </a:cubicBezTo>
                  <a:cubicBezTo>
                    <a:pt x="221" y="805"/>
                    <a:pt x="222" y="804"/>
                    <a:pt x="224" y="804"/>
                  </a:cubicBezTo>
                  <a:cubicBezTo>
                    <a:pt x="233" y="805"/>
                    <a:pt x="244" y="817"/>
                    <a:pt x="227" y="821"/>
                  </a:cubicBezTo>
                  <a:cubicBezTo>
                    <a:pt x="227" y="821"/>
                    <a:pt x="227" y="823"/>
                    <a:pt x="228" y="825"/>
                  </a:cubicBezTo>
                  <a:cubicBezTo>
                    <a:pt x="229" y="825"/>
                    <a:pt x="230" y="825"/>
                    <a:pt x="231" y="825"/>
                  </a:cubicBezTo>
                  <a:cubicBezTo>
                    <a:pt x="236" y="825"/>
                    <a:pt x="237" y="829"/>
                    <a:pt x="237" y="833"/>
                  </a:cubicBezTo>
                  <a:cubicBezTo>
                    <a:pt x="238" y="838"/>
                    <a:pt x="238" y="841"/>
                    <a:pt x="230" y="842"/>
                  </a:cubicBezTo>
                  <a:cubicBezTo>
                    <a:pt x="229" y="842"/>
                    <a:pt x="228" y="842"/>
                    <a:pt x="227" y="842"/>
                  </a:cubicBezTo>
                  <a:cubicBezTo>
                    <a:pt x="222" y="842"/>
                    <a:pt x="223" y="844"/>
                    <a:pt x="232" y="847"/>
                  </a:cubicBezTo>
                  <a:cubicBezTo>
                    <a:pt x="232" y="849"/>
                    <a:pt x="248" y="849"/>
                    <a:pt x="250" y="851"/>
                  </a:cubicBezTo>
                  <a:cubicBezTo>
                    <a:pt x="253" y="850"/>
                    <a:pt x="256" y="850"/>
                    <a:pt x="258" y="850"/>
                  </a:cubicBezTo>
                  <a:cubicBezTo>
                    <a:pt x="263" y="850"/>
                    <a:pt x="266" y="851"/>
                    <a:pt x="266" y="852"/>
                  </a:cubicBezTo>
                  <a:lnTo>
                    <a:pt x="259" y="853"/>
                  </a:lnTo>
                  <a:lnTo>
                    <a:pt x="242" y="857"/>
                  </a:lnTo>
                  <a:cubicBezTo>
                    <a:pt x="242" y="858"/>
                    <a:pt x="242" y="861"/>
                    <a:pt x="246" y="861"/>
                  </a:cubicBezTo>
                  <a:cubicBezTo>
                    <a:pt x="247" y="861"/>
                    <a:pt x="249" y="861"/>
                    <a:pt x="251" y="860"/>
                  </a:cubicBezTo>
                  <a:lnTo>
                    <a:pt x="251" y="860"/>
                  </a:lnTo>
                  <a:cubicBezTo>
                    <a:pt x="243" y="865"/>
                    <a:pt x="243" y="867"/>
                    <a:pt x="244" y="871"/>
                  </a:cubicBezTo>
                  <a:cubicBezTo>
                    <a:pt x="244" y="876"/>
                    <a:pt x="245" y="880"/>
                    <a:pt x="254" y="881"/>
                  </a:cubicBezTo>
                  <a:cubicBezTo>
                    <a:pt x="238" y="887"/>
                    <a:pt x="239" y="900"/>
                    <a:pt x="255" y="900"/>
                  </a:cubicBezTo>
                  <a:cubicBezTo>
                    <a:pt x="256" y="900"/>
                    <a:pt x="257" y="900"/>
                    <a:pt x="257" y="900"/>
                  </a:cubicBezTo>
                  <a:cubicBezTo>
                    <a:pt x="259" y="900"/>
                    <a:pt x="261" y="900"/>
                    <a:pt x="262" y="900"/>
                  </a:cubicBezTo>
                  <a:cubicBezTo>
                    <a:pt x="265" y="900"/>
                    <a:pt x="263" y="902"/>
                    <a:pt x="257" y="905"/>
                  </a:cubicBezTo>
                  <a:cubicBezTo>
                    <a:pt x="250" y="909"/>
                    <a:pt x="250" y="909"/>
                    <a:pt x="259" y="909"/>
                  </a:cubicBezTo>
                  <a:cubicBezTo>
                    <a:pt x="268" y="911"/>
                    <a:pt x="260" y="915"/>
                    <a:pt x="252" y="918"/>
                  </a:cubicBezTo>
                  <a:cubicBezTo>
                    <a:pt x="235" y="924"/>
                    <a:pt x="235" y="926"/>
                    <a:pt x="244" y="927"/>
                  </a:cubicBezTo>
                  <a:cubicBezTo>
                    <a:pt x="253" y="931"/>
                    <a:pt x="254" y="935"/>
                    <a:pt x="254" y="937"/>
                  </a:cubicBezTo>
                  <a:cubicBezTo>
                    <a:pt x="260" y="939"/>
                    <a:pt x="263" y="941"/>
                    <a:pt x="265" y="941"/>
                  </a:cubicBezTo>
                  <a:cubicBezTo>
                    <a:pt x="267" y="941"/>
                    <a:pt x="269" y="940"/>
                    <a:pt x="272" y="939"/>
                  </a:cubicBezTo>
                  <a:cubicBezTo>
                    <a:pt x="275" y="938"/>
                    <a:pt x="278" y="938"/>
                    <a:pt x="280" y="938"/>
                  </a:cubicBezTo>
                  <a:cubicBezTo>
                    <a:pt x="283" y="938"/>
                    <a:pt x="286" y="938"/>
                    <a:pt x="289" y="939"/>
                  </a:cubicBezTo>
                  <a:cubicBezTo>
                    <a:pt x="295" y="940"/>
                    <a:pt x="293" y="942"/>
                    <a:pt x="291" y="942"/>
                  </a:cubicBezTo>
                  <a:cubicBezTo>
                    <a:pt x="291" y="942"/>
                    <a:pt x="290" y="941"/>
                    <a:pt x="290" y="941"/>
                  </a:cubicBezTo>
                  <a:cubicBezTo>
                    <a:pt x="286" y="940"/>
                    <a:pt x="284" y="939"/>
                    <a:pt x="283" y="939"/>
                  </a:cubicBezTo>
                  <a:cubicBezTo>
                    <a:pt x="280" y="939"/>
                    <a:pt x="278" y="941"/>
                    <a:pt x="273" y="943"/>
                  </a:cubicBezTo>
                  <a:cubicBezTo>
                    <a:pt x="265" y="948"/>
                    <a:pt x="265" y="952"/>
                    <a:pt x="266" y="954"/>
                  </a:cubicBezTo>
                  <a:cubicBezTo>
                    <a:pt x="266" y="956"/>
                    <a:pt x="268" y="962"/>
                    <a:pt x="268" y="964"/>
                  </a:cubicBezTo>
                  <a:cubicBezTo>
                    <a:pt x="261" y="971"/>
                    <a:pt x="261" y="974"/>
                    <a:pt x="265" y="974"/>
                  </a:cubicBezTo>
                  <a:cubicBezTo>
                    <a:pt x="266" y="974"/>
                    <a:pt x="267" y="974"/>
                    <a:pt x="269" y="973"/>
                  </a:cubicBezTo>
                  <a:lnTo>
                    <a:pt x="278" y="972"/>
                  </a:lnTo>
                  <a:lnTo>
                    <a:pt x="278" y="972"/>
                  </a:lnTo>
                  <a:cubicBezTo>
                    <a:pt x="261" y="978"/>
                    <a:pt x="265" y="1002"/>
                    <a:pt x="282" y="1002"/>
                  </a:cubicBezTo>
                  <a:cubicBezTo>
                    <a:pt x="284" y="1002"/>
                    <a:pt x="286" y="1002"/>
                    <a:pt x="286" y="1002"/>
                  </a:cubicBezTo>
                  <a:cubicBezTo>
                    <a:pt x="286" y="1002"/>
                    <a:pt x="280" y="1003"/>
                    <a:pt x="274" y="1005"/>
                  </a:cubicBezTo>
                  <a:cubicBezTo>
                    <a:pt x="265" y="1006"/>
                    <a:pt x="266" y="1008"/>
                    <a:pt x="266" y="1013"/>
                  </a:cubicBezTo>
                  <a:cubicBezTo>
                    <a:pt x="268" y="1015"/>
                    <a:pt x="276" y="1023"/>
                    <a:pt x="279" y="1031"/>
                  </a:cubicBezTo>
                  <a:cubicBezTo>
                    <a:pt x="280" y="1039"/>
                    <a:pt x="281" y="1045"/>
                    <a:pt x="287" y="1045"/>
                  </a:cubicBezTo>
                  <a:cubicBezTo>
                    <a:pt x="288" y="1045"/>
                    <a:pt x="288" y="1045"/>
                    <a:pt x="289" y="1045"/>
                  </a:cubicBezTo>
                  <a:lnTo>
                    <a:pt x="289" y="1045"/>
                  </a:lnTo>
                  <a:cubicBezTo>
                    <a:pt x="290" y="1047"/>
                    <a:pt x="290" y="1047"/>
                    <a:pt x="281" y="1050"/>
                  </a:cubicBezTo>
                  <a:cubicBezTo>
                    <a:pt x="279" y="1049"/>
                    <a:pt x="278" y="1049"/>
                    <a:pt x="277" y="1049"/>
                  </a:cubicBezTo>
                  <a:cubicBezTo>
                    <a:pt x="272" y="1049"/>
                    <a:pt x="273" y="1051"/>
                    <a:pt x="273" y="1053"/>
                  </a:cubicBezTo>
                  <a:cubicBezTo>
                    <a:pt x="273" y="1054"/>
                    <a:pt x="274" y="1054"/>
                    <a:pt x="276" y="1054"/>
                  </a:cubicBezTo>
                  <a:cubicBezTo>
                    <a:pt x="280" y="1054"/>
                    <a:pt x="285" y="1053"/>
                    <a:pt x="290" y="1052"/>
                  </a:cubicBezTo>
                  <a:cubicBezTo>
                    <a:pt x="291" y="1052"/>
                    <a:pt x="293" y="1052"/>
                    <a:pt x="294" y="1052"/>
                  </a:cubicBezTo>
                  <a:cubicBezTo>
                    <a:pt x="299" y="1052"/>
                    <a:pt x="298" y="1054"/>
                    <a:pt x="291" y="1060"/>
                  </a:cubicBezTo>
                  <a:cubicBezTo>
                    <a:pt x="283" y="1064"/>
                    <a:pt x="285" y="1077"/>
                    <a:pt x="294" y="1078"/>
                  </a:cubicBezTo>
                  <a:cubicBezTo>
                    <a:pt x="296" y="1081"/>
                    <a:pt x="296" y="1083"/>
                    <a:pt x="287" y="1084"/>
                  </a:cubicBezTo>
                  <a:cubicBezTo>
                    <a:pt x="279" y="1089"/>
                    <a:pt x="271" y="1094"/>
                    <a:pt x="289" y="1097"/>
                  </a:cubicBezTo>
                  <a:cubicBezTo>
                    <a:pt x="289" y="1099"/>
                    <a:pt x="289" y="1099"/>
                    <a:pt x="281" y="1100"/>
                  </a:cubicBezTo>
                  <a:cubicBezTo>
                    <a:pt x="275" y="1104"/>
                    <a:pt x="268" y="1105"/>
                    <a:pt x="274" y="1105"/>
                  </a:cubicBezTo>
                  <a:cubicBezTo>
                    <a:pt x="275" y="1105"/>
                    <a:pt x="278" y="1105"/>
                    <a:pt x="282" y="1105"/>
                  </a:cubicBezTo>
                  <a:cubicBezTo>
                    <a:pt x="291" y="1108"/>
                    <a:pt x="292" y="1115"/>
                    <a:pt x="284" y="1121"/>
                  </a:cubicBezTo>
                  <a:cubicBezTo>
                    <a:pt x="284" y="1123"/>
                    <a:pt x="285" y="1125"/>
                    <a:pt x="290" y="1125"/>
                  </a:cubicBezTo>
                  <a:cubicBezTo>
                    <a:pt x="291" y="1125"/>
                    <a:pt x="292" y="1125"/>
                    <a:pt x="293" y="1125"/>
                  </a:cubicBezTo>
                  <a:cubicBezTo>
                    <a:pt x="296" y="1124"/>
                    <a:pt x="298" y="1124"/>
                    <a:pt x="300" y="1123"/>
                  </a:cubicBezTo>
                  <a:lnTo>
                    <a:pt x="300" y="1123"/>
                  </a:lnTo>
                  <a:cubicBezTo>
                    <a:pt x="285" y="1128"/>
                    <a:pt x="286" y="1128"/>
                    <a:pt x="302" y="1128"/>
                  </a:cubicBezTo>
                  <a:cubicBezTo>
                    <a:pt x="305" y="1127"/>
                    <a:pt x="307" y="1127"/>
                    <a:pt x="308" y="1127"/>
                  </a:cubicBezTo>
                  <a:cubicBezTo>
                    <a:pt x="311" y="1127"/>
                    <a:pt x="309" y="1129"/>
                    <a:pt x="303" y="1130"/>
                  </a:cubicBezTo>
                  <a:cubicBezTo>
                    <a:pt x="296" y="1134"/>
                    <a:pt x="296" y="1136"/>
                    <a:pt x="296" y="1136"/>
                  </a:cubicBezTo>
                  <a:cubicBezTo>
                    <a:pt x="301" y="1144"/>
                    <a:pt x="306" y="1152"/>
                    <a:pt x="308" y="1161"/>
                  </a:cubicBezTo>
                  <a:cubicBezTo>
                    <a:pt x="311" y="1178"/>
                    <a:pt x="312" y="1185"/>
                    <a:pt x="319" y="1185"/>
                  </a:cubicBezTo>
                  <a:cubicBezTo>
                    <a:pt x="319" y="1185"/>
                    <a:pt x="320" y="1185"/>
                    <a:pt x="320" y="1185"/>
                  </a:cubicBezTo>
                  <a:cubicBezTo>
                    <a:pt x="329" y="1186"/>
                    <a:pt x="329" y="1186"/>
                    <a:pt x="321" y="1190"/>
                  </a:cubicBezTo>
                  <a:cubicBezTo>
                    <a:pt x="314" y="1194"/>
                    <a:pt x="314" y="1197"/>
                    <a:pt x="315" y="1199"/>
                  </a:cubicBezTo>
                  <a:cubicBezTo>
                    <a:pt x="315" y="1201"/>
                    <a:pt x="315" y="1203"/>
                    <a:pt x="307" y="1204"/>
                  </a:cubicBezTo>
                  <a:cubicBezTo>
                    <a:pt x="316" y="1206"/>
                    <a:pt x="316" y="1206"/>
                    <a:pt x="316" y="1208"/>
                  </a:cubicBezTo>
                  <a:cubicBezTo>
                    <a:pt x="308" y="1210"/>
                    <a:pt x="308" y="1212"/>
                    <a:pt x="317" y="1212"/>
                  </a:cubicBezTo>
                  <a:cubicBezTo>
                    <a:pt x="334" y="1212"/>
                    <a:pt x="334" y="1212"/>
                    <a:pt x="317" y="1216"/>
                  </a:cubicBezTo>
                  <a:cubicBezTo>
                    <a:pt x="311" y="1217"/>
                    <a:pt x="304" y="1222"/>
                    <a:pt x="306" y="1222"/>
                  </a:cubicBezTo>
                  <a:cubicBezTo>
                    <a:pt x="307" y="1222"/>
                    <a:pt x="307" y="1222"/>
                    <a:pt x="309" y="1221"/>
                  </a:cubicBezTo>
                  <a:cubicBezTo>
                    <a:pt x="310" y="1221"/>
                    <a:pt x="311" y="1221"/>
                    <a:pt x="312" y="1221"/>
                  </a:cubicBezTo>
                  <a:cubicBezTo>
                    <a:pt x="318" y="1221"/>
                    <a:pt x="319" y="1225"/>
                    <a:pt x="327" y="1226"/>
                  </a:cubicBezTo>
                  <a:cubicBezTo>
                    <a:pt x="328" y="1228"/>
                    <a:pt x="328" y="1230"/>
                    <a:pt x="319" y="1231"/>
                  </a:cubicBezTo>
                  <a:cubicBezTo>
                    <a:pt x="311" y="1236"/>
                    <a:pt x="322" y="1246"/>
                    <a:pt x="330" y="1247"/>
                  </a:cubicBezTo>
                  <a:cubicBezTo>
                    <a:pt x="333" y="1246"/>
                    <a:pt x="335" y="1246"/>
                    <a:pt x="336" y="1246"/>
                  </a:cubicBezTo>
                  <a:cubicBezTo>
                    <a:pt x="339" y="1246"/>
                    <a:pt x="337" y="1248"/>
                    <a:pt x="331" y="1249"/>
                  </a:cubicBezTo>
                  <a:cubicBezTo>
                    <a:pt x="322" y="1250"/>
                    <a:pt x="324" y="1253"/>
                    <a:pt x="324" y="1255"/>
                  </a:cubicBezTo>
                  <a:cubicBezTo>
                    <a:pt x="333" y="1256"/>
                    <a:pt x="324" y="1257"/>
                    <a:pt x="316" y="1259"/>
                  </a:cubicBezTo>
                  <a:cubicBezTo>
                    <a:pt x="314" y="1259"/>
                    <a:pt x="313" y="1259"/>
                    <a:pt x="312" y="1259"/>
                  </a:cubicBezTo>
                  <a:cubicBezTo>
                    <a:pt x="307" y="1259"/>
                    <a:pt x="307" y="1261"/>
                    <a:pt x="308" y="1265"/>
                  </a:cubicBezTo>
                  <a:cubicBezTo>
                    <a:pt x="317" y="1266"/>
                    <a:pt x="318" y="1276"/>
                    <a:pt x="319" y="1283"/>
                  </a:cubicBezTo>
                  <a:cubicBezTo>
                    <a:pt x="321" y="1294"/>
                    <a:pt x="330" y="1295"/>
                    <a:pt x="347" y="1298"/>
                  </a:cubicBezTo>
                  <a:lnTo>
                    <a:pt x="365" y="1296"/>
                  </a:lnTo>
                  <a:lnTo>
                    <a:pt x="365" y="1296"/>
                  </a:lnTo>
                  <a:lnTo>
                    <a:pt x="348" y="1300"/>
                  </a:lnTo>
                  <a:cubicBezTo>
                    <a:pt x="339" y="1301"/>
                    <a:pt x="324" y="1306"/>
                    <a:pt x="324" y="1306"/>
                  </a:cubicBezTo>
                  <a:cubicBezTo>
                    <a:pt x="324" y="1307"/>
                    <a:pt x="325" y="1308"/>
                    <a:pt x="327" y="1308"/>
                  </a:cubicBezTo>
                  <a:cubicBezTo>
                    <a:pt x="330" y="1308"/>
                    <a:pt x="335" y="1307"/>
                    <a:pt x="340" y="1305"/>
                  </a:cubicBezTo>
                  <a:cubicBezTo>
                    <a:pt x="342" y="1305"/>
                    <a:pt x="343" y="1305"/>
                    <a:pt x="344" y="1305"/>
                  </a:cubicBezTo>
                  <a:cubicBezTo>
                    <a:pt x="348" y="1305"/>
                    <a:pt x="348" y="1308"/>
                    <a:pt x="342" y="1313"/>
                  </a:cubicBezTo>
                  <a:cubicBezTo>
                    <a:pt x="334" y="1319"/>
                    <a:pt x="334" y="1321"/>
                    <a:pt x="343" y="1322"/>
                  </a:cubicBezTo>
                  <a:cubicBezTo>
                    <a:pt x="344" y="1324"/>
                    <a:pt x="344" y="1327"/>
                    <a:pt x="336" y="1331"/>
                  </a:cubicBezTo>
                  <a:cubicBezTo>
                    <a:pt x="336" y="1332"/>
                    <a:pt x="336" y="1333"/>
                    <a:pt x="337" y="1333"/>
                  </a:cubicBezTo>
                  <a:cubicBezTo>
                    <a:pt x="338" y="1333"/>
                    <a:pt x="340" y="1332"/>
                    <a:pt x="345" y="1331"/>
                  </a:cubicBezTo>
                  <a:cubicBezTo>
                    <a:pt x="346" y="1331"/>
                    <a:pt x="347" y="1331"/>
                    <a:pt x="348" y="1331"/>
                  </a:cubicBezTo>
                  <a:cubicBezTo>
                    <a:pt x="353" y="1331"/>
                    <a:pt x="351" y="1333"/>
                    <a:pt x="345" y="1337"/>
                  </a:cubicBezTo>
                  <a:cubicBezTo>
                    <a:pt x="331" y="1342"/>
                    <a:pt x="330" y="1347"/>
                    <a:pt x="335" y="1347"/>
                  </a:cubicBezTo>
                  <a:cubicBezTo>
                    <a:pt x="336" y="1347"/>
                    <a:pt x="337" y="1347"/>
                    <a:pt x="338" y="1347"/>
                  </a:cubicBezTo>
                  <a:cubicBezTo>
                    <a:pt x="340" y="1347"/>
                    <a:pt x="341" y="1347"/>
                    <a:pt x="342" y="1347"/>
                  </a:cubicBezTo>
                  <a:cubicBezTo>
                    <a:pt x="347" y="1347"/>
                    <a:pt x="347" y="1348"/>
                    <a:pt x="347" y="1350"/>
                  </a:cubicBezTo>
                  <a:cubicBezTo>
                    <a:pt x="348" y="1352"/>
                    <a:pt x="348" y="1355"/>
                    <a:pt x="357" y="1356"/>
                  </a:cubicBezTo>
                  <a:cubicBezTo>
                    <a:pt x="357" y="1358"/>
                    <a:pt x="358" y="1360"/>
                    <a:pt x="358" y="1360"/>
                  </a:cubicBezTo>
                  <a:cubicBezTo>
                    <a:pt x="358" y="1362"/>
                    <a:pt x="357" y="1362"/>
                    <a:pt x="355" y="1362"/>
                  </a:cubicBezTo>
                  <a:cubicBezTo>
                    <a:pt x="352" y="1362"/>
                    <a:pt x="349" y="1362"/>
                    <a:pt x="349" y="1360"/>
                  </a:cubicBezTo>
                  <a:lnTo>
                    <a:pt x="342" y="1364"/>
                  </a:lnTo>
                  <a:cubicBezTo>
                    <a:pt x="342" y="1368"/>
                    <a:pt x="343" y="1372"/>
                    <a:pt x="351" y="1372"/>
                  </a:cubicBezTo>
                  <a:cubicBezTo>
                    <a:pt x="368" y="1372"/>
                    <a:pt x="368" y="1372"/>
                    <a:pt x="352" y="1374"/>
                  </a:cubicBezTo>
                  <a:cubicBezTo>
                    <a:pt x="343" y="1376"/>
                    <a:pt x="335" y="1379"/>
                    <a:pt x="344" y="1381"/>
                  </a:cubicBezTo>
                  <a:cubicBezTo>
                    <a:pt x="346" y="1380"/>
                    <a:pt x="347" y="1380"/>
                    <a:pt x="348" y="1380"/>
                  </a:cubicBezTo>
                  <a:cubicBezTo>
                    <a:pt x="359" y="1380"/>
                    <a:pt x="352" y="1384"/>
                    <a:pt x="345" y="1385"/>
                  </a:cubicBezTo>
                  <a:cubicBezTo>
                    <a:pt x="327" y="1386"/>
                    <a:pt x="327" y="1386"/>
                    <a:pt x="346" y="1392"/>
                  </a:cubicBezTo>
                  <a:cubicBezTo>
                    <a:pt x="346" y="1397"/>
                    <a:pt x="356" y="1405"/>
                    <a:pt x="357" y="1412"/>
                  </a:cubicBezTo>
                  <a:cubicBezTo>
                    <a:pt x="359" y="1421"/>
                    <a:pt x="359" y="1427"/>
                    <a:pt x="352" y="1430"/>
                  </a:cubicBezTo>
                  <a:cubicBezTo>
                    <a:pt x="341" y="1432"/>
                    <a:pt x="337" y="1434"/>
                    <a:pt x="339" y="1434"/>
                  </a:cubicBezTo>
                  <a:cubicBezTo>
                    <a:pt x="339" y="1434"/>
                    <a:pt x="341" y="1433"/>
                    <a:pt x="344" y="1432"/>
                  </a:cubicBezTo>
                  <a:cubicBezTo>
                    <a:pt x="349" y="1431"/>
                    <a:pt x="353" y="1431"/>
                    <a:pt x="355" y="1431"/>
                  </a:cubicBezTo>
                  <a:cubicBezTo>
                    <a:pt x="361" y="1431"/>
                    <a:pt x="361" y="1433"/>
                    <a:pt x="362" y="1438"/>
                  </a:cubicBezTo>
                  <a:cubicBezTo>
                    <a:pt x="355" y="1447"/>
                    <a:pt x="364" y="1450"/>
                    <a:pt x="373" y="1450"/>
                  </a:cubicBezTo>
                  <a:cubicBezTo>
                    <a:pt x="372" y="1448"/>
                    <a:pt x="372" y="1446"/>
                    <a:pt x="372" y="1446"/>
                  </a:cubicBezTo>
                  <a:cubicBezTo>
                    <a:pt x="377" y="1445"/>
                    <a:pt x="381" y="1444"/>
                    <a:pt x="383" y="1444"/>
                  </a:cubicBezTo>
                  <a:cubicBezTo>
                    <a:pt x="388" y="1444"/>
                    <a:pt x="386" y="1447"/>
                    <a:pt x="381" y="1451"/>
                  </a:cubicBezTo>
                  <a:cubicBezTo>
                    <a:pt x="382" y="1453"/>
                    <a:pt x="373" y="1456"/>
                    <a:pt x="365" y="1457"/>
                  </a:cubicBezTo>
                  <a:cubicBezTo>
                    <a:pt x="356" y="1458"/>
                    <a:pt x="348" y="1462"/>
                    <a:pt x="348" y="1465"/>
                  </a:cubicBezTo>
                  <a:cubicBezTo>
                    <a:pt x="349" y="1466"/>
                    <a:pt x="349" y="1468"/>
                    <a:pt x="351" y="1468"/>
                  </a:cubicBezTo>
                  <a:cubicBezTo>
                    <a:pt x="353" y="1468"/>
                    <a:pt x="354" y="1467"/>
                    <a:pt x="357" y="1466"/>
                  </a:cubicBezTo>
                  <a:cubicBezTo>
                    <a:pt x="362" y="1465"/>
                    <a:pt x="364" y="1464"/>
                    <a:pt x="365" y="1464"/>
                  </a:cubicBezTo>
                  <a:cubicBezTo>
                    <a:pt x="366" y="1464"/>
                    <a:pt x="366" y="1465"/>
                    <a:pt x="366" y="1466"/>
                  </a:cubicBezTo>
                  <a:cubicBezTo>
                    <a:pt x="366" y="1469"/>
                    <a:pt x="367" y="1471"/>
                    <a:pt x="376" y="1471"/>
                  </a:cubicBezTo>
                  <a:cubicBezTo>
                    <a:pt x="378" y="1471"/>
                    <a:pt x="379" y="1471"/>
                    <a:pt x="380" y="1471"/>
                  </a:cubicBezTo>
                  <a:cubicBezTo>
                    <a:pt x="384" y="1471"/>
                    <a:pt x="384" y="1473"/>
                    <a:pt x="385" y="1475"/>
                  </a:cubicBezTo>
                  <a:cubicBezTo>
                    <a:pt x="377" y="1479"/>
                    <a:pt x="377" y="1484"/>
                    <a:pt x="377" y="1484"/>
                  </a:cubicBezTo>
                  <a:lnTo>
                    <a:pt x="370" y="1485"/>
                  </a:lnTo>
                  <a:cubicBezTo>
                    <a:pt x="364" y="1486"/>
                    <a:pt x="358" y="1488"/>
                    <a:pt x="353" y="1490"/>
                  </a:cubicBezTo>
                  <a:cubicBezTo>
                    <a:pt x="353" y="1492"/>
                    <a:pt x="356" y="1492"/>
                    <a:pt x="358" y="1492"/>
                  </a:cubicBezTo>
                  <a:cubicBezTo>
                    <a:pt x="360" y="1492"/>
                    <a:pt x="362" y="1492"/>
                    <a:pt x="362" y="1492"/>
                  </a:cubicBezTo>
                  <a:cubicBezTo>
                    <a:pt x="362" y="1492"/>
                    <a:pt x="362" y="1492"/>
                    <a:pt x="362" y="1492"/>
                  </a:cubicBezTo>
                  <a:cubicBezTo>
                    <a:pt x="371" y="1492"/>
                    <a:pt x="380" y="1547"/>
                    <a:pt x="381" y="1553"/>
                  </a:cubicBezTo>
                  <a:cubicBezTo>
                    <a:pt x="374" y="1559"/>
                    <a:pt x="374" y="1564"/>
                    <a:pt x="378" y="1564"/>
                  </a:cubicBezTo>
                  <a:cubicBezTo>
                    <a:pt x="379" y="1564"/>
                    <a:pt x="380" y="1564"/>
                    <a:pt x="382" y="1563"/>
                  </a:cubicBezTo>
                  <a:cubicBezTo>
                    <a:pt x="383" y="1563"/>
                    <a:pt x="383" y="1563"/>
                    <a:pt x="384" y="1563"/>
                  </a:cubicBezTo>
                  <a:cubicBezTo>
                    <a:pt x="391" y="1563"/>
                    <a:pt x="392" y="1575"/>
                    <a:pt x="394" y="1587"/>
                  </a:cubicBezTo>
                  <a:cubicBezTo>
                    <a:pt x="397" y="1602"/>
                    <a:pt x="399" y="1614"/>
                    <a:pt x="406" y="1614"/>
                  </a:cubicBezTo>
                  <a:cubicBezTo>
                    <a:pt x="406" y="1614"/>
                    <a:pt x="407" y="1614"/>
                    <a:pt x="408" y="1614"/>
                  </a:cubicBezTo>
                  <a:cubicBezTo>
                    <a:pt x="408" y="1614"/>
                    <a:pt x="408" y="1616"/>
                    <a:pt x="409" y="1622"/>
                  </a:cubicBezTo>
                  <a:cubicBezTo>
                    <a:pt x="410" y="1626"/>
                    <a:pt x="419" y="1630"/>
                    <a:pt x="419" y="1632"/>
                  </a:cubicBezTo>
                  <a:cubicBezTo>
                    <a:pt x="427" y="1632"/>
                    <a:pt x="428" y="1634"/>
                    <a:pt x="422" y="1634"/>
                  </a:cubicBezTo>
                  <a:cubicBezTo>
                    <a:pt x="421" y="1634"/>
                    <a:pt x="420" y="1634"/>
                    <a:pt x="419" y="1634"/>
                  </a:cubicBezTo>
                  <a:cubicBezTo>
                    <a:pt x="411" y="1635"/>
                    <a:pt x="403" y="1637"/>
                    <a:pt x="403" y="1640"/>
                  </a:cubicBezTo>
                  <a:cubicBezTo>
                    <a:pt x="404" y="1642"/>
                    <a:pt x="406" y="1643"/>
                    <a:pt x="409" y="1643"/>
                  </a:cubicBezTo>
                  <a:cubicBezTo>
                    <a:pt x="412" y="1643"/>
                    <a:pt x="416" y="1642"/>
                    <a:pt x="420" y="1641"/>
                  </a:cubicBezTo>
                  <a:cubicBezTo>
                    <a:pt x="422" y="1641"/>
                    <a:pt x="423" y="1640"/>
                    <a:pt x="424" y="1640"/>
                  </a:cubicBezTo>
                  <a:cubicBezTo>
                    <a:pt x="429" y="1640"/>
                    <a:pt x="429" y="1642"/>
                    <a:pt x="429" y="1642"/>
                  </a:cubicBezTo>
                  <a:cubicBezTo>
                    <a:pt x="430" y="1644"/>
                    <a:pt x="430" y="1644"/>
                    <a:pt x="421" y="1645"/>
                  </a:cubicBezTo>
                  <a:lnTo>
                    <a:pt x="404" y="1649"/>
                  </a:lnTo>
                  <a:lnTo>
                    <a:pt x="405" y="1651"/>
                  </a:lnTo>
                  <a:cubicBezTo>
                    <a:pt x="407" y="1651"/>
                    <a:pt x="408" y="1651"/>
                    <a:pt x="409" y="1651"/>
                  </a:cubicBezTo>
                  <a:cubicBezTo>
                    <a:pt x="413" y="1651"/>
                    <a:pt x="413" y="1652"/>
                    <a:pt x="413" y="1652"/>
                  </a:cubicBezTo>
                  <a:cubicBezTo>
                    <a:pt x="414" y="1654"/>
                    <a:pt x="414" y="1654"/>
                    <a:pt x="398" y="1658"/>
                  </a:cubicBezTo>
                  <a:cubicBezTo>
                    <a:pt x="384" y="1660"/>
                    <a:pt x="381" y="1662"/>
                    <a:pt x="390" y="1662"/>
                  </a:cubicBezTo>
                  <a:cubicBezTo>
                    <a:pt x="392" y="1662"/>
                    <a:pt x="395" y="1662"/>
                    <a:pt x="398" y="1662"/>
                  </a:cubicBezTo>
                  <a:lnTo>
                    <a:pt x="408" y="1665"/>
                  </a:lnTo>
                  <a:cubicBezTo>
                    <a:pt x="391" y="1671"/>
                    <a:pt x="409" y="1672"/>
                    <a:pt x="417" y="1673"/>
                  </a:cubicBezTo>
                  <a:cubicBezTo>
                    <a:pt x="404" y="1678"/>
                    <a:pt x="401" y="1680"/>
                    <a:pt x="411" y="1680"/>
                  </a:cubicBezTo>
                  <a:cubicBezTo>
                    <a:pt x="413" y="1680"/>
                    <a:pt x="415" y="1680"/>
                    <a:pt x="418" y="1680"/>
                  </a:cubicBezTo>
                  <a:cubicBezTo>
                    <a:pt x="419" y="1680"/>
                    <a:pt x="421" y="1680"/>
                    <a:pt x="422" y="1680"/>
                  </a:cubicBezTo>
                  <a:cubicBezTo>
                    <a:pt x="427" y="1680"/>
                    <a:pt x="425" y="1682"/>
                    <a:pt x="419" y="1686"/>
                  </a:cubicBezTo>
                  <a:cubicBezTo>
                    <a:pt x="411" y="1689"/>
                    <a:pt x="411" y="1691"/>
                    <a:pt x="412" y="1696"/>
                  </a:cubicBezTo>
                  <a:cubicBezTo>
                    <a:pt x="421" y="1697"/>
                    <a:pt x="423" y="1714"/>
                    <a:pt x="427" y="1733"/>
                  </a:cubicBezTo>
                  <a:cubicBezTo>
                    <a:pt x="430" y="1753"/>
                    <a:pt x="432" y="1766"/>
                    <a:pt x="440" y="1766"/>
                  </a:cubicBezTo>
                  <a:cubicBezTo>
                    <a:pt x="441" y="1766"/>
                    <a:pt x="441" y="1766"/>
                    <a:pt x="441" y="1766"/>
                  </a:cubicBezTo>
                  <a:lnTo>
                    <a:pt x="441" y="1766"/>
                  </a:lnTo>
                  <a:cubicBezTo>
                    <a:pt x="441" y="1769"/>
                    <a:pt x="441" y="1769"/>
                    <a:pt x="434" y="1772"/>
                  </a:cubicBezTo>
                  <a:cubicBezTo>
                    <a:pt x="426" y="1774"/>
                    <a:pt x="426" y="1776"/>
                    <a:pt x="435" y="1776"/>
                  </a:cubicBezTo>
                  <a:cubicBezTo>
                    <a:pt x="437" y="1776"/>
                    <a:pt x="439" y="1776"/>
                    <a:pt x="443" y="1775"/>
                  </a:cubicBezTo>
                  <a:cubicBezTo>
                    <a:pt x="451" y="1777"/>
                    <a:pt x="459" y="1775"/>
                    <a:pt x="443" y="1778"/>
                  </a:cubicBezTo>
                  <a:cubicBezTo>
                    <a:pt x="435" y="1780"/>
                    <a:pt x="436" y="1784"/>
                    <a:pt x="437" y="1793"/>
                  </a:cubicBezTo>
                  <a:cubicBezTo>
                    <a:pt x="438" y="1801"/>
                    <a:pt x="439" y="1809"/>
                    <a:pt x="447" y="1809"/>
                  </a:cubicBezTo>
                  <a:cubicBezTo>
                    <a:pt x="447" y="1809"/>
                    <a:pt x="448" y="1809"/>
                    <a:pt x="448" y="1809"/>
                  </a:cubicBezTo>
                  <a:cubicBezTo>
                    <a:pt x="457" y="1811"/>
                    <a:pt x="457" y="1811"/>
                    <a:pt x="448" y="1811"/>
                  </a:cubicBezTo>
                  <a:cubicBezTo>
                    <a:pt x="431" y="1811"/>
                    <a:pt x="425" y="1825"/>
                    <a:pt x="443" y="1829"/>
                  </a:cubicBezTo>
                  <a:cubicBezTo>
                    <a:pt x="443" y="1831"/>
                    <a:pt x="444" y="1834"/>
                    <a:pt x="435" y="1836"/>
                  </a:cubicBezTo>
                  <a:cubicBezTo>
                    <a:pt x="436" y="1838"/>
                    <a:pt x="436" y="1840"/>
                    <a:pt x="445" y="1846"/>
                  </a:cubicBezTo>
                  <a:cubicBezTo>
                    <a:pt x="446" y="1848"/>
                    <a:pt x="447" y="1857"/>
                    <a:pt x="448" y="1862"/>
                  </a:cubicBezTo>
                  <a:cubicBezTo>
                    <a:pt x="449" y="1867"/>
                    <a:pt x="458" y="1870"/>
                    <a:pt x="458" y="1870"/>
                  </a:cubicBezTo>
                  <a:cubicBezTo>
                    <a:pt x="458" y="1871"/>
                    <a:pt x="458" y="1872"/>
                    <a:pt x="458" y="1873"/>
                  </a:cubicBezTo>
                  <a:cubicBezTo>
                    <a:pt x="450" y="1874"/>
                    <a:pt x="451" y="1885"/>
                    <a:pt x="455" y="1902"/>
                  </a:cubicBezTo>
                  <a:cubicBezTo>
                    <a:pt x="457" y="1919"/>
                    <a:pt x="459" y="1934"/>
                    <a:pt x="451" y="1937"/>
                  </a:cubicBezTo>
                  <a:cubicBezTo>
                    <a:pt x="451" y="1937"/>
                    <a:pt x="451" y="1939"/>
                    <a:pt x="460" y="1940"/>
                  </a:cubicBezTo>
                  <a:cubicBezTo>
                    <a:pt x="463" y="1940"/>
                    <a:pt x="466" y="1940"/>
                    <a:pt x="468" y="1940"/>
                  </a:cubicBezTo>
                  <a:cubicBezTo>
                    <a:pt x="477" y="1940"/>
                    <a:pt x="477" y="1942"/>
                    <a:pt x="471" y="1946"/>
                  </a:cubicBezTo>
                  <a:cubicBezTo>
                    <a:pt x="455" y="1951"/>
                    <a:pt x="455" y="1959"/>
                    <a:pt x="470" y="1959"/>
                  </a:cubicBezTo>
                  <a:cubicBezTo>
                    <a:pt x="471" y="1959"/>
                    <a:pt x="472" y="1959"/>
                    <a:pt x="473" y="1959"/>
                  </a:cubicBezTo>
                  <a:lnTo>
                    <a:pt x="473" y="1959"/>
                  </a:lnTo>
                  <a:lnTo>
                    <a:pt x="464" y="1962"/>
                  </a:lnTo>
                  <a:cubicBezTo>
                    <a:pt x="449" y="1967"/>
                    <a:pt x="456" y="1972"/>
                    <a:pt x="470" y="1972"/>
                  </a:cubicBezTo>
                  <a:cubicBezTo>
                    <a:pt x="471" y="1972"/>
                    <a:pt x="472" y="1972"/>
                    <a:pt x="474" y="1972"/>
                  </a:cubicBezTo>
                  <a:lnTo>
                    <a:pt x="474" y="1972"/>
                  </a:lnTo>
                  <a:cubicBezTo>
                    <a:pt x="466" y="1975"/>
                    <a:pt x="458" y="1980"/>
                    <a:pt x="467" y="1981"/>
                  </a:cubicBezTo>
                  <a:cubicBezTo>
                    <a:pt x="467" y="1983"/>
                    <a:pt x="467" y="1983"/>
                    <a:pt x="450" y="1986"/>
                  </a:cubicBezTo>
                  <a:cubicBezTo>
                    <a:pt x="443" y="1987"/>
                    <a:pt x="434" y="1989"/>
                    <a:pt x="435" y="1991"/>
                  </a:cubicBezTo>
                  <a:cubicBezTo>
                    <a:pt x="435" y="1992"/>
                    <a:pt x="436" y="1993"/>
                    <a:pt x="438" y="1993"/>
                  </a:cubicBezTo>
                  <a:cubicBezTo>
                    <a:pt x="442" y="1993"/>
                    <a:pt x="447" y="1991"/>
                    <a:pt x="451" y="1991"/>
                  </a:cubicBezTo>
                  <a:cubicBezTo>
                    <a:pt x="451" y="1991"/>
                    <a:pt x="451" y="1993"/>
                    <a:pt x="453" y="1995"/>
                  </a:cubicBezTo>
                  <a:cubicBezTo>
                    <a:pt x="453" y="1995"/>
                    <a:pt x="453" y="1997"/>
                    <a:pt x="457" y="1997"/>
                  </a:cubicBezTo>
                  <a:cubicBezTo>
                    <a:pt x="458" y="1997"/>
                    <a:pt x="460" y="1997"/>
                    <a:pt x="462" y="1996"/>
                  </a:cubicBezTo>
                  <a:cubicBezTo>
                    <a:pt x="464" y="1996"/>
                    <a:pt x="466" y="1995"/>
                    <a:pt x="467" y="1995"/>
                  </a:cubicBezTo>
                  <a:cubicBezTo>
                    <a:pt x="470" y="1995"/>
                    <a:pt x="470" y="1997"/>
                    <a:pt x="471" y="1999"/>
                  </a:cubicBezTo>
                  <a:cubicBezTo>
                    <a:pt x="466" y="2000"/>
                    <a:pt x="466" y="2001"/>
                    <a:pt x="468" y="2001"/>
                  </a:cubicBezTo>
                  <a:cubicBezTo>
                    <a:pt x="470" y="2001"/>
                    <a:pt x="474" y="2000"/>
                    <a:pt x="478" y="1998"/>
                  </a:cubicBezTo>
                  <a:cubicBezTo>
                    <a:pt x="485" y="1997"/>
                    <a:pt x="490" y="1995"/>
                    <a:pt x="493" y="1995"/>
                  </a:cubicBezTo>
                  <a:cubicBezTo>
                    <a:pt x="494" y="1995"/>
                    <a:pt x="495" y="1996"/>
                    <a:pt x="495" y="1996"/>
                  </a:cubicBezTo>
                  <a:lnTo>
                    <a:pt x="512" y="1994"/>
                  </a:lnTo>
                  <a:cubicBezTo>
                    <a:pt x="524" y="1993"/>
                    <a:pt x="536" y="1990"/>
                    <a:pt x="546" y="1983"/>
                  </a:cubicBezTo>
                  <a:cubicBezTo>
                    <a:pt x="551" y="1973"/>
                    <a:pt x="557" y="1965"/>
                    <a:pt x="548" y="1965"/>
                  </a:cubicBezTo>
                  <a:cubicBezTo>
                    <a:pt x="547" y="1965"/>
                    <a:pt x="545" y="1966"/>
                    <a:pt x="542" y="1966"/>
                  </a:cubicBezTo>
                  <a:cubicBezTo>
                    <a:pt x="542" y="1966"/>
                    <a:pt x="533" y="1965"/>
                    <a:pt x="533" y="1963"/>
                  </a:cubicBezTo>
                  <a:cubicBezTo>
                    <a:pt x="533" y="1960"/>
                    <a:pt x="541" y="1957"/>
                    <a:pt x="541" y="1957"/>
                  </a:cubicBezTo>
                  <a:cubicBezTo>
                    <a:pt x="549" y="1955"/>
                    <a:pt x="548" y="1946"/>
                    <a:pt x="546" y="1934"/>
                  </a:cubicBezTo>
                  <a:cubicBezTo>
                    <a:pt x="543" y="1920"/>
                    <a:pt x="542" y="1912"/>
                    <a:pt x="550" y="1909"/>
                  </a:cubicBezTo>
                  <a:cubicBezTo>
                    <a:pt x="558" y="1904"/>
                    <a:pt x="558" y="1902"/>
                    <a:pt x="558" y="1902"/>
                  </a:cubicBezTo>
                  <a:lnTo>
                    <a:pt x="558" y="1902"/>
                  </a:lnTo>
                  <a:cubicBezTo>
                    <a:pt x="557" y="1902"/>
                    <a:pt x="557" y="1902"/>
                    <a:pt x="556" y="1902"/>
                  </a:cubicBezTo>
                  <a:cubicBezTo>
                    <a:pt x="549" y="1902"/>
                    <a:pt x="547" y="1889"/>
                    <a:pt x="545" y="1873"/>
                  </a:cubicBezTo>
                  <a:cubicBezTo>
                    <a:pt x="542" y="1857"/>
                    <a:pt x="539" y="1842"/>
                    <a:pt x="532" y="1842"/>
                  </a:cubicBezTo>
                  <a:cubicBezTo>
                    <a:pt x="532" y="1842"/>
                    <a:pt x="531" y="1842"/>
                    <a:pt x="531" y="1842"/>
                  </a:cubicBezTo>
                  <a:lnTo>
                    <a:pt x="530" y="1837"/>
                  </a:lnTo>
                  <a:cubicBezTo>
                    <a:pt x="539" y="1836"/>
                    <a:pt x="538" y="1830"/>
                    <a:pt x="537" y="1826"/>
                  </a:cubicBezTo>
                  <a:cubicBezTo>
                    <a:pt x="528" y="1823"/>
                    <a:pt x="527" y="1818"/>
                    <a:pt x="527" y="1818"/>
                  </a:cubicBezTo>
                  <a:cubicBezTo>
                    <a:pt x="536" y="1817"/>
                    <a:pt x="536" y="1815"/>
                    <a:pt x="534" y="1809"/>
                  </a:cubicBezTo>
                  <a:cubicBezTo>
                    <a:pt x="534" y="1805"/>
                    <a:pt x="533" y="1803"/>
                    <a:pt x="528" y="1803"/>
                  </a:cubicBezTo>
                  <a:cubicBezTo>
                    <a:pt x="527" y="1803"/>
                    <a:pt x="526" y="1803"/>
                    <a:pt x="524" y="1803"/>
                  </a:cubicBezTo>
                  <a:cubicBezTo>
                    <a:pt x="523" y="1794"/>
                    <a:pt x="524" y="1784"/>
                    <a:pt x="529" y="1777"/>
                  </a:cubicBezTo>
                  <a:cubicBezTo>
                    <a:pt x="537" y="1772"/>
                    <a:pt x="528" y="1772"/>
                    <a:pt x="520" y="1771"/>
                  </a:cubicBezTo>
                  <a:cubicBezTo>
                    <a:pt x="516" y="1771"/>
                    <a:pt x="512" y="1772"/>
                    <a:pt x="509" y="1772"/>
                  </a:cubicBezTo>
                  <a:cubicBezTo>
                    <a:pt x="505" y="1772"/>
                    <a:pt x="502" y="1771"/>
                    <a:pt x="502" y="1770"/>
                  </a:cubicBezTo>
                  <a:lnTo>
                    <a:pt x="519" y="1766"/>
                  </a:lnTo>
                  <a:cubicBezTo>
                    <a:pt x="528" y="1766"/>
                    <a:pt x="528" y="1766"/>
                    <a:pt x="527" y="1762"/>
                  </a:cubicBezTo>
                  <a:cubicBezTo>
                    <a:pt x="527" y="1760"/>
                    <a:pt x="526" y="1757"/>
                    <a:pt x="526" y="1757"/>
                  </a:cubicBezTo>
                  <a:cubicBezTo>
                    <a:pt x="525" y="1758"/>
                    <a:pt x="525" y="1758"/>
                    <a:pt x="524" y="1758"/>
                  </a:cubicBezTo>
                  <a:cubicBezTo>
                    <a:pt x="517" y="1758"/>
                    <a:pt x="515" y="1747"/>
                    <a:pt x="513" y="1731"/>
                  </a:cubicBezTo>
                  <a:cubicBezTo>
                    <a:pt x="510" y="1711"/>
                    <a:pt x="509" y="1703"/>
                    <a:pt x="501" y="1703"/>
                  </a:cubicBezTo>
                  <a:cubicBezTo>
                    <a:pt x="501" y="1703"/>
                    <a:pt x="500" y="1704"/>
                    <a:pt x="500" y="1704"/>
                  </a:cubicBezTo>
                  <a:cubicBezTo>
                    <a:pt x="498" y="1704"/>
                    <a:pt x="496" y="1704"/>
                    <a:pt x="495" y="1704"/>
                  </a:cubicBezTo>
                  <a:cubicBezTo>
                    <a:pt x="492" y="1704"/>
                    <a:pt x="493" y="1701"/>
                    <a:pt x="499" y="1695"/>
                  </a:cubicBezTo>
                  <a:cubicBezTo>
                    <a:pt x="521" y="1676"/>
                    <a:pt x="521" y="1676"/>
                    <a:pt x="512" y="1674"/>
                  </a:cubicBezTo>
                  <a:lnTo>
                    <a:pt x="512" y="1674"/>
                  </a:lnTo>
                  <a:cubicBezTo>
                    <a:pt x="513" y="1677"/>
                    <a:pt x="504" y="1679"/>
                    <a:pt x="496" y="1680"/>
                  </a:cubicBezTo>
                  <a:cubicBezTo>
                    <a:pt x="491" y="1681"/>
                    <a:pt x="487" y="1682"/>
                    <a:pt x="485" y="1682"/>
                  </a:cubicBezTo>
                  <a:cubicBezTo>
                    <a:pt x="481" y="1682"/>
                    <a:pt x="485" y="1679"/>
                    <a:pt x="495" y="1676"/>
                  </a:cubicBezTo>
                  <a:cubicBezTo>
                    <a:pt x="512" y="1672"/>
                    <a:pt x="498" y="1640"/>
                    <a:pt x="481" y="1640"/>
                  </a:cubicBezTo>
                  <a:cubicBezTo>
                    <a:pt x="481" y="1640"/>
                    <a:pt x="481" y="1640"/>
                    <a:pt x="481" y="1640"/>
                  </a:cubicBezTo>
                  <a:lnTo>
                    <a:pt x="490" y="1637"/>
                  </a:lnTo>
                  <a:cubicBezTo>
                    <a:pt x="497" y="1636"/>
                    <a:pt x="497" y="1634"/>
                    <a:pt x="495" y="1624"/>
                  </a:cubicBezTo>
                  <a:cubicBezTo>
                    <a:pt x="495" y="1619"/>
                    <a:pt x="494" y="1617"/>
                    <a:pt x="494" y="1617"/>
                  </a:cubicBezTo>
                  <a:cubicBezTo>
                    <a:pt x="493" y="1618"/>
                    <a:pt x="491" y="1618"/>
                    <a:pt x="490" y="1618"/>
                  </a:cubicBezTo>
                  <a:cubicBezTo>
                    <a:pt x="480" y="1618"/>
                    <a:pt x="485" y="1605"/>
                    <a:pt x="492" y="1604"/>
                  </a:cubicBezTo>
                  <a:cubicBezTo>
                    <a:pt x="500" y="1599"/>
                    <a:pt x="500" y="1599"/>
                    <a:pt x="500" y="1595"/>
                  </a:cubicBezTo>
                  <a:cubicBezTo>
                    <a:pt x="482" y="1590"/>
                    <a:pt x="489" y="1577"/>
                    <a:pt x="496" y="1576"/>
                  </a:cubicBezTo>
                  <a:lnTo>
                    <a:pt x="495" y="1571"/>
                  </a:lnTo>
                  <a:cubicBezTo>
                    <a:pt x="487" y="1570"/>
                    <a:pt x="486" y="1566"/>
                    <a:pt x="486" y="1563"/>
                  </a:cubicBezTo>
                  <a:cubicBezTo>
                    <a:pt x="486" y="1558"/>
                    <a:pt x="485" y="1555"/>
                    <a:pt x="482" y="1555"/>
                  </a:cubicBezTo>
                  <a:cubicBezTo>
                    <a:pt x="481" y="1555"/>
                    <a:pt x="479" y="1556"/>
                    <a:pt x="476" y="1558"/>
                  </a:cubicBezTo>
                  <a:cubicBezTo>
                    <a:pt x="471" y="1559"/>
                    <a:pt x="465" y="1560"/>
                    <a:pt x="462" y="1560"/>
                  </a:cubicBezTo>
                  <a:cubicBezTo>
                    <a:pt x="460" y="1560"/>
                    <a:pt x="459" y="1560"/>
                    <a:pt x="459" y="1559"/>
                  </a:cubicBezTo>
                  <a:lnTo>
                    <a:pt x="467" y="1557"/>
                  </a:lnTo>
                  <a:cubicBezTo>
                    <a:pt x="476" y="1556"/>
                    <a:pt x="475" y="1548"/>
                    <a:pt x="473" y="1539"/>
                  </a:cubicBezTo>
                  <a:cubicBezTo>
                    <a:pt x="472" y="1526"/>
                    <a:pt x="471" y="1522"/>
                    <a:pt x="478" y="1519"/>
                  </a:cubicBezTo>
                  <a:lnTo>
                    <a:pt x="469" y="1517"/>
                  </a:lnTo>
                  <a:cubicBezTo>
                    <a:pt x="460" y="1516"/>
                    <a:pt x="460" y="1514"/>
                    <a:pt x="469" y="1513"/>
                  </a:cubicBezTo>
                  <a:cubicBezTo>
                    <a:pt x="477" y="1508"/>
                    <a:pt x="475" y="1499"/>
                    <a:pt x="466" y="1496"/>
                  </a:cubicBezTo>
                  <a:cubicBezTo>
                    <a:pt x="466" y="1494"/>
                    <a:pt x="465" y="1492"/>
                    <a:pt x="465" y="1492"/>
                  </a:cubicBezTo>
                  <a:cubicBezTo>
                    <a:pt x="482" y="1486"/>
                    <a:pt x="481" y="1479"/>
                    <a:pt x="464" y="1479"/>
                  </a:cubicBezTo>
                  <a:cubicBezTo>
                    <a:pt x="472" y="1478"/>
                    <a:pt x="472" y="1476"/>
                    <a:pt x="472" y="1474"/>
                  </a:cubicBezTo>
                  <a:cubicBezTo>
                    <a:pt x="462" y="1470"/>
                    <a:pt x="460" y="1460"/>
                    <a:pt x="468" y="1459"/>
                  </a:cubicBezTo>
                  <a:lnTo>
                    <a:pt x="468" y="1457"/>
                  </a:lnTo>
                  <a:cubicBezTo>
                    <a:pt x="459" y="1456"/>
                    <a:pt x="459" y="1453"/>
                    <a:pt x="459" y="1451"/>
                  </a:cubicBezTo>
                  <a:cubicBezTo>
                    <a:pt x="458" y="1449"/>
                    <a:pt x="458" y="1447"/>
                    <a:pt x="449" y="1446"/>
                  </a:cubicBezTo>
                  <a:cubicBezTo>
                    <a:pt x="440" y="1444"/>
                    <a:pt x="440" y="1442"/>
                    <a:pt x="440" y="1442"/>
                  </a:cubicBezTo>
                  <a:cubicBezTo>
                    <a:pt x="440" y="1441"/>
                    <a:pt x="442" y="1441"/>
                    <a:pt x="444" y="1441"/>
                  </a:cubicBezTo>
                  <a:cubicBezTo>
                    <a:pt x="448" y="1441"/>
                    <a:pt x="453" y="1442"/>
                    <a:pt x="457" y="1442"/>
                  </a:cubicBezTo>
                  <a:cubicBezTo>
                    <a:pt x="458" y="1443"/>
                    <a:pt x="459" y="1443"/>
                    <a:pt x="460" y="1443"/>
                  </a:cubicBezTo>
                  <a:cubicBezTo>
                    <a:pt x="465" y="1443"/>
                    <a:pt x="462" y="1437"/>
                    <a:pt x="447" y="1434"/>
                  </a:cubicBezTo>
                  <a:cubicBezTo>
                    <a:pt x="437" y="1432"/>
                    <a:pt x="433" y="1431"/>
                    <a:pt x="434" y="1431"/>
                  </a:cubicBezTo>
                  <a:cubicBezTo>
                    <a:pt x="435" y="1431"/>
                    <a:pt x="440" y="1431"/>
                    <a:pt x="447" y="1432"/>
                  </a:cubicBezTo>
                  <a:cubicBezTo>
                    <a:pt x="451" y="1432"/>
                    <a:pt x="454" y="1432"/>
                    <a:pt x="457" y="1432"/>
                  </a:cubicBezTo>
                  <a:cubicBezTo>
                    <a:pt x="460" y="1432"/>
                    <a:pt x="461" y="1432"/>
                    <a:pt x="456" y="1430"/>
                  </a:cubicBezTo>
                  <a:cubicBezTo>
                    <a:pt x="456" y="1430"/>
                    <a:pt x="455" y="1426"/>
                    <a:pt x="449" y="1426"/>
                  </a:cubicBezTo>
                  <a:cubicBezTo>
                    <a:pt x="448" y="1426"/>
                    <a:pt x="447" y="1426"/>
                    <a:pt x="446" y="1427"/>
                  </a:cubicBezTo>
                  <a:cubicBezTo>
                    <a:pt x="446" y="1424"/>
                    <a:pt x="446" y="1422"/>
                    <a:pt x="445" y="1420"/>
                  </a:cubicBezTo>
                  <a:cubicBezTo>
                    <a:pt x="453" y="1413"/>
                    <a:pt x="453" y="1411"/>
                    <a:pt x="453" y="1409"/>
                  </a:cubicBezTo>
                  <a:cubicBezTo>
                    <a:pt x="444" y="1407"/>
                    <a:pt x="444" y="1407"/>
                    <a:pt x="451" y="1404"/>
                  </a:cubicBezTo>
                  <a:cubicBezTo>
                    <a:pt x="457" y="1403"/>
                    <a:pt x="459" y="1402"/>
                    <a:pt x="454" y="1402"/>
                  </a:cubicBezTo>
                  <a:cubicBezTo>
                    <a:pt x="451" y="1402"/>
                    <a:pt x="448" y="1402"/>
                    <a:pt x="443" y="1403"/>
                  </a:cubicBezTo>
                  <a:cubicBezTo>
                    <a:pt x="434" y="1403"/>
                    <a:pt x="434" y="1400"/>
                    <a:pt x="441" y="1396"/>
                  </a:cubicBezTo>
                  <a:cubicBezTo>
                    <a:pt x="455" y="1393"/>
                    <a:pt x="458" y="1391"/>
                    <a:pt x="453" y="1391"/>
                  </a:cubicBezTo>
                  <a:cubicBezTo>
                    <a:pt x="452" y="1391"/>
                    <a:pt x="451" y="1392"/>
                    <a:pt x="449" y="1392"/>
                  </a:cubicBezTo>
                  <a:cubicBezTo>
                    <a:pt x="440" y="1392"/>
                    <a:pt x="440" y="1390"/>
                    <a:pt x="440" y="1390"/>
                  </a:cubicBezTo>
                  <a:cubicBezTo>
                    <a:pt x="448" y="1387"/>
                    <a:pt x="445" y="1366"/>
                    <a:pt x="441" y="1345"/>
                  </a:cubicBezTo>
                  <a:cubicBezTo>
                    <a:pt x="441" y="1343"/>
                    <a:pt x="438" y="1343"/>
                    <a:pt x="434" y="1343"/>
                  </a:cubicBezTo>
                  <a:cubicBezTo>
                    <a:pt x="431" y="1343"/>
                    <a:pt x="428" y="1343"/>
                    <a:pt x="425" y="1344"/>
                  </a:cubicBezTo>
                  <a:cubicBezTo>
                    <a:pt x="419" y="1345"/>
                    <a:pt x="416" y="1345"/>
                    <a:pt x="415" y="1345"/>
                  </a:cubicBezTo>
                  <a:cubicBezTo>
                    <a:pt x="413" y="1345"/>
                    <a:pt x="418" y="1343"/>
                    <a:pt x="423" y="1341"/>
                  </a:cubicBezTo>
                  <a:cubicBezTo>
                    <a:pt x="440" y="1337"/>
                    <a:pt x="445" y="1333"/>
                    <a:pt x="440" y="1333"/>
                  </a:cubicBezTo>
                  <a:cubicBezTo>
                    <a:pt x="438" y="1333"/>
                    <a:pt x="432" y="1334"/>
                    <a:pt x="423" y="1337"/>
                  </a:cubicBezTo>
                  <a:cubicBezTo>
                    <a:pt x="416" y="1339"/>
                    <a:pt x="412" y="1341"/>
                    <a:pt x="411" y="1341"/>
                  </a:cubicBezTo>
                  <a:cubicBezTo>
                    <a:pt x="410" y="1341"/>
                    <a:pt x="414" y="1339"/>
                    <a:pt x="422" y="1335"/>
                  </a:cubicBezTo>
                  <a:cubicBezTo>
                    <a:pt x="430" y="1330"/>
                    <a:pt x="430" y="1330"/>
                    <a:pt x="422" y="1329"/>
                  </a:cubicBezTo>
                  <a:cubicBezTo>
                    <a:pt x="420" y="1330"/>
                    <a:pt x="418" y="1330"/>
                    <a:pt x="417" y="1330"/>
                  </a:cubicBezTo>
                  <a:cubicBezTo>
                    <a:pt x="414" y="1330"/>
                    <a:pt x="416" y="1328"/>
                    <a:pt x="421" y="1327"/>
                  </a:cubicBezTo>
                  <a:cubicBezTo>
                    <a:pt x="428" y="1324"/>
                    <a:pt x="434" y="1320"/>
                    <a:pt x="432" y="1320"/>
                  </a:cubicBezTo>
                  <a:cubicBezTo>
                    <a:pt x="431" y="1320"/>
                    <a:pt x="431" y="1321"/>
                    <a:pt x="429" y="1321"/>
                  </a:cubicBezTo>
                  <a:cubicBezTo>
                    <a:pt x="429" y="1321"/>
                    <a:pt x="429" y="1319"/>
                    <a:pt x="437" y="1314"/>
                  </a:cubicBezTo>
                  <a:cubicBezTo>
                    <a:pt x="445" y="1310"/>
                    <a:pt x="436" y="1310"/>
                    <a:pt x="427" y="1309"/>
                  </a:cubicBezTo>
                  <a:cubicBezTo>
                    <a:pt x="409" y="1305"/>
                    <a:pt x="409" y="1302"/>
                    <a:pt x="426" y="1302"/>
                  </a:cubicBezTo>
                  <a:cubicBezTo>
                    <a:pt x="443" y="1301"/>
                    <a:pt x="434" y="1292"/>
                    <a:pt x="418" y="1292"/>
                  </a:cubicBezTo>
                  <a:cubicBezTo>
                    <a:pt x="417" y="1292"/>
                    <a:pt x="416" y="1292"/>
                    <a:pt x="416" y="1292"/>
                  </a:cubicBezTo>
                  <a:cubicBezTo>
                    <a:pt x="399" y="1292"/>
                    <a:pt x="399" y="1292"/>
                    <a:pt x="407" y="1291"/>
                  </a:cubicBezTo>
                  <a:cubicBezTo>
                    <a:pt x="416" y="1290"/>
                    <a:pt x="414" y="1286"/>
                    <a:pt x="414" y="1286"/>
                  </a:cubicBezTo>
                  <a:cubicBezTo>
                    <a:pt x="414" y="1284"/>
                    <a:pt x="414" y="1282"/>
                    <a:pt x="422" y="1281"/>
                  </a:cubicBezTo>
                  <a:cubicBezTo>
                    <a:pt x="422" y="1281"/>
                    <a:pt x="422" y="1278"/>
                    <a:pt x="413" y="1275"/>
                  </a:cubicBezTo>
                  <a:cubicBezTo>
                    <a:pt x="395" y="1274"/>
                    <a:pt x="403" y="1265"/>
                    <a:pt x="419" y="1259"/>
                  </a:cubicBezTo>
                  <a:lnTo>
                    <a:pt x="410" y="1256"/>
                  </a:lnTo>
                  <a:cubicBezTo>
                    <a:pt x="406" y="1256"/>
                    <a:pt x="402" y="1256"/>
                    <a:pt x="399" y="1256"/>
                  </a:cubicBezTo>
                  <a:cubicBezTo>
                    <a:pt x="390" y="1256"/>
                    <a:pt x="388" y="1255"/>
                    <a:pt x="401" y="1253"/>
                  </a:cubicBezTo>
                  <a:cubicBezTo>
                    <a:pt x="403" y="1252"/>
                    <a:pt x="405" y="1252"/>
                    <a:pt x="407" y="1252"/>
                  </a:cubicBezTo>
                  <a:lnTo>
                    <a:pt x="407" y="1252"/>
                  </a:lnTo>
                  <a:cubicBezTo>
                    <a:pt x="407" y="1252"/>
                    <a:pt x="407" y="1252"/>
                    <a:pt x="407" y="1252"/>
                  </a:cubicBezTo>
                  <a:cubicBezTo>
                    <a:pt x="393" y="1252"/>
                    <a:pt x="400" y="1241"/>
                    <a:pt x="416" y="1238"/>
                  </a:cubicBezTo>
                  <a:cubicBezTo>
                    <a:pt x="425" y="1237"/>
                    <a:pt x="425" y="1237"/>
                    <a:pt x="423" y="1234"/>
                  </a:cubicBezTo>
                  <a:lnTo>
                    <a:pt x="423" y="1234"/>
                  </a:lnTo>
                  <a:lnTo>
                    <a:pt x="416" y="1236"/>
                  </a:lnTo>
                  <a:cubicBezTo>
                    <a:pt x="409" y="1237"/>
                    <a:pt x="404" y="1238"/>
                    <a:pt x="400" y="1238"/>
                  </a:cubicBezTo>
                  <a:cubicBezTo>
                    <a:pt x="399" y="1238"/>
                    <a:pt x="398" y="1238"/>
                    <a:pt x="398" y="1237"/>
                  </a:cubicBezTo>
                  <a:cubicBezTo>
                    <a:pt x="398" y="1234"/>
                    <a:pt x="398" y="1231"/>
                    <a:pt x="405" y="1230"/>
                  </a:cubicBezTo>
                  <a:cubicBezTo>
                    <a:pt x="412" y="1226"/>
                    <a:pt x="419" y="1223"/>
                    <a:pt x="416" y="1223"/>
                  </a:cubicBezTo>
                  <a:cubicBezTo>
                    <a:pt x="415" y="1223"/>
                    <a:pt x="414" y="1223"/>
                    <a:pt x="413" y="1223"/>
                  </a:cubicBezTo>
                  <a:cubicBezTo>
                    <a:pt x="413" y="1223"/>
                    <a:pt x="413" y="1221"/>
                    <a:pt x="421" y="1218"/>
                  </a:cubicBezTo>
                  <a:cubicBezTo>
                    <a:pt x="420" y="1216"/>
                    <a:pt x="420" y="1212"/>
                    <a:pt x="419" y="1208"/>
                  </a:cubicBezTo>
                  <a:cubicBezTo>
                    <a:pt x="411" y="1208"/>
                    <a:pt x="410" y="1202"/>
                    <a:pt x="418" y="1201"/>
                  </a:cubicBezTo>
                  <a:cubicBezTo>
                    <a:pt x="418" y="1201"/>
                    <a:pt x="418" y="1197"/>
                    <a:pt x="409" y="1195"/>
                  </a:cubicBezTo>
                  <a:cubicBezTo>
                    <a:pt x="408" y="1191"/>
                    <a:pt x="408" y="1189"/>
                    <a:pt x="416" y="1186"/>
                  </a:cubicBezTo>
                  <a:cubicBezTo>
                    <a:pt x="425" y="1185"/>
                    <a:pt x="425" y="1185"/>
                    <a:pt x="416" y="1184"/>
                  </a:cubicBezTo>
                  <a:cubicBezTo>
                    <a:pt x="413" y="1185"/>
                    <a:pt x="411" y="1185"/>
                    <a:pt x="410" y="1185"/>
                  </a:cubicBezTo>
                  <a:cubicBezTo>
                    <a:pt x="407" y="1185"/>
                    <a:pt x="407" y="1183"/>
                    <a:pt x="407" y="1181"/>
                  </a:cubicBezTo>
                  <a:lnTo>
                    <a:pt x="405" y="1176"/>
                  </a:lnTo>
                  <a:cubicBezTo>
                    <a:pt x="402" y="1177"/>
                    <a:pt x="400" y="1178"/>
                    <a:pt x="399" y="1178"/>
                  </a:cubicBezTo>
                  <a:cubicBezTo>
                    <a:pt x="397" y="1178"/>
                    <a:pt x="397" y="1177"/>
                    <a:pt x="397" y="1175"/>
                  </a:cubicBezTo>
                  <a:cubicBezTo>
                    <a:pt x="397" y="1173"/>
                    <a:pt x="403" y="1165"/>
                    <a:pt x="403" y="1163"/>
                  </a:cubicBezTo>
                  <a:cubicBezTo>
                    <a:pt x="403" y="1158"/>
                    <a:pt x="402" y="1157"/>
                    <a:pt x="401" y="1157"/>
                  </a:cubicBezTo>
                  <a:cubicBezTo>
                    <a:pt x="400" y="1157"/>
                    <a:pt x="398" y="1158"/>
                    <a:pt x="394" y="1160"/>
                  </a:cubicBezTo>
                  <a:cubicBezTo>
                    <a:pt x="394" y="1161"/>
                    <a:pt x="393" y="1161"/>
                    <a:pt x="392" y="1161"/>
                  </a:cubicBezTo>
                  <a:cubicBezTo>
                    <a:pt x="390" y="1161"/>
                    <a:pt x="390" y="1160"/>
                    <a:pt x="394" y="1157"/>
                  </a:cubicBezTo>
                  <a:cubicBezTo>
                    <a:pt x="393" y="1155"/>
                    <a:pt x="401" y="1146"/>
                    <a:pt x="400" y="1139"/>
                  </a:cubicBezTo>
                  <a:cubicBezTo>
                    <a:pt x="398" y="1132"/>
                    <a:pt x="398" y="1130"/>
                    <a:pt x="394" y="1130"/>
                  </a:cubicBezTo>
                  <a:cubicBezTo>
                    <a:pt x="393" y="1130"/>
                    <a:pt x="392" y="1130"/>
                    <a:pt x="390" y="1130"/>
                  </a:cubicBezTo>
                  <a:cubicBezTo>
                    <a:pt x="383" y="1133"/>
                    <a:pt x="379" y="1134"/>
                    <a:pt x="378" y="1134"/>
                  </a:cubicBezTo>
                  <a:cubicBezTo>
                    <a:pt x="376" y="1134"/>
                    <a:pt x="379" y="1131"/>
                    <a:pt x="389" y="1128"/>
                  </a:cubicBezTo>
                  <a:cubicBezTo>
                    <a:pt x="401" y="1122"/>
                    <a:pt x="404" y="1119"/>
                    <a:pt x="401" y="1119"/>
                  </a:cubicBezTo>
                  <a:cubicBezTo>
                    <a:pt x="400" y="1119"/>
                    <a:pt x="398" y="1120"/>
                    <a:pt x="397" y="1120"/>
                  </a:cubicBezTo>
                  <a:cubicBezTo>
                    <a:pt x="388" y="1119"/>
                    <a:pt x="388" y="1119"/>
                    <a:pt x="388" y="1117"/>
                  </a:cubicBezTo>
                  <a:cubicBezTo>
                    <a:pt x="395" y="1115"/>
                    <a:pt x="395" y="1112"/>
                    <a:pt x="386" y="1110"/>
                  </a:cubicBezTo>
                  <a:cubicBezTo>
                    <a:pt x="385" y="1107"/>
                    <a:pt x="385" y="1107"/>
                    <a:pt x="394" y="1106"/>
                  </a:cubicBezTo>
                  <a:cubicBezTo>
                    <a:pt x="394" y="1106"/>
                    <a:pt x="394" y="1103"/>
                    <a:pt x="393" y="1101"/>
                  </a:cubicBezTo>
                  <a:cubicBezTo>
                    <a:pt x="376" y="1099"/>
                    <a:pt x="382" y="1083"/>
                    <a:pt x="390" y="1080"/>
                  </a:cubicBezTo>
                  <a:cubicBezTo>
                    <a:pt x="390" y="1080"/>
                    <a:pt x="390" y="1078"/>
                    <a:pt x="381" y="1077"/>
                  </a:cubicBezTo>
                  <a:cubicBezTo>
                    <a:pt x="378" y="1077"/>
                    <a:pt x="375" y="1077"/>
                    <a:pt x="373" y="1077"/>
                  </a:cubicBezTo>
                  <a:cubicBezTo>
                    <a:pt x="364" y="1077"/>
                    <a:pt x="366" y="1075"/>
                    <a:pt x="380" y="1072"/>
                  </a:cubicBezTo>
                  <a:cubicBezTo>
                    <a:pt x="390" y="1070"/>
                    <a:pt x="394" y="1069"/>
                    <a:pt x="391" y="1069"/>
                  </a:cubicBezTo>
                  <a:cubicBezTo>
                    <a:pt x="390" y="1069"/>
                    <a:pt x="386" y="1069"/>
                    <a:pt x="380" y="1070"/>
                  </a:cubicBezTo>
                  <a:cubicBezTo>
                    <a:pt x="371" y="1069"/>
                    <a:pt x="368" y="1057"/>
                    <a:pt x="386" y="1056"/>
                  </a:cubicBezTo>
                  <a:lnTo>
                    <a:pt x="403" y="1053"/>
                  </a:lnTo>
                  <a:cubicBezTo>
                    <a:pt x="394" y="1052"/>
                    <a:pt x="394" y="1050"/>
                    <a:pt x="394" y="1050"/>
                  </a:cubicBezTo>
                  <a:cubicBezTo>
                    <a:pt x="392" y="1050"/>
                    <a:pt x="390" y="1050"/>
                    <a:pt x="389" y="1050"/>
                  </a:cubicBezTo>
                  <a:cubicBezTo>
                    <a:pt x="385" y="1050"/>
                    <a:pt x="385" y="1048"/>
                    <a:pt x="384" y="1042"/>
                  </a:cubicBezTo>
                  <a:cubicBezTo>
                    <a:pt x="383" y="1037"/>
                    <a:pt x="373" y="1029"/>
                    <a:pt x="372" y="1025"/>
                  </a:cubicBezTo>
                  <a:cubicBezTo>
                    <a:pt x="370" y="1018"/>
                    <a:pt x="373" y="1011"/>
                    <a:pt x="379" y="1009"/>
                  </a:cubicBezTo>
                  <a:cubicBezTo>
                    <a:pt x="379" y="1007"/>
                    <a:pt x="377" y="1005"/>
                    <a:pt x="368" y="1001"/>
                  </a:cubicBezTo>
                  <a:cubicBezTo>
                    <a:pt x="359" y="1000"/>
                    <a:pt x="359" y="996"/>
                    <a:pt x="367" y="994"/>
                  </a:cubicBezTo>
                  <a:lnTo>
                    <a:pt x="367" y="991"/>
                  </a:lnTo>
                  <a:cubicBezTo>
                    <a:pt x="358" y="989"/>
                    <a:pt x="357" y="986"/>
                    <a:pt x="357" y="986"/>
                  </a:cubicBezTo>
                  <a:cubicBezTo>
                    <a:pt x="366" y="985"/>
                    <a:pt x="374" y="981"/>
                    <a:pt x="365" y="980"/>
                  </a:cubicBezTo>
                  <a:lnTo>
                    <a:pt x="365" y="980"/>
                  </a:lnTo>
                  <a:cubicBezTo>
                    <a:pt x="364" y="980"/>
                    <a:pt x="362" y="980"/>
                    <a:pt x="361" y="980"/>
                  </a:cubicBezTo>
                  <a:cubicBezTo>
                    <a:pt x="356" y="980"/>
                    <a:pt x="356" y="978"/>
                    <a:pt x="355" y="974"/>
                  </a:cubicBezTo>
                  <a:cubicBezTo>
                    <a:pt x="363" y="968"/>
                    <a:pt x="351" y="891"/>
                    <a:pt x="343" y="891"/>
                  </a:cubicBezTo>
                  <a:cubicBezTo>
                    <a:pt x="343" y="891"/>
                    <a:pt x="343" y="891"/>
                    <a:pt x="343" y="891"/>
                  </a:cubicBezTo>
                  <a:cubicBezTo>
                    <a:pt x="343" y="891"/>
                    <a:pt x="342" y="889"/>
                    <a:pt x="340" y="885"/>
                  </a:cubicBezTo>
                  <a:cubicBezTo>
                    <a:pt x="340" y="882"/>
                    <a:pt x="339" y="878"/>
                    <a:pt x="339" y="878"/>
                  </a:cubicBezTo>
                  <a:cubicBezTo>
                    <a:pt x="356" y="875"/>
                    <a:pt x="346" y="865"/>
                    <a:pt x="337" y="859"/>
                  </a:cubicBezTo>
                  <a:cubicBezTo>
                    <a:pt x="328" y="858"/>
                    <a:pt x="328" y="856"/>
                    <a:pt x="327" y="853"/>
                  </a:cubicBezTo>
                  <a:cubicBezTo>
                    <a:pt x="344" y="850"/>
                    <a:pt x="343" y="843"/>
                    <a:pt x="334" y="840"/>
                  </a:cubicBezTo>
                  <a:lnTo>
                    <a:pt x="334" y="840"/>
                  </a:lnTo>
                  <a:cubicBezTo>
                    <a:pt x="331" y="840"/>
                    <a:pt x="329" y="840"/>
                    <a:pt x="328" y="840"/>
                  </a:cubicBezTo>
                  <a:cubicBezTo>
                    <a:pt x="317" y="840"/>
                    <a:pt x="318" y="837"/>
                    <a:pt x="333" y="835"/>
                  </a:cubicBezTo>
                  <a:cubicBezTo>
                    <a:pt x="349" y="832"/>
                    <a:pt x="349" y="827"/>
                    <a:pt x="322" y="827"/>
                  </a:cubicBezTo>
                  <a:cubicBezTo>
                    <a:pt x="315" y="826"/>
                    <a:pt x="315" y="826"/>
                    <a:pt x="322" y="822"/>
                  </a:cubicBezTo>
                  <a:cubicBezTo>
                    <a:pt x="335" y="818"/>
                    <a:pt x="337" y="816"/>
                    <a:pt x="334" y="816"/>
                  </a:cubicBezTo>
                  <a:cubicBezTo>
                    <a:pt x="333" y="816"/>
                    <a:pt x="332" y="816"/>
                    <a:pt x="330" y="816"/>
                  </a:cubicBezTo>
                  <a:cubicBezTo>
                    <a:pt x="328" y="816"/>
                    <a:pt x="326" y="816"/>
                    <a:pt x="324" y="816"/>
                  </a:cubicBezTo>
                  <a:cubicBezTo>
                    <a:pt x="313" y="816"/>
                    <a:pt x="315" y="813"/>
                    <a:pt x="329" y="810"/>
                  </a:cubicBezTo>
                  <a:cubicBezTo>
                    <a:pt x="345" y="802"/>
                    <a:pt x="345" y="802"/>
                    <a:pt x="328" y="802"/>
                  </a:cubicBezTo>
                  <a:cubicBezTo>
                    <a:pt x="327" y="802"/>
                    <a:pt x="326" y="802"/>
                    <a:pt x="325" y="802"/>
                  </a:cubicBezTo>
                  <a:cubicBezTo>
                    <a:pt x="310" y="802"/>
                    <a:pt x="310" y="792"/>
                    <a:pt x="325" y="788"/>
                  </a:cubicBezTo>
                  <a:cubicBezTo>
                    <a:pt x="325" y="785"/>
                    <a:pt x="331" y="782"/>
                    <a:pt x="327" y="782"/>
                  </a:cubicBezTo>
                  <a:cubicBezTo>
                    <a:pt x="327" y="782"/>
                    <a:pt x="326" y="782"/>
                    <a:pt x="325" y="783"/>
                  </a:cubicBezTo>
                  <a:lnTo>
                    <a:pt x="333" y="779"/>
                  </a:lnTo>
                  <a:lnTo>
                    <a:pt x="331" y="775"/>
                  </a:lnTo>
                  <a:lnTo>
                    <a:pt x="324" y="776"/>
                  </a:lnTo>
                  <a:cubicBezTo>
                    <a:pt x="326" y="765"/>
                    <a:pt x="327" y="753"/>
                    <a:pt x="326" y="741"/>
                  </a:cubicBezTo>
                  <a:cubicBezTo>
                    <a:pt x="323" y="720"/>
                    <a:pt x="322" y="713"/>
                    <a:pt x="317" y="713"/>
                  </a:cubicBezTo>
                  <a:cubicBezTo>
                    <a:pt x="316" y="713"/>
                    <a:pt x="315" y="714"/>
                    <a:pt x="314" y="714"/>
                  </a:cubicBezTo>
                  <a:cubicBezTo>
                    <a:pt x="308" y="716"/>
                    <a:pt x="304" y="717"/>
                    <a:pt x="302" y="717"/>
                  </a:cubicBezTo>
                  <a:cubicBezTo>
                    <a:pt x="298" y="717"/>
                    <a:pt x="302" y="713"/>
                    <a:pt x="312" y="710"/>
                  </a:cubicBezTo>
                  <a:cubicBezTo>
                    <a:pt x="312" y="707"/>
                    <a:pt x="320" y="701"/>
                    <a:pt x="319" y="696"/>
                  </a:cubicBezTo>
                  <a:cubicBezTo>
                    <a:pt x="318" y="692"/>
                    <a:pt x="318" y="687"/>
                    <a:pt x="326" y="685"/>
                  </a:cubicBezTo>
                  <a:lnTo>
                    <a:pt x="326" y="683"/>
                  </a:lnTo>
                  <a:cubicBezTo>
                    <a:pt x="308" y="682"/>
                    <a:pt x="306" y="667"/>
                    <a:pt x="312" y="659"/>
                  </a:cubicBezTo>
                  <a:cubicBezTo>
                    <a:pt x="312" y="654"/>
                    <a:pt x="311" y="651"/>
                    <a:pt x="302" y="648"/>
                  </a:cubicBezTo>
                  <a:cubicBezTo>
                    <a:pt x="293" y="646"/>
                    <a:pt x="293" y="646"/>
                    <a:pt x="301" y="641"/>
                  </a:cubicBezTo>
                  <a:cubicBezTo>
                    <a:pt x="310" y="640"/>
                    <a:pt x="315" y="626"/>
                    <a:pt x="302" y="626"/>
                  </a:cubicBezTo>
                  <a:cubicBezTo>
                    <a:pt x="301" y="626"/>
                    <a:pt x="300" y="627"/>
                    <a:pt x="299" y="627"/>
                  </a:cubicBezTo>
                  <a:lnTo>
                    <a:pt x="307" y="623"/>
                  </a:lnTo>
                  <a:cubicBezTo>
                    <a:pt x="312" y="620"/>
                    <a:pt x="310" y="619"/>
                    <a:pt x="306" y="619"/>
                  </a:cubicBezTo>
                  <a:cubicBezTo>
                    <a:pt x="304" y="619"/>
                    <a:pt x="301" y="620"/>
                    <a:pt x="298" y="620"/>
                  </a:cubicBezTo>
                  <a:cubicBezTo>
                    <a:pt x="293" y="621"/>
                    <a:pt x="289" y="622"/>
                    <a:pt x="287" y="622"/>
                  </a:cubicBezTo>
                  <a:cubicBezTo>
                    <a:pt x="283" y="622"/>
                    <a:pt x="289" y="619"/>
                    <a:pt x="306" y="614"/>
                  </a:cubicBezTo>
                  <a:cubicBezTo>
                    <a:pt x="319" y="612"/>
                    <a:pt x="321" y="610"/>
                    <a:pt x="317" y="610"/>
                  </a:cubicBezTo>
                  <a:cubicBezTo>
                    <a:pt x="316" y="610"/>
                    <a:pt x="315" y="610"/>
                    <a:pt x="314" y="610"/>
                  </a:cubicBezTo>
                  <a:cubicBezTo>
                    <a:pt x="305" y="609"/>
                    <a:pt x="296" y="609"/>
                    <a:pt x="305" y="604"/>
                  </a:cubicBezTo>
                  <a:cubicBezTo>
                    <a:pt x="304" y="603"/>
                    <a:pt x="304" y="601"/>
                    <a:pt x="299" y="601"/>
                  </a:cubicBezTo>
                  <a:cubicBezTo>
                    <a:pt x="297" y="601"/>
                    <a:pt x="293" y="602"/>
                    <a:pt x="287" y="603"/>
                  </a:cubicBezTo>
                  <a:cubicBezTo>
                    <a:pt x="285" y="603"/>
                    <a:pt x="284" y="603"/>
                    <a:pt x="282" y="603"/>
                  </a:cubicBezTo>
                  <a:cubicBezTo>
                    <a:pt x="278" y="603"/>
                    <a:pt x="278" y="602"/>
                    <a:pt x="278" y="600"/>
                  </a:cubicBezTo>
                  <a:cubicBezTo>
                    <a:pt x="282" y="599"/>
                    <a:pt x="286" y="598"/>
                    <a:pt x="290" y="598"/>
                  </a:cubicBezTo>
                  <a:cubicBezTo>
                    <a:pt x="291" y="598"/>
                    <a:pt x="293" y="598"/>
                    <a:pt x="294" y="599"/>
                  </a:cubicBezTo>
                  <a:lnTo>
                    <a:pt x="294" y="599"/>
                  </a:lnTo>
                  <a:cubicBezTo>
                    <a:pt x="294" y="598"/>
                    <a:pt x="294" y="596"/>
                    <a:pt x="293" y="594"/>
                  </a:cubicBezTo>
                  <a:cubicBezTo>
                    <a:pt x="293" y="592"/>
                    <a:pt x="301" y="585"/>
                    <a:pt x="309" y="584"/>
                  </a:cubicBezTo>
                  <a:cubicBezTo>
                    <a:pt x="314" y="581"/>
                    <a:pt x="315" y="580"/>
                    <a:pt x="313" y="580"/>
                  </a:cubicBezTo>
                  <a:cubicBezTo>
                    <a:pt x="311" y="580"/>
                    <a:pt x="307" y="581"/>
                    <a:pt x="300" y="583"/>
                  </a:cubicBezTo>
                  <a:cubicBezTo>
                    <a:pt x="293" y="585"/>
                    <a:pt x="289" y="585"/>
                    <a:pt x="287" y="585"/>
                  </a:cubicBezTo>
                  <a:cubicBezTo>
                    <a:pt x="284" y="585"/>
                    <a:pt x="284" y="584"/>
                    <a:pt x="283" y="582"/>
                  </a:cubicBezTo>
                  <a:cubicBezTo>
                    <a:pt x="283" y="580"/>
                    <a:pt x="282" y="577"/>
                    <a:pt x="291" y="575"/>
                  </a:cubicBezTo>
                  <a:cubicBezTo>
                    <a:pt x="299" y="574"/>
                    <a:pt x="299" y="574"/>
                    <a:pt x="298" y="569"/>
                  </a:cubicBezTo>
                  <a:cubicBezTo>
                    <a:pt x="297" y="563"/>
                    <a:pt x="278" y="560"/>
                    <a:pt x="263" y="560"/>
                  </a:cubicBezTo>
                  <a:cubicBezTo>
                    <a:pt x="260" y="560"/>
                    <a:pt x="257" y="560"/>
                    <a:pt x="254" y="561"/>
                  </a:cubicBezTo>
                  <a:cubicBezTo>
                    <a:pt x="247" y="562"/>
                    <a:pt x="243" y="563"/>
                    <a:pt x="242" y="563"/>
                  </a:cubicBezTo>
                  <a:cubicBezTo>
                    <a:pt x="240" y="563"/>
                    <a:pt x="244" y="561"/>
                    <a:pt x="253" y="558"/>
                  </a:cubicBezTo>
                  <a:cubicBezTo>
                    <a:pt x="262" y="556"/>
                    <a:pt x="261" y="554"/>
                    <a:pt x="261" y="552"/>
                  </a:cubicBezTo>
                  <a:lnTo>
                    <a:pt x="261" y="552"/>
                  </a:lnTo>
                  <a:cubicBezTo>
                    <a:pt x="260" y="552"/>
                    <a:pt x="259" y="552"/>
                    <a:pt x="258" y="552"/>
                  </a:cubicBezTo>
                  <a:cubicBezTo>
                    <a:pt x="256" y="552"/>
                    <a:pt x="258" y="551"/>
                    <a:pt x="260" y="551"/>
                  </a:cubicBezTo>
                  <a:cubicBezTo>
                    <a:pt x="260" y="551"/>
                    <a:pt x="261" y="551"/>
                    <a:pt x="261" y="552"/>
                  </a:cubicBezTo>
                  <a:cubicBezTo>
                    <a:pt x="262" y="551"/>
                    <a:pt x="264" y="551"/>
                    <a:pt x="265" y="551"/>
                  </a:cubicBezTo>
                  <a:cubicBezTo>
                    <a:pt x="270" y="551"/>
                    <a:pt x="270" y="553"/>
                    <a:pt x="270" y="555"/>
                  </a:cubicBezTo>
                  <a:lnTo>
                    <a:pt x="279" y="553"/>
                  </a:lnTo>
                  <a:cubicBezTo>
                    <a:pt x="292" y="549"/>
                    <a:pt x="294" y="546"/>
                    <a:pt x="283" y="546"/>
                  </a:cubicBezTo>
                  <a:cubicBezTo>
                    <a:pt x="282" y="546"/>
                    <a:pt x="280" y="546"/>
                    <a:pt x="278" y="546"/>
                  </a:cubicBezTo>
                  <a:cubicBezTo>
                    <a:pt x="269" y="545"/>
                    <a:pt x="269" y="545"/>
                    <a:pt x="276" y="541"/>
                  </a:cubicBezTo>
                  <a:cubicBezTo>
                    <a:pt x="283" y="538"/>
                    <a:pt x="290" y="534"/>
                    <a:pt x="287" y="534"/>
                  </a:cubicBezTo>
                  <a:cubicBezTo>
                    <a:pt x="286" y="534"/>
                    <a:pt x="285" y="535"/>
                    <a:pt x="284" y="535"/>
                  </a:cubicBezTo>
                  <a:cubicBezTo>
                    <a:pt x="284" y="535"/>
                    <a:pt x="283" y="530"/>
                    <a:pt x="291" y="527"/>
                  </a:cubicBezTo>
                  <a:cubicBezTo>
                    <a:pt x="291" y="523"/>
                    <a:pt x="290" y="520"/>
                    <a:pt x="287" y="520"/>
                  </a:cubicBezTo>
                  <a:cubicBezTo>
                    <a:pt x="286" y="520"/>
                    <a:pt x="284" y="521"/>
                    <a:pt x="282" y="521"/>
                  </a:cubicBezTo>
                  <a:cubicBezTo>
                    <a:pt x="280" y="521"/>
                    <a:pt x="279" y="522"/>
                    <a:pt x="278" y="522"/>
                  </a:cubicBezTo>
                  <a:cubicBezTo>
                    <a:pt x="273" y="522"/>
                    <a:pt x="273" y="520"/>
                    <a:pt x="273" y="518"/>
                  </a:cubicBezTo>
                  <a:cubicBezTo>
                    <a:pt x="272" y="516"/>
                    <a:pt x="272" y="514"/>
                    <a:pt x="268" y="514"/>
                  </a:cubicBezTo>
                  <a:cubicBezTo>
                    <a:pt x="267" y="514"/>
                    <a:pt x="266" y="514"/>
                    <a:pt x="264" y="515"/>
                  </a:cubicBezTo>
                  <a:cubicBezTo>
                    <a:pt x="261" y="515"/>
                    <a:pt x="258" y="515"/>
                    <a:pt x="256" y="515"/>
                  </a:cubicBezTo>
                  <a:cubicBezTo>
                    <a:pt x="250" y="515"/>
                    <a:pt x="246" y="514"/>
                    <a:pt x="246" y="511"/>
                  </a:cubicBezTo>
                  <a:cubicBezTo>
                    <a:pt x="236" y="508"/>
                    <a:pt x="236" y="508"/>
                    <a:pt x="253" y="502"/>
                  </a:cubicBezTo>
                  <a:cubicBezTo>
                    <a:pt x="261" y="500"/>
                    <a:pt x="261" y="498"/>
                    <a:pt x="261" y="495"/>
                  </a:cubicBezTo>
                  <a:cubicBezTo>
                    <a:pt x="261" y="495"/>
                    <a:pt x="260" y="493"/>
                    <a:pt x="269" y="490"/>
                  </a:cubicBezTo>
                  <a:cubicBezTo>
                    <a:pt x="272" y="488"/>
                    <a:pt x="272" y="487"/>
                    <a:pt x="271" y="487"/>
                  </a:cubicBezTo>
                  <a:cubicBezTo>
                    <a:pt x="269" y="487"/>
                    <a:pt x="264" y="488"/>
                    <a:pt x="260" y="489"/>
                  </a:cubicBezTo>
                  <a:lnTo>
                    <a:pt x="243" y="492"/>
                  </a:lnTo>
                  <a:cubicBezTo>
                    <a:pt x="242" y="490"/>
                    <a:pt x="259" y="484"/>
                    <a:pt x="268" y="482"/>
                  </a:cubicBezTo>
                  <a:cubicBezTo>
                    <a:pt x="276" y="479"/>
                    <a:pt x="280" y="477"/>
                    <a:pt x="279" y="477"/>
                  </a:cubicBezTo>
                  <a:cubicBezTo>
                    <a:pt x="278" y="477"/>
                    <a:pt x="274" y="478"/>
                    <a:pt x="266" y="480"/>
                  </a:cubicBezTo>
                  <a:cubicBezTo>
                    <a:pt x="264" y="480"/>
                    <a:pt x="262" y="481"/>
                    <a:pt x="259" y="481"/>
                  </a:cubicBezTo>
                  <a:cubicBezTo>
                    <a:pt x="255" y="481"/>
                    <a:pt x="252" y="479"/>
                    <a:pt x="257" y="474"/>
                  </a:cubicBezTo>
                  <a:cubicBezTo>
                    <a:pt x="256" y="470"/>
                    <a:pt x="255" y="465"/>
                    <a:pt x="264" y="463"/>
                  </a:cubicBezTo>
                  <a:cubicBezTo>
                    <a:pt x="272" y="460"/>
                    <a:pt x="263" y="458"/>
                    <a:pt x="263" y="458"/>
                  </a:cubicBezTo>
                  <a:cubicBezTo>
                    <a:pt x="254" y="458"/>
                    <a:pt x="254" y="455"/>
                    <a:pt x="261" y="447"/>
                  </a:cubicBezTo>
                  <a:cubicBezTo>
                    <a:pt x="272" y="436"/>
                    <a:pt x="275" y="433"/>
                    <a:pt x="271" y="433"/>
                  </a:cubicBezTo>
                  <a:cubicBezTo>
                    <a:pt x="269" y="433"/>
                    <a:pt x="265" y="434"/>
                    <a:pt x="260" y="435"/>
                  </a:cubicBezTo>
                  <a:cubicBezTo>
                    <a:pt x="256" y="436"/>
                    <a:pt x="252" y="437"/>
                    <a:pt x="250" y="437"/>
                  </a:cubicBezTo>
                  <a:cubicBezTo>
                    <a:pt x="248" y="437"/>
                    <a:pt x="250" y="436"/>
                    <a:pt x="259" y="433"/>
                  </a:cubicBezTo>
                  <a:cubicBezTo>
                    <a:pt x="266" y="429"/>
                    <a:pt x="259" y="428"/>
                    <a:pt x="250" y="425"/>
                  </a:cubicBezTo>
                  <a:cubicBezTo>
                    <a:pt x="237" y="425"/>
                    <a:pt x="226" y="426"/>
                    <a:pt x="215" y="429"/>
                  </a:cubicBezTo>
                  <a:cubicBezTo>
                    <a:pt x="208" y="430"/>
                    <a:pt x="204" y="431"/>
                    <a:pt x="202" y="431"/>
                  </a:cubicBezTo>
                  <a:cubicBezTo>
                    <a:pt x="199" y="431"/>
                    <a:pt x="201" y="429"/>
                    <a:pt x="206" y="426"/>
                  </a:cubicBezTo>
                  <a:cubicBezTo>
                    <a:pt x="206" y="424"/>
                    <a:pt x="214" y="419"/>
                    <a:pt x="222" y="418"/>
                  </a:cubicBezTo>
                  <a:cubicBezTo>
                    <a:pt x="225" y="417"/>
                    <a:pt x="227" y="417"/>
                    <a:pt x="228" y="417"/>
                  </a:cubicBezTo>
                  <a:cubicBezTo>
                    <a:pt x="230" y="417"/>
                    <a:pt x="230" y="418"/>
                    <a:pt x="230" y="418"/>
                  </a:cubicBezTo>
                  <a:lnTo>
                    <a:pt x="232" y="421"/>
                  </a:lnTo>
                  <a:cubicBezTo>
                    <a:pt x="239" y="419"/>
                    <a:pt x="247" y="418"/>
                    <a:pt x="247" y="414"/>
                  </a:cubicBezTo>
                  <a:cubicBezTo>
                    <a:pt x="254" y="410"/>
                    <a:pt x="255" y="408"/>
                    <a:pt x="250" y="408"/>
                  </a:cubicBezTo>
                  <a:cubicBezTo>
                    <a:pt x="249" y="408"/>
                    <a:pt x="248" y="408"/>
                    <a:pt x="246" y="408"/>
                  </a:cubicBezTo>
                  <a:cubicBezTo>
                    <a:pt x="252" y="407"/>
                    <a:pt x="255" y="400"/>
                    <a:pt x="253" y="394"/>
                  </a:cubicBezTo>
                  <a:cubicBezTo>
                    <a:pt x="251" y="389"/>
                    <a:pt x="253" y="382"/>
                    <a:pt x="259" y="379"/>
                  </a:cubicBezTo>
                  <a:cubicBezTo>
                    <a:pt x="259" y="375"/>
                    <a:pt x="258" y="373"/>
                    <a:pt x="253" y="373"/>
                  </a:cubicBezTo>
                  <a:cubicBezTo>
                    <a:pt x="252" y="373"/>
                    <a:pt x="251" y="373"/>
                    <a:pt x="250" y="373"/>
                  </a:cubicBezTo>
                  <a:cubicBezTo>
                    <a:pt x="243" y="374"/>
                    <a:pt x="239" y="375"/>
                    <a:pt x="237" y="375"/>
                  </a:cubicBezTo>
                  <a:cubicBezTo>
                    <a:pt x="234" y="375"/>
                    <a:pt x="236" y="374"/>
                    <a:pt x="241" y="373"/>
                  </a:cubicBezTo>
                  <a:cubicBezTo>
                    <a:pt x="257" y="368"/>
                    <a:pt x="261" y="336"/>
                    <a:pt x="244" y="336"/>
                  </a:cubicBezTo>
                  <a:cubicBezTo>
                    <a:pt x="243" y="336"/>
                    <a:pt x="243" y="336"/>
                    <a:pt x="243" y="336"/>
                  </a:cubicBezTo>
                  <a:cubicBezTo>
                    <a:pt x="243" y="336"/>
                    <a:pt x="243" y="334"/>
                    <a:pt x="243" y="332"/>
                  </a:cubicBezTo>
                  <a:cubicBezTo>
                    <a:pt x="250" y="325"/>
                    <a:pt x="247" y="310"/>
                    <a:pt x="239" y="310"/>
                  </a:cubicBezTo>
                  <a:cubicBezTo>
                    <a:pt x="239" y="310"/>
                    <a:pt x="238" y="308"/>
                    <a:pt x="238" y="302"/>
                  </a:cubicBezTo>
                  <a:cubicBezTo>
                    <a:pt x="245" y="297"/>
                    <a:pt x="245" y="295"/>
                    <a:pt x="236" y="294"/>
                  </a:cubicBezTo>
                  <a:cubicBezTo>
                    <a:pt x="234" y="293"/>
                    <a:pt x="232" y="293"/>
                    <a:pt x="230" y="293"/>
                  </a:cubicBezTo>
                  <a:cubicBezTo>
                    <a:pt x="227" y="293"/>
                    <a:pt x="225" y="293"/>
                    <a:pt x="224" y="293"/>
                  </a:cubicBezTo>
                  <a:cubicBezTo>
                    <a:pt x="223" y="293"/>
                    <a:pt x="224" y="293"/>
                    <a:pt x="227" y="292"/>
                  </a:cubicBezTo>
                  <a:cubicBezTo>
                    <a:pt x="236" y="291"/>
                    <a:pt x="235" y="287"/>
                    <a:pt x="234" y="277"/>
                  </a:cubicBezTo>
                  <a:cubicBezTo>
                    <a:pt x="232" y="271"/>
                    <a:pt x="232" y="269"/>
                    <a:pt x="230" y="269"/>
                  </a:cubicBezTo>
                  <a:cubicBezTo>
                    <a:pt x="229" y="269"/>
                    <a:pt x="227" y="270"/>
                    <a:pt x="224" y="271"/>
                  </a:cubicBezTo>
                  <a:cubicBezTo>
                    <a:pt x="214" y="263"/>
                    <a:pt x="223" y="262"/>
                    <a:pt x="230" y="260"/>
                  </a:cubicBezTo>
                  <a:cubicBezTo>
                    <a:pt x="245" y="260"/>
                    <a:pt x="247" y="257"/>
                    <a:pt x="234" y="257"/>
                  </a:cubicBezTo>
                  <a:cubicBezTo>
                    <a:pt x="231" y="257"/>
                    <a:pt x="227" y="257"/>
                    <a:pt x="222" y="258"/>
                  </a:cubicBezTo>
                  <a:cubicBezTo>
                    <a:pt x="205" y="258"/>
                    <a:pt x="204" y="253"/>
                    <a:pt x="213" y="252"/>
                  </a:cubicBezTo>
                  <a:cubicBezTo>
                    <a:pt x="215" y="251"/>
                    <a:pt x="216" y="251"/>
                    <a:pt x="218" y="251"/>
                  </a:cubicBezTo>
                  <a:cubicBezTo>
                    <a:pt x="221" y="251"/>
                    <a:pt x="222" y="253"/>
                    <a:pt x="222" y="255"/>
                  </a:cubicBezTo>
                  <a:lnTo>
                    <a:pt x="238" y="252"/>
                  </a:lnTo>
                  <a:cubicBezTo>
                    <a:pt x="237" y="250"/>
                    <a:pt x="237" y="250"/>
                    <a:pt x="229" y="249"/>
                  </a:cubicBezTo>
                  <a:cubicBezTo>
                    <a:pt x="229" y="249"/>
                    <a:pt x="228" y="246"/>
                    <a:pt x="219" y="245"/>
                  </a:cubicBezTo>
                  <a:cubicBezTo>
                    <a:pt x="218" y="245"/>
                    <a:pt x="216" y="245"/>
                    <a:pt x="215" y="245"/>
                  </a:cubicBezTo>
                  <a:cubicBezTo>
                    <a:pt x="208" y="245"/>
                    <a:pt x="201" y="247"/>
                    <a:pt x="195" y="250"/>
                  </a:cubicBezTo>
                  <a:cubicBezTo>
                    <a:pt x="191" y="252"/>
                    <a:pt x="189" y="252"/>
                    <a:pt x="188" y="252"/>
                  </a:cubicBezTo>
                  <a:cubicBezTo>
                    <a:pt x="187" y="252"/>
                    <a:pt x="186" y="251"/>
                    <a:pt x="186" y="250"/>
                  </a:cubicBezTo>
                  <a:cubicBezTo>
                    <a:pt x="191" y="245"/>
                    <a:pt x="199" y="242"/>
                    <a:pt x="207" y="242"/>
                  </a:cubicBezTo>
                  <a:cubicBezTo>
                    <a:pt x="208" y="242"/>
                    <a:pt x="209" y="242"/>
                    <a:pt x="210" y="242"/>
                  </a:cubicBezTo>
                  <a:cubicBezTo>
                    <a:pt x="211" y="243"/>
                    <a:pt x="212" y="243"/>
                    <a:pt x="215" y="243"/>
                  </a:cubicBezTo>
                  <a:cubicBezTo>
                    <a:pt x="218" y="243"/>
                    <a:pt x="223" y="243"/>
                    <a:pt x="228" y="242"/>
                  </a:cubicBezTo>
                  <a:cubicBezTo>
                    <a:pt x="236" y="240"/>
                    <a:pt x="220" y="232"/>
                    <a:pt x="204" y="232"/>
                  </a:cubicBezTo>
                  <a:lnTo>
                    <a:pt x="204" y="232"/>
                  </a:lnTo>
                  <a:cubicBezTo>
                    <a:pt x="206" y="231"/>
                    <a:pt x="207" y="231"/>
                    <a:pt x="209" y="231"/>
                  </a:cubicBezTo>
                  <a:cubicBezTo>
                    <a:pt x="217" y="228"/>
                    <a:pt x="216" y="224"/>
                    <a:pt x="216" y="219"/>
                  </a:cubicBezTo>
                  <a:cubicBezTo>
                    <a:pt x="215" y="216"/>
                    <a:pt x="215" y="214"/>
                    <a:pt x="210" y="214"/>
                  </a:cubicBezTo>
                  <a:cubicBezTo>
                    <a:pt x="209" y="214"/>
                    <a:pt x="207" y="214"/>
                    <a:pt x="206" y="214"/>
                  </a:cubicBezTo>
                  <a:cubicBezTo>
                    <a:pt x="200" y="215"/>
                    <a:pt x="194" y="216"/>
                    <a:pt x="191" y="216"/>
                  </a:cubicBezTo>
                  <a:cubicBezTo>
                    <a:pt x="190" y="216"/>
                    <a:pt x="189" y="216"/>
                    <a:pt x="189" y="215"/>
                  </a:cubicBezTo>
                  <a:cubicBezTo>
                    <a:pt x="189" y="217"/>
                    <a:pt x="181" y="218"/>
                    <a:pt x="172" y="221"/>
                  </a:cubicBezTo>
                  <a:cubicBezTo>
                    <a:pt x="178" y="216"/>
                    <a:pt x="182" y="213"/>
                    <a:pt x="188" y="211"/>
                  </a:cubicBezTo>
                  <a:cubicBezTo>
                    <a:pt x="205" y="202"/>
                    <a:pt x="211" y="196"/>
                    <a:pt x="210" y="186"/>
                  </a:cubicBezTo>
                  <a:cubicBezTo>
                    <a:pt x="208" y="180"/>
                    <a:pt x="210" y="173"/>
                    <a:pt x="216" y="170"/>
                  </a:cubicBezTo>
                  <a:cubicBezTo>
                    <a:pt x="216" y="167"/>
                    <a:pt x="215" y="165"/>
                    <a:pt x="212" y="165"/>
                  </a:cubicBezTo>
                  <a:cubicBezTo>
                    <a:pt x="211" y="165"/>
                    <a:pt x="209" y="165"/>
                    <a:pt x="207" y="166"/>
                  </a:cubicBezTo>
                  <a:lnTo>
                    <a:pt x="206" y="160"/>
                  </a:lnTo>
                  <a:cubicBezTo>
                    <a:pt x="213" y="157"/>
                    <a:pt x="214" y="153"/>
                    <a:pt x="207" y="153"/>
                  </a:cubicBezTo>
                  <a:cubicBezTo>
                    <a:pt x="207" y="153"/>
                    <a:pt x="206" y="153"/>
                    <a:pt x="205" y="153"/>
                  </a:cubicBezTo>
                  <a:cubicBezTo>
                    <a:pt x="196" y="152"/>
                    <a:pt x="205" y="149"/>
                    <a:pt x="204" y="147"/>
                  </a:cubicBezTo>
                  <a:cubicBezTo>
                    <a:pt x="212" y="142"/>
                    <a:pt x="216" y="141"/>
                    <a:pt x="214" y="141"/>
                  </a:cubicBezTo>
                  <a:cubicBezTo>
                    <a:pt x="213" y="141"/>
                    <a:pt x="206" y="142"/>
                    <a:pt x="195" y="145"/>
                  </a:cubicBezTo>
                  <a:cubicBezTo>
                    <a:pt x="187" y="147"/>
                    <a:pt x="179" y="153"/>
                    <a:pt x="179" y="156"/>
                  </a:cubicBezTo>
                  <a:lnTo>
                    <a:pt x="181" y="162"/>
                  </a:lnTo>
                  <a:lnTo>
                    <a:pt x="171" y="157"/>
                  </a:lnTo>
                  <a:cubicBezTo>
                    <a:pt x="171" y="155"/>
                    <a:pt x="165" y="153"/>
                    <a:pt x="158" y="153"/>
                  </a:cubicBezTo>
                  <a:cubicBezTo>
                    <a:pt x="156" y="153"/>
                    <a:pt x="155" y="153"/>
                    <a:pt x="153" y="153"/>
                  </a:cubicBezTo>
                  <a:cubicBezTo>
                    <a:pt x="153" y="153"/>
                    <a:pt x="151" y="154"/>
                    <a:pt x="149" y="154"/>
                  </a:cubicBezTo>
                  <a:cubicBezTo>
                    <a:pt x="147" y="154"/>
                    <a:pt x="145" y="153"/>
                    <a:pt x="144" y="152"/>
                  </a:cubicBezTo>
                  <a:lnTo>
                    <a:pt x="161" y="149"/>
                  </a:lnTo>
                  <a:cubicBezTo>
                    <a:pt x="163" y="149"/>
                    <a:pt x="166" y="149"/>
                    <a:pt x="168" y="149"/>
                  </a:cubicBezTo>
                  <a:cubicBezTo>
                    <a:pt x="174" y="149"/>
                    <a:pt x="180" y="148"/>
                    <a:pt x="187" y="147"/>
                  </a:cubicBezTo>
                  <a:cubicBezTo>
                    <a:pt x="200" y="142"/>
                    <a:pt x="207" y="136"/>
                    <a:pt x="200" y="136"/>
                  </a:cubicBezTo>
                  <a:cubicBezTo>
                    <a:pt x="198" y="136"/>
                    <a:pt x="196" y="136"/>
                    <a:pt x="193" y="136"/>
                  </a:cubicBezTo>
                  <a:cubicBezTo>
                    <a:pt x="193" y="133"/>
                    <a:pt x="193" y="133"/>
                    <a:pt x="201" y="130"/>
                  </a:cubicBezTo>
                  <a:cubicBezTo>
                    <a:pt x="208" y="129"/>
                    <a:pt x="209" y="126"/>
                    <a:pt x="198" y="126"/>
                  </a:cubicBezTo>
                  <a:cubicBezTo>
                    <a:pt x="197" y="126"/>
                    <a:pt x="195" y="126"/>
                    <a:pt x="192" y="126"/>
                  </a:cubicBezTo>
                  <a:cubicBezTo>
                    <a:pt x="189" y="127"/>
                    <a:pt x="187" y="127"/>
                    <a:pt x="185" y="127"/>
                  </a:cubicBezTo>
                  <a:cubicBezTo>
                    <a:pt x="175" y="127"/>
                    <a:pt x="177" y="124"/>
                    <a:pt x="191" y="120"/>
                  </a:cubicBezTo>
                  <a:cubicBezTo>
                    <a:pt x="205" y="113"/>
                    <a:pt x="205" y="104"/>
                    <a:pt x="199" y="104"/>
                  </a:cubicBezTo>
                  <a:cubicBezTo>
                    <a:pt x="198" y="104"/>
                    <a:pt x="198" y="104"/>
                    <a:pt x="197" y="104"/>
                  </a:cubicBezTo>
                  <a:cubicBezTo>
                    <a:pt x="194" y="105"/>
                    <a:pt x="192" y="105"/>
                    <a:pt x="190" y="105"/>
                  </a:cubicBezTo>
                  <a:cubicBezTo>
                    <a:pt x="180" y="105"/>
                    <a:pt x="180" y="99"/>
                    <a:pt x="187" y="96"/>
                  </a:cubicBezTo>
                  <a:cubicBezTo>
                    <a:pt x="195" y="92"/>
                    <a:pt x="195" y="89"/>
                    <a:pt x="186" y="88"/>
                  </a:cubicBezTo>
                  <a:cubicBezTo>
                    <a:pt x="195" y="87"/>
                    <a:pt x="202" y="84"/>
                    <a:pt x="193" y="83"/>
                  </a:cubicBezTo>
                  <a:cubicBezTo>
                    <a:pt x="193" y="83"/>
                    <a:pt x="193" y="82"/>
                    <a:pt x="192" y="82"/>
                  </a:cubicBezTo>
                  <a:cubicBezTo>
                    <a:pt x="191" y="82"/>
                    <a:pt x="188" y="82"/>
                    <a:pt x="184" y="84"/>
                  </a:cubicBezTo>
                  <a:lnTo>
                    <a:pt x="168" y="83"/>
                  </a:lnTo>
                  <a:cubicBezTo>
                    <a:pt x="168" y="85"/>
                    <a:pt x="160" y="86"/>
                    <a:pt x="151" y="88"/>
                  </a:cubicBezTo>
                  <a:cubicBezTo>
                    <a:pt x="150" y="88"/>
                    <a:pt x="150" y="88"/>
                    <a:pt x="150" y="88"/>
                  </a:cubicBezTo>
                  <a:cubicBezTo>
                    <a:pt x="144" y="88"/>
                    <a:pt x="151" y="78"/>
                    <a:pt x="174" y="69"/>
                  </a:cubicBezTo>
                  <a:lnTo>
                    <a:pt x="190" y="61"/>
                  </a:lnTo>
                  <a:lnTo>
                    <a:pt x="173" y="65"/>
                  </a:lnTo>
                  <a:cubicBezTo>
                    <a:pt x="173" y="62"/>
                    <a:pt x="172" y="59"/>
                    <a:pt x="181" y="58"/>
                  </a:cubicBezTo>
                  <a:cubicBezTo>
                    <a:pt x="189" y="57"/>
                    <a:pt x="189" y="57"/>
                    <a:pt x="189" y="55"/>
                  </a:cubicBezTo>
                  <a:cubicBezTo>
                    <a:pt x="189" y="55"/>
                    <a:pt x="188" y="53"/>
                    <a:pt x="185" y="53"/>
                  </a:cubicBezTo>
                  <a:cubicBezTo>
                    <a:pt x="184" y="53"/>
                    <a:pt x="182" y="53"/>
                    <a:pt x="180" y="53"/>
                  </a:cubicBezTo>
                  <a:cubicBezTo>
                    <a:pt x="172" y="55"/>
                    <a:pt x="168" y="56"/>
                    <a:pt x="167" y="56"/>
                  </a:cubicBezTo>
                  <a:cubicBezTo>
                    <a:pt x="165" y="56"/>
                    <a:pt x="167" y="55"/>
                    <a:pt x="171" y="52"/>
                  </a:cubicBezTo>
                  <a:cubicBezTo>
                    <a:pt x="185" y="48"/>
                    <a:pt x="187" y="45"/>
                    <a:pt x="177" y="45"/>
                  </a:cubicBezTo>
                  <a:cubicBezTo>
                    <a:pt x="175" y="45"/>
                    <a:pt x="173" y="45"/>
                    <a:pt x="170" y="46"/>
                  </a:cubicBezTo>
                  <a:cubicBezTo>
                    <a:pt x="163" y="47"/>
                    <a:pt x="158" y="48"/>
                    <a:pt x="158" y="48"/>
                  </a:cubicBezTo>
                  <a:cubicBezTo>
                    <a:pt x="156" y="48"/>
                    <a:pt x="160" y="47"/>
                    <a:pt x="170" y="43"/>
                  </a:cubicBezTo>
                  <a:cubicBezTo>
                    <a:pt x="178" y="41"/>
                    <a:pt x="186" y="38"/>
                    <a:pt x="186" y="36"/>
                  </a:cubicBezTo>
                  <a:lnTo>
                    <a:pt x="186" y="36"/>
                  </a:lnTo>
                  <a:lnTo>
                    <a:pt x="178" y="37"/>
                  </a:lnTo>
                  <a:cubicBezTo>
                    <a:pt x="172" y="38"/>
                    <a:pt x="168" y="38"/>
                    <a:pt x="166" y="38"/>
                  </a:cubicBezTo>
                  <a:cubicBezTo>
                    <a:pt x="161" y="38"/>
                    <a:pt x="162" y="36"/>
                    <a:pt x="168" y="33"/>
                  </a:cubicBezTo>
                  <a:cubicBezTo>
                    <a:pt x="177" y="32"/>
                    <a:pt x="177" y="30"/>
                    <a:pt x="167" y="27"/>
                  </a:cubicBezTo>
                  <a:cubicBezTo>
                    <a:pt x="167" y="22"/>
                    <a:pt x="165" y="20"/>
                    <a:pt x="174" y="18"/>
                  </a:cubicBezTo>
                  <a:cubicBezTo>
                    <a:pt x="185" y="15"/>
                    <a:pt x="189" y="15"/>
                    <a:pt x="186" y="15"/>
                  </a:cubicBezTo>
                  <a:cubicBezTo>
                    <a:pt x="184" y="15"/>
                    <a:pt x="180" y="15"/>
                    <a:pt x="173" y="15"/>
                  </a:cubicBezTo>
                  <a:cubicBezTo>
                    <a:pt x="165" y="14"/>
                    <a:pt x="165" y="14"/>
                    <a:pt x="172" y="9"/>
                  </a:cubicBezTo>
                  <a:cubicBezTo>
                    <a:pt x="181" y="4"/>
                    <a:pt x="181" y="4"/>
                    <a:pt x="172" y="4"/>
                  </a:cubicBezTo>
                  <a:cubicBezTo>
                    <a:pt x="155" y="6"/>
                    <a:pt x="146" y="9"/>
                    <a:pt x="147" y="11"/>
                  </a:cubicBezTo>
                  <a:cubicBezTo>
                    <a:pt x="147" y="13"/>
                    <a:pt x="147" y="13"/>
                    <a:pt x="140" y="14"/>
                  </a:cubicBezTo>
                  <a:cubicBezTo>
                    <a:pt x="140" y="14"/>
                    <a:pt x="139" y="12"/>
                    <a:pt x="139" y="10"/>
                  </a:cubicBezTo>
                  <a:cubicBezTo>
                    <a:pt x="139" y="7"/>
                    <a:pt x="137" y="5"/>
                    <a:pt x="128" y="2"/>
                  </a:cubicBezTo>
                  <a:cubicBezTo>
                    <a:pt x="126" y="1"/>
                    <a:pt x="122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33"/>
            <p:cNvSpPr/>
            <p:nvPr/>
          </p:nvSpPr>
          <p:spPr>
            <a:xfrm>
              <a:off x="2058787" y="2552476"/>
              <a:ext cx="57538" cy="199785"/>
            </a:xfrm>
            <a:custGeom>
              <a:avLst/>
              <a:gdLst/>
              <a:ahLst/>
              <a:cxnLst/>
              <a:rect l="l" t="t" r="r" b="b"/>
              <a:pathLst>
                <a:path w="576" h="2000" extrusionOk="0">
                  <a:moveTo>
                    <a:pt x="139" y="40"/>
                  </a:moveTo>
                  <a:cubicBezTo>
                    <a:pt x="144" y="40"/>
                    <a:pt x="144" y="42"/>
                    <a:pt x="144" y="43"/>
                  </a:cubicBezTo>
                  <a:cubicBezTo>
                    <a:pt x="145" y="46"/>
                    <a:pt x="145" y="46"/>
                    <a:pt x="136" y="47"/>
                  </a:cubicBezTo>
                  <a:cubicBezTo>
                    <a:pt x="136" y="47"/>
                    <a:pt x="128" y="47"/>
                    <a:pt x="127" y="45"/>
                  </a:cubicBezTo>
                  <a:lnTo>
                    <a:pt x="135" y="40"/>
                  </a:lnTo>
                  <a:cubicBezTo>
                    <a:pt x="137" y="40"/>
                    <a:pt x="138" y="40"/>
                    <a:pt x="139" y="40"/>
                  </a:cubicBezTo>
                  <a:close/>
                  <a:moveTo>
                    <a:pt x="18" y="60"/>
                  </a:moveTo>
                  <a:cubicBezTo>
                    <a:pt x="13" y="60"/>
                    <a:pt x="6" y="60"/>
                    <a:pt x="0" y="61"/>
                  </a:cubicBezTo>
                  <a:lnTo>
                    <a:pt x="2" y="64"/>
                  </a:lnTo>
                  <a:cubicBezTo>
                    <a:pt x="2" y="65"/>
                    <a:pt x="3" y="65"/>
                    <a:pt x="6" y="65"/>
                  </a:cubicBezTo>
                  <a:cubicBezTo>
                    <a:pt x="9" y="65"/>
                    <a:pt x="14" y="64"/>
                    <a:pt x="18" y="64"/>
                  </a:cubicBezTo>
                  <a:lnTo>
                    <a:pt x="18" y="60"/>
                  </a:lnTo>
                  <a:close/>
                  <a:moveTo>
                    <a:pt x="191" y="66"/>
                  </a:moveTo>
                  <a:lnTo>
                    <a:pt x="183" y="69"/>
                  </a:lnTo>
                  <a:lnTo>
                    <a:pt x="184" y="71"/>
                  </a:lnTo>
                  <a:cubicBezTo>
                    <a:pt x="192" y="70"/>
                    <a:pt x="192" y="70"/>
                    <a:pt x="192" y="68"/>
                  </a:cubicBezTo>
                  <a:lnTo>
                    <a:pt x="191" y="66"/>
                  </a:lnTo>
                  <a:close/>
                  <a:moveTo>
                    <a:pt x="147" y="66"/>
                  </a:moveTo>
                  <a:cubicBezTo>
                    <a:pt x="148" y="66"/>
                    <a:pt x="148" y="67"/>
                    <a:pt x="148" y="69"/>
                  </a:cubicBezTo>
                  <a:cubicBezTo>
                    <a:pt x="150" y="71"/>
                    <a:pt x="150" y="74"/>
                    <a:pt x="142" y="76"/>
                  </a:cubicBezTo>
                  <a:lnTo>
                    <a:pt x="141" y="73"/>
                  </a:lnTo>
                  <a:cubicBezTo>
                    <a:pt x="145" y="72"/>
                    <a:pt x="145" y="72"/>
                    <a:pt x="144" y="72"/>
                  </a:cubicBezTo>
                  <a:cubicBezTo>
                    <a:pt x="142" y="72"/>
                    <a:pt x="137" y="72"/>
                    <a:pt x="133" y="75"/>
                  </a:cubicBezTo>
                  <a:lnTo>
                    <a:pt x="116" y="78"/>
                  </a:lnTo>
                  <a:cubicBezTo>
                    <a:pt x="116" y="76"/>
                    <a:pt x="124" y="71"/>
                    <a:pt x="132" y="70"/>
                  </a:cubicBezTo>
                  <a:cubicBezTo>
                    <a:pt x="141" y="67"/>
                    <a:pt x="145" y="66"/>
                    <a:pt x="147" y="66"/>
                  </a:cubicBezTo>
                  <a:close/>
                  <a:moveTo>
                    <a:pt x="134" y="207"/>
                  </a:moveTo>
                  <a:cubicBezTo>
                    <a:pt x="141" y="207"/>
                    <a:pt x="147" y="209"/>
                    <a:pt x="147" y="211"/>
                  </a:cubicBezTo>
                  <a:cubicBezTo>
                    <a:pt x="147" y="213"/>
                    <a:pt x="145" y="214"/>
                    <a:pt x="141" y="214"/>
                  </a:cubicBezTo>
                  <a:cubicBezTo>
                    <a:pt x="138" y="214"/>
                    <a:pt x="134" y="213"/>
                    <a:pt x="131" y="212"/>
                  </a:cubicBezTo>
                  <a:lnTo>
                    <a:pt x="129" y="207"/>
                  </a:lnTo>
                  <a:cubicBezTo>
                    <a:pt x="131" y="207"/>
                    <a:pt x="133" y="207"/>
                    <a:pt x="134" y="207"/>
                  </a:cubicBezTo>
                  <a:close/>
                  <a:moveTo>
                    <a:pt x="130" y="222"/>
                  </a:moveTo>
                  <a:cubicBezTo>
                    <a:pt x="128" y="222"/>
                    <a:pt x="126" y="223"/>
                    <a:pt x="124" y="223"/>
                  </a:cubicBezTo>
                  <a:cubicBezTo>
                    <a:pt x="115" y="225"/>
                    <a:pt x="116" y="227"/>
                    <a:pt x="116" y="232"/>
                  </a:cubicBezTo>
                  <a:cubicBezTo>
                    <a:pt x="117" y="234"/>
                    <a:pt x="126" y="235"/>
                    <a:pt x="126" y="235"/>
                  </a:cubicBezTo>
                  <a:cubicBezTo>
                    <a:pt x="134" y="233"/>
                    <a:pt x="134" y="231"/>
                    <a:pt x="133" y="229"/>
                  </a:cubicBezTo>
                  <a:cubicBezTo>
                    <a:pt x="138" y="224"/>
                    <a:pt x="135" y="222"/>
                    <a:pt x="130" y="222"/>
                  </a:cubicBezTo>
                  <a:close/>
                  <a:moveTo>
                    <a:pt x="204" y="312"/>
                  </a:moveTo>
                  <a:cubicBezTo>
                    <a:pt x="208" y="312"/>
                    <a:pt x="208" y="314"/>
                    <a:pt x="209" y="316"/>
                  </a:cubicBezTo>
                  <a:lnTo>
                    <a:pt x="200" y="318"/>
                  </a:lnTo>
                  <a:lnTo>
                    <a:pt x="191" y="317"/>
                  </a:lnTo>
                  <a:lnTo>
                    <a:pt x="200" y="313"/>
                  </a:lnTo>
                  <a:cubicBezTo>
                    <a:pt x="202" y="312"/>
                    <a:pt x="203" y="312"/>
                    <a:pt x="204" y="312"/>
                  </a:cubicBezTo>
                  <a:close/>
                  <a:moveTo>
                    <a:pt x="159" y="328"/>
                  </a:moveTo>
                  <a:lnTo>
                    <a:pt x="177" y="329"/>
                  </a:lnTo>
                  <a:cubicBezTo>
                    <a:pt x="202" y="329"/>
                    <a:pt x="202" y="329"/>
                    <a:pt x="186" y="333"/>
                  </a:cubicBezTo>
                  <a:cubicBezTo>
                    <a:pt x="182" y="334"/>
                    <a:pt x="177" y="335"/>
                    <a:pt x="173" y="335"/>
                  </a:cubicBezTo>
                  <a:cubicBezTo>
                    <a:pt x="169" y="335"/>
                    <a:pt x="164" y="334"/>
                    <a:pt x="160" y="333"/>
                  </a:cubicBezTo>
                  <a:cubicBezTo>
                    <a:pt x="160" y="331"/>
                    <a:pt x="159" y="328"/>
                    <a:pt x="159" y="328"/>
                  </a:cubicBezTo>
                  <a:close/>
                  <a:moveTo>
                    <a:pt x="228" y="375"/>
                  </a:moveTo>
                  <a:cubicBezTo>
                    <a:pt x="237" y="379"/>
                    <a:pt x="237" y="379"/>
                    <a:pt x="220" y="380"/>
                  </a:cubicBezTo>
                  <a:lnTo>
                    <a:pt x="202" y="379"/>
                  </a:lnTo>
                  <a:cubicBezTo>
                    <a:pt x="201" y="377"/>
                    <a:pt x="210" y="377"/>
                    <a:pt x="228" y="375"/>
                  </a:cubicBezTo>
                  <a:close/>
                  <a:moveTo>
                    <a:pt x="198" y="401"/>
                  </a:moveTo>
                  <a:lnTo>
                    <a:pt x="198" y="404"/>
                  </a:lnTo>
                  <a:cubicBezTo>
                    <a:pt x="193" y="405"/>
                    <a:pt x="188" y="406"/>
                    <a:pt x="184" y="406"/>
                  </a:cubicBezTo>
                  <a:cubicBezTo>
                    <a:pt x="182" y="406"/>
                    <a:pt x="181" y="406"/>
                    <a:pt x="181" y="405"/>
                  </a:cubicBezTo>
                  <a:lnTo>
                    <a:pt x="180" y="402"/>
                  </a:lnTo>
                  <a:cubicBezTo>
                    <a:pt x="186" y="401"/>
                    <a:pt x="192" y="401"/>
                    <a:pt x="198" y="401"/>
                  </a:cubicBezTo>
                  <a:close/>
                  <a:moveTo>
                    <a:pt x="270" y="419"/>
                  </a:moveTo>
                  <a:lnTo>
                    <a:pt x="261" y="420"/>
                  </a:lnTo>
                  <a:lnTo>
                    <a:pt x="253" y="423"/>
                  </a:lnTo>
                  <a:lnTo>
                    <a:pt x="270" y="419"/>
                  </a:lnTo>
                  <a:close/>
                  <a:moveTo>
                    <a:pt x="173" y="452"/>
                  </a:moveTo>
                  <a:cubicBezTo>
                    <a:pt x="175" y="452"/>
                    <a:pt x="181" y="455"/>
                    <a:pt x="181" y="456"/>
                  </a:cubicBezTo>
                  <a:lnTo>
                    <a:pt x="172" y="457"/>
                  </a:lnTo>
                  <a:cubicBezTo>
                    <a:pt x="172" y="455"/>
                    <a:pt x="163" y="454"/>
                    <a:pt x="172" y="453"/>
                  </a:cubicBezTo>
                  <a:cubicBezTo>
                    <a:pt x="172" y="452"/>
                    <a:pt x="172" y="452"/>
                    <a:pt x="173" y="452"/>
                  </a:cubicBezTo>
                  <a:close/>
                  <a:moveTo>
                    <a:pt x="230" y="461"/>
                  </a:moveTo>
                  <a:cubicBezTo>
                    <a:pt x="232" y="461"/>
                    <a:pt x="234" y="462"/>
                    <a:pt x="234" y="463"/>
                  </a:cubicBezTo>
                  <a:cubicBezTo>
                    <a:pt x="243" y="463"/>
                    <a:pt x="235" y="467"/>
                    <a:pt x="218" y="469"/>
                  </a:cubicBezTo>
                  <a:cubicBezTo>
                    <a:pt x="217" y="465"/>
                    <a:pt x="217" y="465"/>
                    <a:pt x="217" y="463"/>
                  </a:cubicBezTo>
                  <a:cubicBezTo>
                    <a:pt x="222" y="462"/>
                    <a:pt x="227" y="461"/>
                    <a:pt x="230" y="461"/>
                  </a:cubicBezTo>
                  <a:close/>
                  <a:moveTo>
                    <a:pt x="237" y="481"/>
                  </a:moveTo>
                  <a:lnTo>
                    <a:pt x="237" y="483"/>
                  </a:lnTo>
                  <a:cubicBezTo>
                    <a:pt x="238" y="487"/>
                    <a:pt x="238" y="487"/>
                    <a:pt x="229" y="488"/>
                  </a:cubicBezTo>
                  <a:lnTo>
                    <a:pt x="229" y="485"/>
                  </a:lnTo>
                  <a:lnTo>
                    <a:pt x="237" y="481"/>
                  </a:lnTo>
                  <a:close/>
                  <a:moveTo>
                    <a:pt x="266" y="502"/>
                  </a:moveTo>
                  <a:cubicBezTo>
                    <a:pt x="261" y="503"/>
                    <a:pt x="255" y="506"/>
                    <a:pt x="251" y="508"/>
                  </a:cubicBezTo>
                  <a:cubicBezTo>
                    <a:pt x="251" y="509"/>
                    <a:pt x="253" y="509"/>
                    <a:pt x="255" y="509"/>
                  </a:cubicBezTo>
                  <a:cubicBezTo>
                    <a:pt x="257" y="509"/>
                    <a:pt x="260" y="509"/>
                    <a:pt x="260" y="509"/>
                  </a:cubicBezTo>
                  <a:cubicBezTo>
                    <a:pt x="260" y="509"/>
                    <a:pt x="267" y="507"/>
                    <a:pt x="267" y="504"/>
                  </a:cubicBezTo>
                  <a:lnTo>
                    <a:pt x="266" y="502"/>
                  </a:lnTo>
                  <a:close/>
                  <a:moveTo>
                    <a:pt x="215" y="528"/>
                  </a:moveTo>
                  <a:cubicBezTo>
                    <a:pt x="219" y="528"/>
                    <a:pt x="219" y="529"/>
                    <a:pt x="219" y="529"/>
                  </a:cubicBezTo>
                  <a:cubicBezTo>
                    <a:pt x="220" y="531"/>
                    <a:pt x="220" y="534"/>
                    <a:pt x="212" y="535"/>
                  </a:cubicBezTo>
                  <a:cubicBezTo>
                    <a:pt x="212" y="535"/>
                    <a:pt x="208" y="536"/>
                    <a:pt x="206" y="536"/>
                  </a:cubicBezTo>
                  <a:cubicBezTo>
                    <a:pt x="204" y="536"/>
                    <a:pt x="203" y="536"/>
                    <a:pt x="203" y="535"/>
                  </a:cubicBezTo>
                  <a:cubicBezTo>
                    <a:pt x="202" y="533"/>
                    <a:pt x="210" y="528"/>
                    <a:pt x="210" y="528"/>
                  </a:cubicBezTo>
                  <a:cubicBezTo>
                    <a:pt x="212" y="528"/>
                    <a:pt x="213" y="528"/>
                    <a:pt x="215" y="528"/>
                  </a:cubicBezTo>
                  <a:close/>
                  <a:moveTo>
                    <a:pt x="331" y="532"/>
                  </a:moveTo>
                  <a:cubicBezTo>
                    <a:pt x="330" y="532"/>
                    <a:pt x="328" y="533"/>
                    <a:pt x="325" y="535"/>
                  </a:cubicBezTo>
                  <a:lnTo>
                    <a:pt x="325" y="539"/>
                  </a:lnTo>
                  <a:cubicBezTo>
                    <a:pt x="334" y="538"/>
                    <a:pt x="334" y="538"/>
                    <a:pt x="332" y="536"/>
                  </a:cubicBezTo>
                  <a:cubicBezTo>
                    <a:pt x="332" y="533"/>
                    <a:pt x="332" y="532"/>
                    <a:pt x="331" y="532"/>
                  </a:cubicBezTo>
                  <a:close/>
                  <a:moveTo>
                    <a:pt x="225" y="570"/>
                  </a:moveTo>
                  <a:cubicBezTo>
                    <a:pt x="226" y="570"/>
                    <a:pt x="226" y="571"/>
                    <a:pt x="227" y="574"/>
                  </a:cubicBezTo>
                  <a:cubicBezTo>
                    <a:pt x="227" y="576"/>
                    <a:pt x="219" y="577"/>
                    <a:pt x="219" y="577"/>
                  </a:cubicBezTo>
                  <a:cubicBezTo>
                    <a:pt x="218" y="578"/>
                    <a:pt x="217" y="578"/>
                    <a:pt x="216" y="578"/>
                  </a:cubicBezTo>
                  <a:cubicBezTo>
                    <a:pt x="214" y="578"/>
                    <a:pt x="219" y="575"/>
                    <a:pt x="218" y="573"/>
                  </a:cubicBezTo>
                  <a:cubicBezTo>
                    <a:pt x="222" y="571"/>
                    <a:pt x="224" y="570"/>
                    <a:pt x="225" y="570"/>
                  </a:cubicBezTo>
                  <a:close/>
                  <a:moveTo>
                    <a:pt x="58" y="592"/>
                  </a:moveTo>
                  <a:cubicBezTo>
                    <a:pt x="52" y="592"/>
                    <a:pt x="46" y="592"/>
                    <a:pt x="41" y="593"/>
                  </a:cubicBezTo>
                  <a:cubicBezTo>
                    <a:pt x="33" y="595"/>
                    <a:pt x="33" y="597"/>
                    <a:pt x="42" y="597"/>
                  </a:cubicBezTo>
                  <a:cubicBezTo>
                    <a:pt x="44" y="597"/>
                    <a:pt x="47" y="597"/>
                    <a:pt x="50" y="596"/>
                  </a:cubicBezTo>
                  <a:cubicBezTo>
                    <a:pt x="58" y="595"/>
                    <a:pt x="58" y="595"/>
                    <a:pt x="58" y="592"/>
                  </a:cubicBezTo>
                  <a:close/>
                  <a:moveTo>
                    <a:pt x="254" y="607"/>
                  </a:moveTo>
                  <a:cubicBezTo>
                    <a:pt x="258" y="607"/>
                    <a:pt x="257" y="610"/>
                    <a:pt x="243" y="614"/>
                  </a:cubicBezTo>
                  <a:cubicBezTo>
                    <a:pt x="239" y="615"/>
                    <a:pt x="237" y="616"/>
                    <a:pt x="236" y="616"/>
                  </a:cubicBezTo>
                  <a:cubicBezTo>
                    <a:pt x="235" y="616"/>
                    <a:pt x="234" y="615"/>
                    <a:pt x="234" y="613"/>
                  </a:cubicBezTo>
                  <a:cubicBezTo>
                    <a:pt x="239" y="611"/>
                    <a:pt x="245" y="610"/>
                    <a:pt x="251" y="608"/>
                  </a:cubicBezTo>
                  <a:cubicBezTo>
                    <a:pt x="252" y="608"/>
                    <a:pt x="253" y="607"/>
                    <a:pt x="254" y="607"/>
                  </a:cubicBezTo>
                  <a:close/>
                  <a:moveTo>
                    <a:pt x="254" y="627"/>
                  </a:moveTo>
                  <a:lnTo>
                    <a:pt x="254" y="629"/>
                  </a:lnTo>
                  <a:cubicBezTo>
                    <a:pt x="249" y="630"/>
                    <a:pt x="244" y="631"/>
                    <a:pt x="240" y="631"/>
                  </a:cubicBezTo>
                  <a:cubicBezTo>
                    <a:pt x="238" y="631"/>
                    <a:pt x="237" y="631"/>
                    <a:pt x="237" y="630"/>
                  </a:cubicBezTo>
                  <a:lnTo>
                    <a:pt x="245" y="627"/>
                  </a:lnTo>
                  <a:close/>
                  <a:moveTo>
                    <a:pt x="255" y="783"/>
                  </a:moveTo>
                  <a:lnTo>
                    <a:pt x="263" y="784"/>
                  </a:lnTo>
                  <a:lnTo>
                    <a:pt x="264" y="786"/>
                  </a:lnTo>
                  <a:cubicBezTo>
                    <a:pt x="258" y="787"/>
                    <a:pt x="253" y="788"/>
                    <a:pt x="250" y="788"/>
                  </a:cubicBezTo>
                  <a:cubicBezTo>
                    <a:pt x="248" y="788"/>
                    <a:pt x="247" y="788"/>
                    <a:pt x="246" y="787"/>
                  </a:cubicBezTo>
                  <a:lnTo>
                    <a:pt x="255" y="783"/>
                  </a:lnTo>
                  <a:close/>
                  <a:moveTo>
                    <a:pt x="281" y="839"/>
                  </a:moveTo>
                  <a:cubicBezTo>
                    <a:pt x="282" y="841"/>
                    <a:pt x="282" y="841"/>
                    <a:pt x="273" y="843"/>
                  </a:cubicBezTo>
                  <a:cubicBezTo>
                    <a:pt x="267" y="844"/>
                    <a:pt x="262" y="844"/>
                    <a:pt x="256" y="844"/>
                  </a:cubicBezTo>
                  <a:cubicBezTo>
                    <a:pt x="256" y="841"/>
                    <a:pt x="273" y="841"/>
                    <a:pt x="281" y="839"/>
                  </a:cubicBezTo>
                  <a:close/>
                  <a:moveTo>
                    <a:pt x="341" y="867"/>
                  </a:moveTo>
                  <a:cubicBezTo>
                    <a:pt x="343" y="867"/>
                    <a:pt x="345" y="868"/>
                    <a:pt x="347" y="868"/>
                  </a:cubicBezTo>
                  <a:lnTo>
                    <a:pt x="347" y="870"/>
                  </a:lnTo>
                  <a:cubicBezTo>
                    <a:pt x="342" y="871"/>
                    <a:pt x="336" y="872"/>
                    <a:pt x="333" y="872"/>
                  </a:cubicBezTo>
                  <a:cubicBezTo>
                    <a:pt x="331" y="872"/>
                    <a:pt x="330" y="872"/>
                    <a:pt x="330" y="871"/>
                  </a:cubicBezTo>
                  <a:lnTo>
                    <a:pt x="330" y="868"/>
                  </a:lnTo>
                  <a:cubicBezTo>
                    <a:pt x="334" y="868"/>
                    <a:pt x="338" y="867"/>
                    <a:pt x="341" y="867"/>
                  </a:cubicBezTo>
                  <a:close/>
                  <a:moveTo>
                    <a:pt x="293" y="907"/>
                  </a:moveTo>
                  <a:lnTo>
                    <a:pt x="302" y="908"/>
                  </a:lnTo>
                  <a:lnTo>
                    <a:pt x="302" y="911"/>
                  </a:lnTo>
                  <a:cubicBezTo>
                    <a:pt x="297" y="911"/>
                    <a:pt x="291" y="913"/>
                    <a:pt x="288" y="913"/>
                  </a:cubicBezTo>
                  <a:cubicBezTo>
                    <a:pt x="286" y="913"/>
                    <a:pt x="285" y="912"/>
                    <a:pt x="285" y="912"/>
                  </a:cubicBezTo>
                  <a:lnTo>
                    <a:pt x="293" y="907"/>
                  </a:lnTo>
                  <a:close/>
                  <a:moveTo>
                    <a:pt x="325" y="1071"/>
                  </a:moveTo>
                  <a:cubicBezTo>
                    <a:pt x="328" y="1071"/>
                    <a:pt x="330" y="1072"/>
                    <a:pt x="330" y="1073"/>
                  </a:cubicBezTo>
                  <a:cubicBezTo>
                    <a:pt x="331" y="1078"/>
                    <a:pt x="331" y="1078"/>
                    <a:pt x="322" y="1080"/>
                  </a:cubicBezTo>
                  <a:cubicBezTo>
                    <a:pt x="322" y="1080"/>
                    <a:pt x="321" y="1080"/>
                    <a:pt x="320" y="1080"/>
                  </a:cubicBezTo>
                  <a:cubicBezTo>
                    <a:pt x="314" y="1080"/>
                    <a:pt x="313" y="1076"/>
                    <a:pt x="313" y="1074"/>
                  </a:cubicBezTo>
                  <a:cubicBezTo>
                    <a:pt x="317" y="1072"/>
                    <a:pt x="322" y="1071"/>
                    <a:pt x="325" y="1071"/>
                  </a:cubicBezTo>
                  <a:close/>
                  <a:moveTo>
                    <a:pt x="355" y="1169"/>
                  </a:moveTo>
                  <a:lnTo>
                    <a:pt x="356" y="1171"/>
                  </a:lnTo>
                  <a:cubicBezTo>
                    <a:pt x="350" y="1172"/>
                    <a:pt x="345" y="1173"/>
                    <a:pt x="342" y="1173"/>
                  </a:cubicBezTo>
                  <a:cubicBezTo>
                    <a:pt x="340" y="1173"/>
                    <a:pt x="339" y="1173"/>
                    <a:pt x="339" y="1172"/>
                  </a:cubicBezTo>
                  <a:lnTo>
                    <a:pt x="338" y="1170"/>
                  </a:lnTo>
                  <a:cubicBezTo>
                    <a:pt x="344" y="1169"/>
                    <a:pt x="349" y="1169"/>
                    <a:pt x="355" y="1169"/>
                  </a:cubicBezTo>
                  <a:close/>
                  <a:moveTo>
                    <a:pt x="424" y="1250"/>
                  </a:moveTo>
                  <a:cubicBezTo>
                    <a:pt x="424" y="1250"/>
                    <a:pt x="423" y="1250"/>
                    <a:pt x="421" y="1251"/>
                  </a:cubicBezTo>
                  <a:lnTo>
                    <a:pt x="421" y="1251"/>
                  </a:lnTo>
                  <a:cubicBezTo>
                    <a:pt x="421" y="1250"/>
                    <a:pt x="421" y="1250"/>
                    <a:pt x="421" y="1250"/>
                  </a:cubicBezTo>
                  <a:cubicBezTo>
                    <a:pt x="423" y="1250"/>
                    <a:pt x="424" y="1250"/>
                    <a:pt x="424" y="1250"/>
                  </a:cubicBezTo>
                  <a:close/>
                  <a:moveTo>
                    <a:pt x="435" y="1356"/>
                  </a:moveTo>
                  <a:cubicBezTo>
                    <a:pt x="439" y="1356"/>
                    <a:pt x="440" y="1357"/>
                    <a:pt x="440" y="1357"/>
                  </a:cubicBezTo>
                  <a:cubicBezTo>
                    <a:pt x="440" y="1359"/>
                    <a:pt x="440" y="1359"/>
                    <a:pt x="431" y="1362"/>
                  </a:cubicBezTo>
                  <a:cubicBezTo>
                    <a:pt x="431" y="1362"/>
                    <a:pt x="429" y="1362"/>
                    <a:pt x="427" y="1362"/>
                  </a:cubicBezTo>
                  <a:cubicBezTo>
                    <a:pt x="425" y="1362"/>
                    <a:pt x="423" y="1362"/>
                    <a:pt x="423" y="1360"/>
                  </a:cubicBezTo>
                  <a:lnTo>
                    <a:pt x="431" y="1356"/>
                  </a:lnTo>
                  <a:cubicBezTo>
                    <a:pt x="433" y="1356"/>
                    <a:pt x="434" y="1356"/>
                    <a:pt x="435" y="1356"/>
                  </a:cubicBezTo>
                  <a:close/>
                  <a:moveTo>
                    <a:pt x="444" y="1383"/>
                  </a:moveTo>
                  <a:lnTo>
                    <a:pt x="452" y="1384"/>
                  </a:lnTo>
                  <a:lnTo>
                    <a:pt x="454" y="1386"/>
                  </a:lnTo>
                  <a:cubicBezTo>
                    <a:pt x="447" y="1387"/>
                    <a:pt x="442" y="1388"/>
                    <a:pt x="438" y="1388"/>
                  </a:cubicBezTo>
                  <a:cubicBezTo>
                    <a:pt x="437" y="1388"/>
                    <a:pt x="436" y="1388"/>
                    <a:pt x="436" y="1387"/>
                  </a:cubicBezTo>
                  <a:lnTo>
                    <a:pt x="444" y="1383"/>
                  </a:lnTo>
                  <a:close/>
                  <a:moveTo>
                    <a:pt x="391" y="1411"/>
                  </a:moveTo>
                  <a:cubicBezTo>
                    <a:pt x="393" y="1411"/>
                    <a:pt x="395" y="1412"/>
                    <a:pt x="398" y="1412"/>
                  </a:cubicBezTo>
                  <a:cubicBezTo>
                    <a:pt x="405" y="1412"/>
                    <a:pt x="406" y="1414"/>
                    <a:pt x="398" y="1416"/>
                  </a:cubicBezTo>
                  <a:cubicBezTo>
                    <a:pt x="394" y="1417"/>
                    <a:pt x="392" y="1417"/>
                    <a:pt x="391" y="1417"/>
                  </a:cubicBezTo>
                  <a:cubicBezTo>
                    <a:pt x="390" y="1417"/>
                    <a:pt x="390" y="1417"/>
                    <a:pt x="390" y="1415"/>
                  </a:cubicBezTo>
                  <a:cubicBezTo>
                    <a:pt x="389" y="1412"/>
                    <a:pt x="389" y="1411"/>
                    <a:pt x="391" y="1411"/>
                  </a:cubicBezTo>
                  <a:close/>
                  <a:moveTo>
                    <a:pt x="400" y="1428"/>
                  </a:moveTo>
                  <a:lnTo>
                    <a:pt x="401" y="1431"/>
                  </a:lnTo>
                  <a:cubicBezTo>
                    <a:pt x="401" y="1433"/>
                    <a:pt x="401" y="1433"/>
                    <a:pt x="392" y="1434"/>
                  </a:cubicBezTo>
                  <a:lnTo>
                    <a:pt x="392" y="1432"/>
                  </a:lnTo>
                  <a:lnTo>
                    <a:pt x="400" y="1428"/>
                  </a:lnTo>
                  <a:close/>
                  <a:moveTo>
                    <a:pt x="386" y="1450"/>
                  </a:moveTo>
                  <a:cubicBezTo>
                    <a:pt x="386" y="1451"/>
                    <a:pt x="388" y="1451"/>
                    <a:pt x="389" y="1451"/>
                  </a:cubicBezTo>
                  <a:cubicBezTo>
                    <a:pt x="390" y="1451"/>
                    <a:pt x="391" y="1451"/>
                    <a:pt x="386" y="1450"/>
                  </a:cubicBezTo>
                  <a:close/>
                  <a:moveTo>
                    <a:pt x="404" y="1452"/>
                  </a:moveTo>
                  <a:lnTo>
                    <a:pt x="404" y="1455"/>
                  </a:lnTo>
                  <a:cubicBezTo>
                    <a:pt x="405" y="1457"/>
                    <a:pt x="405" y="1457"/>
                    <a:pt x="396" y="1458"/>
                  </a:cubicBezTo>
                  <a:lnTo>
                    <a:pt x="396" y="1456"/>
                  </a:lnTo>
                  <a:lnTo>
                    <a:pt x="404" y="1452"/>
                  </a:lnTo>
                  <a:close/>
                  <a:moveTo>
                    <a:pt x="424" y="1473"/>
                  </a:moveTo>
                  <a:lnTo>
                    <a:pt x="426" y="1475"/>
                  </a:lnTo>
                  <a:cubicBezTo>
                    <a:pt x="426" y="1477"/>
                    <a:pt x="418" y="1478"/>
                    <a:pt x="418" y="1478"/>
                  </a:cubicBezTo>
                  <a:cubicBezTo>
                    <a:pt x="418" y="1478"/>
                    <a:pt x="414" y="1479"/>
                    <a:pt x="411" y="1479"/>
                  </a:cubicBezTo>
                  <a:cubicBezTo>
                    <a:pt x="410" y="1479"/>
                    <a:pt x="409" y="1479"/>
                    <a:pt x="409" y="1478"/>
                  </a:cubicBezTo>
                  <a:cubicBezTo>
                    <a:pt x="413" y="1475"/>
                    <a:pt x="419" y="1474"/>
                    <a:pt x="424" y="1473"/>
                  </a:cubicBezTo>
                  <a:close/>
                  <a:moveTo>
                    <a:pt x="432" y="1568"/>
                  </a:moveTo>
                  <a:cubicBezTo>
                    <a:pt x="441" y="1569"/>
                    <a:pt x="450" y="1570"/>
                    <a:pt x="442" y="1571"/>
                  </a:cubicBezTo>
                  <a:cubicBezTo>
                    <a:pt x="437" y="1572"/>
                    <a:pt x="430" y="1572"/>
                    <a:pt x="424" y="1572"/>
                  </a:cubicBezTo>
                  <a:cubicBezTo>
                    <a:pt x="424" y="1572"/>
                    <a:pt x="415" y="1571"/>
                    <a:pt x="424" y="1570"/>
                  </a:cubicBezTo>
                  <a:lnTo>
                    <a:pt x="432" y="1568"/>
                  </a:lnTo>
                  <a:close/>
                  <a:moveTo>
                    <a:pt x="479" y="1642"/>
                  </a:moveTo>
                  <a:cubicBezTo>
                    <a:pt x="482" y="1642"/>
                    <a:pt x="486" y="1642"/>
                    <a:pt x="488" y="1643"/>
                  </a:cubicBezTo>
                  <a:cubicBezTo>
                    <a:pt x="490" y="1645"/>
                    <a:pt x="490" y="1645"/>
                    <a:pt x="481" y="1646"/>
                  </a:cubicBezTo>
                  <a:cubicBezTo>
                    <a:pt x="478" y="1647"/>
                    <a:pt x="474" y="1648"/>
                    <a:pt x="472" y="1648"/>
                  </a:cubicBezTo>
                  <a:cubicBezTo>
                    <a:pt x="467" y="1648"/>
                    <a:pt x="464" y="1647"/>
                    <a:pt x="464" y="1645"/>
                  </a:cubicBezTo>
                  <a:cubicBezTo>
                    <a:pt x="463" y="1644"/>
                    <a:pt x="471" y="1642"/>
                    <a:pt x="479" y="1642"/>
                  </a:cubicBezTo>
                  <a:close/>
                  <a:moveTo>
                    <a:pt x="550" y="1971"/>
                  </a:moveTo>
                  <a:cubicBezTo>
                    <a:pt x="552" y="1971"/>
                    <a:pt x="553" y="1971"/>
                    <a:pt x="553" y="1972"/>
                  </a:cubicBezTo>
                  <a:cubicBezTo>
                    <a:pt x="569" y="1973"/>
                    <a:pt x="559" y="1975"/>
                    <a:pt x="544" y="1975"/>
                  </a:cubicBezTo>
                  <a:cubicBezTo>
                    <a:pt x="542" y="1975"/>
                    <a:pt x="539" y="1975"/>
                    <a:pt x="537" y="1975"/>
                  </a:cubicBezTo>
                  <a:cubicBezTo>
                    <a:pt x="530" y="1976"/>
                    <a:pt x="527" y="1976"/>
                    <a:pt x="525" y="1976"/>
                  </a:cubicBezTo>
                  <a:cubicBezTo>
                    <a:pt x="522" y="1976"/>
                    <a:pt x="526" y="1975"/>
                    <a:pt x="537" y="1973"/>
                  </a:cubicBezTo>
                  <a:cubicBezTo>
                    <a:pt x="542" y="1972"/>
                    <a:pt x="547" y="1971"/>
                    <a:pt x="550" y="1971"/>
                  </a:cubicBezTo>
                  <a:close/>
                  <a:moveTo>
                    <a:pt x="119" y="1"/>
                  </a:moveTo>
                  <a:cubicBezTo>
                    <a:pt x="112" y="1"/>
                    <a:pt x="105" y="3"/>
                    <a:pt x="113" y="5"/>
                  </a:cubicBezTo>
                  <a:lnTo>
                    <a:pt x="105" y="10"/>
                  </a:lnTo>
                  <a:cubicBezTo>
                    <a:pt x="86" y="13"/>
                    <a:pt x="82" y="16"/>
                    <a:pt x="89" y="16"/>
                  </a:cubicBezTo>
                  <a:cubicBezTo>
                    <a:pt x="92" y="16"/>
                    <a:pt x="98" y="16"/>
                    <a:pt x="105" y="14"/>
                  </a:cubicBezTo>
                  <a:cubicBezTo>
                    <a:pt x="117" y="12"/>
                    <a:pt x="123" y="11"/>
                    <a:pt x="125" y="11"/>
                  </a:cubicBezTo>
                  <a:cubicBezTo>
                    <a:pt x="127" y="11"/>
                    <a:pt x="123" y="12"/>
                    <a:pt x="114" y="15"/>
                  </a:cubicBezTo>
                  <a:cubicBezTo>
                    <a:pt x="97" y="19"/>
                    <a:pt x="98" y="21"/>
                    <a:pt x="98" y="23"/>
                  </a:cubicBezTo>
                  <a:cubicBezTo>
                    <a:pt x="98" y="25"/>
                    <a:pt x="98" y="25"/>
                    <a:pt x="90" y="27"/>
                  </a:cubicBezTo>
                  <a:cubicBezTo>
                    <a:pt x="81" y="29"/>
                    <a:pt x="73" y="32"/>
                    <a:pt x="74" y="36"/>
                  </a:cubicBezTo>
                  <a:cubicBezTo>
                    <a:pt x="74" y="37"/>
                    <a:pt x="74" y="37"/>
                    <a:pt x="75" y="37"/>
                  </a:cubicBezTo>
                  <a:cubicBezTo>
                    <a:pt x="76" y="37"/>
                    <a:pt x="78" y="37"/>
                    <a:pt x="82" y="36"/>
                  </a:cubicBezTo>
                  <a:cubicBezTo>
                    <a:pt x="84" y="35"/>
                    <a:pt x="86" y="34"/>
                    <a:pt x="87" y="34"/>
                  </a:cubicBezTo>
                  <a:cubicBezTo>
                    <a:pt x="90" y="34"/>
                    <a:pt x="88" y="38"/>
                    <a:pt x="76" y="42"/>
                  </a:cubicBezTo>
                  <a:cubicBezTo>
                    <a:pt x="72" y="44"/>
                    <a:pt x="70" y="45"/>
                    <a:pt x="71" y="45"/>
                  </a:cubicBezTo>
                  <a:cubicBezTo>
                    <a:pt x="72" y="45"/>
                    <a:pt x="76" y="44"/>
                    <a:pt x="85" y="42"/>
                  </a:cubicBezTo>
                  <a:cubicBezTo>
                    <a:pt x="87" y="42"/>
                    <a:pt x="90" y="42"/>
                    <a:pt x="92" y="42"/>
                  </a:cubicBezTo>
                  <a:cubicBezTo>
                    <a:pt x="100" y="42"/>
                    <a:pt x="99" y="46"/>
                    <a:pt x="86" y="50"/>
                  </a:cubicBezTo>
                  <a:lnTo>
                    <a:pt x="86" y="55"/>
                  </a:lnTo>
                  <a:cubicBezTo>
                    <a:pt x="86" y="56"/>
                    <a:pt x="88" y="56"/>
                    <a:pt x="90" y="56"/>
                  </a:cubicBezTo>
                  <a:cubicBezTo>
                    <a:pt x="93" y="56"/>
                    <a:pt x="98" y="55"/>
                    <a:pt x="104" y="54"/>
                  </a:cubicBezTo>
                  <a:cubicBezTo>
                    <a:pt x="111" y="52"/>
                    <a:pt x="115" y="51"/>
                    <a:pt x="116" y="51"/>
                  </a:cubicBezTo>
                  <a:cubicBezTo>
                    <a:pt x="118" y="51"/>
                    <a:pt x="116" y="52"/>
                    <a:pt x="111" y="55"/>
                  </a:cubicBezTo>
                  <a:cubicBezTo>
                    <a:pt x="107" y="57"/>
                    <a:pt x="101" y="59"/>
                    <a:pt x="96" y="60"/>
                  </a:cubicBezTo>
                  <a:cubicBezTo>
                    <a:pt x="87" y="61"/>
                    <a:pt x="88" y="64"/>
                    <a:pt x="88" y="67"/>
                  </a:cubicBezTo>
                  <a:cubicBezTo>
                    <a:pt x="88" y="69"/>
                    <a:pt x="89" y="72"/>
                    <a:pt x="94" y="72"/>
                  </a:cubicBezTo>
                  <a:cubicBezTo>
                    <a:pt x="95" y="72"/>
                    <a:pt x="96" y="72"/>
                    <a:pt x="98" y="71"/>
                  </a:cubicBezTo>
                  <a:cubicBezTo>
                    <a:pt x="100" y="71"/>
                    <a:pt x="101" y="71"/>
                    <a:pt x="101" y="71"/>
                  </a:cubicBezTo>
                  <a:lnTo>
                    <a:pt x="101" y="71"/>
                  </a:lnTo>
                  <a:cubicBezTo>
                    <a:pt x="102" y="71"/>
                    <a:pt x="96" y="72"/>
                    <a:pt x="89" y="74"/>
                  </a:cubicBezTo>
                  <a:cubicBezTo>
                    <a:pt x="90" y="75"/>
                    <a:pt x="85" y="76"/>
                    <a:pt x="86" y="76"/>
                  </a:cubicBezTo>
                  <a:cubicBezTo>
                    <a:pt x="87" y="76"/>
                    <a:pt x="88" y="76"/>
                    <a:pt x="90" y="76"/>
                  </a:cubicBezTo>
                  <a:lnTo>
                    <a:pt x="90" y="76"/>
                  </a:lnTo>
                  <a:cubicBezTo>
                    <a:pt x="90" y="76"/>
                    <a:pt x="90" y="78"/>
                    <a:pt x="82" y="85"/>
                  </a:cubicBezTo>
                  <a:cubicBezTo>
                    <a:pt x="78" y="88"/>
                    <a:pt x="82" y="91"/>
                    <a:pt x="89" y="91"/>
                  </a:cubicBezTo>
                  <a:cubicBezTo>
                    <a:pt x="94" y="91"/>
                    <a:pt x="101" y="89"/>
                    <a:pt x="108" y="85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3"/>
                    <a:pt x="109" y="84"/>
                    <a:pt x="109" y="87"/>
                  </a:cubicBezTo>
                  <a:cubicBezTo>
                    <a:pt x="109" y="88"/>
                    <a:pt x="110" y="88"/>
                    <a:pt x="111" y="88"/>
                  </a:cubicBezTo>
                  <a:cubicBezTo>
                    <a:pt x="114" y="88"/>
                    <a:pt x="117" y="87"/>
                    <a:pt x="117" y="87"/>
                  </a:cubicBezTo>
                  <a:cubicBezTo>
                    <a:pt x="119" y="87"/>
                    <a:pt x="120" y="87"/>
                    <a:pt x="121" y="87"/>
                  </a:cubicBezTo>
                  <a:cubicBezTo>
                    <a:pt x="126" y="87"/>
                    <a:pt x="126" y="89"/>
                    <a:pt x="127" y="91"/>
                  </a:cubicBezTo>
                  <a:lnTo>
                    <a:pt x="110" y="94"/>
                  </a:lnTo>
                  <a:cubicBezTo>
                    <a:pt x="88" y="96"/>
                    <a:pt x="79" y="101"/>
                    <a:pt x="94" y="101"/>
                  </a:cubicBezTo>
                  <a:cubicBezTo>
                    <a:pt x="96" y="101"/>
                    <a:pt x="99" y="101"/>
                    <a:pt x="102" y="101"/>
                  </a:cubicBezTo>
                  <a:lnTo>
                    <a:pt x="102" y="101"/>
                  </a:lnTo>
                  <a:lnTo>
                    <a:pt x="94" y="102"/>
                  </a:lnTo>
                  <a:cubicBezTo>
                    <a:pt x="86" y="104"/>
                    <a:pt x="86" y="106"/>
                    <a:pt x="96" y="109"/>
                  </a:cubicBezTo>
                  <a:cubicBezTo>
                    <a:pt x="96" y="110"/>
                    <a:pt x="100" y="110"/>
                    <a:pt x="105" y="110"/>
                  </a:cubicBezTo>
                  <a:cubicBezTo>
                    <a:pt x="111" y="110"/>
                    <a:pt x="117" y="110"/>
                    <a:pt x="122" y="109"/>
                  </a:cubicBezTo>
                  <a:cubicBezTo>
                    <a:pt x="123" y="108"/>
                    <a:pt x="124" y="108"/>
                    <a:pt x="125" y="108"/>
                  </a:cubicBezTo>
                  <a:cubicBezTo>
                    <a:pt x="129" y="108"/>
                    <a:pt x="129" y="110"/>
                    <a:pt x="129" y="110"/>
                  </a:cubicBezTo>
                  <a:cubicBezTo>
                    <a:pt x="131" y="112"/>
                    <a:pt x="131" y="112"/>
                    <a:pt x="122" y="113"/>
                  </a:cubicBezTo>
                  <a:cubicBezTo>
                    <a:pt x="106" y="116"/>
                    <a:pt x="106" y="121"/>
                    <a:pt x="119" y="121"/>
                  </a:cubicBezTo>
                  <a:cubicBezTo>
                    <a:pt x="120" y="121"/>
                    <a:pt x="121" y="121"/>
                    <a:pt x="123" y="121"/>
                  </a:cubicBezTo>
                  <a:lnTo>
                    <a:pt x="123" y="121"/>
                  </a:lnTo>
                  <a:lnTo>
                    <a:pt x="115" y="122"/>
                  </a:lnTo>
                  <a:cubicBezTo>
                    <a:pt x="106" y="124"/>
                    <a:pt x="98" y="128"/>
                    <a:pt x="109" y="138"/>
                  </a:cubicBezTo>
                  <a:cubicBezTo>
                    <a:pt x="110" y="148"/>
                    <a:pt x="111" y="154"/>
                    <a:pt x="104" y="157"/>
                  </a:cubicBezTo>
                  <a:cubicBezTo>
                    <a:pt x="95" y="158"/>
                    <a:pt x="114" y="163"/>
                    <a:pt x="131" y="166"/>
                  </a:cubicBezTo>
                  <a:cubicBezTo>
                    <a:pt x="123" y="167"/>
                    <a:pt x="123" y="169"/>
                    <a:pt x="124" y="175"/>
                  </a:cubicBezTo>
                  <a:cubicBezTo>
                    <a:pt x="125" y="181"/>
                    <a:pt x="125" y="181"/>
                    <a:pt x="117" y="183"/>
                  </a:cubicBezTo>
                  <a:cubicBezTo>
                    <a:pt x="99" y="184"/>
                    <a:pt x="99" y="184"/>
                    <a:pt x="117" y="185"/>
                  </a:cubicBezTo>
                  <a:cubicBezTo>
                    <a:pt x="134" y="185"/>
                    <a:pt x="127" y="193"/>
                    <a:pt x="110" y="196"/>
                  </a:cubicBezTo>
                  <a:cubicBezTo>
                    <a:pt x="101" y="198"/>
                    <a:pt x="102" y="200"/>
                    <a:pt x="104" y="205"/>
                  </a:cubicBezTo>
                  <a:cubicBezTo>
                    <a:pt x="111" y="206"/>
                    <a:pt x="113" y="211"/>
                    <a:pt x="114" y="215"/>
                  </a:cubicBezTo>
                  <a:cubicBezTo>
                    <a:pt x="114" y="219"/>
                    <a:pt x="115" y="221"/>
                    <a:pt x="119" y="221"/>
                  </a:cubicBezTo>
                  <a:cubicBezTo>
                    <a:pt x="122" y="221"/>
                    <a:pt x="125" y="220"/>
                    <a:pt x="132" y="220"/>
                  </a:cubicBezTo>
                  <a:cubicBezTo>
                    <a:pt x="137" y="218"/>
                    <a:pt x="141" y="218"/>
                    <a:pt x="144" y="218"/>
                  </a:cubicBezTo>
                  <a:cubicBezTo>
                    <a:pt x="149" y="218"/>
                    <a:pt x="149" y="220"/>
                    <a:pt x="150" y="223"/>
                  </a:cubicBezTo>
                  <a:cubicBezTo>
                    <a:pt x="150" y="225"/>
                    <a:pt x="150" y="227"/>
                    <a:pt x="142" y="230"/>
                  </a:cubicBezTo>
                  <a:cubicBezTo>
                    <a:pt x="142" y="230"/>
                    <a:pt x="134" y="233"/>
                    <a:pt x="134" y="235"/>
                  </a:cubicBezTo>
                  <a:cubicBezTo>
                    <a:pt x="135" y="238"/>
                    <a:pt x="135" y="240"/>
                    <a:pt x="127" y="242"/>
                  </a:cubicBezTo>
                  <a:cubicBezTo>
                    <a:pt x="127" y="242"/>
                    <a:pt x="118" y="246"/>
                    <a:pt x="119" y="251"/>
                  </a:cubicBezTo>
                  <a:cubicBezTo>
                    <a:pt x="120" y="255"/>
                    <a:pt x="122" y="260"/>
                    <a:pt x="113" y="262"/>
                  </a:cubicBezTo>
                  <a:cubicBezTo>
                    <a:pt x="113" y="263"/>
                    <a:pt x="113" y="264"/>
                    <a:pt x="115" y="264"/>
                  </a:cubicBezTo>
                  <a:cubicBezTo>
                    <a:pt x="116" y="264"/>
                    <a:pt x="118" y="263"/>
                    <a:pt x="122" y="262"/>
                  </a:cubicBezTo>
                  <a:cubicBezTo>
                    <a:pt x="123" y="262"/>
                    <a:pt x="125" y="262"/>
                    <a:pt x="127" y="262"/>
                  </a:cubicBezTo>
                  <a:cubicBezTo>
                    <a:pt x="133" y="262"/>
                    <a:pt x="137" y="264"/>
                    <a:pt x="132" y="272"/>
                  </a:cubicBezTo>
                  <a:cubicBezTo>
                    <a:pt x="133" y="277"/>
                    <a:pt x="134" y="283"/>
                    <a:pt x="140" y="283"/>
                  </a:cubicBezTo>
                  <a:cubicBezTo>
                    <a:pt x="141" y="283"/>
                    <a:pt x="142" y="283"/>
                    <a:pt x="143" y="282"/>
                  </a:cubicBezTo>
                  <a:lnTo>
                    <a:pt x="143" y="282"/>
                  </a:lnTo>
                  <a:cubicBezTo>
                    <a:pt x="143" y="285"/>
                    <a:pt x="143" y="285"/>
                    <a:pt x="134" y="287"/>
                  </a:cubicBezTo>
                  <a:cubicBezTo>
                    <a:pt x="118" y="290"/>
                    <a:pt x="118" y="295"/>
                    <a:pt x="136" y="296"/>
                  </a:cubicBezTo>
                  <a:cubicBezTo>
                    <a:pt x="137" y="296"/>
                    <a:pt x="139" y="296"/>
                    <a:pt x="140" y="296"/>
                  </a:cubicBezTo>
                  <a:cubicBezTo>
                    <a:pt x="144" y="296"/>
                    <a:pt x="144" y="298"/>
                    <a:pt x="137" y="301"/>
                  </a:cubicBezTo>
                  <a:cubicBezTo>
                    <a:pt x="137" y="301"/>
                    <a:pt x="137" y="304"/>
                    <a:pt x="146" y="304"/>
                  </a:cubicBezTo>
                  <a:cubicBezTo>
                    <a:pt x="155" y="305"/>
                    <a:pt x="155" y="305"/>
                    <a:pt x="147" y="312"/>
                  </a:cubicBezTo>
                  <a:cubicBezTo>
                    <a:pt x="138" y="313"/>
                    <a:pt x="140" y="315"/>
                    <a:pt x="140" y="317"/>
                  </a:cubicBezTo>
                  <a:cubicBezTo>
                    <a:pt x="148" y="321"/>
                    <a:pt x="153" y="346"/>
                    <a:pt x="145" y="351"/>
                  </a:cubicBezTo>
                  <a:cubicBezTo>
                    <a:pt x="154" y="351"/>
                    <a:pt x="154" y="351"/>
                    <a:pt x="154" y="354"/>
                  </a:cubicBezTo>
                  <a:cubicBezTo>
                    <a:pt x="145" y="357"/>
                    <a:pt x="144" y="359"/>
                    <a:pt x="148" y="359"/>
                  </a:cubicBezTo>
                  <a:cubicBezTo>
                    <a:pt x="151" y="359"/>
                    <a:pt x="156" y="358"/>
                    <a:pt x="163" y="356"/>
                  </a:cubicBezTo>
                  <a:lnTo>
                    <a:pt x="163" y="354"/>
                  </a:lnTo>
                  <a:lnTo>
                    <a:pt x="163" y="352"/>
                  </a:lnTo>
                  <a:cubicBezTo>
                    <a:pt x="166" y="351"/>
                    <a:pt x="169" y="351"/>
                    <a:pt x="171" y="351"/>
                  </a:cubicBezTo>
                  <a:cubicBezTo>
                    <a:pt x="179" y="351"/>
                    <a:pt x="176" y="356"/>
                    <a:pt x="155" y="361"/>
                  </a:cubicBezTo>
                  <a:cubicBezTo>
                    <a:pt x="144" y="365"/>
                    <a:pt x="141" y="366"/>
                    <a:pt x="146" y="366"/>
                  </a:cubicBezTo>
                  <a:cubicBezTo>
                    <a:pt x="148" y="366"/>
                    <a:pt x="151" y="366"/>
                    <a:pt x="156" y="365"/>
                  </a:cubicBezTo>
                  <a:cubicBezTo>
                    <a:pt x="159" y="365"/>
                    <a:pt x="162" y="365"/>
                    <a:pt x="163" y="365"/>
                  </a:cubicBezTo>
                  <a:cubicBezTo>
                    <a:pt x="173" y="365"/>
                    <a:pt x="171" y="367"/>
                    <a:pt x="157" y="372"/>
                  </a:cubicBezTo>
                  <a:cubicBezTo>
                    <a:pt x="147" y="374"/>
                    <a:pt x="143" y="375"/>
                    <a:pt x="146" y="375"/>
                  </a:cubicBezTo>
                  <a:cubicBezTo>
                    <a:pt x="148" y="375"/>
                    <a:pt x="152" y="375"/>
                    <a:pt x="159" y="374"/>
                  </a:cubicBezTo>
                  <a:cubicBezTo>
                    <a:pt x="162" y="374"/>
                    <a:pt x="164" y="374"/>
                    <a:pt x="167" y="374"/>
                  </a:cubicBezTo>
                  <a:cubicBezTo>
                    <a:pt x="194" y="374"/>
                    <a:pt x="199" y="379"/>
                    <a:pt x="169" y="384"/>
                  </a:cubicBezTo>
                  <a:cubicBezTo>
                    <a:pt x="152" y="388"/>
                    <a:pt x="144" y="392"/>
                    <a:pt x="144" y="395"/>
                  </a:cubicBezTo>
                  <a:cubicBezTo>
                    <a:pt x="144" y="395"/>
                    <a:pt x="146" y="396"/>
                    <a:pt x="148" y="396"/>
                  </a:cubicBezTo>
                  <a:cubicBezTo>
                    <a:pt x="151" y="396"/>
                    <a:pt x="156" y="395"/>
                    <a:pt x="161" y="393"/>
                  </a:cubicBezTo>
                  <a:cubicBezTo>
                    <a:pt x="167" y="391"/>
                    <a:pt x="171" y="390"/>
                    <a:pt x="173" y="390"/>
                  </a:cubicBezTo>
                  <a:cubicBezTo>
                    <a:pt x="175" y="390"/>
                    <a:pt x="172" y="393"/>
                    <a:pt x="162" y="398"/>
                  </a:cubicBezTo>
                  <a:cubicBezTo>
                    <a:pt x="138" y="410"/>
                    <a:pt x="140" y="415"/>
                    <a:pt x="157" y="419"/>
                  </a:cubicBezTo>
                  <a:cubicBezTo>
                    <a:pt x="172" y="424"/>
                    <a:pt x="175" y="430"/>
                    <a:pt x="167" y="430"/>
                  </a:cubicBezTo>
                  <a:cubicBezTo>
                    <a:pt x="165" y="430"/>
                    <a:pt x="162" y="429"/>
                    <a:pt x="159" y="428"/>
                  </a:cubicBezTo>
                  <a:cubicBezTo>
                    <a:pt x="152" y="428"/>
                    <a:pt x="148" y="428"/>
                    <a:pt x="146" y="428"/>
                  </a:cubicBezTo>
                  <a:cubicBezTo>
                    <a:pt x="142" y="428"/>
                    <a:pt x="144" y="428"/>
                    <a:pt x="151" y="430"/>
                  </a:cubicBezTo>
                  <a:cubicBezTo>
                    <a:pt x="151" y="435"/>
                    <a:pt x="152" y="439"/>
                    <a:pt x="152" y="442"/>
                  </a:cubicBezTo>
                  <a:cubicBezTo>
                    <a:pt x="153" y="443"/>
                    <a:pt x="156" y="444"/>
                    <a:pt x="161" y="444"/>
                  </a:cubicBezTo>
                  <a:cubicBezTo>
                    <a:pt x="164" y="444"/>
                    <a:pt x="167" y="444"/>
                    <a:pt x="170" y="443"/>
                  </a:cubicBezTo>
                  <a:lnTo>
                    <a:pt x="170" y="443"/>
                  </a:lnTo>
                  <a:cubicBezTo>
                    <a:pt x="153" y="448"/>
                    <a:pt x="146" y="455"/>
                    <a:pt x="163" y="456"/>
                  </a:cubicBezTo>
                  <a:lnTo>
                    <a:pt x="164" y="462"/>
                  </a:lnTo>
                  <a:cubicBezTo>
                    <a:pt x="164" y="464"/>
                    <a:pt x="164" y="464"/>
                    <a:pt x="173" y="464"/>
                  </a:cubicBezTo>
                  <a:cubicBezTo>
                    <a:pt x="182" y="465"/>
                    <a:pt x="174" y="470"/>
                    <a:pt x="166" y="473"/>
                  </a:cubicBezTo>
                  <a:cubicBezTo>
                    <a:pt x="160" y="477"/>
                    <a:pt x="153" y="480"/>
                    <a:pt x="156" y="480"/>
                  </a:cubicBezTo>
                  <a:cubicBezTo>
                    <a:pt x="157" y="480"/>
                    <a:pt x="158" y="480"/>
                    <a:pt x="159" y="480"/>
                  </a:cubicBezTo>
                  <a:cubicBezTo>
                    <a:pt x="161" y="480"/>
                    <a:pt x="163" y="479"/>
                    <a:pt x="166" y="479"/>
                  </a:cubicBezTo>
                  <a:cubicBezTo>
                    <a:pt x="172" y="479"/>
                    <a:pt x="179" y="480"/>
                    <a:pt x="186" y="482"/>
                  </a:cubicBezTo>
                  <a:cubicBezTo>
                    <a:pt x="192" y="482"/>
                    <a:pt x="187" y="486"/>
                    <a:pt x="180" y="486"/>
                  </a:cubicBezTo>
                  <a:cubicBezTo>
                    <a:pt x="179" y="486"/>
                    <a:pt x="179" y="486"/>
                    <a:pt x="178" y="485"/>
                  </a:cubicBezTo>
                  <a:cubicBezTo>
                    <a:pt x="171" y="487"/>
                    <a:pt x="165" y="489"/>
                    <a:pt x="161" y="493"/>
                  </a:cubicBezTo>
                  <a:cubicBezTo>
                    <a:pt x="162" y="496"/>
                    <a:pt x="162" y="499"/>
                    <a:pt x="167" y="499"/>
                  </a:cubicBezTo>
                  <a:cubicBezTo>
                    <a:pt x="168" y="499"/>
                    <a:pt x="169" y="499"/>
                    <a:pt x="171" y="499"/>
                  </a:cubicBezTo>
                  <a:cubicBezTo>
                    <a:pt x="171" y="499"/>
                    <a:pt x="172" y="499"/>
                    <a:pt x="172" y="499"/>
                  </a:cubicBezTo>
                  <a:cubicBezTo>
                    <a:pt x="179" y="499"/>
                    <a:pt x="182" y="511"/>
                    <a:pt x="173" y="516"/>
                  </a:cubicBezTo>
                  <a:lnTo>
                    <a:pt x="174" y="520"/>
                  </a:lnTo>
                  <a:cubicBezTo>
                    <a:pt x="174" y="522"/>
                    <a:pt x="183" y="524"/>
                    <a:pt x="184" y="526"/>
                  </a:cubicBezTo>
                  <a:cubicBezTo>
                    <a:pt x="184" y="526"/>
                    <a:pt x="184" y="528"/>
                    <a:pt x="193" y="529"/>
                  </a:cubicBezTo>
                  <a:cubicBezTo>
                    <a:pt x="193" y="531"/>
                    <a:pt x="194" y="534"/>
                    <a:pt x="186" y="536"/>
                  </a:cubicBezTo>
                  <a:cubicBezTo>
                    <a:pt x="191" y="536"/>
                    <a:pt x="194" y="535"/>
                    <a:pt x="196" y="535"/>
                  </a:cubicBezTo>
                  <a:cubicBezTo>
                    <a:pt x="201" y="535"/>
                    <a:pt x="197" y="537"/>
                    <a:pt x="187" y="540"/>
                  </a:cubicBezTo>
                  <a:cubicBezTo>
                    <a:pt x="176" y="543"/>
                    <a:pt x="172" y="543"/>
                    <a:pt x="175" y="543"/>
                  </a:cubicBezTo>
                  <a:cubicBezTo>
                    <a:pt x="177" y="543"/>
                    <a:pt x="180" y="543"/>
                    <a:pt x="187" y="543"/>
                  </a:cubicBezTo>
                  <a:cubicBezTo>
                    <a:pt x="196" y="543"/>
                    <a:pt x="196" y="543"/>
                    <a:pt x="188" y="547"/>
                  </a:cubicBezTo>
                  <a:cubicBezTo>
                    <a:pt x="181" y="549"/>
                    <a:pt x="180" y="550"/>
                    <a:pt x="183" y="550"/>
                  </a:cubicBezTo>
                  <a:cubicBezTo>
                    <a:pt x="184" y="550"/>
                    <a:pt x="185" y="550"/>
                    <a:pt x="188" y="549"/>
                  </a:cubicBezTo>
                  <a:cubicBezTo>
                    <a:pt x="189" y="549"/>
                    <a:pt x="191" y="549"/>
                    <a:pt x="192" y="549"/>
                  </a:cubicBezTo>
                  <a:cubicBezTo>
                    <a:pt x="207" y="549"/>
                    <a:pt x="213" y="554"/>
                    <a:pt x="198" y="557"/>
                  </a:cubicBezTo>
                  <a:cubicBezTo>
                    <a:pt x="198" y="557"/>
                    <a:pt x="199" y="559"/>
                    <a:pt x="207" y="561"/>
                  </a:cubicBezTo>
                  <a:cubicBezTo>
                    <a:pt x="213" y="560"/>
                    <a:pt x="218" y="560"/>
                    <a:pt x="219" y="560"/>
                  </a:cubicBezTo>
                  <a:cubicBezTo>
                    <a:pt x="223" y="560"/>
                    <a:pt x="219" y="561"/>
                    <a:pt x="208" y="563"/>
                  </a:cubicBezTo>
                  <a:cubicBezTo>
                    <a:pt x="194" y="567"/>
                    <a:pt x="192" y="570"/>
                    <a:pt x="202" y="570"/>
                  </a:cubicBezTo>
                  <a:cubicBezTo>
                    <a:pt x="204" y="570"/>
                    <a:pt x="206" y="570"/>
                    <a:pt x="209" y="570"/>
                  </a:cubicBezTo>
                  <a:cubicBezTo>
                    <a:pt x="209" y="570"/>
                    <a:pt x="218" y="571"/>
                    <a:pt x="210" y="574"/>
                  </a:cubicBezTo>
                  <a:cubicBezTo>
                    <a:pt x="203" y="580"/>
                    <a:pt x="198" y="592"/>
                    <a:pt x="207" y="592"/>
                  </a:cubicBezTo>
                  <a:cubicBezTo>
                    <a:pt x="208" y="592"/>
                    <a:pt x="210" y="592"/>
                    <a:pt x="212" y="591"/>
                  </a:cubicBezTo>
                  <a:lnTo>
                    <a:pt x="214" y="595"/>
                  </a:lnTo>
                  <a:cubicBezTo>
                    <a:pt x="206" y="602"/>
                    <a:pt x="206" y="604"/>
                    <a:pt x="215" y="605"/>
                  </a:cubicBezTo>
                  <a:lnTo>
                    <a:pt x="224" y="605"/>
                  </a:lnTo>
                  <a:cubicBezTo>
                    <a:pt x="215" y="608"/>
                    <a:pt x="207" y="611"/>
                    <a:pt x="208" y="614"/>
                  </a:cubicBezTo>
                  <a:cubicBezTo>
                    <a:pt x="208" y="616"/>
                    <a:pt x="208" y="616"/>
                    <a:pt x="209" y="616"/>
                  </a:cubicBezTo>
                  <a:cubicBezTo>
                    <a:pt x="210" y="616"/>
                    <a:pt x="212" y="616"/>
                    <a:pt x="217" y="614"/>
                  </a:cubicBezTo>
                  <a:cubicBezTo>
                    <a:pt x="220" y="613"/>
                    <a:pt x="222" y="613"/>
                    <a:pt x="223" y="613"/>
                  </a:cubicBezTo>
                  <a:cubicBezTo>
                    <a:pt x="225" y="613"/>
                    <a:pt x="225" y="614"/>
                    <a:pt x="225" y="616"/>
                  </a:cubicBezTo>
                  <a:cubicBezTo>
                    <a:pt x="226" y="618"/>
                    <a:pt x="218" y="622"/>
                    <a:pt x="209" y="623"/>
                  </a:cubicBezTo>
                  <a:lnTo>
                    <a:pt x="210" y="626"/>
                  </a:lnTo>
                  <a:cubicBezTo>
                    <a:pt x="216" y="624"/>
                    <a:pt x="220" y="624"/>
                    <a:pt x="222" y="624"/>
                  </a:cubicBezTo>
                  <a:cubicBezTo>
                    <a:pt x="226" y="624"/>
                    <a:pt x="224" y="625"/>
                    <a:pt x="218" y="627"/>
                  </a:cubicBezTo>
                  <a:cubicBezTo>
                    <a:pt x="210" y="630"/>
                    <a:pt x="211" y="632"/>
                    <a:pt x="211" y="636"/>
                  </a:cubicBezTo>
                  <a:cubicBezTo>
                    <a:pt x="213" y="635"/>
                    <a:pt x="214" y="635"/>
                    <a:pt x="215" y="635"/>
                  </a:cubicBezTo>
                  <a:cubicBezTo>
                    <a:pt x="216" y="635"/>
                    <a:pt x="214" y="636"/>
                    <a:pt x="212" y="636"/>
                  </a:cubicBezTo>
                  <a:cubicBezTo>
                    <a:pt x="212" y="636"/>
                    <a:pt x="211" y="636"/>
                    <a:pt x="211" y="636"/>
                  </a:cubicBezTo>
                  <a:lnTo>
                    <a:pt x="203" y="637"/>
                  </a:lnTo>
                  <a:cubicBezTo>
                    <a:pt x="199" y="639"/>
                    <a:pt x="199" y="640"/>
                    <a:pt x="201" y="640"/>
                  </a:cubicBezTo>
                  <a:cubicBezTo>
                    <a:pt x="202" y="640"/>
                    <a:pt x="207" y="639"/>
                    <a:pt x="211" y="638"/>
                  </a:cubicBezTo>
                  <a:lnTo>
                    <a:pt x="212" y="642"/>
                  </a:lnTo>
                  <a:cubicBezTo>
                    <a:pt x="212" y="644"/>
                    <a:pt x="213" y="645"/>
                    <a:pt x="215" y="645"/>
                  </a:cubicBezTo>
                  <a:cubicBezTo>
                    <a:pt x="217" y="645"/>
                    <a:pt x="219" y="645"/>
                    <a:pt x="221" y="644"/>
                  </a:cubicBezTo>
                  <a:cubicBezTo>
                    <a:pt x="226" y="642"/>
                    <a:pt x="232" y="641"/>
                    <a:pt x="235" y="641"/>
                  </a:cubicBezTo>
                  <a:cubicBezTo>
                    <a:pt x="237" y="641"/>
                    <a:pt x="238" y="642"/>
                    <a:pt x="238" y="642"/>
                  </a:cubicBezTo>
                  <a:cubicBezTo>
                    <a:pt x="240" y="642"/>
                    <a:pt x="241" y="642"/>
                    <a:pt x="242" y="642"/>
                  </a:cubicBezTo>
                  <a:cubicBezTo>
                    <a:pt x="244" y="642"/>
                    <a:pt x="241" y="643"/>
                    <a:pt x="240" y="643"/>
                  </a:cubicBezTo>
                  <a:cubicBezTo>
                    <a:pt x="239" y="643"/>
                    <a:pt x="238" y="643"/>
                    <a:pt x="238" y="642"/>
                  </a:cubicBezTo>
                  <a:cubicBezTo>
                    <a:pt x="230" y="644"/>
                    <a:pt x="221" y="646"/>
                    <a:pt x="223" y="648"/>
                  </a:cubicBezTo>
                  <a:cubicBezTo>
                    <a:pt x="223" y="650"/>
                    <a:pt x="215" y="651"/>
                    <a:pt x="215" y="651"/>
                  </a:cubicBezTo>
                  <a:cubicBezTo>
                    <a:pt x="197" y="653"/>
                    <a:pt x="207" y="660"/>
                    <a:pt x="216" y="662"/>
                  </a:cubicBezTo>
                  <a:cubicBezTo>
                    <a:pt x="234" y="663"/>
                    <a:pt x="234" y="665"/>
                    <a:pt x="217" y="668"/>
                  </a:cubicBezTo>
                  <a:cubicBezTo>
                    <a:pt x="206" y="670"/>
                    <a:pt x="210" y="672"/>
                    <a:pt x="221" y="672"/>
                  </a:cubicBezTo>
                  <a:cubicBezTo>
                    <a:pt x="227" y="672"/>
                    <a:pt x="235" y="671"/>
                    <a:pt x="244" y="671"/>
                  </a:cubicBezTo>
                  <a:lnTo>
                    <a:pt x="269" y="668"/>
                  </a:lnTo>
                  <a:lnTo>
                    <a:pt x="244" y="673"/>
                  </a:lnTo>
                  <a:cubicBezTo>
                    <a:pt x="210" y="682"/>
                    <a:pt x="210" y="682"/>
                    <a:pt x="228" y="685"/>
                  </a:cubicBezTo>
                  <a:cubicBezTo>
                    <a:pt x="238" y="688"/>
                    <a:pt x="238" y="688"/>
                    <a:pt x="229" y="691"/>
                  </a:cubicBezTo>
                  <a:cubicBezTo>
                    <a:pt x="221" y="692"/>
                    <a:pt x="221" y="694"/>
                    <a:pt x="223" y="701"/>
                  </a:cubicBezTo>
                  <a:cubicBezTo>
                    <a:pt x="223" y="707"/>
                    <a:pt x="224" y="709"/>
                    <a:pt x="228" y="709"/>
                  </a:cubicBezTo>
                  <a:cubicBezTo>
                    <a:pt x="229" y="709"/>
                    <a:pt x="231" y="709"/>
                    <a:pt x="233" y="709"/>
                  </a:cubicBezTo>
                  <a:lnTo>
                    <a:pt x="234" y="714"/>
                  </a:lnTo>
                  <a:cubicBezTo>
                    <a:pt x="224" y="718"/>
                    <a:pt x="223" y="720"/>
                    <a:pt x="227" y="720"/>
                  </a:cubicBezTo>
                  <a:cubicBezTo>
                    <a:pt x="230" y="720"/>
                    <a:pt x="236" y="719"/>
                    <a:pt x="243" y="717"/>
                  </a:cubicBezTo>
                  <a:lnTo>
                    <a:pt x="244" y="722"/>
                  </a:lnTo>
                  <a:lnTo>
                    <a:pt x="235" y="723"/>
                  </a:lnTo>
                  <a:cubicBezTo>
                    <a:pt x="227" y="725"/>
                    <a:pt x="227" y="730"/>
                    <a:pt x="230" y="749"/>
                  </a:cubicBezTo>
                  <a:cubicBezTo>
                    <a:pt x="234" y="765"/>
                    <a:pt x="235" y="770"/>
                    <a:pt x="243" y="770"/>
                  </a:cubicBezTo>
                  <a:cubicBezTo>
                    <a:pt x="245" y="770"/>
                    <a:pt x="248" y="770"/>
                    <a:pt x="252" y="769"/>
                  </a:cubicBezTo>
                  <a:cubicBezTo>
                    <a:pt x="255" y="769"/>
                    <a:pt x="257" y="769"/>
                    <a:pt x="259" y="769"/>
                  </a:cubicBezTo>
                  <a:cubicBezTo>
                    <a:pt x="268" y="769"/>
                    <a:pt x="266" y="771"/>
                    <a:pt x="253" y="774"/>
                  </a:cubicBezTo>
                  <a:cubicBezTo>
                    <a:pt x="246" y="775"/>
                    <a:pt x="239" y="778"/>
                    <a:pt x="241" y="778"/>
                  </a:cubicBezTo>
                  <a:cubicBezTo>
                    <a:pt x="241" y="778"/>
                    <a:pt x="242" y="778"/>
                    <a:pt x="244" y="777"/>
                  </a:cubicBezTo>
                  <a:lnTo>
                    <a:pt x="244" y="777"/>
                  </a:lnTo>
                  <a:cubicBezTo>
                    <a:pt x="244" y="777"/>
                    <a:pt x="245" y="783"/>
                    <a:pt x="237" y="786"/>
                  </a:cubicBezTo>
                  <a:cubicBezTo>
                    <a:pt x="224" y="794"/>
                    <a:pt x="228" y="797"/>
                    <a:pt x="234" y="797"/>
                  </a:cubicBezTo>
                  <a:cubicBezTo>
                    <a:pt x="236" y="797"/>
                    <a:pt x="238" y="796"/>
                    <a:pt x="239" y="796"/>
                  </a:cubicBezTo>
                  <a:cubicBezTo>
                    <a:pt x="245" y="794"/>
                    <a:pt x="248" y="793"/>
                    <a:pt x="248" y="793"/>
                  </a:cubicBezTo>
                  <a:cubicBezTo>
                    <a:pt x="249" y="793"/>
                    <a:pt x="244" y="796"/>
                    <a:pt x="239" y="798"/>
                  </a:cubicBezTo>
                  <a:cubicBezTo>
                    <a:pt x="233" y="801"/>
                    <a:pt x="227" y="805"/>
                    <a:pt x="229" y="805"/>
                  </a:cubicBezTo>
                  <a:cubicBezTo>
                    <a:pt x="229" y="805"/>
                    <a:pt x="230" y="804"/>
                    <a:pt x="231" y="804"/>
                  </a:cubicBezTo>
                  <a:cubicBezTo>
                    <a:pt x="240" y="805"/>
                    <a:pt x="252" y="817"/>
                    <a:pt x="235" y="821"/>
                  </a:cubicBezTo>
                  <a:lnTo>
                    <a:pt x="235" y="825"/>
                  </a:lnTo>
                  <a:cubicBezTo>
                    <a:pt x="236" y="825"/>
                    <a:pt x="237" y="825"/>
                    <a:pt x="237" y="825"/>
                  </a:cubicBezTo>
                  <a:cubicBezTo>
                    <a:pt x="244" y="825"/>
                    <a:pt x="245" y="829"/>
                    <a:pt x="245" y="833"/>
                  </a:cubicBezTo>
                  <a:cubicBezTo>
                    <a:pt x="246" y="839"/>
                    <a:pt x="246" y="841"/>
                    <a:pt x="238" y="842"/>
                  </a:cubicBezTo>
                  <a:cubicBezTo>
                    <a:pt x="237" y="842"/>
                    <a:pt x="236" y="842"/>
                    <a:pt x="235" y="842"/>
                  </a:cubicBezTo>
                  <a:cubicBezTo>
                    <a:pt x="229" y="842"/>
                    <a:pt x="231" y="845"/>
                    <a:pt x="239" y="847"/>
                  </a:cubicBezTo>
                  <a:cubicBezTo>
                    <a:pt x="239" y="849"/>
                    <a:pt x="256" y="849"/>
                    <a:pt x="257" y="851"/>
                  </a:cubicBezTo>
                  <a:cubicBezTo>
                    <a:pt x="260" y="850"/>
                    <a:pt x="263" y="850"/>
                    <a:pt x="266" y="850"/>
                  </a:cubicBezTo>
                  <a:cubicBezTo>
                    <a:pt x="271" y="850"/>
                    <a:pt x="274" y="851"/>
                    <a:pt x="274" y="852"/>
                  </a:cubicBezTo>
                  <a:lnTo>
                    <a:pt x="266" y="853"/>
                  </a:lnTo>
                  <a:lnTo>
                    <a:pt x="249" y="857"/>
                  </a:lnTo>
                  <a:cubicBezTo>
                    <a:pt x="249" y="858"/>
                    <a:pt x="250" y="861"/>
                    <a:pt x="254" y="861"/>
                  </a:cubicBezTo>
                  <a:cubicBezTo>
                    <a:pt x="255" y="861"/>
                    <a:pt x="257" y="861"/>
                    <a:pt x="258" y="860"/>
                  </a:cubicBezTo>
                  <a:lnTo>
                    <a:pt x="258" y="860"/>
                  </a:lnTo>
                  <a:cubicBezTo>
                    <a:pt x="251" y="865"/>
                    <a:pt x="251" y="867"/>
                    <a:pt x="252" y="871"/>
                  </a:cubicBezTo>
                  <a:cubicBezTo>
                    <a:pt x="253" y="876"/>
                    <a:pt x="254" y="880"/>
                    <a:pt x="262" y="881"/>
                  </a:cubicBezTo>
                  <a:cubicBezTo>
                    <a:pt x="247" y="887"/>
                    <a:pt x="248" y="901"/>
                    <a:pt x="263" y="901"/>
                  </a:cubicBezTo>
                  <a:cubicBezTo>
                    <a:pt x="264" y="901"/>
                    <a:pt x="265" y="901"/>
                    <a:pt x="265" y="900"/>
                  </a:cubicBezTo>
                  <a:cubicBezTo>
                    <a:pt x="267" y="900"/>
                    <a:pt x="269" y="900"/>
                    <a:pt x="270" y="900"/>
                  </a:cubicBezTo>
                  <a:cubicBezTo>
                    <a:pt x="274" y="900"/>
                    <a:pt x="272" y="902"/>
                    <a:pt x="266" y="905"/>
                  </a:cubicBezTo>
                  <a:cubicBezTo>
                    <a:pt x="258" y="909"/>
                    <a:pt x="258" y="909"/>
                    <a:pt x="267" y="909"/>
                  </a:cubicBezTo>
                  <a:cubicBezTo>
                    <a:pt x="275" y="911"/>
                    <a:pt x="267" y="915"/>
                    <a:pt x="260" y="918"/>
                  </a:cubicBezTo>
                  <a:cubicBezTo>
                    <a:pt x="244" y="924"/>
                    <a:pt x="244" y="926"/>
                    <a:pt x="253" y="927"/>
                  </a:cubicBezTo>
                  <a:cubicBezTo>
                    <a:pt x="262" y="931"/>
                    <a:pt x="263" y="935"/>
                    <a:pt x="263" y="937"/>
                  </a:cubicBezTo>
                  <a:cubicBezTo>
                    <a:pt x="268" y="940"/>
                    <a:pt x="271" y="941"/>
                    <a:pt x="274" y="941"/>
                  </a:cubicBezTo>
                  <a:cubicBezTo>
                    <a:pt x="276" y="941"/>
                    <a:pt x="278" y="940"/>
                    <a:pt x="281" y="939"/>
                  </a:cubicBezTo>
                  <a:cubicBezTo>
                    <a:pt x="286" y="937"/>
                    <a:pt x="292" y="937"/>
                    <a:pt x="298" y="937"/>
                  </a:cubicBezTo>
                  <a:cubicBezTo>
                    <a:pt x="304" y="940"/>
                    <a:pt x="302" y="941"/>
                    <a:pt x="300" y="941"/>
                  </a:cubicBezTo>
                  <a:cubicBezTo>
                    <a:pt x="299" y="941"/>
                    <a:pt x="298" y="941"/>
                    <a:pt x="298" y="940"/>
                  </a:cubicBezTo>
                  <a:cubicBezTo>
                    <a:pt x="295" y="939"/>
                    <a:pt x="293" y="939"/>
                    <a:pt x="292" y="939"/>
                  </a:cubicBezTo>
                  <a:cubicBezTo>
                    <a:pt x="289" y="939"/>
                    <a:pt x="288" y="941"/>
                    <a:pt x="282" y="943"/>
                  </a:cubicBezTo>
                  <a:cubicBezTo>
                    <a:pt x="273" y="948"/>
                    <a:pt x="274" y="952"/>
                    <a:pt x="275" y="954"/>
                  </a:cubicBezTo>
                  <a:cubicBezTo>
                    <a:pt x="275" y="957"/>
                    <a:pt x="276" y="962"/>
                    <a:pt x="276" y="964"/>
                  </a:cubicBezTo>
                  <a:cubicBezTo>
                    <a:pt x="271" y="971"/>
                    <a:pt x="270" y="974"/>
                    <a:pt x="274" y="974"/>
                  </a:cubicBezTo>
                  <a:cubicBezTo>
                    <a:pt x="275" y="974"/>
                    <a:pt x="276" y="974"/>
                    <a:pt x="277" y="973"/>
                  </a:cubicBezTo>
                  <a:lnTo>
                    <a:pt x="286" y="972"/>
                  </a:lnTo>
                  <a:lnTo>
                    <a:pt x="286" y="972"/>
                  </a:lnTo>
                  <a:cubicBezTo>
                    <a:pt x="270" y="978"/>
                    <a:pt x="274" y="1002"/>
                    <a:pt x="292" y="1003"/>
                  </a:cubicBezTo>
                  <a:lnTo>
                    <a:pt x="292" y="1003"/>
                  </a:lnTo>
                  <a:cubicBezTo>
                    <a:pt x="290" y="1003"/>
                    <a:pt x="286" y="1003"/>
                    <a:pt x="283" y="1004"/>
                  </a:cubicBezTo>
                  <a:cubicBezTo>
                    <a:pt x="275" y="1006"/>
                    <a:pt x="275" y="1008"/>
                    <a:pt x="276" y="1013"/>
                  </a:cubicBezTo>
                  <a:cubicBezTo>
                    <a:pt x="276" y="1015"/>
                    <a:pt x="286" y="1023"/>
                    <a:pt x="288" y="1031"/>
                  </a:cubicBezTo>
                  <a:cubicBezTo>
                    <a:pt x="290" y="1039"/>
                    <a:pt x="291" y="1045"/>
                    <a:pt x="297" y="1045"/>
                  </a:cubicBezTo>
                  <a:cubicBezTo>
                    <a:pt x="298" y="1045"/>
                    <a:pt x="298" y="1045"/>
                    <a:pt x="299" y="1045"/>
                  </a:cubicBezTo>
                  <a:lnTo>
                    <a:pt x="299" y="1045"/>
                  </a:lnTo>
                  <a:cubicBezTo>
                    <a:pt x="299" y="1047"/>
                    <a:pt x="299" y="1047"/>
                    <a:pt x="291" y="1049"/>
                  </a:cubicBezTo>
                  <a:cubicBezTo>
                    <a:pt x="282" y="1049"/>
                    <a:pt x="283" y="1051"/>
                    <a:pt x="283" y="1053"/>
                  </a:cubicBezTo>
                  <a:cubicBezTo>
                    <a:pt x="283" y="1054"/>
                    <a:pt x="284" y="1054"/>
                    <a:pt x="286" y="1054"/>
                  </a:cubicBezTo>
                  <a:cubicBezTo>
                    <a:pt x="290" y="1054"/>
                    <a:pt x="295" y="1053"/>
                    <a:pt x="300" y="1052"/>
                  </a:cubicBezTo>
                  <a:cubicBezTo>
                    <a:pt x="301" y="1052"/>
                    <a:pt x="303" y="1052"/>
                    <a:pt x="304" y="1052"/>
                  </a:cubicBezTo>
                  <a:cubicBezTo>
                    <a:pt x="309" y="1052"/>
                    <a:pt x="308" y="1054"/>
                    <a:pt x="301" y="1060"/>
                  </a:cubicBezTo>
                  <a:cubicBezTo>
                    <a:pt x="293" y="1064"/>
                    <a:pt x="295" y="1077"/>
                    <a:pt x="304" y="1078"/>
                  </a:cubicBezTo>
                  <a:cubicBezTo>
                    <a:pt x="306" y="1080"/>
                    <a:pt x="306" y="1083"/>
                    <a:pt x="297" y="1084"/>
                  </a:cubicBezTo>
                  <a:cubicBezTo>
                    <a:pt x="289" y="1089"/>
                    <a:pt x="282" y="1095"/>
                    <a:pt x="299" y="1097"/>
                  </a:cubicBezTo>
                  <a:cubicBezTo>
                    <a:pt x="300" y="1099"/>
                    <a:pt x="300" y="1099"/>
                    <a:pt x="291" y="1100"/>
                  </a:cubicBezTo>
                  <a:cubicBezTo>
                    <a:pt x="285" y="1104"/>
                    <a:pt x="279" y="1105"/>
                    <a:pt x="284" y="1105"/>
                  </a:cubicBezTo>
                  <a:cubicBezTo>
                    <a:pt x="286" y="1105"/>
                    <a:pt x="288" y="1105"/>
                    <a:pt x="292" y="1105"/>
                  </a:cubicBezTo>
                  <a:cubicBezTo>
                    <a:pt x="301" y="1108"/>
                    <a:pt x="302" y="1115"/>
                    <a:pt x="294" y="1121"/>
                  </a:cubicBezTo>
                  <a:cubicBezTo>
                    <a:pt x="295" y="1123"/>
                    <a:pt x="295" y="1125"/>
                    <a:pt x="300" y="1125"/>
                  </a:cubicBezTo>
                  <a:cubicBezTo>
                    <a:pt x="301" y="1125"/>
                    <a:pt x="303" y="1125"/>
                    <a:pt x="304" y="1125"/>
                  </a:cubicBezTo>
                  <a:cubicBezTo>
                    <a:pt x="306" y="1124"/>
                    <a:pt x="308" y="1124"/>
                    <a:pt x="310" y="1123"/>
                  </a:cubicBezTo>
                  <a:lnTo>
                    <a:pt x="310" y="1123"/>
                  </a:lnTo>
                  <a:cubicBezTo>
                    <a:pt x="297" y="1128"/>
                    <a:pt x="297" y="1128"/>
                    <a:pt x="313" y="1128"/>
                  </a:cubicBezTo>
                  <a:cubicBezTo>
                    <a:pt x="316" y="1128"/>
                    <a:pt x="317" y="1127"/>
                    <a:pt x="318" y="1127"/>
                  </a:cubicBezTo>
                  <a:cubicBezTo>
                    <a:pt x="321" y="1127"/>
                    <a:pt x="320" y="1129"/>
                    <a:pt x="313" y="1130"/>
                  </a:cubicBezTo>
                  <a:cubicBezTo>
                    <a:pt x="306" y="1134"/>
                    <a:pt x="306" y="1136"/>
                    <a:pt x="306" y="1136"/>
                  </a:cubicBezTo>
                  <a:cubicBezTo>
                    <a:pt x="311" y="1144"/>
                    <a:pt x="316" y="1152"/>
                    <a:pt x="319" y="1161"/>
                  </a:cubicBezTo>
                  <a:cubicBezTo>
                    <a:pt x="322" y="1178"/>
                    <a:pt x="323" y="1186"/>
                    <a:pt x="330" y="1186"/>
                  </a:cubicBezTo>
                  <a:cubicBezTo>
                    <a:pt x="330" y="1186"/>
                    <a:pt x="331" y="1185"/>
                    <a:pt x="331" y="1185"/>
                  </a:cubicBezTo>
                  <a:cubicBezTo>
                    <a:pt x="340" y="1185"/>
                    <a:pt x="340" y="1185"/>
                    <a:pt x="332" y="1190"/>
                  </a:cubicBezTo>
                  <a:cubicBezTo>
                    <a:pt x="325" y="1193"/>
                    <a:pt x="325" y="1197"/>
                    <a:pt x="326" y="1199"/>
                  </a:cubicBezTo>
                  <a:cubicBezTo>
                    <a:pt x="326" y="1201"/>
                    <a:pt x="326" y="1203"/>
                    <a:pt x="318" y="1204"/>
                  </a:cubicBezTo>
                  <a:cubicBezTo>
                    <a:pt x="327" y="1206"/>
                    <a:pt x="327" y="1206"/>
                    <a:pt x="327" y="1208"/>
                  </a:cubicBezTo>
                  <a:cubicBezTo>
                    <a:pt x="319" y="1210"/>
                    <a:pt x="319" y="1212"/>
                    <a:pt x="328" y="1212"/>
                  </a:cubicBezTo>
                  <a:cubicBezTo>
                    <a:pt x="345" y="1212"/>
                    <a:pt x="345" y="1212"/>
                    <a:pt x="328" y="1215"/>
                  </a:cubicBezTo>
                  <a:cubicBezTo>
                    <a:pt x="322" y="1216"/>
                    <a:pt x="315" y="1223"/>
                    <a:pt x="317" y="1223"/>
                  </a:cubicBezTo>
                  <a:cubicBezTo>
                    <a:pt x="318" y="1223"/>
                    <a:pt x="319" y="1222"/>
                    <a:pt x="320" y="1221"/>
                  </a:cubicBezTo>
                  <a:cubicBezTo>
                    <a:pt x="321" y="1221"/>
                    <a:pt x="322" y="1221"/>
                    <a:pt x="323" y="1221"/>
                  </a:cubicBezTo>
                  <a:cubicBezTo>
                    <a:pt x="329" y="1221"/>
                    <a:pt x="331" y="1225"/>
                    <a:pt x="338" y="1225"/>
                  </a:cubicBezTo>
                  <a:cubicBezTo>
                    <a:pt x="339" y="1228"/>
                    <a:pt x="339" y="1230"/>
                    <a:pt x="331" y="1231"/>
                  </a:cubicBezTo>
                  <a:cubicBezTo>
                    <a:pt x="323" y="1236"/>
                    <a:pt x="334" y="1246"/>
                    <a:pt x="343" y="1246"/>
                  </a:cubicBezTo>
                  <a:cubicBezTo>
                    <a:pt x="344" y="1246"/>
                    <a:pt x="345" y="1246"/>
                    <a:pt x="346" y="1246"/>
                  </a:cubicBezTo>
                  <a:cubicBezTo>
                    <a:pt x="350" y="1246"/>
                    <a:pt x="350" y="1248"/>
                    <a:pt x="343" y="1249"/>
                  </a:cubicBezTo>
                  <a:cubicBezTo>
                    <a:pt x="335" y="1250"/>
                    <a:pt x="335" y="1253"/>
                    <a:pt x="335" y="1255"/>
                  </a:cubicBezTo>
                  <a:cubicBezTo>
                    <a:pt x="344" y="1256"/>
                    <a:pt x="336" y="1257"/>
                    <a:pt x="327" y="1259"/>
                  </a:cubicBezTo>
                  <a:cubicBezTo>
                    <a:pt x="325" y="1259"/>
                    <a:pt x="324" y="1259"/>
                    <a:pt x="323" y="1259"/>
                  </a:cubicBezTo>
                  <a:cubicBezTo>
                    <a:pt x="318" y="1259"/>
                    <a:pt x="319" y="1261"/>
                    <a:pt x="320" y="1265"/>
                  </a:cubicBezTo>
                  <a:cubicBezTo>
                    <a:pt x="328" y="1266"/>
                    <a:pt x="330" y="1276"/>
                    <a:pt x="331" y="1283"/>
                  </a:cubicBezTo>
                  <a:cubicBezTo>
                    <a:pt x="334" y="1294"/>
                    <a:pt x="343" y="1295"/>
                    <a:pt x="359" y="1296"/>
                  </a:cubicBezTo>
                  <a:lnTo>
                    <a:pt x="376" y="1295"/>
                  </a:lnTo>
                  <a:lnTo>
                    <a:pt x="361" y="1299"/>
                  </a:lnTo>
                  <a:cubicBezTo>
                    <a:pt x="352" y="1301"/>
                    <a:pt x="336" y="1307"/>
                    <a:pt x="336" y="1307"/>
                  </a:cubicBezTo>
                  <a:cubicBezTo>
                    <a:pt x="336" y="1307"/>
                    <a:pt x="337" y="1308"/>
                    <a:pt x="339" y="1308"/>
                  </a:cubicBezTo>
                  <a:cubicBezTo>
                    <a:pt x="342" y="1308"/>
                    <a:pt x="347" y="1307"/>
                    <a:pt x="353" y="1305"/>
                  </a:cubicBezTo>
                  <a:cubicBezTo>
                    <a:pt x="354" y="1305"/>
                    <a:pt x="355" y="1305"/>
                    <a:pt x="356" y="1305"/>
                  </a:cubicBezTo>
                  <a:cubicBezTo>
                    <a:pt x="361" y="1305"/>
                    <a:pt x="360" y="1307"/>
                    <a:pt x="354" y="1312"/>
                  </a:cubicBezTo>
                  <a:cubicBezTo>
                    <a:pt x="346" y="1319"/>
                    <a:pt x="347" y="1321"/>
                    <a:pt x="355" y="1322"/>
                  </a:cubicBezTo>
                  <a:cubicBezTo>
                    <a:pt x="356" y="1325"/>
                    <a:pt x="356" y="1327"/>
                    <a:pt x="348" y="1331"/>
                  </a:cubicBezTo>
                  <a:cubicBezTo>
                    <a:pt x="348" y="1332"/>
                    <a:pt x="348" y="1333"/>
                    <a:pt x="349" y="1333"/>
                  </a:cubicBezTo>
                  <a:cubicBezTo>
                    <a:pt x="350" y="1333"/>
                    <a:pt x="353" y="1332"/>
                    <a:pt x="357" y="1331"/>
                  </a:cubicBezTo>
                  <a:cubicBezTo>
                    <a:pt x="359" y="1331"/>
                    <a:pt x="360" y="1331"/>
                    <a:pt x="361" y="1331"/>
                  </a:cubicBezTo>
                  <a:cubicBezTo>
                    <a:pt x="365" y="1331"/>
                    <a:pt x="365" y="1333"/>
                    <a:pt x="357" y="1336"/>
                  </a:cubicBezTo>
                  <a:cubicBezTo>
                    <a:pt x="343" y="1341"/>
                    <a:pt x="343" y="1347"/>
                    <a:pt x="348" y="1347"/>
                  </a:cubicBezTo>
                  <a:cubicBezTo>
                    <a:pt x="349" y="1347"/>
                    <a:pt x="349" y="1347"/>
                    <a:pt x="350" y="1347"/>
                  </a:cubicBezTo>
                  <a:cubicBezTo>
                    <a:pt x="352" y="1347"/>
                    <a:pt x="353" y="1347"/>
                    <a:pt x="355" y="1347"/>
                  </a:cubicBezTo>
                  <a:cubicBezTo>
                    <a:pt x="359" y="1347"/>
                    <a:pt x="360" y="1348"/>
                    <a:pt x="361" y="1350"/>
                  </a:cubicBezTo>
                  <a:cubicBezTo>
                    <a:pt x="361" y="1353"/>
                    <a:pt x="361" y="1355"/>
                    <a:pt x="369" y="1356"/>
                  </a:cubicBezTo>
                  <a:lnTo>
                    <a:pt x="371" y="1360"/>
                  </a:lnTo>
                  <a:cubicBezTo>
                    <a:pt x="371" y="1361"/>
                    <a:pt x="369" y="1362"/>
                    <a:pt x="367" y="1362"/>
                  </a:cubicBezTo>
                  <a:cubicBezTo>
                    <a:pt x="364" y="1362"/>
                    <a:pt x="362" y="1361"/>
                    <a:pt x="362" y="1359"/>
                  </a:cubicBezTo>
                  <a:lnTo>
                    <a:pt x="354" y="1364"/>
                  </a:lnTo>
                  <a:cubicBezTo>
                    <a:pt x="355" y="1368"/>
                    <a:pt x="355" y="1371"/>
                    <a:pt x="364" y="1372"/>
                  </a:cubicBezTo>
                  <a:cubicBezTo>
                    <a:pt x="370" y="1371"/>
                    <a:pt x="374" y="1371"/>
                    <a:pt x="376" y="1371"/>
                  </a:cubicBezTo>
                  <a:cubicBezTo>
                    <a:pt x="378" y="1371"/>
                    <a:pt x="375" y="1372"/>
                    <a:pt x="364" y="1374"/>
                  </a:cubicBezTo>
                  <a:cubicBezTo>
                    <a:pt x="356" y="1376"/>
                    <a:pt x="348" y="1379"/>
                    <a:pt x="357" y="1381"/>
                  </a:cubicBezTo>
                  <a:cubicBezTo>
                    <a:pt x="359" y="1380"/>
                    <a:pt x="361" y="1380"/>
                    <a:pt x="362" y="1380"/>
                  </a:cubicBezTo>
                  <a:cubicBezTo>
                    <a:pt x="372" y="1380"/>
                    <a:pt x="365" y="1384"/>
                    <a:pt x="357" y="1385"/>
                  </a:cubicBezTo>
                  <a:cubicBezTo>
                    <a:pt x="340" y="1386"/>
                    <a:pt x="340" y="1386"/>
                    <a:pt x="358" y="1392"/>
                  </a:cubicBezTo>
                  <a:cubicBezTo>
                    <a:pt x="359" y="1397"/>
                    <a:pt x="369" y="1404"/>
                    <a:pt x="371" y="1412"/>
                  </a:cubicBezTo>
                  <a:cubicBezTo>
                    <a:pt x="373" y="1421"/>
                    <a:pt x="373" y="1425"/>
                    <a:pt x="365" y="1430"/>
                  </a:cubicBezTo>
                  <a:cubicBezTo>
                    <a:pt x="354" y="1432"/>
                    <a:pt x="351" y="1434"/>
                    <a:pt x="352" y="1434"/>
                  </a:cubicBezTo>
                  <a:cubicBezTo>
                    <a:pt x="352" y="1434"/>
                    <a:pt x="354" y="1433"/>
                    <a:pt x="357" y="1432"/>
                  </a:cubicBezTo>
                  <a:cubicBezTo>
                    <a:pt x="362" y="1431"/>
                    <a:pt x="366" y="1431"/>
                    <a:pt x="368" y="1431"/>
                  </a:cubicBezTo>
                  <a:cubicBezTo>
                    <a:pt x="374" y="1431"/>
                    <a:pt x="374" y="1433"/>
                    <a:pt x="375" y="1438"/>
                  </a:cubicBezTo>
                  <a:cubicBezTo>
                    <a:pt x="368" y="1447"/>
                    <a:pt x="377" y="1450"/>
                    <a:pt x="386" y="1450"/>
                  </a:cubicBezTo>
                  <a:lnTo>
                    <a:pt x="385" y="1446"/>
                  </a:lnTo>
                  <a:cubicBezTo>
                    <a:pt x="390" y="1445"/>
                    <a:pt x="394" y="1444"/>
                    <a:pt x="396" y="1444"/>
                  </a:cubicBezTo>
                  <a:cubicBezTo>
                    <a:pt x="401" y="1444"/>
                    <a:pt x="400" y="1447"/>
                    <a:pt x="394" y="1451"/>
                  </a:cubicBezTo>
                  <a:cubicBezTo>
                    <a:pt x="395" y="1454"/>
                    <a:pt x="386" y="1455"/>
                    <a:pt x="378" y="1457"/>
                  </a:cubicBezTo>
                  <a:cubicBezTo>
                    <a:pt x="369" y="1458"/>
                    <a:pt x="362" y="1462"/>
                    <a:pt x="363" y="1465"/>
                  </a:cubicBezTo>
                  <a:cubicBezTo>
                    <a:pt x="363" y="1466"/>
                    <a:pt x="363" y="1468"/>
                    <a:pt x="365" y="1468"/>
                  </a:cubicBezTo>
                  <a:cubicBezTo>
                    <a:pt x="366" y="1468"/>
                    <a:pt x="368" y="1467"/>
                    <a:pt x="372" y="1466"/>
                  </a:cubicBezTo>
                  <a:cubicBezTo>
                    <a:pt x="376" y="1465"/>
                    <a:pt x="378" y="1464"/>
                    <a:pt x="379" y="1464"/>
                  </a:cubicBezTo>
                  <a:cubicBezTo>
                    <a:pt x="380" y="1464"/>
                    <a:pt x="380" y="1465"/>
                    <a:pt x="380" y="1466"/>
                  </a:cubicBezTo>
                  <a:cubicBezTo>
                    <a:pt x="381" y="1468"/>
                    <a:pt x="381" y="1470"/>
                    <a:pt x="390" y="1471"/>
                  </a:cubicBezTo>
                  <a:cubicBezTo>
                    <a:pt x="391" y="1471"/>
                    <a:pt x="392" y="1471"/>
                    <a:pt x="393" y="1471"/>
                  </a:cubicBezTo>
                  <a:cubicBezTo>
                    <a:pt x="398" y="1471"/>
                    <a:pt x="399" y="1473"/>
                    <a:pt x="399" y="1475"/>
                  </a:cubicBezTo>
                  <a:cubicBezTo>
                    <a:pt x="392" y="1478"/>
                    <a:pt x="392" y="1482"/>
                    <a:pt x="392" y="1483"/>
                  </a:cubicBezTo>
                  <a:lnTo>
                    <a:pt x="392" y="1483"/>
                  </a:lnTo>
                  <a:cubicBezTo>
                    <a:pt x="390" y="1484"/>
                    <a:pt x="386" y="1485"/>
                    <a:pt x="383" y="1485"/>
                  </a:cubicBezTo>
                  <a:cubicBezTo>
                    <a:pt x="377" y="1486"/>
                    <a:pt x="372" y="1488"/>
                    <a:pt x="367" y="1491"/>
                  </a:cubicBezTo>
                  <a:cubicBezTo>
                    <a:pt x="367" y="1492"/>
                    <a:pt x="369" y="1492"/>
                    <a:pt x="371" y="1492"/>
                  </a:cubicBezTo>
                  <a:cubicBezTo>
                    <a:pt x="373" y="1492"/>
                    <a:pt x="375" y="1492"/>
                    <a:pt x="375" y="1492"/>
                  </a:cubicBezTo>
                  <a:cubicBezTo>
                    <a:pt x="375" y="1492"/>
                    <a:pt x="375" y="1492"/>
                    <a:pt x="376" y="1492"/>
                  </a:cubicBezTo>
                  <a:cubicBezTo>
                    <a:pt x="384" y="1492"/>
                    <a:pt x="394" y="1547"/>
                    <a:pt x="395" y="1553"/>
                  </a:cubicBezTo>
                  <a:cubicBezTo>
                    <a:pt x="389" y="1559"/>
                    <a:pt x="388" y="1564"/>
                    <a:pt x="392" y="1564"/>
                  </a:cubicBezTo>
                  <a:cubicBezTo>
                    <a:pt x="393" y="1564"/>
                    <a:pt x="395" y="1563"/>
                    <a:pt x="396" y="1562"/>
                  </a:cubicBezTo>
                  <a:cubicBezTo>
                    <a:pt x="397" y="1562"/>
                    <a:pt x="397" y="1562"/>
                    <a:pt x="398" y="1562"/>
                  </a:cubicBezTo>
                  <a:cubicBezTo>
                    <a:pt x="405" y="1562"/>
                    <a:pt x="407" y="1574"/>
                    <a:pt x="410" y="1587"/>
                  </a:cubicBezTo>
                  <a:cubicBezTo>
                    <a:pt x="412" y="1603"/>
                    <a:pt x="414" y="1614"/>
                    <a:pt x="421" y="1614"/>
                  </a:cubicBezTo>
                  <a:cubicBezTo>
                    <a:pt x="421" y="1614"/>
                    <a:pt x="422" y="1614"/>
                    <a:pt x="422" y="1614"/>
                  </a:cubicBezTo>
                  <a:cubicBezTo>
                    <a:pt x="422" y="1614"/>
                    <a:pt x="423" y="1616"/>
                    <a:pt x="423" y="1621"/>
                  </a:cubicBezTo>
                  <a:cubicBezTo>
                    <a:pt x="424" y="1625"/>
                    <a:pt x="433" y="1629"/>
                    <a:pt x="435" y="1631"/>
                  </a:cubicBezTo>
                  <a:cubicBezTo>
                    <a:pt x="442" y="1632"/>
                    <a:pt x="443" y="1633"/>
                    <a:pt x="439" y="1633"/>
                  </a:cubicBezTo>
                  <a:cubicBezTo>
                    <a:pt x="438" y="1633"/>
                    <a:pt x="436" y="1633"/>
                    <a:pt x="435" y="1633"/>
                  </a:cubicBezTo>
                  <a:cubicBezTo>
                    <a:pt x="427" y="1635"/>
                    <a:pt x="418" y="1636"/>
                    <a:pt x="419" y="1639"/>
                  </a:cubicBezTo>
                  <a:cubicBezTo>
                    <a:pt x="419" y="1641"/>
                    <a:pt x="421" y="1642"/>
                    <a:pt x="424" y="1642"/>
                  </a:cubicBezTo>
                  <a:cubicBezTo>
                    <a:pt x="428" y="1642"/>
                    <a:pt x="432" y="1641"/>
                    <a:pt x="436" y="1641"/>
                  </a:cubicBezTo>
                  <a:cubicBezTo>
                    <a:pt x="439" y="1640"/>
                    <a:pt x="441" y="1640"/>
                    <a:pt x="442" y="1640"/>
                  </a:cubicBezTo>
                  <a:cubicBezTo>
                    <a:pt x="445" y="1640"/>
                    <a:pt x="445" y="1641"/>
                    <a:pt x="445" y="1641"/>
                  </a:cubicBezTo>
                  <a:cubicBezTo>
                    <a:pt x="445" y="1643"/>
                    <a:pt x="445" y="1643"/>
                    <a:pt x="437" y="1645"/>
                  </a:cubicBezTo>
                  <a:lnTo>
                    <a:pt x="420" y="1649"/>
                  </a:lnTo>
                  <a:lnTo>
                    <a:pt x="420" y="1651"/>
                  </a:lnTo>
                  <a:cubicBezTo>
                    <a:pt x="422" y="1650"/>
                    <a:pt x="424" y="1650"/>
                    <a:pt x="425" y="1650"/>
                  </a:cubicBezTo>
                  <a:cubicBezTo>
                    <a:pt x="429" y="1650"/>
                    <a:pt x="429" y="1652"/>
                    <a:pt x="429" y="1652"/>
                  </a:cubicBezTo>
                  <a:cubicBezTo>
                    <a:pt x="430" y="1654"/>
                    <a:pt x="430" y="1654"/>
                    <a:pt x="413" y="1658"/>
                  </a:cubicBezTo>
                  <a:cubicBezTo>
                    <a:pt x="399" y="1660"/>
                    <a:pt x="397" y="1662"/>
                    <a:pt x="407" y="1662"/>
                  </a:cubicBezTo>
                  <a:cubicBezTo>
                    <a:pt x="409" y="1662"/>
                    <a:pt x="411" y="1662"/>
                    <a:pt x="413" y="1662"/>
                  </a:cubicBezTo>
                  <a:lnTo>
                    <a:pt x="422" y="1664"/>
                  </a:lnTo>
                  <a:cubicBezTo>
                    <a:pt x="406" y="1670"/>
                    <a:pt x="424" y="1672"/>
                    <a:pt x="432" y="1672"/>
                  </a:cubicBezTo>
                  <a:cubicBezTo>
                    <a:pt x="419" y="1677"/>
                    <a:pt x="417" y="1680"/>
                    <a:pt x="428" y="1680"/>
                  </a:cubicBezTo>
                  <a:cubicBezTo>
                    <a:pt x="429" y="1680"/>
                    <a:pt x="431" y="1680"/>
                    <a:pt x="433" y="1680"/>
                  </a:cubicBezTo>
                  <a:cubicBezTo>
                    <a:pt x="436" y="1680"/>
                    <a:pt x="438" y="1679"/>
                    <a:pt x="439" y="1679"/>
                  </a:cubicBezTo>
                  <a:cubicBezTo>
                    <a:pt x="442" y="1679"/>
                    <a:pt x="440" y="1681"/>
                    <a:pt x="435" y="1685"/>
                  </a:cubicBezTo>
                  <a:cubicBezTo>
                    <a:pt x="427" y="1689"/>
                    <a:pt x="427" y="1691"/>
                    <a:pt x="428" y="1696"/>
                  </a:cubicBezTo>
                  <a:cubicBezTo>
                    <a:pt x="437" y="1696"/>
                    <a:pt x="440" y="1713"/>
                    <a:pt x="442" y="1732"/>
                  </a:cubicBezTo>
                  <a:cubicBezTo>
                    <a:pt x="447" y="1752"/>
                    <a:pt x="449" y="1766"/>
                    <a:pt x="455" y="1766"/>
                  </a:cubicBezTo>
                  <a:cubicBezTo>
                    <a:pt x="456" y="1766"/>
                    <a:pt x="456" y="1766"/>
                    <a:pt x="457" y="1765"/>
                  </a:cubicBezTo>
                  <a:lnTo>
                    <a:pt x="457" y="1765"/>
                  </a:lnTo>
                  <a:cubicBezTo>
                    <a:pt x="458" y="1768"/>
                    <a:pt x="458" y="1768"/>
                    <a:pt x="450" y="1772"/>
                  </a:cubicBezTo>
                  <a:cubicBezTo>
                    <a:pt x="441" y="1773"/>
                    <a:pt x="441" y="1775"/>
                    <a:pt x="459" y="1775"/>
                  </a:cubicBezTo>
                  <a:cubicBezTo>
                    <a:pt x="463" y="1775"/>
                    <a:pt x="466" y="1775"/>
                    <a:pt x="468" y="1775"/>
                  </a:cubicBezTo>
                  <a:cubicBezTo>
                    <a:pt x="471" y="1775"/>
                    <a:pt x="469" y="1776"/>
                    <a:pt x="459" y="1778"/>
                  </a:cubicBezTo>
                  <a:cubicBezTo>
                    <a:pt x="451" y="1779"/>
                    <a:pt x="451" y="1783"/>
                    <a:pt x="454" y="1793"/>
                  </a:cubicBezTo>
                  <a:cubicBezTo>
                    <a:pt x="455" y="1799"/>
                    <a:pt x="456" y="1808"/>
                    <a:pt x="462" y="1808"/>
                  </a:cubicBezTo>
                  <a:cubicBezTo>
                    <a:pt x="463" y="1808"/>
                    <a:pt x="464" y="1808"/>
                    <a:pt x="465" y="1808"/>
                  </a:cubicBezTo>
                  <a:cubicBezTo>
                    <a:pt x="471" y="1810"/>
                    <a:pt x="473" y="1811"/>
                    <a:pt x="471" y="1811"/>
                  </a:cubicBezTo>
                  <a:cubicBezTo>
                    <a:pt x="470" y="1811"/>
                    <a:pt x="468" y="1811"/>
                    <a:pt x="465" y="1810"/>
                  </a:cubicBezTo>
                  <a:cubicBezTo>
                    <a:pt x="448" y="1811"/>
                    <a:pt x="441" y="1825"/>
                    <a:pt x="459" y="1828"/>
                  </a:cubicBezTo>
                  <a:cubicBezTo>
                    <a:pt x="460" y="1832"/>
                    <a:pt x="460" y="1834"/>
                    <a:pt x="452" y="1835"/>
                  </a:cubicBezTo>
                  <a:cubicBezTo>
                    <a:pt x="452" y="1837"/>
                    <a:pt x="452" y="1839"/>
                    <a:pt x="463" y="1845"/>
                  </a:cubicBezTo>
                  <a:cubicBezTo>
                    <a:pt x="463" y="1847"/>
                    <a:pt x="465" y="1857"/>
                    <a:pt x="465" y="1862"/>
                  </a:cubicBezTo>
                  <a:cubicBezTo>
                    <a:pt x="466" y="1866"/>
                    <a:pt x="475" y="1870"/>
                    <a:pt x="475" y="1870"/>
                  </a:cubicBezTo>
                  <a:lnTo>
                    <a:pt x="476" y="1872"/>
                  </a:lnTo>
                  <a:cubicBezTo>
                    <a:pt x="467" y="1873"/>
                    <a:pt x="469" y="1885"/>
                    <a:pt x="472" y="1902"/>
                  </a:cubicBezTo>
                  <a:cubicBezTo>
                    <a:pt x="475" y="1918"/>
                    <a:pt x="477" y="1933"/>
                    <a:pt x="469" y="1937"/>
                  </a:cubicBezTo>
                  <a:cubicBezTo>
                    <a:pt x="469" y="1937"/>
                    <a:pt x="469" y="1939"/>
                    <a:pt x="478" y="1939"/>
                  </a:cubicBezTo>
                  <a:cubicBezTo>
                    <a:pt x="496" y="1939"/>
                    <a:pt x="496" y="1941"/>
                    <a:pt x="488" y="1945"/>
                  </a:cubicBezTo>
                  <a:cubicBezTo>
                    <a:pt x="472" y="1950"/>
                    <a:pt x="474" y="1960"/>
                    <a:pt x="488" y="1960"/>
                  </a:cubicBezTo>
                  <a:cubicBezTo>
                    <a:pt x="489" y="1960"/>
                    <a:pt x="490" y="1959"/>
                    <a:pt x="491" y="1959"/>
                  </a:cubicBezTo>
                  <a:lnTo>
                    <a:pt x="491" y="1959"/>
                  </a:lnTo>
                  <a:lnTo>
                    <a:pt x="482" y="1961"/>
                  </a:lnTo>
                  <a:cubicBezTo>
                    <a:pt x="467" y="1966"/>
                    <a:pt x="474" y="1971"/>
                    <a:pt x="488" y="1971"/>
                  </a:cubicBezTo>
                  <a:cubicBezTo>
                    <a:pt x="490" y="1971"/>
                    <a:pt x="491" y="1971"/>
                    <a:pt x="493" y="1971"/>
                  </a:cubicBezTo>
                  <a:lnTo>
                    <a:pt x="493" y="1971"/>
                  </a:lnTo>
                  <a:cubicBezTo>
                    <a:pt x="485" y="1975"/>
                    <a:pt x="477" y="1980"/>
                    <a:pt x="485" y="1980"/>
                  </a:cubicBezTo>
                  <a:cubicBezTo>
                    <a:pt x="486" y="1982"/>
                    <a:pt x="486" y="1982"/>
                    <a:pt x="469" y="1985"/>
                  </a:cubicBezTo>
                  <a:cubicBezTo>
                    <a:pt x="460" y="1987"/>
                    <a:pt x="452" y="1989"/>
                    <a:pt x="452" y="1991"/>
                  </a:cubicBezTo>
                  <a:cubicBezTo>
                    <a:pt x="453" y="1992"/>
                    <a:pt x="454" y="1992"/>
                    <a:pt x="456" y="1992"/>
                  </a:cubicBezTo>
                  <a:cubicBezTo>
                    <a:pt x="460" y="1992"/>
                    <a:pt x="465" y="1991"/>
                    <a:pt x="470" y="1990"/>
                  </a:cubicBezTo>
                  <a:lnTo>
                    <a:pt x="470" y="1995"/>
                  </a:lnTo>
                  <a:cubicBezTo>
                    <a:pt x="470" y="1995"/>
                    <a:pt x="471" y="1996"/>
                    <a:pt x="474" y="1996"/>
                  </a:cubicBezTo>
                  <a:cubicBezTo>
                    <a:pt x="475" y="1996"/>
                    <a:pt x="477" y="1996"/>
                    <a:pt x="479" y="1995"/>
                  </a:cubicBezTo>
                  <a:cubicBezTo>
                    <a:pt x="481" y="1995"/>
                    <a:pt x="482" y="1995"/>
                    <a:pt x="483" y="1995"/>
                  </a:cubicBezTo>
                  <a:cubicBezTo>
                    <a:pt x="488" y="1995"/>
                    <a:pt x="488" y="1997"/>
                    <a:pt x="488" y="1999"/>
                  </a:cubicBezTo>
                  <a:cubicBezTo>
                    <a:pt x="485" y="1999"/>
                    <a:pt x="485" y="2000"/>
                    <a:pt x="486" y="2000"/>
                  </a:cubicBezTo>
                  <a:cubicBezTo>
                    <a:pt x="488" y="2000"/>
                    <a:pt x="493" y="1999"/>
                    <a:pt x="497" y="1996"/>
                  </a:cubicBezTo>
                  <a:cubicBezTo>
                    <a:pt x="502" y="1996"/>
                    <a:pt x="507" y="1995"/>
                    <a:pt x="511" y="1995"/>
                  </a:cubicBezTo>
                  <a:cubicBezTo>
                    <a:pt x="513" y="1995"/>
                    <a:pt x="514" y="1995"/>
                    <a:pt x="514" y="1996"/>
                  </a:cubicBezTo>
                  <a:lnTo>
                    <a:pt x="531" y="1993"/>
                  </a:lnTo>
                  <a:cubicBezTo>
                    <a:pt x="542" y="1992"/>
                    <a:pt x="553" y="1987"/>
                    <a:pt x="564" y="1982"/>
                  </a:cubicBezTo>
                  <a:cubicBezTo>
                    <a:pt x="569" y="1972"/>
                    <a:pt x="575" y="1964"/>
                    <a:pt x="567" y="1964"/>
                  </a:cubicBezTo>
                  <a:cubicBezTo>
                    <a:pt x="565" y="1964"/>
                    <a:pt x="564" y="1965"/>
                    <a:pt x="561" y="1965"/>
                  </a:cubicBezTo>
                  <a:cubicBezTo>
                    <a:pt x="561" y="1965"/>
                    <a:pt x="552" y="1964"/>
                    <a:pt x="551" y="1962"/>
                  </a:cubicBezTo>
                  <a:cubicBezTo>
                    <a:pt x="551" y="1959"/>
                    <a:pt x="559" y="1955"/>
                    <a:pt x="559" y="1955"/>
                  </a:cubicBezTo>
                  <a:cubicBezTo>
                    <a:pt x="568" y="1954"/>
                    <a:pt x="566" y="1945"/>
                    <a:pt x="564" y="1933"/>
                  </a:cubicBezTo>
                  <a:cubicBezTo>
                    <a:pt x="561" y="1918"/>
                    <a:pt x="560" y="1911"/>
                    <a:pt x="568" y="1907"/>
                  </a:cubicBezTo>
                  <a:cubicBezTo>
                    <a:pt x="576" y="1903"/>
                    <a:pt x="576" y="1901"/>
                    <a:pt x="576" y="1901"/>
                  </a:cubicBezTo>
                  <a:lnTo>
                    <a:pt x="576" y="1901"/>
                  </a:lnTo>
                  <a:cubicBezTo>
                    <a:pt x="576" y="1901"/>
                    <a:pt x="575" y="1901"/>
                    <a:pt x="575" y="1901"/>
                  </a:cubicBezTo>
                  <a:cubicBezTo>
                    <a:pt x="567" y="1901"/>
                    <a:pt x="565" y="1888"/>
                    <a:pt x="562" y="1872"/>
                  </a:cubicBezTo>
                  <a:cubicBezTo>
                    <a:pt x="559" y="1856"/>
                    <a:pt x="557" y="1840"/>
                    <a:pt x="549" y="1840"/>
                  </a:cubicBezTo>
                  <a:cubicBezTo>
                    <a:pt x="549" y="1840"/>
                    <a:pt x="548" y="1840"/>
                    <a:pt x="548" y="1841"/>
                  </a:cubicBezTo>
                  <a:lnTo>
                    <a:pt x="547" y="1836"/>
                  </a:lnTo>
                  <a:cubicBezTo>
                    <a:pt x="556" y="1834"/>
                    <a:pt x="555" y="1829"/>
                    <a:pt x="553" y="1825"/>
                  </a:cubicBezTo>
                  <a:cubicBezTo>
                    <a:pt x="544" y="1821"/>
                    <a:pt x="544" y="1817"/>
                    <a:pt x="544" y="1817"/>
                  </a:cubicBezTo>
                  <a:cubicBezTo>
                    <a:pt x="552" y="1815"/>
                    <a:pt x="552" y="1812"/>
                    <a:pt x="551" y="1808"/>
                  </a:cubicBezTo>
                  <a:cubicBezTo>
                    <a:pt x="550" y="1804"/>
                    <a:pt x="550" y="1802"/>
                    <a:pt x="545" y="1802"/>
                  </a:cubicBezTo>
                  <a:cubicBezTo>
                    <a:pt x="544" y="1802"/>
                    <a:pt x="543" y="1802"/>
                    <a:pt x="541" y="1802"/>
                  </a:cubicBezTo>
                  <a:cubicBezTo>
                    <a:pt x="539" y="1793"/>
                    <a:pt x="541" y="1783"/>
                    <a:pt x="546" y="1775"/>
                  </a:cubicBezTo>
                  <a:cubicBezTo>
                    <a:pt x="553" y="1771"/>
                    <a:pt x="544" y="1770"/>
                    <a:pt x="535" y="1770"/>
                  </a:cubicBezTo>
                  <a:cubicBezTo>
                    <a:pt x="532" y="1770"/>
                    <a:pt x="529" y="1771"/>
                    <a:pt x="526" y="1771"/>
                  </a:cubicBezTo>
                  <a:cubicBezTo>
                    <a:pt x="522" y="1771"/>
                    <a:pt x="519" y="1770"/>
                    <a:pt x="519" y="1769"/>
                  </a:cubicBezTo>
                  <a:lnTo>
                    <a:pt x="535" y="1765"/>
                  </a:lnTo>
                  <a:cubicBezTo>
                    <a:pt x="543" y="1765"/>
                    <a:pt x="543" y="1765"/>
                    <a:pt x="543" y="1761"/>
                  </a:cubicBezTo>
                  <a:lnTo>
                    <a:pt x="542" y="1756"/>
                  </a:lnTo>
                  <a:cubicBezTo>
                    <a:pt x="542" y="1756"/>
                    <a:pt x="541" y="1756"/>
                    <a:pt x="541" y="1756"/>
                  </a:cubicBezTo>
                  <a:cubicBezTo>
                    <a:pt x="533" y="1756"/>
                    <a:pt x="532" y="1746"/>
                    <a:pt x="529" y="1729"/>
                  </a:cubicBezTo>
                  <a:cubicBezTo>
                    <a:pt x="526" y="1710"/>
                    <a:pt x="524" y="1702"/>
                    <a:pt x="517" y="1702"/>
                  </a:cubicBezTo>
                  <a:cubicBezTo>
                    <a:pt x="517" y="1702"/>
                    <a:pt x="516" y="1702"/>
                    <a:pt x="515" y="1703"/>
                  </a:cubicBezTo>
                  <a:cubicBezTo>
                    <a:pt x="513" y="1703"/>
                    <a:pt x="512" y="1703"/>
                    <a:pt x="511" y="1703"/>
                  </a:cubicBezTo>
                  <a:cubicBezTo>
                    <a:pt x="508" y="1703"/>
                    <a:pt x="509" y="1700"/>
                    <a:pt x="514" y="1694"/>
                  </a:cubicBezTo>
                  <a:cubicBezTo>
                    <a:pt x="537" y="1675"/>
                    <a:pt x="537" y="1675"/>
                    <a:pt x="528" y="1673"/>
                  </a:cubicBezTo>
                  <a:lnTo>
                    <a:pt x="528" y="1673"/>
                  </a:lnTo>
                  <a:cubicBezTo>
                    <a:pt x="529" y="1676"/>
                    <a:pt x="520" y="1678"/>
                    <a:pt x="512" y="1679"/>
                  </a:cubicBezTo>
                  <a:cubicBezTo>
                    <a:pt x="507" y="1680"/>
                    <a:pt x="503" y="1681"/>
                    <a:pt x="501" y="1681"/>
                  </a:cubicBezTo>
                  <a:cubicBezTo>
                    <a:pt x="496" y="1681"/>
                    <a:pt x="499" y="1678"/>
                    <a:pt x="511" y="1675"/>
                  </a:cubicBezTo>
                  <a:cubicBezTo>
                    <a:pt x="527" y="1671"/>
                    <a:pt x="514" y="1639"/>
                    <a:pt x="497" y="1639"/>
                  </a:cubicBezTo>
                  <a:cubicBezTo>
                    <a:pt x="497" y="1639"/>
                    <a:pt x="497" y="1639"/>
                    <a:pt x="496" y="1639"/>
                  </a:cubicBezTo>
                  <a:lnTo>
                    <a:pt x="504" y="1636"/>
                  </a:lnTo>
                  <a:cubicBezTo>
                    <a:pt x="513" y="1635"/>
                    <a:pt x="512" y="1633"/>
                    <a:pt x="511" y="1623"/>
                  </a:cubicBezTo>
                  <a:cubicBezTo>
                    <a:pt x="510" y="1618"/>
                    <a:pt x="510" y="1616"/>
                    <a:pt x="510" y="1616"/>
                  </a:cubicBezTo>
                  <a:cubicBezTo>
                    <a:pt x="508" y="1616"/>
                    <a:pt x="507" y="1617"/>
                    <a:pt x="505" y="1617"/>
                  </a:cubicBezTo>
                  <a:cubicBezTo>
                    <a:pt x="494" y="1617"/>
                    <a:pt x="499" y="1604"/>
                    <a:pt x="507" y="1602"/>
                  </a:cubicBezTo>
                  <a:cubicBezTo>
                    <a:pt x="515" y="1598"/>
                    <a:pt x="515" y="1598"/>
                    <a:pt x="514" y="1594"/>
                  </a:cubicBezTo>
                  <a:cubicBezTo>
                    <a:pt x="496" y="1589"/>
                    <a:pt x="503" y="1576"/>
                    <a:pt x="511" y="1575"/>
                  </a:cubicBezTo>
                  <a:lnTo>
                    <a:pt x="510" y="1570"/>
                  </a:lnTo>
                  <a:cubicBezTo>
                    <a:pt x="502" y="1569"/>
                    <a:pt x="501" y="1565"/>
                    <a:pt x="501" y="1562"/>
                  </a:cubicBezTo>
                  <a:cubicBezTo>
                    <a:pt x="499" y="1557"/>
                    <a:pt x="499" y="1554"/>
                    <a:pt x="496" y="1554"/>
                  </a:cubicBezTo>
                  <a:cubicBezTo>
                    <a:pt x="495" y="1554"/>
                    <a:pt x="493" y="1555"/>
                    <a:pt x="491" y="1557"/>
                  </a:cubicBezTo>
                  <a:cubicBezTo>
                    <a:pt x="484" y="1557"/>
                    <a:pt x="479" y="1559"/>
                    <a:pt x="476" y="1559"/>
                  </a:cubicBezTo>
                  <a:cubicBezTo>
                    <a:pt x="475" y="1559"/>
                    <a:pt x="474" y="1559"/>
                    <a:pt x="474" y="1558"/>
                  </a:cubicBezTo>
                  <a:lnTo>
                    <a:pt x="482" y="1556"/>
                  </a:lnTo>
                  <a:cubicBezTo>
                    <a:pt x="491" y="1554"/>
                    <a:pt x="490" y="1547"/>
                    <a:pt x="487" y="1538"/>
                  </a:cubicBezTo>
                  <a:cubicBezTo>
                    <a:pt x="485" y="1525"/>
                    <a:pt x="485" y="1521"/>
                    <a:pt x="493" y="1517"/>
                  </a:cubicBezTo>
                  <a:lnTo>
                    <a:pt x="484" y="1516"/>
                  </a:lnTo>
                  <a:cubicBezTo>
                    <a:pt x="475" y="1515"/>
                    <a:pt x="475" y="1513"/>
                    <a:pt x="483" y="1512"/>
                  </a:cubicBezTo>
                  <a:cubicBezTo>
                    <a:pt x="491" y="1507"/>
                    <a:pt x="490" y="1498"/>
                    <a:pt x="481" y="1495"/>
                  </a:cubicBezTo>
                  <a:cubicBezTo>
                    <a:pt x="479" y="1493"/>
                    <a:pt x="479" y="1491"/>
                    <a:pt x="479" y="1491"/>
                  </a:cubicBezTo>
                  <a:cubicBezTo>
                    <a:pt x="494" y="1485"/>
                    <a:pt x="494" y="1478"/>
                    <a:pt x="480" y="1478"/>
                  </a:cubicBezTo>
                  <a:cubicBezTo>
                    <a:pt x="479" y="1478"/>
                    <a:pt x="478" y="1478"/>
                    <a:pt x="477" y="1478"/>
                  </a:cubicBezTo>
                  <a:cubicBezTo>
                    <a:pt x="486" y="1477"/>
                    <a:pt x="485" y="1475"/>
                    <a:pt x="485" y="1473"/>
                  </a:cubicBezTo>
                  <a:cubicBezTo>
                    <a:pt x="476" y="1469"/>
                    <a:pt x="474" y="1459"/>
                    <a:pt x="483" y="1458"/>
                  </a:cubicBezTo>
                  <a:lnTo>
                    <a:pt x="482" y="1456"/>
                  </a:lnTo>
                  <a:cubicBezTo>
                    <a:pt x="474" y="1455"/>
                    <a:pt x="473" y="1452"/>
                    <a:pt x="473" y="1450"/>
                  </a:cubicBezTo>
                  <a:cubicBezTo>
                    <a:pt x="472" y="1448"/>
                    <a:pt x="472" y="1446"/>
                    <a:pt x="463" y="1445"/>
                  </a:cubicBezTo>
                  <a:cubicBezTo>
                    <a:pt x="454" y="1443"/>
                    <a:pt x="454" y="1441"/>
                    <a:pt x="454" y="1441"/>
                  </a:cubicBezTo>
                  <a:cubicBezTo>
                    <a:pt x="454" y="1440"/>
                    <a:pt x="455" y="1440"/>
                    <a:pt x="458" y="1440"/>
                  </a:cubicBezTo>
                  <a:cubicBezTo>
                    <a:pt x="461" y="1440"/>
                    <a:pt x="466" y="1441"/>
                    <a:pt x="470" y="1441"/>
                  </a:cubicBezTo>
                  <a:cubicBezTo>
                    <a:pt x="472" y="1441"/>
                    <a:pt x="473" y="1442"/>
                    <a:pt x="474" y="1442"/>
                  </a:cubicBezTo>
                  <a:cubicBezTo>
                    <a:pt x="480" y="1442"/>
                    <a:pt x="476" y="1436"/>
                    <a:pt x="460" y="1433"/>
                  </a:cubicBezTo>
                  <a:cubicBezTo>
                    <a:pt x="450" y="1431"/>
                    <a:pt x="445" y="1430"/>
                    <a:pt x="447" y="1430"/>
                  </a:cubicBezTo>
                  <a:cubicBezTo>
                    <a:pt x="449" y="1430"/>
                    <a:pt x="453" y="1430"/>
                    <a:pt x="460" y="1431"/>
                  </a:cubicBezTo>
                  <a:cubicBezTo>
                    <a:pt x="464" y="1431"/>
                    <a:pt x="468" y="1431"/>
                    <a:pt x="470" y="1431"/>
                  </a:cubicBezTo>
                  <a:cubicBezTo>
                    <a:pt x="474" y="1431"/>
                    <a:pt x="475" y="1431"/>
                    <a:pt x="469" y="1429"/>
                  </a:cubicBezTo>
                  <a:cubicBezTo>
                    <a:pt x="469" y="1429"/>
                    <a:pt x="468" y="1425"/>
                    <a:pt x="462" y="1425"/>
                  </a:cubicBezTo>
                  <a:cubicBezTo>
                    <a:pt x="461" y="1425"/>
                    <a:pt x="460" y="1425"/>
                    <a:pt x="459" y="1425"/>
                  </a:cubicBezTo>
                  <a:lnTo>
                    <a:pt x="458" y="1419"/>
                  </a:lnTo>
                  <a:cubicBezTo>
                    <a:pt x="466" y="1412"/>
                    <a:pt x="466" y="1410"/>
                    <a:pt x="465" y="1408"/>
                  </a:cubicBezTo>
                  <a:cubicBezTo>
                    <a:pt x="456" y="1408"/>
                    <a:pt x="456" y="1408"/>
                    <a:pt x="465" y="1403"/>
                  </a:cubicBezTo>
                  <a:cubicBezTo>
                    <a:pt x="470" y="1402"/>
                    <a:pt x="472" y="1400"/>
                    <a:pt x="468" y="1400"/>
                  </a:cubicBezTo>
                  <a:cubicBezTo>
                    <a:pt x="466" y="1400"/>
                    <a:pt x="462" y="1401"/>
                    <a:pt x="456" y="1402"/>
                  </a:cubicBezTo>
                  <a:cubicBezTo>
                    <a:pt x="447" y="1402"/>
                    <a:pt x="447" y="1400"/>
                    <a:pt x="455" y="1395"/>
                  </a:cubicBezTo>
                  <a:cubicBezTo>
                    <a:pt x="469" y="1392"/>
                    <a:pt x="470" y="1390"/>
                    <a:pt x="466" y="1390"/>
                  </a:cubicBezTo>
                  <a:cubicBezTo>
                    <a:pt x="465" y="1390"/>
                    <a:pt x="464" y="1390"/>
                    <a:pt x="463" y="1391"/>
                  </a:cubicBezTo>
                  <a:cubicBezTo>
                    <a:pt x="454" y="1391"/>
                    <a:pt x="454" y="1388"/>
                    <a:pt x="454" y="1388"/>
                  </a:cubicBezTo>
                  <a:cubicBezTo>
                    <a:pt x="461" y="1386"/>
                    <a:pt x="458" y="1365"/>
                    <a:pt x="455" y="1344"/>
                  </a:cubicBezTo>
                  <a:cubicBezTo>
                    <a:pt x="454" y="1342"/>
                    <a:pt x="451" y="1342"/>
                    <a:pt x="446" y="1342"/>
                  </a:cubicBezTo>
                  <a:cubicBezTo>
                    <a:pt x="443" y="1342"/>
                    <a:pt x="440" y="1342"/>
                    <a:pt x="437" y="1342"/>
                  </a:cubicBezTo>
                  <a:cubicBezTo>
                    <a:pt x="430" y="1344"/>
                    <a:pt x="427" y="1344"/>
                    <a:pt x="427" y="1344"/>
                  </a:cubicBezTo>
                  <a:cubicBezTo>
                    <a:pt x="426" y="1344"/>
                    <a:pt x="431" y="1343"/>
                    <a:pt x="437" y="1340"/>
                  </a:cubicBezTo>
                  <a:cubicBezTo>
                    <a:pt x="452" y="1335"/>
                    <a:pt x="458" y="1332"/>
                    <a:pt x="453" y="1332"/>
                  </a:cubicBezTo>
                  <a:cubicBezTo>
                    <a:pt x="451" y="1332"/>
                    <a:pt x="445" y="1333"/>
                    <a:pt x="436" y="1336"/>
                  </a:cubicBezTo>
                  <a:cubicBezTo>
                    <a:pt x="428" y="1338"/>
                    <a:pt x="424" y="1340"/>
                    <a:pt x="423" y="1340"/>
                  </a:cubicBezTo>
                  <a:cubicBezTo>
                    <a:pt x="422" y="1340"/>
                    <a:pt x="426" y="1338"/>
                    <a:pt x="435" y="1333"/>
                  </a:cubicBezTo>
                  <a:cubicBezTo>
                    <a:pt x="444" y="1329"/>
                    <a:pt x="444" y="1329"/>
                    <a:pt x="435" y="1328"/>
                  </a:cubicBezTo>
                  <a:cubicBezTo>
                    <a:pt x="432" y="1329"/>
                    <a:pt x="430" y="1329"/>
                    <a:pt x="429" y="1329"/>
                  </a:cubicBezTo>
                  <a:cubicBezTo>
                    <a:pt x="426" y="1329"/>
                    <a:pt x="428" y="1327"/>
                    <a:pt x="433" y="1326"/>
                  </a:cubicBezTo>
                  <a:cubicBezTo>
                    <a:pt x="440" y="1323"/>
                    <a:pt x="447" y="1319"/>
                    <a:pt x="445" y="1319"/>
                  </a:cubicBezTo>
                  <a:cubicBezTo>
                    <a:pt x="444" y="1319"/>
                    <a:pt x="443" y="1320"/>
                    <a:pt x="441" y="1320"/>
                  </a:cubicBezTo>
                  <a:cubicBezTo>
                    <a:pt x="441" y="1320"/>
                    <a:pt x="441" y="1318"/>
                    <a:pt x="449" y="1313"/>
                  </a:cubicBezTo>
                  <a:cubicBezTo>
                    <a:pt x="457" y="1309"/>
                    <a:pt x="448" y="1309"/>
                    <a:pt x="439" y="1308"/>
                  </a:cubicBezTo>
                  <a:cubicBezTo>
                    <a:pt x="421" y="1304"/>
                    <a:pt x="421" y="1302"/>
                    <a:pt x="438" y="1301"/>
                  </a:cubicBezTo>
                  <a:cubicBezTo>
                    <a:pt x="454" y="1300"/>
                    <a:pt x="446" y="1291"/>
                    <a:pt x="430" y="1291"/>
                  </a:cubicBezTo>
                  <a:cubicBezTo>
                    <a:pt x="430" y="1291"/>
                    <a:pt x="429" y="1291"/>
                    <a:pt x="428" y="1291"/>
                  </a:cubicBezTo>
                  <a:cubicBezTo>
                    <a:pt x="421" y="1291"/>
                    <a:pt x="417" y="1292"/>
                    <a:pt x="415" y="1292"/>
                  </a:cubicBezTo>
                  <a:cubicBezTo>
                    <a:pt x="412" y="1292"/>
                    <a:pt x="414" y="1291"/>
                    <a:pt x="419" y="1290"/>
                  </a:cubicBezTo>
                  <a:cubicBezTo>
                    <a:pt x="428" y="1289"/>
                    <a:pt x="427" y="1286"/>
                    <a:pt x="427" y="1286"/>
                  </a:cubicBezTo>
                  <a:cubicBezTo>
                    <a:pt x="427" y="1283"/>
                    <a:pt x="427" y="1281"/>
                    <a:pt x="435" y="1280"/>
                  </a:cubicBezTo>
                  <a:cubicBezTo>
                    <a:pt x="435" y="1280"/>
                    <a:pt x="435" y="1277"/>
                    <a:pt x="424" y="1274"/>
                  </a:cubicBezTo>
                  <a:cubicBezTo>
                    <a:pt x="408" y="1273"/>
                    <a:pt x="414" y="1264"/>
                    <a:pt x="431" y="1258"/>
                  </a:cubicBezTo>
                  <a:lnTo>
                    <a:pt x="422" y="1255"/>
                  </a:lnTo>
                  <a:cubicBezTo>
                    <a:pt x="418" y="1255"/>
                    <a:pt x="414" y="1255"/>
                    <a:pt x="411" y="1255"/>
                  </a:cubicBezTo>
                  <a:cubicBezTo>
                    <a:pt x="401" y="1255"/>
                    <a:pt x="399" y="1254"/>
                    <a:pt x="412" y="1252"/>
                  </a:cubicBezTo>
                  <a:cubicBezTo>
                    <a:pt x="415" y="1251"/>
                    <a:pt x="418" y="1251"/>
                    <a:pt x="421" y="1251"/>
                  </a:cubicBezTo>
                  <a:lnTo>
                    <a:pt x="421" y="1251"/>
                  </a:lnTo>
                  <a:cubicBezTo>
                    <a:pt x="420" y="1251"/>
                    <a:pt x="419" y="1251"/>
                    <a:pt x="419" y="1251"/>
                  </a:cubicBezTo>
                  <a:cubicBezTo>
                    <a:pt x="405" y="1251"/>
                    <a:pt x="412" y="1240"/>
                    <a:pt x="428" y="1237"/>
                  </a:cubicBezTo>
                  <a:cubicBezTo>
                    <a:pt x="436" y="1236"/>
                    <a:pt x="436" y="1236"/>
                    <a:pt x="436" y="1233"/>
                  </a:cubicBezTo>
                  <a:lnTo>
                    <a:pt x="436" y="1233"/>
                  </a:lnTo>
                  <a:lnTo>
                    <a:pt x="427" y="1235"/>
                  </a:lnTo>
                  <a:cubicBezTo>
                    <a:pt x="421" y="1236"/>
                    <a:pt x="415" y="1237"/>
                    <a:pt x="412" y="1237"/>
                  </a:cubicBezTo>
                  <a:cubicBezTo>
                    <a:pt x="411" y="1237"/>
                    <a:pt x="410" y="1237"/>
                    <a:pt x="410" y="1236"/>
                  </a:cubicBezTo>
                  <a:cubicBezTo>
                    <a:pt x="409" y="1234"/>
                    <a:pt x="409" y="1231"/>
                    <a:pt x="418" y="1229"/>
                  </a:cubicBezTo>
                  <a:cubicBezTo>
                    <a:pt x="425" y="1225"/>
                    <a:pt x="431" y="1222"/>
                    <a:pt x="427" y="1222"/>
                  </a:cubicBezTo>
                  <a:cubicBezTo>
                    <a:pt x="427" y="1222"/>
                    <a:pt x="426" y="1222"/>
                    <a:pt x="424" y="1222"/>
                  </a:cubicBezTo>
                  <a:cubicBezTo>
                    <a:pt x="424" y="1222"/>
                    <a:pt x="424" y="1220"/>
                    <a:pt x="432" y="1217"/>
                  </a:cubicBezTo>
                  <a:lnTo>
                    <a:pt x="431" y="1207"/>
                  </a:lnTo>
                  <a:cubicBezTo>
                    <a:pt x="422" y="1207"/>
                    <a:pt x="421" y="1201"/>
                    <a:pt x="429" y="1200"/>
                  </a:cubicBezTo>
                  <a:cubicBezTo>
                    <a:pt x="429" y="1200"/>
                    <a:pt x="429" y="1196"/>
                    <a:pt x="420" y="1194"/>
                  </a:cubicBezTo>
                  <a:cubicBezTo>
                    <a:pt x="419" y="1190"/>
                    <a:pt x="419" y="1188"/>
                    <a:pt x="427" y="1185"/>
                  </a:cubicBezTo>
                  <a:cubicBezTo>
                    <a:pt x="436" y="1184"/>
                    <a:pt x="436" y="1184"/>
                    <a:pt x="427" y="1183"/>
                  </a:cubicBezTo>
                  <a:cubicBezTo>
                    <a:pt x="424" y="1184"/>
                    <a:pt x="423" y="1184"/>
                    <a:pt x="422" y="1184"/>
                  </a:cubicBezTo>
                  <a:cubicBezTo>
                    <a:pt x="418" y="1184"/>
                    <a:pt x="418" y="1182"/>
                    <a:pt x="418" y="1180"/>
                  </a:cubicBezTo>
                  <a:lnTo>
                    <a:pt x="417" y="1175"/>
                  </a:lnTo>
                  <a:cubicBezTo>
                    <a:pt x="413" y="1176"/>
                    <a:pt x="411" y="1177"/>
                    <a:pt x="410" y="1177"/>
                  </a:cubicBezTo>
                  <a:cubicBezTo>
                    <a:pt x="408" y="1177"/>
                    <a:pt x="408" y="1176"/>
                    <a:pt x="408" y="1175"/>
                  </a:cubicBezTo>
                  <a:cubicBezTo>
                    <a:pt x="408" y="1173"/>
                    <a:pt x="414" y="1164"/>
                    <a:pt x="414" y="1162"/>
                  </a:cubicBezTo>
                  <a:cubicBezTo>
                    <a:pt x="414" y="1157"/>
                    <a:pt x="413" y="1155"/>
                    <a:pt x="412" y="1155"/>
                  </a:cubicBezTo>
                  <a:cubicBezTo>
                    <a:pt x="411" y="1155"/>
                    <a:pt x="409" y="1157"/>
                    <a:pt x="405" y="1158"/>
                  </a:cubicBezTo>
                  <a:cubicBezTo>
                    <a:pt x="405" y="1160"/>
                    <a:pt x="404" y="1160"/>
                    <a:pt x="403" y="1160"/>
                  </a:cubicBezTo>
                  <a:cubicBezTo>
                    <a:pt x="401" y="1160"/>
                    <a:pt x="401" y="1159"/>
                    <a:pt x="404" y="1156"/>
                  </a:cubicBezTo>
                  <a:cubicBezTo>
                    <a:pt x="404" y="1154"/>
                    <a:pt x="411" y="1145"/>
                    <a:pt x="410" y="1138"/>
                  </a:cubicBezTo>
                  <a:cubicBezTo>
                    <a:pt x="409" y="1131"/>
                    <a:pt x="409" y="1129"/>
                    <a:pt x="406" y="1129"/>
                  </a:cubicBezTo>
                  <a:cubicBezTo>
                    <a:pt x="405" y="1129"/>
                    <a:pt x="403" y="1130"/>
                    <a:pt x="400" y="1130"/>
                  </a:cubicBezTo>
                  <a:cubicBezTo>
                    <a:pt x="394" y="1133"/>
                    <a:pt x="390" y="1134"/>
                    <a:pt x="388" y="1134"/>
                  </a:cubicBezTo>
                  <a:cubicBezTo>
                    <a:pt x="386" y="1134"/>
                    <a:pt x="389" y="1131"/>
                    <a:pt x="400" y="1127"/>
                  </a:cubicBezTo>
                  <a:cubicBezTo>
                    <a:pt x="412" y="1121"/>
                    <a:pt x="415" y="1118"/>
                    <a:pt x="411" y="1118"/>
                  </a:cubicBezTo>
                  <a:cubicBezTo>
                    <a:pt x="410" y="1118"/>
                    <a:pt x="409" y="1119"/>
                    <a:pt x="406" y="1119"/>
                  </a:cubicBezTo>
                  <a:cubicBezTo>
                    <a:pt x="399" y="1118"/>
                    <a:pt x="399" y="1118"/>
                    <a:pt x="398" y="1116"/>
                  </a:cubicBezTo>
                  <a:cubicBezTo>
                    <a:pt x="406" y="1114"/>
                    <a:pt x="405" y="1111"/>
                    <a:pt x="396" y="1109"/>
                  </a:cubicBezTo>
                  <a:cubicBezTo>
                    <a:pt x="396" y="1107"/>
                    <a:pt x="396" y="1107"/>
                    <a:pt x="404" y="1105"/>
                  </a:cubicBezTo>
                  <a:lnTo>
                    <a:pt x="403" y="1100"/>
                  </a:lnTo>
                  <a:cubicBezTo>
                    <a:pt x="386" y="1099"/>
                    <a:pt x="392" y="1082"/>
                    <a:pt x="400" y="1079"/>
                  </a:cubicBezTo>
                  <a:cubicBezTo>
                    <a:pt x="400" y="1079"/>
                    <a:pt x="400" y="1077"/>
                    <a:pt x="391" y="1075"/>
                  </a:cubicBezTo>
                  <a:cubicBezTo>
                    <a:pt x="388" y="1076"/>
                    <a:pt x="385" y="1076"/>
                    <a:pt x="383" y="1076"/>
                  </a:cubicBezTo>
                  <a:cubicBezTo>
                    <a:pt x="374" y="1076"/>
                    <a:pt x="376" y="1074"/>
                    <a:pt x="390" y="1071"/>
                  </a:cubicBezTo>
                  <a:cubicBezTo>
                    <a:pt x="400" y="1069"/>
                    <a:pt x="404" y="1068"/>
                    <a:pt x="401" y="1068"/>
                  </a:cubicBezTo>
                  <a:cubicBezTo>
                    <a:pt x="400" y="1068"/>
                    <a:pt x="396" y="1068"/>
                    <a:pt x="390" y="1069"/>
                  </a:cubicBezTo>
                  <a:cubicBezTo>
                    <a:pt x="381" y="1068"/>
                    <a:pt x="378" y="1056"/>
                    <a:pt x="396" y="1055"/>
                  </a:cubicBezTo>
                  <a:lnTo>
                    <a:pt x="412" y="1052"/>
                  </a:lnTo>
                  <a:cubicBezTo>
                    <a:pt x="404" y="1051"/>
                    <a:pt x="403" y="1049"/>
                    <a:pt x="403" y="1049"/>
                  </a:cubicBezTo>
                  <a:cubicBezTo>
                    <a:pt x="401" y="1049"/>
                    <a:pt x="400" y="1049"/>
                    <a:pt x="399" y="1049"/>
                  </a:cubicBezTo>
                  <a:cubicBezTo>
                    <a:pt x="395" y="1049"/>
                    <a:pt x="395" y="1047"/>
                    <a:pt x="393" y="1041"/>
                  </a:cubicBezTo>
                  <a:cubicBezTo>
                    <a:pt x="393" y="1036"/>
                    <a:pt x="383" y="1028"/>
                    <a:pt x="382" y="1024"/>
                  </a:cubicBezTo>
                  <a:cubicBezTo>
                    <a:pt x="380" y="1017"/>
                    <a:pt x="382" y="1010"/>
                    <a:pt x="387" y="1008"/>
                  </a:cubicBezTo>
                  <a:cubicBezTo>
                    <a:pt x="387" y="1006"/>
                    <a:pt x="387" y="1004"/>
                    <a:pt x="377" y="1000"/>
                  </a:cubicBezTo>
                  <a:cubicBezTo>
                    <a:pt x="369" y="999"/>
                    <a:pt x="368" y="995"/>
                    <a:pt x="376" y="992"/>
                  </a:cubicBezTo>
                  <a:lnTo>
                    <a:pt x="376" y="990"/>
                  </a:lnTo>
                  <a:cubicBezTo>
                    <a:pt x="367" y="988"/>
                    <a:pt x="366" y="986"/>
                    <a:pt x="366" y="986"/>
                  </a:cubicBezTo>
                  <a:cubicBezTo>
                    <a:pt x="375" y="983"/>
                    <a:pt x="383" y="980"/>
                    <a:pt x="374" y="979"/>
                  </a:cubicBezTo>
                  <a:lnTo>
                    <a:pt x="374" y="979"/>
                  </a:lnTo>
                  <a:cubicBezTo>
                    <a:pt x="373" y="979"/>
                    <a:pt x="371" y="979"/>
                    <a:pt x="370" y="979"/>
                  </a:cubicBezTo>
                  <a:cubicBezTo>
                    <a:pt x="366" y="979"/>
                    <a:pt x="365" y="977"/>
                    <a:pt x="365" y="973"/>
                  </a:cubicBezTo>
                  <a:cubicBezTo>
                    <a:pt x="372" y="967"/>
                    <a:pt x="358" y="890"/>
                    <a:pt x="351" y="890"/>
                  </a:cubicBezTo>
                  <a:cubicBezTo>
                    <a:pt x="351" y="890"/>
                    <a:pt x="350" y="890"/>
                    <a:pt x="350" y="890"/>
                  </a:cubicBezTo>
                  <a:lnTo>
                    <a:pt x="349" y="884"/>
                  </a:lnTo>
                  <a:cubicBezTo>
                    <a:pt x="349" y="881"/>
                    <a:pt x="348" y="877"/>
                    <a:pt x="348" y="877"/>
                  </a:cubicBezTo>
                  <a:cubicBezTo>
                    <a:pt x="365" y="874"/>
                    <a:pt x="354" y="863"/>
                    <a:pt x="345" y="858"/>
                  </a:cubicBezTo>
                  <a:cubicBezTo>
                    <a:pt x="336" y="857"/>
                    <a:pt x="336" y="854"/>
                    <a:pt x="335" y="852"/>
                  </a:cubicBezTo>
                  <a:cubicBezTo>
                    <a:pt x="352" y="849"/>
                    <a:pt x="350" y="842"/>
                    <a:pt x="341" y="839"/>
                  </a:cubicBezTo>
                  <a:lnTo>
                    <a:pt x="341" y="839"/>
                  </a:lnTo>
                  <a:cubicBezTo>
                    <a:pt x="338" y="839"/>
                    <a:pt x="336" y="839"/>
                    <a:pt x="334" y="839"/>
                  </a:cubicBezTo>
                  <a:cubicBezTo>
                    <a:pt x="325" y="839"/>
                    <a:pt x="326" y="837"/>
                    <a:pt x="340" y="834"/>
                  </a:cubicBezTo>
                  <a:cubicBezTo>
                    <a:pt x="357" y="831"/>
                    <a:pt x="356" y="826"/>
                    <a:pt x="330" y="826"/>
                  </a:cubicBezTo>
                  <a:cubicBezTo>
                    <a:pt x="322" y="825"/>
                    <a:pt x="322" y="825"/>
                    <a:pt x="330" y="822"/>
                  </a:cubicBezTo>
                  <a:cubicBezTo>
                    <a:pt x="343" y="817"/>
                    <a:pt x="345" y="815"/>
                    <a:pt x="341" y="815"/>
                  </a:cubicBezTo>
                  <a:cubicBezTo>
                    <a:pt x="340" y="815"/>
                    <a:pt x="338" y="815"/>
                    <a:pt x="337" y="815"/>
                  </a:cubicBezTo>
                  <a:cubicBezTo>
                    <a:pt x="334" y="815"/>
                    <a:pt x="332" y="816"/>
                    <a:pt x="330" y="816"/>
                  </a:cubicBezTo>
                  <a:cubicBezTo>
                    <a:pt x="321" y="816"/>
                    <a:pt x="323" y="813"/>
                    <a:pt x="336" y="808"/>
                  </a:cubicBezTo>
                  <a:cubicBezTo>
                    <a:pt x="353" y="801"/>
                    <a:pt x="353" y="801"/>
                    <a:pt x="335" y="801"/>
                  </a:cubicBezTo>
                  <a:cubicBezTo>
                    <a:pt x="334" y="801"/>
                    <a:pt x="333" y="801"/>
                    <a:pt x="332" y="801"/>
                  </a:cubicBezTo>
                  <a:cubicBezTo>
                    <a:pt x="318" y="801"/>
                    <a:pt x="318" y="792"/>
                    <a:pt x="332" y="787"/>
                  </a:cubicBezTo>
                  <a:cubicBezTo>
                    <a:pt x="332" y="785"/>
                    <a:pt x="338" y="782"/>
                    <a:pt x="335" y="782"/>
                  </a:cubicBezTo>
                  <a:cubicBezTo>
                    <a:pt x="334" y="782"/>
                    <a:pt x="333" y="782"/>
                    <a:pt x="331" y="783"/>
                  </a:cubicBezTo>
                  <a:lnTo>
                    <a:pt x="339" y="778"/>
                  </a:lnTo>
                  <a:cubicBezTo>
                    <a:pt x="339" y="776"/>
                    <a:pt x="339" y="774"/>
                    <a:pt x="339" y="774"/>
                  </a:cubicBezTo>
                  <a:lnTo>
                    <a:pt x="330" y="775"/>
                  </a:lnTo>
                  <a:cubicBezTo>
                    <a:pt x="334" y="764"/>
                    <a:pt x="335" y="752"/>
                    <a:pt x="334" y="740"/>
                  </a:cubicBezTo>
                  <a:cubicBezTo>
                    <a:pt x="330" y="720"/>
                    <a:pt x="329" y="713"/>
                    <a:pt x="324" y="713"/>
                  </a:cubicBezTo>
                  <a:cubicBezTo>
                    <a:pt x="323" y="713"/>
                    <a:pt x="322" y="713"/>
                    <a:pt x="320" y="714"/>
                  </a:cubicBezTo>
                  <a:cubicBezTo>
                    <a:pt x="315" y="716"/>
                    <a:pt x="312" y="717"/>
                    <a:pt x="310" y="717"/>
                  </a:cubicBezTo>
                  <a:cubicBezTo>
                    <a:pt x="305" y="717"/>
                    <a:pt x="308" y="713"/>
                    <a:pt x="319" y="709"/>
                  </a:cubicBezTo>
                  <a:cubicBezTo>
                    <a:pt x="319" y="706"/>
                    <a:pt x="326" y="701"/>
                    <a:pt x="326" y="695"/>
                  </a:cubicBezTo>
                  <a:cubicBezTo>
                    <a:pt x="325" y="691"/>
                    <a:pt x="323" y="686"/>
                    <a:pt x="332" y="684"/>
                  </a:cubicBezTo>
                  <a:lnTo>
                    <a:pt x="331" y="682"/>
                  </a:lnTo>
                  <a:cubicBezTo>
                    <a:pt x="315" y="681"/>
                    <a:pt x="312" y="666"/>
                    <a:pt x="319" y="658"/>
                  </a:cubicBezTo>
                  <a:cubicBezTo>
                    <a:pt x="318" y="653"/>
                    <a:pt x="318" y="650"/>
                    <a:pt x="309" y="648"/>
                  </a:cubicBezTo>
                  <a:cubicBezTo>
                    <a:pt x="300" y="645"/>
                    <a:pt x="299" y="645"/>
                    <a:pt x="308" y="640"/>
                  </a:cubicBezTo>
                  <a:cubicBezTo>
                    <a:pt x="315" y="639"/>
                    <a:pt x="320" y="626"/>
                    <a:pt x="309" y="626"/>
                  </a:cubicBezTo>
                  <a:cubicBezTo>
                    <a:pt x="307" y="626"/>
                    <a:pt x="306" y="626"/>
                    <a:pt x="304" y="627"/>
                  </a:cubicBezTo>
                  <a:lnTo>
                    <a:pt x="312" y="622"/>
                  </a:lnTo>
                  <a:cubicBezTo>
                    <a:pt x="318" y="619"/>
                    <a:pt x="316" y="618"/>
                    <a:pt x="312" y="618"/>
                  </a:cubicBezTo>
                  <a:cubicBezTo>
                    <a:pt x="309" y="618"/>
                    <a:pt x="306" y="619"/>
                    <a:pt x="303" y="619"/>
                  </a:cubicBezTo>
                  <a:cubicBezTo>
                    <a:pt x="298" y="620"/>
                    <a:pt x="294" y="620"/>
                    <a:pt x="293" y="620"/>
                  </a:cubicBezTo>
                  <a:cubicBezTo>
                    <a:pt x="289" y="620"/>
                    <a:pt x="294" y="618"/>
                    <a:pt x="311" y="613"/>
                  </a:cubicBezTo>
                  <a:cubicBezTo>
                    <a:pt x="325" y="611"/>
                    <a:pt x="327" y="609"/>
                    <a:pt x="323" y="609"/>
                  </a:cubicBezTo>
                  <a:cubicBezTo>
                    <a:pt x="322" y="609"/>
                    <a:pt x="321" y="609"/>
                    <a:pt x="319" y="609"/>
                  </a:cubicBezTo>
                  <a:cubicBezTo>
                    <a:pt x="310" y="608"/>
                    <a:pt x="302" y="608"/>
                    <a:pt x="310" y="603"/>
                  </a:cubicBezTo>
                  <a:cubicBezTo>
                    <a:pt x="309" y="602"/>
                    <a:pt x="309" y="600"/>
                    <a:pt x="305" y="600"/>
                  </a:cubicBezTo>
                  <a:cubicBezTo>
                    <a:pt x="302" y="600"/>
                    <a:pt x="298" y="601"/>
                    <a:pt x="292" y="602"/>
                  </a:cubicBezTo>
                  <a:cubicBezTo>
                    <a:pt x="290" y="602"/>
                    <a:pt x="289" y="602"/>
                    <a:pt x="288" y="602"/>
                  </a:cubicBezTo>
                  <a:cubicBezTo>
                    <a:pt x="283" y="602"/>
                    <a:pt x="283" y="601"/>
                    <a:pt x="283" y="599"/>
                  </a:cubicBezTo>
                  <a:cubicBezTo>
                    <a:pt x="289" y="598"/>
                    <a:pt x="294" y="598"/>
                    <a:pt x="300" y="598"/>
                  </a:cubicBezTo>
                  <a:lnTo>
                    <a:pt x="299" y="593"/>
                  </a:lnTo>
                  <a:cubicBezTo>
                    <a:pt x="299" y="591"/>
                    <a:pt x="307" y="584"/>
                    <a:pt x="315" y="583"/>
                  </a:cubicBezTo>
                  <a:cubicBezTo>
                    <a:pt x="319" y="580"/>
                    <a:pt x="321" y="579"/>
                    <a:pt x="318" y="579"/>
                  </a:cubicBezTo>
                  <a:cubicBezTo>
                    <a:pt x="317" y="579"/>
                    <a:pt x="313" y="580"/>
                    <a:pt x="306" y="582"/>
                  </a:cubicBezTo>
                  <a:cubicBezTo>
                    <a:pt x="298" y="583"/>
                    <a:pt x="294" y="584"/>
                    <a:pt x="291" y="584"/>
                  </a:cubicBezTo>
                  <a:cubicBezTo>
                    <a:pt x="289" y="584"/>
                    <a:pt x="289" y="583"/>
                    <a:pt x="289" y="581"/>
                  </a:cubicBezTo>
                  <a:cubicBezTo>
                    <a:pt x="288" y="579"/>
                    <a:pt x="288" y="576"/>
                    <a:pt x="295" y="574"/>
                  </a:cubicBezTo>
                  <a:cubicBezTo>
                    <a:pt x="304" y="573"/>
                    <a:pt x="304" y="573"/>
                    <a:pt x="303" y="568"/>
                  </a:cubicBezTo>
                  <a:cubicBezTo>
                    <a:pt x="302" y="562"/>
                    <a:pt x="284" y="559"/>
                    <a:pt x="267" y="559"/>
                  </a:cubicBezTo>
                  <a:cubicBezTo>
                    <a:pt x="264" y="559"/>
                    <a:pt x="261" y="559"/>
                    <a:pt x="258" y="559"/>
                  </a:cubicBezTo>
                  <a:cubicBezTo>
                    <a:pt x="251" y="561"/>
                    <a:pt x="247" y="562"/>
                    <a:pt x="246" y="562"/>
                  </a:cubicBezTo>
                  <a:cubicBezTo>
                    <a:pt x="245" y="562"/>
                    <a:pt x="249" y="560"/>
                    <a:pt x="258" y="557"/>
                  </a:cubicBezTo>
                  <a:cubicBezTo>
                    <a:pt x="267" y="556"/>
                    <a:pt x="266" y="554"/>
                    <a:pt x="266" y="552"/>
                  </a:cubicBezTo>
                  <a:lnTo>
                    <a:pt x="266" y="552"/>
                  </a:lnTo>
                  <a:cubicBezTo>
                    <a:pt x="265" y="552"/>
                    <a:pt x="264" y="552"/>
                    <a:pt x="264" y="552"/>
                  </a:cubicBezTo>
                  <a:cubicBezTo>
                    <a:pt x="261" y="552"/>
                    <a:pt x="262" y="550"/>
                    <a:pt x="264" y="550"/>
                  </a:cubicBezTo>
                  <a:cubicBezTo>
                    <a:pt x="265" y="550"/>
                    <a:pt x="266" y="551"/>
                    <a:pt x="266" y="552"/>
                  </a:cubicBezTo>
                  <a:cubicBezTo>
                    <a:pt x="269" y="551"/>
                    <a:pt x="270" y="551"/>
                    <a:pt x="272" y="551"/>
                  </a:cubicBezTo>
                  <a:cubicBezTo>
                    <a:pt x="275" y="551"/>
                    <a:pt x="275" y="552"/>
                    <a:pt x="275" y="554"/>
                  </a:cubicBezTo>
                  <a:lnTo>
                    <a:pt x="283" y="553"/>
                  </a:lnTo>
                  <a:cubicBezTo>
                    <a:pt x="300" y="547"/>
                    <a:pt x="300" y="545"/>
                    <a:pt x="282" y="545"/>
                  </a:cubicBezTo>
                  <a:cubicBezTo>
                    <a:pt x="274" y="545"/>
                    <a:pt x="274" y="545"/>
                    <a:pt x="282" y="540"/>
                  </a:cubicBezTo>
                  <a:cubicBezTo>
                    <a:pt x="288" y="538"/>
                    <a:pt x="295" y="534"/>
                    <a:pt x="292" y="534"/>
                  </a:cubicBezTo>
                  <a:cubicBezTo>
                    <a:pt x="291" y="534"/>
                    <a:pt x="290" y="534"/>
                    <a:pt x="289" y="535"/>
                  </a:cubicBezTo>
                  <a:cubicBezTo>
                    <a:pt x="289" y="535"/>
                    <a:pt x="289" y="529"/>
                    <a:pt x="297" y="526"/>
                  </a:cubicBezTo>
                  <a:cubicBezTo>
                    <a:pt x="296" y="522"/>
                    <a:pt x="295" y="519"/>
                    <a:pt x="291" y="519"/>
                  </a:cubicBezTo>
                  <a:cubicBezTo>
                    <a:pt x="290" y="519"/>
                    <a:pt x="288" y="520"/>
                    <a:pt x="286" y="520"/>
                  </a:cubicBezTo>
                  <a:cubicBezTo>
                    <a:pt x="285" y="520"/>
                    <a:pt x="284" y="520"/>
                    <a:pt x="283" y="520"/>
                  </a:cubicBezTo>
                  <a:cubicBezTo>
                    <a:pt x="278" y="520"/>
                    <a:pt x="277" y="519"/>
                    <a:pt x="277" y="517"/>
                  </a:cubicBezTo>
                  <a:cubicBezTo>
                    <a:pt x="277" y="515"/>
                    <a:pt x="277" y="513"/>
                    <a:pt x="272" y="513"/>
                  </a:cubicBezTo>
                  <a:cubicBezTo>
                    <a:pt x="271" y="513"/>
                    <a:pt x="270" y="513"/>
                    <a:pt x="269" y="513"/>
                  </a:cubicBezTo>
                  <a:cubicBezTo>
                    <a:pt x="266" y="514"/>
                    <a:pt x="263" y="515"/>
                    <a:pt x="260" y="515"/>
                  </a:cubicBezTo>
                  <a:cubicBezTo>
                    <a:pt x="255" y="515"/>
                    <a:pt x="251" y="513"/>
                    <a:pt x="251" y="510"/>
                  </a:cubicBezTo>
                  <a:cubicBezTo>
                    <a:pt x="242" y="507"/>
                    <a:pt x="242" y="507"/>
                    <a:pt x="257" y="501"/>
                  </a:cubicBezTo>
                  <a:cubicBezTo>
                    <a:pt x="266" y="500"/>
                    <a:pt x="265" y="498"/>
                    <a:pt x="265" y="496"/>
                  </a:cubicBezTo>
                  <a:cubicBezTo>
                    <a:pt x="265" y="496"/>
                    <a:pt x="265" y="493"/>
                    <a:pt x="273" y="489"/>
                  </a:cubicBezTo>
                  <a:cubicBezTo>
                    <a:pt x="277" y="487"/>
                    <a:pt x="277" y="486"/>
                    <a:pt x="275" y="486"/>
                  </a:cubicBezTo>
                  <a:cubicBezTo>
                    <a:pt x="273" y="486"/>
                    <a:pt x="268" y="487"/>
                    <a:pt x="264" y="488"/>
                  </a:cubicBezTo>
                  <a:lnTo>
                    <a:pt x="247" y="491"/>
                  </a:lnTo>
                  <a:cubicBezTo>
                    <a:pt x="247" y="489"/>
                    <a:pt x="263" y="483"/>
                    <a:pt x="272" y="482"/>
                  </a:cubicBezTo>
                  <a:cubicBezTo>
                    <a:pt x="281" y="479"/>
                    <a:pt x="285" y="478"/>
                    <a:pt x="283" y="478"/>
                  </a:cubicBezTo>
                  <a:cubicBezTo>
                    <a:pt x="282" y="478"/>
                    <a:pt x="278" y="478"/>
                    <a:pt x="271" y="480"/>
                  </a:cubicBezTo>
                  <a:cubicBezTo>
                    <a:pt x="269" y="480"/>
                    <a:pt x="267" y="480"/>
                    <a:pt x="265" y="480"/>
                  </a:cubicBezTo>
                  <a:cubicBezTo>
                    <a:pt x="260" y="480"/>
                    <a:pt x="256" y="479"/>
                    <a:pt x="262" y="474"/>
                  </a:cubicBezTo>
                  <a:cubicBezTo>
                    <a:pt x="261" y="469"/>
                    <a:pt x="260" y="464"/>
                    <a:pt x="269" y="463"/>
                  </a:cubicBezTo>
                  <a:cubicBezTo>
                    <a:pt x="276" y="458"/>
                    <a:pt x="267" y="458"/>
                    <a:pt x="267" y="458"/>
                  </a:cubicBezTo>
                  <a:cubicBezTo>
                    <a:pt x="258" y="457"/>
                    <a:pt x="258" y="455"/>
                    <a:pt x="265" y="446"/>
                  </a:cubicBezTo>
                  <a:cubicBezTo>
                    <a:pt x="275" y="436"/>
                    <a:pt x="278" y="433"/>
                    <a:pt x="274" y="433"/>
                  </a:cubicBezTo>
                  <a:cubicBezTo>
                    <a:pt x="272" y="433"/>
                    <a:pt x="268" y="434"/>
                    <a:pt x="263" y="435"/>
                  </a:cubicBezTo>
                  <a:cubicBezTo>
                    <a:pt x="260" y="435"/>
                    <a:pt x="256" y="436"/>
                    <a:pt x="255" y="436"/>
                  </a:cubicBezTo>
                  <a:cubicBezTo>
                    <a:pt x="252" y="436"/>
                    <a:pt x="253" y="435"/>
                    <a:pt x="263" y="432"/>
                  </a:cubicBezTo>
                  <a:cubicBezTo>
                    <a:pt x="271" y="428"/>
                    <a:pt x="262" y="427"/>
                    <a:pt x="253" y="424"/>
                  </a:cubicBezTo>
                  <a:cubicBezTo>
                    <a:pt x="242" y="425"/>
                    <a:pt x="230" y="426"/>
                    <a:pt x="219" y="428"/>
                  </a:cubicBezTo>
                  <a:cubicBezTo>
                    <a:pt x="212" y="430"/>
                    <a:pt x="208" y="431"/>
                    <a:pt x="206" y="431"/>
                  </a:cubicBezTo>
                  <a:cubicBezTo>
                    <a:pt x="204" y="431"/>
                    <a:pt x="206" y="429"/>
                    <a:pt x="210" y="426"/>
                  </a:cubicBezTo>
                  <a:cubicBezTo>
                    <a:pt x="209" y="423"/>
                    <a:pt x="217" y="419"/>
                    <a:pt x="226" y="417"/>
                  </a:cubicBezTo>
                  <a:cubicBezTo>
                    <a:pt x="227" y="417"/>
                    <a:pt x="229" y="417"/>
                    <a:pt x="230" y="417"/>
                  </a:cubicBezTo>
                  <a:cubicBezTo>
                    <a:pt x="234" y="417"/>
                    <a:pt x="235" y="418"/>
                    <a:pt x="235" y="418"/>
                  </a:cubicBezTo>
                  <a:lnTo>
                    <a:pt x="235" y="420"/>
                  </a:lnTo>
                  <a:cubicBezTo>
                    <a:pt x="244" y="419"/>
                    <a:pt x="252" y="417"/>
                    <a:pt x="251" y="413"/>
                  </a:cubicBezTo>
                  <a:cubicBezTo>
                    <a:pt x="256" y="409"/>
                    <a:pt x="258" y="407"/>
                    <a:pt x="255" y="407"/>
                  </a:cubicBezTo>
                  <a:cubicBezTo>
                    <a:pt x="254" y="407"/>
                    <a:pt x="253" y="407"/>
                    <a:pt x="251" y="408"/>
                  </a:cubicBezTo>
                  <a:cubicBezTo>
                    <a:pt x="255" y="406"/>
                    <a:pt x="258" y="400"/>
                    <a:pt x="256" y="395"/>
                  </a:cubicBezTo>
                  <a:cubicBezTo>
                    <a:pt x="254" y="388"/>
                    <a:pt x="256" y="381"/>
                    <a:pt x="262" y="379"/>
                  </a:cubicBezTo>
                  <a:cubicBezTo>
                    <a:pt x="262" y="375"/>
                    <a:pt x="261" y="372"/>
                    <a:pt x="258" y="372"/>
                  </a:cubicBezTo>
                  <a:cubicBezTo>
                    <a:pt x="256" y="372"/>
                    <a:pt x="255" y="373"/>
                    <a:pt x="253" y="373"/>
                  </a:cubicBezTo>
                  <a:cubicBezTo>
                    <a:pt x="247" y="374"/>
                    <a:pt x="243" y="375"/>
                    <a:pt x="241" y="375"/>
                  </a:cubicBezTo>
                  <a:cubicBezTo>
                    <a:pt x="237" y="375"/>
                    <a:pt x="239" y="374"/>
                    <a:pt x="244" y="372"/>
                  </a:cubicBezTo>
                  <a:cubicBezTo>
                    <a:pt x="260" y="367"/>
                    <a:pt x="263" y="335"/>
                    <a:pt x="247" y="335"/>
                  </a:cubicBezTo>
                  <a:cubicBezTo>
                    <a:pt x="247" y="335"/>
                    <a:pt x="246" y="335"/>
                    <a:pt x="246" y="335"/>
                  </a:cubicBezTo>
                  <a:lnTo>
                    <a:pt x="245" y="331"/>
                  </a:lnTo>
                  <a:cubicBezTo>
                    <a:pt x="253" y="324"/>
                    <a:pt x="251" y="310"/>
                    <a:pt x="242" y="309"/>
                  </a:cubicBezTo>
                  <a:lnTo>
                    <a:pt x="240" y="303"/>
                  </a:lnTo>
                  <a:cubicBezTo>
                    <a:pt x="248" y="296"/>
                    <a:pt x="247" y="294"/>
                    <a:pt x="239" y="292"/>
                  </a:cubicBezTo>
                  <a:cubicBezTo>
                    <a:pt x="233" y="292"/>
                    <a:pt x="227" y="293"/>
                    <a:pt x="227" y="293"/>
                  </a:cubicBezTo>
                  <a:cubicBezTo>
                    <a:pt x="226" y="293"/>
                    <a:pt x="227" y="293"/>
                    <a:pt x="230" y="292"/>
                  </a:cubicBezTo>
                  <a:cubicBezTo>
                    <a:pt x="238" y="290"/>
                    <a:pt x="238" y="286"/>
                    <a:pt x="236" y="277"/>
                  </a:cubicBezTo>
                  <a:cubicBezTo>
                    <a:pt x="235" y="271"/>
                    <a:pt x="235" y="268"/>
                    <a:pt x="233" y="268"/>
                  </a:cubicBezTo>
                  <a:cubicBezTo>
                    <a:pt x="232" y="268"/>
                    <a:pt x="230" y="269"/>
                    <a:pt x="227" y="271"/>
                  </a:cubicBezTo>
                  <a:cubicBezTo>
                    <a:pt x="217" y="263"/>
                    <a:pt x="225" y="261"/>
                    <a:pt x="234" y="260"/>
                  </a:cubicBezTo>
                  <a:cubicBezTo>
                    <a:pt x="247" y="259"/>
                    <a:pt x="249" y="256"/>
                    <a:pt x="236" y="256"/>
                  </a:cubicBezTo>
                  <a:cubicBezTo>
                    <a:pt x="233" y="256"/>
                    <a:pt x="229" y="256"/>
                    <a:pt x="224" y="257"/>
                  </a:cubicBezTo>
                  <a:cubicBezTo>
                    <a:pt x="222" y="257"/>
                    <a:pt x="220" y="257"/>
                    <a:pt x="219" y="257"/>
                  </a:cubicBezTo>
                  <a:cubicBezTo>
                    <a:pt x="207" y="257"/>
                    <a:pt x="207" y="253"/>
                    <a:pt x="215" y="251"/>
                  </a:cubicBezTo>
                  <a:cubicBezTo>
                    <a:pt x="216" y="251"/>
                    <a:pt x="217" y="251"/>
                    <a:pt x="218" y="251"/>
                  </a:cubicBezTo>
                  <a:cubicBezTo>
                    <a:pt x="223" y="251"/>
                    <a:pt x="224" y="253"/>
                    <a:pt x="224" y="254"/>
                  </a:cubicBezTo>
                  <a:lnTo>
                    <a:pt x="240" y="251"/>
                  </a:lnTo>
                  <a:cubicBezTo>
                    <a:pt x="240" y="249"/>
                    <a:pt x="240" y="249"/>
                    <a:pt x="231" y="248"/>
                  </a:cubicBezTo>
                  <a:cubicBezTo>
                    <a:pt x="231" y="248"/>
                    <a:pt x="230" y="245"/>
                    <a:pt x="223" y="244"/>
                  </a:cubicBezTo>
                  <a:cubicBezTo>
                    <a:pt x="214" y="244"/>
                    <a:pt x="205" y="245"/>
                    <a:pt x="197" y="250"/>
                  </a:cubicBezTo>
                  <a:cubicBezTo>
                    <a:pt x="194" y="251"/>
                    <a:pt x="192" y="252"/>
                    <a:pt x="191" y="252"/>
                  </a:cubicBezTo>
                  <a:cubicBezTo>
                    <a:pt x="189" y="252"/>
                    <a:pt x="188" y="250"/>
                    <a:pt x="188" y="249"/>
                  </a:cubicBezTo>
                  <a:cubicBezTo>
                    <a:pt x="194" y="244"/>
                    <a:pt x="201" y="242"/>
                    <a:pt x="208" y="242"/>
                  </a:cubicBezTo>
                  <a:cubicBezTo>
                    <a:pt x="209" y="242"/>
                    <a:pt x="211" y="242"/>
                    <a:pt x="212" y="242"/>
                  </a:cubicBezTo>
                  <a:cubicBezTo>
                    <a:pt x="213" y="243"/>
                    <a:pt x="214" y="243"/>
                    <a:pt x="215" y="243"/>
                  </a:cubicBezTo>
                  <a:cubicBezTo>
                    <a:pt x="219" y="243"/>
                    <a:pt x="224" y="242"/>
                    <a:pt x="230" y="241"/>
                  </a:cubicBezTo>
                  <a:cubicBezTo>
                    <a:pt x="238" y="239"/>
                    <a:pt x="222" y="232"/>
                    <a:pt x="206" y="232"/>
                  </a:cubicBezTo>
                  <a:cubicBezTo>
                    <a:pt x="205" y="232"/>
                    <a:pt x="203" y="232"/>
                    <a:pt x="202" y="232"/>
                  </a:cubicBezTo>
                  <a:lnTo>
                    <a:pt x="211" y="230"/>
                  </a:lnTo>
                  <a:cubicBezTo>
                    <a:pt x="219" y="229"/>
                    <a:pt x="218" y="224"/>
                    <a:pt x="218" y="218"/>
                  </a:cubicBezTo>
                  <a:cubicBezTo>
                    <a:pt x="217" y="215"/>
                    <a:pt x="217" y="213"/>
                    <a:pt x="213" y="213"/>
                  </a:cubicBezTo>
                  <a:cubicBezTo>
                    <a:pt x="212" y="213"/>
                    <a:pt x="210" y="213"/>
                    <a:pt x="208" y="214"/>
                  </a:cubicBezTo>
                  <a:cubicBezTo>
                    <a:pt x="203" y="215"/>
                    <a:pt x="198" y="215"/>
                    <a:pt x="195" y="215"/>
                  </a:cubicBezTo>
                  <a:cubicBezTo>
                    <a:pt x="193" y="215"/>
                    <a:pt x="191" y="215"/>
                    <a:pt x="191" y="214"/>
                  </a:cubicBezTo>
                  <a:cubicBezTo>
                    <a:pt x="191" y="216"/>
                    <a:pt x="183" y="218"/>
                    <a:pt x="174" y="220"/>
                  </a:cubicBezTo>
                  <a:cubicBezTo>
                    <a:pt x="180" y="216"/>
                    <a:pt x="184" y="213"/>
                    <a:pt x="190" y="209"/>
                  </a:cubicBezTo>
                  <a:cubicBezTo>
                    <a:pt x="206" y="202"/>
                    <a:pt x="214" y="195"/>
                    <a:pt x="212" y="186"/>
                  </a:cubicBezTo>
                  <a:cubicBezTo>
                    <a:pt x="210" y="179"/>
                    <a:pt x="212" y="172"/>
                    <a:pt x="218" y="170"/>
                  </a:cubicBezTo>
                  <a:cubicBezTo>
                    <a:pt x="217" y="167"/>
                    <a:pt x="217" y="164"/>
                    <a:pt x="213" y="164"/>
                  </a:cubicBezTo>
                  <a:cubicBezTo>
                    <a:pt x="211" y="164"/>
                    <a:pt x="210" y="164"/>
                    <a:pt x="208" y="165"/>
                  </a:cubicBezTo>
                  <a:lnTo>
                    <a:pt x="208" y="160"/>
                  </a:lnTo>
                  <a:cubicBezTo>
                    <a:pt x="215" y="156"/>
                    <a:pt x="215" y="152"/>
                    <a:pt x="209" y="152"/>
                  </a:cubicBezTo>
                  <a:cubicBezTo>
                    <a:pt x="208" y="152"/>
                    <a:pt x="208" y="152"/>
                    <a:pt x="207" y="152"/>
                  </a:cubicBezTo>
                  <a:cubicBezTo>
                    <a:pt x="198" y="152"/>
                    <a:pt x="206" y="148"/>
                    <a:pt x="205" y="146"/>
                  </a:cubicBezTo>
                  <a:cubicBezTo>
                    <a:pt x="213" y="141"/>
                    <a:pt x="218" y="139"/>
                    <a:pt x="216" y="139"/>
                  </a:cubicBezTo>
                  <a:cubicBezTo>
                    <a:pt x="215" y="139"/>
                    <a:pt x="209" y="141"/>
                    <a:pt x="197" y="144"/>
                  </a:cubicBezTo>
                  <a:cubicBezTo>
                    <a:pt x="188" y="147"/>
                    <a:pt x="180" y="153"/>
                    <a:pt x="181" y="156"/>
                  </a:cubicBezTo>
                  <a:lnTo>
                    <a:pt x="182" y="162"/>
                  </a:lnTo>
                  <a:lnTo>
                    <a:pt x="182" y="162"/>
                  </a:lnTo>
                  <a:lnTo>
                    <a:pt x="172" y="157"/>
                  </a:lnTo>
                  <a:cubicBezTo>
                    <a:pt x="172" y="155"/>
                    <a:pt x="167" y="153"/>
                    <a:pt x="160" y="153"/>
                  </a:cubicBezTo>
                  <a:cubicBezTo>
                    <a:pt x="158" y="153"/>
                    <a:pt x="156" y="153"/>
                    <a:pt x="154" y="153"/>
                  </a:cubicBezTo>
                  <a:cubicBezTo>
                    <a:pt x="154" y="153"/>
                    <a:pt x="152" y="154"/>
                    <a:pt x="150" y="154"/>
                  </a:cubicBezTo>
                  <a:cubicBezTo>
                    <a:pt x="148" y="154"/>
                    <a:pt x="146" y="153"/>
                    <a:pt x="146" y="152"/>
                  </a:cubicBezTo>
                  <a:lnTo>
                    <a:pt x="162" y="149"/>
                  </a:lnTo>
                  <a:cubicBezTo>
                    <a:pt x="164" y="149"/>
                    <a:pt x="167" y="149"/>
                    <a:pt x="169" y="149"/>
                  </a:cubicBezTo>
                  <a:cubicBezTo>
                    <a:pt x="176" y="149"/>
                    <a:pt x="182" y="148"/>
                    <a:pt x="188" y="147"/>
                  </a:cubicBezTo>
                  <a:cubicBezTo>
                    <a:pt x="202" y="142"/>
                    <a:pt x="209" y="135"/>
                    <a:pt x="201" y="135"/>
                  </a:cubicBezTo>
                  <a:cubicBezTo>
                    <a:pt x="199" y="135"/>
                    <a:pt x="197" y="135"/>
                    <a:pt x="194" y="135"/>
                  </a:cubicBezTo>
                  <a:cubicBezTo>
                    <a:pt x="194" y="133"/>
                    <a:pt x="194" y="133"/>
                    <a:pt x="202" y="129"/>
                  </a:cubicBezTo>
                  <a:cubicBezTo>
                    <a:pt x="209" y="128"/>
                    <a:pt x="210" y="126"/>
                    <a:pt x="201" y="126"/>
                  </a:cubicBezTo>
                  <a:cubicBezTo>
                    <a:pt x="199" y="126"/>
                    <a:pt x="197" y="126"/>
                    <a:pt x="193" y="126"/>
                  </a:cubicBezTo>
                  <a:cubicBezTo>
                    <a:pt x="175" y="126"/>
                    <a:pt x="175" y="124"/>
                    <a:pt x="192" y="119"/>
                  </a:cubicBezTo>
                  <a:cubicBezTo>
                    <a:pt x="207" y="111"/>
                    <a:pt x="206" y="103"/>
                    <a:pt x="199" y="103"/>
                  </a:cubicBezTo>
                  <a:cubicBezTo>
                    <a:pt x="199" y="103"/>
                    <a:pt x="198" y="103"/>
                    <a:pt x="198" y="103"/>
                  </a:cubicBezTo>
                  <a:cubicBezTo>
                    <a:pt x="195" y="104"/>
                    <a:pt x="192" y="104"/>
                    <a:pt x="190" y="104"/>
                  </a:cubicBezTo>
                  <a:cubicBezTo>
                    <a:pt x="181" y="104"/>
                    <a:pt x="181" y="99"/>
                    <a:pt x="188" y="95"/>
                  </a:cubicBezTo>
                  <a:cubicBezTo>
                    <a:pt x="196" y="92"/>
                    <a:pt x="196" y="89"/>
                    <a:pt x="187" y="88"/>
                  </a:cubicBezTo>
                  <a:cubicBezTo>
                    <a:pt x="194" y="86"/>
                    <a:pt x="202" y="83"/>
                    <a:pt x="194" y="82"/>
                  </a:cubicBezTo>
                  <a:cubicBezTo>
                    <a:pt x="194" y="82"/>
                    <a:pt x="194" y="81"/>
                    <a:pt x="193" y="81"/>
                  </a:cubicBezTo>
                  <a:cubicBezTo>
                    <a:pt x="192" y="81"/>
                    <a:pt x="189" y="82"/>
                    <a:pt x="186" y="84"/>
                  </a:cubicBezTo>
                  <a:lnTo>
                    <a:pt x="169" y="82"/>
                  </a:lnTo>
                  <a:cubicBezTo>
                    <a:pt x="169" y="85"/>
                    <a:pt x="160" y="86"/>
                    <a:pt x="152" y="87"/>
                  </a:cubicBezTo>
                  <a:cubicBezTo>
                    <a:pt x="151" y="87"/>
                    <a:pt x="151" y="87"/>
                    <a:pt x="150" y="87"/>
                  </a:cubicBezTo>
                  <a:cubicBezTo>
                    <a:pt x="145" y="87"/>
                    <a:pt x="153" y="77"/>
                    <a:pt x="174" y="68"/>
                  </a:cubicBezTo>
                  <a:lnTo>
                    <a:pt x="190" y="60"/>
                  </a:lnTo>
                  <a:lnTo>
                    <a:pt x="190" y="60"/>
                  </a:lnTo>
                  <a:lnTo>
                    <a:pt x="173" y="64"/>
                  </a:lnTo>
                  <a:cubicBezTo>
                    <a:pt x="173" y="61"/>
                    <a:pt x="173" y="59"/>
                    <a:pt x="181" y="58"/>
                  </a:cubicBezTo>
                  <a:cubicBezTo>
                    <a:pt x="190" y="56"/>
                    <a:pt x="190" y="56"/>
                    <a:pt x="189" y="54"/>
                  </a:cubicBezTo>
                  <a:cubicBezTo>
                    <a:pt x="189" y="54"/>
                    <a:pt x="189" y="52"/>
                    <a:pt x="184" y="52"/>
                  </a:cubicBezTo>
                  <a:cubicBezTo>
                    <a:pt x="183" y="52"/>
                    <a:pt x="182" y="52"/>
                    <a:pt x="180" y="52"/>
                  </a:cubicBezTo>
                  <a:cubicBezTo>
                    <a:pt x="172" y="54"/>
                    <a:pt x="168" y="55"/>
                    <a:pt x="167" y="55"/>
                  </a:cubicBezTo>
                  <a:cubicBezTo>
                    <a:pt x="166" y="55"/>
                    <a:pt x="168" y="54"/>
                    <a:pt x="172" y="52"/>
                  </a:cubicBezTo>
                  <a:cubicBezTo>
                    <a:pt x="188" y="47"/>
                    <a:pt x="188" y="45"/>
                    <a:pt x="171" y="45"/>
                  </a:cubicBezTo>
                  <a:cubicBezTo>
                    <a:pt x="164" y="46"/>
                    <a:pt x="159" y="47"/>
                    <a:pt x="158" y="47"/>
                  </a:cubicBezTo>
                  <a:cubicBezTo>
                    <a:pt x="157" y="47"/>
                    <a:pt x="161" y="45"/>
                    <a:pt x="170" y="42"/>
                  </a:cubicBezTo>
                  <a:cubicBezTo>
                    <a:pt x="179" y="41"/>
                    <a:pt x="187" y="37"/>
                    <a:pt x="186" y="34"/>
                  </a:cubicBezTo>
                  <a:lnTo>
                    <a:pt x="186" y="34"/>
                  </a:lnTo>
                  <a:lnTo>
                    <a:pt x="178" y="37"/>
                  </a:lnTo>
                  <a:cubicBezTo>
                    <a:pt x="173" y="38"/>
                    <a:pt x="169" y="38"/>
                    <a:pt x="167" y="38"/>
                  </a:cubicBezTo>
                  <a:cubicBezTo>
                    <a:pt x="161" y="38"/>
                    <a:pt x="163" y="36"/>
                    <a:pt x="169" y="33"/>
                  </a:cubicBezTo>
                  <a:cubicBezTo>
                    <a:pt x="177" y="31"/>
                    <a:pt x="177" y="29"/>
                    <a:pt x="168" y="27"/>
                  </a:cubicBezTo>
                  <a:cubicBezTo>
                    <a:pt x="166" y="21"/>
                    <a:pt x="166" y="19"/>
                    <a:pt x="174" y="18"/>
                  </a:cubicBezTo>
                  <a:cubicBezTo>
                    <a:pt x="185" y="16"/>
                    <a:pt x="189" y="15"/>
                    <a:pt x="186" y="15"/>
                  </a:cubicBezTo>
                  <a:cubicBezTo>
                    <a:pt x="184" y="15"/>
                    <a:pt x="180" y="15"/>
                    <a:pt x="174" y="15"/>
                  </a:cubicBezTo>
                  <a:cubicBezTo>
                    <a:pt x="165" y="14"/>
                    <a:pt x="165" y="14"/>
                    <a:pt x="173" y="8"/>
                  </a:cubicBezTo>
                  <a:cubicBezTo>
                    <a:pt x="181" y="4"/>
                    <a:pt x="181" y="4"/>
                    <a:pt x="172" y="3"/>
                  </a:cubicBezTo>
                  <a:cubicBezTo>
                    <a:pt x="155" y="6"/>
                    <a:pt x="146" y="9"/>
                    <a:pt x="147" y="11"/>
                  </a:cubicBezTo>
                  <a:cubicBezTo>
                    <a:pt x="147" y="13"/>
                    <a:pt x="147" y="13"/>
                    <a:pt x="140" y="14"/>
                  </a:cubicBezTo>
                  <a:lnTo>
                    <a:pt x="138" y="10"/>
                  </a:lnTo>
                  <a:cubicBezTo>
                    <a:pt x="138" y="8"/>
                    <a:pt x="137" y="5"/>
                    <a:pt x="128" y="2"/>
                  </a:cubicBezTo>
                  <a:cubicBezTo>
                    <a:pt x="126" y="1"/>
                    <a:pt x="122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33"/>
            <p:cNvSpPr/>
            <p:nvPr/>
          </p:nvSpPr>
          <p:spPr>
            <a:xfrm>
              <a:off x="2114928" y="2538790"/>
              <a:ext cx="51345" cy="198287"/>
            </a:xfrm>
            <a:custGeom>
              <a:avLst/>
              <a:gdLst/>
              <a:ahLst/>
              <a:cxnLst/>
              <a:rect l="l" t="t" r="r" b="b"/>
              <a:pathLst>
                <a:path w="514" h="1985" extrusionOk="0">
                  <a:moveTo>
                    <a:pt x="145" y="40"/>
                  </a:moveTo>
                  <a:cubicBezTo>
                    <a:pt x="150" y="40"/>
                    <a:pt x="151" y="42"/>
                    <a:pt x="151" y="44"/>
                  </a:cubicBezTo>
                  <a:cubicBezTo>
                    <a:pt x="151" y="46"/>
                    <a:pt x="151" y="46"/>
                    <a:pt x="142" y="47"/>
                  </a:cubicBezTo>
                  <a:cubicBezTo>
                    <a:pt x="142" y="47"/>
                    <a:pt x="134" y="46"/>
                    <a:pt x="133" y="44"/>
                  </a:cubicBezTo>
                  <a:lnTo>
                    <a:pt x="142" y="40"/>
                  </a:lnTo>
                  <a:cubicBezTo>
                    <a:pt x="143" y="40"/>
                    <a:pt x="144" y="40"/>
                    <a:pt x="145" y="40"/>
                  </a:cubicBezTo>
                  <a:close/>
                  <a:moveTo>
                    <a:pt x="6" y="50"/>
                  </a:moveTo>
                  <a:lnTo>
                    <a:pt x="6" y="53"/>
                  </a:lnTo>
                  <a:cubicBezTo>
                    <a:pt x="6" y="54"/>
                    <a:pt x="9" y="54"/>
                    <a:pt x="13" y="54"/>
                  </a:cubicBezTo>
                  <a:cubicBezTo>
                    <a:pt x="16" y="54"/>
                    <a:pt x="20" y="54"/>
                    <a:pt x="23" y="54"/>
                  </a:cubicBezTo>
                  <a:lnTo>
                    <a:pt x="23" y="51"/>
                  </a:lnTo>
                  <a:cubicBezTo>
                    <a:pt x="17" y="50"/>
                    <a:pt x="12" y="50"/>
                    <a:pt x="6" y="50"/>
                  </a:cubicBezTo>
                  <a:close/>
                  <a:moveTo>
                    <a:pt x="196" y="69"/>
                  </a:moveTo>
                  <a:lnTo>
                    <a:pt x="188" y="73"/>
                  </a:lnTo>
                  <a:lnTo>
                    <a:pt x="188" y="75"/>
                  </a:lnTo>
                  <a:cubicBezTo>
                    <a:pt x="196" y="74"/>
                    <a:pt x="196" y="74"/>
                    <a:pt x="196" y="72"/>
                  </a:cubicBezTo>
                  <a:lnTo>
                    <a:pt x="196" y="69"/>
                  </a:lnTo>
                  <a:close/>
                  <a:moveTo>
                    <a:pt x="150" y="66"/>
                  </a:moveTo>
                  <a:cubicBezTo>
                    <a:pt x="152" y="66"/>
                    <a:pt x="152" y="67"/>
                    <a:pt x="153" y="69"/>
                  </a:cubicBezTo>
                  <a:cubicBezTo>
                    <a:pt x="153" y="72"/>
                    <a:pt x="153" y="74"/>
                    <a:pt x="145" y="75"/>
                  </a:cubicBezTo>
                  <a:lnTo>
                    <a:pt x="144" y="73"/>
                  </a:lnTo>
                  <a:cubicBezTo>
                    <a:pt x="148" y="72"/>
                    <a:pt x="148" y="72"/>
                    <a:pt x="146" y="72"/>
                  </a:cubicBezTo>
                  <a:cubicBezTo>
                    <a:pt x="144" y="72"/>
                    <a:pt x="140" y="72"/>
                    <a:pt x="136" y="74"/>
                  </a:cubicBezTo>
                  <a:lnTo>
                    <a:pt x="119" y="76"/>
                  </a:lnTo>
                  <a:cubicBezTo>
                    <a:pt x="119" y="74"/>
                    <a:pt x="127" y="71"/>
                    <a:pt x="136" y="69"/>
                  </a:cubicBezTo>
                  <a:cubicBezTo>
                    <a:pt x="144" y="67"/>
                    <a:pt x="148" y="66"/>
                    <a:pt x="150" y="66"/>
                  </a:cubicBezTo>
                  <a:close/>
                  <a:moveTo>
                    <a:pt x="126" y="204"/>
                  </a:moveTo>
                  <a:cubicBezTo>
                    <a:pt x="133" y="204"/>
                    <a:pt x="140" y="207"/>
                    <a:pt x="141" y="208"/>
                  </a:cubicBezTo>
                  <a:cubicBezTo>
                    <a:pt x="141" y="210"/>
                    <a:pt x="138" y="211"/>
                    <a:pt x="135" y="211"/>
                  </a:cubicBezTo>
                  <a:cubicBezTo>
                    <a:pt x="132" y="211"/>
                    <a:pt x="127" y="210"/>
                    <a:pt x="123" y="208"/>
                  </a:cubicBezTo>
                  <a:lnTo>
                    <a:pt x="123" y="204"/>
                  </a:lnTo>
                  <a:cubicBezTo>
                    <a:pt x="124" y="204"/>
                    <a:pt x="125" y="204"/>
                    <a:pt x="126" y="204"/>
                  </a:cubicBezTo>
                  <a:close/>
                  <a:moveTo>
                    <a:pt x="116" y="219"/>
                  </a:moveTo>
                  <a:lnTo>
                    <a:pt x="116" y="220"/>
                  </a:lnTo>
                  <a:cubicBezTo>
                    <a:pt x="107" y="220"/>
                    <a:pt x="107" y="223"/>
                    <a:pt x="108" y="228"/>
                  </a:cubicBezTo>
                  <a:cubicBezTo>
                    <a:pt x="108" y="230"/>
                    <a:pt x="117" y="231"/>
                    <a:pt x="117" y="231"/>
                  </a:cubicBezTo>
                  <a:cubicBezTo>
                    <a:pt x="125" y="230"/>
                    <a:pt x="125" y="228"/>
                    <a:pt x="125" y="225"/>
                  </a:cubicBezTo>
                  <a:cubicBezTo>
                    <a:pt x="133" y="220"/>
                    <a:pt x="124" y="219"/>
                    <a:pt x="116" y="219"/>
                  </a:cubicBezTo>
                  <a:close/>
                  <a:moveTo>
                    <a:pt x="188" y="313"/>
                  </a:moveTo>
                  <a:cubicBezTo>
                    <a:pt x="193" y="313"/>
                    <a:pt x="193" y="314"/>
                    <a:pt x="193" y="316"/>
                  </a:cubicBezTo>
                  <a:lnTo>
                    <a:pt x="186" y="317"/>
                  </a:lnTo>
                  <a:lnTo>
                    <a:pt x="177" y="316"/>
                  </a:lnTo>
                  <a:lnTo>
                    <a:pt x="184" y="313"/>
                  </a:lnTo>
                  <a:cubicBezTo>
                    <a:pt x="186" y="313"/>
                    <a:pt x="187" y="313"/>
                    <a:pt x="188" y="313"/>
                  </a:cubicBezTo>
                  <a:close/>
                  <a:moveTo>
                    <a:pt x="143" y="325"/>
                  </a:moveTo>
                  <a:lnTo>
                    <a:pt x="161" y="327"/>
                  </a:lnTo>
                  <a:cubicBezTo>
                    <a:pt x="187" y="330"/>
                    <a:pt x="187" y="330"/>
                    <a:pt x="170" y="332"/>
                  </a:cubicBezTo>
                  <a:cubicBezTo>
                    <a:pt x="167" y="332"/>
                    <a:pt x="163" y="333"/>
                    <a:pt x="160" y="333"/>
                  </a:cubicBezTo>
                  <a:cubicBezTo>
                    <a:pt x="154" y="333"/>
                    <a:pt x="149" y="332"/>
                    <a:pt x="144" y="330"/>
                  </a:cubicBezTo>
                  <a:lnTo>
                    <a:pt x="143" y="325"/>
                  </a:lnTo>
                  <a:close/>
                  <a:moveTo>
                    <a:pt x="189" y="376"/>
                  </a:moveTo>
                  <a:cubicBezTo>
                    <a:pt x="194" y="376"/>
                    <a:pt x="200" y="377"/>
                    <a:pt x="209" y="377"/>
                  </a:cubicBezTo>
                  <a:cubicBezTo>
                    <a:pt x="217" y="380"/>
                    <a:pt x="217" y="380"/>
                    <a:pt x="200" y="380"/>
                  </a:cubicBezTo>
                  <a:lnTo>
                    <a:pt x="183" y="378"/>
                  </a:lnTo>
                  <a:cubicBezTo>
                    <a:pt x="183" y="377"/>
                    <a:pt x="185" y="376"/>
                    <a:pt x="189" y="376"/>
                  </a:cubicBezTo>
                  <a:close/>
                  <a:moveTo>
                    <a:pt x="177" y="399"/>
                  </a:moveTo>
                  <a:lnTo>
                    <a:pt x="177" y="403"/>
                  </a:lnTo>
                  <a:cubicBezTo>
                    <a:pt x="173" y="403"/>
                    <a:pt x="168" y="404"/>
                    <a:pt x="165" y="404"/>
                  </a:cubicBezTo>
                  <a:cubicBezTo>
                    <a:pt x="162" y="404"/>
                    <a:pt x="160" y="403"/>
                    <a:pt x="160" y="401"/>
                  </a:cubicBezTo>
                  <a:lnTo>
                    <a:pt x="160" y="399"/>
                  </a:lnTo>
                  <a:close/>
                  <a:moveTo>
                    <a:pt x="247" y="422"/>
                  </a:moveTo>
                  <a:lnTo>
                    <a:pt x="230" y="424"/>
                  </a:lnTo>
                  <a:lnTo>
                    <a:pt x="239" y="423"/>
                  </a:lnTo>
                  <a:lnTo>
                    <a:pt x="247" y="422"/>
                  </a:lnTo>
                  <a:close/>
                  <a:moveTo>
                    <a:pt x="149" y="448"/>
                  </a:moveTo>
                  <a:cubicBezTo>
                    <a:pt x="151" y="448"/>
                    <a:pt x="156" y="450"/>
                    <a:pt x="156" y="453"/>
                  </a:cubicBezTo>
                  <a:lnTo>
                    <a:pt x="148" y="454"/>
                  </a:lnTo>
                  <a:cubicBezTo>
                    <a:pt x="148" y="451"/>
                    <a:pt x="140" y="450"/>
                    <a:pt x="148" y="449"/>
                  </a:cubicBezTo>
                  <a:lnTo>
                    <a:pt x="147" y="449"/>
                  </a:lnTo>
                  <a:cubicBezTo>
                    <a:pt x="147" y="448"/>
                    <a:pt x="148" y="448"/>
                    <a:pt x="149" y="448"/>
                  </a:cubicBezTo>
                  <a:close/>
                  <a:moveTo>
                    <a:pt x="205" y="461"/>
                  </a:moveTo>
                  <a:cubicBezTo>
                    <a:pt x="207" y="461"/>
                    <a:pt x="209" y="461"/>
                    <a:pt x="209" y="462"/>
                  </a:cubicBezTo>
                  <a:cubicBezTo>
                    <a:pt x="218" y="463"/>
                    <a:pt x="210" y="466"/>
                    <a:pt x="192" y="466"/>
                  </a:cubicBezTo>
                  <a:lnTo>
                    <a:pt x="192" y="462"/>
                  </a:lnTo>
                  <a:cubicBezTo>
                    <a:pt x="197" y="461"/>
                    <a:pt x="202" y="461"/>
                    <a:pt x="205" y="461"/>
                  </a:cubicBezTo>
                  <a:close/>
                  <a:moveTo>
                    <a:pt x="211" y="481"/>
                  </a:moveTo>
                  <a:lnTo>
                    <a:pt x="211" y="483"/>
                  </a:lnTo>
                  <a:cubicBezTo>
                    <a:pt x="211" y="486"/>
                    <a:pt x="211" y="486"/>
                    <a:pt x="203" y="487"/>
                  </a:cubicBezTo>
                  <a:lnTo>
                    <a:pt x="203" y="484"/>
                  </a:lnTo>
                  <a:lnTo>
                    <a:pt x="211" y="481"/>
                  </a:lnTo>
                  <a:close/>
                  <a:moveTo>
                    <a:pt x="239" y="504"/>
                  </a:moveTo>
                  <a:cubicBezTo>
                    <a:pt x="234" y="505"/>
                    <a:pt x="228" y="506"/>
                    <a:pt x="223" y="508"/>
                  </a:cubicBezTo>
                  <a:cubicBezTo>
                    <a:pt x="223" y="509"/>
                    <a:pt x="225" y="509"/>
                    <a:pt x="227" y="509"/>
                  </a:cubicBezTo>
                  <a:cubicBezTo>
                    <a:pt x="230" y="509"/>
                    <a:pt x="232" y="509"/>
                    <a:pt x="232" y="509"/>
                  </a:cubicBezTo>
                  <a:cubicBezTo>
                    <a:pt x="232" y="509"/>
                    <a:pt x="240" y="508"/>
                    <a:pt x="239" y="506"/>
                  </a:cubicBezTo>
                  <a:lnTo>
                    <a:pt x="239" y="504"/>
                  </a:lnTo>
                  <a:close/>
                  <a:moveTo>
                    <a:pt x="186" y="526"/>
                  </a:moveTo>
                  <a:cubicBezTo>
                    <a:pt x="190" y="526"/>
                    <a:pt x="191" y="527"/>
                    <a:pt x="191" y="527"/>
                  </a:cubicBezTo>
                  <a:cubicBezTo>
                    <a:pt x="191" y="529"/>
                    <a:pt x="191" y="532"/>
                    <a:pt x="183" y="533"/>
                  </a:cubicBezTo>
                  <a:cubicBezTo>
                    <a:pt x="183" y="533"/>
                    <a:pt x="181" y="533"/>
                    <a:pt x="179" y="533"/>
                  </a:cubicBezTo>
                  <a:cubicBezTo>
                    <a:pt x="177" y="533"/>
                    <a:pt x="174" y="533"/>
                    <a:pt x="174" y="532"/>
                  </a:cubicBezTo>
                  <a:cubicBezTo>
                    <a:pt x="174" y="529"/>
                    <a:pt x="182" y="526"/>
                    <a:pt x="182" y="526"/>
                  </a:cubicBezTo>
                  <a:cubicBezTo>
                    <a:pt x="184" y="526"/>
                    <a:pt x="185" y="526"/>
                    <a:pt x="186" y="526"/>
                  </a:cubicBezTo>
                  <a:close/>
                  <a:moveTo>
                    <a:pt x="302" y="536"/>
                  </a:moveTo>
                  <a:cubicBezTo>
                    <a:pt x="301" y="536"/>
                    <a:pt x="299" y="537"/>
                    <a:pt x="295" y="538"/>
                  </a:cubicBezTo>
                  <a:lnTo>
                    <a:pt x="295" y="543"/>
                  </a:lnTo>
                  <a:cubicBezTo>
                    <a:pt x="304" y="542"/>
                    <a:pt x="304" y="542"/>
                    <a:pt x="303" y="539"/>
                  </a:cubicBezTo>
                  <a:cubicBezTo>
                    <a:pt x="303" y="537"/>
                    <a:pt x="303" y="536"/>
                    <a:pt x="302" y="536"/>
                  </a:cubicBezTo>
                  <a:close/>
                  <a:moveTo>
                    <a:pt x="194" y="567"/>
                  </a:moveTo>
                  <a:cubicBezTo>
                    <a:pt x="196" y="567"/>
                    <a:pt x="196" y="568"/>
                    <a:pt x="196" y="571"/>
                  </a:cubicBezTo>
                  <a:cubicBezTo>
                    <a:pt x="196" y="574"/>
                    <a:pt x="188" y="575"/>
                    <a:pt x="188" y="575"/>
                  </a:cubicBezTo>
                  <a:cubicBezTo>
                    <a:pt x="187" y="575"/>
                    <a:pt x="186" y="575"/>
                    <a:pt x="186" y="575"/>
                  </a:cubicBezTo>
                  <a:cubicBezTo>
                    <a:pt x="182" y="575"/>
                    <a:pt x="188" y="572"/>
                    <a:pt x="188" y="570"/>
                  </a:cubicBezTo>
                  <a:cubicBezTo>
                    <a:pt x="191" y="568"/>
                    <a:pt x="193" y="567"/>
                    <a:pt x="194" y="567"/>
                  </a:cubicBezTo>
                  <a:close/>
                  <a:moveTo>
                    <a:pt x="17" y="580"/>
                  </a:moveTo>
                  <a:cubicBezTo>
                    <a:pt x="14" y="580"/>
                    <a:pt x="11" y="580"/>
                    <a:pt x="8" y="581"/>
                  </a:cubicBezTo>
                  <a:cubicBezTo>
                    <a:pt x="0" y="582"/>
                    <a:pt x="0" y="584"/>
                    <a:pt x="17" y="584"/>
                  </a:cubicBezTo>
                  <a:cubicBezTo>
                    <a:pt x="26" y="583"/>
                    <a:pt x="26" y="583"/>
                    <a:pt x="26" y="581"/>
                  </a:cubicBezTo>
                  <a:cubicBezTo>
                    <a:pt x="23" y="580"/>
                    <a:pt x="20" y="580"/>
                    <a:pt x="17" y="580"/>
                  </a:cubicBezTo>
                  <a:close/>
                  <a:moveTo>
                    <a:pt x="221" y="606"/>
                  </a:moveTo>
                  <a:cubicBezTo>
                    <a:pt x="225" y="606"/>
                    <a:pt x="223" y="609"/>
                    <a:pt x="209" y="612"/>
                  </a:cubicBezTo>
                  <a:cubicBezTo>
                    <a:pt x="206" y="613"/>
                    <a:pt x="204" y="613"/>
                    <a:pt x="203" y="613"/>
                  </a:cubicBezTo>
                  <a:cubicBezTo>
                    <a:pt x="201" y="613"/>
                    <a:pt x="201" y="613"/>
                    <a:pt x="200" y="611"/>
                  </a:cubicBezTo>
                  <a:cubicBezTo>
                    <a:pt x="206" y="609"/>
                    <a:pt x="211" y="608"/>
                    <a:pt x="217" y="607"/>
                  </a:cubicBezTo>
                  <a:cubicBezTo>
                    <a:pt x="218" y="607"/>
                    <a:pt x="220" y="606"/>
                    <a:pt x="221" y="606"/>
                  </a:cubicBezTo>
                  <a:close/>
                  <a:moveTo>
                    <a:pt x="210" y="625"/>
                  </a:moveTo>
                  <a:lnTo>
                    <a:pt x="219" y="626"/>
                  </a:lnTo>
                  <a:lnTo>
                    <a:pt x="219" y="628"/>
                  </a:lnTo>
                  <a:cubicBezTo>
                    <a:pt x="215" y="629"/>
                    <a:pt x="210" y="629"/>
                    <a:pt x="206" y="629"/>
                  </a:cubicBezTo>
                  <a:cubicBezTo>
                    <a:pt x="204" y="629"/>
                    <a:pt x="202" y="629"/>
                    <a:pt x="202" y="628"/>
                  </a:cubicBezTo>
                  <a:lnTo>
                    <a:pt x="210" y="625"/>
                  </a:lnTo>
                  <a:close/>
                  <a:moveTo>
                    <a:pt x="212" y="779"/>
                  </a:moveTo>
                  <a:lnTo>
                    <a:pt x="221" y="781"/>
                  </a:lnTo>
                  <a:lnTo>
                    <a:pt x="221" y="783"/>
                  </a:lnTo>
                  <a:cubicBezTo>
                    <a:pt x="217" y="783"/>
                    <a:pt x="212" y="784"/>
                    <a:pt x="209" y="784"/>
                  </a:cubicBezTo>
                  <a:cubicBezTo>
                    <a:pt x="206" y="784"/>
                    <a:pt x="205" y="784"/>
                    <a:pt x="205" y="783"/>
                  </a:cubicBezTo>
                  <a:lnTo>
                    <a:pt x="212" y="779"/>
                  </a:lnTo>
                  <a:close/>
                  <a:moveTo>
                    <a:pt x="237" y="836"/>
                  </a:moveTo>
                  <a:cubicBezTo>
                    <a:pt x="237" y="838"/>
                    <a:pt x="237" y="838"/>
                    <a:pt x="228" y="839"/>
                  </a:cubicBezTo>
                  <a:cubicBezTo>
                    <a:pt x="225" y="839"/>
                    <a:pt x="223" y="840"/>
                    <a:pt x="220" y="840"/>
                  </a:cubicBezTo>
                  <a:cubicBezTo>
                    <a:pt x="217" y="840"/>
                    <a:pt x="214" y="839"/>
                    <a:pt x="211" y="839"/>
                  </a:cubicBezTo>
                  <a:cubicBezTo>
                    <a:pt x="211" y="837"/>
                    <a:pt x="228" y="837"/>
                    <a:pt x="237" y="836"/>
                  </a:cubicBezTo>
                  <a:close/>
                  <a:moveTo>
                    <a:pt x="301" y="866"/>
                  </a:moveTo>
                  <a:lnTo>
                    <a:pt x="301" y="868"/>
                  </a:lnTo>
                  <a:cubicBezTo>
                    <a:pt x="296" y="869"/>
                    <a:pt x="291" y="870"/>
                    <a:pt x="288" y="870"/>
                  </a:cubicBezTo>
                  <a:cubicBezTo>
                    <a:pt x="286" y="870"/>
                    <a:pt x="284" y="869"/>
                    <a:pt x="284" y="868"/>
                  </a:cubicBezTo>
                  <a:lnTo>
                    <a:pt x="283" y="866"/>
                  </a:lnTo>
                  <a:close/>
                  <a:moveTo>
                    <a:pt x="246" y="903"/>
                  </a:moveTo>
                  <a:lnTo>
                    <a:pt x="254" y="904"/>
                  </a:lnTo>
                  <a:lnTo>
                    <a:pt x="255" y="906"/>
                  </a:lnTo>
                  <a:cubicBezTo>
                    <a:pt x="250" y="908"/>
                    <a:pt x="244" y="909"/>
                    <a:pt x="241" y="909"/>
                  </a:cubicBezTo>
                  <a:cubicBezTo>
                    <a:pt x="239" y="909"/>
                    <a:pt x="238" y="908"/>
                    <a:pt x="237" y="907"/>
                  </a:cubicBezTo>
                  <a:lnTo>
                    <a:pt x="246" y="903"/>
                  </a:lnTo>
                  <a:close/>
                  <a:moveTo>
                    <a:pt x="271" y="1066"/>
                  </a:moveTo>
                  <a:cubicBezTo>
                    <a:pt x="274" y="1066"/>
                    <a:pt x="276" y="1067"/>
                    <a:pt x="276" y="1068"/>
                  </a:cubicBezTo>
                  <a:cubicBezTo>
                    <a:pt x="278" y="1073"/>
                    <a:pt x="278" y="1073"/>
                    <a:pt x="269" y="1074"/>
                  </a:cubicBezTo>
                  <a:cubicBezTo>
                    <a:pt x="268" y="1075"/>
                    <a:pt x="267" y="1075"/>
                    <a:pt x="266" y="1075"/>
                  </a:cubicBezTo>
                  <a:cubicBezTo>
                    <a:pt x="260" y="1075"/>
                    <a:pt x="260" y="1071"/>
                    <a:pt x="260" y="1069"/>
                  </a:cubicBezTo>
                  <a:cubicBezTo>
                    <a:pt x="263" y="1067"/>
                    <a:pt x="268" y="1066"/>
                    <a:pt x="271" y="1066"/>
                  </a:cubicBezTo>
                  <a:close/>
                  <a:moveTo>
                    <a:pt x="290" y="1162"/>
                  </a:moveTo>
                  <a:cubicBezTo>
                    <a:pt x="293" y="1162"/>
                    <a:pt x="296" y="1163"/>
                    <a:pt x="299" y="1163"/>
                  </a:cubicBezTo>
                  <a:lnTo>
                    <a:pt x="299" y="1165"/>
                  </a:lnTo>
                  <a:cubicBezTo>
                    <a:pt x="294" y="1166"/>
                    <a:pt x="289" y="1167"/>
                    <a:pt x="286" y="1167"/>
                  </a:cubicBezTo>
                  <a:cubicBezTo>
                    <a:pt x="284" y="1167"/>
                    <a:pt x="282" y="1166"/>
                    <a:pt x="282" y="1165"/>
                  </a:cubicBezTo>
                  <a:lnTo>
                    <a:pt x="282" y="1163"/>
                  </a:lnTo>
                  <a:cubicBezTo>
                    <a:pt x="285" y="1163"/>
                    <a:pt x="288" y="1162"/>
                    <a:pt x="290" y="1162"/>
                  </a:cubicBezTo>
                  <a:close/>
                  <a:moveTo>
                    <a:pt x="374" y="1349"/>
                  </a:moveTo>
                  <a:cubicBezTo>
                    <a:pt x="378" y="1349"/>
                    <a:pt x="378" y="1350"/>
                    <a:pt x="378" y="1350"/>
                  </a:cubicBezTo>
                  <a:cubicBezTo>
                    <a:pt x="380" y="1353"/>
                    <a:pt x="380" y="1353"/>
                    <a:pt x="371" y="1354"/>
                  </a:cubicBezTo>
                  <a:cubicBezTo>
                    <a:pt x="371" y="1354"/>
                    <a:pt x="369" y="1354"/>
                    <a:pt x="367" y="1354"/>
                  </a:cubicBezTo>
                  <a:cubicBezTo>
                    <a:pt x="364" y="1354"/>
                    <a:pt x="362" y="1354"/>
                    <a:pt x="362" y="1353"/>
                  </a:cubicBezTo>
                  <a:lnTo>
                    <a:pt x="369" y="1349"/>
                  </a:lnTo>
                  <a:cubicBezTo>
                    <a:pt x="371" y="1349"/>
                    <a:pt x="373" y="1349"/>
                    <a:pt x="374" y="1349"/>
                  </a:cubicBezTo>
                  <a:close/>
                  <a:moveTo>
                    <a:pt x="383" y="1375"/>
                  </a:moveTo>
                  <a:lnTo>
                    <a:pt x="392" y="1376"/>
                  </a:lnTo>
                  <a:lnTo>
                    <a:pt x="392" y="1379"/>
                  </a:lnTo>
                  <a:cubicBezTo>
                    <a:pt x="386" y="1380"/>
                    <a:pt x="381" y="1381"/>
                    <a:pt x="378" y="1381"/>
                  </a:cubicBezTo>
                  <a:cubicBezTo>
                    <a:pt x="376" y="1381"/>
                    <a:pt x="375" y="1380"/>
                    <a:pt x="375" y="1380"/>
                  </a:cubicBezTo>
                  <a:lnTo>
                    <a:pt x="383" y="1375"/>
                  </a:lnTo>
                  <a:close/>
                  <a:moveTo>
                    <a:pt x="336" y="1403"/>
                  </a:moveTo>
                  <a:cubicBezTo>
                    <a:pt x="344" y="1404"/>
                    <a:pt x="345" y="1407"/>
                    <a:pt x="336" y="1408"/>
                  </a:cubicBezTo>
                  <a:cubicBezTo>
                    <a:pt x="332" y="1409"/>
                    <a:pt x="330" y="1409"/>
                    <a:pt x="329" y="1409"/>
                  </a:cubicBezTo>
                  <a:cubicBezTo>
                    <a:pt x="328" y="1409"/>
                    <a:pt x="328" y="1409"/>
                    <a:pt x="328" y="1408"/>
                  </a:cubicBezTo>
                  <a:cubicBezTo>
                    <a:pt x="327" y="1403"/>
                    <a:pt x="327" y="1403"/>
                    <a:pt x="336" y="1403"/>
                  </a:cubicBezTo>
                  <a:close/>
                  <a:moveTo>
                    <a:pt x="303" y="1421"/>
                  </a:moveTo>
                  <a:lnTo>
                    <a:pt x="303" y="1421"/>
                  </a:lnTo>
                  <a:cubicBezTo>
                    <a:pt x="301" y="1422"/>
                    <a:pt x="298" y="1422"/>
                    <a:pt x="295" y="1422"/>
                  </a:cubicBezTo>
                  <a:cubicBezTo>
                    <a:pt x="293" y="1423"/>
                    <a:pt x="292" y="1424"/>
                    <a:pt x="291" y="1425"/>
                  </a:cubicBezTo>
                  <a:lnTo>
                    <a:pt x="291" y="1425"/>
                  </a:lnTo>
                  <a:cubicBezTo>
                    <a:pt x="292" y="1424"/>
                    <a:pt x="296" y="1423"/>
                    <a:pt x="303" y="1421"/>
                  </a:cubicBezTo>
                  <a:close/>
                  <a:moveTo>
                    <a:pt x="291" y="1425"/>
                  </a:moveTo>
                  <a:lnTo>
                    <a:pt x="291" y="1425"/>
                  </a:lnTo>
                  <a:cubicBezTo>
                    <a:pt x="291" y="1425"/>
                    <a:pt x="290" y="1425"/>
                    <a:pt x="290" y="1425"/>
                  </a:cubicBezTo>
                  <a:cubicBezTo>
                    <a:pt x="290" y="1425"/>
                    <a:pt x="291" y="1425"/>
                    <a:pt x="291" y="1425"/>
                  </a:cubicBezTo>
                  <a:close/>
                  <a:moveTo>
                    <a:pt x="338" y="1420"/>
                  </a:moveTo>
                  <a:lnTo>
                    <a:pt x="338" y="1422"/>
                  </a:lnTo>
                  <a:cubicBezTo>
                    <a:pt x="339" y="1424"/>
                    <a:pt x="339" y="1424"/>
                    <a:pt x="330" y="1426"/>
                  </a:cubicBezTo>
                  <a:lnTo>
                    <a:pt x="330" y="1423"/>
                  </a:lnTo>
                  <a:lnTo>
                    <a:pt x="338" y="1420"/>
                  </a:lnTo>
                  <a:close/>
                  <a:moveTo>
                    <a:pt x="325" y="1441"/>
                  </a:moveTo>
                  <a:cubicBezTo>
                    <a:pt x="325" y="1442"/>
                    <a:pt x="326" y="1443"/>
                    <a:pt x="327" y="1443"/>
                  </a:cubicBezTo>
                  <a:cubicBezTo>
                    <a:pt x="329" y="1443"/>
                    <a:pt x="330" y="1442"/>
                    <a:pt x="325" y="1441"/>
                  </a:cubicBezTo>
                  <a:close/>
                  <a:moveTo>
                    <a:pt x="341" y="1444"/>
                  </a:moveTo>
                  <a:lnTo>
                    <a:pt x="343" y="1446"/>
                  </a:lnTo>
                  <a:cubicBezTo>
                    <a:pt x="343" y="1448"/>
                    <a:pt x="343" y="1448"/>
                    <a:pt x="335" y="1449"/>
                  </a:cubicBezTo>
                  <a:lnTo>
                    <a:pt x="334" y="1447"/>
                  </a:lnTo>
                  <a:lnTo>
                    <a:pt x="341" y="1444"/>
                  </a:lnTo>
                  <a:close/>
                  <a:moveTo>
                    <a:pt x="363" y="1464"/>
                  </a:moveTo>
                  <a:lnTo>
                    <a:pt x="363" y="1466"/>
                  </a:lnTo>
                  <a:cubicBezTo>
                    <a:pt x="363" y="1468"/>
                    <a:pt x="355" y="1469"/>
                    <a:pt x="355" y="1469"/>
                  </a:cubicBezTo>
                  <a:cubicBezTo>
                    <a:pt x="355" y="1469"/>
                    <a:pt x="351" y="1470"/>
                    <a:pt x="348" y="1470"/>
                  </a:cubicBezTo>
                  <a:cubicBezTo>
                    <a:pt x="347" y="1470"/>
                    <a:pt x="346" y="1470"/>
                    <a:pt x="346" y="1469"/>
                  </a:cubicBezTo>
                  <a:cubicBezTo>
                    <a:pt x="352" y="1466"/>
                    <a:pt x="357" y="1465"/>
                    <a:pt x="363" y="1464"/>
                  </a:cubicBezTo>
                  <a:close/>
                  <a:moveTo>
                    <a:pt x="369" y="1558"/>
                  </a:moveTo>
                  <a:cubicBezTo>
                    <a:pt x="378" y="1559"/>
                    <a:pt x="386" y="1560"/>
                    <a:pt x="378" y="1561"/>
                  </a:cubicBezTo>
                  <a:cubicBezTo>
                    <a:pt x="373" y="1562"/>
                    <a:pt x="367" y="1562"/>
                    <a:pt x="362" y="1562"/>
                  </a:cubicBezTo>
                  <a:cubicBezTo>
                    <a:pt x="362" y="1562"/>
                    <a:pt x="353" y="1561"/>
                    <a:pt x="361" y="1560"/>
                  </a:cubicBezTo>
                  <a:lnTo>
                    <a:pt x="369" y="1558"/>
                  </a:lnTo>
                  <a:close/>
                  <a:moveTo>
                    <a:pt x="415" y="1631"/>
                  </a:moveTo>
                  <a:cubicBezTo>
                    <a:pt x="418" y="1631"/>
                    <a:pt x="422" y="1631"/>
                    <a:pt x="424" y="1632"/>
                  </a:cubicBezTo>
                  <a:cubicBezTo>
                    <a:pt x="426" y="1634"/>
                    <a:pt x="426" y="1634"/>
                    <a:pt x="417" y="1635"/>
                  </a:cubicBezTo>
                  <a:cubicBezTo>
                    <a:pt x="414" y="1636"/>
                    <a:pt x="410" y="1637"/>
                    <a:pt x="408" y="1637"/>
                  </a:cubicBezTo>
                  <a:cubicBezTo>
                    <a:pt x="403" y="1637"/>
                    <a:pt x="400" y="1636"/>
                    <a:pt x="400" y="1634"/>
                  </a:cubicBezTo>
                  <a:cubicBezTo>
                    <a:pt x="399" y="1633"/>
                    <a:pt x="407" y="1631"/>
                    <a:pt x="415" y="1631"/>
                  </a:cubicBezTo>
                  <a:close/>
                  <a:moveTo>
                    <a:pt x="489" y="1954"/>
                  </a:moveTo>
                  <a:cubicBezTo>
                    <a:pt x="490" y="1954"/>
                    <a:pt x="491" y="1954"/>
                    <a:pt x="491" y="1955"/>
                  </a:cubicBezTo>
                  <a:cubicBezTo>
                    <a:pt x="506" y="1956"/>
                    <a:pt x="496" y="1959"/>
                    <a:pt x="482" y="1959"/>
                  </a:cubicBezTo>
                  <a:cubicBezTo>
                    <a:pt x="480" y="1959"/>
                    <a:pt x="477" y="1959"/>
                    <a:pt x="475" y="1958"/>
                  </a:cubicBezTo>
                  <a:cubicBezTo>
                    <a:pt x="468" y="1959"/>
                    <a:pt x="464" y="1959"/>
                    <a:pt x="462" y="1959"/>
                  </a:cubicBezTo>
                  <a:cubicBezTo>
                    <a:pt x="459" y="1959"/>
                    <a:pt x="463" y="1958"/>
                    <a:pt x="474" y="1956"/>
                  </a:cubicBezTo>
                  <a:cubicBezTo>
                    <a:pt x="480" y="1955"/>
                    <a:pt x="486" y="1954"/>
                    <a:pt x="489" y="1954"/>
                  </a:cubicBezTo>
                  <a:close/>
                  <a:moveTo>
                    <a:pt x="126" y="0"/>
                  </a:moveTo>
                  <a:cubicBezTo>
                    <a:pt x="120" y="0"/>
                    <a:pt x="116" y="2"/>
                    <a:pt x="122" y="4"/>
                  </a:cubicBezTo>
                  <a:lnTo>
                    <a:pt x="113" y="8"/>
                  </a:lnTo>
                  <a:cubicBezTo>
                    <a:pt x="93" y="9"/>
                    <a:pt x="89" y="13"/>
                    <a:pt x="102" y="13"/>
                  </a:cubicBezTo>
                  <a:cubicBezTo>
                    <a:pt x="105" y="13"/>
                    <a:pt x="109" y="13"/>
                    <a:pt x="114" y="12"/>
                  </a:cubicBezTo>
                  <a:cubicBezTo>
                    <a:pt x="125" y="11"/>
                    <a:pt x="131" y="10"/>
                    <a:pt x="133" y="10"/>
                  </a:cubicBezTo>
                  <a:cubicBezTo>
                    <a:pt x="135" y="10"/>
                    <a:pt x="131" y="11"/>
                    <a:pt x="122" y="13"/>
                  </a:cubicBezTo>
                  <a:cubicBezTo>
                    <a:pt x="105" y="16"/>
                    <a:pt x="106" y="18"/>
                    <a:pt x="106" y="20"/>
                  </a:cubicBezTo>
                  <a:cubicBezTo>
                    <a:pt x="106" y="22"/>
                    <a:pt x="106" y="22"/>
                    <a:pt x="97" y="23"/>
                  </a:cubicBezTo>
                  <a:cubicBezTo>
                    <a:pt x="89" y="25"/>
                    <a:pt x="80" y="28"/>
                    <a:pt x="81" y="30"/>
                  </a:cubicBezTo>
                  <a:cubicBezTo>
                    <a:pt x="81" y="31"/>
                    <a:pt x="81" y="32"/>
                    <a:pt x="83" y="32"/>
                  </a:cubicBezTo>
                  <a:cubicBezTo>
                    <a:pt x="84" y="32"/>
                    <a:pt x="86" y="32"/>
                    <a:pt x="89" y="31"/>
                  </a:cubicBezTo>
                  <a:cubicBezTo>
                    <a:pt x="91" y="30"/>
                    <a:pt x="93" y="30"/>
                    <a:pt x="94" y="30"/>
                  </a:cubicBezTo>
                  <a:cubicBezTo>
                    <a:pt x="97" y="30"/>
                    <a:pt x="94" y="33"/>
                    <a:pt x="81" y="37"/>
                  </a:cubicBezTo>
                  <a:cubicBezTo>
                    <a:pt x="77" y="39"/>
                    <a:pt x="75" y="40"/>
                    <a:pt x="77" y="40"/>
                  </a:cubicBezTo>
                  <a:cubicBezTo>
                    <a:pt x="78" y="40"/>
                    <a:pt x="83" y="39"/>
                    <a:pt x="90" y="38"/>
                  </a:cubicBezTo>
                  <a:cubicBezTo>
                    <a:pt x="92" y="38"/>
                    <a:pt x="94" y="38"/>
                    <a:pt x="95" y="38"/>
                  </a:cubicBezTo>
                  <a:cubicBezTo>
                    <a:pt x="107" y="38"/>
                    <a:pt x="105" y="42"/>
                    <a:pt x="91" y="46"/>
                  </a:cubicBezTo>
                  <a:lnTo>
                    <a:pt x="91" y="50"/>
                  </a:lnTo>
                  <a:cubicBezTo>
                    <a:pt x="91" y="51"/>
                    <a:pt x="93" y="52"/>
                    <a:pt x="95" y="52"/>
                  </a:cubicBezTo>
                  <a:cubicBezTo>
                    <a:pt x="99" y="52"/>
                    <a:pt x="104" y="51"/>
                    <a:pt x="108" y="50"/>
                  </a:cubicBezTo>
                  <a:cubicBezTo>
                    <a:pt x="114" y="50"/>
                    <a:pt x="118" y="50"/>
                    <a:pt x="120" y="50"/>
                  </a:cubicBezTo>
                  <a:cubicBezTo>
                    <a:pt x="124" y="50"/>
                    <a:pt x="122" y="50"/>
                    <a:pt x="117" y="53"/>
                  </a:cubicBezTo>
                  <a:cubicBezTo>
                    <a:pt x="111" y="54"/>
                    <a:pt x="106" y="56"/>
                    <a:pt x="100" y="56"/>
                  </a:cubicBezTo>
                  <a:cubicBezTo>
                    <a:pt x="92" y="57"/>
                    <a:pt x="92" y="59"/>
                    <a:pt x="92" y="62"/>
                  </a:cubicBezTo>
                  <a:cubicBezTo>
                    <a:pt x="92" y="65"/>
                    <a:pt x="92" y="68"/>
                    <a:pt x="99" y="68"/>
                  </a:cubicBezTo>
                  <a:cubicBezTo>
                    <a:pt x="100" y="68"/>
                    <a:pt x="100" y="68"/>
                    <a:pt x="101" y="68"/>
                  </a:cubicBezTo>
                  <a:lnTo>
                    <a:pt x="101" y="68"/>
                  </a:lnTo>
                  <a:lnTo>
                    <a:pt x="92" y="69"/>
                  </a:lnTo>
                  <a:cubicBezTo>
                    <a:pt x="93" y="71"/>
                    <a:pt x="89" y="72"/>
                    <a:pt x="90" y="72"/>
                  </a:cubicBezTo>
                  <a:cubicBezTo>
                    <a:pt x="90" y="72"/>
                    <a:pt x="91" y="72"/>
                    <a:pt x="94" y="72"/>
                  </a:cubicBezTo>
                  <a:lnTo>
                    <a:pt x="94" y="72"/>
                  </a:lnTo>
                  <a:cubicBezTo>
                    <a:pt x="94" y="72"/>
                    <a:pt x="94" y="74"/>
                    <a:pt x="86" y="79"/>
                  </a:cubicBezTo>
                  <a:cubicBezTo>
                    <a:pt x="81" y="83"/>
                    <a:pt x="85" y="86"/>
                    <a:pt x="94" y="86"/>
                  </a:cubicBezTo>
                  <a:cubicBezTo>
                    <a:pt x="99" y="86"/>
                    <a:pt x="105" y="85"/>
                    <a:pt x="111" y="82"/>
                  </a:cubicBezTo>
                  <a:lnTo>
                    <a:pt x="111" y="82"/>
                  </a:lnTo>
                  <a:cubicBezTo>
                    <a:pt x="111" y="83"/>
                    <a:pt x="111" y="83"/>
                    <a:pt x="111" y="84"/>
                  </a:cubicBezTo>
                  <a:cubicBezTo>
                    <a:pt x="111" y="85"/>
                    <a:pt x="114" y="85"/>
                    <a:pt x="116" y="85"/>
                  </a:cubicBezTo>
                  <a:cubicBezTo>
                    <a:pt x="118" y="85"/>
                    <a:pt x="120" y="85"/>
                    <a:pt x="120" y="85"/>
                  </a:cubicBezTo>
                  <a:cubicBezTo>
                    <a:pt x="122" y="85"/>
                    <a:pt x="123" y="85"/>
                    <a:pt x="124" y="85"/>
                  </a:cubicBezTo>
                  <a:cubicBezTo>
                    <a:pt x="128" y="85"/>
                    <a:pt x="129" y="87"/>
                    <a:pt x="129" y="88"/>
                  </a:cubicBezTo>
                  <a:lnTo>
                    <a:pt x="111" y="91"/>
                  </a:lnTo>
                  <a:cubicBezTo>
                    <a:pt x="89" y="92"/>
                    <a:pt x="80" y="96"/>
                    <a:pt x="97" y="96"/>
                  </a:cubicBezTo>
                  <a:cubicBezTo>
                    <a:pt x="99" y="96"/>
                    <a:pt x="101" y="96"/>
                    <a:pt x="104" y="96"/>
                  </a:cubicBezTo>
                  <a:lnTo>
                    <a:pt x="104" y="96"/>
                  </a:lnTo>
                  <a:lnTo>
                    <a:pt x="96" y="97"/>
                  </a:lnTo>
                  <a:cubicBezTo>
                    <a:pt x="87" y="99"/>
                    <a:pt x="87" y="101"/>
                    <a:pt x="96" y="104"/>
                  </a:cubicBezTo>
                  <a:cubicBezTo>
                    <a:pt x="97" y="106"/>
                    <a:pt x="106" y="107"/>
                    <a:pt x="114" y="107"/>
                  </a:cubicBezTo>
                  <a:cubicBezTo>
                    <a:pt x="117" y="107"/>
                    <a:pt x="119" y="107"/>
                    <a:pt x="122" y="106"/>
                  </a:cubicBezTo>
                  <a:cubicBezTo>
                    <a:pt x="123" y="106"/>
                    <a:pt x="125" y="106"/>
                    <a:pt x="126" y="106"/>
                  </a:cubicBezTo>
                  <a:cubicBezTo>
                    <a:pt x="131" y="106"/>
                    <a:pt x="131" y="108"/>
                    <a:pt x="131" y="108"/>
                  </a:cubicBezTo>
                  <a:cubicBezTo>
                    <a:pt x="131" y="110"/>
                    <a:pt x="131" y="110"/>
                    <a:pt x="123" y="111"/>
                  </a:cubicBezTo>
                  <a:cubicBezTo>
                    <a:pt x="106" y="113"/>
                    <a:pt x="106" y="118"/>
                    <a:pt x="123" y="118"/>
                  </a:cubicBezTo>
                  <a:lnTo>
                    <a:pt x="115" y="119"/>
                  </a:lnTo>
                  <a:cubicBezTo>
                    <a:pt x="106" y="120"/>
                    <a:pt x="98" y="123"/>
                    <a:pt x="107" y="134"/>
                  </a:cubicBezTo>
                  <a:cubicBezTo>
                    <a:pt x="108" y="143"/>
                    <a:pt x="109" y="151"/>
                    <a:pt x="100" y="151"/>
                  </a:cubicBezTo>
                  <a:cubicBezTo>
                    <a:pt x="92" y="152"/>
                    <a:pt x="110" y="160"/>
                    <a:pt x="127" y="162"/>
                  </a:cubicBezTo>
                  <a:cubicBezTo>
                    <a:pt x="119" y="164"/>
                    <a:pt x="119" y="166"/>
                    <a:pt x="119" y="171"/>
                  </a:cubicBezTo>
                  <a:cubicBezTo>
                    <a:pt x="120" y="178"/>
                    <a:pt x="120" y="178"/>
                    <a:pt x="111" y="179"/>
                  </a:cubicBezTo>
                  <a:cubicBezTo>
                    <a:pt x="105" y="179"/>
                    <a:pt x="101" y="179"/>
                    <a:pt x="100" y="179"/>
                  </a:cubicBezTo>
                  <a:cubicBezTo>
                    <a:pt x="97" y="179"/>
                    <a:pt x="101" y="179"/>
                    <a:pt x="111" y="182"/>
                  </a:cubicBezTo>
                  <a:cubicBezTo>
                    <a:pt x="129" y="182"/>
                    <a:pt x="122" y="189"/>
                    <a:pt x="105" y="192"/>
                  </a:cubicBezTo>
                  <a:cubicBezTo>
                    <a:pt x="96" y="193"/>
                    <a:pt x="96" y="195"/>
                    <a:pt x="97" y="200"/>
                  </a:cubicBezTo>
                  <a:cubicBezTo>
                    <a:pt x="106" y="202"/>
                    <a:pt x="106" y="206"/>
                    <a:pt x="106" y="211"/>
                  </a:cubicBezTo>
                  <a:cubicBezTo>
                    <a:pt x="107" y="215"/>
                    <a:pt x="107" y="217"/>
                    <a:pt x="111" y="217"/>
                  </a:cubicBezTo>
                  <a:cubicBezTo>
                    <a:pt x="114" y="217"/>
                    <a:pt x="118" y="216"/>
                    <a:pt x="124" y="215"/>
                  </a:cubicBezTo>
                  <a:cubicBezTo>
                    <a:pt x="127" y="215"/>
                    <a:pt x="129" y="215"/>
                    <a:pt x="131" y="215"/>
                  </a:cubicBezTo>
                  <a:cubicBezTo>
                    <a:pt x="141" y="215"/>
                    <a:pt x="141" y="217"/>
                    <a:pt x="142" y="221"/>
                  </a:cubicBezTo>
                  <a:cubicBezTo>
                    <a:pt x="142" y="223"/>
                    <a:pt x="142" y="225"/>
                    <a:pt x="134" y="226"/>
                  </a:cubicBezTo>
                  <a:cubicBezTo>
                    <a:pt x="134" y="226"/>
                    <a:pt x="125" y="230"/>
                    <a:pt x="125" y="232"/>
                  </a:cubicBezTo>
                  <a:cubicBezTo>
                    <a:pt x="126" y="234"/>
                    <a:pt x="126" y="237"/>
                    <a:pt x="117" y="238"/>
                  </a:cubicBezTo>
                  <a:cubicBezTo>
                    <a:pt x="117" y="238"/>
                    <a:pt x="109" y="241"/>
                    <a:pt x="109" y="247"/>
                  </a:cubicBezTo>
                  <a:cubicBezTo>
                    <a:pt x="110" y="251"/>
                    <a:pt x="110" y="256"/>
                    <a:pt x="103" y="257"/>
                  </a:cubicBezTo>
                  <a:cubicBezTo>
                    <a:pt x="103" y="258"/>
                    <a:pt x="103" y="259"/>
                    <a:pt x="104" y="259"/>
                  </a:cubicBezTo>
                  <a:cubicBezTo>
                    <a:pt x="105" y="259"/>
                    <a:pt x="107" y="258"/>
                    <a:pt x="110" y="258"/>
                  </a:cubicBezTo>
                  <a:cubicBezTo>
                    <a:pt x="112" y="258"/>
                    <a:pt x="114" y="257"/>
                    <a:pt x="115" y="257"/>
                  </a:cubicBezTo>
                  <a:cubicBezTo>
                    <a:pt x="122" y="257"/>
                    <a:pt x="127" y="260"/>
                    <a:pt x="120" y="269"/>
                  </a:cubicBezTo>
                  <a:cubicBezTo>
                    <a:pt x="120" y="273"/>
                    <a:pt x="121" y="279"/>
                    <a:pt x="129" y="279"/>
                  </a:cubicBezTo>
                  <a:cubicBezTo>
                    <a:pt x="129" y="279"/>
                    <a:pt x="130" y="279"/>
                    <a:pt x="131" y="279"/>
                  </a:cubicBezTo>
                  <a:lnTo>
                    <a:pt x="131" y="279"/>
                  </a:lnTo>
                  <a:cubicBezTo>
                    <a:pt x="131" y="281"/>
                    <a:pt x="131" y="281"/>
                    <a:pt x="122" y="283"/>
                  </a:cubicBezTo>
                  <a:cubicBezTo>
                    <a:pt x="105" y="285"/>
                    <a:pt x="106" y="289"/>
                    <a:pt x="123" y="293"/>
                  </a:cubicBezTo>
                  <a:cubicBezTo>
                    <a:pt x="124" y="292"/>
                    <a:pt x="126" y="292"/>
                    <a:pt x="127" y="292"/>
                  </a:cubicBezTo>
                  <a:cubicBezTo>
                    <a:pt x="131" y="292"/>
                    <a:pt x="130" y="294"/>
                    <a:pt x="124" y="297"/>
                  </a:cubicBezTo>
                  <a:cubicBezTo>
                    <a:pt x="124" y="297"/>
                    <a:pt x="124" y="299"/>
                    <a:pt x="133" y="300"/>
                  </a:cubicBezTo>
                  <a:cubicBezTo>
                    <a:pt x="141" y="302"/>
                    <a:pt x="141" y="302"/>
                    <a:pt x="133" y="307"/>
                  </a:cubicBezTo>
                  <a:cubicBezTo>
                    <a:pt x="125" y="308"/>
                    <a:pt x="125" y="311"/>
                    <a:pt x="125" y="313"/>
                  </a:cubicBezTo>
                  <a:cubicBezTo>
                    <a:pt x="134" y="317"/>
                    <a:pt x="136" y="343"/>
                    <a:pt x="128" y="346"/>
                  </a:cubicBezTo>
                  <a:cubicBezTo>
                    <a:pt x="137" y="348"/>
                    <a:pt x="137" y="348"/>
                    <a:pt x="137" y="350"/>
                  </a:cubicBezTo>
                  <a:cubicBezTo>
                    <a:pt x="126" y="353"/>
                    <a:pt x="126" y="354"/>
                    <a:pt x="133" y="354"/>
                  </a:cubicBezTo>
                  <a:cubicBezTo>
                    <a:pt x="136" y="354"/>
                    <a:pt x="141" y="354"/>
                    <a:pt x="146" y="353"/>
                  </a:cubicBezTo>
                  <a:lnTo>
                    <a:pt x="146" y="351"/>
                  </a:lnTo>
                  <a:lnTo>
                    <a:pt x="146" y="349"/>
                  </a:lnTo>
                  <a:cubicBezTo>
                    <a:pt x="149" y="348"/>
                    <a:pt x="151" y="348"/>
                    <a:pt x="152" y="348"/>
                  </a:cubicBezTo>
                  <a:cubicBezTo>
                    <a:pt x="163" y="348"/>
                    <a:pt x="160" y="354"/>
                    <a:pt x="138" y="357"/>
                  </a:cubicBezTo>
                  <a:cubicBezTo>
                    <a:pt x="122" y="361"/>
                    <a:pt x="122" y="361"/>
                    <a:pt x="138" y="362"/>
                  </a:cubicBezTo>
                  <a:cubicBezTo>
                    <a:pt x="155" y="362"/>
                    <a:pt x="156" y="364"/>
                    <a:pt x="140" y="369"/>
                  </a:cubicBezTo>
                  <a:cubicBezTo>
                    <a:pt x="123" y="371"/>
                    <a:pt x="123" y="371"/>
                    <a:pt x="140" y="371"/>
                  </a:cubicBezTo>
                  <a:cubicBezTo>
                    <a:pt x="174" y="371"/>
                    <a:pt x="183" y="378"/>
                    <a:pt x="150" y="381"/>
                  </a:cubicBezTo>
                  <a:cubicBezTo>
                    <a:pt x="133" y="383"/>
                    <a:pt x="124" y="387"/>
                    <a:pt x="125" y="390"/>
                  </a:cubicBezTo>
                  <a:cubicBezTo>
                    <a:pt x="125" y="391"/>
                    <a:pt x="126" y="392"/>
                    <a:pt x="129" y="392"/>
                  </a:cubicBezTo>
                  <a:cubicBezTo>
                    <a:pt x="132" y="392"/>
                    <a:pt x="137" y="391"/>
                    <a:pt x="142" y="390"/>
                  </a:cubicBezTo>
                  <a:cubicBezTo>
                    <a:pt x="148" y="389"/>
                    <a:pt x="152" y="388"/>
                    <a:pt x="153" y="388"/>
                  </a:cubicBezTo>
                  <a:cubicBezTo>
                    <a:pt x="156" y="388"/>
                    <a:pt x="153" y="390"/>
                    <a:pt x="142" y="395"/>
                  </a:cubicBezTo>
                  <a:cubicBezTo>
                    <a:pt x="117" y="405"/>
                    <a:pt x="118" y="409"/>
                    <a:pt x="136" y="415"/>
                  </a:cubicBezTo>
                  <a:cubicBezTo>
                    <a:pt x="150" y="420"/>
                    <a:pt x="153" y="425"/>
                    <a:pt x="146" y="425"/>
                  </a:cubicBezTo>
                  <a:cubicBezTo>
                    <a:pt x="144" y="425"/>
                    <a:pt x="141" y="425"/>
                    <a:pt x="137" y="424"/>
                  </a:cubicBezTo>
                  <a:cubicBezTo>
                    <a:pt x="129" y="423"/>
                    <a:pt x="125" y="422"/>
                    <a:pt x="123" y="422"/>
                  </a:cubicBezTo>
                  <a:cubicBezTo>
                    <a:pt x="121" y="422"/>
                    <a:pt x="123" y="423"/>
                    <a:pt x="128" y="425"/>
                  </a:cubicBezTo>
                  <a:lnTo>
                    <a:pt x="129" y="437"/>
                  </a:lnTo>
                  <a:cubicBezTo>
                    <a:pt x="129" y="439"/>
                    <a:pt x="134" y="440"/>
                    <a:pt x="140" y="440"/>
                  </a:cubicBezTo>
                  <a:cubicBezTo>
                    <a:pt x="143" y="440"/>
                    <a:pt x="145" y="440"/>
                    <a:pt x="147" y="440"/>
                  </a:cubicBezTo>
                  <a:lnTo>
                    <a:pt x="147" y="440"/>
                  </a:lnTo>
                  <a:cubicBezTo>
                    <a:pt x="131" y="444"/>
                    <a:pt x="123" y="450"/>
                    <a:pt x="140" y="452"/>
                  </a:cubicBezTo>
                  <a:lnTo>
                    <a:pt x="141" y="458"/>
                  </a:lnTo>
                  <a:cubicBezTo>
                    <a:pt x="141" y="460"/>
                    <a:pt x="141" y="460"/>
                    <a:pt x="150" y="461"/>
                  </a:cubicBezTo>
                  <a:cubicBezTo>
                    <a:pt x="157" y="462"/>
                    <a:pt x="150" y="465"/>
                    <a:pt x="142" y="469"/>
                  </a:cubicBezTo>
                  <a:cubicBezTo>
                    <a:pt x="135" y="472"/>
                    <a:pt x="127" y="475"/>
                    <a:pt x="131" y="475"/>
                  </a:cubicBezTo>
                  <a:cubicBezTo>
                    <a:pt x="132" y="475"/>
                    <a:pt x="133" y="474"/>
                    <a:pt x="134" y="474"/>
                  </a:cubicBezTo>
                  <a:cubicBezTo>
                    <a:pt x="143" y="474"/>
                    <a:pt x="152" y="475"/>
                    <a:pt x="160" y="478"/>
                  </a:cubicBezTo>
                  <a:cubicBezTo>
                    <a:pt x="167" y="480"/>
                    <a:pt x="163" y="482"/>
                    <a:pt x="155" y="482"/>
                  </a:cubicBezTo>
                  <a:cubicBezTo>
                    <a:pt x="154" y="482"/>
                    <a:pt x="153" y="482"/>
                    <a:pt x="152" y="482"/>
                  </a:cubicBezTo>
                  <a:cubicBezTo>
                    <a:pt x="145" y="482"/>
                    <a:pt x="140" y="484"/>
                    <a:pt x="135" y="489"/>
                  </a:cubicBezTo>
                  <a:cubicBezTo>
                    <a:pt x="135" y="491"/>
                    <a:pt x="136" y="495"/>
                    <a:pt x="142" y="495"/>
                  </a:cubicBezTo>
                  <a:cubicBezTo>
                    <a:pt x="142" y="495"/>
                    <a:pt x="143" y="495"/>
                    <a:pt x="144" y="495"/>
                  </a:cubicBezTo>
                  <a:cubicBezTo>
                    <a:pt x="144" y="494"/>
                    <a:pt x="145" y="494"/>
                    <a:pt x="145" y="494"/>
                  </a:cubicBezTo>
                  <a:cubicBezTo>
                    <a:pt x="153" y="494"/>
                    <a:pt x="154" y="508"/>
                    <a:pt x="146" y="511"/>
                  </a:cubicBezTo>
                  <a:lnTo>
                    <a:pt x="147" y="516"/>
                  </a:lnTo>
                  <a:cubicBezTo>
                    <a:pt x="147" y="518"/>
                    <a:pt x="156" y="519"/>
                    <a:pt x="156" y="521"/>
                  </a:cubicBezTo>
                  <a:cubicBezTo>
                    <a:pt x="156" y="521"/>
                    <a:pt x="156" y="524"/>
                    <a:pt x="165" y="525"/>
                  </a:cubicBezTo>
                  <a:cubicBezTo>
                    <a:pt x="165" y="528"/>
                    <a:pt x="165" y="530"/>
                    <a:pt x="157" y="532"/>
                  </a:cubicBezTo>
                  <a:cubicBezTo>
                    <a:pt x="174" y="532"/>
                    <a:pt x="174" y="532"/>
                    <a:pt x="157" y="536"/>
                  </a:cubicBezTo>
                  <a:cubicBezTo>
                    <a:pt x="141" y="538"/>
                    <a:pt x="141" y="538"/>
                    <a:pt x="157" y="538"/>
                  </a:cubicBezTo>
                  <a:cubicBezTo>
                    <a:pt x="166" y="539"/>
                    <a:pt x="166" y="539"/>
                    <a:pt x="159" y="543"/>
                  </a:cubicBezTo>
                  <a:cubicBezTo>
                    <a:pt x="151" y="544"/>
                    <a:pt x="151" y="545"/>
                    <a:pt x="155" y="545"/>
                  </a:cubicBezTo>
                  <a:cubicBezTo>
                    <a:pt x="156" y="545"/>
                    <a:pt x="157" y="545"/>
                    <a:pt x="159" y="545"/>
                  </a:cubicBezTo>
                  <a:cubicBezTo>
                    <a:pt x="175" y="545"/>
                    <a:pt x="186" y="551"/>
                    <a:pt x="169" y="554"/>
                  </a:cubicBezTo>
                  <a:cubicBezTo>
                    <a:pt x="169" y="554"/>
                    <a:pt x="169" y="556"/>
                    <a:pt x="178" y="557"/>
                  </a:cubicBezTo>
                  <a:cubicBezTo>
                    <a:pt x="194" y="557"/>
                    <a:pt x="194" y="557"/>
                    <a:pt x="178" y="560"/>
                  </a:cubicBezTo>
                  <a:cubicBezTo>
                    <a:pt x="161" y="564"/>
                    <a:pt x="161" y="566"/>
                    <a:pt x="179" y="566"/>
                  </a:cubicBezTo>
                  <a:cubicBezTo>
                    <a:pt x="179" y="566"/>
                    <a:pt x="187" y="567"/>
                    <a:pt x="179" y="571"/>
                  </a:cubicBezTo>
                  <a:cubicBezTo>
                    <a:pt x="172" y="577"/>
                    <a:pt x="166" y="588"/>
                    <a:pt x="176" y="588"/>
                  </a:cubicBezTo>
                  <a:cubicBezTo>
                    <a:pt x="177" y="588"/>
                    <a:pt x="179" y="588"/>
                    <a:pt x="181" y="588"/>
                  </a:cubicBezTo>
                  <a:lnTo>
                    <a:pt x="181" y="592"/>
                  </a:lnTo>
                  <a:cubicBezTo>
                    <a:pt x="173" y="598"/>
                    <a:pt x="174" y="600"/>
                    <a:pt x="182" y="602"/>
                  </a:cubicBezTo>
                  <a:lnTo>
                    <a:pt x="191" y="603"/>
                  </a:lnTo>
                  <a:cubicBezTo>
                    <a:pt x="183" y="604"/>
                    <a:pt x="174" y="608"/>
                    <a:pt x="174" y="610"/>
                  </a:cubicBezTo>
                  <a:cubicBezTo>
                    <a:pt x="175" y="611"/>
                    <a:pt x="175" y="612"/>
                    <a:pt x="177" y="612"/>
                  </a:cubicBezTo>
                  <a:cubicBezTo>
                    <a:pt x="178" y="612"/>
                    <a:pt x="180" y="612"/>
                    <a:pt x="183" y="611"/>
                  </a:cubicBezTo>
                  <a:cubicBezTo>
                    <a:pt x="187" y="610"/>
                    <a:pt x="189" y="609"/>
                    <a:pt x="190" y="609"/>
                  </a:cubicBezTo>
                  <a:cubicBezTo>
                    <a:pt x="192" y="609"/>
                    <a:pt x="192" y="611"/>
                    <a:pt x="192" y="612"/>
                  </a:cubicBezTo>
                  <a:cubicBezTo>
                    <a:pt x="192" y="615"/>
                    <a:pt x="184" y="618"/>
                    <a:pt x="175" y="619"/>
                  </a:cubicBezTo>
                  <a:lnTo>
                    <a:pt x="177" y="621"/>
                  </a:lnTo>
                  <a:cubicBezTo>
                    <a:pt x="182" y="621"/>
                    <a:pt x="185" y="620"/>
                    <a:pt x="188" y="620"/>
                  </a:cubicBezTo>
                  <a:cubicBezTo>
                    <a:pt x="193" y="620"/>
                    <a:pt x="191" y="622"/>
                    <a:pt x="184" y="622"/>
                  </a:cubicBezTo>
                  <a:cubicBezTo>
                    <a:pt x="177" y="627"/>
                    <a:pt x="177" y="629"/>
                    <a:pt x="178" y="631"/>
                  </a:cubicBezTo>
                  <a:cubicBezTo>
                    <a:pt x="179" y="631"/>
                    <a:pt x="180" y="631"/>
                    <a:pt x="180" y="631"/>
                  </a:cubicBezTo>
                  <a:cubicBezTo>
                    <a:pt x="182" y="631"/>
                    <a:pt x="180" y="632"/>
                    <a:pt x="179" y="632"/>
                  </a:cubicBezTo>
                  <a:cubicBezTo>
                    <a:pt x="178" y="632"/>
                    <a:pt x="178" y="632"/>
                    <a:pt x="178" y="631"/>
                  </a:cubicBezTo>
                  <a:lnTo>
                    <a:pt x="169" y="633"/>
                  </a:lnTo>
                  <a:cubicBezTo>
                    <a:pt x="165" y="634"/>
                    <a:pt x="165" y="635"/>
                    <a:pt x="167" y="635"/>
                  </a:cubicBezTo>
                  <a:cubicBezTo>
                    <a:pt x="169" y="635"/>
                    <a:pt x="173" y="634"/>
                    <a:pt x="178" y="634"/>
                  </a:cubicBezTo>
                  <a:lnTo>
                    <a:pt x="178" y="638"/>
                  </a:lnTo>
                  <a:cubicBezTo>
                    <a:pt x="178" y="640"/>
                    <a:pt x="179" y="641"/>
                    <a:pt x="181" y="641"/>
                  </a:cubicBezTo>
                  <a:cubicBezTo>
                    <a:pt x="182" y="641"/>
                    <a:pt x="184" y="640"/>
                    <a:pt x="187" y="639"/>
                  </a:cubicBezTo>
                  <a:cubicBezTo>
                    <a:pt x="192" y="639"/>
                    <a:pt x="197" y="638"/>
                    <a:pt x="200" y="638"/>
                  </a:cubicBezTo>
                  <a:cubicBezTo>
                    <a:pt x="202" y="638"/>
                    <a:pt x="204" y="638"/>
                    <a:pt x="205" y="639"/>
                  </a:cubicBezTo>
                  <a:cubicBezTo>
                    <a:pt x="206" y="639"/>
                    <a:pt x="207" y="639"/>
                    <a:pt x="207" y="639"/>
                  </a:cubicBezTo>
                  <a:cubicBezTo>
                    <a:pt x="209" y="639"/>
                    <a:pt x="207" y="640"/>
                    <a:pt x="206" y="640"/>
                  </a:cubicBezTo>
                  <a:cubicBezTo>
                    <a:pt x="205" y="640"/>
                    <a:pt x="205" y="640"/>
                    <a:pt x="205" y="639"/>
                  </a:cubicBezTo>
                  <a:cubicBezTo>
                    <a:pt x="196" y="640"/>
                    <a:pt x="188" y="641"/>
                    <a:pt x="188" y="644"/>
                  </a:cubicBezTo>
                  <a:cubicBezTo>
                    <a:pt x="188" y="646"/>
                    <a:pt x="179" y="647"/>
                    <a:pt x="179" y="647"/>
                  </a:cubicBezTo>
                  <a:cubicBezTo>
                    <a:pt x="162" y="647"/>
                    <a:pt x="172" y="656"/>
                    <a:pt x="180" y="657"/>
                  </a:cubicBezTo>
                  <a:cubicBezTo>
                    <a:pt x="198" y="659"/>
                    <a:pt x="198" y="662"/>
                    <a:pt x="181" y="664"/>
                  </a:cubicBezTo>
                  <a:cubicBezTo>
                    <a:pt x="167" y="666"/>
                    <a:pt x="177" y="668"/>
                    <a:pt x="195" y="668"/>
                  </a:cubicBezTo>
                  <a:cubicBezTo>
                    <a:pt x="199" y="668"/>
                    <a:pt x="203" y="667"/>
                    <a:pt x="208" y="667"/>
                  </a:cubicBezTo>
                  <a:lnTo>
                    <a:pt x="233" y="666"/>
                  </a:lnTo>
                  <a:lnTo>
                    <a:pt x="233" y="666"/>
                  </a:lnTo>
                  <a:lnTo>
                    <a:pt x="208" y="670"/>
                  </a:lnTo>
                  <a:cubicBezTo>
                    <a:pt x="174" y="677"/>
                    <a:pt x="174" y="677"/>
                    <a:pt x="192" y="682"/>
                  </a:cubicBezTo>
                  <a:cubicBezTo>
                    <a:pt x="201" y="685"/>
                    <a:pt x="201" y="685"/>
                    <a:pt x="192" y="686"/>
                  </a:cubicBezTo>
                  <a:cubicBezTo>
                    <a:pt x="184" y="687"/>
                    <a:pt x="184" y="690"/>
                    <a:pt x="186" y="696"/>
                  </a:cubicBezTo>
                  <a:cubicBezTo>
                    <a:pt x="186" y="703"/>
                    <a:pt x="187" y="706"/>
                    <a:pt x="191" y="706"/>
                  </a:cubicBezTo>
                  <a:cubicBezTo>
                    <a:pt x="192" y="706"/>
                    <a:pt x="193" y="706"/>
                    <a:pt x="194" y="705"/>
                  </a:cubicBezTo>
                  <a:lnTo>
                    <a:pt x="196" y="710"/>
                  </a:lnTo>
                  <a:cubicBezTo>
                    <a:pt x="184" y="713"/>
                    <a:pt x="185" y="715"/>
                    <a:pt x="191" y="715"/>
                  </a:cubicBezTo>
                  <a:cubicBezTo>
                    <a:pt x="194" y="715"/>
                    <a:pt x="199" y="715"/>
                    <a:pt x="205" y="713"/>
                  </a:cubicBezTo>
                  <a:lnTo>
                    <a:pt x="205" y="718"/>
                  </a:lnTo>
                  <a:lnTo>
                    <a:pt x="197" y="719"/>
                  </a:lnTo>
                  <a:cubicBezTo>
                    <a:pt x="188" y="720"/>
                    <a:pt x="189" y="725"/>
                    <a:pt x="191" y="744"/>
                  </a:cubicBezTo>
                  <a:cubicBezTo>
                    <a:pt x="193" y="761"/>
                    <a:pt x="194" y="766"/>
                    <a:pt x="203" y="766"/>
                  </a:cubicBezTo>
                  <a:cubicBezTo>
                    <a:pt x="205" y="766"/>
                    <a:pt x="208" y="765"/>
                    <a:pt x="211" y="765"/>
                  </a:cubicBezTo>
                  <a:cubicBezTo>
                    <a:pt x="228" y="765"/>
                    <a:pt x="228" y="767"/>
                    <a:pt x="211" y="769"/>
                  </a:cubicBezTo>
                  <a:cubicBezTo>
                    <a:pt x="205" y="770"/>
                    <a:pt x="198" y="773"/>
                    <a:pt x="200" y="773"/>
                  </a:cubicBezTo>
                  <a:cubicBezTo>
                    <a:pt x="201" y="773"/>
                    <a:pt x="202" y="773"/>
                    <a:pt x="203" y="773"/>
                  </a:cubicBezTo>
                  <a:lnTo>
                    <a:pt x="203" y="773"/>
                  </a:lnTo>
                  <a:cubicBezTo>
                    <a:pt x="203" y="773"/>
                    <a:pt x="203" y="778"/>
                    <a:pt x="196" y="782"/>
                  </a:cubicBezTo>
                  <a:cubicBezTo>
                    <a:pt x="183" y="789"/>
                    <a:pt x="186" y="791"/>
                    <a:pt x="192" y="791"/>
                  </a:cubicBezTo>
                  <a:cubicBezTo>
                    <a:pt x="194" y="791"/>
                    <a:pt x="195" y="791"/>
                    <a:pt x="197" y="791"/>
                  </a:cubicBezTo>
                  <a:cubicBezTo>
                    <a:pt x="203" y="789"/>
                    <a:pt x="205" y="789"/>
                    <a:pt x="206" y="789"/>
                  </a:cubicBezTo>
                  <a:cubicBezTo>
                    <a:pt x="208" y="789"/>
                    <a:pt x="203" y="791"/>
                    <a:pt x="198" y="793"/>
                  </a:cubicBezTo>
                  <a:cubicBezTo>
                    <a:pt x="190" y="796"/>
                    <a:pt x="183" y="800"/>
                    <a:pt x="188" y="800"/>
                  </a:cubicBezTo>
                  <a:cubicBezTo>
                    <a:pt x="188" y="800"/>
                    <a:pt x="189" y="800"/>
                    <a:pt x="190" y="800"/>
                  </a:cubicBezTo>
                  <a:cubicBezTo>
                    <a:pt x="198" y="801"/>
                    <a:pt x="208" y="813"/>
                    <a:pt x="191" y="815"/>
                  </a:cubicBezTo>
                  <a:lnTo>
                    <a:pt x="192" y="820"/>
                  </a:lnTo>
                  <a:cubicBezTo>
                    <a:pt x="193" y="820"/>
                    <a:pt x="194" y="820"/>
                    <a:pt x="194" y="820"/>
                  </a:cubicBezTo>
                  <a:cubicBezTo>
                    <a:pt x="200" y="820"/>
                    <a:pt x="201" y="824"/>
                    <a:pt x="202" y="829"/>
                  </a:cubicBezTo>
                  <a:cubicBezTo>
                    <a:pt x="202" y="833"/>
                    <a:pt x="202" y="836"/>
                    <a:pt x="194" y="837"/>
                  </a:cubicBezTo>
                  <a:cubicBezTo>
                    <a:pt x="193" y="836"/>
                    <a:pt x="192" y="836"/>
                    <a:pt x="191" y="836"/>
                  </a:cubicBezTo>
                  <a:cubicBezTo>
                    <a:pt x="186" y="836"/>
                    <a:pt x="187" y="838"/>
                    <a:pt x="194" y="841"/>
                  </a:cubicBezTo>
                  <a:cubicBezTo>
                    <a:pt x="196" y="843"/>
                    <a:pt x="212" y="843"/>
                    <a:pt x="212" y="846"/>
                  </a:cubicBezTo>
                  <a:cubicBezTo>
                    <a:pt x="215" y="845"/>
                    <a:pt x="217" y="845"/>
                    <a:pt x="219" y="845"/>
                  </a:cubicBezTo>
                  <a:cubicBezTo>
                    <a:pt x="225" y="845"/>
                    <a:pt x="230" y="846"/>
                    <a:pt x="230" y="848"/>
                  </a:cubicBezTo>
                  <a:lnTo>
                    <a:pt x="221" y="849"/>
                  </a:lnTo>
                  <a:lnTo>
                    <a:pt x="205" y="852"/>
                  </a:lnTo>
                  <a:cubicBezTo>
                    <a:pt x="205" y="854"/>
                    <a:pt x="205" y="856"/>
                    <a:pt x="210" y="856"/>
                  </a:cubicBezTo>
                  <a:cubicBezTo>
                    <a:pt x="211" y="856"/>
                    <a:pt x="212" y="856"/>
                    <a:pt x="214" y="856"/>
                  </a:cubicBezTo>
                  <a:lnTo>
                    <a:pt x="214" y="856"/>
                  </a:lnTo>
                  <a:cubicBezTo>
                    <a:pt x="206" y="859"/>
                    <a:pt x="206" y="861"/>
                    <a:pt x="207" y="866"/>
                  </a:cubicBezTo>
                  <a:cubicBezTo>
                    <a:pt x="207" y="870"/>
                    <a:pt x="208" y="876"/>
                    <a:pt x="217" y="876"/>
                  </a:cubicBezTo>
                  <a:cubicBezTo>
                    <a:pt x="200" y="882"/>
                    <a:pt x="202" y="895"/>
                    <a:pt x="219" y="895"/>
                  </a:cubicBezTo>
                  <a:cubicBezTo>
                    <a:pt x="221" y="895"/>
                    <a:pt x="222" y="895"/>
                    <a:pt x="223" y="895"/>
                  </a:cubicBezTo>
                  <a:cubicBezTo>
                    <a:pt x="227" y="895"/>
                    <a:pt x="227" y="897"/>
                    <a:pt x="219" y="900"/>
                  </a:cubicBezTo>
                  <a:cubicBezTo>
                    <a:pt x="211" y="904"/>
                    <a:pt x="211" y="904"/>
                    <a:pt x="220" y="905"/>
                  </a:cubicBezTo>
                  <a:cubicBezTo>
                    <a:pt x="229" y="906"/>
                    <a:pt x="221" y="910"/>
                    <a:pt x="212" y="913"/>
                  </a:cubicBezTo>
                  <a:cubicBezTo>
                    <a:pt x="197" y="919"/>
                    <a:pt x="197" y="921"/>
                    <a:pt x="206" y="922"/>
                  </a:cubicBezTo>
                  <a:cubicBezTo>
                    <a:pt x="215" y="925"/>
                    <a:pt x="215" y="930"/>
                    <a:pt x="216" y="932"/>
                  </a:cubicBezTo>
                  <a:cubicBezTo>
                    <a:pt x="222" y="934"/>
                    <a:pt x="224" y="936"/>
                    <a:pt x="227" y="936"/>
                  </a:cubicBezTo>
                  <a:cubicBezTo>
                    <a:pt x="228" y="936"/>
                    <a:pt x="230" y="935"/>
                    <a:pt x="233" y="934"/>
                  </a:cubicBezTo>
                  <a:cubicBezTo>
                    <a:pt x="238" y="933"/>
                    <a:pt x="244" y="933"/>
                    <a:pt x="249" y="933"/>
                  </a:cubicBezTo>
                  <a:cubicBezTo>
                    <a:pt x="255" y="935"/>
                    <a:pt x="254" y="937"/>
                    <a:pt x="252" y="937"/>
                  </a:cubicBezTo>
                  <a:cubicBezTo>
                    <a:pt x="252" y="937"/>
                    <a:pt x="251" y="937"/>
                    <a:pt x="251" y="935"/>
                  </a:cubicBezTo>
                  <a:cubicBezTo>
                    <a:pt x="248" y="934"/>
                    <a:pt x="246" y="934"/>
                    <a:pt x="245" y="934"/>
                  </a:cubicBezTo>
                  <a:cubicBezTo>
                    <a:pt x="241" y="934"/>
                    <a:pt x="239" y="936"/>
                    <a:pt x="234" y="939"/>
                  </a:cubicBezTo>
                  <a:cubicBezTo>
                    <a:pt x="225" y="942"/>
                    <a:pt x="226" y="947"/>
                    <a:pt x="226" y="949"/>
                  </a:cubicBezTo>
                  <a:cubicBezTo>
                    <a:pt x="227" y="951"/>
                    <a:pt x="227" y="957"/>
                    <a:pt x="227" y="959"/>
                  </a:cubicBezTo>
                  <a:cubicBezTo>
                    <a:pt x="221" y="966"/>
                    <a:pt x="220" y="968"/>
                    <a:pt x="226" y="968"/>
                  </a:cubicBezTo>
                  <a:cubicBezTo>
                    <a:pt x="227" y="968"/>
                    <a:pt x="228" y="968"/>
                    <a:pt x="229" y="968"/>
                  </a:cubicBezTo>
                  <a:lnTo>
                    <a:pt x="237" y="967"/>
                  </a:lnTo>
                  <a:lnTo>
                    <a:pt x="237" y="967"/>
                  </a:lnTo>
                  <a:cubicBezTo>
                    <a:pt x="220" y="972"/>
                    <a:pt x="224" y="996"/>
                    <a:pt x="242" y="997"/>
                  </a:cubicBezTo>
                  <a:lnTo>
                    <a:pt x="233" y="998"/>
                  </a:lnTo>
                  <a:cubicBezTo>
                    <a:pt x="225" y="1000"/>
                    <a:pt x="225" y="1003"/>
                    <a:pt x="226" y="1007"/>
                  </a:cubicBezTo>
                  <a:cubicBezTo>
                    <a:pt x="226" y="1009"/>
                    <a:pt x="236" y="1017"/>
                    <a:pt x="236" y="1024"/>
                  </a:cubicBezTo>
                  <a:cubicBezTo>
                    <a:pt x="238" y="1033"/>
                    <a:pt x="239" y="1040"/>
                    <a:pt x="246" y="1040"/>
                  </a:cubicBezTo>
                  <a:cubicBezTo>
                    <a:pt x="246" y="1040"/>
                    <a:pt x="247" y="1040"/>
                    <a:pt x="247" y="1040"/>
                  </a:cubicBezTo>
                  <a:lnTo>
                    <a:pt x="247" y="1040"/>
                  </a:lnTo>
                  <a:cubicBezTo>
                    <a:pt x="247" y="1042"/>
                    <a:pt x="247" y="1042"/>
                    <a:pt x="239" y="1043"/>
                  </a:cubicBezTo>
                  <a:cubicBezTo>
                    <a:pt x="238" y="1043"/>
                    <a:pt x="236" y="1043"/>
                    <a:pt x="235" y="1043"/>
                  </a:cubicBezTo>
                  <a:cubicBezTo>
                    <a:pt x="230" y="1043"/>
                    <a:pt x="231" y="1045"/>
                    <a:pt x="232" y="1046"/>
                  </a:cubicBezTo>
                  <a:cubicBezTo>
                    <a:pt x="232" y="1047"/>
                    <a:pt x="233" y="1048"/>
                    <a:pt x="235" y="1048"/>
                  </a:cubicBezTo>
                  <a:cubicBezTo>
                    <a:pt x="238" y="1048"/>
                    <a:pt x="243" y="1047"/>
                    <a:pt x="248" y="1046"/>
                  </a:cubicBezTo>
                  <a:cubicBezTo>
                    <a:pt x="250" y="1046"/>
                    <a:pt x="251" y="1046"/>
                    <a:pt x="252" y="1046"/>
                  </a:cubicBezTo>
                  <a:cubicBezTo>
                    <a:pt x="256" y="1046"/>
                    <a:pt x="256" y="1049"/>
                    <a:pt x="249" y="1053"/>
                  </a:cubicBezTo>
                  <a:cubicBezTo>
                    <a:pt x="242" y="1058"/>
                    <a:pt x="243" y="1070"/>
                    <a:pt x="252" y="1072"/>
                  </a:cubicBezTo>
                  <a:cubicBezTo>
                    <a:pt x="252" y="1074"/>
                    <a:pt x="253" y="1077"/>
                    <a:pt x="244" y="1078"/>
                  </a:cubicBezTo>
                  <a:cubicBezTo>
                    <a:pt x="236" y="1082"/>
                    <a:pt x="228" y="1088"/>
                    <a:pt x="246" y="1090"/>
                  </a:cubicBezTo>
                  <a:cubicBezTo>
                    <a:pt x="246" y="1092"/>
                    <a:pt x="246" y="1092"/>
                    <a:pt x="237" y="1094"/>
                  </a:cubicBezTo>
                  <a:cubicBezTo>
                    <a:pt x="231" y="1097"/>
                    <a:pt x="225" y="1098"/>
                    <a:pt x="230" y="1098"/>
                  </a:cubicBezTo>
                  <a:cubicBezTo>
                    <a:pt x="232" y="1098"/>
                    <a:pt x="234" y="1098"/>
                    <a:pt x="238" y="1098"/>
                  </a:cubicBezTo>
                  <a:cubicBezTo>
                    <a:pt x="247" y="1101"/>
                    <a:pt x="248" y="1109"/>
                    <a:pt x="240" y="1115"/>
                  </a:cubicBezTo>
                  <a:cubicBezTo>
                    <a:pt x="240" y="1117"/>
                    <a:pt x="241" y="1119"/>
                    <a:pt x="246" y="1119"/>
                  </a:cubicBezTo>
                  <a:cubicBezTo>
                    <a:pt x="247" y="1119"/>
                    <a:pt x="248" y="1118"/>
                    <a:pt x="249" y="1118"/>
                  </a:cubicBezTo>
                  <a:lnTo>
                    <a:pt x="258" y="1117"/>
                  </a:lnTo>
                  <a:lnTo>
                    <a:pt x="258" y="1117"/>
                  </a:lnTo>
                  <a:cubicBezTo>
                    <a:pt x="242" y="1122"/>
                    <a:pt x="242" y="1122"/>
                    <a:pt x="258" y="1122"/>
                  </a:cubicBezTo>
                  <a:cubicBezTo>
                    <a:pt x="260" y="1121"/>
                    <a:pt x="262" y="1121"/>
                    <a:pt x="263" y="1121"/>
                  </a:cubicBezTo>
                  <a:cubicBezTo>
                    <a:pt x="267" y="1121"/>
                    <a:pt x="266" y="1123"/>
                    <a:pt x="260" y="1124"/>
                  </a:cubicBezTo>
                  <a:cubicBezTo>
                    <a:pt x="251" y="1127"/>
                    <a:pt x="252" y="1129"/>
                    <a:pt x="252" y="1129"/>
                  </a:cubicBezTo>
                  <a:cubicBezTo>
                    <a:pt x="257" y="1137"/>
                    <a:pt x="261" y="1145"/>
                    <a:pt x="264" y="1154"/>
                  </a:cubicBezTo>
                  <a:cubicBezTo>
                    <a:pt x="266" y="1172"/>
                    <a:pt x="267" y="1179"/>
                    <a:pt x="274" y="1179"/>
                  </a:cubicBezTo>
                  <a:cubicBezTo>
                    <a:pt x="274" y="1179"/>
                    <a:pt x="275" y="1179"/>
                    <a:pt x="275" y="1179"/>
                  </a:cubicBezTo>
                  <a:cubicBezTo>
                    <a:pt x="284" y="1180"/>
                    <a:pt x="284" y="1180"/>
                    <a:pt x="276" y="1183"/>
                  </a:cubicBezTo>
                  <a:cubicBezTo>
                    <a:pt x="269" y="1187"/>
                    <a:pt x="269" y="1189"/>
                    <a:pt x="269" y="1192"/>
                  </a:cubicBezTo>
                  <a:cubicBezTo>
                    <a:pt x="270" y="1195"/>
                    <a:pt x="270" y="1197"/>
                    <a:pt x="262" y="1198"/>
                  </a:cubicBezTo>
                  <a:cubicBezTo>
                    <a:pt x="270" y="1199"/>
                    <a:pt x="270" y="1199"/>
                    <a:pt x="271" y="1201"/>
                  </a:cubicBezTo>
                  <a:cubicBezTo>
                    <a:pt x="262" y="1202"/>
                    <a:pt x="262" y="1205"/>
                    <a:pt x="271" y="1206"/>
                  </a:cubicBezTo>
                  <a:cubicBezTo>
                    <a:pt x="289" y="1206"/>
                    <a:pt x="289" y="1206"/>
                    <a:pt x="272" y="1208"/>
                  </a:cubicBezTo>
                  <a:cubicBezTo>
                    <a:pt x="264" y="1209"/>
                    <a:pt x="258" y="1215"/>
                    <a:pt x="261" y="1215"/>
                  </a:cubicBezTo>
                  <a:cubicBezTo>
                    <a:pt x="262" y="1215"/>
                    <a:pt x="263" y="1215"/>
                    <a:pt x="264" y="1215"/>
                  </a:cubicBezTo>
                  <a:cubicBezTo>
                    <a:pt x="266" y="1214"/>
                    <a:pt x="267" y="1214"/>
                    <a:pt x="268" y="1214"/>
                  </a:cubicBezTo>
                  <a:cubicBezTo>
                    <a:pt x="273" y="1214"/>
                    <a:pt x="275" y="1217"/>
                    <a:pt x="282" y="1218"/>
                  </a:cubicBezTo>
                  <a:cubicBezTo>
                    <a:pt x="282" y="1220"/>
                    <a:pt x="282" y="1223"/>
                    <a:pt x="274" y="1225"/>
                  </a:cubicBezTo>
                  <a:cubicBezTo>
                    <a:pt x="266" y="1228"/>
                    <a:pt x="276" y="1238"/>
                    <a:pt x="284" y="1239"/>
                  </a:cubicBezTo>
                  <a:cubicBezTo>
                    <a:pt x="286" y="1239"/>
                    <a:pt x="287" y="1239"/>
                    <a:pt x="288" y="1239"/>
                  </a:cubicBezTo>
                  <a:cubicBezTo>
                    <a:pt x="293" y="1239"/>
                    <a:pt x="292" y="1241"/>
                    <a:pt x="285" y="1242"/>
                  </a:cubicBezTo>
                  <a:cubicBezTo>
                    <a:pt x="276" y="1243"/>
                    <a:pt x="276" y="1246"/>
                    <a:pt x="278" y="1248"/>
                  </a:cubicBezTo>
                  <a:cubicBezTo>
                    <a:pt x="286" y="1248"/>
                    <a:pt x="278" y="1251"/>
                    <a:pt x="270" y="1252"/>
                  </a:cubicBezTo>
                  <a:cubicBezTo>
                    <a:pt x="268" y="1252"/>
                    <a:pt x="267" y="1251"/>
                    <a:pt x="266" y="1251"/>
                  </a:cubicBezTo>
                  <a:cubicBezTo>
                    <a:pt x="261" y="1251"/>
                    <a:pt x="261" y="1254"/>
                    <a:pt x="262" y="1258"/>
                  </a:cubicBezTo>
                  <a:cubicBezTo>
                    <a:pt x="271" y="1258"/>
                    <a:pt x="272" y="1269"/>
                    <a:pt x="273" y="1275"/>
                  </a:cubicBezTo>
                  <a:cubicBezTo>
                    <a:pt x="274" y="1287"/>
                    <a:pt x="283" y="1288"/>
                    <a:pt x="301" y="1290"/>
                  </a:cubicBezTo>
                  <a:lnTo>
                    <a:pt x="318" y="1289"/>
                  </a:lnTo>
                  <a:lnTo>
                    <a:pt x="301" y="1292"/>
                  </a:lnTo>
                  <a:cubicBezTo>
                    <a:pt x="293" y="1293"/>
                    <a:pt x="276" y="1299"/>
                    <a:pt x="276" y="1299"/>
                  </a:cubicBezTo>
                  <a:cubicBezTo>
                    <a:pt x="276" y="1300"/>
                    <a:pt x="278" y="1300"/>
                    <a:pt x="280" y="1300"/>
                  </a:cubicBezTo>
                  <a:cubicBezTo>
                    <a:pt x="283" y="1300"/>
                    <a:pt x="288" y="1299"/>
                    <a:pt x="293" y="1298"/>
                  </a:cubicBezTo>
                  <a:cubicBezTo>
                    <a:pt x="295" y="1298"/>
                    <a:pt x="296" y="1297"/>
                    <a:pt x="297" y="1297"/>
                  </a:cubicBezTo>
                  <a:cubicBezTo>
                    <a:pt x="302" y="1297"/>
                    <a:pt x="301" y="1300"/>
                    <a:pt x="294" y="1304"/>
                  </a:cubicBezTo>
                  <a:cubicBezTo>
                    <a:pt x="286" y="1311"/>
                    <a:pt x="288" y="1313"/>
                    <a:pt x="295" y="1315"/>
                  </a:cubicBezTo>
                  <a:cubicBezTo>
                    <a:pt x="297" y="1317"/>
                    <a:pt x="297" y="1319"/>
                    <a:pt x="289" y="1322"/>
                  </a:cubicBezTo>
                  <a:cubicBezTo>
                    <a:pt x="289" y="1324"/>
                    <a:pt x="289" y="1324"/>
                    <a:pt x="291" y="1324"/>
                  </a:cubicBezTo>
                  <a:cubicBezTo>
                    <a:pt x="292" y="1324"/>
                    <a:pt x="294" y="1324"/>
                    <a:pt x="298" y="1324"/>
                  </a:cubicBezTo>
                  <a:cubicBezTo>
                    <a:pt x="299" y="1323"/>
                    <a:pt x="300" y="1323"/>
                    <a:pt x="301" y="1323"/>
                  </a:cubicBezTo>
                  <a:cubicBezTo>
                    <a:pt x="306" y="1323"/>
                    <a:pt x="305" y="1325"/>
                    <a:pt x="298" y="1328"/>
                  </a:cubicBezTo>
                  <a:cubicBezTo>
                    <a:pt x="283" y="1333"/>
                    <a:pt x="283" y="1339"/>
                    <a:pt x="289" y="1339"/>
                  </a:cubicBezTo>
                  <a:cubicBezTo>
                    <a:pt x="290" y="1339"/>
                    <a:pt x="290" y="1339"/>
                    <a:pt x="291" y="1339"/>
                  </a:cubicBezTo>
                  <a:cubicBezTo>
                    <a:pt x="293" y="1339"/>
                    <a:pt x="294" y="1339"/>
                    <a:pt x="295" y="1339"/>
                  </a:cubicBezTo>
                  <a:cubicBezTo>
                    <a:pt x="300" y="1339"/>
                    <a:pt x="300" y="1341"/>
                    <a:pt x="300" y="1343"/>
                  </a:cubicBezTo>
                  <a:cubicBezTo>
                    <a:pt x="301" y="1345"/>
                    <a:pt x="301" y="1347"/>
                    <a:pt x="310" y="1348"/>
                  </a:cubicBezTo>
                  <a:cubicBezTo>
                    <a:pt x="310" y="1350"/>
                    <a:pt x="310" y="1353"/>
                    <a:pt x="310" y="1353"/>
                  </a:cubicBezTo>
                  <a:cubicBezTo>
                    <a:pt x="310" y="1354"/>
                    <a:pt x="309" y="1354"/>
                    <a:pt x="308" y="1354"/>
                  </a:cubicBezTo>
                  <a:cubicBezTo>
                    <a:pt x="305" y="1354"/>
                    <a:pt x="302" y="1353"/>
                    <a:pt x="301" y="1352"/>
                  </a:cubicBezTo>
                  <a:lnTo>
                    <a:pt x="293" y="1356"/>
                  </a:lnTo>
                  <a:cubicBezTo>
                    <a:pt x="294" y="1361"/>
                    <a:pt x="294" y="1363"/>
                    <a:pt x="303" y="1364"/>
                  </a:cubicBezTo>
                  <a:cubicBezTo>
                    <a:pt x="309" y="1364"/>
                    <a:pt x="313" y="1363"/>
                    <a:pt x="315" y="1363"/>
                  </a:cubicBezTo>
                  <a:cubicBezTo>
                    <a:pt x="318" y="1363"/>
                    <a:pt x="314" y="1364"/>
                    <a:pt x="303" y="1366"/>
                  </a:cubicBezTo>
                  <a:cubicBezTo>
                    <a:pt x="295" y="1367"/>
                    <a:pt x="288" y="1372"/>
                    <a:pt x="297" y="1372"/>
                  </a:cubicBezTo>
                  <a:cubicBezTo>
                    <a:pt x="313" y="1372"/>
                    <a:pt x="306" y="1375"/>
                    <a:pt x="297" y="1376"/>
                  </a:cubicBezTo>
                  <a:cubicBezTo>
                    <a:pt x="280" y="1377"/>
                    <a:pt x="280" y="1377"/>
                    <a:pt x="298" y="1384"/>
                  </a:cubicBezTo>
                  <a:cubicBezTo>
                    <a:pt x="299" y="1389"/>
                    <a:pt x="309" y="1396"/>
                    <a:pt x="310" y="1403"/>
                  </a:cubicBezTo>
                  <a:cubicBezTo>
                    <a:pt x="311" y="1412"/>
                    <a:pt x="312" y="1418"/>
                    <a:pt x="304" y="1421"/>
                  </a:cubicBezTo>
                  <a:cubicBezTo>
                    <a:pt x="304" y="1421"/>
                    <a:pt x="303" y="1421"/>
                    <a:pt x="303" y="1421"/>
                  </a:cubicBezTo>
                  <a:lnTo>
                    <a:pt x="303" y="1421"/>
                  </a:lnTo>
                  <a:cubicBezTo>
                    <a:pt x="304" y="1421"/>
                    <a:pt x="304" y="1421"/>
                    <a:pt x="305" y="1421"/>
                  </a:cubicBezTo>
                  <a:cubicBezTo>
                    <a:pt x="312" y="1421"/>
                    <a:pt x="313" y="1424"/>
                    <a:pt x="313" y="1429"/>
                  </a:cubicBezTo>
                  <a:cubicBezTo>
                    <a:pt x="307" y="1438"/>
                    <a:pt x="316" y="1440"/>
                    <a:pt x="325" y="1441"/>
                  </a:cubicBezTo>
                  <a:lnTo>
                    <a:pt x="323" y="1437"/>
                  </a:lnTo>
                  <a:cubicBezTo>
                    <a:pt x="329" y="1436"/>
                    <a:pt x="332" y="1435"/>
                    <a:pt x="335" y="1435"/>
                  </a:cubicBezTo>
                  <a:cubicBezTo>
                    <a:pt x="340" y="1435"/>
                    <a:pt x="338" y="1438"/>
                    <a:pt x="334" y="1442"/>
                  </a:cubicBezTo>
                  <a:cubicBezTo>
                    <a:pt x="334" y="1445"/>
                    <a:pt x="325" y="1446"/>
                    <a:pt x="317" y="1448"/>
                  </a:cubicBezTo>
                  <a:cubicBezTo>
                    <a:pt x="308" y="1449"/>
                    <a:pt x="300" y="1454"/>
                    <a:pt x="301" y="1456"/>
                  </a:cubicBezTo>
                  <a:cubicBezTo>
                    <a:pt x="301" y="1457"/>
                    <a:pt x="301" y="1458"/>
                    <a:pt x="303" y="1458"/>
                  </a:cubicBezTo>
                  <a:cubicBezTo>
                    <a:pt x="304" y="1458"/>
                    <a:pt x="306" y="1458"/>
                    <a:pt x="309" y="1456"/>
                  </a:cubicBezTo>
                  <a:cubicBezTo>
                    <a:pt x="313" y="1455"/>
                    <a:pt x="315" y="1455"/>
                    <a:pt x="316" y="1455"/>
                  </a:cubicBezTo>
                  <a:cubicBezTo>
                    <a:pt x="318" y="1455"/>
                    <a:pt x="318" y="1456"/>
                    <a:pt x="318" y="1457"/>
                  </a:cubicBezTo>
                  <a:cubicBezTo>
                    <a:pt x="319" y="1459"/>
                    <a:pt x="319" y="1462"/>
                    <a:pt x="328" y="1463"/>
                  </a:cubicBezTo>
                  <a:cubicBezTo>
                    <a:pt x="330" y="1462"/>
                    <a:pt x="331" y="1462"/>
                    <a:pt x="332" y="1462"/>
                  </a:cubicBezTo>
                  <a:cubicBezTo>
                    <a:pt x="336" y="1462"/>
                    <a:pt x="337" y="1464"/>
                    <a:pt x="337" y="1466"/>
                  </a:cubicBezTo>
                  <a:cubicBezTo>
                    <a:pt x="329" y="1469"/>
                    <a:pt x="329" y="1474"/>
                    <a:pt x="329" y="1474"/>
                  </a:cubicBezTo>
                  <a:lnTo>
                    <a:pt x="321" y="1476"/>
                  </a:lnTo>
                  <a:cubicBezTo>
                    <a:pt x="316" y="1477"/>
                    <a:pt x="310" y="1478"/>
                    <a:pt x="304" y="1482"/>
                  </a:cubicBezTo>
                  <a:cubicBezTo>
                    <a:pt x="305" y="1482"/>
                    <a:pt x="306" y="1483"/>
                    <a:pt x="307" y="1483"/>
                  </a:cubicBezTo>
                  <a:cubicBezTo>
                    <a:pt x="310" y="1483"/>
                    <a:pt x="313" y="1482"/>
                    <a:pt x="313" y="1482"/>
                  </a:cubicBezTo>
                  <a:cubicBezTo>
                    <a:pt x="313" y="1482"/>
                    <a:pt x="314" y="1482"/>
                    <a:pt x="314" y="1482"/>
                  </a:cubicBezTo>
                  <a:cubicBezTo>
                    <a:pt x="321" y="1482"/>
                    <a:pt x="331" y="1537"/>
                    <a:pt x="332" y="1543"/>
                  </a:cubicBezTo>
                  <a:cubicBezTo>
                    <a:pt x="326" y="1549"/>
                    <a:pt x="326" y="1554"/>
                    <a:pt x="329" y="1554"/>
                  </a:cubicBezTo>
                  <a:cubicBezTo>
                    <a:pt x="330" y="1554"/>
                    <a:pt x="332" y="1553"/>
                    <a:pt x="334" y="1552"/>
                  </a:cubicBezTo>
                  <a:cubicBezTo>
                    <a:pt x="334" y="1552"/>
                    <a:pt x="334" y="1552"/>
                    <a:pt x="335" y="1552"/>
                  </a:cubicBezTo>
                  <a:cubicBezTo>
                    <a:pt x="343" y="1552"/>
                    <a:pt x="344" y="1563"/>
                    <a:pt x="346" y="1577"/>
                  </a:cubicBezTo>
                  <a:cubicBezTo>
                    <a:pt x="349" y="1592"/>
                    <a:pt x="351" y="1603"/>
                    <a:pt x="358" y="1603"/>
                  </a:cubicBezTo>
                  <a:cubicBezTo>
                    <a:pt x="358" y="1603"/>
                    <a:pt x="359" y="1603"/>
                    <a:pt x="359" y="1603"/>
                  </a:cubicBezTo>
                  <a:cubicBezTo>
                    <a:pt x="359" y="1603"/>
                    <a:pt x="359" y="1605"/>
                    <a:pt x="361" y="1611"/>
                  </a:cubicBezTo>
                  <a:cubicBezTo>
                    <a:pt x="362" y="1615"/>
                    <a:pt x="371" y="1619"/>
                    <a:pt x="371" y="1621"/>
                  </a:cubicBezTo>
                  <a:cubicBezTo>
                    <a:pt x="380" y="1621"/>
                    <a:pt x="380" y="1623"/>
                    <a:pt x="372" y="1623"/>
                  </a:cubicBezTo>
                  <a:cubicBezTo>
                    <a:pt x="363" y="1624"/>
                    <a:pt x="355" y="1626"/>
                    <a:pt x="355" y="1629"/>
                  </a:cubicBezTo>
                  <a:cubicBezTo>
                    <a:pt x="355" y="1631"/>
                    <a:pt x="357" y="1631"/>
                    <a:pt x="360" y="1631"/>
                  </a:cubicBezTo>
                  <a:cubicBezTo>
                    <a:pt x="363" y="1631"/>
                    <a:pt x="368" y="1630"/>
                    <a:pt x="373" y="1630"/>
                  </a:cubicBezTo>
                  <a:cubicBezTo>
                    <a:pt x="375" y="1629"/>
                    <a:pt x="376" y="1629"/>
                    <a:pt x="378" y="1629"/>
                  </a:cubicBezTo>
                  <a:cubicBezTo>
                    <a:pt x="381" y="1629"/>
                    <a:pt x="382" y="1631"/>
                    <a:pt x="382" y="1631"/>
                  </a:cubicBezTo>
                  <a:cubicBezTo>
                    <a:pt x="382" y="1633"/>
                    <a:pt x="382" y="1633"/>
                    <a:pt x="373" y="1634"/>
                  </a:cubicBezTo>
                  <a:lnTo>
                    <a:pt x="357" y="1638"/>
                  </a:lnTo>
                  <a:lnTo>
                    <a:pt x="357" y="1640"/>
                  </a:lnTo>
                  <a:cubicBezTo>
                    <a:pt x="359" y="1640"/>
                    <a:pt x="360" y="1640"/>
                    <a:pt x="361" y="1640"/>
                  </a:cubicBezTo>
                  <a:cubicBezTo>
                    <a:pt x="365" y="1640"/>
                    <a:pt x="366" y="1641"/>
                    <a:pt x="366" y="1641"/>
                  </a:cubicBezTo>
                  <a:cubicBezTo>
                    <a:pt x="366" y="1643"/>
                    <a:pt x="366" y="1643"/>
                    <a:pt x="349" y="1647"/>
                  </a:cubicBezTo>
                  <a:cubicBezTo>
                    <a:pt x="335" y="1649"/>
                    <a:pt x="334" y="1651"/>
                    <a:pt x="343" y="1651"/>
                  </a:cubicBezTo>
                  <a:cubicBezTo>
                    <a:pt x="345" y="1651"/>
                    <a:pt x="347" y="1651"/>
                    <a:pt x="350" y="1651"/>
                  </a:cubicBezTo>
                  <a:lnTo>
                    <a:pt x="359" y="1654"/>
                  </a:lnTo>
                  <a:cubicBezTo>
                    <a:pt x="343" y="1660"/>
                    <a:pt x="361" y="1661"/>
                    <a:pt x="369" y="1661"/>
                  </a:cubicBezTo>
                  <a:cubicBezTo>
                    <a:pt x="355" y="1666"/>
                    <a:pt x="354" y="1669"/>
                    <a:pt x="365" y="1669"/>
                  </a:cubicBezTo>
                  <a:cubicBezTo>
                    <a:pt x="367" y="1669"/>
                    <a:pt x="368" y="1669"/>
                    <a:pt x="371" y="1669"/>
                  </a:cubicBezTo>
                  <a:cubicBezTo>
                    <a:pt x="373" y="1668"/>
                    <a:pt x="374" y="1668"/>
                    <a:pt x="375" y="1668"/>
                  </a:cubicBezTo>
                  <a:cubicBezTo>
                    <a:pt x="378" y="1668"/>
                    <a:pt x="377" y="1670"/>
                    <a:pt x="372" y="1674"/>
                  </a:cubicBezTo>
                  <a:cubicBezTo>
                    <a:pt x="364" y="1677"/>
                    <a:pt x="364" y="1679"/>
                    <a:pt x="365" y="1685"/>
                  </a:cubicBezTo>
                  <a:cubicBezTo>
                    <a:pt x="373" y="1685"/>
                    <a:pt x="376" y="1702"/>
                    <a:pt x="380" y="1720"/>
                  </a:cubicBezTo>
                  <a:cubicBezTo>
                    <a:pt x="383" y="1739"/>
                    <a:pt x="385" y="1753"/>
                    <a:pt x="392" y="1753"/>
                  </a:cubicBezTo>
                  <a:cubicBezTo>
                    <a:pt x="393" y="1753"/>
                    <a:pt x="394" y="1753"/>
                    <a:pt x="394" y="1753"/>
                  </a:cubicBezTo>
                  <a:lnTo>
                    <a:pt x="394" y="1753"/>
                  </a:lnTo>
                  <a:cubicBezTo>
                    <a:pt x="394" y="1755"/>
                    <a:pt x="394" y="1755"/>
                    <a:pt x="386" y="1760"/>
                  </a:cubicBezTo>
                  <a:cubicBezTo>
                    <a:pt x="380" y="1761"/>
                    <a:pt x="379" y="1762"/>
                    <a:pt x="387" y="1762"/>
                  </a:cubicBezTo>
                  <a:cubicBezTo>
                    <a:pt x="389" y="1762"/>
                    <a:pt x="392" y="1762"/>
                    <a:pt x="395" y="1762"/>
                  </a:cubicBezTo>
                  <a:cubicBezTo>
                    <a:pt x="398" y="1762"/>
                    <a:pt x="400" y="1763"/>
                    <a:pt x="401" y="1763"/>
                  </a:cubicBezTo>
                  <a:cubicBezTo>
                    <a:pt x="403" y="1763"/>
                    <a:pt x="405" y="1762"/>
                    <a:pt x="405" y="1762"/>
                  </a:cubicBezTo>
                  <a:cubicBezTo>
                    <a:pt x="406" y="1762"/>
                    <a:pt x="404" y="1763"/>
                    <a:pt x="396" y="1764"/>
                  </a:cubicBezTo>
                  <a:cubicBezTo>
                    <a:pt x="387" y="1767"/>
                    <a:pt x="389" y="1771"/>
                    <a:pt x="390" y="1780"/>
                  </a:cubicBezTo>
                  <a:cubicBezTo>
                    <a:pt x="391" y="1787"/>
                    <a:pt x="393" y="1795"/>
                    <a:pt x="399" y="1795"/>
                  </a:cubicBezTo>
                  <a:cubicBezTo>
                    <a:pt x="399" y="1795"/>
                    <a:pt x="400" y="1795"/>
                    <a:pt x="401" y="1795"/>
                  </a:cubicBezTo>
                  <a:cubicBezTo>
                    <a:pt x="411" y="1798"/>
                    <a:pt x="411" y="1798"/>
                    <a:pt x="402" y="1798"/>
                  </a:cubicBezTo>
                  <a:cubicBezTo>
                    <a:pt x="384" y="1798"/>
                    <a:pt x="378" y="1812"/>
                    <a:pt x="396" y="1816"/>
                  </a:cubicBezTo>
                  <a:cubicBezTo>
                    <a:pt x="396" y="1818"/>
                    <a:pt x="398" y="1820"/>
                    <a:pt x="389" y="1822"/>
                  </a:cubicBezTo>
                  <a:cubicBezTo>
                    <a:pt x="390" y="1824"/>
                    <a:pt x="390" y="1826"/>
                    <a:pt x="399" y="1832"/>
                  </a:cubicBezTo>
                  <a:cubicBezTo>
                    <a:pt x="400" y="1834"/>
                    <a:pt x="401" y="1844"/>
                    <a:pt x="402" y="1849"/>
                  </a:cubicBezTo>
                  <a:cubicBezTo>
                    <a:pt x="403" y="1853"/>
                    <a:pt x="412" y="1855"/>
                    <a:pt x="412" y="1855"/>
                  </a:cubicBezTo>
                  <a:cubicBezTo>
                    <a:pt x="412" y="1858"/>
                    <a:pt x="413" y="1860"/>
                    <a:pt x="413" y="1860"/>
                  </a:cubicBezTo>
                  <a:cubicBezTo>
                    <a:pt x="413" y="1860"/>
                    <a:pt x="412" y="1859"/>
                    <a:pt x="412" y="1859"/>
                  </a:cubicBezTo>
                  <a:cubicBezTo>
                    <a:pt x="404" y="1860"/>
                    <a:pt x="407" y="1871"/>
                    <a:pt x="409" y="1888"/>
                  </a:cubicBezTo>
                  <a:cubicBezTo>
                    <a:pt x="412" y="1903"/>
                    <a:pt x="414" y="1918"/>
                    <a:pt x="407" y="1923"/>
                  </a:cubicBezTo>
                  <a:cubicBezTo>
                    <a:pt x="407" y="1923"/>
                    <a:pt x="408" y="1925"/>
                    <a:pt x="417" y="1925"/>
                  </a:cubicBezTo>
                  <a:cubicBezTo>
                    <a:pt x="419" y="1925"/>
                    <a:pt x="422" y="1925"/>
                    <a:pt x="424" y="1925"/>
                  </a:cubicBezTo>
                  <a:cubicBezTo>
                    <a:pt x="433" y="1925"/>
                    <a:pt x="432" y="1927"/>
                    <a:pt x="426" y="1930"/>
                  </a:cubicBezTo>
                  <a:cubicBezTo>
                    <a:pt x="411" y="1936"/>
                    <a:pt x="411" y="1944"/>
                    <a:pt x="426" y="1944"/>
                  </a:cubicBezTo>
                  <a:cubicBezTo>
                    <a:pt x="427" y="1944"/>
                    <a:pt x="428" y="1944"/>
                    <a:pt x="429" y="1944"/>
                  </a:cubicBezTo>
                  <a:lnTo>
                    <a:pt x="429" y="1944"/>
                  </a:lnTo>
                  <a:lnTo>
                    <a:pt x="420" y="1946"/>
                  </a:lnTo>
                  <a:cubicBezTo>
                    <a:pt x="406" y="1951"/>
                    <a:pt x="412" y="1956"/>
                    <a:pt x="426" y="1956"/>
                  </a:cubicBezTo>
                  <a:cubicBezTo>
                    <a:pt x="427" y="1956"/>
                    <a:pt x="429" y="1956"/>
                    <a:pt x="430" y="1956"/>
                  </a:cubicBezTo>
                  <a:lnTo>
                    <a:pt x="430" y="1956"/>
                  </a:lnTo>
                  <a:cubicBezTo>
                    <a:pt x="422" y="1960"/>
                    <a:pt x="414" y="1964"/>
                    <a:pt x="423" y="1964"/>
                  </a:cubicBezTo>
                  <a:cubicBezTo>
                    <a:pt x="424" y="1966"/>
                    <a:pt x="424" y="1966"/>
                    <a:pt x="408" y="1971"/>
                  </a:cubicBezTo>
                  <a:cubicBezTo>
                    <a:pt x="399" y="1972"/>
                    <a:pt x="391" y="1974"/>
                    <a:pt x="391" y="1976"/>
                  </a:cubicBezTo>
                  <a:cubicBezTo>
                    <a:pt x="391" y="1977"/>
                    <a:pt x="392" y="1977"/>
                    <a:pt x="394" y="1977"/>
                  </a:cubicBezTo>
                  <a:cubicBezTo>
                    <a:pt x="397" y="1977"/>
                    <a:pt x="402" y="1976"/>
                    <a:pt x="408" y="1975"/>
                  </a:cubicBezTo>
                  <a:cubicBezTo>
                    <a:pt x="408" y="1975"/>
                    <a:pt x="409" y="1978"/>
                    <a:pt x="409" y="1980"/>
                  </a:cubicBezTo>
                  <a:cubicBezTo>
                    <a:pt x="409" y="1980"/>
                    <a:pt x="409" y="1981"/>
                    <a:pt x="412" y="1981"/>
                  </a:cubicBezTo>
                  <a:cubicBezTo>
                    <a:pt x="413" y="1981"/>
                    <a:pt x="415" y="1981"/>
                    <a:pt x="418" y="1980"/>
                  </a:cubicBezTo>
                  <a:cubicBezTo>
                    <a:pt x="419" y="1980"/>
                    <a:pt x="420" y="1979"/>
                    <a:pt x="421" y="1979"/>
                  </a:cubicBezTo>
                  <a:cubicBezTo>
                    <a:pt x="426" y="1979"/>
                    <a:pt x="427" y="1981"/>
                    <a:pt x="427" y="1983"/>
                  </a:cubicBezTo>
                  <a:cubicBezTo>
                    <a:pt x="423" y="1984"/>
                    <a:pt x="423" y="1985"/>
                    <a:pt x="424" y="1985"/>
                  </a:cubicBezTo>
                  <a:cubicBezTo>
                    <a:pt x="426" y="1985"/>
                    <a:pt x="431" y="1984"/>
                    <a:pt x="436" y="1981"/>
                  </a:cubicBezTo>
                  <a:cubicBezTo>
                    <a:pt x="441" y="1980"/>
                    <a:pt x="447" y="1979"/>
                    <a:pt x="450" y="1979"/>
                  </a:cubicBezTo>
                  <a:cubicBezTo>
                    <a:pt x="452" y="1979"/>
                    <a:pt x="452" y="1979"/>
                    <a:pt x="452" y="1980"/>
                  </a:cubicBezTo>
                  <a:lnTo>
                    <a:pt x="469" y="1976"/>
                  </a:lnTo>
                  <a:cubicBezTo>
                    <a:pt x="481" y="1975"/>
                    <a:pt x="492" y="1972"/>
                    <a:pt x="502" y="1965"/>
                  </a:cubicBezTo>
                  <a:cubicBezTo>
                    <a:pt x="508" y="1956"/>
                    <a:pt x="513" y="1948"/>
                    <a:pt x="504" y="1948"/>
                  </a:cubicBezTo>
                  <a:cubicBezTo>
                    <a:pt x="503" y="1948"/>
                    <a:pt x="501" y="1948"/>
                    <a:pt x="498" y="1948"/>
                  </a:cubicBezTo>
                  <a:cubicBezTo>
                    <a:pt x="498" y="1948"/>
                    <a:pt x="490" y="1948"/>
                    <a:pt x="490" y="1946"/>
                  </a:cubicBezTo>
                  <a:cubicBezTo>
                    <a:pt x="488" y="1944"/>
                    <a:pt x="496" y="1939"/>
                    <a:pt x="496" y="1939"/>
                  </a:cubicBezTo>
                  <a:cubicBezTo>
                    <a:pt x="505" y="1937"/>
                    <a:pt x="503" y="1928"/>
                    <a:pt x="501" y="1917"/>
                  </a:cubicBezTo>
                  <a:cubicBezTo>
                    <a:pt x="498" y="1902"/>
                    <a:pt x="497" y="1896"/>
                    <a:pt x="505" y="1892"/>
                  </a:cubicBezTo>
                  <a:cubicBezTo>
                    <a:pt x="513" y="1888"/>
                    <a:pt x="513" y="1886"/>
                    <a:pt x="513" y="1886"/>
                  </a:cubicBezTo>
                  <a:lnTo>
                    <a:pt x="513" y="1886"/>
                  </a:lnTo>
                  <a:cubicBezTo>
                    <a:pt x="513" y="1886"/>
                    <a:pt x="512" y="1886"/>
                    <a:pt x="512" y="1886"/>
                  </a:cubicBezTo>
                  <a:cubicBezTo>
                    <a:pt x="504" y="1886"/>
                    <a:pt x="502" y="1873"/>
                    <a:pt x="498" y="1858"/>
                  </a:cubicBezTo>
                  <a:cubicBezTo>
                    <a:pt x="496" y="1841"/>
                    <a:pt x="493" y="1826"/>
                    <a:pt x="486" y="1826"/>
                  </a:cubicBezTo>
                  <a:cubicBezTo>
                    <a:pt x="486" y="1826"/>
                    <a:pt x="485" y="1826"/>
                    <a:pt x="485" y="1826"/>
                  </a:cubicBezTo>
                  <a:cubicBezTo>
                    <a:pt x="484" y="1824"/>
                    <a:pt x="484" y="1822"/>
                    <a:pt x="484" y="1822"/>
                  </a:cubicBezTo>
                  <a:cubicBezTo>
                    <a:pt x="492" y="1820"/>
                    <a:pt x="492" y="1815"/>
                    <a:pt x="491" y="1810"/>
                  </a:cubicBezTo>
                  <a:cubicBezTo>
                    <a:pt x="482" y="1808"/>
                    <a:pt x="481" y="1803"/>
                    <a:pt x="481" y="1803"/>
                  </a:cubicBezTo>
                  <a:cubicBezTo>
                    <a:pt x="490" y="1801"/>
                    <a:pt x="488" y="1799"/>
                    <a:pt x="487" y="1795"/>
                  </a:cubicBezTo>
                  <a:cubicBezTo>
                    <a:pt x="487" y="1791"/>
                    <a:pt x="487" y="1789"/>
                    <a:pt x="482" y="1789"/>
                  </a:cubicBezTo>
                  <a:cubicBezTo>
                    <a:pt x="481" y="1789"/>
                    <a:pt x="480" y="1789"/>
                    <a:pt x="478" y="1789"/>
                  </a:cubicBezTo>
                  <a:cubicBezTo>
                    <a:pt x="476" y="1780"/>
                    <a:pt x="477" y="1770"/>
                    <a:pt x="482" y="1762"/>
                  </a:cubicBezTo>
                  <a:cubicBezTo>
                    <a:pt x="490" y="1758"/>
                    <a:pt x="481" y="1758"/>
                    <a:pt x="473" y="1757"/>
                  </a:cubicBezTo>
                  <a:cubicBezTo>
                    <a:pt x="469" y="1757"/>
                    <a:pt x="466" y="1758"/>
                    <a:pt x="463" y="1758"/>
                  </a:cubicBezTo>
                  <a:cubicBezTo>
                    <a:pt x="458" y="1758"/>
                    <a:pt x="455" y="1757"/>
                    <a:pt x="455" y="1755"/>
                  </a:cubicBezTo>
                  <a:lnTo>
                    <a:pt x="472" y="1752"/>
                  </a:lnTo>
                  <a:cubicBezTo>
                    <a:pt x="474" y="1752"/>
                    <a:pt x="476" y="1753"/>
                    <a:pt x="478" y="1753"/>
                  </a:cubicBezTo>
                  <a:cubicBezTo>
                    <a:pt x="480" y="1753"/>
                    <a:pt x="480" y="1751"/>
                    <a:pt x="479" y="1748"/>
                  </a:cubicBezTo>
                  <a:lnTo>
                    <a:pt x="478" y="1743"/>
                  </a:lnTo>
                  <a:cubicBezTo>
                    <a:pt x="478" y="1743"/>
                    <a:pt x="477" y="1743"/>
                    <a:pt x="477" y="1743"/>
                  </a:cubicBezTo>
                  <a:cubicBezTo>
                    <a:pt x="470" y="1743"/>
                    <a:pt x="468" y="1732"/>
                    <a:pt x="465" y="1717"/>
                  </a:cubicBezTo>
                  <a:cubicBezTo>
                    <a:pt x="462" y="1699"/>
                    <a:pt x="461" y="1691"/>
                    <a:pt x="455" y="1691"/>
                  </a:cubicBezTo>
                  <a:cubicBezTo>
                    <a:pt x="454" y="1691"/>
                    <a:pt x="453" y="1691"/>
                    <a:pt x="452" y="1691"/>
                  </a:cubicBezTo>
                  <a:cubicBezTo>
                    <a:pt x="451" y="1692"/>
                    <a:pt x="450" y="1692"/>
                    <a:pt x="449" y="1692"/>
                  </a:cubicBezTo>
                  <a:cubicBezTo>
                    <a:pt x="444" y="1692"/>
                    <a:pt x="445" y="1689"/>
                    <a:pt x="450" y="1681"/>
                  </a:cubicBezTo>
                  <a:cubicBezTo>
                    <a:pt x="473" y="1662"/>
                    <a:pt x="473" y="1662"/>
                    <a:pt x="465" y="1662"/>
                  </a:cubicBezTo>
                  <a:cubicBezTo>
                    <a:pt x="465" y="1665"/>
                    <a:pt x="457" y="1666"/>
                    <a:pt x="448" y="1668"/>
                  </a:cubicBezTo>
                  <a:cubicBezTo>
                    <a:pt x="443" y="1669"/>
                    <a:pt x="439" y="1670"/>
                    <a:pt x="437" y="1670"/>
                  </a:cubicBezTo>
                  <a:cubicBezTo>
                    <a:pt x="433" y="1670"/>
                    <a:pt x="436" y="1667"/>
                    <a:pt x="447" y="1663"/>
                  </a:cubicBezTo>
                  <a:cubicBezTo>
                    <a:pt x="463" y="1660"/>
                    <a:pt x="451" y="1628"/>
                    <a:pt x="433" y="1628"/>
                  </a:cubicBezTo>
                  <a:cubicBezTo>
                    <a:pt x="433" y="1628"/>
                    <a:pt x="433" y="1628"/>
                    <a:pt x="432" y="1628"/>
                  </a:cubicBezTo>
                  <a:lnTo>
                    <a:pt x="441" y="1626"/>
                  </a:lnTo>
                  <a:cubicBezTo>
                    <a:pt x="449" y="1624"/>
                    <a:pt x="449" y="1622"/>
                    <a:pt x="447" y="1613"/>
                  </a:cubicBezTo>
                  <a:lnTo>
                    <a:pt x="446" y="1605"/>
                  </a:lnTo>
                  <a:cubicBezTo>
                    <a:pt x="444" y="1605"/>
                    <a:pt x="443" y="1606"/>
                    <a:pt x="441" y="1606"/>
                  </a:cubicBezTo>
                  <a:cubicBezTo>
                    <a:pt x="430" y="1606"/>
                    <a:pt x="436" y="1594"/>
                    <a:pt x="444" y="1592"/>
                  </a:cubicBezTo>
                  <a:cubicBezTo>
                    <a:pt x="451" y="1588"/>
                    <a:pt x="451" y="1588"/>
                    <a:pt x="451" y="1583"/>
                  </a:cubicBezTo>
                  <a:cubicBezTo>
                    <a:pt x="433" y="1579"/>
                    <a:pt x="440" y="1566"/>
                    <a:pt x="448" y="1565"/>
                  </a:cubicBezTo>
                  <a:cubicBezTo>
                    <a:pt x="448" y="1565"/>
                    <a:pt x="448" y="1562"/>
                    <a:pt x="447" y="1560"/>
                  </a:cubicBezTo>
                  <a:cubicBezTo>
                    <a:pt x="438" y="1559"/>
                    <a:pt x="438" y="1555"/>
                    <a:pt x="437" y="1552"/>
                  </a:cubicBezTo>
                  <a:cubicBezTo>
                    <a:pt x="436" y="1548"/>
                    <a:pt x="436" y="1545"/>
                    <a:pt x="433" y="1545"/>
                  </a:cubicBezTo>
                  <a:cubicBezTo>
                    <a:pt x="432" y="1545"/>
                    <a:pt x="430" y="1546"/>
                    <a:pt x="428" y="1547"/>
                  </a:cubicBezTo>
                  <a:cubicBezTo>
                    <a:pt x="422" y="1548"/>
                    <a:pt x="416" y="1549"/>
                    <a:pt x="413" y="1549"/>
                  </a:cubicBezTo>
                  <a:cubicBezTo>
                    <a:pt x="412" y="1549"/>
                    <a:pt x="411" y="1549"/>
                    <a:pt x="411" y="1548"/>
                  </a:cubicBezTo>
                  <a:lnTo>
                    <a:pt x="419" y="1546"/>
                  </a:lnTo>
                  <a:cubicBezTo>
                    <a:pt x="428" y="1545"/>
                    <a:pt x="427" y="1538"/>
                    <a:pt x="424" y="1528"/>
                  </a:cubicBezTo>
                  <a:cubicBezTo>
                    <a:pt x="423" y="1516"/>
                    <a:pt x="422" y="1512"/>
                    <a:pt x="430" y="1508"/>
                  </a:cubicBezTo>
                  <a:lnTo>
                    <a:pt x="421" y="1508"/>
                  </a:lnTo>
                  <a:cubicBezTo>
                    <a:pt x="412" y="1506"/>
                    <a:pt x="412" y="1504"/>
                    <a:pt x="420" y="1503"/>
                  </a:cubicBezTo>
                  <a:cubicBezTo>
                    <a:pt x="429" y="1499"/>
                    <a:pt x="427" y="1490"/>
                    <a:pt x="418" y="1486"/>
                  </a:cubicBezTo>
                  <a:cubicBezTo>
                    <a:pt x="418" y="1484"/>
                    <a:pt x="417" y="1482"/>
                    <a:pt x="417" y="1482"/>
                  </a:cubicBezTo>
                  <a:cubicBezTo>
                    <a:pt x="432" y="1477"/>
                    <a:pt x="432" y="1470"/>
                    <a:pt x="419" y="1470"/>
                  </a:cubicBezTo>
                  <a:cubicBezTo>
                    <a:pt x="418" y="1470"/>
                    <a:pt x="417" y="1470"/>
                    <a:pt x="415" y="1470"/>
                  </a:cubicBezTo>
                  <a:cubicBezTo>
                    <a:pt x="423" y="1468"/>
                    <a:pt x="423" y="1466"/>
                    <a:pt x="422" y="1464"/>
                  </a:cubicBezTo>
                  <a:cubicBezTo>
                    <a:pt x="413" y="1460"/>
                    <a:pt x="412" y="1451"/>
                    <a:pt x="421" y="1450"/>
                  </a:cubicBezTo>
                  <a:lnTo>
                    <a:pt x="420" y="1448"/>
                  </a:lnTo>
                  <a:cubicBezTo>
                    <a:pt x="411" y="1447"/>
                    <a:pt x="411" y="1445"/>
                    <a:pt x="411" y="1442"/>
                  </a:cubicBezTo>
                  <a:cubicBezTo>
                    <a:pt x="410" y="1440"/>
                    <a:pt x="410" y="1438"/>
                    <a:pt x="401" y="1437"/>
                  </a:cubicBezTo>
                  <a:cubicBezTo>
                    <a:pt x="392" y="1436"/>
                    <a:pt x="392" y="1433"/>
                    <a:pt x="392" y="1433"/>
                  </a:cubicBezTo>
                  <a:cubicBezTo>
                    <a:pt x="392" y="1432"/>
                    <a:pt x="394" y="1432"/>
                    <a:pt x="397" y="1432"/>
                  </a:cubicBezTo>
                  <a:cubicBezTo>
                    <a:pt x="401" y="1432"/>
                    <a:pt x="405" y="1432"/>
                    <a:pt x="409" y="1432"/>
                  </a:cubicBezTo>
                  <a:cubicBezTo>
                    <a:pt x="411" y="1433"/>
                    <a:pt x="412" y="1433"/>
                    <a:pt x="413" y="1433"/>
                  </a:cubicBezTo>
                  <a:cubicBezTo>
                    <a:pt x="418" y="1433"/>
                    <a:pt x="414" y="1428"/>
                    <a:pt x="400" y="1426"/>
                  </a:cubicBezTo>
                  <a:cubicBezTo>
                    <a:pt x="388" y="1423"/>
                    <a:pt x="384" y="1422"/>
                    <a:pt x="387" y="1422"/>
                  </a:cubicBezTo>
                  <a:cubicBezTo>
                    <a:pt x="389" y="1422"/>
                    <a:pt x="393" y="1422"/>
                    <a:pt x="399" y="1422"/>
                  </a:cubicBezTo>
                  <a:cubicBezTo>
                    <a:pt x="403" y="1423"/>
                    <a:pt x="408" y="1423"/>
                    <a:pt x="410" y="1423"/>
                  </a:cubicBezTo>
                  <a:cubicBezTo>
                    <a:pt x="412" y="1423"/>
                    <a:pt x="412" y="1423"/>
                    <a:pt x="408" y="1421"/>
                  </a:cubicBezTo>
                  <a:cubicBezTo>
                    <a:pt x="408" y="1421"/>
                    <a:pt x="407" y="1418"/>
                    <a:pt x="401" y="1418"/>
                  </a:cubicBezTo>
                  <a:cubicBezTo>
                    <a:pt x="400" y="1418"/>
                    <a:pt x="400" y="1418"/>
                    <a:pt x="399" y="1418"/>
                  </a:cubicBezTo>
                  <a:lnTo>
                    <a:pt x="398" y="1411"/>
                  </a:lnTo>
                  <a:cubicBezTo>
                    <a:pt x="404" y="1405"/>
                    <a:pt x="404" y="1402"/>
                    <a:pt x="404" y="1400"/>
                  </a:cubicBezTo>
                  <a:cubicBezTo>
                    <a:pt x="395" y="1400"/>
                    <a:pt x="395" y="1400"/>
                    <a:pt x="403" y="1395"/>
                  </a:cubicBezTo>
                  <a:cubicBezTo>
                    <a:pt x="409" y="1395"/>
                    <a:pt x="410" y="1394"/>
                    <a:pt x="407" y="1394"/>
                  </a:cubicBezTo>
                  <a:cubicBezTo>
                    <a:pt x="405" y="1394"/>
                    <a:pt x="401" y="1394"/>
                    <a:pt x="394" y="1395"/>
                  </a:cubicBezTo>
                  <a:cubicBezTo>
                    <a:pt x="386" y="1394"/>
                    <a:pt x="385" y="1392"/>
                    <a:pt x="393" y="1387"/>
                  </a:cubicBezTo>
                  <a:cubicBezTo>
                    <a:pt x="406" y="1386"/>
                    <a:pt x="409" y="1383"/>
                    <a:pt x="406" y="1383"/>
                  </a:cubicBezTo>
                  <a:cubicBezTo>
                    <a:pt x="405" y="1383"/>
                    <a:pt x="404" y="1384"/>
                    <a:pt x="402" y="1384"/>
                  </a:cubicBezTo>
                  <a:cubicBezTo>
                    <a:pt x="393" y="1383"/>
                    <a:pt x="392" y="1381"/>
                    <a:pt x="392" y="1381"/>
                  </a:cubicBezTo>
                  <a:cubicBezTo>
                    <a:pt x="401" y="1380"/>
                    <a:pt x="398" y="1358"/>
                    <a:pt x="394" y="1337"/>
                  </a:cubicBezTo>
                  <a:cubicBezTo>
                    <a:pt x="394" y="1336"/>
                    <a:pt x="391" y="1335"/>
                    <a:pt x="387" y="1335"/>
                  </a:cubicBezTo>
                  <a:cubicBezTo>
                    <a:pt x="384" y="1335"/>
                    <a:pt x="380" y="1335"/>
                    <a:pt x="376" y="1336"/>
                  </a:cubicBezTo>
                  <a:cubicBezTo>
                    <a:pt x="370" y="1337"/>
                    <a:pt x="368" y="1338"/>
                    <a:pt x="367" y="1338"/>
                  </a:cubicBezTo>
                  <a:cubicBezTo>
                    <a:pt x="366" y="1338"/>
                    <a:pt x="371" y="1336"/>
                    <a:pt x="376" y="1334"/>
                  </a:cubicBezTo>
                  <a:cubicBezTo>
                    <a:pt x="392" y="1329"/>
                    <a:pt x="398" y="1326"/>
                    <a:pt x="393" y="1326"/>
                  </a:cubicBezTo>
                  <a:cubicBezTo>
                    <a:pt x="390" y="1326"/>
                    <a:pt x="384" y="1327"/>
                    <a:pt x="375" y="1329"/>
                  </a:cubicBezTo>
                  <a:cubicBezTo>
                    <a:pt x="368" y="1331"/>
                    <a:pt x="364" y="1332"/>
                    <a:pt x="363" y="1332"/>
                  </a:cubicBezTo>
                  <a:cubicBezTo>
                    <a:pt x="363" y="1332"/>
                    <a:pt x="366" y="1331"/>
                    <a:pt x="375" y="1327"/>
                  </a:cubicBezTo>
                  <a:cubicBezTo>
                    <a:pt x="383" y="1322"/>
                    <a:pt x="383" y="1322"/>
                    <a:pt x="375" y="1321"/>
                  </a:cubicBezTo>
                  <a:cubicBezTo>
                    <a:pt x="372" y="1322"/>
                    <a:pt x="371" y="1322"/>
                    <a:pt x="369" y="1322"/>
                  </a:cubicBezTo>
                  <a:cubicBezTo>
                    <a:pt x="367" y="1322"/>
                    <a:pt x="368" y="1321"/>
                    <a:pt x="374" y="1319"/>
                  </a:cubicBezTo>
                  <a:cubicBezTo>
                    <a:pt x="380" y="1316"/>
                    <a:pt x="387" y="1313"/>
                    <a:pt x="385" y="1313"/>
                  </a:cubicBezTo>
                  <a:cubicBezTo>
                    <a:pt x="385" y="1313"/>
                    <a:pt x="384" y="1313"/>
                    <a:pt x="382" y="1313"/>
                  </a:cubicBezTo>
                  <a:cubicBezTo>
                    <a:pt x="382" y="1313"/>
                    <a:pt x="382" y="1311"/>
                    <a:pt x="390" y="1307"/>
                  </a:cubicBezTo>
                  <a:cubicBezTo>
                    <a:pt x="398" y="1303"/>
                    <a:pt x="389" y="1302"/>
                    <a:pt x="380" y="1301"/>
                  </a:cubicBezTo>
                  <a:cubicBezTo>
                    <a:pt x="363" y="1298"/>
                    <a:pt x="362" y="1295"/>
                    <a:pt x="378" y="1294"/>
                  </a:cubicBezTo>
                  <a:cubicBezTo>
                    <a:pt x="396" y="1294"/>
                    <a:pt x="386" y="1284"/>
                    <a:pt x="368" y="1284"/>
                  </a:cubicBezTo>
                  <a:cubicBezTo>
                    <a:pt x="361" y="1285"/>
                    <a:pt x="357" y="1285"/>
                    <a:pt x="356" y="1285"/>
                  </a:cubicBezTo>
                  <a:cubicBezTo>
                    <a:pt x="353" y="1285"/>
                    <a:pt x="355" y="1284"/>
                    <a:pt x="361" y="1283"/>
                  </a:cubicBezTo>
                  <a:cubicBezTo>
                    <a:pt x="368" y="1282"/>
                    <a:pt x="368" y="1280"/>
                    <a:pt x="368" y="1280"/>
                  </a:cubicBezTo>
                  <a:cubicBezTo>
                    <a:pt x="367" y="1278"/>
                    <a:pt x="367" y="1275"/>
                    <a:pt x="376" y="1273"/>
                  </a:cubicBezTo>
                  <a:cubicBezTo>
                    <a:pt x="376" y="1273"/>
                    <a:pt x="375" y="1271"/>
                    <a:pt x="366" y="1269"/>
                  </a:cubicBezTo>
                  <a:cubicBezTo>
                    <a:pt x="349" y="1266"/>
                    <a:pt x="356" y="1258"/>
                    <a:pt x="373" y="1253"/>
                  </a:cubicBezTo>
                  <a:lnTo>
                    <a:pt x="364" y="1249"/>
                  </a:lnTo>
                  <a:cubicBezTo>
                    <a:pt x="359" y="1250"/>
                    <a:pt x="356" y="1250"/>
                    <a:pt x="353" y="1250"/>
                  </a:cubicBezTo>
                  <a:cubicBezTo>
                    <a:pt x="344" y="1250"/>
                    <a:pt x="342" y="1249"/>
                    <a:pt x="355" y="1246"/>
                  </a:cubicBezTo>
                  <a:lnTo>
                    <a:pt x="363" y="1245"/>
                  </a:lnTo>
                  <a:cubicBezTo>
                    <a:pt x="346" y="1245"/>
                    <a:pt x="353" y="1235"/>
                    <a:pt x="369" y="1232"/>
                  </a:cubicBezTo>
                  <a:cubicBezTo>
                    <a:pt x="377" y="1230"/>
                    <a:pt x="377" y="1230"/>
                    <a:pt x="377" y="1228"/>
                  </a:cubicBezTo>
                  <a:lnTo>
                    <a:pt x="377" y="1228"/>
                  </a:lnTo>
                  <a:lnTo>
                    <a:pt x="369" y="1229"/>
                  </a:lnTo>
                  <a:cubicBezTo>
                    <a:pt x="363" y="1230"/>
                    <a:pt x="358" y="1231"/>
                    <a:pt x="354" y="1231"/>
                  </a:cubicBezTo>
                  <a:cubicBezTo>
                    <a:pt x="353" y="1231"/>
                    <a:pt x="352" y="1231"/>
                    <a:pt x="352" y="1230"/>
                  </a:cubicBezTo>
                  <a:cubicBezTo>
                    <a:pt x="352" y="1227"/>
                    <a:pt x="352" y="1225"/>
                    <a:pt x="359" y="1224"/>
                  </a:cubicBezTo>
                  <a:cubicBezTo>
                    <a:pt x="366" y="1221"/>
                    <a:pt x="373" y="1217"/>
                    <a:pt x="371" y="1217"/>
                  </a:cubicBezTo>
                  <a:cubicBezTo>
                    <a:pt x="370" y="1217"/>
                    <a:pt x="369" y="1218"/>
                    <a:pt x="367" y="1218"/>
                  </a:cubicBezTo>
                  <a:cubicBezTo>
                    <a:pt x="367" y="1218"/>
                    <a:pt x="367" y="1216"/>
                    <a:pt x="375" y="1211"/>
                  </a:cubicBezTo>
                  <a:cubicBezTo>
                    <a:pt x="375" y="1209"/>
                    <a:pt x="374" y="1207"/>
                    <a:pt x="374" y="1202"/>
                  </a:cubicBezTo>
                  <a:cubicBezTo>
                    <a:pt x="365" y="1201"/>
                    <a:pt x="364" y="1197"/>
                    <a:pt x="373" y="1196"/>
                  </a:cubicBezTo>
                  <a:cubicBezTo>
                    <a:pt x="373" y="1196"/>
                    <a:pt x="372" y="1190"/>
                    <a:pt x="363" y="1190"/>
                  </a:cubicBezTo>
                  <a:cubicBezTo>
                    <a:pt x="363" y="1184"/>
                    <a:pt x="363" y="1182"/>
                    <a:pt x="371" y="1181"/>
                  </a:cubicBezTo>
                  <a:cubicBezTo>
                    <a:pt x="378" y="1180"/>
                    <a:pt x="378" y="1180"/>
                    <a:pt x="371" y="1179"/>
                  </a:cubicBezTo>
                  <a:cubicBezTo>
                    <a:pt x="369" y="1179"/>
                    <a:pt x="368" y="1179"/>
                    <a:pt x="367" y="1179"/>
                  </a:cubicBezTo>
                  <a:cubicBezTo>
                    <a:pt x="362" y="1179"/>
                    <a:pt x="362" y="1177"/>
                    <a:pt x="362" y="1175"/>
                  </a:cubicBezTo>
                  <a:lnTo>
                    <a:pt x="361" y="1171"/>
                  </a:lnTo>
                  <a:cubicBezTo>
                    <a:pt x="357" y="1171"/>
                    <a:pt x="355" y="1172"/>
                    <a:pt x="353" y="1172"/>
                  </a:cubicBezTo>
                  <a:cubicBezTo>
                    <a:pt x="352" y="1172"/>
                    <a:pt x="352" y="1171"/>
                    <a:pt x="352" y="1170"/>
                  </a:cubicBezTo>
                  <a:cubicBezTo>
                    <a:pt x="352" y="1168"/>
                    <a:pt x="358" y="1160"/>
                    <a:pt x="358" y="1158"/>
                  </a:cubicBezTo>
                  <a:cubicBezTo>
                    <a:pt x="358" y="1153"/>
                    <a:pt x="357" y="1151"/>
                    <a:pt x="356" y="1151"/>
                  </a:cubicBezTo>
                  <a:cubicBezTo>
                    <a:pt x="355" y="1151"/>
                    <a:pt x="353" y="1152"/>
                    <a:pt x="349" y="1154"/>
                  </a:cubicBezTo>
                  <a:cubicBezTo>
                    <a:pt x="349" y="1155"/>
                    <a:pt x="348" y="1156"/>
                    <a:pt x="347" y="1156"/>
                  </a:cubicBezTo>
                  <a:cubicBezTo>
                    <a:pt x="345" y="1156"/>
                    <a:pt x="345" y="1155"/>
                    <a:pt x="349" y="1152"/>
                  </a:cubicBezTo>
                  <a:cubicBezTo>
                    <a:pt x="348" y="1150"/>
                    <a:pt x="356" y="1141"/>
                    <a:pt x="355" y="1134"/>
                  </a:cubicBezTo>
                  <a:cubicBezTo>
                    <a:pt x="354" y="1127"/>
                    <a:pt x="354" y="1125"/>
                    <a:pt x="351" y="1125"/>
                  </a:cubicBezTo>
                  <a:cubicBezTo>
                    <a:pt x="350" y="1125"/>
                    <a:pt x="348" y="1125"/>
                    <a:pt x="345" y="1126"/>
                  </a:cubicBezTo>
                  <a:cubicBezTo>
                    <a:pt x="339" y="1128"/>
                    <a:pt x="335" y="1129"/>
                    <a:pt x="333" y="1129"/>
                  </a:cubicBezTo>
                  <a:cubicBezTo>
                    <a:pt x="331" y="1129"/>
                    <a:pt x="334" y="1127"/>
                    <a:pt x="345" y="1124"/>
                  </a:cubicBezTo>
                  <a:cubicBezTo>
                    <a:pt x="358" y="1117"/>
                    <a:pt x="360" y="1115"/>
                    <a:pt x="356" y="1115"/>
                  </a:cubicBezTo>
                  <a:cubicBezTo>
                    <a:pt x="355" y="1115"/>
                    <a:pt x="354" y="1115"/>
                    <a:pt x="353" y="1115"/>
                  </a:cubicBezTo>
                  <a:cubicBezTo>
                    <a:pt x="344" y="1114"/>
                    <a:pt x="344" y="1114"/>
                    <a:pt x="344" y="1112"/>
                  </a:cubicBezTo>
                  <a:cubicBezTo>
                    <a:pt x="352" y="1110"/>
                    <a:pt x="352" y="1108"/>
                    <a:pt x="343" y="1105"/>
                  </a:cubicBezTo>
                  <a:cubicBezTo>
                    <a:pt x="341" y="1103"/>
                    <a:pt x="341" y="1103"/>
                    <a:pt x="350" y="1101"/>
                  </a:cubicBezTo>
                  <a:lnTo>
                    <a:pt x="349" y="1097"/>
                  </a:lnTo>
                  <a:cubicBezTo>
                    <a:pt x="332" y="1095"/>
                    <a:pt x="338" y="1079"/>
                    <a:pt x="347" y="1076"/>
                  </a:cubicBezTo>
                  <a:cubicBezTo>
                    <a:pt x="347" y="1076"/>
                    <a:pt x="346" y="1073"/>
                    <a:pt x="338" y="1072"/>
                  </a:cubicBezTo>
                  <a:cubicBezTo>
                    <a:pt x="320" y="1072"/>
                    <a:pt x="320" y="1070"/>
                    <a:pt x="337" y="1068"/>
                  </a:cubicBezTo>
                  <a:cubicBezTo>
                    <a:pt x="348" y="1066"/>
                    <a:pt x="352" y="1065"/>
                    <a:pt x="349" y="1065"/>
                  </a:cubicBezTo>
                  <a:cubicBezTo>
                    <a:pt x="347" y="1065"/>
                    <a:pt x="343" y="1065"/>
                    <a:pt x="337" y="1066"/>
                  </a:cubicBezTo>
                  <a:cubicBezTo>
                    <a:pt x="328" y="1064"/>
                    <a:pt x="326" y="1052"/>
                    <a:pt x="344" y="1052"/>
                  </a:cubicBezTo>
                  <a:lnTo>
                    <a:pt x="361" y="1049"/>
                  </a:lnTo>
                  <a:cubicBezTo>
                    <a:pt x="352" y="1049"/>
                    <a:pt x="352" y="1046"/>
                    <a:pt x="352" y="1046"/>
                  </a:cubicBezTo>
                  <a:cubicBezTo>
                    <a:pt x="350" y="1047"/>
                    <a:pt x="349" y="1047"/>
                    <a:pt x="348" y="1047"/>
                  </a:cubicBezTo>
                  <a:cubicBezTo>
                    <a:pt x="343" y="1047"/>
                    <a:pt x="342" y="1044"/>
                    <a:pt x="341" y="1037"/>
                  </a:cubicBezTo>
                  <a:cubicBezTo>
                    <a:pt x="340" y="1033"/>
                    <a:pt x="331" y="1025"/>
                    <a:pt x="330" y="1021"/>
                  </a:cubicBezTo>
                  <a:cubicBezTo>
                    <a:pt x="328" y="1015"/>
                    <a:pt x="331" y="1008"/>
                    <a:pt x="337" y="1005"/>
                  </a:cubicBezTo>
                  <a:cubicBezTo>
                    <a:pt x="337" y="1003"/>
                    <a:pt x="336" y="1000"/>
                    <a:pt x="327" y="997"/>
                  </a:cubicBezTo>
                  <a:cubicBezTo>
                    <a:pt x="318" y="996"/>
                    <a:pt x="318" y="991"/>
                    <a:pt x="326" y="990"/>
                  </a:cubicBezTo>
                  <a:lnTo>
                    <a:pt x="326" y="988"/>
                  </a:lnTo>
                  <a:cubicBezTo>
                    <a:pt x="317" y="985"/>
                    <a:pt x="317" y="983"/>
                    <a:pt x="317" y="983"/>
                  </a:cubicBezTo>
                  <a:cubicBezTo>
                    <a:pt x="325" y="981"/>
                    <a:pt x="332" y="977"/>
                    <a:pt x="325" y="977"/>
                  </a:cubicBezTo>
                  <a:cubicBezTo>
                    <a:pt x="323" y="977"/>
                    <a:pt x="322" y="977"/>
                    <a:pt x="321" y="977"/>
                  </a:cubicBezTo>
                  <a:cubicBezTo>
                    <a:pt x="316" y="977"/>
                    <a:pt x="315" y="975"/>
                    <a:pt x="315" y="971"/>
                  </a:cubicBezTo>
                  <a:cubicBezTo>
                    <a:pt x="322" y="965"/>
                    <a:pt x="313" y="889"/>
                    <a:pt x="305" y="889"/>
                  </a:cubicBezTo>
                  <a:cubicBezTo>
                    <a:pt x="305" y="889"/>
                    <a:pt x="305" y="889"/>
                    <a:pt x="304" y="889"/>
                  </a:cubicBezTo>
                  <a:cubicBezTo>
                    <a:pt x="304" y="889"/>
                    <a:pt x="303" y="886"/>
                    <a:pt x="303" y="882"/>
                  </a:cubicBezTo>
                  <a:cubicBezTo>
                    <a:pt x="302" y="879"/>
                    <a:pt x="302" y="875"/>
                    <a:pt x="302" y="875"/>
                  </a:cubicBezTo>
                  <a:cubicBezTo>
                    <a:pt x="319" y="873"/>
                    <a:pt x="309" y="862"/>
                    <a:pt x="300" y="856"/>
                  </a:cubicBezTo>
                  <a:cubicBezTo>
                    <a:pt x="291" y="855"/>
                    <a:pt x="291" y="852"/>
                    <a:pt x="290" y="850"/>
                  </a:cubicBezTo>
                  <a:cubicBezTo>
                    <a:pt x="307" y="848"/>
                    <a:pt x="307" y="841"/>
                    <a:pt x="298" y="838"/>
                  </a:cubicBezTo>
                  <a:cubicBezTo>
                    <a:pt x="280" y="838"/>
                    <a:pt x="280" y="836"/>
                    <a:pt x="297" y="833"/>
                  </a:cubicBezTo>
                  <a:cubicBezTo>
                    <a:pt x="313" y="830"/>
                    <a:pt x="312" y="825"/>
                    <a:pt x="286" y="824"/>
                  </a:cubicBezTo>
                  <a:cubicBezTo>
                    <a:pt x="279" y="823"/>
                    <a:pt x="279" y="823"/>
                    <a:pt x="286" y="820"/>
                  </a:cubicBezTo>
                  <a:cubicBezTo>
                    <a:pt x="300" y="816"/>
                    <a:pt x="302" y="814"/>
                    <a:pt x="298" y="814"/>
                  </a:cubicBezTo>
                  <a:cubicBezTo>
                    <a:pt x="297" y="814"/>
                    <a:pt x="296" y="814"/>
                    <a:pt x="294" y="814"/>
                  </a:cubicBezTo>
                  <a:cubicBezTo>
                    <a:pt x="278" y="814"/>
                    <a:pt x="276" y="812"/>
                    <a:pt x="293" y="808"/>
                  </a:cubicBezTo>
                  <a:cubicBezTo>
                    <a:pt x="310" y="800"/>
                    <a:pt x="310" y="800"/>
                    <a:pt x="292" y="800"/>
                  </a:cubicBezTo>
                  <a:cubicBezTo>
                    <a:pt x="291" y="800"/>
                    <a:pt x="290" y="800"/>
                    <a:pt x="290" y="800"/>
                  </a:cubicBezTo>
                  <a:cubicBezTo>
                    <a:pt x="275" y="800"/>
                    <a:pt x="275" y="790"/>
                    <a:pt x="291" y="786"/>
                  </a:cubicBezTo>
                  <a:cubicBezTo>
                    <a:pt x="290" y="784"/>
                    <a:pt x="297" y="781"/>
                    <a:pt x="293" y="781"/>
                  </a:cubicBezTo>
                  <a:cubicBezTo>
                    <a:pt x="292" y="781"/>
                    <a:pt x="291" y="782"/>
                    <a:pt x="290" y="782"/>
                  </a:cubicBezTo>
                  <a:lnTo>
                    <a:pt x="298" y="777"/>
                  </a:lnTo>
                  <a:lnTo>
                    <a:pt x="298" y="773"/>
                  </a:lnTo>
                  <a:lnTo>
                    <a:pt x="289" y="774"/>
                  </a:lnTo>
                  <a:cubicBezTo>
                    <a:pt x="292" y="764"/>
                    <a:pt x="294" y="751"/>
                    <a:pt x="293" y="740"/>
                  </a:cubicBezTo>
                  <a:cubicBezTo>
                    <a:pt x="290" y="719"/>
                    <a:pt x="290" y="712"/>
                    <a:pt x="286" y="712"/>
                  </a:cubicBezTo>
                  <a:cubicBezTo>
                    <a:pt x="285" y="712"/>
                    <a:pt x="283" y="713"/>
                    <a:pt x="282" y="713"/>
                  </a:cubicBezTo>
                  <a:cubicBezTo>
                    <a:pt x="277" y="715"/>
                    <a:pt x="273" y="716"/>
                    <a:pt x="271" y="716"/>
                  </a:cubicBezTo>
                  <a:cubicBezTo>
                    <a:pt x="266" y="716"/>
                    <a:pt x="269" y="712"/>
                    <a:pt x="281" y="709"/>
                  </a:cubicBezTo>
                  <a:cubicBezTo>
                    <a:pt x="281" y="707"/>
                    <a:pt x="289" y="701"/>
                    <a:pt x="288" y="696"/>
                  </a:cubicBezTo>
                  <a:cubicBezTo>
                    <a:pt x="288" y="691"/>
                    <a:pt x="286" y="686"/>
                    <a:pt x="295" y="685"/>
                  </a:cubicBezTo>
                  <a:lnTo>
                    <a:pt x="295" y="683"/>
                  </a:lnTo>
                  <a:cubicBezTo>
                    <a:pt x="278" y="681"/>
                    <a:pt x="276" y="667"/>
                    <a:pt x="283" y="658"/>
                  </a:cubicBezTo>
                  <a:cubicBezTo>
                    <a:pt x="283" y="654"/>
                    <a:pt x="283" y="652"/>
                    <a:pt x="274" y="648"/>
                  </a:cubicBezTo>
                  <a:cubicBezTo>
                    <a:pt x="265" y="645"/>
                    <a:pt x="264" y="645"/>
                    <a:pt x="273" y="641"/>
                  </a:cubicBezTo>
                  <a:cubicBezTo>
                    <a:pt x="280" y="639"/>
                    <a:pt x="287" y="627"/>
                    <a:pt x="274" y="627"/>
                  </a:cubicBezTo>
                  <a:cubicBezTo>
                    <a:pt x="273" y="627"/>
                    <a:pt x="272" y="627"/>
                    <a:pt x="271" y="627"/>
                  </a:cubicBezTo>
                  <a:lnTo>
                    <a:pt x="279" y="624"/>
                  </a:lnTo>
                  <a:cubicBezTo>
                    <a:pt x="285" y="621"/>
                    <a:pt x="282" y="620"/>
                    <a:pt x="276" y="620"/>
                  </a:cubicBezTo>
                  <a:cubicBezTo>
                    <a:pt x="274" y="620"/>
                    <a:pt x="272" y="620"/>
                    <a:pt x="270" y="620"/>
                  </a:cubicBezTo>
                  <a:cubicBezTo>
                    <a:pt x="265" y="621"/>
                    <a:pt x="262" y="621"/>
                    <a:pt x="260" y="621"/>
                  </a:cubicBezTo>
                  <a:cubicBezTo>
                    <a:pt x="254" y="621"/>
                    <a:pt x="259" y="619"/>
                    <a:pt x="278" y="615"/>
                  </a:cubicBezTo>
                  <a:cubicBezTo>
                    <a:pt x="291" y="612"/>
                    <a:pt x="294" y="610"/>
                    <a:pt x="290" y="610"/>
                  </a:cubicBezTo>
                  <a:cubicBezTo>
                    <a:pt x="289" y="610"/>
                    <a:pt x="288" y="610"/>
                    <a:pt x="286" y="610"/>
                  </a:cubicBezTo>
                  <a:cubicBezTo>
                    <a:pt x="278" y="609"/>
                    <a:pt x="269" y="608"/>
                    <a:pt x="278" y="604"/>
                  </a:cubicBezTo>
                  <a:cubicBezTo>
                    <a:pt x="277" y="603"/>
                    <a:pt x="276" y="601"/>
                    <a:pt x="270" y="601"/>
                  </a:cubicBezTo>
                  <a:cubicBezTo>
                    <a:pt x="268" y="601"/>
                    <a:pt x="264" y="602"/>
                    <a:pt x="260" y="602"/>
                  </a:cubicBezTo>
                  <a:cubicBezTo>
                    <a:pt x="258" y="602"/>
                    <a:pt x="257" y="603"/>
                    <a:pt x="255" y="603"/>
                  </a:cubicBezTo>
                  <a:cubicBezTo>
                    <a:pt x="251" y="603"/>
                    <a:pt x="251" y="601"/>
                    <a:pt x="251" y="599"/>
                  </a:cubicBezTo>
                  <a:cubicBezTo>
                    <a:pt x="253" y="598"/>
                    <a:pt x="256" y="598"/>
                    <a:pt x="259" y="598"/>
                  </a:cubicBezTo>
                  <a:cubicBezTo>
                    <a:pt x="262" y="598"/>
                    <a:pt x="265" y="598"/>
                    <a:pt x="267" y="599"/>
                  </a:cubicBezTo>
                  <a:lnTo>
                    <a:pt x="267" y="594"/>
                  </a:lnTo>
                  <a:cubicBezTo>
                    <a:pt x="267" y="592"/>
                    <a:pt x="275" y="587"/>
                    <a:pt x="283" y="584"/>
                  </a:cubicBezTo>
                  <a:cubicBezTo>
                    <a:pt x="288" y="582"/>
                    <a:pt x="290" y="581"/>
                    <a:pt x="287" y="581"/>
                  </a:cubicBezTo>
                  <a:cubicBezTo>
                    <a:pt x="285" y="581"/>
                    <a:pt x="281" y="581"/>
                    <a:pt x="274" y="583"/>
                  </a:cubicBezTo>
                  <a:cubicBezTo>
                    <a:pt x="267" y="585"/>
                    <a:pt x="263" y="585"/>
                    <a:pt x="260" y="585"/>
                  </a:cubicBezTo>
                  <a:cubicBezTo>
                    <a:pt x="257" y="585"/>
                    <a:pt x="257" y="584"/>
                    <a:pt x="257" y="581"/>
                  </a:cubicBezTo>
                  <a:cubicBezTo>
                    <a:pt x="257" y="579"/>
                    <a:pt x="256" y="576"/>
                    <a:pt x="265" y="575"/>
                  </a:cubicBezTo>
                  <a:cubicBezTo>
                    <a:pt x="273" y="574"/>
                    <a:pt x="273" y="574"/>
                    <a:pt x="273" y="570"/>
                  </a:cubicBezTo>
                  <a:cubicBezTo>
                    <a:pt x="272" y="563"/>
                    <a:pt x="246" y="560"/>
                    <a:pt x="229" y="560"/>
                  </a:cubicBezTo>
                  <a:cubicBezTo>
                    <a:pt x="222" y="561"/>
                    <a:pt x="218" y="561"/>
                    <a:pt x="217" y="561"/>
                  </a:cubicBezTo>
                  <a:cubicBezTo>
                    <a:pt x="215" y="561"/>
                    <a:pt x="219" y="560"/>
                    <a:pt x="228" y="557"/>
                  </a:cubicBezTo>
                  <a:cubicBezTo>
                    <a:pt x="237" y="555"/>
                    <a:pt x="237" y="553"/>
                    <a:pt x="236" y="551"/>
                  </a:cubicBezTo>
                  <a:lnTo>
                    <a:pt x="236" y="551"/>
                  </a:lnTo>
                  <a:cubicBezTo>
                    <a:pt x="235" y="551"/>
                    <a:pt x="234" y="551"/>
                    <a:pt x="233" y="551"/>
                  </a:cubicBezTo>
                  <a:cubicBezTo>
                    <a:pt x="231" y="551"/>
                    <a:pt x="233" y="550"/>
                    <a:pt x="235" y="550"/>
                  </a:cubicBezTo>
                  <a:cubicBezTo>
                    <a:pt x="235" y="550"/>
                    <a:pt x="236" y="550"/>
                    <a:pt x="236" y="551"/>
                  </a:cubicBezTo>
                  <a:cubicBezTo>
                    <a:pt x="238" y="550"/>
                    <a:pt x="239" y="550"/>
                    <a:pt x="240" y="550"/>
                  </a:cubicBezTo>
                  <a:cubicBezTo>
                    <a:pt x="245" y="550"/>
                    <a:pt x="245" y="552"/>
                    <a:pt x="245" y="554"/>
                  </a:cubicBezTo>
                  <a:lnTo>
                    <a:pt x="254" y="553"/>
                  </a:lnTo>
                  <a:cubicBezTo>
                    <a:pt x="271" y="548"/>
                    <a:pt x="270" y="546"/>
                    <a:pt x="253" y="546"/>
                  </a:cubicBezTo>
                  <a:cubicBezTo>
                    <a:pt x="244" y="545"/>
                    <a:pt x="244" y="545"/>
                    <a:pt x="253" y="542"/>
                  </a:cubicBezTo>
                  <a:cubicBezTo>
                    <a:pt x="260" y="539"/>
                    <a:pt x="266" y="536"/>
                    <a:pt x="263" y="536"/>
                  </a:cubicBezTo>
                  <a:cubicBezTo>
                    <a:pt x="262" y="536"/>
                    <a:pt x="262" y="536"/>
                    <a:pt x="261" y="536"/>
                  </a:cubicBezTo>
                  <a:cubicBezTo>
                    <a:pt x="261" y="536"/>
                    <a:pt x="260" y="532"/>
                    <a:pt x="269" y="527"/>
                  </a:cubicBezTo>
                  <a:cubicBezTo>
                    <a:pt x="268" y="523"/>
                    <a:pt x="267" y="521"/>
                    <a:pt x="262" y="521"/>
                  </a:cubicBezTo>
                  <a:cubicBezTo>
                    <a:pt x="261" y="521"/>
                    <a:pt x="260" y="521"/>
                    <a:pt x="258" y="521"/>
                  </a:cubicBezTo>
                  <a:cubicBezTo>
                    <a:pt x="257" y="522"/>
                    <a:pt x="256" y="522"/>
                    <a:pt x="255" y="522"/>
                  </a:cubicBezTo>
                  <a:cubicBezTo>
                    <a:pt x="251" y="522"/>
                    <a:pt x="250" y="520"/>
                    <a:pt x="249" y="518"/>
                  </a:cubicBezTo>
                  <a:cubicBezTo>
                    <a:pt x="249" y="516"/>
                    <a:pt x="249" y="514"/>
                    <a:pt x="245" y="514"/>
                  </a:cubicBezTo>
                  <a:cubicBezTo>
                    <a:pt x="243" y="514"/>
                    <a:pt x="242" y="515"/>
                    <a:pt x="240" y="515"/>
                  </a:cubicBezTo>
                  <a:cubicBezTo>
                    <a:pt x="239" y="515"/>
                    <a:pt x="237" y="515"/>
                    <a:pt x="235" y="515"/>
                  </a:cubicBezTo>
                  <a:cubicBezTo>
                    <a:pt x="229" y="515"/>
                    <a:pt x="224" y="514"/>
                    <a:pt x="224" y="510"/>
                  </a:cubicBezTo>
                  <a:cubicBezTo>
                    <a:pt x="215" y="507"/>
                    <a:pt x="215" y="507"/>
                    <a:pt x="230" y="501"/>
                  </a:cubicBezTo>
                  <a:cubicBezTo>
                    <a:pt x="239" y="500"/>
                    <a:pt x="239" y="498"/>
                    <a:pt x="238" y="496"/>
                  </a:cubicBezTo>
                  <a:cubicBezTo>
                    <a:pt x="238" y="496"/>
                    <a:pt x="238" y="493"/>
                    <a:pt x="246" y="490"/>
                  </a:cubicBezTo>
                  <a:cubicBezTo>
                    <a:pt x="251" y="488"/>
                    <a:pt x="251" y="488"/>
                    <a:pt x="248" y="488"/>
                  </a:cubicBezTo>
                  <a:cubicBezTo>
                    <a:pt x="246" y="488"/>
                    <a:pt x="242" y="488"/>
                    <a:pt x="238" y="489"/>
                  </a:cubicBezTo>
                  <a:lnTo>
                    <a:pt x="221" y="491"/>
                  </a:lnTo>
                  <a:cubicBezTo>
                    <a:pt x="220" y="489"/>
                    <a:pt x="237" y="484"/>
                    <a:pt x="246" y="483"/>
                  </a:cubicBezTo>
                  <a:cubicBezTo>
                    <a:pt x="256" y="481"/>
                    <a:pt x="260" y="480"/>
                    <a:pt x="258" y="480"/>
                  </a:cubicBezTo>
                  <a:cubicBezTo>
                    <a:pt x="257" y="480"/>
                    <a:pt x="253" y="480"/>
                    <a:pt x="246" y="481"/>
                  </a:cubicBezTo>
                  <a:cubicBezTo>
                    <a:pt x="244" y="481"/>
                    <a:pt x="242" y="481"/>
                    <a:pt x="240" y="481"/>
                  </a:cubicBezTo>
                  <a:cubicBezTo>
                    <a:pt x="234" y="481"/>
                    <a:pt x="230" y="480"/>
                    <a:pt x="236" y="474"/>
                  </a:cubicBezTo>
                  <a:cubicBezTo>
                    <a:pt x="236" y="470"/>
                    <a:pt x="235" y="465"/>
                    <a:pt x="244" y="464"/>
                  </a:cubicBezTo>
                  <a:cubicBezTo>
                    <a:pt x="252" y="461"/>
                    <a:pt x="244" y="460"/>
                    <a:pt x="244" y="460"/>
                  </a:cubicBezTo>
                  <a:cubicBezTo>
                    <a:pt x="235" y="459"/>
                    <a:pt x="235" y="456"/>
                    <a:pt x="242" y="447"/>
                  </a:cubicBezTo>
                  <a:cubicBezTo>
                    <a:pt x="253" y="438"/>
                    <a:pt x="256" y="435"/>
                    <a:pt x="251" y="435"/>
                  </a:cubicBezTo>
                  <a:cubicBezTo>
                    <a:pt x="249" y="435"/>
                    <a:pt x="245" y="436"/>
                    <a:pt x="240" y="436"/>
                  </a:cubicBezTo>
                  <a:cubicBezTo>
                    <a:pt x="237" y="437"/>
                    <a:pt x="233" y="437"/>
                    <a:pt x="232" y="437"/>
                  </a:cubicBezTo>
                  <a:cubicBezTo>
                    <a:pt x="230" y="437"/>
                    <a:pt x="231" y="436"/>
                    <a:pt x="240" y="434"/>
                  </a:cubicBezTo>
                  <a:cubicBezTo>
                    <a:pt x="248" y="431"/>
                    <a:pt x="240" y="429"/>
                    <a:pt x="232" y="426"/>
                  </a:cubicBezTo>
                  <a:cubicBezTo>
                    <a:pt x="228" y="426"/>
                    <a:pt x="224" y="426"/>
                    <a:pt x="221" y="426"/>
                  </a:cubicBezTo>
                  <a:cubicBezTo>
                    <a:pt x="213" y="426"/>
                    <a:pt x="205" y="426"/>
                    <a:pt x="197" y="427"/>
                  </a:cubicBezTo>
                  <a:cubicBezTo>
                    <a:pt x="190" y="428"/>
                    <a:pt x="186" y="429"/>
                    <a:pt x="184" y="429"/>
                  </a:cubicBezTo>
                  <a:cubicBezTo>
                    <a:pt x="181" y="429"/>
                    <a:pt x="183" y="427"/>
                    <a:pt x="188" y="424"/>
                  </a:cubicBezTo>
                  <a:cubicBezTo>
                    <a:pt x="188" y="422"/>
                    <a:pt x="196" y="418"/>
                    <a:pt x="205" y="417"/>
                  </a:cubicBezTo>
                  <a:cubicBezTo>
                    <a:pt x="206" y="417"/>
                    <a:pt x="207" y="417"/>
                    <a:pt x="209" y="417"/>
                  </a:cubicBezTo>
                  <a:cubicBezTo>
                    <a:pt x="213" y="417"/>
                    <a:pt x="214" y="418"/>
                    <a:pt x="214" y="418"/>
                  </a:cubicBezTo>
                  <a:lnTo>
                    <a:pt x="214" y="420"/>
                  </a:lnTo>
                  <a:cubicBezTo>
                    <a:pt x="221" y="419"/>
                    <a:pt x="230" y="418"/>
                    <a:pt x="229" y="414"/>
                  </a:cubicBezTo>
                  <a:cubicBezTo>
                    <a:pt x="237" y="411"/>
                    <a:pt x="238" y="409"/>
                    <a:pt x="233" y="409"/>
                  </a:cubicBezTo>
                  <a:cubicBezTo>
                    <a:pt x="232" y="409"/>
                    <a:pt x="231" y="409"/>
                    <a:pt x="229" y="409"/>
                  </a:cubicBezTo>
                  <a:cubicBezTo>
                    <a:pt x="235" y="408"/>
                    <a:pt x="238" y="401"/>
                    <a:pt x="236" y="396"/>
                  </a:cubicBezTo>
                  <a:cubicBezTo>
                    <a:pt x="235" y="390"/>
                    <a:pt x="237" y="383"/>
                    <a:pt x="244" y="381"/>
                  </a:cubicBezTo>
                  <a:cubicBezTo>
                    <a:pt x="243" y="378"/>
                    <a:pt x="243" y="375"/>
                    <a:pt x="238" y="375"/>
                  </a:cubicBezTo>
                  <a:cubicBezTo>
                    <a:pt x="237" y="375"/>
                    <a:pt x="235" y="375"/>
                    <a:pt x="234" y="376"/>
                  </a:cubicBezTo>
                  <a:cubicBezTo>
                    <a:pt x="229" y="376"/>
                    <a:pt x="225" y="377"/>
                    <a:pt x="223" y="377"/>
                  </a:cubicBezTo>
                  <a:cubicBezTo>
                    <a:pt x="218" y="377"/>
                    <a:pt x="220" y="375"/>
                    <a:pt x="226" y="375"/>
                  </a:cubicBezTo>
                  <a:cubicBezTo>
                    <a:pt x="242" y="369"/>
                    <a:pt x="247" y="337"/>
                    <a:pt x="230" y="337"/>
                  </a:cubicBezTo>
                  <a:lnTo>
                    <a:pt x="229" y="333"/>
                  </a:lnTo>
                  <a:cubicBezTo>
                    <a:pt x="238" y="327"/>
                    <a:pt x="236" y="313"/>
                    <a:pt x="228" y="312"/>
                  </a:cubicBezTo>
                  <a:cubicBezTo>
                    <a:pt x="228" y="312"/>
                    <a:pt x="227" y="309"/>
                    <a:pt x="227" y="305"/>
                  </a:cubicBezTo>
                  <a:cubicBezTo>
                    <a:pt x="235" y="299"/>
                    <a:pt x="235" y="297"/>
                    <a:pt x="226" y="296"/>
                  </a:cubicBezTo>
                  <a:cubicBezTo>
                    <a:pt x="217" y="294"/>
                    <a:pt x="209" y="295"/>
                    <a:pt x="217" y="294"/>
                  </a:cubicBezTo>
                  <a:cubicBezTo>
                    <a:pt x="226" y="293"/>
                    <a:pt x="225" y="288"/>
                    <a:pt x="225" y="279"/>
                  </a:cubicBezTo>
                  <a:cubicBezTo>
                    <a:pt x="224" y="274"/>
                    <a:pt x="224" y="271"/>
                    <a:pt x="222" y="271"/>
                  </a:cubicBezTo>
                  <a:cubicBezTo>
                    <a:pt x="220" y="271"/>
                    <a:pt x="218" y="272"/>
                    <a:pt x="215" y="274"/>
                  </a:cubicBezTo>
                  <a:cubicBezTo>
                    <a:pt x="206" y="265"/>
                    <a:pt x="214" y="263"/>
                    <a:pt x="223" y="262"/>
                  </a:cubicBezTo>
                  <a:cubicBezTo>
                    <a:pt x="224" y="262"/>
                    <a:pt x="225" y="262"/>
                    <a:pt x="227" y="262"/>
                  </a:cubicBezTo>
                  <a:cubicBezTo>
                    <a:pt x="238" y="262"/>
                    <a:pt x="237" y="259"/>
                    <a:pt x="220" y="259"/>
                  </a:cubicBezTo>
                  <a:cubicBezTo>
                    <a:pt x="218" y="259"/>
                    <a:pt x="216" y="259"/>
                    <a:pt x="214" y="259"/>
                  </a:cubicBezTo>
                  <a:cubicBezTo>
                    <a:pt x="197" y="259"/>
                    <a:pt x="196" y="254"/>
                    <a:pt x="205" y="253"/>
                  </a:cubicBezTo>
                  <a:cubicBezTo>
                    <a:pt x="206" y="253"/>
                    <a:pt x="207" y="253"/>
                    <a:pt x="208" y="253"/>
                  </a:cubicBezTo>
                  <a:cubicBezTo>
                    <a:pt x="213" y="253"/>
                    <a:pt x="214" y="255"/>
                    <a:pt x="214" y="257"/>
                  </a:cubicBezTo>
                  <a:lnTo>
                    <a:pt x="230" y="254"/>
                  </a:lnTo>
                  <a:cubicBezTo>
                    <a:pt x="230" y="252"/>
                    <a:pt x="230" y="252"/>
                    <a:pt x="221" y="251"/>
                  </a:cubicBezTo>
                  <a:cubicBezTo>
                    <a:pt x="221" y="251"/>
                    <a:pt x="221" y="249"/>
                    <a:pt x="212" y="248"/>
                  </a:cubicBezTo>
                  <a:cubicBezTo>
                    <a:pt x="209" y="247"/>
                    <a:pt x="206" y="247"/>
                    <a:pt x="203" y="247"/>
                  </a:cubicBezTo>
                  <a:cubicBezTo>
                    <a:pt x="197" y="247"/>
                    <a:pt x="192" y="248"/>
                    <a:pt x="187" y="250"/>
                  </a:cubicBezTo>
                  <a:cubicBezTo>
                    <a:pt x="184" y="251"/>
                    <a:pt x="182" y="252"/>
                    <a:pt x="181" y="252"/>
                  </a:cubicBezTo>
                  <a:cubicBezTo>
                    <a:pt x="179" y="252"/>
                    <a:pt x="179" y="250"/>
                    <a:pt x="179" y="249"/>
                  </a:cubicBezTo>
                  <a:cubicBezTo>
                    <a:pt x="184" y="245"/>
                    <a:pt x="191" y="243"/>
                    <a:pt x="199" y="243"/>
                  </a:cubicBezTo>
                  <a:cubicBezTo>
                    <a:pt x="200" y="243"/>
                    <a:pt x="202" y="243"/>
                    <a:pt x="203" y="243"/>
                  </a:cubicBezTo>
                  <a:cubicBezTo>
                    <a:pt x="203" y="245"/>
                    <a:pt x="207" y="245"/>
                    <a:pt x="211" y="245"/>
                  </a:cubicBezTo>
                  <a:cubicBezTo>
                    <a:pt x="214" y="245"/>
                    <a:pt x="217" y="245"/>
                    <a:pt x="220" y="244"/>
                  </a:cubicBezTo>
                  <a:cubicBezTo>
                    <a:pt x="229" y="243"/>
                    <a:pt x="211" y="233"/>
                    <a:pt x="193" y="233"/>
                  </a:cubicBezTo>
                  <a:lnTo>
                    <a:pt x="202" y="232"/>
                  </a:lnTo>
                  <a:cubicBezTo>
                    <a:pt x="210" y="231"/>
                    <a:pt x="210" y="226"/>
                    <a:pt x="210" y="222"/>
                  </a:cubicBezTo>
                  <a:cubicBezTo>
                    <a:pt x="209" y="217"/>
                    <a:pt x="209" y="215"/>
                    <a:pt x="205" y="215"/>
                  </a:cubicBezTo>
                  <a:cubicBezTo>
                    <a:pt x="204" y="215"/>
                    <a:pt x="203" y="215"/>
                    <a:pt x="201" y="215"/>
                  </a:cubicBezTo>
                  <a:cubicBezTo>
                    <a:pt x="196" y="216"/>
                    <a:pt x="191" y="217"/>
                    <a:pt x="187" y="217"/>
                  </a:cubicBezTo>
                  <a:cubicBezTo>
                    <a:pt x="185" y="217"/>
                    <a:pt x="183" y="216"/>
                    <a:pt x="183" y="215"/>
                  </a:cubicBezTo>
                  <a:cubicBezTo>
                    <a:pt x="183" y="217"/>
                    <a:pt x="175" y="219"/>
                    <a:pt x="166" y="220"/>
                  </a:cubicBezTo>
                  <a:cubicBezTo>
                    <a:pt x="172" y="216"/>
                    <a:pt x="178" y="213"/>
                    <a:pt x="183" y="211"/>
                  </a:cubicBezTo>
                  <a:cubicBezTo>
                    <a:pt x="199" y="204"/>
                    <a:pt x="208" y="198"/>
                    <a:pt x="207" y="188"/>
                  </a:cubicBezTo>
                  <a:cubicBezTo>
                    <a:pt x="205" y="183"/>
                    <a:pt x="208" y="176"/>
                    <a:pt x="214" y="174"/>
                  </a:cubicBezTo>
                  <a:cubicBezTo>
                    <a:pt x="214" y="170"/>
                    <a:pt x="214" y="168"/>
                    <a:pt x="208" y="168"/>
                  </a:cubicBezTo>
                  <a:cubicBezTo>
                    <a:pt x="207" y="168"/>
                    <a:pt x="206" y="168"/>
                    <a:pt x="205" y="168"/>
                  </a:cubicBezTo>
                  <a:lnTo>
                    <a:pt x="205" y="162"/>
                  </a:lnTo>
                  <a:cubicBezTo>
                    <a:pt x="212" y="159"/>
                    <a:pt x="212" y="156"/>
                    <a:pt x="206" y="156"/>
                  </a:cubicBezTo>
                  <a:cubicBezTo>
                    <a:pt x="205" y="156"/>
                    <a:pt x="204" y="156"/>
                    <a:pt x="203" y="156"/>
                  </a:cubicBezTo>
                  <a:cubicBezTo>
                    <a:pt x="194" y="155"/>
                    <a:pt x="203" y="151"/>
                    <a:pt x="202" y="149"/>
                  </a:cubicBezTo>
                  <a:cubicBezTo>
                    <a:pt x="211" y="146"/>
                    <a:pt x="215" y="144"/>
                    <a:pt x="214" y="144"/>
                  </a:cubicBezTo>
                  <a:cubicBezTo>
                    <a:pt x="212" y="144"/>
                    <a:pt x="206" y="145"/>
                    <a:pt x="194" y="148"/>
                  </a:cubicBezTo>
                  <a:cubicBezTo>
                    <a:pt x="186" y="149"/>
                    <a:pt x="178" y="155"/>
                    <a:pt x="178" y="157"/>
                  </a:cubicBezTo>
                  <a:lnTo>
                    <a:pt x="179" y="164"/>
                  </a:lnTo>
                  <a:lnTo>
                    <a:pt x="170" y="158"/>
                  </a:lnTo>
                  <a:cubicBezTo>
                    <a:pt x="169" y="155"/>
                    <a:pt x="163" y="152"/>
                    <a:pt x="155" y="152"/>
                  </a:cubicBezTo>
                  <a:cubicBezTo>
                    <a:pt x="154" y="152"/>
                    <a:pt x="153" y="152"/>
                    <a:pt x="152" y="152"/>
                  </a:cubicBezTo>
                  <a:cubicBezTo>
                    <a:pt x="152" y="152"/>
                    <a:pt x="150" y="153"/>
                    <a:pt x="147" y="153"/>
                  </a:cubicBezTo>
                  <a:cubicBezTo>
                    <a:pt x="145" y="153"/>
                    <a:pt x="143" y="152"/>
                    <a:pt x="143" y="151"/>
                  </a:cubicBezTo>
                  <a:lnTo>
                    <a:pt x="160" y="149"/>
                  </a:lnTo>
                  <a:cubicBezTo>
                    <a:pt x="163" y="149"/>
                    <a:pt x="167" y="150"/>
                    <a:pt x="171" y="150"/>
                  </a:cubicBezTo>
                  <a:cubicBezTo>
                    <a:pt x="176" y="150"/>
                    <a:pt x="181" y="149"/>
                    <a:pt x="186" y="148"/>
                  </a:cubicBezTo>
                  <a:cubicBezTo>
                    <a:pt x="201" y="145"/>
                    <a:pt x="208" y="137"/>
                    <a:pt x="198" y="137"/>
                  </a:cubicBezTo>
                  <a:cubicBezTo>
                    <a:pt x="197" y="137"/>
                    <a:pt x="195" y="138"/>
                    <a:pt x="193" y="138"/>
                  </a:cubicBezTo>
                  <a:cubicBezTo>
                    <a:pt x="193" y="136"/>
                    <a:pt x="193" y="136"/>
                    <a:pt x="201" y="132"/>
                  </a:cubicBezTo>
                  <a:cubicBezTo>
                    <a:pt x="209" y="131"/>
                    <a:pt x="209" y="129"/>
                    <a:pt x="192" y="129"/>
                  </a:cubicBezTo>
                  <a:cubicBezTo>
                    <a:pt x="175" y="128"/>
                    <a:pt x="175" y="125"/>
                    <a:pt x="191" y="122"/>
                  </a:cubicBezTo>
                  <a:cubicBezTo>
                    <a:pt x="207" y="116"/>
                    <a:pt x="207" y="106"/>
                    <a:pt x="200" y="106"/>
                  </a:cubicBezTo>
                  <a:cubicBezTo>
                    <a:pt x="200" y="106"/>
                    <a:pt x="199" y="106"/>
                    <a:pt x="199" y="106"/>
                  </a:cubicBezTo>
                  <a:cubicBezTo>
                    <a:pt x="197" y="107"/>
                    <a:pt x="195" y="107"/>
                    <a:pt x="193" y="107"/>
                  </a:cubicBezTo>
                  <a:cubicBezTo>
                    <a:pt x="182" y="107"/>
                    <a:pt x="182" y="101"/>
                    <a:pt x="190" y="99"/>
                  </a:cubicBezTo>
                  <a:cubicBezTo>
                    <a:pt x="198" y="95"/>
                    <a:pt x="198" y="93"/>
                    <a:pt x="189" y="91"/>
                  </a:cubicBezTo>
                  <a:cubicBezTo>
                    <a:pt x="197" y="90"/>
                    <a:pt x="206" y="86"/>
                    <a:pt x="197" y="85"/>
                  </a:cubicBezTo>
                  <a:cubicBezTo>
                    <a:pt x="197" y="85"/>
                    <a:pt x="197" y="84"/>
                    <a:pt x="195" y="84"/>
                  </a:cubicBezTo>
                  <a:cubicBezTo>
                    <a:pt x="194" y="84"/>
                    <a:pt x="192" y="85"/>
                    <a:pt x="189" y="86"/>
                  </a:cubicBezTo>
                  <a:lnTo>
                    <a:pt x="171" y="84"/>
                  </a:lnTo>
                  <a:cubicBezTo>
                    <a:pt x="171" y="86"/>
                    <a:pt x="163" y="87"/>
                    <a:pt x="154" y="88"/>
                  </a:cubicBezTo>
                  <a:cubicBezTo>
                    <a:pt x="146" y="88"/>
                    <a:pt x="154" y="78"/>
                    <a:pt x="179" y="71"/>
                  </a:cubicBezTo>
                  <a:lnTo>
                    <a:pt x="194" y="64"/>
                  </a:lnTo>
                  <a:lnTo>
                    <a:pt x="194" y="64"/>
                  </a:lnTo>
                  <a:lnTo>
                    <a:pt x="178" y="66"/>
                  </a:lnTo>
                  <a:cubicBezTo>
                    <a:pt x="178" y="64"/>
                    <a:pt x="178" y="62"/>
                    <a:pt x="187" y="60"/>
                  </a:cubicBezTo>
                  <a:cubicBezTo>
                    <a:pt x="194" y="59"/>
                    <a:pt x="194" y="59"/>
                    <a:pt x="194" y="57"/>
                  </a:cubicBezTo>
                  <a:cubicBezTo>
                    <a:pt x="194" y="57"/>
                    <a:pt x="194" y="56"/>
                    <a:pt x="190" y="56"/>
                  </a:cubicBezTo>
                  <a:cubicBezTo>
                    <a:pt x="189" y="56"/>
                    <a:pt x="187" y="56"/>
                    <a:pt x="186" y="56"/>
                  </a:cubicBezTo>
                  <a:cubicBezTo>
                    <a:pt x="178" y="57"/>
                    <a:pt x="174" y="57"/>
                    <a:pt x="172" y="57"/>
                  </a:cubicBezTo>
                  <a:cubicBezTo>
                    <a:pt x="170" y="57"/>
                    <a:pt x="172" y="57"/>
                    <a:pt x="177" y="55"/>
                  </a:cubicBezTo>
                  <a:cubicBezTo>
                    <a:pt x="193" y="50"/>
                    <a:pt x="193" y="48"/>
                    <a:pt x="177" y="47"/>
                  </a:cubicBezTo>
                  <a:cubicBezTo>
                    <a:pt x="170" y="48"/>
                    <a:pt x="165" y="48"/>
                    <a:pt x="164" y="48"/>
                  </a:cubicBezTo>
                  <a:cubicBezTo>
                    <a:pt x="163" y="48"/>
                    <a:pt x="167" y="47"/>
                    <a:pt x="177" y="45"/>
                  </a:cubicBezTo>
                  <a:cubicBezTo>
                    <a:pt x="184" y="45"/>
                    <a:pt x="193" y="41"/>
                    <a:pt x="192" y="38"/>
                  </a:cubicBezTo>
                  <a:lnTo>
                    <a:pt x="192" y="38"/>
                  </a:lnTo>
                  <a:lnTo>
                    <a:pt x="184" y="39"/>
                  </a:lnTo>
                  <a:cubicBezTo>
                    <a:pt x="180" y="40"/>
                    <a:pt x="176" y="40"/>
                    <a:pt x="174" y="40"/>
                  </a:cubicBezTo>
                  <a:cubicBezTo>
                    <a:pt x="168" y="40"/>
                    <a:pt x="170" y="38"/>
                    <a:pt x="175" y="36"/>
                  </a:cubicBezTo>
                  <a:cubicBezTo>
                    <a:pt x="184" y="35"/>
                    <a:pt x="183" y="32"/>
                    <a:pt x="174" y="29"/>
                  </a:cubicBezTo>
                  <a:cubicBezTo>
                    <a:pt x="174" y="25"/>
                    <a:pt x="174" y="21"/>
                    <a:pt x="182" y="21"/>
                  </a:cubicBezTo>
                  <a:cubicBezTo>
                    <a:pt x="199" y="19"/>
                    <a:pt x="199" y="19"/>
                    <a:pt x="182" y="19"/>
                  </a:cubicBezTo>
                  <a:cubicBezTo>
                    <a:pt x="173" y="17"/>
                    <a:pt x="173" y="17"/>
                    <a:pt x="182" y="11"/>
                  </a:cubicBezTo>
                  <a:cubicBezTo>
                    <a:pt x="190" y="8"/>
                    <a:pt x="190" y="8"/>
                    <a:pt x="181" y="7"/>
                  </a:cubicBezTo>
                  <a:cubicBezTo>
                    <a:pt x="164" y="9"/>
                    <a:pt x="156" y="10"/>
                    <a:pt x="156" y="12"/>
                  </a:cubicBezTo>
                  <a:cubicBezTo>
                    <a:pt x="156" y="14"/>
                    <a:pt x="156" y="14"/>
                    <a:pt x="147" y="16"/>
                  </a:cubicBezTo>
                  <a:lnTo>
                    <a:pt x="147" y="10"/>
                  </a:lnTo>
                  <a:cubicBezTo>
                    <a:pt x="147" y="8"/>
                    <a:pt x="147" y="5"/>
                    <a:pt x="138" y="2"/>
                  </a:cubicBezTo>
                  <a:cubicBezTo>
                    <a:pt x="135" y="1"/>
                    <a:pt x="130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33"/>
            <p:cNvSpPr/>
            <p:nvPr/>
          </p:nvSpPr>
          <p:spPr>
            <a:xfrm>
              <a:off x="2899306" y="2717403"/>
              <a:ext cx="64231" cy="30467"/>
            </a:xfrm>
            <a:custGeom>
              <a:avLst/>
              <a:gdLst/>
              <a:ahLst/>
              <a:cxnLst/>
              <a:rect l="l" t="t" r="r" b="b"/>
              <a:pathLst>
                <a:path w="643" h="305" extrusionOk="0">
                  <a:moveTo>
                    <a:pt x="183" y="1"/>
                  </a:moveTo>
                  <a:cubicBezTo>
                    <a:pt x="183" y="1"/>
                    <a:pt x="183" y="2"/>
                    <a:pt x="183" y="9"/>
                  </a:cubicBezTo>
                  <a:lnTo>
                    <a:pt x="185" y="9"/>
                  </a:lnTo>
                  <a:cubicBezTo>
                    <a:pt x="185" y="1"/>
                    <a:pt x="185" y="1"/>
                    <a:pt x="184" y="1"/>
                  </a:cubicBezTo>
                  <a:cubicBezTo>
                    <a:pt x="183" y="1"/>
                    <a:pt x="183" y="1"/>
                    <a:pt x="183" y="1"/>
                  </a:cubicBezTo>
                  <a:close/>
                  <a:moveTo>
                    <a:pt x="29" y="40"/>
                  </a:moveTo>
                  <a:lnTo>
                    <a:pt x="29" y="49"/>
                  </a:lnTo>
                  <a:lnTo>
                    <a:pt x="30" y="49"/>
                  </a:lnTo>
                  <a:cubicBezTo>
                    <a:pt x="30" y="40"/>
                    <a:pt x="30" y="40"/>
                    <a:pt x="29" y="40"/>
                  </a:cubicBezTo>
                  <a:close/>
                  <a:moveTo>
                    <a:pt x="378" y="59"/>
                  </a:moveTo>
                  <a:cubicBezTo>
                    <a:pt x="379" y="59"/>
                    <a:pt x="379" y="63"/>
                    <a:pt x="379" y="63"/>
                  </a:cubicBezTo>
                  <a:cubicBezTo>
                    <a:pt x="378" y="63"/>
                    <a:pt x="378" y="62"/>
                    <a:pt x="378" y="59"/>
                  </a:cubicBezTo>
                  <a:close/>
                  <a:moveTo>
                    <a:pt x="408" y="60"/>
                  </a:moveTo>
                  <a:cubicBezTo>
                    <a:pt x="408" y="60"/>
                    <a:pt x="408" y="64"/>
                    <a:pt x="407" y="68"/>
                  </a:cubicBezTo>
                  <a:lnTo>
                    <a:pt x="407" y="68"/>
                  </a:lnTo>
                  <a:cubicBezTo>
                    <a:pt x="408" y="67"/>
                    <a:pt x="408" y="66"/>
                    <a:pt x="408" y="64"/>
                  </a:cubicBezTo>
                  <a:cubicBezTo>
                    <a:pt x="408" y="61"/>
                    <a:pt x="408" y="60"/>
                    <a:pt x="408" y="60"/>
                  </a:cubicBezTo>
                  <a:close/>
                  <a:moveTo>
                    <a:pt x="286" y="56"/>
                  </a:moveTo>
                  <a:cubicBezTo>
                    <a:pt x="286" y="62"/>
                    <a:pt x="286" y="67"/>
                    <a:pt x="285" y="73"/>
                  </a:cubicBezTo>
                  <a:lnTo>
                    <a:pt x="284" y="73"/>
                  </a:lnTo>
                  <a:cubicBezTo>
                    <a:pt x="284" y="65"/>
                    <a:pt x="285" y="56"/>
                    <a:pt x="285" y="56"/>
                  </a:cubicBezTo>
                  <a:close/>
                  <a:moveTo>
                    <a:pt x="167" y="58"/>
                  </a:moveTo>
                  <a:cubicBezTo>
                    <a:pt x="167" y="67"/>
                    <a:pt x="167" y="75"/>
                    <a:pt x="167" y="75"/>
                  </a:cubicBezTo>
                  <a:cubicBezTo>
                    <a:pt x="168" y="75"/>
                    <a:pt x="168" y="67"/>
                    <a:pt x="168" y="67"/>
                  </a:cubicBezTo>
                  <a:cubicBezTo>
                    <a:pt x="168" y="67"/>
                    <a:pt x="169" y="58"/>
                    <a:pt x="168" y="58"/>
                  </a:cubicBezTo>
                  <a:close/>
                  <a:moveTo>
                    <a:pt x="442" y="67"/>
                  </a:moveTo>
                  <a:cubicBezTo>
                    <a:pt x="442" y="67"/>
                    <a:pt x="442" y="67"/>
                    <a:pt x="442" y="76"/>
                  </a:cubicBezTo>
                  <a:cubicBezTo>
                    <a:pt x="442" y="76"/>
                    <a:pt x="442" y="85"/>
                    <a:pt x="441" y="85"/>
                  </a:cubicBezTo>
                  <a:lnTo>
                    <a:pt x="441" y="76"/>
                  </a:lnTo>
                  <a:cubicBezTo>
                    <a:pt x="441" y="67"/>
                    <a:pt x="442" y="67"/>
                    <a:pt x="442" y="67"/>
                  </a:cubicBezTo>
                  <a:close/>
                  <a:moveTo>
                    <a:pt x="159" y="83"/>
                  </a:moveTo>
                  <a:cubicBezTo>
                    <a:pt x="159" y="83"/>
                    <a:pt x="159" y="83"/>
                    <a:pt x="159" y="92"/>
                  </a:cubicBezTo>
                  <a:lnTo>
                    <a:pt x="158" y="91"/>
                  </a:lnTo>
                  <a:lnTo>
                    <a:pt x="158" y="83"/>
                  </a:lnTo>
                  <a:close/>
                  <a:moveTo>
                    <a:pt x="105" y="76"/>
                  </a:moveTo>
                  <a:lnTo>
                    <a:pt x="105" y="84"/>
                  </a:lnTo>
                  <a:lnTo>
                    <a:pt x="104" y="93"/>
                  </a:lnTo>
                  <a:lnTo>
                    <a:pt x="104" y="84"/>
                  </a:lnTo>
                  <a:cubicBezTo>
                    <a:pt x="104" y="76"/>
                    <a:pt x="105" y="76"/>
                    <a:pt x="105" y="76"/>
                  </a:cubicBezTo>
                  <a:close/>
                  <a:moveTo>
                    <a:pt x="127" y="64"/>
                  </a:moveTo>
                  <a:cubicBezTo>
                    <a:pt x="127" y="64"/>
                    <a:pt x="127" y="68"/>
                    <a:pt x="125" y="78"/>
                  </a:cubicBezTo>
                  <a:lnTo>
                    <a:pt x="123" y="95"/>
                  </a:lnTo>
                  <a:cubicBezTo>
                    <a:pt x="123" y="87"/>
                    <a:pt x="124" y="78"/>
                    <a:pt x="125" y="71"/>
                  </a:cubicBezTo>
                  <a:lnTo>
                    <a:pt x="125" y="70"/>
                  </a:lnTo>
                  <a:cubicBezTo>
                    <a:pt x="126" y="66"/>
                    <a:pt x="127" y="64"/>
                    <a:pt x="127" y="64"/>
                  </a:cubicBezTo>
                  <a:close/>
                  <a:moveTo>
                    <a:pt x="17" y="82"/>
                  </a:moveTo>
                  <a:cubicBezTo>
                    <a:pt x="18" y="82"/>
                    <a:pt x="18" y="82"/>
                    <a:pt x="18" y="91"/>
                  </a:cubicBezTo>
                  <a:cubicBezTo>
                    <a:pt x="18" y="91"/>
                    <a:pt x="17" y="99"/>
                    <a:pt x="15" y="99"/>
                  </a:cubicBezTo>
                  <a:lnTo>
                    <a:pt x="15" y="90"/>
                  </a:lnTo>
                  <a:cubicBezTo>
                    <a:pt x="15" y="82"/>
                    <a:pt x="17" y="82"/>
                    <a:pt x="17" y="82"/>
                  </a:cubicBezTo>
                  <a:close/>
                  <a:moveTo>
                    <a:pt x="153" y="79"/>
                  </a:moveTo>
                  <a:cubicBezTo>
                    <a:pt x="153" y="79"/>
                    <a:pt x="153" y="86"/>
                    <a:pt x="152" y="99"/>
                  </a:cubicBezTo>
                  <a:lnTo>
                    <a:pt x="150" y="99"/>
                  </a:lnTo>
                  <a:cubicBezTo>
                    <a:pt x="150" y="93"/>
                    <a:pt x="151" y="87"/>
                    <a:pt x="152" y="82"/>
                  </a:cubicBezTo>
                  <a:cubicBezTo>
                    <a:pt x="153" y="80"/>
                    <a:pt x="153" y="79"/>
                    <a:pt x="153" y="79"/>
                  </a:cubicBezTo>
                  <a:close/>
                  <a:moveTo>
                    <a:pt x="531" y="80"/>
                  </a:moveTo>
                  <a:cubicBezTo>
                    <a:pt x="533" y="80"/>
                    <a:pt x="533" y="80"/>
                    <a:pt x="533" y="87"/>
                  </a:cubicBezTo>
                  <a:cubicBezTo>
                    <a:pt x="533" y="93"/>
                    <a:pt x="531" y="100"/>
                    <a:pt x="530" y="104"/>
                  </a:cubicBezTo>
                  <a:cubicBezTo>
                    <a:pt x="529" y="96"/>
                    <a:pt x="530" y="87"/>
                    <a:pt x="531" y="80"/>
                  </a:cubicBezTo>
                  <a:close/>
                  <a:moveTo>
                    <a:pt x="198" y="91"/>
                  </a:moveTo>
                  <a:cubicBezTo>
                    <a:pt x="198" y="91"/>
                    <a:pt x="198" y="95"/>
                    <a:pt x="198" y="105"/>
                  </a:cubicBezTo>
                  <a:cubicBezTo>
                    <a:pt x="198" y="113"/>
                    <a:pt x="198" y="113"/>
                    <a:pt x="197" y="113"/>
                  </a:cubicBezTo>
                  <a:cubicBezTo>
                    <a:pt x="197" y="113"/>
                    <a:pt x="197" y="105"/>
                    <a:pt x="197" y="96"/>
                  </a:cubicBezTo>
                  <a:cubicBezTo>
                    <a:pt x="197" y="93"/>
                    <a:pt x="197" y="91"/>
                    <a:pt x="198" y="91"/>
                  </a:cubicBezTo>
                  <a:close/>
                  <a:moveTo>
                    <a:pt x="638" y="77"/>
                  </a:moveTo>
                  <a:cubicBezTo>
                    <a:pt x="639" y="77"/>
                    <a:pt x="639" y="89"/>
                    <a:pt x="637" y="101"/>
                  </a:cubicBezTo>
                  <a:cubicBezTo>
                    <a:pt x="636" y="109"/>
                    <a:pt x="635" y="114"/>
                    <a:pt x="635" y="114"/>
                  </a:cubicBezTo>
                  <a:cubicBezTo>
                    <a:pt x="635" y="114"/>
                    <a:pt x="635" y="109"/>
                    <a:pt x="636" y="101"/>
                  </a:cubicBezTo>
                  <a:cubicBezTo>
                    <a:pt x="636" y="95"/>
                    <a:pt x="636" y="90"/>
                    <a:pt x="637" y="84"/>
                  </a:cubicBezTo>
                  <a:cubicBezTo>
                    <a:pt x="638" y="79"/>
                    <a:pt x="638" y="77"/>
                    <a:pt x="638" y="77"/>
                  </a:cubicBezTo>
                  <a:close/>
                  <a:moveTo>
                    <a:pt x="204" y="98"/>
                  </a:moveTo>
                  <a:cubicBezTo>
                    <a:pt x="204" y="103"/>
                    <a:pt x="204" y="109"/>
                    <a:pt x="203" y="114"/>
                  </a:cubicBezTo>
                  <a:lnTo>
                    <a:pt x="202" y="105"/>
                  </a:lnTo>
                  <a:lnTo>
                    <a:pt x="203" y="98"/>
                  </a:lnTo>
                  <a:close/>
                  <a:moveTo>
                    <a:pt x="26" y="83"/>
                  </a:moveTo>
                  <a:cubicBezTo>
                    <a:pt x="26" y="83"/>
                    <a:pt x="27" y="83"/>
                    <a:pt x="27" y="92"/>
                  </a:cubicBezTo>
                  <a:lnTo>
                    <a:pt x="26" y="92"/>
                  </a:lnTo>
                  <a:cubicBezTo>
                    <a:pt x="26" y="89"/>
                    <a:pt x="25" y="88"/>
                    <a:pt x="25" y="88"/>
                  </a:cubicBezTo>
                  <a:lnTo>
                    <a:pt x="25" y="88"/>
                  </a:lnTo>
                  <a:cubicBezTo>
                    <a:pt x="25" y="88"/>
                    <a:pt x="25" y="94"/>
                    <a:pt x="26" y="100"/>
                  </a:cubicBezTo>
                  <a:lnTo>
                    <a:pt x="24" y="117"/>
                  </a:lnTo>
                  <a:cubicBezTo>
                    <a:pt x="23" y="111"/>
                    <a:pt x="23" y="105"/>
                    <a:pt x="23" y="100"/>
                  </a:cubicBezTo>
                  <a:cubicBezTo>
                    <a:pt x="23" y="83"/>
                    <a:pt x="23" y="83"/>
                    <a:pt x="26" y="83"/>
                  </a:cubicBezTo>
                  <a:close/>
                  <a:moveTo>
                    <a:pt x="302" y="114"/>
                  </a:moveTo>
                  <a:cubicBezTo>
                    <a:pt x="302" y="114"/>
                    <a:pt x="302" y="118"/>
                    <a:pt x="302" y="118"/>
                  </a:cubicBezTo>
                  <a:cubicBezTo>
                    <a:pt x="302" y="118"/>
                    <a:pt x="302" y="118"/>
                    <a:pt x="302" y="118"/>
                  </a:cubicBezTo>
                  <a:cubicBezTo>
                    <a:pt x="302" y="115"/>
                    <a:pt x="302" y="114"/>
                    <a:pt x="302" y="114"/>
                  </a:cubicBezTo>
                  <a:close/>
                  <a:moveTo>
                    <a:pt x="130" y="104"/>
                  </a:moveTo>
                  <a:lnTo>
                    <a:pt x="131" y="105"/>
                  </a:lnTo>
                  <a:cubicBezTo>
                    <a:pt x="131" y="111"/>
                    <a:pt x="130" y="117"/>
                    <a:pt x="129" y="122"/>
                  </a:cubicBezTo>
                  <a:cubicBezTo>
                    <a:pt x="129" y="113"/>
                    <a:pt x="130" y="104"/>
                    <a:pt x="130" y="104"/>
                  </a:cubicBezTo>
                  <a:close/>
                  <a:moveTo>
                    <a:pt x="475" y="107"/>
                  </a:moveTo>
                  <a:cubicBezTo>
                    <a:pt x="475" y="107"/>
                    <a:pt x="475" y="114"/>
                    <a:pt x="475" y="114"/>
                  </a:cubicBezTo>
                  <a:cubicBezTo>
                    <a:pt x="475" y="114"/>
                    <a:pt x="475" y="123"/>
                    <a:pt x="474" y="123"/>
                  </a:cubicBezTo>
                  <a:cubicBezTo>
                    <a:pt x="474" y="123"/>
                    <a:pt x="474" y="114"/>
                    <a:pt x="474" y="107"/>
                  </a:cubicBezTo>
                  <a:close/>
                  <a:moveTo>
                    <a:pt x="185" y="112"/>
                  </a:moveTo>
                  <a:cubicBezTo>
                    <a:pt x="185" y="112"/>
                    <a:pt x="185" y="120"/>
                    <a:pt x="185" y="120"/>
                  </a:cubicBezTo>
                  <a:cubicBezTo>
                    <a:pt x="185" y="123"/>
                    <a:pt x="185" y="124"/>
                    <a:pt x="185" y="124"/>
                  </a:cubicBezTo>
                  <a:cubicBezTo>
                    <a:pt x="184" y="124"/>
                    <a:pt x="184" y="120"/>
                    <a:pt x="184" y="120"/>
                  </a:cubicBezTo>
                  <a:cubicBezTo>
                    <a:pt x="183" y="112"/>
                    <a:pt x="183" y="112"/>
                    <a:pt x="185" y="112"/>
                  </a:cubicBezTo>
                  <a:close/>
                  <a:moveTo>
                    <a:pt x="294" y="109"/>
                  </a:moveTo>
                  <a:cubicBezTo>
                    <a:pt x="294" y="114"/>
                    <a:pt x="293" y="120"/>
                    <a:pt x="291" y="126"/>
                  </a:cubicBezTo>
                  <a:lnTo>
                    <a:pt x="291" y="117"/>
                  </a:lnTo>
                  <a:lnTo>
                    <a:pt x="293" y="109"/>
                  </a:lnTo>
                  <a:close/>
                  <a:moveTo>
                    <a:pt x="170" y="110"/>
                  </a:moveTo>
                  <a:cubicBezTo>
                    <a:pt x="171" y="110"/>
                    <a:pt x="171" y="110"/>
                    <a:pt x="171" y="119"/>
                  </a:cubicBezTo>
                  <a:cubicBezTo>
                    <a:pt x="171" y="119"/>
                    <a:pt x="171" y="127"/>
                    <a:pt x="170" y="127"/>
                  </a:cubicBezTo>
                  <a:cubicBezTo>
                    <a:pt x="169" y="124"/>
                    <a:pt x="169" y="121"/>
                    <a:pt x="169" y="119"/>
                  </a:cubicBezTo>
                  <a:cubicBezTo>
                    <a:pt x="169" y="110"/>
                    <a:pt x="170" y="110"/>
                    <a:pt x="170" y="110"/>
                  </a:cubicBezTo>
                  <a:close/>
                  <a:moveTo>
                    <a:pt x="108" y="90"/>
                  </a:moveTo>
                  <a:cubicBezTo>
                    <a:pt x="109" y="90"/>
                    <a:pt x="109" y="94"/>
                    <a:pt x="109" y="102"/>
                  </a:cubicBezTo>
                  <a:cubicBezTo>
                    <a:pt x="109" y="111"/>
                    <a:pt x="107" y="119"/>
                    <a:pt x="105" y="128"/>
                  </a:cubicBezTo>
                  <a:lnTo>
                    <a:pt x="104" y="127"/>
                  </a:lnTo>
                  <a:cubicBezTo>
                    <a:pt x="104" y="127"/>
                    <a:pt x="105" y="119"/>
                    <a:pt x="106" y="110"/>
                  </a:cubicBezTo>
                  <a:cubicBezTo>
                    <a:pt x="108" y="96"/>
                    <a:pt x="108" y="90"/>
                    <a:pt x="108" y="90"/>
                  </a:cubicBezTo>
                  <a:close/>
                  <a:moveTo>
                    <a:pt x="377" y="111"/>
                  </a:moveTo>
                  <a:cubicBezTo>
                    <a:pt x="377" y="117"/>
                    <a:pt x="377" y="122"/>
                    <a:pt x="376" y="128"/>
                  </a:cubicBezTo>
                  <a:lnTo>
                    <a:pt x="374" y="128"/>
                  </a:lnTo>
                  <a:cubicBezTo>
                    <a:pt x="374" y="119"/>
                    <a:pt x="376" y="111"/>
                    <a:pt x="376" y="111"/>
                  </a:cubicBezTo>
                  <a:close/>
                  <a:moveTo>
                    <a:pt x="454" y="114"/>
                  </a:moveTo>
                  <a:cubicBezTo>
                    <a:pt x="455" y="114"/>
                    <a:pt x="455" y="117"/>
                    <a:pt x="455" y="121"/>
                  </a:cubicBezTo>
                  <a:cubicBezTo>
                    <a:pt x="454" y="129"/>
                    <a:pt x="454" y="129"/>
                    <a:pt x="454" y="129"/>
                  </a:cubicBezTo>
                  <a:cubicBezTo>
                    <a:pt x="452" y="129"/>
                    <a:pt x="452" y="129"/>
                    <a:pt x="453" y="121"/>
                  </a:cubicBezTo>
                  <a:cubicBezTo>
                    <a:pt x="454" y="117"/>
                    <a:pt x="454" y="114"/>
                    <a:pt x="454" y="114"/>
                  </a:cubicBezTo>
                  <a:close/>
                  <a:moveTo>
                    <a:pt x="460" y="121"/>
                  </a:moveTo>
                  <a:cubicBezTo>
                    <a:pt x="460" y="121"/>
                    <a:pt x="460" y="121"/>
                    <a:pt x="460" y="130"/>
                  </a:cubicBezTo>
                  <a:lnTo>
                    <a:pt x="459" y="130"/>
                  </a:lnTo>
                  <a:lnTo>
                    <a:pt x="459" y="121"/>
                  </a:lnTo>
                  <a:close/>
                  <a:moveTo>
                    <a:pt x="505" y="107"/>
                  </a:moveTo>
                  <a:cubicBezTo>
                    <a:pt x="506" y="107"/>
                    <a:pt x="506" y="108"/>
                    <a:pt x="506" y="110"/>
                  </a:cubicBezTo>
                  <a:cubicBezTo>
                    <a:pt x="506" y="110"/>
                    <a:pt x="506" y="119"/>
                    <a:pt x="505" y="127"/>
                  </a:cubicBezTo>
                  <a:cubicBezTo>
                    <a:pt x="505" y="127"/>
                    <a:pt x="504" y="131"/>
                    <a:pt x="504" y="131"/>
                  </a:cubicBezTo>
                  <a:cubicBezTo>
                    <a:pt x="504" y="131"/>
                    <a:pt x="503" y="130"/>
                    <a:pt x="503" y="127"/>
                  </a:cubicBezTo>
                  <a:lnTo>
                    <a:pt x="503" y="119"/>
                  </a:lnTo>
                  <a:cubicBezTo>
                    <a:pt x="504" y="112"/>
                    <a:pt x="505" y="107"/>
                    <a:pt x="505" y="107"/>
                  </a:cubicBezTo>
                  <a:close/>
                  <a:moveTo>
                    <a:pt x="68" y="114"/>
                  </a:moveTo>
                  <a:cubicBezTo>
                    <a:pt x="68" y="120"/>
                    <a:pt x="68" y="126"/>
                    <a:pt x="66" y="131"/>
                  </a:cubicBezTo>
                  <a:lnTo>
                    <a:pt x="65" y="131"/>
                  </a:lnTo>
                  <a:cubicBezTo>
                    <a:pt x="65" y="124"/>
                    <a:pt x="66" y="119"/>
                    <a:pt x="68" y="114"/>
                  </a:cubicBezTo>
                  <a:close/>
                  <a:moveTo>
                    <a:pt x="466" y="122"/>
                  </a:moveTo>
                  <a:cubicBezTo>
                    <a:pt x="468" y="122"/>
                    <a:pt x="468" y="122"/>
                    <a:pt x="468" y="131"/>
                  </a:cubicBezTo>
                  <a:lnTo>
                    <a:pt x="466" y="131"/>
                  </a:lnTo>
                  <a:lnTo>
                    <a:pt x="466" y="122"/>
                  </a:lnTo>
                  <a:close/>
                  <a:moveTo>
                    <a:pt x="345" y="115"/>
                  </a:moveTo>
                  <a:cubicBezTo>
                    <a:pt x="346" y="115"/>
                    <a:pt x="346" y="115"/>
                    <a:pt x="346" y="124"/>
                  </a:cubicBezTo>
                  <a:cubicBezTo>
                    <a:pt x="345" y="132"/>
                    <a:pt x="344" y="132"/>
                    <a:pt x="343" y="132"/>
                  </a:cubicBezTo>
                  <a:cubicBezTo>
                    <a:pt x="343" y="127"/>
                    <a:pt x="343" y="121"/>
                    <a:pt x="345" y="115"/>
                  </a:cubicBezTo>
                  <a:close/>
                  <a:moveTo>
                    <a:pt x="252" y="120"/>
                  </a:moveTo>
                  <a:cubicBezTo>
                    <a:pt x="252" y="126"/>
                    <a:pt x="252" y="132"/>
                    <a:pt x="251" y="138"/>
                  </a:cubicBezTo>
                  <a:lnTo>
                    <a:pt x="250" y="129"/>
                  </a:lnTo>
                  <a:lnTo>
                    <a:pt x="251" y="120"/>
                  </a:lnTo>
                  <a:close/>
                  <a:moveTo>
                    <a:pt x="270" y="114"/>
                  </a:moveTo>
                  <a:cubicBezTo>
                    <a:pt x="270" y="114"/>
                    <a:pt x="270" y="114"/>
                    <a:pt x="270" y="122"/>
                  </a:cubicBezTo>
                  <a:cubicBezTo>
                    <a:pt x="270" y="131"/>
                    <a:pt x="269" y="140"/>
                    <a:pt x="269" y="140"/>
                  </a:cubicBezTo>
                  <a:cubicBezTo>
                    <a:pt x="268" y="140"/>
                    <a:pt x="269" y="123"/>
                    <a:pt x="270" y="114"/>
                  </a:cubicBezTo>
                  <a:close/>
                  <a:moveTo>
                    <a:pt x="144" y="132"/>
                  </a:moveTo>
                  <a:lnTo>
                    <a:pt x="144" y="141"/>
                  </a:lnTo>
                  <a:cubicBezTo>
                    <a:pt x="144" y="141"/>
                    <a:pt x="143" y="145"/>
                    <a:pt x="143" y="145"/>
                  </a:cubicBezTo>
                  <a:cubicBezTo>
                    <a:pt x="142" y="145"/>
                    <a:pt x="142" y="144"/>
                    <a:pt x="142" y="141"/>
                  </a:cubicBezTo>
                  <a:lnTo>
                    <a:pt x="142" y="140"/>
                  </a:lnTo>
                  <a:cubicBezTo>
                    <a:pt x="142" y="138"/>
                    <a:pt x="143" y="135"/>
                    <a:pt x="144" y="132"/>
                  </a:cubicBezTo>
                  <a:close/>
                  <a:moveTo>
                    <a:pt x="71" y="128"/>
                  </a:moveTo>
                  <a:cubicBezTo>
                    <a:pt x="70" y="128"/>
                    <a:pt x="69" y="134"/>
                    <a:pt x="69" y="140"/>
                  </a:cubicBezTo>
                  <a:cubicBezTo>
                    <a:pt x="68" y="148"/>
                    <a:pt x="69" y="148"/>
                    <a:pt x="70" y="149"/>
                  </a:cubicBezTo>
                  <a:cubicBezTo>
                    <a:pt x="72" y="149"/>
                    <a:pt x="73" y="140"/>
                    <a:pt x="73" y="140"/>
                  </a:cubicBezTo>
                  <a:cubicBezTo>
                    <a:pt x="73" y="132"/>
                    <a:pt x="73" y="132"/>
                    <a:pt x="72" y="131"/>
                  </a:cubicBezTo>
                  <a:cubicBezTo>
                    <a:pt x="71" y="129"/>
                    <a:pt x="71" y="128"/>
                    <a:pt x="71" y="128"/>
                  </a:cubicBezTo>
                  <a:close/>
                  <a:moveTo>
                    <a:pt x="639" y="153"/>
                  </a:moveTo>
                  <a:cubicBezTo>
                    <a:pt x="639" y="153"/>
                    <a:pt x="639" y="153"/>
                    <a:pt x="639" y="153"/>
                  </a:cubicBezTo>
                  <a:lnTo>
                    <a:pt x="639" y="153"/>
                  </a:lnTo>
                  <a:cubicBezTo>
                    <a:pt x="639" y="155"/>
                    <a:pt x="639" y="156"/>
                    <a:pt x="639" y="156"/>
                  </a:cubicBezTo>
                  <a:cubicBezTo>
                    <a:pt x="639" y="156"/>
                    <a:pt x="639" y="155"/>
                    <a:pt x="639" y="153"/>
                  </a:cubicBezTo>
                  <a:close/>
                  <a:moveTo>
                    <a:pt x="196" y="22"/>
                  </a:moveTo>
                  <a:cubicBezTo>
                    <a:pt x="195" y="22"/>
                    <a:pt x="195" y="26"/>
                    <a:pt x="195" y="36"/>
                  </a:cubicBezTo>
                  <a:cubicBezTo>
                    <a:pt x="195" y="50"/>
                    <a:pt x="195" y="53"/>
                    <a:pt x="194" y="53"/>
                  </a:cubicBezTo>
                  <a:cubicBezTo>
                    <a:pt x="194" y="53"/>
                    <a:pt x="193" y="53"/>
                    <a:pt x="193" y="53"/>
                  </a:cubicBezTo>
                  <a:cubicBezTo>
                    <a:pt x="193" y="53"/>
                    <a:pt x="192" y="53"/>
                    <a:pt x="192" y="45"/>
                  </a:cubicBezTo>
                  <a:cubicBezTo>
                    <a:pt x="193" y="36"/>
                    <a:pt x="193" y="36"/>
                    <a:pt x="190" y="36"/>
                  </a:cubicBezTo>
                  <a:cubicBezTo>
                    <a:pt x="187" y="49"/>
                    <a:pt x="184" y="64"/>
                    <a:pt x="184" y="77"/>
                  </a:cubicBezTo>
                  <a:cubicBezTo>
                    <a:pt x="183" y="86"/>
                    <a:pt x="183" y="90"/>
                    <a:pt x="183" y="90"/>
                  </a:cubicBezTo>
                  <a:cubicBezTo>
                    <a:pt x="183" y="90"/>
                    <a:pt x="183" y="86"/>
                    <a:pt x="183" y="77"/>
                  </a:cubicBezTo>
                  <a:cubicBezTo>
                    <a:pt x="184" y="70"/>
                    <a:pt x="183" y="68"/>
                    <a:pt x="181" y="68"/>
                  </a:cubicBezTo>
                  <a:cubicBezTo>
                    <a:pt x="183" y="61"/>
                    <a:pt x="183" y="61"/>
                    <a:pt x="184" y="61"/>
                  </a:cubicBezTo>
                  <a:lnTo>
                    <a:pt x="184" y="52"/>
                  </a:lnTo>
                  <a:cubicBezTo>
                    <a:pt x="184" y="43"/>
                    <a:pt x="184" y="39"/>
                    <a:pt x="183" y="39"/>
                  </a:cubicBezTo>
                  <a:cubicBezTo>
                    <a:pt x="183" y="39"/>
                    <a:pt x="183" y="43"/>
                    <a:pt x="181" y="52"/>
                  </a:cubicBezTo>
                  <a:cubicBezTo>
                    <a:pt x="181" y="56"/>
                    <a:pt x="181" y="58"/>
                    <a:pt x="181" y="58"/>
                  </a:cubicBezTo>
                  <a:cubicBezTo>
                    <a:pt x="180" y="58"/>
                    <a:pt x="180" y="56"/>
                    <a:pt x="180" y="52"/>
                  </a:cubicBezTo>
                  <a:cubicBezTo>
                    <a:pt x="180" y="45"/>
                    <a:pt x="180" y="39"/>
                    <a:pt x="179" y="39"/>
                  </a:cubicBezTo>
                  <a:cubicBezTo>
                    <a:pt x="179" y="39"/>
                    <a:pt x="179" y="40"/>
                    <a:pt x="179" y="43"/>
                  </a:cubicBezTo>
                  <a:cubicBezTo>
                    <a:pt x="179" y="43"/>
                    <a:pt x="178" y="43"/>
                    <a:pt x="177" y="34"/>
                  </a:cubicBezTo>
                  <a:cubicBezTo>
                    <a:pt x="176" y="34"/>
                    <a:pt x="175" y="34"/>
                    <a:pt x="175" y="43"/>
                  </a:cubicBezTo>
                  <a:cubicBezTo>
                    <a:pt x="175" y="50"/>
                    <a:pt x="174" y="50"/>
                    <a:pt x="173" y="50"/>
                  </a:cubicBezTo>
                  <a:cubicBezTo>
                    <a:pt x="173" y="50"/>
                    <a:pt x="171" y="50"/>
                    <a:pt x="171" y="59"/>
                  </a:cubicBezTo>
                  <a:cubicBezTo>
                    <a:pt x="170" y="67"/>
                    <a:pt x="169" y="75"/>
                    <a:pt x="168" y="75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7" y="79"/>
                    <a:pt x="167" y="81"/>
                    <a:pt x="166" y="81"/>
                  </a:cubicBezTo>
                  <a:cubicBezTo>
                    <a:pt x="166" y="81"/>
                    <a:pt x="166" y="77"/>
                    <a:pt x="166" y="67"/>
                  </a:cubicBezTo>
                  <a:cubicBezTo>
                    <a:pt x="167" y="58"/>
                    <a:pt x="166" y="58"/>
                    <a:pt x="165" y="58"/>
                  </a:cubicBezTo>
                  <a:cubicBezTo>
                    <a:pt x="165" y="58"/>
                    <a:pt x="165" y="58"/>
                    <a:pt x="164" y="49"/>
                  </a:cubicBezTo>
                  <a:cubicBezTo>
                    <a:pt x="164" y="47"/>
                    <a:pt x="164" y="46"/>
                    <a:pt x="164" y="46"/>
                  </a:cubicBezTo>
                  <a:cubicBezTo>
                    <a:pt x="163" y="46"/>
                    <a:pt x="163" y="52"/>
                    <a:pt x="162" y="58"/>
                  </a:cubicBezTo>
                  <a:lnTo>
                    <a:pt x="162" y="75"/>
                  </a:lnTo>
                  <a:cubicBezTo>
                    <a:pt x="161" y="66"/>
                    <a:pt x="161" y="57"/>
                    <a:pt x="161" y="49"/>
                  </a:cubicBezTo>
                  <a:cubicBezTo>
                    <a:pt x="161" y="55"/>
                    <a:pt x="160" y="61"/>
                    <a:pt x="159" y="61"/>
                  </a:cubicBezTo>
                  <a:cubicBezTo>
                    <a:pt x="159" y="61"/>
                    <a:pt x="158" y="60"/>
                    <a:pt x="158" y="57"/>
                  </a:cubicBezTo>
                  <a:cubicBezTo>
                    <a:pt x="157" y="57"/>
                    <a:pt x="156" y="57"/>
                    <a:pt x="156" y="48"/>
                  </a:cubicBezTo>
                  <a:cubicBezTo>
                    <a:pt x="156" y="45"/>
                    <a:pt x="156" y="44"/>
                    <a:pt x="155" y="44"/>
                  </a:cubicBezTo>
                  <a:cubicBezTo>
                    <a:pt x="155" y="44"/>
                    <a:pt x="155" y="48"/>
                    <a:pt x="155" y="48"/>
                  </a:cubicBezTo>
                  <a:cubicBezTo>
                    <a:pt x="154" y="52"/>
                    <a:pt x="153" y="54"/>
                    <a:pt x="153" y="54"/>
                  </a:cubicBezTo>
                  <a:cubicBezTo>
                    <a:pt x="152" y="54"/>
                    <a:pt x="151" y="52"/>
                    <a:pt x="150" y="48"/>
                  </a:cubicBezTo>
                  <a:cubicBezTo>
                    <a:pt x="149" y="39"/>
                    <a:pt x="148" y="35"/>
                    <a:pt x="148" y="35"/>
                  </a:cubicBezTo>
                  <a:cubicBezTo>
                    <a:pt x="148" y="35"/>
                    <a:pt x="147" y="39"/>
                    <a:pt x="147" y="47"/>
                  </a:cubicBezTo>
                  <a:cubicBezTo>
                    <a:pt x="147" y="52"/>
                    <a:pt x="146" y="57"/>
                    <a:pt x="146" y="57"/>
                  </a:cubicBezTo>
                  <a:cubicBezTo>
                    <a:pt x="146" y="57"/>
                    <a:pt x="146" y="54"/>
                    <a:pt x="146" y="47"/>
                  </a:cubicBezTo>
                  <a:cubicBezTo>
                    <a:pt x="146" y="44"/>
                    <a:pt x="145" y="43"/>
                    <a:pt x="145" y="43"/>
                  </a:cubicBezTo>
                  <a:cubicBezTo>
                    <a:pt x="145" y="43"/>
                    <a:pt x="144" y="49"/>
                    <a:pt x="142" y="55"/>
                  </a:cubicBezTo>
                  <a:lnTo>
                    <a:pt x="142" y="47"/>
                  </a:lnTo>
                  <a:cubicBezTo>
                    <a:pt x="142" y="53"/>
                    <a:pt x="142" y="59"/>
                    <a:pt x="142" y="59"/>
                  </a:cubicBezTo>
                  <a:cubicBezTo>
                    <a:pt x="142" y="59"/>
                    <a:pt x="142" y="58"/>
                    <a:pt x="142" y="55"/>
                  </a:cubicBezTo>
                  <a:lnTo>
                    <a:pt x="142" y="55"/>
                  </a:lnTo>
                  <a:cubicBezTo>
                    <a:pt x="141" y="64"/>
                    <a:pt x="141" y="81"/>
                    <a:pt x="140" y="90"/>
                  </a:cubicBezTo>
                  <a:cubicBezTo>
                    <a:pt x="140" y="99"/>
                    <a:pt x="140" y="104"/>
                    <a:pt x="140" y="104"/>
                  </a:cubicBezTo>
                  <a:cubicBezTo>
                    <a:pt x="140" y="104"/>
                    <a:pt x="139" y="101"/>
                    <a:pt x="139" y="98"/>
                  </a:cubicBezTo>
                  <a:cubicBezTo>
                    <a:pt x="138" y="92"/>
                    <a:pt x="137" y="86"/>
                    <a:pt x="138" y="81"/>
                  </a:cubicBezTo>
                  <a:cubicBezTo>
                    <a:pt x="138" y="72"/>
                    <a:pt x="139" y="72"/>
                    <a:pt x="139" y="72"/>
                  </a:cubicBezTo>
                  <a:lnTo>
                    <a:pt x="140" y="72"/>
                  </a:lnTo>
                  <a:cubicBezTo>
                    <a:pt x="140" y="64"/>
                    <a:pt x="140" y="55"/>
                    <a:pt x="139" y="55"/>
                  </a:cubicBezTo>
                  <a:cubicBezTo>
                    <a:pt x="139" y="50"/>
                    <a:pt x="139" y="48"/>
                    <a:pt x="138" y="48"/>
                  </a:cubicBezTo>
                  <a:cubicBezTo>
                    <a:pt x="138" y="48"/>
                    <a:pt x="138" y="50"/>
                    <a:pt x="138" y="55"/>
                  </a:cubicBezTo>
                  <a:cubicBezTo>
                    <a:pt x="137" y="46"/>
                    <a:pt x="135" y="46"/>
                    <a:pt x="134" y="46"/>
                  </a:cubicBezTo>
                  <a:cubicBezTo>
                    <a:pt x="132" y="46"/>
                    <a:pt x="130" y="45"/>
                    <a:pt x="130" y="37"/>
                  </a:cubicBezTo>
                  <a:cubicBezTo>
                    <a:pt x="130" y="37"/>
                    <a:pt x="129" y="36"/>
                    <a:pt x="129" y="36"/>
                  </a:cubicBezTo>
                  <a:cubicBezTo>
                    <a:pt x="128" y="36"/>
                    <a:pt x="128" y="38"/>
                    <a:pt x="128" y="45"/>
                  </a:cubicBezTo>
                  <a:cubicBezTo>
                    <a:pt x="127" y="55"/>
                    <a:pt x="126" y="59"/>
                    <a:pt x="126" y="59"/>
                  </a:cubicBezTo>
                  <a:cubicBezTo>
                    <a:pt x="126" y="59"/>
                    <a:pt x="126" y="56"/>
                    <a:pt x="127" y="53"/>
                  </a:cubicBezTo>
                  <a:cubicBezTo>
                    <a:pt x="127" y="42"/>
                    <a:pt x="123" y="34"/>
                    <a:pt x="119" y="34"/>
                  </a:cubicBezTo>
                  <a:cubicBezTo>
                    <a:pt x="117" y="34"/>
                    <a:pt x="116" y="37"/>
                    <a:pt x="115" y="44"/>
                  </a:cubicBezTo>
                  <a:lnTo>
                    <a:pt x="114" y="43"/>
                  </a:lnTo>
                  <a:cubicBezTo>
                    <a:pt x="114" y="39"/>
                    <a:pt x="112" y="36"/>
                    <a:pt x="111" y="36"/>
                  </a:cubicBezTo>
                  <a:cubicBezTo>
                    <a:pt x="109" y="36"/>
                    <a:pt x="108" y="38"/>
                    <a:pt x="107" y="43"/>
                  </a:cubicBezTo>
                  <a:lnTo>
                    <a:pt x="105" y="41"/>
                  </a:lnTo>
                  <a:cubicBezTo>
                    <a:pt x="105" y="37"/>
                    <a:pt x="104" y="35"/>
                    <a:pt x="103" y="35"/>
                  </a:cubicBezTo>
                  <a:cubicBezTo>
                    <a:pt x="103" y="35"/>
                    <a:pt x="102" y="37"/>
                    <a:pt x="102" y="41"/>
                  </a:cubicBezTo>
                  <a:cubicBezTo>
                    <a:pt x="101" y="47"/>
                    <a:pt x="101" y="53"/>
                    <a:pt x="101" y="53"/>
                  </a:cubicBezTo>
                  <a:cubicBezTo>
                    <a:pt x="101" y="53"/>
                    <a:pt x="101" y="52"/>
                    <a:pt x="101" y="49"/>
                  </a:cubicBezTo>
                  <a:cubicBezTo>
                    <a:pt x="101" y="41"/>
                    <a:pt x="100" y="41"/>
                    <a:pt x="96" y="40"/>
                  </a:cubicBezTo>
                  <a:cubicBezTo>
                    <a:pt x="93" y="40"/>
                    <a:pt x="94" y="40"/>
                    <a:pt x="94" y="49"/>
                  </a:cubicBezTo>
                  <a:cubicBezTo>
                    <a:pt x="93" y="51"/>
                    <a:pt x="92" y="52"/>
                    <a:pt x="92" y="52"/>
                  </a:cubicBezTo>
                  <a:cubicBezTo>
                    <a:pt x="91" y="52"/>
                    <a:pt x="91" y="46"/>
                    <a:pt x="92" y="40"/>
                  </a:cubicBezTo>
                  <a:cubicBezTo>
                    <a:pt x="92" y="33"/>
                    <a:pt x="92" y="29"/>
                    <a:pt x="92" y="29"/>
                  </a:cubicBezTo>
                  <a:lnTo>
                    <a:pt x="92" y="29"/>
                  </a:lnTo>
                  <a:cubicBezTo>
                    <a:pt x="92" y="29"/>
                    <a:pt x="91" y="35"/>
                    <a:pt x="89" y="48"/>
                  </a:cubicBezTo>
                  <a:cubicBezTo>
                    <a:pt x="89" y="58"/>
                    <a:pt x="88" y="62"/>
                    <a:pt x="87" y="62"/>
                  </a:cubicBezTo>
                  <a:cubicBezTo>
                    <a:pt x="87" y="62"/>
                    <a:pt x="87" y="60"/>
                    <a:pt x="87" y="57"/>
                  </a:cubicBezTo>
                  <a:cubicBezTo>
                    <a:pt x="87" y="48"/>
                    <a:pt x="88" y="48"/>
                    <a:pt x="88" y="48"/>
                  </a:cubicBezTo>
                  <a:cubicBezTo>
                    <a:pt x="88" y="48"/>
                    <a:pt x="89" y="40"/>
                    <a:pt x="89" y="31"/>
                  </a:cubicBezTo>
                  <a:cubicBezTo>
                    <a:pt x="88" y="31"/>
                    <a:pt x="88" y="31"/>
                    <a:pt x="87" y="39"/>
                  </a:cubicBezTo>
                  <a:cubicBezTo>
                    <a:pt x="87" y="39"/>
                    <a:pt x="87" y="39"/>
                    <a:pt x="86" y="48"/>
                  </a:cubicBezTo>
                  <a:cubicBezTo>
                    <a:pt x="85" y="56"/>
                    <a:pt x="84" y="65"/>
                    <a:pt x="85" y="74"/>
                  </a:cubicBezTo>
                  <a:cubicBezTo>
                    <a:pt x="85" y="82"/>
                    <a:pt x="84" y="82"/>
                    <a:pt x="84" y="82"/>
                  </a:cubicBezTo>
                  <a:cubicBezTo>
                    <a:pt x="83" y="73"/>
                    <a:pt x="83" y="65"/>
                    <a:pt x="84" y="56"/>
                  </a:cubicBezTo>
                  <a:cubicBezTo>
                    <a:pt x="85" y="50"/>
                    <a:pt x="85" y="45"/>
                    <a:pt x="85" y="39"/>
                  </a:cubicBezTo>
                  <a:cubicBezTo>
                    <a:pt x="85" y="38"/>
                    <a:pt x="85" y="37"/>
                    <a:pt x="85" y="37"/>
                  </a:cubicBezTo>
                  <a:lnTo>
                    <a:pt x="85" y="37"/>
                  </a:lnTo>
                  <a:cubicBezTo>
                    <a:pt x="85" y="37"/>
                    <a:pt x="82" y="46"/>
                    <a:pt x="80" y="57"/>
                  </a:cubicBezTo>
                  <a:lnTo>
                    <a:pt x="80" y="57"/>
                  </a:lnTo>
                  <a:cubicBezTo>
                    <a:pt x="80" y="57"/>
                    <a:pt x="81" y="56"/>
                    <a:pt x="81" y="56"/>
                  </a:cubicBezTo>
                  <a:cubicBezTo>
                    <a:pt x="81" y="47"/>
                    <a:pt x="78" y="47"/>
                    <a:pt x="77" y="47"/>
                  </a:cubicBezTo>
                  <a:cubicBezTo>
                    <a:pt x="76" y="47"/>
                    <a:pt x="75" y="47"/>
                    <a:pt x="75" y="55"/>
                  </a:cubicBezTo>
                  <a:cubicBezTo>
                    <a:pt x="75" y="61"/>
                    <a:pt x="75" y="66"/>
                    <a:pt x="73" y="72"/>
                  </a:cubicBezTo>
                  <a:cubicBezTo>
                    <a:pt x="74" y="77"/>
                    <a:pt x="74" y="83"/>
                    <a:pt x="73" y="90"/>
                  </a:cubicBezTo>
                  <a:cubicBezTo>
                    <a:pt x="73" y="90"/>
                    <a:pt x="72" y="81"/>
                    <a:pt x="72" y="72"/>
                  </a:cubicBezTo>
                  <a:cubicBezTo>
                    <a:pt x="70" y="55"/>
                    <a:pt x="69" y="46"/>
                    <a:pt x="67" y="46"/>
                  </a:cubicBezTo>
                  <a:cubicBezTo>
                    <a:pt x="65" y="45"/>
                    <a:pt x="63" y="45"/>
                    <a:pt x="63" y="37"/>
                  </a:cubicBezTo>
                  <a:cubicBezTo>
                    <a:pt x="62" y="37"/>
                    <a:pt x="62" y="36"/>
                    <a:pt x="62" y="36"/>
                  </a:cubicBezTo>
                  <a:cubicBezTo>
                    <a:pt x="61" y="36"/>
                    <a:pt x="60" y="38"/>
                    <a:pt x="60" y="45"/>
                  </a:cubicBezTo>
                  <a:lnTo>
                    <a:pt x="58" y="45"/>
                  </a:lnTo>
                  <a:cubicBezTo>
                    <a:pt x="58" y="40"/>
                    <a:pt x="58" y="38"/>
                    <a:pt x="57" y="38"/>
                  </a:cubicBezTo>
                  <a:cubicBezTo>
                    <a:pt x="57" y="38"/>
                    <a:pt x="56" y="40"/>
                    <a:pt x="56" y="44"/>
                  </a:cubicBezTo>
                  <a:cubicBezTo>
                    <a:pt x="55" y="47"/>
                    <a:pt x="55" y="48"/>
                    <a:pt x="55" y="48"/>
                  </a:cubicBezTo>
                  <a:cubicBezTo>
                    <a:pt x="55" y="48"/>
                    <a:pt x="54" y="44"/>
                    <a:pt x="54" y="44"/>
                  </a:cubicBezTo>
                  <a:cubicBezTo>
                    <a:pt x="54" y="36"/>
                    <a:pt x="54" y="32"/>
                    <a:pt x="53" y="32"/>
                  </a:cubicBezTo>
                  <a:cubicBezTo>
                    <a:pt x="53" y="32"/>
                    <a:pt x="53" y="38"/>
                    <a:pt x="52" y="53"/>
                  </a:cubicBezTo>
                  <a:cubicBezTo>
                    <a:pt x="52" y="58"/>
                    <a:pt x="52" y="64"/>
                    <a:pt x="55" y="70"/>
                  </a:cubicBezTo>
                  <a:lnTo>
                    <a:pt x="57" y="70"/>
                  </a:lnTo>
                  <a:lnTo>
                    <a:pt x="54" y="78"/>
                  </a:lnTo>
                  <a:cubicBezTo>
                    <a:pt x="52" y="83"/>
                    <a:pt x="51" y="90"/>
                    <a:pt x="51" y="95"/>
                  </a:cubicBezTo>
                  <a:cubicBezTo>
                    <a:pt x="51" y="95"/>
                    <a:pt x="50" y="103"/>
                    <a:pt x="50" y="103"/>
                  </a:cubicBezTo>
                  <a:lnTo>
                    <a:pt x="50" y="86"/>
                  </a:lnTo>
                  <a:cubicBezTo>
                    <a:pt x="51" y="77"/>
                    <a:pt x="52" y="70"/>
                    <a:pt x="52" y="61"/>
                  </a:cubicBezTo>
                  <a:cubicBezTo>
                    <a:pt x="52" y="50"/>
                    <a:pt x="52" y="43"/>
                    <a:pt x="51" y="43"/>
                  </a:cubicBezTo>
                  <a:cubicBezTo>
                    <a:pt x="51" y="43"/>
                    <a:pt x="50" y="45"/>
                    <a:pt x="50" y="52"/>
                  </a:cubicBezTo>
                  <a:cubicBezTo>
                    <a:pt x="49" y="52"/>
                    <a:pt x="49" y="52"/>
                    <a:pt x="49" y="44"/>
                  </a:cubicBezTo>
                  <a:cubicBezTo>
                    <a:pt x="49" y="40"/>
                    <a:pt x="49" y="38"/>
                    <a:pt x="49" y="38"/>
                  </a:cubicBezTo>
                  <a:cubicBezTo>
                    <a:pt x="48" y="38"/>
                    <a:pt x="48" y="42"/>
                    <a:pt x="47" y="52"/>
                  </a:cubicBezTo>
                  <a:cubicBezTo>
                    <a:pt x="46" y="60"/>
                    <a:pt x="46" y="64"/>
                    <a:pt x="45" y="64"/>
                  </a:cubicBezTo>
                  <a:cubicBezTo>
                    <a:pt x="45" y="64"/>
                    <a:pt x="45" y="60"/>
                    <a:pt x="45" y="52"/>
                  </a:cubicBezTo>
                  <a:cubicBezTo>
                    <a:pt x="44" y="41"/>
                    <a:pt x="43" y="37"/>
                    <a:pt x="42" y="37"/>
                  </a:cubicBezTo>
                  <a:cubicBezTo>
                    <a:pt x="41" y="37"/>
                    <a:pt x="41" y="39"/>
                    <a:pt x="40" y="43"/>
                  </a:cubicBezTo>
                  <a:cubicBezTo>
                    <a:pt x="40" y="52"/>
                    <a:pt x="39" y="56"/>
                    <a:pt x="39" y="56"/>
                  </a:cubicBezTo>
                  <a:cubicBezTo>
                    <a:pt x="38" y="56"/>
                    <a:pt x="37" y="54"/>
                    <a:pt x="37" y="50"/>
                  </a:cubicBezTo>
                  <a:cubicBezTo>
                    <a:pt x="37" y="46"/>
                    <a:pt x="36" y="44"/>
                    <a:pt x="36" y="44"/>
                  </a:cubicBezTo>
                  <a:cubicBezTo>
                    <a:pt x="36" y="44"/>
                    <a:pt x="35" y="46"/>
                    <a:pt x="35" y="50"/>
                  </a:cubicBezTo>
                  <a:cubicBezTo>
                    <a:pt x="35" y="44"/>
                    <a:pt x="35" y="38"/>
                    <a:pt x="34" y="38"/>
                  </a:cubicBezTo>
                  <a:cubicBezTo>
                    <a:pt x="34" y="38"/>
                    <a:pt x="34" y="39"/>
                    <a:pt x="33" y="41"/>
                  </a:cubicBezTo>
                  <a:cubicBezTo>
                    <a:pt x="33" y="41"/>
                    <a:pt x="33" y="41"/>
                    <a:pt x="33" y="49"/>
                  </a:cubicBezTo>
                  <a:lnTo>
                    <a:pt x="31" y="66"/>
                  </a:lnTo>
                  <a:cubicBezTo>
                    <a:pt x="32" y="73"/>
                    <a:pt x="32" y="78"/>
                    <a:pt x="31" y="84"/>
                  </a:cubicBezTo>
                  <a:cubicBezTo>
                    <a:pt x="31" y="86"/>
                    <a:pt x="31" y="87"/>
                    <a:pt x="31" y="87"/>
                  </a:cubicBezTo>
                  <a:cubicBezTo>
                    <a:pt x="30" y="87"/>
                    <a:pt x="28" y="77"/>
                    <a:pt x="28" y="57"/>
                  </a:cubicBezTo>
                  <a:lnTo>
                    <a:pt x="27" y="40"/>
                  </a:lnTo>
                  <a:cubicBezTo>
                    <a:pt x="27" y="49"/>
                    <a:pt x="27" y="57"/>
                    <a:pt x="27" y="57"/>
                  </a:cubicBezTo>
                  <a:cubicBezTo>
                    <a:pt x="26" y="57"/>
                    <a:pt x="24" y="57"/>
                    <a:pt x="26" y="49"/>
                  </a:cubicBezTo>
                  <a:cubicBezTo>
                    <a:pt x="26" y="40"/>
                    <a:pt x="26" y="40"/>
                    <a:pt x="24" y="40"/>
                  </a:cubicBezTo>
                  <a:cubicBezTo>
                    <a:pt x="24" y="40"/>
                    <a:pt x="24" y="40"/>
                    <a:pt x="23" y="48"/>
                  </a:cubicBezTo>
                  <a:cubicBezTo>
                    <a:pt x="23" y="59"/>
                    <a:pt x="23" y="63"/>
                    <a:pt x="23" y="63"/>
                  </a:cubicBezTo>
                  <a:cubicBezTo>
                    <a:pt x="23" y="63"/>
                    <a:pt x="23" y="61"/>
                    <a:pt x="22" y="57"/>
                  </a:cubicBezTo>
                  <a:cubicBezTo>
                    <a:pt x="22" y="49"/>
                    <a:pt x="22" y="45"/>
                    <a:pt x="22" y="45"/>
                  </a:cubicBezTo>
                  <a:cubicBezTo>
                    <a:pt x="22" y="45"/>
                    <a:pt x="21" y="49"/>
                    <a:pt x="20" y="57"/>
                  </a:cubicBezTo>
                  <a:cubicBezTo>
                    <a:pt x="20" y="50"/>
                    <a:pt x="20" y="45"/>
                    <a:pt x="19" y="39"/>
                  </a:cubicBezTo>
                  <a:lnTo>
                    <a:pt x="19" y="48"/>
                  </a:lnTo>
                  <a:cubicBezTo>
                    <a:pt x="18" y="58"/>
                    <a:pt x="18" y="62"/>
                    <a:pt x="17" y="62"/>
                  </a:cubicBezTo>
                  <a:cubicBezTo>
                    <a:pt x="17" y="62"/>
                    <a:pt x="17" y="60"/>
                    <a:pt x="17" y="56"/>
                  </a:cubicBezTo>
                  <a:cubicBezTo>
                    <a:pt x="17" y="52"/>
                    <a:pt x="17" y="50"/>
                    <a:pt x="16" y="50"/>
                  </a:cubicBezTo>
                  <a:cubicBezTo>
                    <a:pt x="16" y="50"/>
                    <a:pt x="15" y="52"/>
                    <a:pt x="14" y="56"/>
                  </a:cubicBezTo>
                  <a:cubicBezTo>
                    <a:pt x="13" y="56"/>
                    <a:pt x="12" y="56"/>
                    <a:pt x="12" y="47"/>
                  </a:cubicBezTo>
                  <a:cubicBezTo>
                    <a:pt x="12" y="51"/>
                    <a:pt x="11" y="53"/>
                    <a:pt x="11" y="53"/>
                  </a:cubicBezTo>
                  <a:cubicBezTo>
                    <a:pt x="11" y="53"/>
                    <a:pt x="10" y="51"/>
                    <a:pt x="10" y="47"/>
                  </a:cubicBezTo>
                  <a:cubicBezTo>
                    <a:pt x="9" y="43"/>
                    <a:pt x="9" y="40"/>
                    <a:pt x="9" y="40"/>
                  </a:cubicBezTo>
                  <a:cubicBezTo>
                    <a:pt x="8" y="40"/>
                    <a:pt x="8" y="43"/>
                    <a:pt x="8" y="47"/>
                  </a:cubicBezTo>
                  <a:cubicBezTo>
                    <a:pt x="6" y="55"/>
                    <a:pt x="6" y="64"/>
                    <a:pt x="8" y="72"/>
                  </a:cubicBezTo>
                  <a:cubicBezTo>
                    <a:pt x="9" y="73"/>
                    <a:pt x="9" y="73"/>
                    <a:pt x="8" y="81"/>
                  </a:cubicBezTo>
                  <a:lnTo>
                    <a:pt x="6" y="81"/>
                  </a:lnTo>
                  <a:cubicBezTo>
                    <a:pt x="5" y="81"/>
                    <a:pt x="5" y="81"/>
                    <a:pt x="3" y="89"/>
                  </a:cubicBezTo>
                  <a:cubicBezTo>
                    <a:pt x="1" y="96"/>
                    <a:pt x="1" y="108"/>
                    <a:pt x="1" y="108"/>
                  </a:cubicBezTo>
                  <a:cubicBezTo>
                    <a:pt x="2" y="108"/>
                    <a:pt x="2" y="107"/>
                    <a:pt x="2" y="105"/>
                  </a:cubicBezTo>
                  <a:lnTo>
                    <a:pt x="3" y="114"/>
                  </a:lnTo>
                  <a:cubicBezTo>
                    <a:pt x="3" y="127"/>
                    <a:pt x="3" y="134"/>
                    <a:pt x="3" y="134"/>
                  </a:cubicBezTo>
                  <a:cubicBezTo>
                    <a:pt x="3" y="134"/>
                    <a:pt x="4" y="127"/>
                    <a:pt x="4" y="114"/>
                  </a:cubicBezTo>
                  <a:cubicBezTo>
                    <a:pt x="5" y="100"/>
                    <a:pt x="5" y="94"/>
                    <a:pt x="5" y="94"/>
                  </a:cubicBezTo>
                  <a:cubicBezTo>
                    <a:pt x="5" y="94"/>
                    <a:pt x="5" y="98"/>
                    <a:pt x="5" y="107"/>
                  </a:cubicBezTo>
                  <a:cubicBezTo>
                    <a:pt x="4" y="123"/>
                    <a:pt x="5" y="123"/>
                    <a:pt x="6" y="123"/>
                  </a:cubicBezTo>
                  <a:cubicBezTo>
                    <a:pt x="6" y="123"/>
                    <a:pt x="6" y="123"/>
                    <a:pt x="6" y="132"/>
                  </a:cubicBezTo>
                  <a:cubicBezTo>
                    <a:pt x="6" y="138"/>
                    <a:pt x="6" y="144"/>
                    <a:pt x="8" y="149"/>
                  </a:cubicBezTo>
                  <a:cubicBezTo>
                    <a:pt x="8" y="149"/>
                    <a:pt x="8" y="149"/>
                    <a:pt x="9" y="140"/>
                  </a:cubicBezTo>
                  <a:cubicBezTo>
                    <a:pt x="8" y="137"/>
                    <a:pt x="8" y="135"/>
                    <a:pt x="9" y="135"/>
                  </a:cubicBezTo>
                  <a:lnTo>
                    <a:pt x="9" y="135"/>
                  </a:lnTo>
                  <a:cubicBezTo>
                    <a:pt x="9" y="135"/>
                    <a:pt x="10" y="139"/>
                    <a:pt x="10" y="149"/>
                  </a:cubicBezTo>
                  <a:cubicBezTo>
                    <a:pt x="10" y="153"/>
                    <a:pt x="10" y="155"/>
                    <a:pt x="10" y="155"/>
                  </a:cubicBezTo>
                  <a:cubicBezTo>
                    <a:pt x="10" y="155"/>
                    <a:pt x="10" y="151"/>
                    <a:pt x="11" y="141"/>
                  </a:cubicBezTo>
                  <a:cubicBezTo>
                    <a:pt x="11" y="132"/>
                    <a:pt x="12" y="128"/>
                    <a:pt x="12" y="128"/>
                  </a:cubicBezTo>
                  <a:cubicBezTo>
                    <a:pt x="13" y="128"/>
                    <a:pt x="13" y="133"/>
                    <a:pt x="13" y="141"/>
                  </a:cubicBezTo>
                  <a:lnTo>
                    <a:pt x="14" y="141"/>
                  </a:lnTo>
                  <a:cubicBezTo>
                    <a:pt x="15" y="136"/>
                    <a:pt x="17" y="130"/>
                    <a:pt x="15" y="124"/>
                  </a:cubicBezTo>
                  <a:cubicBezTo>
                    <a:pt x="16" y="114"/>
                    <a:pt x="16" y="110"/>
                    <a:pt x="17" y="110"/>
                  </a:cubicBezTo>
                  <a:cubicBezTo>
                    <a:pt x="17" y="110"/>
                    <a:pt x="17" y="112"/>
                    <a:pt x="17" y="115"/>
                  </a:cubicBezTo>
                  <a:cubicBezTo>
                    <a:pt x="18" y="124"/>
                    <a:pt x="17" y="133"/>
                    <a:pt x="17" y="133"/>
                  </a:cubicBezTo>
                  <a:cubicBezTo>
                    <a:pt x="17" y="141"/>
                    <a:pt x="18" y="141"/>
                    <a:pt x="18" y="141"/>
                  </a:cubicBezTo>
                  <a:cubicBezTo>
                    <a:pt x="18" y="142"/>
                    <a:pt x="18" y="142"/>
                    <a:pt x="19" y="142"/>
                  </a:cubicBezTo>
                  <a:cubicBezTo>
                    <a:pt x="19" y="142"/>
                    <a:pt x="20" y="140"/>
                    <a:pt x="21" y="133"/>
                  </a:cubicBezTo>
                  <a:lnTo>
                    <a:pt x="21" y="133"/>
                  </a:lnTo>
                  <a:lnTo>
                    <a:pt x="20" y="142"/>
                  </a:lnTo>
                  <a:cubicBezTo>
                    <a:pt x="21" y="142"/>
                    <a:pt x="21" y="146"/>
                    <a:pt x="21" y="146"/>
                  </a:cubicBezTo>
                  <a:cubicBezTo>
                    <a:pt x="21" y="146"/>
                    <a:pt x="21" y="145"/>
                    <a:pt x="21" y="142"/>
                  </a:cubicBezTo>
                  <a:cubicBezTo>
                    <a:pt x="21" y="142"/>
                    <a:pt x="22" y="142"/>
                    <a:pt x="23" y="151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5" y="153"/>
                    <a:pt x="27" y="140"/>
                    <a:pt x="26" y="126"/>
                  </a:cubicBezTo>
                  <a:lnTo>
                    <a:pt x="27" y="126"/>
                  </a:lnTo>
                  <a:cubicBezTo>
                    <a:pt x="28" y="126"/>
                    <a:pt x="28" y="118"/>
                    <a:pt x="28" y="118"/>
                  </a:cubicBezTo>
                  <a:cubicBezTo>
                    <a:pt x="28" y="109"/>
                    <a:pt x="29" y="109"/>
                    <a:pt x="29" y="109"/>
                  </a:cubicBezTo>
                  <a:cubicBezTo>
                    <a:pt x="29" y="109"/>
                    <a:pt x="29" y="118"/>
                    <a:pt x="29" y="126"/>
                  </a:cubicBezTo>
                  <a:cubicBezTo>
                    <a:pt x="28" y="141"/>
                    <a:pt x="27" y="150"/>
                    <a:pt x="28" y="150"/>
                  </a:cubicBezTo>
                  <a:cubicBezTo>
                    <a:pt x="28" y="150"/>
                    <a:pt x="29" y="145"/>
                    <a:pt x="30" y="135"/>
                  </a:cubicBezTo>
                  <a:cubicBezTo>
                    <a:pt x="30" y="137"/>
                    <a:pt x="30" y="140"/>
                    <a:pt x="30" y="144"/>
                  </a:cubicBezTo>
                  <a:cubicBezTo>
                    <a:pt x="29" y="147"/>
                    <a:pt x="29" y="149"/>
                    <a:pt x="30" y="149"/>
                  </a:cubicBezTo>
                  <a:cubicBezTo>
                    <a:pt x="30" y="149"/>
                    <a:pt x="31" y="147"/>
                    <a:pt x="32" y="144"/>
                  </a:cubicBezTo>
                  <a:cubicBezTo>
                    <a:pt x="33" y="136"/>
                    <a:pt x="35" y="127"/>
                    <a:pt x="35" y="118"/>
                  </a:cubicBezTo>
                  <a:cubicBezTo>
                    <a:pt x="35" y="110"/>
                    <a:pt x="36" y="110"/>
                    <a:pt x="36" y="110"/>
                  </a:cubicBezTo>
                  <a:cubicBezTo>
                    <a:pt x="37" y="110"/>
                    <a:pt x="37" y="110"/>
                    <a:pt x="36" y="119"/>
                  </a:cubicBezTo>
                  <a:cubicBezTo>
                    <a:pt x="36" y="127"/>
                    <a:pt x="36" y="131"/>
                    <a:pt x="36" y="131"/>
                  </a:cubicBezTo>
                  <a:cubicBezTo>
                    <a:pt x="37" y="131"/>
                    <a:pt x="37" y="127"/>
                    <a:pt x="38" y="119"/>
                  </a:cubicBezTo>
                  <a:lnTo>
                    <a:pt x="38" y="127"/>
                  </a:lnTo>
                  <a:cubicBezTo>
                    <a:pt x="38" y="133"/>
                    <a:pt x="38" y="140"/>
                    <a:pt x="40" y="140"/>
                  </a:cubicBezTo>
                  <a:cubicBezTo>
                    <a:pt x="40" y="140"/>
                    <a:pt x="41" y="139"/>
                    <a:pt x="42" y="137"/>
                  </a:cubicBezTo>
                  <a:cubicBezTo>
                    <a:pt x="45" y="137"/>
                    <a:pt x="47" y="137"/>
                    <a:pt x="47" y="146"/>
                  </a:cubicBezTo>
                  <a:cubicBezTo>
                    <a:pt x="47" y="147"/>
                    <a:pt x="47" y="148"/>
                    <a:pt x="47" y="148"/>
                  </a:cubicBezTo>
                  <a:cubicBezTo>
                    <a:pt x="48" y="148"/>
                    <a:pt x="51" y="134"/>
                    <a:pt x="52" y="120"/>
                  </a:cubicBezTo>
                  <a:cubicBezTo>
                    <a:pt x="52" y="129"/>
                    <a:pt x="52" y="129"/>
                    <a:pt x="55" y="129"/>
                  </a:cubicBezTo>
                  <a:cubicBezTo>
                    <a:pt x="57" y="130"/>
                    <a:pt x="57" y="130"/>
                    <a:pt x="56" y="138"/>
                  </a:cubicBezTo>
                  <a:cubicBezTo>
                    <a:pt x="55" y="146"/>
                    <a:pt x="55" y="151"/>
                    <a:pt x="55" y="151"/>
                  </a:cubicBezTo>
                  <a:cubicBezTo>
                    <a:pt x="55" y="151"/>
                    <a:pt x="56" y="146"/>
                    <a:pt x="57" y="138"/>
                  </a:cubicBezTo>
                  <a:cubicBezTo>
                    <a:pt x="57" y="132"/>
                    <a:pt x="58" y="129"/>
                    <a:pt x="58" y="129"/>
                  </a:cubicBezTo>
                  <a:cubicBezTo>
                    <a:pt x="59" y="129"/>
                    <a:pt x="60" y="136"/>
                    <a:pt x="59" y="147"/>
                  </a:cubicBezTo>
                  <a:cubicBezTo>
                    <a:pt x="59" y="156"/>
                    <a:pt x="60" y="156"/>
                    <a:pt x="61" y="156"/>
                  </a:cubicBezTo>
                  <a:cubicBezTo>
                    <a:pt x="63" y="148"/>
                    <a:pt x="64" y="148"/>
                    <a:pt x="66" y="148"/>
                  </a:cubicBezTo>
                  <a:cubicBezTo>
                    <a:pt x="68" y="148"/>
                    <a:pt x="68" y="148"/>
                    <a:pt x="68" y="131"/>
                  </a:cubicBezTo>
                  <a:cubicBezTo>
                    <a:pt x="69" y="114"/>
                    <a:pt x="70" y="114"/>
                    <a:pt x="72" y="114"/>
                  </a:cubicBezTo>
                  <a:cubicBezTo>
                    <a:pt x="73" y="114"/>
                    <a:pt x="73" y="114"/>
                    <a:pt x="73" y="123"/>
                  </a:cubicBezTo>
                  <a:cubicBezTo>
                    <a:pt x="73" y="126"/>
                    <a:pt x="73" y="129"/>
                    <a:pt x="74" y="132"/>
                  </a:cubicBezTo>
                  <a:cubicBezTo>
                    <a:pt x="75" y="132"/>
                    <a:pt x="75" y="132"/>
                    <a:pt x="75" y="140"/>
                  </a:cubicBezTo>
                  <a:cubicBezTo>
                    <a:pt x="75" y="140"/>
                    <a:pt x="75" y="149"/>
                    <a:pt x="77" y="149"/>
                  </a:cubicBezTo>
                  <a:cubicBezTo>
                    <a:pt x="78" y="149"/>
                    <a:pt x="79" y="149"/>
                    <a:pt x="79" y="158"/>
                  </a:cubicBezTo>
                  <a:cubicBezTo>
                    <a:pt x="81" y="158"/>
                    <a:pt x="81" y="158"/>
                    <a:pt x="81" y="150"/>
                  </a:cubicBezTo>
                  <a:cubicBezTo>
                    <a:pt x="81" y="144"/>
                    <a:pt x="81" y="138"/>
                    <a:pt x="83" y="138"/>
                  </a:cubicBezTo>
                  <a:cubicBezTo>
                    <a:pt x="83" y="138"/>
                    <a:pt x="84" y="139"/>
                    <a:pt x="85" y="141"/>
                  </a:cubicBezTo>
                  <a:cubicBezTo>
                    <a:pt x="85" y="142"/>
                    <a:pt x="86" y="142"/>
                    <a:pt x="86" y="142"/>
                  </a:cubicBezTo>
                  <a:cubicBezTo>
                    <a:pt x="87" y="142"/>
                    <a:pt x="88" y="140"/>
                    <a:pt x="88" y="133"/>
                  </a:cubicBezTo>
                  <a:cubicBezTo>
                    <a:pt x="89" y="133"/>
                    <a:pt x="89" y="133"/>
                    <a:pt x="89" y="142"/>
                  </a:cubicBezTo>
                  <a:cubicBezTo>
                    <a:pt x="89" y="151"/>
                    <a:pt x="89" y="155"/>
                    <a:pt x="89" y="155"/>
                  </a:cubicBezTo>
                  <a:cubicBezTo>
                    <a:pt x="90" y="155"/>
                    <a:pt x="91" y="151"/>
                    <a:pt x="92" y="142"/>
                  </a:cubicBezTo>
                  <a:cubicBezTo>
                    <a:pt x="92" y="138"/>
                    <a:pt x="93" y="137"/>
                    <a:pt x="93" y="137"/>
                  </a:cubicBezTo>
                  <a:cubicBezTo>
                    <a:pt x="93" y="137"/>
                    <a:pt x="93" y="138"/>
                    <a:pt x="94" y="142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2"/>
                    <a:pt x="94" y="142"/>
                    <a:pt x="95" y="135"/>
                  </a:cubicBezTo>
                  <a:cubicBezTo>
                    <a:pt x="96" y="131"/>
                    <a:pt x="96" y="129"/>
                    <a:pt x="96" y="129"/>
                  </a:cubicBezTo>
                  <a:cubicBezTo>
                    <a:pt x="97" y="129"/>
                    <a:pt x="97" y="131"/>
                    <a:pt x="97" y="135"/>
                  </a:cubicBezTo>
                  <a:cubicBezTo>
                    <a:pt x="97" y="144"/>
                    <a:pt x="98" y="144"/>
                    <a:pt x="98" y="144"/>
                  </a:cubicBezTo>
                  <a:cubicBezTo>
                    <a:pt x="100" y="140"/>
                    <a:pt x="102" y="138"/>
                    <a:pt x="104" y="138"/>
                  </a:cubicBezTo>
                  <a:cubicBezTo>
                    <a:pt x="107" y="138"/>
                    <a:pt x="109" y="140"/>
                    <a:pt x="110" y="145"/>
                  </a:cubicBezTo>
                  <a:cubicBezTo>
                    <a:pt x="111" y="137"/>
                    <a:pt x="111" y="137"/>
                    <a:pt x="111" y="137"/>
                  </a:cubicBezTo>
                  <a:cubicBezTo>
                    <a:pt x="111" y="143"/>
                    <a:pt x="111" y="146"/>
                    <a:pt x="111" y="146"/>
                  </a:cubicBezTo>
                  <a:cubicBezTo>
                    <a:pt x="112" y="146"/>
                    <a:pt x="112" y="139"/>
                    <a:pt x="113" y="128"/>
                  </a:cubicBezTo>
                  <a:lnTo>
                    <a:pt x="112" y="128"/>
                  </a:lnTo>
                  <a:cubicBezTo>
                    <a:pt x="112" y="120"/>
                    <a:pt x="112" y="116"/>
                    <a:pt x="113" y="116"/>
                  </a:cubicBezTo>
                  <a:cubicBezTo>
                    <a:pt x="113" y="116"/>
                    <a:pt x="114" y="123"/>
                    <a:pt x="113" y="137"/>
                  </a:cubicBezTo>
                  <a:cubicBezTo>
                    <a:pt x="113" y="145"/>
                    <a:pt x="113" y="149"/>
                    <a:pt x="113" y="149"/>
                  </a:cubicBezTo>
                  <a:cubicBezTo>
                    <a:pt x="114" y="149"/>
                    <a:pt x="114" y="145"/>
                    <a:pt x="115" y="137"/>
                  </a:cubicBezTo>
                  <a:cubicBezTo>
                    <a:pt x="116" y="129"/>
                    <a:pt x="116" y="124"/>
                    <a:pt x="117" y="124"/>
                  </a:cubicBezTo>
                  <a:cubicBezTo>
                    <a:pt x="117" y="124"/>
                    <a:pt x="118" y="129"/>
                    <a:pt x="118" y="138"/>
                  </a:cubicBezTo>
                  <a:cubicBezTo>
                    <a:pt x="119" y="118"/>
                    <a:pt x="121" y="107"/>
                    <a:pt x="122" y="107"/>
                  </a:cubicBezTo>
                  <a:cubicBezTo>
                    <a:pt x="122" y="107"/>
                    <a:pt x="123" y="114"/>
                    <a:pt x="122" y="129"/>
                  </a:cubicBezTo>
                  <a:cubicBezTo>
                    <a:pt x="121" y="138"/>
                    <a:pt x="121" y="147"/>
                    <a:pt x="122" y="155"/>
                  </a:cubicBezTo>
                  <a:cubicBezTo>
                    <a:pt x="123" y="149"/>
                    <a:pt x="124" y="144"/>
                    <a:pt x="124" y="138"/>
                  </a:cubicBezTo>
                  <a:cubicBezTo>
                    <a:pt x="124" y="130"/>
                    <a:pt x="124" y="125"/>
                    <a:pt x="124" y="125"/>
                  </a:cubicBezTo>
                  <a:cubicBezTo>
                    <a:pt x="125" y="125"/>
                    <a:pt x="125" y="130"/>
                    <a:pt x="125" y="138"/>
                  </a:cubicBezTo>
                  <a:cubicBezTo>
                    <a:pt x="126" y="153"/>
                    <a:pt x="127" y="160"/>
                    <a:pt x="128" y="160"/>
                  </a:cubicBezTo>
                  <a:cubicBezTo>
                    <a:pt x="128" y="160"/>
                    <a:pt x="130" y="155"/>
                    <a:pt x="131" y="148"/>
                  </a:cubicBezTo>
                  <a:cubicBezTo>
                    <a:pt x="133" y="140"/>
                    <a:pt x="134" y="135"/>
                    <a:pt x="135" y="135"/>
                  </a:cubicBezTo>
                  <a:lnTo>
                    <a:pt x="135" y="135"/>
                  </a:lnTo>
                  <a:cubicBezTo>
                    <a:pt x="135" y="135"/>
                    <a:pt x="135" y="140"/>
                    <a:pt x="134" y="148"/>
                  </a:cubicBezTo>
                  <a:cubicBezTo>
                    <a:pt x="133" y="158"/>
                    <a:pt x="132" y="162"/>
                    <a:pt x="133" y="162"/>
                  </a:cubicBezTo>
                  <a:cubicBezTo>
                    <a:pt x="133" y="162"/>
                    <a:pt x="133" y="160"/>
                    <a:pt x="133" y="157"/>
                  </a:cubicBezTo>
                  <a:lnTo>
                    <a:pt x="138" y="157"/>
                  </a:lnTo>
                  <a:cubicBezTo>
                    <a:pt x="139" y="151"/>
                    <a:pt x="140" y="146"/>
                    <a:pt x="140" y="140"/>
                  </a:cubicBezTo>
                  <a:cubicBezTo>
                    <a:pt x="140" y="151"/>
                    <a:pt x="140" y="158"/>
                    <a:pt x="141" y="158"/>
                  </a:cubicBezTo>
                  <a:cubicBezTo>
                    <a:pt x="142" y="158"/>
                    <a:pt x="142" y="155"/>
                    <a:pt x="143" y="149"/>
                  </a:cubicBezTo>
                  <a:lnTo>
                    <a:pt x="144" y="149"/>
                  </a:lnTo>
                  <a:cubicBezTo>
                    <a:pt x="146" y="149"/>
                    <a:pt x="146" y="149"/>
                    <a:pt x="147" y="141"/>
                  </a:cubicBezTo>
                  <a:cubicBezTo>
                    <a:pt x="147" y="139"/>
                    <a:pt x="147" y="138"/>
                    <a:pt x="147" y="138"/>
                  </a:cubicBezTo>
                  <a:cubicBezTo>
                    <a:pt x="148" y="138"/>
                    <a:pt x="148" y="144"/>
                    <a:pt x="148" y="150"/>
                  </a:cubicBezTo>
                  <a:cubicBezTo>
                    <a:pt x="149" y="156"/>
                    <a:pt x="149" y="162"/>
                    <a:pt x="149" y="162"/>
                  </a:cubicBezTo>
                  <a:cubicBezTo>
                    <a:pt x="149" y="162"/>
                    <a:pt x="149" y="161"/>
                    <a:pt x="149" y="158"/>
                  </a:cubicBezTo>
                  <a:cubicBezTo>
                    <a:pt x="150" y="150"/>
                    <a:pt x="151" y="141"/>
                    <a:pt x="152" y="133"/>
                  </a:cubicBezTo>
                  <a:cubicBezTo>
                    <a:pt x="153" y="131"/>
                    <a:pt x="153" y="130"/>
                    <a:pt x="153" y="130"/>
                  </a:cubicBezTo>
                  <a:cubicBezTo>
                    <a:pt x="154" y="130"/>
                    <a:pt x="154" y="136"/>
                    <a:pt x="153" y="142"/>
                  </a:cubicBezTo>
                  <a:cubicBezTo>
                    <a:pt x="152" y="148"/>
                    <a:pt x="153" y="154"/>
                    <a:pt x="153" y="159"/>
                  </a:cubicBezTo>
                  <a:cubicBezTo>
                    <a:pt x="155" y="159"/>
                    <a:pt x="156" y="159"/>
                    <a:pt x="157" y="151"/>
                  </a:cubicBezTo>
                  <a:cubicBezTo>
                    <a:pt x="157" y="147"/>
                    <a:pt x="158" y="145"/>
                    <a:pt x="159" y="145"/>
                  </a:cubicBezTo>
                  <a:cubicBezTo>
                    <a:pt x="160" y="145"/>
                    <a:pt x="161" y="147"/>
                    <a:pt x="161" y="151"/>
                  </a:cubicBezTo>
                  <a:lnTo>
                    <a:pt x="164" y="151"/>
                  </a:lnTo>
                  <a:cubicBezTo>
                    <a:pt x="164" y="151"/>
                    <a:pt x="164" y="151"/>
                    <a:pt x="164" y="151"/>
                  </a:cubicBezTo>
                  <a:cubicBezTo>
                    <a:pt x="164" y="151"/>
                    <a:pt x="165" y="144"/>
                    <a:pt x="166" y="144"/>
                  </a:cubicBezTo>
                  <a:cubicBezTo>
                    <a:pt x="166" y="144"/>
                    <a:pt x="167" y="144"/>
                    <a:pt x="168" y="136"/>
                  </a:cubicBezTo>
                  <a:cubicBezTo>
                    <a:pt x="168" y="136"/>
                    <a:pt x="169" y="136"/>
                    <a:pt x="169" y="144"/>
                  </a:cubicBezTo>
                  <a:cubicBezTo>
                    <a:pt x="170" y="135"/>
                    <a:pt x="170" y="131"/>
                    <a:pt x="170" y="131"/>
                  </a:cubicBezTo>
                  <a:cubicBezTo>
                    <a:pt x="170" y="131"/>
                    <a:pt x="170" y="136"/>
                    <a:pt x="170" y="145"/>
                  </a:cubicBezTo>
                  <a:cubicBezTo>
                    <a:pt x="170" y="153"/>
                    <a:pt x="169" y="157"/>
                    <a:pt x="170" y="157"/>
                  </a:cubicBezTo>
                  <a:cubicBezTo>
                    <a:pt x="170" y="157"/>
                    <a:pt x="170" y="153"/>
                    <a:pt x="171" y="145"/>
                  </a:cubicBezTo>
                  <a:cubicBezTo>
                    <a:pt x="172" y="140"/>
                    <a:pt x="172" y="138"/>
                    <a:pt x="172" y="138"/>
                  </a:cubicBezTo>
                  <a:cubicBezTo>
                    <a:pt x="173" y="138"/>
                    <a:pt x="173" y="140"/>
                    <a:pt x="173" y="145"/>
                  </a:cubicBezTo>
                  <a:cubicBezTo>
                    <a:pt x="173" y="149"/>
                    <a:pt x="173" y="151"/>
                    <a:pt x="173" y="151"/>
                  </a:cubicBezTo>
                  <a:cubicBezTo>
                    <a:pt x="173" y="151"/>
                    <a:pt x="173" y="149"/>
                    <a:pt x="174" y="145"/>
                  </a:cubicBezTo>
                  <a:cubicBezTo>
                    <a:pt x="174" y="134"/>
                    <a:pt x="175" y="127"/>
                    <a:pt x="176" y="127"/>
                  </a:cubicBezTo>
                  <a:cubicBezTo>
                    <a:pt x="177" y="127"/>
                    <a:pt x="177" y="130"/>
                    <a:pt x="177" y="137"/>
                  </a:cubicBezTo>
                  <a:cubicBezTo>
                    <a:pt x="177" y="137"/>
                    <a:pt x="177" y="137"/>
                    <a:pt x="178" y="128"/>
                  </a:cubicBezTo>
                  <a:cubicBezTo>
                    <a:pt x="179" y="119"/>
                    <a:pt x="180" y="115"/>
                    <a:pt x="180" y="115"/>
                  </a:cubicBezTo>
                  <a:lnTo>
                    <a:pt x="180" y="115"/>
                  </a:lnTo>
                  <a:cubicBezTo>
                    <a:pt x="180" y="115"/>
                    <a:pt x="180" y="119"/>
                    <a:pt x="179" y="128"/>
                  </a:cubicBezTo>
                  <a:cubicBezTo>
                    <a:pt x="179" y="137"/>
                    <a:pt x="180" y="141"/>
                    <a:pt x="180" y="141"/>
                  </a:cubicBezTo>
                  <a:cubicBezTo>
                    <a:pt x="180" y="141"/>
                    <a:pt x="181" y="137"/>
                    <a:pt x="181" y="129"/>
                  </a:cubicBezTo>
                  <a:cubicBezTo>
                    <a:pt x="181" y="129"/>
                    <a:pt x="182" y="125"/>
                    <a:pt x="182" y="125"/>
                  </a:cubicBezTo>
                  <a:cubicBezTo>
                    <a:pt x="182" y="125"/>
                    <a:pt x="183" y="126"/>
                    <a:pt x="183" y="129"/>
                  </a:cubicBezTo>
                  <a:cubicBezTo>
                    <a:pt x="183" y="134"/>
                    <a:pt x="185" y="139"/>
                    <a:pt x="186" y="139"/>
                  </a:cubicBezTo>
                  <a:cubicBezTo>
                    <a:pt x="187" y="139"/>
                    <a:pt x="188" y="137"/>
                    <a:pt x="188" y="129"/>
                  </a:cubicBezTo>
                  <a:lnTo>
                    <a:pt x="189" y="130"/>
                  </a:lnTo>
                  <a:cubicBezTo>
                    <a:pt x="190" y="134"/>
                    <a:pt x="190" y="136"/>
                    <a:pt x="191" y="136"/>
                  </a:cubicBezTo>
                  <a:cubicBezTo>
                    <a:pt x="192" y="136"/>
                    <a:pt x="192" y="134"/>
                    <a:pt x="193" y="130"/>
                  </a:cubicBezTo>
                  <a:lnTo>
                    <a:pt x="194" y="121"/>
                  </a:lnTo>
                  <a:cubicBezTo>
                    <a:pt x="194" y="128"/>
                    <a:pt x="194" y="133"/>
                    <a:pt x="195" y="139"/>
                  </a:cubicBezTo>
                  <a:cubicBezTo>
                    <a:pt x="196" y="139"/>
                    <a:pt x="196" y="139"/>
                    <a:pt x="196" y="130"/>
                  </a:cubicBezTo>
                  <a:cubicBezTo>
                    <a:pt x="195" y="122"/>
                    <a:pt x="196" y="122"/>
                    <a:pt x="197" y="122"/>
                  </a:cubicBezTo>
                  <a:cubicBezTo>
                    <a:pt x="198" y="128"/>
                    <a:pt x="198" y="133"/>
                    <a:pt x="198" y="139"/>
                  </a:cubicBezTo>
                  <a:cubicBezTo>
                    <a:pt x="199" y="129"/>
                    <a:pt x="200" y="125"/>
                    <a:pt x="200" y="125"/>
                  </a:cubicBezTo>
                  <a:lnTo>
                    <a:pt x="200" y="125"/>
                  </a:lnTo>
                  <a:cubicBezTo>
                    <a:pt x="200" y="125"/>
                    <a:pt x="200" y="127"/>
                    <a:pt x="199" y="131"/>
                  </a:cubicBezTo>
                  <a:cubicBezTo>
                    <a:pt x="201" y="139"/>
                    <a:pt x="201" y="139"/>
                    <a:pt x="202" y="140"/>
                  </a:cubicBezTo>
                  <a:cubicBezTo>
                    <a:pt x="202" y="137"/>
                    <a:pt x="202" y="136"/>
                    <a:pt x="202" y="136"/>
                  </a:cubicBezTo>
                  <a:lnTo>
                    <a:pt x="202" y="136"/>
                  </a:lnTo>
                  <a:cubicBezTo>
                    <a:pt x="202" y="136"/>
                    <a:pt x="202" y="140"/>
                    <a:pt x="202" y="140"/>
                  </a:cubicBezTo>
                  <a:lnTo>
                    <a:pt x="202" y="148"/>
                  </a:lnTo>
                  <a:cubicBezTo>
                    <a:pt x="202" y="151"/>
                    <a:pt x="202" y="152"/>
                    <a:pt x="202" y="152"/>
                  </a:cubicBezTo>
                  <a:cubicBezTo>
                    <a:pt x="202" y="152"/>
                    <a:pt x="202" y="146"/>
                    <a:pt x="203" y="140"/>
                  </a:cubicBezTo>
                  <a:lnTo>
                    <a:pt x="204" y="140"/>
                  </a:lnTo>
                  <a:cubicBezTo>
                    <a:pt x="205" y="140"/>
                    <a:pt x="205" y="140"/>
                    <a:pt x="205" y="131"/>
                  </a:cubicBezTo>
                  <a:cubicBezTo>
                    <a:pt x="205" y="126"/>
                    <a:pt x="205" y="120"/>
                    <a:pt x="206" y="114"/>
                  </a:cubicBezTo>
                  <a:cubicBezTo>
                    <a:pt x="207" y="112"/>
                    <a:pt x="207" y="111"/>
                    <a:pt x="207" y="111"/>
                  </a:cubicBezTo>
                  <a:lnTo>
                    <a:pt x="207" y="111"/>
                  </a:lnTo>
                  <a:cubicBezTo>
                    <a:pt x="207" y="111"/>
                    <a:pt x="207" y="114"/>
                    <a:pt x="206" y="114"/>
                  </a:cubicBezTo>
                  <a:cubicBezTo>
                    <a:pt x="206" y="120"/>
                    <a:pt x="206" y="126"/>
                    <a:pt x="206" y="131"/>
                  </a:cubicBezTo>
                  <a:cubicBezTo>
                    <a:pt x="207" y="132"/>
                    <a:pt x="207" y="140"/>
                    <a:pt x="207" y="140"/>
                  </a:cubicBezTo>
                  <a:cubicBezTo>
                    <a:pt x="206" y="147"/>
                    <a:pt x="206" y="150"/>
                    <a:pt x="207" y="150"/>
                  </a:cubicBezTo>
                  <a:cubicBezTo>
                    <a:pt x="208" y="150"/>
                    <a:pt x="209" y="145"/>
                    <a:pt x="210" y="140"/>
                  </a:cubicBezTo>
                  <a:cubicBezTo>
                    <a:pt x="211" y="132"/>
                    <a:pt x="211" y="128"/>
                    <a:pt x="212" y="128"/>
                  </a:cubicBezTo>
                  <a:lnTo>
                    <a:pt x="212" y="128"/>
                  </a:lnTo>
                  <a:cubicBezTo>
                    <a:pt x="212" y="128"/>
                    <a:pt x="212" y="133"/>
                    <a:pt x="212" y="141"/>
                  </a:cubicBezTo>
                  <a:cubicBezTo>
                    <a:pt x="212" y="146"/>
                    <a:pt x="212" y="148"/>
                    <a:pt x="212" y="148"/>
                  </a:cubicBezTo>
                  <a:cubicBezTo>
                    <a:pt x="213" y="148"/>
                    <a:pt x="214" y="134"/>
                    <a:pt x="215" y="115"/>
                  </a:cubicBezTo>
                  <a:lnTo>
                    <a:pt x="217" y="91"/>
                  </a:lnTo>
                  <a:lnTo>
                    <a:pt x="216" y="115"/>
                  </a:lnTo>
                  <a:cubicBezTo>
                    <a:pt x="216" y="136"/>
                    <a:pt x="215" y="144"/>
                    <a:pt x="216" y="144"/>
                  </a:cubicBezTo>
                  <a:cubicBezTo>
                    <a:pt x="216" y="144"/>
                    <a:pt x="217" y="140"/>
                    <a:pt x="219" y="133"/>
                  </a:cubicBezTo>
                  <a:cubicBezTo>
                    <a:pt x="220" y="129"/>
                    <a:pt x="220" y="127"/>
                    <a:pt x="220" y="127"/>
                  </a:cubicBezTo>
                  <a:lnTo>
                    <a:pt x="220" y="127"/>
                  </a:lnTo>
                  <a:cubicBezTo>
                    <a:pt x="220" y="127"/>
                    <a:pt x="220" y="129"/>
                    <a:pt x="220" y="133"/>
                  </a:cubicBezTo>
                  <a:cubicBezTo>
                    <a:pt x="220" y="142"/>
                    <a:pt x="221" y="142"/>
                    <a:pt x="223" y="142"/>
                  </a:cubicBezTo>
                  <a:cubicBezTo>
                    <a:pt x="225" y="142"/>
                    <a:pt x="225" y="142"/>
                    <a:pt x="226" y="135"/>
                  </a:cubicBezTo>
                  <a:lnTo>
                    <a:pt x="227" y="135"/>
                  </a:lnTo>
                  <a:cubicBezTo>
                    <a:pt x="227" y="141"/>
                    <a:pt x="228" y="144"/>
                    <a:pt x="228" y="144"/>
                  </a:cubicBezTo>
                  <a:cubicBezTo>
                    <a:pt x="229" y="144"/>
                    <a:pt x="230" y="137"/>
                    <a:pt x="230" y="126"/>
                  </a:cubicBezTo>
                  <a:lnTo>
                    <a:pt x="231" y="127"/>
                  </a:lnTo>
                  <a:lnTo>
                    <a:pt x="231" y="135"/>
                  </a:lnTo>
                  <a:cubicBezTo>
                    <a:pt x="230" y="144"/>
                    <a:pt x="232" y="144"/>
                    <a:pt x="238" y="145"/>
                  </a:cubicBezTo>
                  <a:cubicBezTo>
                    <a:pt x="244" y="145"/>
                    <a:pt x="245" y="145"/>
                    <a:pt x="245" y="128"/>
                  </a:cubicBezTo>
                  <a:cubicBezTo>
                    <a:pt x="247" y="119"/>
                    <a:pt x="247" y="115"/>
                    <a:pt x="247" y="115"/>
                  </a:cubicBezTo>
                  <a:cubicBezTo>
                    <a:pt x="248" y="115"/>
                    <a:pt x="248" y="119"/>
                    <a:pt x="248" y="128"/>
                  </a:cubicBezTo>
                  <a:cubicBezTo>
                    <a:pt x="247" y="134"/>
                    <a:pt x="247" y="141"/>
                    <a:pt x="247" y="141"/>
                  </a:cubicBezTo>
                  <a:cubicBezTo>
                    <a:pt x="248" y="141"/>
                    <a:pt x="248" y="139"/>
                    <a:pt x="248" y="137"/>
                  </a:cubicBezTo>
                  <a:cubicBezTo>
                    <a:pt x="248" y="137"/>
                    <a:pt x="249" y="137"/>
                    <a:pt x="250" y="146"/>
                  </a:cubicBezTo>
                  <a:cubicBezTo>
                    <a:pt x="250" y="153"/>
                    <a:pt x="251" y="156"/>
                    <a:pt x="251" y="156"/>
                  </a:cubicBezTo>
                  <a:cubicBezTo>
                    <a:pt x="252" y="156"/>
                    <a:pt x="252" y="151"/>
                    <a:pt x="252" y="146"/>
                  </a:cubicBezTo>
                  <a:cubicBezTo>
                    <a:pt x="252" y="139"/>
                    <a:pt x="252" y="136"/>
                    <a:pt x="253" y="136"/>
                  </a:cubicBezTo>
                  <a:cubicBezTo>
                    <a:pt x="253" y="136"/>
                    <a:pt x="253" y="141"/>
                    <a:pt x="253" y="146"/>
                  </a:cubicBezTo>
                  <a:cubicBezTo>
                    <a:pt x="253" y="152"/>
                    <a:pt x="254" y="158"/>
                    <a:pt x="254" y="158"/>
                  </a:cubicBezTo>
                  <a:cubicBezTo>
                    <a:pt x="254" y="158"/>
                    <a:pt x="254" y="157"/>
                    <a:pt x="254" y="155"/>
                  </a:cubicBezTo>
                  <a:cubicBezTo>
                    <a:pt x="255" y="150"/>
                    <a:pt x="257" y="146"/>
                    <a:pt x="258" y="146"/>
                  </a:cubicBezTo>
                  <a:cubicBezTo>
                    <a:pt x="259" y="146"/>
                    <a:pt x="260" y="149"/>
                    <a:pt x="260" y="156"/>
                  </a:cubicBezTo>
                  <a:lnTo>
                    <a:pt x="261" y="156"/>
                  </a:lnTo>
                  <a:cubicBezTo>
                    <a:pt x="261" y="149"/>
                    <a:pt x="263" y="148"/>
                    <a:pt x="264" y="148"/>
                  </a:cubicBezTo>
                  <a:cubicBezTo>
                    <a:pt x="264" y="148"/>
                    <a:pt x="264" y="148"/>
                    <a:pt x="264" y="148"/>
                  </a:cubicBezTo>
                  <a:cubicBezTo>
                    <a:pt x="266" y="148"/>
                    <a:pt x="267" y="148"/>
                    <a:pt x="267" y="157"/>
                  </a:cubicBezTo>
                  <a:cubicBezTo>
                    <a:pt x="266" y="161"/>
                    <a:pt x="266" y="163"/>
                    <a:pt x="266" y="163"/>
                  </a:cubicBezTo>
                  <a:cubicBezTo>
                    <a:pt x="266" y="163"/>
                    <a:pt x="267" y="161"/>
                    <a:pt x="268" y="157"/>
                  </a:cubicBezTo>
                  <a:cubicBezTo>
                    <a:pt x="269" y="157"/>
                    <a:pt x="270" y="140"/>
                    <a:pt x="271" y="140"/>
                  </a:cubicBezTo>
                  <a:cubicBezTo>
                    <a:pt x="271" y="135"/>
                    <a:pt x="271" y="129"/>
                    <a:pt x="273" y="123"/>
                  </a:cubicBezTo>
                  <a:lnTo>
                    <a:pt x="273" y="123"/>
                  </a:lnTo>
                  <a:lnTo>
                    <a:pt x="272" y="131"/>
                  </a:lnTo>
                  <a:cubicBezTo>
                    <a:pt x="272" y="140"/>
                    <a:pt x="272" y="149"/>
                    <a:pt x="272" y="149"/>
                  </a:cubicBezTo>
                  <a:cubicBezTo>
                    <a:pt x="272" y="149"/>
                    <a:pt x="273" y="149"/>
                    <a:pt x="273" y="140"/>
                  </a:cubicBezTo>
                  <a:cubicBezTo>
                    <a:pt x="275" y="149"/>
                    <a:pt x="275" y="149"/>
                    <a:pt x="277" y="149"/>
                  </a:cubicBezTo>
                  <a:cubicBezTo>
                    <a:pt x="278" y="149"/>
                    <a:pt x="279" y="149"/>
                    <a:pt x="280" y="141"/>
                  </a:cubicBezTo>
                  <a:cubicBezTo>
                    <a:pt x="280" y="150"/>
                    <a:pt x="281" y="154"/>
                    <a:pt x="283" y="154"/>
                  </a:cubicBezTo>
                  <a:cubicBezTo>
                    <a:pt x="284" y="154"/>
                    <a:pt x="286" y="151"/>
                    <a:pt x="287" y="142"/>
                  </a:cubicBezTo>
                  <a:cubicBezTo>
                    <a:pt x="287" y="138"/>
                    <a:pt x="287" y="136"/>
                    <a:pt x="287" y="136"/>
                  </a:cubicBezTo>
                  <a:cubicBezTo>
                    <a:pt x="288" y="136"/>
                    <a:pt x="288" y="138"/>
                    <a:pt x="288" y="142"/>
                  </a:cubicBezTo>
                  <a:cubicBezTo>
                    <a:pt x="288" y="146"/>
                    <a:pt x="288" y="148"/>
                    <a:pt x="288" y="148"/>
                  </a:cubicBezTo>
                  <a:cubicBezTo>
                    <a:pt x="288" y="148"/>
                    <a:pt x="289" y="146"/>
                    <a:pt x="289" y="142"/>
                  </a:cubicBezTo>
                  <a:cubicBezTo>
                    <a:pt x="290" y="140"/>
                    <a:pt x="290" y="139"/>
                    <a:pt x="290" y="139"/>
                  </a:cubicBezTo>
                  <a:cubicBezTo>
                    <a:pt x="291" y="139"/>
                    <a:pt x="291" y="145"/>
                    <a:pt x="291" y="151"/>
                  </a:cubicBezTo>
                  <a:cubicBezTo>
                    <a:pt x="291" y="161"/>
                    <a:pt x="292" y="165"/>
                    <a:pt x="292" y="165"/>
                  </a:cubicBezTo>
                  <a:cubicBezTo>
                    <a:pt x="293" y="165"/>
                    <a:pt x="293" y="164"/>
                    <a:pt x="294" y="160"/>
                  </a:cubicBezTo>
                  <a:cubicBezTo>
                    <a:pt x="295" y="151"/>
                    <a:pt x="297" y="151"/>
                    <a:pt x="297" y="151"/>
                  </a:cubicBezTo>
                  <a:cubicBezTo>
                    <a:pt x="299" y="147"/>
                    <a:pt x="300" y="141"/>
                    <a:pt x="299" y="135"/>
                  </a:cubicBezTo>
                  <a:cubicBezTo>
                    <a:pt x="300" y="131"/>
                    <a:pt x="300" y="127"/>
                    <a:pt x="301" y="123"/>
                  </a:cubicBezTo>
                  <a:lnTo>
                    <a:pt x="301" y="123"/>
                  </a:lnTo>
                  <a:cubicBezTo>
                    <a:pt x="301" y="128"/>
                    <a:pt x="301" y="132"/>
                    <a:pt x="302" y="136"/>
                  </a:cubicBezTo>
                  <a:cubicBezTo>
                    <a:pt x="302" y="144"/>
                    <a:pt x="303" y="144"/>
                    <a:pt x="304" y="145"/>
                  </a:cubicBezTo>
                  <a:lnTo>
                    <a:pt x="307" y="145"/>
                  </a:lnTo>
                  <a:cubicBezTo>
                    <a:pt x="308" y="149"/>
                    <a:pt x="308" y="151"/>
                    <a:pt x="309" y="151"/>
                  </a:cubicBezTo>
                  <a:cubicBezTo>
                    <a:pt x="309" y="151"/>
                    <a:pt x="309" y="149"/>
                    <a:pt x="309" y="145"/>
                  </a:cubicBezTo>
                  <a:cubicBezTo>
                    <a:pt x="310" y="135"/>
                    <a:pt x="310" y="131"/>
                    <a:pt x="310" y="131"/>
                  </a:cubicBezTo>
                  <a:cubicBezTo>
                    <a:pt x="310" y="131"/>
                    <a:pt x="310" y="133"/>
                    <a:pt x="310" y="137"/>
                  </a:cubicBezTo>
                  <a:cubicBezTo>
                    <a:pt x="310" y="146"/>
                    <a:pt x="313" y="150"/>
                    <a:pt x="315" y="150"/>
                  </a:cubicBezTo>
                  <a:cubicBezTo>
                    <a:pt x="317" y="150"/>
                    <a:pt x="319" y="146"/>
                    <a:pt x="319" y="138"/>
                  </a:cubicBezTo>
                  <a:cubicBezTo>
                    <a:pt x="320" y="135"/>
                    <a:pt x="320" y="134"/>
                    <a:pt x="320" y="134"/>
                  </a:cubicBezTo>
                  <a:lnTo>
                    <a:pt x="320" y="134"/>
                  </a:lnTo>
                  <a:cubicBezTo>
                    <a:pt x="320" y="134"/>
                    <a:pt x="319" y="140"/>
                    <a:pt x="319" y="146"/>
                  </a:cubicBezTo>
                  <a:cubicBezTo>
                    <a:pt x="319" y="155"/>
                    <a:pt x="319" y="155"/>
                    <a:pt x="322" y="155"/>
                  </a:cubicBezTo>
                  <a:cubicBezTo>
                    <a:pt x="322" y="155"/>
                    <a:pt x="325" y="147"/>
                    <a:pt x="327" y="147"/>
                  </a:cubicBezTo>
                  <a:cubicBezTo>
                    <a:pt x="328" y="147"/>
                    <a:pt x="329" y="147"/>
                    <a:pt x="330" y="147"/>
                  </a:cubicBezTo>
                  <a:cubicBezTo>
                    <a:pt x="332" y="147"/>
                    <a:pt x="333" y="146"/>
                    <a:pt x="333" y="139"/>
                  </a:cubicBezTo>
                  <a:cubicBezTo>
                    <a:pt x="334" y="139"/>
                    <a:pt x="334" y="139"/>
                    <a:pt x="334" y="148"/>
                  </a:cubicBezTo>
                  <a:cubicBezTo>
                    <a:pt x="333" y="157"/>
                    <a:pt x="333" y="157"/>
                    <a:pt x="334" y="157"/>
                  </a:cubicBezTo>
                  <a:cubicBezTo>
                    <a:pt x="335" y="151"/>
                    <a:pt x="336" y="146"/>
                    <a:pt x="335" y="140"/>
                  </a:cubicBezTo>
                  <a:cubicBezTo>
                    <a:pt x="336" y="136"/>
                    <a:pt x="336" y="133"/>
                    <a:pt x="336" y="133"/>
                  </a:cubicBezTo>
                  <a:cubicBezTo>
                    <a:pt x="337" y="133"/>
                    <a:pt x="337" y="136"/>
                    <a:pt x="337" y="140"/>
                  </a:cubicBezTo>
                  <a:cubicBezTo>
                    <a:pt x="338" y="145"/>
                    <a:pt x="339" y="147"/>
                    <a:pt x="340" y="147"/>
                  </a:cubicBezTo>
                  <a:cubicBezTo>
                    <a:pt x="342" y="147"/>
                    <a:pt x="343" y="145"/>
                    <a:pt x="344" y="141"/>
                  </a:cubicBezTo>
                  <a:cubicBezTo>
                    <a:pt x="344" y="141"/>
                    <a:pt x="345" y="141"/>
                    <a:pt x="345" y="149"/>
                  </a:cubicBezTo>
                  <a:cubicBezTo>
                    <a:pt x="345" y="154"/>
                    <a:pt x="346" y="160"/>
                    <a:pt x="346" y="160"/>
                  </a:cubicBezTo>
                  <a:cubicBezTo>
                    <a:pt x="347" y="160"/>
                    <a:pt x="348" y="157"/>
                    <a:pt x="349" y="150"/>
                  </a:cubicBezTo>
                  <a:cubicBezTo>
                    <a:pt x="350" y="150"/>
                    <a:pt x="350" y="150"/>
                    <a:pt x="349" y="158"/>
                  </a:cubicBezTo>
                  <a:cubicBezTo>
                    <a:pt x="349" y="163"/>
                    <a:pt x="349" y="169"/>
                    <a:pt x="349" y="169"/>
                  </a:cubicBezTo>
                  <a:cubicBezTo>
                    <a:pt x="350" y="169"/>
                    <a:pt x="350" y="166"/>
                    <a:pt x="351" y="159"/>
                  </a:cubicBezTo>
                  <a:cubicBezTo>
                    <a:pt x="351" y="155"/>
                    <a:pt x="352" y="153"/>
                    <a:pt x="353" y="153"/>
                  </a:cubicBezTo>
                  <a:cubicBezTo>
                    <a:pt x="354" y="153"/>
                    <a:pt x="355" y="155"/>
                    <a:pt x="355" y="159"/>
                  </a:cubicBezTo>
                  <a:cubicBezTo>
                    <a:pt x="356" y="159"/>
                    <a:pt x="358" y="159"/>
                    <a:pt x="358" y="151"/>
                  </a:cubicBezTo>
                  <a:cubicBezTo>
                    <a:pt x="358" y="151"/>
                    <a:pt x="358" y="150"/>
                    <a:pt x="358" y="150"/>
                  </a:cubicBezTo>
                  <a:lnTo>
                    <a:pt x="358" y="150"/>
                  </a:lnTo>
                  <a:cubicBezTo>
                    <a:pt x="358" y="153"/>
                    <a:pt x="358" y="155"/>
                    <a:pt x="358" y="155"/>
                  </a:cubicBezTo>
                  <a:cubicBezTo>
                    <a:pt x="358" y="155"/>
                    <a:pt x="359" y="151"/>
                    <a:pt x="360" y="142"/>
                  </a:cubicBezTo>
                  <a:cubicBezTo>
                    <a:pt x="360" y="138"/>
                    <a:pt x="360" y="137"/>
                    <a:pt x="360" y="137"/>
                  </a:cubicBezTo>
                  <a:lnTo>
                    <a:pt x="360" y="137"/>
                  </a:lnTo>
                  <a:cubicBezTo>
                    <a:pt x="360" y="137"/>
                    <a:pt x="360" y="138"/>
                    <a:pt x="360" y="142"/>
                  </a:cubicBezTo>
                  <a:cubicBezTo>
                    <a:pt x="361" y="151"/>
                    <a:pt x="361" y="151"/>
                    <a:pt x="361" y="151"/>
                  </a:cubicBezTo>
                  <a:cubicBezTo>
                    <a:pt x="362" y="151"/>
                    <a:pt x="366" y="145"/>
                    <a:pt x="369" y="145"/>
                  </a:cubicBezTo>
                  <a:cubicBezTo>
                    <a:pt x="369" y="145"/>
                    <a:pt x="370" y="145"/>
                    <a:pt x="370" y="145"/>
                  </a:cubicBezTo>
                  <a:cubicBezTo>
                    <a:pt x="377" y="145"/>
                    <a:pt x="379" y="145"/>
                    <a:pt x="379" y="137"/>
                  </a:cubicBezTo>
                  <a:cubicBezTo>
                    <a:pt x="379" y="132"/>
                    <a:pt x="380" y="130"/>
                    <a:pt x="380" y="130"/>
                  </a:cubicBezTo>
                  <a:cubicBezTo>
                    <a:pt x="380" y="130"/>
                    <a:pt x="380" y="132"/>
                    <a:pt x="380" y="137"/>
                  </a:cubicBezTo>
                  <a:cubicBezTo>
                    <a:pt x="381" y="146"/>
                    <a:pt x="381" y="146"/>
                    <a:pt x="382" y="146"/>
                  </a:cubicBezTo>
                  <a:cubicBezTo>
                    <a:pt x="383" y="146"/>
                    <a:pt x="383" y="146"/>
                    <a:pt x="383" y="155"/>
                  </a:cubicBezTo>
                  <a:cubicBezTo>
                    <a:pt x="385" y="146"/>
                    <a:pt x="385" y="146"/>
                    <a:pt x="386" y="146"/>
                  </a:cubicBezTo>
                  <a:cubicBezTo>
                    <a:pt x="385" y="150"/>
                    <a:pt x="385" y="153"/>
                    <a:pt x="385" y="153"/>
                  </a:cubicBezTo>
                  <a:cubicBezTo>
                    <a:pt x="386" y="153"/>
                    <a:pt x="386" y="150"/>
                    <a:pt x="387" y="146"/>
                  </a:cubicBezTo>
                  <a:cubicBezTo>
                    <a:pt x="387" y="137"/>
                    <a:pt x="388" y="133"/>
                    <a:pt x="388" y="133"/>
                  </a:cubicBezTo>
                  <a:cubicBezTo>
                    <a:pt x="388" y="133"/>
                    <a:pt x="388" y="137"/>
                    <a:pt x="388" y="146"/>
                  </a:cubicBezTo>
                  <a:cubicBezTo>
                    <a:pt x="387" y="152"/>
                    <a:pt x="388" y="158"/>
                    <a:pt x="389" y="158"/>
                  </a:cubicBezTo>
                  <a:cubicBezTo>
                    <a:pt x="389" y="158"/>
                    <a:pt x="389" y="157"/>
                    <a:pt x="389" y="155"/>
                  </a:cubicBezTo>
                  <a:cubicBezTo>
                    <a:pt x="389" y="149"/>
                    <a:pt x="390" y="144"/>
                    <a:pt x="391" y="138"/>
                  </a:cubicBezTo>
                  <a:cubicBezTo>
                    <a:pt x="392" y="138"/>
                    <a:pt x="393" y="138"/>
                    <a:pt x="392" y="147"/>
                  </a:cubicBezTo>
                  <a:cubicBezTo>
                    <a:pt x="393" y="150"/>
                    <a:pt x="393" y="151"/>
                    <a:pt x="394" y="151"/>
                  </a:cubicBezTo>
                  <a:cubicBezTo>
                    <a:pt x="395" y="151"/>
                    <a:pt x="397" y="145"/>
                    <a:pt x="398" y="139"/>
                  </a:cubicBezTo>
                  <a:cubicBezTo>
                    <a:pt x="399" y="135"/>
                    <a:pt x="399" y="133"/>
                    <a:pt x="399" y="133"/>
                  </a:cubicBezTo>
                  <a:cubicBezTo>
                    <a:pt x="399" y="133"/>
                    <a:pt x="399" y="135"/>
                    <a:pt x="399" y="139"/>
                  </a:cubicBezTo>
                  <a:cubicBezTo>
                    <a:pt x="399" y="148"/>
                    <a:pt x="399" y="148"/>
                    <a:pt x="400" y="148"/>
                  </a:cubicBezTo>
                  <a:cubicBezTo>
                    <a:pt x="401" y="145"/>
                    <a:pt x="401" y="144"/>
                    <a:pt x="401" y="144"/>
                  </a:cubicBezTo>
                  <a:lnTo>
                    <a:pt x="401" y="144"/>
                  </a:lnTo>
                  <a:cubicBezTo>
                    <a:pt x="401" y="144"/>
                    <a:pt x="401" y="151"/>
                    <a:pt x="400" y="157"/>
                  </a:cubicBezTo>
                  <a:cubicBezTo>
                    <a:pt x="399" y="165"/>
                    <a:pt x="400" y="165"/>
                    <a:pt x="401" y="165"/>
                  </a:cubicBezTo>
                  <a:cubicBezTo>
                    <a:pt x="402" y="157"/>
                    <a:pt x="406" y="157"/>
                    <a:pt x="408" y="157"/>
                  </a:cubicBezTo>
                  <a:cubicBezTo>
                    <a:pt x="408" y="157"/>
                    <a:pt x="408" y="157"/>
                    <a:pt x="409" y="157"/>
                  </a:cubicBezTo>
                  <a:cubicBezTo>
                    <a:pt x="412" y="157"/>
                    <a:pt x="413" y="148"/>
                    <a:pt x="415" y="132"/>
                  </a:cubicBezTo>
                  <a:lnTo>
                    <a:pt x="417" y="115"/>
                  </a:lnTo>
                  <a:lnTo>
                    <a:pt x="416" y="132"/>
                  </a:lnTo>
                  <a:cubicBezTo>
                    <a:pt x="416" y="141"/>
                    <a:pt x="416" y="158"/>
                    <a:pt x="416" y="158"/>
                  </a:cubicBezTo>
                  <a:cubicBezTo>
                    <a:pt x="417" y="153"/>
                    <a:pt x="417" y="147"/>
                    <a:pt x="417" y="141"/>
                  </a:cubicBezTo>
                  <a:cubicBezTo>
                    <a:pt x="417" y="137"/>
                    <a:pt x="417" y="135"/>
                    <a:pt x="418" y="135"/>
                  </a:cubicBezTo>
                  <a:cubicBezTo>
                    <a:pt x="418" y="135"/>
                    <a:pt x="419" y="137"/>
                    <a:pt x="419" y="141"/>
                  </a:cubicBezTo>
                  <a:cubicBezTo>
                    <a:pt x="420" y="146"/>
                    <a:pt x="420" y="148"/>
                    <a:pt x="421" y="148"/>
                  </a:cubicBezTo>
                  <a:cubicBezTo>
                    <a:pt x="422" y="148"/>
                    <a:pt x="422" y="146"/>
                    <a:pt x="423" y="142"/>
                  </a:cubicBezTo>
                  <a:cubicBezTo>
                    <a:pt x="423" y="142"/>
                    <a:pt x="424" y="142"/>
                    <a:pt x="424" y="151"/>
                  </a:cubicBezTo>
                  <a:cubicBezTo>
                    <a:pt x="425" y="151"/>
                    <a:pt x="425" y="151"/>
                    <a:pt x="425" y="142"/>
                  </a:cubicBezTo>
                  <a:cubicBezTo>
                    <a:pt x="425" y="138"/>
                    <a:pt x="426" y="137"/>
                    <a:pt x="426" y="137"/>
                  </a:cubicBezTo>
                  <a:cubicBezTo>
                    <a:pt x="426" y="137"/>
                    <a:pt x="427" y="138"/>
                    <a:pt x="427" y="142"/>
                  </a:cubicBezTo>
                  <a:cubicBezTo>
                    <a:pt x="427" y="153"/>
                    <a:pt x="428" y="157"/>
                    <a:pt x="429" y="157"/>
                  </a:cubicBezTo>
                  <a:cubicBezTo>
                    <a:pt x="429" y="157"/>
                    <a:pt x="429" y="155"/>
                    <a:pt x="429" y="151"/>
                  </a:cubicBezTo>
                  <a:cubicBezTo>
                    <a:pt x="429" y="144"/>
                    <a:pt x="431" y="144"/>
                    <a:pt x="432" y="144"/>
                  </a:cubicBezTo>
                  <a:cubicBezTo>
                    <a:pt x="432" y="144"/>
                    <a:pt x="433" y="144"/>
                    <a:pt x="434" y="136"/>
                  </a:cubicBezTo>
                  <a:lnTo>
                    <a:pt x="435" y="136"/>
                  </a:lnTo>
                  <a:cubicBezTo>
                    <a:pt x="436" y="138"/>
                    <a:pt x="435" y="141"/>
                    <a:pt x="434" y="144"/>
                  </a:cubicBezTo>
                  <a:lnTo>
                    <a:pt x="435" y="153"/>
                  </a:lnTo>
                  <a:cubicBezTo>
                    <a:pt x="436" y="153"/>
                    <a:pt x="437" y="153"/>
                    <a:pt x="438" y="145"/>
                  </a:cubicBezTo>
                  <a:cubicBezTo>
                    <a:pt x="438" y="150"/>
                    <a:pt x="438" y="156"/>
                    <a:pt x="439" y="156"/>
                  </a:cubicBezTo>
                  <a:cubicBezTo>
                    <a:pt x="439" y="156"/>
                    <a:pt x="439" y="155"/>
                    <a:pt x="439" y="153"/>
                  </a:cubicBezTo>
                  <a:cubicBezTo>
                    <a:pt x="440" y="146"/>
                    <a:pt x="441" y="143"/>
                    <a:pt x="441" y="143"/>
                  </a:cubicBezTo>
                  <a:cubicBezTo>
                    <a:pt x="442" y="143"/>
                    <a:pt x="442" y="148"/>
                    <a:pt x="442" y="154"/>
                  </a:cubicBezTo>
                  <a:cubicBezTo>
                    <a:pt x="441" y="162"/>
                    <a:pt x="440" y="166"/>
                    <a:pt x="440" y="166"/>
                  </a:cubicBezTo>
                  <a:cubicBezTo>
                    <a:pt x="441" y="166"/>
                    <a:pt x="442" y="162"/>
                    <a:pt x="444" y="154"/>
                  </a:cubicBezTo>
                  <a:cubicBezTo>
                    <a:pt x="445" y="154"/>
                    <a:pt x="448" y="146"/>
                    <a:pt x="451" y="146"/>
                  </a:cubicBezTo>
                  <a:cubicBezTo>
                    <a:pt x="454" y="146"/>
                    <a:pt x="455" y="147"/>
                    <a:pt x="455" y="155"/>
                  </a:cubicBezTo>
                  <a:cubicBezTo>
                    <a:pt x="455" y="159"/>
                    <a:pt x="455" y="161"/>
                    <a:pt x="455" y="164"/>
                  </a:cubicBezTo>
                  <a:cubicBezTo>
                    <a:pt x="456" y="147"/>
                    <a:pt x="456" y="147"/>
                    <a:pt x="459" y="147"/>
                  </a:cubicBezTo>
                  <a:cubicBezTo>
                    <a:pt x="459" y="150"/>
                    <a:pt x="460" y="151"/>
                    <a:pt x="461" y="151"/>
                  </a:cubicBezTo>
                  <a:cubicBezTo>
                    <a:pt x="462" y="151"/>
                    <a:pt x="463" y="145"/>
                    <a:pt x="464" y="139"/>
                  </a:cubicBezTo>
                  <a:lnTo>
                    <a:pt x="462" y="139"/>
                  </a:lnTo>
                  <a:cubicBezTo>
                    <a:pt x="463" y="129"/>
                    <a:pt x="463" y="125"/>
                    <a:pt x="464" y="125"/>
                  </a:cubicBezTo>
                  <a:cubicBezTo>
                    <a:pt x="464" y="125"/>
                    <a:pt x="465" y="127"/>
                    <a:pt x="465" y="130"/>
                  </a:cubicBezTo>
                  <a:cubicBezTo>
                    <a:pt x="465" y="137"/>
                    <a:pt x="465" y="142"/>
                    <a:pt x="465" y="148"/>
                  </a:cubicBezTo>
                  <a:cubicBezTo>
                    <a:pt x="464" y="154"/>
                    <a:pt x="464" y="159"/>
                    <a:pt x="465" y="165"/>
                  </a:cubicBezTo>
                  <a:cubicBezTo>
                    <a:pt x="466" y="165"/>
                    <a:pt x="468" y="165"/>
                    <a:pt x="466" y="157"/>
                  </a:cubicBezTo>
                  <a:cubicBezTo>
                    <a:pt x="468" y="148"/>
                    <a:pt x="468" y="148"/>
                    <a:pt x="468" y="148"/>
                  </a:cubicBezTo>
                  <a:cubicBezTo>
                    <a:pt x="469" y="148"/>
                    <a:pt x="470" y="148"/>
                    <a:pt x="471" y="140"/>
                  </a:cubicBezTo>
                  <a:cubicBezTo>
                    <a:pt x="471" y="131"/>
                    <a:pt x="472" y="131"/>
                    <a:pt x="472" y="131"/>
                  </a:cubicBezTo>
                  <a:cubicBezTo>
                    <a:pt x="473" y="140"/>
                    <a:pt x="474" y="140"/>
                    <a:pt x="474" y="140"/>
                  </a:cubicBezTo>
                  <a:cubicBezTo>
                    <a:pt x="474" y="142"/>
                    <a:pt x="474" y="146"/>
                    <a:pt x="474" y="149"/>
                  </a:cubicBezTo>
                  <a:cubicBezTo>
                    <a:pt x="473" y="157"/>
                    <a:pt x="474" y="166"/>
                    <a:pt x="474" y="166"/>
                  </a:cubicBezTo>
                  <a:cubicBezTo>
                    <a:pt x="474" y="166"/>
                    <a:pt x="475" y="157"/>
                    <a:pt x="475" y="157"/>
                  </a:cubicBezTo>
                  <a:cubicBezTo>
                    <a:pt x="475" y="152"/>
                    <a:pt x="483" y="151"/>
                    <a:pt x="489" y="151"/>
                  </a:cubicBezTo>
                  <a:cubicBezTo>
                    <a:pt x="492" y="151"/>
                    <a:pt x="495" y="151"/>
                    <a:pt x="496" y="151"/>
                  </a:cubicBezTo>
                  <a:cubicBezTo>
                    <a:pt x="496" y="156"/>
                    <a:pt x="497" y="158"/>
                    <a:pt x="498" y="158"/>
                  </a:cubicBezTo>
                  <a:cubicBezTo>
                    <a:pt x="498" y="158"/>
                    <a:pt x="499" y="156"/>
                    <a:pt x="499" y="153"/>
                  </a:cubicBezTo>
                  <a:cubicBezTo>
                    <a:pt x="499" y="146"/>
                    <a:pt x="501" y="144"/>
                    <a:pt x="504" y="144"/>
                  </a:cubicBezTo>
                  <a:cubicBezTo>
                    <a:pt x="505" y="144"/>
                    <a:pt x="506" y="144"/>
                    <a:pt x="507" y="145"/>
                  </a:cubicBezTo>
                  <a:cubicBezTo>
                    <a:pt x="508" y="145"/>
                    <a:pt x="509" y="145"/>
                    <a:pt x="510" y="145"/>
                  </a:cubicBezTo>
                  <a:cubicBezTo>
                    <a:pt x="514" y="145"/>
                    <a:pt x="516" y="144"/>
                    <a:pt x="517" y="137"/>
                  </a:cubicBezTo>
                  <a:lnTo>
                    <a:pt x="519" y="138"/>
                  </a:lnTo>
                  <a:cubicBezTo>
                    <a:pt x="520" y="138"/>
                    <a:pt x="523" y="129"/>
                    <a:pt x="523" y="129"/>
                  </a:cubicBezTo>
                  <a:cubicBezTo>
                    <a:pt x="523" y="125"/>
                    <a:pt x="524" y="123"/>
                    <a:pt x="524" y="123"/>
                  </a:cubicBezTo>
                  <a:lnTo>
                    <a:pt x="524" y="123"/>
                  </a:lnTo>
                  <a:cubicBezTo>
                    <a:pt x="524" y="123"/>
                    <a:pt x="524" y="125"/>
                    <a:pt x="524" y="130"/>
                  </a:cubicBezTo>
                  <a:cubicBezTo>
                    <a:pt x="524" y="136"/>
                    <a:pt x="524" y="141"/>
                    <a:pt x="524" y="147"/>
                  </a:cubicBezTo>
                  <a:cubicBezTo>
                    <a:pt x="525" y="147"/>
                    <a:pt x="526" y="138"/>
                    <a:pt x="526" y="130"/>
                  </a:cubicBezTo>
                  <a:cubicBezTo>
                    <a:pt x="526" y="121"/>
                    <a:pt x="527" y="121"/>
                    <a:pt x="527" y="121"/>
                  </a:cubicBezTo>
                  <a:cubicBezTo>
                    <a:pt x="528" y="121"/>
                    <a:pt x="528" y="121"/>
                    <a:pt x="527" y="130"/>
                  </a:cubicBezTo>
                  <a:lnTo>
                    <a:pt x="527" y="147"/>
                  </a:lnTo>
                  <a:cubicBezTo>
                    <a:pt x="528" y="139"/>
                    <a:pt x="528" y="139"/>
                    <a:pt x="528" y="139"/>
                  </a:cubicBezTo>
                  <a:cubicBezTo>
                    <a:pt x="529" y="139"/>
                    <a:pt x="529" y="139"/>
                    <a:pt x="528" y="156"/>
                  </a:cubicBezTo>
                  <a:cubicBezTo>
                    <a:pt x="528" y="164"/>
                    <a:pt x="528" y="168"/>
                    <a:pt x="528" y="168"/>
                  </a:cubicBezTo>
                  <a:cubicBezTo>
                    <a:pt x="529" y="168"/>
                    <a:pt x="529" y="164"/>
                    <a:pt x="530" y="156"/>
                  </a:cubicBezTo>
                  <a:lnTo>
                    <a:pt x="531" y="148"/>
                  </a:lnTo>
                  <a:cubicBezTo>
                    <a:pt x="531" y="153"/>
                    <a:pt x="532" y="155"/>
                    <a:pt x="532" y="155"/>
                  </a:cubicBezTo>
                  <a:cubicBezTo>
                    <a:pt x="533" y="155"/>
                    <a:pt x="534" y="145"/>
                    <a:pt x="535" y="139"/>
                  </a:cubicBezTo>
                  <a:cubicBezTo>
                    <a:pt x="535" y="148"/>
                    <a:pt x="535" y="153"/>
                    <a:pt x="536" y="153"/>
                  </a:cubicBezTo>
                  <a:cubicBezTo>
                    <a:pt x="536" y="153"/>
                    <a:pt x="537" y="148"/>
                    <a:pt x="537" y="140"/>
                  </a:cubicBezTo>
                  <a:cubicBezTo>
                    <a:pt x="538" y="136"/>
                    <a:pt x="538" y="133"/>
                    <a:pt x="538" y="133"/>
                  </a:cubicBezTo>
                  <a:cubicBezTo>
                    <a:pt x="538" y="133"/>
                    <a:pt x="539" y="136"/>
                    <a:pt x="539" y="140"/>
                  </a:cubicBezTo>
                  <a:cubicBezTo>
                    <a:pt x="539" y="149"/>
                    <a:pt x="540" y="149"/>
                    <a:pt x="542" y="149"/>
                  </a:cubicBezTo>
                  <a:cubicBezTo>
                    <a:pt x="542" y="143"/>
                    <a:pt x="545" y="142"/>
                    <a:pt x="548" y="142"/>
                  </a:cubicBezTo>
                  <a:cubicBezTo>
                    <a:pt x="550" y="142"/>
                    <a:pt x="552" y="142"/>
                    <a:pt x="554" y="142"/>
                  </a:cubicBezTo>
                  <a:cubicBezTo>
                    <a:pt x="555" y="142"/>
                    <a:pt x="557" y="142"/>
                    <a:pt x="558" y="142"/>
                  </a:cubicBezTo>
                  <a:cubicBezTo>
                    <a:pt x="562" y="142"/>
                    <a:pt x="565" y="142"/>
                    <a:pt x="566" y="135"/>
                  </a:cubicBezTo>
                  <a:cubicBezTo>
                    <a:pt x="566" y="135"/>
                    <a:pt x="566" y="135"/>
                    <a:pt x="567" y="144"/>
                  </a:cubicBezTo>
                  <a:cubicBezTo>
                    <a:pt x="567" y="147"/>
                    <a:pt x="567" y="150"/>
                    <a:pt x="567" y="150"/>
                  </a:cubicBezTo>
                  <a:cubicBezTo>
                    <a:pt x="567" y="150"/>
                    <a:pt x="568" y="145"/>
                    <a:pt x="568" y="136"/>
                  </a:cubicBezTo>
                  <a:cubicBezTo>
                    <a:pt x="569" y="131"/>
                    <a:pt x="570" y="126"/>
                    <a:pt x="570" y="126"/>
                  </a:cubicBezTo>
                  <a:lnTo>
                    <a:pt x="570" y="126"/>
                  </a:lnTo>
                  <a:cubicBezTo>
                    <a:pt x="570" y="126"/>
                    <a:pt x="570" y="128"/>
                    <a:pt x="570" y="136"/>
                  </a:cubicBezTo>
                  <a:cubicBezTo>
                    <a:pt x="570" y="144"/>
                    <a:pt x="571" y="145"/>
                    <a:pt x="574" y="145"/>
                  </a:cubicBezTo>
                  <a:cubicBezTo>
                    <a:pt x="576" y="145"/>
                    <a:pt x="579" y="145"/>
                    <a:pt x="580" y="137"/>
                  </a:cubicBezTo>
                  <a:lnTo>
                    <a:pt x="580" y="137"/>
                  </a:lnTo>
                  <a:cubicBezTo>
                    <a:pt x="579" y="147"/>
                    <a:pt x="580" y="155"/>
                    <a:pt x="582" y="155"/>
                  </a:cubicBezTo>
                  <a:cubicBezTo>
                    <a:pt x="583" y="155"/>
                    <a:pt x="584" y="152"/>
                    <a:pt x="585" y="146"/>
                  </a:cubicBezTo>
                  <a:cubicBezTo>
                    <a:pt x="585" y="146"/>
                    <a:pt x="586" y="146"/>
                    <a:pt x="586" y="155"/>
                  </a:cubicBezTo>
                  <a:cubicBezTo>
                    <a:pt x="586" y="155"/>
                    <a:pt x="588" y="155"/>
                    <a:pt x="590" y="147"/>
                  </a:cubicBezTo>
                  <a:lnTo>
                    <a:pt x="595" y="147"/>
                  </a:lnTo>
                  <a:cubicBezTo>
                    <a:pt x="595" y="147"/>
                    <a:pt x="596" y="147"/>
                    <a:pt x="596" y="147"/>
                  </a:cubicBezTo>
                  <a:cubicBezTo>
                    <a:pt x="597" y="147"/>
                    <a:pt x="599" y="139"/>
                    <a:pt x="599" y="139"/>
                  </a:cubicBezTo>
                  <a:lnTo>
                    <a:pt x="600" y="139"/>
                  </a:lnTo>
                  <a:cubicBezTo>
                    <a:pt x="599" y="148"/>
                    <a:pt x="603" y="148"/>
                    <a:pt x="608" y="149"/>
                  </a:cubicBezTo>
                  <a:cubicBezTo>
                    <a:pt x="613" y="149"/>
                    <a:pt x="618" y="150"/>
                    <a:pt x="618" y="159"/>
                  </a:cubicBezTo>
                  <a:cubicBezTo>
                    <a:pt x="618" y="159"/>
                    <a:pt x="619" y="159"/>
                    <a:pt x="620" y="150"/>
                  </a:cubicBezTo>
                  <a:cubicBezTo>
                    <a:pt x="621" y="141"/>
                    <a:pt x="621" y="136"/>
                    <a:pt x="622" y="136"/>
                  </a:cubicBezTo>
                  <a:cubicBezTo>
                    <a:pt x="622" y="136"/>
                    <a:pt x="622" y="139"/>
                    <a:pt x="622" y="142"/>
                  </a:cubicBezTo>
                  <a:cubicBezTo>
                    <a:pt x="622" y="151"/>
                    <a:pt x="623" y="155"/>
                    <a:pt x="624" y="155"/>
                  </a:cubicBezTo>
                  <a:cubicBezTo>
                    <a:pt x="625" y="155"/>
                    <a:pt x="626" y="151"/>
                    <a:pt x="627" y="142"/>
                  </a:cubicBezTo>
                  <a:cubicBezTo>
                    <a:pt x="627" y="140"/>
                    <a:pt x="627" y="139"/>
                    <a:pt x="627" y="139"/>
                  </a:cubicBezTo>
                  <a:lnTo>
                    <a:pt x="627" y="139"/>
                  </a:lnTo>
                  <a:cubicBezTo>
                    <a:pt x="627" y="139"/>
                    <a:pt x="627" y="145"/>
                    <a:pt x="627" y="151"/>
                  </a:cubicBezTo>
                  <a:cubicBezTo>
                    <a:pt x="627" y="158"/>
                    <a:pt x="627" y="161"/>
                    <a:pt x="628" y="161"/>
                  </a:cubicBezTo>
                  <a:cubicBezTo>
                    <a:pt x="629" y="161"/>
                    <a:pt x="630" y="154"/>
                    <a:pt x="631" y="144"/>
                  </a:cubicBezTo>
                  <a:cubicBezTo>
                    <a:pt x="631" y="149"/>
                    <a:pt x="631" y="156"/>
                    <a:pt x="632" y="156"/>
                  </a:cubicBezTo>
                  <a:cubicBezTo>
                    <a:pt x="632" y="156"/>
                    <a:pt x="632" y="155"/>
                    <a:pt x="632" y="153"/>
                  </a:cubicBezTo>
                  <a:cubicBezTo>
                    <a:pt x="634" y="153"/>
                    <a:pt x="634" y="153"/>
                    <a:pt x="632" y="169"/>
                  </a:cubicBezTo>
                  <a:cubicBezTo>
                    <a:pt x="632" y="175"/>
                    <a:pt x="632" y="181"/>
                    <a:pt x="632" y="186"/>
                  </a:cubicBezTo>
                  <a:cubicBezTo>
                    <a:pt x="634" y="181"/>
                    <a:pt x="635" y="175"/>
                    <a:pt x="635" y="169"/>
                  </a:cubicBezTo>
                  <a:lnTo>
                    <a:pt x="636" y="169"/>
                  </a:lnTo>
                  <a:cubicBezTo>
                    <a:pt x="636" y="169"/>
                    <a:pt x="637" y="169"/>
                    <a:pt x="637" y="161"/>
                  </a:cubicBezTo>
                  <a:cubicBezTo>
                    <a:pt x="637" y="153"/>
                    <a:pt x="638" y="153"/>
                    <a:pt x="639" y="153"/>
                  </a:cubicBezTo>
                  <a:lnTo>
                    <a:pt x="639" y="153"/>
                  </a:lnTo>
                  <a:cubicBezTo>
                    <a:pt x="639" y="150"/>
                    <a:pt x="639" y="147"/>
                    <a:pt x="639" y="145"/>
                  </a:cubicBezTo>
                  <a:cubicBezTo>
                    <a:pt x="639" y="139"/>
                    <a:pt x="639" y="133"/>
                    <a:pt x="640" y="128"/>
                  </a:cubicBezTo>
                  <a:cubicBezTo>
                    <a:pt x="640" y="128"/>
                    <a:pt x="641" y="119"/>
                    <a:pt x="641" y="110"/>
                  </a:cubicBezTo>
                  <a:cubicBezTo>
                    <a:pt x="643" y="99"/>
                    <a:pt x="643" y="87"/>
                    <a:pt x="641" y="76"/>
                  </a:cubicBezTo>
                  <a:cubicBezTo>
                    <a:pt x="640" y="71"/>
                    <a:pt x="639" y="66"/>
                    <a:pt x="638" y="66"/>
                  </a:cubicBezTo>
                  <a:cubicBezTo>
                    <a:pt x="637" y="66"/>
                    <a:pt x="636" y="68"/>
                    <a:pt x="636" y="75"/>
                  </a:cubicBezTo>
                  <a:cubicBezTo>
                    <a:pt x="636" y="75"/>
                    <a:pt x="635" y="84"/>
                    <a:pt x="635" y="84"/>
                  </a:cubicBezTo>
                  <a:cubicBezTo>
                    <a:pt x="634" y="81"/>
                    <a:pt x="634" y="78"/>
                    <a:pt x="634" y="75"/>
                  </a:cubicBezTo>
                  <a:cubicBezTo>
                    <a:pt x="634" y="66"/>
                    <a:pt x="630" y="66"/>
                    <a:pt x="627" y="66"/>
                  </a:cubicBezTo>
                  <a:cubicBezTo>
                    <a:pt x="622" y="65"/>
                    <a:pt x="620" y="65"/>
                    <a:pt x="620" y="56"/>
                  </a:cubicBezTo>
                  <a:cubicBezTo>
                    <a:pt x="619" y="47"/>
                    <a:pt x="619" y="47"/>
                    <a:pt x="619" y="47"/>
                  </a:cubicBezTo>
                  <a:cubicBezTo>
                    <a:pt x="618" y="54"/>
                    <a:pt x="615" y="55"/>
                    <a:pt x="612" y="55"/>
                  </a:cubicBezTo>
                  <a:cubicBezTo>
                    <a:pt x="611" y="55"/>
                    <a:pt x="610" y="55"/>
                    <a:pt x="609" y="55"/>
                  </a:cubicBezTo>
                  <a:cubicBezTo>
                    <a:pt x="607" y="55"/>
                    <a:pt x="606" y="54"/>
                    <a:pt x="604" y="54"/>
                  </a:cubicBezTo>
                  <a:cubicBezTo>
                    <a:pt x="601" y="54"/>
                    <a:pt x="598" y="56"/>
                    <a:pt x="598" y="62"/>
                  </a:cubicBezTo>
                  <a:lnTo>
                    <a:pt x="597" y="62"/>
                  </a:lnTo>
                  <a:cubicBezTo>
                    <a:pt x="597" y="54"/>
                    <a:pt x="595" y="53"/>
                    <a:pt x="593" y="53"/>
                  </a:cubicBezTo>
                  <a:cubicBezTo>
                    <a:pt x="592" y="60"/>
                    <a:pt x="591" y="61"/>
                    <a:pt x="590" y="61"/>
                  </a:cubicBezTo>
                  <a:cubicBezTo>
                    <a:pt x="590" y="61"/>
                    <a:pt x="590" y="61"/>
                    <a:pt x="590" y="61"/>
                  </a:cubicBezTo>
                  <a:cubicBezTo>
                    <a:pt x="591" y="53"/>
                    <a:pt x="590" y="53"/>
                    <a:pt x="589" y="53"/>
                  </a:cubicBezTo>
                  <a:cubicBezTo>
                    <a:pt x="588" y="52"/>
                    <a:pt x="588" y="52"/>
                    <a:pt x="587" y="52"/>
                  </a:cubicBezTo>
                  <a:cubicBezTo>
                    <a:pt x="586" y="52"/>
                    <a:pt x="586" y="54"/>
                    <a:pt x="585" y="61"/>
                  </a:cubicBezTo>
                  <a:cubicBezTo>
                    <a:pt x="585" y="61"/>
                    <a:pt x="580" y="59"/>
                    <a:pt x="577" y="50"/>
                  </a:cubicBezTo>
                  <a:cubicBezTo>
                    <a:pt x="577" y="48"/>
                    <a:pt x="577" y="47"/>
                    <a:pt x="577" y="47"/>
                  </a:cubicBezTo>
                  <a:cubicBezTo>
                    <a:pt x="577" y="47"/>
                    <a:pt x="576" y="53"/>
                    <a:pt x="575" y="59"/>
                  </a:cubicBezTo>
                  <a:cubicBezTo>
                    <a:pt x="575" y="65"/>
                    <a:pt x="574" y="71"/>
                    <a:pt x="573" y="76"/>
                  </a:cubicBezTo>
                  <a:lnTo>
                    <a:pt x="574" y="59"/>
                  </a:lnTo>
                  <a:cubicBezTo>
                    <a:pt x="575" y="50"/>
                    <a:pt x="575" y="50"/>
                    <a:pt x="573" y="50"/>
                  </a:cubicBezTo>
                  <a:lnTo>
                    <a:pt x="572" y="50"/>
                  </a:lnTo>
                  <a:cubicBezTo>
                    <a:pt x="572" y="56"/>
                    <a:pt x="569" y="58"/>
                    <a:pt x="566" y="58"/>
                  </a:cubicBezTo>
                  <a:cubicBezTo>
                    <a:pt x="565" y="58"/>
                    <a:pt x="563" y="57"/>
                    <a:pt x="562" y="57"/>
                  </a:cubicBezTo>
                  <a:cubicBezTo>
                    <a:pt x="560" y="57"/>
                    <a:pt x="559" y="57"/>
                    <a:pt x="557" y="57"/>
                  </a:cubicBezTo>
                  <a:cubicBezTo>
                    <a:pt x="554" y="57"/>
                    <a:pt x="553" y="58"/>
                    <a:pt x="553" y="65"/>
                  </a:cubicBezTo>
                  <a:cubicBezTo>
                    <a:pt x="553" y="69"/>
                    <a:pt x="553" y="71"/>
                    <a:pt x="552" y="71"/>
                  </a:cubicBezTo>
                  <a:cubicBezTo>
                    <a:pt x="551" y="71"/>
                    <a:pt x="551" y="69"/>
                    <a:pt x="549" y="64"/>
                  </a:cubicBezTo>
                  <a:cubicBezTo>
                    <a:pt x="547" y="48"/>
                    <a:pt x="547" y="42"/>
                    <a:pt x="546" y="42"/>
                  </a:cubicBezTo>
                  <a:cubicBezTo>
                    <a:pt x="546" y="42"/>
                    <a:pt x="545" y="44"/>
                    <a:pt x="545" y="47"/>
                  </a:cubicBezTo>
                  <a:cubicBezTo>
                    <a:pt x="546" y="53"/>
                    <a:pt x="546" y="58"/>
                    <a:pt x="545" y="64"/>
                  </a:cubicBezTo>
                  <a:cubicBezTo>
                    <a:pt x="545" y="72"/>
                    <a:pt x="545" y="77"/>
                    <a:pt x="544" y="77"/>
                  </a:cubicBezTo>
                  <a:cubicBezTo>
                    <a:pt x="544" y="77"/>
                    <a:pt x="544" y="72"/>
                    <a:pt x="544" y="64"/>
                  </a:cubicBezTo>
                  <a:cubicBezTo>
                    <a:pt x="544" y="57"/>
                    <a:pt x="543" y="54"/>
                    <a:pt x="540" y="54"/>
                  </a:cubicBezTo>
                  <a:cubicBezTo>
                    <a:pt x="537" y="54"/>
                    <a:pt x="532" y="61"/>
                    <a:pt x="531" y="71"/>
                  </a:cubicBezTo>
                  <a:lnTo>
                    <a:pt x="531" y="62"/>
                  </a:lnTo>
                  <a:cubicBezTo>
                    <a:pt x="533" y="54"/>
                    <a:pt x="531" y="54"/>
                    <a:pt x="528" y="53"/>
                  </a:cubicBezTo>
                  <a:lnTo>
                    <a:pt x="526" y="53"/>
                  </a:lnTo>
                  <a:cubicBezTo>
                    <a:pt x="526" y="60"/>
                    <a:pt x="525" y="62"/>
                    <a:pt x="524" y="62"/>
                  </a:cubicBezTo>
                  <a:cubicBezTo>
                    <a:pt x="523" y="62"/>
                    <a:pt x="521" y="57"/>
                    <a:pt x="521" y="53"/>
                  </a:cubicBezTo>
                  <a:cubicBezTo>
                    <a:pt x="521" y="44"/>
                    <a:pt x="521" y="44"/>
                    <a:pt x="520" y="44"/>
                  </a:cubicBezTo>
                  <a:cubicBezTo>
                    <a:pt x="519" y="51"/>
                    <a:pt x="517" y="53"/>
                    <a:pt x="516" y="53"/>
                  </a:cubicBezTo>
                  <a:cubicBezTo>
                    <a:pt x="515" y="53"/>
                    <a:pt x="514" y="48"/>
                    <a:pt x="514" y="43"/>
                  </a:cubicBezTo>
                  <a:lnTo>
                    <a:pt x="512" y="43"/>
                  </a:lnTo>
                  <a:cubicBezTo>
                    <a:pt x="511" y="50"/>
                    <a:pt x="510" y="50"/>
                    <a:pt x="509" y="50"/>
                  </a:cubicBezTo>
                  <a:cubicBezTo>
                    <a:pt x="507" y="50"/>
                    <a:pt x="506" y="50"/>
                    <a:pt x="507" y="59"/>
                  </a:cubicBezTo>
                  <a:cubicBezTo>
                    <a:pt x="507" y="65"/>
                    <a:pt x="506" y="71"/>
                    <a:pt x="505" y="76"/>
                  </a:cubicBezTo>
                  <a:lnTo>
                    <a:pt x="506" y="67"/>
                  </a:lnTo>
                  <a:cubicBezTo>
                    <a:pt x="506" y="58"/>
                    <a:pt x="503" y="58"/>
                    <a:pt x="500" y="58"/>
                  </a:cubicBezTo>
                  <a:cubicBezTo>
                    <a:pt x="497" y="57"/>
                    <a:pt x="496" y="57"/>
                    <a:pt x="494" y="49"/>
                  </a:cubicBezTo>
                  <a:lnTo>
                    <a:pt x="493" y="57"/>
                  </a:lnTo>
                  <a:cubicBezTo>
                    <a:pt x="493" y="62"/>
                    <a:pt x="492" y="64"/>
                    <a:pt x="492" y="64"/>
                  </a:cubicBezTo>
                  <a:cubicBezTo>
                    <a:pt x="492" y="64"/>
                    <a:pt x="492" y="62"/>
                    <a:pt x="492" y="57"/>
                  </a:cubicBezTo>
                  <a:cubicBezTo>
                    <a:pt x="492" y="53"/>
                    <a:pt x="491" y="50"/>
                    <a:pt x="490" y="50"/>
                  </a:cubicBezTo>
                  <a:cubicBezTo>
                    <a:pt x="489" y="50"/>
                    <a:pt x="488" y="52"/>
                    <a:pt x="487" y="56"/>
                  </a:cubicBezTo>
                  <a:lnTo>
                    <a:pt x="485" y="56"/>
                  </a:lnTo>
                  <a:cubicBezTo>
                    <a:pt x="485" y="48"/>
                    <a:pt x="485" y="43"/>
                    <a:pt x="484" y="43"/>
                  </a:cubicBezTo>
                  <a:cubicBezTo>
                    <a:pt x="484" y="43"/>
                    <a:pt x="483" y="48"/>
                    <a:pt x="482" y="56"/>
                  </a:cubicBezTo>
                  <a:cubicBezTo>
                    <a:pt x="482" y="47"/>
                    <a:pt x="481" y="47"/>
                    <a:pt x="481" y="47"/>
                  </a:cubicBezTo>
                  <a:cubicBezTo>
                    <a:pt x="480" y="51"/>
                    <a:pt x="479" y="53"/>
                    <a:pt x="478" y="53"/>
                  </a:cubicBezTo>
                  <a:cubicBezTo>
                    <a:pt x="477" y="53"/>
                    <a:pt x="476" y="51"/>
                    <a:pt x="477" y="46"/>
                  </a:cubicBezTo>
                  <a:lnTo>
                    <a:pt x="475" y="46"/>
                  </a:lnTo>
                  <a:cubicBezTo>
                    <a:pt x="474" y="55"/>
                    <a:pt x="473" y="55"/>
                    <a:pt x="473" y="55"/>
                  </a:cubicBezTo>
                  <a:cubicBezTo>
                    <a:pt x="472" y="55"/>
                    <a:pt x="471" y="55"/>
                    <a:pt x="470" y="63"/>
                  </a:cubicBezTo>
                  <a:cubicBezTo>
                    <a:pt x="469" y="70"/>
                    <a:pt x="469" y="71"/>
                    <a:pt x="469" y="71"/>
                  </a:cubicBezTo>
                  <a:cubicBezTo>
                    <a:pt x="469" y="71"/>
                    <a:pt x="469" y="71"/>
                    <a:pt x="469" y="71"/>
                  </a:cubicBezTo>
                  <a:cubicBezTo>
                    <a:pt x="469" y="65"/>
                    <a:pt x="469" y="59"/>
                    <a:pt x="470" y="54"/>
                  </a:cubicBezTo>
                  <a:cubicBezTo>
                    <a:pt x="471" y="51"/>
                    <a:pt x="471" y="49"/>
                    <a:pt x="471" y="49"/>
                  </a:cubicBezTo>
                  <a:lnTo>
                    <a:pt x="471" y="49"/>
                  </a:lnTo>
                  <a:cubicBezTo>
                    <a:pt x="470" y="49"/>
                    <a:pt x="468" y="53"/>
                    <a:pt x="466" y="63"/>
                  </a:cubicBezTo>
                  <a:cubicBezTo>
                    <a:pt x="465" y="71"/>
                    <a:pt x="464" y="75"/>
                    <a:pt x="464" y="75"/>
                  </a:cubicBezTo>
                  <a:cubicBezTo>
                    <a:pt x="464" y="75"/>
                    <a:pt x="464" y="71"/>
                    <a:pt x="465" y="63"/>
                  </a:cubicBezTo>
                  <a:cubicBezTo>
                    <a:pt x="466" y="56"/>
                    <a:pt x="467" y="51"/>
                    <a:pt x="467" y="51"/>
                  </a:cubicBezTo>
                  <a:lnTo>
                    <a:pt x="467" y="51"/>
                  </a:lnTo>
                  <a:cubicBezTo>
                    <a:pt x="467" y="51"/>
                    <a:pt x="467" y="52"/>
                    <a:pt x="466" y="54"/>
                  </a:cubicBezTo>
                  <a:cubicBezTo>
                    <a:pt x="466" y="54"/>
                    <a:pt x="464" y="54"/>
                    <a:pt x="464" y="62"/>
                  </a:cubicBezTo>
                  <a:lnTo>
                    <a:pt x="462" y="62"/>
                  </a:lnTo>
                  <a:cubicBezTo>
                    <a:pt x="461" y="53"/>
                    <a:pt x="460" y="53"/>
                    <a:pt x="460" y="53"/>
                  </a:cubicBezTo>
                  <a:cubicBezTo>
                    <a:pt x="459" y="57"/>
                    <a:pt x="459" y="59"/>
                    <a:pt x="459" y="59"/>
                  </a:cubicBezTo>
                  <a:cubicBezTo>
                    <a:pt x="458" y="59"/>
                    <a:pt x="458" y="57"/>
                    <a:pt x="457" y="53"/>
                  </a:cubicBezTo>
                  <a:cubicBezTo>
                    <a:pt x="458" y="49"/>
                    <a:pt x="458" y="47"/>
                    <a:pt x="458" y="47"/>
                  </a:cubicBezTo>
                  <a:lnTo>
                    <a:pt x="458" y="47"/>
                  </a:lnTo>
                  <a:cubicBezTo>
                    <a:pt x="458" y="47"/>
                    <a:pt x="457" y="51"/>
                    <a:pt x="456" y="62"/>
                  </a:cubicBezTo>
                  <a:cubicBezTo>
                    <a:pt x="456" y="65"/>
                    <a:pt x="455" y="67"/>
                    <a:pt x="455" y="67"/>
                  </a:cubicBezTo>
                  <a:cubicBezTo>
                    <a:pt x="455" y="67"/>
                    <a:pt x="455" y="65"/>
                    <a:pt x="454" y="61"/>
                  </a:cubicBezTo>
                  <a:cubicBezTo>
                    <a:pt x="455" y="51"/>
                    <a:pt x="455" y="47"/>
                    <a:pt x="454" y="47"/>
                  </a:cubicBezTo>
                  <a:lnTo>
                    <a:pt x="454" y="47"/>
                  </a:lnTo>
                  <a:cubicBezTo>
                    <a:pt x="454" y="47"/>
                    <a:pt x="454" y="49"/>
                    <a:pt x="454" y="53"/>
                  </a:cubicBezTo>
                  <a:cubicBezTo>
                    <a:pt x="453" y="61"/>
                    <a:pt x="452" y="61"/>
                    <a:pt x="452" y="61"/>
                  </a:cubicBezTo>
                  <a:cubicBezTo>
                    <a:pt x="452" y="66"/>
                    <a:pt x="451" y="72"/>
                    <a:pt x="450" y="77"/>
                  </a:cubicBezTo>
                  <a:lnTo>
                    <a:pt x="450" y="68"/>
                  </a:lnTo>
                  <a:lnTo>
                    <a:pt x="451" y="61"/>
                  </a:lnTo>
                  <a:lnTo>
                    <a:pt x="452" y="61"/>
                  </a:lnTo>
                  <a:cubicBezTo>
                    <a:pt x="453" y="52"/>
                    <a:pt x="446" y="52"/>
                    <a:pt x="439" y="50"/>
                  </a:cubicBezTo>
                  <a:cubicBezTo>
                    <a:pt x="437" y="56"/>
                    <a:pt x="436" y="62"/>
                    <a:pt x="437" y="67"/>
                  </a:cubicBezTo>
                  <a:cubicBezTo>
                    <a:pt x="437" y="74"/>
                    <a:pt x="437" y="77"/>
                    <a:pt x="436" y="77"/>
                  </a:cubicBezTo>
                  <a:cubicBezTo>
                    <a:pt x="436" y="77"/>
                    <a:pt x="436" y="72"/>
                    <a:pt x="436" y="67"/>
                  </a:cubicBezTo>
                  <a:cubicBezTo>
                    <a:pt x="436" y="54"/>
                    <a:pt x="436" y="48"/>
                    <a:pt x="436" y="48"/>
                  </a:cubicBezTo>
                  <a:cubicBezTo>
                    <a:pt x="435" y="48"/>
                    <a:pt x="435" y="54"/>
                    <a:pt x="435" y="67"/>
                  </a:cubicBezTo>
                  <a:cubicBezTo>
                    <a:pt x="435" y="76"/>
                    <a:pt x="435" y="80"/>
                    <a:pt x="435" y="80"/>
                  </a:cubicBezTo>
                  <a:cubicBezTo>
                    <a:pt x="435" y="80"/>
                    <a:pt x="434" y="76"/>
                    <a:pt x="434" y="67"/>
                  </a:cubicBezTo>
                  <a:cubicBezTo>
                    <a:pt x="434" y="63"/>
                    <a:pt x="434" y="60"/>
                    <a:pt x="434" y="60"/>
                  </a:cubicBezTo>
                  <a:cubicBezTo>
                    <a:pt x="434" y="60"/>
                    <a:pt x="433" y="62"/>
                    <a:pt x="433" y="66"/>
                  </a:cubicBezTo>
                  <a:cubicBezTo>
                    <a:pt x="432" y="71"/>
                    <a:pt x="432" y="73"/>
                    <a:pt x="432" y="73"/>
                  </a:cubicBezTo>
                  <a:cubicBezTo>
                    <a:pt x="432" y="73"/>
                    <a:pt x="432" y="71"/>
                    <a:pt x="432" y="66"/>
                  </a:cubicBezTo>
                  <a:cubicBezTo>
                    <a:pt x="432" y="61"/>
                    <a:pt x="431" y="55"/>
                    <a:pt x="431" y="55"/>
                  </a:cubicBezTo>
                  <a:cubicBezTo>
                    <a:pt x="431" y="55"/>
                    <a:pt x="431" y="56"/>
                    <a:pt x="431" y="58"/>
                  </a:cubicBezTo>
                  <a:cubicBezTo>
                    <a:pt x="431" y="58"/>
                    <a:pt x="429" y="57"/>
                    <a:pt x="429" y="49"/>
                  </a:cubicBezTo>
                  <a:cubicBezTo>
                    <a:pt x="429" y="47"/>
                    <a:pt x="429" y="46"/>
                    <a:pt x="429" y="46"/>
                  </a:cubicBezTo>
                  <a:cubicBezTo>
                    <a:pt x="429" y="46"/>
                    <a:pt x="428" y="52"/>
                    <a:pt x="427" y="57"/>
                  </a:cubicBezTo>
                  <a:cubicBezTo>
                    <a:pt x="425" y="66"/>
                    <a:pt x="424" y="70"/>
                    <a:pt x="424" y="70"/>
                  </a:cubicBezTo>
                  <a:cubicBezTo>
                    <a:pt x="424" y="70"/>
                    <a:pt x="424" y="66"/>
                    <a:pt x="425" y="57"/>
                  </a:cubicBezTo>
                  <a:cubicBezTo>
                    <a:pt x="425" y="51"/>
                    <a:pt x="425" y="48"/>
                    <a:pt x="424" y="48"/>
                  </a:cubicBezTo>
                  <a:cubicBezTo>
                    <a:pt x="423" y="48"/>
                    <a:pt x="421" y="55"/>
                    <a:pt x="420" y="65"/>
                  </a:cubicBezTo>
                  <a:cubicBezTo>
                    <a:pt x="420" y="75"/>
                    <a:pt x="419" y="79"/>
                    <a:pt x="419" y="79"/>
                  </a:cubicBezTo>
                  <a:cubicBezTo>
                    <a:pt x="419" y="79"/>
                    <a:pt x="419" y="77"/>
                    <a:pt x="419" y="73"/>
                  </a:cubicBezTo>
                  <a:cubicBezTo>
                    <a:pt x="419" y="65"/>
                    <a:pt x="419" y="65"/>
                    <a:pt x="419" y="65"/>
                  </a:cubicBezTo>
                  <a:cubicBezTo>
                    <a:pt x="418" y="65"/>
                    <a:pt x="417" y="65"/>
                    <a:pt x="418" y="56"/>
                  </a:cubicBezTo>
                  <a:lnTo>
                    <a:pt x="418" y="56"/>
                  </a:lnTo>
                  <a:cubicBezTo>
                    <a:pt x="418" y="56"/>
                    <a:pt x="417" y="56"/>
                    <a:pt x="415" y="64"/>
                  </a:cubicBezTo>
                  <a:cubicBezTo>
                    <a:pt x="414" y="70"/>
                    <a:pt x="413" y="73"/>
                    <a:pt x="413" y="73"/>
                  </a:cubicBezTo>
                  <a:cubicBezTo>
                    <a:pt x="412" y="73"/>
                    <a:pt x="411" y="66"/>
                    <a:pt x="411" y="55"/>
                  </a:cubicBezTo>
                  <a:lnTo>
                    <a:pt x="409" y="64"/>
                  </a:lnTo>
                  <a:cubicBezTo>
                    <a:pt x="409" y="74"/>
                    <a:pt x="408" y="81"/>
                    <a:pt x="407" y="81"/>
                  </a:cubicBezTo>
                  <a:cubicBezTo>
                    <a:pt x="407" y="81"/>
                    <a:pt x="407" y="78"/>
                    <a:pt x="407" y="72"/>
                  </a:cubicBezTo>
                  <a:cubicBezTo>
                    <a:pt x="407" y="71"/>
                    <a:pt x="407" y="69"/>
                    <a:pt x="407" y="68"/>
                  </a:cubicBezTo>
                  <a:lnTo>
                    <a:pt x="407" y="68"/>
                  </a:lnTo>
                  <a:cubicBezTo>
                    <a:pt x="407" y="72"/>
                    <a:pt x="406" y="73"/>
                    <a:pt x="406" y="73"/>
                  </a:cubicBezTo>
                  <a:cubicBezTo>
                    <a:pt x="405" y="73"/>
                    <a:pt x="404" y="65"/>
                    <a:pt x="405" y="55"/>
                  </a:cubicBezTo>
                  <a:cubicBezTo>
                    <a:pt x="405" y="46"/>
                    <a:pt x="405" y="46"/>
                    <a:pt x="404" y="46"/>
                  </a:cubicBezTo>
                  <a:lnTo>
                    <a:pt x="404" y="54"/>
                  </a:lnTo>
                  <a:cubicBezTo>
                    <a:pt x="404" y="61"/>
                    <a:pt x="404" y="66"/>
                    <a:pt x="402" y="72"/>
                  </a:cubicBezTo>
                  <a:cubicBezTo>
                    <a:pt x="401" y="71"/>
                    <a:pt x="400" y="71"/>
                    <a:pt x="401" y="63"/>
                  </a:cubicBezTo>
                  <a:cubicBezTo>
                    <a:pt x="401" y="56"/>
                    <a:pt x="400" y="50"/>
                    <a:pt x="400" y="50"/>
                  </a:cubicBezTo>
                  <a:cubicBezTo>
                    <a:pt x="400" y="50"/>
                    <a:pt x="400" y="51"/>
                    <a:pt x="400" y="54"/>
                  </a:cubicBezTo>
                  <a:cubicBezTo>
                    <a:pt x="400" y="54"/>
                    <a:pt x="399" y="54"/>
                    <a:pt x="399" y="45"/>
                  </a:cubicBezTo>
                  <a:lnTo>
                    <a:pt x="396" y="45"/>
                  </a:lnTo>
                  <a:cubicBezTo>
                    <a:pt x="395" y="49"/>
                    <a:pt x="395" y="51"/>
                    <a:pt x="394" y="51"/>
                  </a:cubicBezTo>
                  <a:cubicBezTo>
                    <a:pt x="394" y="51"/>
                    <a:pt x="393" y="49"/>
                    <a:pt x="393" y="45"/>
                  </a:cubicBezTo>
                  <a:cubicBezTo>
                    <a:pt x="393" y="45"/>
                    <a:pt x="393" y="45"/>
                    <a:pt x="393" y="45"/>
                  </a:cubicBezTo>
                  <a:cubicBezTo>
                    <a:pt x="393" y="45"/>
                    <a:pt x="391" y="45"/>
                    <a:pt x="391" y="53"/>
                  </a:cubicBezTo>
                  <a:cubicBezTo>
                    <a:pt x="389" y="53"/>
                    <a:pt x="389" y="53"/>
                    <a:pt x="389" y="44"/>
                  </a:cubicBezTo>
                  <a:cubicBezTo>
                    <a:pt x="389" y="40"/>
                    <a:pt x="389" y="38"/>
                    <a:pt x="389" y="38"/>
                  </a:cubicBezTo>
                  <a:cubicBezTo>
                    <a:pt x="389" y="38"/>
                    <a:pt x="388" y="40"/>
                    <a:pt x="388" y="44"/>
                  </a:cubicBezTo>
                  <a:cubicBezTo>
                    <a:pt x="388" y="50"/>
                    <a:pt x="387" y="52"/>
                    <a:pt x="387" y="52"/>
                  </a:cubicBezTo>
                  <a:cubicBezTo>
                    <a:pt x="386" y="52"/>
                    <a:pt x="386" y="52"/>
                    <a:pt x="386" y="52"/>
                  </a:cubicBezTo>
                  <a:lnTo>
                    <a:pt x="385" y="52"/>
                  </a:lnTo>
                  <a:cubicBezTo>
                    <a:pt x="385" y="61"/>
                    <a:pt x="385" y="61"/>
                    <a:pt x="383" y="61"/>
                  </a:cubicBezTo>
                  <a:cubicBezTo>
                    <a:pt x="382" y="61"/>
                    <a:pt x="381" y="52"/>
                    <a:pt x="380" y="52"/>
                  </a:cubicBezTo>
                  <a:cubicBezTo>
                    <a:pt x="378" y="52"/>
                    <a:pt x="378" y="52"/>
                    <a:pt x="378" y="59"/>
                  </a:cubicBezTo>
                  <a:cubicBezTo>
                    <a:pt x="377" y="59"/>
                    <a:pt x="374" y="50"/>
                    <a:pt x="372" y="50"/>
                  </a:cubicBezTo>
                  <a:cubicBezTo>
                    <a:pt x="370" y="50"/>
                    <a:pt x="370" y="50"/>
                    <a:pt x="369" y="58"/>
                  </a:cubicBezTo>
                  <a:cubicBezTo>
                    <a:pt x="368" y="48"/>
                    <a:pt x="367" y="44"/>
                    <a:pt x="367" y="44"/>
                  </a:cubicBezTo>
                  <a:cubicBezTo>
                    <a:pt x="367" y="44"/>
                    <a:pt x="367" y="46"/>
                    <a:pt x="367" y="49"/>
                  </a:cubicBezTo>
                  <a:cubicBezTo>
                    <a:pt x="365" y="58"/>
                    <a:pt x="365" y="58"/>
                    <a:pt x="364" y="58"/>
                  </a:cubicBezTo>
                  <a:cubicBezTo>
                    <a:pt x="365" y="54"/>
                    <a:pt x="365" y="51"/>
                    <a:pt x="364" y="51"/>
                  </a:cubicBezTo>
                  <a:lnTo>
                    <a:pt x="364" y="51"/>
                  </a:lnTo>
                  <a:cubicBezTo>
                    <a:pt x="364" y="51"/>
                    <a:pt x="363" y="53"/>
                    <a:pt x="362" y="57"/>
                  </a:cubicBezTo>
                  <a:cubicBezTo>
                    <a:pt x="362" y="57"/>
                    <a:pt x="362" y="57"/>
                    <a:pt x="362" y="49"/>
                  </a:cubicBezTo>
                  <a:lnTo>
                    <a:pt x="361" y="49"/>
                  </a:lnTo>
                  <a:cubicBezTo>
                    <a:pt x="360" y="56"/>
                    <a:pt x="359" y="58"/>
                    <a:pt x="358" y="58"/>
                  </a:cubicBezTo>
                  <a:cubicBezTo>
                    <a:pt x="356" y="58"/>
                    <a:pt x="354" y="53"/>
                    <a:pt x="354" y="48"/>
                  </a:cubicBezTo>
                  <a:cubicBezTo>
                    <a:pt x="354" y="48"/>
                    <a:pt x="353" y="48"/>
                    <a:pt x="352" y="56"/>
                  </a:cubicBezTo>
                  <a:cubicBezTo>
                    <a:pt x="351" y="64"/>
                    <a:pt x="351" y="69"/>
                    <a:pt x="351" y="69"/>
                  </a:cubicBezTo>
                  <a:cubicBezTo>
                    <a:pt x="350" y="69"/>
                    <a:pt x="350" y="64"/>
                    <a:pt x="351" y="56"/>
                  </a:cubicBezTo>
                  <a:cubicBezTo>
                    <a:pt x="351" y="48"/>
                    <a:pt x="351" y="43"/>
                    <a:pt x="351" y="43"/>
                  </a:cubicBezTo>
                  <a:cubicBezTo>
                    <a:pt x="351" y="43"/>
                    <a:pt x="350" y="48"/>
                    <a:pt x="350" y="56"/>
                  </a:cubicBezTo>
                  <a:cubicBezTo>
                    <a:pt x="349" y="59"/>
                    <a:pt x="348" y="61"/>
                    <a:pt x="348" y="61"/>
                  </a:cubicBezTo>
                  <a:cubicBezTo>
                    <a:pt x="347" y="61"/>
                    <a:pt x="346" y="57"/>
                    <a:pt x="346" y="47"/>
                  </a:cubicBezTo>
                  <a:cubicBezTo>
                    <a:pt x="346" y="38"/>
                    <a:pt x="347" y="31"/>
                    <a:pt x="348" y="30"/>
                  </a:cubicBezTo>
                  <a:lnTo>
                    <a:pt x="348" y="30"/>
                  </a:lnTo>
                  <a:cubicBezTo>
                    <a:pt x="346" y="38"/>
                    <a:pt x="345" y="38"/>
                    <a:pt x="345" y="38"/>
                  </a:cubicBezTo>
                  <a:cubicBezTo>
                    <a:pt x="345" y="45"/>
                    <a:pt x="345" y="46"/>
                    <a:pt x="343" y="46"/>
                  </a:cubicBezTo>
                  <a:cubicBezTo>
                    <a:pt x="343" y="46"/>
                    <a:pt x="342" y="46"/>
                    <a:pt x="342" y="46"/>
                  </a:cubicBezTo>
                  <a:cubicBezTo>
                    <a:pt x="341" y="46"/>
                    <a:pt x="338" y="54"/>
                    <a:pt x="336" y="54"/>
                  </a:cubicBezTo>
                  <a:cubicBezTo>
                    <a:pt x="335" y="54"/>
                    <a:pt x="335" y="54"/>
                    <a:pt x="335" y="54"/>
                  </a:cubicBezTo>
                  <a:cubicBezTo>
                    <a:pt x="334" y="54"/>
                    <a:pt x="332" y="54"/>
                    <a:pt x="332" y="45"/>
                  </a:cubicBezTo>
                  <a:cubicBezTo>
                    <a:pt x="331" y="45"/>
                    <a:pt x="330" y="45"/>
                    <a:pt x="328" y="53"/>
                  </a:cubicBezTo>
                  <a:cubicBezTo>
                    <a:pt x="328" y="57"/>
                    <a:pt x="327" y="59"/>
                    <a:pt x="326" y="59"/>
                  </a:cubicBezTo>
                  <a:cubicBezTo>
                    <a:pt x="326" y="59"/>
                    <a:pt x="326" y="57"/>
                    <a:pt x="326" y="53"/>
                  </a:cubicBezTo>
                  <a:lnTo>
                    <a:pt x="325" y="53"/>
                  </a:lnTo>
                  <a:cubicBezTo>
                    <a:pt x="323" y="60"/>
                    <a:pt x="323" y="61"/>
                    <a:pt x="323" y="61"/>
                  </a:cubicBezTo>
                  <a:cubicBezTo>
                    <a:pt x="323" y="61"/>
                    <a:pt x="323" y="61"/>
                    <a:pt x="323" y="61"/>
                  </a:cubicBezTo>
                  <a:cubicBezTo>
                    <a:pt x="323" y="55"/>
                    <a:pt x="323" y="49"/>
                    <a:pt x="322" y="49"/>
                  </a:cubicBezTo>
                  <a:cubicBezTo>
                    <a:pt x="322" y="49"/>
                    <a:pt x="322" y="50"/>
                    <a:pt x="322" y="53"/>
                  </a:cubicBezTo>
                  <a:cubicBezTo>
                    <a:pt x="321" y="61"/>
                    <a:pt x="321" y="61"/>
                    <a:pt x="318" y="61"/>
                  </a:cubicBezTo>
                  <a:cubicBezTo>
                    <a:pt x="318" y="55"/>
                    <a:pt x="309" y="52"/>
                    <a:pt x="302" y="52"/>
                  </a:cubicBezTo>
                  <a:cubicBezTo>
                    <a:pt x="297" y="52"/>
                    <a:pt x="293" y="53"/>
                    <a:pt x="293" y="57"/>
                  </a:cubicBezTo>
                  <a:lnTo>
                    <a:pt x="288" y="57"/>
                  </a:lnTo>
                  <a:cubicBezTo>
                    <a:pt x="289" y="49"/>
                    <a:pt x="288" y="47"/>
                    <a:pt x="287" y="47"/>
                  </a:cubicBezTo>
                  <a:cubicBezTo>
                    <a:pt x="286" y="47"/>
                    <a:pt x="284" y="52"/>
                    <a:pt x="282" y="56"/>
                  </a:cubicBezTo>
                  <a:cubicBezTo>
                    <a:pt x="281" y="64"/>
                    <a:pt x="280" y="64"/>
                    <a:pt x="279" y="64"/>
                  </a:cubicBezTo>
                  <a:cubicBezTo>
                    <a:pt x="280" y="54"/>
                    <a:pt x="279" y="50"/>
                    <a:pt x="278" y="50"/>
                  </a:cubicBezTo>
                  <a:cubicBezTo>
                    <a:pt x="278" y="50"/>
                    <a:pt x="277" y="52"/>
                    <a:pt x="276" y="55"/>
                  </a:cubicBezTo>
                  <a:cubicBezTo>
                    <a:pt x="275" y="63"/>
                    <a:pt x="275" y="68"/>
                    <a:pt x="274" y="68"/>
                  </a:cubicBezTo>
                  <a:cubicBezTo>
                    <a:pt x="274" y="68"/>
                    <a:pt x="274" y="63"/>
                    <a:pt x="275" y="55"/>
                  </a:cubicBezTo>
                  <a:cubicBezTo>
                    <a:pt x="275" y="47"/>
                    <a:pt x="275" y="43"/>
                    <a:pt x="274" y="43"/>
                  </a:cubicBezTo>
                  <a:cubicBezTo>
                    <a:pt x="274" y="43"/>
                    <a:pt x="272" y="49"/>
                    <a:pt x="271" y="63"/>
                  </a:cubicBezTo>
                  <a:cubicBezTo>
                    <a:pt x="271" y="67"/>
                    <a:pt x="270" y="70"/>
                    <a:pt x="270" y="70"/>
                  </a:cubicBezTo>
                  <a:cubicBezTo>
                    <a:pt x="270" y="70"/>
                    <a:pt x="270" y="67"/>
                    <a:pt x="270" y="63"/>
                  </a:cubicBezTo>
                  <a:cubicBezTo>
                    <a:pt x="270" y="53"/>
                    <a:pt x="270" y="49"/>
                    <a:pt x="269" y="49"/>
                  </a:cubicBezTo>
                  <a:cubicBezTo>
                    <a:pt x="269" y="49"/>
                    <a:pt x="269" y="51"/>
                    <a:pt x="269" y="54"/>
                  </a:cubicBezTo>
                  <a:cubicBezTo>
                    <a:pt x="268" y="62"/>
                    <a:pt x="267" y="66"/>
                    <a:pt x="267" y="66"/>
                  </a:cubicBezTo>
                  <a:cubicBezTo>
                    <a:pt x="267" y="66"/>
                    <a:pt x="267" y="62"/>
                    <a:pt x="267" y="54"/>
                  </a:cubicBezTo>
                  <a:cubicBezTo>
                    <a:pt x="266" y="45"/>
                    <a:pt x="266" y="41"/>
                    <a:pt x="266" y="41"/>
                  </a:cubicBezTo>
                  <a:cubicBezTo>
                    <a:pt x="265" y="41"/>
                    <a:pt x="265" y="45"/>
                    <a:pt x="264" y="54"/>
                  </a:cubicBezTo>
                  <a:cubicBezTo>
                    <a:pt x="263" y="62"/>
                    <a:pt x="262" y="66"/>
                    <a:pt x="261" y="66"/>
                  </a:cubicBezTo>
                  <a:cubicBezTo>
                    <a:pt x="261" y="66"/>
                    <a:pt x="260" y="62"/>
                    <a:pt x="260" y="53"/>
                  </a:cubicBezTo>
                  <a:cubicBezTo>
                    <a:pt x="259" y="53"/>
                    <a:pt x="259" y="49"/>
                    <a:pt x="259" y="49"/>
                  </a:cubicBezTo>
                  <a:cubicBezTo>
                    <a:pt x="258" y="49"/>
                    <a:pt x="258" y="50"/>
                    <a:pt x="258" y="53"/>
                  </a:cubicBezTo>
                  <a:lnTo>
                    <a:pt x="258" y="44"/>
                  </a:lnTo>
                  <a:lnTo>
                    <a:pt x="257" y="44"/>
                  </a:lnTo>
                  <a:lnTo>
                    <a:pt x="256" y="53"/>
                  </a:lnTo>
                  <a:cubicBezTo>
                    <a:pt x="256" y="53"/>
                    <a:pt x="251" y="44"/>
                    <a:pt x="245" y="43"/>
                  </a:cubicBezTo>
                  <a:cubicBezTo>
                    <a:pt x="243" y="42"/>
                    <a:pt x="242" y="42"/>
                    <a:pt x="240" y="42"/>
                  </a:cubicBezTo>
                  <a:cubicBezTo>
                    <a:pt x="237" y="42"/>
                    <a:pt x="236" y="44"/>
                    <a:pt x="236" y="50"/>
                  </a:cubicBezTo>
                  <a:cubicBezTo>
                    <a:pt x="236" y="59"/>
                    <a:pt x="236" y="63"/>
                    <a:pt x="236" y="63"/>
                  </a:cubicBezTo>
                  <a:cubicBezTo>
                    <a:pt x="236" y="63"/>
                    <a:pt x="235" y="59"/>
                    <a:pt x="235" y="50"/>
                  </a:cubicBezTo>
                  <a:cubicBezTo>
                    <a:pt x="234" y="49"/>
                    <a:pt x="233" y="41"/>
                    <a:pt x="232" y="41"/>
                  </a:cubicBezTo>
                  <a:cubicBezTo>
                    <a:pt x="230" y="40"/>
                    <a:pt x="229" y="40"/>
                    <a:pt x="229" y="32"/>
                  </a:cubicBezTo>
                  <a:lnTo>
                    <a:pt x="229" y="31"/>
                  </a:lnTo>
                  <a:cubicBezTo>
                    <a:pt x="227" y="41"/>
                    <a:pt x="225" y="45"/>
                    <a:pt x="223" y="45"/>
                  </a:cubicBezTo>
                  <a:cubicBezTo>
                    <a:pt x="222" y="45"/>
                    <a:pt x="221" y="43"/>
                    <a:pt x="220" y="39"/>
                  </a:cubicBezTo>
                  <a:cubicBezTo>
                    <a:pt x="217" y="39"/>
                    <a:pt x="217" y="39"/>
                    <a:pt x="215" y="47"/>
                  </a:cubicBezTo>
                  <a:cubicBezTo>
                    <a:pt x="214" y="52"/>
                    <a:pt x="213" y="54"/>
                    <a:pt x="213" y="54"/>
                  </a:cubicBezTo>
                  <a:cubicBezTo>
                    <a:pt x="213" y="54"/>
                    <a:pt x="213" y="52"/>
                    <a:pt x="213" y="47"/>
                  </a:cubicBezTo>
                  <a:cubicBezTo>
                    <a:pt x="213" y="42"/>
                    <a:pt x="212" y="37"/>
                    <a:pt x="211" y="37"/>
                  </a:cubicBezTo>
                  <a:cubicBezTo>
                    <a:pt x="210" y="37"/>
                    <a:pt x="209" y="39"/>
                    <a:pt x="208" y="47"/>
                  </a:cubicBezTo>
                  <a:lnTo>
                    <a:pt x="208" y="38"/>
                  </a:lnTo>
                  <a:cubicBezTo>
                    <a:pt x="208" y="35"/>
                    <a:pt x="208" y="34"/>
                    <a:pt x="207" y="34"/>
                  </a:cubicBezTo>
                  <a:cubicBezTo>
                    <a:pt x="207" y="34"/>
                    <a:pt x="206" y="40"/>
                    <a:pt x="206" y="46"/>
                  </a:cubicBezTo>
                  <a:cubicBezTo>
                    <a:pt x="206" y="54"/>
                    <a:pt x="205" y="58"/>
                    <a:pt x="205" y="58"/>
                  </a:cubicBezTo>
                  <a:cubicBezTo>
                    <a:pt x="205" y="58"/>
                    <a:pt x="205" y="52"/>
                    <a:pt x="205" y="38"/>
                  </a:cubicBezTo>
                  <a:cubicBezTo>
                    <a:pt x="206" y="28"/>
                    <a:pt x="206" y="23"/>
                    <a:pt x="205" y="23"/>
                  </a:cubicBezTo>
                  <a:lnTo>
                    <a:pt x="205" y="23"/>
                  </a:lnTo>
                  <a:cubicBezTo>
                    <a:pt x="205" y="23"/>
                    <a:pt x="205" y="25"/>
                    <a:pt x="205" y="29"/>
                  </a:cubicBezTo>
                  <a:cubicBezTo>
                    <a:pt x="204" y="35"/>
                    <a:pt x="203" y="41"/>
                    <a:pt x="203" y="41"/>
                  </a:cubicBezTo>
                  <a:cubicBezTo>
                    <a:pt x="202" y="41"/>
                    <a:pt x="202" y="40"/>
                    <a:pt x="202" y="37"/>
                  </a:cubicBezTo>
                  <a:cubicBezTo>
                    <a:pt x="202" y="37"/>
                    <a:pt x="201" y="37"/>
                    <a:pt x="199" y="54"/>
                  </a:cubicBezTo>
                  <a:cubicBezTo>
                    <a:pt x="199" y="63"/>
                    <a:pt x="198" y="63"/>
                    <a:pt x="198" y="63"/>
                  </a:cubicBezTo>
                  <a:cubicBezTo>
                    <a:pt x="198" y="57"/>
                    <a:pt x="198" y="52"/>
                    <a:pt x="199" y="46"/>
                  </a:cubicBezTo>
                  <a:lnTo>
                    <a:pt x="198" y="45"/>
                  </a:lnTo>
                  <a:cubicBezTo>
                    <a:pt x="196" y="39"/>
                    <a:pt x="196" y="34"/>
                    <a:pt x="196" y="28"/>
                  </a:cubicBezTo>
                  <a:cubicBezTo>
                    <a:pt x="196" y="24"/>
                    <a:pt x="196" y="22"/>
                    <a:pt x="196" y="22"/>
                  </a:cubicBezTo>
                  <a:close/>
                  <a:moveTo>
                    <a:pt x="9" y="210"/>
                  </a:moveTo>
                  <a:cubicBezTo>
                    <a:pt x="9" y="210"/>
                    <a:pt x="8" y="218"/>
                    <a:pt x="8" y="227"/>
                  </a:cubicBezTo>
                  <a:lnTo>
                    <a:pt x="9" y="227"/>
                  </a:lnTo>
                  <a:cubicBezTo>
                    <a:pt x="10" y="221"/>
                    <a:pt x="10" y="215"/>
                    <a:pt x="10" y="210"/>
                  </a:cubicBezTo>
                  <a:close/>
                  <a:moveTo>
                    <a:pt x="173" y="282"/>
                  </a:moveTo>
                  <a:cubicBezTo>
                    <a:pt x="173" y="282"/>
                    <a:pt x="171" y="290"/>
                    <a:pt x="171" y="298"/>
                  </a:cubicBezTo>
                  <a:cubicBezTo>
                    <a:pt x="171" y="302"/>
                    <a:pt x="171" y="304"/>
                    <a:pt x="171" y="304"/>
                  </a:cubicBezTo>
                  <a:cubicBezTo>
                    <a:pt x="171" y="304"/>
                    <a:pt x="172" y="300"/>
                    <a:pt x="173" y="290"/>
                  </a:cubicBezTo>
                  <a:cubicBezTo>
                    <a:pt x="174" y="282"/>
                    <a:pt x="174" y="282"/>
                    <a:pt x="173" y="28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33"/>
            <p:cNvSpPr/>
            <p:nvPr/>
          </p:nvSpPr>
          <p:spPr>
            <a:xfrm>
              <a:off x="3308877" y="2714706"/>
              <a:ext cx="64131" cy="30367"/>
            </a:xfrm>
            <a:custGeom>
              <a:avLst/>
              <a:gdLst/>
              <a:ahLst/>
              <a:cxnLst/>
              <a:rect l="l" t="t" r="r" b="b"/>
              <a:pathLst>
                <a:path w="642" h="304" extrusionOk="0">
                  <a:moveTo>
                    <a:pt x="184" y="0"/>
                  </a:moveTo>
                  <a:cubicBezTo>
                    <a:pt x="182" y="0"/>
                    <a:pt x="182" y="0"/>
                    <a:pt x="183" y="9"/>
                  </a:cubicBezTo>
                  <a:lnTo>
                    <a:pt x="184" y="9"/>
                  </a:lnTo>
                  <a:cubicBezTo>
                    <a:pt x="184" y="0"/>
                    <a:pt x="184" y="0"/>
                    <a:pt x="184" y="0"/>
                  </a:cubicBezTo>
                  <a:close/>
                  <a:moveTo>
                    <a:pt x="28" y="40"/>
                  </a:moveTo>
                  <a:lnTo>
                    <a:pt x="28" y="49"/>
                  </a:lnTo>
                  <a:lnTo>
                    <a:pt x="29" y="49"/>
                  </a:lnTo>
                  <a:cubicBezTo>
                    <a:pt x="29" y="40"/>
                    <a:pt x="29" y="40"/>
                    <a:pt x="29" y="40"/>
                  </a:cubicBezTo>
                  <a:close/>
                  <a:moveTo>
                    <a:pt x="141" y="46"/>
                  </a:moveTo>
                  <a:cubicBezTo>
                    <a:pt x="141" y="52"/>
                    <a:pt x="141" y="58"/>
                    <a:pt x="141" y="58"/>
                  </a:cubicBezTo>
                  <a:cubicBezTo>
                    <a:pt x="141" y="58"/>
                    <a:pt x="141" y="57"/>
                    <a:pt x="141" y="55"/>
                  </a:cubicBezTo>
                  <a:lnTo>
                    <a:pt x="141" y="46"/>
                  </a:lnTo>
                  <a:close/>
                  <a:moveTo>
                    <a:pt x="407" y="59"/>
                  </a:moveTo>
                  <a:cubicBezTo>
                    <a:pt x="407" y="59"/>
                    <a:pt x="407" y="62"/>
                    <a:pt x="406" y="67"/>
                  </a:cubicBezTo>
                  <a:lnTo>
                    <a:pt x="406" y="67"/>
                  </a:lnTo>
                  <a:cubicBezTo>
                    <a:pt x="407" y="66"/>
                    <a:pt x="407" y="64"/>
                    <a:pt x="407" y="63"/>
                  </a:cubicBezTo>
                  <a:cubicBezTo>
                    <a:pt x="407" y="60"/>
                    <a:pt x="407" y="59"/>
                    <a:pt x="407" y="59"/>
                  </a:cubicBezTo>
                  <a:close/>
                  <a:moveTo>
                    <a:pt x="182" y="68"/>
                  </a:moveTo>
                  <a:lnTo>
                    <a:pt x="182" y="68"/>
                  </a:lnTo>
                  <a:cubicBezTo>
                    <a:pt x="181" y="71"/>
                    <a:pt x="181" y="72"/>
                    <a:pt x="181" y="72"/>
                  </a:cubicBezTo>
                  <a:cubicBezTo>
                    <a:pt x="181" y="72"/>
                    <a:pt x="181" y="68"/>
                    <a:pt x="182" y="68"/>
                  </a:cubicBezTo>
                  <a:close/>
                  <a:moveTo>
                    <a:pt x="285" y="56"/>
                  </a:moveTo>
                  <a:cubicBezTo>
                    <a:pt x="285" y="62"/>
                    <a:pt x="285" y="67"/>
                    <a:pt x="284" y="73"/>
                  </a:cubicBezTo>
                  <a:lnTo>
                    <a:pt x="283" y="73"/>
                  </a:lnTo>
                  <a:cubicBezTo>
                    <a:pt x="283" y="64"/>
                    <a:pt x="284" y="56"/>
                    <a:pt x="284" y="56"/>
                  </a:cubicBezTo>
                  <a:close/>
                  <a:moveTo>
                    <a:pt x="167" y="58"/>
                  </a:moveTo>
                  <a:cubicBezTo>
                    <a:pt x="166" y="66"/>
                    <a:pt x="167" y="75"/>
                    <a:pt x="167" y="75"/>
                  </a:cubicBezTo>
                  <a:cubicBezTo>
                    <a:pt x="167" y="75"/>
                    <a:pt x="168" y="66"/>
                    <a:pt x="168" y="66"/>
                  </a:cubicBezTo>
                  <a:cubicBezTo>
                    <a:pt x="168" y="66"/>
                    <a:pt x="168" y="58"/>
                    <a:pt x="167" y="58"/>
                  </a:cubicBezTo>
                  <a:close/>
                  <a:moveTo>
                    <a:pt x="451" y="59"/>
                  </a:moveTo>
                  <a:cubicBezTo>
                    <a:pt x="451" y="65"/>
                    <a:pt x="450" y="72"/>
                    <a:pt x="449" y="77"/>
                  </a:cubicBezTo>
                  <a:lnTo>
                    <a:pt x="449" y="68"/>
                  </a:lnTo>
                  <a:lnTo>
                    <a:pt x="450" y="59"/>
                  </a:lnTo>
                  <a:close/>
                  <a:moveTo>
                    <a:pt x="441" y="67"/>
                  </a:moveTo>
                  <a:cubicBezTo>
                    <a:pt x="441" y="67"/>
                    <a:pt x="441" y="67"/>
                    <a:pt x="441" y="76"/>
                  </a:cubicBezTo>
                  <a:cubicBezTo>
                    <a:pt x="441" y="76"/>
                    <a:pt x="441" y="84"/>
                    <a:pt x="440" y="84"/>
                  </a:cubicBezTo>
                  <a:lnTo>
                    <a:pt x="440" y="75"/>
                  </a:lnTo>
                  <a:cubicBezTo>
                    <a:pt x="440" y="67"/>
                    <a:pt x="441" y="67"/>
                    <a:pt x="441" y="67"/>
                  </a:cubicBezTo>
                  <a:close/>
                  <a:moveTo>
                    <a:pt x="25" y="88"/>
                  </a:moveTo>
                  <a:cubicBezTo>
                    <a:pt x="25" y="88"/>
                    <a:pt x="25" y="89"/>
                    <a:pt x="25" y="91"/>
                  </a:cubicBezTo>
                  <a:lnTo>
                    <a:pt x="25" y="91"/>
                  </a:lnTo>
                  <a:cubicBezTo>
                    <a:pt x="25" y="89"/>
                    <a:pt x="25" y="88"/>
                    <a:pt x="25" y="88"/>
                  </a:cubicBezTo>
                  <a:close/>
                  <a:moveTo>
                    <a:pt x="158" y="82"/>
                  </a:moveTo>
                  <a:cubicBezTo>
                    <a:pt x="159" y="83"/>
                    <a:pt x="159" y="83"/>
                    <a:pt x="158" y="91"/>
                  </a:cubicBezTo>
                  <a:lnTo>
                    <a:pt x="157" y="82"/>
                  </a:lnTo>
                  <a:close/>
                  <a:moveTo>
                    <a:pt x="104" y="75"/>
                  </a:moveTo>
                  <a:lnTo>
                    <a:pt x="104" y="84"/>
                  </a:lnTo>
                  <a:lnTo>
                    <a:pt x="103" y="92"/>
                  </a:lnTo>
                  <a:lnTo>
                    <a:pt x="103" y="84"/>
                  </a:lnTo>
                  <a:cubicBezTo>
                    <a:pt x="103" y="75"/>
                    <a:pt x="104" y="75"/>
                    <a:pt x="104" y="75"/>
                  </a:cubicBezTo>
                  <a:close/>
                  <a:moveTo>
                    <a:pt x="126" y="64"/>
                  </a:moveTo>
                  <a:lnTo>
                    <a:pt x="126" y="64"/>
                  </a:lnTo>
                  <a:cubicBezTo>
                    <a:pt x="126" y="64"/>
                    <a:pt x="126" y="69"/>
                    <a:pt x="125" y="79"/>
                  </a:cubicBezTo>
                  <a:lnTo>
                    <a:pt x="123" y="95"/>
                  </a:lnTo>
                  <a:cubicBezTo>
                    <a:pt x="122" y="86"/>
                    <a:pt x="123" y="79"/>
                    <a:pt x="124" y="70"/>
                  </a:cubicBezTo>
                  <a:cubicBezTo>
                    <a:pt x="125" y="66"/>
                    <a:pt x="126" y="64"/>
                    <a:pt x="126" y="64"/>
                  </a:cubicBezTo>
                  <a:close/>
                  <a:moveTo>
                    <a:pt x="16" y="81"/>
                  </a:moveTo>
                  <a:cubicBezTo>
                    <a:pt x="16" y="81"/>
                    <a:pt x="16" y="82"/>
                    <a:pt x="17" y="82"/>
                  </a:cubicBezTo>
                  <a:cubicBezTo>
                    <a:pt x="17" y="82"/>
                    <a:pt x="17" y="82"/>
                    <a:pt x="17" y="90"/>
                  </a:cubicBezTo>
                  <a:cubicBezTo>
                    <a:pt x="17" y="90"/>
                    <a:pt x="16" y="99"/>
                    <a:pt x="14" y="99"/>
                  </a:cubicBezTo>
                  <a:lnTo>
                    <a:pt x="14" y="90"/>
                  </a:lnTo>
                  <a:cubicBezTo>
                    <a:pt x="14" y="83"/>
                    <a:pt x="15" y="81"/>
                    <a:pt x="16" y="81"/>
                  </a:cubicBezTo>
                  <a:close/>
                  <a:moveTo>
                    <a:pt x="152" y="78"/>
                  </a:moveTo>
                  <a:cubicBezTo>
                    <a:pt x="152" y="78"/>
                    <a:pt x="152" y="86"/>
                    <a:pt x="151" y="99"/>
                  </a:cubicBezTo>
                  <a:lnTo>
                    <a:pt x="150" y="99"/>
                  </a:lnTo>
                  <a:cubicBezTo>
                    <a:pt x="149" y="93"/>
                    <a:pt x="150" y="88"/>
                    <a:pt x="151" y="82"/>
                  </a:cubicBezTo>
                  <a:cubicBezTo>
                    <a:pt x="152" y="79"/>
                    <a:pt x="152" y="78"/>
                    <a:pt x="152" y="78"/>
                  </a:cubicBezTo>
                  <a:close/>
                  <a:moveTo>
                    <a:pt x="532" y="79"/>
                  </a:moveTo>
                  <a:cubicBezTo>
                    <a:pt x="532" y="79"/>
                    <a:pt x="532" y="79"/>
                    <a:pt x="532" y="88"/>
                  </a:cubicBezTo>
                  <a:cubicBezTo>
                    <a:pt x="532" y="93"/>
                    <a:pt x="530" y="99"/>
                    <a:pt x="529" y="104"/>
                  </a:cubicBezTo>
                  <a:cubicBezTo>
                    <a:pt x="529" y="95"/>
                    <a:pt x="529" y="88"/>
                    <a:pt x="532" y="79"/>
                  </a:cubicBezTo>
                  <a:close/>
                  <a:moveTo>
                    <a:pt x="197" y="91"/>
                  </a:moveTo>
                  <a:cubicBezTo>
                    <a:pt x="197" y="91"/>
                    <a:pt x="197" y="95"/>
                    <a:pt x="197" y="104"/>
                  </a:cubicBezTo>
                  <a:cubicBezTo>
                    <a:pt x="197" y="113"/>
                    <a:pt x="197" y="113"/>
                    <a:pt x="196" y="113"/>
                  </a:cubicBezTo>
                  <a:cubicBezTo>
                    <a:pt x="196" y="113"/>
                    <a:pt x="196" y="104"/>
                    <a:pt x="196" y="97"/>
                  </a:cubicBezTo>
                  <a:cubicBezTo>
                    <a:pt x="197" y="93"/>
                    <a:pt x="197" y="91"/>
                    <a:pt x="197" y="91"/>
                  </a:cubicBezTo>
                  <a:close/>
                  <a:moveTo>
                    <a:pt x="203" y="97"/>
                  </a:moveTo>
                  <a:cubicBezTo>
                    <a:pt x="203" y="102"/>
                    <a:pt x="203" y="108"/>
                    <a:pt x="202" y="113"/>
                  </a:cubicBezTo>
                  <a:lnTo>
                    <a:pt x="202" y="105"/>
                  </a:lnTo>
                  <a:lnTo>
                    <a:pt x="203" y="97"/>
                  </a:lnTo>
                  <a:close/>
                  <a:moveTo>
                    <a:pt x="637" y="77"/>
                  </a:moveTo>
                  <a:cubicBezTo>
                    <a:pt x="638" y="77"/>
                    <a:pt x="637" y="89"/>
                    <a:pt x="636" y="101"/>
                  </a:cubicBezTo>
                  <a:cubicBezTo>
                    <a:pt x="635" y="109"/>
                    <a:pt x="634" y="114"/>
                    <a:pt x="634" y="114"/>
                  </a:cubicBezTo>
                  <a:cubicBezTo>
                    <a:pt x="634" y="114"/>
                    <a:pt x="634" y="109"/>
                    <a:pt x="635" y="101"/>
                  </a:cubicBezTo>
                  <a:cubicBezTo>
                    <a:pt x="635" y="95"/>
                    <a:pt x="635" y="90"/>
                    <a:pt x="636" y="84"/>
                  </a:cubicBezTo>
                  <a:cubicBezTo>
                    <a:pt x="637" y="79"/>
                    <a:pt x="637" y="77"/>
                    <a:pt x="637" y="77"/>
                  </a:cubicBezTo>
                  <a:close/>
                  <a:moveTo>
                    <a:pt x="24" y="83"/>
                  </a:moveTo>
                  <a:cubicBezTo>
                    <a:pt x="24" y="83"/>
                    <a:pt x="24" y="83"/>
                    <a:pt x="25" y="83"/>
                  </a:cubicBezTo>
                  <a:cubicBezTo>
                    <a:pt x="26" y="83"/>
                    <a:pt x="26" y="83"/>
                    <a:pt x="26" y="91"/>
                  </a:cubicBezTo>
                  <a:lnTo>
                    <a:pt x="25" y="91"/>
                  </a:lnTo>
                  <a:cubicBezTo>
                    <a:pt x="25" y="93"/>
                    <a:pt x="25" y="96"/>
                    <a:pt x="25" y="100"/>
                  </a:cubicBezTo>
                  <a:cubicBezTo>
                    <a:pt x="25" y="108"/>
                    <a:pt x="23" y="117"/>
                    <a:pt x="23" y="117"/>
                  </a:cubicBezTo>
                  <a:cubicBezTo>
                    <a:pt x="22" y="111"/>
                    <a:pt x="22" y="105"/>
                    <a:pt x="23" y="100"/>
                  </a:cubicBezTo>
                  <a:cubicBezTo>
                    <a:pt x="23" y="86"/>
                    <a:pt x="23" y="83"/>
                    <a:pt x="24" y="83"/>
                  </a:cubicBezTo>
                  <a:close/>
                  <a:moveTo>
                    <a:pt x="130" y="104"/>
                  </a:moveTo>
                  <a:cubicBezTo>
                    <a:pt x="130" y="110"/>
                    <a:pt x="130" y="116"/>
                    <a:pt x="129" y="121"/>
                  </a:cubicBezTo>
                  <a:lnTo>
                    <a:pt x="128" y="121"/>
                  </a:lnTo>
                  <a:cubicBezTo>
                    <a:pt x="128" y="113"/>
                    <a:pt x="129" y="104"/>
                    <a:pt x="129" y="104"/>
                  </a:cubicBezTo>
                  <a:close/>
                  <a:moveTo>
                    <a:pt x="474" y="105"/>
                  </a:moveTo>
                  <a:cubicBezTo>
                    <a:pt x="475" y="105"/>
                    <a:pt x="474" y="114"/>
                    <a:pt x="474" y="114"/>
                  </a:cubicBezTo>
                  <a:cubicBezTo>
                    <a:pt x="474" y="114"/>
                    <a:pt x="474" y="122"/>
                    <a:pt x="473" y="122"/>
                  </a:cubicBezTo>
                  <a:cubicBezTo>
                    <a:pt x="473" y="122"/>
                    <a:pt x="473" y="122"/>
                    <a:pt x="473" y="122"/>
                  </a:cubicBezTo>
                  <a:cubicBezTo>
                    <a:pt x="473" y="121"/>
                    <a:pt x="473" y="113"/>
                    <a:pt x="473" y="105"/>
                  </a:cubicBezTo>
                  <a:close/>
                  <a:moveTo>
                    <a:pt x="184" y="111"/>
                  </a:moveTo>
                  <a:cubicBezTo>
                    <a:pt x="185" y="111"/>
                    <a:pt x="184" y="120"/>
                    <a:pt x="184" y="120"/>
                  </a:cubicBezTo>
                  <a:cubicBezTo>
                    <a:pt x="184" y="123"/>
                    <a:pt x="184" y="124"/>
                    <a:pt x="184" y="124"/>
                  </a:cubicBezTo>
                  <a:cubicBezTo>
                    <a:pt x="184" y="124"/>
                    <a:pt x="183" y="120"/>
                    <a:pt x="183" y="120"/>
                  </a:cubicBezTo>
                  <a:cubicBezTo>
                    <a:pt x="183" y="111"/>
                    <a:pt x="183" y="111"/>
                    <a:pt x="184" y="111"/>
                  </a:cubicBezTo>
                  <a:close/>
                  <a:moveTo>
                    <a:pt x="293" y="108"/>
                  </a:moveTo>
                  <a:cubicBezTo>
                    <a:pt x="293" y="113"/>
                    <a:pt x="293" y="120"/>
                    <a:pt x="290" y="126"/>
                  </a:cubicBezTo>
                  <a:lnTo>
                    <a:pt x="290" y="117"/>
                  </a:lnTo>
                  <a:lnTo>
                    <a:pt x="292" y="108"/>
                  </a:lnTo>
                  <a:close/>
                  <a:moveTo>
                    <a:pt x="107" y="89"/>
                  </a:moveTo>
                  <a:cubicBezTo>
                    <a:pt x="108" y="89"/>
                    <a:pt x="108" y="94"/>
                    <a:pt x="108" y="102"/>
                  </a:cubicBezTo>
                  <a:cubicBezTo>
                    <a:pt x="108" y="110"/>
                    <a:pt x="106" y="119"/>
                    <a:pt x="104" y="127"/>
                  </a:cubicBezTo>
                  <a:lnTo>
                    <a:pt x="103" y="127"/>
                  </a:lnTo>
                  <a:cubicBezTo>
                    <a:pt x="103" y="127"/>
                    <a:pt x="104" y="118"/>
                    <a:pt x="105" y="110"/>
                  </a:cubicBezTo>
                  <a:cubicBezTo>
                    <a:pt x="107" y="96"/>
                    <a:pt x="107" y="89"/>
                    <a:pt x="107" y="89"/>
                  </a:cubicBezTo>
                  <a:close/>
                  <a:moveTo>
                    <a:pt x="169" y="110"/>
                  </a:moveTo>
                  <a:cubicBezTo>
                    <a:pt x="170" y="110"/>
                    <a:pt x="171" y="110"/>
                    <a:pt x="170" y="118"/>
                  </a:cubicBezTo>
                  <a:cubicBezTo>
                    <a:pt x="170" y="118"/>
                    <a:pt x="170" y="127"/>
                    <a:pt x="169" y="127"/>
                  </a:cubicBezTo>
                  <a:cubicBezTo>
                    <a:pt x="169" y="123"/>
                    <a:pt x="168" y="121"/>
                    <a:pt x="168" y="118"/>
                  </a:cubicBezTo>
                  <a:cubicBezTo>
                    <a:pt x="169" y="110"/>
                    <a:pt x="169" y="110"/>
                    <a:pt x="169" y="110"/>
                  </a:cubicBezTo>
                  <a:close/>
                  <a:moveTo>
                    <a:pt x="376" y="110"/>
                  </a:moveTo>
                  <a:cubicBezTo>
                    <a:pt x="376" y="116"/>
                    <a:pt x="376" y="121"/>
                    <a:pt x="375" y="127"/>
                  </a:cubicBezTo>
                  <a:lnTo>
                    <a:pt x="373" y="127"/>
                  </a:lnTo>
                  <a:cubicBezTo>
                    <a:pt x="375" y="119"/>
                    <a:pt x="376" y="110"/>
                    <a:pt x="376" y="110"/>
                  </a:cubicBezTo>
                  <a:close/>
                  <a:moveTo>
                    <a:pt x="71" y="115"/>
                  </a:moveTo>
                  <a:cubicBezTo>
                    <a:pt x="75" y="118"/>
                    <a:pt x="75" y="124"/>
                    <a:pt x="72" y="128"/>
                  </a:cubicBezTo>
                  <a:lnTo>
                    <a:pt x="72" y="128"/>
                  </a:lnTo>
                  <a:cubicBezTo>
                    <a:pt x="72" y="126"/>
                    <a:pt x="72" y="124"/>
                    <a:pt x="72" y="122"/>
                  </a:cubicBezTo>
                  <a:cubicBezTo>
                    <a:pt x="72" y="118"/>
                    <a:pt x="72" y="116"/>
                    <a:pt x="71" y="115"/>
                  </a:cubicBezTo>
                  <a:close/>
                  <a:moveTo>
                    <a:pt x="453" y="114"/>
                  </a:moveTo>
                  <a:cubicBezTo>
                    <a:pt x="454" y="114"/>
                    <a:pt x="454" y="116"/>
                    <a:pt x="454" y="120"/>
                  </a:cubicBezTo>
                  <a:cubicBezTo>
                    <a:pt x="453" y="129"/>
                    <a:pt x="453" y="129"/>
                    <a:pt x="453" y="129"/>
                  </a:cubicBezTo>
                  <a:cubicBezTo>
                    <a:pt x="451" y="129"/>
                    <a:pt x="451" y="129"/>
                    <a:pt x="453" y="120"/>
                  </a:cubicBezTo>
                  <a:lnTo>
                    <a:pt x="452" y="120"/>
                  </a:lnTo>
                  <a:cubicBezTo>
                    <a:pt x="452" y="116"/>
                    <a:pt x="453" y="114"/>
                    <a:pt x="453" y="114"/>
                  </a:cubicBezTo>
                  <a:close/>
                  <a:moveTo>
                    <a:pt x="459" y="121"/>
                  </a:moveTo>
                  <a:cubicBezTo>
                    <a:pt x="459" y="121"/>
                    <a:pt x="459" y="121"/>
                    <a:pt x="459" y="129"/>
                  </a:cubicBezTo>
                  <a:lnTo>
                    <a:pt x="458" y="129"/>
                  </a:lnTo>
                  <a:lnTo>
                    <a:pt x="458" y="121"/>
                  </a:lnTo>
                  <a:close/>
                  <a:moveTo>
                    <a:pt x="465" y="122"/>
                  </a:moveTo>
                  <a:cubicBezTo>
                    <a:pt x="467" y="122"/>
                    <a:pt x="467" y="122"/>
                    <a:pt x="467" y="130"/>
                  </a:cubicBezTo>
                  <a:lnTo>
                    <a:pt x="465" y="130"/>
                  </a:lnTo>
                  <a:lnTo>
                    <a:pt x="465" y="122"/>
                  </a:lnTo>
                  <a:close/>
                  <a:moveTo>
                    <a:pt x="505" y="106"/>
                  </a:moveTo>
                  <a:cubicBezTo>
                    <a:pt x="505" y="106"/>
                    <a:pt x="505" y="107"/>
                    <a:pt x="505" y="110"/>
                  </a:cubicBezTo>
                  <a:cubicBezTo>
                    <a:pt x="505" y="110"/>
                    <a:pt x="505" y="118"/>
                    <a:pt x="504" y="127"/>
                  </a:cubicBezTo>
                  <a:cubicBezTo>
                    <a:pt x="504" y="127"/>
                    <a:pt x="503" y="130"/>
                    <a:pt x="503" y="130"/>
                  </a:cubicBezTo>
                  <a:cubicBezTo>
                    <a:pt x="503" y="130"/>
                    <a:pt x="502" y="129"/>
                    <a:pt x="502" y="127"/>
                  </a:cubicBezTo>
                  <a:lnTo>
                    <a:pt x="504" y="118"/>
                  </a:lnTo>
                  <a:cubicBezTo>
                    <a:pt x="504" y="112"/>
                    <a:pt x="505" y="106"/>
                    <a:pt x="505" y="106"/>
                  </a:cubicBezTo>
                  <a:close/>
                  <a:moveTo>
                    <a:pt x="344" y="114"/>
                  </a:moveTo>
                  <a:cubicBezTo>
                    <a:pt x="345" y="116"/>
                    <a:pt x="345" y="116"/>
                    <a:pt x="345" y="123"/>
                  </a:cubicBezTo>
                  <a:cubicBezTo>
                    <a:pt x="345" y="130"/>
                    <a:pt x="344" y="132"/>
                    <a:pt x="343" y="132"/>
                  </a:cubicBezTo>
                  <a:cubicBezTo>
                    <a:pt x="343" y="132"/>
                    <a:pt x="343" y="132"/>
                    <a:pt x="343" y="131"/>
                  </a:cubicBezTo>
                  <a:cubicBezTo>
                    <a:pt x="342" y="126"/>
                    <a:pt x="342" y="120"/>
                    <a:pt x="344" y="114"/>
                  </a:cubicBezTo>
                  <a:close/>
                  <a:moveTo>
                    <a:pt x="251" y="120"/>
                  </a:moveTo>
                  <a:cubicBezTo>
                    <a:pt x="251" y="126"/>
                    <a:pt x="251" y="131"/>
                    <a:pt x="250" y="137"/>
                  </a:cubicBezTo>
                  <a:lnTo>
                    <a:pt x="249" y="128"/>
                  </a:lnTo>
                  <a:lnTo>
                    <a:pt x="250" y="120"/>
                  </a:lnTo>
                  <a:close/>
                  <a:moveTo>
                    <a:pt x="269" y="113"/>
                  </a:moveTo>
                  <a:cubicBezTo>
                    <a:pt x="269" y="113"/>
                    <a:pt x="269" y="113"/>
                    <a:pt x="269" y="122"/>
                  </a:cubicBezTo>
                  <a:cubicBezTo>
                    <a:pt x="269" y="131"/>
                    <a:pt x="268" y="139"/>
                    <a:pt x="268" y="139"/>
                  </a:cubicBezTo>
                  <a:cubicBezTo>
                    <a:pt x="267" y="139"/>
                    <a:pt x="268" y="122"/>
                    <a:pt x="269" y="113"/>
                  </a:cubicBezTo>
                  <a:close/>
                  <a:moveTo>
                    <a:pt x="464" y="135"/>
                  </a:moveTo>
                  <a:cubicBezTo>
                    <a:pt x="464" y="135"/>
                    <a:pt x="464" y="136"/>
                    <a:pt x="463" y="139"/>
                  </a:cubicBezTo>
                  <a:cubicBezTo>
                    <a:pt x="464" y="139"/>
                    <a:pt x="464" y="135"/>
                    <a:pt x="464" y="135"/>
                  </a:cubicBezTo>
                  <a:close/>
                  <a:moveTo>
                    <a:pt x="143" y="132"/>
                  </a:moveTo>
                  <a:lnTo>
                    <a:pt x="143" y="140"/>
                  </a:lnTo>
                  <a:cubicBezTo>
                    <a:pt x="143" y="140"/>
                    <a:pt x="142" y="144"/>
                    <a:pt x="142" y="144"/>
                  </a:cubicBezTo>
                  <a:cubicBezTo>
                    <a:pt x="142" y="144"/>
                    <a:pt x="142" y="143"/>
                    <a:pt x="142" y="140"/>
                  </a:cubicBezTo>
                  <a:cubicBezTo>
                    <a:pt x="141" y="137"/>
                    <a:pt x="142" y="135"/>
                    <a:pt x="143" y="132"/>
                  </a:cubicBezTo>
                  <a:close/>
                  <a:moveTo>
                    <a:pt x="399" y="148"/>
                  </a:moveTo>
                  <a:cubicBezTo>
                    <a:pt x="399" y="148"/>
                    <a:pt x="399" y="148"/>
                    <a:pt x="399" y="148"/>
                  </a:cubicBezTo>
                  <a:cubicBezTo>
                    <a:pt x="399" y="148"/>
                    <a:pt x="399" y="148"/>
                    <a:pt x="399" y="148"/>
                  </a:cubicBezTo>
                  <a:close/>
                  <a:moveTo>
                    <a:pt x="455" y="153"/>
                  </a:moveTo>
                  <a:lnTo>
                    <a:pt x="455" y="153"/>
                  </a:lnTo>
                  <a:cubicBezTo>
                    <a:pt x="455" y="155"/>
                    <a:pt x="454" y="158"/>
                    <a:pt x="454" y="163"/>
                  </a:cubicBezTo>
                  <a:cubicBezTo>
                    <a:pt x="455" y="166"/>
                    <a:pt x="455" y="169"/>
                    <a:pt x="455" y="169"/>
                  </a:cubicBezTo>
                  <a:cubicBezTo>
                    <a:pt x="455" y="169"/>
                    <a:pt x="455" y="165"/>
                    <a:pt x="455" y="155"/>
                  </a:cubicBezTo>
                  <a:cubicBezTo>
                    <a:pt x="455" y="154"/>
                    <a:pt x="455" y="154"/>
                    <a:pt x="455" y="153"/>
                  </a:cubicBezTo>
                  <a:close/>
                  <a:moveTo>
                    <a:pt x="195" y="22"/>
                  </a:moveTo>
                  <a:cubicBezTo>
                    <a:pt x="195" y="22"/>
                    <a:pt x="195" y="26"/>
                    <a:pt x="195" y="36"/>
                  </a:cubicBezTo>
                  <a:cubicBezTo>
                    <a:pt x="194" y="53"/>
                    <a:pt x="194" y="53"/>
                    <a:pt x="193" y="53"/>
                  </a:cubicBezTo>
                  <a:cubicBezTo>
                    <a:pt x="192" y="53"/>
                    <a:pt x="191" y="53"/>
                    <a:pt x="192" y="44"/>
                  </a:cubicBezTo>
                  <a:cubicBezTo>
                    <a:pt x="192" y="36"/>
                    <a:pt x="192" y="36"/>
                    <a:pt x="191" y="35"/>
                  </a:cubicBezTo>
                  <a:cubicBezTo>
                    <a:pt x="186" y="49"/>
                    <a:pt x="184" y="63"/>
                    <a:pt x="183" y="77"/>
                  </a:cubicBezTo>
                  <a:cubicBezTo>
                    <a:pt x="183" y="68"/>
                    <a:pt x="182" y="68"/>
                    <a:pt x="182" y="68"/>
                  </a:cubicBezTo>
                  <a:cubicBezTo>
                    <a:pt x="182" y="59"/>
                    <a:pt x="183" y="59"/>
                    <a:pt x="183" y="59"/>
                  </a:cubicBezTo>
                  <a:lnTo>
                    <a:pt x="184" y="52"/>
                  </a:lnTo>
                  <a:cubicBezTo>
                    <a:pt x="184" y="43"/>
                    <a:pt x="184" y="39"/>
                    <a:pt x="183" y="39"/>
                  </a:cubicBezTo>
                  <a:cubicBezTo>
                    <a:pt x="183" y="39"/>
                    <a:pt x="182" y="43"/>
                    <a:pt x="182" y="52"/>
                  </a:cubicBezTo>
                  <a:cubicBezTo>
                    <a:pt x="181" y="55"/>
                    <a:pt x="181" y="57"/>
                    <a:pt x="180" y="57"/>
                  </a:cubicBezTo>
                  <a:cubicBezTo>
                    <a:pt x="180" y="57"/>
                    <a:pt x="180" y="55"/>
                    <a:pt x="179" y="51"/>
                  </a:cubicBezTo>
                  <a:cubicBezTo>
                    <a:pt x="179" y="45"/>
                    <a:pt x="179" y="39"/>
                    <a:pt x="179" y="39"/>
                  </a:cubicBezTo>
                  <a:cubicBezTo>
                    <a:pt x="179" y="39"/>
                    <a:pt x="179" y="40"/>
                    <a:pt x="178" y="43"/>
                  </a:cubicBezTo>
                  <a:cubicBezTo>
                    <a:pt x="178" y="43"/>
                    <a:pt x="177" y="43"/>
                    <a:pt x="177" y="34"/>
                  </a:cubicBezTo>
                  <a:cubicBezTo>
                    <a:pt x="175" y="34"/>
                    <a:pt x="175" y="34"/>
                    <a:pt x="174" y="42"/>
                  </a:cubicBezTo>
                  <a:cubicBezTo>
                    <a:pt x="174" y="51"/>
                    <a:pt x="173" y="51"/>
                    <a:pt x="173" y="51"/>
                  </a:cubicBezTo>
                  <a:cubicBezTo>
                    <a:pt x="172" y="51"/>
                    <a:pt x="172" y="50"/>
                    <a:pt x="172" y="50"/>
                  </a:cubicBezTo>
                  <a:cubicBezTo>
                    <a:pt x="171" y="50"/>
                    <a:pt x="170" y="51"/>
                    <a:pt x="170" y="58"/>
                  </a:cubicBezTo>
                  <a:cubicBezTo>
                    <a:pt x="170" y="67"/>
                    <a:pt x="169" y="75"/>
                    <a:pt x="167" y="75"/>
                  </a:cubicBezTo>
                  <a:cubicBezTo>
                    <a:pt x="167" y="78"/>
                    <a:pt x="166" y="80"/>
                    <a:pt x="166" y="80"/>
                  </a:cubicBezTo>
                  <a:cubicBezTo>
                    <a:pt x="166" y="80"/>
                    <a:pt x="166" y="76"/>
                    <a:pt x="166" y="66"/>
                  </a:cubicBezTo>
                  <a:cubicBezTo>
                    <a:pt x="166" y="58"/>
                    <a:pt x="165" y="57"/>
                    <a:pt x="165" y="57"/>
                  </a:cubicBezTo>
                  <a:cubicBezTo>
                    <a:pt x="165" y="57"/>
                    <a:pt x="164" y="57"/>
                    <a:pt x="164" y="49"/>
                  </a:cubicBezTo>
                  <a:cubicBezTo>
                    <a:pt x="163" y="47"/>
                    <a:pt x="163" y="46"/>
                    <a:pt x="163" y="46"/>
                  </a:cubicBezTo>
                  <a:cubicBezTo>
                    <a:pt x="163" y="46"/>
                    <a:pt x="163" y="52"/>
                    <a:pt x="163" y="57"/>
                  </a:cubicBezTo>
                  <a:lnTo>
                    <a:pt x="161" y="74"/>
                  </a:lnTo>
                  <a:cubicBezTo>
                    <a:pt x="160" y="66"/>
                    <a:pt x="160" y="57"/>
                    <a:pt x="161" y="48"/>
                  </a:cubicBezTo>
                  <a:cubicBezTo>
                    <a:pt x="161" y="40"/>
                    <a:pt x="161" y="36"/>
                    <a:pt x="161" y="36"/>
                  </a:cubicBezTo>
                  <a:cubicBezTo>
                    <a:pt x="161" y="36"/>
                    <a:pt x="161" y="40"/>
                    <a:pt x="160" y="48"/>
                  </a:cubicBezTo>
                  <a:cubicBezTo>
                    <a:pt x="160" y="55"/>
                    <a:pt x="160" y="60"/>
                    <a:pt x="159" y="60"/>
                  </a:cubicBezTo>
                  <a:cubicBezTo>
                    <a:pt x="159" y="60"/>
                    <a:pt x="158" y="60"/>
                    <a:pt x="158" y="57"/>
                  </a:cubicBezTo>
                  <a:cubicBezTo>
                    <a:pt x="156" y="56"/>
                    <a:pt x="155" y="56"/>
                    <a:pt x="155" y="48"/>
                  </a:cubicBezTo>
                  <a:cubicBezTo>
                    <a:pt x="155" y="45"/>
                    <a:pt x="155" y="44"/>
                    <a:pt x="154" y="44"/>
                  </a:cubicBezTo>
                  <a:cubicBezTo>
                    <a:pt x="154" y="44"/>
                    <a:pt x="154" y="47"/>
                    <a:pt x="154" y="47"/>
                  </a:cubicBezTo>
                  <a:cubicBezTo>
                    <a:pt x="153" y="52"/>
                    <a:pt x="152" y="54"/>
                    <a:pt x="152" y="54"/>
                  </a:cubicBezTo>
                  <a:cubicBezTo>
                    <a:pt x="151" y="54"/>
                    <a:pt x="151" y="52"/>
                    <a:pt x="150" y="47"/>
                  </a:cubicBezTo>
                  <a:cubicBezTo>
                    <a:pt x="148" y="38"/>
                    <a:pt x="148" y="34"/>
                    <a:pt x="147" y="34"/>
                  </a:cubicBezTo>
                  <a:cubicBezTo>
                    <a:pt x="147" y="34"/>
                    <a:pt x="146" y="38"/>
                    <a:pt x="146" y="47"/>
                  </a:cubicBezTo>
                  <a:cubicBezTo>
                    <a:pt x="145" y="44"/>
                    <a:pt x="145" y="43"/>
                    <a:pt x="145" y="43"/>
                  </a:cubicBezTo>
                  <a:cubicBezTo>
                    <a:pt x="144" y="43"/>
                    <a:pt x="143" y="49"/>
                    <a:pt x="142" y="55"/>
                  </a:cubicBezTo>
                  <a:cubicBezTo>
                    <a:pt x="141" y="63"/>
                    <a:pt x="140" y="80"/>
                    <a:pt x="140" y="89"/>
                  </a:cubicBezTo>
                  <a:cubicBezTo>
                    <a:pt x="139" y="98"/>
                    <a:pt x="139" y="102"/>
                    <a:pt x="139" y="102"/>
                  </a:cubicBezTo>
                  <a:cubicBezTo>
                    <a:pt x="139" y="102"/>
                    <a:pt x="138" y="100"/>
                    <a:pt x="138" y="97"/>
                  </a:cubicBezTo>
                  <a:cubicBezTo>
                    <a:pt x="137" y="91"/>
                    <a:pt x="137" y="85"/>
                    <a:pt x="137" y="80"/>
                  </a:cubicBezTo>
                  <a:cubicBezTo>
                    <a:pt x="138" y="72"/>
                    <a:pt x="138" y="72"/>
                    <a:pt x="138" y="72"/>
                  </a:cubicBezTo>
                  <a:lnTo>
                    <a:pt x="139" y="72"/>
                  </a:lnTo>
                  <a:cubicBezTo>
                    <a:pt x="139" y="63"/>
                    <a:pt x="140" y="55"/>
                    <a:pt x="138" y="54"/>
                  </a:cubicBezTo>
                  <a:cubicBezTo>
                    <a:pt x="138" y="50"/>
                    <a:pt x="138" y="48"/>
                    <a:pt x="137" y="48"/>
                  </a:cubicBezTo>
                  <a:cubicBezTo>
                    <a:pt x="137" y="48"/>
                    <a:pt x="137" y="50"/>
                    <a:pt x="137" y="54"/>
                  </a:cubicBezTo>
                  <a:cubicBezTo>
                    <a:pt x="137" y="46"/>
                    <a:pt x="134" y="45"/>
                    <a:pt x="133" y="45"/>
                  </a:cubicBezTo>
                  <a:cubicBezTo>
                    <a:pt x="132" y="45"/>
                    <a:pt x="130" y="45"/>
                    <a:pt x="129" y="36"/>
                  </a:cubicBezTo>
                  <a:cubicBezTo>
                    <a:pt x="128" y="36"/>
                    <a:pt x="127" y="36"/>
                    <a:pt x="127" y="44"/>
                  </a:cubicBezTo>
                  <a:cubicBezTo>
                    <a:pt x="126" y="54"/>
                    <a:pt x="126" y="58"/>
                    <a:pt x="126" y="58"/>
                  </a:cubicBezTo>
                  <a:cubicBezTo>
                    <a:pt x="125" y="58"/>
                    <a:pt x="125" y="56"/>
                    <a:pt x="125" y="53"/>
                  </a:cubicBezTo>
                  <a:cubicBezTo>
                    <a:pt x="125" y="42"/>
                    <a:pt x="122" y="34"/>
                    <a:pt x="119" y="34"/>
                  </a:cubicBezTo>
                  <a:cubicBezTo>
                    <a:pt x="117" y="34"/>
                    <a:pt x="115" y="37"/>
                    <a:pt x="114" y="43"/>
                  </a:cubicBezTo>
                  <a:lnTo>
                    <a:pt x="113" y="43"/>
                  </a:lnTo>
                  <a:cubicBezTo>
                    <a:pt x="113" y="38"/>
                    <a:pt x="111" y="36"/>
                    <a:pt x="110" y="36"/>
                  </a:cubicBezTo>
                  <a:cubicBezTo>
                    <a:pt x="108" y="36"/>
                    <a:pt x="107" y="38"/>
                    <a:pt x="106" y="42"/>
                  </a:cubicBezTo>
                  <a:lnTo>
                    <a:pt x="104" y="42"/>
                  </a:lnTo>
                  <a:cubicBezTo>
                    <a:pt x="104" y="37"/>
                    <a:pt x="103" y="35"/>
                    <a:pt x="102" y="35"/>
                  </a:cubicBezTo>
                  <a:cubicBezTo>
                    <a:pt x="102" y="35"/>
                    <a:pt x="101" y="37"/>
                    <a:pt x="101" y="42"/>
                  </a:cubicBezTo>
                  <a:cubicBezTo>
                    <a:pt x="100" y="47"/>
                    <a:pt x="100" y="53"/>
                    <a:pt x="100" y="53"/>
                  </a:cubicBezTo>
                  <a:cubicBezTo>
                    <a:pt x="100" y="53"/>
                    <a:pt x="100" y="52"/>
                    <a:pt x="100" y="49"/>
                  </a:cubicBezTo>
                  <a:cubicBezTo>
                    <a:pt x="100" y="40"/>
                    <a:pt x="99" y="40"/>
                    <a:pt x="95" y="40"/>
                  </a:cubicBezTo>
                  <a:cubicBezTo>
                    <a:pt x="93" y="40"/>
                    <a:pt x="93" y="40"/>
                    <a:pt x="93" y="48"/>
                  </a:cubicBezTo>
                  <a:cubicBezTo>
                    <a:pt x="92" y="51"/>
                    <a:pt x="91" y="51"/>
                    <a:pt x="91" y="51"/>
                  </a:cubicBezTo>
                  <a:cubicBezTo>
                    <a:pt x="90" y="51"/>
                    <a:pt x="90" y="46"/>
                    <a:pt x="91" y="39"/>
                  </a:cubicBezTo>
                  <a:cubicBezTo>
                    <a:pt x="91" y="32"/>
                    <a:pt x="91" y="28"/>
                    <a:pt x="91" y="28"/>
                  </a:cubicBezTo>
                  <a:lnTo>
                    <a:pt x="91" y="28"/>
                  </a:lnTo>
                  <a:cubicBezTo>
                    <a:pt x="91" y="28"/>
                    <a:pt x="90" y="34"/>
                    <a:pt x="88" y="48"/>
                  </a:cubicBezTo>
                  <a:cubicBezTo>
                    <a:pt x="88" y="58"/>
                    <a:pt x="87" y="62"/>
                    <a:pt x="86" y="62"/>
                  </a:cubicBezTo>
                  <a:cubicBezTo>
                    <a:pt x="86" y="62"/>
                    <a:pt x="86" y="60"/>
                    <a:pt x="86" y="56"/>
                  </a:cubicBezTo>
                  <a:cubicBezTo>
                    <a:pt x="86" y="49"/>
                    <a:pt x="87" y="48"/>
                    <a:pt x="87" y="48"/>
                  </a:cubicBezTo>
                  <a:cubicBezTo>
                    <a:pt x="87" y="48"/>
                    <a:pt x="87" y="48"/>
                    <a:pt x="87" y="48"/>
                  </a:cubicBezTo>
                  <a:cubicBezTo>
                    <a:pt x="87" y="48"/>
                    <a:pt x="88" y="39"/>
                    <a:pt x="88" y="30"/>
                  </a:cubicBezTo>
                  <a:cubicBezTo>
                    <a:pt x="87" y="30"/>
                    <a:pt x="87" y="30"/>
                    <a:pt x="86" y="39"/>
                  </a:cubicBezTo>
                  <a:cubicBezTo>
                    <a:pt x="86" y="39"/>
                    <a:pt x="86" y="39"/>
                    <a:pt x="85" y="47"/>
                  </a:cubicBezTo>
                  <a:cubicBezTo>
                    <a:pt x="84" y="56"/>
                    <a:pt x="83" y="64"/>
                    <a:pt x="84" y="73"/>
                  </a:cubicBezTo>
                  <a:cubicBezTo>
                    <a:pt x="84" y="82"/>
                    <a:pt x="83" y="82"/>
                    <a:pt x="83" y="82"/>
                  </a:cubicBezTo>
                  <a:cubicBezTo>
                    <a:pt x="82" y="73"/>
                    <a:pt x="82" y="64"/>
                    <a:pt x="83" y="56"/>
                  </a:cubicBezTo>
                  <a:cubicBezTo>
                    <a:pt x="84" y="51"/>
                    <a:pt x="85" y="45"/>
                    <a:pt x="84" y="39"/>
                  </a:cubicBezTo>
                  <a:cubicBezTo>
                    <a:pt x="84" y="38"/>
                    <a:pt x="84" y="37"/>
                    <a:pt x="84" y="37"/>
                  </a:cubicBezTo>
                  <a:lnTo>
                    <a:pt x="84" y="37"/>
                  </a:lnTo>
                  <a:cubicBezTo>
                    <a:pt x="84" y="37"/>
                    <a:pt x="81" y="46"/>
                    <a:pt x="79" y="58"/>
                  </a:cubicBezTo>
                  <a:lnTo>
                    <a:pt x="79" y="58"/>
                  </a:lnTo>
                  <a:cubicBezTo>
                    <a:pt x="79" y="57"/>
                    <a:pt x="79" y="56"/>
                    <a:pt x="80" y="55"/>
                  </a:cubicBezTo>
                  <a:cubicBezTo>
                    <a:pt x="80" y="47"/>
                    <a:pt x="78" y="47"/>
                    <a:pt x="76" y="46"/>
                  </a:cubicBezTo>
                  <a:cubicBezTo>
                    <a:pt x="75" y="46"/>
                    <a:pt x="74" y="46"/>
                    <a:pt x="74" y="55"/>
                  </a:cubicBezTo>
                  <a:cubicBezTo>
                    <a:pt x="74" y="61"/>
                    <a:pt x="74" y="66"/>
                    <a:pt x="73" y="72"/>
                  </a:cubicBezTo>
                  <a:cubicBezTo>
                    <a:pt x="73" y="77"/>
                    <a:pt x="73" y="83"/>
                    <a:pt x="73" y="89"/>
                  </a:cubicBezTo>
                  <a:cubicBezTo>
                    <a:pt x="73" y="89"/>
                    <a:pt x="72" y="80"/>
                    <a:pt x="71" y="72"/>
                  </a:cubicBezTo>
                  <a:cubicBezTo>
                    <a:pt x="71" y="54"/>
                    <a:pt x="69" y="46"/>
                    <a:pt x="66" y="45"/>
                  </a:cubicBezTo>
                  <a:cubicBezTo>
                    <a:pt x="65" y="45"/>
                    <a:pt x="63" y="45"/>
                    <a:pt x="62" y="36"/>
                  </a:cubicBezTo>
                  <a:cubicBezTo>
                    <a:pt x="60" y="36"/>
                    <a:pt x="59" y="36"/>
                    <a:pt x="59" y="44"/>
                  </a:cubicBezTo>
                  <a:lnTo>
                    <a:pt x="58" y="44"/>
                  </a:lnTo>
                  <a:cubicBezTo>
                    <a:pt x="58" y="40"/>
                    <a:pt x="57" y="37"/>
                    <a:pt x="57" y="37"/>
                  </a:cubicBezTo>
                  <a:cubicBezTo>
                    <a:pt x="56" y="37"/>
                    <a:pt x="56" y="39"/>
                    <a:pt x="56" y="44"/>
                  </a:cubicBezTo>
                  <a:cubicBezTo>
                    <a:pt x="56" y="46"/>
                    <a:pt x="55" y="47"/>
                    <a:pt x="55" y="47"/>
                  </a:cubicBezTo>
                  <a:cubicBezTo>
                    <a:pt x="54" y="47"/>
                    <a:pt x="54" y="44"/>
                    <a:pt x="54" y="44"/>
                  </a:cubicBezTo>
                  <a:cubicBezTo>
                    <a:pt x="53" y="36"/>
                    <a:pt x="53" y="31"/>
                    <a:pt x="53" y="31"/>
                  </a:cubicBezTo>
                  <a:cubicBezTo>
                    <a:pt x="53" y="31"/>
                    <a:pt x="53" y="38"/>
                    <a:pt x="53" y="52"/>
                  </a:cubicBezTo>
                  <a:cubicBezTo>
                    <a:pt x="51" y="57"/>
                    <a:pt x="53" y="64"/>
                    <a:pt x="54" y="70"/>
                  </a:cubicBezTo>
                  <a:lnTo>
                    <a:pt x="56" y="70"/>
                  </a:lnTo>
                  <a:lnTo>
                    <a:pt x="54" y="77"/>
                  </a:lnTo>
                  <a:cubicBezTo>
                    <a:pt x="51" y="83"/>
                    <a:pt x="50" y="89"/>
                    <a:pt x="50" y="94"/>
                  </a:cubicBezTo>
                  <a:cubicBezTo>
                    <a:pt x="50" y="94"/>
                    <a:pt x="50" y="103"/>
                    <a:pt x="49" y="103"/>
                  </a:cubicBezTo>
                  <a:cubicBezTo>
                    <a:pt x="49" y="103"/>
                    <a:pt x="49" y="94"/>
                    <a:pt x="50" y="85"/>
                  </a:cubicBezTo>
                  <a:cubicBezTo>
                    <a:pt x="51" y="77"/>
                    <a:pt x="51" y="68"/>
                    <a:pt x="51" y="61"/>
                  </a:cubicBezTo>
                  <a:cubicBezTo>
                    <a:pt x="51" y="50"/>
                    <a:pt x="51" y="43"/>
                    <a:pt x="50" y="43"/>
                  </a:cubicBezTo>
                  <a:cubicBezTo>
                    <a:pt x="50" y="43"/>
                    <a:pt x="50" y="45"/>
                    <a:pt x="49" y="52"/>
                  </a:cubicBezTo>
                  <a:cubicBezTo>
                    <a:pt x="48" y="52"/>
                    <a:pt x="48" y="52"/>
                    <a:pt x="48" y="43"/>
                  </a:cubicBezTo>
                  <a:cubicBezTo>
                    <a:pt x="48" y="39"/>
                    <a:pt x="48" y="37"/>
                    <a:pt x="48" y="37"/>
                  </a:cubicBezTo>
                  <a:cubicBezTo>
                    <a:pt x="48" y="37"/>
                    <a:pt x="47" y="41"/>
                    <a:pt x="46" y="52"/>
                  </a:cubicBezTo>
                  <a:cubicBezTo>
                    <a:pt x="45" y="60"/>
                    <a:pt x="45" y="64"/>
                    <a:pt x="44" y="64"/>
                  </a:cubicBezTo>
                  <a:cubicBezTo>
                    <a:pt x="44" y="64"/>
                    <a:pt x="44" y="60"/>
                    <a:pt x="44" y="51"/>
                  </a:cubicBezTo>
                  <a:cubicBezTo>
                    <a:pt x="44" y="41"/>
                    <a:pt x="42" y="36"/>
                    <a:pt x="41" y="36"/>
                  </a:cubicBezTo>
                  <a:cubicBezTo>
                    <a:pt x="41" y="36"/>
                    <a:pt x="40" y="38"/>
                    <a:pt x="40" y="42"/>
                  </a:cubicBezTo>
                  <a:cubicBezTo>
                    <a:pt x="40" y="51"/>
                    <a:pt x="39" y="55"/>
                    <a:pt x="38" y="55"/>
                  </a:cubicBezTo>
                  <a:cubicBezTo>
                    <a:pt x="37" y="55"/>
                    <a:pt x="37" y="53"/>
                    <a:pt x="37" y="49"/>
                  </a:cubicBezTo>
                  <a:cubicBezTo>
                    <a:pt x="36" y="45"/>
                    <a:pt x="36" y="43"/>
                    <a:pt x="36" y="43"/>
                  </a:cubicBezTo>
                  <a:cubicBezTo>
                    <a:pt x="35" y="43"/>
                    <a:pt x="35" y="45"/>
                    <a:pt x="35" y="49"/>
                  </a:cubicBezTo>
                  <a:cubicBezTo>
                    <a:pt x="35" y="44"/>
                    <a:pt x="35" y="37"/>
                    <a:pt x="34" y="37"/>
                  </a:cubicBezTo>
                  <a:cubicBezTo>
                    <a:pt x="34" y="37"/>
                    <a:pt x="34" y="38"/>
                    <a:pt x="34" y="40"/>
                  </a:cubicBezTo>
                  <a:cubicBezTo>
                    <a:pt x="34" y="40"/>
                    <a:pt x="32" y="40"/>
                    <a:pt x="32" y="49"/>
                  </a:cubicBezTo>
                  <a:cubicBezTo>
                    <a:pt x="32" y="49"/>
                    <a:pt x="31" y="58"/>
                    <a:pt x="30" y="66"/>
                  </a:cubicBezTo>
                  <a:cubicBezTo>
                    <a:pt x="31" y="72"/>
                    <a:pt x="31" y="77"/>
                    <a:pt x="30" y="83"/>
                  </a:cubicBezTo>
                  <a:cubicBezTo>
                    <a:pt x="30" y="85"/>
                    <a:pt x="30" y="86"/>
                    <a:pt x="30" y="86"/>
                  </a:cubicBezTo>
                  <a:cubicBezTo>
                    <a:pt x="29" y="86"/>
                    <a:pt x="28" y="77"/>
                    <a:pt x="27" y="57"/>
                  </a:cubicBezTo>
                  <a:lnTo>
                    <a:pt x="27" y="40"/>
                  </a:lnTo>
                  <a:cubicBezTo>
                    <a:pt x="26" y="48"/>
                    <a:pt x="26" y="57"/>
                    <a:pt x="26" y="57"/>
                  </a:cubicBezTo>
                  <a:cubicBezTo>
                    <a:pt x="25" y="57"/>
                    <a:pt x="25" y="57"/>
                    <a:pt x="25" y="48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3" y="39"/>
                    <a:pt x="23" y="48"/>
                  </a:cubicBezTo>
                  <a:cubicBezTo>
                    <a:pt x="23" y="58"/>
                    <a:pt x="22" y="62"/>
                    <a:pt x="22" y="62"/>
                  </a:cubicBezTo>
                  <a:cubicBezTo>
                    <a:pt x="22" y="62"/>
                    <a:pt x="22" y="60"/>
                    <a:pt x="22" y="56"/>
                  </a:cubicBezTo>
                  <a:cubicBezTo>
                    <a:pt x="22" y="48"/>
                    <a:pt x="22" y="43"/>
                    <a:pt x="22" y="43"/>
                  </a:cubicBezTo>
                  <a:cubicBezTo>
                    <a:pt x="21" y="43"/>
                    <a:pt x="21" y="48"/>
                    <a:pt x="20" y="56"/>
                  </a:cubicBezTo>
                  <a:cubicBezTo>
                    <a:pt x="19" y="65"/>
                    <a:pt x="19" y="69"/>
                    <a:pt x="19" y="69"/>
                  </a:cubicBezTo>
                  <a:cubicBezTo>
                    <a:pt x="19" y="69"/>
                    <a:pt x="19" y="65"/>
                    <a:pt x="19" y="56"/>
                  </a:cubicBezTo>
                  <a:cubicBezTo>
                    <a:pt x="20" y="51"/>
                    <a:pt x="19" y="45"/>
                    <a:pt x="18" y="39"/>
                  </a:cubicBezTo>
                  <a:lnTo>
                    <a:pt x="18" y="47"/>
                  </a:lnTo>
                  <a:cubicBezTo>
                    <a:pt x="17" y="57"/>
                    <a:pt x="17" y="61"/>
                    <a:pt x="17" y="61"/>
                  </a:cubicBezTo>
                  <a:cubicBezTo>
                    <a:pt x="16" y="61"/>
                    <a:pt x="16" y="59"/>
                    <a:pt x="16" y="56"/>
                  </a:cubicBezTo>
                  <a:cubicBezTo>
                    <a:pt x="16" y="51"/>
                    <a:pt x="16" y="49"/>
                    <a:pt x="16" y="49"/>
                  </a:cubicBezTo>
                  <a:lnTo>
                    <a:pt x="16" y="49"/>
                  </a:lnTo>
                  <a:cubicBezTo>
                    <a:pt x="15" y="49"/>
                    <a:pt x="14" y="51"/>
                    <a:pt x="13" y="55"/>
                  </a:cubicBezTo>
                  <a:cubicBezTo>
                    <a:pt x="12" y="55"/>
                    <a:pt x="11" y="55"/>
                    <a:pt x="12" y="47"/>
                  </a:cubicBezTo>
                  <a:cubicBezTo>
                    <a:pt x="12" y="38"/>
                    <a:pt x="12" y="34"/>
                    <a:pt x="12" y="34"/>
                  </a:cubicBezTo>
                  <a:cubicBezTo>
                    <a:pt x="12" y="34"/>
                    <a:pt x="12" y="38"/>
                    <a:pt x="11" y="47"/>
                  </a:cubicBezTo>
                  <a:cubicBezTo>
                    <a:pt x="11" y="51"/>
                    <a:pt x="10" y="53"/>
                    <a:pt x="10" y="53"/>
                  </a:cubicBezTo>
                  <a:cubicBezTo>
                    <a:pt x="10" y="53"/>
                    <a:pt x="9" y="51"/>
                    <a:pt x="9" y="46"/>
                  </a:cubicBezTo>
                  <a:cubicBezTo>
                    <a:pt x="9" y="42"/>
                    <a:pt x="9" y="40"/>
                    <a:pt x="9" y="40"/>
                  </a:cubicBezTo>
                  <a:cubicBezTo>
                    <a:pt x="9" y="40"/>
                    <a:pt x="8" y="42"/>
                    <a:pt x="8" y="46"/>
                  </a:cubicBezTo>
                  <a:cubicBezTo>
                    <a:pt x="7" y="55"/>
                    <a:pt x="7" y="63"/>
                    <a:pt x="7" y="72"/>
                  </a:cubicBezTo>
                  <a:cubicBezTo>
                    <a:pt x="8" y="72"/>
                    <a:pt x="8" y="72"/>
                    <a:pt x="8" y="81"/>
                  </a:cubicBezTo>
                  <a:lnTo>
                    <a:pt x="5" y="80"/>
                  </a:lnTo>
                  <a:cubicBezTo>
                    <a:pt x="5" y="80"/>
                    <a:pt x="4" y="80"/>
                    <a:pt x="2" y="89"/>
                  </a:cubicBezTo>
                  <a:cubicBezTo>
                    <a:pt x="1" y="95"/>
                    <a:pt x="0" y="108"/>
                    <a:pt x="1" y="108"/>
                  </a:cubicBezTo>
                  <a:cubicBezTo>
                    <a:pt x="1" y="108"/>
                    <a:pt x="2" y="107"/>
                    <a:pt x="2" y="105"/>
                  </a:cubicBezTo>
                  <a:lnTo>
                    <a:pt x="2" y="113"/>
                  </a:lnTo>
                  <a:cubicBezTo>
                    <a:pt x="2" y="126"/>
                    <a:pt x="2" y="133"/>
                    <a:pt x="2" y="133"/>
                  </a:cubicBezTo>
                  <a:cubicBezTo>
                    <a:pt x="2" y="133"/>
                    <a:pt x="3" y="127"/>
                    <a:pt x="3" y="114"/>
                  </a:cubicBezTo>
                  <a:cubicBezTo>
                    <a:pt x="4" y="100"/>
                    <a:pt x="4" y="94"/>
                    <a:pt x="4" y="94"/>
                  </a:cubicBezTo>
                  <a:cubicBezTo>
                    <a:pt x="4" y="94"/>
                    <a:pt x="4" y="98"/>
                    <a:pt x="4" y="105"/>
                  </a:cubicBezTo>
                  <a:cubicBezTo>
                    <a:pt x="4" y="122"/>
                    <a:pt x="4" y="122"/>
                    <a:pt x="5" y="122"/>
                  </a:cubicBezTo>
                  <a:cubicBezTo>
                    <a:pt x="7" y="123"/>
                    <a:pt x="7" y="123"/>
                    <a:pt x="5" y="131"/>
                  </a:cubicBezTo>
                  <a:cubicBezTo>
                    <a:pt x="5" y="137"/>
                    <a:pt x="5" y="142"/>
                    <a:pt x="7" y="148"/>
                  </a:cubicBezTo>
                  <a:cubicBezTo>
                    <a:pt x="7" y="148"/>
                    <a:pt x="7" y="149"/>
                    <a:pt x="7" y="149"/>
                  </a:cubicBezTo>
                  <a:cubicBezTo>
                    <a:pt x="8" y="149"/>
                    <a:pt x="8" y="147"/>
                    <a:pt x="8" y="140"/>
                  </a:cubicBezTo>
                  <a:cubicBezTo>
                    <a:pt x="8" y="137"/>
                    <a:pt x="8" y="134"/>
                    <a:pt x="8" y="134"/>
                  </a:cubicBezTo>
                  <a:cubicBezTo>
                    <a:pt x="8" y="134"/>
                    <a:pt x="9" y="139"/>
                    <a:pt x="9" y="149"/>
                  </a:cubicBezTo>
                  <a:cubicBezTo>
                    <a:pt x="9" y="152"/>
                    <a:pt x="9" y="154"/>
                    <a:pt x="9" y="154"/>
                  </a:cubicBezTo>
                  <a:cubicBezTo>
                    <a:pt x="9" y="154"/>
                    <a:pt x="9" y="150"/>
                    <a:pt x="10" y="140"/>
                  </a:cubicBezTo>
                  <a:cubicBezTo>
                    <a:pt x="11" y="132"/>
                    <a:pt x="11" y="128"/>
                    <a:pt x="11" y="128"/>
                  </a:cubicBezTo>
                  <a:cubicBezTo>
                    <a:pt x="12" y="128"/>
                    <a:pt x="12" y="132"/>
                    <a:pt x="12" y="141"/>
                  </a:cubicBezTo>
                  <a:lnTo>
                    <a:pt x="13" y="141"/>
                  </a:lnTo>
                  <a:cubicBezTo>
                    <a:pt x="14" y="136"/>
                    <a:pt x="16" y="130"/>
                    <a:pt x="16" y="125"/>
                  </a:cubicBezTo>
                  <a:cubicBezTo>
                    <a:pt x="16" y="114"/>
                    <a:pt x="16" y="110"/>
                    <a:pt x="16" y="110"/>
                  </a:cubicBezTo>
                  <a:cubicBezTo>
                    <a:pt x="16" y="110"/>
                    <a:pt x="16" y="112"/>
                    <a:pt x="17" y="116"/>
                  </a:cubicBezTo>
                  <a:cubicBezTo>
                    <a:pt x="17" y="125"/>
                    <a:pt x="17" y="132"/>
                    <a:pt x="17" y="132"/>
                  </a:cubicBezTo>
                  <a:cubicBezTo>
                    <a:pt x="16" y="141"/>
                    <a:pt x="17" y="141"/>
                    <a:pt x="18" y="141"/>
                  </a:cubicBezTo>
                  <a:cubicBezTo>
                    <a:pt x="18" y="141"/>
                    <a:pt x="20" y="141"/>
                    <a:pt x="20" y="134"/>
                  </a:cubicBezTo>
                  <a:lnTo>
                    <a:pt x="20" y="141"/>
                  </a:lnTo>
                  <a:cubicBezTo>
                    <a:pt x="20" y="141"/>
                    <a:pt x="21" y="142"/>
                    <a:pt x="22" y="150"/>
                  </a:cubicBezTo>
                  <a:cubicBezTo>
                    <a:pt x="23" y="152"/>
                    <a:pt x="23" y="153"/>
                    <a:pt x="23" y="153"/>
                  </a:cubicBezTo>
                  <a:cubicBezTo>
                    <a:pt x="24" y="153"/>
                    <a:pt x="26" y="139"/>
                    <a:pt x="25" y="126"/>
                  </a:cubicBezTo>
                  <a:lnTo>
                    <a:pt x="26" y="126"/>
                  </a:lnTo>
                  <a:cubicBezTo>
                    <a:pt x="27" y="126"/>
                    <a:pt x="27" y="117"/>
                    <a:pt x="27" y="117"/>
                  </a:cubicBezTo>
                  <a:cubicBezTo>
                    <a:pt x="27" y="109"/>
                    <a:pt x="28" y="109"/>
                    <a:pt x="29" y="109"/>
                  </a:cubicBezTo>
                  <a:lnTo>
                    <a:pt x="28" y="126"/>
                  </a:lnTo>
                  <a:cubicBezTo>
                    <a:pt x="27" y="141"/>
                    <a:pt x="26" y="150"/>
                    <a:pt x="27" y="150"/>
                  </a:cubicBezTo>
                  <a:cubicBezTo>
                    <a:pt x="27" y="150"/>
                    <a:pt x="28" y="145"/>
                    <a:pt x="29" y="135"/>
                  </a:cubicBezTo>
                  <a:cubicBezTo>
                    <a:pt x="29" y="137"/>
                    <a:pt x="29" y="140"/>
                    <a:pt x="29" y="142"/>
                  </a:cubicBezTo>
                  <a:cubicBezTo>
                    <a:pt x="28" y="147"/>
                    <a:pt x="28" y="149"/>
                    <a:pt x="29" y="149"/>
                  </a:cubicBezTo>
                  <a:cubicBezTo>
                    <a:pt x="29" y="149"/>
                    <a:pt x="30" y="147"/>
                    <a:pt x="31" y="144"/>
                  </a:cubicBezTo>
                  <a:cubicBezTo>
                    <a:pt x="32" y="135"/>
                    <a:pt x="34" y="127"/>
                    <a:pt x="34" y="118"/>
                  </a:cubicBezTo>
                  <a:cubicBezTo>
                    <a:pt x="34" y="111"/>
                    <a:pt x="34" y="110"/>
                    <a:pt x="35" y="110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6" y="110"/>
                    <a:pt x="36" y="110"/>
                    <a:pt x="35" y="118"/>
                  </a:cubicBezTo>
                  <a:cubicBezTo>
                    <a:pt x="35" y="126"/>
                    <a:pt x="35" y="131"/>
                    <a:pt x="35" y="131"/>
                  </a:cubicBezTo>
                  <a:cubicBezTo>
                    <a:pt x="36" y="131"/>
                    <a:pt x="36" y="127"/>
                    <a:pt x="37" y="118"/>
                  </a:cubicBezTo>
                  <a:lnTo>
                    <a:pt x="37" y="127"/>
                  </a:lnTo>
                  <a:cubicBezTo>
                    <a:pt x="37" y="133"/>
                    <a:pt x="37" y="139"/>
                    <a:pt x="38" y="139"/>
                  </a:cubicBezTo>
                  <a:cubicBezTo>
                    <a:pt x="39" y="139"/>
                    <a:pt x="40" y="138"/>
                    <a:pt x="41" y="136"/>
                  </a:cubicBezTo>
                  <a:cubicBezTo>
                    <a:pt x="44" y="137"/>
                    <a:pt x="46" y="137"/>
                    <a:pt x="46" y="145"/>
                  </a:cubicBezTo>
                  <a:cubicBezTo>
                    <a:pt x="46" y="146"/>
                    <a:pt x="46" y="147"/>
                    <a:pt x="46" y="147"/>
                  </a:cubicBezTo>
                  <a:cubicBezTo>
                    <a:pt x="47" y="147"/>
                    <a:pt x="50" y="134"/>
                    <a:pt x="51" y="120"/>
                  </a:cubicBezTo>
                  <a:cubicBezTo>
                    <a:pt x="51" y="129"/>
                    <a:pt x="51" y="129"/>
                    <a:pt x="54" y="129"/>
                  </a:cubicBezTo>
                  <a:cubicBezTo>
                    <a:pt x="56" y="129"/>
                    <a:pt x="56" y="129"/>
                    <a:pt x="55" y="138"/>
                  </a:cubicBezTo>
                  <a:cubicBezTo>
                    <a:pt x="54" y="146"/>
                    <a:pt x="54" y="151"/>
                    <a:pt x="54" y="151"/>
                  </a:cubicBezTo>
                  <a:cubicBezTo>
                    <a:pt x="54" y="151"/>
                    <a:pt x="55" y="146"/>
                    <a:pt x="56" y="138"/>
                  </a:cubicBezTo>
                  <a:cubicBezTo>
                    <a:pt x="56" y="132"/>
                    <a:pt x="57" y="129"/>
                    <a:pt x="57" y="129"/>
                  </a:cubicBezTo>
                  <a:cubicBezTo>
                    <a:pt x="58" y="129"/>
                    <a:pt x="59" y="136"/>
                    <a:pt x="58" y="147"/>
                  </a:cubicBezTo>
                  <a:cubicBezTo>
                    <a:pt x="58" y="155"/>
                    <a:pt x="59" y="155"/>
                    <a:pt x="60" y="156"/>
                  </a:cubicBezTo>
                  <a:cubicBezTo>
                    <a:pt x="62" y="147"/>
                    <a:pt x="63" y="147"/>
                    <a:pt x="65" y="147"/>
                  </a:cubicBezTo>
                  <a:cubicBezTo>
                    <a:pt x="65" y="147"/>
                    <a:pt x="66" y="147"/>
                    <a:pt x="66" y="147"/>
                  </a:cubicBezTo>
                  <a:cubicBezTo>
                    <a:pt x="67" y="147"/>
                    <a:pt x="67" y="145"/>
                    <a:pt x="67" y="131"/>
                  </a:cubicBezTo>
                  <a:cubicBezTo>
                    <a:pt x="67" y="131"/>
                    <a:pt x="67" y="131"/>
                    <a:pt x="67" y="130"/>
                  </a:cubicBezTo>
                  <a:lnTo>
                    <a:pt x="67" y="130"/>
                  </a:lnTo>
                  <a:cubicBezTo>
                    <a:pt x="67" y="130"/>
                    <a:pt x="66" y="130"/>
                    <a:pt x="66" y="130"/>
                  </a:cubicBezTo>
                  <a:cubicBezTo>
                    <a:pt x="66" y="130"/>
                    <a:pt x="65" y="130"/>
                    <a:pt x="65" y="130"/>
                  </a:cubicBezTo>
                  <a:lnTo>
                    <a:pt x="64" y="130"/>
                  </a:lnTo>
                  <a:cubicBezTo>
                    <a:pt x="54" y="128"/>
                    <a:pt x="56" y="113"/>
                    <a:pt x="66" y="113"/>
                  </a:cubicBezTo>
                  <a:cubicBezTo>
                    <a:pt x="66" y="113"/>
                    <a:pt x="67" y="113"/>
                    <a:pt x="67" y="113"/>
                  </a:cubicBezTo>
                  <a:cubicBezTo>
                    <a:pt x="68" y="113"/>
                    <a:pt x="69" y="114"/>
                    <a:pt x="70" y="114"/>
                  </a:cubicBezTo>
                  <a:lnTo>
                    <a:pt x="70" y="114"/>
                  </a:ln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1" y="114"/>
                  </a:cubicBezTo>
                  <a:cubicBezTo>
                    <a:pt x="71" y="114"/>
                    <a:pt x="71" y="114"/>
                    <a:pt x="71" y="115"/>
                  </a:cubicBezTo>
                  <a:lnTo>
                    <a:pt x="71" y="115"/>
                  </a:lnTo>
                  <a:cubicBezTo>
                    <a:pt x="71" y="115"/>
                    <a:pt x="70" y="114"/>
                    <a:pt x="70" y="114"/>
                  </a:cubicBezTo>
                  <a:lnTo>
                    <a:pt x="70" y="114"/>
                  </a:lnTo>
                  <a:cubicBezTo>
                    <a:pt x="69" y="114"/>
                    <a:pt x="68" y="117"/>
                    <a:pt x="67" y="130"/>
                  </a:cubicBezTo>
                  <a:lnTo>
                    <a:pt x="67" y="130"/>
                  </a:lnTo>
                  <a:cubicBezTo>
                    <a:pt x="68" y="130"/>
                    <a:pt x="68" y="130"/>
                    <a:pt x="69" y="130"/>
                  </a:cubicBezTo>
                  <a:lnTo>
                    <a:pt x="69" y="130"/>
                  </a:lnTo>
                  <a:cubicBezTo>
                    <a:pt x="69" y="132"/>
                    <a:pt x="68" y="136"/>
                    <a:pt x="68" y="139"/>
                  </a:cubicBezTo>
                  <a:cubicBezTo>
                    <a:pt x="67" y="148"/>
                    <a:pt x="68" y="148"/>
                    <a:pt x="69" y="148"/>
                  </a:cubicBezTo>
                  <a:cubicBezTo>
                    <a:pt x="71" y="148"/>
                    <a:pt x="72" y="140"/>
                    <a:pt x="72" y="140"/>
                  </a:cubicBezTo>
                  <a:cubicBezTo>
                    <a:pt x="72" y="131"/>
                    <a:pt x="72" y="131"/>
                    <a:pt x="71" y="131"/>
                  </a:cubicBezTo>
                  <a:cubicBezTo>
                    <a:pt x="70" y="130"/>
                    <a:pt x="70" y="130"/>
                    <a:pt x="70" y="129"/>
                  </a:cubicBezTo>
                  <a:lnTo>
                    <a:pt x="70" y="129"/>
                  </a:lnTo>
                  <a:cubicBezTo>
                    <a:pt x="70" y="129"/>
                    <a:pt x="69" y="130"/>
                    <a:pt x="69" y="130"/>
                  </a:cubicBezTo>
                  <a:lnTo>
                    <a:pt x="69" y="130"/>
                  </a:lnTo>
                  <a:cubicBezTo>
                    <a:pt x="69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9"/>
                  </a:cubicBezTo>
                  <a:lnTo>
                    <a:pt x="70" y="129"/>
                  </a:lnTo>
                  <a:cubicBezTo>
                    <a:pt x="71" y="129"/>
                    <a:pt x="71" y="128"/>
                    <a:pt x="72" y="128"/>
                  </a:cubicBezTo>
                  <a:lnTo>
                    <a:pt x="72" y="128"/>
                  </a:lnTo>
                  <a:cubicBezTo>
                    <a:pt x="72" y="129"/>
                    <a:pt x="72" y="130"/>
                    <a:pt x="73" y="131"/>
                  </a:cubicBezTo>
                  <a:cubicBezTo>
                    <a:pt x="74" y="131"/>
                    <a:pt x="74" y="131"/>
                    <a:pt x="74" y="140"/>
                  </a:cubicBezTo>
                  <a:cubicBezTo>
                    <a:pt x="74" y="140"/>
                    <a:pt x="75" y="149"/>
                    <a:pt x="76" y="149"/>
                  </a:cubicBezTo>
                  <a:cubicBezTo>
                    <a:pt x="77" y="149"/>
                    <a:pt x="80" y="149"/>
                    <a:pt x="78" y="158"/>
                  </a:cubicBezTo>
                  <a:cubicBezTo>
                    <a:pt x="80" y="158"/>
                    <a:pt x="80" y="158"/>
                    <a:pt x="80" y="149"/>
                  </a:cubicBezTo>
                  <a:cubicBezTo>
                    <a:pt x="80" y="144"/>
                    <a:pt x="81" y="138"/>
                    <a:pt x="82" y="138"/>
                  </a:cubicBezTo>
                  <a:cubicBezTo>
                    <a:pt x="83" y="138"/>
                    <a:pt x="83" y="139"/>
                    <a:pt x="84" y="141"/>
                  </a:cubicBezTo>
                  <a:cubicBezTo>
                    <a:pt x="85" y="141"/>
                    <a:pt x="87" y="141"/>
                    <a:pt x="88" y="134"/>
                  </a:cubicBezTo>
                  <a:cubicBezTo>
                    <a:pt x="88" y="134"/>
                    <a:pt x="88" y="134"/>
                    <a:pt x="88" y="142"/>
                  </a:cubicBezTo>
                  <a:cubicBezTo>
                    <a:pt x="88" y="151"/>
                    <a:pt x="88" y="155"/>
                    <a:pt x="89" y="155"/>
                  </a:cubicBezTo>
                  <a:cubicBezTo>
                    <a:pt x="90" y="155"/>
                    <a:pt x="91" y="151"/>
                    <a:pt x="92" y="142"/>
                  </a:cubicBezTo>
                  <a:cubicBezTo>
                    <a:pt x="92" y="138"/>
                    <a:pt x="92" y="136"/>
                    <a:pt x="92" y="136"/>
                  </a:cubicBezTo>
                  <a:cubicBezTo>
                    <a:pt x="93" y="136"/>
                    <a:pt x="93" y="138"/>
                    <a:pt x="93" y="142"/>
                  </a:cubicBezTo>
                  <a:cubicBezTo>
                    <a:pt x="93" y="142"/>
                    <a:pt x="94" y="142"/>
                    <a:pt x="95" y="135"/>
                  </a:cubicBezTo>
                  <a:cubicBezTo>
                    <a:pt x="96" y="130"/>
                    <a:pt x="96" y="128"/>
                    <a:pt x="96" y="128"/>
                  </a:cubicBezTo>
                  <a:cubicBezTo>
                    <a:pt x="97" y="128"/>
                    <a:pt x="97" y="130"/>
                    <a:pt x="97" y="135"/>
                  </a:cubicBezTo>
                  <a:cubicBezTo>
                    <a:pt x="96" y="142"/>
                    <a:pt x="97" y="144"/>
                    <a:pt x="99" y="144"/>
                  </a:cubicBezTo>
                  <a:cubicBezTo>
                    <a:pt x="99" y="139"/>
                    <a:pt x="101" y="137"/>
                    <a:pt x="104" y="137"/>
                  </a:cubicBezTo>
                  <a:cubicBezTo>
                    <a:pt x="106" y="137"/>
                    <a:pt x="109" y="140"/>
                    <a:pt x="109" y="145"/>
                  </a:cubicBezTo>
                  <a:cubicBezTo>
                    <a:pt x="110" y="136"/>
                    <a:pt x="110" y="136"/>
                    <a:pt x="111" y="136"/>
                  </a:cubicBezTo>
                  <a:cubicBezTo>
                    <a:pt x="111" y="143"/>
                    <a:pt x="111" y="146"/>
                    <a:pt x="111" y="146"/>
                  </a:cubicBezTo>
                  <a:cubicBezTo>
                    <a:pt x="112" y="146"/>
                    <a:pt x="112" y="138"/>
                    <a:pt x="112" y="128"/>
                  </a:cubicBezTo>
                  <a:lnTo>
                    <a:pt x="111" y="128"/>
                  </a:lnTo>
                  <a:cubicBezTo>
                    <a:pt x="111" y="120"/>
                    <a:pt x="112" y="116"/>
                    <a:pt x="113" y="116"/>
                  </a:cubicBezTo>
                  <a:cubicBezTo>
                    <a:pt x="113" y="116"/>
                    <a:pt x="114" y="123"/>
                    <a:pt x="113" y="137"/>
                  </a:cubicBezTo>
                  <a:cubicBezTo>
                    <a:pt x="113" y="145"/>
                    <a:pt x="113" y="150"/>
                    <a:pt x="113" y="150"/>
                  </a:cubicBezTo>
                  <a:cubicBezTo>
                    <a:pt x="113" y="150"/>
                    <a:pt x="114" y="145"/>
                    <a:pt x="114" y="137"/>
                  </a:cubicBezTo>
                  <a:cubicBezTo>
                    <a:pt x="115" y="128"/>
                    <a:pt x="115" y="124"/>
                    <a:pt x="116" y="124"/>
                  </a:cubicBezTo>
                  <a:cubicBezTo>
                    <a:pt x="116" y="124"/>
                    <a:pt x="117" y="128"/>
                    <a:pt x="117" y="137"/>
                  </a:cubicBezTo>
                  <a:cubicBezTo>
                    <a:pt x="116" y="145"/>
                    <a:pt x="116" y="150"/>
                    <a:pt x="116" y="150"/>
                  </a:cubicBezTo>
                  <a:cubicBezTo>
                    <a:pt x="116" y="150"/>
                    <a:pt x="117" y="145"/>
                    <a:pt x="118" y="137"/>
                  </a:cubicBezTo>
                  <a:cubicBezTo>
                    <a:pt x="119" y="118"/>
                    <a:pt x="120" y="107"/>
                    <a:pt x="121" y="107"/>
                  </a:cubicBezTo>
                  <a:lnTo>
                    <a:pt x="121" y="107"/>
                  </a:lnTo>
                  <a:cubicBezTo>
                    <a:pt x="122" y="107"/>
                    <a:pt x="122" y="114"/>
                    <a:pt x="121" y="129"/>
                  </a:cubicBezTo>
                  <a:cubicBezTo>
                    <a:pt x="120" y="138"/>
                    <a:pt x="121" y="146"/>
                    <a:pt x="122" y="155"/>
                  </a:cubicBezTo>
                  <a:cubicBezTo>
                    <a:pt x="123" y="149"/>
                    <a:pt x="123" y="144"/>
                    <a:pt x="123" y="138"/>
                  </a:cubicBezTo>
                  <a:cubicBezTo>
                    <a:pt x="123" y="130"/>
                    <a:pt x="124" y="125"/>
                    <a:pt x="124" y="125"/>
                  </a:cubicBezTo>
                  <a:cubicBezTo>
                    <a:pt x="124" y="125"/>
                    <a:pt x="124" y="130"/>
                    <a:pt x="124" y="138"/>
                  </a:cubicBezTo>
                  <a:cubicBezTo>
                    <a:pt x="125" y="152"/>
                    <a:pt x="126" y="159"/>
                    <a:pt x="127" y="159"/>
                  </a:cubicBezTo>
                  <a:cubicBezTo>
                    <a:pt x="128" y="159"/>
                    <a:pt x="129" y="154"/>
                    <a:pt x="130" y="147"/>
                  </a:cubicBezTo>
                  <a:cubicBezTo>
                    <a:pt x="132" y="139"/>
                    <a:pt x="134" y="135"/>
                    <a:pt x="135" y="135"/>
                  </a:cubicBezTo>
                  <a:lnTo>
                    <a:pt x="135" y="135"/>
                  </a:lnTo>
                  <a:cubicBezTo>
                    <a:pt x="135" y="135"/>
                    <a:pt x="135" y="140"/>
                    <a:pt x="133" y="148"/>
                  </a:cubicBezTo>
                  <a:cubicBezTo>
                    <a:pt x="132" y="158"/>
                    <a:pt x="132" y="162"/>
                    <a:pt x="132" y="162"/>
                  </a:cubicBezTo>
                  <a:cubicBezTo>
                    <a:pt x="132" y="162"/>
                    <a:pt x="132" y="160"/>
                    <a:pt x="133" y="156"/>
                  </a:cubicBezTo>
                  <a:lnTo>
                    <a:pt x="137" y="157"/>
                  </a:lnTo>
                  <a:cubicBezTo>
                    <a:pt x="138" y="151"/>
                    <a:pt x="139" y="146"/>
                    <a:pt x="139" y="140"/>
                  </a:cubicBezTo>
                  <a:cubicBezTo>
                    <a:pt x="139" y="151"/>
                    <a:pt x="139" y="158"/>
                    <a:pt x="140" y="158"/>
                  </a:cubicBezTo>
                  <a:cubicBezTo>
                    <a:pt x="141" y="158"/>
                    <a:pt x="141" y="156"/>
                    <a:pt x="142" y="149"/>
                  </a:cubicBezTo>
                  <a:lnTo>
                    <a:pt x="143" y="149"/>
                  </a:lnTo>
                  <a:cubicBezTo>
                    <a:pt x="145" y="149"/>
                    <a:pt x="145" y="149"/>
                    <a:pt x="146" y="140"/>
                  </a:cubicBezTo>
                  <a:cubicBezTo>
                    <a:pt x="146" y="138"/>
                    <a:pt x="146" y="137"/>
                    <a:pt x="146" y="137"/>
                  </a:cubicBezTo>
                  <a:cubicBezTo>
                    <a:pt x="147" y="137"/>
                    <a:pt x="147" y="144"/>
                    <a:pt x="148" y="149"/>
                  </a:cubicBezTo>
                  <a:cubicBezTo>
                    <a:pt x="148" y="156"/>
                    <a:pt x="148" y="162"/>
                    <a:pt x="148" y="162"/>
                  </a:cubicBezTo>
                  <a:cubicBezTo>
                    <a:pt x="148" y="162"/>
                    <a:pt x="149" y="161"/>
                    <a:pt x="149" y="158"/>
                  </a:cubicBezTo>
                  <a:cubicBezTo>
                    <a:pt x="149" y="150"/>
                    <a:pt x="151" y="141"/>
                    <a:pt x="152" y="134"/>
                  </a:cubicBezTo>
                  <a:cubicBezTo>
                    <a:pt x="153" y="131"/>
                    <a:pt x="153" y="130"/>
                    <a:pt x="153" y="130"/>
                  </a:cubicBezTo>
                  <a:lnTo>
                    <a:pt x="153" y="130"/>
                  </a:lnTo>
                  <a:cubicBezTo>
                    <a:pt x="153" y="130"/>
                    <a:pt x="153" y="136"/>
                    <a:pt x="152" y="141"/>
                  </a:cubicBezTo>
                  <a:cubicBezTo>
                    <a:pt x="152" y="147"/>
                    <a:pt x="152" y="154"/>
                    <a:pt x="154" y="159"/>
                  </a:cubicBezTo>
                  <a:cubicBezTo>
                    <a:pt x="154" y="159"/>
                    <a:pt x="156" y="159"/>
                    <a:pt x="156" y="150"/>
                  </a:cubicBezTo>
                  <a:cubicBezTo>
                    <a:pt x="156" y="147"/>
                    <a:pt x="157" y="145"/>
                    <a:pt x="158" y="145"/>
                  </a:cubicBezTo>
                  <a:cubicBezTo>
                    <a:pt x="159" y="145"/>
                    <a:pt x="161" y="147"/>
                    <a:pt x="161" y="151"/>
                  </a:cubicBezTo>
                  <a:lnTo>
                    <a:pt x="163" y="151"/>
                  </a:lnTo>
                  <a:cubicBezTo>
                    <a:pt x="164" y="151"/>
                    <a:pt x="165" y="144"/>
                    <a:pt x="165" y="144"/>
                  </a:cubicBezTo>
                  <a:cubicBezTo>
                    <a:pt x="165" y="144"/>
                    <a:pt x="166" y="144"/>
                    <a:pt x="167" y="135"/>
                  </a:cubicBezTo>
                  <a:cubicBezTo>
                    <a:pt x="168" y="135"/>
                    <a:pt x="168" y="135"/>
                    <a:pt x="168" y="144"/>
                  </a:cubicBezTo>
                  <a:cubicBezTo>
                    <a:pt x="169" y="135"/>
                    <a:pt x="169" y="131"/>
                    <a:pt x="169" y="131"/>
                  </a:cubicBezTo>
                  <a:cubicBezTo>
                    <a:pt x="169" y="131"/>
                    <a:pt x="169" y="135"/>
                    <a:pt x="169" y="144"/>
                  </a:cubicBezTo>
                  <a:cubicBezTo>
                    <a:pt x="169" y="152"/>
                    <a:pt x="169" y="156"/>
                    <a:pt x="169" y="156"/>
                  </a:cubicBezTo>
                  <a:cubicBezTo>
                    <a:pt x="170" y="156"/>
                    <a:pt x="170" y="152"/>
                    <a:pt x="170" y="144"/>
                  </a:cubicBezTo>
                  <a:cubicBezTo>
                    <a:pt x="171" y="140"/>
                    <a:pt x="171" y="138"/>
                    <a:pt x="171" y="138"/>
                  </a:cubicBezTo>
                  <a:cubicBezTo>
                    <a:pt x="171" y="138"/>
                    <a:pt x="171" y="140"/>
                    <a:pt x="171" y="144"/>
                  </a:cubicBezTo>
                  <a:cubicBezTo>
                    <a:pt x="171" y="148"/>
                    <a:pt x="172" y="150"/>
                    <a:pt x="172" y="150"/>
                  </a:cubicBezTo>
                  <a:cubicBezTo>
                    <a:pt x="172" y="150"/>
                    <a:pt x="173" y="149"/>
                    <a:pt x="173" y="145"/>
                  </a:cubicBezTo>
                  <a:cubicBezTo>
                    <a:pt x="173" y="134"/>
                    <a:pt x="175" y="126"/>
                    <a:pt x="176" y="126"/>
                  </a:cubicBezTo>
                  <a:cubicBezTo>
                    <a:pt x="176" y="126"/>
                    <a:pt x="176" y="129"/>
                    <a:pt x="176" y="136"/>
                  </a:cubicBezTo>
                  <a:cubicBezTo>
                    <a:pt x="176" y="136"/>
                    <a:pt x="177" y="136"/>
                    <a:pt x="178" y="128"/>
                  </a:cubicBezTo>
                  <a:cubicBezTo>
                    <a:pt x="178" y="136"/>
                    <a:pt x="178" y="141"/>
                    <a:pt x="179" y="141"/>
                  </a:cubicBezTo>
                  <a:cubicBezTo>
                    <a:pt x="179" y="141"/>
                    <a:pt x="180" y="136"/>
                    <a:pt x="180" y="128"/>
                  </a:cubicBezTo>
                  <a:cubicBezTo>
                    <a:pt x="180" y="128"/>
                    <a:pt x="181" y="124"/>
                    <a:pt x="182" y="124"/>
                  </a:cubicBezTo>
                  <a:cubicBezTo>
                    <a:pt x="182" y="124"/>
                    <a:pt x="182" y="125"/>
                    <a:pt x="183" y="128"/>
                  </a:cubicBezTo>
                  <a:cubicBezTo>
                    <a:pt x="183" y="133"/>
                    <a:pt x="185" y="138"/>
                    <a:pt x="186" y="138"/>
                  </a:cubicBezTo>
                  <a:cubicBezTo>
                    <a:pt x="187" y="138"/>
                    <a:pt x="187" y="136"/>
                    <a:pt x="187" y="129"/>
                  </a:cubicBezTo>
                  <a:lnTo>
                    <a:pt x="189" y="129"/>
                  </a:lnTo>
                  <a:cubicBezTo>
                    <a:pt x="190" y="134"/>
                    <a:pt x="190" y="136"/>
                    <a:pt x="191" y="136"/>
                  </a:cubicBezTo>
                  <a:cubicBezTo>
                    <a:pt x="191" y="136"/>
                    <a:pt x="191" y="134"/>
                    <a:pt x="192" y="130"/>
                  </a:cubicBezTo>
                  <a:lnTo>
                    <a:pt x="193" y="121"/>
                  </a:lnTo>
                  <a:cubicBezTo>
                    <a:pt x="193" y="127"/>
                    <a:pt x="193" y="132"/>
                    <a:pt x="194" y="138"/>
                  </a:cubicBezTo>
                  <a:cubicBezTo>
                    <a:pt x="195" y="138"/>
                    <a:pt x="195" y="138"/>
                    <a:pt x="195" y="130"/>
                  </a:cubicBezTo>
                  <a:cubicBezTo>
                    <a:pt x="195" y="121"/>
                    <a:pt x="195" y="121"/>
                    <a:pt x="196" y="121"/>
                  </a:cubicBezTo>
                  <a:cubicBezTo>
                    <a:pt x="197" y="127"/>
                    <a:pt x="197" y="134"/>
                    <a:pt x="197" y="139"/>
                  </a:cubicBezTo>
                  <a:cubicBezTo>
                    <a:pt x="198" y="129"/>
                    <a:pt x="199" y="125"/>
                    <a:pt x="199" y="125"/>
                  </a:cubicBezTo>
                  <a:lnTo>
                    <a:pt x="199" y="125"/>
                  </a:lnTo>
                  <a:cubicBezTo>
                    <a:pt x="199" y="125"/>
                    <a:pt x="199" y="127"/>
                    <a:pt x="198" y="130"/>
                  </a:cubicBezTo>
                  <a:cubicBezTo>
                    <a:pt x="200" y="139"/>
                    <a:pt x="200" y="139"/>
                    <a:pt x="201" y="139"/>
                  </a:cubicBezTo>
                  <a:cubicBezTo>
                    <a:pt x="201" y="137"/>
                    <a:pt x="201" y="136"/>
                    <a:pt x="201" y="136"/>
                  </a:cubicBezTo>
                  <a:lnTo>
                    <a:pt x="201" y="136"/>
                  </a:lnTo>
                  <a:cubicBezTo>
                    <a:pt x="201" y="136"/>
                    <a:pt x="201" y="139"/>
                    <a:pt x="201" y="139"/>
                  </a:cubicBezTo>
                  <a:lnTo>
                    <a:pt x="201" y="148"/>
                  </a:lnTo>
                  <a:cubicBezTo>
                    <a:pt x="201" y="150"/>
                    <a:pt x="201" y="151"/>
                    <a:pt x="201" y="151"/>
                  </a:cubicBezTo>
                  <a:cubicBezTo>
                    <a:pt x="201" y="151"/>
                    <a:pt x="201" y="146"/>
                    <a:pt x="202" y="139"/>
                  </a:cubicBezTo>
                  <a:lnTo>
                    <a:pt x="203" y="139"/>
                  </a:lnTo>
                  <a:cubicBezTo>
                    <a:pt x="203" y="139"/>
                    <a:pt x="203" y="140"/>
                    <a:pt x="204" y="140"/>
                  </a:cubicBezTo>
                  <a:cubicBezTo>
                    <a:pt x="204" y="140"/>
                    <a:pt x="204" y="138"/>
                    <a:pt x="204" y="131"/>
                  </a:cubicBezTo>
                  <a:cubicBezTo>
                    <a:pt x="204" y="126"/>
                    <a:pt x="204" y="120"/>
                    <a:pt x="205" y="114"/>
                  </a:cubicBezTo>
                  <a:cubicBezTo>
                    <a:pt x="206" y="111"/>
                    <a:pt x="206" y="110"/>
                    <a:pt x="206" y="110"/>
                  </a:cubicBezTo>
                  <a:lnTo>
                    <a:pt x="206" y="110"/>
                  </a:lnTo>
                  <a:cubicBezTo>
                    <a:pt x="206" y="110"/>
                    <a:pt x="206" y="114"/>
                    <a:pt x="205" y="114"/>
                  </a:cubicBezTo>
                  <a:cubicBezTo>
                    <a:pt x="205" y="120"/>
                    <a:pt x="205" y="126"/>
                    <a:pt x="205" y="131"/>
                  </a:cubicBezTo>
                  <a:cubicBezTo>
                    <a:pt x="206" y="131"/>
                    <a:pt x="206" y="140"/>
                    <a:pt x="206" y="140"/>
                  </a:cubicBezTo>
                  <a:cubicBezTo>
                    <a:pt x="205" y="147"/>
                    <a:pt x="205" y="150"/>
                    <a:pt x="206" y="150"/>
                  </a:cubicBezTo>
                  <a:cubicBezTo>
                    <a:pt x="206" y="150"/>
                    <a:pt x="208" y="145"/>
                    <a:pt x="209" y="140"/>
                  </a:cubicBezTo>
                  <a:cubicBezTo>
                    <a:pt x="210" y="132"/>
                    <a:pt x="210" y="128"/>
                    <a:pt x="211" y="128"/>
                  </a:cubicBezTo>
                  <a:lnTo>
                    <a:pt x="211" y="128"/>
                  </a:lnTo>
                  <a:cubicBezTo>
                    <a:pt x="211" y="128"/>
                    <a:pt x="211" y="132"/>
                    <a:pt x="211" y="140"/>
                  </a:cubicBezTo>
                  <a:cubicBezTo>
                    <a:pt x="211" y="145"/>
                    <a:pt x="211" y="148"/>
                    <a:pt x="211" y="148"/>
                  </a:cubicBezTo>
                  <a:cubicBezTo>
                    <a:pt x="212" y="148"/>
                    <a:pt x="213" y="134"/>
                    <a:pt x="214" y="116"/>
                  </a:cubicBezTo>
                  <a:lnTo>
                    <a:pt x="216" y="90"/>
                  </a:lnTo>
                  <a:lnTo>
                    <a:pt x="215" y="116"/>
                  </a:lnTo>
                  <a:cubicBezTo>
                    <a:pt x="215" y="135"/>
                    <a:pt x="214" y="143"/>
                    <a:pt x="215" y="143"/>
                  </a:cubicBezTo>
                  <a:cubicBezTo>
                    <a:pt x="215" y="143"/>
                    <a:pt x="216" y="139"/>
                    <a:pt x="217" y="132"/>
                  </a:cubicBezTo>
                  <a:cubicBezTo>
                    <a:pt x="219" y="129"/>
                    <a:pt x="219" y="127"/>
                    <a:pt x="219" y="127"/>
                  </a:cubicBezTo>
                  <a:lnTo>
                    <a:pt x="219" y="127"/>
                  </a:lnTo>
                  <a:cubicBezTo>
                    <a:pt x="219" y="127"/>
                    <a:pt x="219" y="129"/>
                    <a:pt x="219" y="134"/>
                  </a:cubicBezTo>
                  <a:cubicBezTo>
                    <a:pt x="219" y="141"/>
                    <a:pt x="220" y="141"/>
                    <a:pt x="222" y="142"/>
                  </a:cubicBezTo>
                  <a:cubicBezTo>
                    <a:pt x="224" y="142"/>
                    <a:pt x="224" y="142"/>
                    <a:pt x="225" y="134"/>
                  </a:cubicBezTo>
                  <a:lnTo>
                    <a:pt x="226" y="134"/>
                  </a:lnTo>
                  <a:cubicBezTo>
                    <a:pt x="226" y="140"/>
                    <a:pt x="227" y="143"/>
                    <a:pt x="227" y="143"/>
                  </a:cubicBezTo>
                  <a:cubicBezTo>
                    <a:pt x="228" y="143"/>
                    <a:pt x="229" y="136"/>
                    <a:pt x="229" y="126"/>
                  </a:cubicBezTo>
                  <a:lnTo>
                    <a:pt x="230" y="126"/>
                  </a:lnTo>
                  <a:lnTo>
                    <a:pt x="230" y="135"/>
                  </a:lnTo>
                  <a:cubicBezTo>
                    <a:pt x="229" y="142"/>
                    <a:pt x="231" y="144"/>
                    <a:pt x="237" y="144"/>
                  </a:cubicBezTo>
                  <a:cubicBezTo>
                    <a:pt x="238" y="144"/>
                    <a:pt x="239" y="144"/>
                    <a:pt x="240" y="144"/>
                  </a:cubicBezTo>
                  <a:cubicBezTo>
                    <a:pt x="244" y="144"/>
                    <a:pt x="245" y="141"/>
                    <a:pt x="246" y="128"/>
                  </a:cubicBezTo>
                  <a:cubicBezTo>
                    <a:pt x="246" y="119"/>
                    <a:pt x="247" y="115"/>
                    <a:pt x="247" y="115"/>
                  </a:cubicBezTo>
                  <a:lnTo>
                    <a:pt x="247" y="115"/>
                  </a:lnTo>
                  <a:cubicBezTo>
                    <a:pt x="247" y="115"/>
                    <a:pt x="247" y="119"/>
                    <a:pt x="247" y="128"/>
                  </a:cubicBezTo>
                  <a:cubicBezTo>
                    <a:pt x="247" y="131"/>
                    <a:pt x="247" y="135"/>
                    <a:pt x="247" y="137"/>
                  </a:cubicBezTo>
                  <a:cubicBezTo>
                    <a:pt x="247" y="137"/>
                    <a:pt x="249" y="137"/>
                    <a:pt x="249" y="146"/>
                  </a:cubicBezTo>
                  <a:cubicBezTo>
                    <a:pt x="249" y="153"/>
                    <a:pt x="250" y="156"/>
                    <a:pt x="250" y="156"/>
                  </a:cubicBezTo>
                  <a:cubicBezTo>
                    <a:pt x="251" y="156"/>
                    <a:pt x="252" y="151"/>
                    <a:pt x="252" y="146"/>
                  </a:cubicBezTo>
                  <a:cubicBezTo>
                    <a:pt x="253" y="152"/>
                    <a:pt x="253" y="158"/>
                    <a:pt x="253" y="158"/>
                  </a:cubicBezTo>
                  <a:cubicBezTo>
                    <a:pt x="253" y="158"/>
                    <a:pt x="253" y="157"/>
                    <a:pt x="253" y="155"/>
                  </a:cubicBezTo>
                  <a:cubicBezTo>
                    <a:pt x="254" y="150"/>
                    <a:pt x="256" y="145"/>
                    <a:pt x="258" y="145"/>
                  </a:cubicBezTo>
                  <a:cubicBezTo>
                    <a:pt x="259" y="145"/>
                    <a:pt x="259" y="148"/>
                    <a:pt x="259" y="155"/>
                  </a:cubicBezTo>
                  <a:lnTo>
                    <a:pt x="260" y="156"/>
                  </a:lnTo>
                  <a:cubicBezTo>
                    <a:pt x="261" y="147"/>
                    <a:pt x="262" y="147"/>
                    <a:pt x="263" y="147"/>
                  </a:cubicBezTo>
                  <a:cubicBezTo>
                    <a:pt x="266" y="148"/>
                    <a:pt x="266" y="148"/>
                    <a:pt x="266" y="156"/>
                  </a:cubicBezTo>
                  <a:cubicBezTo>
                    <a:pt x="265" y="160"/>
                    <a:pt x="265" y="163"/>
                    <a:pt x="265" y="163"/>
                  </a:cubicBezTo>
                  <a:cubicBezTo>
                    <a:pt x="266" y="163"/>
                    <a:pt x="266" y="160"/>
                    <a:pt x="267" y="156"/>
                  </a:cubicBezTo>
                  <a:cubicBezTo>
                    <a:pt x="268" y="156"/>
                    <a:pt x="269" y="139"/>
                    <a:pt x="270" y="139"/>
                  </a:cubicBezTo>
                  <a:cubicBezTo>
                    <a:pt x="270" y="134"/>
                    <a:pt x="270" y="128"/>
                    <a:pt x="272" y="122"/>
                  </a:cubicBezTo>
                  <a:lnTo>
                    <a:pt x="272" y="131"/>
                  </a:lnTo>
                  <a:lnTo>
                    <a:pt x="271" y="148"/>
                  </a:lnTo>
                  <a:cubicBezTo>
                    <a:pt x="272" y="148"/>
                    <a:pt x="272" y="148"/>
                    <a:pt x="274" y="140"/>
                  </a:cubicBezTo>
                  <a:cubicBezTo>
                    <a:pt x="274" y="148"/>
                    <a:pt x="275" y="149"/>
                    <a:pt x="276" y="149"/>
                  </a:cubicBezTo>
                  <a:cubicBezTo>
                    <a:pt x="277" y="149"/>
                    <a:pt x="279" y="149"/>
                    <a:pt x="280" y="141"/>
                  </a:cubicBezTo>
                  <a:cubicBezTo>
                    <a:pt x="280" y="150"/>
                    <a:pt x="281" y="154"/>
                    <a:pt x="283" y="154"/>
                  </a:cubicBezTo>
                  <a:cubicBezTo>
                    <a:pt x="284" y="154"/>
                    <a:pt x="285" y="150"/>
                    <a:pt x="286" y="141"/>
                  </a:cubicBezTo>
                  <a:cubicBezTo>
                    <a:pt x="286" y="137"/>
                    <a:pt x="286" y="135"/>
                    <a:pt x="286" y="135"/>
                  </a:cubicBezTo>
                  <a:cubicBezTo>
                    <a:pt x="287" y="135"/>
                    <a:pt x="287" y="137"/>
                    <a:pt x="287" y="141"/>
                  </a:cubicBezTo>
                  <a:cubicBezTo>
                    <a:pt x="288" y="146"/>
                    <a:pt x="288" y="148"/>
                    <a:pt x="288" y="148"/>
                  </a:cubicBezTo>
                  <a:cubicBezTo>
                    <a:pt x="288" y="148"/>
                    <a:pt x="289" y="146"/>
                    <a:pt x="289" y="142"/>
                  </a:cubicBezTo>
                  <a:cubicBezTo>
                    <a:pt x="290" y="140"/>
                    <a:pt x="290" y="139"/>
                    <a:pt x="290" y="139"/>
                  </a:cubicBezTo>
                  <a:cubicBezTo>
                    <a:pt x="290" y="139"/>
                    <a:pt x="290" y="145"/>
                    <a:pt x="290" y="150"/>
                  </a:cubicBezTo>
                  <a:cubicBezTo>
                    <a:pt x="290" y="161"/>
                    <a:pt x="291" y="165"/>
                    <a:pt x="291" y="165"/>
                  </a:cubicBezTo>
                  <a:cubicBezTo>
                    <a:pt x="292" y="165"/>
                    <a:pt x="292" y="163"/>
                    <a:pt x="293" y="159"/>
                  </a:cubicBezTo>
                  <a:cubicBezTo>
                    <a:pt x="295" y="151"/>
                    <a:pt x="296" y="151"/>
                    <a:pt x="297" y="151"/>
                  </a:cubicBezTo>
                  <a:cubicBezTo>
                    <a:pt x="298" y="146"/>
                    <a:pt x="299" y="140"/>
                    <a:pt x="299" y="135"/>
                  </a:cubicBezTo>
                  <a:cubicBezTo>
                    <a:pt x="299" y="127"/>
                    <a:pt x="300" y="118"/>
                    <a:pt x="300" y="118"/>
                  </a:cubicBezTo>
                  <a:cubicBezTo>
                    <a:pt x="301" y="115"/>
                    <a:pt x="302" y="114"/>
                    <a:pt x="302" y="114"/>
                  </a:cubicBezTo>
                  <a:lnTo>
                    <a:pt x="302" y="114"/>
                  </a:lnTo>
                  <a:cubicBezTo>
                    <a:pt x="302" y="114"/>
                    <a:pt x="302" y="118"/>
                    <a:pt x="302" y="118"/>
                  </a:cubicBezTo>
                  <a:cubicBezTo>
                    <a:pt x="299" y="123"/>
                    <a:pt x="299" y="129"/>
                    <a:pt x="300" y="135"/>
                  </a:cubicBezTo>
                  <a:cubicBezTo>
                    <a:pt x="300" y="144"/>
                    <a:pt x="303" y="144"/>
                    <a:pt x="303" y="144"/>
                  </a:cubicBezTo>
                  <a:lnTo>
                    <a:pt x="306" y="145"/>
                  </a:lnTo>
                  <a:cubicBezTo>
                    <a:pt x="307" y="149"/>
                    <a:pt x="308" y="151"/>
                    <a:pt x="308" y="151"/>
                  </a:cubicBezTo>
                  <a:cubicBezTo>
                    <a:pt x="309" y="151"/>
                    <a:pt x="309" y="149"/>
                    <a:pt x="309" y="145"/>
                  </a:cubicBezTo>
                  <a:cubicBezTo>
                    <a:pt x="309" y="141"/>
                    <a:pt x="309" y="138"/>
                    <a:pt x="309" y="136"/>
                  </a:cubicBezTo>
                  <a:cubicBezTo>
                    <a:pt x="309" y="145"/>
                    <a:pt x="312" y="150"/>
                    <a:pt x="314" y="150"/>
                  </a:cubicBezTo>
                  <a:cubicBezTo>
                    <a:pt x="316" y="150"/>
                    <a:pt x="318" y="147"/>
                    <a:pt x="319" y="140"/>
                  </a:cubicBezTo>
                  <a:lnTo>
                    <a:pt x="319" y="140"/>
                  </a:lnTo>
                  <a:cubicBezTo>
                    <a:pt x="319" y="142"/>
                    <a:pt x="319" y="144"/>
                    <a:pt x="318" y="146"/>
                  </a:cubicBezTo>
                  <a:cubicBezTo>
                    <a:pt x="318" y="155"/>
                    <a:pt x="320" y="155"/>
                    <a:pt x="321" y="155"/>
                  </a:cubicBezTo>
                  <a:cubicBezTo>
                    <a:pt x="322" y="155"/>
                    <a:pt x="325" y="147"/>
                    <a:pt x="327" y="147"/>
                  </a:cubicBezTo>
                  <a:cubicBezTo>
                    <a:pt x="328" y="147"/>
                    <a:pt x="328" y="147"/>
                    <a:pt x="329" y="147"/>
                  </a:cubicBezTo>
                  <a:cubicBezTo>
                    <a:pt x="331" y="147"/>
                    <a:pt x="332" y="146"/>
                    <a:pt x="333" y="139"/>
                  </a:cubicBezTo>
                  <a:cubicBezTo>
                    <a:pt x="333" y="139"/>
                    <a:pt x="333" y="139"/>
                    <a:pt x="333" y="148"/>
                  </a:cubicBezTo>
                  <a:cubicBezTo>
                    <a:pt x="332" y="156"/>
                    <a:pt x="333" y="156"/>
                    <a:pt x="333" y="156"/>
                  </a:cubicBezTo>
                  <a:cubicBezTo>
                    <a:pt x="334" y="150"/>
                    <a:pt x="335" y="145"/>
                    <a:pt x="335" y="139"/>
                  </a:cubicBezTo>
                  <a:cubicBezTo>
                    <a:pt x="335" y="135"/>
                    <a:pt x="336" y="133"/>
                    <a:pt x="336" y="133"/>
                  </a:cubicBezTo>
                  <a:cubicBezTo>
                    <a:pt x="336" y="133"/>
                    <a:pt x="337" y="135"/>
                    <a:pt x="338" y="139"/>
                  </a:cubicBezTo>
                  <a:cubicBezTo>
                    <a:pt x="338" y="144"/>
                    <a:pt x="339" y="146"/>
                    <a:pt x="340" y="146"/>
                  </a:cubicBezTo>
                  <a:cubicBezTo>
                    <a:pt x="341" y="146"/>
                    <a:pt x="342" y="144"/>
                    <a:pt x="343" y="140"/>
                  </a:cubicBezTo>
                  <a:cubicBezTo>
                    <a:pt x="344" y="140"/>
                    <a:pt x="344" y="140"/>
                    <a:pt x="344" y="149"/>
                  </a:cubicBezTo>
                  <a:cubicBezTo>
                    <a:pt x="344" y="154"/>
                    <a:pt x="345" y="159"/>
                    <a:pt x="345" y="159"/>
                  </a:cubicBezTo>
                  <a:cubicBezTo>
                    <a:pt x="346" y="159"/>
                    <a:pt x="347" y="156"/>
                    <a:pt x="348" y="149"/>
                  </a:cubicBezTo>
                  <a:cubicBezTo>
                    <a:pt x="349" y="149"/>
                    <a:pt x="349" y="149"/>
                    <a:pt x="349" y="158"/>
                  </a:cubicBezTo>
                  <a:cubicBezTo>
                    <a:pt x="349" y="163"/>
                    <a:pt x="349" y="168"/>
                    <a:pt x="349" y="168"/>
                  </a:cubicBezTo>
                  <a:cubicBezTo>
                    <a:pt x="349" y="168"/>
                    <a:pt x="349" y="165"/>
                    <a:pt x="350" y="158"/>
                  </a:cubicBezTo>
                  <a:cubicBezTo>
                    <a:pt x="351" y="154"/>
                    <a:pt x="352" y="152"/>
                    <a:pt x="353" y="152"/>
                  </a:cubicBezTo>
                  <a:cubicBezTo>
                    <a:pt x="354" y="152"/>
                    <a:pt x="355" y="155"/>
                    <a:pt x="355" y="159"/>
                  </a:cubicBezTo>
                  <a:cubicBezTo>
                    <a:pt x="355" y="159"/>
                    <a:pt x="357" y="159"/>
                    <a:pt x="357" y="150"/>
                  </a:cubicBezTo>
                  <a:cubicBezTo>
                    <a:pt x="357" y="145"/>
                    <a:pt x="358" y="139"/>
                    <a:pt x="358" y="139"/>
                  </a:cubicBezTo>
                  <a:cubicBezTo>
                    <a:pt x="358" y="139"/>
                    <a:pt x="358" y="140"/>
                    <a:pt x="358" y="142"/>
                  </a:cubicBezTo>
                  <a:cubicBezTo>
                    <a:pt x="358" y="151"/>
                    <a:pt x="358" y="155"/>
                    <a:pt x="358" y="155"/>
                  </a:cubicBezTo>
                  <a:cubicBezTo>
                    <a:pt x="358" y="155"/>
                    <a:pt x="358" y="151"/>
                    <a:pt x="359" y="142"/>
                  </a:cubicBezTo>
                  <a:cubicBezTo>
                    <a:pt x="359" y="138"/>
                    <a:pt x="359" y="136"/>
                    <a:pt x="359" y="136"/>
                  </a:cubicBezTo>
                  <a:cubicBezTo>
                    <a:pt x="360" y="136"/>
                    <a:pt x="360" y="138"/>
                    <a:pt x="360" y="142"/>
                  </a:cubicBezTo>
                  <a:cubicBezTo>
                    <a:pt x="360" y="151"/>
                    <a:pt x="361" y="151"/>
                    <a:pt x="361" y="151"/>
                  </a:cubicBezTo>
                  <a:cubicBezTo>
                    <a:pt x="361" y="151"/>
                    <a:pt x="366" y="144"/>
                    <a:pt x="369" y="144"/>
                  </a:cubicBezTo>
                  <a:cubicBezTo>
                    <a:pt x="371" y="144"/>
                    <a:pt x="372" y="144"/>
                    <a:pt x="373" y="144"/>
                  </a:cubicBezTo>
                  <a:cubicBezTo>
                    <a:pt x="377" y="144"/>
                    <a:pt x="378" y="142"/>
                    <a:pt x="378" y="136"/>
                  </a:cubicBezTo>
                  <a:cubicBezTo>
                    <a:pt x="378" y="132"/>
                    <a:pt x="379" y="130"/>
                    <a:pt x="379" y="130"/>
                  </a:cubicBezTo>
                  <a:cubicBezTo>
                    <a:pt x="379" y="130"/>
                    <a:pt x="379" y="132"/>
                    <a:pt x="379" y="137"/>
                  </a:cubicBezTo>
                  <a:cubicBezTo>
                    <a:pt x="380" y="145"/>
                    <a:pt x="381" y="145"/>
                    <a:pt x="381" y="146"/>
                  </a:cubicBezTo>
                  <a:cubicBezTo>
                    <a:pt x="382" y="146"/>
                    <a:pt x="384" y="146"/>
                    <a:pt x="382" y="154"/>
                  </a:cubicBezTo>
                  <a:cubicBezTo>
                    <a:pt x="384" y="146"/>
                    <a:pt x="384" y="146"/>
                    <a:pt x="385" y="146"/>
                  </a:cubicBezTo>
                  <a:cubicBezTo>
                    <a:pt x="385" y="150"/>
                    <a:pt x="385" y="152"/>
                    <a:pt x="385" y="152"/>
                  </a:cubicBezTo>
                  <a:cubicBezTo>
                    <a:pt x="385" y="152"/>
                    <a:pt x="385" y="150"/>
                    <a:pt x="386" y="146"/>
                  </a:cubicBezTo>
                  <a:cubicBezTo>
                    <a:pt x="387" y="137"/>
                    <a:pt x="387" y="133"/>
                    <a:pt x="388" y="133"/>
                  </a:cubicBezTo>
                  <a:lnTo>
                    <a:pt x="388" y="133"/>
                  </a:lnTo>
                  <a:cubicBezTo>
                    <a:pt x="388" y="133"/>
                    <a:pt x="387" y="137"/>
                    <a:pt x="387" y="146"/>
                  </a:cubicBezTo>
                  <a:cubicBezTo>
                    <a:pt x="387" y="152"/>
                    <a:pt x="387" y="159"/>
                    <a:pt x="388" y="159"/>
                  </a:cubicBezTo>
                  <a:cubicBezTo>
                    <a:pt x="388" y="159"/>
                    <a:pt x="388" y="157"/>
                    <a:pt x="388" y="155"/>
                  </a:cubicBezTo>
                  <a:cubicBezTo>
                    <a:pt x="388" y="149"/>
                    <a:pt x="389" y="144"/>
                    <a:pt x="391" y="138"/>
                  </a:cubicBezTo>
                  <a:cubicBezTo>
                    <a:pt x="391" y="138"/>
                    <a:pt x="392" y="138"/>
                    <a:pt x="392" y="147"/>
                  </a:cubicBezTo>
                  <a:cubicBezTo>
                    <a:pt x="392" y="149"/>
                    <a:pt x="393" y="150"/>
                    <a:pt x="393" y="150"/>
                  </a:cubicBezTo>
                  <a:cubicBezTo>
                    <a:pt x="395" y="150"/>
                    <a:pt x="397" y="145"/>
                    <a:pt x="398" y="139"/>
                  </a:cubicBezTo>
                  <a:cubicBezTo>
                    <a:pt x="398" y="135"/>
                    <a:pt x="398" y="132"/>
                    <a:pt x="399" y="132"/>
                  </a:cubicBezTo>
                  <a:lnTo>
                    <a:pt x="399" y="132"/>
                  </a:lnTo>
                  <a:cubicBezTo>
                    <a:pt x="399" y="132"/>
                    <a:pt x="399" y="135"/>
                    <a:pt x="398" y="139"/>
                  </a:cubicBezTo>
                  <a:cubicBezTo>
                    <a:pt x="398" y="147"/>
                    <a:pt x="399" y="147"/>
                    <a:pt x="399" y="148"/>
                  </a:cubicBezTo>
                  <a:cubicBezTo>
                    <a:pt x="400" y="145"/>
                    <a:pt x="400" y="144"/>
                    <a:pt x="400" y="144"/>
                  </a:cubicBezTo>
                  <a:cubicBezTo>
                    <a:pt x="400" y="144"/>
                    <a:pt x="400" y="150"/>
                    <a:pt x="400" y="156"/>
                  </a:cubicBezTo>
                  <a:cubicBezTo>
                    <a:pt x="399" y="165"/>
                    <a:pt x="399" y="165"/>
                    <a:pt x="401" y="165"/>
                  </a:cubicBezTo>
                  <a:cubicBezTo>
                    <a:pt x="402" y="158"/>
                    <a:pt x="404" y="157"/>
                    <a:pt x="406" y="157"/>
                  </a:cubicBezTo>
                  <a:cubicBezTo>
                    <a:pt x="406" y="157"/>
                    <a:pt x="407" y="157"/>
                    <a:pt x="407" y="157"/>
                  </a:cubicBezTo>
                  <a:cubicBezTo>
                    <a:pt x="407" y="157"/>
                    <a:pt x="408" y="157"/>
                    <a:pt x="408" y="157"/>
                  </a:cubicBezTo>
                  <a:cubicBezTo>
                    <a:pt x="412" y="157"/>
                    <a:pt x="413" y="148"/>
                    <a:pt x="415" y="132"/>
                  </a:cubicBezTo>
                  <a:cubicBezTo>
                    <a:pt x="415" y="141"/>
                    <a:pt x="415" y="158"/>
                    <a:pt x="415" y="158"/>
                  </a:cubicBezTo>
                  <a:cubicBezTo>
                    <a:pt x="416" y="153"/>
                    <a:pt x="416" y="147"/>
                    <a:pt x="416" y="141"/>
                  </a:cubicBezTo>
                  <a:cubicBezTo>
                    <a:pt x="417" y="137"/>
                    <a:pt x="417" y="135"/>
                    <a:pt x="417" y="135"/>
                  </a:cubicBezTo>
                  <a:cubicBezTo>
                    <a:pt x="417" y="135"/>
                    <a:pt x="418" y="137"/>
                    <a:pt x="418" y="141"/>
                  </a:cubicBezTo>
                  <a:cubicBezTo>
                    <a:pt x="419" y="146"/>
                    <a:pt x="419" y="148"/>
                    <a:pt x="420" y="148"/>
                  </a:cubicBezTo>
                  <a:cubicBezTo>
                    <a:pt x="421" y="148"/>
                    <a:pt x="421" y="146"/>
                    <a:pt x="422" y="141"/>
                  </a:cubicBezTo>
                  <a:cubicBezTo>
                    <a:pt x="423" y="142"/>
                    <a:pt x="423" y="142"/>
                    <a:pt x="424" y="150"/>
                  </a:cubicBezTo>
                  <a:cubicBezTo>
                    <a:pt x="424" y="150"/>
                    <a:pt x="424" y="150"/>
                    <a:pt x="425" y="142"/>
                  </a:cubicBezTo>
                  <a:cubicBezTo>
                    <a:pt x="425" y="138"/>
                    <a:pt x="425" y="136"/>
                    <a:pt x="426" y="136"/>
                  </a:cubicBezTo>
                  <a:cubicBezTo>
                    <a:pt x="426" y="136"/>
                    <a:pt x="426" y="138"/>
                    <a:pt x="426" y="142"/>
                  </a:cubicBezTo>
                  <a:cubicBezTo>
                    <a:pt x="426" y="152"/>
                    <a:pt x="427" y="157"/>
                    <a:pt x="428" y="157"/>
                  </a:cubicBezTo>
                  <a:cubicBezTo>
                    <a:pt x="428" y="157"/>
                    <a:pt x="428" y="155"/>
                    <a:pt x="428" y="151"/>
                  </a:cubicBezTo>
                  <a:cubicBezTo>
                    <a:pt x="429" y="142"/>
                    <a:pt x="429" y="142"/>
                    <a:pt x="431" y="142"/>
                  </a:cubicBezTo>
                  <a:cubicBezTo>
                    <a:pt x="431" y="143"/>
                    <a:pt x="431" y="143"/>
                    <a:pt x="431" y="143"/>
                  </a:cubicBezTo>
                  <a:cubicBezTo>
                    <a:pt x="432" y="143"/>
                    <a:pt x="432" y="141"/>
                    <a:pt x="433" y="135"/>
                  </a:cubicBezTo>
                  <a:lnTo>
                    <a:pt x="435" y="135"/>
                  </a:lnTo>
                  <a:cubicBezTo>
                    <a:pt x="435" y="138"/>
                    <a:pt x="435" y="140"/>
                    <a:pt x="434" y="144"/>
                  </a:cubicBezTo>
                  <a:lnTo>
                    <a:pt x="434" y="151"/>
                  </a:lnTo>
                  <a:cubicBezTo>
                    <a:pt x="434" y="152"/>
                    <a:pt x="435" y="152"/>
                    <a:pt x="435" y="152"/>
                  </a:cubicBezTo>
                  <a:cubicBezTo>
                    <a:pt x="436" y="152"/>
                    <a:pt x="437" y="150"/>
                    <a:pt x="437" y="144"/>
                  </a:cubicBezTo>
                  <a:cubicBezTo>
                    <a:pt x="438" y="135"/>
                    <a:pt x="438" y="131"/>
                    <a:pt x="438" y="131"/>
                  </a:cubicBezTo>
                  <a:cubicBezTo>
                    <a:pt x="438" y="131"/>
                    <a:pt x="438" y="135"/>
                    <a:pt x="438" y="144"/>
                  </a:cubicBezTo>
                  <a:cubicBezTo>
                    <a:pt x="438" y="150"/>
                    <a:pt x="438" y="156"/>
                    <a:pt x="439" y="156"/>
                  </a:cubicBezTo>
                  <a:cubicBezTo>
                    <a:pt x="439" y="156"/>
                    <a:pt x="439" y="155"/>
                    <a:pt x="440" y="153"/>
                  </a:cubicBezTo>
                  <a:cubicBezTo>
                    <a:pt x="440" y="146"/>
                    <a:pt x="440" y="143"/>
                    <a:pt x="440" y="143"/>
                  </a:cubicBezTo>
                  <a:cubicBezTo>
                    <a:pt x="441" y="143"/>
                    <a:pt x="441" y="148"/>
                    <a:pt x="441" y="153"/>
                  </a:cubicBezTo>
                  <a:cubicBezTo>
                    <a:pt x="440" y="161"/>
                    <a:pt x="440" y="165"/>
                    <a:pt x="440" y="165"/>
                  </a:cubicBezTo>
                  <a:cubicBezTo>
                    <a:pt x="440" y="165"/>
                    <a:pt x="441" y="161"/>
                    <a:pt x="443" y="154"/>
                  </a:cubicBezTo>
                  <a:cubicBezTo>
                    <a:pt x="444" y="154"/>
                    <a:pt x="447" y="146"/>
                    <a:pt x="449" y="146"/>
                  </a:cubicBezTo>
                  <a:cubicBezTo>
                    <a:pt x="449" y="146"/>
                    <a:pt x="450" y="146"/>
                    <a:pt x="450" y="146"/>
                  </a:cubicBezTo>
                  <a:cubicBezTo>
                    <a:pt x="453" y="146"/>
                    <a:pt x="454" y="146"/>
                    <a:pt x="455" y="153"/>
                  </a:cubicBezTo>
                  <a:lnTo>
                    <a:pt x="455" y="153"/>
                  </a:lnTo>
                  <a:cubicBezTo>
                    <a:pt x="456" y="148"/>
                    <a:pt x="456" y="147"/>
                    <a:pt x="457" y="147"/>
                  </a:cubicBezTo>
                  <a:cubicBezTo>
                    <a:pt x="458" y="147"/>
                    <a:pt x="458" y="147"/>
                    <a:pt x="459" y="147"/>
                  </a:cubicBezTo>
                  <a:cubicBezTo>
                    <a:pt x="459" y="149"/>
                    <a:pt x="459" y="150"/>
                    <a:pt x="460" y="150"/>
                  </a:cubicBezTo>
                  <a:cubicBezTo>
                    <a:pt x="461" y="150"/>
                    <a:pt x="462" y="145"/>
                    <a:pt x="463" y="139"/>
                  </a:cubicBezTo>
                  <a:lnTo>
                    <a:pt x="462" y="138"/>
                  </a:lnTo>
                  <a:cubicBezTo>
                    <a:pt x="462" y="128"/>
                    <a:pt x="462" y="124"/>
                    <a:pt x="463" y="124"/>
                  </a:cubicBezTo>
                  <a:cubicBezTo>
                    <a:pt x="463" y="124"/>
                    <a:pt x="464" y="126"/>
                    <a:pt x="464" y="130"/>
                  </a:cubicBezTo>
                  <a:cubicBezTo>
                    <a:pt x="465" y="136"/>
                    <a:pt x="465" y="141"/>
                    <a:pt x="464" y="147"/>
                  </a:cubicBezTo>
                  <a:cubicBezTo>
                    <a:pt x="463" y="153"/>
                    <a:pt x="464" y="159"/>
                    <a:pt x="465" y="165"/>
                  </a:cubicBezTo>
                  <a:cubicBezTo>
                    <a:pt x="465" y="165"/>
                    <a:pt x="467" y="165"/>
                    <a:pt x="467" y="156"/>
                  </a:cubicBezTo>
                  <a:cubicBezTo>
                    <a:pt x="467" y="148"/>
                    <a:pt x="467" y="148"/>
                    <a:pt x="468" y="148"/>
                  </a:cubicBezTo>
                  <a:cubicBezTo>
                    <a:pt x="468" y="148"/>
                    <a:pt x="469" y="148"/>
                    <a:pt x="470" y="139"/>
                  </a:cubicBezTo>
                  <a:cubicBezTo>
                    <a:pt x="470" y="131"/>
                    <a:pt x="471" y="131"/>
                    <a:pt x="472" y="131"/>
                  </a:cubicBezTo>
                  <a:cubicBezTo>
                    <a:pt x="472" y="140"/>
                    <a:pt x="473" y="140"/>
                    <a:pt x="473" y="140"/>
                  </a:cubicBezTo>
                  <a:cubicBezTo>
                    <a:pt x="474" y="138"/>
                    <a:pt x="474" y="137"/>
                    <a:pt x="474" y="137"/>
                  </a:cubicBezTo>
                  <a:lnTo>
                    <a:pt x="474" y="137"/>
                  </a:lnTo>
                  <a:cubicBezTo>
                    <a:pt x="474" y="137"/>
                    <a:pt x="473" y="143"/>
                    <a:pt x="473" y="148"/>
                  </a:cubicBezTo>
                  <a:cubicBezTo>
                    <a:pt x="473" y="157"/>
                    <a:pt x="473" y="166"/>
                    <a:pt x="473" y="166"/>
                  </a:cubicBezTo>
                  <a:cubicBezTo>
                    <a:pt x="474" y="166"/>
                    <a:pt x="474" y="157"/>
                    <a:pt x="474" y="157"/>
                  </a:cubicBezTo>
                  <a:cubicBezTo>
                    <a:pt x="474" y="152"/>
                    <a:pt x="482" y="151"/>
                    <a:pt x="487" y="151"/>
                  </a:cubicBezTo>
                  <a:cubicBezTo>
                    <a:pt x="491" y="151"/>
                    <a:pt x="494" y="151"/>
                    <a:pt x="495" y="151"/>
                  </a:cubicBezTo>
                  <a:cubicBezTo>
                    <a:pt x="495" y="156"/>
                    <a:pt x="496" y="158"/>
                    <a:pt x="497" y="158"/>
                  </a:cubicBezTo>
                  <a:cubicBezTo>
                    <a:pt x="497" y="158"/>
                    <a:pt x="498" y="156"/>
                    <a:pt x="498" y="151"/>
                  </a:cubicBezTo>
                  <a:cubicBezTo>
                    <a:pt x="498" y="146"/>
                    <a:pt x="500" y="144"/>
                    <a:pt x="503" y="144"/>
                  </a:cubicBezTo>
                  <a:cubicBezTo>
                    <a:pt x="504" y="144"/>
                    <a:pt x="506" y="144"/>
                    <a:pt x="507" y="145"/>
                  </a:cubicBezTo>
                  <a:cubicBezTo>
                    <a:pt x="508" y="145"/>
                    <a:pt x="509" y="145"/>
                    <a:pt x="510" y="145"/>
                  </a:cubicBezTo>
                  <a:cubicBezTo>
                    <a:pt x="513" y="145"/>
                    <a:pt x="516" y="144"/>
                    <a:pt x="516" y="137"/>
                  </a:cubicBezTo>
                  <a:lnTo>
                    <a:pt x="518" y="137"/>
                  </a:lnTo>
                  <a:cubicBezTo>
                    <a:pt x="519" y="137"/>
                    <a:pt x="521" y="129"/>
                    <a:pt x="523" y="129"/>
                  </a:cubicBezTo>
                  <a:cubicBezTo>
                    <a:pt x="523" y="135"/>
                    <a:pt x="523" y="140"/>
                    <a:pt x="523" y="146"/>
                  </a:cubicBezTo>
                  <a:cubicBezTo>
                    <a:pt x="523" y="146"/>
                    <a:pt x="523" y="146"/>
                    <a:pt x="523" y="146"/>
                  </a:cubicBezTo>
                  <a:cubicBezTo>
                    <a:pt x="525" y="146"/>
                    <a:pt x="525" y="137"/>
                    <a:pt x="525" y="129"/>
                  </a:cubicBezTo>
                  <a:cubicBezTo>
                    <a:pt x="526" y="121"/>
                    <a:pt x="526" y="121"/>
                    <a:pt x="526" y="121"/>
                  </a:cubicBezTo>
                  <a:cubicBezTo>
                    <a:pt x="527" y="121"/>
                    <a:pt x="527" y="121"/>
                    <a:pt x="527" y="130"/>
                  </a:cubicBezTo>
                  <a:cubicBezTo>
                    <a:pt x="526" y="138"/>
                    <a:pt x="526" y="147"/>
                    <a:pt x="526" y="147"/>
                  </a:cubicBezTo>
                  <a:lnTo>
                    <a:pt x="527" y="147"/>
                  </a:lnTo>
                  <a:cubicBezTo>
                    <a:pt x="527" y="138"/>
                    <a:pt x="528" y="138"/>
                    <a:pt x="528" y="138"/>
                  </a:cubicBezTo>
                  <a:cubicBezTo>
                    <a:pt x="528" y="138"/>
                    <a:pt x="528" y="138"/>
                    <a:pt x="528" y="156"/>
                  </a:cubicBezTo>
                  <a:cubicBezTo>
                    <a:pt x="528" y="164"/>
                    <a:pt x="528" y="169"/>
                    <a:pt x="528" y="169"/>
                  </a:cubicBezTo>
                  <a:cubicBezTo>
                    <a:pt x="528" y="169"/>
                    <a:pt x="529" y="164"/>
                    <a:pt x="529" y="156"/>
                  </a:cubicBezTo>
                  <a:lnTo>
                    <a:pt x="532" y="147"/>
                  </a:lnTo>
                  <a:cubicBezTo>
                    <a:pt x="532" y="153"/>
                    <a:pt x="532" y="155"/>
                    <a:pt x="532" y="155"/>
                  </a:cubicBezTo>
                  <a:cubicBezTo>
                    <a:pt x="533" y="155"/>
                    <a:pt x="534" y="145"/>
                    <a:pt x="535" y="139"/>
                  </a:cubicBezTo>
                  <a:cubicBezTo>
                    <a:pt x="535" y="148"/>
                    <a:pt x="535" y="152"/>
                    <a:pt x="535" y="152"/>
                  </a:cubicBezTo>
                  <a:cubicBezTo>
                    <a:pt x="536" y="152"/>
                    <a:pt x="536" y="148"/>
                    <a:pt x="537" y="139"/>
                  </a:cubicBezTo>
                  <a:cubicBezTo>
                    <a:pt x="537" y="135"/>
                    <a:pt x="537" y="133"/>
                    <a:pt x="538" y="133"/>
                  </a:cubicBezTo>
                  <a:cubicBezTo>
                    <a:pt x="538" y="133"/>
                    <a:pt x="538" y="136"/>
                    <a:pt x="538" y="140"/>
                  </a:cubicBezTo>
                  <a:cubicBezTo>
                    <a:pt x="538" y="148"/>
                    <a:pt x="539" y="148"/>
                    <a:pt x="541" y="148"/>
                  </a:cubicBezTo>
                  <a:cubicBezTo>
                    <a:pt x="541" y="142"/>
                    <a:pt x="545" y="141"/>
                    <a:pt x="549" y="141"/>
                  </a:cubicBezTo>
                  <a:cubicBezTo>
                    <a:pt x="550" y="141"/>
                    <a:pt x="552" y="141"/>
                    <a:pt x="553" y="141"/>
                  </a:cubicBezTo>
                  <a:cubicBezTo>
                    <a:pt x="555" y="142"/>
                    <a:pt x="556" y="142"/>
                    <a:pt x="558" y="142"/>
                  </a:cubicBezTo>
                  <a:cubicBezTo>
                    <a:pt x="562" y="142"/>
                    <a:pt x="564" y="140"/>
                    <a:pt x="565" y="135"/>
                  </a:cubicBezTo>
                  <a:cubicBezTo>
                    <a:pt x="565" y="135"/>
                    <a:pt x="565" y="135"/>
                    <a:pt x="566" y="144"/>
                  </a:cubicBezTo>
                  <a:cubicBezTo>
                    <a:pt x="566" y="147"/>
                    <a:pt x="566" y="149"/>
                    <a:pt x="566" y="149"/>
                  </a:cubicBezTo>
                  <a:cubicBezTo>
                    <a:pt x="566" y="149"/>
                    <a:pt x="567" y="145"/>
                    <a:pt x="567" y="135"/>
                  </a:cubicBezTo>
                  <a:cubicBezTo>
                    <a:pt x="568" y="130"/>
                    <a:pt x="569" y="125"/>
                    <a:pt x="569" y="125"/>
                  </a:cubicBezTo>
                  <a:lnTo>
                    <a:pt x="569" y="125"/>
                  </a:lnTo>
                  <a:cubicBezTo>
                    <a:pt x="569" y="125"/>
                    <a:pt x="569" y="128"/>
                    <a:pt x="569" y="135"/>
                  </a:cubicBezTo>
                  <a:cubicBezTo>
                    <a:pt x="569" y="144"/>
                    <a:pt x="570" y="144"/>
                    <a:pt x="573" y="144"/>
                  </a:cubicBezTo>
                  <a:cubicBezTo>
                    <a:pt x="574" y="144"/>
                    <a:pt x="574" y="144"/>
                    <a:pt x="575" y="144"/>
                  </a:cubicBezTo>
                  <a:cubicBezTo>
                    <a:pt x="577" y="144"/>
                    <a:pt x="579" y="142"/>
                    <a:pt x="579" y="136"/>
                  </a:cubicBezTo>
                  <a:cubicBezTo>
                    <a:pt x="580" y="132"/>
                    <a:pt x="580" y="130"/>
                    <a:pt x="581" y="130"/>
                  </a:cubicBezTo>
                  <a:lnTo>
                    <a:pt x="581" y="130"/>
                  </a:lnTo>
                  <a:cubicBezTo>
                    <a:pt x="581" y="130"/>
                    <a:pt x="580" y="132"/>
                    <a:pt x="580" y="137"/>
                  </a:cubicBezTo>
                  <a:cubicBezTo>
                    <a:pt x="578" y="147"/>
                    <a:pt x="579" y="155"/>
                    <a:pt x="581" y="155"/>
                  </a:cubicBezTo>
                  <a:cubicBezTo>
                    <a:pt x="582" y="155"/>
                    <a:pt x="583" y="152"/>
                    <a:pt x="584" y="146"/>
                  </a:cubicBezTo>
                  <a:cubicBezTo>
                    <a:pt x="585" y="146"/>
                    <a:pt x="585" y="146"/>
                    <a:pt x="585" y="154"/>
                  </a:cubicBezTo>
                  <a:cubicBezTo>
                    <a:pt x="586" y="154"/>
                    <a:pt x="586" y="154"/>
                    <a:pt x="586" y="154"/>
                  </a:cubicBezTo>
                  <a:cubicBezTo>
                    <a:pt x="587" y="154"/>
                    <a:pt x="587" y="152"/>
                    <a:pt x="590" y="146"/>
                  </a:cubicBezTo>
                  <a:lnTo>
                    <a:pt x="594" y="147"/>
                  </a:lnTo>
                  <a:cubicBezTo>
                    <a:pt x="597" y="147"/>
                    <a:pt x="598" y="139"/>
                    <a:pt x="598" y="139"/>
                  </a:cubicBezTo>
                  <a:lnTo>
                    <a:pt x="599" y="139"/>
                  </a:lnTo>
                  <a:cubicBezTo>
                    <a:pt x="599" y="147"/>
                    <a:pt x="602" y="148"/>
                    <a:pt x="608" y="148"/>
                  </a:cubicBezTo>
                  <a:cubicBezTo>
                    <a:pt x="612" y="149"/>
                    <a:pt x="617" y="149"/>
                    <a:pt x="618" y="158"/>
                  </a:cubicBezTo>
                  <a:cubicBezTo>
                    <a:pt x="618" y="158"/>
                    <a:pt x="618" y="158"/>
                    <a:pt x="619" y="150"/>
                  </a:cubicBezTo>
                  <a:cubicBezTo>
                    <a:pt x="620" y="140"/>
                    <a:pt x="621" y="136"/>
                    <a:pt x="621" y="136"/>
                  </a:cubicBezTo>
                  <a:cubicBezTo>
                    <a:pt x="622" y="136"/>
                    <a:pt x="622" y="138"/>
                    <a:pt x="622" y="141"/>
                  </a:cubicBezTo>
                  <a:cubicBezTo>
                    <a:pt x="622" y="150"/>
                    <a:pt x="623" y="155"/>
                    <a:pt x="624" y="155"/>
                  </a:cubicBezTo>
                  <a:cubicBezTo>
                    <a:pt x="625" y="155"/>
                    <a:pt x="625" y="153"/>
                    <a:pt x="626" y="148"/>
                  </a:cubicBezTo>
                  <a:lnTo>
                    <a:pt x="626" y="148"/>
                  </a:lnTo>
                  <a:cubicBezTo>
                    <a:pt x="626" y="149"/>
                    <a:pt x="626" y="149"/>
                    <a:pt x="626" y="150"/>
                  </a:cubicBezTo>
                  <a:cubicBezTo>
                    <a:pt x="626" y="157"/>
                    <a:pt x="626" y="160"/>
                    <a:pt x="627" y="160"/>
                  </a:cubicBezTo>
                  <a:cubicBezTo>
                    <a:pt x="628" y="160"/>
                    <a:pt x="630" y="153"/>
                    <a:pt x="630" y="142"/>
                  </a:cubicBezTo>
                  <a:cubicBezTo>
                    <a:pt x="630" y="149"/>
                    <a:pt x="631" y="155"/>
                    <a:pt x="632" y="155"/>
                  </a:cubicBezTo>
                  <a:cubicBezTo>
                    <a:pt x="632" y="155"/>
                    <a:pt x="632" y="154"/>
                    <a:pt x="633" y="151"/>
                  </a:cubicBezTo>
                  <a:cubicBezTo>
                    <a:pt x="633" y="151"/>
                    <a:pt x="633" y="151"/>
                    <a:pt x="633" y="168"/>
                  </a:cubicBezTo>
                  <a:cubicBezTo>
                    <a:pt x="631" y="174"/>
                    <a:pt x="631" y="181"/>
                    <a:pt x="633" y="186"/>
                  </a:cubicBezTo>
                  <a:cubicBezTo>
                    <a:pt x="634" y="181"/>
                    <a:pt x="634" y="175"/>
                    <a:pt x="634" y="169"/>
                  </a:cubicBezTo>
                  <a:lnTo>
                    <a:pt x="635" y="169"/>
                  </a:lnTo>
                  <a:cubicBezTo>
                    <a:pt x="635" y="169"/>
                    <a:pt x="636" y="169"/>
                    <a:pt x="636" y="160"/>
                  </a:cubicBezTo>
                  <a:cubicBezTo>
                    <a:pt x="637" y="153"/>
                    <a:pt x="637" y="153"/>
                    <a:pt x="638" y="153"/>
                  </a:cubicBezTo>
                  <a:cubicBezTo>
                    <a:pt x="638" y="155"/>
                    <a:pt x="638" y="156"/>
                    <a:pt x="638" y="156"/>
                  </a:cubicBezTo>
                  <a:cubicBezTo>
                    <a:pt x="639" y="156"/>
                    <a:pt x="639" y="150"/>
                    <a:pt x="638" y="144"/>
                  </a:cubicBezTo>
                  <a:cubicBezTo>
                    <a:pt x="638" y="138"/>
                    <a:pt x="639" y="132"/>
                    <a:pt x="640" y="127"/>
                  </a:cubicBezTo>
                  <a:cubicBezTo>
                    <a:pt x="640" y="127"/>
                    <a:pt x="640" y="119"/>
                    <a:pt x="640" y="110"/>
                  </a:cubicBezTo>
                  <a:cubicBezTo>
                    <a:pt x="642" y="99"/>
                    <a:pt x="642" y="88"/>
                    <a:pt x="640" y="75"/>
                  </a:cubicBezTo>
                  <a:cubicBezTo>
                    <a:pt x="639" y="71"/>
                    <a:pt x="638" y="66"/>
                    <a:pt x="637" y="66"/>
                  </a:cubicBezTo>
                  <a:cubicBezTo>
                    <a:pt x="636" y="66"/>
                    <a:pt x="636" y="68"/>
                    <a:pt x="636" y="75"/>
                  </a:cubicBezTo>
                  <a:cubicBezTo>
                    <a:pt x="636" y="75"/>
                    <a:pt x="635" y="83"/>
                    <a:pt x="634" y="83"/>
                  </a:cubicBezTo>
                  <a:cubicBezTo>
                    <a:pt x="633" y="81"/>
                    <a:pt x="633" y="77"/>
                    <a:pt x="633" y="75"/>
                  </a:cubicBezTo>
                  <a:cubicBezTo>
                    <a:pt x="633" y="66"/>
                    <a:pt x="630" y="66"/>
                    <a:pt x="626" y="65"/>
                  </a:cubicBezTo>
                  <a:cubicBezTo>
                    <a:pt x="621" y="65"/>
                    <a:pt x="619" y="64"/>
                    <a:pt x="619" y="56"/>
                  </a:cubicBezTo>
                  <a:cubicBezTo>
                    <a:pt x="619" y="47"/>
                    <a:pt x="618" y="47"/>
                    <a:pt x="618" y="47"/>
                  </a:cubicBezTo>
                  <a:cubicBezTo>
                    <a:pt x="618" y="53"/>
                    <a:pt x="616" y="55"/>
                    <a:pt x="613" y="55"/>
                  </a:cubicBezTo>
                  <a:cubicBezTo>
                    <a:pt x="611" y="55"/>
                    <a:pt x="610" y="54"/>
                    <a:pt x="608" y="54"/>
                  </a:cubicBezTo>
                  <a:cubicBezTo>
                    <a:pt x="607" y="54"/>
                    <a:pt x="606" y="54"/>
                    <a:pt x="605" y="54"/>
                  </a:cubicBezTo>
                  <a:cubicBezTo>
                    <a:pt x="601" y="54"/>
                    <a:pt x="598" y="55"/>
                    <a:pt x="597" y="62"/>
                  </a:cubicBezTo>
                  <a:lnTo>
                    <a:pt x="596" y="62"/>
                  </a:lnTo>
                  <a:cubicBezTo>
                    <a:pt x="596" y="53"/>
                    <a:pt x="594" y="53"/>
                    <a:pt x="593" y="53"/>
                  </a:cubicBezTo>
                  <a:cubicBezTo>
                    <a:pt x="591" y="61"/>
                    <a:pt x="590" y="61"/>
                    <a:pt x="590" y="61"/>
                  </a:cubicBezTo>
                  <a:cubicBezTo>
                    <a:pt x="590" y="52"/>
                    <a:pt x="589" y="52"/>
                    <a:pt x="588" y="52"/>
                  </a:cubicBezTo>
                  <a:cubicBezTo>
                    <a:pt x="585" y="52"/>
                    <a:pt x="585" y="52"/>
                    <a:pt x="584" y="59"/>
                  </a:cubicBezTo>
                  <a:cubicBezTo>
                    <a:pt x="584" y="59"/>
                    <a:pt x="579" y="59"/>
                    <a:pt x="576" y="51"/>
                  </a:cubicBezTo>
                  <a:cubicBezTo>
                    <a:pt x="576" y="48"/>
                    <a:pt x="576" y="47"/>
                    <a:pt x="576" y="47"/>
                  </a:cubicBezTo>
                  <a:cubicBezTo>
                    <a:pt x="576" y="47"/>
                    <a:pt x="575" y="53"/>
                    <a:pt x="574" y="58"/>
                  </a:cubicBezTo>
                  <a:cubicBezTo>
                    <a:pt x="574" y="64"/>
                    <a:pt x="574" y="70"/>
                    <a:pt x="572" y="75"/>
                  </a:cubicBezTo>
                  <a:cubicBezTo>
                    <a:pt x="572" y="75"/>
                    <a:pt x="572" y="67"/>
                    <a:pt x="573" y="58"/>
                  </a:cubicBezTo>
                  <a:cubicBezTo>
                    <a:pt x="574" y="51"/>
                    <a:pt x="574" y="51"/>
                    <a:pt x="572" y="49"/>
                  </a:cubicBezTo>
                  <a:lnTo>
                    <a:pt x="571" y="49"/>
                  </a:lnTo>
                  <a:cubicBezTo>
                    <a:pt x="571" y="57"/>
                    <a:pt x="568" y="57"/>
                    <a:pt x="565" y="57"/>
                  </a:cubicBezTo>
                  <a:cubicBezTo>
                    <a:pt x="564" y="57"/>
                    <a:pt x="563" y="57"/>
                    <a:pt x="562" y="57"/>
                  </a:cubicBezTo>
                  <a:cubicBezTo>
                    <a:pt x="560" y="57"/>
                    <a:pt x="559" y="57"/>
                    <a:pt x="557" y="57"/>
                  </a:cubicBezTo>
                  <a:cubicBezTo>
                    <a:pt x="554" y="57"/>
                    <a:pt x="553" y="58"/>
                    <a:pt x="552" y="64"/>
                  </a:cubicBezTo>
                  <a:cubicBezTo>
                    <a:pt x="552" y="68"/>
                    <a:pt x="551" y="71"/>
                    <a:pt x="551" y="71"/>
                  </a:cubicBezTo>
                  <a:cubicBezTo>
                    <a:pt x="551" y="71"/>
                    <a:pt x="550" y="68"/>
                    <a:pt x="550" y="64"/>
                  </a:cubicBezTo>
                  <a:cubicBezTo>
                    <a:pt x="547" y="47"/>
                    <a:pt x="547" y="41"/>
                    <a:pt x="546" y="41"/>
                  </a:cubicBezTo>
                  <a:cubicBezTo>
                    <a:pt x="546" y="41"/>
                    <a:pt x="545" y="43"/>
                    <a:pt x="545" y="46"/>
                  </a:cubicBezTo>
                  <a:cubicBezTo>
                    <a:pt x="545" y="52"/>
                    <a:pt x="545" y="57"/>
                    <a:pt x="545" y="64"/>
                  </a:cubicBezTo>
                  <a:cubicBezTo>
                    <a:pt x="544" y="72"/>
                    <a:pt x="544" y="76"/>
                    <a:pt x="544" y="76"/>
                  </a:cubicBezTo>
                  <a:cubicBezTo>
                    <a:pt x="543" y="76"/>
                    <a:pt x="543" y="72"/>
                    <a:pt x="543" y="63"/>
                  </a:cubicBezTo>
                  <a:cubicBezTo>
                    <a:pt x="543" y="56"/>
                    <a:pt x="542" y="53"/>
                    <a:pt x="540" y="53"/>
                  </a:cubicBezTo>
                  <a:cubicBezTo>
                    <a:pt x="536" y="53"/>
                    <a:pt x="532" y="60"/>
                    <a:pt x="530" y="71"/>
                  </a:cubicBezTo>
                  <a:lnTo>
                    <a:pt x="532" y="62"/>
                  </a:lnTo>
                  <a:cubicBezTo>
                    <a:pt x="532" y="53"/>
                    <a:pt x="530" y="53"/>
                    <a:pt x="528" y="53"/>
                  </a:cubicBezTo>
                  <a:lnTo>
                    <a:pt x="526" y="53"/>
                  </a:lnTo>
                  <a:cubicBezTo>
                    <a:pt x="526" y="60"/>
                    <a:pt x="524" y="62"/>
                    <a:pt x="524" y="62"/>
                  </a:cubicBezTo>
                  <a:cubicBezTo>
                    <a:pt x="522" y="62"/>
                    <a:pt x="521" y="57"/>
                    <a:pt x="521" y="52"/>
                  </a:cubicBezTo>
                  <a:cubicBezTo>
                    <a:pt x="520" y="44"/>
                    <a:pt x="520" y="44"/>
                    <a:pt x="519" y="43"/>
                  </a:cubicBezTo>
                  <a:cubicBezTo>
                    <a:pt x="518" y="50"/>
                    <a:pt x="516" y="52"/>
                    <a:pt x="515" y="52"/>
                  </a:cubicBezTo>
                  <a:cubicBezTo>
                    <a:pt x="514" y="52"/>
                    <a:pt x="513" y="47"/>
                    <a:pt x="514" y="43"/>
                  </a:cubicBezTo>
                  <a:lnTo>
                    <a:pt x="511" y="43"/>
                  </a:lnTo>
                  <a:cubicBezTo>
                    <a:pt x="510" y="51"/>
                    <a:pt x="509" y="51"/>
                    <a:pt x="508" y="51"/>
                  </a:cubicBezTo>
                  <a:cubicBezTo>
                    <a:pt x="508" y="51"/>
                    <a:pt x="507" y="50"/>
                    <a:pt x="507" y="50"/>
                  </a:cubicBezTo>
                  <a:cubicBezTo>
                    <a:pt x="506" y="50"/>
                    <a:pt x="506" y="51"/>
                    <a:pt x="506" y="58"/>
                  </a:cubicBezTo>
                  <a:cubicBezTo>
                    <a:pt x="506" y="64"/>
                    <a:pt x="506" y="70"/>
                    <a:pt x="505" y="75"/>
                  </a:cubicBezTo>
                  <a:lnTo>
                    <a:pt x="505" y="67"/>
                  </a:lnTo>
                  <a:cubicBezTo>
                    <a:pt x="505" y="58"/>
                    <a:pt x="502" y="58"/>
                    <a:pt x="500" y="57"/>
                  </a:cubicBezTo>
                  <a:cubicBezTo>
                    <a:pt x="496" y="57"/>
                    <a:pt x="495" y="57"/>
                    <a:pt x="495" y="48"/>
                  </a:cubicBezTo>
                  <a:lnTo>
                    <a:pt x="493" y="57"/>
                  </a:lnTo>
                  <a:cubicBezTo>
                    <a:pt x="493" y="61"/>
                    <a:pt x="492" y="63"/>
                    <a:pt x="492" y="63"/>
                  </a:cubicBezTo>
                  <a:cubicBezTo>
                    <a:pt x="491" y="63"/>
                    <a:pt x="491" y="61"/>
                    <a:pt x="491" y="56"/>
                  </a:cubicBezTo>
                  <a:cubicBezTo>
                    <a:pt x="491" y="52"/>
                    <a:pt x="490" y="50"/>
                    <a:pt x="489" y="50"/>
                  </a:cubicBezTo>
                  <a:cubicBezTo>
                    <a:pt x="488" y="50"/>
                    <a:pt x="487" y="52"/>
                    <a:pt x="487" y="56"/>
                  </a:cubicBezTo>
                  <a:lnTo>
                    <a:pt x="484" y="56"/>
                  </a:lnTo>
                  <a:cubicBezTo>
                    <a:pt x="484" y="47"/>
                    <a:pt x="484" y="43"/>
                    <a:pt x="483" y="43"/>
                  </a:cubicBezTo>
                  <a:cubicBezTo>
                    <a:pt x="482" y="43"/>
                    <a:pt x="482" y="47"/>
                    <a:pt x="481" y="55"/>
                  </a:cubicBezTo>
                  <a:cubicBezTo>
                    <a:pt x="481" y="47"/>
                    <a:pt x="481" y="47"/>
                    <a:pt x="480" y="47"/>
                  </a:cubicBezTo>
                  <a:cubicBezTo>
                    <a:pt x="479" y="51"/>
                    <a:pt x="478" y="53"/>
                    <a:pt x="477" y="53"/>
                  </a:cubicBezTo>
                  <a:cubicBezTo>
                    <a:pt x="476" y="53"/>
                    <a:pt x="475" y="51"/>
                    <a:pt x="475" y="46"/>
                  </a:cubicBezTo>
                  <a:lnTo>
                    <a:pt x="474" y="46"/>
                  </a:lnTo>
                  <a:cubicBezTo>
                    <a:pt x="473" y="54"/>
                    <a:pt x="473" y="54"/>
                    <a:pt x="472" y="54"/>
                  </a:cubicBezTo>
                  <a:cubicBezTo>
                    <a:pt x="471" y="54"/>
                    <a:pt x="471" y="54"/>
                    <a:pt x="470" y="63"/>
                  </a:cubicBezTo>
                  <a:cubicBezTo>
                    <a:pt x="469" y="71"/>
                    <a:pt x="468" y="71"/>
                    <a:pt x="468" y="71"/>
                  </a:cubicBezTo>
                  <a:cubicBezTo>
                    <a:pt x="468" y="65"/>
                    <a:pt x="468" y="59"/>
                    <a:pt x="469" y="54"/>
                  </a:cubicBezTo>
                  <a:cubicBezTo>
                    <a:pt x="470" y="51"/>
                    <a:pt x="470" y="48"/>
                    <a:pt x="469" y="48"/>
                  </a:cubicBezTo>
                  <a:lnTo>
                    <a:pt x="469" y="48"/>
                  </a:lnTo>
                  <a:cubicBezTo>
                    <a:pt x="469" y="48"/>
                    <a:pt x="467" y="52"/>
                    <a:pt x="465" y="62"/>
                  </a:cubicBezTo>
                  <a:cubicBezTo>
                    <a:pt x="466" y="56"/>
                    <a:pt x="467" y="50"/>
                    <a:pt x="467" y="50"/>
                  </a:cubicBezTo>
                  <a:lnTo>
                    <a:pt x="467" y="50"/>
                  </a:lnTo>
                  <a:cubicBezTo>
                    <a:pt x="466" y="50"/>
                    <a:pt x="466" y="51"/>
                    <a:pt x="465" y="53"/>
                  </a:cubicBezTo>
                  <a:cubicBezTo>
                    <a:pt x="465" y="53"/>
                    <a:pt x="464" y="53"/>
                    <a:pt x="463" y="62"/>
                  </a:cubicBezTo>
                  <a:lnTo>
                    <a:pt x="461" y="62"/>
                  </a:lnTo>
                  <a:cubicBezTo>
                    <a:pt x="460" y="53"/>
                    <a:pt x="460" y="53"/>
                    <a:pt x="459" y="53"/>
                  </a:cubicBezTo>
                  <a:cubicBezTo>
                    <a:pt x="458" y="57"/>
                    <a:pt x="458" y="59"/>
                    <a:pt x="458" y="59"/>
                  </a:cubicBezTo>
                  <a:cubicBezTo>
                    <a:pt x="458" y="59"/>
                    <a:pt x="458" y="57"/>
                    <a:pt x="458" y="53"/>
                  </a:cubicBezTo>
                  <a:cubicBezTo>
                    <a:pt x="458" y="49"/>
                    <a:pt x="457" y="47"/>
                    <a:pt x="457" y="47"/>
                  </a:cubicBezTo>
                  <a:cubicBezTo>
                    <a:pt x="457" y="47"/>
                    <a:pt x="456" y="51"/>
                    <a:pt x="456" y="61"/>
                  </a:cubicBezTo>
                  <a:cubicBezTo>
                    <a:pt x="456" y="65"/>
                    <a:pt x="455" y="67"/>
                    <a:pt x="455" y="67"/>
                  </a:cubicBezTo>
                  <a:cubicBezTo>
                    <a:pt x="454" y="67"/>
                    <a:pt x="454" y="65"/>
                    <a:pt x="454" y="61"/>
                  </a:cubicBezTo>
                  <a:cubicBezTo>
                    <a:pt x="454" y="51"/>
                    <a:pt x="454" y="47"/>
                    <a:pt x="454" y="47"/>
                  </a:cubicBezTo>
                  <a:cubicBezTo>
                    <a:pt x="454" y="47"/>
                    <a:pt x="454" y="48"/>
                    <a:pt x="453" y="52"/>
                  </a:cubicBezTo>
                  <a:cubicBezTo>
                    <a:pt x="452" y="61"/>
                    <a:pt x="452" y="61"/>
                    <a:pt x="452" y="61"/>
                  </a:cubicBezTo>
                  <a:cubicBezTo>
                    <a:pt x="452" y="52"/>
                    <a:pt x="445" y="51"/>
                    <a:pt x="438" y="49"/>
                  </a:cubicBezTo>
                  <a:cubicBezTo>
                    <a:pt x="436" y="55"/>
                    <a:pt x="436" y="61"/>
                    <a:pt x="436" y="66"/>
                  </a:cubicBezTo>
                  <a:cubicBezTo>
                    <a:pt x="436" y="74"/>
                    <a:pt x="436" y="77"/>
                    <a:pt x="436" y="77"/>
                  </a:cubicBezTo>
                  <a:cubicBezTo>
                    <a:pt x="436" y="77"/>
                    <a:pt x="436" y="71"/>
                    <a:pt x="435" y="66"/>
                  </a:cubicBezTo>
                  <a:cubicBezTo>
                    <a:pt x="436" y="53"/>
                    <a:pt x="435" y="47"/>
                    <a:pt x="435" y="47"/>
                  </a:cubicBezTo>
                  <a:cubicBezTo>
                    <a:pt x="435" y="47"/>
                    <a:pt x="434" y="53"/>
                    <a:pt x="434" y="66"/>
                  </a:cubicBezTo>
                  <a:cubicBezTo>
                    <a:pt x="434" y="75"/>
                    <a:pt x="434" y="79"/>
                    <a:pt x="434" y="79"/>
                  </a:cubicBezTo>
                  <a:cubicBezTo>
                    <a:pt x="434" y="79"/>
                    <a:pt x="433" y="75"/>
                    <a:pt x="433" y="66"/>
                  </a:cubicBezTo>
                  <a:cubicBezTo>
                    <a:pt x="433" y="62"/>
                    <a:pt x="433" y="59"/>
                    <a:pt x="433" y="59"/>
                  </a:cubicBezTo>
                  <a:cubicBezTo>
                    <a:pt x="433" y="59"/>
                    <a:pt x="432" y="62"/>
                    <a:pt x="432" y="66"/>
                  </a:cubicBezTo>
                  <a:cubicBezTo>
                    <a:pt x="432" y="70"/>
                    <a:pt x="431" y="72"/>
                    <a:pt x="431" y="72"/>
                  </a:cubicBezTo>
                  <a:cubicBezTo>
                    <a:pt x="431" y="72"/>
                    <a:pt x="431" y="70"/>
                    <a:pt x="431" y="66"/>
                  </a:cubicBezTo>
                  <a:cubicBezTo>
                    <a:pt x="431" y="60"/>
                    <a:pt x="431" y="54"/>
                    <a:pt x="430" y="54"/>
                  </a:cubicBezTo>
                  <a:cubicBezTo>
                    <a:pt x="430" y="54"/>
                    <a:pt x="430" y="55"/>
                    <a:pt x="429" y="57"/>
                  </a:cubicBezTo>
                  <a:cubicBezTo>
                    <a:pt x="429" y="57"/>
                    <a:pt x="429" y="57"/>
                    <a:pt x="428" y="48"/>
                  </a:cubicBezTo>
                  <a:cubicBezTo>
                    <a:pt x="428" y="46"/>
                    <a:pt x="428" y="45"/>
                    <a:pt x="428" y="45"/>
                  </a:cubicBezTo>
                  <a:cubicBezTo>
                    <a:pt x="428" y="45"/>
                    <a:pt x="427" y="51"/>
                    <a:pt x="426" y="57"/>
                  </a:cubicBezTo>
                  <a:cubicBezTo>
                    <a:pt x="425" y="65"/>
                    <a:pt x="424" y="69"/>
                    <a:pt x="423" y="69"/>
                  </a:cubicBezTo>
                  <a:cubicBezTo>
                    <a:pt x="423" y="69"/>
                    <a:pt x="423" y="65"/>
                    <a:pt x="424" y="56"/>
                  </a:cubicBezTo>
                  <a:cubicBezTo>
                    <a:pt x="424" y="50"/>
                    <a:pt x="424" y="47"/>
                    <a:pt x="423" y="47"/>
                  </a:cubicBezTo>
                  <a:cubicBezTo>
                    <a:pt x="422" y="47"/>
                    <a:pt x="420" y="54"/>
                    <a:pt x="419" y="65"/>
                  </a:cubicBezTo>
                  <a:cubicBezTo>
                    <a:pt x="419" y="75"/>
                    <a:pt x="418" y="79"/>
                    <a:pt x="418" y="79"/>
                  </a:cubicBezTo>
                  <a:cubicBezTo>
                    <a:pt x="418" y="79"/>
                    <a:pt x="418" y="77"/>
                    <a:pt x="418" y="73"/>
                  </a:cubicBezTo>
                  <a:cubicBezTo>
                    <a:pt x="419" y="64"/>
                    <a:pt x="418" y="64"/>
                    <a:pt x="418" y="64"/>
                  </a:cubicBezTo>
                  <a:cubicBezTo>
                    <a:pt x="417" y="64"/>
                    <a:pt x="416" y="64"/>
                    <a:pt x="417" y="56"/>
                  </a:cubicBezTo>
                  <a:lnTo>
                    <a:pt x="417" y="56"/>
                  </a:lnTo>
                  <a:cubicBezTo>
                    <a:pt x="417" y="56"/>
                    <a:pt x="416" y="56"/>
                    <a:pt x="415" y="64"/>
                  </a:cubicBezTo>
                  <a:cubicBezTo>
                    <a:pt x="414" y="70"/>
                    <a:pt x="413" y="73"/>
                    <a:pt x="413" y="73"/>
                  </a:cubicBezTo>
                  <a:cubicBezTo>
                    <a:pt x="411" y="73"/>
                    <a:pt x="410" y="66"/>
                    <a:pt x="410" y="55"/>
                  </a:cubicBezTo>
                  <a:lnTo>
                    <a:pt x="408" y="63"/>
                  </a:lnTo>
                  <a:cubicBezTo>
                    <a:pt x="407" y="73"/>
                    <a:pt x="407" y="81"/>
                    <a:pt x="406" y="81"/>
                  </a:cubicBezTo>
                  <a:cubicBezTo>
                    <a:pt x="406" y="81"/>
                    <a:pt x="406" y="78"/>
                    <a:pt x="406" y="72"/>
                  </a:cubicBezTo>
                  <a:cubicBezTo>
                    <a:pt x="406" y="70"/>
                    <a:pt x="406" y="68"/>
                    <a:pt x="406" y="67"/>
                  </a:cubicBezTo>
                  <a:lnTo>
                    <a:pt x="406" y="67"/>
                  </a:lnTo>
                  <a:cubicBezTo>
                    <a:pt x="406" y="70"/>
                    <a:pt x="405" y="72"/>
                    <a:pt x="405" y="72"/>
                  </a:cubicBezTo>
                  <a:cubicBezTo>
                    <a:pt x="404" y="72"/>
                    <a:pt x="403" y="64"/>
                    <a:pt x="404" y="54"/>
                  </a:cubicBezTo>
                  <a:cubicBezTo>
                    <a:pt x="404" y="45"/>
                    <a:pt x="404" y="45"/>
                    <a:pt x="403" y="45"/>
                  </a:cubicBezTo>
                  <a:lnTo>
                    <a:pt x="403" y="54"/>
                  </a:lnTo>
                  <a:cubicBezTo>
                    <a:pt x="403" y="59"/>
                    <a:pt x="403" y="65"/>
                    <a:pt x="401" y="71"/>
                  </a:cubicBezTo>
                  <a:cubicBezTo>
                    <a:pt x="400" y="71"/>
                    <a:pt x="399" y="71"/>
                    <a:pt x="400" y="62"/>
                  </a:cubicBezTo>
                  <a:cubicBezTo>
                    <a:pt x="400" y="56"/>
                    <a:pt x="399" y="50"/>
                    <a:pt x="399" y="50"/>
                  </a:cubicBezTo>
                  <a:cubicBezTo>
                    <a:pt x="399" y="50"/>
                    <a:pt x="399" y="51"/>
                    <a:pt x="399" y="54"/>
                  </a:cubicBezTo>
                  <a:cubicBezTo>
                    <a:pt x="399" y="54"/>
                    <a:pt x="398" y="53"/>
                    <a:pt x="398" y="45"/>
                  </a:cubicBezTo>
                  <a:lnTo>
                    <a:pt x="395" y="44"/>
                  </a:lnTo>
                  <a:cubicBezTo>
                    <a:pt x="394" y="48"/>
                    <a:pt x="394" y="51"/>
                    <a:pt x="393" y="51"/>
                  </a:cubicBezTo>
                  <a:cubicBezTo>
                    <a:pt x="393" y="51"/>
                    <a:pt x="392" y="48"/>
                    <a:pt x="392" y="44"/>
                  </a:cubicBezTo>
                  <a:cubicBezTo>
                    <a:pt x="392" y="44"/>
                    <a:pt x="391" y="44"/>
                    <a:pt x="390" y="53"/>
                  </a:cubicBezTo>
                  <a:cubicBezTo>
                    <a:pt x="388" y="52"/>
                    <a:pt x="388" y="52"/>
                    <a:pt x="388" y="44"/>
                  </a:cubicBezTo>
                  <a:cubicBezTo>
                    <a:pt x="388" y="39"/>
                    <a:pt x="388" y="37"/>
                    <a:pt x="388" y="37"/>
                  </a:cubicBezTo>
                  <a:cubicBezTo>
                    <a:pt x="388" y="37"/>
                    <a:pt x="387" y="39"/>
                    <a:pt x="387" y="44"/>
                  </a:cubicBezTo>
                  <a:cubicBezTo>
                    <a:pt x="387" y="52"/>
                    <a:pt x="386" y="52"/>
                    <a:pt x="386" y="52"/>
                  </a:cubicBezTo>
                  <a:lnTo>
                    <a:pt x="384" y="52"/>
                  </a:lnTo>
                  <a:cubicBezTo>
                    <a:pt x="384" y="59"/>
                    <a:pt x="384" y="59"/>
                    <a:pt x="382" y="59"/>
                  </a:cubicBezTo>
                  <a:cubicBezTo>
                    <a:pt x="382" y="59"/>
                    <a:pt x="380" y="51"/>
                    <a:pt x="379" y="51"/>
                  </a:cubicBezTo>
                  <a:cubicBezTo>
                    <a:pt x="377" y="51"/>
                    <a:pt x="377" y="51"/>
                    <a:pt x="378" y="59"/>
                  </a:cubicBezTo>
                  <a:cubicBezTo>
                    <a:pt x="378" y="59"/>
                    <a:pt x="378" y="63"/>
                    <a:pt x="378" y="63"/>
                  </a:cubicBezTo>
                  <a:cubicBezTo>
                    <a:pt x="377" y="63"/>
                    <a:pt x="377" y="62"/>
                    <a:pt x="377" y="59"/>
                  </a:cubicBezTo>
                  <a:cubicBezTo>
                    <a:pt x="376" y="59"/>
                    <a:pt x="375" y="51"/>
                    <a:pt x="372" y="49"/>
                  </a:cubicBezTo>
                  <a:cubicBezTo>
                    <a:pt x="369" y="49"/>
                    <a:pt x="369" y="49"/>
                    <a:pt x="369" y="58"/>
                  </a:cubicBezTo>
                  <a:cubicBezTo>
                    <a:pt x="369" y="67"/>
                    <a:pt x="369" y="71"/>
                    <a:pt x="368" y="71"/>
                  </a:cubicBezTo>
                  <a:cubicBezTo>
                    <a:pt x="368" y="71"/>
                    <a:pt x="368" y="67"/>
                    <a:pt x="368" y="58"/>
                  </a:cubicBezTo>
                  <a:cubicBezTo>
                    <a:pt x="367" y="48"/>
                    <a:pt x="367" y="43"/>
                    <a:pt x="367" y="43"/>
                  </a:cubicBezTo>
                  <a:cubicBezTo>
                    <a:pt x="366" y="43"/>
                    <a:pt x="366" y="46"/>
                    <a:pt x="366" y="49"/>
                  </a:cubicBezTo>
                  <a:cubicBezTo>
                    <a:pt x="364" y="57"/>
                    <a:pt x="364" y="57"/>
                    <a:pt x="364" y="57"/>
                  </a:cubicBezTo>
                  <a:cubicBezTo>
                    <a:pt x="364" y="53"/>
                    <a:pt x="364" y="51"/>
                    <a:pt x="364" y="51"/>
                  </a:cubicBezTo>
                  <a:cubicBezTo>
                    <a:pt x="363" y="51"/>
                    <a:pt x="363" y="53"/>
                    <a:pt x="362" y="57"/>
                  </a:cubicBezTo>
                  <a:cubicBezTo>
                    <a:pt x="361" y="57"/>
                    <a:pt x="361" y="57"/>
                    <a:pt x="361" y="48"/>
                  </a:cubicBezTo>
                  <a:lnTo>
                    <a:pt x="360" y="48"/>
                  </a:lnTo>
                  <a:cubicBezTo>
                    <a:pt x="359" y="55"/>
                    <a:pt x="358" y="58"/>
                    <a:pt x="357" y="58"/>
                  </a:cubicBezTo>
                  <a:cubicBezTo>
                    <a:pt x="355" y="58"/>
                    <a:pt x="353" y="52"/>
                    <a:pt x="353" y="47"/>
                  </a:cubicBezTo>
                  <a:cubicBezTo>
                    <a:pt x="353" y="47"/>
                    <a:pt x="352" y="47"/>
                    <a:pt x="351" y="56"/>
                  </a:cubicBezTo>
                  <a:cubicBezTo>
                    <a:pt x="350" y="65"/>
                    <a:pt x="350" y="69"/>
                    <a:pt x="350" y="69"/>
                  </a:cubicBezTo>
                  <a:lnTo>
                    <a:pt x="350" y="69"/>
                  </a:lnTo>
                  <a:cubicBezTo>
                    <a:pt x="349" y="69"/>
                    <a:pt x="349" y="65"/>
                    <a:pt x="350" y="56"/>
                  </a:cubicBezTo>
                  <a:cubicBezTo>
                    <a:pt x="350" y="47"/>
                    <a:pt x="351" y="43"/>
                    <a:pt x="351" y="43"/>
                  </a:cubicBezTo>
                  <a:lnTo>
                    <a:pt x="351" y="43"/>
                  </a:lnTo>
                  <a:cubicBezTo>
                    <a:pt x="350" y="43"/>
                    <a:pt x="350" y="47"/>
                    <a:pt x="349" y="56"/>
                  </a:cubicBezTo>
                  <a:cubicBezTo>
                    <a:pt x="348" y="59"/>
                    <a:pt x="347" y="61"/>
                    <a:pt x="347" y="61"/>
                  </a:cubicBezTo>
                  <a:cubicBezTo>
                    <a:pt x="346" y="61"/>
                    <a:pt x="345" y="57"/>
                    <a:pt x="345" y="46"/>
                  </a:cubicBezTo>
                  <a:cubicBezTo>
                    <a:pt x="346" y="38"/>
                    <a:pt x="346" y="29"/>
                    <a:pt x="346" y="29"/>
                  </a:cubicBezTo>
                  <a:lnTo>
                    <a:pt x="346" y="29"/>
                  </a:lnTo>
                  <a:cubicBezTo>
                    <a:pt x="345" y="38"/>
                    <a:pt x="344" y="38"/>
                    <a:pt x="344" y="38"/>
                  </a:cubicBezTo>
                  <a:cubicBezTo>
                    <a:pt x="344" y="46"/>
                    <a:pt x="343" y="46"/>
                    <a:pt x="341" y="46"/>
                  </a:cubicBezTo>
                  <a:cubicBezTo>
                    <a:pt x="340" y="46"/>
                    <a:pt x="336" y="54"/>
                    <a:pt x="335" y="54"/>
                  </a:cubicBezTo>
                  <a:cubicBezTo>
                    <a:pt x="333" y="54"/>
                    <a:pt x="331" y="53"/>
                    <a:pt x="331" y="45"/>
                  </a:cubicBezTo>
                  <a:cubicBezTo>
                    <a:pt x="330" y="45"/>
                    <a:pt x="330" y="45"/>
                    <a:pt x="327" y="53"/>
                  </a:cubicBezTo>
                  <a:cubicBezTo>
                    <a:pt x="327" y="57"/>
                    <a:pt x="326" y="59"/>
                    <a:pt x="326" y="59"/>
                  </a:cubicBezTo>
                  <a:cubicBezTo>
                    <a:pt x="325" y="59"/>
                    <a:pt x="325" y="57"/>
                    <a:pt x="325" y="53"/>
                  </a:cubicBezTo>
                  <a:lnTo>
                    <a:pt x="324" y="53"/>
                  </a:lnTo>
                  <a:cubicBezTo>
                    <a:pt x="323" y="61"/>
                    <a:pt x="322" y="61"/>
                    <a:pt x="322" y="61"/>
                  </a:cubicBezTo>
                  <a:cubicBezTo>
                    <a:pt x="322" y="54"/>
                    <a:pt x="322" y="48"/>
                    <a:pt x="321" y="48"/>
                  </a:cubicBezTo>
                  <a:cubicBezTo>
                    <a:pt x="321" y="48"/>
                    <a:pt x="321" y="49"/>
                    <a:pt x="321" y="52"/>
                  </a:cubicBezTo>
                  <a:cubicBezTo>
                    <a:pt x="321" y="61"/>
                    <a:pt x="320" y="61"/>
                    <a:pt x="318" y="61"/>
                  </a:cubicBezTo>
                  <a:cubicBezTo>
                    <a:pt x="318" y="55"/>
                    <a:pt x="309" y="52"/>
                    <a:pt x="302" y="52"/>
                  </a:cubicBezTo>
                  <a:cubicBezTo>
                    <a:pt x="296" y="52"/>
                    <a:pt x="292" y="54"/>
                    <a:pt x="292" y="57"/>
                  </a:cubicBezTo>
                  <a:lnTo>
                    <a:pt x="289" y="56"/>
                  </a:lnTo>
                  <a:lnTo>
                    <a:pt x="287" y="56"/>
                  </a:lnTo>
                  <a:cubicBezTo>
                    <a:pt x="288" y="49"/>
                    <a:pt x="287" y="46"/>
                    <a:pt x="286" y="46"/>
                  </a:cubicBezTo>
                  <a:cubicBezTo>
                    <a:pt x="285" y="46"/>
                    <a:pt x="283" y="51"/>
                    <a:pt x="281" y="55"/>
                  </a:cubicBezTo>
                  <a:cubicBezTo>
                    <a:pt x="280" y="64"/>
                    <a:pt x="279" y="64"/>
                    <a:pt x="279" y="64"/>
                  </a:cubicBezTo>
                  <a:cubicBezTo>
                    <a:pt x="279" y="54"/>
                    <a:pt x="278" y="49"/>
                    <a:pt x="277" y="49"/>
                  </a:cubicBezTo>
                  <a:cubicBezTo>
                    <a:pt x="276" y="49"/>
                    <a:pt x="276" y="51"/>
                    <a:pt x="275" y="55"/>
                  </a:cubicBezTo>
                  <a:cubicBezTo>
                    <a:pt x="274" y="63"/>
                    <a:pt x="274" y="68"/>
                    <a:pt x="273" y="68"/>
                  </a:cubicBezTo>
                  <a:cubicBezTo>
                    <a:pt x="273" y="68"/>
                    <a:pt x="273" y="63"/>
                    <a:pt x="274" y="55"/>
                  </a:cubicBezTo>
                  <a:cubicBezTo>
                    <a:pt x="274" y="47"/>
                    <a:pt x="274" y="42"/>
                    <a:pt x="273" y="42"/>
                  </a:cubicBezTo>
                  <a:cubicBezTo>
                    <a:pt x="273" y="42"/>
                    <a:pt x="271" y="49"/>
                    <a:pt x="270" y="63"/>
                  </a:cubicBezTo>
                  <a:cubicBezTo>
                    <a:pt x="270" y="67"/>
                    <a:pt x="269" y="69"/>
                    <a:pt x="269" y="69"/>
                  </a:cubicBezTo>
                  <a:cubicBezTo>
                    <a:pt x="269" y="69"/>
                    <a:pt x="269" y="67"/>
                    <a:pt x="269" y="63"/>
                  </a:cubicBezTo>
                  <a:cubicBezTo>
                    <a:pt x="269" y="52"/>
                    <a:pt x="269" y="48"/>
                    <a:pt x="268" y="48"/>
                  </a:cubicBezTo>
                  <a:cubicBezTo>
                    <a:pt x="268" y="48"/>
                    <a:pt x="268" y="50"/>
                    <a:pt x="268" y="54"/>
                  </a:cubicBezTo>
                  <a:cubicBezTo>
                    <a:pt x="267" y="62"/>
                    <a:pt x="266" y="66"/>
                    <a:pt x="266" y="66"/>
                  </a:cubicBezTo>
                  <a:cubicBezTo>
                    <a:pt x="266" y="66"/>
                    <a:pt x="266" y="62"/>
                    <a:pt x="266" y="54"/>
                  </a:cubicBezTo>
                  <a:cubicBezTo>
                    <a:pt x="265" y="45"/>
                    <a:pt x="265" y="40"/>
                    <a:pt x="265" y="40"/>
                  </a:cubicBezTo>
                  <a:cubicBezTo>
                    <a:pt x="264" y="40"/>
                    <a:pt x="264" y="44"/>
                    <a:pt x="263" y="53"/>
                  </a:cubicBezTo>
                  <a:cubicBezTo>
                    <a:pt x="262" y="61"/>
                    <a:pt x="261" y="65"/>
                    <a:pt x="260" y="65"/>
                  </a:cubicBezTo>
                  <a:cubicBezTo>
                    <a:pt x="260" y="65"/>
                    <a:pt x="259" y="61"/>
                    <a:pt x="259" y="53"/>
                  </a:cubicBezTo>
                  <a:cubicBezTo>
                    <a:pt x="258" y="53"/>
                    <a:pt x="258" y="49"/>
                    <a:pt x="258" y="49"/>
                  </a:cubicBezTo>
                  <a:cubicBezTo>
                    <a:pt x="257" y="49"/>
                    <a:pt x="257" y="50"/>
                    <a:pt x="257" y="53"/>
                  </a:cubicBezTo>
                  <a:lnTo>
                    <a:pt x="257" y="44"/>
                  </a:lnTo>
                  <a:lnTo>
                    <a:pt x="256" y="44"/>
                  </a:lnTo>
                  <a:lnTo>
                    <a:pt x="254" y="52"/>
                  </a:lnTo>
                  <a:cubicBezTo>
                    <a:pt x="254" y="52"/>
                    <a:pt x="250" y="43"/>
                    <a:pt x="244" y="43"/>
                  </a:cubicBezTo>
                  <a:cubicBezTo>
                    <a:pt x="242" y="42"/>
                    <a:pt x="241" y="42"/>
                    <a:pt x="239" y="42"/>
                  </a:cubicBezTo>
                  <a:cubicBezTo>
                    <a:pt x="236" y="42"/>
                    <a:pt x="235" y="44"/>
                    <a:pt x="235" y="49"/>
                  </a:cubicBezTo>
                  <a:cubicBezTo>
                    <a:pt x="235" y="58"/>
                    <a:pt x="235" y="62"/>
                    <a:pt x="235" y="62"/>
                  </a:cubicBezTo>
                  <a:cubicBezTo>
                    <a:pt x="235" y="62"/>
                    <a:pt x="234" y="58"/>
                    <a:pt x="234" y="49"/>
                  </a:cubicBezTo>
                  <a:cubicBezTo>
                    <a:pt x="233" y="49"/>
                    <a:pt x="232" y="40"/>
                    <a:pt x="231" y="40"/>
                  </a:cubicBezTo>
                  <a:cubicBezTo>
                    <a:pt x="229" y="40"/>
                    <a:pt x="228" y="40"/>
                    <a:pt x="228" y="31"/>
                  </a:cubicBezTo>
                  <a:cubicBezTo>
                    <a:pt x="226" y="41"/>
                    <a:pt x="224" y="45"/>
                    <a:pt x="222" y="45"/>
                  </a:cubicBezTo>
                  <a:cubicBezTo>
                    <a:pt x="221" y="45"/>
                    <a:pt x="220" y="43"/>
                    <a:pt x="219" y="39"/>
                  </a:cubicBezTo>
                  <a:cubicBezTo>
                    <a:pt x="218" y="39"/>
                    <a:pt x="218" y="39"/>
                    <a:pt x="218" y="39"/>
                  </a:cubicBezTo>
                  <a:cubicBezTo>
                    <a:pt x="217" y="39"/>
                    <a:pt x="216" y="41"/>
                    <a:pt x="214" y="47"/>
                  </a:cubicBezTo>
                  <a:cubicBezTo>
                    <a:pt x="214" y="51"/>
                    <a:pt x="213" y="53"/>
                    <a:pt x="213" y="53"/>
                  </a:cubicBezTo>
                  <a:cubicBezTo>
                    <a:pt x="213" y="53"/>
                    <a:pt x="212" y="51"/>
                    <a:pt x="212" y="47"/>
                  </a:cubicBezTo>
                  <a:cubicBezTo>
                    <a:pt x="213" y="42"/>
                    <a:pt x="211" y="37"/>
                    <a:pt x="210" y="37"/>
                  </a:cubicBezTo>
                  <a:cubicBezTo>
                    <a:pt x="209" y="37"/>
                    <a:pt x="208" y="39"/>
                    <a:pt x="207" y="46"/>
                  </a:cubicBezTo>
                  <a:lnTo>
                    <a:pt x="207" y="37"/>
                  </a:lnTo>
                  <a:cubicBezTo>
                    <a:pt x="207" y="35"/>
                    <a:pt x="207" y="34"/>
                    <a:pt x="207" y="34"/>
                  </a:cubicBezTo>
                  <a:cubicBezTo>
                    <a:pt x="207" y="34"/>
                    <a:pt x="206" y="40"/>
                    <a:pt x="205" y="46"/>
                  </a:cubicBezTo>
                  <a:cubicBezTo>
                    <a:pt x="205" y="54"/>
                    <a:pt x="205" y="58"/>
                    <a:pt x="205" y="58"/>
                  </a:cubicBezTo>
                  <a:cubicBezTo>
                    <a:pt x="204" y="58"/>
                    <a:pt x="204" y="51"/>
                    <a:pt x="204" y="37"/>
                  </a:cubicBezTo>
                  <a:cubicBezTo>
                    <a:pt x="205" y="27"/>
                    <a:pt x="205" y="23"/>
                    <a:pt x="204" y="23"/>
                  </a:cubicBezTo>
                  <a:lnTo>
                    <a:pt x="204" y="23"/>
                  </a:lnTo>
                  <a:cubicBezTo>
                    <a:pt x="204" y="23"/>
                    <a:pt x="204" y="25"/>
                    <a:pt x="204" y="28"/>
                  </a:cubicBezTo>
                  <a:cubicBezTo>
                    <a:pt x="203" y="34"/>
                    <a:pt x="202" y="40"/>
                    <a:pt x="202" y="40"/>
                  </a:cubicBezTo>
                  <a:cubicBezTo>
                    <a:pt x="202" y="40"/>
                    <a:pt x="202" y="39"/>
                    <a:pt x="202" y="37"/>
                  </a:cubicBezTo>
                  <a:cubicBezTo>
                    <a:pt x="201" y="37"/>
                    <a:pt x="200" y="37"/>
                    <a:pt x="200" y="54"/>
                  </a:cubicBezTo>
                  <a:cubicBezTo>
                    <a:pt x="198" y="62"/>
                    <a:pt x="198" y="62"/>
                    <a:pt x="197" y="62"/>
                  </a:cubicBezTo>
                  <a:cubicBezTo>
                    <a:pt x="197" y="56"/>
                    <a:pt x="198" y="51"/>
                    <a:pt x="198" y="45"/>
                  </a:cubicBezTo>
                  <a:lnTo>
                    <a:pt x="197" y="45"/>
                  </a:lnTo>
                  <a:cubicBezTo>
                    <a:pt x="196" y="39"/>
                    <a:pt x="195" y="34"/>
                    <a:pt x="196" y="27"/>
                  </a:cubicBezTo>
                  <a:cubicBezTo>
                    <a:pt x="196" y="24"/>
                    <a:pt x="195" y="22"/>
                    <a:pt x="195" y="22"/>
                  </a:cubicBezTo>
                  <a:close/>
                  <a:moveTo>
                    <a:pt x="9" y="209"/>
                  </a:moveTo>
                  <a:cubicBezTo>
                    <a:pt x="9" y="209"/>
                    <a:pt x="8" y="218"/>
                    <a:pt x="7" y="226"/>
                  </a:cubicBezTo>
                  <a:lnTo>
                    <a:pt x="8" y="226"/>
                  </a:lnTo>
                  <a:cubicBezTo>
                    <a:pt x="9" y="220"/>
                    <a:pt x="9" y="214"/>
                    <a:pt x="9" y="209"/>
                  </a:cubicBezTo>
                  <a:close/>
                  <a:moveTo>
                    <a:pt x="171" y="282"/>
                  </a:moveTo>
                  <a:cubicBezTo>
                    <a:pt x="171" y="282"/>
                    <a:pt x="170" y="289"/>
                    <a:pt x="170" y="298"/>
                  </a:cubicBezTo>
                  <a:cubicBezTo>
                    <a:pt x="170" y="302"/>
                    <a:pt x="170" y="304"/>
                    <a:pt x="171" y="304"/>
                  </a:cubicBezTo>
                  <a:cubicBezTo>
                    <a:pt x="171" y="304"/>
                    <a:pt x="171" y="299"/>
                    <a:pt x="173" y="289"/>
                  </a:cubicBezTo>
                  <a:cubicBezTo>
                    <a:pt x="173" y="282"/>
                    <a:pt x="173" y="282"/>
                    <a:pt x="171" y="28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33"/>
            <p:cNvSpPr/>
            <p:nvPr/>
          </p:nvSpPr>
          <p:spPr>
            <a:xfrm>
              <a:off x="2901604" y="2771246"/>
              <a:ext cx="68326" cy="39557"/>
            </a:xfrm>
            <a:custGeom>
              <a:avLst/>
              <a:gdLst/>
              <a:ahLst/>
              <a:cxnLst/>
              <a:rect l="l" t="t" r="r" b="b"/>
              <a:pathLst>
                <a:path w="684" h="396" extrusionOk="0">
                  <a:moveTo>
                    <a:pt x="654" y="24"/>
                  </a:moveTo>
                  <a:lnTo>
                    <a:pt x="654" y="24"/>
                  </a:lnTo>
                  <a:cubicBezTo>
                    <a:pt x="655" y="24"/>
                    <a:pt x="658" y="35"/>
                    <a:pt x="660" y="47"/>
                  </a:cubicBezTo>
                  <a:lnTo>
                    <a:pt x="659" y="47"/>
                  </a:lnTo>
                  <a:cubicBezTo>
                    <a:pt x="658" y="42"/>
                    <a:pt x="657" y="36"/>
                    <a:pt x="655" y="31"/>
                  </a:cubicBezTo>
                  <a:cubicBezTo>
                    <a:pt x="654" y="26"/>
                    <a:pt x="654" y="24"/>
                    <a:pt x="654" y="24"/>
                  </a:cubicBezTo>
                  <a:close/>
                  <a:moveTo>
                    <a:pt x="547" y="61"/>
                  </a:moveTo>
                  <a:cubicBezTo>
                    <a:pt x="548" y="61"/>
                    <a:pt x="548" y="61"/>
                    <a:pt x="550" y="69"/>
                  </a:cubicBezTo>
                  <a:cubicBezTo>
                    <a:pt x="551" y="75"/>
                    <a:pt x="552" y="80"/>
                    <a:pt x="552" y="86"/>
                  </a:cubicBezTo>
                  <a:cubicBezTo>
                    <a:pt x="550" y="78"/>
                    <a:pt x="548" y="70"/>
                    <a:pt x="547" y="61"/>
                  </a:cubicBezTo>
                  <a:close/>
                  <a:moveTo>
                    <a:pt x="458" y="70"/>
                  </a:moveTo>
                  <a:cubicBezTo>
                    <a:pt x="460" y="76"/>
                    <a:pt x="461" y="81"/>
                    <a:pt x="462" y="87"/>
                  </a:cubicBezTo>
                  <a:lnTo>
                    <a:pt x="459" y="79"/>
                  </a:lnTo>
                  <a:lnTo>
                    <a:pt x="457" y="70"/>
                  </a:lnTo>
                  <a:close/>
                  <a:moveTo>
                    <a:pt x="413" y="84"/>
                  </a:moveTo>
                  <a:lnTo>
                    <a:pt x="413" y="84"/>
                  </a:lnTo>
                  <a:cubicBezTo>
                    <a:pt x="413" y="84"/>
                    <a:pt x="414" y="87"/>
                    <a:pt x="415" y="91"/>
                  </a:cubicBezTo>
                  <a:lnTo>
                    <a:pt x="415" y="91"/>
                  </a:lnTo>
                  <a:cubicBezTo>
                    <a:pt x="415" y="90"/>
                    <a:pt x="415" y="89"/>
                    <a:pt x="414" y="87"/>
                  </a:cubicBezTo>
                  <a:cubicBezTo>
                    <a:pt x="414" y="85"/>
                    <a:pt x="413" y="84"/>
                    <a:pt x="413" y="84"/>
                  </a:cubicBezTo>
                  <a:close/>
                  <a:moveTo>
                    <a:pt x="450" y="80"/>
                  </a:moveTo>
                  <a:cubicBezTo>
                    <a:pt x="451" y="80"/>
                    <a:pt x="451" y="80"/>
                    <a:pt x="454" y="89"/>
                  </a:cubicBezTo>
                  <a:cubicBezTo>
                    <a:pt x="454" y="89"/>
                    <a:pt x="456" y="97"/>
                    <a:pt x="455" y="97"/>
                  </a:cubicBezTo>
                  <a:lnTo>
                    <a:pt x="451" y="89"/>
                  </a:lnTo>
                  <a:cubicBezTo>
                    <a:pt x="449" y="81"/>
                    <a:pt x="450" y="80"/>
                    <a:pt x="450" y="80"/>
                  </a:cubicBezTo>
                  <a:close/>
                  <a:moveTo>
                    <a:pt x="166" y="104"/>
                  </a:moveTo>
                  <a:cubicBezTo>
                    <a:pt x="165" y="104"/>
                    <a:pt x="165" y="104"/>
                    <a:pt x="167" y="112"/>
                  </a:cubicBezTo>
                  <a:lnTo>
                    <a:pt x="170" y="112"/>
                  </a:lnTo>
                  <a:cubicBezTo>
                    <a:pt x="167" y="104"/>
                    <a:pt x="167" y="104"/>
                    <a:pt x="166" y="104"/>
                  </a:cubicBezTo>
                  <a:close/>
                  <a:moveTo>
                    <a:pt x="529" y="96"/>
                  </a:moveTo>
                  <a:cubicBezTo>
                    <a:pt x="529" y="96"/>
                    <a:pt x="529" y="97"/>
                    <a:pt x="530" y="99"/>
                  </a:cubicBezTo>
                  <a:cubicBezTo>
                    <a:pt x="530" y="99"/>
                    <a:pt x="532" y="107"/>
                    <a:pt x="533" y="116"/>
                  </a:cubicBezTo>
                  <a:lnTo>
                    <a:pt x="532" y="116"/>
                  </a:lnTo>
                  <a:lnTo>
                    <a:pt x="530" y="108"/>
                  </a:lnTo>
                  <a:cubicBezTo>
                    <a:pt x="529" y="102"/>
                    <a:pt x="528" y="96"/>
                    <a:pt x="529" y="96"/>
                  </a:cubicBezTo>
                  <a:close/>
                  <a:moveTo>
                    <a:pt x="497" y="106"/>
                  </a:moveTo>
                  <a:cubicBezTo>
                    <a:pt x="497" y="106"/>
                    <a:pt x="500" y="114"/>
                    <a:pt x="500" y="114"/>
                  </a:cubicBezTo>
                  <a:cubicBezTo>
                    <a:pt x="500" y="114"/>
                    <a:pt x="503" y="122"/>
                    <a:pt x="502" y="123"/>
                  </a:cubicBezTo>
                  <a:cubicBezTo>
                    <a:pt x="502" y="123"/>
                    <a:pt x="498" y="114"/>
                    <a:pt x="496" y="106"/>
                  </a:cubicBezTo>
                  <a:close/>
                  <a:moveTo>
                    <a:pt x="494" y="124"/>
                  </a:moveTo>
                  <a:cubicBezTo>
                    <a:pt x="494" y="124"/>
                    <a:pt x="494" y="124"/>
                    <a:pt x="497" y="132"/>
                  </a:cubicBezTo>
                  <a:lnTo>
                    <a:pt x="496" y="132"/>
                  </a:lnTo>
                  <a:lnTo>
                    <a:pt x="493" y="124"/>
                  </a:lnTo>
                  <a:close/>
                  <a:moveTo>
                    <a:pt x="486" y="125"/>
                  </a:moveTo>
                  <a:cubicBezTo>
                    <a:pt x="486" y="125"/>
                    <a:pt x="486" y="125"/>
                    <a:pt x="488" y="134"/>
                  </a:cubicBezTo>
                  <a:lnTo>
                    <a:pt x="485" y="126"/>
                  </a:lnTo>
                  <a:lnTo>
                    <a:pt x="486" y="125"/>
                  </a:lnTo>
                  <a:close/>
                  <a:moveTo>
                    <a:pt x="479" y="120"/>
                  </a:moveTo>
                  <a:cubicBezTo>
                    <a:pt x="479" y="120"/>
                    <a:pt x="479" y="122"/>
                    <a:pt x="480" y="126"/>
                  </a:cubicBezTo>
                  <a:cubicBezTo>
                    <a:pt x="483" y="135"/>
                    <a:pt x="483" y="135"/>
                    <a:pt x="483" y="135"/>
                  </a:cubicBezTo>
                  <a:cubicBezTo>
                    <a:pt x="480" y="135"/>
                    <a:pt x="480" y="135"/>
                    <a:pt x="479" y="127"/>
                  </a:cubicBezTo>
                  <a:cubicBezTo>
                    <a:pt x="479" y="123"/>
                    <a:pt x="478" y="120"/>
                    <a:pt x="479" y="120"/>
                  </a:cubicBezTo>
                  <a:close/>
                  <a:moveTo>
                    <a:pt x="287" y="123"/>
                  </a:moveTo>
                  <a:cubicBezTo>
                    <a:pt x="290" y="127"/>
                    <a:pt x="291" y="133"/>
                    <a:pt x="292" y="139"/>
                  </a:cubicBezTo>
                  <a:lnTo>
                    <a:pt x="291" y="139"/>
                  </a:lnTo>
                  <a:cubicBezTo>
                    <a:pt x="289" y="131"/>
                    <a:pt x="287" y="123"/>
                    <a:pt x="287" y="123"/>
                  </a:cubicBezTo>
                  <a:close/>
                  <a:moveTo>
                    <a:pt x="495" y="137"/>
                  </a:moveTo>
                  <a:lnTo>
                    <a:pt x="495" y="137"/>
                  </a:lnTo>
                  <a:cubicBezTo>
                    <a:pt x="495" y="137"/>
                    <a:pt x="495" y="138"/>
                    <a:pt x="496" y="141"/>
                  </a:cubicBezTo>
                  <a:cubicBezTo>
                    <a:pt x="496" y="140"/>
                    <a:pt x="495" y="137"/>
                    <a:pt x="495" y="137"/>
                  </a:cubicBezTo>
                  <a:close/>
                  <a:moveTo>
                    <a:pt x="399" y="143"/>
                  </a:moveTo>
                  <a:cubicBezTo>
                    <a:pt x="400" y="149"/>
                    <a:pt x="402" y="154"/>
                    <a:pt x="402" y="160"/>
                  </a:cubicBezTo>
                  <a:lnTo>
                    <a:pt x="401" y="160"/>
                  </a:lnTo>
                  <a:cubicBezTo>
                    <a:pt x="399" y="152"/>
                    <a:pt x="397" y="143"/>
                    <a:pt x="397" y="143"/>
                  </a:cubicBezTo>
                  <a:close/>
                  <a:moveTo>
                    <a:pt x="494" y="164"/>
                  </a:moveTo>
                  <a:cubicBezTo>
                    <a:pt x="495" y="165"/>
                    <a:pt x="495" y="166"/>
                    <a:pt x="495" y="167"/>
                  </a:cubicBezTo>
                  <a:cubicBezTo>
                    <a:pt x="495" y="167"/>
                    <a:pt x="495" y="167"/>
                    <a:pt x="496" y="168"/>
                  </a:cubicBezTo>
                  <a:lnTo>
                    <a:pt x="496" y="168"/>
                  </a:lnTo>
                  <a:cubicBezTo>
                    <a:pt x="495" y="167"/>
                    <a:pt x="495" y="165"/>
                    <a:pt x="494" y="164"/>
                  </a:cubicBezTo>
                  <a:close/>
                  <a:moveTo>
                    <a:pt x="496" y="168"/>
                  </a:moveTo>
                  <a:cubicBezTo>
                    <a:pt x="496" y="170"/>
                    <a:pt x="497" y="172"/>
                    <a:pt x="497" y="172"/>
                  </a:cubicBezTo>
                  <a:cubicBezTo>
                    <a:pt x="497" y="172"/>
                    <a:pt x="497" y="170"/>
                    <a:pt x="496" y="168"/>
                  </a:cubicBezTo>
                  <a:close/>
                  <a:moveTo>
                    <a:pt x="187" y="169"/>
                  </a:moveTo>
                  <a:lnTo>
                    <a:pt x="187" y="169"/>
                  </a:lnTo>
                  <a:cubicBezTo>
                    <a:pt x="187" y="171"/>
                    <a:pt x="187" y="172"/>
                    <a:pt x="187" y="172"/>
                  </a:cubicBezTo>
                  <a:cubicBezTo>
                    <a:pt x="187" y="172"/>
                    <a:pt x="186" y="169"/>
                    <a:pt x="187" y="169"/>
                  </a:cubicBezTo>
                  <a:close/>
                  <a:moveTo>
                    <a:pt x="136" y="153"/>
                  </a:moveTo>
                  <a:cubicBezTo>
                    <a:pt x="138" y="161"/>
                    <a:pt x="141" y="170"/>
                    <a:pt x="141" y="170"/>
                  </a:cubicBezTo>
                  <a:cubicBezTo>
                    <a:pt x="141" y="172"/>
                    <a:pt x="141" y="173"/>
                    <a:pt x="141" y="173"/>
                  </a:cubicBezTo>
                  <a:cubicBezTo>
                    <a:pt x="141" y="173"/>
                    <a:pt x="140" y="167"/>
                    <a:pt x="138" y="161"/>
                  </a:cubicBezTo>
                  <a:lnTo>
                    <a:pt x="136" y="153"/>
                  </a:lnTo>
                  <a:close/>
                  <a:moveTo>
                    <a:pt x="368" y="158"/>
                  </a:moveTo>
                  <a:cubicBezTo>
                    <a:pt x="368" y="158"/>
                    <a:pt x="369" y="160"/>
                    <a:pt x="370" y="167"/>
                  </a:cubicBezTo>
                  <a:cubicBezTo>
                    <a:pt x="373" y="174"/>
                    <a:pt x="372" y="174"/>
                    <a:pt x="370" y="174"/>
                  </a:cubicBezTo>
                  <a:cubicBezTo>
                    <a:pt x="368" y="170"/>
                    <a:pt x="367" y="164"/>
                    <a:pt x="367" y="159"/>
                  </a:cubicBezTo>
                  <a:cubicBezTo>
                    <a:pt x="367" y="158"/>
                    <a:pt x="368" y="158"/>
                    <a:pt x="368" y="158"/>
                  </a:cubicBezTo>
                  <a:close/>
                  <a:moveTo>
                    <a:pt x="167" y="164"/>
                  </a:moveTo>
                  <a:cubicBezTo>
                    <a:pt x="170" y="172"/>
                    <a:pt x="173" y="180"/>
                    <a:pt x="173" y="180"/>
                  </a:cubicBezTo>
                  <a:cubicBezTo>
                    <a:pt x="174" y="180"/>
                    <a:pt x="172" y="172"/>
                    <a:pt x="172" y="172"/>
                  </a:cubicBezTo>
                  <a:cubicBezTo>
                    <a:pt x="172" y="172"/>
                    <a:pt x="170" y="164"/>
                    <a:pt x="169" y="164"/>
                  </a:cubicBezTo>
                  <a:close/>
                  <a:moveTo>
                    <a:pt x="312" y="169"/>
                  </a:moveTo>
                  <a:cubicBezTo>
                    <a:pt x="314" y="174"/>
                    <a:pt x="316" y="180"/>
                    <a:pt x="316" y="186"/>
                  </a:cubicBezTo>
                  <a:lnTo>
                    <a:pt x="313" y="178"/>
                  </a:lnTo>
                  <a:lnTo>
                    <a:pt x="311" y="170"/>
                  </a:lnTo>
                  <a:lnTo>
                    <a:pt x="312" y="169"/>
                  </a:lnTo>
                  <a:close/>
                  <a:moveTo>
                    <a:pt x="166" y="190"/>
                  </a:moveTo>
                  <a:cubicBezTo>
                    <a:pt x="167" y="190"/>
                    <a:pt x="167" y="190"/>
                    <a:pt x="170" y="198"/>
                  </a:cubicBezTo>
                  <a:lnTo>
                    <a:pt x="169" y="198"/>
                  </a:lnTo>
                  <a:lnTo>
                    <a:pt x="166" y="190"/>
                  </a:lnTo>
                  <a:close/>
                  <a:moveTo>
                    <a:pt x="21" y="193"/>
                  </a:moveTo>
                  <a:lnTo>
                    <a:pt x="24" y="202"/>
                  </a:lnTo>
                  <a:lnTo>
                    <a:pt x="24" y="201"/>
                  </a:lnTo>
                  <a:cubicBezTo>
                    <a:pt x="22" y="193"/>
                    <a:pt x="22" y="193"/>
                    <a:pt x="22" y="193"/>
                  </a:cubicBezTo>
                  <a:close/>
                  <a:moveTo>
                    <a:pt x="218" y="189"/>
                  </a:moveTo>
                  <a:cubicBezTo>
                    <a:pt x="219" y="193"/>
                    <a:pt x="220" y="199"/>
                    <a:pt x="221" y="205"/>
                  </a:cubicBezTo>
                  <a:lnTo>
                    <a:pt x="218" y="197"/>
                  </a:lnTo>
                  <a:lnTo>
                    <a:pt x="217" y="189"/>
                  </a:lnTo>
                  <a:close/>
                  <a:moveTo>
                    <a:pt x="209" y="185"/>
                  </a:moveTo>
                  <a:cubicBezTo>
                    <a:pt x="210" y="185"/>
                    <a:pt x="211" y="189"/>
                    <a:pt x="215" y="198"/>
                  </a:cubicBezTo>
                  <a:cubicBezTo>
                    <a:pt x="217" y="206"/>
                    <a:pt x="217" y="206"/>
                    <a:pt x="216" y="206"/>
                  </a:cubicBezTo>
                  <a:cubicBezTo>
                    <a:pt x="216" y="206"/>
                    <a:pt x="216" y="206"/>
                    <a:pt x="216" y="206"/>
                  </a:cubicBezTo>
                  <a:cubicBezTo>
                    <a:pt x="215" y="206"/>
                    <a:pt x="212" y="198"/>
                    <a:pt x="210" y="190"/>
                  </a:cubicBezTo>
                  <a:cubicBezTo>
                    <a:pt x="209" y="187"/>
                    <a:pt x="209" y="185"/>
                    <a:pt x="209" y="185"/>
                  </a:cubicBezTo>
                  <a:close/>
                  <a:moveTo>
                    <a:pt x="290" y="182"/>
                  </a:moveTo>
                  <a:cubicBezTo>
                    <a:pt x="291" y="182"/>
                    <a:pt x="291" y="182"/>
                    <a:pt x="293" y="190"/>
                  </a:cubicBezTo>
                  <a:cubicBezTo>
                    <a:pt x="295" y="199"/>
                    <a:pt x="296" y="207"/>
                    <a:pt x="296" y="207"/>
                  </a:cubicBezTo>
                  <a:cubicBezTo>
                    <a:pt x="294" y="199"/>
                    <a:pt x="292" y="191"/>
                    <a:pt x="290" y="182"/>
                  </a:cubicBezTo>
                  <a:close/>
                  <a:moveTo>
                    <a:pt x="159" y="188"/>
                  </a:moveTo>
                  <a:cubicBezTo>
                    <a:pt x="159" y="188"/>
                    <a:pt x="162" y="196"/>
                    <a:pt x="165" y="208"/>
                  </a:cubicBezTo>
                  <a:lnTo>
                    <a:pt x="163" y="208"/>
                  </a:lnTo>
                  <a:cubicBezTo>
                    <a:pt x="162" y="202"/>
                    <a:pt x="160" y="198"/>
                    <a:pt x="160" y="191"/>
                  </a:cubicBezTo>
                  <a:cubicBezTo>
                    <a:pt x="159" y="189"/>
                    <a:pt x="159" y="188"/>
                    <a:pt x="159" y="188"/>
                  </a:cubicBezTo>
                  <a:close/>
                  <a:moveTo>
                    <a:pt x="274" y="195"/>
                  </a:moveTo>
                  <a:cubicBezTo>
                    <a:pt x="276" y="200"/>
                    <a:pt x="277" y="206"/>
                    <a:pt x="277" y="211"/>
                  </a:cubicBezTo>
                  <a:lnTo>
                    <a:pt x="274" y="204"/>
                  </a:lnTo>
                  <a:lnTo>
                    <a:pt x="273" y="195"/>
                  </a:lnTo>
                  <a:close/>
                  <a:moveTo>
                    <a:pt x="128" y="184"/>
                  </a:moveTo>
                  <a:cubicBezTo>
                    <a:pt x="129" y="184"/>
                    <a:pt x="130" y="188"/>
                    <a:pt x="132" y="198"/>
                  </a:cubicBezTo>
                  <a:cubicBezTo>
                    <a:pt x="133" y="206"/>
                    <a:pt x="135" y="214"/>
                    <a:pt x="135" y="214"/>
                  </a:cubicBezTo>
                  <a:cubicBezTo>
                    <a:pt x="132" y="206"/>
                    <a:pt x="129" y="198"/>
                    <a:pt x="128" y="189"/>
                  </a:cubicBezTo>
                  <a:cubicBezTo>
                    <a:pt x="128" y="186"/>
                    <a:pt x="128" y="184"/>
                    <a:pt x="128" y="184"/>
                  </a:cubicBezTo>
                  <a:close/>
                  <a:moveTo>
                    <a:pt x="274" y="211"/>
                  </a:moveTo>
                  <a:cubicBezTo>
                    <a:pt x="274" y="211"/>
                    <a:pt x="274" y="211"/>
                    <a:pt x="274" y="211"/>
                  </a:cubicBezTo>
                  <a:cubicBezTo>
                    <a:pt x="275" y="214"/>
                    <a:pt x="275" y="215"/>
                    <a:pt x="275" y="215"/>
                  </a:cubicBezTo>
                  <a:cubicBezTo>
                    <a:pt x="275" y="215"/>
                    <a:pt x="275" y="213"/>
                    <a:pt x="274" y="211"/>
                  </a:cubicBezTo>
                  <a:lnTo>
                    <a:pt x="274" y="211"/>
                  </a:lnTo>
                  <a:cubicBezTo>
                    <a:pt x="274" y="211"/>
                    <a:pt x="274" y="211"/>
                    <a:pt x="274" y="211"/>
                  </a:cubicBezTo>
                  <a:close/>
                  <a:moveTo>
                    <a:pt x="110" y="201"/>
                  </a:moveTo>
                  <a:lnTo>
                    <a:pt x="112" y="210"/>
                  </a:lnTo>
                  <a:lnTo>
                    <a:pt x="114" y="218"/>
                  </a:lnTo>
                  <a:lnTo>
                    <a:pt x="111" y="210"/>
                  </a:lnTo>
                  <a:cubicBezTo>
                    <a:pt x="108" y="202"/>
                    <a:pt x="109" y="201"/>
                    <a:pt x="110" y="201"/>
                  </a:cubicBezTo>
                  <a:close/>
                  <a:moveTo>
                    <a:pt x="202" y="209"/>
                  </a:moveTo>
                  <a:cubicBezTo>
                    <a:pt x="203" y="209"/>
                    <a:pt x="206" y="217"/>
                    <a:pt x="206" y="217"/>
                  </a:cubicBezTo>
                  <a:cubicBezTo>
                    <a:pt x="206" y="220"/>
                    <a:pt x="206" y="221"/>
                    <a:pt x="206" y="221"/>
                  </a:cubicBezTo>
                  <a:cubicBezTo>
                    <a:pt x="206" y="221"/>
                    <a:pt x="204" y="217"/>
                    <a:pt x="203" y="217"/>
                  </a:cubicBezTo>
                  <a:cubicBezTo>
                    <a:pt x="201" y="209"/>
                    <a:pt x="201" y="209"/>
                    <a:pt x="202" y="209"/>
                  </a:cubicBezTo>
                  <a:close/>
                  <a:moveTo>
                    <a:pt x="188" y="212"/>
                  </a:moveTo>
                  <a:cubicBezTo>
                    <a:pt x="188" y="212"/>
                    <a:pt x="189" y="214"/>
                    <a:pt x="191" y="220"/>
                  </a:cubicBezTo>
                  <a:cubicBezTo>
                    <a:pt x="191" y="220"/>
                    <a:pt x="193" y="228"/>
                    <a:pt x="192" y="228"/>
                  </a:cubicBezTo>
                  <a:cubicBezTo>
                    <a:pt x="192" y="228"/>
                    <a:pt x="189" y="220"/>
                    <a:pt x="189" y="220"/>
                  </a:cubicBezTo>
                  <a:cubicBezTo>
                    <a:pt x="187" y="213"/>
                    <a:pt x="188" y="213"/>
                    <a:pt x="188" y="213"/>
                  </a:cubicBezTo>
                  <a:cubicBezTo>
                    <a:pt x="188" y="212"/>
                    <a:pt x="188" y="212"/>
                    <a:pt x="188" y="212"/>
                  </a:cubicBezTo>
                  <a:close/>
                  <a:moveTo>
                    <a:pt x="145" y="220"/>
                  </a:moveTo>
                  <a:cubicBezTo>
                    <a:pt x="147" y="226"/>
                    <a:pt x="148" y="232"/>
                    <a:pt x="148" y="237"/>
                  </a:cubicBezTo>
                  <a:cubicBezTo>
                    <a:pt x="146" y="229"/>
                    <a:pt x="144" y="220"/>
                    <a:pt x="144" y="220"/>
                  </a:cubicBezTo>
                  <a:close/>
                  <a:moveTo>
                    <a:pt x="196" y="242"/>
                  </a:moveTo>
                  <a:cubicBezTo>
                    <a:pt x="196" y="243"/>
                    <a:pt x="196" y="244"/>
                    <a:pt x="197" y="245"/>
                  </a:cubicBezTo>
                  <a:cubicBezTo>
                    <a:pt x="196" y="244"/>
                    <a:pt x="196" y="243"/>
                    <a:pt x="196" y="242"/>
                  </a:cubicBezTo>
                  <a:close/>
                  <a:moveTo>
                    <a:pt x="131" y="237"/>
                  </a:moveTo>
                  <a:cubicBezTo>
                    <a:pt x="131" y="237"/>
                    <a:pt x="133" y="241"/>
                    <a:pt x="135" y="248"/>
                  </a:cubicBezTo>
                  <a:lnTo>
                    <a:pt x="133" y="248"/>
                  </a:lnTo>
                  <a:cubicBezTo>
                    <a:pt x="131" y="241"/>
                    <a:pt x="130" y="237"/>
                    <a:pt x="131" y="237"/>
                  </a:cubicBezTo>
                  <a:close/>
                  <a:moveTo>
                    <a:pt x="117" y="214"/>
                  </a:moveTo>
                  <a:cubicBezTo>
                    <a:pt x="118" y="214"/>
                    <a:pt x="119" y="218"/>
                    <a:pt x="121" y="226"/>
                  </a:cubicBezTo>
                  <a:cubicBezTo>
                    <a:pt x="124" y="234"/>
                    <a:pt x="126" y="242"/>
                    <a:pt x="126" y="251"/>
                  </a:cubicBezTo>
                  <a:lnTo>
                    <a:pt x="125" y="251"/>
                  </a:lnTo>
                  <a:lnTo>
                    <a:pt x="121" y="234"/>
                  </a:lnTo>
                  <a:cubicBezTo>
                    <a:pt x="118" y="220"/>
                    <a:pt x="117" y="214"/>
                    <a:pt x="117" y="214"/>
                  </a:cubicBezTo>
                  <a:close/>
                  <a:moveTo>
                    <a:pt x="22" y="237"/>
                  </a:moveTo>
                  <a:cubicBezTo>
                    <a:pt x="23" y="237"/>
                    <a:pt x="23" y="237"/>
                    <a:pt x="25" y="245"/>
                  </a:cubicBezTo>
                  <a:cubicBezTo>
                    <a:pt x="25" y="245"/>
                    <a:pt x="26" y="254"/>
                    <a:pt x="25" y="254"/>
                  </a:cubicBezTo>
                  <a:lnTo>
                    <a:pt x="23" y="245"/>
                  </a:lnTo>
                  <a:cubicBezTo>
                    <a:pt x="21" y="237"/>
                    <a:pt x="21" y="237"/>
                    <a:pt x="22" y="237"/>
                  </a:cubicBezTo>
                  <a:close/>
                  <a:moveTo>
                    <a:pt x="167" y="242"/>
                  </a:moveTo>
                  <a:lnTo>
                    <a:pt x="170" y="251"/>
                  </a:lnTo>
                  <a:cubicBezTo>
                    <a:pt x="170" y="251"/>
                    <a:pt x="170" y="254"/>
                    <a:pt x="170" y="254"/>
                  </a:cubicBezTo>
                  <a:cubicBezTo>
                    <a:pt x="170" y="254"/>
                    <a:pt x="169" y="253"/>
                    <a:pt x="169" y="251"/>
                  </a:cubicBezTo>
                  <a:cubicBezTo>
                    <a:pt x="167" y="247"/>
                    <a:pt x="167" y="245"/>
                    <a:pt x="167" y="242"/>
                  </a:cubicBezTo>
                  <a:close/>
                  <a:moveTo>
                    <a:pt x="89" y="252"/>
                  </a:moveTo>
                  <a:lnTo>
                    <a:pt x="89" y="252"/>
                  </a:lnTo>
                  <a:cubicBezTo>
                    <a:pt x="93" y="254"/>
                    <a:pt x="94" y="258"/>
                    <a:pt x="93" y="262"/>
                  </a:cubicBezTo>
                  <a:lnTo>
                    <a:pt x="93" y="262"/>
                  </a:lnTo>
                  <a:cubicBezTo>
                    <a:pt x="92" y="260"/>
                    <a:pt x="91" y="257"/>
                    <a:pt x="91" y="257"/>
                  </a:cubicBezTo>
                  <a:cubicBezTo>
                    <a:pt x="90" y="255"/>
                    <a:pt x="90" y="253"/>
                    <a:pt x="89" y="252"/>
                  </a:cubicBezTo>
                  <a:close/>
                  <a:moveTo>
                    <a:pt x="31" y="235"/>
                  </a:moveTo>
                  <a:cubicBezTo>
                    <a:pt x="32" y="235"/>
                    <a:pt x="32" y="235"/>
                    <a:pt x="34" y="243"/>
                  </a:cubicBezTo>
                  <a:cubicBezTo>
                    <a:pt x="33" y="241"/>
                    <a:pt x="33" y="240"/>
                    <a:pt x="33" y="240"/>
                  </a:cubicBezTo>
                  <a:lnTo>
                    <a:pt x="33" y="240"/>
                  </a:lnTo>
                  <a:cubicBezTo>
                    <a:pt x="33" y="240"/>
                    <a:pt x="34" y="246"/>
                    <a:pt x="36" y="252"/>
                  </a:cubicBezTo>
                  <a:cubicBezTo>
                    <a:pt x="38" y="260"/>
                    <a:pt x="41" y="268"/>
                    <a:pt x="41" y="268"/>
                  </a:cubicBezTo>
                  <a:cubicBezTo>
                    <a:pt x="37" y="263"/>
                    <a:pt x="35" y="257"/>
                    <a:pt x="34" y="252"/>
                  </a:cubicBezTo>
                  <a:cubicBezTo>
                    <a:pt x="28" y="236"/>
                    <a:pt x="28" y="236"/>
                    <a:pt x="31" y="235"/>
                  </a:cubicBezTo>
                  <a:close/>
                  <a:moveTo>
                    <a:pt x="624" y="1"/>
                  </a:moveTo>
                  <a:cubicBezTo>
                    <a:pt x="627" y="10"/>
                    <a:pt x="622" y="11"/>
                    <a:pt x="616" y="12"/>
                  </a:cubicBezTo>
                  <a:cubicBezTo>
                    <a:pt x="611" y="13"/>
                    <a:pt x="605" y="14"/>
                    <a:pt x="607" y="22"/>
                  </a:cubicBezTo>
                  <a:lnTo>
                    <a:pt x="606" y="22"/>
                  </a:lnTo>
                  <a:cubicBezTo>
                    <a:pt x="604" y="16"/>
                    <a:pt x="603" y="15"/>
                    <a:pt x="602" y="15"/>
                  </a:cubicBezTo>
                  <a:cubicBezTo>
                    <a:pt x="602" y="15"/>
                    <a:pt x="601" y="15"/>
                    <a:pt x="600" y="15"/>
                  </a:cubicBezTo>
                  <a:cubicBezTo>
                    <a:pt x="602" y="23"/>
                    <a:pt x="599" y="23"/>
                    <a:pt x="599" y="23"/>
                  </a:cubicBezTo>
                  <a:cubicBezTo>
                    <a:pt x="598" y="17"/>
                    <a:pt x="597" y="16"/>
                    <a:pt x="596" y="16"/>
                  </a:cubicBezTo>
                  <a:cubicBezTo>
                    <a:pt x="596" y="16"/>
                    <a:pt x="595" y="16"/>
                    <a:pt x="595" y="16"/>
                  </a:cubicBezTo>
                  <a:cubicBezTo>
                    <a:pt x="594" y="16"/>
                    <a:pt x="593" y="16"/>
                    <a:pt x="595" y="24"/>
                  </a:cubicBezTo>
                  <a:cubicBezTo>
                    <a:pt x="595" y="24"/>
                    <a:pt x="594" y="24"/>
                    <a:pt x="593" y="24"/>
                  </a:cubicBezTo>
                  <a:cubicBezTo>
                    <a:pt x="591" y="24"/>
                    <a:pt x="587" y="24"/>
                    <a:pt x="584" y="18"/>
                  </a:cubicBezTo>
                  <a:cubicBezTo>
                    <a:pt x="583" y="16"/>
                    <a:pt x="582" y="15"/>
                    <a:pt x="582" y="15"/>
                  </a:cubicBezTo>
                  <a:lnTo>
                    <a:pt x="582" y="15"/>
                  </a:lnTo>
                  <a:cubicBezTo>
                    <a:pt x="582" y="15"/>
                    <a:pt x="583" y="21"/>
                    <a:pt x="584" y="26"/>
                  </a:cubicBezTo>
                  <a:cubicBezTo>
                    <a:pt x="586" y="32"/>
                    <a:pt x="587" y="38"/>
                    <a:pt x="587" y="43"/>
                  </a:cubicBezTo>
                  <a:cubicBezTo>
                    <a:pt x="587" y="43"/>
                    <a:pt x="585" y="35"/>
                    <a:pt x="583" y="27"/>
                  </a:cubicBezTo>
                  <a:cubicBezTo>
                    <a:pt x="580" y="18"/>
                    <a:pt x="580" y="18"/>
                    <a:pt x="579" y="18"/>
                  </a:cubicBezTo>
                  <a:lnTo>
                    <a:pt x="578" y="20"/>
                  </a:lnTo>
                  <a:cubicBezTo>
                    <a:pt x="580" y="27"/>
                    <a:pt x="576" y="29"/>
                    <a:pt x="570" y="30"/>
                  </a:cubicBezTo>
                  <a:cubicBezTo>
                    <a:pt x="563" y="31"/>
                    <a:pt x="561" y="31"/>
                    <a:pt x="563" y="40"/>
                  </a:cubicBezTo>
                  <a:cubicBezTo>
                    <a:pt x="565" y="44"/>
                    <a:pt x="565" y="46"/>
                    <a:pt x="564" y="46"/>
                  </a:cubicBezTo>
                  <a:cubicBezTo>
                    <a:pt x="564" y="46"/>
                    <a:pt x="562" y="44"/>
                    <a:pt x="560" y="40"/>
                  </a:cubicBezTo>
                  <a:cubicBezTo>
                    <a:pt x="552" y="25"/>
                    <a:pt x="550" y="20"/>
                    <a:pt x="549" y="20"/>
                  </a:cubicBezTo>
                  <a:lnTo>
                    <a:pt x="549" y="20"/>
                  </a:lnTo>
                  <a:cubicBezTo>
                    <a:pt x="549" y="20"/>
                    <a:pt x="549" y="22"/>
                    <a:pt x="550" y="25"/>
                  </a:cubicBezTo>
                  <a:cubicBezTo>
                    <a:pt x="552" y="30"/>
                    <a:pt x="554" y="35"/>
                    <a:pt x="556" y="41"/>
                  </a:cubicBezTo>
                  <a:cubicBezTo>
                    <a:pt x="558" y="49"/>
                    <a:pt x="559" y="54"/>
                    <a:pt x="558" y="54"/>
                  </a:cubicBezTo>
                  <a:cubicBezTo>
                    <a:pt x="558" y="54"/>
                    <a:pt x="556" y="49"/>
                    <a:pt x="553" y="41"/>
                  </a:cubicBezTo>
                  <a:cubicBezTo>
                    <a:pt x="552" y="35"/>
                    <a:pt x="550" y="33"/>
                    <a:pt x="548" y="33"/>
                  </a:cubicBezTo>
                  <a:cubicBezTo>
                    <a:pt x="544" y="33"/>
                    <a:pt x="541" y="41"/>
                    <a:pt x="543" y="52"/>
                  </a:cubicBezTo>
                  <a:cubicBezTo>
                    <a:pt x="543" y="50"/>
                    <a:pt x="542" y="48"/>
                    <a:pt x="541" y="44"/>
                  </a:cubicBezTo>
                  <a:cubicBezTo>
                    <a:pt x="539" y="37"/>
                    <a:pt x="538" y="36"/>
                    <a:pt x="536" y="36"/>
                  </a:cubicBezTo>
                  <a:cubicBezTo>
                    <a:pt x="536" y="36"/>
                    <a:pt x="535" y="36"/>
                    <a:pt x="534" y="36"/>
                  </a:cubicBezTo>
                  <a:lnTo>
                    <a:pt x="532" y="38"/>
                  </a:lnTo>
                  <a:cubicBezTo>
                    <a:pt x="534" y="44"/>
                    <a:pt x="534" y="47"/>
                    <a:pt x="533" y="47"/>
                  </a:cubicBezTo>
                  <a:cubicBezTo>
                    <a:pt x="532" y="47"/>
                    <a:pt x="529" y="43"/>
                    <a:pt x="528" y="38"/>
                  </a:cubicBezTo>
                  <a:cubicBezTo>
                    <a:pt x="525" y="32"/>
                    <a:pt x="524" y="30"/>
                    <a:pt x="524" y="30"/>
                  </a:cubicBezTo>
                  <a:cubicBezTo>
                    <a:pt x="524" y="30"/>
                    <a:pt x="523" y="31"/>
                    <a:pt x="523" y="31"/>
                  </a:cubicBezTo>
                  <a:cubicBezTo>
                    <a:pt x="524" y="38"/>
                    <a:pt x="523" y="41"/>
                    <a:pt x="522" y="41"/>
                  </a:cubicBezTo>
                  <a:cubicBezTo>
                    <a:pt x="520" y="41"/>
                    <a:pt x="518" y="36"/>
                    <a:pt x="516" y="32"/>
                  </a:cubicBezTo>
                  <a:lnTo>
                    <a:pt x="515" y="32"/>
                  </a:lnTo>
                  <a:cubicBezTo>
                    <a:pt x="516" y="41"/>
                    <a:pt x="515" y="41"/>
                    <a:pt x="514" y="41"/>
                  </a:cubicBezTo>
                  <a:cubicBezTo>
                    <a:pt x="512" y="41"/>
                    <a:pt x="511" y="42"/>
                    <a:pt x="514" y="50"/>
                  </a:cubicBezTo>
                  <a:cubicBezTo>
                    <a:pt x="516" y="54"/>
                    <a:pt x="517" y="60"/>
                    <a:pt x="517" y="66"/>
                  </a:cubicBezTo>
                  <a:lnTo>
                    <a:pt x="515" y="58"/>
                  </a:lnTo>
                  <a:cubicBezTo>
                    <a:pt x="514" y="52"/>
                    <a:pt x="512" y="50"/>
                    <a:pt x="510" y="50"/>
                  </a:cubicBezTo>
                  <a:cubicBezTo>
                    <a:pt x="509" y="50"/>
                    <a:pt x="508" y="51"/>
                    <a:pt x="507" y="51"/>
                  </a:cubicBezTo>
                  <a:cubicBezTo>
                    <a:pt x="506" y="51"/>
                    <a:pt x="506" y="52"/>
                    <a:pt x="505" y="52"/>
                  </a:cubicBezTo>
                  <a:cubicBezTo>
                    <a:pt x="503" y="52"/>
                    <a:pt x="501" y="50"/>
                    <a:pt x="498" y="44"/>
                  </a:cubicBezTo>
                  <a:lnTo>
                    <a:pt x="498" y="44"/>
                  </a:lnTo>
                  <a:lnTo>
                    <a:pt x="501" y="52"/>
                  </a:lnTo>
                  <a:cubicBezTo>
                    <a:pt x="501" y="57"/>
                    <a:pt x="501" y="59"/>
                    <a:pt x="501" y="59"/>
                  </a:cubicBezTo>
                  <a:cubicBezTo>
                    <a:pt x="500" y="59"/>
                    <a:pt x="499" y="57"/>
                    <a:pt x="498" y="53"/>
                  </a:cubicBezTo>
                  <a:cubicBezTo>
                    <a:pt x="497" y="49"/>
                    <a:pt x="496" y="47"/>
                    <a:pt x="495" y="47"/>
                  </a:cubicBezTo>
                  <a:cubicBezTo>
                    <a:pt x="494" y="47"/>
                    <a:pt x="493" y="50"/>
                    <a:pt x="493" y="54"/>
                  </a:cubicBezTo>
                  <a:lnTo>
                    <a:pt x="492" y="54"/>
                  </a:lnTo>
                  <a:cubicBezTo>
                    <a:pt x="489" y="46"/>
                    <a:pt x="487" y="42"/>
                    <a:pt x="486" y="42"/>
                  </a:cubicBezTo>
                  <a:lnTo>
                    <a:pt x="486" y="42"/>
                  </a:lnTo>
                  <a:cubicBezTo>
                    <a:pt x="485" y="42"/>
                    <a:pt x="485" y="47"/>
                    <a:pt x="487" y="55"/>
                  </a:cubicBezTo>
                  <a:cubicBezTo>
                    <a:pt x="486" y="49"/>
                    <a:pt x="485" y="47"/>
                    <a:pt x="485" y="47"/>
                  </a:cubicBezTo>
                  <a:cubicBezTo>
                    <a:pt x="484" y="47"/>
                    <a:pt x="484" y="47"/>
                    <a:pt x="484" y="48"/>
                  </a:cubicBezTo>
                  <a:cubicBezTo>
                    <a:pt x="484" y="52"/>
                    <a:pt x="484" y="54"/>
                    <a:pt x="483" y="54"/>
                  </a:cubicBezTo>
                  <a:cubicBezTo>
                    <a:pt x="482" y="54"/>
                    <a:pt x="480" y="52"/>
                    <a:pt x="479" y="48"/>
                  </a:cubicBezTo>
                  <a:lnTo>
                    <a:pt x="478" y="49"/>
                  </a:lnTo>
                  <a:cubicBezTo>
                    <a:pt x="479" y="57"/>
                    <a:pt x="479" y="57"/>
                    <a:pt x="478" y="57"/>
                  </a:cubicBezTo>
                  <a:cubicBezTo>
                    <a:pt x="477" y="57"/>
                    <a:pt x="477" y="58"/>
                    <a:pt x="478" y="66"/>
                  </a:cubicBezTo>
                  <a:cubicBezTo>
                    <a:pt x="479" y="73"/>
                    <a:pt x="479" y="75"/>
                    <a:pt x="479" y="75"/>
                  </a:cubicBezTo>
                  <a:cubicBezTo>
                    <a:pt x="477" y="69"/>
                    <a:pt x="476" y="63"/>
                    <a:pt x="475" y="58"/>
                  </a:cubicBezTo>
                  <a:cubicBezTo>
                    <a:pt x="474" y="54"/>
                    <a:pt x="474" y="52"/>
                    <a:pt x="473" y="52"/>
                  </a:cubicBezTo>
                  <a:lnTo>
                    <a:pt x="473" y="52"/>
                  </a:lnTo>
                  <a:cubicBezTo>
                    <a:pt x="473" y="52"/>
                    <a:pt x="472" y="57"/>
                    <a:pt x="474" y="67"/>
                  </a:cubicBezTo>
                  <a:cubicBezTo>
                    <a:pt x="472" y="61"/>
                    <a:pt x="471" y="55"/>
                    <a:pt x="471" y="55"/>
                  </a:cubicBezTo>
                  <a:lnTo>
                    <a:pt x="471" y="55"/>
                  </a:lnTo>
                  <a:cubicBezTo>
                    <a:pt x="471" y="55"/>
                    <a:pt x="471" y="56"/>
                    <a:pt x="471" y="59"/>
                  </a:cubicBezTo>
                  <a:cubicBezTo>
                    <a:pt x="471" y="59"/>
                    <a:pt x="469" y="59"/>
                    <a:pt x="471" y="67"/>
                  </a:cubicBezTo>
                  <a:lnTo>
                    <a:pt x="469" y="68"/>
                  </a:lnTo>
                  <a:cubicBezTo>
                    <a:pt x="466" y="60"/>
                    <a:pt x="465" y="60"/>
                    <a:pt x="464" y="60"/>
                  </a:cubicBezTo>
                  <a:cubicBezTo>
                    <a:pt x="465" y="64"/>
                    <a:pt x="465" y="66"/>
                    <a:pt x="465" y="66"/>
                  </a:cubicBezTo>
                  <a:cubicBezTo>
                    <a:pt x="465" y="66"/>
                    <a:pt x="464" y="64"/>
                    <a:pt x="462" y="60"/>
                  </a:cubicBezTo>
                  <a:cubicBezTo>
                    <a:pt x="462" y="57"/>
                    <a:pt x="461" y="55"/>
                    <a:pt x="461" y="55"/>
                  </a:cubicBezTo>
                  <a:lnTo>
                    <a:pt x="461" y="55"/>
                  </a:lnTo>
                  <a:cubicBezTo>
                    <a:pt x="460" y="55"/>
                    <a:pt x="461" y="59"/>
                    <a:pt x="464" y="69"/>
                  </a:cubicBezTo>
                  <a:cubicBezTo>
                    <a:pt x="465" y="73"/>
                    <a:pt x="465" y="75"/>
                    <a:pt x="465" y="75"/>
                  </a:cubicBezTo>
                  <a:cubicBezTo>
                    <a:pt x="464" y="75"/>
                    <a:pt x="463" y="73"/>
                    <a:pt x="461" y="69"/>
                  </a:cubicBezTo>
                  <a:cubicBezTo>
                    <a:pt x="459" y="59"/>
                    <a:pt x="457" y="56"/>
                    <a:pt x="457" y="56"/>
                  </a:cubicBezTo>
                  <a:lnTo>
                    <a:pt x="457" y="56"/>
                  </a:lnTo>
                  <a:cubicBezTo>
                    <a:pt x="457" y="56"/>
                    <a:pt x="457" y="58"/>
                    <a:pt x="458" y="61"/>
                  </a:cubicBezTo>
                  <a:cubicBezTo>
                    <a:pt x="460" y="69"/>
                    <a:pt x="459" y="69"/>
                    <a:pt x="459" y="69"/>
                  </a:cubicBezTo>
                  <a:cubicBezTo>
                    <a:pt x="458" y="64"/>
                    <a:pt x="455" y="63"/>
                    <a:pt x="451" y="63"/>
                  </a:cubicBezTo>
                  <a:cubicBezTo>
                    <a:pt x="448" y="63"/>
                    <a:pt x="445" y="64"/>
                    <a:pt x="442" y="64"/>
                  </a:cubicBezTo>
                  <a:cubicBezTo>
                    <a:pt x="442" y="70"/>
                    <a:pt x="443" y="76"/>
                    <a:pt x="446" y="81"/>
                  </a:cubicBezTo>
                  <a:cubicBezTo>
                    <a:pt x="448" y="88"/>
                    <a:pt x="448" y="90"/>
                    <a:pt x="448" y="90"/>
                  </a:cubicBezTo>
                  <a:cubicBezTo>
                    <a:pt x="448" y="90"/>
                    <a:pt x="446" y="86"/>
                    <a:pt x="445" y="81"/>
                  </a:cubicBezTo>
                  <a:cubicBezTo>
                    <a:pt x="441" y="69"/>
                    <a:pt x="438" y="63"/>
                    <a:pt x="438" y="63"/>
                  </a:cubicBezTo>
                  <a:lnTo>
                    <a:pt x="438" y="63"/>
                  </a:lnTo>
                  <a:cubicBezTo>
                    <a:pt x="438" y="63"/>
                    <a:pt x="439" y="69"/>
                    <a:pt x="443" y="81"/>
                  </a:cubicBezTo>
                  <a:cubicBezTo>
                    <a:pt x="446" y="90"/>
                    <a:pt x="448" y="94"/>
                    <a:pt x="447" y="94"/>
                  </a:cubicBezTo>
                  <a:cubicBezTo>
                    <a:pt x="447" y="94"/>
                    <a:pt x="446" y="90"/>
                    <a:pt x="442" y="81"/>
                  </a:cubicBezTo>
                  <a:cubicBezTo>
                    <a:pt x="441" y="78"/>
                    <a:pt x="440" y="76"/>
                    <a:pt x="440" y="76"/>
                  </a:cubicBezTo>
                  <a:lnTo>
                    <a:pt x="440" y="76"/>
                  </a:lnTo>
                  <a:cubicBezTo>
                    <a:pt x="439" y="76"/>
                    <a:pt x="440" y="78"/>
                    <a:pt x="441" y="82"/>
                  </a:cubicBezTo>
                  <a:cubicBezTo>
                    <a:pt x="442" y="86"/>
                    <a:pt x="443" y="88"/>
                    <a:pt x="442" y="88"/>
                  </a:cubicBezTo>
                  <a:cubicBezTo>
                    <a:pt x="442" y="88"/>
                    <a:pt x="441" y="86"/>
                    <a:pt x="440" y="82"/>
                  </a:cubicBezTo>
                  <a:cubicBezTo>
                    <a:pt x="438" y="77"/>
                    <a:pt x="435" y="71"/>
                    <a:pt x="435" y="71"/>
                  </a:cubicBezTo>
                  <a:lnTo>
                    <a:pt x="435" y="71"/>
                  </a:lnTo>
                  <a:cubicBezTo>
                    <a:pt x="435" y="71"/>
                    <a:pt x="435" y="72"/>
                    <a:pt x="436" y="75"/>
                  </a:cubicBezTo>
                  <a:cubicBezTo>
                    <a:pt x="436" y="75"/>
                    <a:pt x="436" y="75"/>
                    <a:pt x="432" y="67"/>
                  </a:cubicBezTo>
                  <a:cubicBezTo>
                    <a:pt x="431" y="64"/>
                    <a:pt x="431" y="63"/>
                    <a:pt x="430" y="63"/>
                  </a:cubicBezTo>
                  <a:lnTo>
                    <a:pt x="430" y="63"/>
                  </a:lnTo>
                  <a:cubicBezTo>
                    <a:pt x="430" y="63"/>
                    <a:pt x="431" y="69"/>
                    <a:pt x="432" y="75"/>
                  </a:cubicBezTo>
                  <a:cubicBezTo>
                    <a:pt x="433" y="83"/>
                    <a:pt x="434" y="88"/>
                    <a:pt x="433" y="88"/>
                  </a:cubicBezTo>
                  <a:cubicBezTo>
                    <a:pt x="433" y="88"/>
                    <a:pt x="432" y="84"/>
                    <a:pt x="430" y="76"/>
                  </a:cubicBezTo>
                  <a:cubicBezTo>
                    <a:pt x="428" y="69"/>
                    <a:pt x="427" y="67"/>
                    <a:pt x="426" y="67"/>
                  </a:cubicBezTo>
                  <a:lnTo>
                    <a:pt x="426" y="67"/>
                  </a:lnTo>
                  <a:cubicBezTo>
                    <a:pt x="425" y="67"/>
                    <a:pt x="426" y="74"/>
                    <a:pt x="428" y="85"/>
                  </a:cubicBezTo>
                  <a:cubicBezTo>
                    <a:pt x="428" y="86"/>
                    <a:pt x="429" y="88"/>
                    <a:pt x="429" y="89"/>
                  </a:cubicBezTo>
                  <a:lnTo>
                    <a:pt x="429" y="89"/>
                  </a:lnTo>
                  <a:cubicBezTo>
                    <a:pt x="427" y="85"/>
                    <a:pt x="427" y="85"/>
                    <a:pt x="427" y="85"/>
                  </a:cubicBezTo>
                  <a:cubicBezTo>
                    <a:pt x="425" y="85"/>
                    <a:pt x="424" y="85"/>
                    <a:pt x="422" y="77"/>
                  </a:cubicBezTo>
                  <a:cubicBezTo>
                    <a:pt x="422" y="77"/>
                    <a:pt x="422" y="77"/>
                    <a:pt x="422" y="86"/>
                  </a:cubicBezTo>
                  <a:cubicBezTo>
                    <a:pt x="423" y="92"/>
                    <a:pt x="424" y="95"/>
                    <a:pt x="423" y="95"/>
                  </a:cubicBezTo>
                  <a:cubicBezTo>
                    <a:pt x="422" y="95"/>
                    <a:pt x="419" y="88"/>
                    <a:pt x="415" y="78"/>
                  </a:cubicBezTo>
                  <a:lnTo>
                    <a:pt x="415" y="78"/>
                  </a:lnTo>
                  <a:lnTo>
                    <a:pt x="416" y="87"/>
                  </a:lnTo>
                  <a:cubicBezTo>
                    <a:pt x="419" y="97"/>
                    <a:pt x="420" y="104"/>
                    <a:pt x="419" y="104"/>
                  </a:cubicBezTo>
                  <a:cubicBezTo>
                    <a:pt x="419" y="104"/>
                    <a:pt x="418" y="102"/>
                    <a:pt x="416" y="96"/>
                  </a:cubicBezTo>
                  <a:cubicBezTo>
                    <a:pt x="416" y="94"/>
                    <a:pt x="416" y="93"/>
                    <a:pt x="415" y="91"/>
                  </a:cubicBezTo>
                  <a:lnTo>
                    <a:pt x="415" y="91"/>
                  </a:lnTo>
                  <a:cubicBezTo>
                    <a:pt x="416" y="95"/>
                    <a:pt x="416" y="96"/>
                    <a:pt x="416" y="96"/>
                  </a:cubicBezTo>
                  <a:cubicBezTo>
                    <a:pt x="414" y="96"/>
                    <a:pt x="411" y="90"/>
                    <a:pt x="409" y="80"/>
                  </a:cubicBezTo>
                  <a:cubicBezTo>
                    <a:pt x="407" y="74"/>
                    <a:pt x="407" y="72"/>
                    <a:pt x="406" y="72"/>
                  </a:cubicBezTo>
                  <a:cubicBezTo>
                    <a:pt x="406" y="72"/>
                    <a:pt x="406" y="72"/>
                    <a:pt x="405" y="72"/>
                  </a:cubicBezTo>
                  <a:lnTo>
                    <a:pt x="408" y="80"/>
                  </a:lnTo>
                  <a:cubicBezTo>
                    <a:pt x="410" y="86"/>
                    <a:pt x="411" y="91"/>
                    <a:pt x="411" y="97"/>
                  </a:cubicBezTo>
                  <a:cubicBezTo>
                    <a:pt x="411" y="97"/>
                    <a:pt x="410" y="97"/>
                    <a:pt x="408" y="89"/>
                  </a:cubicBezTo>
                  <a:cubicBezTo>
                    <a:pt x="405" y="83"/>
                    <a:pt x="403" y="77"/>
                    <a:pt x="402" y="77"/>
                  </a:cubicBezTo>
                  <a:lnTo>
                    <a:pt x="402" y="77"/>
                  </a:lnTo>
                  <a:cubicBezTo>
                    <a:pt x="402" y="77"/>
                    <a:pt x="402" y="78"/>
                    <a:pt x="403" y="81"/>
                  </a:cubicBezTo>
                  <a:cubicBezTo>
                    <a:pt x="403" y="81"/>
                    <a:pt x="403" y="81"/>
                    <a:pt x="400" y="73"/>
                  </a:cubicBezTo>
                  <a:lnTo>
                    <a:pt x="396" y="73"/>
                  </a:lnTo>
                  <a:cubicBezTo>
                    <a:pt x="397" y="78"/>
                    <a:pt x="397" y="80"/>
                    <a:pt x="396" y="80"/>
                  </a:cubicBezTo>
                  <a:cubicBezTo>
                    <a:pt x="396" y="80"/>
                    <a:pt x="395" y="78"/>
                    <a:pt x="394" y="75"/>
                  </a:cubicBezTo>
                  <a:cubicBezTo>
                    <a:pt x="394" y="75"/>
                    <a:pt x="392" y="75"/>
                    <a:pt x="394" y="82"/>
                  </a:cubicBezTo>
                  <a:cubicBezTo>
                    <a:pt x="393" y="83"/>
                    <a:pt x="393" y="83"/>
                    <a:pt x="393" y="83"/>
                  </a:cubicBezTo>
                  <a:cubicBezTo>
                    <a:pt x="392" y="83"/>
                    <a:pt x="391" y="81"/>
                    <a:pt x="390" y="75"/>
                  </a:cubicBezTo>
                  <a:cubicBezTo>
                    <a:pt x="388" y="71"/>
                    <a:pt x="388" y="69"/>
                    <a:pt x="388" y="69"/>
                  </a:cubicBezTo>
                  <a:lnTo>
                    <a:pt x="388" y="69"/>
                  </a:lnTo>
                  <a:cubicBezTo>
                    <a:pt x="388" y="69"/>
                    <a:pt x="388" y="71"/>
                    <a:pt x="388" y="76"/>
                  </a:cubicBezTo>
                  <a:cubicBezTo>
                    <a:pt x="391" y="84"/>
                    <a:pt x="390" y="84"/>
                    <a:pt x="390" y="84"/>
                  </a:cubicBezTo>
                  <a:lnTo>
                    <a:pt x="387" y="84"/>
                  </a:lnTo>
                  <a:cubicBezTo>
                    <a:pt x="390" y="93"/>
                    <a:pt x="390" y="93"/>
                    <a:pt x="390" y="93"/>
                  </a:cubicBezTo>
                  <a:cubicBezTo>
                    <a:pt x="388" y="93"/>
                    <a:pt x="384" y="85"/>
                    <a:pt x="383" y="85"/>
                  </a:cubicBezTo>
                  <a:lnTo>
                    <a:pt x="383" y="85"/>
                  </a:lnTo>
                  <a:cubicBezTo>
                    <a:pt x="381" y="86"/>
                    <a:pt x="381" y="86"/>
                    <a:pt x="384" y="94"/>
                  </a:cubicBezTo>
                  <a:cubicBezTo>
                    <a:pt x="384" y="94"/>
                    <a:pt x="385" y="97"/>
                    <a:pt x="385" y="97"/>
                  </a:cubicBezTo>
                  <a:cubicBezTo>
                    <a:pt x="384" y="97"/>
                    <a:pt x="384" y="96"/>
                    <a:pt x="383" y="94"/>
                  </a:cubicBezTo>
                  <a:cubicBezTo>
                    <a:pt x="382" y="94"/>
                    <a:pt x="378" y="87"/>
                    <a:pt x="375" y="87"/>
                  </a:cubicBezTo>
                  <a:cubicBezTo>
                    <a:pt x="375" y="87"/>
                    <a:pt x="375" y="87"/>
                    <a:pt x="375" y="87"/>
                  </a:cubicBezTo>
                  <a:cubicBezTo>
                    <a:pt x="372" y="87"/>
                    <a:pt x="372" y="87"/>
                    <a:pt x="374" y="96"/>
                  </a:cubicBezTo>
                  <a:cubicBezTo>
                    <a:pt x="377" y="104"/>
                    <a:pt x="378" y="108"/>
                    <a:pt x="378" y="108"/>
                  </a:cubicBezTo>
                  <a:cubicBezTo>
                    <a:pt x="377" y="108"/>
                    <a:pt x="376" y="104"/>
                    <a:pt x="373" y="96"/>
                  </a:cubicBezTo>
                  <a:cubicBezTo>
                    <a:pt x="369" y="87"/>
                    <a:pt x="368" y="83"/>
                    <a:pt x="367" y="83"/>
                  </a:cubicBezTo>
                  <a:lnTo>
                    <a:pt x="367" y="83"/>
                  </a:lnTo>
                  <a:cubicBezTo>
                    <a:pt x="367" y="83"/>
                    <a:pt x="367" y="85"/>
                    <a:pt x="368" y="88"/>
                  </a:cubicBezTo>
                  <a:cubicBezTo>
                    <a:pt x="370" y="96"/>
                    <a:pt x="370" y="96"/>
                    <a:pt x="369" y="97"/>
                  </a:cubicBezTo>
                  <a:cubicBezTo>
                    <a:pt x="368" y="93"/>
                    <a:pt x="367" y="90"/>
                    <a:pt x="367" y="90"/>
                  </a:cubicBezTo>
                  <a:lnTo>
                    <a:pt x="367" y="90"/>
                  </a:lnTo>
                  <a:cubicBezTo>
                    <a:pt x="367" y="90"/>
                    <a:pt x="367" y="93"/>
                    <a:pt x="367" y="97"/>
                  </a:cubicBezTo>
                  <a:cubicBezTo>
                    <a:pt x="366" y="97"/>
                    <a:pt x="366" y="97"/>
                    <a:pt x="364" y="89"/>
                  </a:cubicBezTo>
                  <a:lnTo>
                    <a:pt x="363" y="89"/>
                  </a:lnTo>
                  <a:cubicBezTo>
                    <a:pt x="364" y="97"/>
                    <a:pt x="363" y="99"/>
                    <a:pt x="361" y="99"/>
                  </a:cubicBezTo>
                  <a:cubicBezTo>
                    <a:pt x="360" y="99"/>
                    <a:pt x="357" y="95"/>
                    <a:pt x="355" y="90"/>
                  </a:cubicBezTo>
                  <a:lnTo>
                    <a:pt x="355" y="90"/>
                  </a:lnTo>
                  <a:cubicBezTo>
                    <a:pt x="355" y="90"/>
                    <a:pt x="354" y="91"/>
                    <a:pt x="356" y="99"/>
                  </a:cubicBezTo>
                  <a:cubicBezTo>
                    <a:pt x="358" y="108"/>
                    <a:pt x="358" y="112"/>
                    <a:pt x="358" y="112"/>
                  </a:cubicBezTo>
                  <a:cubicBezTo>
                    <a:pt x="358" y="112"/>
                    <a:pt x="356" y="108"/>
                    <a:pt x="354" y="99"/>
                  </a:cubicBezTo>
                  <a:lnTo>
                    <a:pt x="354" y="99"/>
                  </a:lnTo>
                  <a:cubicBezTo>
                    <a:pt x="354" y="103"/>
                    <a:pt x="354" y="106"/>
                    <a:pt x="352" y="106"/>
                  </a:cubicBezTo>
                  <a:cubicBezTo>
                    <a:pt x="351" y="106"/>
                    <a:pt x="349" y="102"/>
                    <a:pt x="347" y="93"/>
                  </a:cubicBezTo>
                  <a:cubicBezTo>
                    <a:pt x="345" y="85"/>
                    <a:pt x="342" y="76"/>
                    <a:pt x="342" y="76"/>
                  </a:cubicBezTo>
                  <a:lnTo>
                    <a:pt x="342" y="76"/>
                  </a:lnTo>
                  <a:cubicBezTo>
                    <a:pt x="344" y="85"/>
                    <a:pt x="344" y="85"/>
                    <a:pt x="344" y="85"/>
                  </a:cubicBezTo>
                  <a:cubicBezTo>
                    <a:pt x="346" y="93"/>
                    <a:pt x="345" y="93"/>
                    <a:pt x="342" y="94"/>
                  </a:cubicBezTo>
                  <a:cubicBezTo>
                    <a:pt x="340" y="94"/>
                    <a:pt x="340" y="103"/>
                    <a:pt x="338" y="103"/>
                  </a:cubicBezTo>
                  <a:cubicBezTo>
                    <a:pt x="338" y="103"/>
                    <a:pt x="337" y="103"/>
                    <a:pt x="337" y="103"/>
                  </a:cubicBezTo>
                  <a:cubicBezTo>
                    <a:pt x="336" y="103"/>
                    <a:pt x="334" y="102"/>
                    <a:pt x="331" y="96"/>
                  </a:cubicBezTo>
                  <a:cubicBezTo>
                    <a:pt x="330" y="96"/>
                    <a:pt x="329" y="96"/>
                    <a:pt x="330" y="105"/>
                  </a:cubicBezTo>
                  <a:cubicBezTo>
                    <a:pt x="331" y="109"/>
                    <a:pt x="331" y="111"/>
                    <a:pt x="330" y="111"/>
                  </a:cubicBezTo>
                  <a:cubicBezTo>
                    <a:pt x="330" y="111"/>
                    <a:pt x="329" y="109"/>
                    <a:pt x="328" y="105"/>
                  </a:cubicBezTo>
                  <a:lnTo>
                    <a:pt x="327" y="105"/>
                  </a:lnTo>
                  <a:cubicBezTo>
                    <a:pt x="328" y="114"/>
                    <a:pt x="327" y="114"/>
                    <a:pt x="327" y="114"/>
                  </a:cubicBezTo>
                  <a:cubicBezTo>
                    <a:pt x="325" y="108"/>
                    <a:pt x="323" y="102"/>
                    <a:pt x="323" y="102"/>
                  </a:cubicBezTo>
                  <a:lnTo>
                    <a:pt x="323" y="102"/>
                  </a:lnTo>
                  <a:cubicBezTo>
                    <a:pt x="323" y="102"/>
                    <a:pt x="323" y="103"/>
                    <a:pt x="323" y="106"/>
                  </a:cubicBezTo>
                  <a:cubicBezTo>
                    <a:pt x="326" y="114"/>
                    <a:pt x="325" y="114"/>
                    <a:pt x="323" y="115"/>
                  </a:cubicBezTo>
                  <a:cubicBezTo>
                    <a:pt x="322" y="112"/>
                    <a:pt x="317" y="111"/>
                    <a:pt x="313" y="111"/>
                  </a:cubicBezTo>
                  <a:cubicBezTo>
                    <a:pt x="304" y="111"/>
                    <a:pt x="294" y="115"/>
                    <a:pt x="295" y="121"/>
                  </a:cubicBezTo>
                  <a:lnTo>
                    <a:pt x="291" y="121"/>
                  </a:lnTo>
                  <a:cubicBezTo>
                    <a:pt x="289" y="114"/>
                    <a:pt x="288" y="112"/>
                    <a:pt x="287" y="112"/>
                  </a:cubicBezTo>
                  <a:cubicBezTo>
                    <a:pt x="285" y="112"/>
                    <a:pt x="284" y="117"/>
                    <a:pt x="284" y="123"/>
                  </a:cubicBezTo>
                  <a:cubicBezTo>
                    <a:pt x="285" y="131"/>
                    <a:pt x="285" y="131"/>
                    <a:pt x="284" y="131"/>
                  </a:cubicBezTo>
                  <a:cubicBezTo>
                    <a:pt x="282" y="122"/>
                    <a:pt x="280" y="118"/>
                    <a:pt x="279" y="118"/>
                  </a:cubicBezTo>
                  <a:cubicBezTo>
                    <a:pt x="278" y="118"/>
                    <a:pt x="277" y="120"/>
                    <a:pt x="277" y="124"/>
                  </a:cubicBezTo>
                  <a:cubicBezTo>
                    <a:pt x="280" y="132"/>
                    <a:pt x="280" y="137"/>
                    <a:pt x="280" y="137"/>
                  </a:cubicBezTo>
                  <a:cubicBezTo>
                    <a:pt x="280" y="137"/>
                    <a:pt x="279" y="132"/>
                    <a:pt x="276" y="124"/>
                  </a:cubicBezTo>
                  <a:cubicBezTo>
                    <a:pt x="274" y="117"/>
                    <a:pt x="273" y="113"/>
                    <a:pt x="272" y="113"/>
                  </a:cubicBezTo>
                  <a:lnTo>
                    <a:pt x="272" y="113"/>
                  </a:lnTo>
                  <a:cubicBezTo>
                    <a:pt x="271" y="113"/>
                    <a:pt x="272" y="119"/>
                    <a:pt x="275" y="133"/>
                  </a:cubicBezTo>
                  <a:cubicBezTo>
                    <a:pt x="276" y="137"/>
                    <a:pt x="277" y="139"/>
                    <a:pt x="277" y="139"/>
                  </a:cubicBezTo>
                  <a:cubicBezTo>
                    <a:pt x="277" y="139"/>
                    <a:pt x="276" y="137"/>
                    <a:pt x="274" y="133"/>
                  </a:cubicBezTo>
                  <a:cubicBezTo>
                    <a:pt x="271" y="124"/>
                    <a:pt x="269" y="120"/>
                    <a:pt x="269" y="120"/>
                  </a:cubicBezTo>
                  <a:lnTo>
                    <a:pt x="269" y="120"/>
                  </a:lnTo>
                  <a:cubicBezTo>
                    <a:pt x="268" y="120"/>
                    <a:pt x="269" y="122"/>
                    <a:pt x="270" y="125"/>
                  </a:cubicBezTo>
                  <a:cubicBezTo>
                    <a:pt x="272" y="134"/>
                    <a:pt x="273" y="138"/>
                    <a:pt x="272" y="138"/>
                  </a:cubicBezTo>
                  <a:cubicBezTo>
                    <a:pt x="272" y="138"/>
                    <a:pt x="270" y="134"/>
                    <a:pt x="267" y="126"/>
                  </a:cubicBezTo>
                  <a:cubicBezTo>
                    <a:pt x="264" y="118"/>
                    <a:pt x="263" y="114"/>
                    <a:pt x="263" y="114"/>
                  </a:cubicBezTo>
                  <a:lnTo>
                    <a:pt x="263" y="114"/>
                  </a:lnTo>
                  <a:cubicBezTo>
                    <a:pt x="263" y="114"/>
                    <a:pt x="263" y="118"/>
                    <a:pt x="265" y="126"/>
                  </a:cubicBezTo>
                  <a:cubicBezTo>
                    <a:pt x="267" y="135"/>
                    <a:pt x="267" y="139"/>
                    <a:pt x="266" y="139"/>
                  </a:cubicBezTo>
                  <a:cubicBezTo>
                    <a:pt x="265" y="139"/>
                    <a:pt x="263" y="135"/>
                    <a:pt x="261" y="127"/>
                  </a:cubicBezTo>
                  <a:cubicBezTo>
                    <a:pt x="260" y="127"/>
                    <a:pt x="258" y="124"/>
                    <a:pt x="258" y="124"/>
                  </a:cubicBezTo>
                  <a:lnTo>
                    <a:pt x="258" y="124"/>
                  </a:lnTo>
                  <a:cubicBezTo>
                    <a:pt x="257" y="124"/>
                    <a:pt x="258" y="125"/>
                    <a:pt x="258" y="127"/>
                  </a:cubicBezTo>
                  <a:lnTo>
                    <a:pt x="256" y="119"/>
                  </a:lnTo>
                  <a:lnTo>
                    <a:pt x="254" y="119"/>
                  </a:lnTo>
                  <a:lnTo>
                    <a:pt x="256" y="128"/>
                  </a:lnTo>
                  <a:cubicBezTo>
                    <a:pt x="256" y="128"/>
                    <a:pt x="249" y="122"/>
                    <a:pt x="244" y="122"/>
                  </a:cubicBezTo>
                  <a:cubicBezTo>
                    <a:pt x="243" y="122"/>
                    <a:pt x="243" y="122"/>
                    <a:pt x="243" y="122"/>
                  </a:cubicBezTo>
                  <a:cubicBezTo>
                    <a:pt x="234" y="124"/>
                    <a:pt x="233" y="124"/>
                    <a:pt x="236" y="132"/>
                  </a:cubicBezTo>
                  <a:cubicBezTo>
                    <a:pt x="239" y="140"/>
                    <a:pt x="240" y="145"/>
                    <a:pt x="239" y="145"/>
                  </a:cubicBezTo>
                  <a:cubicBezTo>
                    <a:pt x="238" y="145"/>
                    <a:pt x="236" y="141"/>
                    <a:pt x="234" y="133"/>
                  </a:cubicBezTo>
                  <a:cubicBezTo>
                    <a:pt x="234" y="133"/>
                    <a:pt x="229" y="125"/>
                    <a:pt x="228" y="125"/>
                  </a:cubicBezTo>
                  <a:cubicBezTo>
                    <a:pt x="228" y="125"/>
                    <a:pt x="227" y="125"/>
                    <a:pt x="227" y="125"/>
                  </a:cubicBezTo>
                  <a:cubicBezTo>
                    <a:pt x="225" y="125"/>
                    <a:pt x="224" y="124"/>
                    <a:pt x="222" y="117"/>
                  </a:cubicBezTo>
                  <a:lnTo>
                    <a:pt x="221" y="118"/>
                  </a:lnTo>
                  <a:cubicBezTo>
                    <a:pt x="223" y="128"/>
                    <a:pt x="222" y="132"/>
                    <a:pt x="220" y="132"/>
                  </a:cubicBezTo>
                  <a:cubicBezTo>
                    <a:pt x="219" y="132"/>
                    <a:pt x="217" y="130"/>
                    <a:pt x="215" y="127"/>
                  </a:cubicBezTo>
                  <a:cubicBezTo>
                    <a:pt x="213" y="128"/>
                    <a:pt x="212" y="128"/>
                    <a:pt x="213" y="136"/>
                  </a:cubicBezTo>
                  <a:cubicBezTo>
                    <a:pt x="214" y="141"/>
                    <a:pt x="214" y="143"/>
                    <a:pt x="214" y="143"/>
                  </a:cubicBezTo>
                  <a:cubicBezTo>
                    <a:pt x="214" y="143"/>
                    <a:pt x="213" y="141"/>
                    <a:pt x="211" y="137"/>
                  </a:cubicBezTo>
                  <a:cubicBezTo>
                    <a:pt x="210" y="133"/>
                    <a:pt x="207" y="129"/>
                    <a:pt x="205" y="129"/>
                  </a:cubicBezTo>
                  <a:cubicBezTo>
                    <a:pt x="204" y="129"/>
                    <a:pt x="204" y="131"/>
                    <a:pt x="207" y="139"/>
                  </a:cubicBezTo>
                  <a:lnTo>
                    <a:pt x="203" y="131"/>
                  </a:lnTo>
                  <a:cubicBezTo>
                    <a:pt x="202" y="128"/>
                    <a:pt x="202" y="127"/>
                    <a:pt x="201" y="127"/>
                  </a:cubicBezTo>
                  <a:lnTo>
                    <a:pt x="201" y="127"/>
                  </a:lnTo>
                  <a:cubicBezTo>
                    <a:pt x="201" y="127"/>
                    <a:pt x="202" y="133"/>
                    <a:pt x="203" y="139"/>
                  </a:cubicBezTo>
                  <a:cubicBezTo>
                    <a:pt x="206" y="146"/>
                    <a:pt x="207" y="150"/>
                    <a:pt x="207" y="150"/>
                  </a:cubicBezTo>
                  <a:cubicBezTo>
                    <a:pt x="207" y="150"/>
                    <a:pt x="204" y="144"/>
                    <a:pt x="200" y="131"/>
                  </a:cubicBezTo>
                  <a:cubicBezTo>
                    <a:pt x="197" y="121"/>
                    <a:pt x="196" y="118"/>
                    <a:pt x="196" y="118"/>
                  </a:cubicBezTo>
                  <a:lnTo>
                    <a:pt x="196" y="118"/>
                  </a:lnTo>
                  <a:cubicBezTo>
                    <a:pt x="195" y="118"/>
                    <a:pt x="196" y="120"/>
                    <a:pt x="197" y="123"/>
                  </a:cubicBezTo>
                  <a:cubicBezTo>
                    <a:pt x="197" y="129"/>
                    <a:pt x="199" y="135"/>
                    <a:pt x="198" y="135"/>
                  </a:cubicBezTo>
                  <a:cubicBezTo>
                    <a:pt x="198" y="135"/>
                    <a:pt x="198" y="134"/>
                    <a:pt x="197" y="132"/>
                  </a:cubicBezTo>
                  <a:cubicBezTo>
                    <a:pt x="196" y="132"/>
                    <a:pt x="196" y="132"/>
                    <a:pt x="200" y="149"/>
                  </a:cubicBezTo>
                  <a:cubicBezTo>
                    <a:pt x="202" y="156"/>
                    <a:pt x="201" y="156"/>
                    <a:pt x="201" y="156"/>
                  </a:cubicBezTo>
                  <a:cubicBezTo>
                    <a:pt x="199" y="151"/>
                    <a:pt x="198" y="145"/>
                    <a:pt x="197" y="140"/>
                  </a:cubicBezTo>
                  <a:lnTo>
                    <a:pt x="196" y="141"/>
                  </a:lnTo>
                  <a:cubicBezTo>
                    <a:pt x="192" y="135"/>
                    <a:pt x="190" y="131"/>
                    <a:pt x="188" y="125"/>
                  </a:cubicBezTo>
                  <a:cubicBezTo>
                    <a:pt x="187" y="121"/>
                    <a:pt x="186" y="119"/>
                    <a:pt x="186" y="119"/>
                  </a:cubicBezTo>
                  <a:lnTo>
                    <a:pt x="186" y="119"/>
                  </a:lnTo>
                  <a:cubicBezTo>
                    <a:pt x="186" y="119"/>
                    <a:pt x="187" y="124"/>
                    <a:pt x="190" y="133"/>
                  </a:cubicBezTo>
                  <a:cubicBezTo>
                    <a:pt x="194" y="150"/>
                    <a:pt x="194" y="150"/>
                    <a:pt x="193" y="150"/>
                  </a:cubicBezTo>
                  <a:cubicBezTo>
                    <a:pt x="192" y="150"/>
                    <a:pt x="191" y="150"/>
                    <a:pt x="189" y="142"/>
                  </a:cubicBezTo>
                  <a:cubicBezTo>
                    <a:pt x="187" y="134"/>
                    <a:pt x="187" y="134"/>
                    <a:pt x="185" y="134"/>
                  </a:cubicBezTo>
                  <a:cubicBezTo>
                    <a:pt x="184" y="149"/>
                    <a:pt x="187" y="162"/>
                    <a:pt x="191" y="176"/>
                  </a:cubicBezTo>
                  <a:cubicBezTo>
                    <a:pt x="193" y="184"/>
                    <a:pt x="194" y="188"/>
                    <a:pt x="194" y="188"/>
                  </a:cubicBezTo>
                  <a:cubicBezTo>
                    <a:pt x="194" y="188"/>
                    <a:pt x="193" y="184"/>
                    <a:pt x="190" y="177"/>
                  </a:cubicBezTo>
                  <a:cubicBezTo>
                    <a:pt x="188" y="170"/>
                    <a:pt x="187" y="168"/>
                    <a:pt x="187" y="168"/>
                  </a:cubicBezTo>
                  <a:cubicBezTo>
                    <a:pt x="187" y="168"/>
                    <a:pt x="187" y="169"/>
                    <a:pt x="187" y="169"/>
                  </a:cubicBezTo>
                  <a:cubicBezTo>
                    <a:pt x="184" y="160"/>
                    <a:pt x="184" y="160"/>
                    <a:pt x="185" y="160"/>
                  </a:cubicBezTo>
                  <a:lnTo>
                    <a:pt x="183" y="152"/>
                  </a:lnTo>
                  <a:cubicBezTo>
                    <a:pt x="180" y="144"/>
                    <a:pt x="179" y="139"/>
                    <a:pt x="178" y="139"/>
                  </a:cubicBezTo>
                  <a:lnTo>
                    <a:pt x="178" y="139"/>
                  </a:lnTo>
                  <a:cubicBezTo>
                    <a:pt x="178" y="139"/>
                    <a:pt x="179" y="144"/>
                    <a:pt x="181" y="152"/>
                  </a:cubicBezTo>
                  <a:cubicBezTo>
                    <a:pt x="181" y="156"/>
                    <a:pt x="182" y="159"/>
                    <a:pt x="181" y="159"/>
                  </a:cubicBezTo>
                  <a:lnTo>
                    <a:pt x="181" y="159"/>
                  </a:lnTo>
                  <a:cubicBezTo>
                    <a:pt x="181" y="159"/>
                    <a:pt x="180" y="156"/>
                    <a:pt x="179" y="152"/>
                  </a:cubicBezTo>
                  <a:cubicBezTo>
                    <a:pt x="177" y="146"/>
                    <a:pt x="175" y="141"/>
                    <a:pt x="175" y="141"/>
                  </a:cubicBezTo>
                  <a:lnTo>
                    <a:pt x="175" y="141"/>
                  </a:lnTo>
                  <a:cubicBezTo>
                    <a:pt x="174" y="141"/>
                    <a:pt x="175" y="142"/>
                    <a:pt x="175" y="144"/>
                  </a:cubicBezTo>
                  <a:cubicBezTo>
                    <a:pt x="175" y="144"/>
                    <a:pt x="175" y="144"/>
                    <a:pt x="175" y="144"/>
                  </a:cubicBezTo>
                  <a:cubicBezTo>
                    <a:pt x="175" y="144"/>
                    <a:pt x="174" y="143"/>
                    <a:pt x="171" y="136"/>
                  </a:cubicBezTo>
                  <a:cubicBezTo>
                    <a:pt x="169" y="137"/>
                    <a:pt x="169" y="137"/>
                    <a:pt x="171" y="145"/>
                  </a:cubicBezTo>
                  <a:cubicBezTo>
                    <a:pt x="173" y="154"/>
                    <a:pt x="172" y="154"/>
                    <a:pt x="171" y="154"/>
                  </a:cubicBezTo>
                  <a:cubicBezTo>
                    <a:pt x="171" y="154"/>
                    <a:pt x="170" y="154"/>
                    <a:pt x="172" y="162"/>
                  </a:cubicBezTo>
                  <a:cubicBezTo>
                    <a:pt x="174" y="171"/>
                    <a:pt x="176" y="179"/>
                    <a:pt x="174" y="179"/>
                  </a:cubicBezTo>
                  <a:cubicBezTo>
                    <a:pt x="175" y="183"/>
                    <a:pt x="175" y="185"/>
                    <a:pt x="175" y="185"/>
                  </a:cubicBezTo>
                  <a:cubicBezTo>
                    <a:pt x="174" y="185"/>
                    <a:pt x="173" y="181"/>
                    <a:pt x="170" y="172"/>
                  </a:cubicBezTo>
                  <a:cubicBezTo>
                    <a:pt x="168" y="166"/>
                    <a:pt x="167" y="164"/>
                    <a:pt x="166" y="164"/>
                  </a:cubicBezTo>
                  <a:cubicBezTo>
                    <a:pt x="166" y="164"/>
                    <a:pt x="166" y="164"/>
                    <a:pt x="165" y="164"/>
                  </a:cubicBezTo>
                  <a:cubicBezTo>
                    <a:pt x="165" y="164"/>
                    <a:pt x="165" y="164"/>
                    <a:pt x="162" y="156"/>
                  </a:cubicBezTo>
                  <a:cubicBezTo>
                    <a:pt x="161" y="154"/>
                    <a:pt x="160" y="153"/>
                    <a:pt x="160" y="153"/>
                  </a:cubicBezTo>
                  <a:lnTo>
                    <a:pt x="160" y="153"/>
                  </a:lnTo>
                  <a:cubicBezTo>
                    <a:pt x="160" y="153"/>
                    <a:pt x="161" y="159"/>
                    <a:pt x="163" y="164"/>
                  </a:cubicBezTo>
                  <a:cubicBezTo>
                    <a:pt x="165" y="172"/>
                    <a:pt x="167" y="181"/>
                    <a:pt x="167" y="181"/>
                  </a:cubicBezTo>
                  <a:cubicBezTo>
                    <a:pt x="164" y="173"/>
                    <a:pt x="162" y="164"/>
                    <a:pt x="160" y="156"/>
                  </a:cubicBezTo>
                  <a:cubicBezTo>
                    <a:pt x="157" y="149"/>
                    <a:pt x="155" y="145"/>
                    <a:pt x="155" y="145"/>
                  </a:cubicBezTo>
                  <a:lnTo>
                    <a:pt x="155" y="145"/>
                  </a:lnTo>
                  <a:cubicBezTo>
                    <a:pt x="155" y="145"/>
                    <a:pt x="156" y="149"/>
                    <a:pt x="158" y="156"/>
                  </a:cubicBezTo>
                  <a:cubicBezTo>
                    <a:pt x="160" y="162"/>
                    <a:pt x="162" y="168"/>
                    <a:pt x="161" y="168"/>
                  </a:cubicBezTo>
                  <a:cubicBezTo>
                    <a:pt x="160" y="168"/>
                    <a:pt x="160" y="168"/>
                    <a:pt x="158" y="165"/>
                  </a:cubicBezTo>
                  <a:cubicBezTo>
                    <a:pt x="157" y="165"/>
                    <a:pt x="155" y="165"/>
                    <a:pt x="153" y="158"/>
                  </a:cubicBezTo>
                  <a:cubicBezTo>
                    <a:pt x="152" y="155"/>
                    <a:pt x="151" y="154"/>
                    <a:pt x="151" y="154"/>
                  </a:cubicBezTo>
                  <a:lnTo>
                    <a:pt x="151" y="154"/>
                  </a:lnTo>
                  <a:cubicBezTo>
                    <a:pt x="151" y="154"/>
                    <a:pt x="152" y="158"/>
                    <a:pt x="152" y="158"/>
                  </a:cubicBezTo>
                  <a:cubicBezTo>
                    <a:pt x="152" y="162"/>
                    <a:pt x="152" y="164"/>
                    <a:pt x="152" y="164"/>
                  </a:cubicBezTo>
                  <a:cubicBezTo>
                    <a:pt x="151" y="164"/>
                    <a:pt x="149" y="162"/>
                    <a:pt x="147" y="159"/>
                  </a:cubicBezTo>
                  <a:cubicBezTo>
                    <a:pt x="143" y="151"/>
                    <a:pt x="141" y="147"/>
                    <a:pt x="140" y="147"/>
                  </a:cubicBezTo>
                  <a:lnTo>
                    <a:pt x="140" y="147"/>
                  </a:lnTo>
                  <a:cubicBezTo>
                    <a:pt x="140" y="147"/>
                    <a:pt x="141" y="151"/>
                    <a:pt x="144" y="160"/>
                  </a:cubicBezTo>
                  <a:cubicBezTo>
                    <a:pt x="145" y="164"/>
                    <a:pt x="146" y="169"/>
                    <a:pt x="146" y="169"/>
                  </a:cubicBezTo>
                  <a:cubicBezTo>
                    <a:pt x="146" y="169"/>
                    <a:pt x="145" y="166"/>
                    <a:pt x="143" y="160"/>
                  </a:cubicBezTo>
                  <a:cubicBezTo>
                    <a:pt x="142" y="158"/>
                    <a:pt x="141" y="157"/>
                    <a:pt x="141" y="157"/>
                  </a:cubicBezTo>
                  <a:lnTo>
                    <a:pt x="141" y="157"/>
                  </a:lnTo>
                  <a:cubicBezTo>
                    <a:pt x="141" y="157"/>
                    <a:pt x="142" y="162"/>
                    <a:pt x="142" y="169"/>
                  </a:cubicBezTo>
                  <a:cubicBezTo>
                    <a:pt x="144" y="177"/>
                    <a:pt x="148" y="193"/>
                    <a:pt x="151" y="201"/>
                  </a:cubicBezTo>
                  <a:cubicBezTo>
                    <a:pt x="153" y="211"/>
                    <a:pt x="154" y="215"/>
                    <a:pt x="154" y="215"/>
                  </a:cubicBezTo>
                  <a:cubicBezTo>
                    <a:pt x="154" y="215"/>
                    <a:pt x="152" y="213"/>
                    <a:pt x="151" y="210"/>
                  </a:cubicBezTo>
                  <a:cubicBezTo>
                    <a:pt x="148" y="205"/>
                    <a:pt x="146" y="200"/>
                    <a:pt x="145" y="195"/>
                  </a:cubicBezTo>
                  <a:cubicBezTo>
                    <a:pt x="143" y="186"/>
                    <a:pt x="144" y="186"/>
                    <a:pt x="144" y="186"/>
                  </a:cubicBezTo>
                  <a:cubicBezTo>
                    <a:pt x="142" y="178"/>
                    <a:pt x="140" y="170"/>
                    <a:pt x="138" y="170"/>
                  </a:cubicBezTo>
                  <a:cubicBezTo>
                    <a:pt x="138" y="170"/>
                    <a:pt x="138" y="170"/>
                    <a:pt x="138" y="170"/>
                  </a:cubicBezTo>
                  <a:cubicBezTo>
                    <a:pt x="137" y="166"/>
                    <a:pt x="136" y="164"/>
                    <a:pt x="135" y="164"/>
                  </a:cubicBezTo>
                  <a:lnTo>
                    <a:pt x="135" y="164"/>
                  </a:lnTo>
                  <a:cubicBezTo>
                    <a:pt x="135" y="164"/>
                    <a:pt x="135" y="166"/>
                    <a:pt x="136" y="170"/>
                  </a:cubicBezTo>
                  <a:cubicBezTo>
                    <a:pt x="133" y="162"/>
                    <a:pt x="132" y="162"/>
                    <a:pt x="130" y="162"/>
                  </a:cubicBezTo>
                  <a:cubicBezTo>
                    <a:pt x="130" y="162"/>
                    <a:pt x="129" y="163"/>
                    <a:pt x="129" y="163"/>
                  </a:cubicBezTo>
                  <a:cubicBezTo>
                    <a:pt x="127" y="163"/>
                    <a:pt x="125" y="161"/>
                    <a:pt x="123" y="155"/>
                  </a:cubicBezTo>
                  <a:cubicBezTo>
                    <a:pt x="121" y="155"/>
                    <a:pt x="120" y="155"/>
                    <a:pt x="123" y="164"/>
                  </a:cubicBezTo>
                  <a:cubicBezTo>
                    <a:pt x="124" y="168"/>
                    <a:pt x="124" y="170"/>
                    <a:pt x="125" y="172"/>
                  </a:cubicBezTo>
                  <a:cubicBezTo>
                    <a:pt x="122" y="163"/>
                    <a:pt x="115" y="157"/>
                    <a:pt x="112" y="157"/>
                  </a:cubicBezTo>
                  <a:cubicBezTo>
                    <a:pt x="110" y="157"/>
                    <a:pt x="108" y="160"/>
                    <a:pt x="110" y="167"/>
                  </a:cubicBezTo>
                  <a:lnTo>
                    <a:pt x="108" y="167"/>
                  </a:lnTo>
                  <a:cubicBezTo>
                    <a:pt x="106" y="163"/>
                    <a:pt x="105" y="161"/>
                    <a:pt x="103" y="161"/>
                  </a:cubicBezTo>
                  <a:cubicBezTo>
                    <a:pt x="102" y="161"/>
                    <a:pt x="101" y="163"/>
                    <a:pt x="101" y="168"/>
                  </a:cubicBezTo>
                  <a:lnTo>
                    <a:pt x="99" y="169"/>
                  </a:lnTo>
                  <a:cubicBezTo>
                    <a:pt x="97" y="165"/>
                    <a:pt x="96" y="163"/>
                    <a:pt x="95" y="163"/>
                  </a:cubicBezTo>
                  <a:lnTo>
                    <a:pt x="95" y="163"/>
                  </a:lnTo>
                  <a:cubicBezTo>
                    <a:pt x="95" y="163"/>
                    <a:pt x="95" y="165"/>
                    <a:pt x="96" y="169"/>
                  </a:cubicBezTo>
                  <a:cubicBezTo>
                    <a:pt x="97" y="175"/>
                    <a:pt x="99" y="181"/>
                    <a:pt x="99" y="181"/>
                  </a:cubicBezTo>
                  <a:cubicBezTo>
                    <a:pt x="99" y="181"/>
                    <a:pt x="99" y="180"/>
                    <a:pt x="98" y="178"/>
                  </a:cubicBezTo>
                  <a:cubicBezTo>
                    <a:pt x="95" y="172"/>
                    <a:pt x="94" y="171"/>
                    <a:pt x="92" y="171"/>
                  </a:cubicBezTo>
                  <a:cubicBezTo>
                    <a:pt x="92" y="171"/>
                    <a:pt x="91" y="171"/>
                    <a:pt x="90" y="171"/>
                  </a:cubicBezTo>
                  <a:cubicBezTo>
                    <a:pt x="87" y="171"/>
                    <a:pt x="87" y="171"/>
                    <a:pt x="90" y="179"/>
                  </a:cubicBezTo>
                  <a:cubicBezTo>
                    <a:pt x="90" y="182"/>
                    <a:pt x="89" y="183"/>
                    <a:pt x="89" y="183"/>
                  </a:cubicBezTo>
                  <a:cubicBezTo>
                    <a:pt x="88" y="183"/>
                    <a:pt x="86" y="178"/>
                    <a:pt x="84" y="172"/>
                  </a:cubicBezTo>
                  <a:cubicBezTo>
                    <a:pt x="83" y="165"/>
                    <a:pt x="82" y="160"/>
                    <a:pt x="81" y="160"/>
                  </a:cubicBezTo>
                  <a:lnTo>
                    <a:pt x="81" y="160"/>
                  </a:lnTo>
                  <a:cubicBezTo>
                    <a:pt x="81" y="160"/>
                    <a:pt x="82" y="166"/>
                    <a:pt x="86" y="180"/>
                  </a:cubicBezTo>
                  <a:cubicBezTo>
                    <a:pt x="88" y="190"/>
                    <a:pt x="88" y="194"/>
                    <a:pt x="88" y="194"/>
                  </a:cubicBezTo>
                  <a:cubicBezTo>
                    <a:pt x="87" y="194"/>
                    <a:pt x="86" y="192"/>
                    <a:pt x="86" y="189"/>
                  </a:cubicBezTo>
                  <a:cubicBezTo>
                    <a:pt x="83" y="181"/>
                    <a:pt x="84" y="180"/>
                    <a:pt x="84" y="180"/>
                  </a:cubicBezTo>
                  <a:lnTo>
                    <a:pt x="80" y="164"/>
                  </a:lnTo>
                  <a:cubicBezTo>
                    <a:pt x="79" y="164"/>
                    <a:pt x="79" y="164"/>
                    <a:pt x="81" y="172"/>
                  </a:cubicBezTo>
                  <a:cubicBezTo>
                    <a:pt x="81" y="172"/>
                    <a:pt x="80" y="172"/>
                    <a:pt x="81" y="181"/>
                  </a:cubicBezTo>
                  <a:cubicBezTo>
                    <a:pt x="83" y="189"/>
                    <a:pt x="86" y="198"/>
                    <a:pt x="89" y="206"/>
                  </a:cubicBezTo>
                  <a:cubicBezTo>
                    <a:pt x="91" y="214"/>
                    <a:pt x="91" y="214"/>
                    <a:pt x="90" y="214"/>
                  </a:cubicBezTo>
                  <a:cubicBezTo>
                    <a:pt x="87" y="206"/>
                    <a:pt x="83" y="198"/>
                    <a:pt x="82" y="189"/>
                  </a:cubicBezTo>
                  <a:cubicBezTo>
                    <a:pt x="82" y="183"/>
                    <a:pt x="80" y="178"/>
                    <a:pt x="79" y="173"/>
                  </a:cubicBezTo>
                  <a:cubicBezTo>
                    <a:pt x="78" y="172"/>
                    <a:pt x="78" y="171"/>
                    <a:pt x="78" y="171"/>
                  </a:cubicBezTo>
                  <a:lnTo>
                    <a:pt x="78" y="171"/>
                  </a:lnTo>
                  <a:cubicBezTo>
                    <a:pt x="77" y="171"/>
                    <a:pt x="77" y="183"/>
                    <a:pt x="80" y="196"/>
                  </a:cubicBezTo>
                  <a:lnTo>
                    <a:pt x="80" y="196"/>
                  </a:lnTo>
                  <a:lnTo>
                    <a:pt x="79" y="190"/>
                  </a:lnTo>
                  <a:cubicBezTo>
                    <a:pt x="75" y="182"/>
                    <a:pt x="74" y="182"/>
                    <a:pt x="73" y="182"/>
                  </a:cubicBezTo>
                  <a:cubicBezTo>
                    <a:pt x="71" y="183"/>
                    <a:pt x="70" y="183"/>
                    <a:pt x="73" y="191"/>
                  </a:cubicBezTo>
                  <a:cubicBezTo>
                    <a:pt x="74" y="197"/>
                    <a:pt x="77" y="202"/>
                    <a:pt x="77" y="208"/>
                  </a:cubicBezTo>
                  <a:cubicBezTo>
                    <a:pt x="79" y="214"/>
                    <a:pt x="81" y="218"/>
                    <a:pt x="82" y="224"/>
                  </a:cubicBezTo>
                  <a:cubicBezTo>
                    <a:pt x="82" y="224"/>
                    <a:pt x="78" y="216"/>
                    <a:pt x="75" y="208"/>
                  </a:cubicBezTo>
                  <a:cubicBezTo>
                    <a:pt x="69" y="192"/>
                    <a:pt x="65" y="185"/>
                    <a:pt x="62" y="185"/>
                  </a:cubicBezTo>
                  <a:cubicBezTo>
                    <a:pt x="61" y="185"/>
                    <a:pt x="61" y="185"/>
                    <a:pt x="60" y="185"/>
                  </a:cubicBezTo>
                  <a:cubicBezTo>
                    <a:pt x="58" y="185"/>
                    <a:pt x="57" y="183"/>
                    <a:pt x="54" y="178"/>
                  </a:cubicBezTo>
                  <a:cubicBezTo>
                    <a:pt x="53" y="178"/>
                    <a:pt x="52" y="178"/>
                    <a:pt x="54" y="187"/>
                  </a:cubicBezTo>
                  <a:lnTo>
                    <a:pt x="53" y="187"/>
                  </a:lnTo>
                  <a:cubicBezTo>
                    <a:pt x="51" y="183"/>
                    <a:pt x="50" y="181"/>
                    <a:pt x="50" y="181"/>
                  </a:cubicBezTo>
                  <a:lnTo>
                    <a:pt x="50" y="181"/>
                  </a:lnTo>
                  <a:cubicBezTo>
                    <a:pt x="49" y="181"/>
                    <a:pt x="50" y="183"/>
                    <a:pt x="51" y="188"/>
                  </a:cubicBezTo>
                  <a:cubicBezTo>
                    <a:pt x="51" y="190"/>
                    <a:pt x="51" y="191"/>
                    <a:pt x="51" y="191"/>
                  </a:cubicBezTo>
                  <a:cubicBezTo>
                    <a:pt x="50" y="191"/>
                    <a:pt x="49" y="188"/>
                    <a:pt x="49" y="188"/>
                  </a:cubicBezTo>
                  <a:cubicBezTo>
                    <a:pt x="46" y="181"/>
                    <a:pt x="44" y="177"/>
                    <a:pt x="44" y="177"/>
                  </a:cubicBezTo>
                  <a:lnTo>
                    <a:pt x="44" y="177"/>
                  </a:lnTo>
                  <a:cubicBezTo>
                    <a:pt x="43" y="177"/>
                    <a:pt x="45" y="183"/>
                    <a:pt x="50" y="196"/>
                  </a:cubicBezTo>
                  <a:cubicBezTo>
                    <a:pt x="51" y="202"/>
                    <a:pt x="53" y="207"/>
                    <a:pt x="56" y="213"/>
                  </a:cubicBezTo>
                  <a:lnTo>
                    <a:pt x="60" y="211"/>
                  </a:lnTo>
                  <a:lnTo>
                    <a:pt x="60" y="220"/>
                  </a:lnTo>
                  <a:cubicBezTo>
                    <a:pt x="59" y="226"/>
                    <a:pt x="60" y="232"/>
                    <a:pt x="62" y="237"/>
                  </a:cubicBezTo>
                  <a:cubicBezTo>
                    <a:pt x="62" y="237"/>
                    <a:pt x="64" y="245"/>
                    <a:pt x="63" y="245"/>
                  </a:cubicBezTo>
                  <a:cubicBezTo>
                    <a:pt x="63" y="245"/>
                    <a:pt x="61" y="237"/>
                    <a:pt x="59" y="229"/>
                  </a:cubicBezTo>
                  <a:cubicBezTo>
                    <a:pt x="56" y="220"/>
                    <a:pt x="54" y="213"/>
                    <a:pt x="52" y="205"/>
                  </a:cubicBezTo>
                  <a:cubicBezTo>
                    <a:pt x="48" y="194"/>
                    <a:pt x="45" y="187"/>
                    <a:pt x="45" y="187"/>
                  </a:cubicBezTo>
                  <a:lnTo>
                    <a:pt x="45" y="187"/>
                  </a:lnTo>
                  <a:cubicBezTo>
                    <a:pt x="44" y="187"/>
                    <a:pt x="45" y="190"/>
                    <a:pt x="46" y="197"/>
                  </a:cubicBezTo>
                  <a:cubicBezTo>
                    <a:pt x="46" y="197"/>
                    <a:pt x="46" y="197"/>
                    <a:pt x="43" y="189"/>
                  </a:cubicBezTo>
                  <a:cubicBezTo>
                    <a:pt x="42" y="186"/>
                    <a:pt x="41" y="184"/>
                    <a:pt x="41" y="184"/>
                  </a:cubicBezTo>
                  <a:lnTo>
                    <a:pt x="41" y="184"/>
                  </a:lnTo>
                  <a:cubicBezTo>
                    <a:pt x="41" y="184"/>
                    <a:pt x="41" y="188"/>
                    <a:pt x="43" y="198"/>
                  </a:cubicBezTo>
                  <a:cubicBezTo>
                    <a:pt x="45" y="206"/>
                    <a:pt x="46" y="210"/>
                    <a:pt x="46" y="210"/>
                  </a:cubicBezTo>
                  <a:cubicBezTo>
                    <a:pt x="45" y="210"/>
                    <a:pt x="43" y="206"/>
                    <a:pt x="41" y="198"/>
                  </a:cubicBezTo>
                  <a:cubicBezTo>
                    <a:pt x="38" y="189"/>
                    <a:pt x="35" y="185"/>
                    <a:pt x="34" y="185"/>
                  </a:cubicBezTo>
                  <a:cubicBezTo>
                    <a:pt x="33" y="185"/>
                    <a:pt x="33" y="187"/>
                    <a:pt x="34" y="191"/>
                  </a:cubicBezTo>
                  <a:cubicBezTo>
                    <a:pt x="37" y="201"/>
                    <a:pt x="37" y="205"/>
                    <a:pt x="36" y="205"/>
                  </a:cubicBezTo>
                  <a:cubicBezTo>
                    <a:pt x="35" y="205"/>
                    <a:pt x="34" y="203"/>
                    <a:pt x="33" y="199"/>
                  </a:cubicBezTo>
                  <a:cubicBezTo>
                    <a:pt x="31" y="195"/>
                    <a:pt x="30" y="193"/>
                    <a:pt x="30" y="193"/>
                  </a:cubicBezTo>
                  <a:lnTo>
                    <a:pt x="30" y="193"/>
                  </a:lnTo>
                  <a:cubicBezTo>
                    <a:pt x="30" y="193"/>
                    <a:pt x="30" y="196"/>
                    <a:pt x="31" y="200"/>
                  </a:cubicBezTo>
                  <a:cubicBezTo>
                    <a:pt x="29" y="195"/>
                    <a:pt x="27" y="189"/>
                    <a:pt x="27" y="189"/>
                  </a:cubicBezTo>
                  <a:lnTo>
                    <a:pt x="27" y="189"/>
                  </a:lnTo>
                  <a:cubicBezTo>
                    <a:pt x="26" y="189"/>
                    <a:pt x="27" y="190"/>
                    <a:pt x="27" y="192"/>
                  </a:cubicBezTo>
                  <a:cubicBezTo>
                    <a:pt x="27" y="192"/>
                    <a:pt x="26" y="192"/>
                    <a:pt x="29" y="200"/>
                  </a:cubicBezTo>
                  <a:lnTo>
                    <a:pt x="32" y="217"/>
                  </a:lnTo>
                  <a:cubicBezTo>
                    <a:pt x="35" y="223"/>
                    <a:pt x="36" y="228"/>
                    <a:pt x="37" y="234"/>
                  </a:cubicBezTo>
                  <a:cubicBezTo>
                    <a:pt x="38" y="236"/>
                    <a:pt x="38" y="237"/>
                    <a:pt x="38" y="237"/>
                  </a:cubicBezTo>
                  <a:cubicBezTo>
                    <a:pt x="37" y="237"/>
                    <a:pt x="32" y="228"/>
                    <a:pt x="26" y="210"/>
                  </a:cubicBezTo>
                  <a:lnTo>
                    <a:pt x="19" y="193"/>
                  </a:lnTo>
                  <a:lnTo>
                    <a:pt x="24" y="210"/>
                  </a:lnTo>
                  <a:cubicBezTo>
                    <a:pt x="24" y="210"/>
                    <a:pt x="23" y="210"/>
                    <a:pt x="21" y="202"/>
                  </a:cubicBezTo>
                  <a:cubicBezTo>
                    <a:pt x="19" y="196"/>
                    <a:pt x="18" y="194"/>
                    <a:pt x="18" y="194"/>
                  </a:cubicBezTo>
                  <a:cubicBezTo>
                    <a:pt x="18" y="194"/>
                    <a:pt x="17" y="194"/>
                    <a:pt x="17" y="195"/>
                  </a:cubicBezTo>
                  <a:cubicBezTo>
                    <a:pt x="17" y="195"/>
                    <a:pt x="16" y="195"/>
                    <a:pt x="18" y="202"/>
                  </a:cubicBezTo>
                  <a:cubicBezTo>
                    <a:pt x="22" y="212"/>
                    <a:pt x="23" y="217"/>
                    <a:pt x="23" y="217"/>
                  </a:cubicBezTo>
                  <a:cubicBezTo>
                    <a:pt x="23" y="217"/>
                    <a:pt x="22" y="215"/>
                    <a:pt x="21" y="211"/>
                  </a:cubicBezTo>
                  <a:cubicBezTo>
                    <a:pt x="18" y="203"/>
                    <a:pt x="16" y="199"/>
                    <a:pt x="16" y="199"/>
                  </a:cubicBezTo>
                  <a:lnTo>
                    <a:pt x="16" y="199"/>
                  </a:lnTo>
                  <a:cubicBezTo>
                    <a:pt x="15" y="199"/>
                    <a:pt x="16" y="203"/>
                    <a:pt x="18" y="211"/>
                  </a:cubicBezTo>
                  <a:cubicBezTo>
                    <a:pt x="21" y="220"/>
                    <a:pt x="22" y="224"/>
                    <a:pt x="21" y="224"/>
                  </a:cubicBezTo>
                  <a:cubicBezTo>
                    <a:pt x="21" y="224"/>
                    <a:pt x="20" y="220"/>
                    <a:pt x="17" y="211"/>
                  </a:cubicBezTo>
                  <a:cubicBezTo>
                    <a:pt x="16" y="206"/>
                    <a:pt x="14" y="200"/>
                    <a:pt x="10" y="196"/>
                  </a:cubicBezTo>
                  <a:lnTo>
                    <a:pt x="10" y="196"/>
                  </a:lnTo>
                  <a:lnTo>
                    <a:pt x="14" y="204"/>
                  </a:lnTo>
                  <a:cubicBezTo>
                    <a:pt x="16" y="214"/>
                    <a:pt x="17" y="218"/>
                    <a:pt x="17" y="218"/>
                  </a:cubicBezTo>
                  <a:cubicBezTo>
                    <a:pt x="16" y="218"/>
                    <a:pt x="15" y="216"/>
                    <a:pt x="14" y="213"/>
                  </a:cubicBezTo>
                  <a:cubicBezTo>
                    <a:pt x="13" y="208"/>
                    <a:pt x="12" y="206"/>
                    <a:pt x="11" y="206"/>
                  </a:cubicBezTo>
                  <a:lnTo>
                    <a:pt x="11" y="206"/>
                  </a:lnTo>
                  <a:cubicBezTo>
                    <a:pt x="11" y="206"/>
                    <a:pt x="11" y="208"/>
                    <a:pt x="12" y="213"/>
                  </a:cubicBezTo>
                  <a:cubicBezTo>
                    <a:pt x="11" y="213"/>
                    <a:pt x="11" y="213"/>
                    <a:pt x="11" y="213"/>
                  </a:cubicBezTo>
                  <a:cubicBezTo>
                    <a:pt x="10" y="213"/>
                    <a:pt x="9" y="212"/>
                    <a:pt x="7" y="205"/>
                  </a:cubicBezTo>
                  <a:cubicBezTo>
                    <a:pt x="5" y="197"/>
                    <a:pt x="4" y="193"/>
                    <a:pt x="4" y="193"/>
                  </a:cubicBezTo>
                  <a:lnTo>
                    <a:pt x="4" y="193"/>
                  </a:lnTo>
                  <a:cubicBezTo>
                    <a:pt x="3" y="193"/>
                    <a:pt x="4" y="197"/>
                    <a:pt x="6" y="205"/>
                  </a:cubicBezTo>
                  <a:cubicBezTo>
                    <a:pt x="7" y="209"/>
                    <a:pt x="8" y="212"/>
                    <a:pt x="7" y="212"/>
                  </a:cubicBezTo>
                  <a:cubicBezTo>
                    <a:pt x="7" y="212"/>
                    <a:pt x="6" y="210"/>
                    <a:pt x="4" y="206"/>
                  </a:cubicBezTo>
                  <a:cubicBezTo>
                    <a:pt x="2" y="202"/>
                    <a:pt x="1" y="200"/>
                    <a:pt x="1" y="200"/>
                  </a:cubicBezTo>
                  <a:lnTo>
                    <a:pt x="1" y="200"/>
                  </a:lnTo>
                  <a:cubicBezTo>
                    <a:pt x="1" y="200"/>
                    <a:pt x="1" y="202"/>
                    <a:pt x="3" y="206"/>
                  </a:cubicBezTo>
                  <a:cubicBezTo>
                    <a:pt x="4" y="215"/>
                    <a:pt x="6" y="223"/>
                    <a:pt x="10" y="230"/>
                  </a:cubicBezTo>
                  <a:cubicBezTo>
                    <a:pt x="10" y="230"/>
                    <a:pt x="10" y="230"/>
                    <a:pt x="13" y="238"/>
                  </a:cubicBezTo>
                  <a:lnTo>
                    <a:pt x="12" y="238"/>
                  </a:lnTo>
                  <a:cubicBezTo>
                    <a:pt x="10" y="239"/>
                    <a:pt x="9" y="239"/>
                    <a:pt x="10" y="247"/>
                  </a:cubicBezTo>
                  <a:cubicBezTo>
                    <a:pt x="11" y="255"/>
                    <a:pt x="14" y="267"/>
                    <a:pt x="15" y="267"/>
                  </a:cubicBezTo>
                  <a:cubicBezTo>
                    <a:pt x="15" y="267"/>
                    <a:pt x="15" y="266"/>
                    <a:pt x="15" y="264"/>
                  </a:cubicBezTo>
                  <a:lnTo>
                    <a:pt x="17" y="272"/>
                  </a:lnTo>
                  <a:cubicBezTo>
                    <a:pt x="21" y="284"/>
                    <a:pt x="23" y="291"/>
                    <a:pt x="24" y="291"/>
                  </a:cubicBezTo>
                  <a:cubicBezTo>
                    <a:pt x="24" y="291"/>
                    <a:pt x="23" y="284"/>
                    <a:pt x="19" y="272"/>
                  </a:cubicBezTo>
                  <a:cubicBezTo>
                    <a:pt x="15" y="258"/>
                    <a:pt x="13" y="252"/>
                    <a:pt x="13" y="252"/>
                  </a:cubicBezTo>
                  <a:lnTo>
                    <a:pt x="13" y="252"/>
                  </a:lnTo>
                  <a:cubicBezTo>
                    <a:pt x="13" y="252"/>
                    <a:pt x="15" y="257"/>
                    <a:pt x="17" y="264"/>
                  </a:cubicBezTo>
                  <a:cubicBezTo>
                    <a:pt x="23" y="280"/>
                    <a:pt x="23" y="280"/>
                    <a:pt x="24" y="280"/>
                  </a:cubicBezTo>
                  <a:cubicBezTo>
                    <a:pt x="25" y="280"/>
                    <a:pt x="25" y="280"/>
                    <a:pt x="27" y="288"/>
                  </a:cubicBezTo>
                  <a:cubicBezTo>
                    <a:pt x="28" y="293"/>
                    <a:pt x="31" y="299"/>
                    <a:pt x="33" y="305"/>
                  </a:cubicBezTo>
                  <a:cubicBezTo>
                    <a:pt x="34" y="303"/>
                    <a:pt x="34" y="303"/>
                    <a:pt x="32" y="296"/>
                  </a:cubicBezTo>
                  <a:cubicBezTo>
                    <a:pt x="30" y="292"/>
                    <a:pt x="30" y="290"/>
                    <a:pt x="30" y="290"/>
                  </a:cubicBezTo>
                  <a:lnTo>
                    <a:pt x="30" y="290"/>
                  </a:lnTo>
                  <a:cubicBezTo>
                    <a:pt x="31" y="290"/>
                    <a:pt x="32" y="294"/>
                    <a:pt x="35" y="303"/>
                  </a:cubicBezTo>
                  <a:cubicBezTo>
                    <a:pt x="36" y="307"/>
                    <a:pt x="37" y="309"/>
                    <a:pt x="37" y="309"/>
                  </a:cubicBezTo>
                  <a:cubicBezTo>
                    <a:pt x="38" y="309"/>
                    <a:pt x="37" y="305"/>
                    <a:pt x="34" y="296"/>
                  </a:cubicBezTo>
                  <a:cubicBezTo>
                    <a:pt x="32" y="287"/>
                    <a:pt x="31" y="283"/>
                    <a:pt x="31" y="283"/>
                  </a:cubicBezTo>
                  <a:lnTo>
                    <a:pt x="31" y="283"/>
                  </a:lnTo>
                  <a:cubicBezTo>
                    <a:pt x="32" y="283"/>
                    <a:pt x="33" y="287"/>
                    <a:pt x="36" y="294"/>
                  </a:cubicBezTo>
                  <a:lnTo>
                    <a:pt x="38" y="294"/>
                  </a:lnTo>
                  <a:cubicBezTo>
                    <a:pt x="37" y="289"/>
                    <a:pt x="36" y="283"/>
                    <a:pt x="34" y="278"/>
                  </a:cubicBezTo>
                  <a:cubicBezTo>
                    <a:pt x="31" y="268"/>
                    <a:pt x="30" y="265"/>
                    <a:pt x="30" y="265"/>
                  </a:cubicBezTo>
                  <a:lnTo>
                    <a:pt x="30" y="265"/>
                  </a:lnTo>
                  <a:cubicBezTo>
                    <a:pt x="31" y="265"/>
                    <a:pt x="31" y="267"/>
                    <a:pt x="33" y="270"/>
                  </a:cubicBezTo>
                  <a:cubicBezTo>
                    <a:pt x="36" y="278"/>
                    <a:pt x="38" y="285"/>
                    <a:pt x="38" y="285"/>
                  </a:cubicBezTo>
                  <a:cubicBezTo>
                    <a:pt x="41" y="293"/>
                    <a:pt x="41" y="293"/>
                    <a:pt x="42" y="293"/>
                  </a:cubicBezTo>
                  <a:cubicBezTo>
                    <a:pt x="43" y="293"/>
                    <a:pt x="44" y="293"/>
                    <a:pt x="42" y="284"/>
                  </a:cubicBezTo>
                  <a:lnTo>
                    <a:pt x="42" y="284"/>
                  </a:lnTo>
                  <a:lnTo>
                    <a:pt x="44" y="293"/>
                  </a:lnTo>
                  <a:cubicBezTo>
                    <a:pt x="45" y="293"/>
                    <a:pt x="46" y="297"/>
                    <a:pt x="46" y="297"/>
                  </a:cubicBezTo>
                  <a:cubicBezTo>
                    <a:pt x="46" y="297"/>
                    <a:pt x="46" y="296"/>
                    <a:pt x="45" y="293"/>
                  </a:cubicBezTo>
                  <a:cubicBezTo>
                    <a:pt x="45" y="293"/>
                    <a:pt x="45" y="293"/>
                    <a:pt x="45" y="293"/>
                  </a:cubicBezTo>
                  <a:cubicBezTo>
                    <a:pt x="46" y="293"/>
                    <a:pt x="47" y="294"/>
                    <a:pt x="50" y="300"/>
                  </a:cubicBezTo>
                  <a:cubicBezTo>
                    <a:pt x="50" y="301"/>
                    <a:pt x="51" y="302"/>
                    <a:pt x="51" y="302"/>
                  </a:cubicBezTo>
                  <a:cubicBezTo>
                    <a:pt x="53" y="302"/>
                    <a:pt x="51" y="288"/>
                    <a:pt x="44" y="275"/>
                  </a:cubicBezTo>
                  <a:lnTo>
                    <a:pt x="45" y="275"/>
                  </a:lnTo>
                  <a:cubicBezTo>
                    <a:pt x="46" y="275"/>
                    <a:pt x="44" y="268"/>
                    <a:pt x="44" y="268"/>
                  </a:cubicBezTo>
                  <a:cubicBezTo>
                    <a:pt x="42" y="259"/>
                    <a:pt x="42" y="259"/>
                    <a:pt x="43" y="259"/>
                  </a:cubicBezTo>
                  <a:lnTo>
                    <a:pt x="47" y="275"/>
                  </a:lnTo>
                  <a:cubicBezTo>
                    <a:pt x="51" y="290"/>
                    <a:pt x="54" y="298"/>
                    <a:pt x="55" y="298"/>
                  </a:cubicBezTo>
                  <a:cubicBezTo>
                    <a:pt x="55" y="298"/>
                    <a:pt x="54" y="294"/>
                    <a:pt x="52" y="283"/>
                  </a:cubicBezTo>
                  <a:cubicBezTo>
                    <a:pt x="51" y="281"/>
                    <a:pt x="51" y="279"/>
                    <a:pt x="51" y="279"/>
                  </a:cubicBezTo>
                  <a:lnTo>
                    <a:pt x="51" y="279"/>
                  </a:lnTo>
                  <a:cubicBezTo>
                    <a:pt x="51" y="279"/>
                    <a:pt x="53" y="286"/>
                    <a:pt x="54" y="291"/>
                  </a:cubicBezTo>
                  <a:cubicBezTo>
                    <a:pt x="55" y="295"/>
                    <a:pt x="56" y="297"/>
                    <a:pt x="56" y="297"/>
                  </a:cubicBezTo>
                  <a:cubicBezTo>
                    <a:pt x="57" y="297"/>
                    <a:pt x="57" y="295"/>
                    <a:pt x="56" y="290"/>
                  </a:cubicBezTo>
                  <a:cubicBezTo>
                    <a:pt x="55" y="282"/>
                    <a:pt x="53" y="274"/>
                    <a:pt x="51" y="265"/>
                  </a:cubicBezTo>
                  <a:cubicBezTo>
                    <a:pt x="49" y="257"/>
                    <a:pt x="50" y="257"/>
                    <a:pt x="50" y="257"/>
                  </a:cubicBezTo>
                  <a:lnTo>
                    <a:pt x="50" y="257"/>
                  </a:lnTo>
                  <a:cubicBezTo>
                    <a:pt x="50" y="257"/>
                    <a:pt x="50" y="257"/>
                    <a:pt x="52" y="265"/>
                  </a:cubicBezTo>
                  <a:cubicBezTo>
                    <a:pt x="55" y="273"/>
                    <a:pt x="56" y="277"/>
                    <a:pt x="57" y="277"/>
                  </a:cubicBezTo>
                  <a:cubicBezTo>
                    <a:pt x="58" y="277"/>
                    <a:pt x="57" y="273"/>
                    <a:pt x="55" y="264"/>
                  </a:cubicBezTo>
                  <a:lnTo>
                    <a:pt x="55" y="264"/>
                  </a:lnTo>
                  <a:lnTo>
                    <a:pt x="58" y="273"/>
                  </a:lnTo>
                  <a:cubicBezTo>
                    <a:pt x="59" y="278"/>
                    <a:pt x="61" y="284"/>
                    <a:pt x="63" y="284"/>
                  </a:cubicBezTo>
                  <a:cubicBezTo>
                    <a:pt x="63" y="284"/>
                    <a:pt x="64" y="283"/>
                    <a:pt x="64" y="280"/>
                  </a:cubicBezTo>
                  <a:cubicBezTo>
                    <a:pt x="65" y="280"/>
                    <a:pt x="66" y="280"/>
                    <a:pt x="66" y="280"/>
                  </a:cubicBezTo>
                  <a:cubicBezTo>
                    <a:pt x="69" y="280"/>
                    <a:pt x="70" y="280"/>
                    <a:pt x="72" y="287"/>
                  </a:cubicBezTo>
                  <a:cubicBezTo>
                    <a:pt x="73" y="288"/>
                    <a:pt x="73" y="289"/>
                    <a:pt x="73" y="289"/>
                  </a:cubicBezTo>
                  <a:cubicBezTo>
                    <a:pt x="74" y="289"/>
                    <a:pt x="73" y="275"/>
                    <a:pt x="70" y="262"/>
                  </a:cubicBezTo>
                  <a:lnTo>
                    <a:pt x="70" y="262"/>
                  </a:lnTo>
                  <a:cubicBezTo>
                    <a:pt x="72" y="270"/>
                    <a:pt x="73" y="270"/>
                    <a:pt x="74" y="270"/>
                  </a:cubicBezTo>
                  <a:cubicBezTo>
                    <a:pt x="75" y="269"/>
                    <a:pt x="75" y="269"/>
                    <a:pt x="76" y="269"/>
                  </a:cubicBezTo>
                  <a:cubicBezTo>
                    <a:pt x="77" y="269"/>
                    <a:pt x="77" y="271"/>
                    <a:pt x="79" y="276"/>
                  </a:cubicBezTo>
                  <a:cubicBezTo>
                    <a:pt x="81" y="285"/>
                    <a:pt x="82" y="289"/>
                    <a:pt x="82" y="289"/>
                  </a:cubicBezTo>
                  <a:cubicBezTo>
                    <a:pt x="82" y="289"/>
                    <a:pt x="82" y="285"/>
                    <a:pt x="80" y="276"/>
                  </a:cubicBezTo>
                  <a:cubicBezTo>
                    <a:pt x="79" y="270"/>
                    <a:pt x="79" y="268"/>
                    <a:pt x="79" y="268"/>
                  </a:cubicBezTo>
                  <a:lnTo>
                    <a:pt x="79" y="268"/>
                  </a:lnTo>
                  <a:cubicBezTo>
                    <a:pt x="80" y="268"/>
                    <a:pt x="83" y="274"/>
                    <a:pt x="86" y="284"/>
                  </a:cubicBezTo>
                  <a:cubicBezTo>
                    <a:pt x="88" y="292"/>
                    <a:pt x="89" y="292"/>
                    <a:pt x="90" y="292"/>
                  </a:cubicBezTo>
                  <a:cubicBezTo>
                    <a:pt x="89" y="283"/>
                    <a:pt x="90" y="283"/>
                    <a:pt x="92" y="283"/>
                  </a:cubicBezTo>
                  <a:cubicBezTo>
                    <a:pt x="95" y="282"/>
                    <a:pt x="95" y="282"/>
                    <a:pt x="90" y="266"/>
                  </a:cubicBezTo>
                  <a:lnTo>
                    <a:pt x="90" y="266"/>
                  </a:lnTo>
                  <a:cubicBezTo>
                    <a:pt x="89" y="267"/>
                    <a:pt x="89" y="267"/>
                    <a:pt x="88" y="268"/>
                  </a:cubicBezTo>
                  <a:lnTo>
                    <a:pt x="86" y="268"/>
                  </a:lnTo>
                  <a:cubicBezTo>
                    <a:pt x="85" y="268"/>
                    <a:pt x="85" y="268"/>
                    <a:pt x="85" y="268"/>
                  </a:cubicBezTo>
                  <a:cubicBezTo>
                    <a:pt x="75" y="268"/>
                    <a:pt x="74" y="253"/>
                    <a:pt x="83" y="251"/>
                  </a:cubicBezTo>
                  <a:cubicBezTo>
                    <a:pt x="84" y="251"/>
                    <a:pt x="85" y="250"/>
                    <a:pt x="85" y="250"/>
                  </a:cubicBezTo>
                  <a:cubicBezTo>
                    <a:pt x="86" y="250"/>
                    <a:pt x="86" y="250"/>
                    <a:pt x="86" y="251"/>
                  </a:cubicBezTo>
                  <a:lnTo>
                    <a:pt x="86" y="251"/>
                  </a:lnTo>
                  <a:cubicBezTo>
                    <a:pt x="86" y="250"/>
                    <a:pt x="87" y="250"/>
                    <a:pt x="88" y="250"/>
                  </a:cubicBezTo>
                  <a:cubicBezTo>
                    <a:pt x="88" y="250"/>
                    <a:pt x="88" y="250"/>
                    <a:pt x="89" y="252"/>
                  </a:cubicBezTo>
                  <a:lnTo>
                    <a:pt x="89" y="252"/>
                  </a:lnTo>
                  <a:cubicBezTo>
                    <a:pt x="88" y="251"/>
                    <a:pt x="87" y="251"/>
                    <a:pt x="86" y="251"/>
                  </a:cubicBezTo>
                  <a:lnTo>
                    <a:pt x="86" y="251"/>
                  </a:lnTo>
                  <a:cubicBezTo>
                    <a:pt x="86" y="252"/>
                    <a:pt x="87" y="256"/>
                    <a:pt x="90" y="266"/>
                  </a:cubicBezTo>
                  <a:cubicBezTo>
                    <a:pt x="90" y="266"/>
                    <a:pt x="90" y="266"/>
                    <a:pt x="90" y="266"/>
                  </a:cubicBezTo>
                  <a:lnTo>
                    <a:pt x="90" y="266"/>
                  </a:lnTo>
                  <a:cubicBezTo>
                    <a:pt x="90" y="266"/>
                    <a:pt x="91" y="266"/>
                    <a:pt x="91" y="266"/>
                  </a:cubicBezTo>
                  <a:lnTo>
                    <a:pt x="91" y="266"/>
                  </a:lnTo>
                  <a:cubicBezTo>
                    <a:pt x="92" y="268"/>
                    <a:pt x="92" y="271"/>
                    <a:pt x="93" y="274"/>
                  </a:cubicBezTo>
                  <a:cubicBezTo>
                    <a:pt x="95" y="281"/>
                    <a:pt x="96" y="282"/>
                    <a:pt x="97" y="282"/>
                  </a:cubicBezTo>
                  <a:cubicBezTo>
                    <a:pt x="97" y="282"/>
                    <a:pt x="97" y="282"/>
                    <a:pt x="98" y="282"/>
                  </a:cubicBezTo>
                  <a:cubicBezTo>
                    <a:pt x="99" y="282"/>
                    <a:pt x="97" y="274"/>
                    <a:pt x="97" y="274"/>
                  </a:cubicBezTo>
                  <a:cubicBezTo>
                    <a:pt x="95" y="268"/>
                    <a:pt x="94" y="266"/>
                    <a:pt x="94" y="266"/>
                  </a:cubicBezTo>
                  <a:cubicBezTo>
                    <a:pt x="93" y="266"/>
                    <a:pt x="93" y="266"/>
                    <a:pt x="93" y="266"/>
                  </a:cubicBezTo>
                  <a:cubicBezTo>
                    <a:pt x="93" y="266"/>
                    <a:pt x="92" y="265"/>
                    <a:pt x="92" y="264"/>
                  </a:cubicBezTo>
                  <a:lnTo>
                    <a:pt x="92" y="264"/>
                  </a:lnTo>
                  <a:cubicBezTo>
                    <a:pt x="92" y="265"/>
                    <a:pt x="92" y="265"/>
                    <a:pt x="91" y="266"/>
                  </a:cubicBezTo>
                  <a:lnTo>
                    <a:pt x="91" y="266"/>
                  </a:lnTo>
                  <a:cubicBezTo>
                    <a:pt x="91" y="264"/>
                    <a:pt x="91" y="263"/>
                    <a:pt x="91" y="263"/>
                  </a:cubicBezTo>
                  <a:lnTo>
                    <a:pt x="91" y="263"/>
                  </a:lnTo>
                  <a:cubicBezTo>
                    <a:pt x="91" y="263"/>
                    <a:pt x="92" y="263"/>
                    <a:pt x="92" y="264"/>
                  </a:cubicBezTo>
                  <a:lnTo>
                    <a:pt x="92" y="264"/>
                  </a:lnTo>
                  <a:cubicBezTo>
                    <a:pt x="93" y="264"/>
                    <a:pt x="93" y="263"/>
                    <a:pt x="93" y="262"/>
                  </a:cubicBezTo>
                  <a:lnTo>
                    <a:pt x="93" y="262"/>
                  </a:lnTo>
                  <a:cubicBezTo>
                    <a:pt x="94" y="264"/>
                    <a:pt x="95" y="265"/>
                    <a:pt x="96" y="265"/>
                  </a:cubicBezTo>
                  <a:cubicBezTo>
                    <a:pt x="96" y="265"/>
                    <a:pt x="97" y="265"/>
                    <a:pt x="99" y="273"/>
                  </a:cubicBezTo>
                  <a:cubicBezTo>
                    <a:pt x="99" y="273"/>
                    <a:pt x="102" y="281"/>
                    <a:pt x="104" y="281"/>
                  </a:cubicBezTo>
                  <a:cubicBezTo>
                    <a:pt x="104" y="281"/>
                    <a:pt x="104" y="281"/>
                    <a:pt x="105" y="281"/>
                  </a:cubicBezTo>
                  <a:cubicBezTo>
                    <a:pt x="106" y="281"/>
                    <a:pt x="107" y="282"/>
                    <a:pt x="109" y="289"/>
                  </a:cubicBezTo>
                  <a:cubicBezTo>
                    <a:pt x="110" y="288"/>
                    <a:pt x="110" y="288"/>
                    <a:pt x="108" y="280"/>
                  </a:cubicBezTo>
                  <a:cubicBezTo>
                    <a:pt x="106" y="274"/>
                    <a:pt x="105" y="268"/>
                    <a:pt x="107" y="268"/>
                  </a:cubicBezTo>
                  <a:lnTo>
                    <a:pt x="107" y="268"/>
                  </a:lnTo>
                  <a:cubicBezTo>
                    <a:pt x="107" y="268"/>
                    <a:pt x="108" y="269"/>
                    <a:pt x="109" y="271"/>
                  </a:cubicBezTo>
                  <a:cubicBezTo>
                    <a:pt x="111" y="271"/>
                    <a:pt x="114" y="270"/>
                    <a:pt x="111" y="262"/>
                  </a:cubicBezTo>
                  <a:cubicBezTo>
                    <a:pt x="112" y="262"/>
                    <a:pt x="112" y="262"/>
                    <a:pt x="115" y="270"/>
                  </a:cubicBezTo>
                  <a:cubicBezTo>
                    <a:pt x="117" y="278"/>
                    <a:pt x="118" y="282"/>
                    <a:pt x="119" y="282"/>
                  </a:cubicBezTo>
                  <a:cubicBezTo>
                    <a:pt x="120" y="282"/>
                    <a:pt x="119" y="278"/>
                    <a:pt x="118" y="270"/>
                  </a:cubicBezTo>
                  <a:cubicBezTo>
                    <a:pt x="116" y="265"/>
                    <a:pt x="116" y="263"/>
                    <a:pt x="116" y="263"/>
                  </a:cubicBezTo>
                  <a:lnTo>
                    <a:pt x="116" y="263"/>
                  </a:lnTo>
                  <a:cubicBezTo>
                    <a:pt x="116" y="263"/>
                    <a:pt x="118" y="265"/>
                    <a:pt x="119" y="269"/>
                  </a:cubicBezTo>
                  <a:cubicBezTo>
                    <a:pt x="119" y="269"/>
                    <a:pt x="120" y="269"/>
                    <a:pt x="118" y="261"/>
                  </a:cubicBezTo>
                  <a:cubicBezTo>
                    <a:pt x="118" y="256"/>
                    <a:pt x="117" y="254"/>
                    <a:pt x="118" y="254"/>
                  </a:cubicBezTo>
                  <a:lnTo>
                    <a:pt x="118" y="254"/>
                  </a:lnTo>
                  <a:cubicBezTo>
                    <a:pt x="118" y="254"/>
                    <a:pt x="119" y="256"/>
                    <a:pt x="120" y="260"/>
                  </a:cubicBezTo>
                  <a:cubicBezTo>
                    <a:pt x="123" y="267"/>
                    <a:pt x="124" y="268"/>
                    <a:pt x="124" y="268"/>
                  </a:cubicBezTo>
                  <a:cubicBezTo>
                    <a:pt x="124" y="268"/>
                    <a:pt x="125" y="268"/>
                    <a:pt x="125" y="268"/>
                  </a:cubicBezTo>
                  <a:cubicBezTo>
                    <a:pt x="124" y="263"/>
                    <a:pt x="127" y="260"/>
                    <a:pt x="130" y="260"/>
                  </a:cubicBezTo>
                  <a:cubicBezTo>
                    <a:pt x="132" y="260"/>
                    <a:pt x="135" y="262"/>
                    <a:pt x="136" y="265"/>
                  </a:cubicBezTo>
                  <a:cubicBezTo>
                    <a:pt x="135" y="258"/>
                    <a:pt x="135" y="257"/>
                    <a:pt x="135" y="257"/>
                  </a:cubicBezTo>
                  <a:lnTo>
                    <a:pt x="135" y="257"/>
                  </a:lnTo>
                  <a:cubicBezTo>
                    <a:pt x="137" y="263"/>
                    <a:pt x="138" y="266"/>
                    <a:pt x="139" y="266"/>
                  </a:cubicBezTo>
                  <a:cubicBezTo>
                    <a:pt x="139" y="266"/>
                    <a:pt x="138" y="259"/>
                    <a:pt x="135" y="248"/>
                  </a:cubicBezTo>
                  <a:lnTo>
                    <a:pt x="135" y="248"/>
                  </a:lnTo>
                  <a:cubicBezTo>
                    <a:pt x="136" y="251"/>
                    <a:pt x="136" y="253"/>
                    <a:pt x="137" y="256"/>
                  </a:cubicBezTo>
                  <a:cubicBezTo>
                    <a:pt x="140" y="265"/>
                    <a:pt x="141" y="269"/>
                    <a:pt x="142" y="269"/>
                  </a:cubicBezTo>
                  <a:cubicBezTo>
                    <a:pt x="142" y="269"/>
                    <a:pt x="141" y="265"/>
                    <a:pt x="139" y="256"/>
                  </a:cubicBezTo>
                  <a:cubicBezTo>
                    <a:pt x="137" y="248"/>
                    <a:pt x="136" y="244"/>
                    <a:pt x="137" y="244"/>
                  </a:cubicBezTo>
                  <a:lnTo>
                    <a:pt x="137" y="244"/>
                  </a:lnTo>
                  <a:cubicBezTo>
                    <a:pt x="137" y="244"/>
                    <a:pt x="139" y="248"/>
                    <a:pt x="142" y="256"/>
                  </a:cubicBezTo>
                  <a:cubicBezTo>
                    <a:pt x="144" y="264"/>
                    <a:pt x="145" y="268"/>
                    <a:pt x="145" y="268"/>
                  </a:cubicBezTo>
                  <a:cubicBezTo>
                    <a:pt x="145" y="268"/>
                    <a:pt x="144" y="264"/>
                    <a:pt x="143" y="255"/>
                  </a:cubicBezTo>
                  <a:cubicBezTo>
                    <a:pt x="138" y="237"/>
                    <a:pt x="136" y="226"/>
                    <a:pt x="137" y="226"/>
                  </a:cubicBezTo>
                  <a:lnTo>
                    <a:pt x="137" y="226"/>
                  </a:lnTo>
                  <a:cubicBezTo>
                    <a:pt x="138" y="226"/>
                    <a:pt x="140" y="232"/>
                    <a:pt x="144" y="246"/>
                  </a:cubicBezTo>
                  <a:cubicBezTo>
                    <a:pt x="146" y="255"/>
                    <a:pt x="148" y="263"/>
                    <a:pt x="153" y="271"/>
                  </a:cubicBezTo>
                  <a:cubicBezTo>
                    <a:pt x="152" y="265"/>
                    <a:pt x="151" y="260"/>
                    <a:pt x="148" y="254"/>
                  </a:cubicBezTo>
                  <a:cubicBezTo>
                    <a:pt x="146" y="246"/>
                    <a:pt x="144" y="242"/>
                    <a:pt x="145" y="242"/>
                  </a:cubicBezTo>
                  <a:lnTo>
                    <a:pt x="145" y="242"/>
                  </a:lnTo>
                  <a:cubicBezTo>
                    <a:pt x="145" y="242"/>
                    <a:pt x="147" y="246"/>
                    <a:pt x="151" y="254"/>
                  </a:cubicBezTo>
                  <a:cubicBezTo>
                    <a:pt x="155" y="267"/>
                    <a:pt x="158" y="273"/>
                    <a:pt x="159" y="273"/>
                  </a:cubicBezTo>
                  <a:cubicBezTo>
                    <a:pt x="160" y="273"/>
                    <a:pt x="160" y="268"/>
                    <a:pt x="158" y="261"/>
                  </a:cubicBezTo>
                  <a:cubicBezTo>
                    <a:pt x="158" y="252"/>
                    <a:pt x="158" y="248"/>
                    <a:pt x="159" y="248"/>
                  </a:cubicBezTo>
                  <a:cubicBezTo>
                    <a:pt x="160" y="248"/>
                    <a:pt x="161" y="252"/>
                    <a:pt x="162" y="261"/>
                  </a:cubicBezTo>
                  <a:cubicBezTo>
                    <a:pt x="164" y="270"/>
                    <a:pt x="165" y="274"/>
                    <a:pt x="165" y="274"/>
                  </a:cubicBezTo>
                  <a:cubicBezTo>
                    <a:pt x="165" y="274"/>
                    <a:pt x="165" y="272"/>
                    <a:pt x="164" y="269"/>
                  </a:cubicBezTo>
                  <a:lnTo>
                    <a:pt x="169" y="268"/>
                  </a:lnTo>
                  <a:cubicBezTo>
                    <a:pt x="169" y="263"/>
                    <a:pt x="168" y="259"/>
                    <a:pt x="167" y="255"/>
                  </a:cubicBezTo>
                  <a:lnTo>
                    <a:pt x="167" y="255"/>
                  </a:lnTo>
                  <a:cubicBezTo>
                    <a:pt x="170" y="263"/>
                    <a:pt x="172" y="268"/>
                    <a:pt x="173" y="268"/>
                  </a:cubicBezTo>
                  <a:cubicBezTo>
                    <a:pt x="173" y="268"/>
                    <a:pt x="173" y="265"/>
                    <a:pt x="172" y="259"/>
                  </a:cubicBezTo>
                  <a:lnTo>
                    <a:pt x="173" y="257"/>
                  </a:lnTo>
                  <a:cubicBezTo>
                    <a:pt x="174" y="257"/>
                    <a:pt x="174" y="257"/>
                    <a:pt x="173" y="250"/>
                  </a:cubicBezTo>
                  <a:cubicBezTo>
                    <a:pt x="172" y="247"/>
                    <a:pt x="172" y="246"/>
                    <a:pt x="172" y="246"/>
                  </a:cubicBezTo>
                  <a:lnTo>
                    <a:pt x="172" y="246"/>
                  </a:lnTo>
                  <a:cubicBezTo>
                    <a:pt x="173" y="246"/>
                    <a:pt x="175" y="252"/>
                    <a:pt x="178" y="257"/>
                  </a:cubicBezTo>
                  <a:cubicBezTo>
                    <a:pt x="180" y="263"/>
                    <a:pt x="182" y="269"/>
                    <a:pt x="182" y="269"/>
                  </a:cubicBezTo>
                  <a:cubicBezTo>
                    <a:pt x="182" y="269"/>
                    <a:pt x="182" y="268"/>
                    <a:pt x="181" y="265"/>
                  </a:cubicBezTo>
                  <a:cubicBezTo>
                    <a:pt x="179" y="256"/>
                    <a:pt x="179" y="248"/>
                    <a:pt x="176" y="239"/>
                  </a:cubicBezTo>
                  <a:cubicBezTo>
                    <a:pt x="176" y="237"/>
                    <a:pt x="176" y="236"/>
                    <a:pt x="176" y="236"/>
                  </a:cubicBezTo>
                  <a:lnTo>
                    <a:pt x="176" y="236"/>
                  </a:lnTo>
                  <a:cubicBezTo>
                    <a:pt x="177" y="236"/>
                    <a:pt x="179" y="242"/>
                    <a:pt x="180" y="248"/>
                  </a:cubicBezTo>
                  <a:cubicBezTo>
                    <a:pt x="181" y="254"/>
                    <a:pt x="183" y="259"/>
                    <a:pt x="187" y="264"/>
                  </a:cubicBezTo>
                  <a:cubicBezTo>
                    <a:pt x="187" y="264"/>
                    <a:pt x="189" y="263"/>
                    <a:pt x="187" y="255"/>
                  </a:cubicBezTo>
                  <a:cubicBezTo>
                    <a:pt x="185" y="251"/>
                    <a:pt x="185" y="249"/>
                    <a:pt x="187" y="249"/>
                  </a:cubicBezTo>
                  <a:cubicBezTo>
                    <a:pt x="189" y="249"/>
                    <a:pt x="191" y="250"/>
                    <a:pt x="192" y="254"/>
                  </a:cubicBezTo>
                  <a:lnTo>
                    <a:pt x="193" y="254"/>
                  </a:lnTo>
                  <a:cubicBezTo>
                    <a:pt x="194" y="254"/>
                    <a:pt x="192" y="245"/>
                    <a:pt x="193" y="245"/>
                  </a:cubicBezTo>
                  <a:cubicBezTo>
                    <a:pt x="193" y="245"/>
                    <a:pt x="194" y="245"/>
                    <a:pt x="192" y="237"/>
                  </a:cubicBezTo>
                  <a:cubicBezTo>
                    <a:pt x="192" y="237"/>
                    <a:pt x="193" y="237"/>
                    <a:pt x="193" y="237"/>
                  </a:cubicBezTo>
                  <a:cubicBezTo>
                    <a:pt x="194" y="237"/>
                    <a:pt x="195" y="238"/>
                    <a:pt x="196" y="242"/>
                  </a:cubicBezTo>
                  <a:lnTo>
                    <a:pt x="196" y="242"/>
                  </a:lnTo>
                  <a:cubicBezTo>
                    <a:pt x="194" y="236"/>
                    <a:pt x="193" y="232"/>
                    <a:pt x="193" y="232"/>
                  </a:cubicBezTo>
                  <a:lnTo>
                    <a:pt x="193" y="232"/>
                  </a:lnTo>
                  <a:cubicBezTo>
                    <a:pt x="194" y="232"/>
                    <a:pt x="195" y="236"/>
                    <a:pt x="198" y="244"/>
                  </a:cubicBezTo>
                  <a:cubicBezTo>
                    <a:pt x="200" y="252"/>
                    <a:pt x="201" y="257"/>
                    <a:pt x="201" y="257"/>
                  </a:cubicBezTo>
                  <a:cubicBezTo>
                    <a:pt x="201" y="257"/>
                    <a:pt x="201" y="252"/>
                    <a:pt x="199" y="244"/>
                  </a:cubicBezTo>
                  <a:cubicBezTo>
                    <a:pt x="198" y="240"/>
                    <a:pt x="198" y="238"/>
                    <a:pt x="198" y="238"/>
                  </a:cubicBezTo>
                  <a:lnTo>
                    <a:pt x="198" y="238"/>
                  </a:lnTo>
                  <a:cubicBezTo>
                    <a:pt x="198" y="238"/>
                    <a:pt x="199" y="240"/>
                    <a:pt x="200" y="244"/>
                  </a:cubicBezTo>
                  <a:cubicBezTo>
                    <a:pt x="201" y="248"/>
                    <a:pt x="202" y="250"/>
                    <a:pt x="202" y="250"/>
                  </a:cubicBezTo>
                  <a:cubicBezTo>
                    <a:pt x="203" y="250"/>
                    <a:pt x="202" y="248"/>
                    <a:pt x="201" y="244"/>
                  </a:cubicBezTo>
                  <a:cubicBezTo>
                    <a:pt x="199" y="233"/>
                    <a:pt x="198" y="226"/>
                    <a:pt x="199" y="226"/>
                  </a:cubicBezTo>
                  <a:lnTo>
                    <a:pt x="199" y="226"/>
                  </a:lnTo>
                  <a:cubicBezTo>
                    <a:pt x="199" y="226"/>
                    <a:pt x="201" y="229"/>
                    <a:pt x="202" y="235"/>
                  </a:cubicBezTo>
                  <a:cubicBezTo>
                    <a:pt x="202" y="235"/>
                    <a:pt x="203" y="235"/>
                    <a:pt x="201" y="226"/>
                  </a:cubicBezTo>
                  <a:cubicBezTo>
                    <a:pt x="199" y="218"/>
                    <a:pt x="199" y="214"/>
                    <a:pt x="199" y="214"/>
                  </a:cubicBezTo>
                  <a:lnTo>
                    <a:pt x="199" y="214"/>
                  </a:lnTo>
                  <a:cubicBezTo>
                    <a:pt x="199" y="214"/>
                    <a:pt x="200" y="218"/>
                    <a:pt x="202" y="226"/>
                  </a:cubicBezTo>
                  <a:cubicBezTo>
                    <a:pt x="205" y="234"/>
                    <a:pt x="206" y="238"/>
                    <a:pt x="207" y="238"/>
                  </a:cubicBezTo>
                  <a:cubicBezTo>
                    <a:pt x="207" y="238"/>
                    <a:pt x="206" y="234"/>
                    <a:pt x="204" y="226"/>
                  </a:cubicBezTo>
                  <a:cubicBezTo>
                    <a:pt x="204" y="226"/>
                    <a:pt x="204" y="222"/>
                    <a:pt x="204" y="222"/>
                  </a:cubicBezTo>
                  <a:lnTo>
                    <a:pt x="204" y="222"/>
                  </a:lnTo>
                  <a:cubicBezTo>
                    <a:pt x="205" y="222"/>
                    <a:pt x="205" y="222"/>
                    <a:pt x="206" y="225"/>
                  </a:cubicBezTo>
                  <a:cubicBezTo>
                    <a:pt x="208" y="229"/>
                    <a:pt x="211" y="234"/>
                    <a:pt x="213" y="234"/>
                  </a:cubicBezTo>
                  <a:cubicBezTo>
                    <a:pt x="214" y="234"/>
                    <a:pt x="214" y="231"/>
                    <a:pt x="211" y="224"/>
                  </a:cubicBezTo>
                  <a:lnTo>
                    <a:pt x="213" y="224"/>
                  </a:lnTo>
                  <a:cubicBezTo>
                    <a:pt x="215" y="228"/>
                    <a:pt x="216" y="230"/>
                    <a:pt x="217" y="230"/>
                  </a:cubicBezTo>
                  <a:cubicBezTo>
                    <a:pt x="217" y="230"/>
                    <a:pt x="217" y="228"/>
                    <a:pt x="217" y="224"/>
                  </a:cubicBezTo>
                  <a:lnTo>
                    <a:pt x="216" y="219"/>
                  </a:lnTo>
                  <a:lnTo>
                    <a:pt x="216" y="219"/>
                  </a:lnTo>
                  <a:cubicBezTo>
                    <a:pt x="217" y="223"/>
                    <a:pt x="219" y="227"/>
                    <a:pt x="221" y="230"/>
                  </a:cubicBezTo>
                  <a:cubicBezTo>
                    <a:pt x="222" y="230"/>
                    <a:pt x="222" y="230"/>
                    <a:pt x="220" y="223"/>
                  </a:cubicBezTo>
                  <a:cubicBezTo>
                    <a:pt x="217" y="215"/>
                    <a:pt x="217" y="215"/>
                    <a:pt x="218" y="214"/>
                  </a:cubicBezTo>
                  <a:lnTo>
                    <a:pt x="218" y="214"/>
                  </a:lnTo>
                  <a:cubicBezTo>
                    <a:pt x="221" y="219"/>
                    <a:pt x="224" y="225"/>
                    <a:pt x="225" y="230"/>
                  </a:cubicBezTo>
                  <a:lnTo>
                    <a:pt x="225" y="229"/>
                  </a:lnTo>
                  <a:cubicBezTo>
                    <a:pt x="222" y="220"/>
                    <a:pt x="221" y="216"/>
                    <a:pt x="222" y="216"/>
                  </a:cubicBezTo>
                  <a:lnTo>
                    <a:pt x="222" y="216"/>
                  </a:lnTo>
                  <a:cubicBezTo>
                    <a:pt x="222" y="216"/>
                    <a:pt x="223" y="218"/>
                    <a:pt x="224" y="222"/>
                  </a:cubicBezTo>
                  <a:cubicBezTo>
                    <a:pt x="227" y="229"/>
                    <a:pt x="228" y="229"/>
                    <a:pt x="228" y="229"/>
                  </a:cubicBezTo>
                  <a:cubicBezTo>
                    <a:pt x="227" y="227"/>
                    <a:pt x="227" y="226"/>
                    <a:pt x="227" y="226"/>
                  </a:cubicBezTo>
                  <a:lnTo>
                    <a:pt x="227" y="226"/>
                  </a:lnTo>
                  <a:cubicBezTo>
                    <a:pt x="228" y="226"/>
                    <a:pt x="229" y="229"/>
                    <a:pt x="228" y="229"/>
                  </a:cubicBezTo>
                  <a:lnTo>
                    <a:pt x="230" y="237"/>
                  </a:lnTo>
                  <a:cubicBezTo>
                    <a:pt x="231" y="240"/>
                    <a:pt x="232" y="240"/>
                    <a:pt x="232" y="240"/>
                  </a:cubicBezTo>
                  <a:cubicBezTo>
                    <a:pt x="232" y="240"/>
                    <a:pt x="231" y="235"/>
                    <a:pt x="229" y="229"/>
                  </a:cubicBezTo>
                  <a:lnTo>
                    <a:pt x="230" y="228"/>
                  </a:lnTo>
                  <a:cubicBezTo>
                    <a:pt x="231" y="228"/>
                    <a:pt x="233" y="228"/>
                    <a:pt x="229" y="220"/>
                  </a:cubicBezTo>
                  <a:cubicBezTo>
                    <a:pt x="227" y="215"/>
                    <a:pt x="226" y="209"/>
                    <a:pt x="226" y="204"/>
                  </a:cubicBezTo>
                  <a:lnTo>
                    <a:pt x="226" y="204"/>
                  </a:lnTo>
                  <a:cubicBezTo>
                    <a:pt x="227" y="209"/>
                    <a:pt x="228" y="215"/>
                    <a:pt x="230" y="220"/>
                  </a:cubicBezTo>
                  <a:cubicBezTo>
                    <a:pt x="230" y="220"/>
                    <a:pt x="230" y="220"/>
                    <a:pt x="230" y="220"/>
                  </a:cubicBezTo>
                  <a:cubicBezTo>
                    <a:pt x="232" y="220"/>
                    <a:pt x="234" y="228"/>
                    <a:pt x="234" y="228"/>
                  </a:cubicBezTo>
                  <a:cubicBezTo>
                    <a:pt x="235" y="235"/>
                    <a:pt x="237" y="238"/>
                    <a:pt x="237" y="238"/>
                  </a:cubicBezTo>
                  <a:cubicBezTo>
                    <a:pt x="238" y="238"/>
                    <a:pt x="238" y="232"/>
                    <a:pt x="237" y="227"/>
                  </a:cubicBezTo>
                  <a:cubicBezTo>
                    <a:pt x="235" y="219"/>
                    <a:pt x="235" y="215"/>
                    <a:pt x="235" y="215"/>
                  </a:cubicBezTo>
                  <a:lnTo>
                    <a:pt x="235" y="215"/>
                  </a:lnTo>
                  <a:cubicBezTo>
                    <a:pt x="236" y="215"/>
                    <a:pt x="237" y="219"/>
                    <a:pt x="239" y="227"/>
                  </a:cubicBezTo>
                  <a:cubicBezTo>
                    <a:pt x="240" y="231"/>
                    <a:pt x="241" y="233"/>
                    <a:pt x="241" y="233"/>
                  </a:cubicBezTo>
                  <a:cubicBezTo>
                    <a:pt x="242" y="233"/>
                    <a:pt x="240" y="220"/>
                    <a:pt x="235" y="201"/>
                  </a:cubicBezTo>
                  <a:lnTo>
                    <a:pt x="229" y="177"/>
                  </a:lnTo>
                  <a:lnTo>
                    <a:pt x="236" y="201"/>
                  </a:lnTo>
                  <a:cubicBezTo>
                    <a:pt x="242" y="220"/>
                    <a:pt x="244" y="228"/>
                    <a:pt x="245" y="228"/>
                  </a:cubicBezTo>
                  <a:cubicBezTo>
                    <a:pt x="245" y="228"/>
                    <a:pt x="245" y="224"/>
                    <a:pt x="244" y="217"/>
                  </a:cubicBezTo>
                  <a:cubicBezTo>
                    <a:pt x="243" y="213"/>
                    <a:pt x="243" y="211"/>
                    <a:pt x="243" y="211"/>
                  </a:cubicBezTo>
                  <a:lnTo>
                    <a:pt x="243" y="211"/>
                  </a:lnTo>
                  <a:cubicBezTo>
                    <a:pt x="243" y="211"/>
                    <a:pt x="244" y="213"/>
                    <a:pt x="245" y="217"/>
                  </a:cubicBezTo>
                  <a:cubicBezTo>
                    <a:pt x="247" y="225"/>
                    <a:pt x="248" y="225"/>
                    <a:pt x="250" y="225"/>
                  </a:cubicBezTo>
                  <a:cubicBezTo>
                    <a:pt x="253" y="224"/>
                    <a:pt x="254" y="224"/>
                    <a:pt x="252" y="216"/>
                  </a:cubicBezTo>
                  <a:lnTo>
                    <a:pt x="253" y="216"/>
                  </a:lnTo>
                  <a:cubicBezTo>
                    <a:pt x="255" y="222"/>
                    <a:pt x="256" y="224"/>
                    <a:pt x="257" y="224"/>
                  </a:cubicBezTo>
                  <a:cubicBezTo>
                    <a:pt x="258" y="224"/>
                    <a:pt x="256" y="217"/>
                    <a:pt x="253" y="207"/>
                  </a:cubicBezTo>
                  <a:lnTo>
                    <a:pt x="254" y="207"/>
                  </a:lnTo>
                  <a:lnTo>
                    <a:pt x="256" y="215"/>
                  </a:lnTo>
                  <a:cubicBezTo>
                    <a:pt x="258" y="220"/>
                    <a:pt x="259" y="222"/>
                    <a:pt x="262" y="222"/>
                  </a:cubicBezTo>
                  <a:cubicBezTo>
                    <a:pt x="263" y="222"/>
                    <a:pt x="265" y="222"/>
                    <a:pt x="266" y="222"/>
                  </a:cubicBezTo>
                  <a:cubicBezTo>
                    <a:pt x="274" y="220"/>
                    <a:pt x="274" y="219"/>
                    <a:pt x="270" y="204"/>
                  </a:cubicBezTo>
                  <a:cubicBezTo>
                    <a:pt x="268" y="195"/>
                    <a:pt x="267" y="191"/>
                    <a:pt x="268" y="191"/>
                  </a:cubicBezTo>
                  <a:lnTo>
                    <a:pt x="268" y="191"/>
                  </a:lnTo>
                  <a:cubicBezTo>
                    <a:pt x="268" y="191"/>
                    <a:pt x="270" y="195"/>
                    <a:pt x="272" y="204"/>
                  </a:cubicBezTo>
                  <a:cubicBezTo>
                    <a:pt x="273" y="206"/>
                    <a:pt x="274" y="209"/>
                    <a:pt x="274" y="211"/>
                  </a:cubicBezTo>
                  <a:lnTo>
                    <a:pt x="274" y="211"/>
                  </a:lnTo>
                  <a:cubicBezTo>
                    <a:pt x="275" y="211"/>
                    <a:pt x="277" y="212"/>
                    <a:pt x="280" y="219"/>
                  </a:cubicBezTo>
                  <a:cubicBezTo>
                    <a:pt x="282" y="226"/>
                    <a:pt x="284" y="228"/>
                    <a:pt x="284" y="228"/>
                  </a:cubicBezTo>
                  <a:cubicBezTo>
                    <a:pt x="285" y="228"/>
                    <a:pt x="284" y="223"/>
                    <a:pt x="283" y="218"/>
                  </a:cubicBezTo>
                  <a:lnTo>
                    <a:pt x="283" y="218"/>
                  </a:lnTo>
                  <a:cubicBezTo>
                    <a:pt x="285" y="224"/>
                    <a:pt x="288" y="229"/>
                    <a:pt x="288" y="229"/>
                  </a:cubicBezTo>
                  <a:cubicBezTo>
                    <a:pt x="288" y="229"/>
                    <a:pt x="288" y="228"/>
                    <a:pt x="287" y="226"/>
                  </a:cubicBezTo>
                  <a:cubicBezTo>
                    <a:pt x="286" y="221"/>
                    <a:pt x="287" y="215"/>
                    <a:pt x="288" y="215"/>
                  </a:cubicBezTo>
                  <a:cubicBezTo>
                    <a:pt x="290" y="215"/>
                    <a:pt x="291" y="218"/>
                    <a:pt x="293" y="225"/>
                  </a:cubicBezTo>
                  <a:lnTo>
                    <a:pt x="294" y="225"/>
                  </a:lnTo>
                  <a:cubicBezTo>
                    <a:pt x="292" y="216"/>
                    <a:pt x="293" y="216"/>
                    <a:pt x="295" y="216"/>
                  </a:cubicBezTo>
                  <a:cubicBezTo>
                    <a:pt x="296" y="216"/>
                    <a:pt x="296" y="215"/>
                    <a:pt x="296" y="215"/>
                  </a:cubicBezTo>
                  <a:cubicBezTo>
                    <a:pt x="297" y="215"/>
                    <a:pt x="298" y="217"/>
                    <a:pt x="300" y="224"/>
                  </a:cubicBezTo>
                  <a:cubicBezTo>
                    <a:pt x="300" y="228"/>
                    <a:pt x="301" y="230"/>
                    <a:pt x="301" y="230"/>
                  </a:cubicBezTo>
                  <a:cubicBezTo>
                    <a:pt x="302" y="230"/>
                    <a:pt x="302" y="227"/>
                    <a:pt x="302" y="223"/>
                  </a:cubicBezTo>
                  <a:cubicBezTo>
                    <a:pt x="302" y="223"/>
                    <a:pt x="299" y="206"/>
                    <a:pt x="299" y="206"/>
                  </a:cubicBezTo>
                  <a:cubicBezTo>
                    <a:pt x="298" y="201"/>
                    <a:pt x="296" y="195"/>
                    <a:pt x="296" y="189"/>
                  </a:cubicBezTo>
                  <a:lnTo>
                    <a:pt x="296" y="189"/>
                  </a:lnTo>
                  <a:lnTo>
                    <a:pt x="299" y="198"/>
                  </a:lnTo>
                  <a:cubicBezTo>
                    <a:pt x="301" y="206"/>
                    <a:pt x="303" y="214"/>
                    <a:pt x="303" y="214"/>
                  </a:cubicBezTo>
                  <a:cubicBezTo>
                    <a:pt x="304" y="214"/>
                    <a:pt x="304" y="214"/>
                    <a:pt x="302" y="206"/>
                  </a:cubicBezTo>
                  <a:lnTo>
                    <a:pt x="302" y="206"/>
                  </a:lnTo>
                  <a:cubicBezTo>
                    <a:pt x="305" y="212"/>
                    <a:pt x="306" y="213"/>
                    <a:pt x="307" y="213"/>
                  </a:cubicBezTo>
                  <a:cubicBezTo>
                    <a:pt x="307" y="213"/>
                    <a:pt x="307" y="213"/>
                    <a:pt x="308" y="213"/>
                  </a:cubicBezTo>
                  <a:cubicBezTo>
                    <a:pt x="310" y="213"/>
                    <a:pt x="311" y="213"/>
                    <a:pt x="310" y="204"/>
                  </a:cubicBezTo>
                  <a:lnTo>
                    <a:pt x="310" y="204"/>
                  </a:lnTo>
                  <a:cubicBezTo>
                    <a:pt x="313" y="212"/>
                    <a:pt x="315" y="216"/>
                    <a:pt x="316" y="216"/>
                  </a:cubicBezTo>
                  <a:cubicBezTo>
                    <a:pt x="318" y="216"/>
                    <a:pt x="318" y="211"/>
                    <a:pt x="316" y="202"/>
                  </a:cubicBezTo>
                  <a:cubicBezTo>
                    <a:pt x="314" y="199"/>
                    <a:pt x="314" y="197"/>
                    <a:pt x="315" y="197"/>
                  </a:cubicBezTo>
                  <a:lnTo>
                    <a:pt x="315" y="197"/>
                  </a:lnTo>
                  <a:cubicBezTo>
                    <a:pt x="315" y="197"/>
                    <a:pt x="316" y="199"/>
                    <a:pt x="318" y="202"/>
                  </a:cubicBezTo>
                  <a:cubicBezTo>
                    <a:pt x="319" y="206"/>
                    <a:pt x="320" y="208"/>
                    <a:pt x="320" y="208"/>
                  </a:cubicBezTo>
                  <a:cubicBezTo>
                    <a:pt x="321" y="208"/>
                    <a:pt x="320" y="206"/>
                    <a:pt x="319" y="202"/>
                  </a:cubicBezTo>
                  <a:cubicBezTo>
                    <a:pt x="319" y="200"/>
                    <a:pt x="319" y="198"/>
                    <a:pt x="319" y="198"/>
                  </a:cubicBezTo>
                  <a:cubicBezTo>
                    <a:pt x="320" y="198"/>
                    <a:pt x="322" y="204"/>
                    <a:pt x="323" y="210"/>
                  </a:cubicBezTo>
                  <a:cubicBezTo>
                    <a:pt x="327" y="219"/>
                    <a:pt x="328" y="223"/>
                    <a:pt x="329" y="223"/>
                  </a:cubicBezTo>
                  <a:cubicBezTo>
                    <a:pt x="330" y="223"/>
                    <a:pt x="329" y="221"/>
                    <a:pt x="329" y="217"/>
                  </a:cubicBezTo>
                  <a:cubicBezTo>
                    <a:pt x="328" y="209"/>
                    <a:pt x="329" y="209"/>
                    <a:pt x="330" y="208"/>
                  </a:cubicBezTo>
                  <a:cubicBezTo>
                    <a:pt x="330" y="202"/>
                    <a:pt x="329" y="197"/>
                    <a:pt x="327" y="192"/>
                  </a:cubicBezTo>
                  <a:cubicBezTo>
                    <a:pt x="325" y="183"/>
                    <a:pt x="323" y="176"/>
                    <a:pt x="323" y="176"/>
                  </a:cubicBezTo>
                  <a:cubicBezTo>
                    <a:pt x="323" y="172"/>
                    <a:pt x="323" y="171"/>
                    <a:pt x="323" y="171"/>
                  </a:cubicBezTo>
                  <a:lnTo>
                    <a:pt x="323" y="171"/>
                  </a:lnTo>
                  <a:cubicBezTo>
                    <a:pt x="324" y="171"/>
                    <a:pt x="325" y="175"/>
                    <a:pt x="325" y="176"/>
                  </a:cubicBezTo>
                  <a:cubicBezTo>
                    <a:pt x="325" y="181"/>
                    <a:pt x="326" y="187"/>
                    <a:pt x="329" y="191"/>
                  </a:cubicBezTo>
                  <a:cubicBezTo>
                    <a:pt x="332" y="199"/>
                    <a:pt x="333" y="199"/>
                    <a:pt x="335" y="199"/>
                  </a:cubicBezTo>
                  <a:lnTo>
                    <a:pt x="338" y="198"/>
                  </a:lnTo>
                  <a:cubicBezTo>
                    <a:pt x="340" y="202"/>
                    <a:pt x="341" y="204"/>
                    <a:pt x="342" y="204"/>
                  </a:cubicBezTo>
                  <a:cubicBezTo>
                    <a:pt x="342" y="204"/>
                    <a:pt x="341" y="202"/>
                    <a:pt x="340" y="198"/>
                  </a:cubicBezTo>
                  <a:lnTo>
                    <a:pt x="338" y="189"/>
                  </a:lnTo>
                  <a:lnTo>
                    <a:pt x="338" y="189"/>
                  </a:lnTo>
                  <a:cubicBezTo>
                    <a:pt x="341" y="197"/>
                    <a:pt x="344" y="201"/>
                    <a:pt x="346" y="201"/>
                  </a:cubicBezTo>
                  <a:cubicBezTo>
                    <a:pt x="349" y="201"/>
                    <a:pt x="350" y="196"/>
                    <a:pt x="348" y="188"/>
                  </a:cubicBezTo>
                  <a:cubicBezTo>
                    <a:pt x="347" y="185"/>
                    <a:pt x="347" y="184"/>
                    <a:pt x="347" y="184"/>
                  </a:cubicBezTo>
                  <a:lnTo>
                    <a:pt x="347" y="184"/>
                  </a:lnTo>
                  <a:cubicBezTo>
                    <a:pt x="347" y="184"/>
                    <a:pt x="349" y="190"/>
                    <a:pt x="351" y="196"/>
                  </a:cubicBezTo>
                  <a:cubicBezTo>
                    <a:pt x="354" y="204"/>
                    <a:pt x="354" y="204"/>
                    <a:pt x="356" y="204"/>
                  </a:cubicBezTo>
                  <a:cubicBezTo>
                    <a:pt x="357" y="204"/>
                    <a:pt x="357" y="195"/>
                    <a:pt x="359" y="193"/>
                  </a:cubicBezTo>
                  <a:cubicBezTo>
                    <a:pt x="363" y="193"/>
                    <a:pt x="365" y="192"/>
                    <a:pt x="363" y="185"/>
                  </a:cubicBezTo>
                  <a:cubicBezTo>
                    <a:pt x="364" y="185"/>
                    <a:pt x="364" y="185"/>
                    <a:pt x="366" y="192"/>
                  </a:cubicBezTo>
                  <a:cubicBezTo>
                    <a:pt x="367" y="199"/>
                    <a:pt x="368" y="201"/>
                    <a:pt x="368" y="201"/>
                  </a:cubicBezTo>
                  <a:cubicBezTo>
                    <a:pt x="369" y="201"/>
                    <a:pt x="369" y="200"/>
                    <a:pt x="369" y="200"/>
                  </a:cubicBezTo>
                  <a:cubicBezTo>
                    <a:pt x="368" y="195"/>
                    <a:pt x="367" y="189"/>
                    <a:pt x="365" y="185"/>
                  </a:cubicBezTo>
                  <a:cubicBezTo>
                    <a:pt x="364" y="180"/>
                    <a:pt x="363" y="178"/>
                    <a:pt x="364" y="178"/>
                  </a:cubicBezTo>
                  <a:lnTo>
                    <a:pt x="364" y="178"/>
                  </a:lnTo>
                  <a:cubicBezTo>
                    <a:pt x="365" y="178"/>
                    <a:pt x="366" y="180"/>
                    <a:pt x="368" y="183"/>
                  </a:cubicBezTo>
                  <a:cubicBezTo>
                    <a:pt x="370" y="187"/>
                    <a:pt x="372" y="189"/>
                    <a:pt x="373" y="189"/>
                  </a:cubicBezTo>
                  <a:cubicBezTo>
                    <a:pt x="374" y="189"/>
                    <a:pt x="374" y="187"/>
                    <a:pt x="374" y="182"/>
                  </a:cubicBezTo>
                  <a:cubicBezTo>
                    <a:pt x="375" y="182"/>
                    <a:pt x="376" y="182"/>
                    <a:pt x="378" y="190"/>
                  </a:cubicBezTo>
                  <a:cubicBezTo>
                    <a:pt x="380" y="195"/>
                    <a:pt x="382" y="199"/>
                    <a:pt x="382" y="199"/>
                  </a:cubicBezTo>
                  <a:cubicBezTo>
                    <a:pt x="383" y="199"/>
                    <a:pt x="383" y="196"/>
                    <a:pt x="382" y="189"/>
                  </a:cubicBezTo>
                  <a:cubicBezTo>
                    <a:pt x="383" y="189"/>
                    <a:pt x="383" y="189"/>
                    <a:pt x="385" y="197"/>
                  </a:cubicBezTo>
                  <a:cubicBezTo>
                    <a:pt x="387" y="202"/>
                    <a:pt x="389" y="207"/>
                    <a:pt x="389" y="207"/>
                  </a:cubicBezTo>
                  <a:cubicBezTo>
                    <a:pt x="389" y="207"/>
                    <a:pt x="388" y="204"/>
                    <a:pt x="386" y="197"/>
                  </a:cubicBezTo>
                  <a:cubicBezTo>
                    <a:pt x="386" y="193"/>
                    <a:pt x="387" y="190"/>
                    <a:pt x="388" y="190"/>
                  </a:cubicBezTo>
                  <a:cubicBezTo>
                    <a:pt x="389" y="190"/>
                    <a:pt x="390" y="192"/>
                    <a:pt x="392" y="196"/>
                  </a:cubicBezTo>
                  <a:cubicBezTo>
                    <a:pt x="393" y="196"/>
                    <a:pt x="394" y="196"/>
                    <a:pt x="392" y="188"/>
                  </a:cubicBezTo>
                  <a:cubicBezTo>
                    <a:pt x="390" y="181"/>
                    <a:pt x="389" y="176"/>
                    <a:pt x="389" y="176"/>
                  </a:cubicBezTo>
                  <a:lnTo>
                    <a:pt x="389" y="176"/>
                  </a:lnTo>
                  <a:cubicBezTo>
                    <a:pt x="389" y="176"/>
                    <a:pt x="389" y="177"/>
                    <a:pt x="390" y="179"/>
                  </a:cubicBezTo>
                  <a:cubicBezTo>
                    <a:pt x="392" y="187"/>
                    <a:pt x="394" y="192"/>
                    <a:pt x="394" y="192"/>
                  </a:cubicBezTo>
                  <a:cubicBezTo>
                    <a:pt x="394" y="192"/>
                    <a:pt x="393" y="187"/>
                    <a:pt x="391" y="179"/>
                  </a:cubicBezTo>
                  <a:cubicBezTo>
                    <a:pt x="390" y="175"/>
                    <a:pt x="389" y="173"/>
                    <a:pt x="390" y="173"/>
                  </a:cubicBezTo>
                  <a:lnTo>
                    <a:pt x="390" y="173"/>
                  </a:lnTo>
                  <a:cubicBezTo>
                    <a:pt x="390" y="173"/>
                    <a:pt x="391" y="175"/>
                    <a:pt x="392" y="179"/>
                  </a:cubicBezTo>
                  <a:cubicBezTo>
                    <a:pt x="395" y="187"/>
                    <a:pt x="395" y="187"/>
                    <a:pt x="395" y="187"/>
                  </a:cubicBezTo>
                  <a:cubicBezTo>
                    <a:pt x="396" y="187"/>
                    <a:pt x="399" y="178"/>
                    <a:pt x="402" y="177"/>
                  </a:cubicBezTo>
                  <a:cubicBezTo>
                    <a:pt x="409" y="176"/>
                    <a:pt x="411" y="174"/>
                    <a:pt x="409" y="167"/>
                  </a:cubicBezTo>
                  <a:cubicBezTo>
                    <a:pt x="408" y="163"/>
                    <a:pt x="407" y="161"/>
                    <a:pt x="407" y="161"/>
                  </a:cubicBezTo>
                  <a:lnTo>
                    <a:pt x="407" y="161"/>
                  </a:lnTo>
                  <a:cubicBezTo>
                    <a:pt x="407" y="161"/>
                    <a:pt x="408" y="163"/>
                    <a:pt x="410" y="167"/>
                  </a:cubicBezTo>
                  <a:cubicBezTo>
                    <a:pt x="413" y="174"/>
                    <a:pt x="414" y="174"/>
                    <a:pt x="414" y="174"/>
                  </a:cubicBezTo>
                  <a:cubicBezTo>
                    <a:pt x="414" y="174"/>
                    <a:pt x="415" y="174"/>
                    <a:pt x="415" y="174"/>
                  </a:cubicBezTo>
                  <a:cubicBezTo>
                    <a:pt x="416" y="174"/>
                    <a:pt x="417" y="175"/>
                    <a:pt x="419" y="182"/>
                  </a:cubicBezTo>
                  <a:cubicBezTo>
                    <a:pt x="418" y="173"/>
                    <a:pt x="418" y="173"/>
                    <a:pt x="418" y="173"/>
                  </a:cubicBezTo>
                  <a:lnTo>
                    <a:pt x="418" y="173"/>
                  </a:lnTo>
                  <a:cubicBezTo>
                    <a:pt x="419" y="177"/>
                    <a:pt x="420" y="179"/>
                    <a:pt x="420" y="179"/>
                  </a:cubicBezTo>
                  <a:cubicBezTo>
                    <a:pt x="420" y="179"/>
                    <a:pt x="420" y="177"/>
                    <a:pt x="420" y="173"/>
                  </a:cubicBezTo>
                  <a:lnTo>
                    <a:pt x="420" y="173"/>
                  </a:lnTo>
                  <a:cubicBezTo>
                    <a:pt x="421" y="179"/>
                    <a:pt x="425" y="184"/>
                    <a:pt x="425" y="184"/>
                  </a:cubicBezTo>
                  <a:cubicBezTo>
                    <a:pt x="426" y="184"/>
                    <a:pt x="425" y="183"/>
                    <a:pt x="424" y="181"/>
                  </a:cubicBezTo>
                  <a:cubicBezTo>
                    <a:pt x="423" y="176"/>
                    <a:pt x="422" y="170"/>
                    <a:pt x="422" y="164"/>
                  </a:cubicBezTo>
                  <a:cubicBezTo>
                    <a:pt x="422" y="164"/>
                    <a:pt x="423" y="164"/>
                    <a:pt x="423" y="164"/>
                  </a:cubicBezTo>
                  <a:cubicBezTo>
                    <a:pt x="423" y="164"/>
                    <a:pt x="424" y="165"/>
                    <a:pt x="425" y="172"/>
                  </a:cubicBezTo>
                  <a:cubicBezTo>
                    <a:pt x="426" y="174"/>
                    <a:pt x="427" y="175"/>
                    <a:pt x="428" y="175"/>
                  </a:cubicBezTo>
                  <a:cubicBezTo>
                    <a:pt x="430" y="175"/>
                    <a:pt x="430" y="169"/>
                    <a:pt x="429" y="162"/>
                  </a:cubicBezTo>
                  <a:cubicBezTo>
                    <a:pt x="428" y="158"/>
                    <a:pt x="427" y="156"/>
                    <a:pt x="428" y="156"/>
                  </a:cubicBezTo>
                  <a:lnTo>
                    <a:pt x="428" y="156"/>
                  </a:lnTo>
                  <a:cubicBezTo>
                    <a:pt x="428" y="156"/>
                    <a:pt x="429" y="158"/>
                    <a:pt x="430" y="162"/>
                  </a:cubicBezTo>
                  <a:cubicBezTo>
                    <a:pt x="432" y="169"/>
                    <a:pt x="433" y="170"/>
                    <a:pt x="433" y="170"/>
                  </a:cubicBezTo>
                  <a:cubicBezTo>
                    <a:pt x="433" y="170"/>
                    <a:pt x="433" y="170"/>
                    <a:pt x="433" y="170"/>
                  </a:cubicBezTo>
                  <a:cubicBezTo>
                    <a:pt x="433" y="168"/>
                    <a:pt x="433" y="167"/>
                    <a:pt x="433" y="167"/>
                  </a:cubicBezTo>
                  <a:lnTo>
                    <a:pt x="433" y="167"/>
                  </a:lnTo>
                  <a:cubicBezTo>
                    <a:pt x="434" y="167"/>
                    <a:pt x="435" y="172"/>
                    <a:pt x="437" y="178"/>
                  </a:cubicBezTo>
                  <a:cubicBezTo>
                    <a:pt x="438" y="184"/>
                    <a:pt x="439" y="186"/>
                    <a:pt x="440" y="186"/>
                  </a:cubicBezTo>
                  <a:cubicBezTo>
                    <a:pt x="440" y="186"/>
                    <a:pt x="441" y="186"/>
                    <a:pt x="441" y="186"/>
                  </a:cubicBezTo>
                  <a:cubicBezTo>
                    <a:pt x="439" y="178"/>
                    <a:pt x="442" y="177"/>
                    <a:pt x="445" y="177"/>
                  </a:cubicBezTo>
                  <a:cubicBezTo>
                    <a:pt x="449" y="176"/>
                    <a:pt x="447" y="168"/>
                    <a:pt x="445" y="151"/>
                  </a:cubicBezTo>
                  <a:lnTo>
                    <a:pt x="445" y="151"/>
                  </a:lnTo>
                  <a:cubicBezTo>
                    <a:pt x="448" y="159"/>
                    <a:pt x="452" y="176"/>
                    <a:pt x="452" y="176"/>
                  </a:cubicBezTo>
                  <a:cubicBezTo>
                    <a:pt x="452" y="170"/>
                    <a:pt x="451" y="164"/>
                    <a:pt x="449" y="159"/>
                  </a:cubicBezTo>
                  <a:cubicBezTo>
                    <a:pt x="448" y="154"/>
                    <a:pt x="448" y="152"/>
                    <a:pt x="448" y="152"/>
                  </a:cubicBezTo>
                  <a:lnTo>
                    <a:pt x="448" y="152"/>
                  </a:lnTo>
                  <a:cubicBezTo>
                    <a:pt x="449" y="152"/>
                    <a:pt x="450" y="154"/>
                    <a:pt x="451" y="158"/>
                  </a:cubicBezTo>
                  <a:cubicBezTo>
                    <a:pt x="454" y="162"/>
                    <a:pt x="455" y="163"/>
                    <a:pt x="455" y="163"/>
                  </a:cubicBezTo>
                  <a:cubicBezTo>
                    <a:pt x="455" y="163"/>
                    <a:pt x="455" y="162"/>
                    <a:pt x="455" y="158"/>
                  </a:cubicBezTo>
                  <a:cubicBezTo>
                    <a:pt x="456" y="158"/>
                    <a:pt x="456" y="158"/>
                    <a:pt x="459" y="165"/>
                  </a:cubicBezTo>
                  <a:cubicBezTo>
                    <a:pt x="460" y="165"/>
                    <a:pt x="460" y="165"/>
                    <a:pt x="458" y="156"/>
                  </a:cubicBezTo>
                  <a:cubicBezTo>
                    <a:pt x="457" y="153"/>
                    <a:pt x="456" y="151"/>
                    <a:pt x="456" y="151"/>
                  </a:cubicBezTo>
                  <a:lnTo>
                    <a:pt x="456" y="151"/>
                  </a:lnTo>
                  <a:cubicBezTo>
                    <a:pt x="457" y="151"/>
                    <a:pt x="457" y="153"/>
                    <a:pt x="459" y="156"/>
                  </a:cubicBezTo>
                  <a:cubicBezTo>
                    <a:pt x="462" y="166"/>
                    <a:pt x="465" y="169"/>
                    <a:pt x="465" y="169"/>
                  </a:cubicBezTo>
                  <a:cubicBezTo>
                    <a:pt x="466" y="169"/>
                    <a:pt x="466" y="168"/>
                    <a:pt x="465" y="164"/>
                  </a:cubicBezTo>
                  <a:cubicBezTo>
                    <a:pt x="462" y="155"/>
                    <a:pt x="464" y="155"/>
                    <a:pt x="464" y="155"/>
                  </a:cubicBezTo>
                  <a:cubicBezTo>
                    <a:pt x="465" y="155"/>
                    <a:pt x="466" y="155"/>
                    <a:pt x="464" y="146"/>
                  </a:cubicBezTo>
                  <a:lnTo>
                    <a:pt x="466" y="146"/>
                  </a:lnTo>
                  <a:cubicBezTo>
                    <a:pt x="467" y="149"/>
                    <a:pt x="467" y="152"/>
                    <a:pt x="467" y="155"/>
                  </a:cubicBezTo>
                  <a:lnTo>
                    <a:pt x="470" y="163"/>
                  </a:lnTo>
                  <a:cubicBezTo>
                    <a:pt x="471" y="162"/>
                    <a:pt x="473" y="162"/>
                    <a:pt x="471" y="154"/>
                  </a:cubicBezTo>
                  <a:lnTo>
                    <a:pt x="471" y="154"/>
                  </a:lnTo>
                  <a:cubicBezTo>
                    <a:pt x="474" y="160"/>
                    <a:pt x="476" y="165"/>
                    <a:pt x="476" y="165"/>
                  </a:cubicBezTo>
                  <a:cubicBezTo>
                    <a:pt x="476" y="165"/>
                    <a:pt x="476" y="164"/>
                    <a:pt x="476" y="162"/>
                  </a:cubicBezTo>
                  <a:cubicBezTo>
                    <a:pt x="474" y="155"/>
                    <a:pt x="474" y="152"/>
                    <a:pt x="474" y="152"/>
                  </a:cubicBezTo>
                  <a:lnTo>
                    <a:pt x="474" y="152"/>
                  </a:lnTo>
                  <a:cubicBezTo>
                    <a:pt x="475" y="152"/>
                    <a:pt x="476" y="157"/>
                    <a:pt x="477" y="161"/>
                  </a:cubicBezTo>
                  <a:cubicBezTo>
                    <a:pt x="479" y="169"/>
                    <a:pt x="480" y="174"/>
                    <a:pt x="481" y="174"/>
                  </a:cubicBezTo>
                  <a:cubicBezTo>
                    <a:pt x="481" y="174"/>
                    <a:pt x="481" y="169"/>
                    <a:pt x="480" y="161"/>
                  </a:cubicBezTo>
                  <a:cubicBezTo>
                    <a:pt x="482" y="161"/>
                    <a:pt x="483" y="152"/>
                    <a:pt x="485" y="151"/>
                  </a:cubicBezTo>
                  <a:cubicBezTo>
                    <a:pt x="486" y="151"/>
                    <a:pt x="486" y="151"/>
                    <a:pt x="487" y="151"/>
                  </a:cubicBezTo>
                  <a:cubicBezTo>
                    <a:pt x="489" y="151"/>
                    <a:pt x="490" y="152"/>
                    <a:pt x="493" y="159"/>
                  </a:cubicBezTo>
                  <a:cubicBezTo>
                    <a:pt x="493" y="161"/>
                    <a:pt x="494" y="162"/>
                    <a:pt x="494" y="164"/>
                  </a:cubicBezTo>
                  <a:lnTo>
                    <a:pt x="494" y="164"/>
                  </a:lnTo>
                  <a:cubicBezTo>
                    <a:pt x="491" y="150"/>
                    <a:pt x="491" y="150"/>
                    <a:pt x="494" y="150"/>
                  </a:cubicBezTo>
                  <a:cubicBezTo>
                    <a:pt x="495" y="152"/>
                    <a:pt x="496" y="153"/>
                    <a:pt x="496" y="153"/>
                  </a:cubicBezTo>
                  <a:cubicBezTo>
                    <a:pt x="498" y="153"/>
                    <a:pt x="497" y="146"/>
                    <a:pt x="496" y="141"/>
                  </a:cubicBezTo>
                  <a:lnTo>
                    <a:pt x="494" y="141"/>
                  </a:lnTo>
                  <a:cubicBezTo>
                    <a:pt x="491" y="131"/>
                    <a:pt x="491" y="127"/>
                    <a:pt x="491" y="127"/>
                  </a:cubicBezTo>
                  <a:lnTo>
                    <a:pt x="491" y="127"/>
                  </a:lnTo>
                  <a:cubicBezTo>
                    <a:pt x="492" y="127"/>
                    <a:pt x="493" y="129"/>
                    <a:pt x="494" y="132"/>
                  </a:cubicBezTo>
                  <a:cubicBezTo>
                    <a:pt x="497" y="137"/>
                    <a:pt x="498" y="143"/>
                    <a:pt x="500" y="149"/>
                  </a:cubicBezTo>
                  <a:cubicBezTo>
                    <a:pt x="501" y="154"/>
                    <a:pt x="503" y="159"/>
                    <a:pt x="506" y="164"/>
                  </a:cubicBezTo>
                  <a:cubicBezTo>
                    <a:pt x="507" y="164"/>
                    <a:pt x="507" y="164"/>
                    <a:pt x="504" y="155"/>
                  </a:cubicBezTo>
                  <a:cubicBezTo>
                    <a:pt x="502" y="147"/>
                    <a:pt x="502" y="147"/>
                    <a:pt x="503" y="147"/>
                  </a:cubicBezTo>
                  <a:cubicBezTo>
                    <a:pt x="504" y="147"/>
                    <a:pt x="505" y="147"/>
                    <a:pt x="503" y="139"/>
                  </a:cubicBezTo>
                  <a:cubicBezTo>
                    <a:pt x="501" y="131"/>
                    <a:pt x="502" y="131"/>
                    <a:pt x="502" y="131"/>
                  </a:cubicBezTo>
                  <a:lnTo>
                    <a:pt x="502" y="131"/>
                  </a:lnTo>
                  <a:cubicBezTo>
                    <a:pt x="504" y="137"/>
                    <a:pt x="506" y="137"/>
                    <a:pt x="507" y="137"/>
                  </a:cubicBezTo>
                  <a:cubicBezTo>
                    <a:pt x="507" y="137"/>
                    <a:pt x="507" y="137"/>
                    <a:pt x="507" y="137"/>
                  </a:cubicBezTo>
                  <a:lnTo>
                    <a:pt x="510" y="146"/>
                  </a:lnTo>
                  <a:cubicBezTo>
                    <a:pt x="512" y="154"/>
                    <a:pt x="515" y="162"/>
                    <a:pt x="515" y="162"/>
                  </a:cubicBezTo>
                  <a:cubicBezTo>
                    <a:pt x="515" y="162"/>
                    <a:pt x="513" y="154"/>
                    <a:pt x="513" y="154"/>
                  </a:cubicBezTo>
                  <a:cubicBezTo>
                    <a:pt x="511" y="145"/>
                    <a:pt x="530" y="142"/>
                    <a:pt x="532" y="141"/>
                  </a:cubicBezTo>
                  <a:cubicBezTo>
                    <a:pt x="534" y="145"/>
                    <a:pt x="536" y="147"/>
                    <a:pt x="537" y="147"/>
                  </a:cubicBezTo>
                  <a:cubicBezTo>
                    <a:pt x="537" y="147"/>
                    <a:pt x="537" y="145"/>
                    <a:pt x="535" y="141"/>
                  </a:cubicBezTo>
                  <a:cubicBezTo>
                    <a:pt x="533" y="133"/>
                    <a:pt x="538" y="132"/>
                    <a:pt x="542" y="131"/>
                  </a:cubicBezTo>
                  <a:cubicBezTo>
                    <a:pt x="548" y="130"/>
                    <a:pt x="551" y="128"/>
                    <a:pt x="549" y="121"/>
                  </a:cubicBezTo>
                  <a:lnTo>
                    <a:pt x="551" y="121"/>
                  </a:lnTo>
                  <a:cubicBezTo>
                    <a:pt x="553" y="119"/>
                    <a:pt x="552" y="112"/>
                    <a:pt x="553" y="112"/>
                  </a:cubicBezTo>
                  <a:cubicBezTo>
                    <a:pt x="552" y="107"/>
                    <a:pt x="552" y="105"/>
                    <a:pt x="552" y="105"/>
                  </a:cubicBezTo>
                  <a:lnTo>
                    <a:pt x="552" y="105"/>
                  </a:lnTo>
                  <a:cubicBezTo>
                    <a:pt x="553" y="105"/>
                    <a:pt x="553" y="107"/>
                    <a:pt x="554" y="110"/>
                  </a:cubicBezTo>
                  <a:cubicBezTo>
                    <a:pt x="556" y="116"/>
                    <a:pt x="557" y="122"/>
                    <a:pt x="559" y="127"/>
                  </a:cubicBezTo>
                  <a:cubicBezTo>
                    <a:pt x="561" y="127"/>
                    <a:pt x="559" y="118"/>
                    <a:pt x="557" y="110"/>
                  </a:cubicBezTo>
                  <a:cubicBezTo>
                    <a:pt x="554" y="103"/>
                    <a:pt x="554" y="101"/>
                    <a:pt x="554" y="101"/>
                  </a:cubicBezTo>
                  <a:cubicBezTo>
                    <a:pt x="556" y="101"/>
                    <a:pt x="556" y="101"/>
                    <a:pt x="558" y="110"/>
                  </a:cubicBezTo>
                  <a:cubicBezTo>
                    <a:pt x="560" y="118"/>
                    <a:pt x="562" y="126"/>
                    <a:pt x="562" y="126"/>
                  </a:cubicBezTo>
                  <a:lnTo>
                    <a:pt x="563" y="126"/>
                  </a:lnTo>
                  <a:cubicBezTo>
                    <a:pt x="561" y="118"/>
                    <a:pt x="562" y="118"/>
                    <a:pt x="562" y="118"/>
                  </a:cubicBezTo>
                  <a:cubicBezTo>
                    <a:pt x="562" y="118"/>
                    <a:pt x="562" y="118"/>
                    <a:pt x="562" y="118"/>
                  </a:cubicBezTo>
                  <a:cubicBezTo>
                    <a:pt x="563" y="118"/>
                    <a:pt x="563" y="121"/>
                    <a:pt x="568" y="134"/>
                  </a:cubicBezTo>
                  <a:cubicBezTo>
                    <a:pt x="570" y="142"/>
                    <a:pt x="571" y="147"/>
                    <a:pt x="571" y="147"/>
                  </a:cubicBezTo>
                  <a:cubicBezTo>
                    <a:pt x="572" y="147"/>
                    <a:pt x="571" y="142"/>
                    <a:pt x="569" y="134"/>
                  </a:cubicBezTo>
                  <a:lnTo>
                    <a:pt x="568" y="125"/>
                  </a:lnTo>
                  <a:lnTo>
                    <a:pt x="568" y="125"/>
                  </a:lnTo>
                  <a:cubicBezTo>
                    <a:pt x="570" y="130"/>
                    <a:pt x="571" y="132"/>
                    <a:pt x="571" y="132"/>
                  </a:cubicBezTo>
                  <a:cubicBezTo>
                    <a:pt x="572" y="132"/>
                    <a:pt x="570" y="122"/>
                    <a:pt x="569" y="116"/>
                  </a:cubicBezTo>
                  <a:lnTo>
                    <a:pt x="569" y="116"/>
                  </a:lnTo>
                  <a:cubicBezTo>
                    <a:pt x="572" y="124"/>
                    <a:pt x="574" y="129"/>
                    <a:pt x="574" y="129"/>
                  </a:cubicBezTo>
                  <a:cubicBezTo>
                    <a:pt x="574" y="129"/>
                    <a:pt x="574" y="124"/>
                    <a:pt x="571" y="116"/>
                  </a:cubicBezTo>
                  <a:cubicBezTo>
                    <a:pt x="570" y="112"/>
                    <a:pt x="570" y="110"/>
                    <a:pt x="570" y="110"/>
                  </a:cubicBezTo>
                  <a:lnTo>
                    <a:pt x="570" y="110"/>
                  </a:lnTo>
                  <a:cubicBezTo>
                    <a:pt x="571" y="110"/>
                    <a:pt x="572" y="112"/>
                    <a:pt x="574" y="116"/>
                  </a:cubicBezTo>
                  <a:cubicBezTo>
                    <a:pt x="575" y="122"/>
                    <a:pt x="576" y="123"/>
                    <a:pt x="577" y="123"/>
                  </a:cubicBezTo>
                  <a:cubicBezTo>
                    <a:pt x="577" y="123"/>
                    <a:pt x="578" y="123"/>
                    <a:pt x="578" y="123"/>
                  </a:cubicBezTo>
                  <a:cubicBezTo>
                    <a:pt x="577" y="115"/>
                    <a:pt x="583" y="114"/>
                    <a:pt x="589" y="113"/>
                  </a:cubicBezTo>
                  <a:cubicBezTo>
                    <a:pt x="596" y="110"/>
                    <a:pt x="600" y="110"/>
                    <a:pt x="598" y="101"/>
                  </a:cubicBezTo>
                  <a:cubicBezTo>
                    <a:pt x="599" y="101"/>
                    <a:pt x="599" y="101"/>
                    <a:pt x="603" y="109"/>
                  </a:cubicBezTo>
                  <a:cubicBezTo>
                    <a:pt x="604" y="113"/>
                    <a:pt x="604" y="115"/>
                    <a:pt x="605" y="115"/>
                  </a:cubicBezTo>
                  <a:cubicBezTo>
                    <a:pt x="605" y="115"/>
                    <a:pt x="604" y="111"/>
                    <a:pt x="602" y="101"/>
                  </a:cubicBezTo>
                  <a:cubicBezTo>
                    <a:pt x="601" y="96"/>
                    <a:pt x="600" y="92"/>
                    <a:pt x="600" y="92"/>
                  </a:cubicBezTo>
                  <a:lnTo>
                    <a:pt x="600" y="92"/>
                  </a:lnTo>
                  <a:cubicBezTo>
                    <a:pt x="600" y="92"/>
                    <a:pt x="601" y="94"/>
                    <a:pt x="603" y="101"/>
                  </a:cubicBezTo>
                  <a:cubicBezTo>
                    <a:pt x="604" y="107"/>
                    <a:pt x="605" y="109"/>
                    <a:pt x="607" y="109"/>
                  </a:cubicBezTo>
                  <a:cubicBezTo>
                    <a:pt x="608" y="109"/>
                    <a:pt x="609" y="109"/>
                    <a:pt x="609" y="108"/>
                  </a:cubicBezTo>
                  <a:cubicBezTo>
                    <a:pt x="612" y="108"/>
                    <a:pt x="615" y="107"/>
                    <a:pt x="613" y="99"/>
                  </a:cubicBezTo>
                  <a:cubicBezTo>
                    <a:pt x="612" y="95"/>
                    <a:pt x="612" y="92"/>
                    <a:pt x="612" y="92"/>
                  </a:cubicBezTo>
                  <a:lnTo>
                    <a:pt x="612" y="92"/>
                  </a:lnTo>
                  <a:cubicBezTo>
                    <a:pt x="612" y="92"/>
                    <a:pt x="613" y="94"/>
                    <a:pt x="614" y="98"/>
                  </a:cubicBezTo>
                  <a:cubicBezTo>
                    <a:pt x="616" y="108"/>
                    <a:pt x="619" y="115"/>
                    <a:pt x="621" y="115"/>
                  </a:cubicBezTo>
                  <a:cubicBezTo>
                    <a:pt x="622" y="115"/>
                    <a:pt x="623" y="113"/>
                    <a:pt x="622" y="106"/>
                  </a:cubicBezTo>
                  <a:cubicBezTo>
                    <a:pt x="622" y="106"/>
                    <a:pt x="622" y="106"/>
                    <a:pt x="622" y="106"/>
                  </a:cubicBezTo>
                  <a:cubicBezTo>
                    <a:pt x="623" y="106"/>
                    <a:pt x="623" y="107"/>
                    <a:pt x="625" y="114"/>
                  </a:cubicBezTo>
                  <a:cubicBezTo>
                    <a:pt x="626" y="114"/>
                    <a:pt x="627" y="113"/>
                    <a:pt x="627" y="105"/>
                  </a:cubicBezTo>
                  <a:lnTo>
                    <a:pt x="633" y="104"/>
                  </a:lnTo>
                  <a:cubicBezTo>
                    <a:pt x="634" y="103"/>
                    <a:pt x="634" y="95"/>
                    <a:pt x="634" y="95"/>
                  </a:cubicBezTo>
                  <a:cubicBezTo>
                    <a:pt x="636" y="100"/>
                    <a:pt x="638" y="101"/>
                    <a:pt x="641" y="101"/>
                  </a:cubicBezTo>
                  <a:cubicBezTo>
                    <a:pt x="643" y="101"/>
                    <a:pt x="644" y="101"/>
                    <a:pt x="646" y="100"/>
                  </a:cubicBezTo>
                  <a:cubicBezTo>
                    <a:pt x="648" y="100"/>
                    <a:pt x="650" y="100"/>
                    <a:pt x="652" y="100"/>
                  </a:cubicBezTo>
                  <a:cubicBezTo>
                    <a:pt x="655" y="100"/>
                    <a:pt x="658" y="101"/>
                    <a:pt x="660" y="107"/>
                  </a:cubicBezTo>
                  <a:cubicBezTo>
                    <a:pt x="660" y="107"/>
                    <a:pt x="661" y="106"/>
                    <a:pt x="659" y="98"/>
                  </a:cubicBezTo>
                  <a:cubicBezTo>
                    <a:pt x="657" y="88"/>
                    <a:pt x="656" y="84"/>
                    <a:pt x="656" y="84"/>
                  </a:cubicBezTo>
                  <a:lnTo>
                    <a:pt x="656" y="84"/>
                  </a:lnTo>
                  <a:cubicBezTo>
                    <a:pt x="657" y="84"/>
                    <a:pt x="657" y="86"/>
                    <a:pt x="659" y="89"/>
                  </a:cubicBezTo>
                  <a:cubicBezTo>
                    <a:pt x="662" y="97"/>
                    <a:pt x="664" y="101"/>
                    <a:pt x="665" y="101"/>
                  </a:cubicBezTo>
                  <a:cubicBezTo>
                    <a:pt x="666" y="101"/>
                    <a:pt x="666" y="97"/>
                    <a:pt x="663" y="88"/>
                  </a:cubicBezTo>
                  <a:cubicBezTo>
                    <a:pt x="663" y="86"/>
                    <a:pt x="662" y="85"/>
                    <a:pt x="662" y="85"/>
                  </a:cubicBezTo>
                  <a:lnTo>
                    <a:pt x="662" y="85"/>
                  </a:lnTo>
                  <a:cubicBezTo>
                    <a:pt x="662" y="85"/>
                    <a:pt x="664" y="91"/>
                    <a:pt x="667" y="97"/>
                  </a:cubicBezTo>
                  <a:cubicBezTo>
                    <a:pt x="668" y="103"/>
                    <a:pt x="669" y="105"/>
                    <a:pt x="670" y="105"/>
                  </a:cubicBezTo>
                  <a:cubicBezTo>
                    <a:pt x="671" y="105"/>
                    <a:pt x="670" y="98"/>
                    <a:pt x="668" y="88"/>
                  </a:cubicBezTo>
                  <a:lnTo>
                    <a:pt x="668" y="88"/>
                  </a:lnTo>
                  <a:cubicBezTo>
                    <a:pt x="670" y="94"/>
                    <a:pt x="673" y="99"/>
                    <a:pt x="673" y="99"/>
                  </a:cubicBezTo>
                  <a:cubicBezTo>
                    <a:pt x="673" y="99"/>
                    <a:pt x="673" y="98"/>
                    <a:pt x="672" y="96"/>
                  </a:cubicBezTo>
                  <a:cubicBezTo>
                    <a:pt x="672" y="96"/>
                    <a:pt x="673" y="95"/>
                    <a:pt x="673" y="95"/>
                  </a:cubicBezTo>
                  <a:cubicBezTo>
                    <a:pt x="674" y="95"/>
                    <a:pt x="674" y="98"/>
                    <a:pt x="678" y="112"/>
                  </a:cubicBezTo>
                  <a:cubicBezTo>
                    <a:pt x="679" y="117"/>
                    <a:pt x="681" y="123"/>
                    <a:pt x="683" y="127"/>
                  </a:cubicBezTo>
                  <a:cubicBezTo>
                    <a:pt x="682" y="122"/>
                    <a:pt x="681" y="116"/>
                    <a:pt x="679" y="112"/>
                  </a:cubicBezTo>
                  <a:lnTo>
                    <a:pt x="681" y="110"/>
                  </a:lnTo>
                  <a:cubicBezTo>
                    <a:pt x="681" y="110"/>
                    <a:pt x="682" y="110"/>
                    <a:pt x="680" y="103"/>
                  </a:cubicBezTo>
                  <a:cubicBezTo>
                    <a:pt x="677" y="95"/>
                    <a:pt x="678" y="94"/>
                    <a:pt x="679" y="94"/>
                  </a:cubicBezTo>
                  <a:lnTo>
                    <a:pt x="679" y="94"/>
                  </a:lnTo>
                  <a:cubicBezTo>
                    <a:pt x="680" y="96"/>
                    <a:pt x="680" y="97"/>
                    <a:pt x="680" y="97"/>
                  </a:cubicBezTo>
                  <a:cubicBezTo>
                    <a:pt x="680" y="97"/>
                    <a:pt x="679" y="91"/>
                    <a:pt x="677" y="86"/>
                  </a:cubicBezTo>
                  <a:cubicBezTo>
                    <a:pt x="674" y="80"/>
                    <a:pt x="673" y="75"/>
                    <a:pt x="672" y="69"/>
                  </a:cubicBezTo>
                  <a:lnTo>
                    <a:pt x="668" y="53"/>
                  </a:lnTo>
                  <a:cubicBezTo>
                    <a:pt x="666" y="42"/>
                    <a:pt x="662" y="31"/>
                    <a:pt x="657" y="21"/>
                  </a:cubicBezTo>
                  <a:cubicBezTo>
                    <a:pt x="653" y="16"/>
                    <a:pt x="651" y="12"/>
                    <a:pt x="650" y="12"/>
                  </a:cubicBezTo>
                  <a:lnTo>
                    <a:pt x="650" y="12"/>
                  </a:lnTo>
                  <a:cubicBezTo>
                    <a:pt x="649" y="12"/>
                    <a:pt x="649" y="15"/>
                    <a:pt x="651" y="22"/>
                  </a:cubicBezTo>
                  <a:cubicBezTo>
                    <a:pt x="651" y="22"/>
                    <a:pt x="653" y="30"/>
                    <a:pt x="652" y="30"/>
                  </a:cubicBezTo>
                  <a:cubicBezTo>
                    <a:pt x="652" y="30"/>
                    <a:pt x="652" y="30"/>
                    <a:pt x="652" y="30"/>
                  </a:cubicBezTo>
                  <a:cubicBezTo>
                    <a:pt x="651" y="30"/>
                    <a:pt x="649" y="22"/>
                    <a:pt x="649" y="22"/>
                  </a:cubicBezTo>
                  <a:cubicBezTo>
                    <a:pt x="646" y="16"/>
                    <a:pt x="644" y="15"/>
                    <a:pt x="641" y="15"/>
                  </a:cubicBezTo>
                  <a:cubicBezTo>
                    <a:pt x="640" y="15"/>
                    <a:pt x="640" y="15"/>
                    <a:pt x="639" y="15"/>
                  </a:cubicBezTo>
                  <a:cubicBezTo>
                    <a:pt x="637" y="15"/>
                    <a:pt x="636" y="16"/>
                    <a:pt x="635" y="16"/>
                  </a:cubicBezTo>
                  <a:cubicBezTo>
                    <a:pt x="632" y="16"/>
                    <a:pt x="631" y="14"/>
                    <a:pt x="629" y="8"/>
                  </a:cubicBezTo>
                  <a:cubicBezTo>
                    <a:pt x="625" y="1"/>
                    <a:pt x="624" y="1"/>
                    <a:pt x="624" y="1"/>
                  </a:cubicBezTo>
                  <a:close/>
                  <a:moveTo>
                    <a:pt x="54" y="361"/>
                  </a:moveTo>
                  <a:cubicBezTo>
                    <a:pt x="54" y="361"/>
                    <a:pt x="56" y="368"/>
                    <a:pt x="59" y="377"/>
                  </a:cubicBezTo>
                  <a:lnTo>
                    <a:pt x="59" y="376"/>
                  </a:lnTo>
                  <a:cubicBezTo>
                    <a:pt x="59" y="371"/>
                    <a:pt x="58" y="365"/>
                    <a:pt x="55" y="361"/>
                  </a:cubicBezTo>
                  <a:close/>
                  <a:moveTo>
                    <a:pt x="245" y="374"/>
                  </a:moveTo>
                  <a:cubicBezTo>
                    <a:pt x="245" y="374"/>
                    <a:pt x="246" y="382"/>
                    <a:pt x="248" y="391"/>
                  </a:cubicBezTo>
                  <a:cubicBezTo>
                    <a:pt x="249" y="394"/>
                    <a:pt x="250" y="396"/>
                    <a:pt x="250" y="396"/>
                  </a:cubicBezTo>
                  <a:cubicBezTo>
                    <a:pt x="250" y="396"/>
                    <a:pt x="250" y="392"/>
                    <a:pt x="247" y="382"/>
                  </a:cubicBezTo>
                  <a:cubicBezTo>
                    <a:pt x="245" y="374"/>
                    <a:pt x="245" y="374"/>
                    <a:pt x="245" y="37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33"/>
            <p:cNvSpPr/>
            <p:nvPr/>
          </p:nvSpPr>
          <p:spPr>
            <a:xfrm>
              <a:off x="2923680" y="2824191"/>
              <a:ext cx="75119" cy="45351"/>
            </a:xfrm>
            <a:custGeom>
              <a:avLst/>
              <a:gdLst/>
              <a:ahLst/>
              <a:cxnLst/>
              <a:rect l="l" t="t" r="r" b="b"/>
              <a:pathLst>
                <a:path w="752" h="454" extrusionOk="0">
                  <a:moveTo>
                    <a:pt x="715" y="17"/>
                  </a:moveTo>
                  <a:cubicBezTo>
                    <a:pt x="715" y="17"/>
                    <a:pt x="720" y="28"/>
                    <a:pt x="723" y="40"/>
                  </a:cubicBezTo>
                  <a:cubicBezTo>
                    <a:pt x="725" y="48"/>
                    <a:pt x="726" y="52"/>
                    <a:pt x="726" y="52"/>
                  </a:cubicBezTo>
                  <a:cubicBezTo>
                    <a:pt x="726" y="52"/>
                    <a:pt x="724" y="48"/>
                    <a:pt x="722" y="40"/>
                  </a:cubicBezTo>
                  <a:cubicBezTo>
                    <a:pt x="718" y="35"/>
                    <a:pt x="717" y="29"/>
                    <a:pt x="716" y="24"/>
                  </a:cubicBezTo>
                  <a:cubicBezTo>
                    <a:pt x="715" y="19"/>
                    <a:pt x="714" y="17"/>
                    <a:pt x="715" y="17"/>
                  </a:cubicBezTo>
                  <a:close/>
                  <a:moveTo>
                    <a:pt x="597" y="70"/>
                  </a:moveTo>
                  <a:cubicBezTo>
                    <a:pt x="598" y="70"/>
                    <a:pt x="598" y="70"/>
                    <a:pt x="602" y="77"/>
                  </a:cubicBezTo>
                  <a:cubicBezTo>
                    <a:pt x="604" y="83"/>
                    <a:pt x="605" y="89"/>
                    <a:pt x="606" y="94"/>
                  </a:cubicBezTo>
                  <a:cubicBezTo>
                    <a:pt x="602" y="86"/>
                    <a:pt x="598" y="79"/>
                    <a:pt x="597" y="70"/>
                  </a:cubicBezTo>
                  <a:close/>
                  <a:moveTo>
                    <a:pt x="492" y="102"/>
                  </a:moveTo>
                  <a:cubicBezTo>
                    <a:pt x="493" y="102"/>
                    <a:pt x="493" y="102"/>
                    <a:pt x="496" y="110"/>
                  </a:cubicBezTo>
                  <a:cubicBezTo>
                    <a:pt x="496" y="110"/>
                    <a:pt x="498" y="118"/>
                    <a:pt x="498" y="118"/>
                  </a:cubicBezTo>
                  <a:lnTo>
                    <a:pt x="494" y="110"/>
                  </a:lnTo>
                  <a:cubicBezTo>
                    <a:pt x="491" y="102"/>
                    <a:pt x="492" y="102"/>
                    <a:pt x="492" y="102"/>
                  </a:cubicBezTo>
                  <a:close/>
                  <a:moveTo>
                    <a:pt x="418" y="126"/>
                  </a:moveTo>
                  <a:cubicBezTo>
                    <a:pt x="418" y="126"/>
                    <a:pt x="420" y="129"/>
                    <a:pt x="420" y="129"/>
                  </a:cubicBezTo>
                  <a:cubicBezTo>
                    <a:pt x="420" y="129"/>
                    <a:pt x="419" y="128"/>
                    <a:pt x="418" y="126"/>
                  </a:cubicBezTo>
                  <a:close/>
                  <a:moveTo>
                    <a:pt x="579" y="107"/>
                  </a:moveTo>
                  <a:cubicBezTo>
                    <a:pt x="579" y="107"/>
                    <a:pt x="580" y="108"/>
                    <a:pt x="580" y="110"/>
                  </a:cubicBezTo>
                  <a:cubicBezTo>
                    <a:pt x="580" y="110"/>
                    <a:pt x="584" y="118"/>
                    <a:pt x="586" y="127"/>
                  </a:cubicBezTo>
                  <a:cubicBezTo>
                    <a:pt x="586" y="127"/>
                    <a:pt x="587" y="130"/>
                    <a:pt x="587" y="130"/>
                  </a:cubicBezTo>
                  <a:cubicBezTo>
                    <a:pt x="586" y="130"/>
                    <a:pt x="586" y="129"/>
                    <a:pt x="585" y="127"/>
                  </a:cubicBezTo>
                  <a:lnTo>
                    <a:pt x="583" y="119"/>
                  </a:lnTo>
                  <a:cubicBezTo>
                    <a:pt x="581" y="113"/>
                    <a:pt x="579" y="107"/>
                    <a:pt x="579" y="107"/>
                  </a:cubicBezTo>
                  <a:close/>
                  <a:moveTo>
                    <a:pt x="545" y="121"/>
                  </a:moveTo>
                  <a:cubicBezTo>
                    <a:pt x="545" y="121"/>
                    <a:pt x="549" y="129"/>
                    <a:pt x="549" y="129"/>
                  </a:cubicBezTo>
                  <a:cubicBezTo>
                    <a:pt x="549" y="129"/>
                    <a:pt x="552" y="137"/>
                    <a:pt x="551" y="137"/>
                  </a:cubicBezTo>
                  <a:cubicBezTo>
                    <a:pt x="551" y="137"/>
                    <a:pt x="548" y="129"/>
                    <a:pt x="544" y="121"/>
                  </a:cubicBezTo>
                  <a:close/>
                  <a:moveTo>
                    <a:pt x="543" y="140"/>
                  </a:moveTo>
                  <a:cubicBezTo>
                    <a:pt x="543" y="140"/>
                    <a:pt x="544" y="141"/>
                    <a:pt x="547" y="148"/>
                  </a:cubicBezTo>
                  <a:lnTo>
                    <a:pt x="545" y="148"/>
                  </a:lnTo>
                  <a:lnTo>
                    <a:pt x="542" y="140"/>
                  </a:lnTo>
                  <a:cubicBezTo>
                    <a:pt x="542" y="140"/>
                    <a:pt x="543" y="140"/>
                    <a:pt x="543" y="140"/>
                  </a:cubicBezTo>
                  <a:close/>
                  <a:moveTo>
                    <a:pt x="534" y="142"/>
                  </a:moveTo>
                  <a:cubicBezTo>
                    <a:pt x="534" y="142"/>
                    <a:pt x="534" y="142"/>
                    <a:pt x="538" y="150"/>
                  </a:cubicBezTo>
                  <a:lnTo>
                    <a:pt x="537" y="150"/>
                  </a:lnTo>
                  <a:lnTo>
                    <a:pt x="533" y="142"/>
                  </a:lnTo>
                  <a:close/>
                  <a:moveTo>
                    <a:pt x="525" y="139"/>
                  </a:moveTo>
                  <a:cubicBezTo>
                    <a:pt x="526" y="139"/>
                    <a:pt x="527" y="141"/>
                    <a:pt x="529" y="145"/>
                  </a:cubicBezTo>
                  <a:cubicBezTo>
                    <a:pt x="532" y="153"/>
                    <a:pt x="532" y="153"/>
                    <a:pt x="531" y="153"/>
                  </a:cubicBezTo>
                  <a:cubicBezTo>
                    <a:pt x="529" y="153"/>
                    <a:pt x="529" y="153"/>
                    <a:pt x="526" y="145"/>
                  </a:cubicBezTo>
                  <a:cubicBezTo>
                    <a:pt x="525" y="141"/>
                    <a:pt x="525" y="139"/>
                    <a:pt x="525" y="139"/>
                  </a:cubicBezTo>
                  <a:close/>
                  <a:moveTo>
                    <a:pt x="545" y="154"/>
                  </a:moveTo>
                  <a:cubicBezTo>
                    <a:pt x="545" y="154"/>
                    <a:pt x="545" y="154"/>
                    <a:pt x="545" y="157"/>
                  </a:cubicBezTo>
                  <a:cubicBezTo>
                    <a:pt x="546" y="157"/>
                    <a:pt x="545" y="154"/>
                    <a:pt x="545" y="154"/>
                  </a:cubicBezTo>
                  <a:close/>
                  <a:moveTo>
                    <a:pt x="179" y="163"/>
                  </a:moveTo>
                  <a:cubicBezTo>
                    <a:pt x="178" y="164"/>
                    <a:pt x="178" y="164"/>
                    <a:pt x="181" y="172"/>
                  </a:cubicBezTo>
                  <a:lnTo>
                    <a:pt x="183" y="171"/>
                  </a:lnTo>
                  <a:cubicBezTo>
                    <a:pt x="180" y="163"/>
                    <a:pt x="180" y="163"/>
                    <a:pt x="179" y="163"/>
                  </a:cubicBezTo>
                  <a:close/>
                  <a:moveTo>
                    <a:pt x="314" y="166"/>
                  </a:moveTo>
                  <a:cubicBezTo>
                    <a:pt x="318" y="171"/>
                    <a:pt x="319" y="176"/>
                    <a:pt x="320" y="182"/>
                  </a:cubicBezTo>
                  <a:lnTo>
                    <a:pt x="319" y="182"/>
                  </a:lnTo>
                  <a:cubicBezTo>
                    <a:pt x="317" y="174"/>
                    <a:pt x="314" y="166"/>
                    <a:pt x="314" y="166"/>
                  </a:cubicBezTo>
                  <a:close/>
                  <a:moveTo>
                    <a:pt x="545" y="183"/>
                  </a:moveTo>
                  <a:lnTo>
                    <a:pt x="545" y="183"/>
                  </a:lnTo>
                  <a:cubicBezTo>
                    <a:pt x="545" y="183"/>
                    <a:pt x="545" y="184"/>
                    <a:pt x="545" y="184"/>
                  </a:cubicBezTo>
                  <a:cubicBezTo>
                    <a:pt x="546" y="184"/>
                    <a:pt x="546" y="185"/>
                    <a:pt x="546" y="185"/>
                  </a:cubicBezTo>
                  <a:lnTo>
                    <a:pt x="546" y="185"/>
                  </a:lnTo>
                  <a:cubicBezTo>
                    <a:pt x="546" y="184"/>
                    <a:pt x="545" y="184"/>
                    <a:pt x="545" y="183"/>
                  </a:cubicBezTo>
                  <a:close/>
                  <a:moveTo>
                    <a:pt x="438" y="173"/>
                  </a:moveTo>
                  <a:cubicBezTo>
                    <a:pt x="440" y="177"/>
                    <a:pt x="442" y="183"/>
                    <a:pt x="443" y="188"/>
                  </a:cubicBezTo>
                  <a:lnTo>
                    <a:pt x="442" y="188"/>
                  </a:lnTo>
                  <a:cubicBezTo>
                    <a:pt x="439" y="181"/>
                    <a:pt x="437" y="173"/>
                    <a:pt x="437" y="173"/>
                  </a:cubicBezTo>
                  <a:close/>
                  <a:moveTo>
                    <a:pt x="546" y="185"/>
                  </a:moveTo>
                  <a:lnTo>
                    <a:pt x="546" y="185"/>
                  </a:lnTo>
                  <a:cubicBezTo>
                    <a:pt x="547" y="188"/>
                    <a:pt x="548" y="189"/>
                    <a:pt x="548" y="189"/>
                  </a:cubicBezTo>
                  <a:cubicBezTo>
                    <a:pt x="548" y="189"/>
                    <a:pt x="548" y="188"/>
                    <a:pt x="546" y="185"/>
                  </a:cubicBezTo>
                  <a:close/>
                  <a:moveTo>
                    <a:pt x="406" y="191"/>
                  </a:moveTo>
                  <a:cubicBezTo>
                    <a:pt x="407" y="191"/>
                    <a:pt x="407" y="193"/>
                    <a:pt x="410" y="199"/>
                  </a:cubicBezTo>
                  <a:cubicBezTo>
                    <a:pt x="412" y="206"/>
                    <a:pt x="411" y="208"/>
                    <a:pt x="410" y="208"/>
                  </a:cubicBezTo>
                  <a:cubicBezTo>
                    <a:pt x="406" y="203"/>
                    <a:pt x="405" y="197"/>
                    <a:pt x="404" y="192"/>
                  </a:cubicBezTo>
                  <a:cubicBezTo>
                    <a:pt x="405" y="192"/>
                    <a:pt x="405" y="191"/>
                    <a:pt x="406" y="191"/>
                  </a:cubicBezTo>
                  <a:close/>
                  <a:moveTo>
                    <a:pt x="356" y="211"/>
                  </a:moveTo>
                  <a:cubicBezTo>
                    <a:pt x="357" y="211"/>
                    <a:pt x="358" y="215"/>
                    <a:pt x="357" y="215"/>
                  </a:cubicBezTo>
                  <a:cubicBezTo>
                    <a:pt x="356" y="212"/>
                    <a:pt x="356" y="211"/>
                    <a:pt x="356" y="211"/>
                  </a:cubicBezTo>
                  <a:close/>
                  <a:moveTo>
                    <a:pt x="345" y="210"/>
                  </a:moveTo>
                  <a:cubicBezTo>
                    <a:pt x="347" y="215"/>
                    <a:pt x="349" y="221"/>
                    <a:pt x="350" y="227"/>
                  </a:cubicBezTo>
                  <a:lnTo>
                    <a:pt x="346" y="219"/>
                  </a:lnTo>
                  <a:lnTo>
                    <a:pt x="344" y="210"/>
                  </a:lnTo>
                  <a:close/>
                  <a:moveTo>
                    <a:pt x="204" y="227"/>
                  </a:moveTo>
                  <a:cubicBezTo>
                    <a:pt x="205" y="229"/>
                    <a:pt x="205" y="230"/>
                    <a:pt x="205" y="230"/>
                  </a:cubicBezTo>
                  <a:cubicBezTo>
                    <a:pt x="205" y="230"/>
                    <a:pt x="204" y="227"/>
                    <a:pt x="204" y="227"/>
                  </a:cubicBezTo>
                  <a:close/>
                  <a:moveTo>
                    <a:pt x="148" y="217"/>
                  </a:moveTo>
                  <a:lnTo>
                    <a:pt x="152" y="225"/>
                  </a:lnTo>
                  <a:lnTo>
                    <a:pt x="155" y="233"/>
                  </a:lnTo>
                  <a:cubicBezTo>
                    <a:pt x="155" y="233"/>
                    <a:pt x="152" y="226"/>
                    <a:pt x="148" y="217"/>
                  </a:cubicBezTo>
                  <a:close/>
                  <a:moveTo>
                    <a:pt x="184" y="223"/>
                  </a:moveTo>
                  <a:cubicBezTo>
                    <a:pt x="188" y="232"/>
                    <a:pt x="191" y="239"/>
                    <a:pt x="191" y="239"/>
                  </a:cubicBezTo>
                  <a:cubicBezTo>
                    <a:pt x="192" y="239"/>
                    <a:pt x="189" y="231"/>
                    <a:pt x="189" y="231"/>
                  </a:cubicBezTo>
                  <a:cubicBezTo>
                    <a:pt x="189" y="231"/>
                    <a:pt x="185" y="223"/>
                    <a:pt x="185" y="223"/>
                  </a:cubicBezTo>
                  <a:close/>
                  <a:moveTo>
                    <a:pt x="321" y="226"/>
                  </a:moveTo>
                  <a:cubicBezTo>
                    <a:pt x="321" y="226"/>
                    <a:pt x="322" y="228"/>
                    <a:pt x="324" y="234"/>
                  </a:cubicBezTo>
                  <a:cubicBezTo>
                    <a:pt x="328" y="242"/>
                    <a:pt x="330" y="250"/>
                    <a:pt x="330" y="250"/>
                  </a:cubicBezTo>
                  <a:cubicBezTo>
                    <a:pt x="327" y="242"/>
                    <a:pt x="323" y="234"/>
                    <a:pt x="320" y="227"/>
                  </a:cubicBezTo>
                  <a:lnTo>
                    <a:pt x="321" y="227"/>
                  </a:lnTo>
                  <a:cubicBezTo>
                    <a:pt x="321" y="226"/>
                    <a:pt x="321" y="226"/>
                    <a:pt x="321" y="226"/>
                  </a:cubicBezTo>
                  <a:close/>
                  <a:moveTo>
                    <a:pt x="303" y="240"/>
                  </a:moveTo>
                  <a:cubicBezTo>
                    <a:pt x="307" y="246"/>
                    <a:pt x="308" y="251"/>
                    <a:pt x="309" y="257"/>
                  </a:cubicBezTo>
                  <a:lnTo>
                    <a:pt x="305" y="249"/>
                  </a:lnTo>
                  <a:lnTo>
                    <a:pt x="303" y="241"/>
                  </a:lnTo>
                  <a:lnTo>
                    <a:pt x="303" y="240"/>
                  </a:lnTo>
                  <a:close/>
                  <a:moveTo>
                    <a:pt x="184" y="250"/>
                  </a:moveTo>
                  <a:cubicBezTo>
                    <a:pt x="185" y="250"/>
                    <a:pt x="185" y="250"/>
                    <a:pt x="189" y="258"/>
                  </a:cubicBezTo>
                  <a:lnTo>
                    <a:pt x="188" y="258"/>
                  </a:lnTo>
                  <a:lnTo>
                    <a:pt x="184" y="250"/>
                  </a:lnTo>
                  <a:close/>
                  <a:moveTo>
                    <a:pt x="240" y="242"/>
                  </a:moveTo>
                  <a:lnTo>
                    <a:pt x="240" y="242"/>
                  </a:lnTo>
                  <a:cubicBezTo>
                    <a:pt x="244" y="247"/>
                    <a:pt x="245" y="252"/>
                    <a:pt x="246" y="258"/>
                  </a:cubicBezTo>
                  <a:lnTo>
                    <a:pt x="243" y="250"/>
                  </a:lnTo>
                  <a:lnTo>
                    <a:pt x="240" y="242"/>
                  </a:lnTo>
                  <a:close/>
                  <a:moveTo>
                    <a:pt x="232" y="239"/>
                  </a:moveTo>
                  <a:cubicBezTo>
                    <a:pt x="232" y="239"/>
                    <a:pt x="234" y="243"/>
                    <a:pt x="238" y="251"/>
                  </a:cubicBezTo>
                  <a:cubicBezTo>
                    <a:pt x="241" y="260"/>
                    <a:pt x="241" y="260"/>
                    <a:pt x="240" y="260"/>
                  </a:cubicBezTo>
                  <a:cubicBezTo>
                    <a:pt x="240" y="260"/>
                    <a:pt x="236" y="252"/>
                    <a:pt x="233" y="245"/>
                  </a:cubicBezTo>
                  <a:lnTo>
                    <a:pt x="234" y="245"/>
                  </a:lnTo>
                  <a:cubicBezTo>
                    <a:pt x="232" y="241"/>
                    <a:pt x="232" y="239"/>
                    <a:pt x="232" y="239"/>
                  </a:cubicBezTo>
                  <a:close/>
                  <a:moveTo>
                    <a:pt x="310" y="255"/>
                  </a:moveTo>
                  <a:lnTo>
                    <a:pt x="310" y="255"/>
                  </a:lnTo>
                  <a:cubicBezTo>
                    <a:pt x="310" y="255"/>
                    <a:pt x="312" y="259"/>
                    <a:pt x="314" y="264"/>
                  </a:cubicBezTo>
                  <a:cubicBezTo>
                    <a:pt x="311" y="257"/>
                    <a:pt x="310" y="255"/>
                    <a:pt x="310" y="255"/>
                  </a:cubicBezTo>
                  <a:close/>
                  <a:moveTo>
                    <a:pt x="176" y="249"/>
                  </a:moveTo>
                  <a:cubicBezTo>
                    <a:pt x="177" y="249"/>
                    <a:pt x="180" y="257"/>
                    <a:pt x="184" y="268"/>
                  </a:cubicBezTo>
                  <a:lnTo>
                    <a:pt x="182" y="269"/>
                  </a:lnTo>
                  <a:cubicBezTo>
                    <a:pt x="180" y="264"/>
                    <a:pt x="178" y="258"/>
                    <a:pt x="176" y="252"/>
                  </a:cubicBezTo>
                  <a:cubicBezTo>
                    <a:pt x="176" y="250"/>
                    <a:pt x="176" y="249"/>
                    <a:pt x="176" y="249"/>
                  </a:cubicBezTo>
                  <a:close/>
                  <a:moveTo>
                    <a:pt x="226" y="265"/>
                  </a:moveTo>
                  <a:cubicBezTo>
                    <a:pt x="226" y="265"/>
                    <a:pt x="229" y="273"/>
                    <a:pt x="229" y="273"/>
                  </a:cubicBezTo>
                  <a:cubicBezTo>
                    <a:pt x="230" y="275"/>
                    <a:pt x="231" y="276"/>
                    <a:pt x="230" y="276"/>
                  </a:cubicBezTo>
                  <a:cubicBezTo>
                    <a:pt x="230" y="276"/>
                    <a:pt x="228" y="273"/>
                    <a:pt x="227" y="273"/>
                  </a:cubicBezTo>
                  <a:cubicBezTo>
                    <a:pt x="224" y="265"/>
                    <a:pt x="224" y="265"/>
                    <a:pt x="226" y="265"/>
                  </a:cubicBezTo>
                  <a:close/>
                  <a:moveTo>
                    <a:pt x="142" y="249"/>
                  </a:moveTo>
                  <a:cubicBezTo>
                    <a:pt x="142" y="249"/>
                    <a:pt x="144" y="253"/>
                    <a:pt x="146" y="263"/>
                  </a:cubicBezTo>
                  <a:cubicBezTo>
                    <a:pt x="148" y="270"/>
                    <a:pt x="151" y="278"/>
                    <a:pt x="151" y="278"/>
                  </a:cubicBezTo>
                  <a:cubicBezTo>
                    <a:pt x="147" y="270"/>
                    <a:pt x="144" y="263"/>
                    <a:pt x="143" y="255"/>
                  </a:cubicBezTo>
                  <a:cubicBezTo>
                    <a:pt x="142" y="251"/>
                    <a:pt x="142" y="249"/>
                    <a:pt x="142" y="249"/>
                  </a:cubicBezTo>
                  <a:close/>
                  <a:moveTo>
                    <a:pt x="25" y="273"/>
                  </a:moveTo>
                  <a:cubicBezTo>
                    <a:pt x="24" y="273"/>
                    <a:pt x="24" y="273"/>
                    <a:pt x="24" y="274"/>
                  </a:cubicBezTo>
                  <a:lnTo>
                    <a:pt x="23" y="274"/>
                  </a:lnTo>
                  <a:lnTo>
                    <a:pt x="27" y="282"/>
                  </a:lnTo>
                  <a:lnTo>
                    <a:pt x="28" y="280"/>
                  </a:lnTo>
                  <a:cubicBezTo>
                    <a:pt x="26" y="275"/>
                    <a:pt x="25" y="273"/>
                    <a:pt x="25" y="273"/>
                  </a:cubicBezTo>
                  <a:close/>
                  <a:moveTo>
                    <a:pt x="209" y="269"/>
                  </a:moveTo>
                  <a:cubicBezTo>
                    <a:pt x="210" y="269"/>
                    <a:pt x="210" y="269"/>
                    <a:pt x="213" y="277"/>
                  </a:cubicBezTo>
                  <a:cubicBezTo>
                    <a:pt x="213" y="277"/>
                    <a:pt x="217" y="285"/>
                    <a:pt x="216" y="285"/>
                  </a:cubicBezTo>
                  <a:cubicBezTo>
                    <a:pt x="216" y="285"/>
                    <a:pt x="216" y="285"/>
                    <a:pt x="215" y="285"/>
                  </a:cubicBezTo>
                  <a:cubicBezTo>
                    <a:pt x="214" y="285"/>
                    <a:pt x="211" y="278"/>
                    <a:pt x="211" y="278"/>
                  </a:cubicBezTo>
                  <a:cubicBezTo>
                    <a:pt x="208" y="270"/>
                    <a:pt x="209" y="269"/>
                    <a:pt x="209" y="269"/>
                  </a:cubicBezTo>
                  <a:close/>
                  <a:moveTo>
                    <a:pt x="123" y="269"/>
                  </a:moveTo>
                  <a:lnTo>
                    <a:pt x="126" y="277"/>
                  </a:lnTo>
                  <a:lnTo>
                    <a:pt x="128" y="286"/>
                  </a:lnTo>
                  <a:lnTo>
                    <a:pt x="125" y="278"/>
                  </a:lnTo>
                  <a:cubicBezTo>
                    <a:pt x="121" y="270"/>
                    <a:pt x="123" y="269"/>
                    <a:pt x="123" y="269"/>
                  </a:cubicBezTo>
                  <a:close/>
                  <a:moveTo>
                    <a:pt x="163" y="284"/>
                  </a:moveTo>
                  <a:cubicBezTo>
                    <a:pt x="165" y="289"/>
                    <a:pt x="167" y="294"/>
                    <a:pt x="167" y="300"/>
                  </a:cubicBezTo>
                  <a:lnTo>
                    <a:pt x="167" y="301"/>
                  </a:lnTo>
                  <a:cubicBezTo>
                    <a:pt x="164" y="293"/>
                    <a:pt x="162" y="284"/>
                    <a:pt x="162" y="284"/>
                  </a:cubicBezTo>
                  <a:close/>
                  <a:moveTo>
                    <a:pt x="189" y="303"/>
                  </a:moveTo>
                  <a:lnTo>
                    <a:pt x="192" y="311"/>
                  </a:lnTo>
                  <a:cubicBezTo>
                    <a:pt x="191" y="311"/>
                    <a:pt x="192" y="314"/>
                    <a:pt x="192" y="314"/>
                  </a:cubicBezTo>
                  <a:cubicBezTo>
                    <a:pt x="192" y="314"/>
                    <a:pt x="191" y="313"/>
                    <a:pt x="190" y="311"/>
                  </a:cubicBezTo>
                  <a:lnTo>
                    <a:pt x="191" y="311"/>
                  </a:lnTo>
                  <a:cubicBezTo>
                    <a:pt x="190" y="311"/>
                    <a:pt x="189" y="303"/>
                    <a:pt x="189" y="303"/>
                  </a:cubicBezTo>
                  <a:close/>
                  <a:moveTo>
                    <a:pt x="132" y="281"/>
                  </a:moveTo>
                  <a:cubicBezTo>
                    <a:pt x="132" y="281"/>
                    <a:pt x="134" y="285"/>
                    <a:pt x="136" y="292"/>
                  </a:cubicBezTo>
                  <a:cubicBezTo>
                    <a:pt x="139" y="300"/>
                    <a:pt x="143" y="308"/>
                    <a:pt x="144" y="316"/>
                  </a:cubicBezTo>
                  <a:lnTo>
                    <a:pt x="143" y="316"/>
                  </a:lnTo>
                  <a:cubicBezTo>
                    <a:pt x="143" y="316"/>
                    <a:pt x="141" y="308"/>
                    <a:pt x="138" y="301"/>
                  </a:cubicBezTo>
                  <a:cubicBezTo>
                    <a:pt x="134" y="287"/>
                    <a:pt x="132" y="281"/>
                    <a:pt x="132" y="281"/>
                  </a:cubicBezTo>
                  <a:close/>
                  <a:moveTo>
                    <a:pt x="27" y="316"/>
                  </a:moveTo>
                  <a:cubicBezTo>
                    <a:pt x="28" y="316"/>
                    <a:pt x="28" y="316"/>
                    <a:pt x="31" y="324"/>
                  </a:cubicBezTo>
                  <a:cubicBezTo>
                    <a:pt x="31" y="324"/>
                    <a:pt x="33" y="333"/>
                    <a:pt x="33" y="333"/>
                  </a:cubicBezTo>
                  <a:lnTo>
                    <a:pt x="28" y="325"/>
                  </a:lnTo>
                  <a:cubicBezTo>
                    <a:pt x="25" y="317"/>
                    <a:pt x="26" y="317"/>
                    <a:pt x="27" y="316"/>
                  </a:cubicBezTo>
                  <a:close/>
                  <a:moveTo>
                    <a:pt x="97" y="322"/>
                  </a:moveTo>
                  <a:lnTo>
                    <a:pt x="97" y="322"/>
                  </a:lnTo>
                  <a:cubicBezTo>
                    <a:pt x="99" y="328"/>
                    <a:pt x="101" y="332"/>
                    <a:pt x="101" y="339"/>
                  </a:cubicBezTo>
                  <a:lnTo>
                    <a:pt x="100" y="339"/>
                  </a:lnTo>
                  <a:cubicBezTo>
                    <a:pt x="98" y="333"/>
                    <a:pt x="97" y="328"/>
                    <a:pt x="97" y="322"/>
                  </a:cubicBezTo>
                  <a:close/>
                  <a:moveTo>
                    <a:pt x="37" y="314"/>
                  </a:moveTo>
                  <a:cubicBezTo>
                    <a:pt x="38" y="314"/>
                    <a:pt x="39" y="315"/>
                    <a:pt x="42" y="321"/>
                  </a:cubicBezTo>
                  <a:lnTo>
                    <a:pt x="41" y="322"/>
                  </a:lnTo>
                  <a:cubicBezTo>
                    <a:pt x="40" y="320"/>
                    <a:pt x="39" y="319"/>
                    <a:pt x="39" y="319"/>
                  </a:cubicBezTo>
                  <a:lnTo>
                    <a:pt x="39" y="319"/>
                  </a:lnTo>
                  <a:cubicBezTo>
                    <a:pt x="39" y="319"/>
                    <a:pt x="41" y="324"/>
                    <a:pt x="44" y="330"/>
                  </a:cubicBezTo>
                  <a:cubicBezTo>
                    <a:pt x="47" y="338"/>
                    <a:pt x="50" y="346"/>
                    <a:pt x="50" y="346"/>
                  </a:cubicBezTo>
                  <a:cubicBezTo>
                    <a:pt x="46" y="341"/>
                    <a:pt x="44" y="335"/>
                    <a:pt x="42" y="330"/>
                  </a:cubicBezTo>
                  <a:cubicBezTo>
                    <a:pt x="35" y="314"/>
                    <a:pt x="35" y="314"/>
                    <a:pt x="37" y="314"/>
                  </a:cubicBezTo>
                  <a:cubicBezTo>
                    <a:pt x="37" y="314"/>
                    <a:pt x="37" y="314"/>
                    <a:pt x="37" y="314"/>
                  </a:cubicBezTo>
                  <a:close/>
                  <a:moveTo>
                    <a:pt x="105" y="333"/>
                  </a:moveTo>
                  <a:cubicBezTo>
                    <a:pt x="104" y="333"/>
                    <a:pt x="106" y="339"/>
                    <a:pt x="108" y="346"/>
                  </a:cubicBezTo>
                  <a:cubicBezTo>
                    <a:pt x="111" y="352"/>
                    <a:pt x="112" y="352"/>
                    <a:pt x="113" y="352"/>
                  </a:cubicBezTo>
                  <a:cubicBezTo>
                    <a:pt x="113" y="352"/>
                    <a:pt x="113" y="352"/>
                    <a:pt x="114" y="352"/>
                  </a:cubicBezTo>
                  <a:cubicBezTo>
                    <a:pt x="115" y="352"/>
                    <a:pt x="112" y="343"/>
                    <a:pt x="112" y="343"/>
                  </a:cubicBezTo>
                  <a:cubicBezTo>
                    <a:pt x="110" y="337"/>
                    <a:pt x="109" y="336"/>
                    <a:pt x="109" y="336"/>
                  </a:cubicBezTo>
                  <a:cubicBezTo>
                    <a:pt x="108" y="336"/>
                    <a:pt x="108" y="337"/>
                    <a:pt x="108" y="337"/>
                  </a:cubicBezTo>
                  <a:cubicBezTo>
                    <a:pt x="106" y="334"/>
                    <a:pt x="105" y="333"/>
                    <a:pt x="105" y="333"/>
                  </a:cubicBezTo>
                  <a:close/>
                  <a:moveTo>
                    <a:pt x="679" y="0"/>
                  </a:moveTo>
                  <a:lnTo>
                    <a:pt x="679" y="0"/>
                  </a:lnTo>
                  <a:cubicBezTo>
                    <a:pt x="682" y="8"/>
                    <a:pt x="677" y="10"/>
                    <a:pt x="671" y="11"/>
                  </a:cubicBezTo>
                  <a:cubicBezTo>
                    <a:pt x="664" y="13"/>
                    <a:pt x="659" y="16"/>
                    <a:pt x="662" y="24"/>
                  </a:cubicBezTo>
                  <a:lnTo>
                    <a:pt x="660" y="24"/>
                  </a:lnTo>
                  <a:cubicBezTo>
                    <a:pt x="657" y="17"/>
                    <a:pt x="656" y="17"/>
                    <a:pt x="655" y="17"/>
                  </a:cubicBezTo>
                  <a:cubicBezTo>
                    <a:pt x="654" y="17"/>
                    <a:pt x="654" y="17"/>
                    <a:pt x="653" y="17"/>
                  </a:cubicBezTo>
                  <a:cubicBezTo>
                    <a:pt x="654" y="26"/>
                    <a:pt x="653" y="26"/>
                    <a:pt x="653" y="26"/>
                  </a:cubicBezTo>
                  <a:cubicBezTo>
                    <a:pt x="651" y="20"/>
                    <a:pt x="649" y="19"/>
                    <a:pt x="649" y="19"/>
                  </a:cubicBezTo>
                  <a:cubicBezTo>
                    <a:pt x="648" y="19"/>
                    <a:pt x="648" y="19"/>
                    <a:pt x="648" y="19"/>
                  </a:cubicBezTo>
                  <a:cubicBezTo>
                    <a:pt x="645" y="19"/>
                    <a:pt x="644" y="20"/>
                    <a:pt x="648" y="28"/>
                  </a:cubicBezTo>
                  <a:cubicBezTo>
                    <a:pt x="647" y="28"/>
                    <a:pt x="646" y="28"/>
                    <a:pt x="645" y="28"/>
                  </a:cubicBezTo>
                  <a:cubicBezTo>
                    <a:pt x="641" y="28"/>
                    <a:pt x="637" y="26"/>
                    <a:pt x="635" y="22"/>
                  </a:cubicBezTo>
                  <a:cubicBezTo>
                    <a:pt x="634" y="20"/>
                    <a:pt x="633" y="19"/>
                    <a:pt x="633" y="19"/>
                  </a:cubicBezTo>
                  <a:lnTo>
                    <a:pt x="633" y="19"/>
                  </a:lnTo>
                  <a:cubicBezTo>
                    <a:pt x="632" y="19"/>
                    <a:pt x="634" y="26"/>
                    <a:pt x="635" y="31"/>
                  </a:cubicBezTo>
                  <a:cubicBezTo>
                    <a:pt x="639" y="37"/>
                    <a:pt x="640" y="43"/>
                    <a:pt x="640" y="48"/>
                  </a:cubicBezTo>
                  <a:lnTo>
                    <a:pt x="634" y="33"/>
                  </a:lnTo>
                  <a:cubicBezTo>
                    <a:pt x="632" y="26"/>
                    <a:pt x="632" y="24"/>
                    <a:pt x="631" y="24"/>
                  </a:cubicBezTo>
                  <a:cubicBezTo>
                    <a:pt x="631" y="24"/>
                    <a:pt x="630" y="24"/>
                    <a:pt x="630" y="25"/>
                  </a:cubicBezTo>
                  <a:lnTo>
                    <a:pt x="628" y="25"/>
                  </a:lnTo>
                  <a:cubicBezTo>
                    <a:pt x="631" y="33"/>
                    <a:pt x="627" y="34"/>
                    <a:pt x="621" y="36"/>
                  </a:cubicBezTo>
                  <a:cubicBezTo>
                    <a:pt x="613" y="38"/>
                    <a:pt x="611" y="39"/>
                    <a:pt x="614" y="47"/>
                  </a:cubicBezTo>
                  <a:cubicBezTo>
                    <a:pt x="615" y="51"/>
                    <a:pt x="616" y="54"/>
                    <a:pt x="615" y="54"/>
                  </a:cubicBezTo>
                  <a:cubicBezTo>
                    <a:pt x="614" y="54"/>
                    <a:pt x="613" y="52"/>
                    <a:pt x="609" y="48"/>
                  </a:cubicBezTo>
                  <a:cubicBezTo>
                    <a:pt x="601" y="35"/>
                    <a:pt x="598" y="29"/>
                    <a:pt x="597" y="29"/>
                  </a:cubicBezTo>
                  <a:lnTo>
                    <a:pt x="597" y="29"/>
                  </a:lnTo>
                  <a:cubicBezTo>
                    <a:pt x="597" y="29"/>
                    <a:pt x="597" y="31"/>
                    <a:pt x="598" y="35"/>
                  </a:cubicBezTo>
                  <a:cubicBezTo>
                    <a:pt x="600" y="39"/>
                    <a:pt x="603" y="45"/>
                    <a:pt x="605" y="50"/>
                  </a:cubicBezTo>
                  <a:cubicBezTo>
                    <a:pt x="608" y="58"/>
                    <a:pt x="609" y="62"/>
                    <a:pt x="609" y="62"/>
                  </a:cubicBezTo>
                  <a:cubicBezTo>
                    <a:pt x="609" y="62"/>
                    <a:pt x="607" y="58"/>
                    <a:pt x="603" y="50"/>
                  </a:cubicBezTo>
                  <a:cubicBezTo>
                    <a:pt x="601" y="45"/>
                    <a:pt x="599" y="43"/>
                    <a:pt x="596" y="43"/>
                  </a:cubicBezTo>
                  <a:cubicBezTo>
                    <a:pt x="592" y="43"/>
                    <a:pt x="589" y="52"/>
                    <a:pt x="593" y="63"/>
                  </a:cubicBezTo>
                  <a:cubicBezTo>
                    <a:pt x="594" y="66"/>
                    <a:pt x="594" y="68"/>
                    <a:pt x="594" y="68"/>
                  </a:cubicBezTo>
                  <a:cubicBezTo>
                    <a:pt x="594" y="68"/>
                    <a:pt x="593" y="64"/>
                    <a:pt x="589" y="55"/>
                  </a:cubicBezTo>
                  <a:cubicBezTo>
                    <a:pt x="587" y="49"/>
                    <a:pt x="586" y="48"/>
                    <a:pt x="584" y="48"/>
                  </a:cubicBezTo>
                  <a:cubicBezTo>
                    <a:pt x="583" y="48"/>
                    <a:pt x="582" y="48"/>
                    <a:pt x="581" y="48"/>
                  </a:cubicBezTo>
                  <a:lnTo>
                    <a:pt x="579" y="49"/>
                  </a:lnTo>
                  <a:cubicBezTo>
                    <a:pt x="582" y="56"/>
                    <a:pt x="581" y="59"/>
                    <a:pt x="580" y="59"/>
                  </a:cubicBezTo>
                  <a:cubicBezTo>
                    <a:pt x="579" y="59"/>
                    <a:pt x="575" y="55"/>
                    <a:pt x="574" y="50"/>
                  </a:cubicBezTo>
                  <a:cubicBezTo>
                    <a:pt x="571" y="45"/>
                    <a:pt x="570" y="43"/>
                    <a:pt x="569" y="43"/>
                  </a:cubicBezTo>
                  <a:cubicBezTo>
                    <a:pt x="569" y="43"/>
                    <a:pt x="569" y="43"/>
                    <a:pt x="568" y="44"/>
                  </a:cubicBezTo>
                  <a:cubicBezTo>
                    <a:pt x="569" y="51"/>
                    <a:pt x="569" y="54"/>
                    <a:pt x="568" y="54"/>
                  </a:cubicBezTo>
                  <a:cubicBezTo>
                    <a:pt x="566" y="54"/>
                    <a:pt x="563" y="50"/>
                    <a:pt x="561" y="46"/>
                  </a:cubicBezTo>
                  <a:lnTo>
                    <a:pt x="559" y="46"/>
                  </a:lnTo>
                  <a:cubicBezTo>
                    <a:pt x="561" y="55"/>
                    <a:pt x="560" y="55"/>
                    <a:pt x="559" y="55"/>
                  </a:cubicBezTo>
                  <a:cubicBezTo>
                    <a:pt x="557" y="56"/>
                    <a:pt x="556" y="56"/>
                    <a:pt x="559" y="64"/>
                  </a:cubicBezTo>
                  <a:cubicBezTo>
                    <a:pt x="562" y="70"/>
                    <a:pt x="563" y="74"/>
                    <a:pt x="565" y="80"/>
                  </a:cubicBezTo>
                  <a:lnTo>
                    <a:pt x="561" y="72"/>
                  </a:lnTo>
                  <a:cubicBezTo>
                    <a:pt x="560" y="67"/>
                    <a:pt x="558" y="65"/>
                    <a:pt x="556" y="65"/>
                  </a:cubicBezTo>
                  <a:cubicBezTo>
                    <a:pt x="555" y="65"/>
                    <a:pt x="553" y="66"/>
                    <a:pt x="552" y="66"/>
                  </a:cubicBezTo>
                  <a:cubicBezTo>
                    <a:pt x="551" y="67"/>
                    <a:pt x="549" y="67"/>
                    <a:pt x="548" y="67"/>
                  </a:cubicBezTo>
                  <a:cubicBezTo>
                    <a:pt x="547" y="67"/>
                    <a:pt x="545" y="66"/>
                    <a:pt x="542" y="61"/>
                  </a:cubicBezTo>
                  <a:lnTo>
                    <a:pt x="542" y="61"/>
                  </a:lnTo>
                  <a:lnTo>
                    <a:pt x="544" y="68"/>
                  </a:lnTo>
                  <a:cubicBezTo>
                    <a:pt x="546" y="73"/>
                    <a:pt x="546" y="75"/>
                    <a:pt x="545" y="75"/>
                  </a:cubicBezTo>
                  <a:cubicBezTo>
                    <a:pt x="545" y="75"/>
                    <a:pt x="544" y="73"/>
                    <a:pt x="543" y="70"/>
                  </a:cubicBezTo>
                  <a:cubicBezTo>
                    <a:pt x="541" y="66"/>
                    <a:pt x="539" y="64"/>
                    <a:pt x="538" y="64"/>
                  </a:cubicBezTo>
                  <a:cubicBezTo>
                    <a:pt x="537" y="64"/>
                    <a:pt x="536" y="66"/>
                    <a:pt x="537" y="71"/>
                  </a:cubicBezTo>
                  <a:lnTo>
                    <a:pt x="535" y="72"/>
                  </a:lnTo>
                  <a:cubicBezTo>
                    <a:pt x="532" y="64"/>
                    <a:pt x="529" y="61"/>
                    <a:pt x="528" y="61"/>
                  </a:cubicBezTo>
                  <a:lnTo>
                    <a:pt x="528" y="61"/>
                  </a:lnTo>
                  <a:cubicBezTo>
                    <a:pt x="527" y="61"/>
                    <a:pt x="528" y="65"/>
                    <a:pt x="531" y="73"/>
                  </a:cubicBezTo>
                  <a:cubicBezTo>
                    <a:pt x="528" y="65"/>
                    <a:pt x="526" y="65"/>
                    <a:pt x="526" y="65"/>
                  </a:cubicBezTo>
                  <a:lnTo>
                    <a:pt x="526" y="65"/>
                  </a:lnTo>
                  <a:cubicBezTo>
                    <a:pt x="527" y="70"/>
                    <a:pt x="526" y="73"/>
                    <a:pt x="525" y="73"/>
                  </a:cubicBezTo>
                  <a:cubicBezTo>
                    <a:pt x="524" y="73"/>
                    <a:pt x="522" y="71"/>
                    <a:pt x="521" y="67"/>
                  </a:cubicBezTo>
                  <a:lnTo>
                    <a:pt x="520" y="67"/>
                  </a:lnTo>
                  <a:cubicBezTo>
                    <a:pt x="522" y="75"/>
                    <a:pt x="521" y="76"/>
                    <a:pt x="520" y="76"/>
                  </a:cubicBezTo>
                  <a:cubicBezTo>
                    <a:pt x="520" y="76"/>
                    <a:pt x="519" y="76"/>
                    <a:pt x="521" y="85"/>
                  </a:cubicBezTo>
                  <a:cubicBezTo>
                    <a:pt x="523" y="93"/>
                    <a:pt x="522" y="93"/>
                    <a:pt x="522" y="93"/>
                  </a:cubicBezTo>
                  <a:cubicBezTo>
                    <a:pt x="520" y="89"/>
                    <a:pt x="517" y="83"/>
                    <a:pt x="516" y="77"/>
                  </a:cubicBezTo>
                  <a:cubicBezTo>
                    <a:pt x="516" y="74"/>
                    <a:pt x="515" y="72"/>
                    <a:pt x="515" y="72"/>
                  </a:cubicBezTo>
                  <a:lnTo>
                    <a:pt x="515" y="72"/>
                  </a:lnTo>
                  <a:cubicBezTo>
                    <a:pt x="514" y="72"/>
                    <a:pt x="514" y="76"/>
                    <a:pt x="516" y="86"/>
                  </a:cubicBezTo>
                  <a:cubicBezTo>
                    <a:pt x="518" y="95"/>
                    <a:pt x="519" y="99"/>
                    <a:pt x="519" y="99"/>
                  </a:cubicBezTo>
                  <a:cubicBezTo>
                    <a:pt x="519" y="99"/>
                    <a:pt x="517" y="95"/>
                    <a:pt x="515" y="86"/>
                  </a:cubicBezTo>
                  <a:cubicBezTo>
                    <a:pt x="514" y="81"/>
                    <a:pt x="512" y="75"/>
                    <a:pt x="512" y="75"/>
                  </a:cubicBezTo>
                  <a:lnTo>
                    <a:pt x="512" y="75"/>
                  </a:lnTo>
                  <a:cubicBezTo>
                    <a:pt x="512" y="75"/>
                    <a:pt x="512" y="76"/>
                    <a:pt x="513" y="79"/>
                  </a:cubicBezTo>
                  <a:cubicBezTo>
                    <a:pt x="513" y="79"/>
                    <a:pt x="511" y="80"/>
                    <a:pt x="514" y="88"/>
                  </a:cubicBezTo>
                  <a:lnTo>
                    <a:pt x="511" y="88"/>
                  </a:lnTo>
                  <a:cubicBezTo>
                    <a:pt x="506" y="81"/>
                    <a:pt x="505" y="81"/>
                    <a:pt x="505" y="81"/>
                  </a:cubicBezTo>
                  <a:lnTo>
                    <a:pt x="505" y="81"/>
                  </a:lnTo>
                  <a:cubicBezTo>
                    <a:pt x="506" y="85"/>
                    <a:pt x="507" y="87"/>
                    <a:pt x="506" y="87"/>
                  </a:cubicBezTo>
                  <a:cubicBezTo>
                    <a:pt x="506" y="87"/>
                    <a:pt x="505" y="85"/>
                    <a:pt x="503" y="82"/>
                  </a:cubicBezTo>
                  <a:cubicBezTo>
                    <a:pt x="501" y="79"/>
                    <a:pt x="501" y="77"/>
                    <a:pt x="501" y="77"/>
                  </a:cubicBezTo>
                  <a:lnTo>
                    <a:pt x="501" y="77"/>
                  </a:lnTo>
                  <a:cubicBezTo>
                    <a:pt x="500" y="77"/>
                    <a:pt x="502" y="81"/>
                    <a:pt x="505" y="90"/>
                  </a:cubicBezTo>
                  <a:cubicBezTo>
                    <a:pt x="506" y="94"/>
                    <a:pt x="507" y="96"/>
                    <a:pt x="506" y="96"/>
                  </a:cubicBezTo>
                  <a:cubicBezTo>
                    <a:pt x="506" y="96"/>
                    <a:pt x="504" y="95"/>
                    <a:pt x="503" y="91"/>
                  </a:cubicBezTo>
                  <a:cubicBezTo>
                    <a:pt x="499" y="81"/>
                    <a:pt x="497" y="78"/>
                    <a:pt x="497" y="78"/>
                  </a:cubicBezTo>
                  <a:lnTo>
                    <a:pt x="497" y="78"/>
                  </a:lnTo>
                  <a:cubicBezTo>
                    <a:pt x="496" y="78"/>
                    <a:pt x="497" y="80"/>
                    <a:pt x="498" y="83"/>
                  </a:cubicBezTo>
                  <a:cubicBezTo>
                    <a:pt x="501" y="91"/>
                    <a:pt x="499" y="91"/>
                    <a:pt x="499" y="91"/>
                  </a:cubicBezTo>
                  <a:lnTo>
                    <a:pt x="501" y="91"/>
                  </a:lnTo>
                  <a:cubicBezTo>
                    <a:pt x="503" y="95"/>
                    <a:pt x="504" y="101"/>
                    <a:pt x="505" y="107"/>
                  </a:cubicBezTo>
                  <a:lnTo>
                    <a:pt x="502" y="99"/>
                  </a:lnTo>
                  <a:lnTo>
                    <a:pt x="499" y="91"/>
                  </a:lnTo>
                  <a:cubicBezTo>
                    <a:pt x="498" y="87"/>
                    <a:pt x="496" y="86"/>
                    <a:pt x="493" y="86"/>
                  </a:cubicBezTo>
                  <a:cubicBezTo>
                    <a:pt x="489" y="86"/>
                    <a:pt x="485" y="87"/>
                    <a:pt x="482" y="89"/>
                  </a:cubicBezTo>
                  <a:cubicBezTo>
                    <a:pt x="482" y="94"/>
                    <a:pt x="483" y="100"/>
                    <a:pt x="486" y="104"/>
                  </a:cubicBezTo>
                  <a:cubicBezTo>
                    <a:pt x="488" y="111"/>
                    <a:pt x="489" y="113"/>
                    <a:pt x="489" y="113"/>
                  </a:cubicBezTo>
                  <a:cubicBezTo>
                    <a:pt x="489" y="113"/>
                    <a:pt x="487" y="109"/>
                    <a:pt x="485" y="104"/>
                  </a:cubicBezTo>
                  <a:cubicBezTo>
                    <a:pt x="480" y="93"/>
                    <a:pt x="477" y="87"/>
                    <a:pt x="476" y="87"/>
                  </a:cubicBezTo>
                  <a:lnTo>
                    <a:pt x="476" y="87"/>
                  </a:lnTo>
                  <a:cubicBezTo>
                    <a:pt x="476" y="87"/>
                    <a:pt x="477" y="93"/>
                    <a:pt x="483" y="105"/>
                  </a:cubicBezTo>
                  <a:cubicBezTo>
                    <a:pt x="487" y="113"/>
                    <a:pt x="489" y="117"/>
                    <a:pt x="488" y="117"/>
                  </a:cubicBezTo>
                  <a:cubicBezTo>
                    <a:pt x="488" y="117"/>
                    <a:pt x="486" y="113"/>
                    <a:pt x="482" y="105"/>
                  </a:cubicBezTo>
                  <a:cubicBezTo>
                    <a:pt x="480" y="102"/>
                    <a:pt x="479" y="100"/>
                    <a:pt x="479" y="100"/>
                  </a:cubicBezTo>
                  <a:lnTo>
                    <a:pt x="479" y="100"/>
                  </a:lnTo>
                  <a:cubicBezTo>
                    <a:pt x="479" y="100"/>
                    <a:pt x="479" y="102"/>
                    <a:pt x="480" y="107"/>
                  </a:cubicBezTo>
                  <a:cubicBezTo>
                    <a:pt x="482" y="111"/>
                    <a:pt x="483" y="112"/>
                    <a:pt x="482" y="112"/>
                  </a:cubicBezTo>
                  <a:cubicBezTo>
                    <a:pt x="482" y="112"/>
                    <a:pt x="481" y="111"/>
                    <a:pt x="479" y="107"/>
                  </a:cubicBezTo>
                  <a:cubicBezTo>
                    <a:pt x="477" y="101"/>
                    <a:pt x="474" y="95"/>
                    <a:pt x="474" y="95"/>
                  </a:cubicBezTo>
                  <a:lnTo>
                    <a:pt x="474" y="95"/>
                  </a:lnTo>
                  <a:cubicBezTo>
                    <a:pt x="474" y="95"/>
                    <a:pt x="474" y="96"/>
                    <a:pt x="475" y="99"/>
                  </a:cubicBezTo>
                  <a:cubicBezTo>
                    <a:pt x="475" y="99"/>
                    <a:pt x="475" y="99"/>
                    <a:pt x="475" y="99"/>
                  </a:cubicBezTo>
                  <a:cubicBezTo>
                    <a:pt x="474" y="99"/>
                    <a:pt x="473" y="98"/>
                    <a:pt x="470" y="92"/>
                  </a:cubicBezTo>
                  <a:cubicBezTo>
                    <a:pt x="469" y="90"/>
                    <a:pt x="468" y="89"/>
                    <a:pt x="468" y="89"/>
                  </a:cubicBezTo>
                  <a:lnTo>
                    <a:pt x="468" y="89"/>
                  </a:lnTo>
                  <a:cubicBezTo>
                    <a:pt x="467" y="89"/>
                    <a:pt x="469" y="95"/>
                    <a:pt x="470" y="101"/>
                  </a:cubicBezTo>
                  <a:cubicBezTo>
                    <a:pt x="472" y="109"/>
                    <a:pt x="473" y="113"/>
                    <a:pt x="472" y="113"/>
                  </a:cubicBezTo>
                  <a:cubicBezTo>
                    <a:pt x="472" y="113"/>
                    <a:pt x="470" y="109"/>
                    <a:pt x="468" y="101"/>
                  </a:cubicBezTo>
                  <a:cubicBezTo>
                    <a:pt x="466" y="95"/>
                    <a:pt x="465" y="93"/>
                    <a:pt x="464" y="93"/>
                  </a:cubicBezTo>
                  <a:lnTo>
                    <a:pt x="464" y="93"/>
                  </a:lnTo>
                  <a:cubicBezTo>
                    <a:pt x="463" y="93"/>
                    <a:pt x="463" y="100"/>
                    <a:pt x="467" y="111"/>
                  </a:cubicBezTo>
                  <a:cubicBezTo>
                    <a:pt x="470" y="120"/>
                    <a:pt x="471" y="124"/>
                    <a:pt x="470" y="124"/>
                  </a:cubicBezTo>
                  <a:cubicBezTo>
                    <a:pt x="470" y="124"/>
                    <a:pt x="469" y="122"/>
                    <a:pt x="468" y="119"/>
                  </a:cubicBezTo>
                  <a:cubicBezTo>
                    <a:pt x="466" y="111"/>
                    <a:pt x="465" y="111"/>
                    <a:pt x="465" y="111"/>
                  </a:cubicBezTo>
                  <a:cubicBezTo>
                    <a:pt x="464" y="111"/>
                    <a:pt x="462" y="111"/>
                    <a:pt x="460" y="103"/>
                  </a:cubicBezTo>
                  <a:cubicBezTo>
                    <a:pt x="460" y="103"/>
                    <a:pt x="459" y="104"/>
                    <a:pt x="460" y="112"/>
                  </a:cubicBezTo>
                  <a:cubicBezTo>
                    <a:pt x="462" y="119"/>
                    <a:pt x="462" y="122"/>
                    <a:pt x="461" y="122"/>
                  </a:cubicBezTo>
                  <a:cubicBezTo>
                    <a:pt x="460" y="122"/>
                    <a:pt x="456" y="115"/>
                    <a:pt x="452" y="107"/>
                  </a:cubicBezTo>
                  <a:lnTo>
                    <a:pt x="452" y="107"/>
                  </a:lnTo>
                  <a:lnTo>
                    <a:pt x="453" y="114"/>
                  </a:lnTo>
                  <a:cubicBezTo>
                    <a:pt x="457" y="125"/>
                    <a:pt x="459" y="132"/>
                    <a:pt x="459" y="132"/>
                  </a:cubicBezTo>
                  <a:cubicBezTo>
                    <a:pt x="458" y="132"/>
                    <a:pt x="457" y="129"/>
                    <a:pt x="455" y="123"/>
                  </a:cubicBezTo>
                  <a:cubicBezTo>
                    <a:pt x="452" y="118"/>
                    <a:pt x="450" y="112"/>
                    <a:pt x="450" y="112"/>
                  </a:cubicBezTo>
                  <a:lnTo>
                    <a:pt x="450" y="112"/>
                  </a:lnTo>
                  <a:cubicBezTo>
                    <a:pt x="450" y="112"/>
                    <a:pt x="451" y="113"/>
                    <a:pt x="451" y="116"/>
                  </a:cubicBezTo>
                  <a:cubicBezTo>
                    <a:pt x="453" y="122"/>
                    <a:pt x="454" y="124"/>
                    <a:pt x="453" y="124"/>
                  </a:cubicBezTo>
                  <a:cubicBezTo>
                    <a:pt x="452" y="124"/>
                    <a:pt x="448" y="118"/>
                    <a:pt x="445" y="109"/>
                  </a:cubicBezTo>
                  <a:cubicBezTo>
                    <a:pt x="441" y="101"/>
                    <a:pt x="441" y="101"/>
                    <a:pt x="440" y="101"/>
                  </a:cubicBezTo>
                  <a:lnTo>
                    <a:pt x="443" y="109"/>
                  </a:lnTo>
                  <a:cubicBezTo>
                    <a:pt x="446" y="113"/>
                    <a:pt x="448" y="119"/>
                    <a:pt x="449" y="125"/>
                  </a:cubicBezTo>
                  <a:cubicBezTo>
                    <a:pt x="449" y="125"/>
                    <a:pt x="448" y="125"/>
                    <a:pt x="448" y="125"/>
                  </a:cubicBezTo>
                  <a:cubicBezTo>
                    <a:pt x="447" y="125"/>
                    <a:pt x="446" y="123"/>
                    <a:pt x="443" y="118"/>
                  </a:cubicBezTo>
                  <a:cubicBezTo>
                    <a:pt x="441" y="112"/>
                    <a:pt x="438" y="107"/>
                    <a:pt x="438" y="107"/>
                  </a:cubicBezTo>
                  <a:lnTo>
                    <a:pt x="438" y="107"/>
                  </a:lnTo>
                  <a:cubicBezTo>
                    <a:pt x="438" y="107"/>
                    <a:pt x="438" y="108"/>
                    <a:pt x="439" y="110"/>
                  </a:cubicBezTo>
                  <a:cubicBezTo>
                    <a:pt x="439" y="110"/>
                    <a:pt x="438" y="110"/>
                    <a:pt x="434" y="102"/>
                  </a:cubicBezTo>
                  <a:lnTo>
                    <a:pt x="431" y="103"/>
                  </a:lnTo>
                  <a:cubicBezTo>
                    <a:pt x="432" y="108"/>
                    <a:pt x="432" y="110"/>
                    <a:pt x="431" y="110"/>
                  </a:cubicBezTo>
                  <a:cubicBezTo>
                    <a:pt x="431" y="110"/>
                    <a:pt x="429" y="108"/>
                    <a:pt x="428" y="104"/>
                  </a:cubicBezTo>
                  <a:lnTo>
                    <a:pt x="428" y="104"/>
                  </a:lnTo>
                  <a:cubicBezTo>
                    <a:pt x="428" y="104"/>
                    <a:pt x="427" y="105"/>
                    <a:pt x="429" y="113"/>
                  </a:cubicBezTo>
                  <a:cubicBezTo>
                    <a:pt x="428" y="113"/>
                    <a:pt x="428" y="113"/>
                    <a:pt x="427" y="113"/>
                  </a:cubicBezTo>
                  <a:cubicBezTo>
                    <a:pt x="426" y="113"/>
                    <a:pt x="425" y="113"/>
                    <a:pt x="423" y="107"/>
                  </a:cubicBezTo>
                  <a:cubicBezTo>
                    <a:pt x="422" y="103"/>
                    <a:pt x="421" y="101"/>
                    <a:pt x="421" y="101"/>
                  </a:cubicBezTo>
                  <a:lnTo>
                    <a:pt x="421" y="101"/>
                  </a:lnTo>
                  <a:cubicBezTo>
                    <a:pt x="420" y="101"/>
                    <a:pt x="421" y="103"/>
                    <a:pt x="422" y="107"/>
                  </a:cubicBezTo>
                  <a:cubicBezTo>
                    <a:pt x="425" y="114"/>
                    <a:pt x="424" y="114"/>
                    <a:pt x="423" y="114"/>
                  </a:cubicBezTo>
                  <a:lnTo>
                    <a:pt x="422" y="116"/>
                  </a:lnTo>
                  <a:cubicBezTo>
                    <a:pt x="424" y="123"/>
                    <a:pt x="424" y="123"/>
                    <a:pt x="424" y="123"/>
                  </a:cubicBezTo>
                  <a:cubicBezTo>
                    <a:pt x="423" y="123"/>
                    <a:pt x="418" y="117"/>
                    <a:pt x="416" y="117"/>
                  </a:cubicBezTo>
                  <a:lnTo>
                    <a:pt x="416" y="117"/>
                  </a:lnTo>
                  <a:cubicBezTo>
                    <a:pt x="414" y="118"/>
                    <a:pt x="414" y="118"/>
                    <a:pt x="418" y="126"/>
                  </a:cubicBezTo>
                  <a:cubicBezTo>
                    <a:pt x="417" y="126"/>
                    <a:pt x="412" y="120"/>
                    <a:pt x="408" y="120"/>
                  </a:cubicBezTo>
                  <a:cubicBezTo>
                    <a:pt x="408" y="120"/>
                    <a:pt x="408" y="120"/>
                    <a:pt x="408" y="120"/>
                  </a:cubicBezTo>
                  <a:cubicBezTo>
                    <a:pt x="404" y="121"/>
                    <a:pt x="404" y="121"/>
                    <a:pt x="408" y="129"/>
                  </a:cubicBezTo>
                  <a:cubicBezTo>
                    <a:pt x="411" y="137"/>
                    <a:pt x="412" y="141"/>
                    <a:pt x="412" y="141"/>
                  </a:cubicBezTo>
                  <a:cubicBezTo>
                    <a:pt x="412" y="141"/>
                    <a:pt x="410" y="137"/>
                    <a:pt x="406" y="129"/>
                  </a:cubicBezTo>
                  <a:cubicBezTo>
                    <a:pt x="402" y="120"/>
                    <a:pt x="400" y="117"/>
                    <a:pt x="399" y="117"/>
                  </a:cubicBezTo>
                  <a:lnTo>
                    <a:pt x="399" y="117"/>
                  </a:lnTo>
                  <a:cubicBezTo>
                    <a:pt x="399" y="117"/>
                    <a:pt x="399" y="119"/>
                    <a:pt x="401" y="122"/>
                  </a:cubicBezTo>
                  <a:cubicBezTo>
                    <a:pt x="403" y="130"/>
                    <a:pt x="403" y="130"/>
                    <a:pt x="402" y="130"/>
                  </a:cubicBezTo>
                  <a:cubicBezTo>
                    <a:pt x="401" y="126"/>
                    <a:pt x="400" y="124"/>
                    <a:pt x="400" y="124"/>
                  </a:cubicBezTo>
                  <a:lnTo>
                    <a:pt x="400" y="124"/>
                  </a:lnTo>
                  <a:cubicBezTo>
                    <a:pt x="399" y="124"/>
                    <a:pt x="399" y="127"/>
                    <a:pt x="400" y="131"/>
                  </a:cubicBezTo>
                  <a:cubicBezTo>
                    <a:pt x="399" y="131"/>
                    <a:pt x="399" y="131"/>
                    <a:pt x="396" y="123"/>
                  </a:cubicBezTo>
                  <a:lnTo>
                    <a:pt x="394" y="125"/>
                  </a:lnTo>
                  <a:cubicBezTo>
                    <a:pt x="396" y="132"/>
                    <a:pt x="396" y="135"/>
                    <a:pt x="394" y="135"/>
                  </a:cubicBezTo>
                  <a:cubicBezTo>
                    <a:pt x="392" y="135"/>
                    <a:pt x="389" y="131"/>
                    <a:pt x="386" y="127"/>
                  </a:cubicBezTo>
                  <a:lnTo>
                    <a:pt x="386" y="127"/>
                  </a:lnTo>
                  <a:cubicBezTo>
                    <a:pt x="386" y="127"/>
                    <a:pt x="385" y="127"/>
                    <a:pt x="387" y="135"/>
                  </a:cubicBezTo>
                  <a:cubicBezTo>
                    <a:pt x="390" y="143"/>
                    <a:pt x="391" y="147"/>
                    <a:pt x="391" y="147"/>
                  </a:cubicBezTo>
                  <a:cubicBezTo>
                    <a:pt x="391" y="147"/>
                    <a:pt x="389" y="143"/>
                    <a:pt x="386" y="136"/>
                  </a:cubicBezTo>
                  <a:cubicBezTo>
                    <a:pt x="383" y="128"/>
                    <a:pt x="381" y="124"/>
                    <a:pt x="381" y="124"/>
                  </a:cubicBezTo>
                  <a:lnTo>
                    <a:pt x="381" y="124"/>
                  </a:lnTo>
                  <a:cubicBezTo>
                    <a:pt x="381" y="124"/>
                    <a:pt x="382" y="128"/>
                    <a:pt x="385" y="136"/>
                  </a:cubicBezTo>
                  <a:cubicBezTo>
                    <a:pt x="386" y="139"/>
                    <a:pt x="386" y="142"/>
                    <a:pt x="384" y="142"/>
                  </a:cubicBezTo>
                  <a:cubicBezTo>
                    <a:pt x="383" y="142"/>
                    <a:pt x="380" y="138"/>
                    <a:pt x="377" y="129"/>
                  </a:cubicBezTo>
                  <a:lnTo>
                    <a:pt x="372" y="113"/>
                  </a:lnTo>
                  <a:lnTo>
                    <a:pt x="372" y="113"/>
                  </a:lnTo>
                  <a:cubicBezTo>
                    <a:pt x="374" y="121"/>
                    <a:pt x="373" y="121"/>
                    <a:pt x="373" y="121"/>
                  </a:cubicBezTo>
                  <a:cubicBezTo>
                    <a:pt x="376" y="130"/>
                    <a:pt x="375" y="130"/>
                    <a:pt x="373" y="131"/>
                  </a:cubicBezTo>
                  <a:cubicBezTo>
                    <a:pt x="370" y="131"/>
                    <a:pt x="370" y="140"/>
                    <a:pt x="368" y="141"/>
                  </a:cubicBezTo>
                  <a:cubicBezTo>
                    <a:pt x="368" y="141"/>
                    <a:pt x="368" y="141"/>
                    <a:pt x="367" y="141"/>
                  </a:cubicBezTo>
                  <a:cubicBezTo>
                    <a:pt x="366" y="141"/>
                    <a:pt x="363" y="141"/>
                    <a:pt x="360" y="135"/>
                  </a:cubicBezTo>
                  <a:cubicBezTo>
                    <a:pt x="359" y="135"/>
                    <a:pt x="358" y="135"/>
                    <a:pt x="359" y="144"/>
                  </a:cubicBezTo>
                  <a:cubicBezTo>
                    <a:pt x="360" y="148"/>
                    <a:pt x="361" y="150"/>
                    <a:pt x="360" y="150"/>
                  </a:cubicBezTo>
                  <a:cubicBezTo>
                    <a:pt x="360" y="150"/>
                    <a:pt x="359" y="148"/>
                    <a:pt x="357" y="145"/>
                  </a:cubicBezTo>
                  <a:lnTo>
                    <a:pt x="356" y="145"/>
                  </a:lnTo>
                  <a:cubicBezTo>
                    <a:pt x="358" y="153"/>
                    <a:pt x="357" y="154"/>
                    <a:pt x="357" y="154"/>
                  </a:cubicBezTo>
                  <a:cubicBezTo>
                    <a:pt x="355" y="148"/>
                    <a:pt x="352" y="143"/>
                    <a:pt x="351" y="143"/>
                  </a:cubicBezTo>
                  <a:lnTo>
                    <a:pt x="351" y="143"/>
                  </a:lnTo>
                  <a:cubicBezTo>
                    <a:pt x="351" y="143"/>
                    <a:pt x="351" y="144"/>
                    <a:pt x="351" y="146"/>
                  </a:cubicBezTo>
                  <a:cubicBezTo>
                    <a:pt x="355" y="154"/>
                    <a:pt x="354" y="154"/>
                    <a:pt x="353" y="155"/>
                  </a:cubicBezTo>
                  <a:cubicBezTo>
                    <a:pt x="351" y="153"/>
                    <a:pt x="348" y="152"/>
                    <a:pt x="345" y="152"/>
                  </a:cubicBezTo>
                  <a:cubicBezTo>
                    <a:pt x="335" y="152"/>
                    <a:pt x="320" y="158"/>
                    <a:pt x="322" y="164"/>
                  </a:cubicBezTo>
                  <a:lnTo>
                    <a:pt x="319" y="165"/>
                  </a:lnTo>
                  <a:lnTo>
                    <a:pt x="317" y="166"/>
                  </a:lnTo>
                  <a:cubicBezTo>
                    <a:pt x="314" y="160"/>
                    <a:pt x="313" y="157"/>
                    <a:pt x="312" y="157"/>
                  </a:cubicBezTo>
                  <a:cubicBezTo>
                    <a:pt x="310" y="157"/>
                    <a:pt x="309" y="163"/>
                    <a:pt x="310" y="168"/>
                  </a:cubicBezTo>
                  <a:cubicBezTo>
                    <a:pt x="312" y="176"/>
                    <a:pt x="311" y="176"/>
                    <a:pt x="310" y="176"/>
                  </a:cubicBezTo>
                  <a:cubicBezTo>
                    <a:pt x="307" y="168"/>
                    <a:pt x="304" y="164"/>
                    <a:pt x="303" y="164"/>
                  </a:cubicBezTo>
                  <a:cubicBezTo>
                    <a:pt x="302" y="164"/>
                    <a:pt x="302" y="166"/>
                    <a:pt x="303" y="171"/>
                  </a:cubicBezTo>
                  <a:cubicBezTo>
                    <a:pt x="305" y="178"/>
                    <a:pt x="307" y="182"/>
                    <a:pt x="306" y="182"/>
                  </a:cubicBezTo>
                  <a:cubicBezTo>
                    <a:pt x="306" y="182"/>
                    <a:pt x="304" y="178"/>
                    <a:pt x="301" y="171"/>
                  </a:cubicBezTo>
                  <a:cubicBezTo>
                    <a:pt x="298" y="164"/>
                    <a:pt x="297" y="160"/>
                    <a:pt x="296" y="160"/>
                  </a:cubicBezTo>
                  <a:lnTo>
                    <a:pt x="296" y="160"/>
                  </a:lnTo>
                  <a:cubicBezTo>
                    <a:pt x="295" y="160"/>
                    <a:pt x="297" y="166"/>
                    <a:pt x="301" y="179"/>
                  </a:cubicBezTo>
                  <a:cubicBezTo>
                    <a:pt x="302" y="184"/>
                    <a:pt x="303" y="186"/>
                    <a:pt x="302" y="186"/>
                  </a:cubicBezTo>
                  <a:cubicBezTo>
                    <a:pt x="302" y="186"/>
                    <a:pt x="301" y="184"/>
                    <a:pt x="299" y="181"/>
                  </a:cubicBezTo>
                  <a:cubicBezTo>
                    <a:pt x="295" y="171"/>
                    <a:pt x="293" y="168"/>
                    <a:pt x="292" y="168"/>
                  </a:cubicBezTo>
                  <a:lnTo>
                    <a:pt x="292" y="168"/>
                  </a:lnTo>
                  <a:cubicBezTo>
                    <a:pt x="292" y="168"/>
                    <a:pt x="293" y="170"/>
                    <a:pt x="294" y="173"/>
                  </a:cubicBezTo>
                  <a:cubicBezTo>
                    <a:pt x="297" y="181"/>
                    <a:pt x="298" y="185"/>
                    <a:pt x="298" y="185"/>
                  </a:cubicBezTo>
                  <a:cubicBezTo>
                    <a:pt x="297" y="185"/>
                    <a:pt x="295" y="181"/>
                    <a:pt x="292" y="174"/>
                  </a:cubicBezTo>
                  <a:cubicBezTo>
                    <a:pt x="287" y="166"/>
                    <a:pt x="285" y="162"/>
                    <a:pt x="285" y="162"/>
                  </a:cubicBezTo>
                  <a:lnTo>
                    <a:pt x="285" y="162"/>
                  </a:lnTo>
                  <a:cubicBezTo>
                    <a:pt x="284" y="162"/>
                    <a:pt x="286" y="166"/>
                    <a:pt x="289" y="174"/>
                  </a:cubicBezTo>
                  <a:cubicBezTo>
                    <a:pt x="292" y="183"/>
                    <a:pt x="292" y="187"/>
                    <a:pt x="291" y="187"/>
                  </a:cubicBezTo>
                  <a:cubicBezTo>
                    <a:pt x="290" y="187"/>
                    <a:pt x="287" y="184"/>
                    <a:pt x="284" y="176"/>
                  </a:cubicBezTo>
                  <a:cubicBezTo>
                    <a:pt x="283" y="176"/>
                    <a:pt x="281" y="173"/>
                    <a:pt x="281" y="173"/>
                  </a:cubicBezTo>
                  <a:lnTo>
                    <a:pt x="281" y="173"/>
                  </a:lnTo>
                  <a:cubicBezTo>
                    <a:pt x="280" y="173"/>
                    <a:pt x="281" y="174"/>
                    <a:pt x="282" y="176"/>
                  </a:cubicBezTo>
                  <a:lnTo>
                    <a:pt x="277" y="168"/>
                  </a:lnTo>
                  <a:lnTo>
                    <a:pt x="276" y="169"/>
                  </a:lnTo>
                  <a:lnTo>
                    <a:pt x="280" y="177"/>
                  </a:lnTo>
                  <a:cubicBezTo>
                    <a:pt x="279" y="177"/>
                    <a:pt x="271" y="173"/>
                    <a:pt x="266" y="173"/>
                  </a:cubicBezTo>
                  <a:cubicBezTo>
                    <a:pt x="265" y="173"/>
                    <a:pt x="264" y="173"/>
                    <a:pt x="264" y="173"/>
                  </a:cubicBezTo>
                  <a:cubicBezTo>
                    <a:pt x="254" y="176"/>
                    <a:pt x="253" y="176"/>
                    <a:pt x="256" y="184"/>
                  </a:cubicBezTo>
                  <a:cubicBezTo>
                    <a:pt x="260" y="192"/>
                    <a:pt x="261" y="196"/>
                    <a:pt x="261" y="196"/>
                  </a:cubicBezTo>
                  <a:cubicBezTo>
                    <a:pt x="260" y="196"/>
                    <a:pt x="258" y="193"/>
                    <a:pt x="255" y="185"/>
                  </a:cubicBezTo>
                  <a:cubicBezTo>
                    <a:pt x="254" y="185"/>
                    <a:pt x="250" y="178"/>
                    <a:pt x="248" y="178"/>
                  </a:cubicBezTo>
                  <a:cubicBezTo>
                    <a:pt x="247" y="178"/>
                    <a:pt x="247" y="178"/>
                    <a:pt x="247" y="178"/>
                  </a:cubicBezTo>
                  <a:cubicBezTo>
                    <a:pt x="247" y="178"/>
                    <a:pt x="247" y="178"/>
                    <a:pt x="246" y="178"/>
                  </a:cubicBezTo>
                  <a:cubicBezTo>
                    <a:pt x="245" y="178"/>
                    <a:pt x="243" y="178"/>
                    <a:pt x="240" y="172"/>
                  </a:cubicBezTo>
                  <a:lnTo>
                    <a:pt x="240" y="172"/>
                  </a:lnTo>
                  <a:cubicBezTo>
                    <a:pt x="243" y="182"/>
                    <a:pt x="242" y="187"/>
                    <a:pt x="239" y="187"/>
                  </a:cubicBezTo>
                  <a:cubicBezTo>
                    <a:pt x="238" y="187"/>
                    <a:pt x="236" y="185"/>
                    <a:pt x="234" y="183"/>
                  </a:cubicBezTo>
                  <a:cubicBezTo>
                    <a:pt x="231" y="183"/>
                    <a:pt x="231" y="183"/>
                    <a:pt x="233" y="192"/>
                  </a:cubicBezTo>
                  <a:cubicBezTo>
                    <a:pt x="233" y="196"/>
                    <a:pt x="233" y="198"/>
                    <a:pt x="233" y="198"/>
                  </a:cubicBezTo>
                  <a:cubicBezTo>
                    <a:pt x="233" y="198"/>
                    <a:pt x="231" y="196"/>
                    <a:pt x="229" y="193"/>
                  </a:cubicBezTo>
                  <a:cubicBezTo>
                    <a:pt x="228" y="189"/>
                    <a:pt x="225" y="185"/>
                    <a:pt x="223" y="185"/>
                  </a:cubicBezTo>
                  <a:cubicBezTo>
                    <a:pt x="222" y="185"/>
                    <a:pt x="222" y="187"/>
                    <a:pt x="225" y="194"/>
                  </a:cubicBezTo>
                  <a:lnTo>
                    <a:pt x="220" y="186"/>
                  </a:lnTo>
                  <a:cubicBezTo>
                    <a:pt x="219" y="184"/>
                    <a:pt x="219" y="183"/>
                    <a:pt x="219" y="183"/>
                  </a:cubicBezTo>
                  <a:lnTo>
                    <a:pt x="219" y="183"/>
                  </a:lnTo>
                  <a:cubicBezTo>
                    <a:pt x="218" y="183"/>
                    <a:pt x="220" y="189"/>
                    <a:pt x="221" y="195"/>
                  </a:cubicBezTo>
                  <a:cubicBezTo>
                    <a:pt x="224" y="202"/>
                    <a:pt x="226" y="206"/>
                    <a:pt x="226" y="206"/>
                  </a:cubicBezTo>
                  <a:cubicBezTo>
                    <a:pt x="225" y="206"/>
                    <a:pt x="222" y="200"/>
                    <a:pt x="217" y="187"/>
                  </a:cubicBezTo>
                  <a:cubicBezTo>
                    <a:pt x="214" y="178"/>
                    <a:pt x="212" y="174"/>
                    <a:pt x="212" y="174"/>
                  </a:cubicBezTo>
                  <a:lnTo>
                    <a:pt x="212" y="174"/>
                  </a:lnTo>
                  <a:cubicBezTo>
                    <a:pt x="211" y="174"/>
                    <a:pt x="212" y="176"/>
                    <a:pt x="213" y="179"/>
                  </a:cubicBezTo>
                  <a:cubicBezTo>
                    <a:pt x="215" y="186"/>
                    <a:pt x="217" y="192"/>
                    <a:pt x="216" y="192"/>
                  </a:cubicBezTo>
                  <a:cubicBezTo>
                    <a:pt x="215" y="192"/>
                    <a:pt x="215" y="191"/>
                    <a:pt x="213" y="188"/>
                  </a:cubicBezTo>
                  <a:cubicBezTo>
                    <a:pt x="212" y="188"/>
                    <a:pt x="211" y="190"/>
                    <a:pt x="218" y="205"/>
                  </a:cubicBezTo>
                  <a:cubicBezTo>
                    <a:pt x="221" y="213"/>
                    <a:pt x="220" y="213"/>
                    <a:pt x="219" y="213"/>
                  </a:cubicBezTo>
                  <a:cubicBezTo>
                    <a:pt x="217" y="209"/>
                    <a:pt x="216" y="203"/>
                    <a:pt x="213" y="197"/>
                  </a:cubicBezTo>
                  <a:lnTo>
                    <a:pt x="212" y="197"/>
                  </a:lnTo>
                  <a:cubicBezTo>
                    <a:pt x="208" y="193"/>
                    <a:pt x="206" y="188"/>
                    <a:pt x="203" y="183"/>
                  </a:cubicBezTo>
                  <a:cubicBezTo>
                    <a:pt x="202" y="180"/>
                    <a:pt x="201" y="178"/>
                    <a:pt x="201" y="178"/>
                  </a:cubicBezTo>
                  <a:lnTo>
                    <a:pt x="201" y="178"/>
                  </a:lnTo>
                  <a:cubicBezTo>
                    <a:pt x="200" y="178"/>
                    <a:pt x="202" y="182"/>
                    <a:pt x="206" y="191"/>
                  </a:cubicBezTo>
                  <a:cubicBezTo>
                    <a:pt x="212" y="206"/>
                    <a:pt x="212" y="206"/>
                    <a:pt x="210" y="208"/>
                  </a:cubicBezTo>
                  <a:cubicBezTo>
                    <a:pt x="209" y="208"/>
                    <a:pt x="208" y="208"/>
                    <a:pt x="206" y="200"/>
                  </a:cubicBezTo>
                  <a:cubicBezTo>
                    <a:pt x="203" y="194"/>
                    <a:pt x="202" y="192"/>
                    <a:pt x="201" y="192"/>
                  </a:cubicBezTo>
                  <a:cubicBezTo>
                    <a:pt x="201" y="192"/>
                    <a:pt x="201" y="193"/>
                    <a:pt x="200" y="193"/>
                  </a:cubicBezTo>
                  <a:cubicBezTo>
                    <a:pt x="198" y="193"/>
                    <a:pt x="204" y="218"/>
                    <a:pt x="210" y="234"/>
                  </a:cubicBezTo>
                  <a:cubicBezTo>
                    <a:pt x="213" y="242"/>
                    <a:pt x="214" y="246"/>
                    <a:pt x="214" y="246"/>
                  </a:cubicBezTo>
                  <a:cubicBezTo>
                    <a:pt x="214" y="246"/>
                    <a:pt x="212" y="242"/>
                    <a:pt x="209" y="234"/>
                  </a:cubicBezTo>
                  <a:cubicBezTo>
                    <a:pt x="206" y="227"/>
                    <a:pt x="204" y="227"/>
                    <a:pt x="204" y="227"/>
                  </a:cubicBezTo>
                  <a:cubicBezTo>
                    <a:pt x="201" y="219"/>
                    <a:pt x="202" y="219"/>
                    <a:pt x="202" y="219"/>
                  </a:cubicBezTo>
                  <a:lnTo>
                    <a:pt x="200" y="211"/>
                  </a:lnTo>
                  <a:cubicBezTo>
                    <a:pt x="196" y="203"/>
                    <a:pt x="194" y="199"/>
                    <a:pt x="194" y="199"/>
                  </a:cubicBezTo>
                  <a:lnTo>
                    <a:pt x="194" y="199"/>
                  </a:lnTo>
                  <a:cubicBezTo>
                    <a:pt x="193" y="199"/>
                    <a:pt x="194" y="203"/>
                    <a:pt x="197" y="212"/>
                  </a:cubicBezTo>
                  <a:cubicBezTo>
                    <a:pt x="198" y="216"/>
                    <a:pt x="198" y="218"/>
                    <a:pt x="198" y="218"/>
                  </a:cubicBezTo>
                  <a:cubicBezTo>
                    <a:pt x="198" y="218"/>
                    <a:pt x="197" y="216"/>
                    <a:pt x="195" y="212"/>
                  </a:cubicBezTo>
                  <a:cubicBezTo>
                    <a:pt x="192" y="206"/>
                    <a:pt x="190" y="201"/>
                    <a:pt x="190" y="201"/>
                  </a:cubicBezTo>
                  <a:lnTo>
                    <a:pt x="190" y="201"/>
                  </a:lnTo>
                  <a:cubicBezTo>
                    <a:pt x="190" y="201"/>
                    <a:pt x="190" y="202"/>
                    <a:pt x="191" y="204"/>
                  </a:cubicBezTo>
                  <a:cubicBezTo>
                    <a:pt x="191" y="204"/>
                    <a:pt x="191" y="204"/>
                    <a:pt x="191" y="204"/>
                  </a:cubicBezTo>
                  <a:cubicBezTo>
                    <a:pt x="190" y="204"/>
                    <a:pt x="188" y="204"/>
                    <a:pt x="185" y="197"/>
                  </a:cubicBezTo>
                  <a:cubicBezTo>
                    <a:pt x="183" y="199"/>
                    <a:pt x="182" y="199"/>
                    <a:pt x="185" y="206"/>
                  </a:cubicBezTo>
                  <a:cubicBezTo>
                    <a:pt x="189" y="214"/>
                    <a:pt x="188" y="214"/>
                    <a:pt x="187" y="214"/>
                  </a:cubicBezTo>
                  <a:cubicBezTo>
                    <a:pt x="185" y="215"/>
                    <a:pt x="185" y="215"/>
                    <a:pt x="188" y="223"/>
                  </a:cubicBezTo>
                  <a:cubicBezTo>
                    <a:pt x="191" y="231"/>
                    <a:pt x="193" y="239"/>
                    <a:pt x="192" y="240"/>
                  </a:cubicBezTo>
                  <a:cubicBezTo>
                    <a:pt x="193" y="243"/>
                    <a:pt x="193" y="245"/>
                    <a:pt x="193" y="245"/>
                  </a:cubicBezTo>
                  <a:cubicBezTo>
                    <a:pt x="192" y="245"/>
                    <a:pt x="190" y="241"/>
                    <a:pt x="187" y="232"/>
                  </a:cubicBezTo>
                  <a:cubicBezTo>
                    <a:pt x="184" y="226"/>
                    <a:pt x="183" y="225"/>
                    <a:pt x="182" y="225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5"/>
                    <a:pt x="181" y="225"/>
                    <a:pt x="176" y="218"/>
                  </a:cubicBezTo>
                  <a:cubicBezTo>
                    <a:pt x="175" y="215"/>
                    <a:pt x="174" y="214"/>
                    <a:pt x="174" y="214"/>
                  </a:cubicBezTo>
                  <a:lnTo>
                    <a:pt x="174" y="214"/>
                  </a:lnTo>
                  <a:cubicBezTo>
                    <a:pt x="174" y="214"/>
                    <a:pt x="176" y="220"/>
                    <a:pt x="179" y="227"/>
                  </a:cubicBezTo>
                  <a:cubicBezTo>
                    <a:pt x="182" y="234"/>
                    <a:pt x="184" y="242"/>
                    <a:pt x="184" y="242"/>
                  </a:cubicBezTo>
                  <a:cubicBezTo>
                    <a:pt x="181" y="234"/>
                    <a:pt x="176" y="227"/>
                    <a:pt x="174" y="219"/>
                  </a:cubicBezTo>
                  <a:cubicBezTo>
                    <a:pt x="170" y="211"/>
                    <a:pt x="168" y="207"/>
                    <a:pt x="168" y="207"/>
                  </a:cubicBezTo>
                  <a:lnTo>
                    <a:pt x="168" y="207"/>
                  </a:lnTo>
                  <a:cubicBezTo>
                    <a:pt x="168" y="207"/>
                    <a:pt x="170" y="211"/>
                    <a:pt x="173" y="219"/>
                  </a:cubicBezTo>
                  <a:cubicBezTo>
                    <a:pt x="176" y="224"/>
                    <a:pt x="177" y="231"/>
                    <a:pt x="176" y="231"/>
                  </a:cubicBezTo>
                  <a:cubicBezTo>
                    <a:pt x="176" y="231"/>
                    <a:pt x="175" y="230"/>
                    <a:pt x="173" y="228"/>
                  </a:cubicBezTo>
                  <a:cubicBezTo>
                    <a:pt x="173" y="228"/>
                    <a:pt x="173" y="228"/>
                    <a:pt x="172" y="228"/>
                  </a:cubicBezTo>
                  <a:cubicBezTo>
                    <a:pt x="171" y="228"/>
                    <a:pt x="169" y="227"/>
                    <a:pt x="166" y="221"/>
                  </a:cubicBezTo>
                  <a:cubicBezTo>
                    <a:pt x="165" y="218"/>
                    <a:pt x="165" y="218"/>
                    <a:pt x="165" y="218"/>
                  </a:cubicBezTo>
                  <a:lnTo>
                    <a:pt x="165" y="218"/>
                  </a:lnTo>
                  <a:cubicBezTo>
                    <a:pt x="164" y="218"/>
                    <a:pt x="165" y="221"/>
                    <a:pt x="165" y="221"/>
                  </a:cubicBezTo>
                  <a:cubicBezTo>
                    <a:pt x="166" y="226"/>
                    <a:pt x="167" y="228"/>
                    <a:pt x="166" y="228"/>
                  </a:cubicBezTo>
                  <a:cubicBezTo>
                    <a:pt x="165" y="228"/>
                    <a:pt x="163" y="226"/>
                    <a:pt x="161" y="223"/>
                  </a:cubicBezTo>
                  <a:cubicBezTo>
                    <a:pt x="156" y="216"/>
                    <a:pt x="153" y="212"/>
                    <a:pt x="153" y="212"/>
                  </a:cubicBezTo>
                  <a:lnTo>
                    <a:pt x="153" y="212"/>
                  </a:lnTo>
                  <a:cubicBezTo>
                    <a:pt x="152" y="212"/>
                    <a:pt x="153" y="216"/>
                    <a:pt x="156" y="224"/>
                  </a:cubicBezTo>
                  <a:cubicBezTo>
                    <a:pt x="158" y="229"/>
                    <a:pt x="160" y="233"/>
                    <a:pt x="160" y="233"/>
                  </a:cubicBezTo>
                  <a:cubicBezTo>
                    <a:pt x="160" y="233"/>
                    <a:pt x="158" y="231"/>
                    <a:pt x="155" y="224"/>
                  </a:cubicBezTo>
                  <a:cubicBezTo>
                    <a:pt x="154" y="222"/>
                    <a:pt x="154" y="221"/>
                    <a:pt x="153" y="221"/>
                  </a:cubicBezTo>
                  <a:lnTo>
                    <a:pt x="153" y="221"/>
                  </a:lnTo>
                  <a:cubicBezTo>
                    <a:pt x="153" y="221"/>
                    <a:pt x="154" y="228"/>
                    <a:pt x="155" y="233"/>
                  </a:cubicBezTo>
                  <a:cubicBezTo>
                    <a:pt x="157" y="241"/>
                    <a:pt x="163" y="258"/>
                    <a:pt x="166" y="266"/>
                  </a:cubicBezTo>
                  <a:cubicBezTo>
                    <a:pt x="170" y="275"/>
                    <a:pt x="172" y="279"/>
                    <a:pt x="171" y="279"/>
                  </a:cubicBezTo>
                  <a:cubicBezTo>
                    <a:pt x="171" y="279"/>
                    <a:pt x="170" y="277"/>
                    <a:pt x="167" y="274"/>
                  </a:cubicBezTo>
                  <a:cubicBezTo>
                    <a:pt x="164" y="269"/>
                    <a:pt x="162" y="264"/>
                    <a:pt x="160" y="258"/>
                  </a:cubicBezTo>
                  <a:cubicBezTo>
                    <a:pt x="157" y="250"/>
                    <a:pt x="157" y="250"/>
                    <a:pt x="157" y="250"/>
                  </a:cubicBezTo>
                  <a:lnTo>
                    <a:pt x="158" y="250"/>
                  </a:lnTo>
                  <a:cubicBezTo>
                    <a:pt x="155" y="242"/>
                    <a:pt x="153" y="234"/>
                    <a:pt x="151" y="234"/>
                  </a:cubicBezTo>
                  <a:cubicBezTo>
                    <a:pt x="149" y="231"/>
                    <a:pt x="148" y="229"/>
                    <a:pt x="148" y="229"/>
                  </a:cubicBezTo>
                  <a:lnTo>
                    <a:pt x="148" y="229"/>
                  </a:lnTo>
                  <a:cubicBezTo>
                    <a:pt x="147" y="229"/>
                    <a:pt x="148" y="231"/>
                    <a:pt x="149" y="236"/>
                  </a:cubicBezTo>
                  <a:cubicBezTo>
                    <a:pt x="146" y="230"/>
                    <a:pt x="145" y="228"/>
                    <a:pt x="143" y="228"/>
                  </a:cubicBezTo>
                  <a:cubicBezTo>
                    <a:pt x="143" y="228"/>
                    <a:pt x="142" y="229"/>
                    <a:pt x="142" y="229"/>
                  </a:cubicBezTo>
                  <a:cubicBezTo>
                    <a:pt x="141" y="229"/>
                    <a:pt x="141" y="229"/>
                    <a:pt x="140" y="229"/>
                  </a:cubicBezTo>
                  <a:cubicBezTo>
                    <a:pt x="138" y="229"/>
                    <a:pt x="136" y="228"/>
                    <a:pt x="134" y="222"/>
                  </a:cubicBezTo>
                  <a:cubicBezTo>
                    <a:pt x="132" y="223"/>
                    <a:pt x="130" y="223"/>
                    <a:pt x="134" y="231"/>
                  </a:cubicBezTo>
                  <a:cubicBezTo>
                    <a:pt x="138" y="240"/>
                    <a:pt x="139" y="244"/>
                    <a:pt x="139" y="244"/>
                  </a:cubicBezTo>
                  <a:cubicBezTo>
                    <a:pt x="138" y="244"/>
                    <a:pt x="137" y="242"/>
                    <a:pt x="136" y="239"/>
                  </a:cubicBezTo>
                  <a:cubicBezTo>
                    <a:pt x="132" y="230"/>
                    <a:pt x="126" y="225"/>
                    <a:pt x="122" y="225"/>
                  </a:cubicBezTo>
                  <a:cubicBezTo>
                    <a:pt x="119" y="225"/>
                    <a:pt x="118" y="228"/>
                    <a:pt x="120" y="236"/>
                  </a:cubicBezTo>
                  <a:lnTo>
                    <a:pt x="118" y="236"/>
                  </a:lnTo>
                  <a:cubicBezTo>
                    <a:pt x="116" y="233"/>
                    <a:pt x="114" y="231"/>
                    <a:pt x="112" y="231"/>
                  </a:cubicBezTo>
                  <a:cubicBezTo>
                    <a:pt x="110" y="231"/>
                    <a:pt x="109" y="233"/>
                    <a:pt x="110" y="238"/>
                  </a:cubicBezTo>
                  <a:lnTo>
                    <a:pt x="108" y="239"/>
                  </a:lnTo>
                  <a:cubicBezTo>
                    <a:pt x="105" y="235"/>
                    <a:pt x="104" y="234"/>
                    <a:pt x="103" y="234"/>
                  </a:cubicBezTo>
                  <a:lnTo>
                    <a:pt x="103" y="234"/>
                  </a:lnTo>
                  <a:cubicBezTo>
                    <a:pt x="103" y="234"/>
                    <a:pt x="103" y="236"/>
                    <a:pt x="105" y="240"/>
                  </a:cubicBezTo>
                  <a:cubicBezTo>
                    <a:pt x="105" y="243"/>
                    <a:pt x="106" y="246"/>
                    <a:pt x="107" y="248"/>
                  </a:cubicBezTo>
                  <a:cubicBezTo>
                    <a:pt x="105" y="243"/>
                    <a:pt x="103" y="242"/>
                    <a:pt x="101" y="242"/>
                  </a:cubicBezTo>
                  <a:cubicBezTo>
                    <a:pt x="100" y="242"/>
                    <a:pt x="99" y="242"/>
                    <a:pt x="98" y="242"/>
                  </a:cubicBezTo>
                  <a:cubicBezTo>
                    <a:pt x="95" y="243"/>
                    <a:pt x="95" y="243"/>
                    <a:pt x="99" y="250"/>
                  </a:cubicBezTo>
                  <a:cubicBezTo>
                    <a:pt x="99" y="253"/>
                    <a:pt x="98" y="255"/>
                    <a:pt x="98" y="255"/>
                  </a:cubicBezTo>
                  <a:cubicBezTo>
                    <a:pt x="96" y="255"/>
                    <a:pt x="95" y="249"/>
                    <a:pt x="92" y="243"/>
                  </a:cubicBezTo>
                  <a:cubicBezTo>
                    <a:pt x="90" y="236"/>
                    <a:pt x="88" y="233"/>
                    <a:pt x="88" y="233"/>
                  </a:cubicBezTo>
                  <a:lnTo>
                    <a:pt x="88" y="233"/>
                  </a:lnTo>
                  <a:cubicBezTo>
                    <a:pt x="87" y="233"/>
                    <a:pt x="89" y="239"/>
                    <a:pt x="93" y="252"/>
                  </a:cubicBezTo>
                  <a:cubicBezTo>
                    <a:pt x="97" y="262"/>
                    <a:pt x="97" y="266"/>
                    <a:pt x="96" y="266"/>
                  </a:cubicBezTo>
                  <a:cubicBezTo>
                    <a:pt x="96" y="266"/>
                    <a:pt x="95" y="264"/>
                    <a:pt x="93" y="261"/>
                  </a:cubicBezTo>
                  <a:cubicBezTo>
                    <a:pt x="91" y="254"/>
                    <a:pt x="91" y="252"/>
                    <a:pt x="92" y="252"/>
                  </a:cubicBezTo>
                  <a:lnTo>
                    <a:pt x="87" y="237"/>
                  </a:lnTo>
                  <a:cubicBezTo>
                    <a:pt x="86" y="237"/>
                    <a:pt x="86" y="237"/>
                    <a:pt x="88" y="246"/>
                  </a:cubicBezTo>
                  <a:cubicBezTo>
                    <a:pt x="88" y="246"/>
                    <a:pt x="87" y="246"/>
                    <a:pt x="89" y="254"/>
                  </a:cubicBezTo>
                  <a:cubicBezTo>
                    <a:pt x="91" y="261"/>
                    <a:pt x="95" y="270"/>
                    <a:pt x="98" y="277"/>
                  </a:cubicBezTo>
                  <a:cubicBezTo>
                    <a:pt x="102" y="285"/>
                    <a:pt x="101" y="285"/>
                    <a:pt x="100" y="286"/>
                  </a:cubicBezTo>
                  <a:cubicBezTo>
                    <a:pt x="96" y="278"/>
                    <a:pt x="92" y="270"/>
                    <a:pt x="90" y="263"/>
                  </a:cubicBezTo>
                  <a:cubicBezTo>
                    <a:pt x="89" y="257"/>
                    <a:pt x="88" y="251"/>
                    <a:pt x="86" y="246"/>
                  </a:cubicBezTo>
                  <a:cubicBezTo>
                    <a:pt x="85" y="244"/>
                    <a:pt x="85" y="244"/>
                    <a:pt x="84" y="244"/>
                  </a:cubicBezTo>
                  <a:lnTo>
                    <a:pt x="84" y="244"/>
                  </a:lnTo>
                  <a:cubicBezTo>
                    <a:pt x="83" y="244"/>
                    <a:pt x="84" y="258"/>
                    <a:pt x="89" y="271"/>
                  </a:cubicBezTo>
                  <a:lnTo>
                    <a:pt x="89" y="271"/>
                  </a:lnTo>
                  <a:cubicBezTo>
                    <a:pt x="88" y="270"/>
                    <a:pt x="87" y="267"/>
                    <a:pt x="86" y="264"/>
                  </a:cubicBezTo>
                  <a:cubicBezTo>
                    <a:pt x="84" y="258"/>
                    <a:pt x="82" y="256"/>
                    <a:pt x="81" y="256"/>
                  </a:cubicBezTo>
                  <a:cubicBezTo>
                    <a:pt x="81" y="256"/>
                    <a:pt x="80" y="257"/>
                    <a:pt x="80" y="257"/>
                  </a:cubicBezTo>
                  <a:cubicBezTo>
                    <a:pt x="78" y="257"/>
                    <a:pt x="77" y="257"/>
                    <a:pt x="80" y="266"/>
                  </a:cubicBezTo>
                  <a:cubicBezTo>
                    <a:pt x="82" y="270"/>
                    <a:pt x="84" y="276"/>
                    <a:pt x="86" y="282"/>
                  </a:cubicBezTo>
                  <a:cubicBezTo>
                    <a:pt x="88" y="286"/>
                    <a:pt x="91" y="292"/>
                    <a:pt x="92" y="297"/>
                  </a:cubicBezTo>
                  <a:cubicBezTo>
                    <a:pt x="92" y="297"/>
                    <a:pt x="88" y="289"/>
                    <a:pt x="83" y="282"/>
                  </a:cubicBezTo>
                  <a:cubicBezTo>
                    <a:pt x="76" y="268"/>
                    <a:pt x="72" y="260"/>
                    <a:pt x="68" y="260"/>
                  </a:cubicBezTo>
                  <a:cubicBezTo>
                    <a:pt x="68" y="260"/>
                    <a:pt x="68" y="260"/>
                    <a:pt x="68" y="260"/>
                  </a:cubicBezTo>
                  <a:cubicBezTo>
                    <a:pt x="67" y="261"/>
                    <a:pt x="66" y="261"/>
                    <a:pt x="66" y="261"/>
                  </a:cubicBezTo>
                  <a:cubicBezTo>
                    <a:pt x="64" y="261"/>
                    <a:pt x="62" y="259"/>
                    <a:pt x="59" y="254"/>
                  </a:cubicBezTo>
                  <a:lnTo>
                    <a:pt x="59" y="254"/>
                  </a:lnTo>
                  <a:cubicBezTo>
                    <a:pt x="58" y="255"/>
                    <a:pt x="56" y="255"/>
                    <a:pt x="60" y="263"/>
                  </a:cubicBezTo>
                  <a:lnTo>
                    <a:pt x="58" y="264"/>
                  </a:lnTo>
                  <a:cubicBezTo>
                    <a:pt x="56" y="260"/>
                    <a:pt x="54" y="258"/>
                    <a:pt x="54" y="258"/>
                  </a:cubicBezTo>
                  <a:lnTo>
                    <a:pt x="54" y="258"/>
                  </a:lnTo>
                  <a:cubicBezTo>
                    <a:pt x="53" y="258"/>
                    <a:pt x="54" y="260"/>
                    <a:pt x="55" y="264"/>
                  </a:cubicBezTo>
                  <a:cubicBezTo>
                    <a:pt x="56" y="267"/>
                    <a:pt x="56" y="268"/>
                    <a:pt x="56" y="268"/>
                  </a:cubicBezTo>
                  <a:cubicBezTo>
                    <a:pt x="55" y="268"/>
                    <a:pt x="53" y="265"/>
                    <a:pt x="53" y="265"/>
                  </a:cubicBezTo>
                  <a:cubicBezTo>
                    <a:pt x="49" y="258"/>
                    <a:pt x="48" y="254"/>
                    <a:pt x="47" y="254"/>
                  </a:cubicBezTo>
                  <a:lnTo>
                    <a:pt x="47" y="254"/>
                  </a:lnTo>
                  <a:cubicBezTo>
                    <a:pt x="47" y="254"/>
                    <a:pt x="50" y="260"/>
                    <a:pt x="55" y="273"/>
                  </a:cubicBezTo>
                  <a:cubicBezTo>
                    <a:pt x="56" y="278"/>
                    <a:pt x="60" y="284"/>
                    <a:pt x="63" y="288"/>
                  </a:cubicBezTo>
                  <a:lnTo>
                    <a:pt x="66" y="287"/>
                  </a:lnTo>
                  <a:lnTo>
                    <a:pt x="66" y="296"/>
                  </a:lnTo>
                  <a:cubicBezTo>
                    <a:pt x="66" y="302"/>
                    <a:pt x="68" y="307"/>
                    <a:pt x="70" y="313"/>
                  </a:cubicBezTo>
                  <a:cubicBezTo>
                    <a:pt x="70" y="313"/>
                    <a:pt x="73" y="321"/>
                    <a:pt x="72" y="321"/>
                  </a:cubicBezTo>
                  <a:lnTo>
                    <a:pt x="66" y="305"/>
                  </a:lnTo>
                  <a:cubicBezTo>
                    <a:pt x="64" y="297"/>
                    <a:pt x="61" y="289"/>
                    <a:pt x="58" y="282"/>
                  </a:cubicBezTo>
                  <a:cubicBezTo>
                    <a:pt x="53" y="272"/>
                    <a:pt x="50" y="265"/>
                    <a:pt x="49" y="265"/>
                  </a:cubicBezTo>
                  <a:lnTo>
                    <a:pt x="49" y="265"/>
                  </a:lnTo>
                  <a:cubicBezTo>
                    <a:pt x="48" y="265"/>
                    <a:pt x="49" y="268"/>
                    <a:pt x="51" y="274"/>
                  </a:cubicBezTo>
                  <a:cubicBezTo>
                    <a:pt x="51" y="274"/>
                    <a:pt x="51" y="274"/>
                    <a:pt x="51" y="274"/>
                  </a:cubicBezTo>
                  <a:cubicBezTo>
                    <a:pt x="50" y="274"/>
                    <a:pt x="50" y="273"/>
                    <a:pt x="46" y="267"/>
                  </a:cubicBezTo>
                  <a:cubicBezTo>
                    <a:pt x="45" y="264"/>
                    <a:pt x="44" y="262"/>
                    <a:pt x="44" y="262"/>
                  </a:cubicBezTo>
                  <a:lnTo>
                    <a:pt x="44" y="262"/>
                  </a:lnTo>
                  <a:cubicBezTo>
                    <a:pt x="44" y="262"/>
                    <a:pt x="45" y="266"/>
                    <a:pt x="47" y="275"/>
                  </a:cubicBezTo>
                  <a:cubicBezTo>
                    <a:pt x="50" y="283"/>
                    <a:pt x="51" y="288"/>
                    <a:pt x="51" y="288"/>
                  </a:cubicBezTo>
                  <a:cubicBezTo>
                    <a:pt x="50" y="288"/>
                    <a:pt x="48" y="284"/>
                    <a:pt x="45" y="276"/>
                  </a:cubicBezTo>
                  <a:cubicBezTo>
                    <a:pt x="41" y="267"/>
                    <a:pt x="38" y="264"/>
                    <a:pt x="37" y="264"/>
                  </a:cubicBezTo>
                  <a:cubicBezTo>
                    <a:pt x="36" y="264"/>
                    <a:pt x="36" y="266"/>
                    <a:pt x="37" y="269"/>
                  </a:cubicBezTo>
                  <a:cubicBezTo>
                    <a:pt x="41" y="280"/>
                    <a:pt x="41" y="284"/>
                    <a:pt x="40" y="284"/>
                  </a:cubicBezTo>
                  <a:cubicBezTo>
                    <a:pt x="39" y="284"/>
                    <a:pt x="38" y="282"/>
                    <a:pt x="36" y="279"/>
                  </a:cubicBezTo>
                  <a:cubicBezTo>
                    <a:pt x="35" y="275"/>
                    <a:pt x="33" y="273"/>
                    <a:pt x="33" y="273"/>
                  </a:cubicBezTo>
                  <a:lnTo>
                    <a:pt x="33" y="273"/>
                  </a:lnTo>
                  <a:cubicBezTo>
                    <a:pt x="33" y="273"/>
                    <a:pt x="33" y="275"/>
                    <a:pt x="34" y="279"/>
                  </a:cubicBezTo>
                  <a:cubicBezTo>
                    <a:pt x="32" y="274"/>
                    <a:pt x="29" y="269"/>
                    <a:pt x="29" y="269"/>
                  </a:cubicBezTo>
                  <a:lnTo>
                    <a:pt x="29" y="269"/>
                  </a:lnTo>
                  <a:cubicBezTo>
                    <a:pt x="29" y="269"/>
                    <a:pt x="29" y="270"/>
                    <a:pt x="29" y="273"/>
                  </a:cubicBezTo>
                  <a:cubicBezTo>
                    <a:pt x="29" y="273"/>
                    <a:pt x="28" y="273"/>
                    <a:pt x="32" y="280"/>
                  </a:cubicBezTo>
                  <a:lnTo>
                    <a:pt x="36" y="296"/>
                  </a:lnTo>
                  <a:cubicBezTo>
                    <a:pt x="40" y="302"/>
                    <a:pt x="42" y="306"/>
                    <a:pt x="44" y="312"/>
                  </a:cubicBezTo>
                  <a:cubicBezTo>
                    <a:pt x="45" y="314"/>
                    <a:pt x="45" y="315"/>
                    <a:pt x="44" y="315"/>
                  </a:cubicBezTo>
                  <a:cubicBezTo>
                    <a:pt x="43" y="315"/>
                    <a:pt x="37" y="307"/>
                    <a:pt x="29" y="289"/>
                  </a:cubicBezTo>
                  <a:lnTo>
                    <a:pt x="22" y="275"/>
                  </a:lnTo>
                  <a:lnTo>
                    <a:pt x="22" y="275"/>
                  </a:lnTo>
                  <a:lnTo>
                    <a:pt x="27" y="291"/>
                  </a:lnTo>
                  <a:cubicBezTo>
                    <a:pt x="26" y="291"/>
                    <a:pt x="26" y="291"/>
                    <a:pt x="23" y="283"/>
                  </a:cubicBezTo>
                  <a:cubicBezTo>
                    <a:pt x="19" y="275"/>
                    <a:pt x="19" y="275"/>
                    <a:pt x="18" y="275"/>
                  </a:cubicBezTo>
                  <a:cubicBezTo>
                    <a:pt x="18" y="275"/>
                    <a:pt x="18" y="276"/>
                    <a:pt x="20" y="284"/>
                  </a:cubicBezTo>
                  <a:cubicBezTo>
                    <a:pt x="24" y="293"/>
                    <a:pt x="26" y="297"/>
                    <a:pt x="26" y="297"/>
                  </a:cubicBezTo>
                  <a:cubicBezTo>
                    <a:pt x="26" y="297"/>
                    <a:pt x="25" y="295"/>
                    <a:pt x="23" y="292"/>
                  </a:cubicBezTo>
                  <a:cubicBezTo>
                    <a:pt x="19" y="284"/>
                    <a:pt x="17" y="280"/>
                    <a:pt x="17" y="280"/>
                  </a:cubicBezTo>
                  <a:lnTo>
                    <a:pt x="17" y="280"/>
                  </a:lnTo>
                  <a:cubicBezTo>
                    <a:pt x="17" y="280"/>
                    <a:pt x="18" y="284"/>
                    <a:pt x="20" y="293"/>
                  </a:cubicBezTo>
                  <a:cubicBezTo>
                    <a:pt x="23" y="301"/>
                    <a:pt x="25" y="305"/>
                    <a:pt x="25" y="305"/>
                  </a:cubicBezTo>
                  <a:cubicBezTo>
                    <a:pt x="24" y="305"/>
                    <a:pt x="23" y="301"/>
                    <a:pt x="19" y="293"/>
                  </a:cubicBezTo>
                  <a:cubicBezTo>
                    <a:pt x="18" y="287"/>
                    <a:pt x="15" y="282"/>
                    <a:pt x="12" y="277"/>
                  </a:cubicBezTo>
                  <a:lnTo>
                    <a:pt x="12" y="277"/>
                  </a:lnTo>
                  <a:lnTo>
                    <a:pt x="15" y="285"/>
                  </a:lnTo>
                  <a:cubicBezTo>
                    <a:pt x="18" y="295"/>
                    <a:pt x="20" y="299"/>
                    <a:pt x="19" y="299"/>
                  </a:cubicBezTo>
                  <a:cubicBezTo>
                    <a:pt x="19" y="299"/>
                    <a:pt x="18" y="297"/>
                    <a:pt x="16" y="294"/>
                  </a:cubicBezTo>
                  <a:cubicBezTo>
                    <a:pt x="14" y="290"/>
                    <a:pt x="14" y="288"/>
                    <a:pt x="13" y="288"/>
                  </a:cubicBezTo>
                  <a:lnTo>
                    <a:pt x="13" y="288"/>
                  </a:lnTo>
                  <a:cubicBezTo>
                    <a:pt x="13" y="288"/>
                    <a:pt x="13" y="290"/>
                    <a:pt x="14" y="295"/>
                  </a:cubicBezTo>
                  <a:cubicBezTo>
                    <a:pt x="12" y="295"/>
                    <a:pt x="10" y="295"/>
                    <a:pt x="8" y="287"/>
                  </a:cubicBezTo>
                  <a:cubicBezTo>
                    <a:pt x="5" y="279"/>
                    <a:pt x="3" y="276"/>
                    <a:pt x="3" y="276"/>
                  </a:cubicBezTo>
                  <a:lnTo>
                    <a:pt x="3" y="276"/>
                  </a:lnTo>
                  <a:cubicBezTo>
                    <a:pt x="3" y="276"/>
                    <a:pt x="4" y="280"/>
                    <a:pt x="7" y="288"/>
                  </a:cubicBezTo>
                  <a:cubicBezTo>
                    <a:pt x="8" y="292"/>
                    <a:pt x="9" y="294"/>
                    <a:pt x="8" y="294"/>
                  </a:cubicBezTo>
                  <a:cubicBezTo>
                    <a:pt x="8" y="294"/>
                    <a:pt x="7" y="292"/>
                    <a:pt x="5" y="288"/>
                  </a:cubicBezTo>
                  <a:cubicBezTo>
                    <a:pt x="3" y="285"/>
                    <a:pt x="1" y="283"/>
                    <a:pt x="1" y="283"/>
                  </a:cubicBezTo>
                  <a:lnTo>
                    <a:pt x="1" y="283"/>
                  </a:lnTo>
                  <a:cubicBezTo>
                    <a:pt x="1" y="283"/>
                    <a:pt x="1" y="285"/>
                    <a:pt x="3" y="289"/>
                  </a:cubicBezTo>
                  <a:cubicBezTo>
                    <a:pt x="5" y="297"/>
                    <a:pt x="8" y="305"/>
                    <a:pt x="13" y="313"/>
                  </a:cubicBezTo>
                  <a:cubicBezTo>
                    <a:pt x="13" y="313"/>
                    <a:pt x="13" y="312"/>
                    <a:pt x="13" y="312"/>
                  </a:cubicBezTo>
                  <a:cubicBezTo>
                    <a:pt x="14" y="312"/>
                    <a:pt x="15" y="314"/>
                    <a:pt x="17" y="321"/>
                  </a:cubicBezTo>
                  <a:lnTo>
                    <a:pt x="15" y="321"/>
                  </a:lnTo>
                  <a:cubicBezTo>
                    <a:pt x="14" y="321"/>
                    <a:pt x="14" y="322"/>
                    <a:pt x="15" y="330"/>
                  </a:cubicBezTo>
                  <a:cubicBezTo>
                    <a:pt x="16" y="337"/>
                    <a:pt x="20" y="348"/>
                    <a:pt x="20" y="348"/>
                  </a:cubicBezTo>
                  <a:cubicBezTo>
                    <a:pt x="21" y="348"/>
                    <a:pt x="21" y="347"/>
                    <a:pt x="20" y="346"/>
                  </a:cubicBezTo>
                  <a:lnTo>
                    <a:pt x="20" y="346"/>
                  </a:lnTo>
                  <a:lnTo>
                    <a:pt x="25" y="353"/>
                  </a:lnTo>
                  <a:cubicBezTo>
                    <a:pt x="29" y="365"/>
                    <a:pt x="32" y="371"/>
                    <a:pt x="32" y="371"/>
                  </a:cubicBezTo>
                  <a:cubicBezTo>
                    <a:pt x="33" y="371"/>
                    <a:pt x="31" y="365"/>
                    <a:pt x="26" y="352"/>
                  </a:cubicBezTo>
                  <a:cubicBezTo>
                    <a:pt x="21" y="339"/>
                    <a:pt x="19" y="333"/>
                    <a:pt x="19" y="333"/>
                  </a:cubicBezTo>
                  <a:lnTo>
                    <a:pt x="19" y="333"/>
                  </a:lnTo>
                  <a:cubicBezTo>
                    <a:pt x="19" y="333"/>
                    <a:pt x="21" y="337"/>
                    <a:pt x="24" y="344"/>
                  </a:cubicBezTo>
                  <a:cubicBezTo>
                    <a:pt x="31" y="360"/>
                    <a:pt x="32" y="360"/>
                    <a:pt x="32" y="360"/>
                  </a:cubicBezTo>
                  <a:cubicBezTo>
                    <a:pt x="33" y="360"/>
                    <a:pt x="33" y="360"/>
                    <a:pt x="36" y="368"/>
                  </a:cubicBezTo>
                  <a:cubicBezTo>
                    <a:pt x="37" y="374"/>
                    <a:pt x="41" y="378"/>
                    <a:pt x="44" y="383"/>
                  </a:cubicBezTo>
                  <a:cubicBezTo>
                    <a:pt x="45" y="383"/>
                    <a:pt x="45" y="383"/>
                    <a:pt x="42" y="375"/>
                  </a:cubicBezTo>
                  <a:cubicBezTo>
                    <a:pt x="40" y="371"/>
                    <a:pt x="39" y="370"/>
                    <a:pt x="40" y="370"/>
                  </a:cubicBezTo>
                  <a:lnTo>
                    <a:pt x="40" y="370"/>
                  </a:lnTo>
                  <a:cubicBezTo>
                    <a:pt x="40" y="370"/>
                    <a:pt x="42" y="373"/>
                    <a:pt x="46" y="383"/>
                  </a:cubicBezTo>
                  <a:cubicBezTo>
                    <a:pt x="48" y="385"/>
                    <a:pt x="49" y="387"/>
                    <a:pt x="49" y="387"/>
                  </a:cubicBezTo>
                  <a:cubicBezTo>
                    <a:pt x="50" y="387"/>
                    <a:pt x="48" y="383"/>
                    <a:pt x="44" y="374"/>
                  </a:cubicBezTo>
                  <a:cubicBezTo>
                    <a:pt x="41" y="366"/>
                    <a:pt x="40" y="362"/>
                    <a:pt x="41" y="362"/>
                  </a:cubicBezTo>
                  <a:lnTo>
                    <a:pt x="41" y="362"/>
                  </a:lnTo>
                  <a:cubicBezTo>
                    <a:pt x="41" y="362"/>
                    <a:pt x="43" y="366"/>
                    <a:pt x="47" y="374"/>
                  </a:cubicBezTo>
                  <a:lnTo>
                    <a:pt x="49" y="372"/>
                  </a:lnTo>
                  <a:cubicBezTo>
                    <a:pt x="47" y="367"/>
                    <a:pt x="46" y="361"/>
                    <a:pt x="43" y="357"/>
                  </a:cubicBezTo>
                  <a:cubicBezTo>
                    <a:pt x="40" y="347"/>
                    <a:pt x="38" y="343"/>
                    <a:pt x="38" y="343"/>
                  </a:cubicBezTo>
                  <a:lnTo>
                    <a:pt x="38" y="343"/>
                  </a:lnTo>
                  <a:cubicBezTo>
                    <a:pt x="39" y="343"/>
                    <a:pt x="39" y="345"/>
                    <a:pt x="41" y="348"/>
                  </a:cubicBezTo>
                  <a:cubicBezTo>
                    <a:pt x="45" y="356"/>
                    <a:pt x="49" y="363"/>
                    <a:pt x="49" y="363"/>
                  </a:cubicBezTo>
                  <a:cubicBezTo>
                    <a:pt x="51" y="371"/>
                    <a:pt x="52" y="371"/>
                    <a:pt x="53" y="371"/>
                  </a:cubicBezTo>
                  <a:cubicBezTo>
                    <a:pt x="54" y="371"/>
                    <a:pt x="55" y="370"/>
                    <a:pt x="53" y="362"/>
                  </a:cubicBezTo>
                  <a:lnTo>
                    <a:pt x="53" y="362"/>
                  </a:lnTo>
                  <a:lnTo>
                    <a:pt x="55" y="370"/>
                  </a:lnTo>
                  <a:cubicBezTo>
                    <a:pt x="56" y="370"/>
                    <a:pt x="58" y="374"/>
                    <a:pt x="58" y="374"/>
                  </a:cubicBezTo>
                  <a:cubicBezTo>
                    <a:pt x="58" y="374"/>
                    <a:pt x="58" y="373"/>
                    <a:pt x="56" y="370"/>
                  </a:cubicBezTo>
                  <a:lnTo>
                    <a:pt x="56" y="370"/>
                  </a:lnTo>
                  <a:cubicBezTo>
                    <a:pt x="56" y="370"/>
                    <a:pt x="58" y="370"/>
                    <a:pt x="62" y="377"/>
                  </a:cubicBezTo>
                  <a:cubicBezTo>
                    <a:pt x="63" y="378"/>
                    <a:pt x="63" y="379"/>
                    <a:pt x="64" y="379"/>
                  </a:cubicBezTo>
                  <a:cubicBezTo>
                    <a:pt x="65" y="379"/>
                    <a:pt x="62" y="365"/>
                    <a:pt x="55" y="353"/>
                  </a:cubicBezTo>
                  <a:lnTo>
                    <a:pt x="55" y="352"/>
                  </a:lnTo>
                  <a:cubicBezTo>
                    <a:pt x="56" y="352"/>
                    <a:pt x="53" y="344"/>
                    <a:pt x="53" y="344"/>
                  </a:cubicBezTo>
                  <a:cubicBezTo>
                    <a:pt x="51" y="337"/>
                    <a:pt x="51" y="337"/>
                    <a:pt x="52" y="335"/>
                  </a:cubicBezTo>
                  <a:lnTo>
                    <a:pt x="52" y="335"/>
                  </a:lnTo>
                  <a:lnTo>
                    <a:pt x="59" y="352"/>
                  </a:lnTo>
                  <a:cubicBezTo>
                    <a:pt x="63" y="366"/>
                    <a:pt x="67" y="374"/>
                    <a:pt x="67" y="374"/>
                  </a:cubicBezTo>
                  <a:cubicBezTo>
                    <a:pt x="68" y="374"/>
                    <a:pt x="66" y="370"/>
                    <a:pt x="63" y="359"/>
                  </a:cubicBezTo>
                  <a:lnTo>
                    <a:pt x="63" y="359"/>
                  </a:lnTo>
                  <a:cubicBezTo>
                    <a:pt x="64" y="361"/>
                    <a:pt x="65" y="364"/>
                    <a:pt x="66" y="367"/>
                  </a:cubicBezTo>
                  <a:cubicBezTo>
                    <a:pt x="68" y="371"/>
                    <a:pt x="68" y="373"/>
                    <a:pt x="69" y="373"/>
                  </a:cubicBezTo>
                  <a:cubicBezTo>
                    <a:pt x="69" y="373"/>
                    <a:pt x="69" y="371"/>
                    <a:pt x="69" y="367"/>
                  </a:cubicBezTo>
                  <a:cubicBezTo>
                    <a:pt x="66" y="358"/>
                    <a:pt x="64" y="350"/>
                    <a:pt x="61" y="342"/>
                  </a:cubicBezTo>
                  <a:cubicBezTo>
                    <a:pt x="59" y="334"/>
                    <a:pt x="59" y="334"/>
                    <a:pt x="59" y="334"/>
                  </a:cubicBezTo>
                  <a:cubicBezTo>
                    <a:pt x="59" y="334"/>
                    <a:pt x="59" y="334"/>
                    <a:pt x="59" y="334"/>
                  </a:cubicBezTo>
                  <a:cubicBezTo>
                    <a:pt x="60" y="334"/>
                    <a:pt x="61" y="335"/>
                    <a:pt x="63" y="341"/>
                  </a:cubicBezTo>
                  <a:cubicBezTo>
                    <a:pt x="66" y="349"/>
                    <a:pt x="68" y="353"/>
                    <a:pt x="68" y="353"/>
                  </a:cubicBezTo>
                  <a:cubicBezTo>
                    <a:pt x="69" y="353"/>
                    <a:pt x="68" y="349"/>
                    <a:pt x="65" y="341"/>
                  </a:cubicBezTo>
                  <a:lnTo>
                    <a:pt x="65" y="341"/>
                  </a:lnTo>
                  <a:lnTo>
                    <a:pt x="69" y="349"/>
                  </a:lnTo>
                  <a:cubicBezTo>
                    <a:pt x="71" y="354"/>
                    <a:pt x="73" y="359"/>
                    <a:pt x="75" y="359"/>
                  </a:cubicBezTo>
                  <a:cubicBezTo>
                    <a:pt x="76" y="359"/>
                    <a:pt x="76" y="358"/>
                    <a:pt x="77" y="354"/>
                  </a:cubicBezTo>
                  <a:cubicBezTo>
                    <a:pt x="78" y="354"/>
                    <a:pt x="78" y="354"/>
                    <a:pt x="79" y="354"/>
                  </a:cubicBezTo>
                  <a:cubicBezTo>
                    <a:pt x="82" y="354"/>
                    <a:pt x="84" y="356"/>
                    <a:pt x="86" y="361"/>
                  </a:cubicBezTo>
                  <a:cubicBezTo>
                    <a:pt x="86" y="363"/>
                    <a:pt x="87" y="363"/>
                    <a:pt x="87" y="363"/>
                  </a:cubicBezTo>
                  <a:cubicBezTo>
                    <a:pt x="88" y="363"/>
                    <a:pt x="86" y="349"/>
                    <a:pt x="82" y="335"/>
                  </a:cubicBezTo>
                  <a:lnTo>
                    <a:pt x="82" y="335"/>
                  </a:lnTo>
                  <a:cubicBezTo>
                    <a:pt x="85" y="341"/>
                    <a:pt x="85" y="343"/>
                    <a:pt x="86" y="343"/>
                  </a:cubicBezTo>
                  <a:cubicBezTo>
                    <a:pt x="87" y="343"/>
                    <a:pt x="87" y="342"/>
                    <a:pt x="88" y="342"/>
                  </a:cubicBezTo>
                  <a:cubicBezTo>
                    <a:pt x="90" y="342"/>
                    <a:pt x="90" y="342"/>
                    <a:pt x="93" y="350"/>
                  </a:cubicBezTo>
                  <a:cubicBezTo>
                    <a:pt x="96" y="358"/>
                    <a:pt x="98" y="362"/>
                    <a:pt x="98" y="362"/>
                  </a:cubicBezTo>
                  <a:cubicBezTo>
                    <a:pt x="98" y="362"/>
                    <a:pt x="97" y="358"/>
                    <a:pt x="95" y="350"/>
                  </a:cubicBezTo>
                  <a:cubicBezTo>
                    <a:pt x="92" y="343"/>
                    <a:pt x="92" y="341"/>
                    <a:pt x="93" y="341"/>
                  </a:cubicBezTo>
                  <a:lnTo>
                    <a:pt x="93" y="341"/>
                  </a:lnTo>
                  <a:cubicBezTo>
                    <a:pt x="94" y="341"/>
                    <a:pt x="97" y="347"/>
                    <a:pt x="101" y="357"/>
                  </a:cubicBezTo>
                  <a:cubicBezTo>
                    <a:pt x="103" y="362"/>
                    <a:pt x="104" y="364"/>
                    <a:pt x="105" y="364"/>
                  </a:cubicBezTo>
                  <a:cubicBezTo>
                    <a:pt x="106" y="364"/>
                    <a:pt x="106" y="364"/>
                    <a:pt x="107" y="363"/>
                  </a:cubicBezTo>
                  <a:cubicBezTo>
                    <a:pt x="105" y="356"/>
                    <a:pt x="106" y="354"/>
                    <a:pt x="108" y="354"/>
                  </a:cubicBezTo>
                  <a:cubicBezTo>
                    <a:pt x="110" y="353"/>
                    <a:pt x="110" y="353"/>
                    <a:pt x="105" y="338"/>
                  </a:cubicBezTo>
                  <a:cubicBezTo>
                    <a:pt x="98" y="322"/>
                    <a:pt x="99" y="322"/>
                    <a:pt x="101" y="321"/>
                  </a:cubicBezTo>
                  <a:lnTo>
                    <a:pt x="101" y="321"/>
                  </a:lnTo>
                  <a:cubicBezTo>
                    <a:pt x="101" y="321"/>
                    <a:pt x="102" y="321"/>
                    <a:pt x="106" y="329"/>
                  </a:cubicBezTo>
                  <a:cubicBezTo>
                    <a:pt x="106" y="329"/>
                    <a:pt x="109" y="336"/>
                    <a:pt x="110" y="336"/>
                  </a:cubicBezTo>
                  <a:cubicBezTo>
                    <a:pt x="110" y="336"/>
                    <a:pt x="110" y="335"/>
                    <a:pt x="110" y="335"/>
                  </a:cubicBezTo>
                  <a:cubicBezTo>
                    <a:pt x="111" y="335"/>
                    <a:pt x="112" y="335"/>
                    <a:pt x="115" y="343"/>
                  </a:cubicBezTo>
                  <a:cubicBezTo>
                    <a:pt x="115" y="343"/>
                    <a:pt x="119" y="350"/>
                    <a:pt x="120" y="350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121" y="350"/>
                    <a:pt x="121" y="350"/>
                    <a:pt x="122" y="350"/>
                  </a:cubicBezTo>
                  <a:cubicBezTo>
                    <a:pt x="124" y="350"/>
                    <a:pt x="125" y="351"/>
                    <a:pt x="127" y="357"/>
                  </a:cubicBezTo>
                  <a:cubicBezTo>
                    <a:pt x="128" y="357"/>
                    <a:pt x="128" y="357"/>
                    <a:pt x="125" y="349"/>
                  </a:cubicBezTo>
                  <a:cubicBezTo>
                    <a:pt x="123" y="343"/>
                    <a:pt x="122" y="337"/>
                    <a:pt x="123" y="337"/>
                  </a:cubicBezTo>
                  <a:cubicBezTo>
                    <a:pt x="124" y="337"/>
                    <a:pt x="124" y="338"/>
                    <a:pt x="126" y="340"/>
                  </a:cubicBezTo>
                  <a:cubicBezTo>
                    <a:pt x="128" y="339"/>
                    <a:pt x="130" y="339"/>
                    <a:pt x="128" y="330"/>
                  </a:cubicBezTo>
                  <a:lnTo>
                    <a:pt x="128" y="330"/>
                  </a:lnTo>
                  <a:cubicBezTo>
                    <a:pt x="128" y="330"/>
                    <a:pt x="128" y="330"/>
                    <a:pt x="132" y="338"/>
                  </a:cubicBezTo>
                  <a:cubicBezTo>
                    <a:pt x="135" y="345"/>
                    <a:pt x="137" y="349"/>
                    <a:pt x="137" y="349"/>
                  </a:cubicBezTo>
                  <a:cubicBezTo>
                    <a:pt x="138" y="349"/>
                    <a:pt x="137" y="345"/>
                    <a:pt x="135" y="337"/>
                  </a:cubicBezTo>
                  <a:cubicBezTo>
                    <a:pt x="133" y="333"/>
                    <a:pt x="133" y="331"/>
                    <a:pt x="133" y="331"/>
                  </a:cubicBezTo>
                  <a:lnTo>
                    <a:pt x="133" y="331"/>
                  </a:lnTo>
                  <a:cubicBezTo>
                    <a:pt x="134" y="331"/>
                    <a:pt x="135" y="333"/>
                    <a:pt x="137" y="337"/>
                  </a:cubicBezTo>
                  <a:cubicBezTo>
                    <a:pt x="137" y="337"/>
                    <a:pt x="138" y="337"/>
                    <a:pt x="136" y="328"/>
                  </a:cubicBezTo>
                  <a:cubicBezTo>
                    <a:pt x="135" y="324"/>
                    <a:pt x="134" y="322"/>
                    <a:pt x="135" y="322"/>
                  </a:cubicBezTo>
                  <a:lnTo>
                    <a:pt x="135" y="322"/>
                  </a:lnTo>
                  <a:cubicBezTo>
                    <a:pt x="135" y="322"/>
                    <a:pt x="136" y="324"/>
                    <a:pt x="138" y="328"/>
                  </a:cubicBezTo>
                  <a:cubicBezTo>
                    <a:pt x="141" y="334"/>
                    <a:pt x="141" y="334"/>
                    <a:pt x="142" y="334"/>
                  </a:cubicBezTo>
                  <a:cubicBezTo>
                    <a:pt x="142" y="334"/>
                    <a:pt x="143" y="334"/>
                    <a:pt x="143" y="334"/>
                  </a:cubicBezTo>
                  <a:cubicBezTo>
                    <a:pt x="141" y="330"/>
                    <a:pt x="145" y="326"/>
                    <a:pt x="149" y="326"/>
                  </a:cubicBezTo>
                  <a:cubicBezTo>
                    <a:pt x="152" y="326"/>
                    <a:pt x="154" y="328"/>
                    <a:pt x="155" y="331"/>
                  </a:cubicBezTo>
                  <a:cubicBezTo>
                    <a:pt x="153" y="323"/>
                    <a:pt x="153" y="323"/>
                    <a:pt x="154" y="322"/>
                  </a:cubicBezTo>
                  <a:lnTo>
                    <a:pt x="154" y="322"/>
                  </a:lnTo>
                  <a:cubicBezTo>
                    <a:pt x="157" y="328"/>
                    <a:pt x="158" y="331"/>
                    <a:pt x="158" y="331"/>
                  </a:cubicBezTo>
                  <a:cubicBezTo>
                    <a:pt x="159" y="331"/>
                    <a:pt x="156" y="324"/>
                    <a:pt x="153" y="314"/>
                  </a:cubicBezTo>
                  <a:lnTo>
                    <a:pt x="151" y="314"/>
                  </a:lnTo>
                  <a:cubicBezTo>
                    <a:pt x="148" y="307"/>
                    <a:pt x="147" y="303"/>
                    <a:pt x="148" y="303"/>
                  </a:cubicBezTo>
                  <a:lnTo>
                    <a:pt x="148" y="303"/>
                  </a:lnTo>
                  <a:cubicBezTo>
                    <a:pt x="148" y="303"/>
                    <a:pt x="151" y="309"/>
                    <a:pt x="156" y="322"/>
                  </a:cubicBezTo>
                  <a:cubicBezTo>
                    <a:pt x="160" y="330"/>
                    <a:pt x="161" y="334"/>
                    <a:pt x="162" y="334"/>
                  </a:cubicBezTo>
                  <a:cubicBezTo>
                    <a:pt x="162" y="334"/>
                    <a:pt x="161" y="329"/>
                    <a:pt x="158" y="321"/>
                  </a:cubicBezTo>
                  <a:cubicBezTo>
                    <a:pt x="156" y="313"/>
                    <a:pt x="155" y="309"/>
                    <a:pt x="155" y="309"/>
                  </a:cubicBezTo>
                  <a:lnTo>
                    <a:pt x="155" y="309"/>
                  </a:lnTo>
                  <a:cubicBezTo>
                    <a:pt x="155" y="309"/>
                    <a:pt x="157" y="313"/>
                    <a:pt x="161" y="320"/>
                  </a:cubicBezTo>
                  <a:cubicBezTo>
                    <a:pt x="164" y="328"/>
                    <a:pt x="165" y="332"/>
                    <a:pt x="165" y="332"/>
                  </a:cubicBezTo>
                  <a:cubicBezTo>
                    <a:pt x="165" y="332"/>
                    <a:pt x="164" y="328"/>
                    <a:pt x="162" y="320"/>
                  </a:cubicBezTo>
                  <a:cubicBezTo>
                    <a:pt x="156" y="301"/>
                    <a:pt x="153" y="291"/>
                    <a:pt x="154" y="291"/>
                  </a:cubicBezTo>
                  <a:lnTo>
                    <a:pt x="154" y="291"/>
                  </a:lnTo>
                  <a:cubicBezTo>
                    <a:pt x="155" y="291"/>
                    <a:pt x="158" y="297"/>
                    <a:pt x="163" y="311"/>
                  </a:cubicBezTo>
                  <a:cubicBezTo>
                    <a:pt x="165" y="319"/>
                    <a:pt x="169" y="326"/>
                    <a:pt x="174" y="334"/>
                  </a:cubicBezTo>
                  <a:cubicBezTo>
                    <a:pt x="173" y="329"/>
                    <a:pt x="171" y="323"/>
                    <a:pt x="169" y="317"/>
                  </a:cubicBezTo>
                  <a:cubicBezTo>
                    <a:pt x="165" y="310"/>
                    <a:pt x="164" y="306"/>
                    <a:pt x="164" y="306"/>
                  </a:cubicBezTo>
                  <a:lnTo>
                    <a:pt x="164" y="306"/>
                  </a:lnTo>
                  <a:cubicBezTo>
                    <a:pt x="164" y="306"/>
                    <a:pt x="166" y="310"/>
                    <a:pt x="171" y="317"/>
                  </a:cubicBezTo>
                  <a:cubicBezTo>
                    <a:pt x="177" y="329"/>
                    <a:pt x="180" y="335"/>
                    <a:pt x="181" y="335"/>
                  </a:cubicBezTo>
                  <a:cubicBezTo>
                    <a:pt x="183" y="335"/>
                    <a:pt x="182" y="331"/>
                    <a:pt x="180" y="323"/>
                  </a:cubicBezTo>
                  <a:cubicBezTo>
                    <a:pt x="179" y="314"/>
                    <a:pt x="179" y="310"/>
                    <a:pt x="180" y="310"/>
                  </a:cubicBezTo>
                  <a:lnTo>
                    <a:pt x="180" y="310"/>
                  </a:lnTo>
                  <a:cubicBezTo>
                    <a:pt x="180" y="310"/>
                    <a:pt x="182" y="314"/>
                    <a:pt x="184" y="322"/>
                  </a:cubicBezTo>
                  <a:cubicBezTo>
                    <a:pt x="186" y="332"/>
                    <a:pt x="187" y="336"/>
                    <a:pt x="187" y="336"/>
                  </a:cubicBezTo>
                  <a:cubicBezTo>
                    <a:pt x="187" y="336"/>
                    <a:pt x="187" y="334"/>
                    <a:pt x="187" y="330"/>
                  </a:cubicBezTo>
                  <a:lnTo>
                    <a:pt x="191" y="329"/>
                  </a:lnTo>
                  <a:cubicBezTo>
                    <a:pt x="191" y="323"/>
                    <a:pt x="189" y="317"/>
                    <a:pt x="187" y="312"/>
                  </a:cubicBezTo>
                  <a:lnTo>
                    <a:pt x="187" y="312"/>
                  </a:lnTo>
                  <a:cubicBezTo>
                    <a:pt x="191" y="321"/>
                    <a:pt x="195" y="328"/>
                    <a:pt x="196" y="328"/>
                  </a:cubicBezTo>
                  <a:cubicBezTo>
                    <a:pt x="197" y="328"/>
                    <a:pt x="196" y="325"/>
                    <a:pt x="194" y="319"/>
                  </a:cubicBezTo>
                  <a:lnTo>
                    <a:pt x="195" y="319"/>
                  </a:lnTo>
                  <a:cubicBezTo>
                    <a:pt x="197" y="317"/>
                    <a:pt x="197" y="317"/>
                    <a:pt x="194" y="310"/>
                  </a:cubicBezTo>
                  <a:cubicBezTo>
                    <a:pt x="194" y="307"/>
                    <a:pt x="194" y="306"/>
                    <a:pt x="194" y="306"/>
                  </a:cubicBezTo>
                  <a:lnTo>
                    <a:pt x="194" y="306"/>
                  </a:lnTo>
                  <a:cubicBezTo>
                    <a:pt x="195" y="306"/>
                    <a:pt x="198" y="312"/>
                    <a:pt x="200" y="316"/>
                  </a:cubicBezTo>
                  <a:cubicBezTo>
                    <a:pt x="203" y="322"/>
                    <a:pt x="206" y="327"/>
                    <a:pt x="206" y="327"/>
                  </a:cubicBezTo>
                  <a:cubicBezTo>
                    <a:pt x="206" y="327"/>
                    <a:pt x="206" y="327"/>
                    <a:pt x="206" y="324"/>
                  </a:cubicBezTo>
                  <a:cubicBezTo>
                    <a:pt x="202" y="316"/>
                    <a:pt x="200" y="307"/>
                    <a:pt x="199" y="300"/>
                  </a:cubicBezTo>
                  <a:cubicBezTo>
                    <a:pt x="198" y="297"/>
                    <a:pt x="198" y="296"/>
                    <a:pt x="198" y="296"/>
                  </a:cubicBezTo>
                  <a:lnTo>
                    <a:pt x="198" y="296"/>
                  </a:lnTo>
                  <a:cubicBezTo>
                    <a:pt x="198" y="296"/>
                    <a:pt x="201" y="302"/>
                    <a:pt x="202" y="307"/>
                  </a:cubicBezTo>
                  <a:cubicBezTo>
                    <a:pt x="204" y="313"/>
                    <a:pt x="207" y="317"/>
                    <a:pt x="210" y="323"/>
                  </a:cubicBezTo>
                  <a:cubicBezTo>
                    <a:pt x="211" y="322"/>
                    <a:pt x="213" y="322"/>
                    <a:pt x="210" y="314"/>
                  </a:cubicBezTo>
                  <a:cubicBezTo>
                    <a:pt x="208" y="310"/>
                    <a:pt x="209" y="307"/>
                    <a:pt x="211" y="307"/>
                  </a:cubicBezTo>
                  <a:cubicBezTo>
                    <a:pt x="212" y="307"/>
                    <a:pt x="214" y="308"/>
                    <a:pt x="216" y="312"/>
                  </a:cubicBezTo>
                  <a:lnTo>
                    <a:pt x="218" y="312"/>
                  </a:lnTo>
                  <a:cubicBezTo>
                    <a:pt x="219" y="311"/>
                    <a:pt x="217" y="303"/>
                    <a:pt x="217" y="303"/>
                  </a:cubicBezTo>
                  <a:cubicBezTo>
                    <a:pt x="217" y="303"/>
                    <a:pt x="218" y="303"/>
                    <a:pt x="216" y="294"/>
                  </a:cubicBezTo>
                  <a:cubicBezTo>
                    <a:pt x="217" y="294"/>
                    <a:pt x="218" y="294"/>
                    <a:pt x="220" y="302"/>
                  </a:cubicBezTo>
                  <a:cubicBezTo>
                    <a:pt x="218" y="294"/>
                    <a:pt x="217" y="290"/>
                    <a:pt x="217" y="290"/>
                  </a:cubicBezTo>
                  <a:lnTo>
                    <a:pt x="217" y="290"/>
                  </a:lnTo>
                  <a:cubicBezTo>
                    <a:pt x="217" y="290"/>
                    <a:pt x="219" y="293"/>
                    <a:pt x="222" y="301"/>
                  </a:cubicBezTo>
                  <a:cubicBezTo>
                    <a:pt x="225" y="309"/>
                    <a:pt x="227" y="313"/>
                    <a:pt x="227" y="313"/>
                  </a:cubicBezTo>
                  <a:cubicBezTo>
                    <a:pt x="227" y="313"/>
                    <a:pt x="226" y="309"/>
                    <a:pt x="224" y="301"/>
                  </a:cubicBezTo>
                  <a:cubicBezTo>
                    <a:pt x="222" y="297"/>
                    <a:pt x="222" y="295"/>
                    <a:pt x="222" y="295"/>
                  </a:cubicBezTo>
                  <a:lnTo>
                    <a:pt x="222" y="295"/>
                  </a:lnTo>
                  <a:cubicBezTo>
                    <a:pt x="222" y="295"/>
                    <a:pt x="223" y="297"/>
                    <a:pt x="225" y="301"/>
                  </a:cubicBezTo>
                  <a:cubicBezTo>
                    <a:pt x="226" y="305"/>
                    <a:pt x="227" y="307"/>
                    <a:pt x="228" y="307"/>
                  </a:cubicBezTo>
                  <a:cubicBezTo>
                    <a:pt x="228" y="307"/>
                    <a:pt x="227" y="305"/>
                    <a:pt x="226" y="301"/>
                  </a:cubicBezTo>
                  <a:cubicBezTo>
                    <a:pt x="222" y="290"/>
                    <a:pt x="221" y="282"/>
                    <a:pt x="222" y="282"/>
                  </a:cubicBezTo>
                  <a:lnTo>
                    <a:pt x="222" y="282"/>
                  </a:lnTo>
                  <a:cubicBezTo>
                    <a:pt x="222" y="282"/>
                    <a:pt x="224" y="285"/>
                    <a:pt x="226" y="291"/>
                  </a:cubicBezTo>
                  <a:cubicBezTo>
                    <a:pt x="226" y="291"/>
                    <a:pt x="227" y="291"/>
                    <a:pt x="225" y="283"/>
                  </a:cubicBezTo>
                  <a:cubicBezTo>
                    <a:pt x="222" y="274"/>
                    <a:pt x="221" y="270"/>
                    <a:pt x="221" y="270"/>
                  </a:cubicBezTo>
                  <a:lnTo>
                    <a:pt x="221" y="270"/>
                  </a:lnTo>
                  <a:cubicBezTo>
                    <a:pt x="222" y="270"/>
                    <a:pt x="223" y="274"/>
                    <a:pt x="226" y="283"/>
                  </a:cubicBezTo>
                  <a:cubicBezTo>
                    <a:pt x="229" y="290"/>
                    <a:pt x="231" y="294"/>
                    <a:pt x="231" y="294"/>
                  </a:cubicBezTo>
                  <a:cubicBezTo>
                    <a:pt x="232" y="294"/>
                    <a:pt x="231" y="290"/>
                    <a:pt x="228" y="282"/>
                  </a:cubicBezTo>
                  <a:cubicBezTo>
                    <a:pt x="228" y="282"/>
                    <a:pt x="227" y="278"/>
                    <a:pt x="228" y="278"/>
                  </a:cubicBezTo>
                  <a:lnTo>
                    <a:pt x="228" y="278"/>
                  </a:lnTo>
                  <a:cubicBezTo>
                    <a:pt x="228" y="278"/>
                    <a:pt x="229" y="278"/>
                    <a:pt x="230" y="280"/>
                  </a:cubicBezTo>
                  <a:cubicBezTo>
                    <a:pt x="233" y="285"/>
                    <a:pt x="237" y="289"/>
                    <a:pt x="238" y="289"/>
                  </a:cubicBezTo>
                  <a:cubicBezTo>
                    <a:pt x="240" y="289"/>
                    <a:pt x="239" y="286"/>
                    <a:pt x="236" y="279"/>
                  </a:cubicBezTo>
                  <a:lnTo>
                    <a:pt x="238" y="278"/>
                  </a:lnTo>
                  <a:cubicBezTo>
                    <a:pt x="240" y="282"/>
                    <a:pt x="242" y="284"/>
                    <a:pt x="242" y="284"/>
                  </a:cubicBezTo>
                  <a:cubicBezTo>
                    <a:pt x="243" y="284"/>
                    <a:pt x="243" y="282"/>
                    <a:pt x="241" y="277"/>
                  </a:cubicBezTo>
                  <a:lnTo>
                    <a:pt x="239" y="269"/>
                  </a:lnTo>
                  <a:lnTo>
                    <a:pt x="239" y="269"/>
                  </a:lnTo>
                  <a:cubicBezTo>
                    <a:pt x="241" y="275"/>
                    <a:pt x="244" y="280"/>
                    <a:pt x="247" y="285"/>
                  </a:cubicBezTo>
                  <a:cubicBezTo>
                    <a:pt x="248" y="285"/>
                    <a:pt x="248" y="285"/>
                    <a:pt x="245" y="276"/>
                  </a:cubicBezTo>
                  <a:cubicBezTo>
                    <a:pt x="241" y="269"/>
                    <a:pt x="241" y="268"/>
                    <a:pt x="243" y="268"/>
                  </a:cubicBezTo>
                  <a:cubicBezTo>
                    <a:pt x="246" y="273"/>
                    <a:pt x="249" y="278"/>
                    <a:pt x="250" y="284"/>
                  </a:cubicBezTo>
                  <a:lnTo>
                    <a:pt x="252" y="284"/>
                  </a:lnTo>
                  <a:cubicBezTo>
                    <a:pt x="248" y="274"/>
                    <a:pt x="246" y="270"/>
                    <a:pt x="247" y="270"/>
                  </a:cubicBezTo>
                  <a:lnTo>
                    <a:pt x="247" y="270"/>
                  </a:lnTo>
                  <a:cubicBezTo>
                    <a:pt x="247" y="270"/>
                    <a:pt x="248" y="272"/>
                    <a:pt x="249" y="275"/>
                  </a:cubicBezTo>
                  <a:cubicBezTo>
                    <a:pt x="253" y="283"/>
                    <a:pt x="254" y="283"/>
                    <a:pt x="255" y="283"/>
                  </a:cubicBezTo>
                  <a:cubicBezTo>
                    <a:pt x="254" y="280"/>
                    <a:pt x="254" y="279"/>
                    <a:pt x="254" y="279"/>
                  </a:cubicBezTo>
                  <a:lnTo>
                    <a:pt x="254" y="279"/>
                  </a:lnTo>
                  <a:cubicBezTo>
                    <a:pt x="254" y="279"/>
                    <a:pt x="256" y="282"/>
                    <a:pt x="255" y="283"/>
                  </a:cubicBezTo>
                  <a:lnTo>
                    <a:pt x="258" y="291"/>
                  </a:lnTo>
                  <a:cubicBezTo>
                    <a:pt x="259" y="293"/>
                    <a:pt x="260" y="294"/>
                    <a:pt x="260" y="294"/>
                  </a:cubicBezTo>
                  <a:cubicBezTo>
                    <a:pt x="260" y="294"/>
                    <a:pt x="258" y="288"/>
                    <a:pt x="256" y="282"/>
                  </a:cubicBezTo>
                  <a:lnTo>
                    <a:pt x="257" y="282"/>
                  </a:lnTo>
                  <a:cubicBezTo>
                    <a:pt x="258" y="282"/>
                    <a:pt x="259" y="280"/>
                    <a:pt x="255" y="274"/>
                  </a:cubicBezTo>
                  <a:cubicBezTo>
                    <a:pt x="253" y="268"/>
                    <a:pt x="252" y="263"/>
                    <a:pt x="250" y="257"/>
                  </a:cubicBezTo>
                  <a:lnTo>
                    <a:pt x="250" y="257"/>
                  </a:lnTo>
                  <a:cubicBezTo>
                    <a:pt x="252" y="263"/>
                    <a:pt x="254" y="268"/>
                    <a:pt x="257" y="273"/>
                  </a:cubicBezTo>
                  <a:cubicBezTo>
                    <a:pt x="258" y="273"/>
                    <a:pt x="261" y="280"/>
                    <a:pt x="261" y="280"/>
                  </a:cubicBezTo>
                  <a:cubicBezTo>
                    <a:pt x="263" y="287"/>
                    <a:pt x="264" y="289"/>
                    <a:pt x="265" y="289"/>
                  </a:cubicBezTo>
                  <a:cubicBezTo>
                    <a:pt x="266" y="289"/>
                    <a:pt x="266" y="284"/>
                    <a:pt x="265" y="279"/>
                  </a:cubicBezTo>
                  <a:cubicBezTo>
                    <a:pt x="263" y="271"/>
                    <a:pt x="262" y="267"/>
                    <a:pt x="262" y="267"/>
                  </a:cubicBezTo>
                  <a:lnTo>
                    <a:pt x="262" y="267"/>
                  </a:lnTo>
                  <a:cubicBezTo>
                    <a:pt x="262" y="267"/>
                    <a:pt x="264" y="270"/>
                    <a:pt x="267" y="278"/>
                  </a:cubicBezTo>
                  <a:cubicBezTo>
                    <a:pt x="269" y="283"/>
                    <a:pt x="270" y="285"/>
                    <a:pt x="270" y="285"/>
                  </a:cubicBezTo>
                  <a:cubicBezTo>
                    <a:pt x="270" y="285"/>
                    <a:pt x="266" y="271"/>
                    <a:pt x="261" y="254"/>
                  </a:cubicBezTo>
                  <a:lnTo>
                    <a:pt x="252" y="230"/>
                  </a:lnTo>
                  <a:lnTo>
                    <a:pt x="262" y="254"/>
                  </a:lnTo>
                  <a:cubicBezTo>
                    <a:pt x="269" y="272"/>
                    <a:pt x="272" y="279"/>
                    <a:pt x="272" y="279"/>
                  </a:cubicBezTo>
                  <a:cubicBezTo>
                    <a:pt x="273" y="279"/>
                    <a:pt x="272" y="275"/>
                    <a:pt x="271" y="268"/>
                  </a:cubicBezTo>
                  <a:cubicBezTo>
                    <a:pt x="270" y="264"/>
                    <a:pt x="270" y="262"/>
                    <a:pt x="270" y="262"/>
                  </a:cubicBezTo>
                  <a:lnTo>
                    <a:pt x="270" y="262"/>
                  </a:lnTo>
                  <a:cubicBezTo>
                    <a:pt x="270" y="262"/>
                    <a:pt x="271" y="264"/>
                    <a:pt x="273" y="268"/>
                  </a:cubicBezTo>
                  <a:cubicBezTo>
                    <a:pt x="275" y="274"/>
                    <a:pt x="276" y="275"/>
                    <a:pt x="277" y="275"/>
                  </a:cubicBezTo>
                  <a:cubicBezTo>
                    <a:pt x="278" y="275"/>
                    <a:pt x="279" y="275"/>
                    <a:pt x="280" y="275"/>
                  </a:cubicBezTo>
                  <a:cubicBezTo>
                    <a:pt x="282" y="274"/>
                    <a:pt x="283" y="274"/>
                    <a:pt x="280" y="266"/>
                  </a:cubicBezTo>
                  <a:lnTo>
                    <a:pt x="282" y="265"/>
                  </a:lnTo>
                  <a:cubicBezTo>
                    <a:pt x="284" y="271"/>
                    <a:pt x="286" y="273"/>
                    <a:pt x="286" y="273"/>
                  </a:cubicBezTo>
                  <a:cubicBezTo>
                    <a:pt x="287" y="273"/>
                    <a:pt x="284" y="267"/>
                    <a:pt x="280" y="257"/>
                  </a:cubicBezTo>
                  <a:lnTo>
                    <a:pt x="282" y="256"/>
                  </a:lnTo>
                  <a:lnTo>
                    <a:pt x="285" y="265"/>
                  </a:lnTo>
                  <a:cubicBezTo>
                    <a:pt x="287" y="269"/>
                    <a:pt x="288" y="271"/>
                    <a:pt x="290" y="271"/>
                  </a:cubicBezTo>
                  <a:cubicBezTo>
                    <a:pt x="292" y="271"/>
                    <a:pt x="294" y="270"/>
                    <a:pt x="296" y="269"/>
                  </a:cubicBezTo>
                  <a:cubicBezTo>
                    <a:pt x="304" y="267"/>
                    <a:pt x="305" y="267"/>
                    <a:pt x="299" y="251"/>
                  </a:cubicBezTo>
                  <a:cubicBezTo>
                    <a:pt x="296" y="243"/>
                    <a:pt x="296" y="239"/>
                    <a:pt x="296" y="239"/>
                  </a:cubicBezTo>
                  <a:lnTo>
                    <a:pt x="296" y="239"/>
                  </a:lnTo>
                  <a:cubicBezTo>
                    <a:pt x="297" y="239"/>
                    <a:pt x="298" y="242"/>
                    <a:pt x="301" y="250"/>
                  </a:cubicBezTo>
                  <a:cubicBezTo>
                    <a:pt x="303" y="256"/>
                    <a:pt x="306" y="261"/>
                    <a:pt x="306" y="261"/>
                  </a:cubicBezTo>
                  <a:cubicBezTo>
                    <a:pt x="306" y="261"/>
                    <a:pt x="306" y="260"/>
                    <a:pt x="305" y="258"/>
                  </a:cubicBezTo>
                  <a:lnTo>
                    <a:pt x="305" y="258"/>
                  </a:lnTo>
                  <a:cubicBezTo>
                    <a:pt x="305" y="258"/>
                    <a:pt x="307" y="258"/>
                    <a:pt x="311" y="265"/>
                  </a:cubicBezTo>
                  <a:cubicBezTo>
                    <a:pt x="314" y="271"/>
                    <a:pt x="316" y="274"/>
                    <a:pt x="316" y="274"/>
                  </a:cubicBezTo>
                  <a:cubicBezTo>
                    <a:pt x="317" y="274"/>
                    <a:pt x="316" y="269"/>
                    <a:pt x="314" y="264"/>
                  </a:cubicBezTo>
                  <a:lnTo>
                    <a:pt x="314" y="264"/>
                  </a:lnTo>
                  <a:cubicBezTo>
                    <a:pt x="318" y="269"/>
                    <a:pt x="320" y="275"/>
                    <a:pt x="321" y="275"/>
                  </a:cubicBezTo>
                  <a:cubicBezTo>
                    <a:pt x="321" y="275"/>
                    <a:pt x="321" y="274"/>
                    <a:pt x="320" y="271"/>
                  </a:cubicBezTo>
                  <a:cubicBezTo>
                    <a:pt x="319" y="267"/>
                    <a:pt x="319" y="261"/>
                    <a:pt x="321" y="261"/>
                  </a:cubicBezTo>
                  <a:cubicBezTo>
                    <a:pt x="322" y="261"/>
                    <a:pt x="323" y="263"/>
                    <a:pt x="326" y="269"/>
                  </a:cubicBezTo>
                  <a:lnTo>
                    <a:pt x="328" y="269"/>
                  </a:lnTo>
                  <a:cubicBezTo>
                    <a:pt x="324" y="261"/>
                    <a:pt x="327" y="260"/>
                    <a:pt x="328" y="260"/>
                  </a:cubicBezTo>
                  <a:cubicBezTo>
                    <a:pt x="328" y="260"/>
                    <a:pt x="329" y="260"/>
                    <a:pt x="329" y="260"/>
                  </a:cubicBezTo>
                  <a:cubicBezTo>
                    <a:pt x="330" y="260"/>
                    <a:pt x="331" y="261"/>
                    <a:pt x="333" y="267"/>
                  </a:cubicBezTo>
                  <a:cubicBezTo>
                    <a:pt x="335" y="271"/>
                    <a:pt x="335" y="273"/>
                    <a:pt x="336" y="273"/>
                  </a:cubicBezTo>
                  <a:cubicBezTo>
                    <a:pt x="336" y="273"/>
                    <a:pt x="336" y="271"/>
                    <a:pt x="336" y="267"/>
                  </a:cubicBezTo>
                  <a:cubicBezTo>
                    <a:pt x="336" y="266"/>
                    <a:pt x="331" y="250"/>
                    <a:pt x="331" y="250"/>
                  </a:cubicBezTo>
                  <a:cubicBezTo>
                    <a:pt x="329" y="245"/>
                    <a:pt x="328" y="239"/>
                    <a:pt x="328" y="233"/>
                  </a:cubicBezTo>
                  <a:lnTo>
                    <a:pt x="328" y="233"/>
                  </a:lnTo>
                  <a:lnTo>
                    <a:pt x="330" y="241"/>
                  </a:lnTo>
                  <a:lnTo>
                    <a:pt x="337" y="257"/>
                  </a:lnTo>
                  <a:cubicBezTo>
                    <a:pt x="338" y="257"/>
                    <a:pt x="338" y="257"/>
                    <a:pt x="336" y="249"/>
                  </a:cubicBezTo>
                  <a:lnTo>
                    <a:pt x="336" y="249"/>
                  </a:lnTo>
                  <a:cubicBezTo>
                    <a:pt x="338" y="255"/>
                    <a:pt x="340" y="256"/>
                    <a:pt x="341" y="256"/>
                  </a:cubicBezTo>
                  <a:cubicBezTo>
                    <a:pt x="341" y="256"/>
                    <a:pt x="341" y="256"/>
                    <a:pt x="341" y="256"/>
                  </a:cubicBezTo>
                  <a:cubicBezTo>
                    <a:pt x="344" y="255"/>
                    <a:pt x="346" y="255"/>
                    <a:pt x="344" y="247"/>
                  </a:cubicBezTo>
                  <a:lnTo>
                    <a:pt x="344" y="247"/>
                  </a:lnTo>
                  <a:cubicBezTo>
                    <a:pt x="347" y="254"/>
                    <a:pt x="349" y="257"/>
                    <a:pt x="351" y="257"/>
                  </a:cubicBezTo>
                  <a:cubicBezTo>
                    <a:pt x="353" y="257"/>
                    <a:pt x="353" y="253"/>
                    <a:pt x="350" y="245"/>
                  </a:cubicBezTo>
                  <a:cubicBezTo>
                    <a:pt x="348" y="240"/>
                    <a:pt x="348" y="238"/>
                    <a:pt x="348" y="238"/>
                  </a:cubicBezTo>
                  <a:lnTo>
                    <a:pt x="348" y="238"/>
                  </a:lnTo>
                  <a:cubicBezTo>
                    <a:pt x="349" y="238"/>
                    <a:pt x="350" y="240"/>
                    <a:pt x="351" y="243"/>
                  </a:cubicBezTo>
                  <a:cubicBezTo>
                    <a:pt x="354" y="247"/>
                    <a:pt x="355" y="249"/>
                    <a:pt x="355" y="249"/>
                  </a:cubicBezTo>
                  <a:cubicBezTo>
                    <a:pt x="355" y="249"/>
                    <a:pt x="355" y="247"/>
                    <a:pt x="354" y="243"/>
                  </a:cubicBezTo>
                  <a:cubicBezTo>
                    <a:pt x="353" y="241"/>
                    <a:pt x="353" y="239"/>
                    <a:pt x="353" y="239"/>
                  </a:cubicBezTo>
                  <a:lnTo>
                    <a:pt x="353" y="239"/>
                  </a:lnTo>
                  <a:cubicBezTo>
                    <a:pt x="354" y="239"/>
                    <a:pt x="356" y="245"/>
                    <a:pt x="359" y="250"/>
                  </a:cubicBezTo>
                  <a:cubicBezTo>
                    <a:pt x="363" y="259"/>
                    <a:pt x="365" y="263"/>
                    <a:pt x="366" y="263"/>
                  </a:cubicBezTo>
                  <a:cubicBezTo>
                    <a:pt x="366" y="263"/>
                    <a:pt x="366" y="261"/>
                    <a:pt x="365" y="257"/>
                  </a:cubicBezTo>
                  <a:cubicBezTo>
                    <a:pt x="364" y="249"/>
                    <a:pt x="365" y="248"/>
                    <a:pt x="366" y="248"/>
                  </a:cubicBezTo>
                  <a:cubicBezTo>
                    <a:pt x="366" y="242"/>
                    <a:pt x="365" y="237"/>
                    <a:pt x="362" y="231"/>
                  </a:cubicBezTo>
                  <a:cubicBezTo>
                    <a:pt x="358" y="223"/>
                    <a:pt x="357" y="215"/>
                    <a:pt x="357" y="215"/>
                  </a:cubicBezTo>
                  <a:lnTo>
                    <a:pt x="357" y="215"/>
                  </a:lnTo>
                  <a:cubicBezTo>
                    <a:pt x="358" y="221"/>
                    <a:pt x="360" y="227"/>
                    <a:pt x="364" y="231"/>
                  </a:cubicBezTo>
                  <a:cubicBezTo>
                    <a:pt x="366" y="237"/>
                    <a:pt x="368" y="238"/>
                    <a:pt x="370" y="238"/>
                  </a:cubicBezTo>
                  <a:cubicBezTo>
                    <a:pt x="370" y="238"/>
                    <a:pt x="370" y="238"/>
                    <a:pt x="370" y="238"/>
                  </a:cubicBezTo>
                  <a:lnTo>
                    <a:pt x="374" y="237"/>
                  </a:lnTo>
                  <a:cubicBezTo>
                    <a:pt x="377" y="240"/>
                    <a:pt x="378" y="242"/>
                    <a:pt x="379" y="242"/>
                  </a:cubicBezTo>
                  <a:cubicBezTo>
                    <a:pt x="380" y="242"/>
                    <a:pt x="379" y="240"/>
                    <a:pt x="377" y="236"/>
                  </a:cubicBezTo>
                  <a:cubicBezTo>
                    <a:pt x="376" y="232"/>
                    <a:pt x="375" y="230"/>
                    <a:pt x="374" y="228"/>
                  </a:cubicBezTo>
                  <a:lnTo>
                    <a:pt x="374" y="228"/>
                  </a:lnTo>
                  <a:cubicBezTo>
                    <a:pt x="377" y="235"/>
                    <a:pt x="381" y="238"/>
                    <a:pt x="383" y="238"/>
                  </a:cubicBezTo>
                  <a:cubicBezTo>
                    <a:pt x="386" y="238"/>
                    <a:pt x="388" y="233"/>
                    <a:pt x="385" y="224"/>
                  </a:cubicBezTo>
                  <a:lnTo>
                    <a:pt x="385" y="224"/>
                  </a:lnTo>
                  <a:cubicBezTo>
                    <a:pt x="386" y="226"/>
                    <a:pt x="387" y="229"/>
                    <a:pt x="388" y="232"/>
                  </a:cubicBezTo>
                  <a:cubicBezTo>
                    <a:pt x="391" y="238"/>
                    <a:pt x="392" y="239"/>
                    <a:pt x="393" y="239"/>
                  </a:cubicBezTo>
                  <a:cubicBezTo>
                    <a:pt x="393" y="239"/>
                    <a:pt x="393" y="239"/>
                    <a:pt x="394" y="239"/>
                  </a:cubicBezTo>
                  <a:cubicBezTo>
                    <a:pt x="395" y="239"/>
                    <a:pt x="395" y="230"/>
                    <a:pt x="397" y="229"/>
                  </a:cubicBezTo>
                  <a:cubicBezTo>
                    <a:pt x="401" y="228"/>
                    <a:pt x="404" y="228"/>
                    <a:pt x="401" y="220"/>
                  </a:cubicBezTo>
                  <a:cubicBezTo>
                    <a:pt x="401" y="220"/>
                    <a:pt x="401" y="219"/>
                    <a:pt x="402" y="219"/>
                  </a:cubicBezTo>
                  <a:cubicBezTo>
                    <a:pt x="402" y="219"/>
                    <a:pt x="403" y="221"/>
                    <a:pt x="405" y="228"/>
                  </a:cubicBezTo>
                  <a:cubicBezTo>
                    <a:pt x="407" y="233"/>
                    <a:pt x="407" y="235"/>
                    <a:pt x="408" y="235"/>
                  </a:cubicBezTo>
                  <a:cubicBezTo>
                    <a:pt x="408" y="235"/>
                    <a:pt x="408" y="235"/>
                    <a:pt x="409" y="234"/>
                  </a:cubicBezTo>
                  <a:cubicBezTo>
                    <a:pt x="408" y="229"/>
                    <a:pt x="406" y="224"/>
                    <a:pt x="403" y="219"/>
                  </a:cubicBezTo>
                  <a:cubicBezTo>
                    <a:pt x="402" y="215"/>
                    <a:pt x="401" y="213"/>
                    <a:pt x="402" y="213"/>
                  </a:cubicBezTo>
                  <a:lnTo>
                    <a:pt x="402" y="213"/>
                  </a:lnTo>
                  <a:cubicBezTo>
                    <a:pt x="402" y="213"/>
                    <a:pt x="404" y="214"/>
                    <a:pt x="406" y="218"/>
                  </a:cubicBezTo>
                  <a:cubicBezTo>
                    <a:pt x="408" y="221"/>
                    <a:pt x="410" y="223"/>
                    <a:pt x="411" y="223"/>
                  </a:cubicBezTo>
                  <a:cubicBezTo>
                    <a:pt x="413" y="223"/>
                    <a:pt x="414" y="220"/>
                    <a:pt x="413" y="215"/>
                  </a:cubicBezTo>
                  <a:cubicBezTo>
                    <a:pt x="414" y="215"/>
                    <a:pt x="415" y="215"/>
                    <a:pt x="418" y="223"/>
                  </a:cubicBezTo>
                  <a:cubicBezTo>
                    <a:pt x="420" y="228"/>
                    <a:pt x="423" y="232"/>
                    <a:pt x="424" y="232"/>
                  </a:cubicBezTo>
                  <a:cubicBezTo>
                    <a:pt x="424" y="232"/>
                    <a:pt x="424" y="229"/>
                    <a:pt x="422" y="222"/>
                  </a:cubicBezTo>
                  <a:cubicBezTo>
                    <a:pt x="422" y="222"/>
                    <a:pt x="423" y="222"/>
                    <a:pt x="423" y="222"/>
                  </a:cubicBezTo>
                  <a:cubicBezTo>
                    <a:pt x="423" y="222"/>
                    <a:pt x="424" y="223"/>
                    <a:pt x="427" y="230"/>
                  </a:cubicBezTo>
                  <a:cubicBezTo>
                    <a:pt x="428" y="234"/>
                    <a:pt x="430" y="238"/>
                    <a:pt x="431" y="238"/>
                  </a:cubicBezTo>
                  <a:cubicBezTo>
                    <a:pt x="431" y="238"/>
                    <a:pt x="430" y="236"/>
                    <a:pt x="428" y="229"/>
                  </a:cubicBezTo>
                  <a:cubicBezTo>
                    <a:pt x="427" y="224"/>
                    <a:pt x="427" y="222"/>
                    <a:pt x="429" y="222"/>
                  </a:cubicBezTo>
                  <a:cubicBezTo>
                    <a:pt x="430" y="222"/>
                    <a:pt x="432" y="223"/>
                    <a:pt x="434" y="227"/>
                  </a:cubicBezTo>
                  <a:cubicBezTo>
                    <a:pt x="434" y="227"/>
                    <a:pt x="436" y="227"/>
                    <a:pt x="432" y="219"/>
                  </a:cubicBezTo>
                  <a:cubicBezTo>
                    <a:pt x="431" y="213"/>
                    <a:pt x="428" y="208"/>
                    <a:pt x="429" y="208"/>
                  </a:cubicBezTo>
                  <a:lnTo>
                    <a:pt x="429" y="208"/>
                  </a:lnTo>
                  <a:cubicBezTo>
                    <a:pt x="429" y="208"/>
                    <a:pt x="429" y="209"/>
                    <a:pt x="430" y="211"/>
                  </a:cubicBezTo>
                  <a:cubicBezTo>
                    <a:pt x="433" y="219"/>
                    <a:pt x="435" y="223"/>
                    <a:pt x="435" y="223"/>
                  </a:cubicBezTo>
                  <a:cubicBezTo>
                    <a:pt x="435" y="223"/>
                    <a:pt x="434" y="218"/>
                    <a:pt x="431" y="210"/>
                  </a:cubicBezTo>
                  <a:cubicBezTo>
                    <a:pt x="430" y="206"/>
                    <a:pt x="429" y="204"/>
                    <a:pt x="430" y="204"/>
                  </a:cubicBezTo>
                  <a:lnTo>
                    <a:pt x="430" y="204"/>
                  </a:lnTo>
                  <a:cubicBezTo>
                    <a:pt x="430" y="204"/>
                    <a:pt x="431" y="206"/>
                    <a:pt x="432" y="210"/>
                  </a:cubicBezTo>
                  <a:cubicBezTo>
                    <a:pt x="437" y="218"/>
                    <a:pt x="437" y="218"/>
                    <a:pt x="437" y="218"/>
                  </a:cubicBezTo>
                  <a:cubicBezTo>
                    <a:pt x="438" y="217"/>
                    <a:pt x="439" y="208"/>
                    <a:pt x="443" y="206"/>
                  </a:cubicBezTo>
                  <a:cubicBezTo>
                    <a:pt x="450" y="204"/>
                    <a:pt x="453" y="203"/>
                    <a:pt x="450" y="195"/>
                  </a:cubicBezTo>
                  <a:cubicBezTo>
                    <a:pt x="449" y="191"/>
                    <a:pt x="448" y="189"/>
                    <a:pt x="449" y="189"/>
                  </a:cubicBezTo>
                  <a:lnTo>
                    <a:pt x="449" y="189"/>
                  </a:lnTo>
                  <a:cubicBezTo>
                    <a:pt x="449" y="189"/>
                    <a:pt x="450" y="191"/>
                    <a:pt x="452" y="195"/>
                  </a:cubicBezTo>
                  <a:cubicBezTo>
                    <a:pt x="455" y="201"/>
                    <a:pt x="456" y="202"/>
                    <a:pt x="457" y="202"/>
                  </a:cubicBezTo>
                  <a:cubicBezTo>
                    <a:pt x="457" y="202"/>
                    <a:pt x="458" y="202"/>
                    <a:pt x="458" y="202"/>
                  </a:cubicBezTo>
                  <a:cubicBezTo>
                    <a:pt x="458" y="202"/>
                    <a:pt x="459" y="202"/>
                    <a:pt x="462" y="210"/>
                  </a:cubicBezTo>
                  <a:cubicBezTo>
                    <a:pt x="460" y="201"/>
                    <a:pt x="460" y="201"/>
                    <a:pt x="461" y="201"/>
                  </a:cubicBezTo>
                  <a:cubicBezTo>
                    <a:pt x="462" y="205"/>
                    <a:pt x="463" y="207"/>
                    <a:pt x="464" y="207"/>
                  </a:cubicBezTo>
                  <a:cubicBezTo>
                    <a:pt x="464" y="207"/>
                    <a:pt x="464" y="205"/>
                    <a:pt x="462" y="201"/>
                  </a:cubicBezTo>
                  <a:cubicBezTo>
                    <a:pt x="460" y="192"/>
                    <a:pt x="458" y="188"/>
                    <a:pt x="458" y="188"/>
                  </a:cubicBezTo>
                  <a:lnTo>
                    <a:pt x="458" y="188"/>
                  </a:lnTo>
                  <a:cubicBezTo>
                    <a:pt x="459" y="188"/>
                    <a:pt x="460" y="192"/>
                    <a:pt x="464" y="200"/>
                  </a:cubicBezTo>
                  <a:cubicBezTo>
                    <a:pt x="466" y="206"/>
                    <a:pt x="469" y="211"/>
                    <a:pt x="470" y="211"/>
                  </a:cubicBezTo>
                  <a:cubicBezTo>
                    <a:pt x="470" y="211"/>
                    <a:pt x="469" y="210"/>
                    <a:pt x="468" y="208"/>
                  </a:cubicBezTo>
                  <a:cubicBezTo>
                    <a:pt x="467" y="202"/>
                    <a:pt x="466" y="196"/>
                    <a:pt x="465" y="191"/>
                  </a:cubicBezTo>
                  <a:cubicBezTo>
                    <a:pt x="466" y="191"/>
                    <a:pt x="467" y="191"/>
                    <a:pt x="469" y="199"/>
                  </a:cubicBezTo>
                  <a:cubicBezTo>
                    <a:pt x="470" y="201"/>
                    <a:pt x="471" y="201"/>
                    <a:pt x="472" y="201"/>
                  </a:cubicBezTo>
                  <a:cubicBezTo>
                    <a:pt x="474" y="201"/>
                    <a:pt x="474" y="194"/>
                    <a:pt x="473" y="188"/>
                  </a:cubicBezTo>
                  <a:cubicBezTo>
                    <a:pt x="471" y="185"/>
                    <a:pt x="470" y="183"/>
                    <a:pt x="471" y="183"/>
                  </a:cubicBezTo>
                  <a:lnTo>
                    <a:pt x="471" y="183"/>
                  </a:lnTo>
                  <a:cubicBezTo>
                    <a:pt x="471" y="183"/>
                    <a:pt x="472" y="185"/>
                    <a:pt x="474" y="188"/>
                  </a:cubicBezTo>
                  <a:cubicBezTo>
                    <a:pt x="476" y="194"/>
                    <a:pt x="477" y="196"/>
                    <a:pt x="477" y="196"/>
                  </a:cubicBezTo>
                  <a:cubicBezTo>
                    <a:pt x="478" y="196"/>
                    <a:pt x="478" y="196"/>
                    <a:pt x="478" y="195"/>
                  </a:cubicBezTo>
                  <a:cubicBezTo>
                    <a:pt x="478" y="193"/>
                    <a:pt x="477" y="192"/>
                    <a:pt x="478" y="192"/>
                  </a:cubicBezTo>
                  <a:lnTo>
                    <a:pt x="478" y="192"/>
                  </a:lnTo>
                  <a:cubicBezTo>
                    <a:pt x="478" y="192"/>
                    <a:pt x="480" y="197"/>
                    <a:pt x="483" y="203"/>
                  </a:cubicBezTo>
                  <a:cubicBezTo>
                    <a:pt x="484" y="210"/>
                    <a:pt x="485" y="211"/>
                    <a:pt x="486" y="211"/>
                  </a:cubicBezTo>
                  <a:cubicBezTo>
                    <a:pt x="486" y="211"/>
                    <a:pt x="487" y="211"/>
                    <a:pt x="487" y="211"/>
                  </a:cubicBezTo>
                  <a:cubicBezTo>
                    <a:pt x="485" y="203"/>
                    <a:pt x="488" y="202"/>
                    <a:pt x="491" y="201"/>
                  </a:cubicBezTo>
                  <a:cubicBezTo>
                    <a:pt x="495" y="200"/>
                    <a:pt x="493" y="191"/>
                    <a:pt x="488" y="175"/>
                  </a:cubicBezTo>
                  <a:lnTo>
                    <a:pt x="484" y="158"/>
                  </a:lnTo>
                  <a:lnTo>
                    <a:pt x="484" y="158"/>
                  </a:lnTo>
                  <a:lnTo>
                    <a:pt x="489" y="174"/>
                  </a:lnTo>
                  <a:cubicBezTo>
                    <a:pt x="493" y="183"/>
                    <a:pt x="499" y="197"/>
                    <a:pt x="499" y="197"/>
                  </a:cubicBezTo>
                  <a:cubicBezTo>
                    <a:pt x="498" y="192"/>
                    <a:pt x="497" y="187"/>
                    <a:pt x="494" y="182"/>
                  </a:cubicBezTo>
                  <a:cubicBezTo>
                    <a:pt x="493" y="178"/>
                    <a:pt x="492" y="176"/>
                    <a:pt x="493" y="176"/>
                  </a:cubicBezTo>
                  <a:lnTo>
                    <a:pt x="493" y="176"/>
                  </a:lnTo>
                  <a:cubicBezTo>
                    <a:pt x="494" y="176"/>
                    <a:pt x="495" y="177"/>
                    <a:pt x="497" y="181"/>
                  </a:cubicBezTo>
                  <a:cubicBezTo>
                    <a:pt x="499" y="184"/>
                    <a:pt x="501" y="186"/>
                    <a:pt x="501" y="186"/>
                  </a:cubicBezTo>
                  <a:cubicBezTo>
                    <a:pt x="502" y="186"/>
                    <a:pt x="502" y="184"/>
                    <a:pt x="501" y="179"/>
                  </a:cubicBezTo>
                  <a:cubicBezTo>
                    <a:pt x="502" y="179"/>
                    <a:pt x="502" y="179"/>
                    <a:pt x="506" y="187"/>
                  </a:cubicBezTo>
                  <a:cubicBezTo>
                    <a:pt x="507" y="186"/>
                    <a:pt x="507" y="186"/>
                    <a:pt x="504" y="178"/>
                  </a:cubicBezTo>
                  <a:cubicBezTo>
                    <a:pt x="502" y="174"/>
                    <a:pt x="502" y="172"/>
                    <a:pt x="502" y="172"/>
                  </a:cubicBezTo>
                  <a:lnTo>
                    <a:pt x="502" y="172"/>
                  </a:lnTo>
                  <a:cubicBezTo>
                    <a:pt x="503" y="172"/>
                    <a:pt x="504" y="174"/>
                    <a:pt x="506" y="178"/>
                  </a:cubicBezTo>
                  <a:cubicBezTo>
                    <a:pt x="510" y="187"/>
                    <a:pt x="512" y="191"/>
                    <a:pt x="513" y="191"/>
                  </a:cubicBezTo>
                  <a:cubicBezTo>
                    <a:pt x="514" y="191"/>
                    <a:pt x="513" y="189"/>
                    <a:pt x="512" y="185"/>
                  </a:cubicBezTo>
                  <a:cubicBezTo>
                    <a:pt x="510" y="177"/>
                    <a:pt x="510" y="177"/>
                    <a:pt x="511" y="176"/>
                  </a:cubicBezTo>
                  <a:cubicBezTo>
                    <a:pt x="512" y="176"/>
                    <a:pt x="513" y="176"/>
                    <a:pt x="511" y="168"/>
                  </a:cubicBezTo>
                  <a:lnTo>
                    <a:pt x="512" y="167"/>
                  </a:lnTo>
                  <a:cubicBezTo>
                    <a:pt x="513" y="167"/>
                    <a:pt x="515" y="175"/>
                    <a:pt x="514" y="176"/>
                  </a:cubicBezTo>
                  <a:lnTo>
                    <a:pt x="519" y="183"/>
                  </a:lnTo>
                  <a:cubicBezTo>
                    <a:pt x="520" y="183"/>
                    <a:pt x="521" y="183"/>
                    <a:pt x="519" y="174"/>
                  </a:cubicBezTo>
                  <a:cubicBezTo>
                    <a:pt x="516" y="166"/>
                    <a:pt x="514" y="162"/>
                    <a:pt x="514" y="162"/>
                  </a:cubicBezTo>
                  <a:lnTo>
                    <a:pt x="514" y="162"/>
                  </a:lnTo>
                  <a:cubicBezTo>
                    <a:pt x="515" y="162"/>
                    <a:pt x="516" y="166"/>
                    <a:pt x="520" y="174"/>
                  </a:cubicBezTo>
                  <a:cubicBezTo>
                    <a:pt x="522" y="179"/>
                    <a:pt x="524" y="185"/>
                    <a:pt x="525" y="185"/>
                  </a:cubicBezTo>
                  <a:cubicBezTo>
                    <a:pt x="525" y="185"/>
                    <a:pt x="525" y="184"/>
                    <a:pt x="524" y="182"/>
                  </a:cubicBezTo>
                  <a:cubicBezTo>
                    <a:pt x="522" y="174"/>
                    <a:pt x="521" y="172"/>
                    <a:pt x="522" y="172"/>
                  </a:cubicBezTo>
                  <a:lnTo>
                    <a:pt x="522" y="172"/>
                  </a:lnTo>
                  <a:cubicBezTo>
                    <a:pt x="522" y="172"/>
                    <a:pt x="525" y="176"/>
                    <a:pt x="526" y="181"/>
                  </a:cubicBezTo>
                  <a:cubicBezTo>
                    <a:pt x="529" y="189"/>
                    <a:pt x="530" y="193"/>
                    <a:pt x="530" y="193"/>
                  </a:cubicBezTo>
                  <a:cubicBezTo>
                    <a:pt x="530" y="193"/>
                    <a:pt x="530" y="189"/>
                    <a:pt x="529" y="181"/>
                  </a:cubicBezTo>
                  <a:cubicBezTo>
                    <a:pt x="531" y="179"/>
                    <a:pt x="531" y="171"/>
                    <a:pt x="533" y="169"/>
                  </a:cubicBezTo>
                  <a:cubicBezTo>
                    <a:pt x="534" y="169"/>
                    <a:pt x="535" y="169"/>
                    <a:pt x="536" y="169"/>
                  </a:cubicBezTo>
                  <a:cubicBezTo>
                    <a:pt x="538" y="169"/>
                    <a:pt x="540" y="170"/>
                    <a:pt x="542" y="176"/>
                  </a:cubicBezTo>
                  <a:cubicBezTo>
                    <a:pt x="543" y="179"/>
                    <a:pt x="544" y="181"/>
                    <a:pt x="545" y="183"/>
                  </a:cubicBezTo>
                  <a:lnTo>
                    <a:pt x="545" y="183"/>
                  </a:lnTo>
                  <a:cubicBezTo>
                    <a:pt x="540" y="168"/>
                    <a:pt x="540" y="167"/>
                    <a:pt x="543" y="167"/>
                  </a:cubicBezTo>
                  <a:cubicBezTo>
                    <a:pt x="545" y="169"/>
                    <a:pt x="546" y="170"/>
                    <a:pt x="546" y="170"/>
                  </a:cubicBezTo>
                  <a:cubicBezTo>
                    <a:pt x="548" y="170"/>
                    <a:pt x="547" y="163"/>
                    <a:pt x="545" y="157"/>
                  </a:cubicBezTo>
                  <a:lnTo>
                    <a:pt x="543" y="158"/>
                  </a:lnTo>
                  <a:cubicBezTo>
                    <a:pt x="540" y="148"/>
                    <a:pt x="539" y="144"/>
                    <a:pt x="539" y="144"/>
                  </a:cubicBezTo>
                  <a:lnTo>
                    <a:pt x="539" y="144"/>
                  </a:lnTo>
                  <a:cubicBezTo>
                    <a:pt x="540" y="144"/>
                    <a:pt x="541" y="146"/>
                    <a:pt x="543" y="149"/>
                  </a:cubicBezTo>
                  <a:cubicBezTo>
                    <a:pt x="545" y="154"/>
                    <a:pt x="549" y="159"/>
                    <a:pt x="550" y="165"/>
                  </a:cubicBezTo>
                  <a:cubicBezTo>
                    <a:pt x="552" y="171"/>
                    <a:pt x="554" y="175"/>
                    <a:pt x="558" y="179"/>
                  </a:cubicBezTo>
                  <a:cubicBezTo>
                    <a:pt x="559" y="179"/>
                    <a:pt x="560" y="179"/>
                    <a:pt x="556" y="172"/>
                  </a:cubicBezTo>
                  <a:cubicBezTo>
                    <a:pt x="552" y="164"/>
                    <a:pt x="552" y="164"/>
                    <a:pt x="553" y="164"/>
                  </a:cubicBezTo>
                  <a:cubicBezTo>
                    <a:pt x="554" y="164"/>
                    <a:pt x="556" y="163"/>
                    <a:pt x="553" y="155"/>
                  </a:cubicBezTo>
                  <a:cubicBezTo>
                    <a:pt x="550" y="147"/>
                    <a:pt x="551" y="147"/>
                    <a:pt x="551" y="147"/>
                  </a:cubicBezTo>
                  <a:lnTo>
                    <a:pt x="551" y="147"/>
                  </a:lnTo>
                  <a:cubicBezTo>
                    <a:pt x="555" y="152"/>
                    <a:pt x="557" y="153"/>
                    <a:pt x="558" y="154"/>
                  </a:cubicBezTo>
                  <a:lnTo>
                    <a:pt x="558" y="154"/>
                  </a:lnTo>
                  <a:cubicBezTo>
                    <a:pt x="558" y="156"/>
                    <a:pt x="559" y="159"/>
                    <a:pt x="560" y="162"/>
                  </a:cubicBezTo>
                  <a:cubicBezTo>
                    <a:pt x="563" y="169"/>
                    <a:pt x="568" y="177"/>
                    <a:pt x="568" y="177"/>
                  </a:cubicBezTo>
                  <a:cubicBezTo>
                    <a:pt x="568" y="177"/>
                    <a:pt x="566" y="169"/>
                    <a:pt x="566" y="169"/>
                  </a:cubicBezTo>
                  <a:cubicBezTo>
                    <a:pt x="562" y="160"/>
                    <a:pt x="583" y="155"/>
                    <a:pt x="586" y="154"/>
                  </a:cubicBezTo>
                  <a:cubicBezTo>
                    <a:pt x="588" y="157"/>
                    <a:pt x="590" y="159"/>
                    <a:pt x="590" y="159"/>
                  </a:cubicBezTo>
                  <a:cubicBezTo>
                    <a:pt x="591" y="159"/>
                    <a:pt x="591" y="157"/>
                    <a:pt x="589" y="153"/>
                  </a:cubicBezTo>
                  <a:cubicBezTo>
                    <a:pt x="586" y="145"/>
                    <a:pt x="590" y="144"/>
                    <a:pt x="596" y="141"/>
                  </a:cubicBezTo>
                  <a:cubicBezTo>
                    <a:pt x="602" y="140"/>
                    <a:pt x="606" y="138"/>
                    <a:pt x="603" y="130"/>
                  </a:cubicBezTo>
                  <a:lnTo>
                    <a:pt x="606" y="130"/>
                  </a:lnTo>
                  <a:cubicBezTo>
                    <a:pt x="607" y="129"/>
                    <a:pt x="606" y="121"/>
                    <a:pt x="607" y="120"/>
                  </a:cubicBezTo>
                  <a:cubicBezTo>
                    <a:pt x="606" y="116"/>
                    <a:pt x="606" y="114"/>
                    <a:pt x="606" y="114"/>
                  </a:cubicBezTo>
                  <a:lnTo>
                    <a:pt x="606" y="114"/>
                  </a:lnTo>
                  <a:cubicBezTo>
                    <a:pt x="606" y="114"/>
                    <a:pt x="607" y="116"/>
                    <a:pt x="608" y="120"/>
                  </a:cubicBezTo>
                  <a:cubicBezTo>
                    <a:pt x="609" y="126"/>
                    <a:pt x="612" y="131"/>
                    <a:pt x="615" y="136"/>
                  </a:cubicBezTo>
                  <a:cubicBezTo>
                    <a:pt x="616" y="136"/>
                    <a:pt x="614" y="128"/>
                    <a:pt x="611" y="119"/>
                  </a:cubicBezTo>
                  <a:cubicBezTo>
                    <a:pt x="607" y="111"/>
                    <a:pt x="608" y="111"/>
                    <a:pt x="608" y="111"/>
                  </a:cubicBezTo>
                  <a:cubicBezTo>
                    <a:pt x="609" y="111"/>
                    <a:pt x="609" y="111"/>
                    <a:pt x="612" y="119"/>
                  </a:cubicBezTo>
                  <a:lnTo>
                    <a:pt x="618" y="135"/>
                  </a:lnTo>
                  <a:lnTo>
                    <a:pt x="620" y="135"/>
                  </a:lnTo>
                  <a:cubicBezTo>
                    <a:pt x="616" y="127"/>
                    <a:pt x="617" y="127"/>
                    <a:pt x="617" y="127"/>
                  </a:cubicBezTo>
                  <a:cubicBezTo>
                    <a:pt x="617" y="127"/>
                    <a:pt x="617" y="126"/>
                    <a:pt x="617" y="126"/>
                  </a:cubicBezTo>
                  <a:cubicBezTo>
                    <a:pt x="618" y="126"/>
                    <a:pt x="619" y="129"/>
                    <a:pt x="624" y="141"/>
                  </a:cubicBezTo>
                  <a:cubicBezTo>
                    <a:pt x="627" y="150"/>
                    <a:pt x="628" y="154"/>
                    <a:pt x="629" y="154"/>
                  </a:cubicBezTo>
                  <a:cubicBezTo>
                    <a:pt x="629" y="154"/>
                    <a:pt x="628" y="149"/>
                    <a:pt x="625" y="141"/>
                  </a:cubicBezTo>
                  <a:lnTo>
                    <a:pt x="624" y="132"/>
                  </a:lnTo>
                  <a:lnTo>
                    <a:pt x="624" y="132"/>
                  </a:lnTo>
                  <a:cubicBezTo>
                    <a:pt x="626" y="137"/>
                    <a:pt x="628" y="139"/>
                    <a:pt x="628" y="139"/>
                  </a:cubicBezTo>
                  <a:cubicBezTo>
                    <a:pt x="629" y="139"/>
                    <a:pt x="627" y="130"/>
                    <a:pt x="625" y="123"/>
                  </a:cubicBezTo>
                  <a:lnTo>
                    <a:pt x="625" y="123"/>
                  </a:lnTo>
                  <a:cubicBezTo>
                    <a:pt x="628" y="131"/>
                    <a:pt x="630" y="135"/>
                    <a:pt x="631" y="135"/>
                  </a:cubicBezTo>
                  <a:cubicBezTo>
                    <a:pt x="631" y="135"/>
                    <a:pt x="630" y="131"/>
                    <a:pt x="627" y="123"/>
                  </a:cubicBezTo>
                  <a:cubicBezTo>
                    <a:pt x="626" y="119"/>
                    <a:pt x="625" y="117"/>
                    <a:pt x="626" y="117"/>
                  </a:cubicBezTo>
                  <a:lnTo>
                    <a:pt x="626" y="117"/>
                  </a:lnTo>
                  <a:cubicBezTo>
                    <a:pt x="626" y="117"/>
                    <a:pt x="628" y="119"/>
                    <a:pt x="630" y="122"/>
                  </a:cubicBezTo>
                  <a:cubicBezTo>
                    <a:pt x="632" y="128"/>
                    <a:pt x="633" y="130"/>
                    <a:pt x="634" y="130"/>
                  </a:cubicBezTo>
                  <a:cubicBezTo>
                    <a:pt x="635" y="130"/>
                    <a:pt x="635" y="129"/>
                    <a:pt x="635" y="129"/>
                  </a:cubicBezTo>
                  <a:cubicBezTo>
                    <a:pt x="633" y="121"/>
                    <a:pt x="640" y="119"/>
                    <a:pt x="646" y="117"/>
                  </a:cubicBezTo>
                  <a:cubicBezTo>
                    <a:pt x="654" y="114"/>
                    <a:pt x="660" y="113"/>
                    <a:pt x="657" y="105"/>
                  </a:cubicBezTo>
                  <a:cubicBezTo>
                    <a:pt x="657" y="105"/>
                    <a:pt x="657" y="105"/>
                    <a:pt x="657" y="105"/>
                  </a:cubicBezTo>
                  <a:cubicBezTo>
                    <a:pt x="658" y="105"/>
                    <a:pt x="659" y="106"/>
                    <a:pt x="661" y="112"/>
                  </a:cubicBezTo>
                  <a:cubicBezTo>
                    <a:pt x="662" y="115"/>
                    <a:pt x="663" y="117"/>
                    <a:pt x="664" y="117"/>
                  </a:cubicBezTo>
                  <a:cubicBezTo>
                    <a:pt x="664" y="117"/>
                    <a:pt x="663" y="114"/>
                    <a:pt x="660" y="104"/>
                  </a:cubicBezTo>
                  <a:cubicBezTo>
                    <a:pt x="659" y="99"/>
                    <a:pt x="657" y="94"/>
                    <a:pt x="657" y="94"/>
                  </a:cubicBezTo>
                  <a:lnTo>
                    <a:pt x="657" y="94"/>
                  </a:lnTo>
                  <a:cubicBezTo>
                    <a:pt x="657" y="94"/>
                    <a:pt x="658" y="97"/>
                    <a:pt x="661" y="103"/>
                  </a:cubicBezTo>
                  <a:cubicBezTo>
                    <a:pt x="663" y="109"/>
                    <a:pt x="665" y="111"/>
                    <a:pt x="666" y="111"/>
                  </a:cubicBezTo>
                  <a:cubicBezTo>
                    <a:pt x="667" y="111"/>
                    <a:pt x="668" y="110"/>
                    <a:pt x="669" y="110"/>
                  </a:cubicBezTo>
                  <a:cubicBezTo>
                    <a:pt x="672" y="109"/>
                    <a:pt x="676" y="108"/>
                    <a:pt x="672" y="100"/>
                  </a:cubicBezTo>
                  <a:cubicBezTo>
                    <a:pt x="672" y="96"/>
                    <a:pt x="671" y="94"/>
                    <a:pt x="672" y="94"/>
                  </a:cubicBezTo>
                  <a:lnTo>
                    <a:pt x="672" y="94"/>
                  </a:lnTo>
                  <a:cubicBezTo>
                    <a:pt x="672" y="94"/>
                    <a:pt x="672" y="96"/>
                    <a:pt x="673" y="100"/>
                  </a:cubicBezTo>
                  <a:cubicBezTo>
                    <a:pt x="676" y="110"/>
                    <a:pt x="680" y="116"/>
                    <a:pt x="682" y="116"/>
                  </a:cubicBezTo>
                  <a:cubicBezTo>
                    <a:pt x="683" y="116"/>
                    <a:pt x="684" y="113"/>
                    <a:pt x="682" y="107"/>
                  </a:cubicBezTo>
                  <a:cubicBezTo>
                    <a:pt x="683" y="106"/>
                    <a:pt x="683" y="106"/>
                    <a:pt x="683" y="106"/>
                  </a:cubicBezTo>
                  <a:cubicBezTo>
                    <a:pt x="684" y="106"/>
                    <a:pt x="684" y="108"/>
                    <a:pt x="687" y="113"/>
                  </a:cubicBezTo>
                  <a:cubicBezTo>
                    <a:pt x="688" y="113"/>
                    <a:pt x="689" y="113"/>
                    <a:pt x="688" y="104"/>
                  </a:cubicBezTo>
                  <a:lnTo>
                    <a:pt x="695" y="102"/>
                  </a:lnTo>
                  <a:cubicBezTo>
                    <a:pt x="696" y="102"/>
                    <a:pt x="695" y="93"/>
                    <a:pt x="695" y="93"/>
                  </a:cubicBezTo>
                  <a:lnTo>
                    <a:pt x="696" y="93"/>
                  </a:lnTo>
                  <a:cubicBezTo>
                    <a:pt x="698" y="98"/>
                    <a:pt x="700" y="99"/>
                    <a:pt x="702" y="99"/>
                  </a:cubicBezTo>
                  <a:cubicBezTo>
                    <a:pt x="704" y="99"/>
                    <a:pt x="707" y="99"/>
                    <a:pt x="709" y="98"/>
                  </a:cubicBezTo>
                  <a:cubicBezTo>
                    <a:pt x="712" y="97"/>
                    <a:pt x="714" y="96"/>
                    <a:pt x="716" y="96"/>
                  </a:cubicBezTo>
                  <a:cubicBezTo>
                    <a:pt x="719" y="96"/>
                    <a:pt x="722" y="97"/>
                    <a:pt x="724" y="102"/>
                  </a:cubicBezTo>
                  <a:cubicBezTo>
                    <a:pt x="724" y="102"/>
                    <a:pt x="725" y="102"/>
                    <a:pt x="723" y="93"/>
                  </a:cubicBezTo>
                  <a:cubicBezTo>
                    <a:pt x="720" y="84"/>
                    <a:pt x="719" y="80"/>
                    <a:pt x="719" y="80"/>
                  </a:cubicBezTo>
                  <a:lnTo>
                    <a:pt x="719" y="80"/>
                  </a:lnTo>
                  <a:cubicBezTo>
                    <a:pt x="720" y="80"/>
                    <a:pt x="721" y="82"/>
                    <a:pt x="723" y="85"/>
                  </a:cubicBezTo>
                  <a:cubicBezTo>
                    <a:pt x="726" y="92"/>
                    <a:pt x="728" y="96"/>
                    <a:pt x="729" y="96"/>
                  </a:cubicBezTo>
                  <a:cubicBezTo>
                    <a:pt x="731" y="96"/>
                    <a:pt x="730" y="92"/>
                    <a:pt x="727" y="83"/>
                  </a:cubicBezTo>
                  <a:cubicBezTo>
                    <a:pt x="727" y="81"/>
                    <a:pt x="726" y="80"/>
                    <a:pt x="726" y="80"/>
                  </a:cubicBezTo>
                  <a:lnTo>
                    <a:pt x="726" y="80"/>
                  </a:lnTo>
                  <a:cubicBezTo>
                    <a:pt x="726" y="80"/>
                    <a:pt x="728" y="85"/>
                    <a:pt x="731" y="91"/>
                  </a:cubicBezTo>
                  <a:cubicBezTo>
                    <a:pt x="733" y="97"/>
                    <a:pt x="735" y="99"/>
                    <a:pt x="735" y="99"/>
                  </a:cubicBezTo>
                  <a:cubicBezTo>
                    <a:pt x="737" y="99"/>
                    <a:pt x="735" y="92"/>
                    <a:pt x="732" y="82"/>
                  </a:cubicBezTo>
                  <a:lnTo>
                    <a:pt x="732" y="82"/>
                  </a:lnTo>
                  <a:cubicBezTo>
                    <a:pt x="735" y="87"/>
                    <a:pt x="737" y="93"/>
                    <a:pt x="738" y="93"/>
                  </a:cubicBezTo>
                  <a:cubicBezTo>
                    <a:pt x="738" y="93"/>
                    <a:pt x="738" y="91"/>
                    <a:pt x="737" y="89"/>
                  </a:cubicBezTo>
                  <a:cubicBezTo>
                    <a:pt x="738" y="89"/>
                    <a:pt x="738" y="89"/>
                    <a:pt x="745" y="104"/>
                  </a:cubicBezTo>
                  <a:cubicBezTo>
                    <a:pt x="746" y="110"/>
                    <a:pt x="749" y="116"/>
                    <a:pt x="752" y="120"/>
                  </a:cubicBezTo>
                  <a:cubicBezTo>
                    <a:pt x="751" y="114"/>
                    <a:pt x="749" y="109"/>
                    <a:pt x="746" y="104"/>
                  </a:cubicBezTo>
                  <a:lnTo>
                    <a:pt x="749" y="103"/>
                  </a:lnTo>
                  <a:cubicBezTo>
                    <a:pt x="749" y="103"/>
                    <a:pt x="750" y="103"/>
                    <a:pt x="746" y="95"/>
                  </a:cubicBezTo>
                  <a:cubicBezTo>
                    <a:pt x="743" y="88"/>
                    <a:pt x="744" y="88"/>
                    <a:pt x="745" y="87"/>
                  </a:cubicBezTo>
                  <a:lnTo>
                    <a:pt x="745" y="87"/>
                  </a:lnTo>
                  <a:cubicBezTo>
                    <a:pt x="746" y="88"/>
                    <a:pt x="746" y="90"/>
                    <a:pt x="746" y="90"/>
                  </a:cubicBezTo>
                  <a:cubicBezTo>
                    <a:pt x="746" y="90"/>
                    <a:pt x="746" y="89"/>
                    <a:pt x="745" y="86"/>
                  </a:cubicBezTo>
                  <a:lnTo>
                    <a:pt x="745" y="86"/>
                  </a:lnTo>
                  <a:cubicBezTo>
                    <a:pt x="745" y="86"/>
                    <a:pt x="745" y="87"/>
                    <a:pt x="745" y="87"/>
                  </a:cubicBezTo>
                  <a:lnTo>
                    <a:pt x="745" y="87"/>
                  </a:lnTo>
                  <a:cubicBezTo>
                    <a:pt x="744" y="84"/>
                    <a:pt x="743" y="82"/>
                    <a:pt x="742" y="79"/>
                  </a:cubicBezTo>
                  <a:cubicBezTo>
                    <a:pt x="740" y="74"/>
                    <a:pt x="737" y="68"/>
                    <a:pt x="736" y="63"/>
                  </a:cubicBezTo>
                  <a:lnTo>
                    <a:pt x="731" y="47"/>
                  </a:lnTo>
                  <a:cubicBezTo>
                    <a:pt x="726" y="36"/>
                    <a:pt x="722" y="26"/>
                    <a:pt x="716" y="16"/>
                  </a:cubicBezTo>
                  <a:cubicBezTo>
                    <a:pt x="712" y="12"/>
                    <a:pt x="709" y="8"/>
                    <a:pt x="708" y="8"/>
                  </a:cubicBezTo>
                  <a:cubicBezTo>
                    <a:pt x="707" y="8"/>
                    <a:pt x="707" y="10"/>
                    <a:pt x="710" y="18"/>
                  </a:cubicBezTo>
                  <a:cubicBezTo>
                    <a:pt x="710" y="18"/>
                    <a:pt x="713" y="26"/>
                    <a:pt x="712" y="26"/>
                  </a:cubicBezTo>
                  <a:cubicBezTo>
                    <a:pt x="710" y="26"/>
                    <a:pt x="707" y="19"/>
                    <a:pt x="707" y="19"/>
                  </a:cubicBezTo>
                  <a:cubicBezTo>
                    <a:pt x="705" y="14"/>
                    <a:pt x="703" y="12"/>
                    <a:pt x="701" y="12"/>
                  </a:cubicBezTo>
                  <a:cubicBezTo>
                    <a:pt x="699" y="12"/>
                    <a:pt x="698" y="13"/>
                    <a:pt x="696" y="13"/>
                  </a:cubicBezTo>
                  <a:cubicBezTo>
                    <a:pt x="694" y="14"/>
                    <a:pt x="692" y="14"/>
                    <a:pt x="691" y="14"/>
                  </a:cubicBezTo>
                  <a:cubicBezTo>
                    <a:pt x="688" y="14"/>
                    <a:pt x="686" y="13"/>
                    <a:pt x="683" y="8"/>
                  </a:cubicBezTo>
                  <a:cubicBezTo>
                    <a:pt x="680" y="0"/>
                    <a:pt x="679" y="0"/>
                    <a:pt x="679" y="0"/>
                  </a:cubicBezTo>
                  <a:close/>
                  <a:moveTo>
                    <a:pt x="281" y="425"/>
                  </a:moveTo>
                  <a:cubicBezTo>
                    <a:pt x="282" y="425"/>
                    <a:pt x="283" y="433"/>
                    <a:pt x="286" y="441"/>
                  </a:cubicBezTo>
                  <a:cubicBezTo>
                    <a:pt x="288" y="444"/>
                    <a:pt x="289" y="446"/>
                    <a:pt x="289" y="446"/>
                  </a:cubicBezTo>
                  <a:cubicBezTo>
                    <a:pt x="289" y="446"/>
                    <a:pt x="289" y="442"/>
                    <a:pt x="285" y="433"/>
                  </a:cubicBezTo>
                  <a:cubicBezTo>
                    <a:pt x="282" y="425"/>
                    <a:pt x="282" y="425"/>
                    <a:pt x="281" y="425"/>
                  </a:cubicBezTo>
                  <a:close/>
                  <a:moveTo>
                    <a:pt x="71" y="436"/>
                  </a:moveTo>
                  <a:cubicBezTo>
                    <a:pt x="71" y="436"/>
                    <a:pt x="73" y="445"/>
                    <a:pt x="75" y="453"/>
                  </a:cubicBezTo>
                  <a:lnTo>
                    <a:pt x="77" y="452"/>
                  </a:lnTo>
                  <a:cubicBezTo>
                    <a:pt x="75" y="446"/>
                    <a:pt x="74" y="442"/>
                    <a:pt x="71" y="4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33"/>
            <p:cNvSpPr/>
            <p:nvPr/>
          </p:nvSpPr>
          <p:spPr>
            <a:xfrm>
              <a:off x="2966336" y="2862451"/>
              <a:ext cx="67228" cy="60335"/>
            </a:xfrm>
            <a:custGeom>
              <a:avLst/>
              <a:gdLst/>
              <a:ahLst/>
              <a:cxnLst/>
              <a:rect l="l" t="t" r="r" b="b"/>
              <a:pathLst>
                <a:path w="673" h="604" extrusionOk="0">
                  <a:moveTo>
                    <a:pt x="600" y="9"/>
                  </a:moveTo>
                  <a:cubicBezTo>
                    <a:pt x="601" y="9"/>
                    <a:pt x="608" y="19"/>
                    <a:pt x="614" y="29"/>
                  </a:cubicBezTo>
                  <a:cubicBezTo>
                    <a:pt x="619" y="35"/>
                    <a:pt x="621" y="39"/>
                    <a:pt x="621" y="39"/>
                  </a:cubicBezTo>
                  <a:lnTo>
                    <a:pt x="621" y="39"/>
                  </a:lnTo>
                  <a:cubicBezTo>
                    <a:pt x="621" y="39"/>
                    <a:pt x="618" y="35"/>
                    <a:pt x="613" y="29"/>
                  </a:cubicBezTo>
                  <a:cubicBezTo>
                    <a:pt x="610" y="24"/>
                    <a:pt x="606" y="20"/>
                    <a:pt x="603" y="15"/>
                  </a:cubicBezTo>
                  <a:cubicBezTo>
                    <a:pt x="600" y="11"/>
                    <a:pt x="600" y="9"/>
                    <a:pt x="600" y="9"/>
                  </a:cubicBezTo>
                  <a:close/>
                  <a:moveTo>
                    <a:pt x="504" y="92"/>
                  </a:moveTo>
                  <a:cubicBezTo>
                    <a:pt x="504" y="92"/>
                    <a:pt x="504" y="92"/>
                    <a:pt x="510" y="98"/>
                  </a:cubicBezTo>
                  <a:cubicBezTo>
                    <a:pt x="513" y="102"/>
                    <a:pt x="517" y="107"/>
                    <a:pt x="519" y="112"/>
                  </a:cubicBezTo>
                  <a:cubicBezTo>
                    <a:pt x="513" y="106"/>
                    <a:pt x="508" y="99"/>
                    <a:pt x="504" y="92"/>
                  </a:cubicBezTo>
                  <a:close/>
                  <a:moveTo>
                    <a:pt x="498" y="133"/>
                  </a:moveTo>
                  <a:lnTo>
                    <a:pt x="498" y="133"/>
                  </a:lnTo>
                  <a:cubicBezTo>
                    <a:pt x="498" y="133"/>
                    <a:pt x="499" y="133"/>
                    <a:pt x="500" y="135"/>
                  </a:cubicBezTo>
                  <a:cubicBezTo>
                    <a:pt x="500" y="135"/>
                    <a:pt x="505" y="142"/>
                    <a:pt x="510" y="149"/>
                  </a:cubicBezTo>
                  <a:cubicBezTo>
                    <a:pt x="510" y="149"/>
                    <a:pt x="512" y="153"/>
                    <a:pt x="512" y="153"/>
                  </a:cubicBezTo>
                  <a:cubicBezTo>
                    <a:pt x="511" y="153"/>
                    <a:pt x="511" y="152"/>
                    <a:pt x="509" y="150"/>
                  </a:cubicBezTo>
                  <a:lnTo>
                    <a:pt x="504" y="143"/>
                  </a:lnTo>
                  <a:cubicBezTo>
                    <a:pt x="501" y="138"/>
                    <a:pt x="498" y="133"/>
                    <a:pt x="498" y="133"/>
                  </a:cubicBezTo>
                  <a:close/>
                  <a:moveTo>
                    <a:pt x="418" y="139"/>
                  </a:moveTo>
                  <a:cubicBezTo>
                    <a:pt x="421" y="143"/>
                    <a:pt x="425" y="148"/>
                    <a:pt x="428" y="153"/>
                  </a:cubicBezTo>
                  <a:lnTo>
                    <a:pt x="421" y="146"/>
                  </a:lnTo>
                  <a:lnTo>
                    <a:pt x="417" y="139"/>
                  </a:lnTo>
                  <a:close/>
                  <a:moveTo>
                    <a:pt x="405" y="158"/>
                  </a:moveTo>
                  <a:cubicBezTo>
                    <a:pt x="407" y="161"/>
                    <a:pt x="408" y="163"/>
                    <a:pt x="408" y="163"/>
                  </a:cubicBezTo>
                  <a:cubicBezTo>
                    <a:pt x="408" y="163"/>
                    <a:pt x="407" y="161"/>
                    <a:pt x="405" y="158"/>
                  </a:cubicBezTo>
                  <a:close/>
                  <a:moveTo>
                    <a:pt x="414" y="152"/>
                  </a:moveTo>
                  <a:cubicBezTo>
                    <a:pt x="415" y="152"/>
                    <a:pt x="416" y="153"/>
                    <a:pt x="419" y="158"/>
                  </a:cubicBezTo>
                  <a:cubicBezTo>
                    <a:pt x="419" y="158"/>
                    <a:pt x="425" y="164"/>
                    <a:pt x="424" y="166"/>
                  </a:cubicBezTo>
                  <a:lnTo>
                    <a:pt x="418" y="159"/>
                  </a:lnTo>
                  <a:cubicBezTo>
                    <a:pt x="412" y="152"/>
                    <a:pt x="414" y="152"/>
                    <a:pt x="414" y="152"/>
                  </a:cubicBezTo>
                  <a:cubicBezTo>
                    <a:pt x="414" y="152"/>
                    <a:pt x="414" y="152"/>
                    <a:pt x="414" y="152"/>
                  </a:cubicBezTo>
                  <a:close/>
                  <a:moveTo>
                    <a:pt x="470" y="155"/>
                  </a:moveTo>
                  <a:cubicBezTo>
                    <a:pt x="471" y="155"/>
                    <a:pt x="475" y="162"/>
                    <a:pt x="475" y="162"/>
                  </a:cubicBezTo>
                  <a:cubicBezTo>
                    <a:pt x="475" y="162"/>
                    <a:pt x="481" y="169"/>
                    <a:pt x="480" y="169"/>
                  </a:cubicBezTo>
                  <a:cubicBezTo>
                    <a:pt x="480" y="169"/>
                    <a:pt x="474" y="162"/>
                    <a:pt x="468" y="155"/>
                  </a:cubicBezTo>
                  <a:close/>
                  <a:moveTo>
                    <a:pt x="365" y="163"/>
                  </a:moveTo>
                  <a:lnTo>
                    <a:pt x="371" y="170"/>
                  </a:lnTo>
                  <a:cubicBezTo>
                    <a:pt x="366" y="163"/>
                    <a:pt x="366" y="163"/>
                    <a:pt x="365" y="163"/>
                  </a:cubicBezTo>
                  <a:close/>
                  <a:moveTo>
                    <a:pt x="473" y="173"/>
                  </a:moveTo>
                  <a:cubicBezTo>
                    <a:pt x="473" y="173"/>
                    <a:pt x="473" y="173"/>
                    <a:pt x="479" y="180"/>
                  </a:cubicBezTo>
                  <a:lnTo>
                    <a:pt x="477" y="180"/>
                  </a:lnTo>
                  <a:lnTo>
                    <a:pt x="472" y="175"/>
                  </a:lnTo>
                  <a:lnTo>
                    <a:pt x="473" y="173"/>
                  </a:lnTo>
                  <a:close/>
                  <a:moveTo>
                    <a:pt x="466" y="178"/>
                  </a:moveTo>
                  <a:cubicBezTo>
                    <a:pt x="467" y="178"/>
                    <a:pt x="468" y="180"/>
                    <a:pt x="471" y="185"/>
                  </a:cubicBezTo>
                  <a:lnTo>
                    <a:pt x="471" y="186"/>
                  </a:lnTo>
                  <a:lnTo>
                    <a:pt x="464" y="179"/>
                  </a:lnTo>
                  <a:lnTo>
                    <a:pt x="465" y="179"/>
                  </a:lnTo>
                  <a:cubicBezTo>
                    <a:pt x="465" y="179"/>
                    <a:pt x="466" y="178"/>
                    <a:pt x="466" y="178"/>
                  </a:cubicBezTo>
                  <a:close/>
                  <a:moveTo>
                    <a:pt x="479" y="185"/>
                  </a:moveTo>
                  <a:cubicBezTo>
                    <a:pt x="479" y="185"/>
                    <a:pt x="479" y="186"/>
                    <a:pt x="481" y="188"/>
                  </a:cubicBezTo>
                  <a:cubicBezTo>
                    <a:pt x="482" y="188"/>
                    <a:pt x="479" y="185"/>
                    <a:pt x="479" y="185"/>
                  </a:cubicBezTo>
                  <a:close/>
                  <a:moveTo>
                    <a:pt x="456" y="177"/>
                  </a:moveTo>
                  <a:cubicBezTo>
                    <a:pt x="456" y="177"/>
                    <a:pt x="458" y="179"/>
                    <a:pt x="461" y="182"/>
                  </a:cubicBezTo>
                  <a:cubicBezTo>
                    <a:pt x="466" y="189"/>
                    <a:pt x="466" y="189"/>
                    <a:pt x="465" y="189"/>
                  </a:cubicBezTo>
                  <a:cubicBezTo>
                    <a:pt x="465" y="189"/>
                    <a:pt x="465" y="190"/>
                    <a:pt x="464" y="190"/>
                  </a:cubicBezTo>
                  <a:cubicBezTo>
                    <a:pt x="464" y="190"/>
                    <a:pt x="463" y="188"/>
                    <a:pt x="460" y="182"/>
                  </a:cubicBezTo>
                  <a:cubicBezTo>
                    <a:pt x="457" y="179"/>
                    <a:pt x="456" y="177"/>
                    <a:pt x="456" y="177"/>
                  </a:cubicBezTo>
                  <a:close/>
                  <a:moveTo>
                    <a:pt x="351" y="194"/>
                  </a:moveTo>
                  <a:cubicBezTo>
                    <a:pt x="351" y="194"/>
                    <a:pt x="354" y="197"/>
                    <a:pt x="354" y="197"/>
                  </a:cubicBezTo>
                  <a:cubicBezTo>
                    <a:pt x="354" y="197"/>
                    <a:pt x="353" y="196"/>
                    <a:pt x="351" y="194"/>
                  </a:cubicBezTo>
                  <a:close/>
                  <a:moveTo>
                    <a:pt x="488" y="213"/>
                  </a:moveTo>
                  <a:lnTo>
                    <a:pt x="488" y="213"/>
                  </a:lnTo>
                  <a:cubicBezTo>
                    <a:pt x="488" y="213"/>
                    <a:pt x="488" y="214"/>
                    <a:pt x="489" y="214"/>
                  </a:cubicBezTo>
                  <a:cubicBezTo>
                    <a:pt x="489" y="214"/>
                    <a:pt x="489" y="214"/>
                    <a:pt x="490" y="215"/>
                  </a:cubicBezTo>
                  <a:lnTo>
                    <a:pt x="490" y="215"/>
                  </a:lnTo>
                  <a:cubicBezTo>
                    <a:pt x="489" y="214"/>
                    <a:pt x="489" y="214"/>
                    <a:pt x="488" y="213"/>
                  </a:cubicBezTo>
                  <a:close/>
                  <a:moveTo>
                    <a:pt x="490" y="215"/>
                  </a:moveTo>
                  <a:lnTo>
                    <a:pt x="490" y="215"/>
                  </a:lnTo>
                  <a:cubicBezTo>
                    <a:pt x="491" y="217"/>
                    <a:pt x="492" y="218"/>
                    <a:pt x="492" y="218"/>
                  </a:cubicBezTo>
                  <a:cubicBezTo>
                    <a:pt x="492" y="218"/>
                    <a:pt x="491" y="217"/>
                    <a:pt x="490" y="215"/>
                  </a:cubicBezTo>
                  <a:close/>
                  <a:moveTo>
                    <a:pt x="383" y="234"/>
                  </a:moveTo>
                  <a:cubicBezTo>
                    <a:pt x="387" y="237"/>
                    <a:pt x="390" y="243"/>
                    <a:pt x="392" y="247"/>
                  </a:cubicBezTo>
                  <a:lnTo>
                    <a:pt x="391" y="249"/>
                  </a:lnTo>
                  <a:cubicBezTo>
                    <a:pt x="387" y="242"/>
                    <a:pt x="382" y="234"/>
                    <a:pt x="382" y="234"/>
                  </a:cubicBezTo>
                  <a:close/>
                  <a:moveTo>
                    <a:pt x="356" y="261"/>
                  </a:moveTo>
                  <a:cubicBezTo>
                    <a:pt x="359" y="261"/>
                    <a:pt x="359" y="261"/>
                    <a:pt x="363" y="268"/>
                  </a:cubicBezTo>
                  <a:cubicBezTo>
                    <a:pt x="369" y="274"/>
                    <a:pt x="366" y="274"/>
                    <a:pt x="366" y="275"/>
                  </a:cubicBezTo>
                  <a:cubicBezTo>
                    <a:pt x="362" y="272"/>
                    <a:pt x="359" y="267"/>
                    <a:pt x="356" y="261"/>
                  </a:cubicBezTo>
                  <a:close/>
                  <a:moveTo>
                    <a:pt x="264" y="262"/>
                  </a:moveTo>
                  <a:cubicBezTo>
                    <a:pt x="268" y="267"/>
                    <a:pt x="271" y="271"/>
                    <a:pt x="273" y="275"/>
                  </a:cubicBezTo>
                  <a:lnTo>
                    <a:pt x="273" y="277"/>
                  </a:lnTo>
                  <a:cubicBezTo>
                    <a:pt x="268" y="270"/>
                    <a:pt x="263" y="262"/>
                    <a:pt x="263" y="262"/>
                  </a:cubicBezTo>
                  <a:close/>
                  <a:moveTo>
                    <a:pt x="134" y="297"/>
                  </a:moveTo>
                  <a:cubicBezTo>
                    <a:pt x="133" y="298"/>
                    <a:pt x="133" y="298"/>
                    <a:pt x="139" y="305"/>
                  </a:cubicBezTo>
                  <a:lnTo>
                    <a:pt x="141" y="304"/>
                  </a:lnTo>
                  <a:cubicBezTo>
                    <a:pt x="135" y="297"/>
                    <a:pt x="135" y="297"/>
                    <a:pt x="134" y="297"/>
                  </a:cubicBezTo>
                  <a:close/>
                  <a:moveTo>
                    <a:pt x="305" y="296"/>
                  </a:moveTo>
                  <a:cubicBezTo>
                    <a:pt x="309" y="300"/>
                    <a:pt x="313" y="305"/>
                    <a:pt x="315" y="310"/>
                  </a:cubicBezTo>
                  <a:lnTo>
                    <a:pt x="308" y="304"/>
                  </a:lnTo>
                  <a:lnTo>
                    <a:pt x="305" y="297"/>
                  </a:lnTo>
                  <a:lnTo>
                    <a:pt x="305" y="296"/>
                  </a:lnTo>
                  <a:close/>
                  <a:moveTo>
                    <a:pt x="287" y="318"/>
                  </a:moveTo>
                  <a:cubicBezTo>
                    <a:pt x="288" y="318"/>
                    <a:pt x="288" y="318"/>
                    <a:pt x="292" y="325"/>
                  </a:cubicBezTo>
                  <a:cubicBezTo>
                    <a:pt x="298" y="332"/>
                    <a:pt x="302" y="338"/>
                    <a:pt x="302" y="338"/>
                  </a:cubicBezTo>
                  <a:cubicBezTo>
                    <a:pt x="297" y="332"/>
                    <a:pt x="291" y="325"/>
                    <a:pt x="287" y="318"/>
                  </a:cubicBezTo>
                  <a:close/>
                  <a:moveTo>
                    <a:pt x="274" y="336"/>
                  </a:moveTo>
                  <a:cubicBezTo>
                    <a:pt x="279" y="341"/>
                    <a:pt x="282" y="345"/>
                    <a:pt x="285" y="351"/>
                  </a:cubicBezTo>
                  <a:lnTo>
                    <a:pt x="279" y="344"/>
                  </a:lnTo>
                  <a:lnTo>
                    <a:pt x="274" y="337"/>
                  </a:lnTo>
                  <a:lnTo>
                    <a:pt x="274" y="336"/>
                  </a:lnTo>
                  <a:close/>
                  <a:moveTo>
                    <a:pt x="178" y="351"/>
                  </a:moveTo>
                  <a:lnTo>
                    <a:pt x="178" y="351"/>
                  </a:lnTo>
                  <a:cubicBezTo>
                    <a:pt x="179" y="353"/>
                    <a:pt x="180" y="354"/>
                    <a:pt x="180" y="354"/>
                  </a:cubicBezTo>
                  <a:cubicBezTo>
                    <a:pt x="179" y="354"/>
                    <a:pt x="177" y="351"/>
                    <a:pt x="178" y="351"/>
                  </a:cubicBezTo>
                  <a:close/>
                  <a:moveTo>
                    <a:pt x="286" y="348"/>
                  </a:moveTo>
                  <a:cubicBezTo>
                    <a:pt x="286" y="348"/>
                    <a:pt x="289" y="351"/>
                    <a:pt x="292" y="355"/>
                  </a:cubicBezTo>
                  <a:cubicBezTo>
                    <a:pt x="288" y="350"/>
                    <a:pt x="286" y="348"/>
                    <a:pt x="286" y="348"/>
                  </a:cubicBezTo>
                  <a:close/>
                  <a:moveTo>
                    <a:pt x="158" y="353"/>
                  </a:moveTo>
                  <a:lnTo>
                    <a:pt x="157" y="354"/>
                  </a:lnTo>
                  <a:cubicBezTo>
                    <a:pt x="162" y="361"/>
                    <a:pt x="168" y="366"/>
                    <a:pt x="168" y="366"/>
                  </a:cubicBezTo>
                  <a:cubicBezTo>
                    <a:pt x="169" y="366"/>
                    <a:pt x="163" y="360"/>
                    <a:pt x="163" y="360"/>
                  </a:cubicBezTo>
                  <a:cubicBezTo>
                    <a:pt x="163" y="360"/>
                    <a:pt x="159" y="353"/>
                    <a:pt x="158" y="353"/>
                  </a:cubicBezTo>
                  <a:close/>
                  <a:moveTo>
                    <a:pt x="227" y="363"/>
                  </a:moveTo>
                  <a:cubicBezTo>
                    <a:pt x="228" y="363"/>
                    <a:pt x="230" y="366"/>
                    <a:pt x="230" y="366"/>
                  </a:cubicBezTo>
                  <a:cubicBezTo>
                    <a:pt x="228" y="364"/>
                    <a:pt x="227" y="363"/>
                    <a:pt x="227" y="363"/>
                  </a:cubicBezTo>
                  <a:close/>
                  <a:moveTo>
                    <a:pt x="216" y="355"/>
                  </a:moveTo>
                  <a:cubicBezTo>
                    <a:pt x="219" y="360"/>
                    <a:pt x="223" y="364"/>
                    <a:pt x="225" y="370"/>
                  </a:cubicBezTo>
                  <a:lnTo>
                    <a:pt x="219" y="363"/>
                  </a:lnTo>
                  <a:lnTo>
                    <a:pt x="215" y="356"/>
                  </a:lnTo>
                  <a:lnTo>
                    <a:pt x="216" y="355"/>
                  </a:lnTo>
                  <a:close/>
                  <a:moveTo>
                    <a:pt x="206" y="355"/>
                  </a:moveTo>
                  <a:cubicBezTo>
                    <a:pt x="207" y="355"/>
                    <a:pt x="210" y="358"/>
                    <a:pt x="216" y="365"/>
                  </a:cubicBezTo>
                  <a:cubicBezTo>
                    <a:pt x="221" y="372"/>
                    <a:pt x="221" y="372"/>
                    <a:pt x="221" y="373"/>
                  </a:cubicBezTo>
                  <a:cubicBezTo>
                    <a:pt x="221" y="373"/>
                    <a:pt x="215" y="366"/>
                    <a:pt x="209" y="360"/>
                  </a:cubicBezTo>
                  <a:cubicBezTo>
                    <a:pt x="207" y="357"/>
                    <a:pt x="206" y="355"/>
                    <a:pt x="206" y="355"/>
                  </a:cubicBezTo>
                  <a:close/>
                  <a:moveTo>
                    <a:pt x="164" y="379"/>
                  </a:moveTo>
                  <a:cubicBezTo>
                    <a:pt x="166" y="379"/>
                    <a:pt x="166" y="379"/>
                    <a:pt x="171" y="385"/>
                  </a:cubicBezTo>
                  <a:lnTo>
                    <a:pt x="170" y="385"/>
                  </a:lnTo>
                  <a:lnTo>
                    <a:pt x="164" y="380"/>
                  </a:lnTo>
                  <a:lnTo>
                    <a:pt x="164" y="379"/>
                  </a:lnTo>
                  <a:close/>
                  <a:moveTo>
                    <a:pt x="207" y="381"/>
                  </a:moveTo>
                  <a:cubicBezTo>
                    <a:pt x="208" y="381"/>
                    <a:pt x="214" y="388"/>
                    <a:pt x="214" y="388"/>
                  </a:cubicBezTo>
                  <a:cubicBezTo>
                    <a:pt x="216" y="390"/>
                    <a:pt x="216" y="391"/>
                    <a:pt x="216" y="391"/>
                  </a:cubicBezTo>
                  <a:cubicBezTo>
                    <a:pt x="216" y="391"/>
                    <a:pt x="213" y="389"/>
                    <a:pt x="212" y="389"/>
                  </a:cubicBezTo>
                  <a:cubicBezTo>
                    <a:pt x="212" y="389"/>
                    <a:pt x="212" y="389"/>
                    <a:pt x="212" y="389"/>
                  </a:cubicBezTo>
                  <a:cubicBezTo>
                    <a:pt x="206" y="382"/>
                    <a:pt x="206" y="382"/>
                    <a:pt x="207" y="381"/>
                  </a:cubicBezTo>
                  <a:close/>
                  <a:moveTo>
                    <a:pt x="156" y="380"/>
                  </a:moveTo>
                  <a:cubicBezTo>
                    <a:pt x="157" y="380"/>
                    <a:pt x="163" y="386"/>
                    <a:pt x="169" y="397"/>
                  </a:cubicBezTo>
                  <a:lnTo>
                    <a:pt x="168" y="398"/>
                  </a:lnTo>
                  <a:cubicBezTo>
                    <a:pt x="164" y="393"/>
                    <a:pt x="161" y="389"/>
                    <a:pt x="158" y="383"/>
                  </a:cubicBezTo>
                  <a:cubicBezTo>
                    <a:pt x="156" y="381"/>
                    <a:pt x="156" y="380"/>
                    <a:pt x="156" y="380"/>
                  </a:cubicBezTo>
                  <a:close/>
                  <a:moveTo>
                    <a:pt x="194" y="390"/>
                  </a:moveTo>
                  <a:cubicBezTo>
                    <a:pt x="195" y="390"/>
                    <a:pt x="196" y="392"/>
                    <a:pt x="200" y="397"/>
                  </a:cubicBezTo>
                  <a:cubicBezTo>
                    <a:pt x="200" y="397"/>
                    <a:pt x="205" y="403"/>
                    <a:pt x="205" y="403"/>
                  </a:cubicBezTo>
                  <a:cubicBezTo>
                    <a:pt x="205" y="403"/>
                    <a:pt x="205" y="404"/>
                    <a:pt x="205" y="404"/>
                  </a:cubicBezTo>
                  <a:cubicBezTo>
                    <a:pt x="203" y="404"/>
                    <a:pt x="198" y="398"/>
                    <a:pt x="198" y="398"/>
                  </a:cubicBezTo>
                  <a:cubicBezTo>
                    <a:pt x="193" y="391"/>
                    <a:pt x="194" y="391"/>
                    <a:pt x="194" y="391"/>
                  </a:cubicBezTo>
                  <a:cubicBezTo>
                    <a:pt x="194" y="391"/>
                    <a:pt x="194" y="390"/>
                    <a:pt x="194" y="390"/>
                  </a:cubicBezTo>
                  <a:close/>
                  <a:moveTo>
                    <a:pt x="124" y="389"/>
                  </a:moveTo>
                  <a:lnTo>
                    <a:pt x="124" y="389"/>
                  </a:lnTo>
                  <a:cubicBezTo>
                    <a:pt x="125" y="389"/>
                    <a:pt x="127" y="393"/>
                    <a:pt x="132" y="401"/>
                  </a:cubicBezTo>
                  <a:lnTo>
                    <a:pt x="141" y="416"/>
                  </a:lnTo>
                  <a:cubicBezTo>
                    <a:pt x="135" y="409"/>
                    <a:pt x="131" y="402"/>
                    <a:pt x="126" y="394"/>
                  </a:cubicBezTo>
                  <a:cubicBezTo>
                    <a:pt x="125" y="391"/>
                    <a:pt x="124" y="389"/>
                    <a:pt x="124" y="389"/>
                  </a:cubicBezTo>
                  <a:close/>
                  <a:moveTo>
                    <a:pt x="79" y="406"/>
                  </a:moveTo>
                  <a:lnTo>
                    <a:pt x="79" y="406"/>
                  </a:lnTo>
                  <a:cubicBezTo>
                    <a:pt x="85" y="414"/>
                    <a:pt x="87" y="418"/>
                    <a:pt x="87" y="418"/>
                  </a:cubicBezTo>
                  <a:cubicBezTo>
                    <a:pt x="86" y="418"/>
                    <a:pt x="85" y="416"/>
                    <a:pt x="83" y="413"/>
                  </a:cubicBezTo>
                  <a:cubicBezTo>
                    <a:pt x="77" y="407"/>
                    <a:pt x="78" y="407"/>
                    <a:pt x="79" y="406"/>
                  </a:cubicBezTo>
                  <a:close/>
                  <a:moveTo>
                    <a:pt x="218" y="415"/>
                  </a:moveTo>
                  <a:lnTo>
                    <a:pt x="218" y="415"/>
                  </a:lnTo>
                  <a:cubicBezTo>
                    <a:pt x="221" y="418"/>
                    <a:pt x="222" y="420"/>
                    <a:pt x="222" y="420"/>
                  </a:cubicBezTo>
                  <a:cubicBezTo>
                    <a:pt x="222" y="420"/>
                    <a:pt x="221" y="418"/>
                    <a:pt x="218" y="415"/>
                  </a:cubicBezTo>
                  <a:close/>
                  <a:moveTo>
                    <a:pt x="112" y="415"/>
                  </a:moveTo>
                  <a:lnTo>
                    <a:pt x="117" y="421"/>
                  </a:lnTo>
                  <a:lnTo>
                    <a:pt x="122" y="428"/>
                  </a:lnTo>
                  <a:lnTo>
                    <a:pt x="115" y="422"/>
                  </a:lnTo>
                  <a:cubicBezTo>
                    <a:pt x="111" y="416"/>
                    <a:pt x="111" y="415"/>
                    <a:pt x="112" y="415"/>
                  </a:cubicBezTo>
                  <a:close/>
                  <a:moveTo>
                    <a:pt x="153" y="417"/>
                  </a:moveTo>
                  <a:cubicBezTo>
                    <a:pt x="158" y="421"/>
                    <a:pt x="161" y="426"/>
                    <a:pt x="163" y="431"/>
                  </a:cubicBezTo>
                  <a:lnTo>
                    <a:pt x="162" y="431"/>
                  </a:lnTo>
                  <a:cubicBezTo>
                    <a:pt x="158" y="425"/>
                    <a:pt x="153" y="418"/>
                    <a:pt x="153" y="418"/>
                  </a:cubicBezTo>
                  <a:lnTo>
                    <a:pt x="153" y="417"/>
                  </a:lnTo>
                  <a:close/>
                  <a:moveTo>
                    <a:pt x="185" y="427"/>
                  </a:moveTo>
                  <a:lnTo>
                    <a:pt x="189" y="434"/>
                  </a:lnTo>
                  <a:cubicBezTo>
                    <a:pt x="189" y="434"/>
                    <a:pt x="191" y="438"/>
                    <a:pt x="191" y="438"/>
                  </a:cubicBezTo>
                  <a:cubicBezTo>
                    <a:pt x="191" y="438"/>
                    <a:pt x="190" y="437"/>
                    <a:pt x="188" y="435"/>
                  </a:cubicBezTo>
                  <a:cubicBezTo>
                    <a:pt x="188" y="435"/>
                    <a:pt x="188" y="435"/>
                    <a:pt x="188" y="435"/>
                  </a:cubicBezTo>
                  <a:cubicBezTo>
                    <a:pt x="186" y="435"/>
                    <a:pt x="184" y="428"/>
                    <a:pt x="185" y="427"/>
                  </a:cubicBezTo>
                  <a:close/>
                  <a:moveTo>
                    <a:pt x="20" y="445"/>
                  </a:moveTo>
                  <a:cubicBezTo>
                    <a:pt x="20" y="445"/>
                    <a:pt x="20" y="446"/>
                    <a:pt x="20" y="446"/>
                  </a:cubicBezTo>
                  <a:lnTo>
                    <a:pt x="19" y="446"/>
                  </a:lnTo>
                  <a:lnTo>
                    <a:pt x="24" y="453"/>
                  </a:lnTo>
                  <a:lnTo>
                    <a:pt x="25" y="452"/>
                  </a:lnTo>
                  <a:cubicBezTo>
                    <a:pt x="21" y="447"/>
                    <a:pt x="20" y="445"/>
                    <a:pt x="20" y="445"/>
                  </a:cubicBezTo>
                  <a:close/>
                  <a:moveTo>
                    <a:pt x="124" y="423"/>
                  </a:moveTo>
                  <a:lnTo>
                    <a:pt x="124" y="423"/>
                  </a:lnTo>
                  <a:cubicBezTo>
                    <a:pt x="124" y="423"/>
                    <a:pt x="126" y="427"/>
                    <a:pt x="131" y="433"/>
                  </a:cubicBezTo>
                  <a:cubicBezTo>
                    <a:pt x="136" y="438"/>
                    <a:pt x="142" y="446"/>
                    <a:pt x="145" y="454"/>
                  </a:cubicBezTo>
                  <a:lnTo>
                    <a:pt x="144" y="454"/>
                  </a:lnTo>
                  <a:lnTo>
                    <a:pt x="135" y="440"/>
                  </a:lnTo>
                  <a:cubicBezTo>
                    <a:pt x="127" y="429"/>
                    <a:pt x="124" y="423"/>
                    <a:pt x="124" y="423"/>
                  </a:cubicBezTo>
                  <a:close/>
                  <a:moveTo>
                    <a:pt x="107" y="469"/>
                  </a:moveTo>
                  <a:cubicBezTo>
                    <a:pt x="107" y="469"/>
                    <a:pt x="108" y="470"/>
                    <a:pt x="109" y="471"/>
                  </a:cubicBezTo>
                  <a:lnTo>
                    <a:pt x="109" y="471"/>
                  </a:lnTo>
                  <a:cubicBezTo>
                    <a:pt x="108" y="471"/>
                    <a:pt x="107" y="470"/>
                    <a:pt x="106" y="470"/>
                  </a:cubicBezTo>
                  <a:cubicBezTo>
                    <a:pt x="106" y="470"/>
                    <a:pt x="105" y="470"/>
                    <a:pt x="105" y="471"/>
                  </a:cubicBezTo>
                  <a:lnTo>
                    <a:pt x="105" y="471"/>
                  </a:lnTo>
                  <a:cubicBezTo>
                    <a:pt x="105" y="470"/>
                    <a:pt x="106" y="470"/>
                    <a:pt x="106" y="470"/>
                  </a:cubicBezTo>
                  <a:cubicBezTo>
                    <a:pt x="106" y="469"/>
                    <a:pt x="106" y="469"/>
                    <a:pt x="107" y="469"/>
                  </a:cubicBezTo>
                  <a:close/>
                  <a:moveTo>
                    <a:pt x="109" y="471"/>
                  </a:moveTo>
                  <a:lnTo>
                    <a:pt x="109" y="471"/>
                  </a:lnTo>
                  <a:cubicBezTo>
                    <a:pt x="112" y="472"/>
                    <a:pt x="114" y="474"/>
                    <a:pt x="114" y="477"/>
                  </a:cubicBezTo>
                  <a:lnTo>
                    <a:pt x="114" y="477"/>
                  </a:lnTo>
                  <a:cubicBezTo>
                    <a:pt x="114" y="476"/>
                    <a:pt x="113" y="475"/>
                    <a:pt x="113" y="475"/>
                  </a:cubicBezTo>
                  <a:cubicBezTo>
                    <a:pt x="111" y="473"/>
                    <a:pt x="110" y="472"/>
                    <a:pt x="109" y="471"/>
                  </a:cubicBezTo>
                  <a:close/>
                  <a:moveTo>
                    <a:pt x="55" y="443"/>
                  </a:moveTo>
                  <a:cubicBezTo>
                    <a:pt x="57" y="445"/>
                    <a:pt x="59" y="447"/>
                    <a:pt x="61" y="448"/>
                  </a:cubicBezTo>
                  <a:lnTo>
                    <a:pt x="64" y="447"/>
                  </a:lnTo>
                  <a:lnTo>
                    <a:pt x="67" y="455"/>
                  </a:lnTo>
                  <a:cubicBezTo>
                    <a:pt x="68" y="461"/>
                    <a:pt x="71" y="465"/>
                    <a:pt x="75" y="470"/>
                  </a:cubicBezTo>
                  <a:cubicBezTo>
                    <a:pt x="75" y="470"/>
                    <a:pt x="80" y="476"/>
                    <a:pt x="79" y="477"/>
                  </a:cubicBezTo>
                  <a:lnTo>
                    <a:pt x="69" y="464"/>
                  </a:lnTo>
                  <a:cubicBezTo>
                    <a:pt x="65" y="456"/>
                    <a:pt x="59" y="450"/>
                    <a:pt x="55" y="443"/>
                  </a:cubicBezTo>
                  <a:close/>
                  <a:moveTo>
                    <a:pt x="35" y="486"/>
                  </a:moveTo>
                  <a:cubicBezTo>
                    <a:pt x="36" y="486"/>
                    <a:pt x="37" y="487"/>
                    <a:pt x="41" y="492"/>
                  </a:cubicBezTo>
                  <a:cubicBezTo>
                    <a:pt x="41" y="492"/>
                    <a:pt x="46" y="500"/>
                    <a:pt x="44" y="500"/>
                  </a:cubicBezTo>
                  <a:lnTo>
                    <a:pt x="39" y="494"/>
                  </a:lnTo>
                  <a:cubicBezTo>
                    <a:pt x="33" y="488"/>
                    <a:pt x="34" y="486"/>
                    <a:pt x="34" y="486"/>
                  </a:cubicBezTo>
                  <a:cubicBezTo>
                    <a:pt x="35" y="486"/>
                    <a:pt x="35" y="486"/>
                    <a:pt x="35" y="486"/>
                  </a:cubicBezTo>
                  <a:close/>
                  <a:moveTo>
                    <a:pt x="44" y="480"/>
                  </a:moveTo>
                  <a:cubicBezTo>
                    <a:pt x="44" y="480"/>
                    <a:pt x="46" y="482"/>
                    <a:pt x="50" y="486"/>
                  </a:cubicBezTo>
                  <a:lnTo>
                    <a:pt x="49" y="486"/>
                  </a:lnTo>
                  <a:cubicBezTo>
                    <a:pt x="47" y="485"/>
                    <a:pt x="47" y="484"/>
                    <a:pt x="46" y="484"/>
                  </a:cubicBezTo>
                  <a:lnTo>
                    <a:pt x="46" y="484"/>
                  </a:lnTo>
                  <a:cubicBezTo>
                    <a:pt x="46" y="484"/>
                    <a:pt x="50" y="489"/>
                    <a:pt x="55" y="493"/>
                  </a:cubicBezTo>
                  <a:lnTo>
                    <a:pt x="65" y="507"/>
                  </a:lnTo>
                  <a:cubicBezTo>
                    <a:pt x="65" y="507"/>
                    <a:pt x="64" y="507"/>
                    <a:pt x="64" y="507"/>
                  </a:cubicBezTo>
                  <a:cubicBezTo>
                    <a:pt x="63" y="507"/>
                    <a:pt x="57" y="500"/>
                    <a:pt x="52" y="494"/>
                  </a:cubicBezTo>
                  <a:cubicBezTo>
                    <a:pt x="41" y="482"/>
                    <a:pt x="41" y="482"/>
                    <a:pt x="43" y="481"/>
                  </a:cubicBezTo>
                  <a:cubicBezTo>
                    <a:pt x="43" y="480"/>
                    <a:pt x="43" y="480"/>
                    <a:pt x="44" y="480"/>
                  </a:cubicBezTo>
                  <a:close/>
                  <a:moveTo>
                    <a:pt x="307" y="519"/>
                  </a:moveTo>
                  <a:cubicBezTo>
                    <a:pt x="307" y="519"/>
                    <a:pt x="311" y="527"/>
                    <a:pt x="317" y="534"/>
                  </a:cubicBezTo>
                  <a:cubicBezTo>
                    <a:pt x="319" y="536"/>
                    <a:pt x="321" y="538"/>
                    <a:pt x="321" y="538"/>
                  </a:cubicBezTo>
                  <a:cubicBezTo>
                    <a:pt x="321" y="538"/>
                    <a:pt x="319" y="534"/>
                    <a:pt x="314" y="526"/>
                  </a:cubicBezTo>
                  <a:cubicBezTo>
                    <a:pt x="308" y="519"/>
                    <a:pt x="308" y="519"/>
                    <a:pt x="307" y="519"/>
                  </a:cubicBezTo>
                  <a:close/>
                  <a:moveTo>
                    <a:pt x="592" y="0"/>
                  </a:moveTo>
                  <a:cubicBezTo>
                    <a:pt x="591" y="0"/>
                    <a:pt x="592" y="2"/>
                    <a:pt x="597" y="9"/>
                  </a:cubicBezTo>
                  <a:cubicBezTo>
                    <a:pt x="597" y="9"/>
                    <a:pt x="602" y="16"/>
                    <a:pt x="601" y="16"/>
                  </a:cubicBezTo>
                  <a:cubicBezTo>
                    <a:pt x="601" y="16"/>
                    <a:pt x="601" y="16"/>
                    <a:pt x="601" y="16"/>
                  </a:cubicBezTo>
                  <a:cubicBezTo>
                    <a:pt x="599" y="16"/>
                    <a:pt x="594" y="11"/>
                    <a:pt x="594" y="11"/>
                  </a:cubicBezTo>
                  <a:cubicBezTo>
                    <a:pt x="591" y="7"/>
                    <a:pt x="589" y="6"/>
                    <a:pt x="588" y="6"/>
                  </a:cubicBezTo>
                  <a:cubicBezTo>
                    <a:pt x="586" y="6"/>
                    <a:pt x="584" y="7"/>
                    <a:pt x="582" y="9"/>
                  </a:cubicBezTo>
                  <a:cubicBezTo>
                    <a:pt x="580" y="10"/>
                    <a:pt x="578" y="11"/>
                    <a:pt x="576" y="11"/>
                  </a:cubicBezTo>
                  <a:cubicBezTo>
                    <a:pt x="574" y="11"/>
                    <a:pt x="572" y="10"/>
                    <a:pt x="569" y="6"/>
                  </a:cubicBezTo>
                  <a:cubicBezTo>
                    <a:pt x="564" y="1"/>
                    <a:pt x="563" y="1"/>
                    <a:pt x="563" y="1"/>
                  </a:cubicBezTo>
                  <a:lnTo>
                    <a:pt x="563" y="1"/>
                  </a:lnTo>
                  <a:cubicBezTo>
                    <a:pt x="568" y="7"/>
                    <a:pt x="564" y="11"/>
                    <a:pt x="558" y="14"/>
                  </a:cubicBezTo>
                  <a:cubicBezTo>
                    <a:pt x="553" y="17"/>
                    <a:pt x="548" y="21"/>
                    <a:pt x="553" y="28"/>
                  </a:cubicBezTo>
                  <a:lnTo>
                    <a:pt x="551" y="29"/>
                  </a:lnTo>
                  <a:cubicBezTo>
                    <a:pt x="548" y="25"/>
                    <a:pt x="546" y="23"/>
                    <a:pt x="545" y="23"/>
                  </a:cubicBezTo>
                  <a:cubicBezTo>
                    <a:pt x="544" y="23"/>
                    <a:pt x="544" y="24"/>
                    <a:pt x="544" y="24"/>
                  </a:cubicBezTo>
                  <a:cubicBezTo>
                    <a:pt x="547" y="32"/>
                    <a:pt x="546" y="33"/>
                    <a:pt x="546" y="33"/>
                  </a:cubicBezTo>
                  <a:cubicBezTo>
                    <a:pt x="542" y="28"/>
                    <a:pt x="540" y="27"/>
                    <a:pt x="539" y="27"/>
                  </a:cubicBezTo>
                  <a:cubicBezTo>
                    <a:pt x="539" y="27"/>
                    <a:pt x="538" y="27"/>
                    <a:pt x="538" y="28"/>
                  </a:cubicBezTo>
                  <a:cubicBezTo>
                    <a:pt x="537" y="29"/>
                    <a:pt x="536" y="29"/>
                    <a:pt x="541" y="37"/>
                  </a:cubicBezTo>
                  <a:cubicBezTo>
                    <a:pt x="540" y="37"/>
                    <a:pt x="538" y="38"/>
                    <a:pt x="536" y="38"/>
                  </a:cubicBezTo>
                  <a:cubicBezTo>
                    <a:pt x="533" y="38"/>
                    <a:pt x="530" y="36"/>
                    <a:pt x="528" y="34"/>
                  </a:cubicBezTo>
                  <a:cubicBezTo>
                    <a:pt x="526" y="33"/>
                    <a:pt x="525" y="32"/>
                    <a:pt x="525" y="32"/>
                  </a:cubicBezTo>
                  <a:cubicBezTo>
                    <a:pt x="524" y="32"/>
                    <a:pt x="527" y="37"/>
                    <a:pt x="530" y="43"/>
                  </a:cubicBezTo>
                  <a:cubicBezTo>
                    <a:pt x="535" y="48"/>
                    <a:pt x="537" y="52"/>
                    <a:pt x="539" y="58"/>
                  </a:cubicBezTo>
                  <a:lnTo>
                    <a:pt x="529" y="44"/>
                  </a:lnTo>
                  <a:cubicBezTo>
                    <a:pt x="526" y="39"/>
                    <a:pt x="525" y="37"/>
                    <a:pt x="524" y="37"/>
                  </a:cubicBezTo>
                  <a:cubicBezTo>
                    <a:pt x="524" y="37"/>
                    <a:pt x="524" y="37"/>
                    <a:pt x="523" y="38"/>
                  </a:cubicBezTo>
                  <a:lnTo>
                    <a:pt x="521" y="39"/>
                  </a:lnTo>
                  <a:cubicBezTo>
                    <a:pt x="527" y="46"/>
                    <a:pt x="523" y="48"/>
                    <a:pt x="518" y="51"/>
                  </a:cubicBezTo>
                  <a:cubicBezTo>
                    <a:pt x="511" y="56"/>
                    <a:pt x="509" y="58"/>
                    <a:pt x="514" y="65"/>
                  </a:cubicBezTo>
                  <a:cubicBezTo>
                    <a:pt x="517" y="68"/>
                    <a:pt x="518" y="70"/>
                    <a:pt x="517" y="70"/>
                  </a:cubicBezTo>
                  <a:cubicBezTo>
                    <a:pt x="517" y="70"/>
                    <a:pt x="515" y="68"/>
                    <a:pt x="511" y="66"/>
                  </a:cubicBezTo>
                  <a:cubicBezTo>
                    <a:pt x="499" y="56"/>
                    <a:pt x="494" y="52"/>
                    <a:pt x="493" y="52"/>
                  </a:cubicBezTo>
                  <a:lnTo>
                    <a:pt x="493" y="52"/>
                  </a:lnTo>
                  <a:cubicBezTo>
                    <a:pt x="493" y="52"/>
                    <a:pt x="494" y="54"/>
                    <a:pt x="495" y="57"/>
                  </a:cubicBezTo>
                  <a:cubicBezTo>
                    <a:pt x="500" y="60"/>
                    <a:pt x="503" y="65"/>
                    <a:pt x="507" y="69"/>
                  </a:cubicBezTo>
                  <a:cubicBezTo>
                    <a:pt x="512" y="76"/>
                    <a:pt x="514" y="80"/>
                    <a:pt x="514" y="80"/>
                  </a:cubicBezTo>
                  <a:cubicBezTo>
                    <a:pt x="514" y="80"/>
                    <a:pt x="511" y="77"/>
                    <a:pt x="505" y="70"/>
                  </a:cubicBezTo>
                  <a:cubicBezTo>
                    <a:pt x="502" y="66"/>
                    <a:pt x="500" y="65"/>
                    <a:pt x="498" y="65"/>
                  </a:cubicBezTo>
                  <a:cubicBezTo>
                    <a:pt x="492" y="65"/>
                    <a:pt x="492" y="75"/>
                    <a:pt x="499" y="85"/>
                  </a:cubicBezTo>
                  <a:cubicBezTo>
                    <a:pt x="501" y="88"/>
                    <a:pt x="502" y="89"/>
                    <a:pt x="502" y="89"/>
                  </a:cubicBezTo>
                  <a:cubicBezTo>
                    <a:pt x="502" y="89"/>
                    <a:pt x="499" y="86"/>
                    <a:pt x="493" y="78"/>
                  </a:cubicBezTo>
                  <a:cubicBezTo>
                    <a:pt x="490" y="74"/>
                    <a:pt x="488" y="73"/>
                    <a:pt x="487" y="73"/>
                  </a:cubicBezTo>
                  <a:cubicBezTo>
                    <a:pt x="486" y="73"/>
                    <a:pt x="485" y="73"/>
                    <a:pt x="484" y="74"/>
                  </a:cubicBezTo>
                  <a:lnTo>
                    <a:pt x="482" y="76"/>
                  </a:lnTo>
                  <a:cubicBezTo>
                    <a:pt x="487" y="82"/>
                    <a:pt x="487" y="85"/>
                    <a:pt x="486" y="85"/>
                  </a:cubicBezTo>
                  <a:cubicBezTo>
                    <a:pt x="484" y="85"/>
                    <a:pt x="480" y="82"/>
                    <a:pt x="477" y="78"/>
                  </a:cubicBezTo>
                  <a:cubicBezTo>
                    <a:pt x="474" y="74"/>
                    <a:pt x="472" y="73"/>
                    <a:pt x="471" y="73"/>
                  </a:cubicBezTo>
                  <a:cubicBezTo>
                    <a:pt x="471" y="73"/>
                    <a:pt x="470" y="73"/>
                    <a:pt x="470" y="74"/>
                  </a:cubicBezTo>
                  <a:cubicBezTo>
                    <a:pt x="474" y="81"/>
                    <a:pt x="474" y="83"/>
                    <a:pt x="472" y="83"/>
                  </a:cubicBezTo>
                  <a:cubicBezTo>
                    <a:pt x="471" y="83"/>
                    <a:pt x="467" y="80"/>
                    <a:pt x="464" y="77"/>
                  </a:cubicBezTo>
                  <a:lnTo>
                    <a:pt x="463" y="78"/>
                  </a:lnTo>
                  <a:cubicBezTo>
                    <a:pt x="467" y="86"/>
                    <a:pt x="465" y="86"/>
                    <a:pt x="465" y="87"/>
                  </a:cubicBezTo>
                  <a:cubicBezTo>
                    <a:pt x="463" y="88"/>
                    <a:pt x="462" y="89"/>
                    <a:pt x="467" y="95"/>
                  </a:cubicBezTo>
                  <a:cubicBezTo>
                    <a:pt x="472" y="99"/>
                    <a:pt x="475" y="104"/>
                    <a:pt x="477" y="109"/>
                  </a:cubicBezTo>
                  <a:lnTo>
                    <a:pt x="472" y="103"/>
                  </a:lnTo>
                  <a:cubicBezTo>
                    <a:pt x="469" y="99"/>
                    <a:pt x="467" y="98"/>
                    <a:pt x="466" y="98"/>
                  </a:cubicBezTo>
                  <a:cubicBezTo>
                    <a:pt x="464" y="98"/>
                    <a:pt x="463" y="98"/>
                    <a:pt x="462" y="99"/>
                  </a:cubicBezTo>
                  <a:cubicBezTo>
                    <a:pt x="460" y="100"/>
                    <a:pt x="459" y="101"/>
                    <a:pt x="458" y="101"/>
                  </a:cubicBezTo>
                  <a:cubicBezTo>
                    <a:pt x="456" y="101"/>
                    <a:pt x="454" y="100"/>
                    <a:pt x="451" y="96"/>
                  </a:cubicBezTo>
                  <a:lnTo>
                    <a:pt x="451" y="96"/>
                  </a:lnTo>
                  <a:lnTo>
                    <a:pt x="455" y="104"/>
                  </a:lnTo>
                  <a:cubicBezTo>
                    <a:pt x="457" y="108"/>
                    <a:pt x="458" y="110"/>
                    <a:pt x="458" y="110"/>
                  </a:cubicBezTo>
                  <a:cubicBezTo>
                    <a:pt x="457" y="110"/>
                    <a:pt x="456" y="108"/>
                    <a:pt x="454" y="105"/>
                  </a:cubicBezTo>
                  <a:cubicBezTo>
                    <a:pt x="451" y="102"/>
                    <a:pt x="449" y="101"/>
                    <a:pt x="448" y="101"/>
                  </a:cubicBezTo>
                  <a:cubicBezTo>
                    <a:pt x="446" y="101"/>
                    <a:pt x="446" y="104"/>
                    <a:pt x="448" y="108"/>
                  </a:cubicBezTo>
                  <a:lnTo>
                    <a:pt x="447" y="109"/>
                  </a:lnTo>
                  <a:cubicBezTo>
                    <a:pt x="442" y="103"/>
                    <a:pt x="439" y="100"/>
                    <a:pt x="438" y="100"/>
                  </a:cubicBezTo>
                  <a:cubicBezTo>
                    <a:pt x="436" y="100"/>
                    <a:pt x="438" y="104"/>
                    <a:pt x="443" y="112"/>
                  </a:cubicBezTo>
                  <a:cubicBezTo>
                    <a:pt x="439" y="107"/>
                    <a:pt x="438" y="106"/>
                    <a:pt x="437" y="106"/>
                  </a:cubicBezTo>
                  <a:cubicBezTo>
                    <a:pt x="437" y="106"/>
                    <a:pt x="436" y="106"/>
                    <a:pt x="436" y="106"/>
                  </a:cubicBezTo>
                  <a:cubicBezTo>
                    <a:pt x="438" y="110"/>
                    <a:pt x="439" y="113"/>
                    <a:pt x="437" y="113"/>
                  </a:cubicBezTo>
                  <a:cubicBezTo>
                    <a:pt x="436" y="113"/>
                    <a:pt x="434" y="111"/>
                    <a:pt x="431" y="108"/>
                  </a:cubicBezTo>
                  <a:lnTo>
                    <a:pt x="431" y="109"/>
                  </a:lnTo>
                  <a:cubicBezTo>
                    <a:pt x="436" y="116"/>
                    <a:pt x="435" y="117"/>
                    <a:pt x="434" y="117"/>
                  </a:cubicBezTo>
                  <a:cubicBezTo>
                    <a:pt x="434" y="118"/>
                    <a:pt x="433" y="118"/>
                    <a:pt x="437" y="126"/>
                  </a:cubicBezTo>
                  <a:cubicBezTo>
                    <a:pt x="442" y="133"/>
                    <a:pt x="440" y="134"/>
                    <a:pt x="440" y="134"/>
                  </a:cubicBezTo>
                  <a:cubicBezTo>
                    <a:pt x="437" y="130"/>
                    <a:pt x="434" y="125"/>
                    <a:pt x="431" y="120"/>
                  </a:cubicBezTo>
                  <a:cubicBezTo>
                    <a:pt x="430" y="117"/>
                    <a:pt x="428" y="115"/>
                    <a:pt x="428" y="115"/>
                  </a:cubicBezTo>
                  <a:lnTo>
                    <a:pt x="428" y="115"/>
                  </a:lnTo>
                  <a:cubicBezTo>
                    <a:pt x="427" y="115"/>
                    <a:pt x="428" y="119"/>
                    <a:pt x="434" y="129"/>
                  </a:cubicBezTo>
                  <a:cubicBezTo>
                    <a:pt x="438" y="136"/>
                    <a:pt x="440" y="139"/>
                    <a:pt x="439" y="139"/>
                  </a:cubicBezTo>
                  <a:cubicBezTo>
                    <a:pt x="439" y="139"/>
                    <a:pt x="437" y="136"/>
                    <a:pt x="433" y="129"/>
                  </a:cubicBezTo>
                  <a:cubicBezTo>
                    <a:pt x="429" y="124"/>
                    <a:pt x="426" y="119"/>
                    <a:pt x="426" y="119"/>
                  </a:cubicBezTo>
                  <a:lnTo>
                    <a:pt x="426" y="119"/>
                  </a:lnTo>
                  <a:cubicBezTo>
                    <a:pt x="426" y="119"/>
                    <a:pt x="426" y="119"/>
                    <a:pt x="427" y="122"/>
                  </a:cubicBezTo>
                  <a:cubicBezTo>
                    <a:pt x="427" y="122"/>
                    <a:pt x="426" y="123"/>
                    <a:pt x="431" y="130"/>
                  </a:cubicBezTo>
                  <a:lnTo>
                    <a:pt x="429" y="131"/>
                  </a:lnTo>
                  <a:cubicBezTo>
                    <a:pt x="424" y="127"/>
                    <a:pt x="422" y="126"/>
                    <a:pt x="421" y="126"/>
                  </a:cubicBezTo>
                  <a:cubicBezTo>
                    <a:pt x="421" y="126"/>
                    <a:pt x="421" y="126"/>
                    <a:pt x="420" y="126"/>
                  </a:cubicBezTo>
                  <a:cubicBezTo>
                    <a:pt x="423" y="130"/>
                    <a:pt x="424" y="132"/>
                    <a:pt x="423" y="132"/>
                  </a:cubicBezTo>
                  <a:cubicBezTo>
                    <a:pt x="423" y="132"/>
                    <a:pt x="422" y="131"/>
                    <a:pt x="419" y="127"/>
                  </a:cubicBezTo>
                  <a:cubicBezTo>
                    <a:pt x="417" y="125"/>
                    <a:pt x="416" y="123"/>
                    <a:pt x="415" y="123"/>
                  </a:cubicBezTo>
                  <a:lnTo>
                    <a:pt x="415" y="123"/>
                  </a:lnTo>
                  <a:cubicBezTo>
                    <a:pt x="415" y="123"/>
                    <a:pt x="417" y="127"/>
                    <a:pt x="424" y="135"/>
                  </a:cubicBezTo>
                  <a:cubicBezTo>
                    <a:pt x="426" y="139"/>
                    <a:pt x="427" y="140"/>
                    <a:pt x="426" y="140"/>
                  </a:cubicBezTo>
                  <a:cubicBezTo>
                    <a:pt x="426" y="140"/>
                    <a:pt x="424" y="139"/>
                    <a:pt x="421" y="136"/>
                  </a:cubicBezTo>
                  <a:cubicBezTo>
                    <a:pt x="415" y="129"/>
                    <a:pt x="413" y="125"/>
                    <a:pt x="412" y="125"/>
                  </a:cubicBezTo>
                  <a:lnTo>
                    <a:pt x="412" y="125"/>
                  </a:lnTo>
                  <a:cubicBezTo>
                    <a:pt x="412" y="125"/>
                    <a:pt x="413" y="127"/>
                    <a:pt x="416" y="130"/>
                  </a:cubicBezTo>
                  <a:cubicBezTo>
                    <a:pt x="420" y="138"/>
                    <a:pt x="419" y="138"/>
                    <a:pt x="419" y="138"/>
                  </a:cubicBezTo>
                  <a:cubicBezTo>
                    <a:pt x="417" y="135"/>
                    <a:pt x="415" y="134"/>
                    <a:pt x="413" y="134"/>
                  </a:cubicBezTo>
                  <a:cubicBezTo>
                    <a:pt x="409" y="134"/>
                    <a:pt x="404" y="137"/>
                    <a:pt x="400" y="140"/>
                  </a:cubicBezTo>
                  <a:cubicBezTo>
                    <a:pt x="402" y="145"/>
                    <a:pt x="406" y="150"/>
                    <a:pt x="409" y="154"/>
                  </a:cubicBezTo>
                  <a:cubicBezTo>
                    <a:pt x="414" y="160"/>
                    <a:pt x="416" y="162"/>
                    <a:pt x="416" y="162"/>
                  </a:cubicBezTo>
                  <a:cubicBezTo>
                    <a:pt x="415" y="162"/>
                    <a:pt x="412" y="159"/>
                    <a:pt x="409" y="155"/>
                  </a:cubicBezTo>
                  <a:cubicBezTo>
                    <a:pt x="401" y="146"/>
                    <a:pt x="396" y="141"/>
                    <a:pt x="396" y="141"/>
                  </a:cubicBezTo>
                  <a:lnTo>
                    <a:pt x="396" y="141"/>
                  </a:lnTo>
                  <a:cubicBezTo>
                    <a:pt x="395" y="141"/>
                    <a:pt x="399" y="146"/>
                    <a:pt x="407" y="155"/>
                  </a:cubicBezTo>
                  <a:cubicBezTo>
                    <a:pt x="413" y="162"/>
                    <a:pt x="415" y="166"/>
                    <a:pt x="415" y="166"/>
                  </a:cubicBezTo>
                  <a:cubicBezTo>
                    <a:pt x="415" y="166"/>
                    <a:pt x="412" y="163"/>
                    <a:pt x="407" y="157"/>
                  </a:cubicBezTo>
                  <a:cubicBezTo>
                    <a:pt x="404" y="153"/>
                    <a:pt x="402" y="152"/>
                    <a:pt x="401" y="152"/>
                  </a:cubicBezTo>
                  <a:lnTo>
                    <a:pt x="401" y="152"/>
                  </a:lnTo>
                  <a:cubicBezTo>
                    <a:pt x="401" y="152"/>
                    <a:pt x="402" y="154"/>
                    <a:pt x="405" y="158"/>
                  </a:cubicBezTo>
                  <a:cubicBezTo>
                    <a:pt x="400" y="154"/>
                    <a:pt x="396" y="149"/>
                    <a:pt x="396" y="149"/>
                  </a:cubicBezTo>
                  <a:lnTo>
                    <a:pt x="396" y="149"/>
                  </a:lnTo>
                  <a:cubicBezTo>
                    <a:pt x="395" y="149"/>
                    <a:pt x="396" y="150"/>
                    <a:pt x="398" y="152"/>
                  </a:cubicBezTo>
                  <a:cubicBezTo>
                    <a:pt x="398" y="152"/>
                    <a:pt x="398" y="152"/>
                    <a:pt x="398" y="152"/>
                  </a:cubicBezTo>
                  <a:cubicBezTo>
                    <a:pt x="397" y="152"/>
                    <a:pt x="395" y="152"/>
                    <a:pt x="391" y="146"/>
                  </a:cubicBezTo>
                  <a:cubicBezTo>
                    <a:pt x="389" y="145"/>
                    <a:pt x="388" y="144"/>
                    <a:pt x="388" y="144"/>
                  </a:cubicBezTo>
                  <a:lnTo>
                    <a:pt x="388" y="144"/>
                  </a:lnTo>
                  <a:cubicBezTo>
                    <a:pt x="387" y="144"/>
                    <a:pt x="390" y="149"/>
                    <a:pt x="393" y="154"/>
                  </a:cubicBezTo>
                  <a:cubicBezTo>
                    <a:pt x="398" y="162"/>
                    <a:pt x="400" y="166"/>
                    <a:pt x="399" y="166"/>
                  </a:cubicBezTo>
                  <a:cubicBezTo>
                    <a:pt x="399" y="166"/>
                    <a:pt x="396" y="163"/>
                    <a:pt x="391" y="157"/>
                  </a:cubicBezTo>
                  <a:cubicBezTo>
                    <a:pt x="388" y="151"/>
                    <a:pt x="386" y="149"/>
                    <a:pt x="385" y="149"/>
                  </a:cubicBezTo>
                  <a:lnTo>
                    <a:pt x="385" y="149"/>
                  </a:lnTo>
                  <a:cubicBezTo>
                    <a:pt x="384" y="149"/>
                    <a:pt x="387" y="156"/>
                    <a:pt x="393" y="166"/>
                  </a:cubicBezTo>
                  <a:cubicBezTo>
                    <a:pt x="395" y="168"/>
                    <a:pt x="397" y="171"/>
                    <a:pt x="398" y="172"/>
                  </a:cubicBezTo>
                  <a:lnTo>
                    <a:pt x="398" y="172"/>
                  </a:lnTo>
                  <a:cubicBezTo>
                    <a:pt x="394" y="167"/>
                    <a:pt x="392" y="167"/>
                    <a:pt x="391" y="167"/>
                  </a:cubicBezTo>
                  <a:cubicBezTo>
                    <a:pt x="391" y="167"/>
                    <a:pt x="391" y="167"/>
                    <a:pt x="391" y="167"/>
                  </a:cubicBezTo>
                  <a:cubicBezTo>
                    <a:pt x="391" y="167"/>
                    <a:pt x="391" y="167"/>
                    <a:pt x="391" y="167"/>
                  </a:cubicBezTo>
                  <a:cubicBezTo>
                    <a:pt x="390" y="167"/>
                    <a:pt x="389" y="166"/>
                    <a:pt x="384" y="161"/>
                  </a:cubicBezTo>
                  <a:lnTo>
                    <a:pt x="384" y="161"/>
                  </a:lnTo>
                  <a:cubicBezTo>
                    <a:pt x="384" y="161"/>
                    <a:pt x="384" y="161"/>
                    <a:pt x="388" y="169"/>
                  </a:cubicBezTo>
                  <a:cubicBezTo>
                    <a:pt x="391" y="175"/>
                    <a:pt x="392" y="178"/>
                    <a:pt x="391" y="178"/>
                  </a:cubicBezTo>
                  <a:cubicBezTo>
                    <a:pt x="389" y="178"/>
                    <a:pt x="384" y="173"/>
                    <a:pt x="378" y="166"/>
                  </a:cubicBezTo>
                  <a:lnTo>
                    <a:pt x="378" y="166"/>
                  </a:lnTo>
                  <a:lnTo>
                    <a:pt x="382" y="173"/>
                  </a:lnTo>
                  <a:cubicBezTo>
                    <a:pt x="388" y="182"/>
                    <a:pt x="392" y="188"/>
                    <a:pt x="391" y="188"/>
                  </a:cubicBezTo>
                  <a:cubicBezTo>
                    <a:pt x="391" y="188"/>
                    <a:pt x="389" y="186"/>
                    <a:pt x="385" y="180"/>
                  </a:cubicBezTo>
                  <a:cubicBezTo>
                    <a:pt x="382" y="175"/>
                    <a:pt x="378" y="171"/>
                    <a:pt x="378" y="171"/>
                  </a:cubicBezTo>
                  <a:lnTo>
                    <a:pt x="378" y="171"/>
                  </a:lnTo>
                  <a:cubicBezTo>
                    <a:pt x="378" y="171"/>
                    <a:pt x="379" y="171"/>
                    <a:pt x="380" y="173"/>
                  </a:cubicBezTo>
                  <a:cubicBezTo>
                    <a:pt x="384" y="180"/>
                    <a:pt x="385" y="182"/>
                    <a:pt x="384" y="182"/>
                  </a:cubicBezTo>
                  <a:cubicBezTo>
                    <a:pt x="383" y="182"/>
                    <a:pt x="377" y="178"/>
                    <a:pt x="371" y="170"/>
                  </a:cubicBezTo>
                  <a:lnTo>
                    <a:pt x="371" y="170"/>
                  </a:lnTo>
                  <a:cubicBezTo>
                    <a:pt x="374" y="175"/>
                    <a:pt x="378" y="179"/>
                    <a:pt x="380" y="185"/>
                  </a:cubicBezTo>
                  <a:cubicBezTo>
                    <a:pt x="380" y="185"/>
                    <a:pt x="380" y="185"/>
                    <a:pt x="380" y="185"/>
                  </a:cubicBezTo>
                  <a:cubicBezTo>
                    <a:pt x="379" y="185"/>
                    <a:pt x="377" y="184"/>
                    <a:pt x="373" y="179"/>
                  </a:cubicBezTo>
                  <a:cubicBezTo>
                    <a:pt x="369" y="174"/>
                    <a:pt x="365" y="170"/>
                    <a:pt x="365" y="170"/>
                  </a:cubicBezTo>
                  <a:lnTo>
                    <a:pt x="365" y="170"/>
                  </a:lnTo>
                  <a:cubicBezTo>
                    <a:pt x="365" y="170"/>
                    <a:pt x="365" y="170"/>
                    <a:pt x="366" y="172"/>
                  </a:cubicBezTo>
                  <a:cubicBezTo>
                    <a:pt x="366" y="172"/>
                    <a:pt x="366" y="172"/>
                    <a:pt x="366" y="172"/>
                  </a:cubicBezTo>
                  <a:cubicBezTo>
                    <a:pt x="366" y="172"/>
                    <a:pt x="365" y="172"/>
                    <a:pt x="360" y="167"/>
                  </a:cubicBezTo>
                  <a:cubicBezTo>
                    <a:pt x="360" y="168"/>
                    <a:pt x="359" y="168"/>
                    <a:pt x="357" y="169"/>
                  </a:cubicBezTo>
                  <a:cubicBezTo>
                    <a:pt x="360" y="173"/>
                    <a:pt x="360" y="175"/>
                    <a:pt x="360" y="175"/>
                  </a:cubicBezTo>
                  <a:cubicBezTo>
                    <a:pt x="359" y="175"/>
                    <a:pt x="357" y="173"/>
                    <a:pt x="355" y="170"/>
                  </a:cubicBezTo>
                  <a:lnTo>
                    <a:pt x="355" y="170"/>
                  </a:lnTo>
                  <a:cubicBezTo>
                    <a:pt x="355" y="170"/>
                    <a:pt x="353" y="171"/>
                    <a:pt x="357" y="179"/>
                  </a:cubicBezTo>
                  <a:cubicBezTo>
                    <a:pt x="357" y="179"/>
                    <a:pt x="357" y="180"/>
                    <a:pt x="356" y="180"/>
                  </a:cubicBezTo>
                  <a:cubicBezTo>
                    <a:pt x="355" y="180"/>
                    <a:pt x="354" y="178"/>
                    <a:pt x="351" y="173"/>
                  </a:cubicBezTo>
                  <a:cubicBezTo>
                    <a:pt x="348" y="170"/>
                    <a:pt x="347" y="168"/>
                    <a:pt x="346" y="168"/>
                  </a:cubicBezTo>
                  <a:lnTo>
                    <a:pt x="346" y="168"/>
                  </a:lnTo>
                  <a:cubicBezTo>
                    <a:pt x="346" y="168"/>
                    <a:pt x="347" y="170"/>
                    <a:pt x="350" y="175"/>
                  </a:cubicBezTo>
                  <a:cubicBezTo>
                    <a:pt x="355" y="181"/>
                    <a:pt x="354" y="181"/>
                    <a:pt x="353" y="181"/>
                  </a:cubicBezTo>
                  <a:lnTo>
                    <a:pt x="352" y="182"/>
                  </a:lnTo>
                  <a:cubicBezTo>
                    <a:pt x="357" y="189"/>
                    <a:pt x="357" y="189"/>
                    <a:pt x="356" y="190"/>
                  </a:cubicBezTo>
                  <a:cubicBezTo>
                    <a:pt x="355" y="190"/>
                    <a:pt x="348" y="186"/>
                    <a:pt x="347" y="186"/>
                  </a:cubicBezTo>
                  <a:lnTo>
                    <a:pt x="347" y="186"/>
                  </a:lnTo>
                  <a:cubicBezTo>
                    <a:pt x="345" y="187"/>
                    <a:pt x="345" y="187"/>
                    <a:pt x="351" y="194"/>
                  </a:cubicBezTo>
                  <a:cubicBezTo>
                    <a:pt x="351" y="194"/>
                    <a:pt x="350" y="194"/>
                    <a:pt x="350" y="194"/>
                  </a:cubicBezTo>
                  <a:cubicBezTo>
                    <a:pt x="349" y="194"/>
                    <a:pt x="344" y="191"/>
                    <a:pt x="341" y="191"/>
                  </a:cubicBezTo>
                  <a:cubicBezTo>
                    <a:pt x="340" y="191"/>
                    <a:pt x="340" y="191"/>
                    <a:pt x="339" y="191"/>
                  </a:cubicBezTo>
                  <a:cubicBezTo>
                    <a:pt x="337" y="192"/>
                    <a:pt x="337" y="192"/>
                    <a:pt x="342" y="199"/>
                  </a:cubicBezTo>
                  <a:cubicBezTo>
                    <a:pt x="347" y="206"/>
                    <a:pt x="350" y="209"/>
                    <a:pt x="350" y="209"/>
                  </a:cubicBezTo>
                  <a:cubicBezTo>
                    <a:pt x="350" y="209"/>
                    <a:pt x="347" y="206"/>
                    <a:pt x="342" y="200"/>
                  </a:cubicBezTo>
                  <a:cubicBezTo>
                    <a:pt x="335" y="193"/>
                    <a:pt x="331" y="190"/>
                    <a:pt x="331" y="190"/>
                  </a:cubicBezTo>
                  <a:lnTo>
                    <a:pt x="331" y="190"/>
                  </a:lnTo>
                  <a:cubicBezTo>
                    <a:pt x="330" y="190"/>
                    <a:pt x="331" y="192"/>
                    <a:pt x="334" y="195"/>
                  </a:cubicBezTo>
                  <a:cubicBezTo>
                    <a:pt x="338" y="203"/>
                    <a:pt x="338" y="203"/>
                    <a:pt x="337" y="203"/>
                  </a:cubicBezTo>
                  <a:cubicBezTo>
                    <a:pt x="335" y="199"/>
                    <a:pt x="334" y="198"/>
                    <a:pt x="333" y="198"/>
                  </a:cubicBezTo>
                  <a:lnTo>
                    <a:pt x="333" y="198"/>
                  </a:lnTo>
                  <a:cubicBezTo>
                    <a:pt x="333" y="198"/>
                    <a:pt x="333" y="200"/>
                    <a:pt x="335" y="204"/>
                  </a:cubicBezTo>
                  <a:cubicBezTo>
                    <a:pt x="335" y="204"/>
                    <a:pt x="335" y="204"/>
                    <a:pt x="335" y="204"/>
                  </a:cubicBezTo>
                  <a:cubicBezTo>
                    <a:pt x="335" y="204"/>
                    <a:pt x="333" y="203"/>
                    <a:pt x="329" y="198"/>
                  </a:cubicBezTo>
                  <a:lnTo>
                    <a:pt x="328" y="199"/>
                  </a:lnTo>
                  <a:cubicBezTo>
                    <a:pt x="333" y="207"/>
                    <a:pt x="332" y="209"/>
                    <a:pt x="330" y="209"/>
                  </a:cubicBezTo>
                  <a:cubicBezTo>
                    <a:pt x="328" y="209"/>
                    <a:pt x="324" y="207"/>
                    <a:pt x="322" y="204"/>
                  </a:cubicBezTo>
                  <a:lnTo>
                    <a:pt x="322" y="204"/>
                  </a:lnTo>
                  <a:cubicBezTo>
                    <a:pt x="322" y="204"/>
                    <a:pt x="320" y="204"/>
                    <a:pt x="325" y="212"/>
                  </a:cubicBezTo>
                  <a:cubicBezTo>
                    <a:pt x="330" y="218"/>
                    <a:pt x="332" y="222"/>
                    <a:pt x="332" y="222"/>
                  </a:cubicBezTo>
                  <a:cubicBezTo>
                    <a:pt x="332" y="222"/>
                    <a:pt x="329" y="218"/>
                    <a:pt x="324" y="212"/>
                  </a:cubicBezTo>
                  <a:cubicBezTo>
                    <a:pt x="318" y="205"/>
                    <a:pt x="315" y="202"/>
                    <a:pt x="315" y="202"/>
                  </a:cubicBezTo>
                  <a:lnTo>
                    <a:pt x="315" y="202"/>
                  </a:lnTo>
                  <a:cubicBezTo>
                    <a:pt x="315" y="202"/>
                    <a:pt x="318" y="205"/>
                    <a:pt x="323" y="213"/>
                  </a:cubicBezTo>
                  <a:cubicBezTo>
                    <a:pt x="325" y="216"/>
                    <a:pt x="325" y="218"/>
                    <a:pt x="324" y="218"/>
                  </a:cubicBezTo>
                  <a:cubicBezTo>
                    <a:pt x="322" y="218"/>
                    <a:pt x="319" y="216"/>
                    <a:pt x="314" y="208"/>
                  </a:cubicBezTo>
                  <a:lnTo>
                    <a:pt x="304" y="195"/>
                  </a:lnTo>
                  <a:lnTo>
                    <a:pt x="304" y="195"/>
                  </a:lnTo>
                  <a:cubicBezTo>
                    <a:pt x="308" y="203"/>
                    <a:pt x="307" y="203"/>
                    <a:pt x="307" y="203"/>
                  </a:cubicBezTo>
                  <a:cubicBezTo>
                    <a:pt x="313" y="209"/>
                    <a:pt x="311" y="209"/>
                    <a:pt x="309" y="212"/>
                  </a:cubicBezTo>
                  <a:cubicBezTo>
                    <a:pt x="308" y="213"/>
                    <a:pt x="310" y="221"/>
                    <a:pt x="308" y="222"/>
                  </a:cubicBezTo>
                  <a:cubicBezTo>
                    <a:pt x="308" y="222"/>
                    <a:pt x="307" y="223"/>
                    <a:pt x="306" y="223"/>
                  </a:cubicBezTo>
                  <a:cubicBezTo>
                    <a:pt x="304" y="223"/>
                    <a:pt x="302" y="222"/>
                    <a:pt x="299" y="218"/>
                  </a:cubicBezTo>
                  <a:lnTo>
                    <a:pt x="299" y="218"/>
                  </a:lnTo>
                  <a:cubicBezTo>
                    <a:pt x="298" y="218"/>
                    <a:pt x="297" y="219"/>
                    <a:pt x="301" y="227"/>
                  </a:cubicBezTo>
                  <a:cubicBezTo>
                    <a:pt x="304" y="231"/>
                    <a:pt x="304" y="233"/>
                    <a:pt x="303" y="233"/>
                  </a:cubicBezTo>
                  <a:cubicBezTo>
                    <a:pt x="303" y="233"/>
                    <a:pt x="301" y="231"/>
                    <a:pt x="299" y="228"/>
                  </a:cubicBezTo>
                  <a:lnTo>
                    <a:pt x="298" y="230"/>
                  </a:lnTo>
                  <a:cubicBezTo>
                    <a:pt x="301" y="236"/>
                    <a:pt x="301" y="237"/>
                    <a:pt x="301" y="237"/>
                  </a:cubicBezTo>
                  <a:cubicBezTo>
                    <a:pt x="298" y="233"/>
                    <a:pt x="294" y="228"/>
                    <a:pt x="293" y="228"/>
                  </a:cubicBezTo>
                  <a:lnTo>
                    <a:pt x="293" y="228"/>
                  </a:lnTo>
                  <a:cubicBezTo>
                    <a:pt x="293" y="228"/>
                    <a:pt x="293" y="229"/>
                    <a:pt x="295" y="232"/>
                  </a:cubicBezTo>
                  <a:cubicBezTo>
                    <a:pt x="299" y="238"/>
                    <a:pt x="299" y="238"/>
                    <a:pt x="297" y="240"/>
                  </a:cubicBezTo>
                  <a:cubicBezTo>
                    <a:pt x="296" y="239"/>
                    <a:pt x="295" y="238"/>
                    <a:pt x="293" y="238"/>
                  </a:cubicBezTo>
                  <a:cubicBezTo>
                    <a:pt x="284" y="238"/>
                    <a:pt x="266" y="252"/>
                    <a:pt x="271" y="258"/>
                  </a:cubicBezTo>
                  <a:lnTo>
                    <a:pt x="269" y="259"/>
                  </a:lnTo>
                  <a:lnTo>
                    <a:pt x="267" y="260"/>
                  </a:lnTo>
                  <a:cubicBezTo>
                    <a:pt x="263" y="255"/>
                    <a:pt x="261" y="253"/>
                    <a:pt x="260" y="253"/>
                  </a:cubicBezTo>
                  <a:cubicBezTo>
                    <a:pt x="258" y="253"/>
                    <a:pt x="259" y="259"/>
                    <a:pt x="261" y="264"/>
                  </a:cubicBezTo>
                  <a:cubicBezTo>
                    <a:pt x="265" y="271"/>
                    <a:pt x="264" y="272"/>
                    <a:pt x="263" y="272"/>
                  </a:cubicBezTo>
                  <a:cubicBezTo>
                    <a:pt x="258" y="265"/>
                    <a:pt x="255" y="262"/>
                    <a:pt x="254" y="262"/>
                  </a:cubicBezTo>
                  <a:cubicBezTo>
                    <a:pt x="252" y="262"/>
                    <a:pt x="253" y="265"/>
                    <a:pt x="254" y="269"/>
                  </a:cubicBezTo>
                  <a:cubicBezTo>
                    <a:pt x="259" y="275"/>
                    <a:pt x="262" y="279"/>
                    <a:pt x="261" y="279"/>
                  </a:cubicBezTo>
                  <a:cubicBezTo>
                    <a:pt x="261" y="279"/>
                    <a:pt x="258" y="275"/>
                    <a:pt x="253" y="269"/>
                  </a:cubicBezTo>
                  <a:cubicBezTo>
                    <a:pt x="249" y="263"/>
                    <a:pt x="246" y="260"/>
                    <a:pt x="245" y="260"/>
                  </a:cubicBezTo>
                  <a:lnTo>
                    <a:pt x="245" y="260"/>
                  </a:lnTo>
                  <a:cubicBezTo>
                    <a:pt x="244" y="260"/>
                    <a:pt x="247" y="266"/>
                    <a:pt x="255" y="278"/>
                  </a:cubicBezTo>
                  <a:cubicBezTo>
                    <a:pt x="258" y="282"/>
                    <a:pt x="259" y="284"/>
                    <a:pt x="259" y="284"/>
                  </a:cubicBezTo>
                  <a:cubicBezTo>
                    <a:pt x="258" y="284"/>
                    <a:pt x="257" y="282"/>
                    <a:pt x="254" y="279"/>
                  </a:cubicBezTo>
                  <a:cubicBezTo>
                    <a:pt x="248" y="272"/>
                    <a:pt x="245" y="269"/>
                    <a:pt x="244" y="269"/>
                  </a:cubicBezTo>
                  <a:lnTo>
                    <a:pt x="244" y="269"/>
                  </a:lnTo>
                  <a:cubicBezTo>
                    <a:pt x="244" y="269"/>
                    <a:pt x="245" y="270"/>
                    <a:pt x="247" y="273"/>
                  </a:cubicBezTo>
                  <a:cubicBezTo>
                    <a:pt x="252" y="280"/>
                    <a:pt x="254" y="284"/>
                    <a:pt x="254" y="284"/>
                  </a:cubicBezTo>
                  <a:cubicBezTo>
                    <a:pt x="253" y="284"/>
                    <a:pt x="251" y="281"/>
                    <a:pt x="245" y="274"/>
                  </a:cubicBezTo>
                  <a:cubicBezTo>
                    <a:pt x="239" y="268"/>
                    <a:pt x="236" y="265"/>
                    <a:pt x="236" y="265"/>
                  </a:cubicBezTo>
                  <a:lnTo>
                    <a:pt x="236" y="265"/>
                  </a:lnTo>
                  <a:cubicBezTo>
                    <a:pt x="235" y="265"/>
                    <a:pt x="238" y="269"/>
                    <a:pt x="243" y="277"/>
                  </a:cubicBezTo>
                  <a:cubicBezTo>
                    <a:pt x="248" y="284"/>
                    <a:pt x="249" y="288"/>
                    <a:pt x="248" y="288"/>
                  </a:cubicBezTo>
                  <a:cubicBezTo>
                    <a:pt x="247" y="288"/>
                    <a:pt x="244" y="285"/>
                    <a:pt x="239" y="279"/>
                  </a:cubicBezTo>
                  <a:cubicBezTo>
                    <a:pt x="238" y="279"/>
                    <a:pt x="238" y="279"/>
                    <a:pt x="238" y="279"/>
                  </a:cubicBezTo>
                  <a:cubicBezTo>
                    <a:pt x="237" y="279"/>
                    <a:pt x="235" y="277"/>
                    <a:pt x="235" y="277"/>
                  </a:cubicBezTo>
                  <a:lnTo>
                    <a:pt x="235" y="277"/>
                  </a:lnTo>
                  <a:cubicBezTo>
                    <a:pt x="234" y="277"/>
                    <a:pt x="235" y="278"/>
                    <a:pt x="236" y="280"/>
                  </a:cubicBezTo>
                  <a:lnTo>
                    <a:pt x="231" y="274"/>
                  </a:lnTo>
                  <a:lnTo>
                    <a:pt x="230" y="275"/>
                  </a:lnTo>
                  <a:lnTo>
                    <a:pt x="234" y="282"/>
                  </a:lnTo>
                  <a:cubicBezTo>
                    <a:pt x="234" y="282"/>
                    <a:pt x="230" y="281"/>
                    <a:pt x="225" y="281"/>
                  </a:cubicBezTo>
                  <a:cubicBezTo>
                    <a:pt x="223" y="281"/>
                    <a:pt x="220" y="281"/>
                    <a:pt x="218" y="282"/>
                  </a:cubicBezTo>
                  <a:cubicBezTo>
                    <a:pt x="210" y="288"/>
                    <a:pt x="209" y="289"/>
                    <a:pt x="215" y="295"/>
                  </a:cubicBezTo>
                  <a:cubicBezTo>
                    <a:pt x="221" y="302"/>
                    <a:pt x="223" y="305"/>
                    <a:pt x="223" y="305"/>
                  </a:cubicBezTo>
                  <a:cubicBezTo>
                    <a:pt x="222" y="305"/>
                    <a:pt x="219" y="302"/>
                    <a:pt x="214" y="296"/>
                  </a:cubicBezTo>
                  <a:cubicBezTo>
                    <a:pt x="213" y="296"/>
                    <a:pt x="207" y="291"/>
                    <a:pt x="205" y="291"/>
                  </a:cubicBezTo>
                  <a:cubicBezTo>
                    <a:pt x="205" y="291"/>
                    <a:pt x="205" y="291"/>
                    <a:pt x="205" y="291"/>
                  </a:cubicBezTo>
                  <a:cubicBezTo>
                    <a:pt x="204" y="292"/>
                    <a:pt x="203" y="292"/>
                    <a:pt x="202" y="292"/>
                  </a:cubicBezTo>
                  <a:cubicBezTo>
                    <a:pt x="201" y="292"/>
                    <a:pt x="199" y="291"/>
                    <a:pt x="196" y="287"/>
                  </a:cubicBezTo>
                  <a:lnTo>
                    <a:pt x="196" y="287"/>
                  </a:lnTo>
                  <a:cubicBezTo>
                    <a:pt x="202" y="297"/>
                    <a:pt x="202" y="302"/>
                    <a:pt x="198" y="302"/>
                  </a:cubicBezTo>
                  <a:cubicBezTo>
                    <a:pt x="197" y="302"/>
                    <a:pt x="195" y="301"/>
                    <a:pt x="193" y="299"/>
                  </a:cubicBezTo>
                  <a:lnTo>
                    <a:pt x="193" y="299"/>
                  </a:lnTo>
                  <a:cubicBezTo>
                    <a:pt x="191" y="300"/>
                    <a:pt x="190" y="301"/>
                    <a:pt x="194" y="309"/>
                  </a:cubicBezTo>
                  <a:cubicBezTo>
                    <a:pt x="196" y="313"/>
                    <a:pt x="197" y="314"/>
                    <a:pt x="197" y="314"/>
                  </a:cubicBezTo>
                  <a:cubicBezTo>
                    <a:pt x="196" y="314"/>
                    <a:pt x="195" y="313"/>
                    <a:pt x="191" y="310"/>
                  </a:cubicBezTo>
                  <a:cubicBezTo>
                    <a:pt x="189" y="307"/>
                    <a:pt x="186" y="304"/>
                    <a:pt x="184" y="304"/>
                  </a:cubicBezTo>
                  <a:cubicBezTo>
                    <a:pt x="182" y="304"/>
                    <a:pt x="182" y="307"/>
                    <a:pt x="187" y="314"/>
                  </a:cubicBezTo>
                  <a:lnTo>
                    <a:pt x="181" y="307"/>
                  </a:lnTo>
                  <a:cubicBezTo>
                    <a:pt x="180" y="305"/>
                    <a:pt x="179" y="304"/>
                    <a:pt x="179" y="304"/>
                  </a:cubicBezTo>
                  <a:lnTo>
                    <a:pt x="179" y="304"/>
                  </a:lnTo>
                  <a:cubicBezTo>
                    <a:pt x="178" y="304"/>
                    <a:pt x="181" y="310"/>
                    <a:pt x="185" y="315"/>
                  </a:cubicBezTo>
                  <a:cubicBezTo>
                    <a:pt x="190" y="321"/>
                    <a:pt x="192" y="324"/>
                    <a:pt x="192" y="324"/>
                  </a:cubicBezTo>
                  <a:cubicBezTo>
                    <a:pt x="192" y="324"/>
                    <a:pt x="187" y="320"/>
                    <a:pt x="178" y="309"/>
                  </a:cubicBezTo>
                  <a:cubicBezTo>
                    <a:pt x="172" y="301"/>
                    <a:pt x="169" y="298"/>
                    <a:pt x="169" y="298"/>
                  </a:cubicBezTo>
                  <a:lnTo>
                    <a:pt x="169" y="298"/>
                  </a:lnTo>
                  <a:cubicBezTo>
                    <a:pt x="169" y="298"/>
                    <a:pt x="170" y="300"/>
                    <a:pt x="172" y="302"/>
                  </a:cubicBezTo>
                  <a:cubicBezTo>
                    <a:pt x="176" y="308"/>
                    <a:pt x="179" y="313"/>
                    <a:pt x="178" y="313"/>
                  </a:cubicBezTo>
                  <a:cubicBezTo>
                    <a:pt x="178" y="313"/>
                    <a:pt x="177" y="313"/>
                    <a:pt x="176" y="311"/>
                  </a:cubicBezTo>
                  <a:cubicBezTo>
                    <a:pt x="175" y="311"/>
                    <a:pt x="173" y="311"/>
                    <a:pt x="185" y="325"/>
                  </a:cubicBezTo>
                  <a:cubicBezTo>
                    <a:pt x="189" y="332"/>
                    <a:pt x="189" y="333"/>
                    <a:pt x="188" y="333"/>
                  </a:cubicBezTo>
                  <a:cubicBezTo>
                    <a:pt x="185" y="328"/>
                    <a:pt x="181" y="324"/>
                    <a:pt x="178" y="319"/>
                  </a:cubicBezTo>
                  <a:lnTo>
                    <a:pt x="177" y="320"/>
                  </a:lnTo>
                  <a:cubicBezTo>
                    <a:pt x="171" y="317"/>
                    <a:pt x="168" y="313"/>
                    <a:pt x="164" y="308"/>
                  </a:cubicBezTo>
                  <a:cubicBezTo>
                    <a:pt x="162" y="306"/>
                    <a:pt x="160" y="304"/>
                    <a:pt x="160" y="304"/>
                  </a:cubicBezTo>
                  <a:lnTo>
                    <a:pt x="160" y="304"/>
                  </a:lnTo>
                  <a:cubicBezTo>
                    <a:pt x="159" y="304"/>
                    <a:pt x="162" y="308"/>
                    <a:pt x="169" y="316"/>
                  </a:cubicBezTo>
                  <a:cubicBezTo>
                    <a:pt x="179" y="329"/>
                    <a:pt x="179" y="329"/>
                    <a:pt x="178" y="329"/>
                  </a:cubicBezTo>
                  <a:cubicBezTo>
                    <a:pt x="178" y="330"/>
                    <a:pt x="177" y="330"/>
                    <a:pt x="177" y="330"/>
                  </a:cubicBezTo>
                  <a:cubicBezTo>
                    <a:pt x="176" y="330"/>
                    <a:pt x="174" y="329"/>
                    <a:pt x="171" y="324"/>
                  </a:cubicBezTo>
                  <a:cubicBezTo>
                    <a:pt x="167" y="319"/>
                    <a:pt x="166" y="318"/>
                    <a:pt x="165" y="318"/>
                  </a:cubicBezTo>
                  <a:cubicBezTo>
                    <a:pt x="165" y="318"/>
                    <a:pt x="165" y="318"/>
                    <a:pt x="164" y="318"/>
                  </a:cubicBezTo>
                  <a:cubicBezTo>
                    <a:pt x="162" y="320"/>
                    <a:pt x="176" y="342"/>
                    <a:pt x="185" y="355"/>
                  </a:cubicBezTo>
                  <a:cubicBezTo>
                    <a:pt x="190" y="362"/>
                    <a:pt x="192" y="365"/>
                    <a:pt x="192" y="365"/>
                  </a:cubicBezTo>
                  <a:cubicBezTo>
                    <a:pt x="192" y="365"/>
                    <a:pt x="190" y="362"/>
                    <a:pt x="185" y="356"/>
                  </a:cubicBezTo>
                  <a:cubicBezTo>
                    <a:pt x="181" y="351"/>
                    <a:pt x="179" y="350"/>
                    <a:pt x="178" y="350"/>
                  </a:cubicBezTo>
                  <a:cubicBezTo>
                    <a:pt x="178" y="350"/>
                    <a:pt x="178" y="350"/>
                    <a:pt x="178" y="351"/>
                  </a:cubicBezTo>
                  <a:cubicBezTo>
                    <a:pt x="172" y="344"/>
                    <a:pt x="173" y="343"/>
                    <a:pt x="173" y="343"/>
                  </a:cubicBezTo>
                  <a:lnTo>
                    <a:pt x="169" y="336"/>
                  </a:lnTo>
                  <a:cubicBezTo>
                    <a:pt x="164" y="330"/>
                    <a:pt x="161" y="327"/>
                    <a:pt x="160" y="327"/>
                  </a:cubicBezTo>
                  <a:lnTo>
                    <a:pt x="160" y="327"/>
                  </a:lnTo>
                  <a:cubicBezTo>
                    <a:pt x="159" y="327"/>
                    <a:pt x="161" y="330"/>
                    <a:pt x="167" y="337"/>
                  </a:cubicBezTo>
                  <a:cubicBezTo>
                    <a:pt x="169" y="341"/>
                    <a:pt x="170" y="343"/>
                    <a:pt x="170" y="343"/>
                  </a:cubicBezTo>
                  <a:cubicBezTo>
                    <a:pt x="169" y="343"/>
                    <a:pt x="168" y="342"/>
                    <a:pt x="164" y="338"/>
                  </a:cubicBezTo>
                  <a:cubicBezTo>
                    <a:pt x="161" y="334"/>
                    <a:pt x="157" y="330"/>
                    <a:pt x="156" y="330"/>
                  </a:cubicBezTo>
                  <a:lnTo>
                    <a:pt x="156" y="330"/>
                  </a:lnTo>
                  <a:cubicBezTo>
                    <a:pt x="156" y="330"/>
                    <a:pt x="156" y="331"/>
                    <a:pt x="158" y="333"/>
                  </a:cubicBezTo>
                  <a:cubicBezTo>
                    <a:pt x="158" y="333"/>
                    <a:pt x="158" y="333"/>
                    <a:pt x="157" y="333"/>
                  </a:cubicBezTo>
                  <a:cubicBezTo>
                    <a:pt x="157" y="333"/>
                    <a:pt x="155" y="332"/>
                    <a:pt x="151" y="327"/>
                  </a:cubicBezTo>
                  <a:lnTo>
                    <a:pt x="151" y="327"/>
                  </a:lnTo>
                  <a:cubicBezTo>
                    <a:pt x="149" y="328"/>
                    <a:pt x="149" y="329"/>
                    <a:pt x="153" y="336"/>
                  </a:cubicBezTo>
                  <a:cubicBezTo>
                    <a:pt x="159" y="343"/>
                    <a:pt x="158" y="343"/>
                    <a:pt x="158" y="343"/>
                  </a:cubicBezTo>
                  <a:cubicBezTo>
                    <a:pt x="157" y="344"/>
                    <a:pt x="156" y="344"/>
                    <a:pt x="161" y="351"/>
                  </a:cubicBezTo>
                  <a:cubicBezTo>
                    <a:pt x="167" y="357"/>
                    <a:pt x="171" y="365"/>
                    <a:pt x="169" y="366"/>
                  </a:cubicBezTo>
                  <a:cubicBezTo>
                    <a:pt x="171" y="370"/>
                    <a:pt x="172" y="372"/>
                    <a:pt x="172" y="372"/>
                  </a:cubicBezTo>
                  <a:cubicBezTo>
                    <a:pt x="171" y="372"/>
                    <a:pt x="169" y="368"/>
                    <a:pt x="162" y="361"/>
                  </a:cubicBezTo>
                  <a:cubicBezTo>
                    <a:pt x="158" y="356"/>
                    <a:pt x="157" y="355"/>
                    <a:pt x="156" y="355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56" y="355"/>
                    <a:pt x="154" y="355"/>
                    <a:pt x="149" y="350"/>
                  </a:cubicBezTo>
                  <a:cubicBezTo>
                    <a:pt x="147" y="348"/>
                    <a:pt x="146" y="347"/>
                    <a:pt x="146" y="347"/>
                  </a:cubicBezTo>
                  <a:lnTo>
                    <a:pt x="146" y="347"/>
                  </a:lnTo>
                  <a:cubicBezTo>
                    <a:pt x="145" y="347"/>
                    <a:pt x="149" y="352"/>
                    <a:pt x="153" y="356"/>
                  </a:cubicBezTo>
                  <a:lnTo>
                    <a:pt x="163" y="370"/>
                  </a:lnTo>
                  <a:cubicBezTo>
                    <a:pt x="157" y="364"/>
                    <a:pt x="151" y="357"/>
                    <a:pt x="147" y="351"/>
                  </a:cubicBezTo>
                  <a:cubicBezTo>
                    <a:pt x="141" y="345"/>
                    <a:pt x="138" y="342"/>
                    <a:pt x="138" y="342"/>
                  </a:cubicBezTo>
                  <a:lnTo>
                    <a:pt x="138" y="342"/>
                  </a:lnTo>
                  <a:cubicBezTo>
                    <a:pt x="138" y="342"/>
                    <a:pt x="140" y="345"/>
                    <a:pt x="145" y="352"/>
                  </a:cubicBezTo>
                  <a:cubicBezTo>
                    <a:pt x="150" y="357"/>
                    <a:pt x="153" y="362"/>
                    <a:pt x="152" y="362"/>
                  </a:cubicBezTo>
                  <a:cubicBezTo>
                    <a:pt x="152" y="362"/>
                    <a:pt x="151" y="361"/>
                    <a:pt x="149" y="360"/>
                  </a:cubicBezTo>
                  <a:cubicBezTo>
                    <a:pt x="148" y="360"/>
                    <a:pt x="147" y="360"/>
                    <a:pt x="146" y="360"/>
                  </a:cubicBezTo>
                  <a:cubicBezTo>
                    <a:pt x="145" y="360"/>
                    <a:pt x="143" y="359"/>
                    <a:pt x="140" y="355"/>
                  </a:cubicBezTo>
                  <a:cubicBezTo>
                    <a:pt x="138" y="353"/>
                    <a:pt x="137" y="352"/>
                    <a:pt x="137" y="352"/>
                  </a:cubicBezTo>
                  <a:lnTo>
                    <a:pt x="137" y="352"/>
                  </a:lnTo>
                  <a:cubicBezTo>
                    <a:pt x="136" y="352"/>
                    <a:pt x="139" y="356"/>
                    <a:pt x="139" y="356"/>
                  </a:cubicBezTo>
                  <a:cubicBezTo>
                    <a:pt x="141" y="360"/>
                    <a:pt x="142" y="362"/>
                    <a:pt x="141" y="362"/>
                  </a:cubicBezTo>
                  <a:cubicBezTo>
                    <a:pt x="140" y="362"/>
                    <a:pt x="138" y="361"/>
                    <a:pt x="135" y="359"/>
                  </a:cubicBezTo>
                  <a:cubicBezTo>
                    <a:pt x="128" y="353"/>
                    <a:pt x="125" y="350"/>
                    <a:pt x="124" y="350"/>
                  </a:cubicBezTo>
                  <a:lnTo>
                    <a:pt x="124" y="350"/>
                  </a:lnTo>
                  <a:cubicBezTo>
                    <a:pt x="123" y="350"/>
                    <a:pt x="126" y="354"/>
                    <a:pt x="131" y="361"/>
                  </a:cubicBezTo>
                  <a:cubicBezTo>
                    <a:pt x="129" y="359"/>
                    <a:pt x="128" y="359"/>
                    <a:pt x="128" y="359"/>
                  </a:cubicBezTo>
                  <a:cubicBezTo>
                    <a:pt x="126" y="359"/>
                    <a:pt x="130" y="364"/>
                    <a:pt x="133" y="370"/>
                  </a:cubicBezTo>
                  <a:cubicBezTo>
                    <a:pt x="138" y="378"/>
                    <a:pt x="148" y="391"/>
                    <a:pt x="152" y="398"/>
                  </a:cubicBezTo>
                  <a:cubicBezTo>
                    <a:pt x="159" y="406"/>
                    <a:pt x="162" y="409"/>
                    <a:pt x="161" y="409"/>
                  </a:cubicBezTo>
                  <a:cubicBezTo>
                    <a:pt x="161" y="409"/>
                    <a:pt x="159" y="408"/>
                    <a:pt x="157" y="406"/>
                  </a:cubicBezTo>
                  <a:cubicBezTo>
                    <a:pt x="156" y="406"/>
                    <a:pt x="150" y="400"/>
                    <a:pt x="144" y="393"/>
                  </a:cubicBezTo>
                  <a:cubicBezTo>
                    <a:pt x="140" y="385"/>
                    <a:pt x="140" y="385"/>
                    <a:pt x="140" y="385"/>
                  </a:cubicBezTo>
                  <a:lnTo>
                    <a:pt x="141" y="385"/>
                  </a:lnTo>
                  <a:cubicBezTo>
                    <a:pt x="136" y="379"/>
                    <a:pt x="131" y="373"/>
                    <a:pt x="129" y="373"/>
                  </a:cubicBezTo>
                  <a:cubicBezTo>
                    <a:pt x="129" y="373"/>
                    <a:pt x="129" y="373"/>
                    <a:pt x="129" y="373"/>
                  </a:cubicBezTo>
                  <a:cubicBezTo>
                    <a:pt x="126" y="370"/>
                    <a:pt x="124" y="368"/>
                    <a:pt x="124" y="368"/>
                  </a:cubicBezTo>
                  <a:lnTo>
                    <a:pt x="124" y="368"/>
                  </a:lnTo>
                  <a:cubicBezTo>
                    <a:pt x="124" y="368"/>
                    <a:pt x="125" y="370"/>
                    <a:pt x="127" y="373"/>
                  </a:cubicBezTo>
                  <a:cubicBezTo>
                    <a:pt x="124" y="370"/>
                    <a:pt x="122" y="369"/>
                    <a:pt x="121" y="369"/>
                  </a:cubicBezTo>
                  <a:cubicBezTo>
                    <a:pt x="120" y="369"/>
                    <a:pt x="119" y="369"/>
                    <a:pt x="118" y="370"/>
                  </a:cubicBezTo>
                  <a:cubicBezTo>
                    <a:pt x="118" y="370"/>
                    <a:pt x="117" y="371"/>
                    <a:pt x="117" y="371"/>
                  </a:cubicBezTo>
                  <a:cubicBezTo>
                    <a:pt x="115" y="371"/>
                    <a:pt x="113" y="369"/>
                    <a:pt x="108" y="365"/>
                  </a:cubicBezTo>
                  <a:lnTo>
                    <a:pt x="108" y="365"/>
                  </a:lnTo>
                  <a:cubicBezTo>
                    <a:pt x="107" y="366"/>
                    <a:pt x="106" y="367"/>
                    <a:pt x="112" y="374"/>
                  </a:cubicBezTo>
                  <a:cubicBezTo>
                    <a:pt x="118" y="382"/>
                    <a:pt x="120" y="385"/>
                    <a:pt x="120" y="385"/>
                  </a:cubicBezTo>
                  <a:cubicBezTo>
                    <a:pt x="120" y="385"/>
                    <a:pt x="119" y="384"/>
                    <a:pt x="116" y="381"/>
                  </a:cubicBezTo>
                  <a:cubicBezTo>
                    <a:pt x="111" y="375"/>
                    <a:pt x="104" y="371"/>
                    <a:pt x="100" y="371"/>
                  </a:cubicBezTo>
                  <a:cubicBezTo>
                    <a:pt x="96" y="371"/>
                    <a:pt x="95" y="375"/>
                    <a:pt x="99" y="382"/>
                  </a:cubicBezTo>
                  <a:lnTo>
                    <a:pt x="98" y="383"/>
                  </a:lnTo>
                  <a:cubicBezTo>
                    <a:pt x="96" y="381"/>
                    <a:pt x="94" y="380"/>
                    <a:pt x="92" y="380"/>
                  </a:cubicBezTo>
                  <a:cubicBezTo>
                    <a:pt x="89" y="380"/>
                    <a:pt x="89" y="383"/>
                    <a:pt x="92" y="388"/>
                  </a:cubicBezTo>
                  <a:lnTo>
                    <a:pt x="89" y="389"/>
                  </a:lnTo>
                  <a:cubicBezTo>
                    <a:pt x="86" y="386"/>
                    <a:pt x="84" y="385"/>
                    <a:pt x="84" y="385"/>
                  </a:cubicBezTo>
                  <a:cubicBezTo>
                    <a:pt x="83" y="385"/>
                    <a:pt x="84" y="387"/>
                    <a:pt x="86" y="391"/>
                  </a:cubicBezTo>
                  <a:cubicBezTo>
                    <a:pt x="89" y="396"/>
                    <a:pt x="93" y="401"/>
                    <a:pt x="93" y="401"/>
                  </a:cubicBezTo>
                  <a:cubicBezTo>
                    <a:pt x="93" y="401"/>
                    <a:pt x="92" y="400"/>
                    <a:pt x="90" y="398"/>
                  </a:cubicBezTo>
                  <a:cubicBezTo>
                    <a:pt x="88" y="394"/>
                    <a:pt x="86" y="393"/>
                    <a:pt x="85" y="393"/>
                  </a:cubicBezTo>
                  <a:cubicBezTo>
                    <a:pt x="83" y="393"/>
                    <a:pt x="82" y="393"/>
                    <a:pt x="81" y="394"/>
                  </a:cubicBezTo>
                  <a:cubicBezTo>
                    <a:pt x="78" y="397"/>
                    <a:pt x="78" y="397"/>
                    <a:pt x="84" y="402"/>
                  </a:cubicBezTo>
                  <a:cubicBezTo>
                    <a:pt x="84" y="405"/>
                    <a:pt x="84" y="407"/>
                    <a:pt x="84" y="407"/>
                  </a:cubicBezTo>
                  <a:cubicBezTo>
                    <a:pt x="83" y="407"/>
                    <a:pt x="80" y="402"/>
                    <a:pt x="76" y="398"/>
                  </a:cubicBezTo>
                  <a:cubicBezTo>
                    <a:pt x="71" y="392"/>
                    <a:pt x="69" y="388"/>
                    <a:pt x="68" y="388"/>
                  </a:cubicBezTo>
                  <a:lnTo>
                    <a:pt x="68" y="388"/>
                  </a:lnTo>
                  <a:cubicBezTo>
                    <a:pt x="68" y="388"/>
                    <a:pt x="71" y="394"/>
                    <a:pt x="79" y="406"/>
                  </a:cubicBezTo>
                  <a:lnTo>
                    <a:pt x="68" y="392"/>
                  </a:lnTo>
                  <a:lnTo>
                    <a:pt x="68" y="392"/>
                  </a:lnTo>
                  <a:cubicBezTo>
                    <a:pt x="68" y="393"/>
                    <a:pt x="68" y="393"/>
                    <a:pt x="72" y="400"/>
                  </a:cubicBezTo>
                  <a:cubicBezTo>
                    <a:pt x="72" y="400"/>
                    <a:pt x="71" y="401"/>
                    <a:pt x="76" y="408"/>
                  </a:cubicBezTo>
                  <a:cubicBezTo>
                    <a:pt x="80" y="416"/>
                    <a:pt x="86" y="422"/>
                    <a:pt x="92" y="428"/>
                  </a:cubicBezTo>
                  <a:cubicBezTo>
                    <a:pt x="97" y="435"/>
                    <a:pt x="96" y="435"/>
                    <a:pt x="96" y="436"/>
                  </a:cubicBezTo>
                  <a:cubicBezTo>
                    <a:pt x="89" y="430"/>
                    <a:pt x="84" y="424"/>
                    <a:pt x="79" y="416"/>
                  </a:cubicBezTo>
                  <a:cubicBezTo>
                    <a:pt x="77" y="410"/>
                    <a:pt x="74" y="406"/>
                    <a:pt x="70" y="402"/>
                  </a:cubicBezTo>
                  <a:cubicBezTo>
                    <a:pt x="69" y="401"/>
                    <a:pt x="69" y="401"/>
                    <a:pt x="68" y="401"/>
                  </a:cubicBezTo>
                  <a:lnTo>
                    <a:pt x="68" y="401"/>
                  </a:lnTo>
                  <a:cubicBezTo>
                    <a:pt x="67" y="401"/>
                    <a:pt x="73" y="413"/>
                    <a:pt x="81" y="425"/>
                  </a:cubicBezTo>
                  <a:cubicBezTo>
                    <a:pt x="83" y="427"/>
                    <a:pt x="84" y="429"/>
                    <a:pt x="84" y="429"/>
                  </a:cubicBezTo>
                  <a:cubicBezTo>
                    <a:pt x="84" y="429"/>
                    <a:pt x="82" y="426"/>
                    <a:pt x="76" y="418"/>
                  </a:cubicBezTo>
                  <a:cubicBezTo>
                    <a:pt x="72" y="414"/>
                    <a:pt x="71" y="413"/>
                    <a:pt x="70" y="413"/>
                  </a:cubicBezTo>
                  <a:cubicBezTo>
                    <a:pt x="69" y="413"/>
                    <a:pt x="68" y="413"/>
                    <a:pt x="68" y="413"/>
                  </a:cubicBezTo>
                  <a:cubicBezTo>
                    <a:pt x="66" y="415"/>
                    <a:pt x="66" y="415"/>
                    <a:pt x="70" y="421"/>
                  </a:cubicBezTo>
                  <a:cubicBezTo>
                    <a:pt x="75" y="426"/>
                    <a:pt x="78" y="430"/>
                    <a:pt x="80" y="436"/>
                  </a:cubicBezTo>
                  <a:cubicBezTo>
                    <a:pt x="85" y="439"/>
                    <a:pt x="88" y="444"/>
                    <a:pt x="92" y="448"/>
                  </a:cubicBezTo>
                  <a:cubicBezTo>
                    <a:pt x="92" y="448"/>
                    <a:pt x="85" y="443"/>
                    <a:pt x="79" y="437"/>
                  </a:cubicBezTo>
                  <a:cubicBezTo>
                    <a:pt x="68" y="426"/>
                    <a:pt x="62" y="420"/>
                    <a:pt x="58" y="420"/>
                  </a:cubicBezTo>
                  <a:cubicBezTo>
                    <a:pt x="58" y="420"/>
                    <a:pt x="57" y="420"/>
                    <a:pt x="57" y="420"/>
                  </a:cubicBezTo>
                  <a:cubicBezTo>
                    <a:pt x="56" y="421"/>
                    <a:pt x="56" y="421"/>
                    <a:pt x="55" y="421"/>
                  </a:cubicBezTo>
                  <a:cubicBezTo>
                    <a:pt x="53" y="421"/>
                    <a:pt x="51" y="420"/>
                    <a:pt x="48" y="417"/>
                  </a:cubicBezTo>
                  <a:lnTo>
                    <a:pt x="48" y="417"/>
                  </a:lnTo>
                  <a:cubicBezTo>
                    <a:pt x="46" y="418"/>
                    <a:pt x="46" y="418"/>
                    <a:pt x="50" y="425"/>
                  </a:cubicBezTo>
                  <a:lnTo>
                    <a:pt x="49" y="426"/>
                  </a:lnTo>
                  <a:cubicBezTo>
                    <a:pt x="46" y="423"/>
                    <a:pt x="44" y="422"/>
                    <a:pt x="44" y="422"/>
                  </a:cubicBezTo>
                  <a:cubicBezTo>
                    <a:pt x="43" y="422"/>
                    <a:pt x="44" y="423"/>
                    <a:pt x="47" y="427"/>
                  </a:cubicBezTo>
                  <a:cubicBezTo>
                    <a:pt x="48" y="430"/>
                    <a:pt x="49" y="431"/>
                    <a:pt x="48" y="431"/>
                  </a:cubicBezTo>
                  <a:cubicBezTo>
                    <a:pt x="48" y="431"/>
                    <a:pt x="46" y="429"/>
                    <a:pt x="45" y="429"/>
                  </a:cubicBezTo>
                  <a:cubicBezTo>
                    <a:pt x="45" y="429"/>
                    <a:pt x="45" y="429"/>
                    <a:pt x="44" y="429"/>
                  </a:cubicBezTo>
                  <a:cubicBezTo>
                    <a:pt x="39" y="424"/>
                    <a:pt x="36" y="421"/>
                    <a:pt x="36" y="421"/>
                  </a:cubicBezTo>
                  <a:lnTo>
                    <a:pt x="36" y="421"/>
                  </a:lnTo>
                  <a:cubicBezTo>
                    <a:pt x="35" y="421"/>
                    <a:pt x="40" y="425"/>
                    <a:pt x="49" y="436"/>
                  </a:cubicBezTo>
                  <a:cubicBezTo>
                    <a:pt x="49" y="437"/>
                    <a:pt x="50" y="438"/>
                    <a:pt x="51" y="439"/>
                  </a:cubicBezTo>
                  <a:lnTo>
                    <a:pt x="51" y="439"/>
                  </a:lnTo>
                  <a:cubicBezTo>
                    <a:pt x="46" y="434"/>
                    <a:pt x="42" y="430"/>
                    <a:pt x="41" y="430"/>
                  </a:cubicBezTo>
                  <a:cubicBezTo>
                    <a:pt x="40" y="430"/>
                    <a:pt x="41" y="433"/>
                    <a:pt x="46" y="438"/>
                  </a:cubicBezTo>
                  <a:cubicBezTo>
                    <a:pt x="46" y="438"/>
                    <a:pt x="46" y="438"/>
                    <a:pt x="39" y="433"/>
                  </a:cubicBezTo>
                  <a:cubicBezTo>
                    <a:pt x="37" y="430"/>
                    <a:pt x="36" y="428"/>
                    <a:pt x="36" y="428"/>
                  </a:cubicBezTo>
                  <a:lnTo>
                    <a:pt x="36" y="428"/>
                  </a:lnTo>
                  <a:cubicBezTo>
                    <a:pt x="35" y="428"/>
                    <a:pt x="37" y="432"/>
                    <a:pt x="43" y="440"/>
                  </a:cubicBezTo>
                  <a:cubicBezTo>
                    <a:pt x="48" y="447"/>
                    <a:pt x="50" y="451"/>
                    <a:pt x="50" y="451"/>
                  </a:cubicBezTo>
                  <a:cubicBezTo>
                    <a:pt x="49" y="451"/>
                    <a:pt x="46" y="448"/>
                    <a:pt x="41" y="442"/>
                  </a:cubicBezTo>
                  <a:cubicBezTo>
                    <a:pt x="35" y="435"/>
                    <a:pt x="31" y="433"/>
                    <a:pt x="29" y="433"/>
                  </a:cubicBezTo>
                  <a:cubicBezTo>
                    <a:pt x="28" y="433"/>
                    <a:pt x="28" y="435"/>
                    <a:pt x="31" y="438"/>
                  </a:cubicBezTo>
                  <a:cubicBezTo>
                    <a:pt x="37" y="447"/>
                    <a:pt x="39" y="450"/>
                    <a:pt x="38" y="450"/>
                  </a:cubicBezTo>
                  <a:cubicBezTo>
                    <a:pt x="37" y="450"/>
                    <a:pt x="35" y="449"/>
                    <a:pt x="33" y="447"/>
                  </a:cubicBezTo>
                  <a:cubicBezTo>
                    <a:pt x="31" y="444"/>
                    <a:pt x="29" y="442"/>
                    <a:pt x="28" y="442"/>
                  </a:cubicBezTo>
                  <a:lnTo>
                    <a:pt x="28" y="442"/>
                  </a:lnTo>
                  <a:cubicBezTo>
                    <a:pt x="28" y="442"/>
                    <a:pt x="29" y="444"/>
                    <a:pt x="31" y="448"/>
                  </a:cubicBezTo>
                  <a:cubicBezTo>
                    <a:pt x="27" y="444"/>
                    <a:pt x="23" y="439"/>
                    <a:pt x="23" y="439"/>
                  </a:cubicBezTo>
                  <a:lnTo>
                    <a:pt x="23" y="439"/>
                  </a:lnTo>
                  <a:cubicBezTo>
                    <a:pt x="22" y="439"/>
                    <a:pt x="23" y="440"/>
                    <a:pt x="24" y="443"/>
                  </a:cubicBezTo>
                  <a:cubicBezTo>
                    <a:pt x="24" y="443"/>
                    <a:pt x="23" y="443"/>
                    <a:pt x="30" y="449"/>
                  </a:cubicBezTo>
                  <a:lnTo>
                    <a:pt x="39" y="464"/>
                  </a:lnTo>
                  <a:cubicBezTo>
                    <a:pt x="42" y="467"/>
                    <a:pt x="47" y="472"/>
                    <a:pt x="50" y="476"/>
                  </a:cubicBezTo>
                  <a:cubicBezTo>
                    <a:pt x="51" y="478"/>
                    <a:pt x="52" y="479"/>
                    <a:pt x="51" y="479"/>
                  </a:cubicBezTo>
                  <a:cubicBezTo>
                    <a:pt x="49" y="479"/>
                    <a:pt x="42" y="473"/>
                    <a:pt x="30" y="459"/>
                  </a:cubicBezTo>
                  <a:lnTo>
                    <a:pt x="18" y="447"/>
                  </a:lnTo>
                  <a:lnTo>
                    <a:pt x="18" y="447"/>
                  </a:lnTo>
                  <a:cubicBezTo>
                    <a:pt x="23" y="454"/>
                    <a:pt x="28" y="461"/>
                    <a:pt x="28" y="461"/>
                  </a:cubicBezTo>
                  <a:cubicBezTo>
                    <a:pt x="28" y="461"/>
                    <a:pt x="28" y="461"/>
                    <a:pt x="27" y="461"/>
                  </a:cubicBezTo>
                  <a:cubicBezTo>
                    <a:pt x="27" y="461"/>
                    <a:pt x="25" y="460"/>
                    <a:pt x="21" y="455"/>
                  </a:cubicBezTo>
                  <a:cubicBezTo>
                    <a:pt x="16" y="448"/>
                    <a:pt x="16" y="448"/>
                    <a:pt x="15" y="448"/>
                  </a:cubicBezTo>
                  <a:cubicBezTo>
                    <a:pt x="15" y="448"/>
                    <a:pt x="14" y="449"/>
                    <a:pt x="20" y="456"/>
                  </a:cubicBezTo>
                  <a:cubicBezTo>
                    <a:pt x="26" y="464"/>
                    <a:pt x="28" y="467"/>
                    <a:pt x="28" y="467"/>
                  </a:cubicBezTo>
                  <a:cubicBezTo>
                    <a:pt x="28" y="467"/>
                    <a:pt x="27" y="466"/>
                    <a:pt x="24" y="463"/>
                  </a:cubicBezTo>
                  <a:cubicBezTo>
                    <a:pt x="19" y="456"/>
                    <a:pt x="16" y="453"/>
                    <a:pt x="15" y="453"/>
                  </a:cubicBezTo>
                  <a:lnTo>
                    <a:pt x="15" y="453"/>
                  </a:lnTo>
                  <a:cubicBezTo>
                    <a:pt x="15" y="453"/>
                    <a:pt x="17" y="457"/>
                    <a:pt x="22" y="464"/>
                  </a:cubicBezTo>
                  <a:cubicBezTo>
                    <a:pt x="27" y="471"/>
                    <a:pt x="30" y="474"/>
                    <a:pt x="29" y="474"/>
                  </a:cubicBezTo>
                  <a:cubicBezTo>
                    <a:pt x="29" y="474"/>
                    <a:pt x="26" y="471"/>
                    <a:pt x="21" y="465"/>
                  </a:cubicBezTo>
                  <a:cubicBezTo>
                    <a:pt x="18" y="461"/>
                    <a:pt x="14" y="456"/>
                    <a:pt x="10" y="453"/>
                  </a:cubicBezTo>
                  <a:lnTo>
                    <a:pt x="10" y="453"/>
                  </a:lnTo>
                  <a:lnTo>
                    <a:pt x="14" y="459"/>
                  </a:lnTo>
                  <a:cubicBezTo>
                    <a:pt x="21" y="468"/>
                    <a:pt x="23" y="471"/>
                    <a:pt x="23" y="471"/>
                  </a:cubicBezTo>
                  <a:cubicBezTo>
                    <a:pt x="22" y="471"/>
                    <a:pt x="21" y="470"/>
                    <a:pt x="19" y="467"/>
                  </a:cubicBezTo>
                  <a:cubicBezTo>
                    <a:pt x="16" y="464"/>
                    <a:pt x="14" y="462"/>
                    <a:pt x="14" y="462"/>
                  </a:cubicBezTo>
                  <a:lnTo>
                    <a:pt x="14" y="462"/>
                  </a:lnTo>
                  <a:cubicBezTo>
                    <a:pt x="13" y="462"/>
                    <a:pt x="14" y="464"/>
                    <a:pt x="16" y="468"/>
                  </a:cubicBezTo>
                  <a:cubicBezTo>
                    <a:pt x="16" y="469"/>
                    <a:pt x="15" y="469"/>
                    <a:pt x="15" y="469"/>
                  </a:cubicBezTo>
                  <a:cubicBezTo>
                    <a:pt x="14" y="469"/>
                    <a:pt x="13" y="468"/>
                    <a:pt x="9" y="463"/>
                  </a:cubicBezTo>
                  <a:cubicBezTo>
                    <a:pt x="4" y="456"/>
                    <a:pt x="1" y="453"/>
                    <a:pt x="1" y="453"/>
                  </a:cubicBezTo>
                  <a:lnTo>
                    <a:pt x="1" y="453"/>
                  </a:lnTo>
                  <a:cubicBezTo>
                    <a:pt x="1" y="453"/>
                    <a:pt x="3" y="457"/>
                    <a:pt x="7" y="464"/>
                  </a:cubicBezTo>
                  <a:cubicBezTo>
                    <a:pt x="10" y="467"/>
                    <a:pt x="11" y="469"/>
                    <a:pt x="10" y="469"/>
                  </a:cubicBezTo>
                  <a:cubicBezTo>
                    <a:pt x="10" y="469"/>
                    <a:pt x="8" y="468"/>
                    <a:pt x="5" y="465"/>
                  </a:cubicBezTo>
                  <a:cubicBezTo>
                    <a:pt x="2" y="462"/>
                    <a:pt x="1" y="460"/>
                    <a:pt x="1" y="460"/>
                  </a:cubicBezTo>
                  <a:lnTo>
                    <a:pt x="1" y="460"/>
                  </a:lnTo>
                  <a:cubicBezTo>
                    <a:pt x="1" y="460"/>
                    <a:pt x="2" y="462"/>
                    <a:pt x="4" y="466"/>
                  </a:cubicBezTo>
                  <a:cubicBezTo>
                    <a:pt x="9" y="473"/>
                    <a:pt x="14" y="480"/>
                    <a:pt x="21" y="486"/>
                  </a:cubicBezTo>
                  <a:cubicBezTo>
                    <a:pt x="21" y="486"/>
                    <a:pt x="21" y="486"/>
                    <a:pt x="21" y="486"/>
                  </a:cubicBezTo>
                  <a:cubicBezTo>
                    <a:pt x="21" y="486"/>
                    <a:pt x="23" y="487"/>
                    <a:pt x="26" y="492"/>
                  </a:cubicBezTo>
                  <a:lnTo>
                    <a:pt x="25" y="493"/>
                  </a:lnTo>
                  <a:cubicBezTo>
                    <a:pt x="24" y="493"/>
                    <a:pt x="23" y="494"/>
                    <a:pt x="28" y="502"/>
                  </a:cubicBezTo>
                  <a:cubicBezTo>
                    <a:pt x="30" y="508"/>
                    <a:pt x="37" y="518"/>
                    <a:pt x="38" y="518"/>
                  </a:cubicBezTo>
                  <a:cubicBezTo>
                    <a:pt x="38" y="518"/>
                    <a:pt x="38" y="517"/>
                    <a:pt x="37" y="516"/>
                  </a:cubicBezTo>
                  <a:lnTo>
                    <a:pt x="37" y="516"/>
                  </a:lnTo>
                  <a:lnTo>
                    <a:pt x="43" y="521"/>
                  </a:lnTo>
                  <a:cubicBezTo>
                    <a:pt x="51" y="531"/>
                    <a:pt x="55" y="536"/>
                    <a:pt x="56" y="536"/>
                  </a:cubicBezTo>
                  <a:cubicBezTo>
                    <a:pt x="56" y="536"/>
                    <a:pt x="52" y="531"/>
                    <a:pt x="44" y="521"/>
                  </a:cubicBezTo>
                  <a:cubicBezTo>
                    <a:pt x="36" y="509"/>
                    <a:pt x="32" y="504"/>
                    <a:pt x="32" y="504"/>
                  </a:cubicBezTo>
                  <a:lnTo>
                    <a:pt x="32" y="504"/>
                  </a:lnTo>
                  <a:cubicBezTo>
                    <a:pt x="32" y="504"/>
                    <a:pt x="35" y="507"/>
                    <a:pt x="40" y="513"/>
                  </a:cubicBezTo>
                  <a:cubicBezTo>
                    <a:pt x="48" y="524"/>
                    <a:pt x="50" y="526"/>
                    <a:pt x="51" y="526"/>
                  </a:cubicBezTo>
                  <a:cubicBezTo>
                    <a:pt x="52" y="526"/>
                    <a:pt x="52" y="526"/>
                    <a:pt x="52" y="526"/>
                  </a:cubicBezTo>
                  <a:cubicBezTo>
                    <a:pt x="52" y="526"/>
                    <a:pt x="52" y="526"/>
                    <a:pt x="58" y="532"/>
                  </a:cubicBezTo>
                  <a:cubicBezTo>
                    <a:pt x="61" y="537"/>
                    <a:pt x="65" y="541"/>
                    <a:pt x="70" y="545"/>
                  </a:cubicBezTo>
                  <a:cubicBezTo>
                    <a:pt x="70" y="544"/>
                    <a:pt x="70" y="544"/>
                    <a:pt x="66" y="537"/>
                  </a:cubicBezTo>
                  <a:cubicBezTo>
                    <a:pt x="63" y="534"/>
                    <a:pt x="62" y="533"/>
                    <a:pt x="62" y="533"/>
                  </a:cubicBezTo>
                  <a:lnTo>
                    <a:pt x="62" y="533"/>
                  </a:lnTo>
                  <a:cubicBezTo>
                    <a:pt x="63" y="533"/>
                    <a:pt x="66" y="536"/>
                    <a:pt x="72" y="544"/>
                  </a:cubicBezTo>
                  <a:cubicBezTo>
                    <a:pt x="75" y="546"/>
                    <a:pt x="76" y="547"/>
                    <a:pt x="76" y="547"/>
                  </a:cubicBezTo>
                  <a:cubicBezTo>
                    <a:pt x="77" y="547"/>
                    <a:pt x="74" y="544"/>
                    <a:pt x="68" y="536"/>
                  </a:cubicBezTo>
                  <a:cubicBezTo>
                    <a:pt x="62" y="529"/>
                    <a:pt x="60" y="525"/>
                    <a:pt x="61" y="525"/>
                  </a:cubicBezTo>
                  <a:lnTo>
                    <a:pt x="61" y="525"/>
                  </a:lnTo>
                  <a:cubicBezTo>
                    <a:pt x="62" y="525"/>
                    <a:pt x="65" y="528"/>
                    <a:pt x="70" y="535"/>
                  </a:cubicBezTo>
                  <a:lnTo>
                    <a:pt x="71" y="534"/>
                  </a:lnTo>
                  <a:cubicBezTo>
                    <a:pt x="69" y="528"/>
                    <a:pt x="66" y="523"/>
                    <a:pt x="61" y="519"/>
                  </a:cubicBezTo>
                  <a:cubicBezTo>
                    <a:pt x="55" y="511"/>
                    <a:pt x="53" y="508"/>
                    <a:pt x="53" y="508"/>
                  </a:cubicBezTo>
                  <a:lnTo>
                    <a:pt x="53" y="508"/>
                  </a:lnTo>
                  <a:cubicBezTo>
                    <a:pt x="53" y="508"/>
                    <a:pt x="54" y="509"/>
                    <a:pt x="57" y="512"/>
                  </a:cubicBezTo>
                  <a:cubicBezTo>
                    <a:pt x="64" y="518"/>
                    <a:pt x="68" y="525"/>
                    <a:pt x="68" y="525"/>
                  </a:cubicBezTo>
                  <a:cubicBezTo>
                    <a:pt x="74" y="531"/>
                    <a:pt x="75" y="531"/>
                    <a:pt x="75" y="531"/>
                  </a:cubicBezTo>
                  <a:cubicBezTo>
                    <a:pt x="76" y="530"/>
                    <a:pt x="77" y="529"/>
                    <a:pt x="73" y="522"/>
                  </a:cubicBezTo>
                  <a:lnTo>
                    <a:pt x="73" y="522"/>
                  </a:lnTo>
                  <a:lnTo>
                    <a:pt x="77" y="529"/>
                  </a:lnTo>
                  <a:cubicBezTo>
                    <a:pt x="78" y="529"/>
                    <a:pt x="80" y="532"/>
                    <a:pt x="81" y="532"/>
                  </a:cubicBezTo>
                  <a:cubicBezTo>
                    <a:pt x="81" y="532"/>
                    <a:pt x="80" y="531"/>
                    <a:pt x="78" y="529"/>
                  </a:cubicBezTo>
                  <a:cubicBezTo>
                    <a:pt x="78" y="529"/>
                    <a:pt x="78" y="529"/>
                    <a:pt x="78" y="529"/>
                  </a:cubicBezTo>
                  <a:cubicBezTo>
                    <a:pt x="79" y="529"/>
                    <a:pt x="81" y="529"/>
                    <a:pt x="86" y="534"/>
                  </a:cubicBezTo>
                  <a:cubicBezTo>
                    <a:pt x="87" y="535"/>
                    <a:pt x="88" y="535"/>
                    <a:pt x="88" y="535"/>
                  </a:cubicBezTo>
                  <a:cubicBezTo>
                    <a:pt x="90" y="535"/>
                    <a:pt x="82" y="523"/>
                    <a:pt x="71" y="513"/>
                  </a:cubicBezTo>
                  <a:cubicBezTo>
                    <a:pt x="70" y="513"/>
                    <a:pt x="70" y="513"/>
                    <a:pt x="72" y="512"/>
                  </a:cubicBezTo>
                  <a:cubicBezTo>
                    <a:pt x="72" y="512"/>
                    <a:pt x="68" y="505"/>
                    <a:pt x="68" y="505"/>
                  </a:cubicBezTo>
                  <a:cubicBezTo>
                    <a:pt x="62" y="499"/>
                    <a:pt x="64" y="498"/>
                    <a:pt x="64" y="498"/>
                  </a:cubicBezTo>
                  <a:lnTo>
                    <a:pt x="64" y="498"/>
                  </a:lnTo>
                  <a:lnTo>
                    <a:pt x="75" y="511"/>
                  </a:lnTo>
                  <a:cubicBezTo>
                    <a:pt x="83" y="523"/>
                    <a:pt x="89" y="529"/>
                    <a:pt x="90" y="529"/>
                  </a:cubicBezTo>
                  <a:cubicBezTo>
                    <a:pt x="90" y="529"/>
                    <a:pt x="89" y="528"/>
                    <a:pt x="87" y="525"/>
                  </a:cubicBezTo>
                  <a:lnTo>
                    <a:pt x="87" y="525"/>
                  </a:lnTo>
                  <a:cubicBezTo>
                    <a:pt x="89" y="527"/>
                    <a:pt x="90" y="528"/>
                    <a:pt x="91" y="528"/>
                  </a:cubicBezTo>
                  <a:cubicBezTo>
                    <a:pt x="91" y="528"/>
                    <a:pt x="91" y="526"/>
                    <a:pt x="88" y="522"/>
                  </a:cubicBezTo>
                  <a:cubicBezTo>
                    <a:pt x="85" y="514"/>
                    <a:pt x="80" y="508"/>
                    <a:pt x="75" y="501"/>
                  </a:cubicBezTo>
                  <a:cubicBezTo>
                    <a:pt x="69" y="494"/>
                    <a:pt x="70" y="493"/>
                    <a:pt x="70" y="493"/>
                  </a:cubicBezTo>
                  <a:lnTo>
                    <a:pt x="70" y="493"/>
                  </a:lnTo>
                  <a:cubicBezTo>
                    <a:pt x="70" y="493"/>
                    <a:pt x="70" y="493"/>
                    <a:pt x="76" y="500"/>
                  </a:cubicBezTo>
                  <a:cubicBezTo>
                    <a:pt x="81" y="506"/>
                    <a:pt x="84" y="509"/>
                    <a:pt x="84" y="509"/>
                  </a:cubicBezTo>
                  <a:cubicBezTo>
                    <a:pt x="85" y="509"/>
                    <a:pt x="83" y="505"/>
                    <a:pt x="78" y="498"/>
                  </a:cubicBezTo>
                  <a:lnTo>
                    <a:pt x="78" y="498"/>
                  </a:lnTo>
                  <a:lnTo>
                    <a:pt x="84" y="504"/>
                  </a:lnTo>
                  <a:cubicBezTo>
                    <a:pt x="87" y="509"/>
                    <a:pt x="91" y="513"/>
                    <a:pt x="92" y="513"/>
                  </a:cubicBezTo>
                  <a:cubicBezTo>
                    <a:pt x="93" y="513"/>
                    <a:pt x="93" y="512"/>
                    <a:pt x="93" y="509"/>
                  </a:cubicBezTo>
                  <a:cubicBezTo>
                    <a:pt x="94" y="508"/>
                    <a:pt x="95" y="507"/>
                    <a:pt x="97" y="507"/>
                  </a:cubicBezTo>
                  <a:cubicBezTo>
                    <a:pt x="99" y="507"/>
                    <a:pt x="101" y="508"/>
                    <a:pt x="104" y="512"/>
                  </a:cubicBezTo>
                  <a:cubicBezTo>
                    <a:pt x="105" y="513"/>
                    <a:pt x="105" y="514"/>
                    <a:pt x="105" y="514"/>
                  </a:cubicBezTo>
                  <a:cubicBezTo>
                    <a:pt x="106" y="514"/>
                    <a:pt x="100" y="501"/>
                    <a:pt x="93" y="489"/>
                  </a:cubicBezTo>
                  <a:lnTo>
                    <a:pt x="93" y="489"/>
                  </a:lnTo>
                  <a:cubicBezTo>
                    <a:pt x="96" y="493"/>
                    <a:pt x="97" y="495"/>
                    <a:pt x="98" y="495"/>
                  </a:cubicBezTo>
                  <a:cubicBezTo>
                    <a:pt x="99" y="495"/>
                    <a:pt x="99" y="495"/>
                    <a:pt x="99" y="494"/>
                  </a:cubicBezTo>
                  <a:cubicBezTo>
                    <a:pt x="100" y="493"/>
                    <a:pt x="101" y="493"/>
                    <a:pt x="101" y="493"/>
                  </a:cubicBezTo>
                  <a:cubicBezTo>
                    <a:pt x="102" y="493"/>
                    <a:pt x="104" y="494"/>
                    <a:pt x="107" y="499"/>
                  </a:cubicBezTo>
                  <a:cubicBezTo>
                    <a:pt x="112" y="506"/>
                    <a:pt x="115" y="510"/>
                    <a:pt x="115" y="510"/>
                  </a:cubicBezTo>
                  <a:cubicBezTo>
                    <a:pt x="115" y="510"/>
                    <a:pt x="113" y="506"/>
                    <a:pt x="108" y="499"/>
                  </a:cubicBezTo>
                  <a:cubicBezTo>
                    <a:pt x="104" y="493"/>
                    <a:pt x="103" y="490"/>
                    <a:pt x="104" y="490"/>
                  </a:cubicBezTo>
                  <a:lnTo>
                    <a:pt x="104" y="490"/>
                  </a:lnTo>
                  <a:cubicBezTo>
                    <a:pt x="105" y="490"/>
                    <a:pt x="110" y="495"/>
                    <a:pt x="116" y="503"/>
                  </a:cubicBezTo>
                  <a:cubicBezTo>
                    <a:pt x="120" y="508"/>
                    <a:pt x="121" y="509"/>
                    <a:pt x="123" y="509"/>
                  </a:cubicBezTo>
                  <a:cubicBezTo>
                    <a:pt x="123" y="509"/>
                    <a:pt x="123" y="509"/>
                    <a:pt x="124" y="509"/>
                  </a:cubicBezTo>
                  <a:cubicBezTo>
                    <a:pt x="120" y="501"/>
                    <a:pt x="121" y="500"/>
                    <a:pt x="122" y="500"/>
                  </a:cubicBezTo>
                  <a:cubicBezTo>
                    <a:pt x="124" y="498"/>
                    <a:pt x="124" y="498"/>
                    <a:pt x="114" y="484"/>
                  </a:cubicBezTo>
                  <a:cubicBezTo>
                    <a:pt x="114" y="484"/>
                    <a:pt x="114" y="484"/>
                    <a:pt x="114" y="484"/>
                  </a:cubicBezTo>
                  <a:lnTo>
                    <a:pt x="114" y="484"/>
                  </a:lnTo>
                  <a:cubicBezTo>
                    <a:pt x="113" y="485"/>
                    <a:pt x="113" y="486"/>
                    <a:pt x="112" y="486"/>
                  </a:cubicBezTo>
                  <a:lnTo>
                    <a:pt x="111" y="486"/>
                  </a:lnTo>
                  <a:cubicBezTo>
                    <a:pt x="109" y="487"/>
                    <a:pt x="107" y="488"/>
                    <a:pt x="106" y="488"/>
                  </a:cubicBezTo>
                  <a:cubicBezTo>
                    <a:pt x="98" y="488"/>
                    <a:pt x="94" y="477"/>
                    <a:pt x="102" y="472"/>
                  </a:cubicBezTo>
                  <a:cubicBezTo>
                    <a:pt x="103" y="471"/>
                    <a:pt x="104" y="471"/>
                    <a:pt x="105" y="471"/>
                  </a:cubicBezTo>
                  <a:lnTo>
                    <a:pt x="105" y="471"/>
                  </a:lnTo>
                  <a:cubicBezTo>
                    <a:pt x="105" y="472"/>
                    <a:pt x="107" y="474"/>
                    <a:pt x="114" y="484"/>
                  </a:cubicBezTo>
                  <a:lnTo>
                    <a:pt x="114" y="484"/>
                  </a:lnTo>
                  <a:cubicBezTo>
                    <a:pt x="114" y="483"/>
                    <a:pt x="114" y="483"/>
                    <a:pt x="114" y="482"/>
                  </a:cubicBezTo>
                  <a:lnTo>
                    <a:pt x="114" y="482"/>
                  </a:lnTo>
                  <a:cubicBezTo>
                    <a:pt x="115" y="484"/>
                    <a:pt x="117" y="488"/>
                    <a:pt x="120" y="491"/>
                  </a:cubicBezTo>
                  <a:cubicBezTo>
                    <a:pt x="124" y="496"/>
                    <a:pt x="125" y="497"/>
                    <a:pt x="127" y="497"/>
                  </a:cubicBezTo>
                  <a:cubicBezTo>
                    <a:pt x="127" y="497"/>
                    <a:pt x="127" y="496"/>
                    <a:pt x="127" y="496"/>
                  </a:cubicBezTo>
                  <a:cubicBezTo>
                    <a:pt x="129" y="495"/>
                    <a:pt x="124" y="489"/>
                    <a:pt x="124" y="489"/>
                  </a:cubicBezTo>
                  <a:cubicBezTo>
                    <a:pt x="120" y="484"/>
                    <a:pt x="118" y="482"/>
                    <a:pt x="118" y="482"/>
                  </a:cubicBezTo>
                  <a:cubicBezTo>
                    <a:pt x="117" y="482"/>
                    <a:pt x="117" y="483"/>
                    <a:pt x="117" y="483"/>
                  </a:cubicBezTo>
                  <a:cubicBezTo>
                    <a:pt x="116" y="482"/>
                    <a:pt x="115" y="481"/>
                    <a:pt x="115" y="481"/>
                  </a:cubicBezTo>
                  <a:lnTo>
                    <a:pt x="115" y="481"/>
                  </a:lnTo>
                  <a:cubicBezTo>
                    <a:pt x="115" y="481"/>
                    <a:pt x="114" y="482"/>
                    <a:pt x="114" y="482"/>
                  </a:cubicBezTo>
                  <a:lnTo>
                    <a:pt x="114" y="482"/>
                  </a:lnTo>
                  <a:cubicBezTo>
                    <a:pt x="114" y="481"/>
                    <a:pt x="114" y="481"/>
                    <a:pt x="114" y="481"/>
                  </a:cubicBezTo>
                  <a:cubicBezTo>
                    <a:pt x="114" y="481"/>
                    <a:pt x="114" y="481"/>
                    <a:pt x="115" y="481"/>
                  </a:cubicBezTo>
                  <a:lnTo>
                    <a:pt x="115" y="481"/>
                  </a:lnTo>
                  <a:cubicBezTo>
                    <a:pt x="115" y="480"/>
                    <a:pt x="115" y="478"/>
                    <a:pt x="114" y="477"/>
                  </a:cubicBezTo>
                  <a:lnTo>
                    <a:pt x="114" y="477"/>
                  </a:lnTo>
                  <a:cubicBezTo>
                    <a:pt x="116" y="479"/>
                    <a:pt x="118" y="481"/>
                    <a:pt x="119" y="481"/>
                  </a:cubicBezTo>
                  <a:cubicBezTo>
                    <a:pt x="119" y="481"/>
                    <a:pt x="120" y="481"/>
                    <a:pt x="120" y="481"/>
                  </a:cubicBezTo>
                  <a:cubicBezTo>
                    <a:pt x="120" y="481"/>
                    <a:pt x="120" y="481"/>
                    <a:pt x="120" y="481"/>
                  </a:cubicBezTo>
                  <a:cubicBezTo>
                    <a:pt x="120" y="481"/>
                    <a:pt x="122" y="481"/>
                    <a:pt x="126" y="486"/>
                  </a:cubicBezTo>
                  <a:cubicBezTo>
                    <a:pt x="126" y="486"/>
                    <a:pt x="131" y="492"/>
                    <a:pt x="133" y="492"/>
                  </a:cubicBezTo>
                  <a:cubicBezTo>
                    <a:pt x="133" y="492"/>
                    <a:pt x="133" y="492"/>
                    <a:pt x="133" y="492"/>
                  </a:cubicBezTo>
                  <a:cubicBezTo>
                    <a:pt x="134" y="492"/>
                    <a:pt x="135" y="491"/>
                    <a:pt x="135" y="491"/>
                  </a:cubicBezTo>
                  <a:cubicBezTo>
                    <a:pt x="137" y="491"/>
                    <a:pt x="139" y="492"/>
                    <a:pt x="142" y="496"/>
                  </a:cubicBezTo>
                  <a:cubicBezTo>
                    <a:pt x="142" y="496"/>
                    <a:pt x="142" y="496"/>
                    <a:pt x="138" y="490"/>
                  </a:cubicBezTo>
                  <a:cubicBezTo>
                    <a:pt x="133" y="484"/>
                    <a:pt x="129" y="478"/>
                    <a:pt x="132" y="478"/>
                  </a:cubicBezTo>
                  <a:cubicBezTo>
                    <a:pt x="133" y="478"/>
                    <a:pt x="134" y="479"/>
                    <a:pt x="135" y="480"/>
                  </a:cubicBezTo>
                  <a:cubicBezTo>
                    <a:pt x="138" y="480"/>
                    <a:pt x="140" y="477"/>
                    <a:pt x="134" y="471"/>
                  </a:cubicBezTo>
                  <a:cubicBezTo>
                    <a:pt x="135" y="471"/>
                    <a:pt x="135" y="471"/>
                    <a:pt x="140" y="477"/>
                  </a:cubicBezTo>
                  <a:cubicBezTo>
                    <a:pt x="145" y="484"/>
                    <a:pt x="148" y="487"/>
                    <a:pt x="149" y="487"/>
                  </a:cubicBezTo>
                  <a:cubicBezTo>
                    <a:pt x="150" y="487"/>
                    <a:pt x="148" y="483"/>
                    <a:pt x="143" y="475"/>
                  </a:cubicBezTo>
                  <a:cubicBezTo>
                    <a:pt x="140" y="472"/>
                    <a:pt x="139" y="470"/>
                    <a:pt x="140" y="470"/>
                  </a:cubicBezTo>
                  <a:lnTo>
                    <a:pt x="140" y="470"/>
                  </a:lnTo>
                  <a:cubicBezTo>
                    <a:pt x="140" y="470"/>
                    <a:pt x="142" y="471"/>
                    <a:pt x="144" y="474"/>
                  </a:cubicBezTo>
                  <a:cubicBezTo>
                    <a:pt x="144" y="474"/>
                    <a:pt x="145" y="474"/>
                    <a:pt x="141" y="466"/>
                  </a:cubicBezTo>
                  <a:cubicBezTo>
                    <a:pt x="139" y="463"/>
                    <a:pt x="137" y="461"/>
                    <a:pt x="138" y="461"/>
                  </a:cubicBezTo>
                  <a:lnTo>
                    <a:pt x="138" y="461"/>
                  </a:lnTo>
                  <a:cubicBezTo>
                    <a:pt x="138" y="461"/>
                    <a:pt x="140" y="462"/>
                    <a:pt x="143" y="465"/>
                  </a:cubicBezTo>
                  <a:cubicBezTo>
                    <a:pt x="147" y="470"/>
                    <a:pt x="148" y="471"/>
                    <a:pt x="149" y="471"/>
                  </a:cubicBezTo>
                  <a:cubicBezTo>
                    <a:pt x="149" y="471"/>
                    <a:pt x="150" y="471"/>
                    <a:pt x="150" y="471"/>
                  </a:cubicBezTo>
                  <a:cubicBezTo>
                    <a:pt x="148" y="465"/>
                    <a:pt x="151" y="461"/>
                    <a:pt x="154" y="461"/>
                  </a:cubicBezTo>
                  <a:cubicBezTo>
                    <a:pt x="156" y="461"/>
                    <a:pt x="158" y="462"/>
                    <a:pt x="160" y="464"/>
                  </a:cubicBezTo>
                  <a:cubicBezTo>
                    <a:pt x="156" y="456"/>
                    <a:pt x="156" y="456"/>
                    <a:pt x="157" y="456"/>
                  </a:cubicBezTo>
                  <a:cubicBezTo>
                    <a:pt x="161" y="461"/>
                    <a:pt x="163" y="463"/>
                    <a:pt x="163" y="463"/>
                  </a:cubicBezTo>
                  <a:cubicBezTo>
                    <a:pt x="164" y="463"/>
                    <a:pt x="160" y="457"/>
                    <a:pt x="153" y="448"/>
                  </a:cubicBezTo>
                  <a:lnTo>
                    <a:pt x="152" y="448"/>
                  </a:lnTo>
                  <a:lnTo>
                    <a:pt x="151" y="449"/>
                  </a:lnTo>
                  <a:cubicBezTo>
                    <a:pt x="146" y="443"/>
                    <a:pt x="144" y="440"/>
                    <a:pt x="145" y="439"/>
                  </a:cubicBezTo>
                  <a:lnTo>
                    <a:pt x="145" y="439"/>
                  </a:lnTo>
                  <a:cubicBezTo>
                    <a:pt x="146" y="440"/>
                    <a:pt x="150" y="444"/>
                    <a:pt x="159" y="455"/>
                  </a:cubicBezTo>
                  <a:cubicBezTo>
                    <a:pt x="164" y="461"/>
                    <a:pt x="167" y="464"/>
                    <a:pt x="167" y="464"/>
                  </a:cubicBezTo>
                  <a:cubicBezTo>
                    <a:pt x="168" y="464"/>
                    <a:pt x="165" y="461"/>
                    <a:pt x="160" y="454"/>
                  </a:cubicBezTo>
                  <a:cubicBezTo>
                    <a:pt x="155" y="446"/>
                    <a:pt x="153" y="443"/>
                    <a:pt x="154" y="443"/>
                  </a:cubicBezTo>
                  <a:lnTo>
                    <a:pt x="154" y="443"/>
                  </a:lnTo>
                  <a:cubicBezTo>
                    <a:pt x="154" y="443"/>
                    <a:pt x="157" y="446"/>
                    <a:pt x="162" y="452"/>
                  </a:cubicBezTo>
                  <a:cubicBezTo>
                    <a:pt x="168" y="458"/>
                    <a:pt x="171" y="462"/>
                    <a:pt x="171" y="462"/>
                  </a:cubicBezTo>
                  <a:cubicBezTo>
                    <a:pt x="171" y="462"/>
                    <a:pt x="168" y="458"/>
                    <a:pt x="163" y="452"/>
                  </a:cubicBezTo>
                  <a:cubicBezTo>
                    <a:pt x="152" y="435"/>
                    <a:pt x="147" y="426"/>
                    <a:pt x="148" y="426"/>
                  </a:cubicBezTo>
                  <a:lnTo>
                    <a:pt x="148" y="426"/>
                  </a:lnTo>
                  <a:cubicBezTo>
                    <a:pt x="149" y="426"/>
                    <a:pt x="153" y="431"/>
                    <a:pt x="162" y="443"/>
                  </a:cubicBezTo>
                  <a:cubicBezTo>
                    <a:pt x="172" y="456"/>
                    <a:pt x="178" y="462"/>
                    <a:pt x="179" y="462"/>
                  </a:cubicBezTo>
                  <a:cubicBezTo>
                    <a:pt x="177" y="456"/>
                    <a:pt x="173" y="452"/>
                    <a:pt x="169" y="447"/>
                  </a:cubicBezTo>
                  <a:cubicBezTo>
                    <a:pt x="163" y="441"/>
                    <a:pt x="161" y="437"/>
                    <a:pt x="161" y="437"/>
                  </a:cubicBezTo>
                  <a:lnTo>
                    <a:pt x="161" y="437"/>
                  </a:lnTo>
                  <a:cubicBezTo>
                    <a:pt x="162" y="437"/>
                    <a:pt x="165" y="440"/>
                    <a:pt x="171" y="446"/>
                  </a:cubicBezTo>
                  <a:cubicBezTo>
                    <a:pt x="180" y="456"/>
                    <a:pt x="185" y="460"/>
                    <a:pt x="187" y="460"/>
                  </a:cubicBezTo>
                  <a:cubicBezTo>
                    <a:pt x="188" y="460"/>
                    <a:pt x="186" y="456"/>
                    <a:pt x="182" y="449"/>
                  </a:cubicBezTo>
                  <a:cubicBezTo>
                    <a:pt x="178" y="441"/>
                    <a:pt x="177" y="437"/>
                    <a:pt x="178" y="437"/>
                  </a:cubicBezTo>
                  <a:lnTo>
                    <a:pt x="178" y="437"/>
                  </a:lnTo>
                  <a:cubicBezTo>
                    <a:pt x="179" y="437"/>
                    <a:pt x="181" y="440"/>
                    <a:pt x="185" y="447"/>
                  </a:cubicBezTo>
                  <a:cubicBezTo>
                    <a:pt x="190" y="456"/>
                    <a:pt x="192" y="459"/>
                    <a:pt x="192" y="459"/>
                  </a:cubicBezTo>
                  <a:cubicBezTo>
                    <a:pt x="193" y="459"/>
                    <a:pt x="192" y="457"/>
                    <a:pt x="190" y="454"/>
                  </a:cubicBezTo>
                  <a:lnTo>
                    <a:pt x="194" y="452"/>
                  </a:lnTo>
                  <a:cubicBezTo>
                    <a:pt x="193" y="448"/>
                    <a:pt x="192" y="446"/>
                    <a:pt x="190" y="443"/>
                  </a:cubicBezTo>
                  <a:lnTo>
                    <a:pt x="190" y="443"/>
                  </a:lnTo>
                  <a:cubicBezTo>
                    <a:pt x="194" y="447"/>
                    <a:pt x="197" y="450"/>
                    <a:pt x="198" y="450"/>
                  </a:cubicBezTo>
                  <a:cubicBezTo>
                    <a:pt x="198" y="450"/>
                    <a:pt x="197" y="448"/>
                    <a:pt x="194" y="442"/>
                  </a:cubicBezTo>
                  <a:lnTo>
                    <a:pt x="196" y="440"/>
                  </a:lnTo>
                  <a:cubicBezTo>
                    <a:pt x="196" y="439"/>
                    <a:pt x="196" y="439"/>
                    <a:pt x="191" y="433"/>
                  </a:cubicBezTo>
                  <a:cubicBezTo>
                    <a:pt x="190" y="430"/>
                    <a:pt x="190" y="429"/>
                    <a:pt x="190" y="429"/>
                  </a:cubicBezTo>
                  <a:lnTo>
                    <a:pt x="190" y="429"/>
                  </a:lnTo>
                  <a:cubicBezTo>
                    <a:pt x="191" y="429"/>
                    <a:pt x="195" y="434"/>
                    <a:pt x="199" y="438"/>
                  </a:cubicBezTo>
                  <a:cubicBezTo>
                    <a:pt x="203" y="442"/>
                    <a:pt x="208" y="447"/>
                    <a:pt x="208" y="447"/>
                  </a:cubicBezTo>
                  <a:cubicBezTo>
                    <a:pt x="208" y="447"/>
                    <a:pt x="208" y="446"/>
                    <a:pt x="206" y="444"/>
                  </a:cubicBezTo>
                  <a:cubicBezTo>
                    <a:pt x="201" y="436"/>
                    <a:pt x="197" y="429"/>
                    <a:pt x="193" y="421"/>
                  </a:cubicBezTo>
                  <a:cubicBezTo>
                    <a:pt x="191" y="419"/>
                    <a:pt x="191" y="418"/>
                    <a:pt x="191" y="418"/>
                  </a:cubicBezTo>
                  <a:lnTo>
                    <a:pt x="191" y="418"/>
                  </a:lnTo>
                  <a:cubicBezTo>
                    <a:pt x="191" y="418"/>
                    <a:pt x="195" y="423"/>
                    <a:pt x="198" y="428"/>
                  </a:cubicBezTo>
                  <a:cubicBezTo>
                    <a:pt x="201" y="433"/>
                    <a:pt x="206" y="437"/>
                    <a:pt x="210" y="440"/>
                  </a:cubicBezTo>
                  <a:cubicBezTo>
                    <a:pt x="212" y="440"/>
                    <a:pt x="213" y="439"/>
                    <a:pt x="207" y="433"/>
                  </a:cubicBezTo>
                  <a:cubicBezTo>
                    <a:pt x="204" y="428"/>
                    <a:pt x="205" y="426"/>
                    <a:pt x="207" y="426"/>
                  </a:cubicBezTo>
                  <a:cubicBezTo>
                    <a:pt x="209" y="426"/>
                    <a:pt x="211" y="427"/>
                    <a:pt x="213" y="429"/>
                  </a:cubicBezTo>
                  <a:lnTo>
                    <a:pt x="214" y="428"/>
                  </a:lnTo>
                  <a:cubicBezTo>
                    <a:pt x="215" y="427"/>
                    <a:pt x="210" y="420"/>
                    <a:pt x="212" y="419"/>
                  </a:cubicBezTo>
                  <a:cubicBezTo>
                    <a:pt x="212" y="419"/>
                    <a:pt x="212" y="419"/>
                    <a:pt x="207" y="411"/>
                  </a:cubicBezTo>
                  <a:cubicBezTo>
                    <a:pt x="208" y="411"/>
                    <a:pt x="209" y="411"/>
                    <a:pt x="214" y="418"/>
                  </a:cubicBezTo>
                  <a:cubicBezTo>
                    <a:pt x="209" y="411"/>
                    <a:pt x="207" y="407"/>
                    <a:pt x="207" y="407"/>
                  </a:cubicBezTo>
                  <a:lnTo>
                    <a:pt x="207" y="407"/>
                  </a:lnTo>
                  <a:cubicBezTo>
                    <a:pt x="208" y="407"/>
                    <a:pt x="211" y="410"/>
                    <a:pt x="216" y="417"/>
                  </a:cubicBezTo>
                  <a:cubicBezTo>
                    <a:pt x="221" y="423"/>
                    <a:pt x="224" y="427"/>
                    <a:pt x="224" y="427"/>
                  </a:cubicBezTo>
                  <a:cubicBezTo>
                    <a:pt x="224" y="427"/>
                    <a:pt x="221" y="423"/>
                    <a:pt x="216" y="416"/>
                  </a:cubicBezTo>
                  <a:cubicBezTo>
                    <a:pt x="214" y="412"/>
                    <a:pt x="213" y="411"/>
                    <a:pt x="213" y="411"/>
                  </a:cubicBezTo>
                  <a:lnTo>
                    <a:pt x="213" y="411"/>
                  </a:lnTo>
                  <a:cubicBezTo>
                    <a:pt x="213" y="411"/>
                    <a:pt x="215" y="412"/>
                    <a:pt x="218" y="415"/>
                  </a:cubicBezTo>
                  <a:cubicBezTo>
                    <a:pt x="213" y="405"/>
                    <a:pt x="209" y="399"/>
                    <a:pt x="210" y="399"/>
                  </a:cubicBezTo>
                  <a:lnTo>
                    <a:pt x="210" y="399"/>
                  </a:lnTo>
                  <a:cubicBezTo>
                    <a:pt x="211" y="399"/>
                    <a:pt x="212" y="401"/>
                    <a:pt x="216" y="406"/>
                  </a:cubicBezTo>
                  <a:cubicBezTo>
                    <a:pt x="216" y="406"/>
                    <a:pt x="217" y="406"/>
                    <a:pt x="213" y="398"/>
                  </a:cubicBezTo>
                  <a:cubicBezTo>
                    <a:pt x="208" y="391"/>
                    <a:pt x="206" y="388"/>
                    <a:pt x="206" y="388"/>
                  </a:cubicBezTo>
                  <a:lnTo>
                    <a:pt x="206" y="388"/>
                  </a:lnTo>
                  <a:cubicBezTo>
                    <a:pt x="206" y="388"/>
                    <a:pt x="209" y="391"/>
                    <a:pt x="214" y="398"/>
                  </a:cubicBezTo>
                  <a:cubicBezTo>
                    <a:pt x="219" y="404"/>
                    <a:pt x="222" y="407"/>
                    <a:pt x="222" y="407"/>
                  </a:cubicBezTo>
                  <a:cubicBezTo>
                    <a:pt x="223" y="407"/>
                    <a:pt x="221" y="403"/>
                    <a:pt x="216" y="396"/>
                  </a:cubicBezTo>
                  <a:cubicBezTo>
                    <a:pt x="216" y="396"/>
                    <a:pt x="214" y="393"/>
                    <a:pt x="214" y="393"/>
                  </a:cubicBezTo>
                  <a:lnTo>
                    <a:pt x="214" y="393"/>
                  </a:lnTo>
                  <a:cubicBezTo>
                    <a:pt x="215" y="393"/>
                    <a:pt x="215" y="393"/>
                    <a:pt x="217" y="396"/>
                  </a:cubicBezTo>
                  <a:cubicBezTo>
                    <a:pt x="220" y="398"/>
                    <a:pt x="225" y="400"/>
                    <a:pt x="227" y="400"/>
                  </a:cubicBezTo>
                  <a:cubicBezTo>
                    <a:pt x="229" y="400"/>
                    <a:pt x="229" y="398"/>
                    <a:pt x="223" y="391"/>
                  </a:cubicBezTo>
                  <a:lnTo>
                    <a:pt x="224" y="391"/>
                  </a:lnTo>
                  <a:cubicBezTo>
                    <a:pt x="227" y="393"/>
                    <a:pt x="229" y="395"/>
                    <a:pt x="230" y="395"/>
                  </a:cubicBezTo>
                  <a:cubicBezTo>
                    <a:pt x="231" y="395"/>
                    <a:pt x="230" y="393"/>
                    <a:pt x="227" y="389"/>
                  </a:cubicBezTo>
                  <a:lnTo>
                    <a:pt x="223" y="381"/>
                  </a:lnTo>
                  <a:lnTo>
                    <a:pt x="223" y="381"/>
                  </a:lnTo>
                  <a:cubicBezTo>
                    <a:pt x="226" y="387"/>
                    <a:pt x="230" y="390"/>
                    <a:pt x="234" y="393"/>
                  </a:cubicBezTo>
                  <a:cubicBezTo>
                    <a:pt x="235" y="393"/>
                    <a:pt x="235" y="393"/>
                    <a:pt x="230" y="387"/>
                  </a:cubicBezTo>
                  <a:cubicBezTo>
                    <a:pt x="224" y="380"/>
                    <a:pt x="225" y="380"/>
                    <a:pt x="226" y="380"/>
                  </a:cubicBezTo>
                  <a:cubicBezTo>
                    <a:pt x="231" y="383"/>
                    <a:pt x="234" y="387"/>
                    <a:pt x="237" y="392"/>
                  </a:cubicBezTo>
                  <a:lnTo>
                    <a:pt x="239" y="391"/>
                  </a:lnTo>
                  <a:cubicBezTo>
                    <a:pt x="233" y="383"/>
                    <a:pt x="230" y="380"/>
                    <a:pt x="230" y="380"/>
                  </a:cubicBezTo>
                  <a:lnTo>
                    <a:pt x="230" y="380"/>
                  </a:lnTo>
                  <a:cubicBezTo>
                    <a:pt x="230" y="380"/>
                    <a:pt x="232" y="382"/>
                    <a:pt x="234" y="384"/>
                  </a:cubicBezTo>
                  <a:cubicBezTo>
                    <a:pt x="238" y="388"/>
                    <a:pt x="240" y="389"/>
                    <a:pt x="240" y="389"/>
                  </a:cubicBezTo>
                  <a:cubicBezTo>
                    <a:pt x="241" y="389"/>
                    <a:pt x="241" y="389"/>
                    <a:pt x="241" y="389"/>
                  </a:cubicBezTo>
                  <a:cubicBezTo>
                    <a:pt x="239" y="387"/>
                    <a:pt x="239" y="386"/>
                    <a:pt x="239" y="386"/>
                  </a:cubicBezTo>
                  <a:lnTo>
                    <a:pt x="239" y="386"/>
                  </a:lnTo>
                  <a:cubicBezTo>
                    <a:pt x="239" y="386"/>
                    <a:pt x="242" y="389"/>
                    <a:pt x="241" y="389"/>
                  </a:cubicBezTo>
                  <a:lnTo>
                    <a:pt x="246" y="396"/>
                  </a:lnTo>
                  <a:cubicBezTo>
                    <a:pt x="248" y="397"/>
                    <a:pt x="249" y="398"/>
                    <a:pt x="249" y="398"/>
                  </a:cubicBezTo>
                  <a:cubicBezTo>
                    <a:pt x="249" y="398"/>
                    <a:pt x="246" y="394"/>
                    <a:pt x="242" y="389"/>
                  </a:cubicBezTo>
                  <a:lnTo>
                    <a:pt x="243" y="388"/>
                  </a:lnTo>
                  <a:cubicBezTo>
                    <a:pt x="244" y="388"/>
                    <a:pt x="245" y="387"/>
                    <a:pt x="239" y="381"/>
                  </a:cubicBezTo>
                  <a:cubicBezTo>
                    <a:pt x="235" y="376"/>
                    <a:pt x="232" y="372"/>
                    <a:pt x="230" y="366"/>
                  </a:cubicBezTo>
                  <a:lnTo>
                    <a:pt x="230" y="366"/>
                  </a:lnTo>
                  <a:cubicBezTo>
                    <a:pt x="233" y="371"/>
                    <a:pt x="236" y="375"/>
                    <a:pt x="241" y="380"/>
                  </a:cubicBezTo>
                  <a:cubicBezTo>
                    <a:pt x="241" y="380"/>
                    <a:pt x="241" y="380"/>
                    <a:pt x="241" y="380"/>
                  </a:cubicBezTo>
                  <a:cubicBezTo>
                    <a:pt x="243" y="380"/>
                    <a:pt x="246" y="385"/>
                    <a:pt x="246" y="385"/>
                  </a:cubicBezTo>
                  <a:cubicBezTo>
                    <a:pt x="250" y="391"/>
                    <a:pt x="252" y="393"/>
                    <a:pt x="253" y="393"/>
                  </a:cubicBezTo>
                  <a:cubicBezTo>
                    <a:pt x="254" y="393"/>
                    <a:pt x="252" y="388"/>
                    <a:pt x="250" y="384"/>
                  </a:cubicBezTo>
                  <a:cubicBezTo>
                    <a:pt x="245" y="377"/>
                    <a:pt x="243" y="373"/>
                    <a:pt x="244" y="373"/>
                  </a:cubicBezTo>
                  <a:lnTo>
                    <a:pt x="244" y="373"/>
                  </a:lnTo>
                  <a:cubicBezTo>
                    <a:pt x="244" y="373"/>
                    <a:pt x="247" y="376"/>
                    <a:pt x="252" y="382"/>
                  </a:cubicBezTo>
                  <a:cubicBezTo>
                    <a:pt x="255" y="386"/>
                    <a:pt x="256" y="387"/>
                    <a:pt x="256" y="387"/>
                  </a:cubicBezTo>
                  <a:cubicBezTo>
                    <a:pt x="257" y="387"/>
                    <a:pt x="249" y="376"/>
                    <a:pt x="239" y="361"/>
                  </a:cubicBezTo>
                  <a:lnTo>
                    <a:pt x="224" y="339"/>
                  </a:lnTo>
                  <a:lnTo>
                    <a:pt x="224" y="339"/>
                  </a:lnTo>
                  <a:lnTo>
                    <a:pt x="240" y="360"/>
                  </a:lnTo>
                  <a:cubicBezTo>
                    <a:pt x="252" y="375"/>
                    <a:pt x="257" y="382"/>
                    <a:pt x="258" y="382"/>
                  </a:cubicBezTo>
                  <a:cubicBezTo>
                    <a:pt x="258" y="382"/>
                    <a:pt x="256" y="378"/>
                    <a:pt x="253" y="372"/>
                  </a:cubicBezTo>
                  <a:cubicBezTo>
                    <a:pt x="251" y="368"/>
                    <a:pt x="250" y="366"/>
                    <a:pt x="250" y="366"/>
                  </a:cubicBezTo>
                  <a:lnTo>
                    <a:pt x="250" y="366"/>
                  </a:lnTo>
                  <a:cubicBezTo>
                    <a:pt x="250" y="366"/>
                    <a:pt x="252" y="368"/>
                    <a:pt x="254" y="371"/>
                  </a:cubicBezTo>
                  <a:cubicBezTo>
                    <a:pt x="258" y="375"/>
                    <a:pt x="259" y="376"/>
                    <a:pt x="260" y="376"/>
                  </a:cubicBezTo>
                  <a:cubicBezTo>
                    <a:pt x="261" y="376"/>
                    <a:pt x="261" y="376"/>
                    <a:pt x="262" y="375"/>
                  </a:cubicBezTo>
                  <a:cubicBezTo>
                    <a:pt x="264" y="374"/>
                    <a:pt x="265" y="373"/>
                    <a:pt x="260" y="366"/>
                  </a:cubicBezTo>
                  <a:lnTo>
                    <a:pt x="262" y="365"/>
                  </a:lnTo>
                  <a:cubicBezTo>
                    <a:pt x="266" y="370"/>
                    <a:pt x="268" y="372"/>
                    <a:pt x="269" y="372"/>
                  </a:cubicBezTo>
                  <a:cubicBezTo>
                    <a:pt x="269" y="372"/>
                    <a:pt x="265" y="366"/>
                    <a:pt x="258" y="357"/>
                  </a:cubicBezTo>
                  <a:lnTo>
                    <a:pt x="260" y="356"/>
                  </a:lnTo>
                  <a:lnTo>
                    <a:pt x="264" y="363"/>
                  </a:lnTo>
                  <a:cubicBezTo>
                    <a:pt x="267" y="367"/>
                    <a:pt x="269" y="368"/>
                    <a:pt x="271" y="368"/>
                  </a:cubicBezTo>
                  <a:cubicBezTo>
                    <a:pt x="273" y="368"/>
                    <a:pt x="274" y="367"/>
                    <a:pt x="277" y="365"/>
                  </a:cubicBezTo>
                  <a:cubicBezTo>
                    <a:pt x="283" y="361"/>
                    <a:pt x="285" y="361"/>
                    <a:pt x="274" y="347"/>
                  </a:cubicBezTo>
                  <a:cubicBezTo>
                    <a:pt x="269" y="340"/>
                    <a:pt x="267" y="336"/>
                    <a:pt x="267" y="336"/>
                  </a:cubicBezTo>
                  <a:lnTo>
                    <a:pt x="267" y="336"/>
                  </a:lnTo>
                  <a:cubicBezTo>
                    <a:pt x="268" y="336"/>
                    <a:pt x="271" y="340"/>
                    <a:pt x="276" y="346"/>
                  </a:cubicBezTo>
                  <a:cubicBezTo>
                    <a:pt x="279" y="351"/>
                    <a:pt x="283" y="355"/>
                    <a:pt x="283" y="355"/>
                  </a:cubicBezTo>
                  <a:cubicBezTo>
                    <a:pt x="284" y="355"/>
                    <a:pt x="283" y="354"/>
                    <a:pt x="281" y="352"/>
                  </a:cubicBezTo>
                  <a:cubicBezTo>
                    <a:pt x="281" y="352"/>
                    <a:pt x="281" y="352"/>
                    <a:pt x="282" y="352"/>
                  </a:cubicBezTo>
                  <a:cubicBezTo>
                    <a:pt x="282" y="352"/>
                    <a:pt x="285" y="352"/>
                    <a:pt x="289" y="357"/>
                  </a:cubicBezTo>
                  <a:cubicBezTo>
                    <a:pt x="294" y="362"/>
                    <a:pt x="296" y="364"/>
                    <a:pt x="297" y="364"/>
                  </a:cubicBezTo>
                  <a:cubicBezTo>
                    <a:pt x="298" y="364"/>
                    <a:pt x="295" y="359"/>
                    <a:pt x="292" y="355"/>
                  </a:cubicBezTo>
                  <a:lnTo>
                    <a:pt x="292" y="355"/>
                  </a:lnTo>
                  <a:cubicBezTo>
                    <a:pt x="297" y="359"/>
                    <a:pt x="301" y="364"/>
                    <a:pt x="301" y="364"/>
                  </a:cubicBezTo>
                  <a:cubicBezTo>
                    <a:pt x="301" y="364"/>
                    <a:pt x="301" y="363"/>
                    <a:pt x="299" y="361"/>
                  </a:cubicBezTo>
                  <a:cubicBezTo>
                    <a:pt x="296" y="356"/>
                    <a:pt x="295" y="350"/>
                    <a:pt x="297" y="350"/>
                  </a:cubicBezTo>
                  <a:cubicBezTo>
                    <a:pt x="299" y="350"/>
                    <a:pt x="301" y="352"/>
                    <a:pt x="305" y="357"/>
                  </a:cubicBezTo>
                  <a:lnTo>
                    <a:pt x="306" y="356"/>
                  </a:lnTo>
                  <a:cubicBezTo>
                    <a:pt x="301" y="350"/>
                    <a:pt x="302" y="348"/>
                    <a:pt x="304" y="347"/>
                  </a:cubicBezTo>
                  <a:cubicBezTo>
                    <a:pt x="304" y="347"/>
                    <a:pt x="305" y="347"/>
                    <a:pt x="305" y="347"/>
                  </a:cubicBezTo>
                  <a:cubicBezTo>
                    <a:pt x="306" y="347"/>
                    <a:pt x="307" y="348"/>
                    <a:pt x="311" y="353"/>
                  </a:cubicBezTo>
                  <a:cubicBezTo>
                    <a:pt x="314" y="356"/>
                    <a:pt x="315" y="358"/>
                    <a:pt x="315" y="358"/>
                  </a:cubicBezTo>
                  <a:cubicBezTo>
                    <a:pt x="316" y="358"/>
                    <a:pt x="315" y="356"/>
                    <a:pt x="313" y="352"/>
                  </a:cubicBezTo>
                  <a:cubicBezTo>
                    <a:pt x="314" y="351"/>
                    <a:pt x="304" y="337"/>
                    <a:pt x="305" y="336"/>
                  </a:cubicBezTo>
                  <a:cubicBezTo>
                    <a:pt x="301" y="333"/>
                    <a:pt x="298" y="327"/>
                    <a:pt x="296" y="323"/>
                  </a:cubicBezTo>
                  <a:lnTo>
                    <a:pt x="296" y="323"/>
                  </a:lnTo>
                  <a:lnTo>
                    <a:pt x="301" y="329"/>
                  </a:lnTo>
                  <a:lnTo>
                    <a:pt x="311" y="343"/>
                  </a:lnTo>
                  <a:cubicBezTo>
                    <a:pt x="313" y="342"/>
                    <a:pt x="313" y="342"/>
                    <a:pt x="308" y="335"/>
                  </a:cubicBezTo>
                  <a:lnTo>
                    <a:pt x="308" y="335"/>
                  </a:lnTo>
                  <a:cubicBezTo>
                    <a:pt x="312" y="339"/>
                    <a:pt x="314" y="340"/>
                    <a:pt x="315" y="340"/>
                  </a:cubicBezTo>
                  <a:cubicBezTo>
                    <a:pt x="315" y="340"/>
                    <a:pt x="316" y="340"/>
                    <a:pt x="316" y="339"/>
                  </a:cubicBezTo>
                  <a:cubicBezTo>
                    <a:pt x="317" y="338"/>
                    <a:pt x="319" y="337"/>
                    <a:pt x="315" y="330"/>
                  </a:cubicBezTo>
                  <a:lnTo>
                    <a:pt x="315" y="330"/>
                  </a:lnTo>
                  <a:cubicBezTo>
                    <a:pt x="320" y="336"/>
                    <a:pt x="323" y="338"/>
                    <a:pt x="325" y="338"/>
                  </a:cubicBezTo>
                  <a:cubicBezTo>
                    <a:pt x="327" y="338"/>
                    <a:pt x="326" y="334"/>
                    <a:pt x="320" y="326"/>
                  </a:cubicBezTo>
                  <a:cubicBezTo>
                    <a:pt x="318" y="322"/>
                    <a:pt x="317" y="321"/>
                    <a:pt x="317" y="321"/>
                  </a:cubicBezTo>
                  <a:lnTo>
                    <a:pt x="317" y="321"/>
                  </a:lnTo>
                  <a:cubicBezTo>
                    <a:pt x="317" y="321"/>
                    <a:pt x="319" y="322"/>
                    <a:pt x="322" y="325"/>
                  </a:cubicBezTo>
                  <a:cubicBezTo>
                    <a:pt x="325" y="328"/>
                    <a:pt x="326" y="330"/>
                    <a:pt x="327" y="330"/>
                  </a:cubicBezTo>
                  <a:cubicBezTo>
                    <a:pt x="327" y="330"/>
                    <a:pt x="326" y="328"/>
                    <a:pt x="324" y="324"/>
                  </a:cubicBezTo>
                  <a:cubicBezTo>
                    <a:pt x="322" y="322"/>
                    <a:pt x="322" y="321"/>
                    <a:pt x="322" y="321"/>
                  </a:cubicBezTo>
                  <a:lnTo>
                    <a:pt x="322" y="321"/>
                  </a:lnTo>
                  <a:cubicBezTo>
                    <a:pt x="323" y="321"/>
                    <a:pt x="327" y="325"/>
                    <a:pt x="331" y="329"/>
                  </a:cubicBezTo>
                  <a:cubicBezTo>
                    <a:pt x="337" y="337"/>
                    <a:pt x="340" y="340"/>
                    <a:pt x="341" y="340"/>
                  </a:cubicBezTo>
                  <a:cubicBezTo>
                    <a:pt x="341" y="340"/>
                    <a:pt x="340" y="338"/>
                    <a:pt x="338" y="335"/>
                  </a:cubicBezTo>
                  <a:cubicBezTo>
                    <a:pt x="335" y="327"/>
                    <a:pt x="336" y="326"/>
                    <a:pt x="337" y="325"/>
                  </a:cubicBezTo>
                  <a:cubicBezTo>
                    <a:pt x="335" y="320"/>
                    <a:pt x="332" y="315"/>
                    <a:pt x="328" y="311"/>
                  </a:cubicBezTo>
                  <a:cubicBezTo>
                    <a:pt x="323" y="305"/>
                    <a:pt x="318" y="297"/>
                    <a:pt x="318" y="297"/>
                  </a:cubicBezTo>
                  <a:cubicBezTo>
                    <a:pt x="317" y="294"/>
                    <a:pt x="317" y="293"/>
                    <a:pt x="317" y="293"/>
                  </a:cubicBezTo>
                  <a:lnTo>
                    <a:pt x="317" y="293"/>
                  </a:lnTo>
                  <a:cubicBezTo>
                    <a:pt x="318" y="293"/>
                    <a:pt x="320" y="296"/>
                    <a:pt x="319" y="297"/>
                  </a:cubicBezTo>
                  <a:cubicBezTo>
                    <a:pt x="322" y="301"/>
                    <a:pt x="325" y="306"/>
                    <a:pt x="329" y="310"/>
                  </a:cubicBezTo>
                  <a:cubicBezTo>
                    <a:pt x="333" y="314"/>
                    <a:pt x="336" y="315"/>
                    <a:pt x="337" y="315"/>
                  </a:cubicBezTo>
                  <a:cubicBezTo>
                    <a:pt x="337" y="315"/>
                    <a:pt x="337" y="315"/>
                    <a:pt x="337" y="315"/>
                  </a:cubicBezTo>
                  <a:lnTo>
                    <a:pt x="341" y="313"/>
                  </a:lnTo>
                  <a:cubicBezTo>
                    <a:pt x="344" y="315"/>
                    <a:pt x="346" y="316"/>
                    <a:pt x="347" y="316"/>
                  </a:cubicBezTo>
                  <a:cubicBezTo>
                    <a:pt x="348" y="316"/>
                    <a:pt x="347" y="314"/>
                    <a:pt x="344" y="310"/>
                  </a:cubicBezTo>
                  <a:lnTo>
                    <a:pt x="338" y="304"/>
                  </a:lnTo>
                  <a:lnTo>
                    <a:pt x="338" y="304"/>
                  </a:lnTo>
                  <a:cubicBezTo>
                    <a:pt x="343" y="309"/>
                    <a:pt x="347" y="311"/>
                    <a:pt x="349" y="311"/>
                  </a:cubicBezTo>
                  <a:cubicBezTo>
                    <a:pt x="353" y="311"/>
                    <a:pt x="354" y="307"/>
                    <a:pt x="351" y="301"/>
                  </a:cubicBezTo>
                  <a:lnTo>
                    <a:pt x="351" y="301"/>
                  </a:lnTo>
                  <a:cubicBezTo>
                    <a:pt x="351" y="302"/>
                    <a:pt x="352" y="303"/>
                    <a:pt x="353" y="305"/>
                  </a:cubicBezTo>
                  <a:cubicBezTo>
                    <a:pt x="356" y="309"/>
                    <a:pt x="358" y="310"/>
                    <a:pt x="359" y="310"/>
                  </a:cubicBezTo>
                  <a:cubicBezTo>
                    <a:pt x="360" y="310"/>
                    <a:pt x="360" y="310"/>
                    <a:pt x="361" y="309"/>
                  </a:cubicBezTo>
                  <a:cubicBezTo>
                    <a:pt x="362" y="309"/>
                    <a:pt x="360" y="300"/>
                    <a:pt x="362" y="299"/>
                  </a:cubicBezTo>
                  <a:cubicBezTo>
                    <a:pt x="364" y="297"/>
                    <a:pt x="366" y="295"/>
                    <a:pt x="362" y="288"/>
                  </a:cubicBezTo>
                  <a:lnTo>
                    <a:pt x="362" y="288"/>
                  </a:lnTo>
                  <a:cubicBezTo>
                    <a:pt x="362" y="288"/>
                    <a:pt x="362" y="288"/>
                    <a:pt x="368" y="295"/>
                  </a:cubicBezTo>
                  <a:cubicBezTo>
                    <a:pt x="371" y="301"/>
                    <a:pt x="372" y="301"/>
                    <a:pt x="373" y="301"/>
                  </a:cubicBezTo>
                  <a:cubicBezTo>
                    <a:pt x="373" y="301"/>
                    <a:pt x="373" y="301"/>
                    <a:pt x="373" y="301"/>
                  </a:cubicBezTo>
                  <a:cubicBezTo>
                    <a:pt x="371" y="296"/>
                    <a:pt x="368" y="291"/>
                    <a:pt x="364" y="287"/>
                  </a:cubicBezTo>
                  <a:cubicBezTo>
                    <a:pt x="361" y="283"/>
                    <a:pt x="360" y="282"/>
                    <a:pt x="361" y="282"/>
                  </a:cubicBezTo>
                  <a:lnTo>
                    <a:pt x="361" y="282"/>
                  </a:lnTo>
                  <a:cubicBezTo>
                    <a:pt x="361" y="282"/>
                    <a:pt x="363" y="283"/>
                    <a:pt x="366" y="286"/>
                  </a:cubicBezTo>
                  <a:cubicBezTo>
                    <a:pt x="369" y="288"/>
                    <a:pt x="371" y="289"/>
                    <a:pt x="372" y="289"/>
                  </a:cubicBezTo>
                  <a:cubicBezTo>
                    <a:pt x="374" y="289"/>
                    <a:pt x="374" y="286"/>
                    <a:pt x="372" y="281"/>
                  </a:cubicBezTo>
                  <a:cubicBezTo>
                    <a:pt x="372" y="281"/>
                    <a:pt x="372" y="281"/>
                    <a:pt x="373" y="281"/>
                  </a:cubicBezTo>
                  <a:cubicBezTo>
                    <a:pt x="373" y="281"/>
                    <a:pt x="375" y="282"/>
                    <a:pt x="379" y="287"/>
                  </a:cubicBezTo>
                  <a:cubicBezTo>
                    <a:pt x="382" y="290"/>
                    <a:pt x="385" y="294"/>
                    <a:pt x="386" y="294"/>
                  </a:cubicBezTo>
                  <a:cubicBezTo>
                    <a:pt x="387" y="294"/>
                    <a:pt x="386" y="291"/>
                    <a:pt x="382" y="284"/>
                  </a:cubicBezTo>
                  <a:cubicBezTo>
                    <a:pt x="383" y="284"/>
                    <a:pt x="383" y="284"/>
                    <a:pt x="389" y="291"/>
                  </a:cubicBezTo>
                  <a:cubicBezTo>
                    <a:pt x="392" y="294"/>
                    <a:pt x="395" y="298"/>
                    <a:pt x="396" y="298"/>
                  </a:cubicBezTo>
                  <a:cubicBezTo>
                    <a:pt x="396" y="298"/>
                    <a:pt x="394" y="296"/>
                    <a:pt x="390" y="290"/>
                  </a:cubicBezTo>
                  <a:cubicBezTo>
                    <a:pt x="388" y="285"/>
                    <a:pt x="388" y="283"/>
                    <a:pt x="390" y="283"/>
                  </a:cubicBezTo>
                  <a:cubicBezTo>
                    <a:pt x="391" y="283"/>
                    <a:pt x="393" y="284"/>
                    <a:pt x="396" y="287"/>
                  </a:cubicBezTo>
                  <a:cubicBezTo>
                    <a:pt x="396" y="286"/>
                    <a:pt x="397" y="286"/>
                    <a:pt x="391" y="279"/>
                  </a:cubicBezTo>
                  <a:lnTo>
                    <a:pt x="387" y="272"/>
                  </a:lnTo>
                  <a:lnTo>
                    <a:pt x="387" y="272"/>
                  </a:lnTo>
                  <a:cubicBezTo>
                    <a:pt x="392" y="278"/>
                    <a:pt x="395" y="281"/>
                    <a:pt x="395" y="281"/>
                  </a:cubicBezTo>
                  <a:cubicBezTo>
                    <a:pt x="395" y="281"/>
                    <a:pt x="393" y="278"/>
                    <a:pt x="388" y="271"/>
                  </a:cubicBezTo>
                  <a:cubicBezTo>
                    <a:pt x="385" y="267"/>
                    <a:pt x="384" y="265"/>
                    <a:pt x="385" y="265"/>
                  </a:cubicBezTo>
                  <a:lnTo>
                    <a:pt x="385" y="265"/>
                  </a:lnTo>
                  <a:cubicBezTo>
                    <a:pt x="385" y="265"/>
                    <a:pt x="386" y="267"/>
                    <a:pt x="389" y="270"/>
                  </a:cubicBezTo>
                  <a:cubicBezTo>
                    <a:pt x="394" y="277"/>
                    <a:pt x="396" y="277"/>
                    <a:pt x="396" y="277"/>
                  </a:cubicBezTo>
                  <a:cubicBezTo>
                    <a:pt x="396" y="275"/>
                    <a:pt x="394" y="267"/>
                    <a:pt x="398" y="264"/>
                  </a:cubicBezTo>
                  <a:cubicBezTo>
                    <a:pt x="405" y="260"/>
                    <a:pt x="407" y="259"/>
                    <a:pt x="401" y="252"/>
                  </a:cubicBezTo>
                  <a:cubicBezTo>
                    <a:pt x="399" y="248"/>
                    <a:pt x="398" y="246"/>
                    <a:pt x="398" y="246"/>
                  </a:cubicBezTo>
                  <a:lnTo>
                    <a:pt x="398" y="246"/>
                  </a:lnTo>
                  <a:cubicBezTo>
                    <a:pt x="399" y="246"/>
                    <a:pt x="400" y="248"/>
                    <a:pt x="403" y="251"/>
                  </a:cubicBezTo>
                  <a:cubicBezTo>
                    <a:pt x="409" y="256"/>
                    <a:pt x="410" y="256"/>
                    <a:pt x="410" y="256"/>
                  </a:cubicBezTo>
                  <a:cubicBezTo>
                    <a:pt x="410" y="256"/>
                    <a:pt x="411" y="256"/>
                    <a:pt x="411" y="256"/>
                  </a:cubicBezTo>
                  <a:cubicBezTo>
                    <a:pt x="412" y="256"/>
                    <a:pt x="414" y="257"/>
                    <a:pt x="417" y="262"/>
                  </a:cubicBezTo>
                  <a:cubicBezTo>
                    <a:pt x="412" y="254"/>
                    <a:pt x="412" y="254"/>
                    <a:pt x="414" y="254"/>
                  </a:cubicBezTo>
                  <a:cubicBezTo>
                    <a:pt x="416" y="257"/>
                    <a:pt x="417" y="259"/>
                    <a:pt x="417" y="259"/>
                  </a:cubicBezTo>
                  <a:cubicBezTo>
                    <a:pt x="418" y="259"/>
                    <a:pt x="417" y="257"/>
                    <a:pt x="415" y="253"/>
                  </a:cubicBezTo>
                  <a:cubicBezTo>
                    <a:pt x="410" y="246"/>
                    <a:pt x="408" y="242"/>
                    <a:pt x="408" y="242"/>
                  </a:cubicBezTo>
                  <a:lnTo>
                    <a:pt x="408" y="242"/>
                  </a:lnTo>
                  <a:cubicBezTo>
                    <a:pt x="408" y="242"/>
                    <a:pt x="411" y="245"/>
                    <a:pt x="416" y="252"/>
                  </a:cubicBezTo>
                  <a:cubicBezTo>
                    <a:pt x="419" y="257"/>
                    <a:pt x="424" y="261"/>
                    <a:pt x="424" y="261"/>
                  </a:cubicBezTo>
                  <a:cubicBezTo>
                    <a:pt x="425" y="261"/>
                    <a:pt x="424" y="260"/>
                    <a:pt x="422" y="259"/>
                  </a:cubicBezTo>
                  <a:cubicBezTo>
                    <a:pt x="419" y="253"/>
                    <a:pt x="417" y="249"/>
                    <a:pt x="415" y="243"/>
                  </a:cubicBezTo>
                  <a:cubicBezTo>
                    <a:pt x="415" y="243"/>
                    <a:pt x="415" y="243"/>
                    <a:pt x="415" y="243"/>
                  </a:cubicBezTo>
                  <a:cubicBezTo>
                    <a:pt x="415" y="243"/>
                    <a:pt x="417" y="244"/>
                    <a:pt x="420" y="249"/>
                  </a:cubicBezTo>
                  <a:cubicBezTo>
                    <a:pt x="422" y="250"/>
                    <a:pt x="423" y="251"/>
                    <a:pt x="424" y="251"/>
                  </a:cubicBezTo>
                  <a:cubicBezTo>
                    <a:pt x="426" y="251"/>
                    <a:pt x="424" y="244"/>
                    <a:pt x="420" y="238"/>
                  </a:cubicBezTo>
                  <a:cubicBezTo>
                    <a:pt x="418" y="235"/>
                    <a:pt x="417" y="233"/>
                    <a:pt x="417" y="233"/>
                  </a:cubicBezTo>
                  <a:lnTo>
                    <a:pt x="417" y="233"/>
                  </a:lnTo>
                  <a:cubicBezTo>
                    <a:pt x="418" y="233"/>
                    <a:pt x="419" y="235"/>
                    <a:pt x="421" y="238"/>
                  </a:cubicBezTo>
                  <a:cubicBezTo>
                    <a:pt x="426" y="244"/>
                    <a:pt x="427" y="244"/>
                    <a:pt x="427" y="244"/>
                  </a:cubicBezTo>
                  <a:cubicBezTo>
                    <a:pt x="428" y="244"/>
                    <a:pt x="428" y="244"/>
                    <a:pt x="428" y="244"/>
                  </a:cubicBezTo>
                  <a:cubicBezTo>
                    <a:pt x="427" y="242"/>
                    <a:pt x="426" y="241"/>
                    <a:pt x="427" y="241"/>
                  </a:cubicBezTo>
                  <a:lnTo>
                    <a:pt x="427" y="241"/>
                  </a:lnTo>
                  <a:cubicBezTo>
                    <a:pt x="427" y="241"/>
                    <a:pt x="431" y="245"/>
                    <a:pt x="434" y="250"/>
                  </a:cubicBezTo>
                  <a:cubicBezTo>
                    <a:pt x="437" y="256"/>
                    <a:pt x="439" y="256"/>
                    <a:pt x="440" y="256"/>
                  </a:cubicBezTo>
                  <a:cubicBezTo>
                    <a:pt x="440" y="256"/>
                    <a:pt x="440" y="256"/>
                    <a:pt x="440" y="256"/>
                  </a:cubicBezTo>
                  <a:cubicBezTo>
                    <a:pt x="436" y="249"/>
                    <a:pt x="439" y="246"/>
                    <a:pt x="442" y="245"/>
                  </a:cubicBezTo>
                  <a:cubicBezTo>
                    <a:pt x="445" y="243"/>
                    <a:pt x="440" y="235"/>
                    <a:pt x="433" y="221"/>
                  </a:cubicBezTo>
                  <a:lnTo>
                    <a:pt x="433" y="221"/>
                  </a:lnTo>
                  <a:cubicBezTo>
                    <a:pt x="438" y="227"/>
                    <a:pt x="449" y="240"/>
                    <a:pt x="449" y="240"/>
                  </a:cubicBezTo>
                  <a:cubicBezTo>
                    <a:pt x="446" y="235"/>
                    <a:pt x="444" y="231"/>
                    <a:pt x="439" y="226"/>
                  </a:cubicBezTo>
                  <a:cubicBezTo>
                    <a:pt x="437" y="223"/>
                    <a:pt x="436" y="221"/>
                    <a:pt x="436" y="221"/>
                  </a:cubicBezTo>
                  <a:lnTo>
                    <a:pt x="436" y="221"/>
                  </a:lnTo>
                  <a:cubicBezTo>
                    <a:pt x="437" y="221"/>
                    <a:pt x="438" y="222"/>
                    <a:pt x="442" y="225"/>
                  </a:cubicBezTo>
                  <a:cubicBezTo>
                    <a:pt x="444" y="227"/>
                    <a:pt x="446" y="229"/>
                    <a:pt x="447" y="229"/>
                  </a:cubicBezTo>
                  <a:cubicBezTo>
                    <a:pt x="448" y="229"/>
                    <a:pt x="447" y="227"/>
                    <a:pt x="445" y="223"/>
                  </a:cubicBezTo>
                  <a:cubicBezTo>
                    <a:pt x="445" y="222"/>
                    <a:pt x="445" y="222"/>
                    <a:pt x="445" y="222"/>
                  </a:cubicBezTo>
                  <a:cubicBezTo>
                    <a:pt x="446" y="222"/>
                    <a:pt x="448" y="224"/>
                    <a:pt x="452" y="228"/>
                  </a:cubicBezTo>
                  <a:cubicBezTo>
                    <a:pt x="453" y="227"/>
                    <a:pt x="453" y="227"/>
                    <a:pt x="447" y="221"/>
                  </a:cubicBezTo>
                  <a:cubicBezTo>
                    <a:pt x="445" y="217"/>
                    <a:pt x="444" y="215"/>
                    <a:pt x="445" y="215"/>
                  </a:cubicBezTo>
                  <a:lnTo>
                    <a:pt x="445" y="215"/>
                  </a:lnTo>
                  <a:cubicBezTo>
                    <a:pt x="445" y="215"/>
                    <a:pt x="447" y="217"/>
                    <a:pt x="449" y="219"/>
                  </a:cubicBezTo>
                  <a:cubicBezTo>
                    <a:pt x="455" y="227"/>
                    <a:pt x="459" y="229"/>
                    <a:pt x="460" y="229"/>
                  </a:cubicBezTo>
                  <a:cubicBezTo>
                    <a:pt x="461" y="229"/>
                    <a:pt x="460" y="227"/>
                    <a:pt x="457" y="224"/>
                  </a:cubicBezTo>
                  <a:cubicBezTo>
                    <a:pt x="452" y="217"/>
                    <a:pt x="453" y="217"/>
                    <a:pt x="454" y="217"/>
                  </a:cubicBezTo>
                  <a:cubicBezTo>
                    <a:pt x="454" y="216"/>
                    <a:pt x="455" y="216"/>
                    <a:pt x="451" y="208"/>
                  </a:cubicBezTo>
                  <a:lnTo>
                    <a:pt x="453" y="207"/>
                  </a:lnTo>
                  <a:cubicBezTo>
                    <a:pt x="453" y="207"/>
                    <a:pt x="457" y="214"/>
                    <a:pt x="457" y="215"/>
                  </a:cubicBezTo>
                  <a:lnTo>
                    <a:pt x="463" y="221"/>
                  </a:lnTo>
                  <a:cubicBezTo>
                    <a:pt x="464" y="219"/>
                    <a:pt x="465" y="219"/>
                    <a:pt x="461" y="213"/>
                  </a:cubicBezTo>
                  <a:cubicBezTo>
                    <a:pt x="455" y="205"/>
                    <a:pt x="453" y="202"/>
                    <a:pt x="453" y="202"/>
                  </a:cubicBezTo>
                  <a:lnTo>
                    <a:pt x="453" y="202"/>
                  </a:lnTo>
                  <a:cubicBezTo>
                    <a:pt x="453" y="202"/>
                    <a:pt x="456" y="205"/>
                    <a:pt x="461" y="212"/>
                  </a:cubicBezTo>
                  <a:cubicBezTo>
                    <a:pt x="464" y="216"/>
                    <a:pt x="468" y="221"/>
                    <a:pt x="469" y="221"/>
                  </a:cubicBezTo>
                  <a:cubicBezTo>
                    <a:pt x="469" y="221"/>
                    <a:pt x="469" y="220"/>
                    <a:pt x="467" y="217"/>
                  </a:cubicBezTo>
                  <a:cubicBezTo>
                    <a:pt x="463" y="211"/>
                    <a:pt x="462" y="209"/>
                    <a:pt x="463" y="209"/>
                  </a:cubicBezTo>
                  <a:lnTo>
                    <a:pt x="463" y="209"/>
                  </a:lnTo>
                  <a:cubicBezTo>
                    <a:pt x="463" y="209"/>
                    <a:pt x="467" y="212"/>
                    <a:pt x="470" y="216"/>
                  </a:cubicBezTo>
                  <a:cubicBezTo>
                    <a:pt x="474" y="223"/>
                    <a:pt x="476" y="227"/>
                    <a:pt x="477" y="227"/>
                  </a:cubicBezTo>
                  <a:cubicBezTo>
                    <a:pt x="477" y="227"/>
                    <a:pt x="475" y="223"/>
                    <a:pt x="472" y="215"/>
                  </a:cubicBezTo>
                  <a:cubicBezTo>
                    <a:pt x="473" y="214"/>
                    <a:pt x="471" y="205"/>
                    <a:pt x="473" y="204"/>
                  </a:cubicBezTo>
                  <a:cubicBezTo>
                    <a:pt x="474" y="203"/>
                    <a:pt x="475" y="202"/>
                    <a:pt x="477" y="202"/>
                  </a:cubicBezTo>
                  <a:cubicBezTo>
                    <a:pt x="478" y="202"/>
                    <a:pt x="480" y="203"/>
                    <a:pt x="483" y="207"/>
                  </a:cubicBezTo>
                  <a:cubicBezTo>
                    <a:pt x="485" y="209"/>
                    <a:pt x="487" y="211"/>
                    <a:pt x="488" y="213"/>
                  </a:cubicBezTo>
                  <a:lnTo>
                    <a:pt x="488" y="213"/>
                  </a:lnTo>
                  <a:cubicBezTo>
                    <a:pt x="479" y="200"/>
                    <a:pt x="480" y="199"/>
                    <a:pt x="482" y="198"/>
                  </a:cubicBezTo>
                  <a:lnTo>
                    <a:pt x="482" y="198"/>
                  </a:lnTo>
                  <a:cubicBezTo>
                    <a:pt x="484" y="199"/>
                    <a:pt x="485" y="200"/>
                    <a:pt x="485" y="200"/>
                  </a:cubicBezTo>
                  <a:cubicBezTo>
                    <a:pt x="487" y="200"/>
                    <a:pt x="484" y="194"/>
                    <a:pt x="481" y="188"/>
                  </a:cubicBezTo>
                  <a:lnTo>
                    <a:pt x="480" y="189"/>
                  </a:lnTo>
                  <a:cubicBezTo>
                    <a:pt x="473" y="181"/>
                    <a:pt x="471" y="178"/>
                    <a:pt x="471" y="178"/>
                  </a:cubicBezTo>
                  <a:lnTo>
                    <a:pt x="471" y="178"/>
                  </a:lnTo>
                  <a:cubicBezTo>
                    <a:pt x="472" y="178"/>
                    <a:pt x="474" y="179"/>
                    <a:pt x="476" y="181"/>
                  </a:cubicBezTo>
                  <a:cubicBezTo>
                    <a:pt x="481" y="185"/>
                    <a:pt x="484" y="189"/>
                    <a:pt x="488" y="195"/>
                  </a:cubicBezTo>
                  <a:cubicBezTo>
                    <a:pt x="491" y="199"/>
                    <a:pt x="494" y="204"/>
                    <a:pt x="500" y="207"/>
                  </a:cubicBezTo>
                  <a:cubicBezTo>
                    <a:pt x="500" y="206"/>
                    <a:pt x="501" y="206"/>
                    <a:pt x="495" y="199"/>
                  </a:cubicBezTo>
                  <a:cubicBezTo>
                    <a:pt x="490" y="192"/>
                    <a:pt x="490" y="192"/>
                    <a:pt x="491" y="192"/>
                  </a:cubicBezTo>
                  <a:cubicBezTo>
                    <a:pt x="491" y="191"/>
                    <a:pt x="492" y="191"/>
                    <a:pt x="488" y="184"/>
                  </a:cubicBezTo>
                  <a:cubicBezTo>
                    <a:pt x="482" y="177"/>
                    <a:pt x="483" y="177"/>
                    <a:pt x="484" y="177"/>
                  </a:cubicBezTo>
                  <a:cubicBezTo>
                    <a:pt x="488" y="181"/>
                    <a:pt x="490" y="181"/>
                    <a:pt x="491" y="181"/>
                  </a:cubicBezTo>
                  <a:cubicBezTo>
                    <a:pt x="491" y="181"/>
                    <a:pt x="491" y="181"/>
                    <a:pt x="491" y="181"/>
                  </a:cubicBezTo>
                  <a:cubicBezTo>
                    <a:pt x="490" y="179"/>
                    <a:pt x="489" y="178"/>
                    <a:pt x="489" y="178"/>
                  </a:cubicBezTo>
                  <a:lnTo>
                    <a:pt x="489" y="178"/>
                  </a:lnTo>
                  <a:cubicBezTo>
                    <a:pt x="489" y="178"/>
                    <a:pt x="493" y="183"/>
                    <a:pt x="497" y="188"/>
                  </a:cubicBezTo>
                  <a:cubicBezTo>
                    <a:pt x="502" y="195"/>
                    <a:pt x="508" y="201"/>
                    <a:pt x="508" y="201"/>
                  </a:cubicBezTo>
                  <a:cubicBezTo>
                    <a:pt x="509" y="200"/>
                    <a:pt x="503" y="194"/>
                    <a:pt x="503" y="194"/>
                  </a:cubicBezTo>
                  <a:cubicBezTo>
                    <a:pt x="498" y="187"/>
                    <a:pt x="516" y="176"/>
                    <a:pt x="518" y="173"/>
                  </a:cubicBezTo>
                  <a:cubicBezTo>
                    <a:pt x="521" y="176"/>
                    <a:pt x="523" y="177"/>
                    <a:pt x="524" y="177"/>
                  </a:cubicBezTo>
                  <a:cubicBezTo>
                    <a:pt x="525" y="177"/>
                    <a:pt x="524" y="175"/>
                    <a:pt x="521" y="172"/>
                  </a:cubicBezTo>
                  <a:cubicBezTo>
                    <a:pt x="516" y="166"/>
                    <a:pt x="520" y="162"/>
                    <a:pt x="525" y="160"/>
                  </a:cubicBezTo>
                  <a:cubicBezTo>
                    <a:pt x="529" y="157"/>
                    <a:pt x="534" y="153"/>
                    <a:pt x="528" y="146"/>
                  </a:cubicBezTo>
                  <a:lnTo>
                    <a:pt x="530" y="145"/>
                  </a:lnTo>
                  <a:cubicBezTo>
                    <a:pt x="531" y="144"/>
                    <a:pt x="528" y="136"/>
                    <a:pt x="529" y="136"/>
                  </a:cubicBezTo>
                  <a:cubicBezTo>
                    <a:pt x="527" y="132"/>
                    <a:pt x="526" y="130"/>
                    <a:pt x="526" y="130"/>
                  </a:cubicBezTo>
                  <a:lnTo>
                    <a:pt x="526" y="130"/>
                  </a:lnTo>
                  <a:cubicBezTo>
                    <a:pt x="526" y="130"/>
                    <a:pt x="527" y="132"/>
                    <a:pt x="529" y="135"/>
                  </a:cubicBezTo>
                  <a:cubicBezTo>
                    <a:pt x="532" y="141"/>
                    <a:pt x="536" y="144"/>
                    <a:pt x="540" y="149"/>
                  </a:cubicBezTo>
                  <a:cubicBezTo>
                    <a:pt x="543" y="148"/>
                    <a:pt x="537" y="141"/>
                    <a:pt x="531" y="134"/>
                  </a:cubicBezTo>
                  <a:cubicBezTo>
                    <a:pt x="527" y="127"/>
                    <a:pt x="527" y="127"/>
                    <a:pt x="527" y="127"/>
                  </a:cubicBezTo>
                  <a:cubicBezTo>
                    <a:pt x="527" y="127"/>
                    <a:pt x="527" y="127"/>
                    <a:pt x="528" y="127"/>
                  </a:cubicBezTo>
                  <a:cubicBezTo>
                    <a:pt x="528" y="127"/>
                    <a:pt x="530" y="128"/>
                    <a:pt x="534" y="133"/>
                  </a:cubicBezTo>
                  <a:lnTo>
                    <a:pt x="544" y="146"/>
                  </a:lnTo>
                  <a:lnTo>
                    <a:pt x="545" y="146"/>
                  </a:lnTo>
                  <a:cubicBezTo>
                    <a:pt x="539" y="140"/>
                    <a:pt x="540" y="139"/>
                    <a:pt x="540" y="139"/>
                  </a:cubicBezTo>
                  <a:lnTo>
                    <a:pt x="540" y="139"/>
                  </a:lnTo>
                  <a:cubicBezTo>
                    <a:pt x="540" y="139"/>
                    <a:pt x="540" y="139"/>
                    <a:pt x="551" y="152"/>
                  </a:cubicBezTo>
                  <a:cubicBezTo>
                    <a:pt x="556" y="159"/>
                    <a:pt x="559" y="162"/>
                    <a:pt x="560" y="162"/>
                  </a:cubicBezTo>
                  <a:cubicBezTo>
                    <a:pt x="560" y="162"/>
                    <a:pt x="558" y="158"/>
                    <a:pt x="553" y="151"/>
                  </a:cubicBezTo>
                  <a:lnTo>
                    <a:pt x="549" y="143"/>
                  </a:lnTo>
                  <a:lnTo>
                    <a:pt x="549" y="143"/>
                  </a:lnTo>
                  <a:cubicBezTo>
                    <a:pt x="553" y="147"/>
                    <a:pt x="554" y="149"/>
                    <a:pt x="555" y="149"/>
                  </a:cubicBezTo>
                  <a:cubicBezTo>
                    <a:pt x="556" y="149"/>
                    <a:pt x="550" y="140"/>
                    <a:pt x="547" y="134"/>
                  </a:cubicBezTo>
                  <a:lnTo>
                    <a:pt x="547" y="134"/>
                  </a:lnTo>
                  <a:cubicBezTo>
                    <a:pt x="552" y="141"/>
                    <a:pt x="555" y="144"/>
                    <a:pt x="556" y="144"/>
                  </a:cubicBezTo>
                  <a:cubicBezTo>
                    <a:pt x="556" y="144"/>
                    <a:pt x="554" y="140"/>
                    <a:pt x="549" y="133"/>
                  </a:cubicBezTo>
                  <a:cubicBezTo>
                    <a:pt x="546" y="129"/>
                    <a:pt x="545" y="127"/>
                    <a:pt x="546" y="127"/>
                  </a:cubicBezTo>
                  <a:lnTo>
                    <a:pt x="546" y="127"/>
                  </a:lnTo>
                  <a:cubicBezTo>
                    <a:pt x="546" y="127"/>
                    <a:pt x="548" y="129"/>
                    <a:pt x="550" y="132"/>
                  </a:cubicBezTo>
                  <a:cubicBezTo>
                    <a:pt x="554" y="136"/>
                    <a:pt x="556" y="137"/>
                    <a:pt x="557" y="137"/>
                  </a:cubicBezTo>
                  <a:cubicBezTo>
                    <a:pt x="557" y="137"/>
                    <a:pt x="558" y="137"/>
                    <a:pt x="558" y="136"/>
                  </a:cubicBezTo>
                  <a:cubicBezTo>
                    <a:pt x="554" y="130"/>
                    <a:pt x="559" y="126"/>
                    <a:pt x="565" y="122"/>
                  </a:cubicBezTo>
                  <a:cubicBezTo>
                    <a:pt x="572" y="117"/>
                    <a:pt x="576" y="114"/>
                    <a:pt x="572" y="107"/>
                  </a:cubicBezTo>
                  <a:lnTo>
                    <a:pt x="572" y="107"/>
                  </a:lnTo>
                  <a:cubicBezTo>
                    <a:pt x="572" y="107"/>
                    <a:pt x="572" y="107"/>
                    <a:pt x="578" y="114"/>
                  </a:cubicBezTo>
                  <a:cubicBezTo>
                    <a:pt x="580" y="117"/>
                    <a:pt x="581" y="118"/>
                    <a:pt x="582" y="118"/>
                  </a:cubicBezTo>
                  <a:cubicBezTo>
                    <a:pt x="582" y="118"/>
                    <a:pt x="580" y="114"/>
                    <a:pt x="574" y="106"/>
                  </a:cubicBezTo>
                  <a:cubicBezTo>
                    <a:pt x="571" y="102"/>
                    <a:pt x="569" y="97"/>
                    <a:pt x="569" y="97"/>
                  </a:cubicBezTo>
                  <a:lnTo>
                    <a:pt x="569" y="97"/>
                  </a:lnTo>
                  <a:cubicBezTo>
                    <a:pt x="569" y="97"/>
                    <a:pt x="571" y="99"/>
                    <a:pt x="575" y="105"/>
                  </a:cubicBezTo>
                  <a:cubicBezTo>
                    <a:pt x="579" y="109"/>
                    <a:pt x="580" y="110"/>
                    <a:pt x="582" y="110"/>
                  </a:cubicBezTo>
                  <a:cubicBezTo>
                    <a:pt x="583" y="110"/>
                    <a:pt x="584" y="110"/>
                    <a:pt x="585" y="109"/>
                  </a:cubicBezTo>
                  <a:cubicBezTo>
                    <a:pt x="587" y="107"/>
                    <a:pt x="590" y="105"/>
                    <a:pt x="585" y="98"/>
                  </a:cubicBezTo>
                  <a:lnTo>
                    <a:pt x="585" y="98"/>
                  </a:lnTo>
                  <a:cubicBezTo>
                    <a:pt x="591" y="106"/>
                    <a:pt x="596" y="111"/>
                    <a:pt x="598" y="111"/>
                  </a:cubicBezTo>
                  <a:cubicBezTo>
                    <a:pt x="600" y="111"/>
                    <a:pt x="600" y="108"/>
                    <a:pt x="596" y="102"/>
                  </a:cubicBezTo>
                  <a:cubicBezTo>
                    <a:pt x="596" y="101"/>
                    <a:pt x="596" y="101"/>
                    <a:pt x="597" y="101"/>
                  </a:cubicBezTo>
                  <a:cubicBezTo>
                    <a:pt x="597" y="101"/>
                    <a:pt x="599" y="102"/>
                    <a:pt x="603" y="107"/>
                  </a:cubicBezTo>
                  <a:cubicBezTo>
                    <a:pt x="603" y="107"/>
                    <a:pt x="604" y="106"/>
                    <a:pt x="601" y="98"/>
                  </a:cubicBezTo>
                  <a:lnTo>
                    <a:pt x="606" y="95"/>
                  </a:lnTo>
                  <a:cubicBezTo>
                    <a:pt x="608" y="94"/>
                    <a:pt x="604" y="86"/>
                    <a:pt x="604" y="86"/>
                  </a:cubicBezTo>
                  <a:cubicBezTo>
                    <a:pt x="605" y="85"/>
                    <a:pt x="605" y="85"/>
                    <a:pt x="605" y="85"/>
                  </a:cubicBezTo>
                  <a:cubicBezTo>
                    <a:pt x="607" y="88"/>
                    <a:pt x="610" y="89"/>
                    <a:pt x="612" y="89"/>
                  </a:cubicBezTo>
                  <a:cubicBezTo>
                    <a:pt x="614" y="89"/>
                    <a:pt x="616" y="88"/>
                    <a:pt x="619" y="86"/>
                  </a:cubicBezTo>
                  <a:cubicBezTo>
                    <a:pt x="622" y="84"/>
                    <a:pt x="625" y="82"/>
                    <a:pt x="628" y="82"/>
                  </a:cubicBezTo>
                  <a:cubicBezTo>
                    <a:pt x="630" y="82"/>
                    <a:pt x="632" y="83"/>
                    <a:pt x="635" y="86"/>
                  </a:cubicBezTo>
                  <a:cubicBezTo>
                    <a:pt x="635" y="86"/>
                    <a:pt x="636" y="85"/>
                    <a:pt x="631" y="78"/>
                  </a:cubicBezTo>
                  <a:cubicBezTo>
                    <a:pt x="625" y="69"/>
                    <a:pt x="623" y="66"/>
                    <a:pt x="624" y="66"/>
                  </a:cubicBezTo>
                  <a:lnTo>
                    <a:pt x="624" y="66"/>
                  </a:lnTo>
                  <a:cubicBezTo>
                    <a:pt x="624" y="66"/>
                    <a:pt x="626" y="67"/>
                    <a:pt x="628" y="70"/>
                  </a:cubicBezTo>
                  <a:cubicBezTo>
                    <a:pt x="633" y="76"/>
                    <a:pt x="636" y="78"/>
                    <a:pt x="638" y="78"/>
                  </a:cubicBezTo>
                  <a:cubicBezTo>
                    <a:pt x="639" y="78"/>
                    <a:pt x="638" y="74"/>
                    <a:pt x="632" y="67"/>
                  </a:cubicBezTo>
                  <a:lnTo>
                    <a:pt x="632" y="67"/>
                  </a:lnTo>
                  <a:lnTo>
                    <a:pt x="638" y="74"/>
                  </a:lnTo>
                  <a:cubicBezTo>
                    <a:pt x="642" y="78"/>
                    <a:pt x="644" y="80"/>
                    <a:pt x="645" y="80"/>
                  </a:cubicBezTo>
                  <a:cubicBezTo>
                    <a:pt x="646" y="80"/>
                    <a:pt x="643" y="73"/>
                    <a:pt x="637" y="65"/>
                  </a:cubicBezTo>
                  <a:lnTo>
                    <a:pt x="637" y="65"/>
                  </a:lnTo>
                  <a:cubicBezTo>
                    <a:pt x="641" y="68"/>
                    <a:pt x="644" y="73"/>
                    <a:pt x="645" y="73"/>
                  </a:cubicBezTo>
                  <a:cubicBezTo>
                    <a:pt x="645" y="73"/>
                    <a:pt x="645" y="72"/>
                    <a:pt x="643" y="69"/>
                  </a:cubicBezTo>
                  <a:cubicBezTo>
                    <a:pt x="645" y="69"/>
                    <a:pt x="645" y="69"/>
                    <a:pt x="655" y="83"/>
                  </a:cubicBezTo>
                  <a:cubicBezTo>
                    <a:pt x="648" y="88"/>
                    <a:pt x="654" y="97"/>
                    <a:pt x="661" y="97"/>
                  </a:cubicBezTo>
                  <a:cubicBezTo>
                    <a:pt x="663" y="97"/>
                    <a:pt x="664" y="97"/>
                    <a:pt x="666" y="96"/>
                  </a:cubicBezTo>
                  <a:cubicBezTo>
                    <a:pt x="673" y="91"/>
                    <a:pt x="668" y="81"/>
                    <a:pt x="661" y="81"/>
                  </a:cubicBezTo>
                  <a:cubicBezTo>
                    <a:pt x="659" y="81"/>
                    <a:pt x="658" y="81"/>
                    <a:pt x="657" y="81"/>
                  </a:cubicBezTo>
                  <a:lnTo>
                    <a:pt x="658" y="80"/>
                  </a:lnTo>
                  <a:cubicBezTo>
                    <a:pt x="658" y="80"/>
                    <a:pt x="659" y="80"/>
                    <a:pt x="654" y="74"/>
                  </a:cubicBezTo>
                  <a:cubicBezTo>
                    <a:pt x="648" y="67"/>
                    <a:pt x="649" y="66"/>
                    <a:pt x="650" y="66"/>
                  </a:cubicBezTo>
                  <a:lnTo>
                    <a:pt x="650" y="66"/>
                  </a:lnTo>
                  <a:cubicBezTo>
                    <a:pt x="651" y="68"/>
                    <a:pt x="652" y="68"/>
                    <a:pt x="652" y="68"/>
                  </a:cubicBezTo>
                  <a:cubicBezTo>
                    <a:pt x="652" y="68"/>
                    <a:pt x="649" y="63"/>
                    <a:pt x="645" y="59"/>
                  </a:cubicBezTo>
                  <a:cubicBezTo>
                    <a:pt x="641" y="55"/>
                    <a:pt x="638" y="50"/>
                    <a:pt x="635" y="44"/>
                  </a:cubicBezTo>
                  <a:lnTo>
                    <a:pt x="624" y="31"/>
                  </a:lnTo>
                  <a:cubicBezTo>
                    <a:pt x="618" y="22"/>
                    <a:pt x="611" y="13"/>
                    <a:pt x="602" y="5"/>
                  </a:cubicBezTo>
                  <a:cubicBezTo>
                    <a:pt x="598" y="3"/>
                    <a:pt x="594" y="0"/>
                    <a:pt x="592" y="0"/>
                  </a:cubicBezTo>
                  <a:close/>
                  <a:moveTo>
                    <a:pt x="111" y="588"/>
                  </a:moveTo>
                  <a:cubicBezTo>
                    <a:pt x="111" y="588"/>
                    <a:pt x="115" y="596"/>
                    <a:pt x="121" y="603"/>
                  </a:cubicBezTo>
                  <a:lnTo>
                    <a:pt x="121" y="602"/>
                  </a:lnTo>
                  <a:cubicBezTo>
                    <a:pt x="118" y="597"/>
                    <a:pt x="115" y="593"/>
                    <a:pt x="112" y="58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33"/>
            <p:cNvSpPr/>
            <p:nvPr/>
          </p:nvSpPr>
          <p:spPr>
            <a:xfrm>
              <a:off x="3033565" y="2892119"/>
              <a:ext cx="48748" cy="69325"/>
            </a:xfrm>
            <a:custGeom>
              <a:avLst/>
              <a:gdLst/>
              <a:ahLst/>
              <a:cxnLst/>
              <a:rect l="l" t="t" r="r" b="b"/>
              <a:pathLst>
                <a:path w="488" h="694" extrusionOk="0">
                  <a:moveTo>
                    <a:pt x="396" y="6"/>
                  </a:moveTo>
                  <a:cubicBezTo>
                    <a:pt x="397" y="6"/>
                    <a:pt x="407" y="12"/>
                    <a:pt x="416" y="20"/>
                  </a:cubicBezTo>
                  <a:cubicBezTo>
                    <a:pt x="410" y="18"/>
                    <a:pt x="406" y="14"/>
                    <a:pt x="401" y="11"/>
                  </a:cubicBezTo>
                  <a:cubicBezTo>
                    <a:pt x="397" y="7"/>
                    <a:pt x="395" y="6"/>
                    <a:pt x="396" y="6"/>
                  </a:cubicBezTo>
                  <a:close/>
                  <a:moveTo>
                    <a:pt x="338" y="110"/>
                  </a:moveTo>
                  <a:cubicBezTo>
                    <a:pt x="338" y="110"/>
                    <a:pt x="340" y="111"/>
                    <a:pt x="345" y="114"/>
                  </a:cubicBezTo>
                  <a:cubicBezTo>
                    <a:pt x="350" y="118"/>
                    <a:pt x="354" y="121"/>
                    <a:pt x="357" y="125"/>
                  </a:cubicBezTo>
                  <a:cubicBezTo>
                    <a:pt x="351" y="121"/>
                    <a:pt x="343" y="116"/>
                    <a:pt x="337" y="111"/>
                  </a:cubicBezTo>
                  <a:cubicBezTo>
                    <a:pt x="337" y="110"/>
                    <a:pt x="337" y="110"/>
                    <a:pt x="338" y="110"/>
                  </a:cubicBezTo>
                  <a:close/>
                  <a:moveTo>
                    <a:pt x="346" y="150"/>
                  </a:moveTo>
                  <a:cubicBezTo>
                    <a:pt x="346" y="150"/>
                    <a:pt x="347" y="150"/>
                    <a:pt x="349" y="151"/>
                  </a:cubicBezTo>
                  <a:cubicBezTo>
                    <a:pt x="349" y="151"/>
                    <a:pt x="356" y="156"/>
                    <a:pt x="363" y="161"/>
                  </a:cubicBezTo>
                  <a:cubicBezTo>
                    <a:pt x="363" y="161"/>
                    <a:pt x="366" y="164"/>
                    <a:pt x="365" y="164"/>
                  </a:cubicBezTo>
                  <a:cubicBezTo>
                    <a:pt x="365" y="164"/>
                    <a:pt x="364" y="163"/>
                    <a:pt x="362" y="161"/>
                  </a:cubicBezTo>
                  <a:lnTo>
                    <a:pt x="355" y="157"/>
                  </a:lnTo>
                  <a:cubicBezTo>
                    <a:pt x="350" y="154"/>
                    <a:pt x="345" y="150"/>
                    <a:pt x="346" y="150"/>
                  </a:cubicBezTo>
                  <a:close/>
                  <a:moveTo>
                    <a:pt x="328" y="179"/>
                  </a:moveTo>
                  <a:cubicBezTo>
                    <a:pt x="330" y="179"/>
                    <a:pt x="335" y="183"/>
                    <a:pt x="335" y="183"/>
                  </a:cubicBezTo>
                  <a:cubicBezTo>
                    <a:pt x="335" y="183"/>
                    <a:pt x="343" y="188"/>
                    <a:pt x="342" y="188"/>
                  </a:cubicBezTo>
                  <a:cubicBezTo>
                    <a:pt x="342" y="188"/>
                    <a:pt x="334" y="185"/>
                    <a:pt x="327" y="180"/>
                  </a:cubicBezTo>
                  <a:lnTo>
                    <a:pt x="327" y="179"/>
                  </a:lnTo>
                  <a:cubicBezTo>
                    <a:pt x="327" y="179"/>
                    <a:pt x="328" y="179"/>
                    <a:pt x="328" y="179"/>
                  </a:cubicBezTo>
                  <a:close/>
                  <a:moveTo>
                    <a:pt x="274" y="179"/>
                  </a:moveTo>
                  <a:cubicBezTo>
                    <a:pt x="279" y="182"/>
                    <a:pt x="285" y="185"/>
                    <a:pt x="288" y="189"/>
                  </a:cubicBezTo>
                  <a:lnTo>
                    <a:pt x="280" y="185"/>
                  </a:lnTo>
                  <a:lnTo>
                    <a:pt x="274" y="180"/>
                  </a:lnTo>
                  <a:lnTo>
                    <a:pt x="274" y="179"/>
                  </a:lnTo>
                  <a:close/>
                  <a:moveTo>
                    <a:pt x="337" y="195"/>
                  </a:moveTo>
                  <a:cubicBezTo>
                    <a:pt x="337" y="195"/>
                    <a:pt x="337" y="195"/>
                    <a:pt x="345" y="199"/>
                  </a:cubicBezTo>
                  <a:lnTo>
                    <a:pt x="344" y="199"/>
                  </a:lnTo>
                  <a:lnTo>
                    <a:pt x="336" y="196"/>
                  </a:lnTo>
                  <a:lnTo>
                    <a:pt x="337" y="195"/>
                  </a:lnTo>
                  <a:close/>
                  <a:moveTo>
                    <a:pt x="276" y="192"/>
                  </a:moveTo>
                  <a:cubicBezTo>
                    <a:pt x="276" y="192"/>
                    <a:pt x="278" y="193"/>
                    <a:pt x="282" y="196"/>
                  </a:cubicBezTo>
                  <a:cubicBezTo>
                    <a:pt x="282" y="196"/>
                    <a:pt x="290" y="202"/>
                    <a:pt x="289" y="202"/>
                  </a:cubicBezTo>
                  <a:lnTo>
                    <a:pt x="281" y="198"/>
                  </a:lnTo>
                  <a:cubicBezTo>
                    <a:pt x="274" y="194"/>
                    <a:pt x="274" y="193"/>
                    <a:pt x="274" y="193"/>
                  </a:cubicBezTo>
                  <a:cubicBezTo>
                    <a:pt x="275" y="192"/>
                    <a:pt x="275" y="192"/>
                    <a:pt x="276" y="192"/>
                  </a:cubicBezTo>
                  <a:close/>
                  <a:moveTo>
                    <a:pt x="269" y="201"/>
                  </a:moveTo>
                  <a:cubicBezTo>
                    <a:pt x="273" y="203"/>
                    <a:pt x="274" y="204"/>
                    <a:pt x="274" y="204"/>
                  </a:cubicBezTo>
                  <a:cubicBezTo>
                    <a:pt x="274" y="204"/>
                    <a:pt x="272" y="203"/>
                    <a:pt x="269" y="201"/>
                  </a:cubicBezTo>
                  <a:close/>
                  <a:moveTo>
                    <a:pt x="347" y="203"/>
                  </a:moveTo>
                  <a:lnTo>
                    <a:pt x="347" y="203"/>
                  </a:lnTo>
                  <a:cubicBezTo>
                    <a:pt x="347" y="203"/>
                    <a:pt x="347" y="204"/>
                    <a:pt x="350" y="205"/>
                  </a:cubicBezTo>
                  <a:cubicBezTo>
                    <a:pt x="350" y="205"/>
                    <a:pt x="347" y="203"/>
                    <a:pt x="347" y="203"/>
                  </a:cubicBezTo>
                  <a:close/>
                  <a:moveTo>
                    <a:pt x="332" y="202"/>
                  </a:moveTo>
                  <a:cubicBezTo>
                    <a:pt x="333" y="202"/>
                    <a:pt x="333" y="202"/>
                    <a:pt x="340" y="206"/>
                  </a:cubicBezTo>
                  <a:lnTo>
                    <a:pt x="338" y="206"/>
                  </a:lnTo>
                  <a:lnTo>
                    <a:pt x="332" y="203"/>
                  </a:lnTo>
                  <a:lnTo>
                    <a:pt x="332" y="202"/>
                  </a:lnTo>
                  <a:close/>
                  <a:moveTo>
                    <a:pt x="323" y="203"/>
                  </a:moveTo>
                  <a:cubicBezTo>
                    <a:pt x="323" y="203"/>
                    <a:pt x="325" y="204"/>
                    <a:pt x="328" y="206"/>
                  </a:cubicBezTo>
                  <a:cubicBezTo>
                    <a:pt x="336" y="211"/>
                    <a:pt x="336" y="211"/>
                    <a:pt x="335" y="212"/>
                  </a:cubicBezTo>
                  <a:cubicBezTo>
                    <a:pt x="335" y="212"/>
                    <a:pt x="334" y="212"/>
                    <a:pt x="334" y="212"/>
                  </a:cubicBezTo>
                  <a:cubicBezTo>
                    <a:pt x="333" y="212"/>
                    <a:pt x="332" y="211"/>
                    <a:pt x="327" y="207"/>
                  </a:cubicBezTo>
                  <a:cubicBezTo>
                    <a:pt x="324" y="204"/>
                    <a:pt x="323" y="203"/>
                    <a:pt x="323" y="203"/>
                  </a:cubicBezTo>
                  <a:close/>
                  <a:moveTo>
                    <a:pt x="307" y="266"/>
                  </a:moveTo>
                  <a:cubicBezTo>
                    <a:pt x="307" y="266"/>
                    <a:pt x="309" y="267"/>
                    <a:pt x="313" y="269"/>
                  </a:cubicBezTo>
                  <a:cubicBezTo>
                    <a:pt x="309" y="267"/>
                    <a:pt x="307" y="266"/>
                    <a:pt x="307" y="266"/>
                  </a:cubicBezTo>
                  <a:close/>
                  <a:moveTo>
                    <a:pt x="276" y="277"/>
                  </a:moveTo>
                  <a:cubicBezTo>
                    <a:pt x="280" y="279"/>
                    <a:pt x="285" y="282"/>
                    <a:pt x="289" y="287"/>
                  </a:cubicBezTo>
                  <a:cubicBezTo>
                    <a:pt x="281" y="282"/>
                    <a:pt x="274" y="278"/>
                    <a:pt x="274" y="278"/>
                  </a:cubicBezTo>
                  <a:lnTo>
                    <a:pt x="276" y="277"/>
                  </a:lnTo>
                  <a:close/>
                  <a:moveTo>
                    <a:pt x="262" y="309"/>
                  </a:moveTo>
                  <a:cubicBezTo>
                    <a:pt x="263" y="309"/>
                    <a:pt x="265" y="310"/>
                    <a:pt x="269" y="313"/>
                  </a:cubicBezTo>
                  <a:cubicBezTo>
                    <a:pt x="277" y="318"/>
                    <a:pt x="276" y="320"/>
                    <a:pt x="274" y="320"/>
                  </a:cubicBezTo>
                  <a:cubicBezTo>
                    <a:pt x="270" y="317"/>
                    <a:pt x="264" y="314"/>
                    <a:pt x="261" y="311"/>
                  </a:cubicBezTo>
                  <a:cubicBezTo>
                    <a:pt x="261" y="310"/>
                    <a:pt x="262" y="309"/>
                    <a:pt x="262" y="309"/>
                  </a:cubicBezTo>
                  <a:close/>
                  <a:moveTo>
                    <a:pt x="176" y="339"/>
                  </a:moveTo>
                  <a:cubicBezTo>
                    <a:pt x="181" y="341"/>
                    <a:pt x="186" y="344"/>
                    <a:pt x="190" y="348"/>
                  </a:cubicBezTo>
                  <a:lnTo>
                    <a:pt x="189" y="349"/>
                  </a:lnTo>
                  <a:cubicBezTo>
                    <a:pt x="182" y="344"/>
                    <a:pt x="176" y="339"/>
                    <a:pt x="176" y="339"/>
                  </a:cubicBezTo>
                  <a:close/>
                  <a:moveTo>
                    <a:pt x="226" y="357"/>
                  </a:moveTo>
                  <a:cubicBezTo>
                    <a:pt x="231" y="360"/>
                    <a:pt x="235" y="363"/>
                    <a:pt x="240" y="367"/>
                  </a:cubicBezTo>
                  <a:lnTo>
                    <a:pt x="232" y="363"/>
                  </a:lnTo>
                  <a:lnTo>
                    <a:pt x="225" y="358"/>
                  </a:lnTo>
                  <a:lnTo>
                    <a:pt x="226" y="357"/>
                  </a:lnTo>
                  <a:close/>
                  <a:moveTo>
                    <a:pt x="217" y="382"/>
                  </a:moveTo>
                  <a:cubicBezTo>
                    <a:pt x="217" y="382"/>
                    <a:pt x="217" y="382"/>
                    <a:pt x="225" y="387"/>
                  </a:cubicBezTo>
                  <a:cubicBezTo>
                    <a:pt x="232" y="391"/>
                    <a:pt x="239" y="397"/>
                    <a:pt x="239" y="397"/>
                  </a:cubicBezTo>
                  <a:cubicBezTo>
                    <a:pt x="231" y="392"/>
                    <a:pt x="224" y="388"/>
                    <a:pt x="217" y="382"/>
                  </a:cubicBezTo>
                  <a:close/>
                  <a:moveTo>
                    <a:pt x="213" y="403"/>
                  </a:moveTo>
                  <a:cubicBezTo>
                    <a:pt x="217" y="406"/>
                    <a:pt x="222" y="409"/>
                    <a:pt x="226" y="413"/>
                  </a:cubicBezTo>
                  <a:lnTo>
                    <a:pt x="218" y="409"/>
                  </a:lnTo>
                  <a:lnTo>
                    <a:pt x="212" y="404"/>
                  </a:lnTo>
                  <a:lnTo>
                    <a:pt x="213" y="403"/>
                  </a:lnTo>
                  <a:close/>
                  <a:moveTo>
                    <a:pt x="70" y="409"/>
                  </a:moveTo>
                  <a:cubicBezTo>
                    <a:pt x="70" y="409"/>
                    <a:pt x="70" y="409"/>
                    <a:pt x="69" y="409"/>
                  </a:cubicBezTo>
                  <a:cubicBezTo>
                    <a:pt x="68" y="410"/>
                    <a:pt x="68" y="410"/>
                    <a:pt x="76" y="414"/>
                  </a:cubicBezTo>
                  <a:lnTo>
                    <a:pt x="77" y="413"/>
                  </a:lnTo>
                  <a:cubicBezTo>
                    <a:pt x="73" y="410"/>
                    <a:pt x="71" y="409"/>
                    <a:pt x="70" y="409"/>
                  </a:cubicBezTo>
                  <a:close/>
                  <a:moveTo>
                    <a:pt x="178" y="442"/>
                  </a:moveTo>
                  <a:cubicBezTo>
                    <a:pt x="179" y="442"/>
                    <a:pt x="181" y="443"/>
                    <a:pt x="181" y="444"/>
                  </a:cubicBezTo>
                  <a:cubicBezTo>
                    <a:pt x="179" y="442"/>
                    <a:pt x="178" y="442"/>
                    <a:pt x="178" y="442"/>
                  </a:cubicBezTo>
                  <a:close/>
                  <a:moveTo>
                    <a:pt x="165" y="438"/>
                  </a:moveTo>
                  <a:cubicBezTo>
                    <a:pt x="170" y="441"/>
                    <a:pt x="175" y="444"/>
                    <a:pt x="178" y="447"/>
                  </a:cubicBezTo>
                  <a:lnTo>
                    <a:pt x="171" y="444"/>
                  </a:lnTo>
                  <a:lnTo>
                    <a:pt x="165" y="438"/>
                  </a:lnTo>
                  <a:close/>
                  <a:moveTo>
                    <a:pt x="156" y="441"/>
                  </a:moveTo>
                  <a:lnTo>
                    <a:pt x="156" y="441"/>
                  </a:lnTo>
                  <a:cubicBezTo>
                    <a:pt x="156" y="441"/>
                    <a:pt x="160" y="443"/>
                    <a:pt x="168" y="447"/>
                  </a:cubicBezTo>
                  <a:cubicBezTo>
                    <a:pt x="176" y="452"/>
                    <a:pt x="176" y="452"/>
                    <a:pt x="175" y="453"/>
                  </a:cubicBezTo>
                  <a:cubicBezTo>
                    <a:pt x="175" y="453"/>
                    <a:pt x="167" y="449"/>
                    <a:pt x="160" y="444"/>
                  </a:cubicBezTo>
                  <a:cubicBezTo>
                    <a:pt x="157" y="442"/>
                    <a:pt x="155" y="441"/>
                    <a:pt x="156" y="441"/>
                  </a:cubicBezTo>
                  <a:close/>
                  <a:moveTo>
                    <a:pt x="111" y="453"/>
                  </a:moveTo>
                  <a:lnTo>
                    <a:pt x="110" y="454"/>
                  </a:lnTo>
                  <a:cubicBezTo>
                    <a:pt x="117" y="459"/>
                    <a:pt x="125" y="463"/>
                    <a:pt x="125" y="463"/>
                  </a:cubicBezTo>
                  <a:cubicBezTo>
                    <a:pt x="125" y="462"/>
                    <a:pt x="119" y="457"/>
                    <a:pt x="119" y="457"/>
                  </a:cubicBezTo>
                  <a:cubicBezTo>
                    <a:pt x="119" y="457"/>
                    <a:pt x="111" y="453"/>
                    <a:pt x="111" y="453"/>
                  </a:cubicBezTo>
                  <a:close/>
                  <a:moveTo>
                    <a:pt x="200" y="461"/>
                  </a:moveTo>
                  <a:lnTo>
                    <a:pt x="207" y="465"/>
                  </a:lnTo>
                  <a:cubicBezTo>
                    <a:pt x="209" y="467"/>
                    <a:pt x="211" y="467"/>
                    <a:pt x="211" y="467"/>
                  </a:cubicBezTo>
                  <a:cubicBezTo>
                    <a:pt x="211" y="467"/>
                    <a:pt x="206" y="464"/>
                    <a:pt x="200" y="461"/>
                  </a:cubicBezTo>
                  <a:close/>
                  <a:moveTo>
                    <a:pt x="166" y="464"/>
                  </a:moveTo>
                  <a:cubicBezTo>
                    <a:pt x="168" y="464"/>
                    <a:pt x="174" y="468"/>
                    <a:pt x="174" y="468"/>
                  </a:cubicBezTo>
                  <a:cubicBezTo>
                    <a:pt x="177" y="470"/>
                    <a:pt x="177" y="470"/>
                    <a:pt x="177" y="470"/>
                  </a:cubicBezTo>
                  <a:cubicBezTo>
                    <a:pt x="176" y="470"/>
                    <a:pt x="174" y="470"/>
                    <a:pt x="173" y="470"/>
                  </a:cubicBezTo>
                  <a:cubicBezTo>
                    <a:pt x="173" y="470"/>
                    <a:pt x="173" y="470"/>
                    <a:pt x="172" y="470"/>
                  </a:cubicBezTo>
                  <a:cubicBezTo>
                    <a:pt x="166" y="465"/>
                    <a:pt x="166" y="465"/>
                    <a:pt x="166" y="464"/>
                  </a:cubicBezTo>
                  <a:cubicBezTo>
                    <a:pt x="166" y="464"/>
                    <a:pt x="166" y="464"/>
                    <a:pt x="166" y="464"/>
                  </a:cubicBezTo>
                  <a:close/>
                  <a:moveTo>
                    <a:pt x="88" y="469"/>
                  </a:moveTo>
                  <a:cubicBezTo>
                    <a:pt x="93" y="471"/>
                    <a:pt x="97" y="474"/>
                    <a:pt x="97" y="474"/>
                  </a:cubicBezTo>
                  <a:cubicBezTo>
                    <a:pt x="97" y="474"/>
                    <a:pt x="94" y="473"/>
                    <a:pt x="88" y="469"/>
                  </a:cubicBezTo>
                  <a:close/>
                  <a:moveTo>
                    <a:pt x="78" y="468"/>
                  </a:moveTo>
                  <a:lnTo>
                    <a:pt x="85" y="473"/>
                  </a:lnTo>
                  <a:lnTo>
                    <a:pt x="93" y="478"/>
                  </a:lnTo>
                  <a:lnTo>
                    <a:pt x="78" y="468"/>
                  </a:lnTo>
                  <a:close/>
                  <a:moveTo>
                    <a:pt x="126" y="474"/>
                  </a:moveTo>
                  <a:cubicBezTo>
                    <a:pt x="126" y="474"/>
                    <a:pt x="126" y="474"/>
                    <a:pt x="134" y="479"/>
                  </a:cubicBezTo>
                  <a:lnTo>
                    <a:pt x="133" y="480"/>
                  </a:lnTo>
                  <a:lnTo>
                    <a:pt x="125" y="475"/>
                  </a:lnTo>
                  <a:lnTo>
                    <a:pt x="126" y="474"/>
                  </a:lnTo>
                  <a:close/>
                  <a:moveTo>
                    <a:pt x="157" y="476"/>
                  </a:moveTo>
                  <a:cubicBezTo>
                    <a:pt x="158" y="476"/>
                    <a:pt x="160" y="477"/>
                    <a:pt x="165" y="480"/>
                  </a:cubicBezTo>
                  <a:cubicBezTo>
                    <a:pt x="165" y="480"/>
                    <a:pt x="171" y="484"/>
                    <a:pt x="171" y="486"/>
                  </a:cubicBezTo>
                  <a:cubicBezTo>
                    <a:pt x="171" y="486"/>
                    <a:pt x="171" y="486"/>
                    <a:pt x="171" y="486"/>
                  </a:cubicBezTo>
                  <a:cubicBezTo>
                    <a:pt x="170" y="486"/>
                    <a:pt x="163" y="482"/>
                    <a:pt x="163" y="482"/>
                  </a:cubicBezTo>
                  <a:cubicBezTo>
                    <a:pt x="156" y="478"/>
                    <a:pt x="157" y="477"/>
                    <a:pt x="157" y="477"/>
                  </a:cubicBezTo>
                  <a:cubicBezTo>
                    <a:pt x="157" y="477"/>
                    <a:pt x="157" y="476"/>
                    <a:pt x="157" y="476"/>
                  </a:cubicBezTo>
                  <a:close/>
                  <a:moveTo>
                    <a:pt x="120" y="479"/>
                  </a:moveTo>
                  <a:lnTo>
                    <a:pt x="120" y="479"/>
                  </a:lnTo>
                  <a:cubicBezTo>
                    <a:pt x="120" y="479"/>
                    <a:pt x="127" y="483"/>
                    <a:pt x="137" y="490"/>
                  </a:cubicBezTo>
                  <a:lnTo>
                    <a:pt x="135" y="491"/>
                  </a:lnTo>
                  <a:cubicBezTo>
                    <a:pt x="131" y="488"/>
                    <a:pt x="125" y="484"/>
                    <a:pt x="122" y="481"/>
                  </a:cubicBezTo>
                  <a:cubicBezTo>
                    <a:pt x="120" y="479"/>
                    <a:pt x="119" y="479"/>
                    <a:pt x="120" y="479"/>
                  </a:cubicBezTo>
                  <a:close/>
                  <a:moveTo>
                    <a:pt x="92" y="497"/>
                  </a:moveTo>
                  <a:cubicBezTo>
                    <a:pt x="92" y="497"/>
                    <a:pt x="96" y="499"/>
                    <a:pt x="104" y="505"/>
                  </a:cubicBezTo>
                  <a:lnTo>
                    <a:pt x="117" y="516"/>
                  </a:lnTo>
                  <a:cubicBezTo>
                    <a:pt x="110" y="511"/>
                    <a:pt x="103" y="506"/>
                    <a:pt x="96" y="501"/>
                  </a:cubicBezTo>
                  <a:cubicBezTo>
                    <a:pt x="93" y="498"/>
                    <a:pt x="91" y="497"/>
                    <a:pt x="92" y="497"/>
                  </a:cubicBezTo>
                  <a:close/>
                  <a:moveTo>
                    <a:pt x="161" y="514"/>
                  </a:moveTo>
                  <a:lnTo>
                    <a:pt x="168" y="518"/>
                  </a:lnTo>
                  <a:cubicBezTo>
                    <a:pt x="168" y="518"/>
                    <a:pt x="171" y="521"/>
                    <a:pt x="170" y="521"/>
                  </a:cubicBezTo>
                  <a:cubicBezTo>
                    <a:pt x="170" y="521"/>
                    <a:pt x="169" y="520"/>
                    <a:pt x="167" y="519"/>
                  </a:cubicBezTo>
                  <a:cubicBezTo>
                    <a:pt x="167" y="519"/>
                    <a:pt x="167" y="519"/>
                    <a:pt x="167" y="519"/>
                  </a:cubicBezTo>
                  <a:cubicBezTo>
                    <a:pt x="166" y="519"/>
                    <a:pt x="160" y="514"/>
                    <a:pt x="161" y="514"/>
                  </a:cubicBezTo>
                  <a:close/>
                  <a:moveTo>
                    <a:pt x="130" y="514"/>
                  </a:moveTo>
                  <a:cubicBezTo>
                    <a:pt x="134" y="516"/>
                    <a:pt x="139" y="519"/>
                    <a:pt x="143" y="524"/>
                  </a:cubicBezTo>
                  <a:lnTo>
                    <a:pt x="142" y="524"/>
                  </a:lnTo>
                  <a:cubicBezTo>
                    <a:pt x="135" y="519"/>
                    <a:pt x="129" y="514"/>
                    <a:pt x="129" y="514"/>
                  </a:cubicBezTo>
                  <a:close/>
                  <a:moveTo>
                    <a:pt x="89" y="524"/>
                  </a:moveTo>
                  <a:lnTo>
                    <a:pt x="97" y="528"/>
                  </a:lnTo>
                  <a:lnTo>
                    <a:pt x="104" y="533"/>
                  </a:lnTo>
                  <a:lnTo>
                    <a:pt x="96" y="529"/>
                  </a:lnTo>
                  <a:cubicBezTo>
                    <a:pt x="89" y="525"/>
                    <a:pt x="89" y="524"/>
                    <a:pt x="89" y="524"/>
                  </a:cubicBezTo>
                  <a:close/>
                  <a:moveTo>
                    <a:pt x="104" y="528"/>
                  </a:moveTo>
                  <a:cubicBezTo>
                    <a:pt x="104" y="528"/>
                    <a:pt x="108" y="530"/>
                    <a:pt x="114" y="534"/>
                  </a:cubicBezTo>
                  <a:cubicBezTo>
                    <a:pt x="121" y="538"/>
                    <a:pt x="129" y="543"/>
                    <a:pt x="134" y="548"/>
                  </a:cubicBezTo>
                  <a:lnTo>
                    <a:pt x="133" y="551"/>
                  </a:lnTo>
                  <a:lnTo>
                    <a:pt x="120" y="539"/>
                  </a:lnTo>
                  <a:cubicBezTo>
                    <a:pt x="108" y="531"/>
                    <a:pt x="103" y="528"/>
                    <a:pt x="104" y="528"/>
                  </a:cubicBezTo>
                  <a:close/>
                  <a:moveTo>
                    <a:pt x="307" y="560"/>
                  </a:moveTo>
                  <a:cubicBezTo>
                    <a:pt x="307" y="560"/>
                    <a:pt x="306" y="560"/>
                    <a:pt x="306" y="561"/>
                  </a:cubicBezTo>
                  <a:cubicBezTo>
                    <a:pt x="306" y="561"/>
                    <a:pt x="313" y="565"/>
                    <a:pt x="320" y="571"/>
                  </a:cubicBezTo>
                  <a:cubicBezTo>
                    <a:pt x="323" y="572"/>
                    <a:pt x="325" y="573"/>
                    <a:pt x="325" y="573"/>
                  </a:cubicBezTo>
                  <a:cubicBezTo>
                    <a:pt x="326" y="573"/>
                    <a:pt x="323" y="571"/>
                    <a:pt x="314" y="564"/>
                  </a:cubicBezTo>
                  <a:cubicBezTo>
                    <a:pt x="309" y="561"/>
                    <a:pt x="308" y="560"/>
                    <a:pt x="307" y="560"/>
                  </a:cubicBezTo>
                  <a:close/>
                  <a:moveTo>
                    <a:pt x="105" y="575"/>
                  </a:moveTo>
                  <a:cubicBezTo>
                    <a:pt x="105" y="575"/>
                    <a:pt x="106" y="575"/>
                    <a:pt x="108" y="576"/>
                  </a:cubicBezTo>
                  <a:lnTo>
                    <a:pt x="108" y="576"/>
                  </a:lnTo>
                  <a:cubicBezTo>
                    <a:pt x="108" y="576"/>
                    <a:pt x="108" y="576"/>
                    <a:pt x="108" y="576"/>
                  </a:cubicBezTo>
                  <a:cubicBezTo>
                    <a:pt x="106" y="576"/>
                    <a:pt x="105" y="576"/>
                    <a:pt x="104" y="577"/>
                  </a:cubicBezTo>
                  <a:lnTo>
                    <a:pt x="104" y="577"/>
                  </a:lnTo>
                  <a:cubicBezTo>
                    <a:pt x="103" y="576"/>
                    <a:pt x="104" y="576"/>
                    <a:pt x="104" y="575"/>
                  </a:cubicBezTo>
                  <a:cubicBezTo>
                    <a:pt x="104" y="575"/>
                    <a:pt x="104" y="575"/>
                    <a:pt x="105" y="575"/>
                  </a:cubicBezTo>
                  <a:close/>
                  <a:moveTo>
                    <a:pt x="108" y="576"/>
                  </a:moveTo>
                  <a:cubicBezTo>
                    <a:pt x="111" y="576"/>
                    <a:pt x="114" y="578"/>
                    <a:pt x="115" y="580"/>
                  </a:cubicBezTo>
                  <a:lnTo>
                    <a:pt x="115" y="580"/>
                  </a:lnTo>
                  <a:cubicBezTo>
                    <a:pt x="113" y="579"/>
                    <a:pt x="112" y="579"/>
                    <a:pt x="112" y="579"/>
                  </a:cubicBezTo>
                  <a:cubicBezTo>
                    <a:pt x="110" y="578"/>
                    <a:pt x="109" y="577"/>
                    <a:pt x="108" y="576"/>
                  </a:cubicBezTo>
                  <a:close/>
                  <a:moveTo>
                    <a:pt x="16" y="579"/>
                  </a:moveTo>
                  <a:cubicBezTo>
                    <a:pt x="16" y="579"/>
                    <a:pt x="16" y="579"/>
                    <a:pt x="15" y="580"/>
                  </a:cubicBezTo>
                  <a:lnTo>
                    <a:pt x="23" y="584"/>
                  </a:lnTo>
                  <a:lnTo>
                    <a:pt x="23" y="583"/>
                  </a:lnTo>
                  <a:cubicBezTo>
                    <a:pt x="19" y="580"/>
                    <a:pt x="17" y="579"/>
                    <a:pt x="16" y="579"/>
                  </a:cubicBezTo>
                  <a:close/>
                  <a:moveTo>
                    <a:pt x="57" y="567"/>
                  </a:moveTo>
                  <a:lnTo>
                    <a:pt x="62" y="574"/>
                  </a:lnTo>
                  <a:cubicBezTo>
                    <a:pt x="66" y="579"/>
                    <a:pt x="70" y="582"/>
                    <a:pt x="75" y="585"/>
                  </a:cubicBezTo>
                  <a:cubicBezTo>
                    <a:pt x="75" y="585"/>
                    <a:pt x="82" y="590"/>
                    <a:pt x="82" y="591"/>
                  </a:cubicBezTo>
                  <a:lnTo>
                    <a:pt x="67" y="581"/>
                  </a:lnTo>
                  <a:cubicBezTo>
                    <a:pt x="61" y="577"/>
                    <a:pt x="54" y="573"/>
                    <a:pt x="48" y="568"/>
                  </a:cubicBezTo>
                  <a:lnTo>
                    <a:pt x="48" y="568"/>
                  </a:lnTo>
                  <a:cubicBezTo>
                    <a:pt x="50" y="568"/>
                    <a:pt x="52" y="569"/>
                    <a:pt x="55" y="570"/>
                  </a:cubicBezTo>
                  <a:lnTo>
                    <a:pt x="57" y="567"/>
                  </a:lnTo>
                  <a:close/>
                  <a:moveTo>
                    <a:pt x="45" y="612"/>
                  </a:moveTo>
                  <a:cubicBezTo>
                    <a:pt x="45" y="612"/>
                    <a:pt x="47" y="613"/>
                    <a:pt x="52" y="616"/>
                  </a:cubicBezTo>
                  <a:cubicBezTo>
                    <a:pt x="52" y="616"/>
                    <a:pt x="59" y="621"/>
                    <a:pt x="58" y="621"/>
                  </a:cubicBezTo>
                  <a:lnTo>
                    <a:pt x="50" y="618"/>
                  </a:lnTo>
                  <a:cubicBezTo>
                    <a:pt x="43" y="613"/>
                    <a:pt x="43" y="612"/>
                    <a:pt x="45" y="612"/>
                  </a:cubicBezTo>
                  <a:cubicBezTo>
                    <a:pt x="45" y="612"/>
                    <a:pt x="45" y="612"/>
                    <a:pt x="45" y="612"/>
                  </a:cubicBezTo>
                  <a:close/>
                  <a:moveTo>
                    <a:pt x="51" y="604"/>
                  </a:moveTo>
                  <a:cubicBezTo>
                    <a:pt x="51" y="604"/>
                    <a:pt x="53" y="605"/>
                    <a:pt x="58" y="608"/>
                  </a:cubicBezTo>
                  <a:lnTo>
                    <a:pt x="58" y="609"/>
                  </a:lnTo>
                  <a:cubicBezTo>
                    <a:pt x="56" y="607"/>
                    <a:pt x="55" y="607"/>
                    <a:pt x="54" y="607"/>
                  </a:cubicBezTo>
                  <a:lnTo>
                    <a:pt x="54" y="607"/>
                  </a:lnTo>
                  <a:cubicBezTo>
                    <a:pt x="54" y="607"/>
                    <a:pt x="59" y="610"/>
                    <a:pt x="65" y="613"/>
                  </a:cubicBezTo>
                  <a:lnTo>
                    <a:pt x="79" y="622"/>
                  </a:lnTo>
                  <a:cubicBezTo>
                    <a:pt x="74" y="620"/>
                    <a:pt x="68" y="618"/>
                    <a:pt x="64" y="615"/>
                  </a:cubicBezTo>
                  <a:cubicBezTo>
                    <a:pt x="49" y="606"/>
                    <a:pt x="49" y="606"/>
                    <a:pt x="50" y="604"/>
                  </a:cubicBezTo>
                  <a:cubicBezTo>
                    <a:pt x="50" y="604"/>
                    <a:pt x="50" y="604"/>
                    <a:pt x="51" y="604"/>
                  </a:cubicBezTo>
                  <a:close/>
                  <a:moveTo>
                    <a:pt x="387" y="0"/>
                  </a:moveTo>
                  <a:cubicBezTo>
                    <a:pt x="384" y="0"/>
                    <a:pt x="385" y="2"/>
                    <a:pt x="393" y="7"/>
                  </a:cubicBezTo>
                  <a:cubicBezTo>
                    <a:pt x="393" y="7"/>
                    <a:pt x="400" y="12"/>
                    <a:pt x="400" y="12"/>
                  </a:cubicBezTo>
                  <a:cubicBezTo>
                    <a:pt x="400" y="12"/>
                    <a:pt x="400" y="12"/>
                    <a:pt x="400" y="12"/>
                  </a:cubicBezTo>
                  <a:cubicBezTo>
                    <a:pt x="397" y="12"/>
                    <a:pt x="391" y="9"/>
                    <a:pt x="391" y="9"/>
                  </a:cubicBezTo>
                  <a:cubicBezTo>
                    <a:pt x="389" y="7"/>
                    <a:pt x="387" y="7"/>
                    <a:pt x="386" y="7"/>
                  </a:cubicBezTo>
                  <a:cubicBezTo>
                    <a:pt x="383" y="7"/>
                    <a:pt x="381" y="9"/>
                    <a:pt x="380" y="11"/>
                  </a:cubicBezTo>
                  <a:cubicBezTo>
                    <a:pt x="378" y="13"/>
                    <a:pt x="376" y="15"/>
                    <a:pt x="374" y="15"/>
                  </a:cubicBezTo>
                  <a:cubicBezTo>
                    <a:pt x="372" y="15"/>
                    <a:pt x="370" y="14"/>
                    <a:pt x="368" y="13"/>
                  </a:cubicBezTo>
                  <a:cubicBezTo>
                    <a:pt x="362" y="10"/>
                    <a:pt x="361" y="10"/>
                    <a:pt x="360" y="10"/>
                  </a:cubicBezTo>
                  <a:cubicBezTo>
                    <a:pt x="360" y="10"/>
                    <a:pt x="360" y="10"/>
                    <a:pt x="360" y="10"/>
                  </a:cubicBezTo>
                  <a:cubicBezTo>
                    <a:pt x="366" y="14"/>
                    <a:pt x="363" y="18"/>
                    <a:pt x="360" y="23"/>
                  </a:cubicBezTo>
                  <a:cubicBezTo>
                    <a:pt x="356" y="28"/>
                    <a:pt x="353" y="32"/>
                    <a:pt x="360" y="37"/>
                  </a:cubicBezTo>
                  <a:lnTo>
                    <a:pt x="359" y="39"/>
                  </a:lnTo>
                  <a:cubicBezTo>
                    <a:pt x="355" y="36"/>
                    <a:pt x="353" y="35"/>
                    <a:pt x="352" y="35"/>
                  </a:cubicBezTo>
                  <a:cubicBezTo>
                    <a:pt x="351" y="35"/>
                    <a:pt x="350" y="36"/>
                    <a:pt x="350" y="37"/>
                  </a:cubicBezTo>
                  <a:cubicBezTo>
                    <a:pt x="355" y="42"/>
                    <a:pt x="355" y="44"/>
                    <a:pt x="355" y="44"/>
                  </a:cubicBezTo>
                  <a:cubicBezTo>
                    <a:pt x="351" y="41"/>
                    <a:pt x="349" y="40"/>
                    <a:pt x="348" y="40"/>
                  </a:cubicBezTo>
                  <a:cubicBezTo>
                    <a:pt x="347" y="40"/>
                    <a:pt x="347" y="41"/>
                    <a:pt x="346" y="41"/>
                  </a:cubicBezTo>
                  <a:cubicBezTo>
                    <a:pt x="345" y="42"/>
                    <a:pt x="344" y="44"/>
                    <a:pt x="352" y="48"/>
                  </a:cubicBezTo>
                  <a:cubicBezTo>
                    <a:pt x="349" y="51"/>
                    <a:pt x="346" y="52"/>
                    <a:pt x="342" y="52"/>
                  </a:cubicBezTo>
                  <a:cubicBezTo>
                    <a:pt x="341" y="52"/>
                    <a:pt x="340" y="52"/>
                    <a:pt x="338" y="51"/>
                  </a:cubicBezTo>
                  <a:cubicBezTo>
                    <a:pt x="337" y="50"/>
                    <a:pt x="336" y="50"/>
                    <a:pt x="335" y="50"/>
                  </a:cubicBezTo>
                  <a:lnTo>
                    <a:pt x="335" y="50"/>
                  </a:lnTo>
                  <a:cubicBezTo>
                    <a:pt x="335" y="50"/>
                    <a:pt x="339" y="54"/>
                    <a:pt x="344" y="57"/>
                  </a:cubicBezTo>
                  <a:cubicBezTo>
                    <a:pt x="350" y="60"/>
                    <a:pt x="354" y="64"/>
                    <a:pt x="357" y="68"/>
                  </a:cubicBezTo>
                  <a:lnTo>
                    <a:pt x="343" y="59"/>
                  </a:lnTo>
                  <a:cubicBezTo>
                    <a:pt x="339" y="55"/>
                    <a:pt x="338" y="54"/>
                    <a:pt x="337" y="54"/>
                  </a:cubicBezTo>
                  <a:cubicBezTo>
                    <a:pt x="337" y="54"/>
                    <a:pt x="337" y="54"/>
                    <a:pt x="336" y="55"/>
                  </a:cubicBezTo>
                  <a:lnTo>
                    <a:pt x="335" y="56"/>
                  </a:lnTo>
                  <a:cubicBezTo>
                    <a:pt x="342" y="62"/>
                    <a:pt x="340" y="65"/>
                    <a:pt x="336" y="69"/>
                  </a:cubicBezTo>
                  <a:cubicBezTo>
                    <a:pt x="331" y="75"/>
                    <a:pt x="329" y="77"/>
                    <a:pt x="337" y="82"/>
                  </a:cubicBezTo>
                  <a:cubicBezTo>
                    <a:pt x="342" y="85"/>
                    <a:pt x="343" y="86"/>
                    <a:pt x="341" y="86"/>
                  </a:cubicBezTo>
                  <a:cubicBezTo>
                    <a:pt x="340" y="86"/>
                    <a:pt x="338" y="86"/>
                    <a:pt x="335" y="85"/>
                  </a:cubicBezTo>
                  <a:cubicBezTo>
                    <a:pt x="321" y="79"/>
                    <a:pt x="315" y="77"/>
                    <a:pt x="314" y="77"/>
                  </a:cubicBezTo>
                  <a:cubicBezTo>
                    <a:pt x="313" y="77"/>
                    <a:pt x="314" y="78"/>
                    <a:pt x="317" y="81"/>
                  </a:cubicBezTo>
                  <a:cubicBezTo>
                    <a:pt x="322" y="83"/>
                    <a:pt x="327" y="85"/>
                    <a:pt x="332" y="88"/>
                  </a:cubicBezTo>
                  <a:cubicBezTo>
                    <a:pt x="339" y="94"/>
                    <a:pt x="343" y="96"/>
                    <a:pt x="342" y="96"/>
                  </a:cubicBezTo>
                  <a:cubicBezTo>
                    <a:pt x="341" y="96"/>
                    <a:pt x="337" y="94"/>
                    <a:pt x="331" y="91"/>
                  </a:cubicBezTo>
                  <a:cubicBezTo>
                    <a:pt x="327" y="88"/>
                    <a:pt x="325" y="87"/>
                    <a:pt x="323" y="87"/>
                  </a:cubicBezTo>
                  <a:cubicBezTo>
                    <a:pt x="317" y="87"/>
                    <a:pt x="319" y="98"/>
                    <a:pt x="329" y="105"/>
                  </a:cubicBezTo>
                  <a:lnTo>
                    <a:pt x="323" y="101"/>
                  </a:lnTo>
                  <a:cubicBezTo>
                    <a:pt x="319" y="99"/>
                    <a:pt x="317" y="98"/>
                    <a:pt x="316" y="98"/>
                  </a:cubicBezTo>
                  <a:cubicBezTo>
                    <a:pt x="314" y="98"/>
                    <a:pt x="314" y="99"/>
                    <a:pt x="313" y="100"/>
                  </a:cubicBezTo>
                  <a:cubicBezTo>
                    <a:pt x="311" y="101"/>
                    <a:pt x="311" y="102"/>
                    <a:pt x="311" y="102"/>
                  </a:cubicBezTo>
                  <a:cubicBezTo>
                    <a:pt x="319" y="107"/>
                    <a:pt x="319" y="109"/>
                    <a:pt x="316" y="109"/>
                  </a:cubicBezTo>
                  <a:cubicBezTo>
                    <a:pt x="314" y="109"/>
                    <a:pt x="311" y="108"/>
                    <a:pt x="308" y="106"/>
                  </a:cubicBezTo>
                  <a:cubicBezTo>
                    <a:pt x="303" y="103"/>
                    <a:pt x="301" y="102"/>
                    <a:pt x="300" y="102"/>
                  </a:cubicBezTo>
                  <a:cubicBezTo>
                    <a:pt x="300" y="102"/>
                    <a:pt x="300" y="103"/>
                    <a:pt x="299" y="103"/>
                  </a:cubicBezTo>
                  <a:cubicBezTo>
                    <a:pt x="307" y="109"/>
                    <a:pt x="307" y="112"/>
                    <a:pt x="304" y="112"/>
                  </a:cubicBezTo>
                  <a:cubicBezTo>
                    <a:pt x="302" y="112"/>
                    <a:pt x="299" y="111"/>
                    <a:pt x="296" y="109"/>
                  </a:cubicBezTo>
                  <a:lnTo>
                    <a:pt x="295" y="110"/>
                  </a:lnTo>
                  <a:cubicBezTo>
                    <a:pt x="301" y="115"/>
                    <a:pt x="300" y="116"/>
                    <a:pt x="299" y="118"/>
                  </a:cubicBezTo>
                  <a:cubicBezTo>
                    <a:pt x="298" y="120"/>
                    <a:pt x="297" y="120"/>
                    <a:pt x="305" y="124"/>
                  </a:cubicBezTo>
                  <a:cubicBezTo>
                    <a:pt x="310" y="127"/>
                    <a:pt x="315" y="130"/>
                    <a:pt x="318" y="134"/>
                  </a:cubicBezTo>
                  <a:lnTo>
                    <a:pt x="311" y="130"/>
                  </a:lnTo>
                  <a:cubicBezTo>
                    <a:pt x="309" y="127"/>
                    <a:pt x="306" y="127"/>
                    <a:pt x="305" y="127"/>
                  </a:cubicBezTo>
                  <a:cubicBezTo>
                    <a:pt x="303" y="127"/>
                    <a:pt x="302" y="128"/>
                    <a:pt x="301" y="130"/>
                  </a:cubicBezTo>
                  <a:cubicBezTo>
                    <a:pt x="300" y="132"/>
                    <a:pt x="298" y="133"/>
                    <a:pt x="297" y="133"/>
                  </a:cubicBezTo>
                  <a:cubicBezTo>
                    <a:pt x="295" y="133"/>
                    <a:pt x="293" y="132"/>
                    <a:pt x="290" y="130"/>
                  </a:cubicBezTo>
                  <a:lnTo>
                    <a:pt x="290" y="130"/>
                  </a:lnTo>
                  <a:lnTo>
                    <a:pt x="296" y="136"/>
                  </a:lnTo>
                  <a:cubicBezTo>
                    <a:pt x="299" y="139"/>
                    <a:pt x="301" y="140"/>
                    <a:pt x="301" y="140"/>
                  </a:cubicBezTo>
                  <a:cubicBezTo>
                    <a:pt x="301" y="140"/>
                    <a:pt x="299" y="139"/>
                    <a:pt x="296" y="137"/>
                  </a:cubicBezTo>
                  <a:cubicBezTo>
                    <a:pt x="293" y="136"/>
                    <a:pt x="291" y="135"/>
                    <a:pt x="290" y="135"/>
                  </a:cubicBezTo>
                  <a:cubicBezTo>
                    <a:pt x="287" y="135"/>
                    <a:pt x="287" y="138"/>
                    <a:pt x="291" y="142"/>
                  </a:cubicBezTo>
                  <a:lnTo>
                    <a:pt x="290" y="143"/>
                  </a:lnTo>
                  <a:cubicBezTo>
                    <a:pt x="284" y="140"/>
                    <a:pt x="280" y="138"/>
                    <a:pt x="279" y="138"/>
                  </a:cubicBezTo>
                  <a:cubicBezTo>
                    <a:pt x="277" y="138"/>
                    <a:pt x="280" y="141"/>
                    <a:pt x="288" y="147"/>
                  </a:cubicBezTo>
                  <a:cubicBezTo>
                    <a:pt x="283" y="144"/>
                    <a:pt x="281" y="143"/>
                    <a:pt x="281" y="143"/>
                  </a:cubicBezTo>
                  <a:cubicBezTo>
                    <a:pt x="280" y="143"/>
                    <a:pt x="280" y="143"/>
                    <a:pt x="280" y="143"/>
                  </a:cubicBezTo>
                  <a:cubicBezTo>
                    <a:pt x="284" y="147"/>
                    <a:pt x="284" y="150"/>
                    <a:pt x="282" y="150"/>
                  </a:cubicBezTo>
                  <a:cubicBezTo>
                    <a:pt x="281" y="150"/>
                    <a:pt x="279" y="149"/>
                    <a:pt x="277" y="148"/>
                  </a:cubicBezTo>
                  <a:lnTo>
                    <a:pt x="277" y="148"/>
                  </a:lnTo>
                  <a:cubicBezTo>
                    <a:pt x="283" y="153"/>
                    <a:pt x="282" y="155"/>
                    <a:pt x="282" y="155"/>
                  </a:cubicBezTo>
                  <a:cubicBezTo>
                    <a:pt x="281" y="156"/>
                    <a:pt x="281" y="156"/>
                    <a:pt x="288" y="161"/>
                  </a:cubicBezTo>
                  <a:cubicBezTo>
                    <a:pt x="295" y="167"/>
                    <a:pt x="294" y="167"/>
                    <a:pt x="294" y="167"/>
                  </a:cubicBezTo>
                  <a:cubicBezTo>
                    <a:pt x="289" y="165"/>
                    <a:pt x="283" y="161"/>
                    <a:pt x="280" y="158"/>
                  </a:cubicBezTo>
                  <a:cubicBezTo>
                    <a:pt x="278" y="155"/>
                    <a:pt x="276" y="154"/>
                    <a:pt x="275" y="154"/>
                  </a:cubicBezTo>
                  <a:lnTo>
                    <a:pt x="275" y="154"/>
                  </a:lnTo>
                  <a:cubicBezTo>
                    <a:pt x="274" y="154"/>
                    <a:pt x="277" y="158"/>
                    <a:pt x="285" y="165"/>
                  </a:cubicBezTo>
                  <a:cubicBezTo>
                    <a:pt x="291" y="170"/>
                    <a:pt x="295" y="173"/>
                    <a:pt x="295" y="173"/>
                  </a:cubicBezTo>
                  <a:cubicBezTo>
                    <a:pt x="294" y="173"/>
                    <a:pt x="291" y="171"/>
                    <a:pt x="285" y="166"/>
                  </a:cubicBezTo>
                  <a:cubicBezTo>
                    <a:pt x="280" y="162"/>
                    <a:pt x="276" y="158"/>
                    <a:pt x="275" y="158"/>
                  </a:cubicBezTo>
                  <a:lnTo>
                    <a:pt x="275" y="158"/>
                  </a:lnTo>
                  <a:cubicBezTo>
                    <a:pt x="275" y="158"/>
                    <a:pt x="276" y="159"/>
                    <a:pt x="278" y="161"/>
                  </a:cubicBezTo>
                  <a:cubicBezTo>
                    <a:pt x="278" y="161"/>
                    <a:pt x="277" y="162"/>
                    <a:pt x="283" y="167"/>
                  </a:cubicBezTo>
                  <a:lnTo>
                    <a:pt x="282" y="169"/>
                  </a:lnTo>
                  <a:cubicBezTo>
                    <a:pt x="277" y="167"/>
                    <a:pt x="275" y="167"/>
                    <a:pt x="274" y="167"/>
                  </a:cubicBezTo>
                  <a:cubicBezTo>
                    <a:pt x="273" y="167"/>
                    <a:pt x="273" y="167"/>
                    <a:pt x="272" y="167"/>
                  </a:cubicBezTo>
                  <a:cubicBezTo>
                    <a:pt x="276" y="170"/>
                    <a:pt x="277" y="171"/>
                    <a:pt x="277" y="171"/>
                  </a:cubicBezTo>
                  <a:cubicBezTo>
                    <a:pt x="277" y="171"/>
                    <a:pt x="275" y="170"/>
                    <a:pt x="271" y="168"/>
                  </a:cubicBezTo>
                  <a:cubicBezTo>
                    <a:pt x="269" y="166"/>
                    <a:pt x="267" y="166"/>
                    <a:pt x="267" y="166"/>
                  </a:cubicBezTo>
                  <a:lnTo>
                    <a:pt x="267" y="166"/>
                  </a:lnTo>
                  <a:cubicBezTo>
                    <a:pt x="266" y="166"/>
                    <a:pt x="269" y="168"/>
                    <a:pt x="278" y="174"/>
                  </a:cubicBezTo>
                  <a:cubicBezTo>
                    <a:pt x="282" y="177"/>
                    <a:pt x="283" y="178"/>
                    <a:pt x="283" y="178"/>
                  </a:cubicBezTo>
                  <a:cubicBezTo>
                    <a:pt x="282" y="178"/>
                    <a:pt x="280" y="177"/>
                    <a:pt x="277" y="176"/>
                  </a:cubicBezTo>
                  <a:cubicBezTo>
                    <a:pt x="268" y="171"/>
                    <a:pt x="265" y="168"/>
                    <a:pt x="265" y="168"/>
                  </a:cubicBezTo>
                  <a:lnTo>
                    <a:pt x="265" y="168"/>
                  </a:lnTo>
                  <a:cubicBezTo>
                    <a:pt x="264" y="168"/>
                    <a:pt x="266" y="170"/>
                    <a:pt x="269" y="171"/>
                  </a:cubicBezTo>
                  <a:cubicBezTo>
                    <a:pt x="276" y="177"/>
                    <a:pt x="276" y="178"/>
                    <a:pt x="276" y="178"/>
                  </a:cubicBezTo>
                  <a:cubicBezTo>
                    <a:pt x="274" y="177"/>
                    <a:pt x="272" y="177"/>
                    <a:pt x="270" y="177"/>
                  </a:cubicBezTo>
                  <a:cubicBezTo>
                    <a:pt x="266" y="177"/>
                    <a:pt x="262" y="181"/>
                    <a:pt x="259" y="186"/>
                  </a:cubicBezTo>
                  <a:cubicBezTo>
                    <a:pt x="262" y="189"/>
                    <a:pt x="267" y="194"/>
                    <a:pt x="272" y="196"/>
                  </a:cubicBezTo>
                  <a:cubicBezTo>
                    <a:pt x="279" y="200"/>
                    <a:pt x="281" y="201"/>
                    <a:pt x="280" y="201"/>
                  </a:cubicBezTo>
                  <a:cubicBezTo>
                    <a:pt x="280" y="201"/>
                    <a:pt x="276" y="199"/>
                    <a:pt x="271" y="197"/>
                  </a:cubicBezTo>
                  <a:cubicBezTo>
                    <a:pt x="261" y="191"/>
                    <a:pt x="255" y="188"/>
                    <a:pt x="255" y="188"/>
                  </a:cubicBezTo>
                  <a:lnTo>
                    <a:pt x="255" y="188"/>
                  </a:lnTo>
                  <a:cubicBezTo>
                    <a:pt x="254" y="188"/>
                    <a:pt x="259" y="191"/>
                    <a:pt x="271" y="198"/>
                  </a:cubicBezTo>
                  <a:cubicBezTo>
                    <a:pt x="278" y="202"/>
                    <a:pt x="282" y="204"/>
                    <a:pt x="282" y="204"/>
                  </a:cubicBezTo>
                  <a:cubicBezTo>
                    <a:pt x="282" y="204"/>
                    <a:pt x="278" y="202"/>
                    <a:pt x="270" y="198"/>
                  </a:cubicBezTo>
                  <a:cubicBezTo>
                    <a:pt x="267" y="197"/>
                    <a:pt x="265" y="196"/>
                    <a:pt x="264" y="196"/>
                  </a:cubicBezTo>
                  <a:cubicBezTo>
                    <a:pt x="263" y="196"/>
                    <a:pt x="265" y="197"/>
                    <a:pt x="269" y="201"/>
                  </a:cubicBezTo>
                  <a:cubicBezTo>
                    <a:pt x="263" y="198"/>
                    <a:pt x="258" y="195"/>
                    <a:pt x="257" y="195"/>
                  </a:cubicBezTo>
                  <a:lnTo>
                    <a:pt x="257" y="195"/>
                  </a:lnTo>
                  <a:cubicBezTo>
                    <a:pt x="257" y="195"/>
                    <a:pt x="258" y="196"/>
                    <a:pt x="260" y="197"/>
                  </a:cubicBezTo>
                  <a:cubicBezTo>
                    <a:pt x="260" y="197"/>
                    <a:pt x="260" y="197"/>
                    <a:pt x="260" y="197"/>
                  </a:cubicBezTo>
                  <a:cubicBezTo>
                    <a:pt x="259" y="197"/>
                    <a:pt x="257" y="197"/>
                    <a:pt x="252" y="194"/>
                  </a:cubicBezTo>
                  <a:cubicBezTo>
                    <a:pt x="250" y="193"/>
                    <a:pt x="249" y="193"/>
                    <a:pt x="249" y="193"/>
                  </a:cubicBezTo>
                  <a:cubicBezTo>
                    <a:pt x="247" y="193"/>
                    <a:pt x="252" y="197"/>
                    <a:pt x="258" y="201"/>
                  </a:cubicBezTo>
                  <a:cubicBezTo>
                    <a:pt x="265" y="207"/>
                    <a:pt x="268" y="210"/>
                    <a:pt x="267" y="210"/>
                  </a:cubicBezTo>
                  <a:cubicBezTo>
                    <a:pt x="266" y="210"/>
                    <a:pt x="263" y="208"/>
                    <a:pt x="257" y="203"/>
                  </a:cubicBezTo>
                  <a:cubicBezTo>
                    <a:pt x="252" y="200"/>
                    <a:pt x="249" y="198"/>
                    <a:pt x="248" y="198"/>
                  </a:cubicBezTo>
                  <a:cubicBezTo>
                    <a:pt x="246" y="198"/>
                    <a:pt x="252" y="205"/>
                    <a:pt x="261" y="211"/>
                  </a:cubicBezTo>
                  <a:cubicBezTo>
                    <a:pt x="269" y="217"/>
                    <a:pt x="272" y="219"/>
                    <a:pt x="272" y="219"/>
                  </a:cubicBezTo>
                  <a:cubicBezTo>
                    <a:pt x="272" y="219"/>
                    <a:pt x="270" y="218"/>
                    <a:pt x="268" y="216"/>
                  </a:cubicBezTo>
                  <a:cubicBezTo>
                    <a:pt x="263" y="213"/>
                    <a:pt x="261" y="213"/>
                    <a:pt x="260" y="213"/>
                  </a:cubicBezTo>
                  <a:cubicBezTo>
                    <a:pt x="260" y="213"/>
                    <a:pt x="260" y="213"/>
                    <a:pt x="260" y="213"/>
                  </a:cubicBezTo>
                  <a:cubicBezTo>
                    <a:pt x="260" y="213"/>
                    <a:pt x="259" y="213"/>
                    <a:pt x="259" y="213"/>
                  </a:cubicBezTo>
                  <a:cubicBezTo>
                    <a:pt x="258" y="213"/>
                    <a:pt x="257" y="213"/>
                    <a:pt x="252" y="210"/>
                  </a:cubicBezTo>
                  <a:lnTo>
                    <a:pt x="252" y="210"/>
                  </a:lnTo>
                  <a:cubicBezTo>
                    <a:pt x="252" y="210"/>
                    <a:pt x="251" y="210"/>
                    <a:pt x="258" y="216"/>
                  </a:cubicBezTo>
                  <a:cubicBezTo>
                    <a:pt x="264" y="221"/>
                    <a:pt x="265" y="223"/>
                    <a:pt x="264" y="223"/>
                  </a:cubicBezTo>
                  <a:cubicBezTo>
                    <a:pt x="262" y="223"/>
                    <a:pt x="255" y="220"/>
                    <a:pt x="248" y="215"/>
                  </a:cubicBezTo>
                  <a:lnTo>
                    <a:pt x="248" y="215"/>
                  </a:lnTo>
                  <a:lnTo>
                    <a:pt x="253" y="221"/>
                  </a:lnTo>
                  <a:cubicBezTo>
                    <a:pt x="262" y="227"/>
                    <a:pt x="268" y="232"/>
                    <a:pt x="267" y="232"/>
                  </a:cubicBezTo>
                  <a:cubicBezTo>
                    <a:pt x="266" y="232"/>
                    <a:pt x="264" y="231"/>
                    <a:pt x="259" y="228"/>
                  </a:cubicBezTo>
                  <a:cubicBezTo>
                    <a:pt x="256" y="226"/>
                    <a:pt x="254" y="224"/>
                    <a:pt x="252" y="223"/>
                  </a:cubicBezTo>
                  <a:lnTo>
                    <a:pt x="252" y="223"/>
                  </a:lnTo>
                  <a:cubicBezTo>
                    <a:pt x="258" y="228"/>
                    <a:pt x="260" y="230"/>
                    <a:pt x="258" y="230"/>
                  </a:cubicBezTo>
                  <a:cubicBezTo>
                    <a:pt x="256" y="230"/>
                    <a:pt x="250" y="227"/>
                    <a:pt x="242" y="222"/>
                  </a:cubicBezTo>
                  <a:lnTo>
                    <a:pt x="242" y="222"/>
                  </a:lnTo>
                  <a:cubicBezTo>
                    <a:pt x="246" y="225"/>
                    <a:pt x="252" y="229"/>
                    <a:pt x="255" y="232"/>
                  </a:cubicBezTo>
                  <a:cubicBezTo>
                    <a:pt x="255" y="232"/>
                    <a:pt x="255" y="233"/>
                    <a:pt x="255" y="233"/>
                  </a:cubicBezTo>
                  <a:cubicBezTo>
                    <a:pt x="254" y="233"/>
                    <a:pt x="252" y="232"/>
                    <a:pt x="248" y="229"/>
                  </a:cubicBezTo>
                  <a:cubicBezTo>
                    <a:pt x="242" y="226"/>
                    <a:pt x="237" y="223"/>
                    <a:pt x="236" y="223"/>
                  </a:cubicBezTo>
                  <a:lnTo>
                    <a:pt x="236" y="223"/>
                  </a:lnTo>
                  <a:cubicBezTo>
                    <a:pt x="236" y="223"/>
                    <a:pt x="237" y="224"/>
                    <a:pt x="240" y="225"/>
                  </a:cubicBezTo>
                  <a:cubicBezTo>
                    <a:pt x="240" y="225"/>
                    <a:pt x="240" y="225"/>
                    <a:pt x="239" y="225"/>
                  </a:cubicBezTo>
                  <a:cubicBezTo>
                    <a:pt x="238" y="225"/>
                    <a:pt x="236" y="225"/>
                    <a:pt x="231" y="222"/>
                  </a:cubicBezTo>
                  <a:cubicBezTo>
                    <a:pt x="231" y="223"/>
                    <a:pt x="230" y="224"/>
                    <a:pt x="230" y="225"/>
                  </a:cubicBezTo>
                  <a:cubicBezTo>
                    <a:pt x="233" y="228"/>
                    <a:pt x="234" y="230"/>
                    <a:pt x="233" y="230"/>
                  </a:cubicBezTo>
                  <a:cubicBezTo>
                    <a:pt x="232" y="230"/>
                    <a:pt x="230" y="229"/>
                    <a:pt x="227" y="228"/>
                  </a:cubicBezTo>
                  <a:lnTo>
                    <a:pt x="227" y="228"/>
                  </a:lnTo>
                  <a:cubicBezTo>
                    <a:pt x="227" y="228"/>
                    <a:pt x="226" y="229"/>
                    <a:pt x="233" y="234"/>
                  </a:cubicBezTo>
                  <a:cubicBezTo>
                    <a:pt x="233" y="235"/>
                    <a:pt x="232" y="235"/>
                    <a:pt x="232" y="235"/>
                  </a:cubicBezTo>
                  <a:cubicBezTo>
                    <a:pt x="231" y="235"/>
                    <a:pt x="229" y="234"/>
                    <a:pt x="224" y="231"/>
                  </a:cubicBezTo>
                  <a:cubicBezTo>
                    <a:pt x="221" y="229"/>
                    <a:pt x="219" y="228"/>
                    <a:pt x="219" y="228"/>
                  </a:cubicBezTo>
                  <a:lnTo>
                    <a:pt x="219" y="228"/>
                  </a:lnTo>
                  <a:cubicBezTo>
                    <a:pt x="219" y="228"/>
                    <a:pt x="220" y="229"/>
                    <a:pt x="224" y="232"/>
                  </a:cubicBezTo>
                  <a:cubicBezTo>
                    <a:pt x="231" y="237"/>
                    <a:pt x="231" y="238"/>
                    <a:pt x="230" y="238"/>
                  </a:cubicBezTo>
                  <a:lnTo>
                    <a:pt x="230" y="239"/>
                  </a:lnTo>
                  <a:cubicBezTo>
                    <a:pt x="236" y="244"/>
                    <a:pt x="236" y="244"/>
                    <a:pt x="235" y="244"/>
                  </a:cubicBezTo>
                  <a:cubicBezTo>
                    <a:pt x="235" y="245"/>
                    <a:pt x="235" y="245"/>
                    <a:pt x="235" y="245"/>
                  </a:cubicBezTo>
                  <a:cubicBezTo>
                    <a:pt x="233" y="245"/>
                    <a:pt x="228" y="243"/>
                    <a:pt x="227" y="243"/>
                  </a:cubicBezTo>
                  <a:cubicBezTo>
                    <a:pt x="226" y="243"/>
                    <a:pt x="226" y="243"/>
                    <a:pt x="226" y="243"/>
                  </a:cubicBezTo>
                  <a:cubicBezTo>
                    <a:pt x="224" y="245"/>
                    <a:pt x="224" y="245"/>
                    <a:pt x="232" y="249"/>
                  </a:cubicBezTo>
                  <a:cubicBezTo>
                    <a:pt x="233" y="249"/>
                    <a:pt x="236" y="251"/>
                    <a:pt x="235" y="251"/>
                  </a:cubicBezTo>
                  <a:cubicBezTo>
                    <a:pt x="235" y="251"/>
                    <a:pt x="234" y="251"/>
                    <a:pt x="232" y="250"/>
                  </a:cubicBezTo>
                  <a:cubicBezTo>
                    <a:pt x="232" y="250"/>
                    <a:pt x="231" y="250"/>
                    <a:pt x="231" y="250"/>
                  </a:cubicBezTo>
                  <a:cubicBezTo>
                    <a:pt x="229" y="250"/>
                    <a:pt x="226" y="249"/>
                    <a:pt x="223" y="249"/>
                  </a:cubicBezTo>
                  <a:cubicBezTo>
                    <a:pt x="222" y="249"/>
                    <a:pt x="221" y="249"/>
                    <a:pt x="221" y="250"/>
                  </a:cubicBezTo>
                  <a:cubicBezTo>
                    <a:pt x="218" y="253"/>
                    <a:pt x="218" y="253"/>
                    <a:pt x="226" y="258"/>
                  </a:cubicBezTo>
                  <a:cubicBezTo>
                    <a:pt x="234" y="262"/>
                    <a:pt x="237" y="264"/>
                    <a:pt x="237" y="264"/>
                  </a:cubicBezTo>
                  <a:cubicBezTo>
                    <a:pt x="237" y="264"/>
                    <a:pt x="233" y="262"/>
                    <a:pt x="225" y="258"/>
                  </a:cubicBezTo>
                  <a:cubicBezTo>
                    <a:pt x="217" y="254"/>
                    <a:pt x="214" y="252"/>
                    <a:pt x="213" y="252"/>
                  </a:cubicBezTo>
                  <a:cubicBezTo>
                    <a:pt x="212" y="252"/>
                    <a:pt x="214" y="253"/>
                    <a:pt x="217" y="256"/>
                  </a:cubicBezTo>
                  <a:cubicBezTo>
                    <a:pt x="224" y="261"/>
                    <a:pt x="224" y="261"/>
                    <a:pt x="223" y="261"/>
                  </a:cubicBezTo>
                  <a:cubicBezTo>
                    <a:pt x="220" y="259"/>
                    <a:pt x="218" y="258"/>
                    <a:pt x="218" y="258"/>
                  </a:cubicBezTo>
                  <a:cubicBezTo>
                    <a:pt x="217" y="258"/>
                    <a:pt x="218" y="260"/>
                    <a:pt x="222" y="263"/>
                  </a:cubicBezTo>
                  <a:cubicBezTo>
                    <a:pt x="221" y="264"/>
                    <a:pt x="221" y="264"/>
                    <a:pt x="221" y="264"/>
                  </a:cubicBezTo>
                  <a:cubicBezTo>
                    <a:pt x="220" y="264"/>
                    <a:pt x="218" y="263"/>
                    <a:pt x="214" y="260"/>
                  </a:cubicBezTo>
                  <a:lnTo>
                    <a:pt x="213" y="261"/>
                  </a:lnTo>
                  <a:cubicBezTo>
                    <a:pt x="221" y="267"/>
                    <a:pt x="220" y="270"/>
                    <a:pt x="217" y="270"/>
                  </a:cubicBezTo>
                  <a:cubicBezTo>
                    <a:pt x="215" y="270"/>
                    <a:pt x="211" y="269"/>
                    <a:pt x="208" y="267"/>
                  </a:cubicBezTo>
                  <a:lnTo>
                    <a:pt x="208" y="267"/>
                  </a:lnTo>
                  <a:cubicBezTo>
                    <a:pt x="208" y="267"/>
                    <a:pt x="207" y="268"/>
                    <a:pt x="214" y="274"/>
                  </a:cubicBezTo>
                  <a:cubicBezTo>
                    <a:pt x="222" y="278"/>
                    <a:pt x="225" y="281"/>
                    <a:pt x="224" y="281"/>
                  </a:cubicBezTo>
                  <a:cubicBezTo>
                    <a:pt x="223" y="281"/>
                    <a:pt x="220" y="279"/>
                    <a:pt x="213" y="275"/>
                  </a:cubicBezTo>
                  <a:lnTo>
                    <a:pt x="213" y="275"/>
                  </a:lnTo>
                  <a:cubicBezTo>
                    <a:pt x="216" y="278"/>
                    <a:pt x="217" y="280"/>
                    <a:pt x="215" y="280"/>
                  </a:cubicBezTo>
                  <a:cubicBezTo>
                    <a:pt x="214" y="280"/>
                    <a:pt x="209" y="278"/>
                    <a:pt x="203" y="274"/>
                  </a:cubicBezTo>
                  <a:lnTo>
                    <a:pt x="188" y="265"/>
                  </a:lnTo>
                  <a:lnTo>
                    <a:pt x="188" y="265"/>
                  </a:lnTo>
                  <a:cubicBezTo>
                    <a:pt x="195" y="270"/>
                    <a:pt x="195" y="271"/>
                    <a:pt x="195" y="271"/>
                  </a:cubicBezTo>
                  <a:cubicBezTo>
                    <a:pt x="202" y="276"/>
                    <a:pt x="202" y="276"/>
                    <a:pt x="199" y="278"/>
                  </a:cubicBezTo>
                  <a:cubicBezTo>
                    <a:pt x="199" y="279"/>
                    <a:pt x="204" y="287"/>
                    <a:pt x="203" y="288"/>
                  </a:cubicBezTo>
                  <a:cubicBezTo>
                    <a:pt x="202" y="289"/>
                    <a:pt x="201" y="290"/>
                    <a:pt x="199" y="290"/>
                  </a:cubicBezTo>
                  <a:cubicBezTo>
                    <a:pt x="198" y="290"/>
                    <a:pt x="196" y="289"/>
                    <a:pt x="193" y="288"/>
                  </a:cubicBezTo>
                  <a:lnTo>
                    <a:pt x="193" y="288"/>
                  </a:lnTo>
                  <a:cubicBezTo>
                    <a:pt x="193" y="288"/>
                    <a:pt x="191" y="289"/>
                    <a:pt x="198" y="295"/>
                  </a:cubicBezTo>
                  <a:cubicBezTo>
                    <a:pt x="202" y="298"/>
                    <a:pt x="203" y="300"/>
                    <a:pt x="202" y="300"/>
                  </a:cubicBezTo>
                  <a:cubicBezTo>
                    <a:pt x="201" y="300"/>
                    <a:pt x="199" y="299"/>
                    <a:pt x="196" y="297"/>
                  </a:cubicBezTo>
                  <a:lnTo>
                    <a:pt x="196" y="297"/>
                  </a:lnTo>
                  <a:cubicBezTo>
                    <a:pt x="202" y="304"/>
                    <a:pt x="202" y="304"/>
                    <a:pt x="202" y="304"/>
                  </a:cubicBezTo>
                  <a:cubicBezTo>
                    <a:pt x="197" y="301"/>
                    <a:pt x="192" y="299"/>
                    <a:pt x="191" y="299"/>
                  </a:cubicBezTo>
                  <a:cubicBezTo>
                    <a:pt x="191" y="299"/>
                    <a:pt x="191" y="299"/>
                    <a:pt x="194" y="302"/>
                  </a:cubicBezTo>
                  <a:cubicBezTo>
                    <a:pt x="200" y="306"/>
                    <a:pt x="199" y="306"/>
                    <a:pt x="199" y="307"/>
                  </a:cubicBezTo>
                  <a:cubicBezTo>
                    <a:pt x="199" y="307"/>
                    <a:pt x="198" y="307"/>
                    <a:pt x="198" y="307"/>
                  </a:cubicBezTo>
                  <a:cubicBezTo>
                    <a:pt x="189" y="307"/>
                    <a:pt x="174" y="328"/>
                    <a:pt x="181" y="332"/>
                  </a:cubicBezTo>
                  <a:lnTo>
                    <a:pt x="179" y="334"/>
                  </a:lnTo>
                  <a:lnTo>
                    <a:pt x="178" y="335"/>
                  </a:lnTo>
                  <a:cubicBezTo>
                    <a:pt x="173" y="332"/>
                    <a:pt x="171" y="331"/>
                    <a:pt x="169" y="331"/>
                  </a:cubicBezTo>
                  <a:cubicBezTo>
                    <a:pt x="166" y="331"/>
                    <a:pt x="170" y="336"/>
                    <a:pt x="174" y="341"/>
                  </a:cubicBezTo>
                  <a:cubicBezTo>
                    <a:pt x="180" y="346"/>
                    <a:pt x="180" y="348"/>
                    <a:pt x="179" y="348"/>
                  </a:cubicBezTo>
                  <a:cubicBezTo>
                    <a:pt x="172" y="343"/>
                    <a:pt x="168" y="342"/>
                    <a:pt x="167" y="342"/>
                  </a:cubicBezTo>
                  <a:cubicBezTo>
                    <a:pt x="165" y="342"/>
                    <a:pt x="166" y="344"/>
                    <a:pt x="169" y="346"/>
                  </a:cubicBezTo>
                  <a:cubicBezTo>
                    <a:pt x="177" y="352"/>
                    <a:pt x="180" y="354"/>
                    <a:pt x="180" y="354"/>
                  </a:cubicBezTo>
                  <a:cubicBezTo>
                    <a:pt x="179" y="354"/>
                    <a:pt x="176" y="352"/>
                    <a:pt x="169" y="348"/>
                  </a:cubicBezTo>
                  <a:cubicBezTo>
                    <a:pt x="163" y="344"/>
                    <a:pt x="159" y="342"/>
                    <a:pt x="158" y="342"/>
                  </a:cubicBezTo>
                  <a:cubicBezTo>
                    <a:pt x="157" y="342"/>
                    <a:pt x="162" y="346"/>
                    <a:pt x="174" y="355"/>
                  </a:cubicBezTo>
                  <a:cubicBezTo>
                    <a:pt x="177" y="358"/>
                    <a:pt x="179" y="360"/>
                    <a:pt x="178" y="360"/>
                  </a:cubicBezTo>
                  <a:cubicBezTo>
                    <a:pt x="178" y="360"/>
                    <a:pt x="176" y="359"/>
                    <a:pt x="172" y="357"/>
                  </a:cubicBezTo>
                  <a:cubicBezTo>
                    <a:pt x="164" y="352"/>
                    <a:pt x="161" y="350"/>
                    <a:pt x="160" y="350"/>
                  </a:cubicBezTo>
                  <a:lnTo>
                    <a:pt x="160" y="350"/>
                  </a:lnTo>
                  <a:cubicBezTo>
                    <a:pt x="159" y="350"/>
                    <a:pt x="161" y="351"/>
                    <a:pt x="165" y="353"/>
                  </a:cubicBezTo>
                  <a:cubicBezTo>
                    <a:pt x="172" y="359"/>
                    <a:pt x="175" y="361"/>
                    <a:pt x="174" y="361"/>
                  </a:cubicBezTo>
                  <a:cubicBezTo>
                    <a:pt x="174" y="361"/>
                    <a:pt x="170" y="360"/>
                    <a:pt x="163" y="355"/>
                  </a:cubicBezTo>
                  <a:cubicBezTo>
                    <a:pt x="156" y="352"/>
                    <a:pt x="152" y="350"/>
                    <a:pt x="151" y="350"/>
                  </a:cubicBezTo>
                  <a:lnTo>
                    <a:pt x="151" y="350"/>
                  </a:lnTo>
                  <a:cubicBezTo>
                    <a:pt x="151" y="350"/>
                    <a:pt x="154" y="352"/>
                    <a:pt x="161" y="358"/>
                  </a:cubicBezTo>
                  <a:cubicBezTo>
                    <a:pt x="169" y="363"/>
                    <a:pt x="172" y="367"/>
                    <a:pt x="170" y="367"/>
                  </a:cubicBezTo>
                  <a:cubicBezTo>
                    <a:pt x="169" y="367"/>
                    <a:pt x="165" y="365"/>
                    <a:pt x="158" y="361"/>
                  </a:cubicBezTo>
                  <a:cubicBezTo>
                    <a:pt x="158" y="361"/>
                    <a:pt x="158" y="361"/>
                    <a:pt x="157" y="361"/>
                  </a:cubicBezTo>
                  <a:cubicBezTo>
                    <a:pt x="157" y="361"/>
                    <a:pt x="155" y="361"/>
                    <a:pt x="155" y="361"/>
                  </a:cubicBezTo>
                  <a:cubicBezTo>
                    <a:pt x="154" y="361"/>
                    <a:pt x="154" y="361"/>
                    <a:pt x="158" y="363"/>
                  </a:cubicBezTo>
                  <a:lnTo>
                    <a:pt x="150" y="359"/>
                  </a:lnTo>
                  <a:lnTo>
                    <a:pt x="149" y="360"/>
                  </a:lnTo>
                  <a:lnTo>
                    <a:pt x="156" y="366"/>
                  </a:lnTo>
                  <a:cubicBezTo>
                    <a:pt x="156" y="366"/>
                    <a:pt x="145" y="366"/>
                    <a:pt x="141" y="370"/>
                  </a:cubicBezTo>
                  <a:cubicBezTo>
                    <a:pt x="135" y="378"/>
                    <a:pt x="134" y="379"/>
                    <a:pt x="142" y="382"/>
                  </a:cubicBezTo>
                  <a:cubicBezTo>
                    <a:pt x="150" y="387"/>
                    <a:pt x="154" y="390"/>
                    <a:pt x="153" y="390"/>
                  </a:cubicBezTo>
                  <a:cubicBezTo>
                    <a:pt x="152" y="390"/>
                    <a:pt x="148" y="388"/>
                    <a:pt x="141" y="385"/>
                  </a:cubicBezTo>
                  <a:cubicBezTo>
                    <a:pt x="141" y="385"/>
                    <a:pt x="137" y="383"/>
                    <a:pt x="134" y="383"/>
                  </a:cubicBezTo>
                  <a:cubicBezTo>
                    <a:pt x="133" y="383"/>
                    <a:pt x="132" y="383"/>
                    <a:pt x="132" y="383"/>
                  </a:cubicBezTo>
                  <a:cubicBezTo>
                    <a:pt x="132" y="384"/>
                    <a:pt x="131" y="384"/>
                    <a:pt x="130" y="384"/>
                  </a:cubicBezTo>
                  <a:cubicBezTo>
                    <a:pt x="129" y="384"/>
                    <a:pt x="126" y="384"/>
                    <a:pt x="122" y="381"/>
                  </a:cubicBezTo>
                  <a:lnTo>
                    <a:pt x="122" y="381"/>
                  </a:lnTo>
                  <a:cubicBezTo>
                    <a:pt x="132" y="390"/>
                    <a:pt x="133" y="395"/>
                    <a:pt x="128" y="395"/>
                  </a:cubicBezTo>
                  <a:cubicBezTo>
                    <a:pt x="127" y="395"/>
                    <a:pt x="125" y="394"/>
                    <a:pt x="123" y="394"/>
                  </a:cubicBezTo>
                  <a:lnTo>
                    <a:pt x="123" y="394"/>
                  </a:lnTo>
                  <a:cubicBezTo>
                    <a:pt x="122" y="395"/>
                    <a:pt x="122" y="396"/>
                    <a:pt x="128" y="401"/>
                  </a:cubicBezTo>
                  <a:cubicBezTo>
                    <a:pt x="131" y="405"/>
                    <a:pt x="133" y="407"/>
                    <a:pt x="132" y="407"/>
                  </a:cubicBezTo>
                  <a:cubicBezTo>
                    <a:pt x="132" y="407"/>
                    <a:pt x="130" y="406"/>
                    <a:pt x="126" y="404"/>
                  </a:cubicBezTo>
                  <a:cubicBezTo>
                    <a:pt x="124" y="402"/>
                    <a:pt x="120" y="401"/>
                    <a:pt x="118" y="401"/>
                  </a:cubicBezTo>
                  <a:cubicBezTo>
                    <a:pt x="115" y="401"/>
                    <a:pt x="115" y="403"/>
                    <a:pt x="123" y="408"/>
                  </a:cubicBezTo>
                  <a:lnTo>
                    <a:pt x="116" y="404"/>
                  </a:lnTo>
                  <a:cubicBezTo>
                    <a:pt x="115" y="403"/>
                    <a:pt x="114" y="403"/>
                    <a:pt x="113" y="403"/>
                  </a:cubicBezTo>
                  <a:cubicBezTo>
                    <a:pt x="111" y="403"/>
                    <a:pt x="117" y="407"/>
                    <a:pt x="122" y="410"/>
                  </a:cubicBezTo>
                  <a:cubicBezTo>
                    <a:pt x="129" y="415"/>
                    <a:pt x="132" y="417"/>
                    <a:pt x="132" y="417"/>
                  </a:cubicBezTo>
                  <a:cubicBezTo>
                    <a:pt x="131" y="417"/>
                    <a:pt x="126" y="414"/>
                    <a:pt x="114" y="407"/>
                  </a:cubicBezTo>
                  <a:cubicBezTo>
                    <a:pt x="106" y="402"/>
                    <a:pt x="102" y="400"/>
                    <a:pt x="101" y="400"/>
                  </a:cubicBezTo>
                  <a:lnTo>
                    <a:pt x="101" y="400"/>
                  </a:lnTo>
                  <a:cubicBezTo>
                    <a:pt x="101" y="400"/>
                    <a:pt x="103" y="401"/>
                    <a:pt x="106" y="403"/>
                  </a:cubicBezTo>
                  <a:cubicBezTo>
                    <a:pt x="111" y="407"/>
                    <a:pt x="116" y="411"/>
                    <a:pt x="115" y="411"/>
                  </a:cubicBezTo>
                  <a:cubicBezTo>
                    <a:pt x="115" y="411"/>
                    <a:pt x="114" y="410"/>
                    <a:pt x="112" y="409"/>
                  </a:cubicBezTo>
                  <a:lnTo>
                    <a:pt x="112" y="409"/>
                  </a:lnTo>
                  <a:cubicBezTo>
                    <a:pt x="111" y="410"/>
                    <a:pt x="111" y="410"/>
                    <a:pt x="125" y="420"/>
                  </a:cubicBezTo>
                  <a:cubicBezTo>
                    <a:pt x="132" y="425"/>
                    <a:pt x="132" y="425"/>
                    <a:pt x="131" y="426"/>
                  </a:cubicBezTo>
                  <a:cubicBezTo>
                    <a:pt x="126" y="423"/>
                    <a:pt x="122" y="419"/>
                    <a:pt x="117" y="416"/>
                  </a:cubicBezTo>
                  <a:lnTo>
                    <a:pt x="116" y="417"/>
                  </a:lnTo>
                  <a:cubicBezTo>
                    <a:pt x="111" y="416"/>
                    <a:pt x="105" y="414"/>
                    <a:pt x="101" y="410"/>
                  </a:cubicBezTo>
                  <a:cubicBezTo>
                    <a:pt x="98" y="409"/>
                    <a:pt x="96" y="408"/>
                    <a:pt x="95" y="408"/>
                  </a:cubicBezTo>
                  <a:lnTo>
                    <a:pt x="95" y="408"/>
                  </a:lnTo>
                  <a:cubicBezTo>
                    <a:pt x="95" y="408"/>
                    <a:pt x="98" y="410"/>
                    <a:pt x="107" y="416"/>
                  </a:cubicBezTo>
                  <a:cubicBezTo>
                    <a:pt x="122" y="425"/>
                    <a:pt x="122" y="425"/>
                    <a:pt x="121" y="426"/>
                  </a:cubicBezTo>
                  <a:cubicBezTo>
                    <a:pt x="120" y="426"/>
                    <a:pt x="120" y="427"/>
                    <a:pt x="120" y="427"/>
                  </a:cubicBezTo>
                  <a:cubicBezTo>
                    <a:pt x="119" y="427"/>
                    <a:pt x="117" y="426"/>
                    <a:pt x="112" y="423"/>
                  </a:cubicBezTo>
                  <a:cubicBezTo>
                    <a:pt x="107" y="420"/>
                    <a:pt x="106" y="419"/>
                    <a:pt x="105" y="419"/>
                  </a:cubicBezTo>
                  <a:cubicBezTo>
                    <a:pt x="105" y="419"/>
                    <a:pt x="104" y="419"/>
                    <a:pt x="104" y="419"/>
                  </a:cubicBezTo>
                  <a:cubicBezTo>
                    <a:pt x="103" y="422"/>
                    <a:pt x="122" y="437"/>
                    <a:pt x="137" y="447"/>
                  </a:cubicBezTo>
                  <a:cubicBezTo>
                    <a:pt x="144" y="452"/>
                    <a:pt x="148" y="454"/>
                    <a:pt x="147" y="454"/>
                  </a:cubicBezTo>
                  <a:cubicBezTo>
                    <a:pt x="147" y="454"/>
                    <a:pt x="143" y="452"/>
                    <a:pt x="135" y="449"/>
                  </a:cubicBezTo>
                  <a:cubicBezTo>
                    <a:pt x="131" y="446"/>
                    <a:pt x="129" y="445"/>
                    <a:pt x="128" y="445"/>
                  </a:cubicBezTo>
                  <a:cubicBezTo>
                    <a:pt x="128" y="445"/>
                    <a:pt x="128" y="445"/>
                    <a:pt x="128" y="445"/>
                  </a:cubicBezTo>
                  <a:cubicBezTo>
                    <a:pt x="121" y="441"/>
                    <a:pt x="121" y="440"/>
                    <a:pt x="122" y="440"/>
                  </a:cubicBezTo>
                  <a:lnTo>
                    <a:pt x="114" y="434"/>
                  </a:lnTo>
                  <a:cubicBezTo>
                    <a:pt x="107" y="430"/>
                    <a:pt x="103" y="428"/>
                    <a:pt x="103" y="428"/>
                  </a:cubicBezTo>
                  <a:lnTo>
                    <a:pt x="103" y="428"/>
                  </a:lnTo>
                  <a:cubicBezTo>
                    <a:pt x="102" y="428"/>
                    <a:pt x="105" y="431"/>
                    <a:pt x="113" y="436"/>
                  </a:cubicBezTo>
                  <a:cubicBezTo>
                    <a:pt x="117" y="439"/>
                    <a:pt x="118" y="441"/>
                    <a:pt x="118" y="441"/>
                  </a:cubicBezTo>
                  <a:cubicBezTo>
                    <a:pt x="117" y="441"/>
                    <a:pt x="115" y="440"/>
                    <a:pt x="112" y="438"/>
                  </a:cubicBezTo>
                  <a:cubicBezTo>
                    <a:pt x="107" y="435"/>
                    <a:pt x="101" y="433"/>
                    <a:pt x="101" y="433"/>
                  </a:cubicBezTo>
                  <a:lnTo>
                    <a:pt x="101" y="433"/>
                  </a:lnTo>
                  <a:cubicBezTo>
                    <a:pt x="100" y="433"/>
                    <a:pt x="101" y="434"/>
                    <a:pt x="104" y="435"/>
                  </a:cubicBezTo>
                  <a:cubicBezTo>
                    <a:pt x="104" y="435"/>
                    <a:pt x="104" y="435"/>
                    <a:pt x="103" y="435"/>
                  </a:cubicBezTo>
                  <a:cubicBezTo>
                    <a:pt x="102" y="435"/>
                    <a:pt x="100" y="435"/>
                    <a:pt x="95" y="432"/>
                  </a:cubicBezTo>
                  <a:lnTo>
                    <a:pt x="95" y="432"/>
                  </a:lnTo>
                  <a:cubicBezTo>
                    <a:pt x="94" y="434"/>
                    <a:pt x="93" y="434"/>
                    <a:pt x="101" y="438"/>
                  </a:cubicBezTo>
                  <a:cubicBezTo>
                    <a:pt x="107" y="443"/>
                    <a:pt x="107" y="444"/>
                    <a:pt x="106" y="445"/>
                  </a:cubicBezTo>
                  <a:cubicBezTo>
                    <a:pt x="106" y="445"/>
                    <a:pt x="105" y="446"/>
                    <a:pt x="113" y="451"/>
                  </a:cubicBezTo>
                  <a:cubicBezTo>
                    <a:pt x="120" y="455"/>
                    <a:pt x="126" y="461"/>
                    <a:pt x="125" y="462"/>
                  </a:cubicBezTo>
                  <a:cubicBezTo>
                    <a:pt x="128" y="465"/>
                    <a:pt x="130" y="466"/>
                    <a:pt x="129" y="466"/>
                  </a:cubicBezTo>
                  <a:cubicBezTo>
                    <a:pt x="129" y="466"/>
                    <a:pt x="125" y="464"/>
                    <a:pt x="116" y="460"/>
                  </a:cubicBezTo>
                  <a:cubicBezTo>
                    <a:pt x="112" y="457"/>
                    <a:pt x="110" y="456"/>
                    <a:pt x="109" y="456"/>
                  </a:cubicBezTo>
                  <a:cubicBezTo>
                    <a:pt x="109" y="456"/>
                    <a:pt x="109" y="456"/>
                    <a:pt x="108" y="456"/>
                  </a:cubicBezTo>
                  <a:cubicBezTo>
                    <a:pt x="108" y="456"/>
                    <a:pt x="108" y="456"/>
                    <a:pt x="101" y="453"/>
                  </a:cubicBezTo>
                  <a:cubicBezTo>
                    <a:pt x="98" y="452"/>
                    <a:pt x="97" y="451"/>
                    <a:pt x="97" y="451"/>
                  </a:cubicBezTo>
                  <a:lnTo>
                    <a:pt x="97" y="451"/>
                  </a:lnTo>
                  <a:cubicBezTo>
                    <a:pt x="97" y="451"/>
                    <a:pt x="102" y="455"/>
                    <a:pt x="107" y="459"/>
                  </a:cubicBezTo>
                  <a:lnTo>
                    <a:pt x="121" y="468"/>
                  </a:lnTo>
                  <a:cubicBezTo>
                    <a:pt x="113" y="464"/>
                    <a:pt x="106" y="460"/>
                    <a:pt x="98" y="455"/>
                  </a:cubicBezTo>
                  <a:lnTo>
                    <a:pt x="98" y="455"/>
                  </a:lnTo>
                  <a:cubicBezTo>
                    <a:pt x="104" y="459"/>
                    <a:pt x="109" y="463"/>
                    <a:pt x="107" y="463"/>
                  </a:cubicBezTo>
                  <a:cubicBezTo>
                    <a:pt x="107" y="463"/>
                    <a:pt x="106" y="463"/>
                    <a:pt x="104" y="462"/>
                  </a:cubicBezTo>
                  <a:cubicBezTo>
                    <a:pt x="103" y="463"/>
                    <a:pt x="103" y="463"/>
                    <a:pt x="102" y="463"/>
                  </a:cubicBezTo>
                  <a:cubicBezTo>
                    <a:pt x="100" y="463"/>
                    <a:pt x="98" y="463"/>
                    <a:pt x="95" y="460"/>
                  </a:cubicBezTo>
                  <a:cubicBezTo>
                    <a:pt x="93" y="459"/>
                    <a:pt x="92" y="459"/>
                    <a:pt x="92" y="459"/>
                  </a:cubicBezTo>
                  <a:cubicBezTo>
                    <a:pt x="90" y="459"/>
                    <a:pt x="94" y="462"/>
                    <a:pt x="94" y="462"/>
                  </a:cubicBezTo>
                  <a:cubicBezTo>
                    <a:pt x="98" y="465"/>
                    <a:pt x="99" y="466"/>
                    <a:pt x="97" y="466"/>
                  </a:cubicBezTo>
                  <a:cubicBezTo>
                    <a:pt x="96" y="466"/>
                    <a:pt x="94" y="466"/>
                    <a:pt x="92" y="465"/>
                  </a:cubicBezTo>
                  <a:cubicBezTo>
                    <a:pt x="84" y="463"/>
                    <a:pt x="80" y="461"/>
                    <a:pt x="79" y="461"/>
                  </a:cubicBezTo>
                  <a:cubicBezTo>
                    <a:pt x="77" y="461"/>
                    <a:pt x="81" y="464"/>
                    <a:pt x="88" y="469"/>
                  </a:cubicBezTo>
                  <a:cubicBezTo>
                    <a:pt x="87" y="468"/>
                    <a:pt x="86" y="468"/>
                    <a:pt x="85" y="468"/>
                  </a:cubicBezTo>
                  <a:cubicBezTo>
                    <a:pt x="83" y="468"/>
                    <a:pt x="88" y="472"/>
                    <a:pt x="93" y="477"/>
                  </a:cubicBezTo>
                  <a:cubicBezTo>
                    <a:pt x="99" y="482"/>
                    <a:pt x="114" y="491"/>
                    <a:pt x="121" y="496"/>
                  </a:cubicBezTo>
                  <a:cubicBezTo>
                    <a:pt x="130" y="501"/>
                    <a:pt x="133" y="503"/>
                    <a:pt x="133" y="503"/>
                  </a:cubicBezTo>
                  <a:cubicBezTo>
                    <a:pt x="132" y="503"/>
                    <a:pt x="131" y="503"/>
                    <a:pt x="128" y="501"/>
                  </a:cubicBezTo>
                  <a:cubicBezTo>
                    <a:pt x="122" y="500"/>
                    <a:pt x="116" y="497"/>
                    <a:pt x="112" y="493"/>
                  </a:cubicBezTo>
                  <a:cubicBezTo>
                    <a:pt x="105" y="489"/>
                    <a:pt x="105" y="489"/>
                    <a:pt x="105" y="489"/>
                  </a:cubicBezTo>
                  <a:lnTo>
                    <a:pt x="106" y="488"/>
                  </a:lnTo>
                  <a:cubicBezTo>
                    <a:pt x="99" y="484"/>
                    <a:pt x="93" y="480"/>
                    <a:pt x="91" y="480"/>
                  </a:cubicBezTo>
                  <a:cubicBezTo>
                    <a:pt x="91" y="480"/>
                    <a:pt x="91" y="480"/>
                    <a:pt x="91" y="480"/>
                  </a:cubicBezTo>
                  <a:cubicBezTo>
                    <a:pt x="87" y="478"/>
                    <a:pt x="85" y="477"/>
                    <a:pt x="85" y="477"/>
                  </a:cubicBezTo>
                  <a:cubicBezTo>
                    <a:pt x="84" y="477"/>
                    <a:pt x="86" y="479"/>
                    <a:pt x="89" y="481"/>
                  </a:cubicBezTo>
                  <a:cubicBezTo>
                    <a:pt x="85" y="479"/>
                    <a:pt x="83" y="479"/>
                    <a:pt x="82" y="479"/>
                  </a:cubicBezTo>
                  <a:cubicBezTo>
                    <a:pt x="80" y="479"/>
                    <a:pt x="80" y="479"/>
                    <a:pt x="79" y="480"/>
                  </a:cubicBezTo>
                  <a:cubicBezTo>
                    <a:pt x="79" y="481"/>
                    <a:pt x="78" y="482"/>
                    <a:pt x="76" y="482"/>
                  </a:cubicBezTo>
                  <a:cubicBezTo>
                    <a:pt x="74" y="482"/>
                    <a:pt x="72" y="481"/>
                    <a:pt x="69" y="480"/>
                  </a:cubicBezTo>
                  <a:lnTo>
                    <a:pt x="69" y="480"/>
                  </a:lnTo>
                  <a:cubicBezTo>
                    <a:pt x="68" y="481"/>
                    <a:pt x="68" y="482"/>
                    <a:pt x="75" y="487"/>
                  </a:cubicBezTo>
                  <a:cubicBezTo>
                    <a:pt x="83" y="492"/>
                    <a:pt x="87" y="494"/>
                    <a:pt x="87" y="494"/>
                  </a:cubicBezTo>
                  <a:cubicBezTo>
                    <a:pt x="87" y="494"/>
                    <a:pt x="85" y="493"/>
                    <a:pt x="82" y="491"/>
                  </a:cubicBezTo>
                  <a:cubicBezTo>
                    <a:pt x="76" y="488"/>
                    <a:pt x="71" y="487"/>
                    <a:pt x="67" y="487"/>
                  </a:cubicBezTo>
                  <a:cubicBezTo>
                    <a:pt x="61" y="487"/>
                    <a:pt x="59" y="490"/>
                    <a:pt x="67" y="497"/>
                  </a:cubicBezTo>
                  <a:lnTo>
                    <a:pt x="66" y="499"/>
                  </a:lnTo>
                  <a:cubicBezTo>
                    <a:pt x="64" y="498"/>
                    <a:pt x="62" y="498"/>
                    <a:pt x="60" y="498"/>
                  </a:cubicBezTo>
                  <a:cubicBezTo>
                    <a:pt x="57" y="498"/>
                    <a:pt x="56" y="501"/>
                    <a:pt x="61" y="505"/>
                  </a:cubicBezTo>
                  <a:lnTo>
                    <a:pt x="60" y="507"/>
                  </a:lnTo>
                  <a:cubicBezTo>
                    <a:pt x="57" y="506"/>
                    <a:pt x="55" y="505"/>
                    <a:pt x="54" y="505"/>
                  </a:cubicBezTo>
                  <a:cubicBezTo>
                    <a:pt x="52" y="505"/>
                    <a:pt x="54" y="506"/>
                    <a:pt x="58" y="509"/>
                  </a:cubicBezTo>
                  <a:cubicBezTo>
                    <a:pt x="63" y="513"/>
                    <a:pt x="68" y="517"/>
                    <a:pt x="67" y="517"/>
                  </a:cubicBezTo>
                  <a:cubicBezTo>
                    <a:pt x="67" y="517"/>
                    <a:pt x="67" y="516"/>
                    <a:pt x="65" y="515"/>
                  </a:cubicBezTo>
                  <a:cubicBezTo>
                    <a:pt x="61" y="513"/>
                    <a:pt x="59" y="512"/>
                    <a:pt x="57" y="512"/>
                  </a:cubicBezTo>
                  <a:cubicBezTo>
                    <a:pt x="56" y="512"/>
                    <a:pt x="55" y="513"/>
                    <a:pt x="53" y="515"/>
                  </a:cubicBezTo>
                  <a:cubicBezTo>
                    <a:pt x="52" y="517"/>
                    <a:pt x="52" y="517"/>
                    <a:pt x="59" y="520"/>
                  </a:cubicBezTo>
                  <a:cubicBezTo>
                    <a:pt x="61" y="523"/>
                    <a:pt x="62" y="525"/>
                    <a:pt x="61" y="525"/>
                  </a:cubicBezTo>
                  <a:cubicBezTo>
                    <a:pt x="59" y="525"/>
                    <a:pt x="55" y="522"/>
                    <a:pt x="50" y="519"/>
                  </a:cubicBezTo>
                  <a:cubicBezTo>
                    <a:pt x="44" y="515"/>
                    <a:pt x="41" y="513"/>
                    <a:pt x="40" y="513"/>
                  </a:cubicBezTo>
                  <a:lnTo>
                    <a:pt x="40" y="513"/>
                  </a:lnTo>
                  <a:cubicBezTo>
                    <a:pt x="40" y="513"/>
                    <a:pt x="45" y="517"/>
                    <a:pt x="57" y="525"/>
                  </a:cubicBezTo>
                  <a:cubicBezTo>
                    <a:pt x="65" y="531"/>
                    <a:pt x="68" y="534"/>
                    <a:pt x="67" y="534"/>
                  </a:cubicBezTo>
                  <a:cubicBezTo>
                    <a:pt x="67" y="534"/>
                    <a:pt x="65" y="533"/>
                    <a:pt x="62" y="532"/>
                  </a:cubicBezTo>
                  <a:cubicBezTo>
                    <a:pt x="55" y="527"/>
                    <a:pt x="56" y="526"/>
                    <a:pt x="56" y="526"/>
                  </a:cubicBezTo>
                  <a:lnTo>
                    <a:pt x="42" y="516"/>
                  </a:lnTo>
                  <a:lnTo>
                    <a:pt x="42" y="516"/>
                  </a:lnTo>
                  <a:cubicBezTo>
                    <a:pt x="41" y="517"/>
                    <a:pt x="41" y="517"/>
                    <a:pt x="48" y="523"/>
                  </a:cubicBezTo>
                  <a:cubicBezTo>
                    <a:pt x="48" y="523"/>
                    <a:pt x="48" y="523"/>
                    <a:pt x="53" y="528"/>
                  </a:cubicBezTo>
                  <a:cubicBezTo>
                    <a:pt x="60" y="534"/>
                    <a:pt x="68" y="538"/>
                    <a:pt x="76" y="542"/>
                  </a:cubicBezTo>
                  <a:cubicBezTo>
                    <a:pt x="83" y="546"/>
                    <a:pt x="83" y="547"/>
                    <a:pt x="83" y="547"/>
                  </a:cubicBezTo>
                  <a:cubicBezTo>
                    <a:pt x="74" y="544"/>
                    <a:pt x="67" y="539"/>
                    <a:pt x="60" y="534"/>
                  </a:cubicBezTo>
                  <a:cubicBezTo>
                    <a:pt x="56" y="530"/>
                    <a:pt x="51" y="527"/>
                    <a:pt x="47" y="525"/>
                  </a:cubicBezTo>
                  <a:cubicBezTo>
                    <a:pt x="46" y="524"/>
                    <a:pt x="45" y="524"/>
                    <a:pt x="45" y="524"/>
                  </a:cubicBezTo>
                  <a:cubicBezTo>
                    <a:pt x="43" y="524"/>
                    <a:pt x="49" y="530"/>
                    <a:pt x="57" y="537"/>
                  </a:cubicBezTo>
                  <a:lnTo>
                    <a:pt x="57" y="537"/>
                  </a:lnTo>
                  <a:cubicBezTo>
                    <a:pt x="54" y="535"/>
                    <a:pt x="52" y="534"/>
                    <a:pt x="51" y="534"/>
                  </a:cubicBezTo>
                  <a:cubicBezTo>
                    <a:pt x="49" y="534"/>
                    <a:pt x="48" y="535"/>
                    <a:pt x="48" y="536"/>
                  </a:cubicBezTo>
                  <a:cubicBezTo>
                    <a:pt x="48" y="537"/>
                    <a:pt x="47" y="538"/>
                    <a:pt x="53" y="543"/>
                  </a:cubicBezTo>
                  <a:cubicBezTo>
                    <a:pt x="59" y="545"/>
                    <a:pt x="64" y="548"/>
                    <a:pt x="68" y="553"/>
                  </a:cubicBezTo>
                  <a:cubicBezTo>
                    <a:pt x="73" y="554"/>
                    <a:pt x="78" y="557"/>
                    <a:pt x="83" y="561"/>
                  </a:cubicBezTo>
                  <a:cubicBezTo>
                    <a:pt x="83" y="561"/>
                    <a:pt x="75" y="557"/>
                    <a:pt x="67" y="554"/>
                  </a:cubicBezTo>
                  <a:cubicBezTo>
                    <a:pt x="54" y="548"/>
                    <a:pt x="47" y="544"/>
                    <a:pt x="43" y="544"/>
                  </a:cubicBezTo>
                  <a:cubicBezTo>
                    <a:pt x="42" y="544"/>
                    <a:pt x="42" y="545"/>
                    <a:pt x="41" y="545"/>
                  </a:cubicBezTo>
                  <a:cubicBezTo>
                    <a:pt x="41" y="546"/>
                    <a:pt x="40" y="547"/>
                    <a:pt x="38" y="547"/>
                  </a:cubicBezTo>
                  <a:cubicBezTo>
                    <a:pt x="37" y="547"/>
                    <a:pt x="35" y="547"/>
                    <a:pt x="31" y="545"/>
                  </a:cubicBezTo>
                  <a:lnTo>
                    <a:pt x="31" y="545"/>
                  </a:lnTo>
                  <a:cubicBezTo>
                    <a:pt x="30" y="546"/>
                    <a:pt x="30" y="547"/>
                    <a:pt x="37" y="552"/>
                  </a:cubicBezTo>
                  <a:lnTo>
                    <a:pt x="36" y="553"/>
                  </a:lnTo>
                  <a:cubicBezTo>
                    <a:pt x="33" y="551"/>
                    <a:pt x="31" y="550"/>
                    <a:pt x="30" y="550"/>
                  </a:cubicBezTo>
                  <a:cubicBezTo>
                    <a:pt x="28" y="550"/>
                    <a:pt x="30" y="552"/>
                    <a:pt x="34" y="555"/>
                  </a:cubicBezTo>
                  <a:cubicBezTo>
                    <a:pt x="37" y="557"/>
                    <a:pt x="37" y="558"/>
                    <a:pt x="37" y="558"/>
                  </a:cubicBezTo>
                  <a:cubicBezTo>
                    <a:pt x="36" y="558"/>
                    <a:pt x="34" y="557"/>
                    <a:pt x="33" y="557"/>
                  </a:cubicBezTo>
                  <a:cubicBezTo>
                    <a:pt x="33" y="557"/>
                    <a:pt x="32" y="557"/>
                    <a:pt x="32" y="557"/>
                  </a:cubicBezTo>
                  <a:cubicBezTo>
                    <a:pt x="25" y="554"/>
                    <a:pt x="21" y="552"/>
                    <a:pt x="21" y="552"/>
                  </a:cubicBezTo>
                  <a:lnTo>
                    <a:pt x="21" y="552"/>
                  </a:lnTo>
                  <a:cubicBezTo>
                    <a:pt x="21" y="552"/>
                    <a:pt x="26" y="555"/>
                    <a:pt x="39" y="562"/>
                  </a:cubicBezTo>
                  <a:cubicBezTo>
                    <a:pt x="40" y="562"/>
                    <a:pt x="41" y="563"/>
                    <a:pt x="42" y="564"/>
                  </a:cubicBezTo>
                  <a:lnTo>
                    <a:pt x="42" y="564"/>
                  </a:lnTo>
                  <a:cubicBezTo>
                    <a:pt x="36" y="561"/>
                    <a:pt x="31" y="559"/>
                    <a:pt x="30" y="559"/>
                  </a:cubicBezTo>
                  <a:cubicBezTo>
                    <a:pt x="29" y="559"/>
                    <a:pt x="31" y="561"/>
                    <a:pt x="37" y="565"/>
                  </a:cubicBezTo>
                  <a:cubicBezTo>
                    <a:pt x="37" y="565"/>
                    <a:pt x="37" y="565"/>
                    <a:pt x="29" y="562"/>
                  </a:cubicBezTo>
                  <a:cubicBezTo>
                    <a:pt x="26" y="560"/>
                    <a:pt x="24" y="559"/>
                    <a:pt x="24" y="559"/>
                  </a:cubicBezTo>
                  <a:lnTo>
                    <a:pt x="24" y="559"/>
                  </a:lnTo>
                  <a:cubicBezTo>
                    <a:pt x="24" y="559"/>
                    <a:pt x="26" y="561"/>
                    <a:pt x="34" y="567"/>
                  </a:cubicBezTo>
                  <a:cubicBezTo>
                    <a:pt x="42" y="573"/>
                    <a:pt x="46" y="576"/>
                    <a:pt x="45" y="576"/>
                  </a:cubicBezTo>
                  <a:cubicBezTo>
                    <a:pt x="44" y="576"/>
                    <a:pt x="40" y="574"/>
                    <a:pt x="33" y="570"/>
                  </a:cubicBezTo>
                  <a:cubicBezTo>
                    <a:pt x="26" y="566"/>
                    <a:pt x="22" y="564"/>
                    <a:pt x="20" y="564"/>
                  </a:cubicBezTo>
                  <a:cubicBezTo>
                    <a:pt x="18" y="564"/>
                    <a:pt x="20" y="566"/>
                    <a:pt x="23" y="569"/>
                  </a:cubicBezTo>
                  <a:cubicBezTo>
                    <a:pt x="33" y="575"/>
                    <a:pt x="35" y="578"/>
                    <a:pt x="34" y="578"/>
                  </a:cubicBezTo>
                  <a:cubicBezTo>
                    <a:pt x="33" y="578"/>
                    <a:pt x="31" y="577"/>
                    <a:pt x="29" y="576"/>
                  </a:cubicBezTo>
                  <a:cubicBezTo>
                    <a:pt x="25" y="575"/>
                    <a:pt x="23" y="574"/>
                    <a:pt x="22" y="574"/>
                  </a:cubicBezTo>
                  <a:cubicBezTo>
                    <a:pt x="21" y="574"/>
                    <a:pt x="23" y="575"/>
                    <a:pt x="27" y="579"/>
                  </a:cubicBezTo>
                  <a:cubicBezTo>
                    <a:pt x="22" y="576"/>
                    <a:pt x="17" y="573"/>
                    <a:pt x="16" y="573"/>
                  </a:cubicBezTo>
                  <a:lnTo>
                    <a:pt x="16" y="573"/>
                  </a:lnTo>
                  <a:cubicBezTo>
                    <a:pt x="16" y="573"/>
                    <a:pt x="16" y="573"/>
                    <a:pt x="19" y="575"/>
                  </a:cubicBezTo>
                  <a:cubicBezTo>
                    <a:pt x="19" y="575"/>
                    <a:pt x="18" y="576"/>
                    <a:pt x="25" y="580"/>
                  </a:cubicBezTo>
                  <a:lnTo>
                    <a:pt x="39" y="590"/>
                  </a:lnTo>
                  <a:cubicBezTo>
                    <a:pt x="45" y="592"/>
                    <a:pt x="49" y="595"/>
                    <a:pt x="53" y="599"/>
                  </a:cubicBezTo>
                  <a:cubicBezTo>
                    <a:pt x="56" y="600"/>
                    <a:pt x="57" y="601"/>
                    <a:pt x="56" y="601"/>
                  </a:cubicBezTo>
                  <a:cubicBezTo>
                    <a:pt x="54" y="601"/>
                    <a:pt x="45" y="598"/>
                    <a:pt x="29" y="589"/>
                  </a:cubicBezTo>
                  <a:lnTo>
                    <a:pt x="14" y="581"/>
                  </a:lnTo>
                  <a:lnTo>
                    <a:pt x="14" y="581"/>
                  </a:lnTo>
                  <a:lnTo>
                    <a:pt x="28" y="591"/>
                  </a:lnTo>
                  <a:cubicBezTo>
                    <a:pt x="28" y="591"/>
                    <a:pt x="28" y="591"/>
                    <a:pt x="27" y="591"/>
                  </a:cubicBezTo>
                  <a:cubicBezTo>
                    <a:pt x="27" y="591"/>
                    <a:pt x="25" y="591"/>
                    <a:pt x="20" y="588"/>
                  </a:cubicBezTo>
                  <a:cubicBezTo>
                    <a:pt x="13" y="583"/>
                    <a:pt x="13" y="583"/>
                    <a:pt x="12" y="583"/>
                  </a:cubicBezTo>
                  <a:cubicBezTo>
                    <a:pt x="12" y="583"/>
                    <a:pt x="12" y="584"/>
                    <a:pt x="19" y="589"/>
                  </a:cubicBezTo>
                  <a:cubicBezTo>
                    <a:pt x="28" y="594"/>
                    <a:pt x="31" y="596"/>
                    <a:pt x="31" y="596"/>
                  </a:cubicBezTo>
                  <a:cubicBezTo>
                    <a:pt x="30" y="596"/>
                    <a:pt x="28" y="596"/>
                    <a:pt x="25" y="594"/>
                  </a:cubicBezTo>
                  <a:cubicBezTo>
                    <a:pt x="19" y="590"/>
                    <a:pt x="15" y="588"/>
                    <a:pt x="14" y="588"/>
                  </a:cubicBezTo>
                  <a:lnTo>
                    <a:pt x="14" y="588"/>
                  </a:lnTo>
                  <a:cubicBezTo>
                    <a:pt x="13" y="588"/>
                    <a:pt x="17" y="591"/>
                    <a:pt x="24" y="595"/>
                  </a:cubicBezTo>
                  <a:cubicBezTo>
                    <a:pt x="32" y="601"/>
                    <a:pt x="35" y="603"/>
                    <a:pt x="35" y="603"/>
                  </a:cubicBezTo>
                  <a:cubicBezTo>
                    <a:pt x="35" y="603"/>
                    <a:pt x="31" y="601"/>
                    <a:pt x="23" y="597"/>
                  </a:cubicBezTo>
                  <a:cubicBezTo>
                    <a:pt x="19" y="593"/>
                    <a:pt x="14" y="591"/>
                    <a:pt x="9" y="589"/>
                  </a:cubicBezTo>
                  <a:lnTo>
                    <a:pt x="9" y="589"/>
                  </a:lnTo>
                  <a:lnTo>
                    <a:pt x="15" y="593"/>
                  </a:lnTo>
                  <a:cubicBezTo>
                    <a:pt x="25" y="599"/>
                    <a:pt x="27" y="601"/>
                    <a:pt x="26" y="601"/>
                  </a:cubicBezTo>
                  <a:cubicBezTo>
                    <a:pt x="26" y="601"/>
                    <a:pt x="24" y="601"/>
                    <a:pt x="21" y="599"/>
                  </a:cubicBezTo>
                  <a:cubicBezTo>
                    <a:pt x="18" y="597"/>
                    <a:pt x="17" y="596"/>
                    <a:pt x="16" y="596"/>
                  </a:cubicBezTo>
                  <a:cubicBezTo>
                    <a:pt x="15" y="596"/>
                    <a:pt x="17" y="598"/>
                    <a:pt x="20" y="601"/>
                  </a:cubicBezTo>
                  <a:cubicBezTo>
                    <a:pt x="19" y="602"/>
                    <a:pt x="19" y="603"/>
                    <a:pt x="18" y="603"/>
                  </a:cubicBezTo>
                  <a:cubicBezTo>
                    <a:pt x="17" y="603"/>
                    <a:pt x="15" y="601"/>
                    <a:pt x="11" y="599"/>
                  </a:cubicBezTo>
                  <a:cubicBezTo>
                    <a:pt x="4" y="594"/>
                    <a:pt x="1" y="592"/>
                    <a:pt x="1" y="592"/>
                  </a:cubicBezTo>
                  <a:lnTo>
                    <a:pt x="1" y="592"/>
                  </a:lnTo>
                  <a:cubicBezTo>
                    <a:pt x="1" y="592"/>
                    <a:pt x="4" y="595"/>
                    <a:pt x="11" y="600"/>
                  </a:cubicBezTo>
                  <a:cubicBezTo>
                    <a:pt x="14" y="602"/>
                    <a:pt x="16" y="603"/>
                    <a:pt x="16" y="603"/>
                  </a:cubicBezTo>
                  <a:cubicBezTo>
                    <a:pt x="15" y="603"/>
                    <a:pt x="13" y="603"/>
                    <a:pt x="9" y="601"/>
                  </a:cubicBezTo>
                  <a:cubicBezTo>
                    <a:pt x="6" y="600"/>
                    <a:pt x="4" y="599"/>
                    <a:pt x="4" y="599"/>
                  </a:cubicBezTo>
                  <a:lnTo>
                    <a:pt x="4" y="599"/>
                  </a:lnTo>
                  <a:cubicBezTo>
                    <a:pt x="3" y="599"/>
                    <a:pt x="5" y="600"/>
                    <a:pt x="9" y="603"/>
                  </a:cubicBezTo>
                  <a:cubicBezTo>
                    <a:pt x="15" y="608"/>
                    <a:pt x="22" y="612"/>
                    <a:pt x="30" y="616"/>
                  </a:cubicBezTo>
                  <a:cubicBezTo>
                    <a:pt x="31" y="616"/>
                    <a:pt x="31" y="616"/>
                    <a:pt x="38" y="620"/>
                  </a:cubicBezTo>
                  <a:lnTo>
                    <a:pt x="37" y="621"/>
                  </a:lnTo>
                  <a:cubicBezTo>
                    <a:pt x="37" y="622"/>
                    <a:pt x="36" y="622"/>
                    <a:pt x="42" y="629"/>
                  </a:cubicBezTo>
                  <a:cubicBezTo>
                    <a:pt x="47" y="633"/>
                    <a:pt x="56" y="640"/>
                    <a:pt x="58" y="640"/>
                  </a:cubicBezTo>
                  <a:cubicBezTo>
                    <a:pt x="58" y="640"/>
                    <a:pt x="58" y="639"/>
                    <a:pt x="57" y="638"/>
                  </a:cubicBezTo>
                  <a:lnTo>
                    <a:pt x="57" y="638"/>
                  </a:lnTo>
                  <a:lnTo>
                    <a:pt x="65" y="641"/>
                  </a:lnTo>
                  <a:cubicBezTo>
                    <a:pt x="75" y="648"/>
                    <a:pt x="81" y="652"/>
                    <a:pt x="81" y="652"/>
                  </a:cubicBezTo>
                  <a:cubicBezTo>
                    <a:pt x="82" y="652"/>
                    <a:pt x="76" y="648"/>
                    <a:pt x="65" y="640"/>
                  </a:cubicBezTo>
                  <a:cubicBezTo>
                    <a:pt x="53" y="633"/>
                    <a:pt x="47" y="629"/>
                    <a:pt x="48" y="629"/>
                  </a:cubicBezTo>
                  <a:lnTo>
                    <a:pt x="48" y="629"/>
                  </a:lnTo>
                  <a:cubicBezTo>
                    <a:pt x="48" y="629"/>
                    <a:pt x="52" y="631"/>
                    <a:pt x="59" y="635"/>
                  </a:cubicBezTo>
                  <a:cubicBezTo>
                    <a:pt x="68" y="642"/>
                    <a:pt x="72" y="643"/>
                    <a:pt x="73" y="643"/>
                  </a:cubicBezTo>
                  <a:cubicBezTo>
                    <a:pt x="74" y="643"/>
                    <a:pt x="74" y="643"/>
                    <a:pt x="74" y="643"/>
                  </a:cubicBezTo>
                  <a:cubicBezTo>
                    <a:pt x="75" y="643"/>
                    <a:pt x="75" y="643"/>
                    <a:pt x="82" y="647"/>
                  </a:cubicBezTo>
                  <a:cubicBezTo>
                    <a:pt x="86" y="650"/>
                    <a:pt x="92" y="653"/>
                    <a:pt x="97" y="655"/>
                  </a:cubicBezTo>
                  <a:cubicBezTo>
                    <a:pt x="97" y="654"/>
                    <a:pt x="97" y="654"/>
                    <a:pt x="91" y="649"/>
                  </a:cubicBezTo>
                  <a:cubicBezTo>
                    <a:pt x="87" y="648"/>
                    <a:pt x="85" y="647"/>
                    <a:pt x="86" y="647"/>
                  </a:cubicBezTo>
                  <a:lnTo>
                    <a:pt x="86" y="647"/>
                  </a:lnTo>
                  <a:cubicBezTo>
                    <a:pt x="86" y="647"/>
                    <a:pt x="90" y="648"/>
                    <a:pt x="98" y="653"/>
                  </a:cubicBezTo>
                  <a:cubicBezTo>
                    <a:pt x="102" y="654"/>
                    <a:pt x="103" y="656"/>
                    <a:pt x="104" y="656"/>
                  </a:cubicBezTo>
                  <a:cubicBezTo>
                    <a:pt x="104" y="656"/>
                    <a:pt x="100" y="653"/>
                    <a:pt x="92" y="647"/>
                  </a:cubicBezTo>
                  <a:cubicBezTo>
                    <a:pt x="84" y="642"/>
                    <a:pt x="81" y="640"/>
                    <a:pt x="82" y="640"/>
                  </a:cubicBezTo>
                  <a:lnTo>
                    <a:pt x="82" y="640"/>
                  </a:lnTo>
                  <a:cubicBezTo>
                    <a:pt x="83" y="640"/>
                    <a:pt x="87" y="642"/>
                    <a:pt x="94" y="646"/>
                  </a:cubicBezTo>
                  <a:cubicBezTo>
                    <a:pt x="94" y="646"/>
                    <a:pt x="94" y="645"/>
                    <a:pt x="95" y="644"/>
                  </a:cubicBezTo>
                  <a:cubicBezTo>
                    <a:pt x="91" y="640"/>
                    <a:pt x="86" y="637"/>
                    <a:pt x="80" y="635"/>
                  </a:cubicBezTo>
                  <a:cubicBezTo>
                    <a:pt x="72" y="629"/>
                    <a:pt x="69" y="626"/>
                    <a:pt x="69" y="626"/>
                  </a:cubicBezTo>
                  <a:lnTo>
                    <a:pt x="69" y="626"/>
                  </a:lnTo>
                  <a:cubicBezTo>
                    <a:pt x="69" y="626"/>
                    <a:pt x="71" y="627"/>
                    <a:pt x="74" y="629"/>
                  </a:cubicBezTo>
                  <a:cubicBezTo>
                    <a:pt x="82" y="632"/>
                    <a:pt x="89" y="637"/>
                    <a:pt x="89" y="637"/>
                  </a:cubicBezTo>
                  <a:cubicBezTo>
                    <a:pt x="93" y="640"/>
                    <a:pt x="95" y="641"/>
                    <a:pt x="96" y="641"/>
                  </a:cubicBezTo>
                  <a:cubicBezTo>
                    <a:pt x="97" y="641"/>
                    <a:pt x="97" y="641"/>
                    <a:pt x="97" y="640"/>
                  </a:cubicBezTo>
                  <a:cubicBezTo>
                    <a:pt x="97" y="640"/>
                    <a:pt x="98" y="638"/>
                    <a:pt x="92" y="634"/>
                  </a:cubicBezTo>
                  <a:lnTo>
                    <a:pt x="92" y="634"/>
                  </a:lnTo>
                  <a:cubicBezTo>
                    <a:pt x="93" y="635"/>
                    <a:pt x="96" y="636"/>
                    <a:pt x="98" y="638"/>
                  </a:cubicBezTo>
                  <a:cubicBezTo>
                    <a:pt x="99" y="638"/>
                    <a:pt x="102" y="640"/>
                    <a:pt x="102" y="640"/>
                  </a:cubicBezTo>
                  <a:cubicBezTo>
                    <a:pt x="102" y="640"/>
                    <a:pt x="102" y="640"/>
                    <a:pt x="99" y="638"/>
                  </a:cubicBezTo>
                  <a:cubicBezTo>
                    <a:pt x="99" y="638"/>
                    <a:pt x="99" y="638"/>
                    <a:pt x="100" y="638"/>
                  </a:cubicBezTo>
                  <a:cubicBezTo>
                    <a:pt x="101" y="638"/>
                    <a:pt x="103" y="638"/>
                    <a:pt x="107" y="640"/>
                  </a:cubicBezTo>
                  <a:cubicBezTo>
                    <a:pt x="108" y="641"/>
                    <a:pt x="109" y="641"/>
                    <a:pt x="110" y="641"/>
                  </a:cubicBezTo>
                  <a:cubicBezTo>
                    <a:pt x="113" y="641"/>
                    <a:pt x="101" y="632"/>
                    <a:pt x="87" y="626"/>
                  </a:cubicBezTo>
                  <a:cubicBezTo>
                    <a:pt x="87" y="626"/>
                    <a:pt x="87" y="626"/>
                    <a:pt x="88" y="625"/>
                  </a:cubicBezTo>
                  <a:cubicBezTo>
                    <a:pt x="88" y="624"/>
                    <a:pt x="82" y="619"/>
                    <a:pt x="82" y="619"/>
                  </a:cubicBezTo>
                  <a:cubicBezTo>
                    <a:pt x="74" y="615"/>
                    <a:pt x="75" y="615"/>
                    <a:pt x="75" y="613"/>
                  </a:cubicBezTo>
                  <a:lnTo>
                    <a:pt x="75" y="613"/>
                  </a:lnTo>
                  <a:lnTo>
                    <a:pt x="89" y="622"/>
                  </a:lnTo>
                  <a:cubicBezTo>
                    <a:pt x="101" y="631"/>
                    <a:pt x="109" y="635"/>
                    <a:pt x="110" y="635"/>
                  </a:cubicBezTo>
                  <a:cubicBezTo>
                    <a:pt x="110" y="635"/>
                    <a:pt x="107" y="632"/>
                    <a:pt x="97" y="626"/>
                  </a:cubicBezTo>
                  <a:lnTo>
                    <a:pt x="97" y="626"/>
                  </a:lnTo>
                  <a:lnTo>
                    <a:pt x="105" y="630"/>
                  </a:lnTo>
                  <a:cubicBezTo>
                    <a:pt x="108" y="632"/>
                    <a:pt x="110" y="633"/>
                    <a:pt x="111" y="633"/>
                  </a:cubicBezTo>
                  <a:cubicBezTo>
                    <a:pt x="111" y="633"/>
                    <a:pt x="110" y="632"/>
                    <a:pt x="106" y="628"/>
                  </a:cubicBezTo>
                  <a:cubicBezTo>
                    <a:pt x="99" y="622"/>
                    <a:pt x="93" y="618"/>
                    <a:pt x="86" y="613"/>
                  </a:cubicBezTo>
                  <a:cubicBezTo>
                    <a:pt x="78" y="609"/>
                    <a:pt x="79" y="608"/>
                    <a:pt x="79" y="608"/>
                  </a:cubicBezTo>
                  <a:lnTo>
                    <a:pt x="79" y="608"/>
                  </a:lnTo>
                  <a:cubicBezTo>
                    <a:pt x="79" y="608"/>
                    <a:pt x="79" y="608"/>
                    <a:pt x="87" y="612"/>
                  </a:cubicBezTo>
                  <a:cubicBezTo>
                    <a:pt x="94" y="616"/>
                    <a:pt x="98" y="618"/>
                    <a:pt x="98" y="618"/>
                  </a:cubicBezTo>
                  <a:cubicBezTo>
                    <a:pt x="99" y="618"/>
                    <a:pt x="96" y="616"/>
                    <a:pt x="88" y="610"/>
                  </a:cubicBezTo>
                  <a:lnTo>
                    <a:pt x="88" y="610"/>
                  </a:lnTo>
                  <a:lnTo>
                    <a:pt x="96" y="615"/>
                  </a:lnTo>
                  <a:cubicBezTo>
                    <a:pt x="100" y="617"/>
                    <a:pt x="104" y="620"/>
                    <a:pt x="106" y="620"/>
                  </a:cubicBezTo>
                  <a:cubicBezTo>
                    <a:pt x="108" y="620"/>
                    <a:pt x="108" y="618"/>
                    <a:pt x="106" y="615"/>
                  </a:cubicBezTo>
                  <a:cubicBezTo>
                    <a:pt x="108" y="613"/>
                    <a:pt x="108" y="612"/>
                    <a:pt x="110" y="612"/>
                  </a:cubicBezTo>
                  <a:cubicBezTo>
                    <a:pt x="112" y="612"/>
                    <a:pt x="113" y="613"/>
                    <a:pt x="116" y="615"/>
                  </a:cubicBezTo>
                  <a:cubicBezTo>
                    <a:pt x="118" y="615"/>
                    <a:pt x="118" y="616"/>
                    <a:pt x="119" y="616"/>
                  </a:cubicBezTo>
                  <a:cubicBezTo>
                    <a:pt x="120" y="616"/>
                    <a:pt x="110" y="606"/>
                    <a:pt x="98" y="597"/>
                  </a:cubicBezTo>
                  <a:lnTo>
                    <a:pt x="98" y="597"/>
                  </a:lnTo>
                  <a:cubicBezTo>
                    <a:pt x="103" y="600"/>
                    <a:pt x="105" y="601"/>
                    <a:pt x="106" y="601"/>
                  </a:cubicBezTo>
                  <a:cubicBezTo>
                    <a:pt x="107" y="601"/>
                    <a:pt x="107" y="600"/>
                    <a:pt x="107" y="600"/>
                  </a:cubicBezTo>
                  <a:cubicBezTo>
                    <a:pt x="108" y="599"/>
                    <a:pt x="108" y="598"/>
                    <a:pt x="109" y="598"/>
                  </a:cubicBezTo>
                  <a:cubicBezTo>
                    <a:pt x="110" y="598"/>
                    <a:pt x="111" y="600"/>
                    <a:pt x="115" y="602"/>
                  </a:cubicBezTo>
                  <a:cubicBezTo>
                    <a:pt x="122" y="607"/>
                    <a:pt x="126" y="610"/>
                    <a:pt x="126" y="610"/>
                  </a:cubicBezTo>
                  <a:cubicBezTo>
                    <a:pt x="127" y="610"/>
                    <a:pt x="123" y="607"/>
                    <a:pt x="116" y="601"/>
                  </a:cubicBezTo>
                  <a:cubicBezTo>
                    <a:pt x="110" y="597"/>
                    <a:pt x="109" y="595"/>
                    <a:pt x="110" y="595"/>
                  </a:cubicBezTo>
                  <a:cubicBezTo>
                    <a:pt x="111" y="595"/>
                    <a:pt x="117" y="598"/>
                    <a:pt x="125" y="603"/>
                  </a:cubicBezTo>
                  <a:cubicBezTo>
                    <a:pt x="129" y="606"/>
                    <a:pt x="131" y="607"/>
                    <a:pt x="132" y="607"/>
                  </a:cubicBezTo>
                  <a:cubicBezTo>
                    <a:pt x="133" y="607"/>
                    <a:pt x="134" y="606"/>
                    <a:pt x="134" y="606"/>
                  </a:cubicBezTo>
                  <a:cubicBezTo>
                    <a:pt x="128" y="601"/>
                    <a:pt x="129" y="599"/>
                    <a:pt x="130" y="598"/>
                  </a:cubicBezTo>
                  <a:cubicBezTo>
                    <a:pt x="131" y="595"/>
                    <a:pt x="131" y="595"/>
                    <a:pt x="116" y="587"/>
                  </a:cubicBezTo>
                  <a:cubicBezTo>
                    <a:pt x="116" y="586"/>
                    <a:pt x="116" y="586"/>
                    <a:pt x="116" y="586"/>
                  </a:cubicBezTo>
                  <a:lnTo>
                    <a:pt x="116" y="586"/>
                  </a:lnTo>
                  <a:cubicBezTo>
                    <a:pt x="116" y="587"/>
                    <a:pt x="116" y="588"/>
                    <a:pt x="115" y="589"/>
                  </a:cubicBezTo>
                  <a:lnTo>
                    <a:pt x="114" y="590"/>
                  </a:lnTo>
                  <a:cubicBezTo>
                    <a:pt x="112" y="592"/>
                    <a:pt x="110" y="593"/>
                    <a:pt x="108" y="593"/>
                  </a:cubicBezTo>
                  <a:cubicBezTo>
                    <a:pt x="101" y="593"/>
                    <a:pt x="96" y="586"/>
                    <a:pt x="101" y="580"/>
                  </a:cubicBezTo>
                  <a:cubicBezTo>
                    <a:pt x="102" y="578"/>
                    <a:pt x="103" y="578"/>
                    <a:pt x="104" y="577"/>
                  </a:cubicBezTo>
                  <a:lnTo>
                    <a:pt x="104" y="577"/>
                  </a:lnTo>
                  <a:cubicBezTo>
                    <a:pt x="105" y="578"/>
                    <a:pt x="108" y="581"/>
                    <a:pt x="116" y="586"/>
                  </a:cubicBezTo>
                  <a:lnTo>
                    <a:pt x="116" y="586"/>
                  </a:lnTo>
                  <a:cubicBezTo>
                    <a:pt x="116" y="586"/>
                    <a:pt x="116" y="586"/>
                    <a:pt x="116" y="585"/>
                  </a:cubicBezTo>
                  <a:lnTo>
                    <a:pt x="116" y="585"/>
                  </a:lnTo>
                  <a:cubicBezTo>
                    <a:pt x="118" y="587"/>
                    <a:pt x="121" y="589"/>
                    <a:pt x="124" y="591"/>
                  </a:cubicBezTo>
                  <a:cubicBezTo>
                    <a:pt x="128" y="593"/>
                    <a:pt x="130" y="594"/>
                    <a:pt x="131" y="594"/>
                  </a:cubicBezTo>
                  <a:cubicBezTo>
                    <a:pt x="132" y="594"/>
                    <a:pt x="133" y="594"/>
                    <a:pt x="133" y="593"/>
                  </a:cubicBezTo>
                  <a:cubicBezTo>
                    <a:pt x="133" y="592"/>
                    <a:pt x="126" y="588"/>
                    <a:pt x="126" y="588"/>
                  </a:cubicBezTo>
                  <a:cubicBezTo>
                    <a:pt x="122" y="584"/>
                    <a:pt x="120" y="583"/>
                    <a:pt x="119" y="583"/>
                  </a:cubicBezTo>
                  <a:cubicBezTo>
                    <a:pt x="119" y="583"/>
                    <a:pt x="119" y="584"/>
                    <a:pt x="119" y="584"/>
                  </a:cubicBezTo>
                  <a:cubicBezTo>
                    <a:pt x="118" y="584"/>
                    <a:pt x="117" y="584"/>
                    <a:pt x="116" y="583"/>
                  </a:cubicBezTo>
                  <a:lnTo>
                    <a:pt x="116" y="583"/>
                  </a:lnTo>
                  <a:cubicBezTo>
                    <a:pt x="117" y="584"/>
                    <a:pt x="117" y="585"/>
                    <a:pt x="116" y="585"/>
                  </a:cubicBezTo>
                  <a:lnTo>
                    <a:pt x="116" y="585"/>
                  </a:lnTo>
                  <a:cubicBezTo>
                    <a:pt x="115" y="584"/>
                    <a:pt x="115" y="583"/>
                    <a:pt x="115" y="583"/>
                  </a:cubicBezTo>
                  <a:cubicBezTo>
                    <a:pt x="116" y="583"/>
                    <a:pt x="116" y="583"/>
                    <a:pt x="116" y="583"/>
                  </a:cubicBezTo>
                  <a:lnTo>
                    <a:pt x="116" y="583"/>
                  </a:lnTo>
                  <a:cubicBezTo>
                    <a:pt x="116" y="582"/>
                    <a:pt x="116" y="581"/>
                    <a:pt x="115" y="580"/>
                  </a:cubicBezTo>
                  <a:lnTo>
                    <a:pt x="115" y="580"/>
                  </a:lnTo>
                  <a:cubicBezTo>
                    <a:pt x="117" y="581"/>
                    <a:pt x="120" y="582"/>
                    <a:pt x="120" y="582"/>
                  </a:cubicBezTo>
                  <a:cubicBezTo>
                    <a:pt x="120" y="582"/>
                    <a:pt x="120" y="581"/>
                    <a:pt x="121" y="581"/>
                  </a:cubicBezTo>
                  <a:cubicBezTo>
                    <a:pt x="122" y="581"/>
                    <a:pt x="123" y="582"/>
                    <a:pt x="129" y="585"/>
                  </a:cubicBezTo>
                  <a:cubicBezTo>
                    <a:pt x="129" y="585"/>
                    <a:pt x="134" y="588"/>
                    <a:pt x="137" y="588"/>
                  </a:cubicBezTo>
                  <a:cubicBezTo>
                    <a:pt x="137" y="588"/>
                    <a:pt x="137" y="588"/>
                    <a:pt x="138" y="588"/>
                  </a:cubicBezTo>
                  <a:cubicBezTo>
                    <a:pt x="138" y="587"/>
                    <a:pt x="138" y="587"/>
                    <a:pt x="139" y="587"/>
                  </a:cubicBezTo>
                  <a:cubicBezTo>
                    <a:pt x="140" y="587"/>
                    <a:pt x="142" y="587"/>
                    <a:pt x="147" y="590"/>
                  </a:cubicBezTo>
                  <a:cubicBezTo>
                    <a:pt x="147" y="589"/>
                    <a:pt x="147" y="589"/>
                    <a:pt x="140" y="584"/>
                  </a:cubicBezTo>
                  <a:cubicBezTo>
                    <a:pt x="133" y="580"/>
                    <a:pt x="128" y="576"/>
                    <a:pt x="132" y="576"/>
                  </a:cubicBezTo>
                  <a:cubicBezTo>
                    <a:pt x="133" y="576"/>
                    <a:pt x="134" y="576"/>
                    <a:pt x="135" y="576"/>
                  </a:cubicBezTo>
                  <a:cubicBezTo>
                    <a:pt x="137" y="575"/>
                    <a:pt x="138" y="573"/>
                    <a:pt x="131" y="569"/>
                  </a:cubicBezTo>
                  <a:cubicBezTo>
                    <a:pt x="131" y="568"/>
                    <a:pt x="131" y="568"/>
                    <a:pt x="131" y="568"/>
                  </a:cubicBezTo>
                  <a:cubicBezTo>
                    <a:pt x="132" y="568"/>
                    <a:pt x="133" y="569"/>
                    <a:pt x="138" y="572"/>
                  </a:cubicBezTo>
                  <a:cubicBezTo>
                    <a:pt x="144" y="576"/>
                    <a:pt x="148" y="578"/>
                    <a:pt x="149" y="578"/>
                  </a:cubicBezTo>
                  <a:cubicBezTo>
                    <a:pt x="150" y="578"/>
                    <a:pt x="147" y="575"/>
                    <a:pt x="140" y="570"/>
                  </a:cubicBezTo>
                  <a:cubicBezTo>
                    <a:pt x="136" y="567"/>
                    <a:pt x="134" y="566"/>
                    <a:pt x="135" y="566"/>
                  </a:cubicBezTo>
                  <a:cubicBezTo>
                    <a:pt x="136" y="566"/>
                    <a:pt x="138" y="567"/>
                    <a:pt x="141" y="569"/>
                  </a:cubicBezTo>
                  <a:cubicBezTo>
                    <a:pt x="141" y="569"/>
                    <a:pt x="142" y="567"/>
                    <a:pt x="135" y="562"/>
                  </a:cubicBezTo>
                  <a:cubicBezTo>
                    <a:pt x="131" y="559"/>
                    <a:pt x="130" y="558"/>
                    <a:pt x="131" y="558"/>
                  </a:cubicBezTo>
                  <a:cubicBezTo>
                    <a:pt x="131" y="558"/>
                    <a:pt x="133" y="559"/>
                    <a:pt x="137" y="560"/>
                  </a:cubicBezTo>
                  <a:cubicBezTo>
                    <a:pt x="140" y="563"/>
                    <a:pt x="143" y="564"/>
                    <a:pt x="143" y="564"/>
                  </a:cubicBezTo>
                  <a:cubicBezTo>
                    <a:pt x="144" y="564"/>
                    <a:pt x="144" y="563"/>
                    <a:pt x="144" y="563"/>
                  </a:cubicBezTo>
                  <a:cubicBezTo>
                    <a:pt x="140" y="558"/>
                    <a:pt x="143" y="553"/>
                    <a:pt x="148" y="553"/>
                  </a:cubicBezTo>
                  <a:cubicBezTo>
                    <a:pt x="149" y="553"/>
                    <a:pt x="151" y="553"/>
                    <a:pt x="152" y="554"/>
                  </a:cubicBezTo>
                  <a:cubicBezTo>
                    <a:pt x="146" y="548"/>
                    <a:pt x="145" y="548"/>
                    <a:pt x="145" y="548"/>
                  </a:cubicBezTo>
                  <a:lnTo>
                    <a:pt x="145" y="548"/>
                  </a:lnTo>
                  <a:cubicBezTo>
                    <a:pt x="151" y="551"/>
                    <a:pt x="153" y="552"/>
                    <a:pt x="154" y="552"/>
                  </a:cubicBezTo>
                  <a:cubicBezTo>
                    <a:pt x="156" y="552"/>
                    <a:pt x="150" y="548"/>
                    <a:pt x="140" y="542"/>
                  </a:cubicBezTo>
                  <a:lnTo>
                    <a:pt x="139" y="543"/>
                  </a:lnTo>
                  <a:cubicBezTo>
                    <a:pt x="132" y="538"/>
                    <a:pt x="129" y="536"/>
                    <a:pt x="130" y="536"/>
                  </a:cubicBezTo>
                  <a:cubicBezTo>
                    <a:pt x="131" y="536"/>
                    <a:pt x="137" y="539"/>
                    <a:pt x="148" y="546"/>
                  </a:cubicBezTo>
                  <a:cubicBezTo>
                    <a:pt x="155" y="550"/>
                    <a:pt x="158" y="552"/>
                    <a:pt x="159" y="552"/>
                  </a:cubicBezTo>
                  <a:cubicBezTo>
                    <a:pt x="159" y="552"/>
                    <a:pt x="156" y="549"/>
                    <a:pt x="149" y="544"/>
                  </a:cubicBezTo>
                  <a:cubicBezTo>
                    <a:pt x="141" y="539"/>
                    <a:pt x="138" y="537"/>
                    <a:pt x="139" y="537"/>
                  </a:cubicBezTo>
                  <a:lnTo>
                    <a:pt x="139" y="537"/>
                  </a:lnTo>
                  <a:cubicBezTo>
                    <a:pt x="139" y="537"/>
                    <a:pt x="143" y="539"/>
                    <a:pt x="150" y="543"/>
                  </a:cubicBezTo>
                  <a:cubicBezTo>
                    <a:pt x="157" y="547"/>
                    <a:pt x="161" y="549"/>
                    <a:pt x="161" y="549"/>
                  </a:cubicBezTo>
                  <a:cubicBezTo>
                    <a:pt x="161" y="549"/>
                    <a:pt x="157" y="547"/>
                    <a:pt x="150" y="542"/>
                  </a:cubicBezTo>
                  <a:cubicBezTo>
                    <a:pt x="134" y="530"/>
                    <a:pt x="126" y="522"/>
                    <a:pt x="127" y="522"/>
                  </a:cubicBezTo>
                  <a:cubicBezTo>
                    <a:pt x="128" y="522"/>
                    <a:pt x="134" y="526"/>
                    <a:pt x="145" y="534"/>
                  </a:cubicBezTo>
                  <a:cubicBezTo>
                    <a:pt x="152" y="539"/>
                    <a:pt x="160" y="543"/>
                    <a:pt x="168" y="546"/>
                  </a:cubicBezTo>
                  <a:cubicBezTo>
                    <a:pt x="165" y="543"/>
                    <a:pt x="160" y="539"/>
                    <a:pt x="154" y="536"/>
                  </a:cubicBezTo>
                  <a:cubicBezTo>
                    <a:pt x="147" y="532"/>
                    <a:pt x="143" y="530"/>
                    <a:pt x="144" y="530"/>
                  </a:cubicBezTo>
                  <a:lnTo>
                    <a:pt x="144" y="530"/>
                  </a:lnTo>
                  <a:cubicBezTo>
                    <a:pt x="144" y="530"/>
                    <a:pt x="148" y="531"/>
                    <a:pt x="156" y="535"/>
                  </a:cubicBezTo>
                  <a:cubicBezTo>
                    <a:pt x="167" y="540"/>
                    <a:pt x="173" y="543"/>
                    <a:pt x="174" y="543"/>
                  </a:cubicBezTo>
                  <a:cubicBezTo>
                    <a:pt x="176" y="543"/>
                    <a:pt x="173" y="540"/>
                    <a:pt x="167" y="534"/>
                  </a:cubicBezTo>
                  <a:cubicBezTo>
                    <a:pt x="160" y="528"/>
                    <a:pt x="157" y="524"/>
                    <a:pt x="158" y="524"/>
                  </a:cubicBezTo>
                  <a:cubicBezTo>
                    <a:pt x="159" y="524"/>
                    <a:pt x="163" y="526"/>
                    <a:pt x="169" y="532"/>
                  </a:cubicBezTo>
                  <a:cubicBezTo>
                    <a:pt x="177" y="537"/>
                    <a:pt x="180" y="540"/>
                    <a:pt x="180" y="540"/>
                  </a:cubicBezTo>
                  <a:cubicBezTo>
                    <a:pt x="180" y="540"/>
                    <a:pt x="179" y="538"/>
                    <a:pt x="176" y="536"/>
                  </a:cubicBezTo>
                  <a:lnTo>
                    <a:pt x="179" y="533"/>
                  </a:lnTo>
                  <a:cubicBezTo>
                    <a:pt x="175" y="528"/>
                    <a:pt x="170" y="525"/>
                    <a:pt x="166" y="521"/>
                  </a:cubicBezTo>
                  <a:lnTo>
                    <a:pt x="166" y="521"/>
                  </a:lnTo>
                  <a:cubicBezTo>
                    <a:pt x="174" y="526"/>
                    <a:pt x="180" y="530"/>
                    <a:pt x="181" y="530"/>
                  </a:cubicBezTo>
                  <a:cubicBezTo>
                    <a:pt x="182" y="530"/>
                    <a:pt x="181" y="528"/>
                    <a:pt x="175" y="523"/>
                  </a:cubicBezTo>
                  <a:lnTo>
                    <a:pt x="176" y="521"/>
                  </a:lnTo>
                  <a:cubicBezTo>
                    <a:pt x="177" y="521"/>
                    <a:pt x="177" y="521"/>
                    <a:pt x="170" y="516"/>
                  </a:cubicBezTo>
                  <a:cubicBezTo>
                    <a:pt x="168" y="514"/>
                    <a:pt x="167" y="513"/>
                    <a:pt x="168" y="513"/>
                  </a:cubicBezTo>
                  <a:cubicBezTo>
                    <a:pt x="169" y="513"/>
                    <a:pt x="174" y="516"/>
                    <a:pt x="179" y="518"/>
                  </a:cubicBezTo>
                  <a:cubicBezTo>
                    <a:pt x="184" y="521"/>
                    <a:pt x="189" y="524"/>
                    <a:pt x="189" y="524"/>
                  </a:cubicBezTo>
                  <a:cubicBezTo>
                    <a:pt x="190" y="524"/>
                    <a:pt x="189" y="523"/>
                    <a:pt x="187" y="521"/>
                  </a:cubicBezTo>
                  <a:cubicBezTo>
                    <a:pt x="180" y="517"/>
                    <a:pt x="174" y="511"/>
                    <a:pt x="167" y="506"/>
                  </a:cubicBezTo>
                  <a:cubicBezTo>
                    <a:pt x="165" y="504"/>
                    <a:pt x="164" y="503"/>
                    <a:pt x="164" y="503"/>
                  </a:cubicBezTo>
                  <a:lnTo>
                    <a:pt x="164" y="503"/>
                  </a:lnTo>
                  <a:cubicBezTo>
                    <a:pt x="165" y="503"/>
                    <a:pt x="170" y="506"/>
                    <a:pt x="175" y="509"/>
                  </a:cubicBezTo>
                  <a:cubicBezTo>
                    <a:pt x="179" y="512"/>
                    <a:pt x="185" y="516"/>
                    <a:pt x="190" y="517"/>
                  </a:cubicBezTo>
                  <a:cubicBezTo>
                    <a:pt x="190" y="517"/>
                    <a:pt x="191" y="516"/>
                    <a:pt x="185" y="511"/>
                  </a:cubicBezTo>
                  <a:cubicBezTo>
                    <a:pt x="179" y="507"/>
                    <a:pt x="179" y="504"/>
                    <a:pt x="183" y="504"/>
                  </a:cubicBezTo>
                  <a:cubicBezTo>
                    <a:pt x="184" y="504"/>
                    <a:pt x="186" y="505"/>
                    <a:pt x="188" y="506"/>
                  </a:cubicBezTo>
                  <a:lnTo>
                    <a:pt x="189" y="505"/>
                  </a:lnTo>
                  <a:cubicBezTo>
                    <a:pt x="189" y="503"/>
                    <a:pt x="182" y="499"/>
                    <a:pt x="184" y="498"/>
                  </a:cubicBezTo>
                  <a:cubicBezTo>
                    <a:pt x="184" y="498"/>
                    <a:pt x="184" y="498"/>
                    <a:pt x="177" y="492"/>
                  </a:cubicBezTo>
                  <a:cubicBezTo>
                    <a:pt x="177" y="492"/>
                    <a:pt x="178" y="492"/>
                    <a:pt x="178" y="492"/>
                  </a:cubicBezTo>
                  <a:cubicBezTo>
                    <a:pt x="179" y="492"/>
                    <a:pt x="181" y="493"/>
                    <a:pt x="186" y="496"/>
                  </a:cubicBezTo>
                  <a:cubicBezTo>
                    <a:pt x="178" y="490"/>
                    <a:pt x="174" y="488"/>
                    <a:pt x="175" y="488"/>
                  </a:cubicBezTo>
                  <a:lnTo>
                    <a:pt x="175" y="488"/>
                  </a:lnTo>
                  <a:cubicBezTo>
                    <a:pt x="175" y="488"/>
                    <a:pt x="179" y="490"/>
                    <a:pt x="186" y="493"/>
                  </a:cubicBezTo>
                  <a:cubicBezTo>
                    <a:pt x="193" y="498"/>
                    <a:pt x="197" y="501"/>
                    <a:pt x="197" y="501"/>
                  </a:cubicBezTo>
                  <a:cubicBezTo>
                    <a:pt x="197" y="501"/>
                    <a:pt x="194" y="498"/>
                    <a:pt x="187" y="493"/>
                  </a:cubicBezTo>
                  <a:cubicBezTo>
                    <a:pt x="183" y="490"/>
                    <a:pt x="182" y="489"/>
                    <a:pt x="182" y="489"/>
                  </a:cubicBezTo>
                  <a:lnTo>
                    <a:pt x="182" y="489"/>
                  </a:lnTo>
                  <a:cubicBezTo>
                    <a:pt x="182" y="489"/>
                    <a:pt x="184" y="490"/>
                    <a:pt x="188" y="492"/>
                  </a:cubicBezTo>
                  <a:cubicBezTo>
                    <a:pt x="191" y="494"/>
                    <a:pt x="193" y="495"/>
                    <a:pt x="193" y="495"/>
                  </a:cubicBezTo>
                  <a:cubicBezTo>
                    <a:pt x="194" y="495"/>
                    <a:pt x="193" y="494"/>
                    <a:pt x="188" y="491"/>
                  </a:cubicBezTo>
                  <a:cubicBezTo>
                    <a:pt x="179" y="484"/>
                    <a:pt x="174" y="479"/>
                    <a:pt x="175" y="479"/>
                  </a:cubicBezTo>
                  <a:cubicBezTo>
                    <a:pt x="176" y="479"/>
                    <a:pt x="179" y="480"/>
                    <a:pt x="184" y="483"/>
                  </a:cubicBezTo>
                  <a:cubicBezTo>
                    <a:pt x="184" y="483"/>
                    <a:pt x="184" y="483"/>
                    <a:pt x="177" y="478"/>
                  </a:cubicBezTo>
                  <a:cubicBezTo>
                    <a:pt x="170" y="473"/>
                    <a:pt x="167" y="470"/>
                    <a:pt x="167" y="470"/>
                  </a:cubicBezTo>
                  <a:lnTo>
                    <a:pt x="167" y="470"/>
                  </a:lnTo>
                  <a:cubicBezTo>
                    <a:pt x="167" y="470"/>
                    <a:pt x="171" y="473"/>
                    <a:pt x="178" y="478"/>
                  </a:cubicBezTo>
                  <a:cubicBezTo>
                    <a:pt x="185" y="481"/>
                    <a:pt x="188" y="483"/>
                    <a:pt x="189" y="483"/>
                  </a:cubicBezTo>
                  <a:cubicBezTo>
                    <a:pt x="190" y="483"/>
                    <a:pt x="186" y="481"/>
                    <a:pt x="179" y="475"/>
                  </a:cubicBezTo>
                  <a:cubicBezTo>
                    <a:pt x="179" y="475"/>
                    <a:pt x="175" y="472"/>
                    <a:pt x="177" y="472"/>
                  </a:cubicBezTo>
                  <a:cubicBezTo>
                    <a:pt x="177" y="472"/>
                    <a:pt x="178" y="472"/>
                    <a:pt x="180" y="473"/>
                  </a:cubicBezTo>
                  <a:cubicBezTo>
                    <a:pt x="184" y="475"/>
                    <a:pt x="187" y="476"/>
                    <a:pt x="189" y="476"/>
                  </a:cubicBezTo>
                  <a:cubicBezTo>
                    <a:pt x="192" y="476"/>
                    <a:pt x="192" y="474"/>
                    <a:pt x="184" y="469"/>
                  </a:cubicBezTo>
                  <a:lnTo>
                    <a:pt x="185" y="468"/>
                  </a:lnTo>
                  <a:cubicBezTo>
                    <a:pt x="188" y="469"/>
                    <a:pt x="190" y="470"/>
                    <a:pt x="191" y="470"/>
                  </a:cubicBezTo>
                  <a:cubicBezTo>
                    <a:pt x="192" y="470"/>
                    <a:pt x="191" y="468"/>
                    <a:pt x="187" y="465"/>
                  </a:cubicBezTo>
                  <a:lnTo>
                    <a:pt x="180" y="460"/>
                  </a:lnTo>
                  <a:lnTo>
                    <a:pt x="180" y="460"/>
                  </a:lnTo>
                  <a:cubicBezTo>
                    <a:pt x="185" y="463"/>
                    <a:pt x="190" y="465"/>
                    <a:pt x="196" y="468"/>
                  </a:cubicBezTo>
                  <a:cubicBezTo>
                    <a:pt x="196" y="466"/>
                    <a:pt x="196" y="466"/>
                    <a:pt x="189" y="462"/>
                  </a:cubicBezTo>
                  <a:cubicBezTo>
                    <a:pt x="181" y="459"/>
                    <a:pt x="181" y="457"/>
                    <a:pt x="182" y="456"/>
                  </a:cubicBezTo>
                  <a:lnTo>
                    <a:pt x="182" y="456"/>
                  </a:lnTo>
                  <a:cubicBezTo>
                    <a:pt x="188" y="459"/>
                    <a:pt x="193" y="461"/>
                    <a:pt x="198" y="464"/>
                  </a:cubicBezTo>
                  <a:cubicBezTo>
                    <a:pt x="189" y="459"/>
                    <a:pt x="186" y="456"/>
                    <a:pt x="187" y="456"/>
                  </a:cubicBezTo>
                  <a:lnTo>
                    <a:pt x="187" y="456"/>
                  </a:lnTo>
                  <a:cubicBezTo>
                    <a:pt x="187" y="456"/>
                    <a:pt x="189" y="457"/>
                    <a:pt x="191" y="459"/>
                  </a:cubicBezTo>
                  <a:cubicBezTo>
                    <a:pt x="196" y="461"/>
                    <a:pt x="198" y="462"/>
                    <a:pt x="199" y="462"/>
                  </a:cubicBezTo>
                  <a:cubicBezTo>
                    <a:pt x="200" y="462"/>
                    <a:pt x="200" y="461"/>
                    <a:pt x="200" y="461"/>
                  </a:cubicBezTo>
                  <a:lnTo>
                    <a:pt x="202" y="459"/>
                  </a:lnTo>
                  <a:cubicBezTo>
                    <a:pt x="203" y="459"/>
                    <a:pt x="203" y="457"/>
                    <a:pt x="195" y="454"/>
                  </a:cubicBezTo>
                  <a:cubicBezTo>
                    <a:pt x="190" y="451"/>
                    <a:pt x="186" y="447"/>
                    <a:pt x="182" y="444"/>
                  </a:cubicBezTo>
                  <a:lnTo>
                    <a:pt x="182" y="444"/>
                  </a:lnTo>
                  <a:cubicBezTo>
                    <a:pt x="186" y="447"/>
                    <a:pt x="190" y="451"/>
                    <a:pt x="196" y="453"/>
                  </a:cubicBezTo>
                  <a:cubicBezTo>
                    <a:pt x="196" y="453"/>
                    <a:pt x="196" y="453"/>
                    <a:pt x="197" y="453"/>
                  </a:cubicBezTo>
                  <a:cubicBezTo>
                    <a:pt x="198" y="453"/>
                    <a:pt x="204" y="456"/>
                    <a:pt x="204" y="456"/>
                  </a:cubicBezTo>
                  <a:cubicBezTo>
                    <a:pt x="209" y="460"/>
                    <a:pt x="211" y="461"/>
                    <a:pt x="212" y="461"/>
                  </a:cubicBezTo>
                  <a:cubicBezTo>
                    <a:pt x="214" y="461"/>
                    <a:pt x="210" y="457"/>
                    <a:pt x="206" y="454"/>
                  </a:cubicBezTo>
                  <a:cubicBezTo>
                    <a:pt x="199" y="448"/>
                    <a:pt x="196" y="445"/>
                    <a:pt x="196" y="445"/>
                  </a:cubicBezTo>
                  <a:lnTo>
                    <a:pt x="196" y="445"/>
                  </a:lnTo>
                  <a:cubicBezTo>
                    <a:pt x="197" y="445"/>
                    <a:pt x="200" y="448"/>
                    <a:pt x="207" y="452"/>
                  </a:cubicBezTo>
                  <a:cubicBezTo>
                    <a:pt x="211" y="454"/>
                    <a:pt x="213" y="455"/>
                    <a:pt x="213" y="455"/>
                  </a:cubicBezTo>
                  <a:cubicBezTo>
                    <a:pt x="214" y="455"/>
                    <a:pt x="203" y="447"/>
                    <a:pt x="187" y="436"/>
                  </a:cubicBezTo>
                  <a:lnTo>
                    <a:pt x="167" y="422"/>
                  </a:lnTo>
                  <a:lnTo>
                    <a:pt x="188" y="435"/>
                  </a:lnTo>
                  <a:cubicBezTo>
                    <a:pt x="204" y="445"/>
                    <a:pt x="212" y="450"/>
                    <a:pt x="212" y="450"/>
                  </a:cubicBezTo>
                  <a:cubicBezTo>
                    <a:pt x="213" y="450"/>
                    <a:pt x="210" y="447"/>
                    <a:pt x="204" y="442"/>
                  </a:cubicBezTo>
                  <a:cubicBezTo>
                    <a:pt x="201" y="439"/>
                    <a:pt x="199" y="437"/>
                    <a:pt x="200" y="437"/>
                  </a:cubicBezTo>
                  <a:lnTo>
                    <a:pt x="200" y="437"/>
                  </a:lnTo>
                  <a:cubicBezTo>
                    <a:pt x="200" y="437"/>
                    <a:pt x="202" y="439"/>
                    <a:pt x="205" y="441"/>
                  </a:cubicBezTo>
                  <a:cubicBezTo>
                    <a:pt x="209" y="443"/>
                    <a:pt x="211" y="444"/>
                    <a:pt x="212" y="444"/>
                  </a:cubicBezTo>
                  <a:cubicBezTo>
                    <a:pt x="213" y="444"/>
                    <a:pt x="214" y="443"/>
                    <a:pt x="215" y="442"/>
                  </a:cubicBezTo>
                  <a:cubicBezTo>
                    <a:pt x="216" y="440"/>
                    <a:pt x="216" y="440"/>
                    <a:pt x="209" y="435"/>
                  </a:cubicBezTo>
                  <a:cubicBezTo>
                    <a:pt x="209" y="435"/>
                    <a:pt x="209" y="434"/>
                    <a:pt x="211" y="433"/>
                  </a:cubicBezTo>
                  <a:cubicBezTo>
                    <a:pt x="216" y="436"/>
                    <a:pt x="218" y="437"/>
                    <a:pt x="219" y="437"/>
                  </a:cubicBezTo>
                  <a:cubicBezTo>
                    <a:pt x="220" y="437"/>
                    <a:pt x="214" y="433"/>
                    <a:pt x="204" y="427"/>
                  </a:cubicBezTo>
                  <a:lnTo>
                    <a:pt x="205" y="426"/>
                  </a:lnTo>
                  <a:lnTo>
                    <a:pt x="213" y="431"/>
                  </a:lnTo>
                  <a:cubicBezTo>
                    <a:pt x="216" y="432"/>
                    <a:pt x="217" y="433"/>
                    <a:pt x="219" y="433"/>
                  </a:cubicBezTo>
                  <a:cubicBezTo>
                    <a:pt x="221" y="433"/>
                    <a:pt x="223" y="432"/>
                    <a:pt x="225" y="428"/>
                  </a:cubicBezTo>
                  <a:cubicBezTo>
                    <a:pt x="230" y="423"/>
                    <a:pt x="230" y="422"/>
                    <a:pt x="215" y="413"/>
                  </a:cubicBezTo>
                  <a:cubicBezTo>
                    <a:pt x="208" y="407"/>
                    <a:pt x="205" y="404"/>
                    <a:pt x="206" y="404"/>
                  </a:cubicBezTo>
                  <a:lnTo>
                    <a:pt x="206" y="404"/>
                  </a:lnTo>
                  <a:cubicBezTo>
                    <a:pt x="206" y="404"/>
                    <a:pt x="210" y="407"/>
                    <a:pt x="216" y="412"/>
                  </a:cubicBezTo>
                  <a:cubicBezTo>
                    <a:pt x="221" y="414"/>
                    <a:pt x="227" y="417"/>
                    <a:pt x="227" y="417"/>
                  </a:cubicBezTo>
                  <a:cubicBezTo>
                    <a:pt x="227" y="417"/>
                    <a:pt x="227" y="416"/>
                    <a:pt x="224" y="415"/>
                  </a:cubicBezTo>
                  <a:cubicBezTo>
                    <a:pt x="224" y="415"/>
                    <a:pt x="224" y="415"/>
                    <a:pt x="225" y="415"/>
                  </a:cubicBezTo>
                  <a:cubicBezTo>
                    <a:pt x="226" y="415"/>
                    <a:pt x="228" y="415"/>
                    <a:pt x="233" y="417"/>
                  </a:cubicBezTo>
                  <a:cubicBezTo>
                    <a:pt x="239" y="420"/>
                    <a:pt x="241" y="421"/>
                    <a:pt x="242" y="421"/>
                  </a:cubicBezTo>
                  <a:cubicBezTo>
                    <a:pt x="244" y="421"/>
                    <a:pt x="240" y="418"/>
                    <a:pt x="235" y="415"/>
                  </a:cubicBezTo>
                  <a:cubicBezTo>
                    <a:pt x="229" y="411"/>
                    <a:pt x="227" y="410"/>
                    <a:pt x="227" y="410"/>
                  </a:cubicBezTo>
                  <a:lnTo>
                    <a:pt x="227" y="410"/>
                  </a:lnTo>
                  <a:cubicBezTo>
                    <a:pt x="227" y="410"/>
                    <a:pt x="231" y="412"/>
                    <a:pt x="235" y="414"/>
                  </a:cubicBezTo>
                  <a:cubicBezTo>
                    <a:pt x="240" y="417"/>
                    <a:pt x="246" y="419"/>
                    <a:pt x="247" y="419"/>
                  </a:cubicBezTo>
                  <a:cubicBezTo>
                    <a:pt x="247" y="419"/>
                    <a:pt x="246" y="419"/>
                    <a:pt x="244" y="417"/>
                  </a:cubicBezTo>
                  <a:cubicBezTo>
                    <a:pt x="240" y="413"/>
                    <a:pt x="236" y="409"/>
                    <a:pt x="239" y="409"/>
                  </a:cubicBezTo>
                  <a:cubicBezTo>
                    <a:pt x="240" y="409"/>
                    <a:pt x="243" y="410"/>
                    <a:pt x="248" y="413"/>
                  </a:cubicBezTo>
                  <a:lnTo>
                    <a:pt x="249" y="412"/>
                  </a:lnTo>
                  <a:cubicBezTo>
                    <a:pt x="241" y="407"/>
                    <a:pt x="242" y="405"/>
                    <a:pt x="243" y="404"/>
                  </a:cubicBezTo>
                  <a:cubicBezTo>
                    <a:pt x="244" y="403"/>
                    <a:pt x="244" y="403"/>
                    <a:pt x="245" y="403"/>
                  </a:cubicBezTo>
                  <a:cubicBezTo>
                    <a:pt x="246" y="403"/>
                    <a:pt x="248" y="403"/>
                    <a:pt x="252" y="406"/>
                  </a:cubicBezTo>
                  <a:cubicBezTo>
                    <a:pt x="255" y="409"/>
                    <a:pt x="257" y="410"/>
                    <a:pt x="257" y="410"/>
                  </a:cubicBezTo>
                  <a:cubicBezTo>
                    <a:pt x="257" y="410"/>
                    <a:pt x="256" y="408"/>
                    <a:pt x="253" y="405"/>
                  </a:cubicBezTo>
                  <a:cubicBezTo>
                    <a:pt x="253" y="405"/>
                    <a:pt x="240" y="395"/>
                    <a:pt x="240" y="394"/>
                  </a:cubicBezTo>
                  <a:cubicBezTo>
                    <a:pt x="235" y="391"/>
                    <a:pt x="231" y="388"/>
                    <a:pt x="227" y="383"/>
                  </a:cubicBezTo>
                  <a:lnTo>
                    <a:pt x="227" y="383"/>
                  </a:lnTo>
                  <a:lnTo>
                    <a:pt x="234" y="388"/>
                  </a:lnTo>
                  <a:lnTo>
                    <a:pt x="249" y="397"/>
                  </a:lnTo>
                  <a:cubicBezTo>
                    <a:pt x="249" y="396"/>
                    <a:pt x="250" y="396"/>
                    <a:pt x="242" y="391"/>
                  </a:cubicBezTo>
                  <a:lnTo>
                    <a:pt x="242" y="391"/>
                  </a:lnTo>
                  <a:cubicBezTo>
                    <a:pt x="246" y="393"/>
                    <a:pt x="249" y="394"/>
                    <a:pt x="250" y="394"/>
                  </a:cubicBezTo>
                  <a:cubicBezTo>
                    <a:pt x="251" y="394"/>
                    <a:pt x="251" y="393"/>
                    <a:pt x="251" y="392"/>
                  </a:cubicBezTo>
                  <a:cubicBezTo>
                    <a:pt x="252" y="391"/>
                    <a:pt x="253" y="390"/>
                    <a:pt x="246" y="385"/>
                  </a:cubicBezTo>
                  <a:lnTo>
                    <a:pt x="246" y="385"/>
                  </a:lnTo>
                  <a:cubicBezTo>
                    <a:pt x="252" y="388"/>
                    <a:pt x="256" y="389"/>
                    <a:pt x="258" y="389"/>
                  </a:cubicBezTo>
                  <a:cubicBezTo>
                    <a:pt x="262" y="389"/>
                    <a:pt x="259" y="385"/>
                    <a:pt x="251" y="379"/>
                  </a:cubicBezTo>
                  <a:cubicBezTo>
                    <a:pt x="247" y="377"/>
                    <a:pt x="246" y="375"/>
                    <a:pt x="246" y="375"/>
                  </a:cubicBezTo>
                  <a:lnTo>
                    <a:pt x="246" y="375"/>
                  </a:lnTo>
                  <a:cubicBezTo>
                    <a:pt x="246" y="375"/>
                    <a:pt x="248" y="376"/>
                    <a:pt x="252" y="378"/>
                  </a:cubicBezTo>
                  <a:cubicBezTo>
                    <a:pt x="256" y="380"/>
                    <a:pt x="258" y="381"/>
                    <a:pt x="258" y="381"/>
                  </a:cubicBezTo>
                  <a:cubicBezTo>
                    <a:pt x="258" y="381"/>
                    <a:pt x="257" y="380"/>
                    <a:pt x="253" y="377"/>
                  </a:cubicBezTo>
                  <a:cubicBezTo>
                    <a:pt x="251" y="375"/>
                    <a:pt x="250" y="374"/>
                    <a:pt x="251" y="374"/>
                  </a:cubicBezTo>
                  <a:cubicBezTo>
                    <a:pt x="252" y="374"/>
                    <a:pt x="257" y="377"/>
                    <a:pt x="262" y="379"/>
                  </a:cubicBezTo>
                  <a:cubicBezTo>
                    <a:pt x="270" y="384"/>
                    <a:pt x="274" y="386"/>
                    <a:pt x="274" y="386"/>
                  </a:cubicBezTo>
                  <a:cubicBezTo>
                    <a:pt x="275" y="386"/>
                    <a:pt x="273" y="384"/>
                    <a:pt x="270" y="382"/>
                  </a:cubicBezTo>
                  <a:cubicBezTo>
                    <a:pt x="264" y="376"/>
                    <a:pt x="266" y="374"/>
                    <a:pt x="266" y="373"/>
                  </a:cubicBezTo>
                  <a:cubicBezTo>
                    <a:pt x="262" y="369"/>
                    <a:pt x="258" y="366"/>
                    <a:pt x="252" y="363"/>
                  </a:cubicBezTo>
                  <a:cubicBezTo>
                    <a:pt x="245" y="359"/>
                    <a:pt x="239" y="353"/>
                    <a:pt x="239" y="353"/>
                  </a:cubicBezTo>
                  <a:cubicBezTo>
                    <a:pt x="237" y="351"/>
                    <a:pt x="236" y="350"/>
                    <a:pt x="236" y="350"/>
                  </a:cubicBezTo>
                  <a:lnTo>
                    <a:pt x="236" y="350"/>
                  </a:lnTo>
                  <a:cubicBezTo>
                    <a:pt x="237" y="350"/>
                    <a:pt x="240" y="352"/>
                    <a:pt x="240" y="353"/>
                  </a:cubicBezTo>
                  <a:cubicBezTo>
                    <a:pt x="243" y="357"/>
                    <a:pt x="248" y="360"/>
                    <a:pt x="253" y="362"/>
                  </a:cubicBezTo>
                  <a:cubicBezTo>
                    <a:pt x="257" y="364"/>
                    <a:pt x="259" y="364"/>
                    <a:pt x="261" y="364"/>
                  </a:cubicBezTo>
                  <a:cubicBezTo>
                    <a:pt x="262" y="364"/>
                    <a:pt x="263" y="364"/>
                    <a:pt x="263" y="363"/>
                  </a:cubicBezTo>
                  <a:cubicBezTo>
                    <a:pt x="263" y="363"/>
                    <a:pt x="264" y="362"/>
                    <a:pt x="264" y="361"/>
                  </a:cubicBezTo>
                  <a:cubicBezTo>
                    <a:pt x="268" y="362"/>
                    <a:pt x="270" y="362"/>
                    <a:pt x="271" y="362"/>
                  </a:cubicBezTo>
                  <a:cubicBezTo>
                    <a:pt x="273" y="362"/>
                    <a:pt x="271" y="361"/>
                    <a:pt x="267" y="359"/>
                  </a:cubicBezTo>
                  <a:lnTo>
                    <a:pt x="260" y="353"/>
                  </a:lnTo>
                  <a:lnTo>
                    <a:pt x="260" y="353"/>
                  </a:lnTo>
                  <a:cubicBezTo>
                    <a:pt x="264" y="356"/>
                    <a:pt x="268" y="357"/>
                    <a:pt x="271" y="357"/>
                  </a:cubicBezTo>
                  <a:cubicBezTo>
                    <a:pt x="276" y="357"/>
                    <a:pt x="276" y="351"/>
                    <a:pt x="267" y="345"/>
                  </a:cubicBezTo>
                  <a:lnTo>
                    <a:pt x="267" y="345"/>
                  </a:lnTo>
                  <a:lnTo>
                    <a:pt x="273" y="350"/>
                  </a:lnTo>
                  <a:cubicBezTo>
                    <a:pt x="277" y="352"/>
                    <a:pt x="279" y="353"/>
                    <a:pt x="280" y="353"/>
                  </a:cubicBezTo>
                  <a:cubicBezTo>
                    <a:pt x="281" y="353"/>
                    <a:pt x="282" y="353"/>
                    <a:pt x="282" y="352"/>
                  </a:cubicBezTo>
                  <a:cubicBezTo>
                    <a:pt x="282" y="351"/>
                    <a:pt x="278" y="344"/>
                    <a:pt x="279" y="342"/>
                  </a:cubicBezTo>
                  <a:cubicBezTo>
                    <a:pt x="281" y="340"/>
                    <a:pt x="282" y="337"/>
                    <a:pt x="276" y="333"/>
                  </a:cubicBezTo>
                  <a:cubicBezTo>
                    <a:pt x="276" y="333"/>
                    <a:pt x="276" y="332"/>
                    <a:pt x="276" y="332"/>
                  </a:cubicBezTo>
                  <a:cubicBezTo>
                    <a:pt x="276" y="332"/>
                    <a:pt x="278" y="333"/>
                    <a:pt x="283" y="336"/>
                  </a:cubicBezTo>
                  <a:cubicBezTo>
                    <a:pt x="288" y="340"/>
                    <a:pt x="290" y="341"/>
                    <a:pt x="290" y="341"/>
                  </a:cubicBezTo>
                  <a:cubicBezTo>
                    <a:pt x="291" y="341"/>
                    <a:pt x="291" y="341"/>
                    <a:pt x="291" y="341"/>
                  </a:cubicBezTo>
                  <a:cubicBezTo>
                    <a:pt x="287" y="336"/>
                    <a:pt x="282" y="333"/>
                    <a:pt x="277" y="331"/>
                  </a:cubicBezTo>
                  <a:cubicBezTo>
                    <a:pt x="273" y="328"/>
                    <a:pt x="271" y="327"/>
                    <a:pt x="272" y="327"/>
                  </a:cubicBezTo>
                  <a:cubicBezTo>
                    <a:pt x="273" y="327"/>
                    <a:pt x="275" y="327"/>
                    <a:pt x="279" y="328"/>
                  </a:cubicBezTo>
                  <a:cubicBezTo>
                    <a:pt x="281" y="330"/>
                    <a:pt x="283" y="330"/>
                    <a:pt x="285" y="330"/>
                  </a:cubicBezTo>
                  <a:cubicBezTo>
                    <a:pt x="287" y="330"/>
                    <a:pt x="287" y="328"/>
                    <a:pt x="282" y="323"/>
                  </a:cubicBezTo>
                  <a:cubicBezTo>
                    <a:pt x="283" y="323"/>
                    <a:pt x="283" y="323"/>
                    <a:pt x="283" y="323"/>
                  </a:cubicBezTo>
                  <a:cubicBezTo>
                    <a:pt x="284" y="323"/>
                    <a:pt x="286" y="323"/>
                    <a:pt x="291" y="326"/>
                  </a:cubicBezTo>
                  <a:cubicBezTo>
                    <a:pt x="295" y="328"/>
                    <a:pt x="299" y="330"/>
                    <a:pt x="300" y="330"/>
                  </a:cubicBezTo>
                  <a:cubicBezTo>
                    <a:pt x="301" y="330"/>
                    <a:pt x="300" y="328"/>
                    <a:pt x="294" y="323"/>
                  </a:cubicBezTo>
                  <a:lnTo>
                    <a:pt x="294" y="323"/>
                  </a:lnTo>
                  <a:cubicBezTo>
                    <a:pt x="294" y="323"/>
                    <a:pt x="294" y="323"/>
                    <a:pt x="301" y="327"/>
                  </a:cubicBezTo>
                  <a:cubicBezTo>
                    <a:pt x="306" y="329"/>
                    <a:pt x="310" y="331"/>
                    <a:pt x="310" y="331"/>
                  </a:cubicBezTo>
                  <a:cubicBezTo>
                    <a:pt x="311" y="331"/>
                    <a:pt x="309" y="330"/>
                    <a:pt x="303" y="325"/>
                  </a:cubicBezTo>
                  <a:cubicBezTo>
                    <a:pt x="298" y="321"/>
                    <a:pt x="298" y="319"/>
                    <a:pt x="300" y="319"/>
                  </a:cubicBezTo>
                  <a:cubicBezTo>
                    <a:pt x="301" y="319"/>
                    <a:pt x="303" y="320"/>
                    <a:pt x="306" y="321"/>
                  </a:cubicBezTo>
                  <a:cubicBezTo>
                    <a:pt x="306" y="321"/>
                    <a:pt x="307" y="320"/>
                    <a:pt x="299" y="315"/>
                  </a:cubicBezTo>
                  <a:lnTo>
                    <a:pt x="292" y="311"/>
                  </a:lnTo>
                  <a:lnTo>
                    <a:pt x="292" y="311"/>
                  </a:lnTo>
                  <a:cubicBezTo>
                    <a:pt x="299" y="314"/>
                    <a:pt x="303" y="316"/>
                    <a:pt x="303" y="316"/>
                  </a:cubicBezTo>
                  <a:cubicBezTo>
                    <a:pt x="304" y="316"/>
                    <a:pt x="301" y="314"/>
                    <a:pt x="294" y="308"/>
                  </a:cubicBezTo>
                  <a:lnTo>
                    <a:pt x="294" y="308"/>
                  </a:lnTo>
                  <a:cubicBezTo>
                    <a:pt x="301" y="312"/>
                    <a:pt x="303" y="312"/>
                    <a:pt x="303" y="312"/>
                  </a:cubicBezTo>
                  <a:cubicBezTo>
                    <a:pt x="303" y="311"/>
                    <a:pt x="298" y="303"/>
                    <a:pt x="300" y="299"/>
                  </a:cubicBezTo>
                  <a:cubicBezTo>
                    <a:pt x="305" y="294"/>
                    <a:pt x="306" y="291"/>
                    <a:pt x="299" y="287"/>
                  </a:cubicBezTo>
                  <a:cubicBezTo>
                    <a:pt x="296" y="284"/>
                    <a:pt x="294" y="283"/>
                    <a:pt x="294" y="283"/>
                  </a:cubicBezTo>
                  <a:lnTo>
                    <a:pt x="294" y="283"/>
                  </a:lnTo>
                  <a:cubicBezTo>
                    <a:pt x="295" y="283"/>
                    <a:pt x="297" y="284"/>
                    <a:pt x="300" y="286"/>
                  </a:cubicBezTo>
                  <a:cubicBezTo>
                    <a:pt x="305" y="288"/>
                    <a:pt x="307" y="289"/>
                    <a:pt x="308" y="289"/>
                  </a:cubicBezTo>
                  <a:cubicBezTo>
                    <a:pt x="309" y="289"/>
                    <a:pt x="309" y="289"/>
                    <a:pt x="309" y="288"/>
                  </a:cubicBezTo>
                  <a:cubicBezTo>
                    <a:pt x="309" y="288"/>
                    <a:pt x="309" y="288"/>
                    <a:pt x="310" y="288"/>
                  </a:cubicBezTo>
                  <a:cubicBezTo>
                    <a:pt x="311" y="288"/>
                    <a:pt x="313" y="288"/>
                    <a:pt x="317" y="291"/>
                  </a:cubicBezTo>
                  <a:cubicBezTo>
                    <a:pt x="310" y="286"/>
                    <a:pt x="310" y="286"/>
                    <a:pt x="310" y="286"/>
                  </a:cubicBezTo>
                  <a:lnTo>
                    <a:pt x="310" y="286"/>
                  </a:lnTo>
                  <a:cubicBezTo>
                    <a:pt x="314" y="288"/>
                    <a:pt x="316" y="289"/>
                    <a:pt x="316" y="289"/>
                  </a:cubicBezTo>
                  <a:cubicBezTo>
                    <a:pt x="317" y="289"/>
                    <a:pt x="315" y="287"/>
                    <a:pt x="311" y="285"/>
                  </a:cubicBezTo>
                  <a:cubicBezTo>
                    <a:pt x="305" y="280"/>
                    <a:pt x="301" y="277"/>
                    <a:pt x="302" y="277"/>
                  </a:cubicBezTo>
                  <a:lnTo>
                    <a:pt x="302" y="277"/>
                  </a:lnTo>
                  <a:cubicBezTo>
                    <a:pt x="302" y="277"/>
                    <a:pt x="306" y="279"/>
                    <a:pt x="313" y="284"/>
                  </a:cubicBezTo>
                  <a:cubicBezTo>
                    <a:pt x="317" y="287"/>
                    <a:pt x="323" y="289"/>
                    <a:pt x="323" y="289"/>
                  </a:cubicBezTo>
                  <a:cubicBezTo>
                    <a:pt x="324" y="289"/>
                    <a:pt x="323" y="288"/>
                    <a:pt x="320" y="287"/>
                  </a:cubicBezTo>
                  <a:cubicBezTo>
                    <a:pt x="314" y="282"/>
                    <a:pt x="315" y="281"/>
                    <a:pt x="308" y="276"/>
                  </a:cubicBezTo>
                  <a:cubicBezTo>
                    <a:pt x="308" y="275"/>
                    <a:pt x="308" y="275"/>
                    <a:pt x="309" y="275"/>
                  </a:cubicBezTo>
                  <a:cubicBezTo>
                    <a:pt x="310" y="275"/>
                    <a:pt x="311" y="276"/>
                    <a:pt x="316" y="279"/>
                  </a:cubicBezTo>
                  <a:cubicBezTo>
                    <a:pt x="317" y="280"/>
                    <a:pt x="318" y="280"/>
                    <a:pt x="319" y="280"/>
                  </a:cubicBezTo>
                  <a:cubicBezTo>
                    <a:pt x="322" y="280"/>
                    <a:pt x="318" y="274"/>
                    <a:pt x="313" y="269"/>
                  </a:cubicBezTo>
                  <a:lnTo>
                    <a:pt x="313" y="269"/>
                  </a:lnTo>
                  <a:cubicBezTo>
                    <a:pt x="318" y="272"/>
                    <a:pt x="320" y="273"/>
                    <a:pt x="321" y="273"/>
                  </a:cubicBezTo>
                  <a:cubicBezTo>
                    <a:pt x="321" y="273"/>
                    <a:pt x="321" y="272"/>
                    <a:pt x="322" y="272"/>
                  </a:cubicBezTo>
                  <a:cubicBezTo>
                    <a:pt x="319" y="271"/>
                    <a:pt x="319" y="270"/>
                    <a:pt x="319" y="270"/>
                  </a:cubicBezTo>
                  <a:lnTo>
                    <a:pt x="319" y="270"/>
                  </a:lnTo>
                  <a:cubicBezTo>
                    <a:pt x="319" y="270"/>
                    <a:pt x="324" y="273"/>
                    <a:pt x="328" y="276"/>
                  </a:cubicBezTo>
                  <a:cubicBezTo>
                    <a:pt x="332" y="279"/>
                    <a:pt x="334" y="280"/>
                    <a:pt x="336" y="280"/>
                  </a:cubicBezTo>
                  <a:cubicBezTo>
                    <a:pt x="336" y="280"/>
                    <a:pt x="337" y="280"/>
                    <a:pt x="337" y="279"/>
                  </a:cubicBezTo>
                  <a:cubicBezTo>
                    <a:pt x="331" y="274"/>
                    <a:pt x="333" y="271"/>
                    <a:pt x="334" y="269"/>
                  </a:cubicBezTo>
                  <a:cubicBezTo>
                    <a:pt x="336" y="266"/>
                    <a:pt x="329" y="260"/>
                    <a:pt x="317" y="250"/>
                  </a:cubicBezTo>
                  <a:lnTo>
                    <a:pt x="303" y="240"/>
                  </a:lnTo>
                  <a:lnTo>
                    <a:pt x="303" y="240"/>
                  </a:lnTo>
                  <a:lnTo>
                    <a:pt x="317" y="249"/>
                  </a:lnTo>
                  <a:cubicBezTo>
                    <a:pt x="324" y="254"/>
                    <a:pt x="340" y="262"/>
                    <a:pt x="340" y="262"/>
                  </a:cubicBezTo>
                  <a:cubicBezTo>
                    <a:pt x="335" y="259"/>
                    <a:pt x="331" y="256"/>
                    <a:pt x="325" y="252"/>
                  </a:cubicBezTo>
                  <a:cubicBezTo>
                    <a:pt x="321" y="250"/>
                    <a:pt x="319" y="248"/>
                    <a:pt x="321" y="248"/>
                  </a:cubicBezTo>
                  <a:cubicBezTo>
                    <a:pt x="321" y="248"/>
                    <a:pt x="323" y="249"/>
                    <a:pt x="327" y="250"/>
                  </a:cubicBezTo>
                  <a:cubicBezTo>
                    <a:pt x="331" y="251"/>
                    <a:pt x="333" y="252"/>
                    <a:pt x="333" y="252"/>
                  </a:cubicBezTo>
                  <a:cubicBezTo>
                    <a:pt x="334" y="252"/>
                    <a:pt x="332" y="251"/>
                    <a:pt x="328" y="248"/>
                  </a:cubicBezTo>
                  <a:cubicBezTo>
                    <a:pt x="329" y="247"/>
                    <a:pt x="329" y="247"/>
                    <a:pt x="330" y="247"/>
                  </a:cubicBezTo>
                  <a:cubicBezTo>
                    <a:pt x="330" y="247"/>
                    <a:pt x="332" y="248"/>
                    <a:pt x="337" y="250"/>
                  </a:cubicBezTo>
                  <a:cubicBezTo>
                    <a:pt x="338" y="250"/>
                    <a:pt x="338" y="250"/>
                    <a:pt x="331" y="245"/>
                  </a:cubicBezTo>
                  <a:cubicBezTo>
                    <a:pt x="326" y="243"/>
                    <a:pt x="325" y="241"/>
                    <a:pt x="326" y="241"/>
                  </a:cubicBezTo>
                  <a:cubicBezTo>
                    <a:pt x="327" y="241"/>
                    <a:pt x="329" y="242"/>
                    <a:pt x="332" y="243"/>
                  </a:cubicBezTo>
                  <a:cubicBezTo>
                    <a:pt x="339" y="248"/>
                    <a:pt x="343" y="249"/>
                    <a:pt x="345" y="249"/>
                  </a:cubicBezTo>
                  <a:cubicBezTo>
                    <a:pt x="346" y="249"/>
                    <a:pt x="345" y="248"/>
                    <a:pt x="341" y="245"/>
                  </a:cubicBezTo>
                  <a:cubicBezTo>
                    <a:pt x="334" y="241"/>
                    <a:pt x="334" y="240"/>
                    <a:pt x="335" y="240"/>
                  </a:cubicBezTo>
                  <a:cubicBezTo>
                    <a:pt x="335" y="239"/>
                    <a:pt x="336" y="238"/>
                    <a:pt x="329" y="233"/>
                  </a:cubicBezTo>
                  <a:cubicBezTo>
                    <a:pt x="329" y="232"/>
                    <a:pt x="331" y="232"/>
                    <a:pt x="331" y="232"/>
                  </a:cubicBezTo>
                  <a:cubicBezTo>
                    <a:pt x="331" y="232"/>
                    <a:pt x="331" y="232"/>
                    <a:pt x="331" y="232"/>
                  </a:cubicBezTo>
                  <a:cubicBezTo>
                    <a:pt x="332" y="232"/>
                    <a:pt x="337" y="237"/>
                    <a:pt x="337" y="237"/>
                  </a:cubicBezTo>
                  <a:lnTo>
                    <a:pt x="345" y="241"/>
                  </a:lnTo>
                  <a:cubicBezTo>
                    <a:pt x="346" y="240"/>
                    <a:pt x="346" y="239"/>
                    <a:pt x="340" y="233"/>
                  </a:cubicBezTo>
                  <a:cubicBezTo>
                    <a:pt x="333" y="228"/>
                    <a:pt x="329" y="226"/>
                    <a:pt x="330" y="226"/>
                  </a:cubicBezTo>
                  <a:lnTo>
                    <a:pt x="330" y="226"/>
                  </a:lnTo>
                  <a:cubicBezTo>
                    <a:pt x="330" y="226"/>
                    <a:pt x="333" y="228"/>
                    <a:pt x="341" y="233"/>
                  </a:cubicBezTo>
                  <a:cubicBezTo>
                    <a:pt x="345" y="236"/>
                    <a:pt x="350" y="239"/>
                    <a:pt x="351" y="239"/>
                  </a:cubicBezTo>
                  <a:cubicBezTo>
                    <a:pt x="351" y="239"/>
                    <a:pt x="351" y="238"/>
                    <a:pt x="349" y="237"/>
                  </a:cubicBezTo>
                  <a:cubicBezTo>
                    <a:pt x="342" y="232"/>
                    <a:pt x="340" y="230"/>
                    <a:pt x="341" y="230"/>
                  </a:cubicBezTo>
                  <a:cubicBezTo>
                    <a:pt x="342" y="230"/>
                    <a:pt x="346" y="232"/>
                    <a:pt x="350" y="234"/>
                  </a:cubicBezTo>
                  <a:cubicBezTo>
                    <a:pt x="356" y="239"/>
                    <a:pt x="359" y="242"/>
                    <a:pt x="360" y="242"/>
                  </a:cubicBezTo>
                  <a:cubicBezTo>
                    <a:pt x="360" y="242"/>
                    <a:pt x="357" y="238"/>
                    <a:pt x="351" y="232"/>
                  </a:cubicBezTo>
                  <a:cubicBezTo>
                    <a:pt x="352" y="231"/>
                    <a:pt x="346" y="224"/>
                    <a:pt x="349" y="222"/>
                  </a:cubicBezTo>
                  <a:cubicBezTo>
                    <a:pt x="350" y="220"/>
                    <a:pt x="351" y="219"/>
                    <a:pt x="352" y="219"/>
                  </a:cubicBezTo>
                  <a:cubicBezTo>
                    <a:pt x="354" y="219"/>
                    <a:pt x="355" y="220"/>
                    <a:pt x="359" y="222"/>
                  </a:cubicBezTo>
                  <a:cubicBezTo>
                    <a:pt x="367" y="227"/>
                    <a:pt x="371" y="229"/>
                    <a:pt x="371" y="229"/>
                  </a:cubicBezTo>
                  <a:cubicBezTo>
                    <a:pt x="372" y="229"/>
                    <a:pt x="370" y="228"/>
                    <a:pt x="366" y="226"/>
                  </a:cubicBezTo>
                  <a:cubicBezTo>
                    <a:pt x="352" y="217"/>
                    <a:pt x="353" y="216"/>
                    <a:pt x="354" y="214"/>
                  </a:cubicBezTo>
                  <a:lnTo>
                    <a:pt x="354" y="214"/>
                  </a:lnTo>
                  <a:cubicBezTo>
                    <a:pt x="356" y="215"/>
                    <a:pt x="357" y="215"/>
                    <a:pt x="358" y="215"/>
                  </a:cubicBezTo>
                  <a:cubicBezTo>
                    <a:pt x="361" y="215"/>
                    <a:pt x="355" y="210"/>
                    <a:pt x="350" y="205"/>
                  </a:cubicBezTo>
                  <a:lnTo>
                    <a:pt x="349" y="207"/>
                  </a:lnTo>
                  <a:cubicBezTo>
                    <a:pt x="340" y="201"/>
                    <a:pt x="337" y="199"/>
                    <a:pt x="338" y="199"/>
                  </a:cubicBezTo>
                  <a:cubicBezTo>
                    <a:pt x="339" y="199"/>
                    <a:pt x="340" y="199"/>
                    <a:pt x="343" y="201"/>
                  </a:cubicBezTo>
                  <a:cubicBezTo>
                    <a:pt x="349" y="203"/>
                    <a:pt x="353" y="205"/>
                    <a:pt x="359" y="208"/>
                  </a:cubicBezTo>
                  <a:cubicBezTo>
                    <a:pt x="363" y="213"/>
                    <a:pt x="368" y="215"/>
                    <a:pt x="373" y="216"/>
                  </a:cubicBezTo>
                  <a:cubicBezTo>
                    <a:pt x="374" y="216"/>
                    <a:pt x="374" y="215"/>
                    <a:pt x="366" y="212"/>
                  </a:cubicBezTo>
                  <a:cubicBezTo>
                    <a:pt x="360" y="207"/>
                    <a:pt x="360" y="207"/>
                    <a:pt x="360" y="206"/>
                  </a:cubicBezTo>
                  <a:cubicBezTo>
                    <a:pt x="361" y="205"/>
                    <a:pt x="361" y="205"/>
                    <a:pt x="354" y="199"/>
                  </a:cubicBezTo>
                  <a:cubicBezTo>
                    <a:pt x="347" y="195"/>
                    <a:pt x="347" y="194"/>
                    <a:pt x="349" y="194"/>
                  </a:cubicBezTo>
                  <a:lnTo>
                    <a:pt x="349" y="194"/>
                  </a:lnTo>
                  <a:cubicBezTo>
                    <a:pt x="353" y="196"/>
                    <a:pt x="356" y="196"/>
                    <a:pt x="357" y="196"/>
                  </a:cubicBezTo>
                  <a:cubicBezTo>
                    <a:pt x="357" y="196"/>
                    <a:pt x="357" y="196"/>
                    <a:pt x="357" y="196"/>
                  </a:cubicBezTo>
                  <a:lnTo>
                    <a:pt x="364" y="201"/>
                  </a:lnTo>
                  <a:cubicBezTo>
                    <a:pt x="371" y="205"/>
                    <a:pt x="379" y="210"/>
                    <a:pt x="379" y="210"/>
                  </a:cubicBezTo>
                  <a:cubicBezTo>
                    <a:pt x="380" y="208"/>
                    <a:pt x="372" y="204"/>
                    <a:pt x="372" y="204"/>
                  </a:cubicBezTo>
                  <a:cubicBezTo>
                    <a:pt x="365" y="199"/>
                    <a:pt x="378" y="183"/>
                    <a:pt x="379" y="182"/>
                  </a:cubicBezTo>
                  <a:cubicBezTo>
                    <a:pt x="382" y="182"/>
                    <a:pt x="384" y="183"/>
                    <a:pt x="385" y="183"/>
                  </a:cubicBezTo>
                  <a:cubicBezTo>
                    <a:pt x="388" y="183"/>
                    <a:pt x="386" y="181"/>
                    <a:pt x="381" y="178"/>
                  </a:cubicBezTo>
                  <a:cubicBezTo>
                    <a:pt x="374" y="174"/>
                    <a:pt x="377" y="170"/>
                    <a:pt x="380" y="166"/>
                  </a:cubicBezTo>
                  <a:cubicBezTo>
                    <a:pt x="383" y="161"/>
                    <a:pt x="386" y="158"/>
                    <a:pt x="379" y="153"/>
                  </a:cubicBezTo>
                  <a:lnTo>
                    <a:pt x="380" y="151"/>
                  </a:lnTo>
                  <a:cubicBezTo>
                    <a:pt x="381" y="150"/>
                    <a:pt x="375" y="145"/>
                    <a:pt x="375" y="143"/>
                  </a:cubicBezTo>
                  <a:cubicBezTo>
                    <a:pt x="372" y="140"/>
                    <a:pt x="371" y="139"/>
                    <a:pt x="371" y="139"/>
                  </a:cubicBezTo>
                  <a:lnTo>
                    <a:pt x="371" y="139"/>
                  </a:lnTo>
                  <a:cubicBezTo>
                    <a:pt x="371" y="139"/>
                    <a:pt x="373" y="140"/>
                    <a:pt x="377" y="142"/>
                  </a:cubicBezTo>
                  <a:cubicBezTo>
                    <a:pt x="381" y="146"/>
                    <a:pt x="386" y="149"/>
                    <a:pt x="391" y="151"/>
                  </a:cubicBezTo>
                  <a:cubicBezTo>
                    <a:pt x="392" y="150"/>
                    <a:pt x="384" y="146"/>
                    <a:pt x="378" y="141"/>
                  </a:cubicBezTo>
                  <a:cubicBezTo>
                    <a:pt x="371" y="136"/>
                    <a:pt x="371" y="136"/>
                    <a:pt x="371" y="136"/>
                  </a:cubicBezTo>
                  <a:cubicBezTo>
                    <a:pt x="371" y="135"/>
                    <a:pt x="372" y="135"/>
                    <a:pt x="372" y="135"/>
                  </a:cubicBezTo>
                  <a:cubicBezTo>
                    <a:pt x="373" y="135"/>
                    <a:pt x="374" y="136"/>
                    <a:pt x="379" y="139"/>
                  </a:cubicBezTo>
                  <a:lnTo>
                    <a:pt x="393" y="149"/>
                  </a:lnTo>
                  <a:lnTo>
                    <a:pt x="393" y="148"/>
                  </a:lnTo>
                  <a:cubicBezTo>
                    <a:pt x="387" y="143"/>
                    <a:pt x="387" y="142"/>
                    <a:pt x="387" y="142"/>
                  </a:cubicBezTo>
                  <a:cubicBezTo>
                    <a:pt x="388" y="142"/>
                    <a:pt x="388" y="142"/>
                    <a:pt x="401" y="151"/>
                  </a:cubicBezTo>
                  <a:cubicBezTo>
                    <a:pt x="408" y="155"/>
                    <a:pt x="412" y="157"/>
                    <a:pt x="413" y="157"/>
                  </a:cubicBezTo>
                  <a:cubicBezTo>
                    <a:pt x="413" y="157"/>
                    <a:pt x="410" y="155"/>
                    <a:pt x="402" y="150"/>
                  </a:cubicBezTo>
                  <a:lnTo>
                    <a:pt x="397" y="143"/>
                  </a:lnTo>
                  <a:lnTo>
                    <a:pt x="397" y="143"/>
                  </a:lnTo>
                  <a:cubicBezTo>
                    <a:pt x="401" y="146"/>
                    <a:pt x="403" y="147"/>
                    <a:pt x="403" y="147"/>
                  </a:cubicBezTo>
                  <a:cubicBezTo>
                    <a:pt x="405" y="147"/>
                    <a:pt x="396" y="140"/>
                    <a:pt x="391" y="137"/>
                  </a:cubicBezTo>
                  <a:lnTo>
                    <a:pt x="391" y="137"/>
                  </a:lnTo>
                  <a:cubicBezTo>
                    <a:pt x="399" y="140"/>
                    <a:pt x="402" y="142"/>
                    <a:pt x="403" y="142"/>
                  </a:cubicBezTo>
                  <a:cubicBezTo>
                    <a:pt x="404" y="142"/>
                    <a:pt x="401" y="140"/>
                    <a:pt x="393" y="134"/>
                  </a:cubicBezTo>
                  <a:cubicBezTo>
                    <a:pt x="389" y="132"/>
                    <a:pt x="387" y="130"/>
                    <a:pt x="388" y="130"/>
                  </a:cubicBezTo>
                  <a:cubicBezTo>
                    <a:pt x="389" y="130"/>
                    <a:pt x="391" y="131"/>
                    <a:pt x="395" y="133"/>
                  </a:cubicBezTo>
                  <a:cubicBezTo>
                    <a:pt x="398" y="135"/>
                    <a:pt x="400" y="136"/>
                    <a:pt x="401" y="136"/>
                  </a:cubicBezTo>
                  <a:cubicBezTo>
                    <a:pt x="402" y="136"/>
                    <a:pt x="403" y="135"/>
                    <a:pt x="403" y="134"/>
                  </a:cubicBezTo>
                  <a:cubicBezTo>
                    <a:pt x="397" y="130"/>
                    <a:pt x="400" y="124"/>
                    <a:pt x="405" y="120"/>
                  </a:cubicBezTo>
                  <a:cubicBezTo>
                    <a:pt x="409" y="113"/>
                    <a:pt x="412" y="109"/>
                    <a:pt x="405" y="104"/>
                  </a:cubicBezTo>
                  <a:cubicBezTo>
                    <a:pt x="406" y="104"/>
                    <a:pt x="406" y="104"/>
                    <a:pt x="414" y="108"/>
                  </a:cubicBezTo>
                  <a:cubicBezTo>
                    <a:pt x="416" y="109"/>
                    <a:pt x="418" y="110"/>
                    <a:pt x="418" y="110"/>
                  </a:cubicBezTo>
                  <a:cubicBezTo>
                    <a:pt x="418" y="110"/>
                    <a:pt x="415" y="108"/>
                    <a:pt x="407" y="102"/>
                  </a:cubicBezTo>
                  <a:cubicBezTo>
                    <a:pt x="403" y="99"/>
                    <a:pt x="399" y="96"/>
                    <a:pt x="399" y="96"/>
                  </a:cubicBezTo>
                  <a:lnTo>
                    <a:pt x="399" y="96"/>
                  </a:lnTo>
                  <a:cubicBezTo>
                    <a:pt x="400" y="96"/>
                    <a:pt x="402" y="97"/>
                    <a:pt x="408" y="101"/>
                  </a:cubicBezTo>
                  <a:cubicBezTo>
                    <a:pt x="411" y="103"/>
                    <a:pt x="413" y="104"/>
                    <a:pt x="415" y="104"/>
                  </a:cubicBezTo>
                  <a:cubicBezTo>
                    <a:pt x="416" y="104"/>
                    <a:pt x="417" y="103"/>
                    <a:pt x="418" y="102"/>
                  </a:cubicBezTo>
                  <a:cubicBezTo>
                    <a:pt x="419" y="100"/>
                    <a:pt x="421" y="97"/>
                    <a:pt x="414" y="92"/>
                  </a:cubicBezTo>
                  <a:cubicBezTo>
                    <a:pt x="411" y="89"/>
                    <a:pt x="409" y="88"/>
                    <a:pt x="410" y="88"/>
                  </a:cubicBezTo>
                  <a:lnTo>
                    <a:pt x="410" y="88"/>
                  </a:lnTo>
                  <a:cubicBezTo>
                    <a:pt x="410" y="88"/>
                    <a:pt x="411" y="89"/>
                    <a:pt x="415" y="92"/>
                  </a:cubicBezTo>
                  <a:cubicBezTo>
                    <a:pt x="422" y="97"/>
                    <a:pt x="428" y="100"/>
                    <a:pt x="430" y="100"/>
                  </a:cubicBezTo>
                  <a:cubicBezTo>
                    <a:pt x="432" y="100"/>
                    <a:pt x="431" y="97"/>
                    <a:pt x="425" y="92"/>
                  </a:cubicBezTo>
                  <a:cubicBezTo>
                    <a:pt x="425" y="91"/>
                    <a:pt x="426" y="91"/>
                    <a:pt x="426" y="91"/>
                  </a:cubicBezTo>
                  <a:cubicBezTo>
                    <a:pt x="427" y="91"/>
                    <a:pt x="429" y="92"/>
                    <a:pt x="434" y="95"/>
                  </a:cubicBezTo>
                  <a:cubicBezTo>
                    <a:pt x="434" y="94"/>
                    <a:pt x="435" y="93"/>
                    <a:pt x="429" y="86"/>
                  </a:cubicBezTo>
                  <a:lnTo>
                    <a:pt x="433" y="82"/>
                  </a:lnTo>
                  <a:cubicBezTo>
                    <a:pt x="434" y="81"/>
                    <a:pt x="427" y="75"/>
                    <a:pt x="427" y="75"/>
                  </a:cubicBezTo>
                  <a:cubicBezTo>
                    <a:pt x="428" y="74"/>
                    <a:pt x="428" y="73"/>
                    <a:pt x="428" y="73"/>
                  </a:cubicBezTo>
                  <a:cubicBezTo>
                    <a:pt x="428" y="73"/>
                    <a:pt x="428" y="74"/>
                    <a:pt x="428" y="74"/>
                  </a:cubicBezTo>
                  <a:cubicBezTo>
                    <a:pt x="430" y="75"/>
                    <a:pt x="432" y="76"/>
                    <a:pt x="434" y="76"/>
                  </a:cubicBezTo>
                  <a:cubicBezTo>
                    <a:pt x="437" y="76"/>
                    <a:pt x="439" y="73"/>
                    <a:pt x="442" y="70"/>
                  </a:cubicBezTo>
                  <a:cubicBezTo>
                    <a:pt x="444" y="67"/>
                    <a:pt x="446" y="64"/>
                    <a:pt x="450" y="64"/>
                  </a:cubicBezTo>
                  <a:cubicBezTo>
                    <a:pt x="451" y="64"/>
                    <a:pt x="453" y="65"/>
                    <a:pt x="455" y="66"/>
                  </a:cubicBezTo>
                  <a:cubicBezTo>
                    <a:pt x="455" y="66"/>
                    <a:pt x="456" y="65"/>
                    <a:pt x="449" y="59"/>
                  </a:cubicBezTo>
                  <a:cubicBezTo>
                    <a:pt x="441" y="53"/>
                    <a:pt x="438" y="51"/>
                    <a:pt x="439" y="51"/>
                  </a:cubicBezTo>
                  <a:cubicBezTo>
                    <a:pt x="439" y="51"/>
                    <a:pt x="441" y="51"/>
                    <a:pt x="444" y="53"/>
                  </a:cubicBezTo>
                  <a:cubicBezTo>
                    <a:pt x="450" y="56"/>
                    <a:pt x="454" y="58"/>
                    <a:pt x="455" y="58"/>
                  </a:cubicBezTo>
                  <a:cubicBezTo>
                    <a:pt x="457" y="58"/>
                    <a:pt x="456" y="55"/>
                    <a:pt x="450" y="51"/>
                  </a:cubicBezTo>
                  <a:lnTo>
                    <a:pt x="450" y="51"/>
                  </a:lnTo>
                  <a:cubicBezTo>
                    <a:pt x="451" y="52"/>
                    <a:pt x="453" y="53"/>
                    <a:pt x="454" y="54"/>
                  </a:cubicBezTo>
                  <a:cubicBezTo>
                    <a:pt x="458" y="56"/>
                    <a:pt x="461" y="57"/>
                    <a:pt x="462" y="57"/>
                  </a:cubicBezTo>
                  <a:cubicBezTo>
                    <a:pt x="464" y="57"/>
                    <a:pt x="459" y="52"/>
                    <a:pt x="449" y="46"/>
                  </a:cubicBezTo>
                  <a:lnTo>
                    <a:pt x="449" y="46"/>
                  </a:lnTo>
                  <a:cubicBezTo>
                    <a:pt x="455" y="48"/>
                    <a:pt x="460" y="51"/>
                    <a:pt x="461" y="51"/>
                  </a:cubicBezTo>
                  <a:cubicBezTo>
                    <a:pt x="461" y="51"/>
                    <a:pt x="461" y="50"/>
                    <a:pt x="458" y="48"/>
                  </a:cubicBezTo>
                  <a:cubicBezTo>
                    <a:pt x="458" y="48"/>
                    <a:pt x="458" y="48"/>
                    <a:pt x="459" y="48"/>
                  </a:cubicBezTo>
                  <a:cubicBezTo>
                    <a:pt x="459" y="48"/>
                    <a:pt x="462" y="49"/>
                    <a:pt x="473" y="57"/>
                  </a:cubicBezTo>
                  <a:cubicBezTo>
                    <a:pt x="478" y="60"/>
                    <a:pt x="482" y="63"/>
                    <a:pt x="488" y="65"/>
                  </a:cubicBezTo>
                  <a:cubicBezTo>
                    <a:pt x="483" y="62"/>
                    <a:pt x="479" y="58"/>
                    <a:pt x="474" y="55"/>
                  </a:cubicBezTo>
                  <a:lnTo>
                    <a:pt x="475" y="54"/>
                  </a:lnTo>
                  <a:cubicBezTo>
                    <a:pt x="475" y="54"/>
                    <a:pt x="475" y="53"/>
                    <a:pt x="469" y="48"/>
                  </a:cubicBezTo>
                  <a:cubicBezTo>
                    <a:pt x="461" y="44"/>
                    <a:pt x="462" y="44"/>
                    <a:pt x="462" y="42"/>
                  </a:cubicBezTo>
                  <a:lnTo>
                    <a:pt x="462" y="42"/>
                  </a:lnTo>
                  <a:cubicBezTo>
                    <a:pt x="464" y="44"/>
                    <a:pt x="465" y="44"/>
                    <a:pt x="465" y="44"/>
                  </a:cubicBezTo>
                  <a:cubicBezTo>
                    <a:pt x="466" y="44"/>
                    <a:pt x="461" y="40"/>
                    <a:pt x="455" y="38"/>
                  </a:cubicBezTo>
                  <a:cubicBezTo>
                    <a:pt x="451" y="36"/>
                    <a:pt x="445" y="32"/>
                    <a:pt x="442" y="28"/>
                  </a:cubicBezTo>
                  <a:lnTo>
                    <a:pt x="427" y="19"/>
                  </a:lnTo>
                  <a:cubicBezTo>
                    <a:pt x="418" y="12"/>
                    <a:pt x="408" y="7"/>
                    <a:pt x="397" y="2"/>
                  </a:cubicBezTo>
                  <a:cubicBezTo>
                    <a:pt x="393" y="1"/>
                    <a:pt x="389" y="0"/>
                    <a:pt x="387" y="0"/>
                  </a:cubicBezTo>
                  <a:close/>
                  <a:moveTo>
                    <a:pt x="151" y="682"/>
                  </a:moveTo>
                  <a:lnTo>
                    <a:pt x="150" y="683"/>
                  </a:lnTo>
                  <a:cubicBezTo>
                    <a:pt x="150" y="683"/>
                    <a:pt x="157" y="689"/>
                    <a:pt x="165" y="693"/>
                  </a:cubicBezTo>
                  <a:lnTo>
                    <a:pt x="165" y="692"/>
                  </a:lnTo>
                  <a:cubicBezTo>
                    <a:pt x="160" y="689"/>
                    <a:pt x="156" y="685"/>
                    <a:pt x="151" y="68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33"/>
            <p:cNvSpPr/>
            <p:nvPr/>
          </p:nvSpPr>
          <p:spPr>
            <a:xfrm>
              <a:off x="3106888" y="2909202"/>
              <a:ext cx="30767" cy="71123"/>
            </a:xfrm>
            <a:custGeom>
              <a:avLst/>
              <a:gdLst/>
              <a:ahLst/>
              <a:cxnLst/>
              <a:rect l="l" t="t" r="r" b="b"/>
              <a:pathLst>
                <a:path w="308" h="712" extrusionOk="0">
                  <a:moveTo>
                    <a:pt x="85" y="7"/>
                  </a:moveTo>
                  <a:lnTo>
                    <a:pt x="85" y="8"/>
                  </a:lnTo>
                  <a:cubicBezTo>
                    <a:pt x="90" y="9"/>
                    <a:pt x="96" y="9"/>
                    <a:pt x="101" y="9"/>
                  </a:cubicBezTo>
                  <a:cubicBezTo>
                    <a:pt x="101" y="9"/>
                    <a:pt x="94" y="7"/>
                    <a:pt x="85" y="7"/>
                  </a:cubicBezTo>
                  <a:close/>
                  <a:moveTo>
                    <a:pt x="220" y="16"/>
                  </a:moveTo>
                  <a:cubicBezTo>
                    <a:pt x="229" y="17"/>
                    <a:pt x="229" y="17"/>
                    <a:pt x="228" y="18"/>
                  </a:cubicBezTo>
                  <a:cubicBezTo>
                    <a:pt x="228" y="19"/>
                    <a:pt x="228" y="19"/>
                    <a:pt x="227" y="19"/>
                  </a:cubicBezTo>
                  <a:cubicBezTo>
                    <a:pt x="226" y="19"/>
                    <a:pt x="224" y="19"/>
                    <a:pt x="220" y="18"/>
                  </a:cubicBezTo>
                  <a:cubicBezTo>
                    <a:pt x="220" y="18"/>
                    <a:pt x="211" y="17"/>
                    <a:pt x="211" y="16"/>
                  </a:cubicBezTo>
                  <a:close/>
                  <a:moveTo>
                    <a:pt x="202" y="25"/>
                  </a:moveTo>
                  <a:cubicBezTo>
                    <a:pt x="205" y="25"/>
                    <a:pt x="207" y="26"/>
                    <a:pt x="210" y="26"/>
                  </a:cubicBezTo>
                  <a:cubicBezTo>
                    <a:pt x="228" y="26"/>
                    <a:pt x="228" y="26"/>
                    <a:pt x="227" y="27"/>
                  </a:cubicBezTo>
                  <a:cubicBezTo>
                    <a:pt x="227" y="28"/>
                    <a:pt x="227" y="29"/>
                    <a:pt x="224" y="29"/>
                  </a:cubicBezTo>
                  <a:cubicBezTo>
                    <a:pt x="223" y="29"/>
                    <a:pt x="221" y="29"/>
                    <a:pt x="218" y="28"/>
                  </a:cubicBezTo>
                  <a:lnTo>
                    <a:pt x="219" y="28"/>
                  </a:lnTo>
                  <a:cubicBezTo>
                    <a:pt x="227" y="28"/>
                    <a:pt x="219" y="27"/>
                    <a:pt x="210" y="27"/>
                  </a:cubicBezTo>
                  <a:lnTo>
                    <a:pt x="193" y="26"/>
                  </a:lnTo>
                  <a:cubicBezTo>
                    <a:pt x="196" y="26"/>
                    <a:pt x="199" y="25"/>
                    <a:pt x="202" y="25"/>
                  </a:cubicBezTo>
                  <a:close/>
                  <a:moveTo>
                    <a:pt x="261" y="32"/>
                  </a:moveTo>
                  <a:lnTo>
                    <a:pt x="261" y="33"/>
                  </a:lnTo>
                  <a:lnTo>
                    <a:pt x="270" y="33"/>
                  </a:lnTo>
                  <a:lnTo>
                    <a:pt x="270" y="32"/>
                  </a:lnTo>
                  <a:close/>
                  <a:moveTo>
                    <a:pt x="179" y="71"/>
                  </a:moveTo>
                  <a:cubicBezTo>
                    <a:pt x="184" y="71"/>
                    <a:pt x="190" y="72"/>
                    <a:pt x="196" y="74"/>
                  </a:cubicBezTo>
                  <a:cubicBezTo>
                    <a:pt x="190" y="74"/>
                    <a:pt x="184" y="74"/>
                    <a:pt x="179" y="72"/>
                  </a:cubicBezTo>
                  <a:lnTo>
                    <a:pt x="179" y="71"/>
                  </a:lnTo>
                  <a:close/>
                  <a:moveTo>
                    <a:pt x="164" y="75"/>
                  </a:moveTo>
                  <a:cubicBezTo>
                    <a:pt x="161" y="75"/>
                    <a:pt x="161" y="76"/>
                    <a:pt x="161" y="78"/>
                  </a:cubicBezTo>
                  <a:cubicBezTo>
                    <a:pt x="161" y="78"/>
                    <a:pt x="170" y="80"/>
                    <a:pt x="170" y="80"/>
                  </a:cubicBezTo>
                  <a:cubicBezTo>
                    <a:pt x="178" y="80"/>
                    <a:pt x="178" y="79"/>
                    <a:pt x="178" y="78"/>
                  </a:cubicBezTo>
                  <a:cubicBezTo>
                    <a:pt x="187" y="77"/>
                    <a:pt x="179" y="76"/>
                    <a:pt x="170" y="76"/>
                  </a:cubicBezTo>
                  <a:cubicBezTo>
                    <a:pt x="167" y="75"/>
                    <a:pt x="166" y="75"/>
                    <a:pt x="164" y="75"/>
                  </a:cubicBezTo>
                  <a:close/>
                  <a:moveTo>
                    <a:pt x="225" y="115"/>
                  </a:moveTo>
                  <a:cubicBezTo>
                    <a:pt x="233" y="115"/>
                    <a:pt x="233" y="116"/>
                    <a:pt x="233" y="116"/>
                  </a:cubicBezTo>
                  <a:lnTo>
                    <a:pt x="225" y="116"/>
                  </a:lnTo>
                  <a:lnTo>
                    <a:pt x="216" y="115"/>
                  </a:lnTo>
                  <a:close/>
                  <a:moveTo>
                    <a:pt x="182" y="115"/>
                  </a:moveTo>
                  <a:lnTo>
                    <a:pt x="199" y="117"/>
                  </a:lnTo>
                  <a:cubicBezTo>
                    <a:pt x="215" y="119"/>
                    <a:pt x="220" y="120"/>
                    <a:pt x="218" y="120"/>
                  </a:cubicBezTo>
                  <a:cubicBezTo>
                    <a:pt x="217" y="120"/>
                    <a:pt x="213" y="120"/>
                    <a:pt x="207" y="119"/>
                  </a:cubicBezTo>
                  <a:cubicBezTo>
                    <a:pt x="198" y="119"/>
                    <a:pt x="190" y="118"/>
                    <a:pt x="182" y="116"/>
                  </a:cubicBezTo>
                  <a:lnTo>
                    <a:pt x="182" y="115"/>
                  </a:lnTo>
                  <a:close/>
                  <a:moveTo>
                    <a:pt x="214" y="136"/>
                  </a:moveTo>
                  <a:cubicBezTo>
                    <a:pt x="221" y="136"/>
                    <a:pt x="230" y="137"/>
                    <a:pt x="238" y="138"/>
                  </a:cubicBezTo>
                  <a:cubicBezTo>
                    <a:pt x="243" y="140"/>
                    <a:pt x="245" y="140"/>
                    <a:pt x="244" y="140"/>
                  </a:cubicBezTo>
                  <a:cubicBezTo>
                    <a:pt x="243" y="140"/>
                    <a:pt x="239" y="140"/>
                    <a:pt x="230" y="138"/>
                  </a:cubicBezTo>
                  <a:lnTo>
                    <a:pt x="214" y="136"/>
                  </a:lnTo>
                  <a:close/>
                  <a:moveTo>
                    <a:pt x="187" y="142"/>
                  </a:moveTo>
                  <a:cubicBezTo>
                    <a:pt x="196" y="142"/>
                    <a:pt x="203" y="143"/>
                    <a:pt x="203" y="143"/>
                  </a:cubicBezTo>
                  <a:lnTo>
                    <a:pt x="203" y="144"/>
                  </a:lnTo>
                  <a:cubicBezTo>
                    <a:pt x="198" y="144"/>
                    <a:pt x="192" y="144"/>
                    <a:pt x="187" y="143"/>
                  </a:cubicBezTo>
                  <a:lnTo>
                    <a:pt x="187" y="142"/>
                  </a:lnTo>
                  <a:close/>
                  <a:moveTo>
                    <a:pt x="250" y="157"/>
                  </a:moveTo>
                  <a:cubicBezTo>
                    <a:pt x="250" y="157"/>
                    <a:pt x="251" y="157"/>
                    <a:pt x="254" y="157"/>
                  </a:cubicBezTo>
                  <a:lnTo>
                    <a:pt x="262" y="157"/>
                  </a:lnTo>
                  <a:cubicBezTo>
                    <a:pt x="257" y="157"/>
                    <a:pt x="251" y="157"/>
                    <a:pt x="250" y="157"/>
                  </a:cubicBezTo>
                  <a:close/>
                  <a:moveTo>
                    <a:pt x="165" y="157"/>
                  </a:moveTo>
                  <a:cubicBezTo>
                    <a:pt x="165" y="157"/>
                    <a:pt x="166" y="157"/>
                    <a:pt x="168" y="157"/>
                  </a:cubicBezTo>
                  <a:cubicBezTo>
                    <a:pt x="168" y="157"/>
                    <a:pt x="168" y="157"/>
                    <a:pt x="168" y="157"/>
                  </a:cubicBezTo>
                  <a:cubicBezTo>
                    <a:pt x="171" y="157"/>
                    <a:pt x="176" y="159"/>
                    <a:pt x="175" y="160"/>
                  </a:cubicBezTo>
                  <a:lnTo>
                    <a:pt x="168" y="159"/>
                  </a:lnTo>
                  <a:cubicBezTo>
                    <a:pt x="168" y="159"/>
                    <a:pt x="163" y="157"/>
                    <a:pt x="165" y="157"/>
                  </a:cubicBezTo>
                  <a:close/>
                  <a:moveTo>
                    <a:pt x="209" y="166"/>
                  </a:moveTo>
                  <a:cubicBezTo>
                    <a:pt x="215" y="166"/>
                    <a:pt x="220" y="166"/>
                    <a:pt x="226" y="168"/>
                  </a:cubicBezTo>
                  <a:cubicBezTo>
                    <a:pt x="230" y="169"/>
                    <a:pt x="230" y="169"/>
                    <a:pt x="227" y="169"/>
                  </a:cubicBezTo>
                  <a:cubicBezTo>
                    <a:pt x="224" y="169"/>
                    <a:pt x="217" y="169"/>
                    <a:pt x="209" y="168"/>
                  </a:cubicBezTo>
                  <a:lnTo>
                    <a:pt x="209" y="166"/>
                  </a:lnTo>
                  <a:close/>
                  <a:moveTo>
                    <a:pt x="225" y="174"/>
                  </a:moveTo>
                  <a:lnTo>
                    <a:pt x="225" y="175"/>
                  </a:lnTo>
                  <a:cubicBezTo>
                    <a:pt x="225" y="176"/>
                    <a:pt x="225" y="176"/>
                    <a:pt x="224" y="176"/>
                  </a:cubicBezTo>
                  <a:cubicBezTo>
                    <a:pt x="223" y="176"/>
                    <a:pt x="221" y="176"/>
                    <a:pt x="217" y="175"/>
                  </a:cubicBezTo>
                  <a:lnTo>
                    <a:pt x="225" y="174"/>
                  </a:lnTo>
                  <a:close/>
                  <a:moveTo>
                    <a:pt x="190" y="187"/>
                  </a:moveTo>
                  <a:cubicBezTo>
                    <a:pt x="198" y="188"/>
                    <a:pt x="198" y="188"/>
                    <a:pt x="198" y="188"/>
                  </a:cubicBezTo>
                  <a:cubicBezTo>
                    <a:pt x="198" y="189"/>
                    <a:pt x="198" y="189"/>
                    <a:pt x="195" y="189"/>
                  </a:cubicBezTo>
                  <a:cubicBezTo>
                    <a:pt x="193" y="189"/>
                    <a:pt x="191" y="189"/>
                    <a:pt x="189" y="189"/>
                  </a:cubicBezTo>
                  <a:cubicBezTo>
                    <a:pt x="189" y="189"/>
                    <a:pt x="181" y="189"/>
                    <a:pt x="181" y="188"/>
                  </a:cubicBezTo>
                  <a:cubicBezTo>
                    <a:pt x="181" y="188"/>
                    <a:pt x="190" y="187"/>
                    <a:pt x="190" y="187"/>
                  </a:cubicBezTo>
                  <a:close/>
                  <a:moveTo>
                    <a:pt x="9" y="188"/>
                  </a:moveTo>
                  <a:cubicBezTo>
                    <a:pt x="2" y="188"/>
                    <a:pt x="0" y="188"/>
                    <a:pt x="17" y="190"/>
                  </a:cubicBezTo>
                  <a:lnTo>
                    <a:pt x="26" y="190"/>
                  </a:lnTo>
                  <a:cubicBezTo>
                    <a:pt x="26" y="190"/>
                    <a:pt x="18" y="189"/>
                    <a:pt x="9" y="188"/>
                  </a:cubicBezTo>
                  <a:close/>
                  <a:moveTo>
                    <a:pt x="188" y="202"/>
                  </a:moveTo>
                  <a:cubicBezTo>
                    <a:pt x="196" y="202"/>
                    <a:pt x="196" y="202"/>
                    <a:pt x="196" y="203"/>
                  </a:cubicBezTo>
                  <a:cubicBezTo>
                    <a:pt x="196" y="205"/>
                    <a:pt x="187" y="205"/>
                    <a:pt x="187" y="205"/>
                  </a:cubicBezTo>
                  <a:cubicBezTo>
                    <a:pt x="179" y="203"/>
                    <a:pt x="188" y="203"/>
                    <a:pt x="188" y="202"/>
                  </a:cubicBezTo>
                  <a:close/>
                  <a:moveTo>
                    <a:pt x="306" y="203"/>
                  </a:moveTo>
                  <a:cubicBezTo>
                    <a:pt x="305" y="203"/>
                    <a:pt x="303" y="203"/>
                    <a:pt x="299" y="203"/>
                  </a:cubicBezTo>
                  <a:lnTo>
                    <a:pt x="299" y="205"/>
                  </a:lnTo>
                  <a:lnTo>
                    <a:pt x="307" y="205"/>
                  </a:lnTo>
                  <a:cubicBezTo>
                    <a:pt x="307" y="203"/>
                    <a:pt x="308" y="203"/>
                    <a:pt x="306" y="203"/>
                  </a:cubicBezTo>
                  <a:close/>
                  <a:moveTo>
                    <a:pt x="211" y="218"/>
                  </a:moveTo>
                  <a:cubicBezTo>
                    <a:pt x="219" y="219"/>
                    <a:pt x="219" y="219"/>
                    <a:pt x="202" y="219"/>
                  </a:cubicBezTo>
                  <a:cubicBezTo>
                    <a:pt x="193" y="219"/>
                    <a:pt x="193" y="219"/>
                    <a:pt x="193" y="218"/>
                  </a:cubicBezTo>
                  <a:close/>
                  <a:moveTo>
                    <a:pt x="201" y="224"/>
                  </a:moveTo>
                  <a:lnTo>
                    <a:pt x="210" y="225"/>
                  </a:lnTo>
                  <a:lnTo>
                    <a:pt x="210" y="226"/>
                  </a:lnTo>
                  <a:cubicBezTo>
                    <a:pt x="205" y="226"/>
                    <a:pt x="199" y="225"/>
                    <a:pt x="193" y="224"/>
                  </a:cubicBezTo>
                  <a:close/>
                  <a:moveTo>
                    <a:pt x="178" y="276"/>
                  </a:moveTo>
                  <a:lnTo>
                    <a:pt x="187" y="278"/>
                  </a:lnTo>
                  <a:lnTo>
                    <a:pt x="186" y="279"/>
                  </a:lnTo>
                  <a:cubicBezTo>
                    <a:pt x="180" y="279"/>
                    <a:pt x="174" y="279"/>
                    <a:pt x="169" y="276"/>
                  </a:cubicBezTo>
                  <a:close/>
                  <a:moveTo>
                    <a:pt x="166" y="297"/>
                  </a:moveTo>
                  <a:cubicBezTo>
                    <a:pt x="175" y="297"/>
                    <a:pt x="183" y="298"/>
                    <a:pt x="192" y="298"/>
                  </a:cubicBezTo>
                  <a:cubicBezTo>
                    <a:pt x="192" y="299"/>
                    <a:pt x="192" y="299"/>
                    <a:pt x="183" y="299"/>
                  </a:cubicBezTo>
                  <a:cubicBezTo>
                    <a:pt x="175" y="298"/>
                    <a:pt x="166" y="297"/>
                    <a:pt x="166" y="297"/>
                  </a:cubicBezTo>
                  <a:close/>
                  <a:moveTo>
                    <a:pt x="233" y="313"/>
                  </a:moveTo>
                  <a:cubicBezTo>
                    <a:pt x="242" y="315"/>
                    <a:pt x="249" y="316"/>
                    <a:pt x="249" y="316"/>
                  </a:cubicBezTo>
                  <a:lnTo>
                    <a:pt x="249" y="317"/>
                  </a:lnTo>
                  <a:cubicBezTo>
                    <a:pt x="244" y="317"/>
                    <a:pt x="238" y="316"/>
                    <a:pt x="233" y="315"/>
                  </a:cubicBezTo>
                  <a:lnTo>
                    <a:pt x="233" y="313"/>
                  </a:lnTo>
                  <a:close/>
                  <a:moveTo>
                    <a:pt x="189" y="322"/>
                  </a:moveTo>
                  <a:lnTo>
                    <a:pt x="197" y="324"/>
                  </a:lnTo>
                  <a:lnTo>
                    <a:pt x="197" y="325"/>
                  </a:lnTo>
                  <a:cubicBezTo>
                    <a:pt x="191" y="325"/>
                    <a:pt x="186" y="324"/>
                    <a:pt x="180" y="322"/>
                  </a:cubicBezTo>
                  <a:close/>
                  <a:moveTo>
                    <a:pt x="173" y="380"/>
                  </a:moveTo>
                  <a:cubicBezTo>
                    <a:pt x="179" y="380"/>
                    <a:pt x="184" y="380"/>
                    <a:pt x="190" y="382"/>
                  </a:cubicBezTo>
                  <a:cubicBezTo>
                    <a:pt x="190" y="383"/>
                    <a:pt x="190" y="383"/>
                    <a:pt x="181" y="383"/>
                  </a:cubicBezTo>
                  <a:cubicBezTo>
                    <a:pt x="172" y="383"/>
                    <a:pt x="173" y="381"/>
                    <a:pt x="173" y="380"/>
                  </a:cubicBezTo>
                  <a:close/>
                  <a:moveTo>
                    <a:pt x="177" y="414"/>
                  </a:moveTo>
                  <a:cubicBezTo>
                    <a:pt x="186" y="414"/>
                    <a:pt x="193" y="417"/>
                    <a:pt x="193" y="417"/>
                  </a:cubicBezTo>
                  <a:cubicBezTo>
                    <a:pt x="188" y="417"/>
                    <a:pt x="182" y="417"/>
                    <a:pt x="177" y="416"/>
                  </a:cubicBezTo>
                  <a:lnTo>
                    <a:pt x="177" y="414"/>
                  </a:lnTo>
                  <a:close/>
                  <a:moveTo>
                    <a:pt x="227" y="487"/>
                  </a:moveTo>
                  <a:cubicBezTo>
                    <a:pt x="236" y="488"/>
                    <a:pt x="236" y="488"/>
                    <a:pt x="236" y="488"/>
                  </a:cubicBezTo>
                  <a:cubicBezTo>
                    <a:pt x="236" y="490"/>
                    <a:pt x="236" y="490"/>
                    <a:pt x="227" y="490"/>
                  </a:cubicBezTo>
                  <a:cubicBezTo>
                    <a:pt x="227" y="490"/>
                    <a:pt x="218" y="488"/>
                    <a:pt x="219" y="487"/>
                  </a:cubicBezTo>
                  <a:close/>
                  <a:moveTo>
                    <a:pt x="235" y="497"/>
                  </a:moveTo>
                  <a:lnTo>
                    <a:pt x="243" y="500"/>
                  </a:lnTo>
                  <a:cubicBezTo>
                    <a:pt x="237" y="500"/>
                    <a:pt x="231" y="500"/>
                    <a:pt x="226" y="499"/>
                  </a:cubicBezTo>
                  <a:lnTo>
                    <a:pt x="235" y="497"/>
                  </a:lnTo>
                  <a:close/>
                  <a:moveTo>
                    <a:pt x="175" y="501"/>
                  </a:moveTo>
                  <a:cubicBezTo>
                    <a:pt x="176" y="501"/>
                    <a:pt x="178" y="501"/>
                    <a:pt x="182" y="502"/>
                  </a:cubicBezTo>
                  <a:cubicBezTo>
                    <a:pt x="188" y="503"/>
                    <a:pt x="190" y="503"/>
                    <a:pt x="188" y="503"/>
                  </a:cubicBezTo>
                  <a:cubicBezTo>
                    <a:pt x="187" y="503"/>
                    <a:pt x="185" y="503"/>
                    <a:pt x="182" y="503"/>
                  </a:cubicBezTo>
                  <a:cubicBezTo>
                    <a:pt x="174" y="503"/>
                    <a:pt x="174" y="503"/>
                    <a:pt x="174" y="502"/>
                  </a:cubicBezTo>
                  <a:cubicBezTo>
                    <a:pt x="174" y="501"/>
                    <a:pt x="174" y="501"/>
                    <a:pt x="175" y="501"/>
                  </a:cubicBezTo>
                  <a:close/>
                  <a:moveTo>
                    <a:pt x="182" y="507"/>
                  </a:moveTo>
                  <a:lnTo>
                    <a:pt x="182" y="509"/>
                  </a:lnTo>
                  <a:cubicBezTo>
                    <a:pt x="182" y="509"/>
                    <a:pt x="182" y="509"/>
                    <a:pt x="181" y="509"/>
                  </a:cubicBezTo>
                  <a:cubicBezTo>
                    <a:pt x="180" y="509"/>
                    <a:pt x="178" y="509"/>
                    <a:pt x="173" y="509"/>
                  </a:cubicBezTo>
                  <a:lnTo>
                    <a:pt x="173" y="507"/>
                  </a:lnTo>
                  <a:close/>
                  <a:moveTo>
                    <a:pt x="164" y="513"/>
                  </a:moveTo>
                  <a:cubicBezTo>
                    <a:pt x="164" y="514"/>
                    <a:pt x="166" y="514"/>
                    <a:pt x="167" y="514"/>
                  </a:cubicBezTo>
                  <a:cubicBezTo>
                    <a:pt x="168" y="514"/>
                    <a:pt x="168" y="514"/>
                    <a:pt x="164" y="513"/>
                  </a:cubicBezTo>
                  <a:close/>
                  <a:moveTo>
                    <a:pt x="181" y="515"/>
                  </a:moveTo>
                  <a:lnTo>
                    <a:pt x="181" y="516"/>
                  </a:lnTo>
                  <a:cubicBezTo>
                    <a:pt x="181" y="518"/>
                    <a:pt x="181" y="518"/>
                    <a:pt x="172" y="518"/>
                  </a:cubicBezTo>
                  <a:lnTo>
                    <a:pt x="172" y="516"/>
                  </a:lnTo>
                  <a:lnTo>
                    <a:pt x="181" y="515"/>
                  </a:lnTo>
                  <a:close/>
                  <a:moveTo>
                    <a:pt x="188" y="525"/>
                  </a:moveTo>
                  <a:cubicBezTo>
                    <a:pt x="191" y="525"/>
                    <a:pt x="194" y="525"/>
                    <a:pt x="197" y="525"/>
                  </a:cubicBezTo>
                  <a:cubicBezTo>
                    <a:pt x="197" y="527"/>
                    <a:pt x="188" y="527"/>
                    <a:pt x="188" y="527"/>
                  </a:cubicBezTo>
                  <a:cubicBezTo>
                    <a:pt x="188" y="527"/>
                    <a:pt x="180" y="525"/>
                    <a:pt x="180" y="525"/>
                  </a:cubicBezTo>
                  <a:cubicBezTo>
                    <a:pt x="180" y="525"/>
                    <a:pt x="183" y="525"/>
                    <a:pt x="188" y="525"/>
                  </a:cubicBezTo>
                  <a:close/>
                  <a:moveTo>
                    <a:pt x="175" y="557"/>
                  </a:moveTo>
                  <a:lnTo>
                    <a:pt x="184" y="558"/>
                  </a:lnTo>
                  <a:cubicBezTo>
                    <a:pt x="192" y="559"/>
                    <a:pt x="201" y="560"/>
                    <a:pt x="192" y="560"/>
                  </a:cubicBezTo>
                  <a:cubicBezTo>
                    <a:pt x="192" y="560"/>
                    <a:pt x="183" y="559"/>
                    <a:pt x="175" y="558"/>
                  </a:cubicBezTo>
                  <a:lnTo>
                    <a:pt x="175" y="557"/>
                  </a:lnTo>
                  <a:close/>
                  <a:moveTo>
                    <a:pt x="204" y="587"/>
                  </a:moveTo>
                  <a:cubicBezTo>
                    <a:pt x="210" y="587"/>
                    <a:pt x="217" y="588"/>
                    <a:pt x="223" y="589"/>
                  </a:cubicBezTo>
                  <a:cubicBezTo>
                    <a:pt x="223" y="590"/>
                    <a:pt x="223" y="590"/>
                    <a:pt x="221" y="590"/>
                  </a:cubicBezTo>
                  <a:cubicBezTo>
                    <a:pt x="220" y="590"/>
                    <a:pt x="218" y="590"/>
                    <a:pt x="214" y="589"/>
                  </a:cubicBezTo>
                  <a:cubicBezTo>
                    <a:pt x="208" y="589"/>
                    <a:pt x="202" y="588"/>
                    <a:pt x="197" y="587"/>
                  </a:cubicBezTo>
                  <a:cubicBezTo>
                    <a:pt x="199" y="587"/>
                    <a:pt x="202" y="587"/>
                    <a:pt x="204" y="587"/>
                  </a:cubicBezTo>
                  <a:close/>
                  <a:moveTo>
                    <a:pt x="199" y="704"/>
                  </a:moveTo>
                  <a:cubicBezTo>
                    <a:pt x="205" y="704"/>
                    <a:pt x="210" y="705"/>
                    <a:pt x="216" y="706"/>
                  </a:cubicBezTo>
                  <a:cubicBezTo>
                    <a:pt x="222" y="707"/>
                    <a:pt x="224" y="707"/>
                    <a:pt x="222" y="707"/>
                  </a:cubicBezTo>
                  <a:cubicBezTo>
                    <a:pt x="220" y="707"/>
                    <a:pt x="209" y="706"/>
                    <a:pt x="199" y="705"/>
                  </a:cubicBezTo>
                  <a:cubicBezTo>
                    <a:pt x="182" y="704"/>
                    <a:pt x="182" y="704"/>
                    <a:pt x="199" y="704"/>
                  </a:cubicBezTo>
                  <a:close/>
                  <a:moveTo>
                    <a:pt x="205" y="1"/>
                  </a:moveTo>
                  <a:cubicBezTo>
                    <a:pt x="202" y="1"/>
                    <a:pt x="201" y="1"/>
                    <a:pt x="205" y="2"/>
                  </a:cubicBezTo>
                  <a:lnTo>
                    <a:pt x="197" y="3"/>
                  </a:lnTo>
                  <a:cubicBezTo>
                    <a:pt x="189" y="2"/>
                    <a:pt x="184" y="2"/>
                    <a:pt x="181" y="2"/>
                  </a:cubicBezTo>
                  <a:cubicBezTo>
                    <a:pt x="173" y="2"/>
                    <a:pt x="178" y="3"/>
                    <a:pt x="197" y="4"/>
                  </a:cubicBezTo>
                  <a:cubicBezTo>
                    <a:pt x="211" y="5"/>
                    <a:pt x="217" y="6"/>
                    <a:pt x="216" y="6"/>
                  </a:cubicBezTo>
                  <a:cubicBezTo>
                    <a:pt x="216" y="6"/>
                    <a:pt x="212" y="5"/>
                    <a:pt x="205" y="5"/>
                  </a:cubicBezTo>
                  <a:cubicBezTo>
                    <a:pt x="188" y="5"/>
                    <a:pt x="188" y="5"/>
                    <a:pt x="188" y="6"/>
                  </a:cubicBezTo>
                  <a:cubicBezTo>
                    <a:pt x="188" y="7"/>
                    <a:pt x="188" y="7"/>
                    <a:pt x="187" y="7"/>
                  </a:cubicBezTo>
                  <a:cubicBezTo>
                    <a:pt x="186" y="7"/>
                    <a:pt x="183" y="7"/>
                    <a:pt x="179" y="6"/>
                  </a:cubicBezTo>
                  <a:cubicBezTo>
                    <a:pt x="173" y="6"/>
                    <a:pt x="168" y="6"/>
                    <a:pt x="162" y="7"/>
                  </a:cubicBezTo>
                  <a:cubicBezTo>
                    <a:pt x="162" y="8"/>
                    <a:pt x="162" y="8"/>
                    <a:pt x="170" y="8"/>
                  </a:cubicBezTo>
                  <a:cubicBezTo>
                    <a:pt x="179" y="8"/>
                    <a:pt x="179" y="9"/>
                    <a:pt x="161" y="9"/>
                  </a:cubicBezTo>
                  <a:cubicBezTo>
                    <a:pt x="153" y="11"/>
                    <a:pt x="153" y="11"/>
                    <a:pt x="170" y="11"/>
                  </a:cubicBezTo>
                  <a:cubicBezTo>
                    <a:pt x="187" y="12"/>
                    <a:pt x="187" y="14"/>
                    <a:pt x="170" y="14"/>
                  </a:cubicBezTo>
                  <a:cubicBezTo>
                    <a:pt x="170" y="14"/>
                    <a:pt x="169" y="14"/>
                    <a:pt x="169" y="15"/>
                  </a:cubicBezTo>
                  <a:cubicBezTo>
                    <a:pt x="174" y="16"/>
                    <a:pt x="180" y="17"/>
                    <a:pt x="186" y="17"/>
                  </a:cubicBezTo>
                  <a:cubicBezTo>
                    <a:pt x="203" y="18"/>
                    <a:pt x="203" y="18"/>
                    <a:pt x="194" y="18"/>
                  </a:cubicBezTo>
                  <a:lnTo>
                    <a:pt x="178" y="18"/>
                  </a:lnTo>
                  <a:cubicBezTo>
                    <a:pt x="175" y="18"/>
                    <a:pt x="173" y="18"/>
                    <a:pt x="172" y="18"/>
                  </a:cubicBezTo>
                  <a:cubicBezTo>
                    <a:pt x="169" y="18"/>
                    <a:pt x="169" y="19"/>
                    <a:pt x="169" y="20"/>
                  </a:cubicBezTo>
                  <a:cubicBezTo>
                    <a:pt x="169" y="21"/>
                    <a:pt x="169" y="22"/>
                    <a:pt x="177" y="22"/>
                  </a:cubicBezTo>
                  <a:lnTo>
                    <a:pt x="169" y="22"/>
                  </a:lnTo>
                  <a:cubicBezTo>
                    <a:pt x="168" y="22"/>
                    <a:pt x="166" y="22"/>
                    <a:pt x="165" y="22"/>
                  </a:cubicBezTo>
                  <a:cubicBezTo>
                    <a:pt x="164" y="22"/>
                    <a:pt x="164" y="22"/>
                    <a:pt x="168" y="23"/>
                  </a:cubicBezTo>
                  <a:cubicBezTo>
                    <a:pt x="168" y="23"/>
                    <a:pt x="168" y="24"/>
                    <a:pt x="160" y="25"/>
                  </a:cubicBezTo>
                  <a:cubicBezTo>
                    <a:pt x="153" y="26"/>
                    <a:pt x="161" y="28"/>
                    <a:pt x="173" y="28"/>
                  </a:cubicBezTo>
                  <a:cubicBezTo>
                    <a:pt x="176" y="28"/>
                    <a:pt x="180" y="28"/>
                    <a:pt x="184" y="27"/>
                  </a:cubicBezTo>
                  <a:cubicBezTo>
                    <a:pt x="184" y="27"/>
                    <a:pt x="184" y="27"/>
                    <a:pt x="184" y="28"/>
                  </a:cubicBezTo>
                  <a:cubicBezTo>
                    <a:pt x="184" y="30"/>
                    <a:pt x="193" y="30"/>
                    <a:pt x="193" y="30"/>
                  </a:cubicBezTo>
                  <a:cubicBezTo>
                    <a:pt x="201" y="31"/>
                    <a:pt x="201" y="31"/>
                    <a:pt x="201" y="32"/>
                  </a:cubicBezTo>
                  <a:lnTo>
                    <a:pt x="184" y="31"/>
                  </a:lnTo>
                  <a:cubicBezTo>
                    <a:pt x="175" y="30"/>
                    <a:pt x="167" y="30"/>
                    <a:pt x="163" y="30"/>
                  </a:cubicBezTo>
                  <a:cubicBezTo>
                    <a:pt x="157" y="30"/>
                    <a:pt x="159" y="30"/>
                    <a:pt x="175" y="32"/>
                  </a:cubicBezTo>
                  <a:lnTo>
                    <a:pt x="166" y="32"/>
                  </a:lnTo>
                  <a:cubicBezTo>
                    <a:pt x="159" y="32"/>
                    <a:pt x="159" y="32"/>
                    <a:pt x="166" y="34"/>
                  </a:cubicBezTo>
                  <a:cubicBezTo>
                    <a:pt x="175" y="36"/>
                    <a:pt x="183" y="37"/>
                    <a:pt x="192" y="37"/>
                  </a:cubicBezTo>
                  <a:cubicBezTo>
                    <a:pt x="200" y="37"/>
                    <a:pt x="200" y="39"/>
                    <a:pt x="200" y="39"/>
                  </a:cubicBezTo>
                  <a:cubicBezTo>
                    <a:pt x="200" y="39"/>
                    <a:pt x="200" y="39"/>
                    <a:pt x="199" y="39"/>
                  </a:cubicBezTo>
                  <a:cubicBezTo>
                    <a:pt x="198" y="39"/>
                    <a:pt x="196" y="39"/>
                    <a:pt x="191" y="39"/>
                  </a:cubicBezTo>
                  <a:cubicBezTo>
                    <a:pt x="176" y="39"/>
                    <a:pt x="175" y="39"/>
                    <a:pt x="186" y="41"/>
                  </a:cubicBezTo>
                  <a:lnTo>
                    <a:pt x="186" y="41"/>
                  </a:lnTo>
                  <a:lnTo>
                    <a:pt x="183" y="41"/>
                  </a:lnTo>
                  <a:cubicBezTo>
                    <a:pt x="174" y="41"/>
                    <a:pt x="165" y="41"/>
                    <a:pt x="173" y="45"/>
                  </a:cubicBezTo>
                  <a:cubicBezTo>
                    <a:pt x="173" y="49"/>
                    <a:pt x="173" y="51"/>
                    <a:pt x="164" y="51"/>
                  </a:cubicBezTo>
                  <a:cubicBezTo>
                    <a:pt x="156" y="51"/>
                    <a:pt x="172" y="54"/>
                    <a:pt x="189" y="58"/>
                  </a:cubicBezTo>
                  <a:cubicBezTo>
                    <a:pt x="187" y="57"/>
                    <a:pt x="185" y="57"/>
                    <a:pt x="184" y="57"/>
                  </a:cubicBezTo>
                  <a:cubicBezTo>
                    <a:pt x="181" y="57"/>
                    <a:pt x="181" y="58"/>
                    <a:pt x="180" y="59"/>
                  </a:cubicBezTo>
                  <a:cubicBezTo>
                    <a:pt x="180" y="61"/>
                    <a:pt x="180" y="62"/>
                    <a:pt x="178" y="62"/>
                  </a:cubicBezTo>
                  <a:cubicBezTo>
                    <a:pt x="177" y="62"/>
                    <a:pt x="175" y="61"/>
                    <a:pt x="172" y="61"/>
                  </a:cubicBezTo>
                  <a:cubicBezTo>
                    <a:pt x="165" y="61"/>
                    <a:pt x="161" y="60"/>
                    <a:pt x="160" y="60"/>
                  </a:cubicBezTo>
                  <a:cubicBezTo>
                    <a:pt x="158" y="60"/>
                    <a:pt x="162" y="61"/>
                    <a:pt x="171" y="62"/>
                  </a:cubicBezTo>
                  <a:cubicBezTo>
                    <a:pt x="188" y="64"/>
                    <a:pt x="180" y="66"/>
                    <a:pt x="162" y="66"/>
                  </a:cubicBezTo>
                  <a:cubicBezTo>
                    <a:pt x="160" y="65"/>
                    <a:pt x="158" y="65"/>
                    <a:pt x="157" y="65"/>
                  </a:cubicBezTo>
                  <a:cubicBezTo>
                    <a:pt x="154" y="65"/>
                    <a:pt x="154" y="66"/>
                    <a:pt x="154" y="67"/>
                  </a:cubicBezTo>
                  <a:cubicBezTo>
                    <a:pt x="162" y="68"/>
                    <a:pt x="162" y="70"/>
                    <a:pt x="162" y="71"/>
                  </a:cubicBezTo>
                  <a:cubicBezTo>
                    <a:pt x="161" y="74"/>
                    <a:pt x="161" y="74"/>
                    <a:pt x="179" y="74"/>
                  </a:cubicBezTo>
                  <a:cubicBezTo>
                    <a:pt x="196" y="76"/>
                    <a:pt x="196" y="77"/>
                    <a:pt x="194" y="79"/>
                  </a:cubicBezTo>
                  <a:cubicBezTo>
                    <a:pt x="194" y="79"/>
                    <a:pt x="194" y="80"/>
                    <a:pt x="187" y="80"/>
                  </a:cubicBezTo>
                  <a:cubicBezTo>
                    <a:pt x="187" y="80"/>
                    <a:pt x="178" y="80"/>
                    <a:pt x="178" y="81"/>
                  </a:cubicBezTo>
                  <a:cubicBezTo>
                    <a:pt x="178" y="81"/>
                    <a:pt x="178" y="82"/>
                    <a:pt x="169" y="82"/>
                  </a:cubicBezTo>
                  <a:cubicBezTo>
                    <a:pt x="169" y="82"/>
                    <a:pt x="160" y="82"/>
                    <a:pt x="160" y="85"/>
                  </a:cubicBezTo>
                  <a:cubicBezTo>
                    <a:pt x="160" y="85"/>
                    <a:pt x="160" y="87"/>
                    <a:pt x="155" y="87"/>
                  </a:cubicBezTo>
                  <a:cubicBezTo>
                    <a:pt x="154" y="87"/>
                    <a:pt x="152" y="87"/>
                    <a:pt x="151" y="87"/>
                  </a:cubicBezTo>
                  <a:lnTo>
                    <a:pt x="151" y="87"/>
                  </a:lnTo>
                  <a:cubicBezTo>
                    <a:pt x="151" y="88"/>
                    <a:pt x="151" y="88"/>
                    <a:pt x="160" y="88"/>
                  </a:cubicBezTo>
                  <a:cubicBezTo>
                    <a:pt x="168" y="89"/>
                    <a:pt x="177" y="90"/>
                    <a:pt x="168" y="92"/>
                  </a:cubicBezTo>
                  <a:cubicBezTo>
                    <a:pt x="168" y="95"/>
                    <a:pt x="166" y="97"/>
                    <a:pt x="175" y="97"/>
                  </a:cubicBezTo>
                  <a:cubicBezTo>
                    <a:pt x="175" y="98"/>
                    <a:pt x="175" y="98"/>
                    <a:pt x="166" y="98"/>
                  </a:cubicBezTo>
                  <a:cubicBezTo>
                    <a:pt x="162" y="98"/>
                    <a:pt x="159" y="98"/>
                    <a:pt x="157" y="98"/>
                  </a:cubicBezTo>
                  <a:cubicBezTo>
                    <a:pt x="151" y="98"/>
                    <a:pt x="154" y="99"/>
                    <a:pt x="166" y="101"/>
                  </a:cubicBezTo>
                  <a:cubicBezTo>
                    <a:pt x="174" y="101"/>
                    <a:pt x="174" y="103"/>
                    <a:pt x="166" y="103"/>
                  </a:cubicBezTo>
                  <a:cubicBezTo>
                    <a:pt x="166" y="103"/>
                    <a:pt x="166" y="104"/>
                    <a:pt x="174" y="105"/>
                  </a:cubicBezTo>
                  <a:cubicBezTo>
                    <a:pt x="183" y="106"/>
                    <a:pt x="183" y="106"/>
                    <a:pt x="174" y="107"/>
                  </a:cubicBezTo>
                  <a:cubicBezTo>
                    <a:pt x="165" y="107"/>
                    <a:pt x="165" y="108"/>
                    <a:pt x="165" y="108"/>
                  </a:cubicBezTo>
                  <a:cubicBezTo>
                    <a:pt x="173" y="110"/>
                    <a:pt x="172" y="119"/>
                    <a:pt x="164" y="120"/>
                  </a:cubicBezTo>
                  <a:cubicBezTo>
                    <a:pt x="172" y="122"/>
                    <a:pt x="172" y="122"/>
                    <a:pt x="172" y="123"/>
                  </a:cubicBezTo>
                  <a:cubicBezTo>
                    <a:pt x="155" y="123"/>
                    <a:pt x="163" y="124"/>
                    <a:pt x="180" y="125"/>
                  </a:cubicBezTo>
                  <a:lnTo>
                    <a:pt x="181" y="124"/>
                  </a:lnTo>
                  <a:lnTo>
                    <a:pt x="181" y="123"/>
                  </a:lnTo>
                  <a:cubicBezTo>
                    <a:pt x="195" y="124"/>
                    <a:pt x="197" y="125"/>
                    <a:pt x="184" y="125"/>
                  </a:cubicBezTo>
                  <a:cubicBezTo>
                    <a:pt x="181" y="125"/>
                    <a:pt x="177" y="125"/>
                    <a:pt x="172" y="125"/>
                  </a:cubicBezTo>
                  <a:cubicBezTo>
                    <a:pt x="155" y="125"/>
                    <a:pt x="155" y="125"/>
                    <a:pt x="172" y="126"/>
                  </a:cubicBezTo>
                  <a:cubicBezTo>
                    <a:pt x="189" y="128"/>
                    <a:pt x="189" y="129"/>
                    <a:pt x="171" y="129"/>
                  </a:cubicBezTo>
                  <a:cubicBezTo>
                    <a:pt x="197" y="132"/>
                    <a:pt x="208" y="135"/>
                    <a:pt x="196" y="135"/>
                  </a:cubicBezTo>
                  <a:cubicBezTo>
                    <a:pt x="192" y="135"/>
                    <a:pt x="187" y="134"/>
                    <a:pt x="179" y="134"/>
                  </a:cubicBezTo>
                  <a:cubicBezTo>
                    <a:pt x="176" y="133"/>
                    <a:pt x="172" y="133"/>
                    <a:pt x="169" y="133"/>
                  </a:cubicBezTo>
                  <a:cubicBezTo>
                    <a:pt x="163" y="133"/>
                    <a:pt x="158" y="134"/>
                    <a:pt x="153" y="135"/>
                  </a:cubicBezTo>
                  <a:cubicBezTo>
                    <a:pt x="159" y="136"/>
                    <a:pt x="164" y="136"/>
                    <a:pt x="170" y="136"/>
                  </a:cubicBezTo>
                  <a:cubicBezTo>
                    <a:pt x="188" y="136"/>
                    <a:pt x="188" y="137"/>
                    <a:pt x="170" y="138"/>
                  </a:cubicBezTo>
                  <a:cubicBezTo>
                    <a:pt x="144" y="140"/>
                    <a:pt x="144" y="141"/>
                    <a:pt x="161" y="144"/>
                  </a:cubicBezTo>
                  <a:cubicBezTo>
                    <a:pt x="172" y="147"/>
                    <a:pt x="175" y="149"/>
                    <a:pt x="171" y="149"/>
                  </a:cubicBezTo>
                  <a:cubicBezTo>
                    <a:pt x="169" y="149"/>
                    <a:pt x="165" y="149"/>
                    <a:pt x="160" y="147"/>
                  </a:cubicBezTo>
                  <a:cubicBezTo>
                    <a:pt x="151" y="146"/>
                    <a:pt x="147" y="146"/>
                    <a:pt x="146" y="146"/>
                  </a:cubicBezTo>
                  <a:cubicBezTo>
                    <a:pt x="145" y="146"/>
                    <a:pt x="147" y="146"/>
                    <a:pt x="152" y="147"/>
                  </a:cubicBezTo>
                  <a:cubicBezTo>
                    <a:pt x="152" y="149"/>
                    <a:pt x="152" y="151"/>
                    <a:pt x="151" y="151"/>
                  </a:cubicBezTo>
                  <a:cubicBezTo>
                    <a:pt x="156" y="153"/>
                    <a:pt x="162" y="154"/>
                    <a:pt x="168" y="154"/>
                  </a:cubicBezTo>
                  <a:cubicBezTo>
                    <a:pt x="151" y="154"/>
                    <a:pt x="142" y="155"/>
                    <a:pt x="159" y="157"/>
                  </a:cubicBezTo>
                  <a:cubicBezTo>
                    <a:pt x="159" y="159"/>
                    <a:pt x="159" y="160"/>
                    <a:pt x="159" y="160"/>
                  </a:cubicBezTo>
                  <a:cubicBezTo>
                    <a:pt x="159" y="160"/>
                    <a:pt x="159" y="160"/>
                    <a:pt x="168" y="161"/>
                  </a:cubicBezTo>
                  <a:cubicBezTo>
                    <a:pt x="175" y="163"/>
                    <a:pt x="166" y="163"/>
                    <a:pt x="159" y="163"/>
                  </a:cubicBezTo>
                  <a:cubicBezTo>
                    <a:pt x="150" y="164"/>
                    <a:pt x="141" y="164"/>
                    <a:pt x="150" y="164"/>
                  </a:cubicBezTo>
                  <a:cubicBezTo>
                    <a:pt x="157" y="165"/>
                    <a:pt x="166" y="168"/>
                    <a:pt x="174" y="169"/>
                  </a:cubicBezTo>
                  <a:cubicBezTo>
                    <a:pt x="179" y="169"/>
                    <a:pt x="179" y="170"/>
                    <a:pt x="177" y="170"/>
                  </a:cubicBezTo>
                  <a:cubicBezTo>
                    <a:pt x="175" y="170"/>
                    <a:pt x="170" y="169"/>
                    <a:pt x="166" y="169"/>
                  </a:cubicBezTo>
                  <a:cubicBezTo>
                    <a:pt x="161" y="169"/>
                    <a:pt x="154" y="169"/>
                    <a:pt x="148" y="170"/>
                  </a:cubicBezTo>
                  <a:cubicBezTo>
                    <a:pt x="148" y="171"/>
                    <a:pt x="148" y="172"/>
                    <a:pt x="157" y="172"/>
                  </a:cubicBezTo>
                  <a:cubicBezTo>
                    <a:pt x="165" y="173"/>
                    <a:pt x="165" y="178"/>
                    <a:pt x="156" y="179"/>
                  </a:cubicBezTo>
                  <a:cubicBezTo>
                    <a:pt x="156" y="179"/>
                    <a:pt x="156" y="179"/>
                    <a:pt x="156" y="180"/>
                  </a:cubicBezTo>
                  <a:cubicBezTo>
                    <a:pt x="156" y="181"/>
                    <a:pt x="164" y="182"/>
                    <a:pt x="164" y="183"/>
                  </a:cubicBezTo>
                  <a:cubicBezTo>
                    <a:pt x="164" y="183"/>
                    <a:pt x="164" y="183"/>
                    <a:pt x="172" y="186"/>
                  </a:cubicBezTo>
                  <a:cubicBezTo>
                    <a:pt x="172" y="186"/>
                    <a:pt x="172" y="187"/>
                    <a:pt x="164" y="187"/>
                  </a:cubicBezTo>
                  <a:cubicBezTo>
                    <a:pt x="181" y="188"/>
                    <a:pt x="181" y="188"/>
                    <a:pt x="163" y="188"/>
                  </a:cubicBezTo>
                  <a:cubicBezTo>
                    <a:pt x="156" y="187"/>
                    <a:pt x="152" y="187"/>
                    <a:pt x="151" y="187"/>
                  </a:cubicBezTo>
                  <a:cubicBezTo>
                    <a:pt x="149" y="187"/>
                    <a:pt x="153" y="188"/>
                    <a:pt x="163" y="189"/>
                  </a:cubicBezTo>
                  <a:cubicBezTo>
                    <a:pt x="172" y="190"/>
                    <a:pt x="172" y="190"/>
                    <a:pt x="163" y="190"/>
                  </a:cubicBezTo>
                  <a:cubicBezTo>
                    <a:pt x="155" y="190"/>
                    <a:pt x="155" y="191"/>
                    <a:pt x="163" y="191"/>
                  </a:cubicBezTo>
                  <a:cubicBezTo>
                    <a:pt x="177" y="193"/>
                    <a:pt x="185" y="195"/>
                    <a:pt x="178" y="195"/>
                  </a:cubicBezTo>
                  <a:cubicBezTo>
                    <a:pt x="176" y="195"/>
                    <a:pt x="174" y="195"/>
                    <a:pt x="171" y="195"/>
                  </a:cubicBezTo>
                  <a:lnTo>
                    <a:pt x="171" y="195"/>
                  </a:lnTo>
                  <a:cubicBezTo>
                    <a:pt x="171" y="195"/>
                    <a:pt x="171" y="196"/>
                    <a:pt x="180" y="197"/>
                  </a:cubicBezTo>
                  <a:cubicBezTo>
                    <a:pt x="190" y="198"/>
                    <a:pt x="194" y="199"/>
                    <a:pt x="192" y="199"/>
                  </a:cubicBezTo>
                  <a:cubicBezTo>
                    <a:pt x="191" y="199"/>
                    <a:pt x="187" y="198"/>
                    <a:pt x="180" y="198"/>
                  </a:cubicBezTo>
                  <a:cubicBezTo>
                    <a:pt x="162" y="198"/>
                    <a:pt x="162" y="199"/>
                    <a:pt x="179" y="200"/>
                  </a:cubicBezTo>
                  <a:cubicBezTo>
                    <a:pt x="179" y="200"/>
                    <a:pt x="188" y="201"/>
                    <a:pt x="179" y="202"/>
                  </a:cubicBezTo>
                  <a:cubicBezTo>
                    <a:pt x="170" y="203"/>
                    <a:pt x="161" y="208"/>
                    <a:pt x="178" y="208"/>
                  </a:cubicBezTo>
                  <a:lnTo>
                    <a:pt x="178" y="209"/>
                  </a:lnTo>
                  <a:cubicBezTo>
                    <a:pt x="169" y="211"/>
                    <a:pt x="169" y="211"/>
                    <a:pt x="178" y="212"/>
                  </a:cubicBezTo>
                  <a:lnTo>
                    <a:pt x="186" y="215"/>
                  </a:lnTo>
                  <a:cubicBezTo>
                    <a:pt x="183" y="214"/>
                    <a:pt x="180" y="214"/>
                    <a:pt x="177" y="214"/>
                  </a:cubicBezTo>
                  <a:cubicBezTo>
                    <a:pt x="174" y="214"/>
                    <a:pt x="171" y="214"/>
                    <a:pt x="169" y="215"/>
                  </a:cubicBezTo>
                  <a:cubicBezTo>
                    <a:pt x="169" y="216"/>
                    <a:pt x="169" y="216"/>
                    <a:pt x="177" y="216"/>
                  </a:cubicBezTo>
                  <a:cubicBezTo>
                    <a:pt x="186" y="216"/>
                    <a:pt x="186" y="217"/>
                    <a:pt x="186" y="218"/>
                  </a:cubicBezTo>
                  <a:cubicBezTo>
                    <a:pt x="183" y="219"/>
                    <a:pt x="180" y="219"/>
                    <a:pt x="177" y="219"/>
                  </a:cubicBezTo>
                  <a:cubicBezTo>
                    <a:pt x="174" y="219"/>
                    <a:pt x="171" y="219"/>
                    <a:pt x="169" y="218"/>
                  </a:cubicBezTo>
                  <a:lnTo>
                    <a:pt x="169" y="219"/>
                  </a:lnTo>
                  <a:cubicBezTo>
                    <a:pt x="181" y="220"/>
                    <a:pt x="184" y="221"/>
                    <a:pt x="182" y="221"/>
                  </a:cubicBezTo>
                  <a:cubicBezTo>
                    <a:pt x="181" y="221"/>
                    <a:pt x="179" y="221"/>
                    <a:pt x="177" y="220"/>
                  </a:cubicBezTo>
                  <a:cubicBezTo>
                    <a:pt x="168" y="220"/>
                    <a:pt x="168" y="221"/>
                    <a:pt x="168" y="223"/>
                  </a:cubicBezTo>
                  <a:cubicBezTo>
                    <a:pt x="174" y="223"/>
                    <a:pt x="172" y="223"/>
                    <a:pt x="170" y="223"/>
                  </a:cubicBezTo>
                  <a:cubicBezTo>
                    <a:pt x="169" y="223"/>
                    <a:pt x="168" y="223"/>
                    <a:pt x="168" y="223"/>
                  </a:cubicBezTo>
                  <a:lnTo>
                    <a:pt x="160" y="221"/>
                  </a:lnTo>
                  <a:lnTo>
                    <a:pt x="160" y="221"/>
                  </a:lnTo>
                  <a:cubicBezTo>
                    <a:pt x="151" y="223"/>
                    <a:pt x="159" y="223"/>
                    <a:pt x="168" y="224"/>
                  </a:cubicBezTo>
                  <a:lnTo>
                    <a:pt x="168" y="225"/>
                  </a:lnTo>
                  <a:cubicBezTo>
                    <a:pt x="168" y="226"/>
                    <a:pt x="168" y="226"/>
                    <a:pt x="170" y="226"/>
                  </a:cubicBezTo>
                  <a:cubicBezTo>
                    <a:pt x="171" y="226"/>
                    <a:pt x="173" y="226"/>
                    <a:pt x="175" y="226"/>
                  </a:cubicBezTo>
                  <a:cubicBezTo>
                    <a:pt x="181" y="226"/>
                    <a:pt x="187" y="227"/>
                    <a:pt x="192" y="228"/>
                  </a:cubicBezTo>
                  <a:cubicBezTo>
                    <a:pt x="198" y="228"/>
                    <a:pt x="196" y="229"/>
                    <a:pt x="194" y="229"/>
                  </a:cubicBezTo>
                  <a:cubicBezTo>
                    <a:pt x="193" y="229"/>
                    <a:pt x="192" y="229"/>
                    <a:pt x="192" y="228"/>
                  </a:cubicBezTo>
                  <a:cubicBezTo>
                    <a:pt x="189" y="228"/>
                    <a:pt x="187" y="227"/>
                    <a:pt x="184" y="227"/>
                  </a:cubicBezTo>
                  <a:cubicBezTo>
                    <a:pt x="181" y="227"/>
                    <a:pt x="178" y="228"/>
                    <a:pt x="175" y="228"/>
                  </a:cubicBezTo>
                  <a:cubicBezTo>
                    <a:pt x="175" y="229"/>
                    <a:pt x="174" y="229"/>
                    <a:pt x="173" y="229"/>
                  </a:cubicBezTo>
                  <a:cubicBezTo>
                    <a:pt x="170" y="229"/>
                    <a:pt x="166" y="228"/>
                    <a:pt x="166" y="228"/>
                  </a:cubicBezTo>
                  <a:cubicBezTo>
                    <a:pt x="164" y="228"/>
                    <a:pt x="162" y="228"/>
                    <a:pt x="161" y="228"/>
                  </a:cubicBezTo>
                  <a:cubicBezTo>
                    <a:pt x="152" y="228"/>
                    <a:pt x="160" y="231"/>
                    <a:pt x="166" y="232"/>
                  </a:cubicBezTo>
                  <a:cubicBezTo>
                    <a:pt x="179" y="233"/>
                    <a:pt x="182" y="234"/>
                    <a:pt x="176" y="234"/>
                  </a:cubicBezTo>
                  <a:cubicBezTo>
                    <a:pt x="174" y="234"/>
                    <a:pt x="171" y="234"/>
                    <a:pt x="166" y="234"/>
                  </a:cubicBezTo>
                  <a:cubicBezTo>
                    <a:pt x="164" y="234"/>
                    <a:pt x="162" y="234"/>
                    <a:pt x="161" y="234"/>
                  </a:cubicBezTo>
                  <a:cubicBezTo>
                    <a:pt x="154" y="234"/>
                    <a:pt x="170" y="236"/>
                    <a:pt x="191" y="238"/>
                  </a:cubicBezTo>
                  <a:cubicBezTo>
                    <a:pt x="157" y="238"/>
                    <a:pt x="157" y="238"/>
                    <a:pt x="174" y="242"/>
                  </a:cubicBezTo>
                  <a:cubicBezTo>
                    <a:pt x="182" y="243"/>
                    <a:pt x="182" y="243"/>
                    <a:pt x="173" y="243"/>
                  </a:cubicBezTo>
                  <a:cubicBezTo>
                    <a:pt x="165" y="243"/>
                    <a:pt x="165" y="243"/>
                    <a:pt x="164" y="246"/>
                  </a:cubicBezTo>
                  <a:cubicBezTo>
                    <a:pt x="164" y="248"/>
                    <a:pt x="164" y="249"/>
                    <a:pt x="173" y="249"/>
                  </a:cubicBezTo>
                  <a:cubicBezTo>
                    <a:pt x="173" y="249"/>
                    <a:pt x="173" y="251"/>
                    <a:pt x="172" y="251"/>
                  </a:cubicBezTo>
                  <a:cubicBezTo>
                    <a:pt x="155" y="251"/>
                    <a:pt x="164" y="253"/>
                    <a:pt x="181" y="253"/>
                  </a:cubicBezTo>
                  <a:cubicBezTo>
                    <a:pt x="181" y="253"/>
                    <a:pt x="181" y="254"/>
                    <a:pt x="181" y="255"/>
                  </a:cubicBezTo>
                  <a:lnTo>
                    <a:pt x="172" y="254"/>
                  </a:lnTo>
                  <a:cubicBezTo>
                    <a:pt x="163" y="254"/>
                    <a:pt x="163" y="255"/>
                    <a:pt x="163" y="262"/>
                  </a:cubicBezTo>
                  <a:cubicBezTo>
                    <a:pt x="162" y="270"/>
                    <a:pt x="162" y="271"/>
                    <a:pt x="179" y="272"/>
                  </a:cubicBezTo>
                  <a:cubicBezTo>
                    <a:pt x="191" y="273"/>
                    <a:pt x="194" y="273"/>
                    <a:pt x="189" y="273"/>
                  </a:cubicBezTo>
                  <a:cubicBezTo>
                    <a:pt x="187" y="273"/>
                    <a:pt x="184" y="273"/>
                    <a:pt x="179" y="273"/>
                  </a:cubicBezTo>
                  <a:lnTo>
                    <a:pt x="170" y="273"/>
                  </a:lnTo>
                  <a:cubicBezTo>
                    <a:pt x="170" y="273"/>
                    <a:pt x="170" y="275"/>
                    <a:pt x="161" y="275"/>
                  </a:cubicBezTo>
                  <a:cubicBezTo>
                    <a:pt x="144" y="278"/>
                    <a:pt x="152" y="279"/>
                    <a:pt x="161" y="279"/>
                  </a:cubicBezTo>
                  <a:cubicBezTo>
                    <a:pt x="178" y="279"/>
                    <a:pt x="169" y="280"/>
                    <a:pt x="160" y="280"/>
                  </a:cubicBezTo>
                  <a:cubicBezTo>
                    <a:pt x="152" y="280"/>
                    <a:pt x="143" y="281"/>
                    <a:pt x="152" y="281"/>
                  </a:cubicBezTo>
                  <a:cubicBezTo>
                    <a:pt x="159" y="282"/>
                    <a:pt x="166" y="287"/>
                    <a:pt x="155" y="287"/>
                  </a:cubicBezTo>
                  <a:cubicBezTo>
                    <a:pt x="154" y="287"/>
                    <a:pt x="152" y="287"/>
                    <a:pt x="151" y="286"/>
                  </a:cubicBezTo>
                  <a:lnTo>
                    <a:pt x="151" y="289"/>
                  </a:lnTo>
                  <a:cubicBezTo>
                    <a:pt x="159" y="289"/>
                    <a:pt x="159" y="291"/>
                    <a:pt x="159" y="292"/>
                  </a:cubicBezTo>
                  <a:cubicBezTo>
                    <a:pt x="159" y="294"/>
                    <a:pt x="159" y="294"/>
                    <a:pt x="150" y="294"/>
                  </a:cubicBezTo>
                  <a:cubicBezTo>
                    <a:pt x="146" y="294"/>
                    <a:pt x="144" y="294"/>
                    <a:pt x="144" y="294"/>
                  </a:cubicBezTo>
                  <a:cubicBezTo>
                    <a:pt x="143" y="294"/>
                    <a:pt x="145" y="294"/>
                    <a:pt x="150" y="295"/>
                  </a:cubicBezTo>
                  <a:cubicBezTo>
                    <a:pt x="150" y="297"/>
                    <a:pt x="166" y="299"/>
                    <a:pt x="166" y="299"/>
                  </a:cubicBezTo>
                  <a:cubicBezTo>
                    <a:pt x="172" y="299"/>
                    <a:pt x="178" y="300"/>
                    <a:pt x="183" y="302"/>
                  </a:cubicBezTo>
                  <a:lnTo>
                    <a:pt x="174" y="301"/>
                  </a:lnTo>
                  <a:lnTo>
                    <a:pt x="157" y="300"/>
                  </a:lnTo>
                  <a:lnTo>
                    <a:pt x="157" y="300"/>
                  </a:lnTo>
                  <a:cubicBezTo>
                    <a:pt x="157" y="301"/>
                    <a:pt x="157" y="302"/>
                    <a:pt x="166" y="302"/>
                  </a:cubicBezTo>
                  <a:cubicBezTo>
                    <a:pt x="157" y="303"/>
                    <a:pt x="157" y="303"/>
                    <a:pt x="157" y="306"/>
                  </a:cubicBezTo>
                  <a:cubicBezTo>
                    <a:pt x="156" y="307"/>
                    <a:pt x="156" y="309"/>
                    <a:pt x="165" y="310"/>
                  </a:cubicBezTo>
                  <a:cubicBezTo>
                    <a:pt x="147" y="310"/>
                    <a:pt x="147" y="315"/>
                    <a:pt x="164" y="317"/>
                  </a:cubicBezTo>
                  <a:cubicBezTo>
                    <a:pt x="172" y="317"/>
                    <a:pt x="172" y="318"/>
                    <a:pt x="164" y="318"/>
                  </a:cubicBezTo>
                  <a:cubicBezTo>
                    <a:pt x="155" y="319"/>
                    <a:pt x="155" y="319"/>
                    <a:pt x="163" y="320"/>
                  </a:cubicBezTo>
                  <a:cubicBezTo>
                    <a:pt x="172" y="321"/>
                    <a:pt x="163" y="321"/>
                    <a:pt x="155" y="322"/>
                  </a:cubicBezTo>
                  <a:cubicBezTo>
                    <a:pt x="137" y="322"/>
                    <a:pt x="137" y="322"/>
                    <a:pt x="146" y="324"/>
                  </a:cubicBezTo>
                  <a:cubicBezTo>
                    <a:pt x="154" y="326"/>
                    <a:pt x="154" y="328"/>
                    <a:pt x="154" y="329"/>
                  </a:cubicBezTo>
                  <a:cubicBezTo>
                    <a:pt x="160" y="330"/>
                    <a:pt x="165" y="331"/>
                    <a:pt x="171" y="331"/>
                  </a:cubicBezTo>
                  <a:cubicBezTo>
                    <a:pt x="179" y="331"/>
                    <a:pt x="188" y="332"/>
                    <a:pt x="188" y="332"/>
                  </a:cubicBezTo>
                  <a:cubicBezTo>
                    <a:pt x="192" y="334"/>
                    <a:pt x="192" y="334"/>
                    <a:pt x="190" y="334"/>
                  </a:cubicBezTo>
                  <a:cubicBezTo>
                    <a:pt x="189" y="334"/>
                    <a:pt x="188" y="334"/>
                    <a:pt x="188" y="334"/>
                  </a:cubicBezTo>
                  <a:cubicBezTo>
                    <a:pt x="182" y="332"/>
                    <a:pt x="177" y="332"/>
                    <a:pt x="171" y="332"/>
                  </a:cubicBezTo>
                  <a:cubicBezTo>
                    <a:pt x="162" y="334"/>
                    <a:pt x="162" y="335"/>
                    <a:pt x="162" y="336"/>
                  </a:cubicBezTo>
                  <a:cubicBezTo>
                    <a:pt x="162" y="337"/>
                    <a:pt x="161" y="338"/>
                    <a:pt x="161" y="339"/>
                  </a:cubicBezTo>
                  <a:cubicBezTo>
                    <a:pt x="152" y="341"/>
                    <a:pt x="152" y="341"/>
                    <a:pt x="161" y="343"/>
                  </a:cubicBezTo>
                  <a:lnTo>
                    <a:pt x="169" y="343"/>
                  </a:lnTo>
                  <a:cubicBezTo>
                    <a:pt x="152" y="343"/>
                    <a:pt x="151" y="351"/>
                    <a:pt x="167" y="354"/>
                  </a:cubicBezTo>
                  <a:lnTo>
                    <a:pt x="167" y="354"/>
                  </a:lnTo>
                  <a:lnTo>
                    <a:pt x="160" y="353"/>
                  </a:lnTo>
                  <a:cubicBezTo>
                    <a:pt x="151" y="353"/>
                    <a:pt x="151" y="354"/>
                    <a:pt x="151" y="355"/>
                  </a:cubicBezTo>
                  <a:cubicBezTo>
                    <a:pt x="151" y="356"/>
                    <a:pt x="159" y="359"/>
                    <a:pt x="159" y="363"/>
                  </a:cubicBezTo>
                  <a:cubicBezTo>
                    <a:pt x="157" y="365"/>
                    <a:pt x="157" y="368"/>
                    <a:pt x="165" y="368"/>
                  </a:cubicBezTo>
                  <a:cubicBezTo>
                    <a:pt x="165" y="369"/>
                    <a:pt x="165" y="369"/>
                    <a:pt x="164" y="369"/>
                  </a:cubicBezTo>
                  <a:cubicBezTo>
                    <a:pt x="163" y="369"/>
                    <a:pt x="161" y="369"/>
                    <a:pt x="157" y="368"/>
                  </a:cubicBezTo>
                  <a:cubicBezTo>
                    <a:pt x="155" y="368"/>
                    <a:pt x="153" y="368"/>
                    <a:pt x="152" y="368"/>
                  </a:cubicBezTo>
                  <a:cubicBezTo>
                    <a:pt x="148" y="368"/>
                    <a:pt x="148" y="369"/>
                    <a:pt x="148" y="370"/>
                  </a:cubicBezTo>
                  <a:cubicBezTo>
                    <a:pt x="154" y="371"/>
                    <a:pt x="160" y="371"/>
                    <a:pt x="165" y="371"/>
                  </a:cubicBezTo>
                  <a:cubicBezTo>
                    <a:pt x="174" y="372"/>
                    <a:pt x="174" y="373"/>
                    <a:pt x="165" y="374"/>
                  </a:cubicBezTo>
                  <a:cubicBezTo>
                    <a:pt x="156" y="375"/>
                    <a:pt x="156" y="378"/>
                    <a:pt x="164" y="380"/>
                  </a:cubicBezTo>
                  <a:cubicBezTo>
                    <a:pt x="164" y="381"/>
                    <a:pt x="164" y="382"/>
                    <a:pt x="155" y="382"/>
                  </a:cubicBezTo>
                  <a:cubicBezTo>
                    <a:pt x="147" y="382"/>
                    <a:pt x="138" y="383"/>
                    <a:pt x="155" y="385"/>
                  </a:cubicBezTo>
                  <a:cubicBezTo>
                    <a:pt x="155" y="386"/>
                    <a:pt x="155" y="386"/>
                    <a:pt x="146" y="386"/>
                  </a:cubicBezTo>
                  <a:cubicBezTo>
                    <a:pt x="137" y="386"/>
                    <a:pt x="129" y="386"/>
                    <a:pt x="146" y="387"/>
                  </a:cubicBezTo>
                  <a:cubicBezTo>
                    <a:pt x="154" y="390"/>
                    <a:pt x="154" y="392"/>
                    <a:pt x="145" y="393"/>
                  </a:cubicBezTo>
                  <a:cubicBezTo>
                    <a:pt x="145" y="394"/>
                    <a:pt x="145" y="395"/>
                    <a:pt x="154" y="395"/>
                  </a:cubicBezTo>
                  <a:cubicBezTo>
                    <a:pt x="162" y="396"/>
                    <a:pt x="171" y="396"/>
                    <a:pt x="162" y="396"/>
                  </a:cubicBezTo>
                  <a:cubicBezTo>
                    <a:pt x="145" y="396"/>
                    <a:pt x="145" y="396"/>
                    <a:pt x="162" y="398"/>
                  </a:cubicBezTo>
                  <a:cubicBezTo>
                    <a:pt x="171" y="399"/>
                    <a:pt x="171" y="399"/>
                    <a:pt x="162" y="399"/>
                  </a:cubicBezTo>
                  <a:cubicBezTo>
                    <a:pt x="153" y="399"/>
                    <a:pt x="153" y="400"/>
                    <a:pt x="153" y="400"/>
                  </a:cubicBezTo>
                  <a:cubicBezTo>
                    <a:pt x="153" y="401"/>
                    <a:pt x="161" y="405"/>
                    <a:pt x="161" y="409"/>
                  </a:cubicBezTo>
                  <a:cubicBezTo>
                    <a:pt x="160" y="416"/>
                    <a:pt x="160" y="419"/>
                    <a:pt x="168" y="419"/>
                  </a:cubicBezTo>
                  <a:cubicBezTo>
                    <a:pt x="177" y="420"/>
                    <a:pt x="177" y="420"/>
                    <a:pt x="168" y="420"/>
                  </a:cubicBezTo>
                  <a:cubicBezTo>
                    <a:pt x="159" y="421"/>
                    <a:pt x="159" y="422"/>
                    <a:pt x="159" y="422"/>
                  </a:cubicBezTo>
                  <a:cubicBezTo>
                    <a:pt x="159" y="423"/>
                    <a:pt x="159" y="424"/>
                    <a:pt x="155" y="424"/>
                  </a:cubicBezTo>
                  <a:cubicBezTo>
                    <a:pt x="154" y="424"/>
                    <a:pt x="152" y="424"/>
                    <a:pt x="150" y="423"/>
                  </a:cubicBezTo>
                  <a:lnTo>
                    <a:pt x="150" y="423"/>
                  </a:lnTo>
                  <a:cubicBezTo>
                    <a:pt x="159" y="426"/>
                    <a:pt x="159" y="426"/>
                    <a:pt x="159" y="426"/>
                  </a:cubicBezTo>
                  <a:cubicBezTo>
                    <a:pt x="150" y="426"/>
                    <a:pt x="150" y="427"/>
                    <a:pt x="159" y="428"/>
                  </a:cubicBezTo>
                  <a:cubicBezTo>
                    <a:pt x="167" y="428"/>
                    <a:pt x="171" y="429"/>
                    <a:pt x="171" y="429"/>
                  </a:cubicBezTo>
                  <a:cubicBezTo>
                    <a:pt x="171" y="429"/>
                    <a:pt x="166" y="428"/>
                    <a:pt x="157" y="428"/>
                  </a:cubicBezTo>
                  <a:cubicBezTo>
                    <a:pt x="150" y="428"/>
                    <a:pt x="141" y="430"/>
                    <a:pt x="150" y="430"/>
                  </a:cubicBezTo>
                  <a:cubicBezTo>
                    <a:pt x="155" y="430"/>
                    <a:pt x="161" y="431"/>
                    <a:pt x="166" y="433"/>
                  </a:cubicBezTo>
                  <a:cubicBezTo>
                    <a:pt x="165" y="433"/>
                    <a:pt x="165" y="435"/>
                    <a:pt x="157" y="435"/>
                  </a:cubicBezTo>
                  <a:cubicBezTo>
                    <a:pt x="148" y="435"/>
                    <a:pt x="156" y="439"/>
                    <a:pt x="165" y="440"/>
                  </a:cubicBezTo>
                  <a:cubicBezTo>
                    <a:pt x="173" y="441"/>
                    <a:pt x="173" y="441"/>
                    <a:pt x="165" y="441"/>
                  </a:cubicBezTo>
                  <a:cubicBezTo>
                    <a:pt x="156" y="441"/>
                    <a:pt x="156" y="441"/>
                    <a:pt x="156" y="442"/>
                  </a:cubicBezTo>
                  <a:cubicBezTo>
                    <a:pt x="160" y="443"/>
                    <a:pt x="160" y="443"/>
                    <a:pt x="158" y="443"/>
                  </a:cubicBezTo>
                  <a:cubicBezTo>
                    <a:pt x="156" y="443"/>
                    <a:pt x="152" y="443"/>
                    <a:pt x="147" y="442"/>
                  </a:cubicBezTo>
                  <a:cubicBezTo>
                    <a:pt x="145" y="442"/>
                    <a:pt x="143" y="442"/>
                    <a:pt x="142" y="442"/>
                  </a:cubicBezTo>
                  <a:cubicBezTo>
                    <a:pt x="139" y="442"/>
                    <a:pt x="139" y="443"/>
                    <a:pt x="138" y="444"/>
                  </a:cubicBezTo>
                  <a:cubicBezTo>
                    <a:pt x="147" y="446"/>
                    <a:pt x="146" y="449"/>
                    <a:pt x="146" y="451"/>
                  </a:cubicBezTo>
                  <a:cubicBezTo>
                    <a:pt x="146" y="456"/>
                    <a:pt x="154" y="457"/>
                    <a:pt x="171" y="459"/>
                  </a:cubicBezTo>
                  <a:lnTo>
                    <a:pt x="188" y="461"/>
                  </a:lnTo>
                  <a:lnTo>
                    <a:pt x="188" y="461"/>
                  </a:lnTo>
                  <a:lnTo>
                    <a:pt x="171" y="460"/>
                  </a:lnTo>
                  <a:cubicBezTo>
                    <a:pt x="162" y="459"/>
                    <a:pt x="145" y="459"/>
                    <a:pt x="145" y="459"/>
                  </a:cubicBezTo>
                  <a:lnTo>
                    <a:pt x="145" y="459"/>
                  </a:lnTo>
                  <a:cubicBezTo>
                    <a:pt x="151" y="460"/>
                    <a:pt x="156" y="461"/>
                    <a:pt x="162" y="461"/>
                  </a:cubicBezTo>
                  <a:cubicBezTo>
                    <a:pt x="171" y="461"/>
                    <a:pt x="171" y="463"/>
                    <a:pt x="162" y="464"/>
                  </a:cubicBezTo>
                  <a:cubicBezTo>
                    <a:pt x="153" y="465"/>
                    <a:pt x="153" y="466"/>
                    <a:pt x="161" y="467"/>
                  </a:cubicBezTo>
                  <a:cubicBezTo>
                    <a:pt x="161" y="468"/>
                    <a:pt x="161" y="468"/>
                    <a:pt x="153" y="469"/>
                  </a:cubicBezTo>
                  <a:cubicBezTo>
                    <a:pt x="153" y="469"/>
                    <a:pt x="153" y="469"/>
                    <a:pt x="161" y="470"/>
                  </a:cubicBezTo>
                  <a:cubicBezTo>
                    <a:pt x="170" y="470"/>
                    <a:pt x="170" y="472"/>
                    <a:pt x="161" y="472"/>
                  </a:cubicBezTo>
                  <a:cubicBezTo>
                    <a:pt x="144" y="472"/>
                    <a:pt x="143" y="475"/>
                    <a:pt x="152" y="475"/>
                  </a:cubicBezTo>
                  <a:cubicBezTo>
                    <a:pt x="161" y="475"/>
                    <a:pt x="160" y="476"/>
                    <a:pt x="160" y="477"/>
                  </a:cubicBezTo>
                  <a:cubicBezTo>
                    <a:pt x="160" y="478"/>
                    <a:pt x="160" y="478"/>
                    <a:pt x="169" y="479"/>
                  </a:cubicBezTo>
                  <a:lnTo>
                    <a:pt x="168" y="482"/>
                  </a:lnTo>
                  <a:cubicBezTo>
                    <a:pt x="165" y="482"/>
                    <a:pt x="162" y="482"/>
                    <a:pt x="160" y="481"/>
                  </a:cubicBezTo>
                  <a:lnTo>
                    <a:pt x="151" y="481"/>
                  </a:lnTo>
                  <a:cubicBezTo>
                    <a:pt x="151" y="483"/>
                    <a:pt x="151" y="483"/>
                    <a:pt x="159" y="484"/>
                  </a:cubicBezTo>
                  <a:cubicBezTo>
                    <a:pt x="169" y="485"/>
                    <a:pt x="173" y="486"/>
                    <a:pt x="172" y="486"/>
                  </a:cubicBezTo>
                  <a:cubicBezTo>
                    <a:pt x="170" y="486"/>
                    <a:pt x="166" y="486"/>
                    <a:pt x="159" y="485"/>
                  </a:cubicBezTo>
                  <a:cubicBezTo>
                    <a:pt x="151" y="485"/>
                    <a:pt x="142" y="485"/>
                    <a:pt x="151" y="486"/>
                  </a:cubicBezTo>
                  <a:cubicBezTo>
                    <a:pt x="168" y="488"/>
                    <a:pt x="159" y="488"/>
                    <a:pt x="150" y="488"/>
                  </a:cubicBezTo>
                  <a:cubicBezTo>
                    <a:pt x="143" y="487"/>
                    <a:pt x="139" y="487"/>
                    <a:pt x="137" y="487"/>
                  </a:cubicBezTo>
                  <a:cubicBezTo>
                    <a:pt x="136" y="487"/>
                    <a:pt x="140" y="488"/>
                    <a:pt x="150" y="491"/>
                  </a:cubicBezTo>
                  <a:cubicBezTo>
                    <a:pt x="150" y="492"/>
                    <a:pt x="157" y="496"/>
                    <a:pt x="157" y="499"/>
                  </a:cubicBezTo>
                  <a:cubicBezTo>
                    <a:pt x="156" y="502"/>
                    <a:pt x="156" y="503"/>
                    <a:pt x="150" y="504"/>
                  </a:cubicBezTo>
                  <a:lnTo>
                    <a:pt x="150" y="504"/>
                  </a:lnTo>
                  <a:cubicBezTo>
                    <a:pt x="147" y="504"/>
                    <a:pt x="144" y="503"/>
                    <a:pt x="140" y="503"/>
                  </a:cubicBezTo>
                  <a:cubicBezTo>
                    <a:pt x="135" y="504"/>
                    <a:pt x="133" y="504"/>
                    <a:pt x="134" y="504"/>
                  </a:cubicBezTo>
                  <a:cubicBezTo>
                    <a:pt x="135" y="504"/>
                    <a:pt x="140" y="504"/>
                    <a:pt x="148" y="504"/>
                  </a:cubicBezTo>
                  <a:cubicBezTo>
                    <a:pt x="149" y="504"/>
                    <a:pt x="149" y="504"/>
                    <a:pt x="150" y="504"/>
                  </a:cubicBezTo>
                  <a:lnTo>
                    <a:pt x="150" y="504"/>
                  </a:lnTo>
                  <a:cubicBezTo>
                    <a:pt x="156" y="505"/>
                    <a:pt x="156" y="506"/>
                    <a:pt x="156" y="507"/>
                  </a:cubicBezTo>
                  <a:cubicBezTo>
                    <a:pt x="147" y="510"/>
                    <a:pt x="155" y="512"/>
                    <a:pt x="164" y="513"/>
                  </a:cubicBezTo>
                  <a:lnTo>
                    <a:pt x="164" y="512"/>
                  </a:lnTo>
                  <a:cubicBezTo>
                    <a:pt x="181" y="512"/>
                    <a:pt x="181" y="513"/>
                    <a:pt x="172" y="514"/>
                  </a:cubicBezTo>
                  <a:cubicBezTo>
                    <a:pt x="169" y="515"/>
                    <a:pt x="166" y="515"/>
                    <a:pt x="164" y="515"/>
                  </a:cubicBezTo>
                  <a:cubicBezTo>
                    <a:pt x="161" y="515"/>
                    <a:pt x="158" y="515"/>
                    <a:pt x="155" y="514"/>
                  </a:cubicBezTo>
                  <a:cubicBezTo>
                    <a:pt x="154" y="514"/>
                    <a:pt x="152" y="514"/>
                    <a:pt x="150" y="514"/>
                  </a:cubicBezTo>
                  <a:cubicBezTo>
                    <a:pt x="146" y="514"/>
                    <a:pt x="142" y="515"/>
                    <a:pt x="138" y="515"/>
                  </a:cubicBezTo>
                  <a:cubicBezTo>
                    <a:pt x="138" y="515"/>
                    <a:pt x="137" y="516"/>
                    <a:pt x="146" y="516"/>
                  </a:cubicBezTo>
                  <a:cubicBezTo>
                    <a:pt x="155" y="516"/>
                    <a:pt x="155" y="516"/>
                    <a:pt x="155" y="518"/>
                  </a:cubicBezTo>
                  <a:cubicBezTo>
                    <a:pt x="155" y="519"/>
                    <a:pt x="154" y="520"/>
                    <a:pt x="163" y="521"/>
                  </a:cubicBezTo>
                  <a:cubicBezTo>
                    <a:pt x="171" y="521"/>
                    <a:pt x="171" y="522"/>
                    <a:pt x="171" y="523"/>
                  </a:cubicBezTo>
                  <a:cubicBezTo>
                    <a:pt x="163" y="523"/>
                    <a:pt x="162" y="524"/>
                    <a:pt x="162" y="524"/>
                  </a:cubicBezTo>
                  <a:cubicBezTo>
                    <a:pt x="165" y="525"/>
                    <a:pt x="166" y="525"/>
                    <a:pt x="166" y="525"/>
                  </a:cubicBezTo>
                  <a:cubicBezTo>
                    <a:pt x="165" y="525"/>
                    <a:pt x="159" y="524"/>
                    <a:pt x="154" y="524"/>
                  </a:cubicBezTo>
                  <a:lnTo>
                    <a:pt x="137" y="524"/>
                  </a:lnTo>
                  <a:cubicBezTo>
                    <a:pt x="136" y="525"/>
                    <a:pt x="145" y="525"/>
                    <a:pt x="145" y="525"/>
                  </a:cubicBezTo>
                  <a:cubicBezTo>
                    <a:pt x="154" y="525"/>
                    <a:pt x="151" y="546"/>
                    <a:pt x="151" y="548"/>
                  </a:cubicBezTo>
                  <a:cubicBezTo>
                    <a:pt x="143" y="549"/>
                    <a:pt x="142" y="551"/>
                    <a:pt x="147" y="551"/>
                  </a:cubicBezTo>
                  <a:cubicBezTo>
                    <a:pt x="148" y="551"/>
                    <a:pt x="149" y="551"/>
                    <a:pt x="151" y="551"/>
                  </a:cubicBezTo>
                  <a:cubicBezTo>
                    <a:pt x="159" y="552"/>
                    <a:pt x="159" y="556"/>
                    <a:pt x="157" y="561"/>
                  </a:cubicBezTo>
                  <a:cubicBezTo>
                    <a:pt x="157" y="567"/>
                    <a:pt x="156" y="571"/>
                    <a:pt x="165" y="571"/>
                  </a:cubicBezTo>
                  <a:lnTo>
                    <a:pt x="164" y="574"/>
                  </a:lnTo>
                  <a:cubicBezTo>
                    <a:pt x="164" y="576"/>
                    <a:pt x="173" y="578"/>
                    <a:pt x="172" y="579"/>
                  </a:cubicBezTo>
                  <a:lnTo>
                    <a:pt x="155" y="579"/>
                  </a:lnTo>
                  <a:cubicBezTo>
                    <a:pt x="155" y="582"/>
                    <a:pt x="163" y="582"/>
                    <a:pt x="172" y="583"/>
                  </a:cubicBezTo>
                  <a:cubicBezTo>
                    <a:pt x="181" y="583"/>
                    <a:pt x="181" y="584"/>
                    <a:pt x="181" y="584"/>
                  </a:cubicBezTo>
                  <a:lnTo>
                    <a:pt x="172" y="584"/>
                  </a:lnTo>
                  <a:lnTo>
                    <a:pt x="155" y="583"/>
                  </a:lnTo>
                  <a:lnTo>
                    <a:pt x="155" y="584"/>
                  </a:lnTo>
                  <a:cubicBezTo>
                    <a:pt x="163" y="584"/>
                    <a:pt x="163" y="585"/>
                    <a:pt x="163" y="585"/>
                  </a:cubicBezTo>
                  <a:cubicBezTo>
                    <a:pt x="163" y="585"/>
                    <a:pt x="163" y="586"/>
                    <a:pt x="161" y="586"/>
                  </a:cubicBezTo>
                  <a:cubicBezTo>
                    <a:pt x="159" y="586"/>
                    <a:pt x="155" y="585"/>
                    <a:pt x="146" y="585"/>
                  </a:cubicBezTo>
                  <a:cubicBezTo>
                    <a:pt x="141" y="585"/>
                    <a:pt x="138" y="584"/>
                    <a:pt x="136" y="584"/>
                  </a:cubicBezTo>
                  <a:cubicBezTo>
                    <a:pt x="131" y="584"/>
                    <a:pt x="134" y="585"/>
                    <a:pt x="146" y="586"/>
                  </a:cubicBezTo>
                  <a:lnTo>
                    <a:pt x="154" y="588"/>
                  </a:lnTo>
                  <a:cubicBezTo>
                    <a:pt x="137" y="588"/>
                    <a:pt x="154" y="592"/>
                    <a:pt x="162" y="593"/>
                  </a:cubicBezTo>
                  <a:cubicBezTo>
                    <a:pt x="145" y="593"/>
                    <a:pt x="145" y="593"/>
                    <a:pt x="162" y="595"/>
                  </a:cubicBezTo>
                  <a:cubicBezTo>
                    <a:pt x="171" y="595"/>
                    <a:pt x="170" y="596"/>
                    <a:pt x="162" y="596"/>
                  </a:cubicBezTo>
                  <a:cubicBezTo>
                    <a:pt x="153" y="597"/>
                    <a:pt x="153" y="597"/>
                    <a:pt x="153" y="599"/>
                  </a:cubicBezTo>
                  <a:cubicBezTo>
                    <a:pt x="161" y="601"/>
                    <a:pt x="161" y="606"/>
                    <a:pt x="160" y="613"/>
                  </a:cubicBezTo>
                  <a:cubicBezTo>
                    <a:pt x="159" y="621"/>
                    <a:pt x="157" y="625"/>
                    <a:pt x="166" y="626"/>
                  </a:cubicBezTo>
                  <a:cubicBezTo>
                    <a:pt x="166" y="626"/>
                    <a:pt x="166" y="626"/>
                    <a:pt x="157" y="628"/>
                  </a:cubicBezTo>
                  <a:cubicBezTo>
                    <a:pt x="155" y="627"/>
                    <a:pt x="154" y="627"/>
                    <a:pt x="153" y="627"/>
                  </a:cubicBezTo>
                  <a:cubicBezTo>
                    <a:pt x="151" y="627"/>
                    <a:pt x="154" y="628"/>
                    <a:pt x="166" y="630"/>
                  </a:cubicBezTo>
                  <a:cubicBezTo>
                    <a:pt x="167" y="630"/>
                    <a:pt x="167" y="630"/>
                    <a:pt x="167" y="630"/>
                  </a:cubicBezTo>
                  <a:lnTo>
                    <a:pt x="167" y="630"/>
                  </a:lnTo>
                  <a:cubicBezTo>
                    <a:pt x="167" y="630"/>
                    <a:pt x="166" y="630"/>
                    <a:pt x="165" y="630"/>
                  </a:cubicBezTo>
                  <a:cubicBezTo>
                    <a:pt x="157" y="630"/>
                    <a:pt x="157" y="631"/>
                    <a:pt x="156" y="634"/>
                  </a:cubicBezTo>
                  <a:cubicBezTo>
                    <a:pt x="156" y="638"/>
                    <a:pt x="156" y="641"/>
                    <a:pt x="164" y="641"/>
                  </a:cubicBezTo>
                  <a:cubicBezTo>
                    <a:pt x="169" y="642"/>
                    <a:pt x="172" y="643"/>
                    <a:pt x="171" y="643"/>
                  </a:cubicBezTo>
                  <a:cubicBezTo>
                    <a:pt x="170" y="643"/>
                    <a:pt x="168" y="643"/>
                    <a:pt x="164" y="642"/>
                  </a:cubicBezTo>
                  <a:cubicBezTo>
                    <a:pt x="161" y="642"/>
                    <a:pt x="157" y="641"/>
                    <a:pt x="154" y="641"/>
                  </a:cubicBezTo>
                  <a:cubicBezTo>
                    <a:pt x="145" y="641"/>
                    <a:pt x="142" y="644"/>
                    <a:pt x="155" y="648"/>
                  </a:cubicBezTo>
                  <a:cubicBezTo>
                    <a:pt x="155" y="648"/>
                    <a:pt x="155" y="649"/>
                    <a:pt x="146" y="649"/>
                  </a:cubicBezTo>
                  <a:cubicBezTo>
                    <a:pt x="146" y="649"/>
                    <a:pt x="146" y="650"/>
                    <a:pt x="154" y="653"/>
                  </a:cubicBezTo>
                  <a:cubicBezTo>
                    <a:pt x="154" y="653"/>
                    <a:pt x="154" y="657"/>
                    <a:pt x="154" y="659"/>
                  </a:cubicBezTo>
                  <a:cubicBezTo>
                    <a:pt x="153" y="660"/>
                    <a:pt x="162" y="662"/>
                    <a:pt x="162" y="662"/>
                  </a:cubicBezTo>
                  <a:cubicBezTo>
                    <a:pt x="162" y="663"/>
                    <a:pt x="162" y="663"/>
                    <a:pt x="162" y="663"/>
                  </a:cubicBezTo>
                  <a:cubicBezTo>
                    <a:pt x="153" y="663"/>
                    <a:pt x="153" y="667"/>
                    <a:pt x="152" y="672"/>
                  </a:cubicBezTo>
                  <a:cubicBezTo>
                    <a:pt x="151" y="679"/>
                    <a:pt x="151" y="684"/>
                    <a:pt x="142" y="684"/>
                  </a:cubicBezTo>
                  <a:cubicBezTo>
                    <a:pt x="142" y="684"/>
                    <a:pt x="142" y="685"/>
                    <a:pt x="150" y="686"/>
                  </a:cubicBezTo>
                  <a:cubicBezTo>
                    <a:pt x="166" y="688"/>
                    <a:pt x="166" y="689"/>
                    <a:pt x="159" y="689"/>
                  </a:cubicBezTo>
                  <a:cubicBezTo>
                    <a:pt x="141" y="689"/>
                    <a:pt x="141" y="693"/>
                    <a:pt x="157" y="694"/>
                  </a:cubicBezTo>
                  <a:cubicBezTo>
                    <a:pt x="160" y="694"/>
                    <a:pt x="161" y="694"/>
                    <a:pt x="161" y="694"/>
                  </a:cubicBezTo>
                  <a:cubicBezTo>
                    <a:pt x="160" y="694"/>
                    <a:pt x="154" y="694"/>
                    <a:pt x="148" y="694"/>
                  </a:cubicBezTo>
                  <a:cubicBezTo>
                    <a:pt x="132" y="694"/>
                    <a:pt x="140" y="697"/>
                    <a:pt x="157" y="698"/>
                  </a:cubicBezTo>
                  <a:cubicBezTo>
                    <a:pt x="148" y="698"/>
                    <a:pt x="140" y="699"/>
                    <a:pt x="148" y="700"/>
                  </a:cubicBezTo>
                  <a:cubicBezTo>
                    <a:pt x="148" y="701"/>
                    <a:pt x="148" y="701"/>
                    <a:pt x="146" y="701"/>
                  </a:cubicBezTo>
                  <a:cubicBezTo>
                    <a:pt x="144" y="701"/>
                    <a:pt x="140" y="701"/>
                    <a:pt x="131" y="700"/>
                  </a:cubicBezTo>
                  <a:cubicBezTo>
                    <a:pt x="131" y="695"/>
                    <a:pt x="127" y="691"/>
                    <a:pt x="123" y="691"/>
                  </a:cubicBezTo>
                  <a:cubicBezTo>
                    <a:pt x="119" y="691"/>
                    <a:pt x="115" y="694"/>
                    <a:pt x="114" y="699"/>
                  </a:cubicBezTo>
                  <a:cubicBezTo>
                    <a:pt x="113" y="705"/>
                    <a:pt x="118" y="709"/>
                    <a:pt x="122" y="709"/>
                  </a:cubicBezTo>
                  <a:cubicBezTo>
                    <a:pt x="126" y="709"/>
                    <a:pt x="130" y="706"/>
                    <a:pt x="131" y="702"/>
                  </a:cubicBezTo>
                  <a:lnTo>
                    <a:pt x="131" y="704"/>
                  </a:lnTo>
                  <a:cubicBezTo>
                    <a:pt x="131" y="704"/>
                    <a:pt x="131" y="705"/>
                    <a:pt x="140" y="705"/>
                  </a:cubicBezTo>
                  <a:cubicBezTo>
                    <a:pt x="147" y="705"/>
                    <a:pt x="147" y="706"/>
                    <a:pt x="147" y="707"/>
                  </a:cubicBezTo>
                  <a:cubicBezTo>
                    <a:pt x="145" y="707"/>
                    <a:pt x="144" y="707"/>
                    <a:pt x="144" y="707"/>
                  </a:cubicBezTo>
                  <a:cubicBezTo>
                    <a:pt x="143" y="707"/>
                    <a:pt x="146" y="707"/>
                    <a:pt x="150" y="707"/>
                  </a:cubicBezTo>
                  <a:cubicBezTo>
                    <a:pt x="152" y="707"/>
                    <a:pt x="154" y="707"/>
                    <a:pt x="155" y="707"/>
                  </a:cubicBezTo>
                  <a:cubicBezTo>
                    <a:pt x="162" y="707"/>
                    <a:pt x="168" y="708"/>
                    <a:pt x="172" y="709"/>
                  </a:cubicBezTo>
                  <a:lnTo>
                    <a:pt x="190" y="711"/>
                  </a:lnTo>
                  <a:cubicBezTo>
                    <a:pt x="196" y="711"/>
                    <a:pt x="201" y="711"/>
                    <a:pt x="207" y="711"/>
                  </a:cubicBezTo>
                  <a:cubicBezTo>
                    <a:pt x="212" y="711"/>
                    <a:pt x="218" y="711"/>
                    <a:pt x="224" y="711"/>
                  </a:cubicBezTo>
                  <a:cubicBezTo>
                    <a:pt x="233" y="707"/>
                    <a:pt x="242" y="706"/>
                    <a:pt x="225" y="705"/>
                  </a:cubicBezTo>
                  <a:cubicBezTo>
                    <a:pt x="225" y="705"/>
                    <a:pt x="216" y="704"/>
                    <a:pt x="216" y="703"/>
                  </a:cubicBezTo>
                  <a:cubicBezTo>
                    <a:pt x="217" y="702"/>
                    <a:pt x="225" y="702"/>
                    <a:pt x="225" y="702"/>
                  </a:cubicBezTo>
                  <a:cubicBezTo>
                    <a:pt x="234" y="702"/>
                    <a:pt x="234" y="698"/>
                    <a:pt x="235" y="694"/>
                  </a:cubicBezTo>
                  <a:cubicBezTo>
                    <a:pt x="235" y="689"/>
                    <a:pt x="236" y="687"/>
                    <a:pt x="244" y="686"/>
                  </a:cubicBezTo>
                  <a:cubicBezTo>
                    <a:pt x="253" y="686"/>
                    <a:pt x="253" y="685"/>
                    <a:pt x="253" y="685"/>
                  </a:cubicBezTo>
                  <a:cubicBezTo>
                    <a:pt x="244" y="685"/>
                    <a:pt x="245" y="680"/>
                    <a:pt x="246" y="674"/>
                  </a:cubicBezTo>
                  <a:cubicBezTo>
                    <a:pt x="246" y="668"/>
                    <a:pt x="247" y="662"/>
                    <a:pt x="238" y="662"/>
                  </a:cubicBezTo>
                  <a:cubicBezTo>
                    <a:pt x="239" y="661"/>
                    <a:pt x="239" y="660"/>
                    <a:pt x="239" y="660"/>
                  </a:cubicBezTo>
                  <a:cubicBezTo>
                    <a:pt x="241" y="660"/>
                    <a:pt x="242" y="660"/>
                    <a:pt x="243" y="660"/>
                  </a:cubicBezTo>
                  <a:cubicBezTo>
                    <a:pt x="247" y="660"/>
                    <a:pt x="247" y="659"/>
                    <a:pt x="248" y="658"/>
                  </a:cubicBezTo>
                  <a:cubicBezTo>
                    <a:pt x="239" y="656"/>
                    <a:pt x="239" y="653"/>
                    <a:pt x="239" y="653"/>
                  </a:cubicBezTo>
                  <a:lnTo>
                    <a:pt x="239" y="653"/>
                  </a:lnTo>
                  <a:cubicBezTo>
                    <a:pt x="242" y="654"/>
                    <a:pt x="244" y="654"/>
                    <a:pt x="245" y="654"/>
                  </a:cubicBezTo>
                  <a:cubicBezTo>
                    <a:pt x="248" y="654"/>
                    <a:pt x="248" y="653"/>
                    <a:pt x="248" y="651"/>
                  </a:cubicBezTo>
                  <a:cubicBezTo>
                    <a:pt x="248" y="650"/>
                    <a:pt x="249" y="649"/>
                    <a:pt x="240" y="649"/>
                  </a:cubicBezTo>
                  <a:cubicBezTo>
                    <a:pt x="240" y="648"/>
                    <a:pt x="242" y="642"/>
                    <a:pt x="251" y="640"/>
                  </a:cubicBezTo>
                  <a:cubicBezTo>
                    <a:pt x="258" y="640"/>
                    <a:pt x="251" y="639"/>
                    <a:pt x="242" y="636"/>
                  </a:cubicBezTo>
                  <a:cubicBezTo>
                    <a:pt x="240" y="637"/>
                    <a:pt x="239" y="637"/>
                    <a:pt x="237" y="637"/>
                  </a:cubicBezTo>
                  <a:cubicBezTo>
                    <a:pt x="233" y="637"/>
                    <a:pt x="229" y="636"/>
                    <a:pt x="225" y="634"/>
                  </a:cubicBezTo>
                  <a:lnTo>
                    <a:pt x="225" y="634"/>
                  </a:lnTo>
                  <a:lnTo>
                    <a:pt x="243" y="635"/>
                  </a:lnTo>
                  <a:cubicBezTo>
                    <a:pt x="247" y="636"/>
                    <a:pt x="249" y="636"/>
                    <a:pt x="250" y="636"/>
                  </a:cubicBezTo>
                  <a:cubicBezTo>
                    <a:pt x="251" y="636"/>
                    <a:pt x="251" y="636"/>
                    <a:pt x="251" y="635"/>
                  </a:cubicBezTo>
                  <a:lnTo>
                    <a:pt x="251" y="633"/>
                  </a:lnTo>
                  <a:cubicBezTo>
                    <a:pt x="243" y="633"/>
                    <a:pt x="243" y="629"/>
                    <a:pt x="244" y="623"/>
                  </a:cubicBezTo>
                  <a:cubicBezTo>
                    <a:pt x="245" y="615"/>
                    <a:pt x="245" y="613"/>
                    <a:pt x="237" y="613"/>
                  </a:cubicBezTo>
                  <a:cubicBezTo>
                    <a:pt x="228" y="612"/>
                    <a:pt x="228" y="611"/>
                    <a:pt x="237" y="610"/>
                  </a:cubicBezTo>
                  <a:cubicBezTo>
                    <a:pt x="263" y="605"/>
                    <a:pt x="263" y="605"/>
                    <a:pt x="255" y="604"/>
                  </a:cubicBezTo>
                  <a:lnTo>
                    <a:pt x="255" y="604"/>
                  </a:lnTo>
                  <a:cubicBezTo>
                    <a:pt x="252" y="605"/>
                    <a:pt x="249" y="605"/>
                    <a:pt x="247" y="605"/>
                  </a:cubicBezTo>
                  <a:cubicBezTo>
                    <a:pt x="244" y="605"/>
                    <a:pt x="241" y="605"/>
                    <a:pt x="238" y="604"/>
                  </a:cubicBezTo>
                  <a:cubicBezTo>
                    <a:pt x="220" y="603"/>
                    <a:pt x="220" y="603"/>
                    <a:pt x="238" y="603"/>
                  </a:cubicBezTo>
                  <a:cubicBezTo>
                    <a:pt x="239" y="603"/>
                    <a:pt x="240" y="603"/>
                    <a:pt x="240" y="603"/>
                  </a:cubicBezTo>
                  <a:cubicBezTo>
                    <a:pt x="254" y="603"/>
                    <a:pt x="248" y="591"/>
                    <a:pt x="232" y="588"/>
                  </a:cubicBezTo>
                  <a:lnTo>
                    <a:pt x="232" y="588"/>
                  </a:lnTo>
                  <a:lnTo>
                    <a:pt x="239" y="589"/>
                  </a:lnTo>
                  <a:cubicBezTo>
                    <a:pt x="248" y="589"/>
                    <a:pt x="248" y="589"/>
                    <a:pt x="248" y="586"/>
                  </a:cubicBezTo>
                  <a:cubicBezTo>
                    <a:pt x="249" y="584"/>
                    <a:pt x="249" y="583"/>
                    <a:pt x="249" y="583"/>
                  </a:cubicBezTo>
                  <a:cubicBezTo>
                    <a:pt x="231" y="583"/>
                    <a:pt x="242" y="578"/>
                    <a:pt x="249" y="578"/>
                  </a:cubicBezTo>
                  <a:cubicBezTo>
                    <a:pt x="258" y="578"/>
                    <a:pt x="258" y="578"/>
                    <a:pt x="258" y="576"/>
                  </a:cubicBezTo>
                  <a:cubicBezTo>
                    <a:pt x="242" y="573"/>
                    <a:pt x="251" y="569"/>
                    <a:pt x="260" y="569"/>
                  </a:cubicBezTo>
                  <a:lnTo>
                    <a:pt x="260" y="568"/>
                  </a:lnTo>
                  <a:cubicBezTo>
                    <a:pt x="252" y="567"/>
                    <a:pt x="252" y="565"/>
                    <a:pt x="252" y="564"/>
                  </a:cubicBezTo>
                  <a:cubicBezTo>
                    <a:pt x="252" y="562"/>
                    <a:pt x="252" y="561"/>
                    <a:pt x="249" y="561"/>
                  </a:cubicBezTo>
                  <a:cubicBezTo>
                    <a:pt x="247" y="561"/>
                    <a:pt x="246" y="561"/>
                    <a:pt x="244" y="561"/>
                  </a:cubicBezTo>
                  <a:cubicBezTo>
                    <a:pt x="238" y="561"/>
                    <a:pt x="231" y="560"/>
                    <a:pt x="227" y="559"/>
                  </a:cubicBezTo>
                  <a:lnTo>
                    <a:pt x="227" y="559"/>
                  </a:lnTo>
                  <a:lnTo>
                    <a:pt x="235" y="560"/>
                  </a:lnTo>
                  <a:cubicBezTo>
                    <a:pt x="244" y="560"/>
                    <a:pt x="244" y="558"/>
                    <a:pt x="244" y="555"/>
                  </a:cubicBezTo>
                  <a:cubicBezTo>
                    <a:pt x="245" y="550"/>
                    <a:pt x="245" y="549"/>
                    <a:pt x="254" y="548"/>
                  </a:cubicBezTo>
                  <a:lnTo>
                    <a:pt x="245" y="547"/>
                  </a:lnTo>
                  <a:cubicBezTo>
                    <a:pt x="239" y="546"/>
                    <a:pt x="238" y="545"/>
                    <a:pt x="240" y="545"/>
                  </a:cubicBezTo>
                  <a:cubicBezTo>
                    <a:pt x="241" y="545"/>
                    <a:pt x="243" y="545"/>
                    <a:pt x="245" y="546"/>
                  </a:cubicBezTo>
                  <a:cubicBezTo>
                    <a:pt x="254" y="545"/>
                    <a:pt x="254" y="541"/>
                    <a:pt x="246" y="539"/>
                  </a:cubicBezTo>
                  <a:lnTo>
                    <a:pt x="246" y="538"/>
                  </a:lnTo>
                  <a:cubicBezTo>
                    <a:pt x="264" y="538"/>
                    <a:pt x="264" y="536"/>
                    <a:pt x="248" y="533"/>
                  </a:cubicBezTo>
                  <a:lnTo>
                    <a:pt x="248" y="533"/>
                  </a:lnTo>
                  <a:cubicBezTo>
                    <a:pt x="250" y="534"/>
                    <a:pt x="251" y="534"/>
                    <a:pt x="252" y="534"/>
                  </a:cubicBezTo>
                  <a:cubicBezTo>
                    <a:pt x="255" y="534"/>
                    <a:pt x="255" y="533"/>
                    <a:pt x="256" y="532"/>
                  </a:cubicBezTo>
                  <a:cubicBezTo>
                    <a:pt x="248" y="530"/>
                    <a:pt x="248" y="527"/>
                    <a:pt x="253" y="527"/>
                  </a:cubicBezTo>
                  <a:cubicBezTo>
                    <a:pt x="254" y="527"/>
                    <a:pt x="255" y="528"/>
                    <a:pt x="256" y="528"/>
                  </a:cubicBezTo>
                  <a:lnTo>
                    <a:pt x="256" y="527"/>
                  </a:lnTo>
                  <a:cubicBezTo>
                    <a:pt x="248" y="525"/>
                    <a:pt x="248" y="524"/>
                    <a:pt x="248" y="523"/>
                  </a:cubicBezTo>
                  <a:cubicBezTo>
                    <a:pt x="248" y="523"/>
                    <a:pt x="248" y="522"/>
                    <a:pt x="240" y="521"/>
                  </a:cubicBezTo>
                  <a:cubicBezTo>
                    <a:pt x="231" y="520"/>
                    <a:pt x="231" y="519"/>
                    <a:pt x="231" y="519"/>
                  </a:cubicBezTo>
                  <a:cubicBezTo>
                    <a:pt x="237" y="519"/>
                    <a:pt x="243" y="519"/>
                    <a:pt x="248" y="520"/>
                  </a:cubicBezTo>
                  <a:cubicBezTo>
                    <a:pt x="251" y="520"/>
                    <a:pt x="253" y="521"/>
                    <a:pt x="254" y="521"/>
                  </a:cubicBezTo>
                  <a:cubicBezTo>
                    <a:pt x="256" y="521"/>
                    <a:pt x="253" y="519"/>
                    <a:pt x="240" y="516"/>
                  </a:cubicBezTo>
                  <a:cubicBezTo>
                    <a:pt x="231" y="515"/>
                    <a:pt x="227" y="514"/>
                    <a:pt x="228" y="514"/>
                  </a:cubicBezTo>
                  <a:cubicBezTo>
                    <a:pt x="229" y="514"/>
                    <a:pt x="233" y="514"/>
                    <a:pt x="240" y="515"/>
                  </a:cubicBezTo>
                  <a:cubicBezTo>
                    <a:pt x="247" y="516"/>
                    <a:pt x="252" y="517"/>
                    <a:pt x="253" y="517"/>
                  </a:cubicBezTo>
                  <a:cubicBezTo>
                    <a:pt x="253" y="517"/>
                    <a:pt x="252" y="517"/>
                    <a:pt x="249" y="516"/>
                  </a:cubicBezTo>
                  <a:cubicBezTo>
                    <a:pt x="249" y="516"/>
                    <a:pt x="249" y="514"/>
                    <a:pt x="240" y="514"/>
                  </a:cubicBezTo>
                  <a:lnTo>
                    <a:pt x="242" y="512"/>
                  </a:lnTo>
                  <a:cubicBezTo>
                    <a:pt x="249" y="511"/>
                    <a:pt x="251" y="510"/>
                    <a:pt x="251" y="509"/>
                  </a:cubicBezTo>
                  <a:cubicBezTo>
                    <a:pt x="242" y="507"/>
                    <a:pt x="242" y="507"/>
                    <a:pt x="251" y="507"/>
                  </a:cubicBezTo>
                  <a:cubicBezTo>
                    <a:pt x="258" y="507"/>
                    <a:pt x="260" y="506"/>
                    <a:pt x="242" y="505"/>
                  </a:cubicBezTo>
                  <a:cubicBezTo>
                    <a:pt x="234" y="504"/>
                    <a:pt x="234" y="504"/>
                    <a:pt x="243" y="503"/>
                  </a:cubicBezTo>
                  <a:cubicBezTo>
                    <a:pt x="248" y="503"/>
                    <a:pt x="252" y="503"/>
                    <a:pt x="254" y="503"/>
                  </a:cubicBezTo>
                  <a:cubicBezTo>
                    <a:pt x="259" y="503"/>
                    <a:pt x="257" y="503"/>
                    <a:pt x="251" y="503"/>
                  </a:cubicBezTo>
                  <a:cubicBezTo>
                    <a:pt x="243" y="502"/>
                    <a:pt x="243" y="501"/>
                    <a:pt x="243" y="501"/>
                  </a:cubicBezTo>
                  <a:cubicBezTo>
                    <a:pt x="252" y="501"/>
                    <a:pt x="252" y="494"/>
                    <a:pt x="253" y="486"/>
                  </a:cubicBezTo>
                  <a:cubicBezTo>
                    <a:pt x="247" y="484"/>
                    <a:pt x="242" y="484"/>
                    <a:pt x="236" y="484"/>
                  </a:cubicBezTo>
                  <a:cubicBezTo>
                    <a:pt x="219" y="483"/>
                    <a:pt x="228" y="483"/>
                    <a:pt x="236" y="483"/>
                  </a:cubicBezTo>
                  <a:cubicBezTo>
                    <a:pt x="241" y="483"/>
                    <a:pt x="245" y="483"/>
                    <a:pt x="248" y="483"/>
                  </a:cubicBezTo>
                  <a:cubicBezTo>
                    <a:pt x="261" y="483"/>
                    <a:pt x="257" y="482"/>
                    <a:pt x="237" y="482"/>
                  </a:cubicBezTo>
                  <a:cubicBezTo>
                    <a:pt x="219" y="481"/>
                    <a:pt x="219" y="481"/>
                    <a:pt x="237" y="481"/>
                  </a:cubicBezTo>
                  <a:cubicBezTo>
                    <a:pt x="245" y="481"/>
                    <a:pt x="245" y="481"/>
                    <a:pt x="237" y="478"/>
                  </a:cubicBezTo>
                  <a:cubicBezTo>
                    <a:pt x="231" y="478"/>
                    <a:pt x="229" y="478"/>
                    <a:pt x="231" y="478"/>
                  </a:cubicBezTo>
                  <a:cubicBezTo>
                    <a:pt x="232" y="478"/>
                    <a:pt x="234" y="478"/>
                    <a:pt x="237" y="478"/>
                  </a:cubicBezTo>
                  <a:cubicBezTo>
                    <a:pt x="246" y="477"/>
                    <a:pt x="254" y="477"/>
                    <a:pt x="246" y="477"/>
                  </a:cubicBezTo>
                  <a:cubicBezTo>
                    <a:pt x="246" y="477"/>
                    <a:pt x="246" y="476"/>
                    <a:pt x="255" y="475"/>
                  </a:cubicBezTo>
                  <a:cubicBezTo>
                    <a:pt x="263" y="475"/>
                    <a:pt x="255" y="474"/>
                    <a:pt x="246" y="473"/>
                  </a:cubicBezTo>
                  <a:cubicBezTo>
                    <a:pt x="235" y="471"/>
                    <a:pt x="231" y="469"/>
                    <a:pt x="235" y="469"/>
                  </a:cubicBezTo>
                  <a:cubicBezTo>
                    <a:pt x="237" y="469"/>
                    <a:pt x="241" y="470"/>
                    <a:pt x="247" y="470"/>
                  </a:cubicBezTo>
                  <a:cubicBezTo>
                    <a:pt x="249" y="471"/>
                    <a:pt x="251" y="471"/>
                    <a:pt x="252" y="471"/>
                  </a:cubicBezTo>
                  <a:cubicBezTo>
                    <a:pt x="262" y="471"/>
                    <a:pt x="253" y="467"/>
                    <a:pt x="238" y="466"/>
                  </a:cubicBezTo>
                  <a:cubicBezTo>
                    <a:pt x="221" y="464"/>
                    <a:pt x="221" y="464"/>
                    <a:pt x="230" y="464"/>
                  </a:cubicBezTo>
                  <a:cubicBezTo>
                    <a:pt x="233" y="464"/>
                    <a:pt x="235" y="464"/>
                    <a:pt x="236" y="464"/>
                  </a:cubicBezTo>
                  <a:cubicBezTo>
                    <a:pt x="239" y="464"/>
                    <a:pt x="239" y="464"/>
                    <a:pt x="239" y="464"/>
                  </a:cubicBezTo>
                  <a:cubicBezTo>
                    <a:pt x="239" y="463"/>
                    <a:pt x="239" y="463"/>
                    <a:pt x="247" y="463"/>
                  </a:cubicBezTo>
                  <a:cubicBezTo>
                    <a:pt x="247" y="463"/>
                    <a:pt x="247" y="461"/>
                    <a:pt x="239" y="459"/>
                  </a:cubicBezTo>
                  <a:cubicBezTo>
                    <a:pt x="223" y="457"/>
                    <a:pt x="231" y="455"/>
                    <a:pt x="248" y="455"/>
                  </a:cubicBezTo>
                  <a:lnTo>
                    <a:pt x="240" y="453"/>
                  </a:lnTo>
                  <a:cubicBezTo>
                    <a:pt x="229" y="452"/>
                    <a:pt x="221" y="451"/>
                    <a:pt x="223" y="451"/>
                  </a:cubicBezTo>
                  <a:cubicBezTo>
                    <a:pt x="224" y="451"/>
                    <a:pt x="227" y="451"/>
                    <a:pt x="231" y="451"/>
                  </a:cubicBezTo>
                  <a:lnTo>
                    <a:pt x="240" y="451"/>
                  </a:lnTo>
                  <a:cubicBezTo>
                    <a:pt x="227" y="450"/>
                    <a:pt x="230" y="448"/>
                    <a:pt x="241" y="448"/>
                  </a:cubicBezTo>
                  <a:cubicBezTo>
                    <a:pt x="244" y="448"/>
                    <a:pt x="246" y="448"/>
                    <a:pt x="249" y="448"/>
                  </a:cubicBezTo>
                  <a:cubicBezTo>
                    <a:pt x="258" y="448"/>
                    <a:pt x="258" y="448"/>
                    <a:pt x="258" y="447"/>
                  </a:cubicBezTo>
                  <a:lnTo>
                    <a:pt x="249" y="447"/>
                  </a:lnTo>
                  <a:cubicBezTo>
                    <a:pt x="244" y="447"/>
                    <a:pt x="238" y="447"/>
                    <a:pt x="233" y="445"/>
                  </a:cubicBezTo>
                  <a:cubicBezTo>
                    <a:pt x="233" y="445"/>
                    <a:pt x="233" y="444"/>
                    <a:pt x="242" y="444"/>
                  </a:cubicBezTo>
                  <a:cubicBezTo>
                    <a:pt x="251" y="444"/>
                    <a:pt x="258" y="444"/>
                    <a:pt x="251" y="442"/>
                  </a:cubicBezTo>
                  <a:cubicBezTo>
                    <a:pt x="251" y="442"/>
                    <a:pt x="251" y="441"/>
                    <a:pt x="258" y="441"/>
                  </a:cubicBezTo>
                  <a:cubicBezTo>
                    <a:pt x="260" y="440"/>
                    <a:pt x="260" y="440"/>
                    <a:pt x="260" y="438"/>
                  </a:cubicBezTo>
                  <a:cubicBezTo>
                    <a:pt x="251" y="437"/>
                    <a:pt x="252" y="436"/>
                    <a:pt x="260" y="436"/>
                  </a:cubicBezTo>
                  <a:cubicBezTo>
                    <a:pt x="260" y="436"/>
                    <a:pt x="260" y="433"/>
                    <a:pt x="252" y="432"/>
                  </a:cubicBezTo>
                  <a:cubicBezTo>
                    <a:pt x="252" y="432"/>
                    <a:pt x="252" y="431"/>
                    <a:pt x="255" y="431"/>
                  </a:cubicBezTo>
                  <a:cubicBezTo>
                    <a:pt x="256" y="431"/>
                    <a:pt x="258" y="431"/>
                    <a:pt x="261" y="431"/>
                  </a:cubicBezTo>
                  <a:cubicBezTo>
                    <a:pt x="269" y="431"/>
                    <a:pt x="269" y="431"/>
                    <a:pt x="261" y="430"/>
                  </a:cubicBezTo>
                  <a:cubicBezTo>
                    <a:pt x="252" y="429"/>
                    <a:pt x="252" y="429"/>
                    <a:pt x="252" y="428"/>
                  </a:cubicBezTo>
                  <a:lnTo>
                    <a:pt x="253" y="426"/>
                  </a:lnTo>
                  <a:cubicBezTo>
                    <a:pt x="244" y="426"/>
                    <a:pt x="244" y="426"/>
                    <a:pt x="244" y="424"/>
                  </a:cubicBezTo>
                  <a:cubicBezTo>
                    <a:pt x="244" y="423"/>
                    <a:pt x="253" y="422"/>
                    <a:pt x="253" y="421"/>
                  </a:cubicBezTo>
                  <a:cubicBezTo>
                    <a:pt x="253" y="419"/>
                    <a:pt x="253" y="419"/>
                    <a:pt x="245" y="419"/>
                  </a:cubicBezTo>
                  <a:cubicBezTo>
                    <a:pt x="245" y="419"/>
                    <a:pt x="244" y="419"/>
                    <a:pt x="243" y="419"/>
                  </a:cubicBezTo>
                  <a:cubicBezTo>
                    <a:pt x="241" y="419"/>
                    <a:pt x="239" y="419"/>
                    <a:pt x="245" y="418"/>
                  </a:cubicBezTo>
                  <a:cubicBezTo>
                    <a:pt x="245" y="418"/>
                    <a:pt x="254" y="416"/>
                    <a:pt x="254" y="413"/>
                  </a:cubicBezTo>
                  <a:cubicBezTo>
                    <a:pt x="255" y="410"/>
                    <a:pt x="255" y="410"/>
                    <a:pt x="246" y="409"/>
                  </a:cubicBezTo>
                  <a:cubicBezTo>
                    <a:pt x="229" y="409"/>
                    <a:pt x="229" y="408"/>
                    <a:pt x="246" y="408"/>
                  </a:cubicBezTo>
                  <a:cubicBezTo>
                    <a:pt x="263" y="408"/>
                    <a:pt x="264" y="407"/>
                    <a:pt x="255" y="407"/>
                  </a:cubicBezTo>
                  <a:cubicBezTo>
                    <a:pt x="246" y="404"/>
                    <a:pt x="246" y="404"/>
                    <a:pt x="247" y="404"/>
                  </a:cubicBezTo>
                  <a:cubicBezTo>
                    <a:pt x="255" y="404"/>
                    <a:pt x="255" y="403"/>
                    <a:pt x="247" y="402"/>
                  </a:cubicBezTo>
                  <a:cubicBezTo>
                    <a:pt x="247" y="401"/>
                    <a:pt x="247" y="401"/>
                    <a:pt x="256" y="401"/>
                  </a:cubicBezTo>
                  <a:cubicBezTo>
                    <a:pt x="256" y="401"/>
                    <a:pt x="256" y="400"/>
                    <a:pt x="256" y="400"/>
                  </a:cubicBezTo>
                  <a:cubicBezTo>
                    <a:pt x="239" y="396"/>
                    <a:pt x="248" y="392"/>
                    <a:pt x="257" y="392"/>
                  </a:cubicBezTo>
                  <a:cubicBezTo>
                    <a:pt x="257" y="392"/>
                    <a:pt x="257" y="391"/>
                    <a:pt x="248" y="390"/>
                  </a:cubicBezTo>
                  <a:cubicBezTo>
                    <a:pt x="236" y="389"/>
                    <a:pt x="233" y="388"/>
                    <a:pt x="238" y="388"/>
                  </a:cubicBezTo>
                  <a:cubicBezTo>
                    <a:pt x="240" y="388"/>
                    <a:pt x="243" y="388"/>
                    <a:pt x="248" y="389"/>
                  </a:cubicBezTo>
                  <a:cubicBezTo>
                    <a:pt x="256" y="389"/>
                    <a:pt x="260" y="389"/>
                    <a:pt x="261" y="389"/>
                  </a:cubicBezTo>
                  <a:cubicBezTo>
                    <a:pt x="263" y="389"/>
                    <a:pt x="259" y="389"/>
                    <a:pt x="248" y="387"/>
                  </a:cubicBezTo>
                  <a:cubicBezTo>
                    <a:pt x="242" y="387"/>
                    <a:pt x="241" y="383"/>
                    <a:pt x="250" y="383"/>
                  </a:cubicBezTo>
                  <a:cubicBezTo>
                    <a:pt x="252" y="383"/>
                    <a:pt x="255" y="384"/>
                    <a:pt x="258" y="384"/>
                  </a:cubicBezTo>
                  <a:lnTo>
                    <a:pt x="275" y="384"/>
                  </a:lnTo>
                  <a:cubicBezTo>
                    <a:pt x="266" y="383"/>
                    <a:pt x="266" y="383"/>
                    <a:pt x="266" y="383"/>
                  </a:cubicBezTo>
                  <a:cubicBezTo>
                    <a:pt x="258" y="382"/>
                    <a:pt x="258" y="381"/>
                    <a:pt x="258" y="378"/>
                  </a:cubicBezTo>
                  <a:cubicBezTo>
                    <a:pt x="258" y="377"/>
                    <a:pt x="251" y="373"/>
                    <a:pt x="251" y="372"/>
                  </a:cubicBezTo>
                  <a:cubicBezTo>
                    <a:pt x="252" y="370"/>
                    <a:pt x="252" y="367"/>
                    <a:pt x="261" y="367"/>
                  </a:cubicBezTo>
                  <a:cubicBezTo>
                    <a:pt x="261" y="366"/>
                    <a:pt x="261" y="365"/>
                    <a:pt x="252" y="363"/>
                  </a:cubicBezTo>
                  <a:cubicBezTo>
                    <a:pt x="244" y="362"/>
                    <a:pt x="244" y="361"/>
                    <a:pt x="253" y="361"/>
                  </a:cubicBezTo>
                  <a:cubicBezTo>
                    <a:pt x="244" y="358"/>
                    <a:pt x="244" y="357"/>
                    <a:pt x="244" y="357"/>
                  </a:cubicBezTo>
                  <a:cubicBezTo>
                    <a:pt x="253" y="357"/>
                    <a:pt x="262" y="357"/>
                    <a:pt x="253" y="356"/>
                  </a:cubicBezTo>
                  <a:cubicBezTo>
                    <a:pt x="245" y="355"/>
                    <a:pt x="245" y="355"/>
                    <a:pt x="245" y="353"/>
                  </a:cubicBezTo>
                  <a:cubicBezTo>
                    <a:pt x="254" y="352"/>
                    <a:pt x="257" y="325"/>
                    <a:pt x="248" y="324"/>
                  </a:cubicBezTo>
                  <a:cubicBezTo>
                    <a:pt x="248" y="324"/>
                    <a:pt x="248" y="324"/>
                    <a:pt x="249" y="321"/>
                  </a:cubicBezTo>
                  <a:lnTo>
                    <a:pt x="249" y="319"/>
                  </a:lnTo>
                  <a:cubicBezTo>
                    <a:pt x="251" y="319"/>
                    <a:pt x="253" y="319"/>
                    <a:pt x="254" y="319"/>
                  </a:cubicBezTo>
                  <a:cubicBezTo>
                    <a:pt x="265" y="319"/>
                    <a:pt x="258" y="315"/>
                    <a:pt x="251" y="312"/>
                  </a:cubicBezTo>
                  <a:cubicBezTo>
                    <a:pt x="242" y="311"/>
                    <a:pt x="242" y="310"/>
                    <a:pt x="242" y="309"/>
                  </a:cubicBezTo>
                  <a:lnTo>
                    <a:pt x="242" y="309"/>
                  </a:lnTo>
                  <a:cubicBezTo>
                    <a:pt x="245" y="309"/>
                    <a:pt x="247" y="309"/>
                    <a:pt x="249" y="309"/>
                  </a:cubicBezTo>
                  <a:cubicBezTo>
                    <a:pt x="258" y="309"/>
                    <a:pt x="258" y="307"/>
                    <a:pt x="251" y="306"/>
                  </a:cubicBezTo>
                  <a:cubicBezTo>
                    <a:pt x="241" y="304"/>
                    <a:pt x="237" y="304"/>
                    <a:pt x="239" y="304"/>
                  </a:cubicBezTo>
                  <a:cubicBezTo>
                    <a:pt x="240" y="304"/>
                    <a:pt x="244" y="304"/>
                    <a:pt x="252" y="304"/>
                  </a:cubicBezTo>
                  <a:cubicBezTo>
                    <a:pt x="269" y="304"/>
                    <a:pt x="269" y="303"/>
                    <a:pt x="243" y="300"/>
                  </a:cubicBezTo>
                  <a:cubicBezTo>
                    <a:pt x="235" y="299"/>
                    <a:pt x="235" y="299"/>
                    <a:pt x="244" y="299"/>
                  </a:cubicBezTo>
                  <a:cubicBezTo>
                    <a:pt x="261" y="299"/>
                    <a:pt x="261" y="298"/>
                    <a:pt x="252" y="298"/>
                  </a:cubicBezTo>
                  <a:cubicBezTo>
                    <a:pt x="235" y="295"/>
                    <a:pt x="235" y="294"/>
                    <a:pt x="253" y="294"/>
                  </a:cubicBezTo>
                  <a:cubicBezTo>
                    <a:pt x="270" y="294"/>
                    <a:pt x="270" y="294"/>
                    <a:pt x="253" y="292"/>
                  </a:cubicBezTo>
                  <a:cubicBezTo>
                    <a:pt x="236" y="291"/>
                    <a:pt x="236" y="288"/>
                    <a:pt x="254" y="288"/>
                  </a:cubicBezTo>
                  <a:cubicBezTo>
                    <a:pt x="254" y="286"/>
                    <a:pt x="262" y="286"/>
                    <a:pt x="254" y="285"/>
                  </a:cubicBezTo>
                  <a:lnTo>
                    <a:pt x="262" y="285"/>
                  </a:lnTo>
                  <a:lnTo>
                    <a:pt x="263" y="283"/>
                  </a:lnTo>
                  <a:lnTo>
                    <a:pt x="254" y="283"/>
                  </a:lnTo>
                  <a:cubicBezTo>
                    <a:pt x="254" y="282"/>
                    <a:pt x="263" y="278"/>
                    <a:pt x="264" y="272"/>
                  </a:cubicBezTo>
                  <a:cubicBezTo>
                    <a:pt x="265" y="264"/>
                    <a:pt x="265" y="262"/>
                    <a:pt x="260" y="262"/>
                  </a:cubicBezTo>
                  <a:cubicBezTo>
                    <a:pt x="260" y="262"/>
                    <a:pt x="259" y="262"/>
                    <a:pt x="257" y="262"/>
                  </a:cubicBezTo>
                  <a:cubicBezTo>
                    <a:pt x="239" y="262"/>
                    <a:pt x="240" y="260"/>
                    <a:pt x="257" y="260"/>
                  </a:cubicBezTo>
                  <a:cubicBezTo>
                    <a:pt x="257" y="258"/>
                    <a:pt x="266" y="257"/>
                    <a:pt x="266" y="256"/>
                  </a:cubicBezTo>
                  <a:cubicBezTo>
                    <a:pt x="266" y="254"/>
                    <a:pt x="266" y="253"/>
                    <a:pt x="275" y="253"/>
                  </a:cubicBezTo>
                  <a:cubicBezTo>
                    <a:pt x="258" y="249"/>
                    <a:pt x="258" y="245"/>
                    <a:pt x="267" y="243"/>
                  </a:cubicBezTo>
                  <a:cubicBezTo>
                    <a:pt x="269" y="242"/>
                    <a:pt x="269" y="241"/>
                    <a:pt x="260" y="238"/>
                  </a:cubicBezTo>
                  <a:cubicBezTo>
                    <a:pt x="252" y="236"/>
                    <a:pt x="252" y="236"/>
                    <a:pt x="261" y="236"/>
                  </a:cubicBezTo>
                  <a:cubicBezTo>
                    <a:pt x="269" y="236"/>
                    <a:pt x="277" y="232"/>
                    <a:pt x="261" y="230"/>
                  </a:cubicBezTo>
                  <a:lnTo>
                    <a:pt x="270" y="230"/>
                  </a:lnTo>
                  <a:cubicBezTo>
                    <a:pt x="277" y="230"/>
                    <a:pt x="270" y="229"/>
                    <a:pt x="261" y="228"/>
                  </a:cubicBezTo>
                  <a:cubicBezTo>
                    <a:pt x="244" y="227"/>
                    <a:pt x="244" y="227"/>
                    <a:pt x="270" y="227"/>
                  </a:cubicBezTo>
                  <a:cubicBezTo>
                    <a:pt x="275" y="227"/>
                    <a:pt x="279" y="228"/>
                    <a:pt x="281" y="228"/>
                  </a:cubicBezTo>
                  <a:cubicBezTo>
                    <a:pt x="286" y="228"/>
                    <a:pt x="284" y="227"/>
                    <a:pt x="279" y="227"/>
                  </a:cubicBezTo>
                  <a:cubicBezTo>
                    <a:pt x="270" y="226"/>
                    <a:pt x="262" y="224"/>
                    <a:pt x="271" y="224"/>
                  </a:cubicBezTo>
                  <a:cubicBezTo>
                    <a:pt x="271" y="223"/>
                    <a:pt x="271" y="223"/>
                    <a:pt x="254" y="221"/>
                  </a:cubicBezTo>
                  <a:cubicBezTo>
                    <a:pt x="245" y="220"/>
                    <a:pt x="245" y="220"/>
                    <a:pt x="245" y="219"/>
                  </a:cubicBezTo>
                  <a:cubicBezTo>
                    <a:pt x="251" y="219"/>
                    <a:pt x="256" y="220"/>
                    <a:pt x="262" y="220"/>
                  </a:cubicBezTo>
                  <a:cubicBezTo>
                    <a:pt x="262" y="220"/>
                    <a:pt x="262" y="220"/>
                    <a:pt x="262" y="219"/>
                  </a:cubicBezTo>
                  <a:cubicBezTo>
                    <a:pt x="266" y="218"/>
                    <a:pt x="270" y="218"/>
                    <a:pt x="275" y="218"/>
                  </a:cubicBezTo>
                  <a:cubicBezTo>
                    <a:pt x="276" y="218"/>
                    <a:pt x="278" y="218"/>
                    <a:pt x="280" y="218"/>
                  </a:cubicBezTo>
                  <a:cubicBezTo>
                    <a:pt x="289" y="217"/>
                    <a:pt x="289" y="217"/>
                    <a:pt x="271" y="216"/>
                  </a:cubicBezTo>
                  <a:cubicBezTo>
                    <a:pt x="254" y="216"/>
                    <a:pt x="254" y="216"/>
                    <a:pt x="254" y="214"/>
                  </a:cubicBezTo>
                  <a:cubicBezTo>
                    <a:pt x="254" y="212"/>
                    <a:pt x="255" y="212"/>
                    <a:pt x="263" y="212"/>
                  </a:cubicBezTo>
                  <a:cubicBezTo>
                    <a:pt x="267" y="213"/>
                    <a:pt x="269" y="213"/>
                    <a:pt x="270" y="213"/>
                  </a:cubicBezTo>
                  <a:cubicBezTo>
                    <a:pt x="272" y="213"/>
                    <a:pt x="272" y="213"/>
                    <a:pt x="272" y="211"/>
                  </a:cubicBezTo>
                  <a:cubicBezTo>
                    <a:pt x="258" y="207"/>
                    <a:pt x="244" y="203"/>
                    <a:pt x="230" y="203"/>
                  </a:cubicBezTo>
                  <a:cubicBezTo>
                    <a:pt x="214" y="202"/>
                    <a:pt x="214" y="202"/>
                    <a:pt x="230" y="202"/>
                  </a:cubicBezTo>
                  <a:cubicBezTo>
                    <a:pt x="238" y="202"/>
                    <a:pt x="238" y="202"/>
                    <a:pt x="239" y="201"/>
                  </a:cubicBezTo>
                  <a:cubicBezTo>
                    <a:pt x="233" y="201"/>
                    <a:pt x="235" y="201"/>
                    <a:pt x="237" y="201"/>
                  </a:cubicBezTo>
                  <a:cubicBezTo>
                    <a:pt x="238" y="201"/>
                    <a:pt x="239" y="201"/>
                    <a:pt x="239" y="201"/>
                  </a:cubicBezTo>
                  <a:cubicBezTo>
                    <a:pt x="247" y="201"/>
                    <a:pt x="247" y="202"/>
                    <a:pt x="247" y="203"/>
                  </a:cubicBezTo>
                  <a:lnTo>
                    <a:pt x="256" y="203"/>
                  </a:lnTo>
                  <a:cubicBezTo>
                    <a:pt x="273" y="203"/>
                    <a:pt x="273" y="203"/>
                    <a:pt x="256" y="201"/>
                  </a:cubicBezTo>
                  <a:cubicBezTo>
                    <a:pt x="247" y="200"/>
                    <a:pt x="247" y="200"/>
                    <a:pt x="256" y="200"/>
                  </a:cubicBezTo>
                  <a:cubicBezTo>
                    <a:pt x="265" y="199"/>
                    <a:pt x="273" y="199"/>
                    <a:pt x="265" y="199"/>
                  </a:cubicBezTo>
                  <a:cubicBezTo>
                    <a:pt x="265" y="199"/>
                    <a:pt x="265" y="197"/>
                    <a:pt x="274" y="197"/>
                  </a:cubicBezTo>
                  <a:cubicBezTo>
                    <a:pt x="274" y="195"/>
                    <a:pt x="274" y="193"/>
                    <a:pt x="265" y="193"/>
                  </a:cubicBezTo>
                  <a:cubicBezTo>
                    <a:pt x="257" y="193"/>
                    <a:pt x="257" y="192"/>
                    <a:pt x="257" y="191"/>
                  </a:cubicBezTo>
                  <a:cubicBezTo>
                    <a:pt x="257" y="190"/>
                    <a:pt x="257" y="190"/>
                    <a:pt x="249" y="189"/>
                  </a:cubicBezTo>
                  <a:cubicBezTo>
                    <a:pt x="240" y="189"/>
                    <a:pt x="233" y="188"/>
                    <a:pt x="233" y="186"/>
                  </a:cubicBezTo>
                  <a:lnTo>
                    <a:pt x="233" y="186"/>
                  </a:lnTo>
                  <a:cubicBezTo>
                    <a:pt x="233" y="186"/>
                    <a:pt x="240" y="187"/>
                    <a:pt x="240" y="187"/>
                  </a:cubicBezTo>
                  <a:cubicBezTo>
                    <a:pt x="240" y="187"/>
                    <a:pt x="249" y="187"/>
                    <a:pt x="249" y="186"/>
                  </a:cubicBezTo>
                  <a:cubicBezTo>
                    <a:pt x="247" y="185"/>
                    <a:pt x="244" y="185"/>
                    <a:pt x="242" y="185"/>
                  </a:cubicBezTo>
                  <a:cubicBezTo>
                    <a:pt x="237" y="185"/>
                    <a:pt x="233" y="186"/>
                    <a:pt x="233" y="186"/>
                  </a:cubicBezTo>
                  <a:cubicBezTo>
                    <a:pt x="224" y="183"/>
                    <a:pt x="224" y="183"/>
                    <a:pt x="242" y="183"/>
                  </a:cubicBezTo>
                  <a:cubicBezTo>
                    <a:pt x="244" y="184"/>
                    <a:pt x="246" y="184"/>
                    <a:pt x="247" y="184"/>
                  </a:cubicBezTo>
                  <a:cubicBezTo>
                    <a:pt x="249" y="184"/>
                    <a:pt x="249" y="183"/>
                    <a:pt x="249" y="182"/>
                  </a:cubicBezTo>
                  <a:cubicBezTo>
                    <a:pt x="249" y="182"/>
                    <a:pt x="249" y="182"/>
                    <a:pt x="258" y="181"/>
                  </a:cubicBezTo>
                  <a:cubicBezTo>
                    <a:pt x="267" y="181"/>
                    <a:pt x="258" y="181"/>
                    <a:pt x="251" y="180"/>
                  </a:cubicBezTo>
                  <a:lnTo>
                    <a:pt x="234" y="179"/>
                  </a:lnTo>
                  <a:cubicBezTo>
                    <a:pt x="239" y="179"/>
                    <a:pt x="245" y="178"/>
                    <a:pt x="250" y="178"/>
                  </a:cubicBezTo>
                  <a:cubicBezTo>
                    <a:pt x="253" y="178"/>
                    <a:pt x="256" y="178"/>
                    <a:pt x="258" y="179"/>
                  </a:cubicBezTo>
                  <a:cubicBezTo>
                    <a:pt x="276" y="179"/>
                    <a:pt x="276" y="179"/>
                    <a:pt x="260" y="178"/>
                  </a:cubicBezTo>
                  <a:cubicBezTo>
                    <a:pt x="251" y="178"/>
                    <a:pt x="242" y="177"/>
                    <a:pt x="251" y="175"/>
                  </a:cubicBezTo>
                  <a:cubicBezTo>
                    <a:pt x="251" y="173"/>
                    <a:pt x="252" y="172"/>
                    <a:pt x="260" y="172"/>
                  </a:cubicBezTo>
                  <a:cubicBezTo>
                    <a:pt x="269" y="172"/>
                    <a:pt x="260" y="171"/>
                    <a:pt x="260" y="171"/>
                  </a:cubicBezTo>
                  <a:cubicBezTo>
                    <a:pt x="252" y="170"/>
                    <a:pt x="252" y="169"/>
                    <a:pt x="261" y="166"/>
                  </a:cubicBezTo>
                  <a:cubicBezTo>
                    <a:pt x="279" y="163"/>
                    <a:pt x="279" y="163"/>
                    <a:pt x="261" y="162"/>
                  </a:cubicBezTo>
                  <a:cubicBezTo>
                    <a:pt x="253" y="162"/>
                    <a:pt x="244" y="161"/>
                    <a:pt x="261" y="161"/>
                  </a:cubicBezTo>
                  <a:cubicBezTo>
                    <a:pt x="270" y="161"/>
                    <a:pt x="262" y="160"/>
                    <a:pt x="253" y="157"/>
                  </a:cubicBezTo>
                  <a:cubicBezTo>
                    <a:pt x="245" y="156"/>
                    <a:pt x="228" y="155"/>
                    <a:pt x="219" y="155"/>
                  </a:cubicBezTo>
                  <a:cubicBezTo>
                    <a:pt x="202" y="154"/>
                    <a:pt x="202" y="154"/>
                    <a:pt x="211" y="153"/>
                  </a:cubicBezTo>
                  <a:cubicBezTo>
                    <a:pt x="217" y="152"/>
                    <a:pt x="223" y="152"/>
                    <a:pt x="228" y="152"/>
                  </a:cubicBezTo>
                  <a:cubicBezTo>
                    <a:pt x="237" y="153"/>
                    <a:pt x="237" y="153"/>
                    <a:pt x="237" y="153"/>
                  </a:cubicBezTo>
                  <a:lnTo>
                    <a:pt x="236" y="154"/>
                  </a:lnTo>
                  <a:cubicBezTo>
                    <a:pt x="240" y="154"/>
                    <a:pt x="245" y="154"/>
                    <a:pt x="248" y="154"/>
                  </a:cubicBezTo>
                  <a:cubicBezTo>
                    <a:pt x="252" y="154"/>
                    <a:pt x="254" y="154"/>
                    <a:pt x="254" y="153"/>
                  </a:cubicBezTo>
                  <a:cubicBezTo>
                    <a:pt x="262" y="153"/>
                    <a:pt x="263" y="152"/>
                    <a:pt x="254" y="152"/>
                  </a:cubicBezTo>
                  <a:cubicBezTo>
                    <a:pt x="263" y="152"/>
                    <a:pt x="263" y="150"/>
                    <a:pt x="263" y="149"/>
                  </a:cubicBezTo>
                  <a:cubicBezTo>
                    <a:pt x="263" y="146"/>
                    <a:pt x="264" y="144"/>
                    <a:pt x="272" y="144"/>
                  </a:cubicBezTo>
                  <a:cubicBezTo>
                    <a:pt x="272" y="142"/>
                    <a:pt x="272" y="141"/>
                    <a:pt x="264" y="141"/>
                  </a:cubicBezTo>
                  <a:cubicBezTo>
                    <a:pt x="252" y="140"/>
                    <a:pt x="249" y="139"/>
                    <a:pt x="250" y="139"/>
                  </a:cubicBezTo>
                  <a:cubicBezTo>
                    <a:pt x="251" y="139"/>
                    <a:pt x="253" y="139"/>
                    <a:pt x="255" y="140"/>
                  </a:cubicBezTo>
                  <a:cubicBezTo>
                    <a:pt x="273" y="140"/>
                    <a:pt x="283" y="129"/>
                    <a:pt x="265" y="127"/>
                  </a:cubicBezTo>
                  <a:lnTo>
                    <a:pt x="266" y="126"/>
                  </a:lnTo>
                  <a:cubicBezTo>
                    <a:pt x="274" y="125"/>
                    <a:pt x="275" y="119"/>
                    <a:pt x="267" y="118"/>
                  </a:cubicBezTo>
                  <a:lnTo>
                    <a:pt x="267" y="116"/>
                  </a:lnTo>
                  <a:cubicBezTo>
                    <a:pt x="276" y="115"/>
                    <a:pt x="276" y="114"/>
                    <a:pt x="267" y="113"/>
                  </a:cubicBezTo>
                  <a:cubicBezTo>
                    <a:pt x="262" y="112"/>
                    <a:pt x="256" y="111"/>
                    <a:pt x="256" y="111"/>
                  </a:cubicBezTo>
                  <a:lnTo>
                    <a:pt x="256" y="111"/>
                  </a:lnTo>
                  <a:cubicBezTo>
                    <a:pt x="256" y="111"/>
                    <a:pt x="257" y="111"/>
                    <a:pt x="260" y="111"/>
                  </a:cubicBezTo>
                  <a:cubicBezTo>
                    <a:pt x="267" y="111"/>
                    <a:pt x="267" y="110"/>
                    <a:pt x="269" y="107"/>
                  </a:cubicBezTo>
                  <a:cubicBezTo>
                    <a:pt x="269" y="104"/>
                    <a:pt x="269" y="104"/>
                    <a:pt x="261" y="104"/>
                  </a:cubicBezTo>
                  <a:cubicBezTo>
                    <a:pt x="252" y="100"/>
                    <a:pt x="261" y="100"/>
                    <a:pt x="270" y="100"/>
                  </a:cubicBezTo>
                  <a:cubicBezTo>
                    <a:pt x="276" y="101"/>
                    <a:pt x="280" y="102"/>
                    <a:pt x="281" y="102"/>
                  </a:cubicBezTo>
                  <a:cubicBezTo>
                    <a:pt x="283" y="102"/>
                    <a:pt x="277" y="101"/>
                    <a:pt x="261" y="99"/>
                  </a:cubicBezTo>
                  <a:cubicBezTo>
                    <a:pt x="244" y="97"/>
                    <a:pt x="244" y="96"/>
                    <a:pt x="253" y="96"/>
                  </a:cubicBezTo>
                  <a:cubicBezTo>
                    <a:pt x="261" y="96"/>
                    <a:pt x="261" y="97"/>
                    <a:pt x="261" y="98"/>
                  </a:cubicBezTo>
                  <a:lnTo>
                    <a:pt x="277" y="99"/>
                  </a:lnTo>
                  <a:cubicBezTo>
                    <a:pt x="279" y="98"/>
                    <a:pt x="279" y="98"/>
                    <a:pt x="270" y="97"/>
                  </a:cubicBezTo>
                  <a:cubicBezTo>
                    <a:pt x="270" y="97"/>
                    <a:pt x="270" y="96"/>
                    <a:pt x="262" y="95"/>
                  </a:cubicBezTo>
                  <a:cubicBezTo>
                    <a:pt x="255" y="94"/>
                    <a:pt x="249" y="93"/>
                    <a:pt x="243" y="93"/>
                  </a:cubicBezTo>
                  <a:cubicBezTo>
                    <a:pt x="241" y="93"/>
                    <a:pt x="238" y="93"/>
                    <a:pt x="236" y="94"/>
                  </a:cubicBezTo>
                  <a:cubicBezTo>
                    <a:pt x="227" y="94"/>
                    <a:pt x="227" y="92"/>
                    <a:pt x="227" y="91"/>
                  </a:cubicBezTo>
                  <a:cubicBezTo>
                    <a:pt x="236" y="91"/>
                    <a:pt x="245" y="91"/>
                    <a:pt x="253" y="92"/>
                  </a:cubicBezTo>
                  <a:cubicBezTo>
                    <a:pt x="258" y="94"/>
                    <a:pt x="264" y="95"/>
                    <a:pt x="270" y="95"/>
                  </a:cubicBezTo>
                  <a:cubicBezTo>
                    <a:pt x="279" y="95"/>
                    <a:pt x="262" y="89"/>
                    <a:pt x="245" y="88"/>
                  </a:cubicBezTo>
                  <a:lnTo>
                    <a:pt x="254" y="88"/>
                  </a:lnTo>
                  <a:cubicBezTo>
                    <a:pt x="255" y="88"/>
                    <a:pt x="257" y="88"/>
                    <a:pt x="258" y="88"/>
                  </a:cubicBezTo>
                  <a:cubicBezTo>
                    <a:pt x="262" y="88"/>
                    <a:pt x="262" y="87"/>
                    <a:pt x="263" y="86"/>
                  </a:cubicBezTo>
                  <a:cubicBezTo>
                    <a:pt x="263" y="83"/>
                    <a:pt x="263" y="83"/>
                    <a:pt x="254" y="82"/>
                  </a:cubicBezTo>
                  <a:cubicBezTo>
                    <a:pt x="248" y="82"/>
                    <a:pt x="243" y="82"/>
                    <a:pt x="237" y="81"/>
                  </a:cubicBezTo>
                  <a:lnTo>
                    <a:pt x="220" y="81"/>
                  </a:lnTo>
                  <a:cubicBezTo>
                    <a:pt x="220" y="81"/>
                    <a:pt x="229" y="79"/>
                    <a:pt x="238" y="79"/>
                  </a:cubicBezTo>
                  <a:cubicBezTo>
                    <a:pt x="255" y="78"/>
                    <a:pt x="264" y="77"/>
                    <a:pt x="264" y="73"/>
                  </a:cubicBezTo>
                  <a:cubicBezTo>
                    <a:pt x="264" y="72"/>
                    <a:pt x="265" y="70"/>
                    <a:pt x="273" y="69"/>
                  </a:cubicBezTo>
                  <a:cubicBezTo>
                    <a:pt x="273" y="68"/>
                    <a:pt x="274" y="67"/>
                    <a:pt x="265" y="67"/>
                  </a:cubicBezTo>
                  <a:lnTo>
                    <a:pt x="265" y="64"/>
                  </a:lnTo>
                  <a:cubicBezTo>
                    <a:pt x="274" y="64"/>
                    <a:pt x="274" y="63"/>
                    <a:pt x="265" y="62"/>
                  </a:cubicBezTo>
                  <a:cubicBezTo>
                    <a:pt x="257" y="61"/>
                    <a:pt x="266" y="61"/>
                    <a:pt x="266" y="60"/>
                  </a:cubicBezTo>
                  <a:cubicBezTo>
                    <a:pt x="283" y="59"/>
                    <a:pt x="283" y="59"/>
                    <a:pt x="257" y="59"/>
                  </a:cubicBezTo>
                  <a:cubicBezTo>
                    <a:pt x="256" y="58"/>
                    <a:pt x="254" y="58"/>
                    <a:pt x="252" y="58"/>
                  </a:cubicBezTo>
                  <a:cubicBezTo>
                    <a:pt x="248" y="58"/>
                    <a:pt x="244" y="59"/>
                    <a:pt x="240" y="60"/>
                  </a:cubicBezTo>
                  <a:lnTo>
                    <a:pt x="239" y="62"/>
                  </a:lnTo>
                  <a:lnTo>
                    <a:pt x="231" y="60"/>
                  </a:lnTo>
                  <a:cubicBezTo>
                    <a:pt x="227" y="58"/>
                    <a:pt x="220" y="57"/>
                    <a:pt x="215" y="57"/>
                  </a:cubicBezTo>
                  <a:cubicBezTo>
                    <a:pt x="215" y="57"/>
                    <a:pt x="207" y="55"/>
                    <a:pt x="207" y="54"/>
                  </a:cubicBezTo>
                  <a:lnTo>
                    <a:pt x="207" y="54"/>
                  </a:lnTo>
                  <a:lnTo>
                    <a:pt x="224" y="55"/>
                  </a:lnTo>
                  <a:cubicBezTo>
                    <a:pt x="231" y="57"/>
                    <a:pt x="240" y="58"/>
                    <a:pt x="249" y="58"/>
                  </a:cubicBezTo>
                  <a:cubicBezTo>
                    <a:pt x="266" y="58"/>
                    <a:pt x="275" y="57"/>
                    <a:pt x="258" y="55"/>
                  </a:cubicBezTo>
                  <a:cubicBezTo>
                    <a:pt x="258" y="54"/>
                    <a:pt x="258" y="54"/>
                    <a:pt x="266" y="54"/>
                  </a:cubicBezTo>
                  <a:cubicBezTo>
                    <a:pt x="275" y="54"/>
                    <a:pt x="275" y="53"/>
                    <a:pt x="258" y="52"/>
                  </a:cubicBezTo>
                  <a:cubicBezTo>
                    <a:pt x="242" y="50"/>
                    <a:pt x="242" y="50"/>
                    <a:pt x="258" y="50"/>
                  </a:cubicBezTo>
                  <a:cubicBezTo>
                    <a:pt x="276" y="49"/>
                    <a:pt x="276" y="45"/>
                    <a:pt x="267" y="45"/>
                  </a:cubicBezTo>
                  <a:cubicBezTo>
                    <a:pt x="251" y="44"/>
                    <a:pt x="252" y="42"/>
                    <a:pt x="260" y="41"/>
                  </a:cubicBezTo>
                  <a:cubicBezTo>
                    <a:pt x="269" y="41"/>
                    <a:pt x="269" y="40"/>
                    <a:pt x="261" y="39"/>
                  </a:cubicBezTo>
                  <a:cubicBezTo>
                    <a:pt x="269" y="39"/>
                    <a:pt x="277" y="39"/>
                    <a:pt x="269" y="37"/>
                  </a:cubicBezTo>
                  <a:cubicBezTo>
                    <a:pt x="269" y="37"/>
                    <a:pt x="269" y="37"/>
                    <a:pt x="266" y="37"/>
                  </a:cubicBezTo>
                  <a:cubicBezTo>
                    <a:pt x="265" y="37"/>
                    <a:pt x="263" y="37"/>
                    <a:pt x="261" y="37"/>
                  </a:cubicBezTo>
                  <a:lnTo>
                    <a:pt x="244" y="34"/>
                  </a:lnTo>
                  <a:cubicBezTo>
                    <a:pt x="241" y="35"/>
                    <a:pt x="238" y="35"/>
                    <a:pt x="235" y="35"/>
                  </a:cubicBezTo>
                  <a:cubicBezTo>
                    <a:pt x="232" y="35"/>
                    <a:pt x="229" y="35"/>
                    <a:pt x="226" y="34"/>
                  </a:cubicBezTo>
                  <a:cubicBezTo>
                    <a:pt x="218" y="34"/>
                    <a:pt x="227" y="31"/>
                    <a:pt x="253" y="31"/>
                  </a:cubicBezTo>
                  <a:lnTo>
                    <a:pt x="270" y="30"/>
                  </a:lnTo>
                  <a:lnTo>
                    <a:pt x="253" y="28"/>
                  </a:lnTo>
                  <a:cubicBezTo>
                    <a:pt x="253" y="28"/>
                    <a:pt x="253" y="27"/>
                    <a:pt x="262" y="27"/>
                  </a:cubicBezTo>
                  <a:cubicBezTo>
                    <a:pt x="266" y="28"/>
                    <a:pt x="268" y="28"/>
                    <a:pt x="269" y="28"/>
                  </a:cubicBezTo>
                  <a:cubicBezTo>
                    <a:pt x="270" y="28"/>
                    <a:pt x="270" y="28"/>
                    <a:pt x="270" y="27"/>
                  </a:cubicBezTo>
                  <a:cubicBezTo>
                    <a:pt x="270" y="27"/>
                    <a:pt x="271" y="26"/>
                    <a:pt x="262" y="26"/>
                  </a:cubicBezTo>
                  <a:cubicBezTo>
                    <a:pt x="245" y="25"/>
                    <a:pt x="245" y="25"/>
                    <a:pt x="253" y="25"/>
                  </a:cubicBezTo>
                  <a:cubicBezTo>
                    <a:pt x="271" y="25"/>
                    <a:pt x="271" y="24"/>
                    <a:pt x="254" y="23"/>
                  </a:cubicBezTo>
                  <a:cubicBezTo>
                    <a:pt x="237" y="22"/>
                    <a:pt x="237" y="22"/>
                    <a:pt x="254" y="22"/>
                  </a:cubicBezTo>
                  <a:cubicBezTo>
                    <a:pt x="260" y="22"/>
                    <a:pt x="265" y="22"/>
                    <a:pt x="271" y="21"/>
                  </a:cubicBezTo>
                  <a:lnTo>
                    <a:pt x="263" y="21"/>
                  </a:lnTo>
                  <a:cubicBezTo>
                    <a:pt x="245" y="20"/>
                    <a:pt x="246" y="18"/>
                    <a:pt x="254" y="18"/>
                  </a:cubicBezTo>
                  <a:cubicBezTo>
                    <a:pt x="263" y="18"/>
                    <a:pt x="263" y="17"/>
                    <a:pt x="255" y="16"/>
                  </a:cubicBezTo>
                  <a:cubicBezTo>
                    <a:pt x="255" y="15"/>
                    <a:pt x="255" y="13"/>
                    <a:pt x="258" y="13"/>
                  </a:cubicBezTo>
                  <a:cubicBezTo>
                    <a:pt x="259" y="13"/>
                    <a:pt x="261" y="14"/>
                    <a:pt x="263" y="14"/>
                  </a:cubicBezTo>
                  <a:cubicBezTo>
                    <a:pt x="270" y="14"/>
                    <a:pt x="275" y="15"/>
                    <a:pt x="276" y="15"/>
                  </a:cubicBezTo>
                  <a:cubicBezTo>
                    <a:pt x="278" y="15"/>
                    <a:pt x="273" y="14"/>
                    <a:pt x="263" y="13"/>
                  </a:cubicBezTo>
                  <a:cubicBezTo>
                    <a:pt x="255" y="12"/>
                    <a:pt x="255" y="12"/>
                    <a:pt x="264" y="11"/>
                  </a:cubicBezTo>
                  <a:cubicBezTo>
                    <a:pt x="272" y="11"/>
                    <a:pt x="272" y="11"/>
                    <a:pt x="264" y="8"/>
                  </a:cubicBezTo>
                  <a:cubicBezTo>
                    <a:pt x="260" y="8"/>
                    <a:pt x="255" y="7"/>
                    <a:pt x="251" y="7"/>
                  </a:cubicBezTo>
                  <a:cubicBezTo>
                    <a:pt x="247" y="7"/>
                    <a:pt x="243" y="8"/>
                    <a:pt x="238" y="8"/>
                  </a:cubicBezTo>
                  <a:cubicBezTo>
                    <a:pt x="238" y="9"/>
                    <a:pt x="238" y="9"/>
                    <a:pt x="237" y="9"/>
                  </a:cubicBezTo>
                  <a:cubicBezTo>
                    <a:pt x="236" y="9"/>
                    <a:pt x="234" y="9"/>
                    <a:pt x="229" y="8"/>
                  </a:cubicBezTo>
                  <a:lnTo>
                    <a:pt x="230" y="7"/>
                  </a:lnTo>
                  <a:cubicBezTo>
                    <a:pt x="230" y="6"/>
                    <a:pt x="230" y="5"/>
                    <a:pt x="221" y="3"/>
                  </a:cubicBezTo>
                  <a:cubicBezTo>
                    <a:pt x="217" y="1"/>
                    <a:pt x="209" y="1"/>
                    <a:pt x="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33"/>
            <p:cNvSpPr/>
            <p:nvPr/>
          </p:nvSpPr>
          <p:spPr>
            <a:xfrm>
              <a:off x="3185806" y="2898713"/>
              <a:ext cx="42954" cy="66229"/>
            </a:xfrm>
            <a:custGeom>
              <a:avLst/>
              <a:gdLst/>
              <a:ahLst/>
              <a:cxnLst/>
              <a:rect l="l" t="t" r="r" b="b"/>
              <a:pathLst>
                <a:path w="430" h="663" extrusionOk="0">
                  <a:moveTo>
                    <a:pt x="177" y="19"/>
                  </a:moveTo>
                  <a:lnTo>
                    <a:pt x="170" y="24"/>
                  </a:lnTo>
                  <a:lnTo>
                    <a:pt x="171" y="25"/>
                  </a:lnTo>
                  <a:cubicBezTo>
                    <a:pt x="179" y="21"/>
                    <a:pt x="179" y="21"/>
                    <a:pt x="177" y="20"/>
                  </a:cubicBezTo>
                  <a:lnTo>
                    <a:pt x="177" y="19"/>
                  </a:lnTo>
                  <a:close/>
                  <a:moveTo>
                    <a:pt x="134" y="25"/>
                  </a:moveTo>
                  <a:cubicBezTo>
                    <a:pt x="135" y="25"/>
                    <a:pt x="135" y="25"/>
                    <a:pt x="135" y="26"/>
                  </a:cubicBezTo>
                  <a:cubicBezTo>
                    <a:pt x="135" y="26"/>
                    <a:pt x="135" y="26"/>
                    <a:pt x="127" y="29"/>
                  </a:cubicBezTo>
                  <a:cubicBezTo>
                    <a:pt x="127" y="29"/>
                    <a:pt x="119" y="31"/>
                    <a:pt x="119" y="31"/>
                  </a:cubicBezTo>
                  <a:lnTo>
                    <a:pt x="127" y="27"/>
                  </a:lnTo>
                  <a:cubicBezTo>
                    <a:pt x="131" y="25"/>
                    <a:pt x="133" y="25"/>
                    <a:pt x="134" y="25"/>
                  </a:cubicBezTo>
                  <a:close/>
                  <a:moveTo>
                    <a:pt x="137" y="33"/>
                  </a:moveTo>
                  <a:cubicBezTo>
                    <a:pt x="138" y="33"/>
                    <a:pt x="138" y="33"/>
                    <a:pt x="138" y="34"/>
                  </a:cubicBezTo>
                  <a:cubicBezTo>
                    <a:pt x="138" y="35"/>
                    <a:pt x="138" y="36"/>
                    <a:pt x="130" y="38"/>
                  </a:cubicBezTo>
                  <a:cubicBezTo>
                    <a:pt x="133" y="37"/>
                    <a:pt x="134" y="37"/>
                    <a:pt x="133" y="37"/>
                  </a:cubicBezTo>
                  <a:lnTo>
                    <a:pt x="133" y="37"/>
                  </a:lnTo>
                  <a:cubicBezTo>
                    <a:pt x="133" y="37"/>
                    <a:pt x="128" y="39"/>
                    <a:pt x="122" y="42"/>
                  </a:cubicBezTo>
                  <a:lnTo>
                    <a:pt x="107" y="47"/>
                  </a:lnTo>
                  <a:cubicBezTo>
                    <a:pt x="111" y="44"/>
                    <a:pt x="116" y="42"/>
                    <a:pt x="121" y="39"/>
                  </a:cubicBezTo>
                  <a:cubicBezTo>
                    <a:pt x="132" y="34"/>
                    <a:pt x="136" y="33"/>
                    <a:pt x="137" y="33"/>
                  </a:cubicBezTo>
                  <a:close/>
                  <a:moveTo>
                    <a:pt x="169" y="52"/>
                  </a:moveTo>
                  <a:cubicBezTo>
                    <a:pt x="167" y="53"/>
                    <a:pt x="165" y="55"/>
                    <a:pt x="163" y="56"/>
                  </a:cubicBezTo>
                  <a:lnTo>
                    <a:pt x="164" y="59"/>
                  </a:lnTo>
                  <a:lnTo>
                    <a:pt x="155" y="59"/>
                  </a:lnTo>
                  <a:cubicBezTo>
                    <a:pt x="149" y="61"/>
                    <a:pt x="144" y="62"/>
                    <a:pt x="138" y="64"/>
                  </a:cubicBezTo>
                  <a:cubicBezTo>
                    <a:pt x="138" y="64"/>
                    <a:pt x="132" y="66"/>
                    <a:pt x="131" y="66"/>
                  </a:cubicBezTo>
                  <a:cubicBezTo>
                    <a:pt x="130" y="66"/>
                    <a:pt x="130" y="66"/>
                    <a:pt x="130" y="66"/>
                  </a:cubicBezTo>
                  <a:lnTo>
                    <a:pt x="146" y="59"/>
                  </a:lnTo>
                  <a:cubicBezTo>
                    <a:pt x="153" y="57"/>
                    <a:pt x="161" y="54"/>
                    <a:pt x="169" y="52"/>
                  </a:cubicBezTo>
                  <a:close/>
                  <a:moveTo>
                    <a:pt x="16" y="71"/>
                  </a:moveTo>
                  <a:cubicBezTo>
                    <a:pt x="16" y="71"/>
                    <a:pt x="8" y="74"/>
                    <a:pt x="0" y="76"/>
                  </a:cubicBezTo>
                  <a:lnTo>
                    <a:pt x="0" y="77"/>
                  </a:lnTo>
                  <a:cubicBezTo>
                    <a:pt x="6" y="76"/>
                    <a:pt x="11" y="74"/>
                    <a:pt x="16" y="72"/>
                  </a:cubicBezTo>
                  <a:lnTo>
                    <a:pt x="16" y="71"/>
                  </a:lnTo>
                  <a:close/>
                  <a:moveTo>
                    <a:pt x="128" y="91"/>
                  </a:moveTo>
                  <a:cubicBezTo>
                    <a:pt x="129" y="91"/>
                    <a:pt x="129" y="91"/>
                    <a:pt x="129" y="92"/>
                  </a:cubicBezTo>
                  <a:cubicBezTo>
                    <a:pt x="129" y="92"/>
                    <a:pt x="129" y="92"/>
                    <a:pt x="128" y="93"/>
                  </a:cubicBezTo>
                  <a:lnTo>
                    <a:pt x="128" y="93"/>
                  </a:lnTo>
                  <a:cubicBezTo>
                    <a:pt x="128" y="92"/>
                    <a:pt x="128" y="92"/>
                    <a:pt x="128" y="91"/>
                  </a:cubicBezTo>
                  <a:close/>
                  <a:moveTo>
                    <a:pt x="120" y="81"/>
                  </a:moveTo>
                  <a:cubicBezTo>
                    <a:pt x="123" y="81"/>
                    <a:pt x="127" y="83"/>
                    <a:pt x="128" y="87"/>
                  </a:cubicBezTo>
                  <a:cubicBezTo>
                    <a:pt x="128" y="89"/>
                    <a:pt x="129" y="90"/>
                    <a:pt x="128" y="91"/>
                  </a:cubicBezTo>
                  <a:lnTo>
                    <a:pt x="128" y="91"/>
                  </a:lnTo>
                  <a:cubicBezTo>
                    <a:pt x="128" y="91"/>
                    <a:pt x="128" y="91"/>
                    <a:pt x="128" y="91"/>
                  </a:cubicBezTo>
                  <a:cubicBezTo>
                    <a:pt x="126" y="91"/>
                    <a:pt x="122" y="92"/>
                    <a:pt x="113" y="95"/>
                  </a:cubicBezTo>
                  <a:lnTo>
                    <a:pt x="113" y="95"/>
                  </a:lnTo>
                  <a:cubicBezTo>
                    <a:pt x="113" y="94"/>
                    <a:pt x="113" y="94"/>
                    <a:pt x="112" y="93"/>
                  </a:cubicBezTo>
                  <a:lnTo>
                    <a:pt x="111" y="92"/>
                  </a:lnTo>
                  <a:cubicBezTo>
                    <a:pt x="110" y="85"/>
                    <a:pt x="115" y="81"/>
                    <a:pt x="120" y="81"/>
                  </a:cubicBezTo>
                  <a:close/>
                  <a:moveTo>
                    <a:pt x="178" y="108"/>
                  </a:moveTo>
                  <a:cubicBezTo>
                    <a:pt x="179" y="108"/>
                    <a:pt x="179" y="108"/>
                    <a:pt x="179" y="109"/>
                  </a:cubicBezTo>
                  <a:lnTo>
                    <a:pt x="171" y="111"/>
                  </a:lnTo>
                  <a:lnTo>
                    <a:pt x="163" y="114"/>
                  </a:lnTo>
                  <a:lnTo>
                    <a:pt x="171" y="110"/>
                  </a:lnTo>
                  <a:cubicBezTo>
                    <a:pt x="175" y="108"/>
                    <a:pt x="177" y="108"/>
                    <a:pt x="178" y="108"/>
                  </a:cubicBezTo>
                  <a:close/>
                  <a:moveTo>
                    <a:pt x="230" y="128"/>
                  </a:moveTo>
                  <a:lnTo>
                    <a:pt x="230" y="128"/>
                  </a:lnTo>
                  <a:lnTo>
                    <a:pt x="230" y="128"/>
                  </a:lnTo>
                  <a:close/>
                  <a:moveTo>
                    <a:pt x="230" y="128"/>
                  </a:moveTo>
                  <a:lnTo>
                    <a:pt x="229" y="128"/>
                  </a:lnTo>
                  <a:lnTo>
                    <a:pt x="230" y="128"/>
                  </a:lnTo>
                  <a:close/>
                  <a:moveTo>
                    <a:pt x="167" y="117"/>
                  </a:moveTo>
                  <a:lnTo>
                    <a:pt x="167" y="117"/>
                  </a:lnTo>
                  <a:cubicBezTo>
                    <a:pt x="168" y="117"/>
                    <a:pt x="164" y="119"/>
                    <a:pt x="156" y="122"/>
                  </a:cubicBezTo>
                  <a:cubicBezTo>
                    <a:pt x="148" y="126"/>
                    <a:pt x="140" y="128"/>
                    <a:pt x="133" y="130"/>
                  </a:cubicBezTo>
                  <a:cubicBezTo>
                    <a:pt x="133" y="129"/>
                    <a:pt x="131" y="128"/>
                    <a:pt x="131" y="128"/>
                  </a:cubicBezTo>
                  <a:lnTo>
                    <a:pt x="148" y="123"/>
                  </a:lnTo>
                  <a:cubicBezTo>
                    <a:pt x="160" y="119"/>
                    <a:pt x="166" y="117"/>
                    <a:pt x="167" y="117"/>
                  </a:cubicBezTo>
                  <a:close/>
                  <a:moveTo>
                    <a:pt x="229" y="128"/>
                  </a:moveTo>
                  <a:lnTo>
                    <a:pt x="222" y="131"/>
                  </a:lnTo>
                  <a:lnTo>
                    <a:pt x="222" y="131"/>
                  </a:lnTo>
                  <a:lnTo>
                    <a:pt x="229" y="128"/>
                  </a:lnTo>
                  <a:close/>
                  <a:moveTo>
                    <a:pt x="198" y="124"/>
                  </a:moveTo>
                  <a:cubicBezTo>
                    <a:pt x="199" y="124"/>
                    <a:pt x="196" y="125"/>
                    <a:pt x="185" y="129"/>
                  </a:cubicBezTo>
                  <a:lnTo>
                    <a:pt x="170" y="133"/>
                  </a:lnTo>
                  <a:cubicBezTo>
                    <a:pt x="176" y="130"/>
                    <a:pt x="185" y="127"/>
                    <a:pt x="193" y="125"/>
                  </a:cubicBezTo>
                  <a:cubicBezTo>
                    <a:pt x="196" y="124"/>
                    <a:pt x="197" y="124"/>
                    <a:pt x="198" y="124"/>
                  </a:cubicBezTo>
                  <a:close/>
                  <a:moveTo>
                    <a:pt x="163" y="144"/>
                  </a:moveTo>
                  <a:lnTo>
                    <a:pt x="164" y="145"/>
                  </a:lnTo>
                  <a:cubicBezTo>
                    <a:pt x="158" y="147"/>
                    <a:pt x="153" y="149"/>
                    <a:pt x="147" y="150"/>
                  </a:cubicBezTo>
                  <a:lnTo>
                    <a:pt x="147" y="149"/>
                  </a:lnTo>
                  <a:cubicBezTo>
                    <a:pt x="155" y="146"/>
                    <a:pt x="163" y="144"/>
                    <a:pt x="163" y="144"/>
                  </a:cubicBezTo>
                  <a:close/>
                  <a:moveTo>
                    <a:pt x="281" y="152"/>
                  </a:moveTo>
                  <a:cubicBezTo>
                    <a:pt x="281" y="152"/>
                    <a:pt x="279" y="153"/>
                    <a:pt x="274" y="155"/>
                  </a:cubicBezTo>
                  <a:lnTo>
                    <a:pt x="274" y="157"/>
                  </a:lnTo>
                  <a:cubicBezTo>
                    <a:pt x="282" y="154"/>
                    <a:pt x="282" y="154"/>
                    <a:pt x="282" y="153"/>
                  </a:cubicBezTo>
                  <a:cubicBezTo>
                    <a:pt x="282" y="152"/>
                    <a:pt x="282" y="152"/>
                    <a:pt x="281" y="152"/>
                  </a:cubicBezTo>
                  <a:close/>
                  <a:moveTo>
                    <a:pt x="197" y="155"/>
                  </a:moveTo>
                  <a:cubicBezTo>
                    <a:pt x="198" y="155"/>
                    <a:pt x="191" y="158"/>
                    <a:pt x="179" y="163"/>
                  </a:cubicBezTo>
                  <a:cubicBezTo>
                    <a:pt x="179" y="162"/>
                    <a:pt x="179" y="162"/>
                    <a:pt x="177" y="162"/>
                  </a:cubicBezTo>
                  <a:cubicBezTo>
                    <a:pt x="183" y="159"/>
                    <a:pt x="189" y="157"/>
                    <a:pt x="194" y="156"/>
                  </a:cubicBezTo>
                  <a:cubicBezTo>
                    <a:pt x="196" y="155"/>
                    <a:pt x="197" y="155"/>
                    <a:pt x="197" y="155"/>
                  </a:cubicBezTo>
                  <a:close/>
                  <a:moveTo>
                    <a:pt x="195" y="162"/>
                  </a:moveTo>
                  <a:lnTo>
                    <a:pt x="196" y="163"/>
                  </a:lnTo>
                  <a:cubicBezTo>
                    <a:pt x="196" y="164"/>
                    <a:pt x="196" y="164"/>
                    <a:pt x="189" y="166"/>
                  </a:cubicBezTo>
                  <a:lnTo>
                    <a:pt x="195" y="162"/>
                  </a:lnTo>
                  <a:close/>
                  <a:moveTo>
                    <a:pt x="222" y="160"/>
                  </a:moveTo>
                  <a:cubicBezTo>
                    <a:pt x="214" y="164"/>
                    <a:pt x="207" y="167"/>
                    <a:pt x="207" y="167"/>
                  </a:cubicBezTo>
                  <a:cubicBezTo>
                    <a:pt x="207" y="167"/>
                    <a:pt x="207" y="167"/>
                    <a:pt x="207" y="167"/>
                  </a:cubicBezTo>
                  <a:cubicBezTo>
                    <a:pt x="209" y="167"/>
                    <a:pt x="214" y="165"/>
                    <a:pt x="214" y="165"/>
                  </a:cubicBezTo>
                  <a:cubicBezTo>
                    <a:pt x="214" y="165"/>
                    <a:pt x="222" y="162"/>
                    <a:pt x="222" y="162"/>
                  </a:cubicBezTo>
                  <a:lnTo>
                    <a:pt x="222" y="160"/>
                  </a:lnTo>
                  <a:close/>
                  <a:moveTo>
                    <a:pt x="145" y="169"/>
                  </a:moveTo>
                  <a:lnTo>
                    <a:pt x="137" y="173"/>
                  </a:lnTo>
                  <a:cubicBezTo>
                    <a:pt x="137" y="172"/>
                    <a:pt x="137" y="172"/>
                    <a:pt x="136" y="172"/>
                  </a:cubicBezTo>
                  <a:cubicBezTo>
                    <a:pt x="135" y="172"/>
                    <a:pt x="133" y="173"/>
                    <a:pt x="133" y="173"/>
                  </a:cubicBezTo>
                  <a:cubicBezTo>
                    <a:pt x="133" y="173"/>
                    <a:pt x="134" y="172"/>
                    <a:pt x="137" y="172"/>
                  </a:cubicBezTo>
                  <a:lnTo>
                    <a:pt x="136" y="172"/>
                  </a:lnTo>
                  <a:cubicBezTo>
                    <a:pt x="139" y="169"/>
                    <a:pt x="141" y="169"/>
                    <a:pt x="145" y="169"/>
                  </a:cubicBezTo>
                  <a:close/>
                  <a:moveTo>
                    <a:pt x="176" y="185"/>
                  </a:moveTo>
                  <a:cubicBezTo>
                    <a:pt x="176" y="185"/>
                    <a:pt x="176" y="185"/>
                    <a:pt x="176" y="185"/>
                  </a:cubicBezTo>
                  <a:cubicBezTo>
                    <a:pt x="176" y="186"/>
                    <a:pt x="176" y="186"/>
                    <a:pt x="168" y="190"/>
                  </a:cubicBezTo>
                  <a:cubicBezTo>
                    <a:pt x="168" y="190"/>
                    <a:pt x="163" y="192"/>
                    <a:pt x="161" y="192"/>
                  </a:cubicBezTo>
                  <a:cubicBezTo>
                    <a:pt x="161" y="192"/>
                    <a:pt x="161" y="192"/>
                    <a:pt x="161" y="192"/>
                  </a:cubicBezTo>
                  <a:cubicBezTo>
                    <a:pt x="161" y="192"/>
                    <a:pt x="168" y="187"/>
                    <a:pt x="168" y="187"/>
                  </a:cubicBezTo>
                  <a:cubicBezTo>
                    <a:pt x="173" y="185"/>
                    <a:pt x="175" y="185"/>
                    <a:pt x="176" y="185"/>
                  </a:cubicBezTo>
                  <a:close/>
                  <a:moveTo>
                    <a:pt x="151" y="195"/>
                  </a:moveTo>
                  <a:cubicBezTo>
                    <a:pt x="149" y="196"/>
                    <a:pt x="147" y="197"/>
                    <a:pt x="145" y="197"/>
                  </a:cubicBezTo>
                  <a:cubicBezTo>
                    <a:pt x="148" y="197"/>
                    <a:pt x="150" y="196"/>
                    <a:pt x="151" y="195"/>
                  </a:cubicBezTo>
                  <a:close/>
                  <a:moveTo>
                    <a:pt x="180" y="199"/>
                  </a:moveTo>
                  <a:cubicBezTo>
                    <a:pt x="181" y="199"/>
                    <a:pt x="181" y="199"/>
                    <a:pt x="181" y="200"/>
                  </a:cubicBezTo>
                  <a:cubicBezTo>
                    <a:pt x="181" y="201"/>
                    <a:pt x="173" y="203"/>
                    <a:pt x="173" y="203"/>
                  </a:cubicBezTo>
                  <a:cubicBezTo>
                    <a:pt x="170" y="204"/>
                    <a:pt x="169" y="204"/>
                    <a:pt x="169" y="204"/>
                  </a:cubicBezTo>
                  <a:cubicBezTo>
                    <a:pt x="169" y="204"/>
                    <a:pt x="173" y="203"/>
                    <a:pt x="173" y="202"/>
                  </a:cubicBezTo>
                  <a:cubicBezTo>
                    <a:pt x="178" y="200"/>
                    <a:pt x="180" y="199"/>
                    <a:pt x="180" y="199"/>
                  </a:cubicBezTo>
                  <a:close/>
                  <a:moveTo>
                    <a:pt x="206" y="203"/>
                  </a:moveTo>
                  <a:cubicBezTo>
                    <a:pt x="207" y="203"/>
                    <a:pt x="203" y="205"/>
                    <a:pt x="193" y="210"/>
                  </a:cubicBezTo>
                  <a:cubicBezTo>
                    <a:pt x="188" y="212"/>
                    <a:pt x="186" y="213"/>
                    <a:pt x="186" y="213"/>
                  </a:cubicBezTo>
                  <a:cubicBezTo>
                    <a:pt x="185" y="213"/>
                    <a:pt x="185" y="212"/>
                    <a:pt x="185" y="212"/>
                  </a:cubicBezTo>
                  <a:cubicBezTo>
                    <a:pt x="185" y="212"/>
                    <a:pt x="193" y="209"/>
                    <a:pt x="201" y="205"/>
                  </a:cubicBezTo>
                  <a:cubicBezTo>
                    <a:pt x="204" y="204"/>
                    <a:pt x="206" y="203"/>
                    <a:pt x="206" y="203"/>
                  </a:cubicBezTo>
                  <a:close/>
                  <a:moveTo>
                    <a:pt x="203" y="212"/>
                  </a:moveTo>
                  <a:cubicBezTo>
                    <a:pt x="198" y="214"/>
                    <a:pt x="192" y="216"/>
                    <a:pt x="186" y="218"/>
                  </a:cubicBezTo>
                  <a:lnTo>
                    <a:pt x="194" y="214"/>
                  </a:lnTo>
                  <a:lnTo>
                    <a:pt x="202" y="212"/>
                  </a:lnTo>
                  <a:close/>
                  <a:moveTo>
                    <a:pt x="192" y="221"/>
                  </a:moveTo>
                  <a:cubicBezTo>
                    <a:pt x="192" y="221"/>
                    <a:pt x="188" y="222"/>
                    <a:pt x="187" y="222"/>
                  </a:cubicBezTo>
                  <a:cubicBezTo>
                    <a:pt x="190" y="221"/>
                    <a:pt x="192" y="221"/>
                    <a:pt x="192" y="221"/>
                  </a:cubicBezTo>
                  <a:close/>
                  <a:moveTo>
                    <a:pt x="21" y="259"/>
                  </a:moveTo>
                  <a:cubicBezTo>
                    <a:pt x="21" y="259"/>
                    <a:pt x="14" y="261"/>
                    <a:pt x="6" y="265"/>
                  </a:cubicBezTo>
                  <a:cubicBezTo>
                    <a:pt x="2" y="266"/>
                    <a:pt x="0" y="267"/>
                    <a:pt x="1" y="267"/>
                  </a:cubicBezTo>
                  <a:cubicBezTo>
                    <a:pt x="1" y="267"/>
                    <a:pt x="5" y="266"/>
                    <a:pt x="14" y="262"/>
                  </a:cubicBezTo>
                  <a:cubicBezTo>
                    <a:pt x="21" y="259"/>
                    <a:pt x="21" y="259"/>
                    <a:pt x="21" y="259"/>
                  </a:cubicBezTo>
                  <a:close/>
                  <a:moveTo>
                    <a:pt x="202" y="267"/>
                  </a:moveTo>
                  <a:lnTo>
                    <a:pt x="202" y="268"/>
                  </a:lnTo>
                  <a:cubicBezTo>
                    <a:pt x="198" y="270"/>
                    <a:pt x="192" y="273"/>
                    <a:pt x="186" y="274"/>
                  </a:cubicBezTo>
                  <a:lnTo>
                    <a:pt x="194" y="270"/>
                  </a:lnTo>
                  <a:lnTo>
                    <a:pt x="202" y="267"/>
                  </a:lnTo>
                  <a:close/>
                  <a:moveTo>
                    <a:pt x="276" y="274"/>
                  </a:moveTo>
                  <a:cubicBezTo>
                    <a:pt x="270" y="276"/>
                    <a:pt x="265" y="278"/>
                    <a:pt x="259" y="279"/>
                  </a:cubicBezTo>
                  <a:cubicBezTo>
                    <a:pt x="267" y="276"/>
                    <a:pt x="275" y="274"/>
                    <a:pt x="275" y="274"/>
                  </a:cubicBezTo>
                  <a:close/>
                  <a:moveTo>
                    <a:pt x="216" y="283"/>
                  </a:moveTo>
                  <a:cubicBezTo>
                    <a:pt x="217" y="284"/>
                    <a:pt x="217" y="284"/>
                    <a:pt x="209" y="286"/>
                  </a:cubicBezTo>
                  <a:cubicBezTo>
                    <a:pt x="201" y="289"/>
                    <a:pt x="192" y="292"/>
                    <a:pt x="192" y="292"/>
                  </a:cubicBezTo>
                  <a:cubicBezTo>
                    <a:pt x="200" y="288"/>
                    <a:pt x="208" y="285"/>
                    <a:pt x="216" y="283"/>
                  </a:cubicBezTo>
                  <a:close/>
                  <a:moveTo>
                    <a:pt x="231" y="302"/>
                  </a:moveTo>
                  <a:lnTo>
                    <a:pt x="231" y="303"/>
                  </a:lnTo>
                  <a:cubicBezTo>
                    <a:pt x="227" y="305"/>
                    <a:pt x="221" y="307"/>
                    <a:pt x="216" y="308"/>
                  </a:cubicBezTo>
                  <a:lnTo>
                    <a:pt x="223" y="305"/>
                  </a:lnTo>
                  <a:lnTo>
                    <a:pt x="231" y="302"/>
                  </a:lnTo>
                  <a:close/>
                  <a:moveTo>
                    <a:pt x="248" y="356"/>
                  </a:moveTo>
                  <a:cubicBezTo>
                    <a:pt x="248" y="357"/>
                    <a:pt x="248" y="357"/>
                    <a:pt x="240" y="360"/>
                  </a:cubicBezTo>
                  <a:cubicBezTo>
                    <a:pt x="236" y="362"/>
                    <a:pt x="234" y="362"/>
                    <a:pt x="233" y="362"/>
                  </a:cubicBezTo>
                  <a:cubicBezTo>
                    <a:pt x="232" y="362"/>
                    <a:pt x="232" y="362"/>
                    <a:pt x="232" y="361"/>
                  </a:cubicBezTo>
                  <a:cubicBezTo>
                    <a:pt x="237" y="358"/>
                    <a:pt x="242" y="357"/>
                    <a:pt x="248" y="356"/>
                  </a:cubicBezTo>
                  <a:close/>
                  <a:moveTo>
                    <a:pt x="266" y="384"/>
                  </a:moveTo>
                  <a:lnTo>
                    <a:pt x="266" y="385"/>
                  </a:lnTo>
                  <a:cubicBezTo>
                    <a:pt x="260" y="387"/>
                    <a:pt x="256" y="389"/>
                    <a:pt x="250" y="390"/>
                  </a:cubicBezTo>
                  <a:lnTo>
                    <a:pt x="249" y="389"/>
                  </a:lnTo>
                  <a:cubicBezTo>
                    <a:pt x="257" y="386"/>
                    <a:pt x="266" y="384"/>
                    <a:pt x="266" y="384"/>
                  </a:cubicBezTo>
                  <a:close/>
                  <a:moveTo>
                    <a:pt x="323" y="395"/>
                  </a:moveTo>
                  <a:lnTo>
                    <a:pt x="317" y="397"/>
                  </a:lnTo>
                  <a:lnTo>
                    <a:pt x="317" y="397"/>
                  </a:lnTo>
                  <a:cubicBezTo>
                    <a:pt x="319" y="396"/>
                    <a:pt x="321" y="396"/>
                    <a:pt x="323" y="395"/>
                  </a:cubicBezTo>
                  <a:close/>
                  <a:moveTo>
                    <a:pt x="333" y="428"/>
                  </a:moveTo>
                  <a:cubicBezTo>
                    <a:pt x="333" y="428"/>
                    <a:pt x="333" y="429"/>
                    <a:pt x="333" y="429"/>
                  </a:cubicBezTo>
                  <a:cubicBezTo>
                    <a:pt x="333" y="430"/>
                    <a:pt x="333" y="430"/>
                    <a:pt x="325" y="433"/>
                  </a:cubicBezTo>
                  <a:cubicBezTo>
                    <a:pt x="325" y="433"/>
                    <a:pt x="318" y="435"/>
                    <a:pt x="318" y="435"/>
                  </a:cubicBezTo>
                  <a:lnTo>
                    <a:pt x="325" y="431"/>
                  </a:lnTo>
                  <a:cubicBezTo>
                    <a:pt x="330" y="429"/>
                    <a:pt x="332" y="428"/>
                    <a:pt x="333" y="428"/>
                  </a:cubicBezTo>
                  <a:close/>
                  <a:moveTo>
                    <a:pt x="343" y="434"/>
                  </a:moveTo>
                  <a:lnTo>
                    <a:pt x="345" y="435"/>
                  </a:lnTo>
                  <a:cubicBezTo>
                    <a:pt x="339" y="437"/>
                    <a:pt x="333" y="440"/>
                    <a:pt x="328" y="441"/>
                  </a:cubicBezTo>
                  <a:lnTo>
                    <a:pt x="336" y="437"/>
                  </a:lnTo>
                  <a:lnTo>
                    <a:pt x="343" y="434"/>
                  </a:lnTo>
                  <a:close/>
                  <a:moveTo>
                    <a:pt x="296" y="461"/>
                  </a:moveTo>
                  <a:cubicBezTo>
                    <a:pt x="297" y="461"/>
                    <a:pt x="296" y="462"/>
                    <a:pt x="291" y="463"/>
                  </a:cubicBezTo>
                  <a:cubicBezTo>
                    <a:pt x="283" y="467"/>
                    <a:pt x="283" y="467"/>
                    <a:pt x="283" y="467"/>
                  </a:cubicBezTo>
                  <a:cubicBezTo>
                    <a:pt x="283" y="464"/>
                    <a:pt x="283" y="464"/>
                    <a:pt x="291" y="462"/>
                  </a:cubicBezTo>
                  <a:cubicBezTo>
                    <a:pt x="294" y="461"/>
                    <a:pt x="296" y="461"/>
                    <a:pt x="296" y="461"/>
                  </a:cubicBezTo>
                  <a:close/>
                  <a:moveTo>
                    <a:pt x="292" y="468"/>
                  </a:moveTo>
                  <a:lnTo>
                    <a:pt x="292" y="469"/>
                  </a:lnTo>
                  <a:cubicBezTo>
                    <a:pt x="293" y="469"/>
                    <a:pt x="293" y="469"/>
                    <a:pt x="285" y="472"/>
                  </a:cubicBezTo>
                  <a:lnTo>
                    <a:pt x="284" y="471"/>
                  </a:lnTo>
                  <a:lnTo>
                    <a:pt x="292" y="468"/>
                  </a:lnTo>
                  <a:close/>
                  <a:moveTo>
                    <a:pt x="295" y="476"/>
                  </a:moveTo>
                  <a:cubicBezTo>
                    <a:pt x="295" y="477"/>
                    <a:pt x="295" y="477"/>
                    <a:pt x="287" y="480"/>
                  </a:cubicBezTo>
                  <a:lnTo>
                    <a:pt x="287" y="479"/>
                  </a:lnTo>
                  <a:lnTo>
                    <a:pt x="294" y="476"/>
                  </a:lnTo>
                  <a:close/>
                  <a:moveTo>
                    <a:pt x="282" y="479"/>
                  </a:moveTo>
                  <a:cubicBezTo>
                    <a:pt x="281" y="479"/>
                    <a:pt x="280" y="480"/>
                    <a:pt x="278" y="480"/>
                  </a:cubicBezTo>
                  <a:cubicBezTo>
                    <a:pt x="278" y="480"/>
                    <a:pt x="279" y="480"/>
                    <a:pt x="279" y="480"/>
                  </a:cubicBezTo>
                  <a:cubicBezTo>
                    <a:pt x="280" y="480"/>
                    <a:pt x="282" y="479"/>
                    <a:pt x="282" y="479"/>
                  </a:cubicBezTo>
                  <a:close/>
                  <a:moveTo>
                    <a:pt x="313" y="477"/>
                  </a:moveTo>
                  <a:cubicBezTo>
                    <a:pt x="313" y="478"/>
                    <a:pt x="305" y="481"/>
                    <a:pt x="305" y="481"/>
                  </a:cubicBezTo>
                  <a:cubicBezTo>
                    <a:pt x="305" y="481"/>
                    <a:pt x="299" y="484"/>
                    <a:pt x="298" y="484"/>
                  </a:cubicBezTo>
                  <a:cubicBezTo>
                    <a:pt x="298" y="484"/>
                    <a:pt x="297" y="484"/>
                    <a:pt x="297" y="483"/>
                  </a:cubicBezTo>
                  <a:cubicBezTo>
                    <a:pt x="297" y="483"/>
                    <a:pt x="305" y="480"/>
                    <a:pt x="313" y="477"/>
                  </a:cubicBezTo>
                  <a:close/>
                  <a:moveTo>
                    <a:pt x="326" y="507"/>
                  </a:moveTo>
                  <a:cubicBezTo>
                    <a:pt x="326" y="507"/>
                    <a:pt x="326" y="507"/>
                    <a:pt x="323" y="508"/>
                  </a:cubicBezTo>
                  <a:cubicBezTo>
                    <a:pt x="323" y="508"/>
                    <a:pt x="315" y="512"/>
                    <a:pt x="306" y="514"/>
                  </a:cubicBezTo>
                  <a:lnTo>
                    <a:pt x="314" y="510"/>
                  </a:lnTo>
                  <a:cubicBezTo>
                    <a:pt x="320" y="509"/>
                    <a:pt x="326" y="507"/>
                    <a:pt x="326" y="507"/>
                  </a:cubicBezTo>
                  <a:close/>
                  <a:moveTo>
                    <a:pt x="362" y="521"/>
                  </a:moveTo>
                  <a:cubicBezTo>
                    <a:pt x="362" y="522"/>
                    <a:pt x="362" y="522"/>
                    <a:pt x="355" y="525"/>
                  </a:cubicBezTo>
                  <a:cubicBezTo>
                    <a:pt x="349" y="527"/>
                    <a:pt x="345" y="529"/>
                    <a:pt x="339" y="529"/>
                  </a:cubicBezTo>
                  <a:cubicBezTo>
                    <a:pt x="346" y="526"/>
                    <a:pt x="354" y="523"/>
                    <a:pt x="362" y="521"/>
                  </a:cubicBezTo>
                  <a:close/>
                  <a:moveTo>
                    <a:pt x="410" y="623"/>
                  </a:moveTo>
                  <a:lnTo>
                    <a:pt x="410" y="623"/>
                  </a:lnTo>
                  <a:cubicBezTo>
                    <a:pt x="411" y="623"/>
                    <a:pt x="400" y="627"/>
                    <a:pt x="388" y="630"/>
                  </a:cubicBezTo>
                  <a:cubicBezTo>
                    <a:pt x="393" y="627"/>
                    <a:pt x="398" y="626"/>
                    <a:pt x="404" y="625"/>
                  </a:cubicBezTo>
                  <a:cubicBezTo>
                    <a:pt x="408" y="623"/>
                    <a:pt x="410" y="623"/>
                    <a:pt x="410" y="623"/>
                  </a:cubicBezTo>
                  <a:close/>
                  <a:moveTo>
                    <a:pt x="170" y="1"/>
                  </a:moveTo>
                  <a:cubicBezTo>
                    <a:pt x="169" y="1"/>
                    <a:pt x="167" y="1"/>
                    <a:pt x="164" y="2"/>
                  </a:cubicBezTo>
                  <a:cubicBezTo>
                    <a:pt x="155" y="4"/>
                    <a:pt x="147" y="8"/>
                    <a:pt x="140" y="12"/>
                  </a:cubicBezTo>
                  <a:cubicBezTo>
                    <a:pt x="140" y="13"/>
                    <a:pt x="140" y="13"/>
                    <a:pt x="133" y="17"/>
                  </a:cubicBezTo>
                  <a:cubicBezTo>
                    <a:pt x="133" y="17"/>
                    <a:pt x="133" y="16"/>
                    <a:pt x="131" y="15"/>
                  </a:cubicBezTo>
                  <a:cubicBezTo>
                    <a:pt x="131" y="15"/>
                    <a:pt x="131" y="14"/>
                    <a:pt x="129" y="14"/>
                  </a:cubicBezTo>
                  <a:cubicBezTo>
                    <a:pt x="128" y="14"/>
                    <a:pt x="126" y="14"/>
                    <a:pt x="124" y="15"/>
                  </a:cubicBezTo>
                  <a:cubicBezTo>
                    <a:pt x="116" y="17"/>
                    <a:pt x="103" y="22"/>
                    <a:pt x="105" y="22"/>
                  </a:cubicBezTo>
                  <a:cubicBezTo>
                    <a:pt x="105" y="22"/>
                    <a:pt x="106" y="22"/>
                    <a:pt x="107" y="21"/>
                  </a:cubicBezTo>
                  <a:lnTo>
                    <a:pt x="107" y="21"/>
                  </a:lnTo>
                  <a:lnTo>
                    <a:pt x="99" y="26"/>
                  </a:lnTo>
                  <a:cubicBezTo>
                    <a:pt x="86" y="31"/>
                    <a:pt x="81" y="33"/>
                    <a:pt x="82" y="33"/>
                  </a:cubicBezTo>
                  <a:cubicBezTo>
                    <a:pt x="83" y="33"/>
                    <a:pt x="89" y="31"/>
                    <a:pt x="100" y="27"/>
                  </a:cubicBezTo>
                  <a:cubicBezTo>
                    <a:pt x="112" y="22"/>
                    <a:pt x="118" y="19"/>
                    <a:pt x="119" y="19"/>
                  </a:cubicBezTo>
                  <a:lnTo>
                    <a:pt x="119" y="19"/>
                  </a:lnTo>
                  <a:cubicBezTo>
                    <a:pt x="119" y="19"/>
                    <a:pt x="115" y="21"/>
                    <a:pt x="108" y="25"/>
                  </a:cubicBezTo>
                  <a:cubicBezTo>
                    <a:pt x="92" y="30"/>
                    <a:pt x="92" y="31"/>
                    <a:pt x="92" y="33"/>
                  </a:cubicBezTo>
                  <a:cubicBezTo>
                    <a:pt x="93" y="34"/>
                    <a:pt x="93" y="34"/>
                    <a:pt x="85" y="36"/>
                  </a:cubicBezTo>
                  <a:cubicBezTo>
                    <a:pt x="80" y="38"/>
                    <a:pt x="74" y="40"/>
                    <a:pt x="70" y="44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1" y="44"/>
                    <a:pt x="73" y="44"/>
                    <a:pt x="78" y="42"/>
                  </a:cubicBezTo>
                  <a:cubicBezTo>
                    <a:pt x="80" y="40"/>
                    <a:pt x="82" y="40"/>
                    <a:pt x="83" y="40"/>
                  </a:cubicBezTo>
                  <a:cubicBezTo>
                    <a:pt x="84" y="40"/>
                    <a:pt x="80" y="42"/>
                    <a:pt x="71" y="46"/>
                  </a:cubicBezTo>
                  <a:cubicBezTo>
                    <a:pt x="67" y="48"/>
                    <a:pt x="65" y="49"/>
                    <a:pt x="66" y="49"/>
                  </a:cubicBezTo>
                  <a:cubicBezTo>
                    <a:pt x="66" y="49"/>
                    <a:pt x="70" y="47"/>
                    <a:pt x="79" y="44"/>
                  </a:cubicBezTo>
                  <a:cubicBezTo>
                    <a:pt x="85" y="41"/>
                    <a:pt x="89" y="40"/>
                    <a:pt x="90" y="40"/>
                  </a:cubicBezTo>
                  <a:cubicBezTo>
                    <a:pt x="91" y="40"/>
                    <a:pt x="88" y="42"/>
                    <a:pt x="79" y="46"/>
                  </a:cubicBezTo>
                  <a:cubicBezTo>
                    <a:pt x="79" y="46"/>
                    <a:pt x="80" y="47"/>
                    <a:pt x="80" y="48"/>
                  </a:cubicBezTo>
                  <a:cubicBezTo>
                    <a:pt x="85" y="47"/>
                    <a:pt x="91" y="45"/>
                    <a:pt x="95" y="43"/>
                  </a:cubicBezTo>
                  <a:cubicBezTo>
                    <a:pt x="104" y="39"/>
                    <a:pt x="108" y="37"/>
                    <a:pt x="108" y="37"/>
                  </a:cubicBezTo>
                  <a:lnTo>
                    <a:pt x="108" y="37"/>
                  </a:lnTo>
                  <a:cubicBezTo>
                    <a:pt x="109" y="37"/>
                    <a:pt x="107" y="38"/>
                    <a:pt x="103" y="40"/>
                  </a:cubicBezTo>
                  <a:cubicBezTo>
                    <a:pt x="97" y="44"/>
                    <a:pt x="89" y="47"/>
                    <a:pt x="89" y="47"/>
                  </a:cubicBezTo>
                  <a:cubicBezTo>
                    <a:pt x="81" y="50"/>
                    <a:pt x="81" y="50"/>
                    <a:pt x="81" y="52"/>
                  </a:cubicBezTo>
                  <a:cubicBezTo>
                    <a:pt x="81" y="52"/>
                    <a:pt x="81" y="53"/>
                    <a:pt x="82" y="53"/>
                  </a:cubicBezTo>
                  <a:cubicBezTo>
                    <a:pt x="84" y="53"/>
                    <a:pt x="86" y="52"/>
                    <a:pt x="90" y="50"/>
                  </a:cubicBezTo>
                  <a:lnTo>
                    <a:pt x="90" y="50"/>
                  </a:lnTo>
                  <a:lnTo>
                    <a:pt x="82" y="54"/>
                  </a:lnTo>
                  <a:cubicBezTo>
                    <a:pt x="82" y="55"/>
                    <a:pt x="78" y="56"/>
                    <a:pt x="79" y="56"/>
                  </a:cubicBezTo>
                  <a:cubicBezTo>
                    <a:pt x="79" y="56"/>
                    <a:pt x="80" y="56"/>
                    <a:pt x="82" y="55"/>
                  </a:cubicBezTo>
                  <a:lnTo>
                    <a:pt x="82" y="55"/>
                  </a:lnTo>
                  <a:cubicBezTo>
                    <a:pt x="82" y="55"/>
                    <a:pt x="82" y="56"/>
                    <a:pt x="74" y="61"/>
                  </a:cubicBezTo>
                  <a:cubicBezTo>
                    <a:pt x="72" y="62"/>
                    <a:pt x="72" y="62"/>
                    <a:pt x="73" y="62"/>
                  </a:cubicBezTo>
                  <a:cubicBezTo>
                    <a:pt x="76" y="62"/>
                    <a:pt x="88" y="58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101" y="53"/>
                    <a:pt x="107" y="50"/>
                    <a:pt x="107" y="50"/>
                  </a:cubicBezTo>
                  <a:cubicBezTo>
                    <a:pt x="111" y="49"/>
                    <a:pt x="113" y="48"/>
                    <a:pt x="115" y="48"/>
                  </a:cubicBezTo>
                  <a:cubicBezTo>
                    <a:pt x="116" y="48"/>
                    <a:pt x="116" y="49"/>
                    <a:pt x="116" y="49"/>
                  </a:cubicBezTo>
                  <a:lnTo>
                    <a:pt x="100" y="55"/>
                  </a:lnTo>
                  <a:cubicBezTo>
                    <a:pt x="85" y="61"/>
                    <a:pt x="77" y="64"/>
                    <a:pt x="78" y="64"/>
                  </a:cubicBezTo>
                  <a:cubicBezTo>
                    <a:pt x="79" y="64"/>
                    <a:pt x="83" y="63"/>
                    <a:pt x="92" y="59"/>
                  </a:cubicBezTo>
                  <a:lnTo>
                    <a:pt x="92" y="59"/>
                  </a:lnTo>
                  <a:lnTo>
                    <a:pt x="84" y="63"/>
                  </a:lnTo>
                  <a:cubicBezTo>
                    <a:pt x="79" y="65"/>
                    <a:pt x="77" y="66"/>
                    <a:pt x="79" y="66"/>
                  </a:cubicBezTo>
                  <a:cubicBezTo>
                    <a:pt x="80" y="66"/>
                    <a:pt x="82" y="66"/>
                    <a:pt x="85" y="65"/>
                  </a:cubicBezTo>
                  <a:cubicBezTo>
                    <a:pt x="93" y="64"/>
                    <a:pt x="101" y="61"/>
                    <a:pt x="109" y="57"/>
                  </a:cubicBezTo>
                  <a:cubicBezTo>
                    <a:pt x="114" y="55"/>
                    <a:pt x="116" y="55"/>
                    <a:pt x="117" y="55"/>
                  </a:cubicBezTo>
                  <a:cubicBezTo>
                    <a:pt x="118" y="55"/>
                    <a:pt x="118" y="55"/>
                    <a:pt x="118" y="55"/>
                  </a:cubicBezTo>
                  <a:cubicBezTo>
                    <a:pt x="118" y="56"/>
                    <a:pt x="118" y="56"/>
                    <a:pt x="110" y="59"/>
                  </a:cubicBezTo>
                  <a:cubicBezTo>
                    <a:pt x="101" y="63"/>
                    <a:pt x="97" y="65"/>
                    <a:pt x="99" y="65"/>
                  </a:cubicBezTo>
                  <a:cubicBezTo>
                    <a:pt x="99" y="65"/>
                    <a:pt x="100" y="65"/>
                    <a:pt x="101" y="65"/>
                  </a:cubicBezTo>
                  <a:lnTo>
                    <a:pt x="101" y="65"/>
                  </a:lnTo>
                  <a:cubicBezTo>
                    <a:pt x="94" y="68"/>
                    <a:pt x="88" y="72"/>
                    <a:pt x="97" y="72"/>
                  </a:cubicBezTo>
                  <a:cubicBezTo>
                    <a:pt x="98" y="75"/>
                    <a:pt x="98" y="77"/>
                    <a:pt x="90" y="81"/>
                  </a:cubicBezTo>
                  <a:cubicBezTo>
                    <a:pt x="88" y="82"/>
                    <a:pt x="87" y="82"/>
                    <a:pt x="88" y="82"/>
                  </a:cubicBezTo>
                  <a:cubicBezTo>
                    <a:pt x="91" y="82"/>
                    <a:pt x="103" y="79"/>
                    <a:pt x="116" y="75"/>
                  </a:cubicBezTo>
                  <a:lnTo>
                    <a:pt x="116" y="75"/>
                  </a:lnTo>
                  <a:cubicBezTo>
                    <a:pt x="108" y="79"/>
                    <a:pt x="108" y="80"/>
                    <a:pt x="108" y="81"/>
                  </a:cubicBezTo>
                  <a:cubicBezTo>
                    <a:pt x="109" y="83"/>
                    <a:pt x="109" y="83"/>
                    <a:pt x="101" y="86"/>
                  </a:cubicBezTo>
                  <a:cubicBezTo>
                    <a:pt x="92" y="89"/>
                    <a:pt x="88" y="91"/>
                    <a:pt x="89" y="91"/>
                  </a:cubicBezTo>
                  <a:cubicBezTo>
                    <a:pt x="89" y="91"/>
                    <a:pt x="93" y="90"/>
                    <a:pt x="101" y="87"/>
                  </a:cubicBezTo>
                  <a:cubicBezTo>
                    <a:pt x="106" y="86"/>
                    <a:pt x="108" y="85"/>
                    <a:pt x="109" y="85"/>
                  </a:cubicBezTo>
                  <a:cubicBezTo>
                    <a:pt x="112" y="85"/>
                    <a:pt x="105" y="89"/>
                    <a:pt x="94" y="93"/>
                  </a:cubicBezTo>
                  <a:cubicBezTo>
                    <a:pt x="87" y="96"/>
                    <a:pt x="87" y="98"/>
                    <a:pt x="87" y="99"/>
                  </a:cubicBezTo>
                  <a:cubicBezTo>
                    <a:pt x="89" y="98"/>
                    <a:pt x="91" y="98"/>
                    <a:pt x="93" y="98"/>
                  </a:cubicBezTo>
                  <a:cubicBezTo>
                    <a:pt x="96" y="98"/>
                    <a:pt x="96" y="99"/>
                    <a:pt x="97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9" y="101"/>
                    <a:pt x="102" y="100"/>
                    <a:pt x="112" y="95"/>
                  </a:cubicBezTo>
                  <a:cubicBezTo>
                    <a:pt x="113" y="95"/>
                    <a:pt x="113" y="95"/>
                    <a:pt x="113" y="95"/>
                  </a:cubicBezTo>
                  <a:lnTo>
                    <a:pt x="113" y="95"/>
                  </a:lnTo>
                  <a:cubicBezTo>
                    <a:pt x="114" y="96"/>
                    <a:pt x="114" y="96"/>
                    <a:pt x="114" y="96"/>
                  </a:cubicBezTo>
                  <a:lnTo>
                    <a:pt x="114" y="96"/>
                  </a:lnTo>
                  <a:cubicBezTo>
                    <a:pt x="115" y="96"/>
                    <a:pt x="116" y="96"/>
                    <a:pt x="116" y="96"/>
                  </a:cubicBezTo>
                  <a:cubicBezTo>
                    <a:pt x="117" y="96"/>
                    <a:pt x="117" y="97"/>
                    <a:pt x="116" y="97"/>
                  </a:cubicBezTo>
                  <a:lnTo>
                    <a:pt x="116" y="97"/>
                  </a:lnTo>
                  <a:cubicBezTo>
                    <a:pt x="115" y="97"/>
                    <a:pt x="115" y="97"/>
                    <a:pt x="114" y="96"/>
                  </a:cubicBezTo>
                  <a:lnTo>
                    <a:pt x="114" y="96"/>
                  </a:lnTo>
                  <a:cubicBezTo>
                    <a:pt x="112" y="97"/>
                    <a:pt x="108" y="98"/>
                    <a:pt x="104" y="100"/>
                  </a:cubicBezTo>
                  <a:cubicBezTo>
                    <a:pt x="97" y="103"/>
                    <a:pt x="98" y="103"/>
                    <a:pt x="98" y="105"/>
                  </a:cubicBezTo>
                  <a:cubicBezTo>
                    <a:pt x="98" y="105"/>
                    <a:pt x="107" y="103"/>
                    <a:pt x="107" y="103"/>
                  </a:cubicBezTo>
                  <a:cubicBezTo>
                    <a:pt x="115" y="100"/>
                    <a:pt x="113" y="100"/>
                    <a:pt x="113" y="99"/>
                  </a:cubicBezTo>
                  <a:cubicBezTo>
                    <a:pt x="114" y="98"/>
                    <a:pt x="115" y="98"/>
                    <a:pt x="116" y="97"/>
                  </a:cubicBezTo>
                  <a:lnTo>
                    <a:pt x="116" y="97"/>
                  </a:lnTo>
                  <a:cubicBezTo>
                    <a:pt x="116" y="98"/>
                    <a:pt x="117" y="98"/>
                    <a:pt x="118" y="98"/>
                  </a:cubicBezTo>
                  <a:lnTo>
                    <a:pt x="118" y="98"/>
                  </a:lnTo>
                  <a:cubicBezTo>
                    <a:pt x="120" y="97"/>
                    <a:pt x="121" y="96"/>
                    <a:pt x="121" y="96"/>
                  </a:cubicBezTo>
                  <a:cubicBezTo>
                    <a:pt x="125" y="95"/>
                    <a:pt x="127" y="94"/>
                    <a:pt x="128" y="93"/>
                  </a:cubicBezTo>
                  <a:lnTo>
                    <a:pt x="128" y="93"/>
                  </a:lnTo>
                  <a:cubicBezTo>
                    <a:pt x="127" y="96"/>
                    <a:pt x="123" y="98"/>
                    <a:pt x="120" y="98"/>
                  </a:cubicBezTo>
                  <a:cubicBezTo>
                    <a:pt x="119" y="98"/>
                    <a:pt x="118" y="98"/>
                    <a:pt x="118" y="98"/>
                  </a:cubicBezTo>
                  <a:lnTo>
                    <a:pt x="118" y="98"/>
                  </a:lnTo>
                  <a:cubicBezTo>
                    <a:pt x="116" y="99"/>
                    <a:pt x="115" y="100"/>
                    <a:pt x="115" y="101"/>
                  </a:cubicBezTo>
                  <a:cubicBezTo>
                    <a:pt x="115" y="102"/>
                    <a:pt x="115" y="102"/>
                    <a:pt x="107" y="105"/>
                  </a:cubicBezTo>
                  <a:cubicBezTo>
                    <a:pt x="107" y="105"/>
                    <a:pt x="99" y="110"/>
                    <a:pt x="100" y="111"/>
                  </a:cubicBezTo>
                  <a:cubicBezTo>
                    <a:pt x="100" y="112"/>
                    <a:pt x="101" y="114"/>
                    <a:pt x="92" y="118"/>
                  </a:cubicBezTo>
                  <a:cubicBezTo>
                    <a:pt x="93" y="118"/>
                    <a:pt x="93" y="118"/>
                    <a:pt x="101" y="116"/>
                  </a:cubicBezTo>
                  <a:cubicBezTo>
                    <a:pt x="105" y="114"/>
                    <a:pt x="110" y="112"/>
                    <a:pt x="112" y="112"/>
                  </a:cubicBezTo>
                  <a:cubicBezTo>
                    <a:pt x="113" y="112"/>
                    <a:pt x="113" y="113"/>
                    <a:pt x="110" y="116"/>
                  </a:cubicBezTo>
                  <a:cubicBezTo>
                    <a:pt x="110" y="116"/>
                    <a:pt x="111" y="118"/>
                    <a:pt x="114" y="118"/>
                  </a:cubicBezTo>
                  <a:cubicBezTo>
                    <a:pt x="115" y="118"/>
                    <a:pt x="117" y="117"/>
                    <a:pt x="119" y="117"/>
                  </a:cubicBezTo>
                  <a:lnTo>
                    <a:pt x="119" y="117"/>
                  </a:lnTo>
                  <a:cubicBezTo>
                    <a:pt x="119" y="117"/>
                    <a:pt x="119" y="117"/>
                    <a:pt x="111" y="120"/>
                  </a:cubicBezTo>
                  <a:cubicBezTo>
                    <a:pt x="102" y="124"/>
                    <a:pt x="98" y="126"/>
                    <a:pt x="100" y="126"/>
                  </a:cubicBezTo>
                  <a:cubicBezTo>
                    <a:pt x="102" y="126"/>
                    <a:pt x="106" y="125"/>
                    <a:pt x="112" y="123"/>
                  </a:cubicBezTo>
                  <a:cubicBezTo>
                    <a:pt x="116" y="122"/>
                    <a:pt x="118" y="121"/>
                    <a:pt x="118" y="121"/>
                  </a:cubicBezTo>
                  <a:cubicBezTo>
                    <a:pt x="119" y="121"/>
                    <a:pt x="117" y="123"/>
                    <a:pt x="112" y="125"/>
                  </a:cubicBezTo>
                  <a:cubicBezTo>
                    <a:pt x="112" y="125"/>
                    <a:pt x="113" y="125"/>
                    <a:pt x="114" y="125"/>
                  </a:cubicBezTo>
                  <a:cubicBezTo>
                    <a:pt x="115" y="125"/>
                    <a:pt x="117" y="125"/>
                    <a:pt x="121" y="123"/>
                  </a:cubicBezTo>
                  <a:cubicBezTo>
                    <a:pt x="125" y="122"/>
                    <a:pt x="126" y="122"/>
                    <a:pt x="127" y="122"/>
                  </a:cubicBezTo>
                  <a:cubicBezTo>
                    <a:pt x="128" y="122"/>
                    <a:pt x="126" y="123"/>
                    <a:pt x="122" y="126"/>
                  </a:cubicBezTo>
                  <a:cubicBezTo>
                    <a:pt x="115" y="129"/>
                    <a:pt x="115" y="129"/>
                    <a:pt x="115" y="130"/>
                  </a:cubicBezTo>
                  <a:cubicBezTo>
                    <a:pt x="115" y="130"/>
                    <a:pt x="116" y="130"/>
                    <a:pt x="116" y="130"/>
                  </a:cubicBezTo>
                  <a:cubicBezTo>
                    <a:pt x="123" y="130"/>
                    <a:pt x="125" y="137"/>
                    <a:pt x="118" y="141"/>
                  </a:cubicBezTo>
                  <a:cubicBezTo>
                    <a:pt x="123" y="139"/>
                    <a:pt x="125" y="138"/>
                    <a:pt x="125" y="138"/>
                  </a:cubicBezTo>
                  <a:cubicBezTo>
                    <a:pt x="126" y="138"/>
                    <a:pt x="126" y="139"/>
                    <a:pt x="126" y="139"/>
                  </a:cubicBezTo>
                  <a:cubicBezTo>
                    <a:pt x="119" y="142"/>
                    <a:pt x="117" y="143"/>
                    <a:pt x="118" y="143"/>
                  </a:cubicBezTo>
                  <a:cubicBezTo>
                    <a:pt x="119" y="143"/>
                    <a:pt x="126" y="141"/>
                    <a:pt x="135" y="138"/>
                  </a:cubicBezTo>
                  <a:lnTo>
                    <a:pt x="135" y="137"/>
                  </a:lnTo>
                  <a:lnTo>
                    <a:pt x="135" y="136"/>
                  </a:lnTo>
                  <a:cubicBezTo>
                    <a:pt x="141" y="134"/>
                    <a:pt x="144" y="133"/>
                    <a:pt x="145" y="133"/>
                  </a:cubicBezTo>
                  <a:cubicBezTo>
                    <a:pt x="147" y="133"/>
                    <a:pt x="142" y="136"/>
                    <a:pt x="127" y="141"/>
                  </a:cubicBezTo>
                  <a:cubicBezTo>
                    <a:pt x="119" y="145"/>
                    <a:pt x="115" y="147"/>
                    <a:pt x="115" y="147"/>
                  </a:cubicBezTo>
                  <a:cubicBezTo>
                    <a:pt x="116" y="147"/>
                    <a:pt x="120" y="145"/>
                    <a:pt x="128" y="142"/>
                  </a:cubicBezTo>
                  <a:cubicBezTo>
                    <a:pt x="135" y="140"/>
                    <a:pt x="139" y="139"/>
                    <a:pt x="140" y="139"/>
                  </a:cubicBezTo>
                  <a:cubicBezTo>
                    <a:pt x="141" y="139"/>
                    <a:pt x="137" y="141"/>
                    <a:pt x="128" y="145"/>
                  </a:cubicBezTo>
                  <a:cubicBezTo>
                    <a:pt x="120" y="148"/>
                    <a:pt x="116" y="150"/>
                    <a:pt x="116" y="150"/>
                  </a:cubicBezTo>
                  <a:cubicBezTo>
                    <a:pt x="117" y="150"/>
                    <a:pt x="121" y="149"/>
                    <a:pt x="128" y="146"/>
                  </a:cubicBezTo>
                  <a:cubicBezTo>
                    <a:pt x="144" y="140"/>
                    <a:pt x="155" y="137"/>
                    <a:pt x="157" y="137"/>
                  </a:cubicBezTo>
                  <a:cubicBezTo>
                    <a:pt x="159" y="137"/>
                    <a:pt x="153" y="140"/>
                    <a:pt x="137" y="147"/>
                  </a:cubicBezTo>
                  <a:cubicBezTo>
                    <a:pt x="129" y="149"/>
                    <a:pt x="121" y="153"/>
                    <a:pt x="115" y="158"/>
                  </a:cubicBezTo>
                  <a:cubicBezTo>
                    <a:pt x="120" y="157"/>
                    <a:pt x="126" y="155"/>
                    <a:pt x="130" y="153"/>
                  </a:cubicBezTo>
                  <a:cubicBezTo>
                    <a:pt x="138" y="149"/>
                    <a:pt x="141" y="147"/>
                    <a:pt x="142" y="147"/>
                  </a:cubicBezTo>
                  <a:lnTo>
                    <a:pt x="142" y="147"/>
                  </a:lnTo>
                  <a:cubicBezTo>
                    <a:pt x="143" y="147"/>
                    <a:pt x="139" y="149"/>
                    <a:pt x="131" y="154"/>
                  </a:cubicBezTo>
                  <a:cubicBezTo>
                    <a:pt x="116" y="162"/>
                    <a:pt x="111" y="165"/>
                    <a:pt x="114" y="165"/>
                  </a:cubicBezTo>
                  <a:cubicBezTo>
                    <a:pt x="115" y="165"/>
                    <a:pt x="119" y="164"/>
                    <a:pt x="125" y="163"/>
                  </a:cubicBezTo>
                  <a:cubicBezTo>
                    <a:pt x="130" y="162"/>
                    <a:pt x="134" y="161"/>
                    <a:pt x="136" y="161"/>
                  </a:cubicBezTo>
                  <a:cubicBezTo>
                    <a:pt x="140" y="161"/>
                    <a:pt x="137" y="163"/>
                    <a:pt x="126" y="166"/>
                  </a:cubicBezTo>
                  <a:cubicBezTo>
                    <a:pt x="115" y="169"/>
                    <a:pt x="112" y="170"/>
                    <a:pt x="113" y="170"/>
                  </a:cubicBezTo>
                  <a:cubicBezTo>
                    <a:pt x="114" y="170"/>
                    <a:pt x="115" y="170"/>
                    <a:pt x="118" y="169"/>
                  </a:cubicBezTo>
                  <a:cubicBezTo>
                    <a:pt x="118" y="171"/>
                    <a:pt x="119" y="173"/>
                    <a:pt x="119" y="173"/>
                  </a:cubicBezTo>
                  <a:cubicBezTo>
                    <a:pt x="125" y="173"/>
                    <a:pt x="130" y="171"/>
                    <a:pt x="136" y="168"/>
                  </a:cubicBezTo>
                  <a:lnTo>
                    <a:pt x="136" y="168"/>
                  </a:lnTo>
                  <a:cubicBezTo>
                    <a:pt x="125" y="173"/>
                    <a:pt x="117" y="177"/>
                    <a:pt x="120" y="177"/>
                  </a:cubicBezTo>
                  <a:cubicBezTo>
                    <a:pt x="122" y="177"/>
                    <a:pt x="124" y="176"/>
                    <a:pt x="129" y="175"/>
                  </a:cubicBezTo>
                  <a:lnTo>
                    <a:pt x="129" y="176"/>
                  </a:lnTo>
                  <a:cubicBezTo>
                    <a:pt x="129" y="177"/>
                    <a:pt x="129" y="177"/>
                    <a:pt x="130" y="177"/>
                  </a:cubicBezTo>
                  <a:cubicBezTo>
                    <a:pt x="131" y="177"/>
                    <a:pt x="133" y="176"/>
                    <a:pt x="138" y="175"/>
                  </a:cubicBezTo>
                  <a:cubicBezTo>
                    <a:pt x="140" y="175"/>
                    <a:pt x="141" y="174"/>
                    <a:pt x="141" y="174"/>
                  </a:cubicBezTo>
                  <a:cubicBezTo>
                    <a:pt x="143" y="174"/>
                    <a:pt x="136" y="177"/>
                    <a:pt x="130" y="181"/>
                  </a:cubicBezTo>
                  <a:cubicBezTo>
                    <a:pt x="124" y="183"/>
                    <a:pt x="119" y="186"/>
                    <a:pt x="120" y="186"/>
                  </a:cubicBezTo>
                  <a:cubicBezTo>
                    <a:pt x="121" y="186"/>
                    <a:pt x="122" y="186"/>
                    <a:pt x="124" y="185"/>
                  </a:cubicBezTo>
                  <a:cubicBezTo>
                    <a:pt x="131" y="182"/>
                    <a:pt x="139" y="181"/>
                    <a:pt x="147" y="178"/>
                  </a:cubicBezTo>
                  <a:cubicBezTo>
                    <a:pt x="149" y="177"/>
                    <a:pt x="151" y="177"/>
                    <a:pt x="151" y="177"/>
                  </a:cubicBezTo>
                  <a:cubicBezTo>
                    <a:pt x="152" y="177"/>
                    <a:pt x="146" y="180"/>
                    <a:pt x="139" y="182"/>
                  </a:cubicBezTo>
                  <a:cubicBezTo>
                    <a:pt x="135" y="184"/>
                    <a:pt x="129" y="186"/>
                    <a:pt x="125" y="190"/>
                  </a:cubicBezTo>
                  <a:cubicBezTo>
                    <a:pt x="125" y="190"/>
                    <a:pt x="125" y="191"/>
                    <a:pt x="126" y="191"/>
                  </a:cubicBezTo>
                  <a:cubicBezTo>
                    <a:pt x="127" y="191"/>
                    <a:pt x="129" y="190"/>
                    <a:pt x="134" y="188"/>
                  </a:cubicBezTo>
                  <a:cubicBezTo>
                    <a:pt x="135" y="188"/>
                    <a:pt x="136" y="188"/>
                    <a:pt x="137" y="188"/>
                  </a:cubicBezTo>
                  <a:cubicBezTo>
                    <a:pt x="142" y="188"/>
                    <a:pt x="141" y="191"/>
                    <a:pt x="135" y="194"/>
                  </a:cubicBezTo>
                  <a:lnTo>
                    <a:pt x="135" y="195"/>
                  </a:lnTo>
                  <a:cubicBezTo>
                    <a:pt x="135" y="195"/>
                    <a:pt x="136" y="196"/>
                    <a:pt x="136" y="196"/>
                  </a:cubicBezTo>
                  <a:cubicBezTo>
                    <a:pt x="138" y="196"/>
                    <a:pt x="141" y="195"/>
                    <a:pt x="143" y="195"/>
                  </a:cubicBezTo>
                  <a:cubicBezTo>
                    <a:pt x="143" y="195"/>
                    <a:pt x="144" y="195"/>
                    <a:pt x="144" y="195"/>
                  </a:cubicBezTo>
                  <a:cubicBezTo>
                    <a:pt x="144" y="195"/>
                    <a:pt x="144" y="195"/>
                    <a:pt x="153" y="193"/>
                  </a:cubicBezTo>
                  <a:lnTo>
                    <a:pt x="153" y="193"/>
                  </a:lnTo>
                  <a:cubicBezTo>
                    <a:pt x="153" y="194"/>
                    <a:pt x="153" y="194"/>
                    <a:pt x="151" y="195"/>
                  </a:cubicBezTo>
                  <a:lnTo>
                    <a:pt x="151" y="195"/>
                  </a:lnTo>
                  <a:cubicBezTo>
                    <a:pt x="154" y="194"/>
                    <a:pt x="156" y="193"/>
                    <a:pt x="157" y="193"/>
                  </a:cubicBezTo>
                  <a:lnTo>
                    <a:pt x="157" y="193"/>
                  </a:lnTo>
                  <a:cubicBezTo>
                    <a:pt x="157" y="193"/>
                    <a:pt x="153" y="195"/>
                    <a:pt x="145" y="200"/>
                  </a:cubicBezTo>
                  <a:cubicBezTo>
                    <a:pt x="137" y="202"/>
                    <a:pt x="133" y="204"/>
                    <a:pt x="133" y="204"/>
                  </a:cubicBezTo>
                  <a:cubicBezTo>
                    <a:pt x="133" y="204"/>
                    <a:pt x="138" y="202"/>
                    <a:pt x="146" y="200"/>
                  </a:cubicBezTo>
                  <a:cubicBezTo>
                    <a:pt x="149" y="199"/>
                    <a:pt x="151" y="198"/>
                    <a:pt x="152" y="198"/>
                  </a:cubicBezTo>
                  <a:cubicBezTo>
                    <a:pt x="152" y="198"/>
                    <a:pt x="151" y="199"/>
                    <a:pt x="146" y="202"/>
                  </a:cubicBezTo>
                  <a:cubicBezTo>
                    <a:pt x="154" y="199"/>
                    <a:pt x="161" y="198"/>
                    <a:pt x="163" y="198"/>
                  </a:cubicBezTo>
                  <a:cubicBezTo>
                    <a:pt x="165" y="198"/>
                    <a:pt x="163" y="199"/>
                    <a:pt x="155" y="202"/>
                  </a:cubicBezTo>
                  <a:cubicBezTo>
                    <a:pt x="155" y="202"/>
                    <a:pt x="155" y="202"/>
                    <a:pt x="156" y="202"/>
                  </a:cubicBezTo>
                  <a:cubicBezTo>
                    <a:pt x="157" y="202"/>
                    <a:pt x="159" y="202"/>
                    <a:pt x="164" y="201"/>
                  </a:cubicBezTo>
                  <a:cubicBezTo>
                    <a:pt x="171" y="198"/>
                    <a:pt x="175" y="197"/>
                    <a:pt x="176" y="197"/>
                  </a:cubicBezTo>
                  <a:lnTo>
                    <a:pt x="176" y="197"/>
                  </a:lnTo>
                  <a:cubicBezTo>
                    <a:pt x="176" y="197"/>
                    <a:pt x="172" y="198"/>
                    <a:pt x="164" y="202"/>
                  </a:cubicBezTo>
                  <a:cubicBezTo>
                    <a:pt x="155" y="206"/>
                    <a:pt x="151" y="208"/>
                    <a:pt x="153" y="208"/>
                  </a:cubicBezTo>
                  <a:cubicBezTo>
                    <a:pt x="154" y="208"/>
                    <a:pt x="158" y="207"/>
                    <a:pt x="165" y="204"/>
                  </a:cubicBezTo>
                  <a:cubicBezTo>
                    <a:pt x="165" y="204"/>
                    <a:pt x="168" y="203"/>
                    <a:pt x="168" y="203"/>
                  </a:cubicBezTo>
                  <a:lnTo>
                    <a:pt x="168" y="203"/>
                  </a:lnTo>
                  <a:cubicBezTo>
                    <a:pt x="169" y="203"/>
                    <a:pt x="168" y="203"/>
                    <a:pt x="165" y="205"/>
                  </a:cubicBezTo>
                  <a:cubicBezTo>
                    <a:pt x="159" y="209"/>
                    <a:pt x="155" y="214"/>
                    <a:pt x="158" y="214"/>
                  </a:cubicBezTo>
                  <a:cubicBezTo>
                    <a:pt x="160" y="214"/>
                    <a:pt x="162" y="213"/>
                    <a:pt x="166" y="211"/>
                  </a:cubicBezTo>
                  <a:lnTo>
                    <a:pt x="167" y="212"/>
                  </a:lnTo>
                  <a:cubicBezTo>
                    <a:pt x="162" y="215"/>
                    <a:pt x="161" y="216"/>
                    <a:pt x="163" y="216"/>
                  </a:cubicBezTo>
                  <a:cubicBezTo>
                    <a:pt x="164" y="216"/>
                    <a:pt x="166" y="216"/>
                    <a:pt x="168" y="215"/>
                  </a:cubicBezTo>
                  <a:lnTo>
                    <a:pt x="173" y="214"/>
                  </a:lnTo>
                  <a:lnTo>
                    <a:pt x="173" y="214"/>
                  </a:lnTo>
                  <a:cubicBezTo>
                    <a:pt x="169" y="216"/>
                    <a:pt x="165" y="218"/>
                    <a:pt x="161" y="221"/>
                  </a:cubicBezTo>
                  <a:cubicBezTo>
                    <a:pt x="162" y="221"/>
                    <a:pt x="162" y="221"/>
                    <a:pt x="170" y="219"/>
                  </a:cubicBezTo>
                  <a:cubicBezTo>
                    <a:pt x="174" y="216"/>
                    <a:pt x="176" y="215"/>
                    <a:pt x="177" y="215"/>
                  </a:cubicBezTo>
                  <a:cubicBezTo>
                    <a:pt x="177" y="215"/>
                    <a:pt x="177" y="215"/>
                    <a:pt x="177" y="215"/>
                  </a:cubicBezTo>
                  <a:cubicBezTo>
                    <a:pt x="173" y="219"/>
                    <a:pt x="167" y="222"/>
                    <a:pt x="162" y="223"/>
                  </a:cubicBezTo>
                  <a:lnTo>
                    <a:pt x="162" y="224"/>
                  </a:lnTo>
                  <a:cubicBezTo>
                    <a:pt x="171" y="221"/>
                    <a:pt x="175" y="219"/>
                    <a:pt x="176" y="219"/>
                  </a:cubicBezTo>
                  <a:cubicBezTo>
                    <a:pt x="176" y="219"/>
                    <a:pt x="174" y="221"/>
                    <a:pt x="171" y="222"/>
                  </a:cubicBezTo>
                  <a:cubicBezTo>
                    <a:pt x="163" y="225"/>
                    <a:pt x="163" y="227"/>
                    <a:pt x="163" y="228"/>
                  </a:cubicBezTo>
                  <a:cubicBezTo>
                    <a:pt x="165" y="227"/>
                    <a:pt x="166" y="226"/>
                    <a:pt x="167" y="226"/>
                  </a:cubicBezTo>
                  <a:lnTo>
                    <a:pt x="167" y="226"/>
                  </a:lnTo>
                  <a:cubicBezTo>
                    <a:pt x="167" y="226"/>
                    <a:pt x="164" y="228"/>
                    <a:pt x="163" y="228"/>
                  </a:cubicBezTo>
                  <a:lnTo>
                    <a:pt x="155" y="231"/>
                  </a:lnTo>
                  <a:cubicBezTo>
                    <a:pt x="153" y="232"/>
                    <a:pt x="152" y="232"/>
                    <a:pt x="152" y="232"/>
                  </a:cubicBezTo>
                  <a:cubicBezTo>
                    <a:pt x="152" y="232"/>
                    <a:pt x="158" y="230"/>
                    <a:pt x="164" y="228"/>
                  </a:cubicBezTo>
                  <a:lnTo>
                    <a:pt x="164" y="230"/>
                  </a:lnTo>
                  <a:cubicBezTo>
                    <a:pt x="164" y="230"/>
                    <a:pt x="164" y="231"/>
                    <a:pt x="164" y="231"/>
                  </a:cubicBezTo>
                  <a:cubicBezTo>
                    <a:pt x="165" y="231"/>
                    <a:pt x="167" y="230"/>
                    <a:pt x="172" y="228"/>
                  </a:cubicBezTo>
                  <a:cubicBezTo>
                    <a:pt x="177" y="224"/>
                    <a:pt x="183" y="223"/>
                    <a:pt x="187" y="222"/>
                  </a:cubicBezTo>
                  <a:lnTo>
                    <a:pt x="187" y="222"/>
                  </a:lnTo>
                  <a:cubicBezTo>
                    <a:pt x="183" y="223"/>
                    <a:pt x="177" y="225"/>
                    <a:pt x="173" y="229"/>
                  </a:cubicBezTo>
                  <a:cubicBezTo>
                    <a:pt x="173" y="230"/>
                    <a:pt x="165" y="233"/>
                    <a:pt x="165" y="233"/>
                  </a:cubicBezTo>
                  <a:cubicBezTo>
                    <a:pt x="157" y="236"/>
                    <a:pt x="155" y="237"/>
                    <a:pt x="157" y="237"/>
                  </a:cubicBezTo>
                  <a:cubicBezTo>
                    <a:pt x="158" y="237"/>
                    <a:pt x="162" y="237"/>
                    <a:pt x="166" y="236"/>
                  </a:cubicBezTo>
                  <a:cubicBezTo>
                    <a:pt x="173" y="234"/>
                    <a:pt x="177" y="233"/>
                    <a:pt x="178" y="233"/>
                  </a:cubicBezTo>
                  <a:cubicBezTo>
                    <a:pt x="179" y="233"/>
                    <a:pt x="175" y="235"/>
                    <a:pt x="166" y="238"/>
                  </a:cubicBezTo>
                  <a:cubicBezTo>
                    <a:pt x="161" y="240"/>
                    <a:pt x="159" y="241"/>
                    <a:pt x="160" y="241"/>
                  </a:cubicBezTo>
                  <a:cubicBezTo>
                    <a:pt x="162" y="241"/>
                    <a:pt x="175" y="237"/>
                    <a:pt x="191" y="231"/>
                  </a:cubicBezTo>
                  <a:lnTo>
                    <a:pt x="191" y="231"/>
                  </a:lnTo>
                  <a:cubicBezTo>
                    <a:pt x="171" y="240"/>
                    <a:pt x="163" y="244"/>
                    <a:pt x="165" y="244"/>
                  </a:cubicBezTo>
                  <a:cubicBezTo>
                    <a:pt x="166" y="244"/>
                    <a:pt x="170" y="243"/>
                    <a:pt x="176" y="241"/>
                  </a:cubicBezTo>
                  <a:cubicBezTo>
                    <a:pt x="180" y="240"/>
                    <a:pt x="183" y="240"/>
                    <a:pt x="183" y="240"/>
                  </a:cubicBezTo>
                  <a:lnTo>
                    <a:pt x="183" y="240"/>
                  </a:lnTo>
                  <a:cubicBezTo>
                    <a:pt x="183" y="240"/>
                    <a:pt x="181" y="240"/>
                    <a:pt x="176" y="242"/>
                  </a:cubicBezTo>
                  <a:cubicBezTo>
                    <a:pt x="168" y="246"/>
                    <a:pt x="170" y="247"/>
                    <a:pt x="170" y="249"/>
                  </a:cubicBezTo>
                  <a:cubicBezTo>
                    <a:pt x="170" y="250"/>
                    <a:pt x="170" y="251"/>
                    <a:pt x="172" y="251"/>
                  </a:cubicBezTo>
                  <a:cubicBezTo>
                    <a:pt x="173" y="251"/>
                    <a:pt x="175" y="251"/>
                    <a:pt x="179" y="249"/>
                  </a:cubicBezTo>
                  <a:lnTo>
                    <a:pt x="180" y="250"/>
                  </a:lnTo>
                  <a:cubicBezTo>
                    <a:pt x="172" y="253"/>
                    <a:pt x="170" y="255"/>
                    <a:pt x="171" y="255"/>
                  </a:cubicBezTo>
                  <a:cubicBezTo>
                    <a:pt x="173" y="255"/>
                    <a:pt x="179" y="253"/>
                    <a:pt x="187" y="249"/>
                  </a:cubicBezTo>
                  <a:lnTo>
                    <a:pt x="187" y="250"/>
                  </a:lnTo>
                  <a:lnTo>
                    <a:pt x="180" y="254"/>
                  </a:lnTo>
                  <a:cubicBezTo>
                    <a:pt x="172" y="257"/>
                    <a:pt x="173" y="258"/>
                    <a:pt x="175" y="264"/>
                  </a:cubicBezTo>
                  <a:cubicBezTo>
                    <a:pt x="176" y="268"/>
                    <a:pt x="176" y="270"/>
                    <a:pt x="179" y="270"/>
                  </a:cubicBezTo>
                  <a:cubicBezTo>
                    <a:pt x="182" y="270"/>
                    <a:pt x="186" y="268"/>
                    <a:pt x="193" y="266"/>
                  </a:cubicBezTo>
                  <a:cubicBezTo>
                    <a:pt x="201" y="263"/>
                    <a:pt x="205" y="262"/>
                    <a:pt x="205" y="262"/>
                  </a:cubicBezTo>
                  <a:lnTo>
                    <a:pt x="205" y="262"/>
                  </a:lnTo>
                  <a:cubicBezTo>
                    <a:pt x="205" y="262"/>
                    <a:pt x="201" y="263"/>
                    <a:pt x="193" y="267"/>
                  </a:cubicBezTo>
                  <a:cubicBezTo>
                    <a:pt x="190" y="268"/>
                    <a:pt x="187" y="269"/>
                    <a:pt x="185" y="270"/>
                  </a:cubicBezTo>
                  <a:lnTo>
                    <a:pt x="185" y="270"/>
                  </a:lnTo>
                  <a:cubicBezTo>
                    <a:pt x="185" y="270"/>
                    <a:pt x="186" y="273"/>
                    <a:pt x="179" y="276"/>
                  </a:cubicBezTo>
                  <a:cubicBezTo>
                    <a:pt x="171" y="281"/>
                    <a:pt x="169" y="282"/>
                    <a:pt x="171" y="282"/>
                  </a:cubicBezTo>
                  <a:cubicBezTo>
                    <a:pt x="172" y="282"/>
                    <a:pt x="176" y="281"/>
                    <a:pt x="180" y="279"/>
                  </a:cubicBezTo>
                  <a:cubicBezTo>
                    <a:pt x="186" y="277"/>
                    <a:pt x="189" y="276"/>
                    <a:pt x="189" y="276"/>
                  </a:cubicBezTo>
                  <a:lnTo>
                    <a:pt x="189" y="276"/>
                  </a:lnTo>
                  <a:cubicBezTo>
                    <a:pt x="189" y="276"/>
                    <a:pt x="184" y="278"/>
                    <a:pt x="180" y="280"/>
                  </a:cubicBezTo>
                  <a:cubicBezTo>
                    <a:pt x="174" y="283"/>
                    <a:pt x="168" y="286"/>
                    <a:pt x="169" y="286"/>
                  </a:cubicBezTo>
                  <a:cubicBezTo>
                    <a:pt x="169" y="286"/>
                    <a:pt x="170" y="286"/>
                    <a:pt x="172" y="285"/>
                  </a:cubicBezTo>
                  <a:cubicBezTo>
                    <a:pt x="174" y="284"/>
                    <a:pt x="177" y="284"/>
                    <a:pt x="179" y="284"/>
                  </a:cubicBezTo>
                  <a:cubicBezTo>
                    <a:pt x="184" y="284"/>
                    <a:pt x="185" y="286"/>
                    <a:pt x="174" y="291"/>
                  </a:cubicBezTo>
                  <a:lnTo>
                    <a:pt x="174" y="292"/>
                  </a:lnTo>
                  <a:cubicBezTo>
                    <a:pt x="177" y="290"/>
                    <a:pt x="179" y="290"/>
                    <a:pt x="180" y="290"/>
                  </a:cubicBezTo>
                  <a:cubicBezTo>
                    <a:pt x="183" y="290"/>
                    <a:pt x="183" y="291"/>
                    <a:pt x="183" y="292"/>
                  </a:cubicBezTo>
                  <a:cubicBezTo>
                    <a:pt x="184" y="293"/>
                    <a:pt x="184" y="294"/>
                    <a:pt x="176" y="297"/>
                  </a:cubicBezTo>
                  <a:cubicBezTo>
                    <a:pt x="171" y="299"/>
                    <a:pt x="170" y="300"/>
                    <a:pt x="171" y="300"/>
                  </a:cubicBezTo>
                  <a:cubicBezTo>
                    <a:pt x="171" y="300"/>
                    <a:pt x="173" y="299"/>
                    <a:pt x="176" y="298"/>
                  </a:cubicBezTo>
                  <a:cubicBezTo>
                    <a:pt x="176" y="298"/>
                    <a:pt x="177" y="299"/>
                    <a:pt x="177" y="299"/>
                  </a:cubicBezTo>
                  <a:cubicBezTo>
                    <a:pt x="180" y="299"/>
                    <a:pt x="191" y="295"/>
                    <a:pt x="193" y="295"/>
                  </a:cubicBezTo>
                  <a:cubicBezTo>
                    <a:pt x="193" y="295"/>
                    <a:pt x="193" y="295"/>
                    <a:pt x="193" y="295"/>
                  </a:cubicBezTo>
                  <a:cubicBezTo>
                    <a:pt x="199" y="292"/>
                    <a:pt x="204" y="291"/>
                    <a:pt x="210" y="289"/>
                  </a:cubicBezTo>
                  <a:lnTo>
                    <a:pt x="210" y="289"/>
                  </a:lnTo>
                  <a:lnTo>
                    <a:pt x="201" y="293"/>
                  </a:lnTo>
                  <a:lnTo>
                    <a:pt x="185" y="300"/>
                  </a:lnTo>
                  <a:cubicBezTo>
                    <a:pt x="186" y="300"/>
                    <a:pt x="186" y="300"/>
                    <a:pt x="187" y="300"/>
                  </a:cubicBezTo>
                  <a:cubicBezTo>
                    <a:pt x="188" y="300"/>
                    <a:pt x="189" y="299"/>
                    <a:pt x="194" y="297"/>
                  </a:cubicBezTo>
                  <a:lnTo>
                    <a:pt x="194" y="297"/>
                  </a:lnTo>
                  <a:cubicBezTo>
                    <a:pt x="186" y="302"/>
                    <a:pt x="186" y="302"/>
                    <a:pt x="187" y="304"/>
                  </a:cubicBezTo>
                  <a:cubicBezTo>
                    <a:pt x="187" y="305"/>
                    <a:pt x="188" y="306"/>
                    <a:pt x="190" y="306"/>
                  </a:cubicBezTo>
                  <a:cubicBezTo>
                    <a:pt x="191" y="306"/>
                    <a:pt x="193" y="305"/>
                    <a:pt x="196" y="304"/>
                  </a:cubicBezTo>
                  <a:lnTo>
                    <a:pt x="196" y="304"/>
                  </a:lnTo>
                  <a:cubicBezTo>
                    <a:pt x="186" y="309"/>
                    <a:pt x="183" y="313"/>
                    <a:pt x="188" y="313"/>
                  </a:cubicBezTo>
                  <a:cubicBezTo>
                    <a:pt x="190" y="313"/>
                    <a:pt x="193" y="312"/>
                    <a:pt x="199" y="311"/>
                  </a:cubicBezTo>
                  <a:cubicBezTo>
                    <a:pt x="202" y="309"/>
                    <a:pt x="204" y="309"/>
                    <a:pt x="204" y="309"/>
                  </a:cubicBezTo>
                  <a:cubicBezTo>
                    <a:pt x="205" y="309"/>
                    <a:pt x="203" y="310"/>
                    <a:pt x="199" y="312"/>
                  </a:cubicBezTo>
                  <a:cubicBezTo>
                    <a:pt x="194" y="314"/>
                    <a:pt x="192" y="316"/>
                    <a:pt x="193" y="316"/>
                  </a:cubicBezTo>
                  <a:cubicBezTo>
                    <a:pt x="194" y="316"/>
                    <a:pt x="195" y="315"/>
                    <a:pt x="199" y="314"/>
                  </a:cubicBezTo>
                  <a:cubicBezTo>
                    <a:pt x="201" y="313"/>
                    <a:pt x="202" y="313"/>
                    <a:pt x="203" y="313"/>
                  </a:cubicBezTo>
                  <a:cubicBezTo>
                    <a:pt x="204" y="313"/>
                    <a:pt x="198" y="316"/>
                    <a:pt x="192" y="319"/>
                  </a:cubicBezTo>
                  <a:cubicBezTo>
                    <a:pt x="182" y="324"/>
                    <a:pt x="178" y="325"/>
                    <a:pt x="179" y="325"/>
                  </a:cubicBezTo>
                  <a:cubicBezTo>
                    <a:pt x="180" y="325"/>
                    <a:pt x="182" y="325"/>
                    <a:pt x="185" y="324"/>
                  </a:cubicBezTo>
                  <a:cubicBezTo>
                    <a:pt x="188" y="324"/>
                    <a:pt x="189" y="324"/>
                    <a:pt x="191" y="324"/>
                  </a:cubicBezTo>
                  <a:cubicBezTo>
                    <a:pt x="194" y="324"/>
                    <a:pt x="194" y="325"/>
                    <a:pt x="194" y="325"/>
                  </a:cubicBezTo>
                  <a:cubicBezTo>
                    <a:pt x="200" y="324"/>
                    <a:pt x="205" y="323"/>
                    <a:pt x="210" y="320"/>
                  </a:cubicBezTo>
                  <a:cubicBezTo>
                    <a:pt x="218" y="317"/>
                    <a:pt x="227" y="314"/>
                    <a:pt x="227" y="314"/>
                  </a:cubicBezTo>
                  <a:cubicBezTo>
                    <a:pt x="228" y="314"/>
                    <a:pt x="229" y="314"/>
                    <a:pt x="229" y="314"/>
                  </a:cubicBezTo>
                  <a:cubicBezTo>
                    <a:pt x="232" y="314"/>
                    <a:pt x="228" y="315"/>
                    <a:pt x="227" y="315"/>
                  </a:cubicBezTo>
                  <a:cubicBezTo>
                    <a:pt x="227" y="315"/>
                    <a:pt x="227" y="315"/>
                    <a:pt x="227" y="315"/>
                  </a:cubicBezTo>
                  <a:cubicBezTo>
                    <a:pt x="221" y="316"/>
                    <a:pt x="216" y="319"/>
                    <a:pt x="211" y="322"/>
                  </a:cubicBezTo>
                  <a:cubicBezTo>
                    <a:pt x="203" y="325"/>
                    <a:pt x="203" y="328"/>
                    <a:pt x="203" y="328"/>
                  </a:cubicBezTo>
                  <a:lnTo>
                    <a:pt x="204" y="331"/>
                  </a:lnTo>
                  <a:cubicBezTo>
                    <a:pt x="200" y="334"/>
                    <a:pt x="199" y="336"/>
                    <a:pt x="200" y="336"/>
                  </a:cubicBezTo>
                  <a:cubicBezTo>
                    <a:pt x="201" y="336"/>
                    <a:pt x="202" y="336"/>
                    <a:pt x="205" y="334"/>
                  </a:cubicBezTo>
                  <a:lnTo>
                    <a:pt x="213" y="331"/>
                  </a:lnTo>
                  <a:lnTo>
                    <a:pt x="213" y="331"/>
                  </a:lnTo>
                  <a:cubicBezTo>
                    <a:pt x="201" y="336"/>
                    <a:pt x="200" y="343"/>
                    <a:pt x="208" y="343"/>
                  </a:cubicBezTo>
                  <a:cubicBezTo>
                    <a:pt x="210" y="343"/>
                    <a:pt x="213" y="342"/>
                    <a:pt x="217" y="341"/>
                  </a:cubicBezTo>
                  <a:lnTo>
                    <a:pt x="217" y="341"/>
                  </a:lnTo>
                  <a:cubicBezTo>
                    <a:pt x="215" y="342"/>
                    <a:pt x="212" y="343"/>
                    <a:pt x="209" y="344"/>
                  </a:cubicBezTo>
                  <a:cubicBezTo>
                    <a:pt x="201" y="348"/>
                    <a:pt x="201" y="348"/>
                    <a:pt x="202" y="350"/>
                  </a:cubicBezTo>
                  <a:cubicBezTo>
                    <a:pt x="202" y="350"/>
                    <a:pt x="211" y="350"/>
                    <a:pt x="211" y="352"/>
                  </a:cubicBezTo>
                  <a:cubicBezTo>
                    <a:pt x="212" y="354"/>
                    <a:pt x="212" y="356"/>
                    <a:pt x="215" y="356"/>
                  </a:cubicBezTo>
                  <a:cubicBezTo>
                    <a:pt x="216" y="356"/>
                    <a:pt x="218" y="356"/>
                    <a:pt x="221" y="354"/>
                  </a:cubicBezTo>
                  <a:lnTo>
                    <a:pt x="221" y="354"/>
                  </a:lnTo>
                  <a:cubicBezTo>
                    <a:pt x="221" y="356"/>
                    <a:pt x="221" y="356"/>
                    <a:pt x="213" y="359"/>
                  </a:cubicBezTo>
                  <a:cubicBezTo>
                    <a:pt x="205" y="361"/>
                    <a:pt x="205" y="361"/>
                    <a:pt x="205" y="362"/>
                  </a:cubicBezTo>
                  <a:cubicBezTo>
                    <a:pt x="211" y="361"/>
                    <a:pt x="217" y="359"/>
                    <a:pt x="222" y="357"/>
                  </a:cubicBezTo>
                  <a:cubicBezTo>
                    <a:pt x="225" y="355"/>
                    <a:pt x="227" y="355"/>
                    <a:pt x="228" y="355"/>
                  </a:cubicBezTo>
                  <a:cubicBezTo>
                    <a:pt x="229" y="355"/>
                    <a:pt x="227" y="356"/>
                    <a:pt x="222" y="359"/>
                  </a:cubicBezTo>
                  <a:cubicBezTo>
                    <a:pt x="216" y="363"/>
                    <a:pt x="216" y="366"/>
                    <a:pt x="221" y="366"/>
                  </a:cubicBezTo>
                  <a:cubicBezTo>
                    <a:pt x="222" y="366"/>
                    <a:pt x="223" y="366"/>
                    <a:pt x="224" y="366"/>
                  </a:cubicBezTo>
                  <a:lnTo>
                    <a:pt x="224" y="366"/>
                  </a:lnTo>
                  <a:cubicBezTo>
                    <a:pt x="224" y="366"/>
                    <a:pt x="224" y="367"/>
                    <a:pt x="217" y="370"/>
                  </a:cubicBezTo>
                  <a:cubicBezTo>
                    <a:pt x="211" y="373"/>
                    <a:pt x="206" y="376"/>
                    <a:pt x="209" y="376"/>
                  </a:cubicBezTo>
                  <a:cubicBezTo>
                    <a:pt x="210" y="376"/>
                    <a:pt x="213" y="375"/>
                    <a:pt x="218" y="374"/>
                  </a:cubicBezTo>
                  <a:lnTo>
                    <a:pt x="218" y="374"/>
                  </a:lnTo>
                  <a:cubicBezTo>
                    <a:pt x="219" y="375"/>
                    <a:pt x="219" y="375"/>
                    <a:pt x="211" y="378"/>
                  </a:cubicBezTo>
                  <a:cubicBezTo>
                    <a:pt x="206" y="380"/>
                    <a:pt x="201" y="382"/>
                    <a:pt x="202" y="382"/>
                  </a:cubicBezTo>
                  <a:cubicBezTo>
                    <a:pt x="202" y="382"/>
                    <a:pt x="205" y="381"/>
                    <a:pt x="211" y="379"/>
                  </a:cubicBezTo>
                  <a:cubicBezTo>
                    <a:pt x="212" y="379"/>
                    <a:pt x="214" y="379"/>
                    <a:pt x="214" y="379"/>
                  </a:cubicBezTo>
                  <a:cubicBezTo>
                    <a:pt x="219" y="379"/>
                    <a:pt x="219" y="381"/>
                    <a:pt x="212" y="385"/>
                  </a:cubicBezTo>
                  <a:cubicBezTo>
                    <a:pt x="213" y="385"/>
                    <a:pt x="213" y="385"/>
                    <a:pt x="213" y="385"/>
                  </a:cubicBezTo>
                  <a:cubicBezTo>
                    <a:pt x="214" y="385"/>
                    <a:pt x="216" y="385"/>
                    <a:pt x="221" y="383"/>
                  </a:cubicBezTo>
                  <a:cubicBezTo>
                    <a:pt x="227" y="381"/>
                    <a:pt x="232" y="379"/>
                    <a:pt x="232" y="379"/>
                  </a:cubicBezTo>
                  <a:lnTo>
                    <a:pt x="232" y="379"/>
                  </a:lnTo>
                  <a:cubicBezTo>
                    <a:pt x="232" y="379"/>
                    <a:pt x="231" y="379"/>
                    <a:pt x="229" y="380"/>
                  </a:cubicBezTo>
                  <a:cubicBezTo>
                    <a:pt x="221" y="384"/>
                    <a:pt x="217" y="385"/>
                    <a:pt x="217" y="385"/>
                  </a:cubicBezTo>
                  <a:cubicBezTo>
                    <a:pt x="218" y="385"/>
                    <a:pt x="221" y="384"/>
                    <a:pt x="229" y="381"/>
                  </a:cubicBezTo>
                  <a:cubicBezTo>
                    <a:pt x="232" y="380"/>
                    <a:pt x="234" y="379"/>
                    <a:pt x="235" y="379"/>
                  </a:cubicBezTo>
                  <a:cubicBezTo>
                    <a:pt x="236" y="379"/>
                    <a:pt x="235" y="381"/>
                    <a:pt x="230" y="383"/>
                  </a:cubicBezTo>
                  <a:cubicBezTo>
                    <a:pt x="222" y="386"/>
                    <a:pt x="222" y="387"/>
                    <a:pt x="222" y="387"/>
                  </a:cubicBezTo>
                  <a:cubicBezTo>
                    <a:pt x="222" y="387"/>
                    <a:pt x="231" y="388"/>
                    <a:pt x="232" y="391"/>
                  </a:cubicBezTo>
                  <a:cubicBezTo>
                    <a:pt x="234" y="396"/>
                    <a:pt x="235" y="399"/>
                    <a:pt x="238" y="399"/>
                  </a:cubicBezTo>
                  <a:cubicBezTo>
                    <a:pt x="239" y="399"/>
                    <a:pt x="241" y="398"/>
                    <a:pt x="244" y="397"/>
                  </a:cubicBezTo>
                  <a:cubicBezTo>
                    <a:pt x="247" y="396"/>
                    <a:pt x="249" y="396"/>
                    <a:pt x="249" y="396"/>
                  </a:cubicBezTo>
                  <a:lnTo>
                    <a:pt x="249" y="396"/>
                  </a:lnTo>
                  <a:cubicBezTo>
                    <a:pt x="250" y="396"/>
                    <a:pt x="248" y="396"/>
                    <a:pt x="244" y="398"/>
                  </a:cubicBezTo>
                  <a:cubicBezTo>
                    <a:pt x="236" y="403"/>
                    <a:pt x="237" y="404"/>
                    <a:pt x="237" y="404"/>
                  </a:cubicBezTo>
                  <a:cubicBezTo>
                    <a:pt x="237" y="405"/>
                    <a:pt x="237" y="406"/>
                    <a:pt x="229" y="409"/>
                  </a:cubicBezTo>
                  <a:cubicBezTo>
                    <a:pt x="234" y="407"/>
                    <a:pt x="236" y="407"/>
                    <a:pt x="237" y="407"/>
                  </a:cubicBezTo>
                  <a:cubicBezTo>
                    <a:pt x="237" y="407"/>
                    <a:pt x="238" y="407"/>
                    <a:pt x="238" y="407"/>
                  </a:cubicBezTo>
                  <a:cubicBezTo>
                    <a:pt x="233" y="409"/>
                    <a:pt x="231" y="410"/>
                    <a:pt x="232" y="410"/>
                  </a:cubicBezTo>
                  <a:cubicBezTo>
                    <a:pt x="233" y="410"/>
                    <a:pt x="235" y="410"/>
                    <a:pt x="238" y="408"/>
                  </a:cubicBezTo>
                  <a:cubicBezTo>
                    <a:pt x="245" y="406"/>
                    <a:pt x="249" y="404"/>
                    <a:pt x="250" y="404"/>
                  </a:cubicBezTo>
                  <a:lnTo>
                    <a:pt x="250" y="404"/>
                  </a:lnTo>
                  <a:cubicBezTo>
                    <a:pt x="250" y="404"/>
                    <a:pt x="246" y="406"/>
                    <a:pt x="238" y="409"/>
                  </a:cubicBezTo>
                  <a:cubicBezTo>
                    <a:pt x="232" y="412"/>
                    <a:pt x="227" y="416"/>
                    <a:pt x="228" y="416"/>
                  </a:cubicBezTo>
                  <a:cubicBezTo>
                    <a:pt x="228" y="416"/>
                    <a:pt x="229" y="415"/>
                    <a:pt x="231" y="414"/>
                  </a:cubicBezTo>
                  <a:cubicBezTo>
                    <a:pt x="237" y="413"/>
                    <a:pt x="241" y="411"/>
                    <a:pt x="247" y="411"/>
                  </a:cubicBezTo>
                  <a:cubicBezTo>
                    <a:pt x="248" y="411"/>
                    <a:pt x="248" y="412"/>
                    <a:pt x="240" y="415"/>
                  </a:cubicBezTo>
                  <a:cubicBezTo>
                    <a:pt x="235" y="417"/>
                    <a:pt x="237" y="418"/>
                    <a:pt x="241" y="418"/>
                  </a:cubicBezTo>
                  <a:cubicBezTo>
                    <a:pt x="243" y="418"/>
                    <a:pt x="246" y="418"/>
                    <a:pt x="249" y="417"/>
                  </a:cubicBezTo>
                  <a:cubicBezTo>
                    <a:pt x="253" y="416"/>
                    <a:pt x="255" y="415"/>
                    <a:pt x="255" y="415"/>
                  </a:cubicBezTo>
                  <a:cubicBezTo>
                    <a:pt x="256" y="415"/>
                    <a:pt x="255" y="416"/>
                    <a:pt x="250" y="417"/>
                  </a:cubicBezTo>
                  <a:cubicBezTo>
                    <a:pt x="242" y="421"/>
                    <a:pt x="242" y="422"/>
                    <a:pt x="242" y="423"/>
                  </a:cubicBezTo>
                  <a:lnTo>
                    <a:pt x="242" y="423"/>
                  </a:lnTo>
                  <a:cubicBezTo>
                    <a:pt x="240" y="424"/>
                    <a:pt x="237" y="425"/>
                    <a:pt x="235" y="426"/>
                  </a:cubicBezTo>
                  <a:cubicBezTo>
                    <a:pt x="227" y="429"/>
                    <a:pt x="227" y="430"/>
                    <a:pt x="228" y="431"/>
                  </a:cubicBezTo>
                  <a:cubicBezTo>
                    <a:pt x="230" y="430"/>
                    <a:pt x="231" y="430"/>
                    <a:pt x="232" y="430"/>
                  </a:cubicBezTo>
                  <a:cubicBezTo>
                    <a:pt x="236" y="430"/>
                    <a:pt x="237" y="432"/>
                    <a:pt x="237" y="434"/>
                  </a:cubicBezTo>
                  <a:cubicBezTo>
                    <a:pt x="237" y="435"/>
                    <a:pt x="238" y="436"/>
                    <a:pt x="241" y="436"/>
                  </a:cubicBezTo>
                  <a:cubicBezTo>
                    <a:pt x="245" y="436"/>
                    <a:pt x="252" y="434"/>
                    <a:pt x="263" y="431"/>
                  </a:cubicBezTo>
                  <a:lnTo>
                    <a:pt x="278" y="425"/>
                  </a:lnTo>
                  <a:lnTo>
                    <a:pt x="263" y="432"/>
                  </a:lnTo>
                  <a:cubicBezTo>
                    <a:pt x="255" y="434"/>
                    <a:pt x="239" y="442"/>
                    <a:pt x="239" y="442"/>
                  </a:cubicBezTo>
                  <a:cubicBezTo>
                    <a:pt x="245" y="441"/>
                    <a:pt x="250" y="439"/>
                    <a:pt x="256" y="436"/>
                  </a:cubicBezTo>
                  <a:cubicBezTo>
                    <a:pt x="259" y="435"/>
                    <a:pt x="261" y="434"/>
                    <a:pt x="262" y="434"/>
                  </a:cubicBezTo>
                  <a:cubicBezTo>
                    <a:pt x="263" y="434"/>
                    <a:pt x="261" y="436"/>
                    <a:pt x="256" y="439"/>
                  </a:cubicBezTo>
                  <a:cubicBezTo>
                    <a:pt x="251" y="442"/>
                    <a:pt x="250" y="443"/>
                    <a:pt x="252" y="443"/>
                  </a:cubicBezTo>
                  <a:cubicBezTo>
                    <a:pt x="253" y="443"/>
                    <a:pt x="254" y="443"/>
                    <a:pt x="257" y="442"/>
                  </a:cubicBezTo>
                  <a:lnTo>
                    <a:pt x="257" y="442"/>
                  </a:lnTo>
                  <a:cubicBezTo>
                    <a:pt x="257" y="442"/>
                    <a:pt x="258" y="443"/>
                    <a:pt x="250" y="446"/>
                  </a:cubicBezTo>
                  <a:cubicBezTo>
                    <a:pt x="250" y="447"/>
                    <a:pt x="250" y="447"/>
                    <a:pt x="251" y="447"/>
                  </a:cubicBezTo>
                  <a:cubicBezTo>
                    <a:pt x="251" y="447"/>
                    <a:pt x="253" y="446"/>
                    <a:pt x="258" y="444"/>
                  </a:cubicBezTo>
                  <a:cubicBezTo>
                    <a:pt x="261" y="443"/>
                    <a:pt x="263" y="442"/>
                    <a:pt x="264" y="442"/>
                  </a:cubicBezTo>
                  <a:cubicBezTo>
                    <a:pt x="265" y="442"/>
                    <a:pt x="263" y="444"/>
                    <a:pt x="259" y="446"/>
                  </a:cubicBezTo>
                  <a:cubicBezTo>
                    <a:pt x="248" y="451"/>
                    <a:pt x="245" y="454"/>
                    <a:pt x="247" y="454"/>
                  </a:cubicBezTo>
                  <a:cubicBezTo>
                    <a:pt x="247" y="454"/>
                    <a:pt x="249" y="453"/>
                    <a:pt x="251" y="452"/>
                  </a:cubicBezTo>
                  <a:cubicBezTo>
                    <a:pt x="255" y="450"/>
                    <a:pt x="258" y="450"/>
                    <a:pt x="259" y="450"/>
                  </a:cubicBezTo>
                  <a:cubicBezTo>
                    <a:pt x="260" y="450"/>
                    <a:pt x="260" y="450"/>
                    <a:pt x="260" y="451"/>
                  </a:cubicBezTo>
                  <a:cubicBezTo>
                    <a:pt x="260" y="451"/>
                    <a:pt x="260" y="451"/>
                    <a:pt x="262" y="451"/>
                  </a:cubicBezTo>
                  <a:cubicBezTo>
                    <a:pt x="263" y="451"/>
                    <a:pt x="265" y="451"/>
                    <a:pt x="269" y="450"/>
                  </a:cubicBezTo>
                  <a:cubicBezTo>
                    <a:pt x="269" y="451"/>
                    <a:pt x="269" y="451"/>
                    <a:pt x="269" y="451"/>
                  </a:cubicBezTo>
                  <a:cubicBezTo>
                    <a:pt x="267" y="453"/>
                    <a:pt x="264" y="453"/>
                    <a:pt x="262" y="453"/>
                  </a:cubicBezTo>
                  <a:lnTo>
                    <a:pt x="254" y="458"/>
                  </a:lnTo>
                  <a:cubicBezTo>
                    <a:pt x="254" y="458"/>
                    <a:pt x="254" y="459"/>
                    <a:pt x="256" y="459"/>
                  </a:cubicBezTo>
                  <a:cubicBezTo>
                    <a:pt x="257" y="459"/>
                    <a:pt x="259" y="459"/>
                    <a:pt x="263" y="458"/>
                  </a:cubicBezTo>
                  <a:lnTo>
                    <a:pt x="263" y="458"/>
                  </a:lnTo>
                  <a:cubicBezTo>
                    <a:pt x="256" y="460"/>
                    <a:pt x="250" y="464"/>
                    <a:pt x="252" y="464"/>
                  </a:cubicBezTo>
                  <a:cubicBezTo>
                    <a:pt x="252" y="464"/>
                    <a:pt x="253" y="464"/>
                    <a:pt x="255" y="463"/>
                  </a:cubicBezTo>
                  <a:cubicBezTo>
                    <a:pt x="261" y="461"/>
                    <a:pt x="264" y="460"/>
                    <a:pt x="265" y="460"/>
                  </a:cubicBezTo>
                  <a:cubicBezTo>
                    <a:pt x="266" y="460"/>
                    <a:pt x="261" y="462"/>
                    <a:pt x="256" y="464"/>
                  </a:cubicBezTo>
                  <a:cubicBezTo>
                    <a:pt x="247" y="468"/>
                    <a:pt x="243" y="469"/>
                    <a:pt x="244" y="469"/>
                  </a:cubicBezTo>
                  <a:cubicBezTo>
                    <a:pt x="245" y="469"/>
                    <a:pt x="249" y="468"/>
                    <a:pt x="256" y="467"/>
                  </a:cubicBezTo>
                  <a:cubicBezTo>
                    <a:pt x="257" y="468"/>
                    <a:pt x="266" y="468"/>
                    <a:pt x="266" y="470"/>
                  </a:cubicBezTo>
                  <a:cubicBezTo>
                    <a:pt x="267" y="473"/>
                    <a:pt x="268" y="475"/>
                    <a:pt x="260" y="479"/>
                  </a:cubicBezTo>
                  <a:cubicBezTo>
                    <a:pt x="257" y="480"/>
                    <a:pt x="255" y="482"/>
                    <a:pt x="253" y="482"/>
                  </a:cubicBezTo>
                  <a:lnTo>
                    <a:pt x="253" y="482"/>
                  </a:lnTo>
                  <a:cubicBezTo>
                    <a:pt x="261" y="479"/>
                    <a:pt x="265" y="477"/>
                    <a:pt x="267" y="477"/>
                  </a:cubicBezTo>
                  <a:cubicBezTo>
                    <a:pt x="269" y="477"/>
                    <a:pt x="269" y="478"/>
                    <a:pt x="269" y="479"/>
                  </a:cubicBezTo>
                  <a:cubicBezTo>
                    <a:pt x="266" y="482"/>
                    <a:pt x="266" y="483"/>
                    <a:pt x="268" y="483"/>
                  </a:cubicBezTo>
                  <a:cubicBezTo>
                    <a:pt x="270" y="483"/>
                    <a:pt x="274" y="481"/>
                    <a:pt x="278" y="480"/>
                  </a:cubicBezTo>
                  <a:lnTo>
                    <a:pt x="278" y="479"/>
                  </a:lnTo>
                  <a:cubicBezTo>
                    <a:pt x="286" y="476"/>
                    <a:pt x="290" y="474"/>
                    <a:pt x="291" y="474"/>
                  </a:cubicBezTo>
                  <a:cubicBezTo>
                    <a:pt x="292" y="474"/>
                    <a:pt x="290" y="476"/>
                    <a:pt x="286" y="478"/>
                  </a:cubicBezTo>
                  <a:cubicBezTo>
                    <a:pt x="282" y="481"/>
                    <a:pt x="276" y="483"/>
                    <a:pt x="272" y="485"/>
                  </a:cubicBezTo>
                  <a:cubicBezTo>
                    <a:pt x="266" y="487"/>
                    <a:pt x="260" y="489"/>
                    <a:pt x="256" y="492"/>
                  </a:cubicBezTo>
                  <a:cubicBezTo>
                    <a:pt x="256" y="493"/>
                    <a:pt x="256" y="493"/>
                    <a:pt x="257" y="493"/>
                  </a:cubicBezTo>
                  <a:cubicBezTo>
                    <a:pt x="257" y="493"/>
                    <a:pt x="259" y="493"/>
                    <a:pt x="264" y="490"/>
                  </a:cubicBezTo>
                  <a:cubicBezTo>
                    <a:pt x="269" y="488"/>
                    <a:pt x="271" y="487"/>
                    <a:pt x="271" y="487"/>
                  </a:cubicBezTo>
                  <a:cubicBezTo>
                    <a:pt x="272" y="487"/>
                    <a:pt x="272" y="488"/>
                    <a:pt x="272" y="488"/>
                  </a:cubicBezTo>
                  <a:cubicBezTo>
                    <a:pt x="272" y="488"/>
                    <a:pt x="272" y="489"/>
                    <a:pt x="273" y="489"/>
                  </a:cubicBezTo>
                  <a:cubicBezTo>
                    <a:pt x="274" y="489"/>
                    <a:pt x="276" y="488"/>
                    <a:pt x="281" y="487"/>
                  </a:cubicBezTo>
                  <a:cubicBezTo>
                    <a:pt x="285" y="485"/>
                    <a:pt x="286" y="485"/>
                    <a:pt x="288" y="485"/>
                  </a:cubicBezTo>
                  <a:cubicBezTo>
                    <a:pt x="289" y="485"/>
                    <a:pt x="289" y="485"/>
                    <a:pt x="290" y="486"/>
                  </a:cubicBezTo>
                  <a:cubicBezTo>
                    <a:pt x="283" y="488"/>
                    <a:pt x="282" y="490"/>
                    <a:pt x="282" y="491"/>
                  </a:cubicBezTo>
                  <a:lnTo>
                    <a:pt x="282" y="491"/>
                  </a:lnTo>
                  <a:cubicBezTo>
                    <a:pt x="280" y="492"/>
                    <a:pt x="277" y="493"/>
                    <a:pt x="274" y="494"/>
                  </a:cubicBezTo>
                  <a:cubicBezTo>
                    <a:pt x="266" y="497"/>
                    <a:pt x="258" y="501"/>
                    <a:pt x="258" y="501"/>
                  </a:cubicBezTo>
                  <a:cubicBezTo>
                    <a:pt x="258" y="502"/>
                    <a:pt x="259" y="502"/>
                    <a:pt x="259" y="502"/>
                  </a:cubicBezTo>
                  <a:cubicBezTo>
                    <a:pt x="261" y="502"/>
                    <a:pt x="267" y="499"/>
                    <a:pt x="267" y="499"/>
                  </a:cubicBezTo>
                  <a:cubicBezTo>
                    <a:pt x="268" y="499"/>
                    <a:pt x="268" y="499"/>
                    <a:pt x="269" y="499"/>
                  </a:cubicBezTo>
                  <a:cubicBezTo>
                    <a:pt x="276" y="499"/>
                    <a:pt x="281" y="514"/>
                    <a:pt x="281" y="516"/>
                  </a:cubicBezTo>
                  <a:cubicBezTo>
                    <a:pt x="276" y="519"/>
                    <a:pt x="275" y="521"/>
                    <a:pt x="276" y="521"/>
                  </a:cubicBezTo>
                  <a:cubicBezTo>
                    <a:pt x="277" y="521"/>
                    <a:pt x="279" y="521"/>
                    <a:pt x="282" y="519"/>
                  </a:cubicBezTo>
                  <a:cubicBezTo>
                    <a:pt x="284" y="518"/>
                    <a:pt x="286" y="518"/>
                    <a:pt x="287" y="518"/>
                  </a:cubicBezTo>
                  <a:cubicBezTo>
                    <a:pt x="290" y="518"/>
                    <a:pt x="291" y="521"/>
                    <a:pt x="293" y="525"/>
                  </a:cubicBezTo>
                  <a:cubicBezTo>
                    <a:pt x="294" y="528"/>
                    <a:pt x="295" y="532"/>
                    <a:pt x="298" y="532"/>
                  </a:cubicBezTo>
                  <a:cubicBezTo>
                    <a:pt x="300" y="532"/>
                    <a:pt x="301" y="531"/>
                    <a:pt x="303" y="531"/>
                  </a:cubicBezTo>
                  <a:lnTo>
                    <a:pt x="304" y="533"/>
                  </a:lnTo>
                  <a:cubicBezTo>
                    <a:pt x="304" y="533"/>
                    <a:pt x="305" y="533"/>
                    <a:pt x="306" y="533"/>
                  </a:cubicBezTo>
                  <a:cubicBezTo>
                    <a:pt x="309" y="533"/>
                    <a:pt x="313" y="533"/>
                    <a:pt x="313" y="533"/>
                  </a:cubicBezTo>
                  <a:cubicBezTo>
                    <a:pt x="316" y="532"/>
                    <a:pt x="318" y="532"/>
                    <a:pt x="319" y="532"/>
                  </a:cubicBezTo>
                  <a:cubicBezTo>
                    <a:pt x="320" y="532"/>
                    <a:pt x="318" y="533"/>
                    <a:pt x="313" y="534"/>
                  </a:cubicBezTo>
                  <a:cubicBezTo>
                    <a:pt x="308" y="536"/>
                    <a:pt x="303" y="538"/>
                    <a:pt x="297" y="541"/>
                  </a:cubicBezTo>
                  <a:cubicBezTo>
                    <a:pt x="298" y="541"/>
                    <a:pt x="298" y="541"/>
                    <a:pt x="299" y="541"/>
                  </a:cubicBezTo>
                  <a:cubicBezTo>
                    <a:pt x="302" y="541"/>
                    <a:pt x="308" y="539"/>
                    <a:pt x="314" y="536"/>
                  </a:cubicBezTo>
                  <a:cubicBezTo>
                    <a:pt x="319" y="534"/>
                    <a:pt x="321" y="534"/>
                    <a:pt x="322" y="534"/>
                  </a:cubicBezTo>
                  <a:cubicBezTo>
                    <a:pt x="322" y="534"/>
                    <a:pt x="322" y="534"/>
                    <a:pt x="322" y="534"/>
                  </a:cubicBezTo>
                  <a:cubicBezTo>
                    <a:pt x="322" y="535"/>
                    <a:pt x="322" y="535"/>
                    <a:pt x="314" y="538"/>
                  </a:cubicBezTo>
                  <a:lnTo>
                    <a:pt x="299" y="544"/>
                  </a:lnTo>
                  <a:lnTo>
                    <a:pt x="299" y="545"/>
                  </a:lnTo>
                  <a:cubicBezTo>
                    <a:pt x="303" y="543"/>
                    <a:pt x="306" y="543"/>
                    <a:pt x="307" y="543"/>
                  </a:cubicBezTo>
                  <a:cubicBezTo>
                    <a:pt x="307" y="543"/>
                    <a:pt x="308" y="543"/>
                    <a:pt x="308" y="543"/>
                  </a:cubicBezTo>
                  <a:cubicBezTo>
                    <a:pt x="308" y="543"/>
                    <a:pt x="308" y="543"/>
                    <a:pt x="292" y="550"/>
                  </a:cubicBezTo>
                  <a:cubicBezTo>
                    <a:pt x="284" y="553"/>
                    <a:pt x="280" y="555"/>
                    <a:pt x="280" y="555"/>
                  </a:cubicBezTo>
                  <a:cubicBezTo>
                    <a:pt x="280" y="555"/>
                    <a:pt x="284" y="553"/>
                    <a:pt x="292" y="551"/>
                  </a:cubicBezTo>
                  <a:lnTo>
                    <a:pt x="301" y="550"/>
                  </a:lnTo>
                  <a:lnTo>
                    <a:pt x="301" y="550"/>
                  </a:lnTo>
                  <a:cubicBezTo>
                    <a:pt x="295" y="552"/>
                    <a:pt x="293" y="553"/>
                    <a:pt x="294" y="553"/>
                  </a:cubicBezTo>
                  <a:cubicBezTo>
                    <a:pt x="296" y="553"/>
                    <a:pt x="304" y="551"/>
                    <a:pt x="310" y="550"/>
                  </a:cubicBezTo>
                  <a:lnTo>
                    <a:pt x="310" y="550"/>
                  </a:lnTo>
                  <a:cubicBezTo>
                    <a:pt x="301" y="553"/>
                    <a:pt x="297" y="556"/>
                    <a:pt x="298" y="556"/>
                  </a:cubicBezTo>
                  <a:cubicBezTo>
                    <a:pt x="299" y="556"/>
                    <a:pt x="303" y="554"/>
                    <a:pt x="310" y="552"/>
                  </a:cubicBezTo>
                  <a:cubicBezTo>
                    <a:pt x="313" y="551"/>
                    <a:pt x="315" y="550"/>
                    <a:pt x="316" y="550"/>
                  </a:cubicBezTo>
                  <a:cubicBezTo>
                    <a:pt x="317" y="550"/>
                    <a:pt x="315" y="551"/>
                    <a:pt x="311" y="553"/>
                  </a:cubicBezTo>
                  <a:cubicBezTo>
                    <a:pt x="303" y="558"/>
                    <a:pt x="303" y="558"/>
                    <a:pt x="303" y="560"/>
                  </a:cubicBezTo>
                  <a:cubicBezTo>
                    <a:pt x="305" y="559"/>
                    <a:pt x="306" y="559"/>
                    <a:pt x="307" y="559"/>
                  </a:cubicBezTo>
                  <a:cubicBezTo>
                    <a:pt x="312" y="559"/>
                    <a:pt x="314" y="563"/>
                    <a:pt x="315" y="569"/>
                  </a:cubicBezTo>
                  <a:cubicBezTo>
                    <a:pt x="317" y="574"/>
                    <a:pt x="318" y="578"/>
                    <a:pt x="322" y="578"/>
                  </a:cubicBezTo>
                  <a:cubicBezTo>
                    <a:pt x="323" y="578"/>
                    <a:pt x="325" y="577"/>
                    <a:pt x="327" y="577"/>
                  </a:cubicBezTo>
                  <a:lnTo>
                    <a:pt x="327" y="577"/>
                  </a:lnTo>
                  <a:cubicBezTo>
                    <a:pt x="327" y="578"/>
                    <a:pt x="327" y="578"/>
                    <a:pt x="320" y="581"/>
                  </a:cubicBezTo>
                  <a:cubicBezTo>
                    <a:pt x="316" y="583"/>
                    <a:pt x="314" y="584"/>
                    <a:pt x="315" y="584"/>
                  </a:cubicBezTo>
                  <a:cubicBezTo>
                    <a:pt x="316" y="584"/>
                    <a:pt x="320" y="583"/>
                    <a:pt x="328" y="580"/>
                  </a:cubicBezTo>
                  <a:cubicBezTo>
                    <a:pt x="332" y="579"/>
                    <a:pt x="336" y="577"/>
                    <a:pt x="337" y="577"/>
                  </a:cubicBezTo>
                  <a:lnTo>
                    <a:pt x="337" y="577"/>
                  </a:lnTo>
                  <a:cubicBezTo>
                    <a:pt x="337" y="577"/>
                    <a:pt x="335" y="578"/>
                    <a:pt x="328" y="581"/>
                  </a:cubicBezTo>
                  <a:cubicBezTo>
                    <a:pt x="320" y="583"/>
                    <a:pt x="321" y="586"/>
                    <a:pt x="322" y="589"/>
                  </a:cubicBezTo>
                  <a:cubicBezTo>
                    <a:pt x="322" y="590"/>
                    <a:pt x="323" y="592"/>
                    <a:pt x="325" y="592"/>
                  </a:cubicBezTo>
                  <a:cubicBezTo>
                    <a:pt x="326" y="592"/>
                    <a:pt x="328" y="591"/>
                    <a:pt x="331" y="590"/>
                  </a:cubicBezTo>
                  <a:cubicBezTo>
                    <a:pt x="335" y="590"/>
                    <a:pt x="337" y="589"/>
                    <a:pt x="338" y="589"/>
                  </a:cubicBezTo>
                  <a:cubicBezTo>
                    <a:pt x="339" y="589"/>
                    <a:pt x="336" y="590"/>
                    <a:pt x="331" y="591"/>
                  </a:cubicBezTo>
                  <a:cubicBezTo>
                    <a:pt x="318" y="596"/>
                    <a:pt x="311" y="601"/>
                    <a:pt x="318" y="601"/>
                  </a:cubicBezTo>
                  <a:cubicBezTo>
                    <a:pt x="320" y="601"/>
                    <a:pt x="322" y="601"/>
                    <a:pt x="325" y="600"/>
                  </a:cubicBezTo>
                  <a:lnTo>
                    <a:pt x="325" y="600"/>
                  </a:lnTo>
                  <a:cubicBezTo>
                    <a:pt x="325" y="600"/>
                    <a:pt x="325" y="601"/>
                    <a:pt x="318" y="605"/>
                  </a:cubicBezTo>
                  <a:cubicBezTo>
                    <a:pt x="318" y="605"/>
                    <a:pt x="318" y="605"/>
                    <a:pt x="319" y="605"/>
                  </a:cubicBezTo>
                  <a:cubicBezTo>
                    <a:pt x="320" y="605"/>
                    <a:pt x="323" y="605"/>
                    <a:pt x="327" y="605"/>
                  </a:cubicBezTo>
                  <a:cubicBezTo>
                    <a:pt x="327" y="606"/>
                    <a:pt x="328" y="609"/>
                    <a:pt x="329" y="610"/>
                  </a:cubicBezTo>
                  <a:cubicBezTo>
                    <a:pt x="329" y="611"/>
                    <a:pt x="330" y="611"/>
                    <a:pt x="331" y="611"/>
                  </a:cubicBezTo>
                  <a:cubicBezTo>
                    <a:pt x="334" y="611"/>
                    <a:pt x="338" y="610"/>
                    <a:pt x="338" y="610"/>
                  </a:cubicBezTo>
                  <a:lnTo>
                    <a:pt x="338" y="611"/>
                  </a:lnTo>
                  <a:cubicBezTo>
                    <a:pt x="330" y="615"/>
                    <a:pt x="331" y="618"/>
                    <a:pt x="332" y="624"/>
                  </a:cubicBezTo>
                  <a:cubicBezTo>
                    <a:pt x="334" y="629"/>
                    <a:pt x="336" y="634"/>
                    <a:pt x="328" y="637"/>
                  </a:cubicBezTo>
                  <a:cubicBezTo>
                    <a:pt x="328" y="637"/>
                    <a:pt x="328" y="637"/>
                    <a:pt x="329" y="637"/>
                  </a:cubicBezTo>
                  <a:cubicBezTo>
                    <a:pt x="331" y="637"/>
                    <a:pt x="333" y="637"/>
                    <a:pt x="337" y="636"/>
                  </a:cubicBezTo>
                  <a:cubicBezTo>
                    <a:pt x="345" y="633"/>
                    <a:pt x="349" y="632"/>
                    <a:pt x="350" y="632"/>
                  </a:cubicBezTo>
                  <a:cubicBezTo>
                    <a:pt x="351" y="632"/>
                    <a:pt x="349" y="633"/>
                    <a:pt x="346" y="635"/>
                  </a:cubicBezTo>
                  <a:cubicBezTo>
                    <a:pt x="335" y="639"/>
                    <a:pt x="332" y="642"/>
                    <a:pt x="336" y="642"/>
                  </a:cubicBezTo>
                  <a:cubicBezTo>
                    <a:pt x="338" y="642"/>
                    <a:pt x="341" y="641"/>
                    <a:pt x="347" y="639"/>
                  </a:cubicBezTo>
                  <a:lnTo>
                    <a:pt x="347" y="639"/>
                  </a:lnTo>
                  <a:lnTo>
                    <a:pt x="339" y="643"/>
                  </a:lnTo>
                  <a:cubicBezTo>
                    <a:pt x="331" y="646"/>
                    <a:pt x="330" y="647"/>
                    <a:pt x="331" y="647"/>
                  </a:cubicBezTo>
                  <a:cubicBezTo>
                    <a:pt x="333" y="647"/>
                    <a:pt x="340" y="646"/>
                    <a:pt x="348" y="643"/>
                  </a:cubicBezTo>
                  <a:lnTo>
                    <a:pt x="348" y="643"/>
                  </a:lnTo>
                  <a:cubicBezTo>
                    <a:pt x="342" y="646"/>
                    <a:pt x="336" y="649"/>
                    <a:pt x="337" y="649"/>
                  </a:cubicBezTo>
                  <a:cubicBezTo>
                    <a:pt x="337" y="649"/>
                    <a:pt x="338" y="649"/>
                    <a:pt x="340" y="648"/>
                  </a:cubicBezTo>
                  <a:lnTo>
                    <a:pt x="340" y="648"/>
                  </a:lnTo>
                  <a:cubicBezTo>
                    <a:pt x="341" y="650"/>
                    <a:pt x="341" y="650"/>
                    <a:pt x="325" y="656"/>
                  </a:cubicBezTo>
                  <a:cubicBezTo>
                    <a:pt x="320" y="657"/>
                    <a:pt x="314" y="660"/>
                    <a:pt x="310" y="663"/>
                  </a:cubicBezTo>
                  <a:cubicBezTo>
                    <a:pt x="315" y="662"/>
                    <a:pt x="320" y="660"/>
                    <a:pt x="325" y="657"/>
                  </a:cubicBezTo>
                  <a:cubicBezTo>
                    <a:pt x="325" y="657"/>
                    <a:pt x="325" y="658"/>
                    <a:pt x="325" y="658"/>
                  </a:cubicBezTo>
                  <a:cubicBezTo>
                    <a:pt x="325" y="658"/>
                    <a:pt x="326" y="659"/>
                    <a:pt x="326" y="659"/>
                  </a:cubicBezTo>
                  <a:cubicBezTo>
                    <a:pt x="327" y="659"/>
                    <a:pt x="330" y="658"/>
                    <a:pt x="334" y="656"/>
                  </a:cubicBezTo>
                  <a:cubicBezTo>
                    <a:pt x="338" y="655"/>
                    <a:pt x="340" y="654"/>
                    <a:pt x="341" y="654"/>
                  </a:cubicBezTo>
                  <a:cubicBezTo>
                    <a:pt x="342" y="654"/>
                    <a:pt x="342" y="655"/>
                    <a:pt x="342" y="655"/>
                  </a:cubicBezTo>
                  <a:lnTo>
                    <a:pt x="342" y="655"/>
                  </a:lnTo>
                  <a:cubicBezTo>
                    <a:pt x="344" y="654"/>
                    <a:pt x="347" y="653"/>
                    <a:pt x="350" y="652"/>
                  </a:cubicBezTo>
                  <a:cubicBezTo>
                    <a:pt x="356" y="650"/>
                    <a:pt x="361" y="647"/>
                    <a:pt x="367" y="646"/>
                  </a:cubicBezTo>
                  <a:lnTo>
                    <a:pt x="383" y="639"/>
                  </a:lnTo>
                  <a:cubicBezTo>
                    <a:pt x="393" y="636"/>
                    <a:pt x="403" y="630"/>
                    <a:pt x="413" y="625"/>
                  </a:cubicBezTo>
                  <a:cubicBezTo>
                    <a:pt x="418" y="621"/>
                    <a:pt x="423" y="617"/>
                    <a:pt x="421" y="617"/>
                  </a:cubicBezTo>
                  <a:cubicBezTo>
                    <a:pt x="420" y="617"/>
                    <a:pt x="417" y="618"/>
                    <a:pt x="412" y="620"/>
                  </a:cubicBezTo>
                  <a:cubicBezTo>
                    <a:pt x="412" y="620"/>
                    <a:pt x="407" y="622"/>
                    <a:pt x="404" y="622"/>
                  </a:cubicBezTo>
                  <a:cubicBezTo>
                    <a:pt x="404" y="622"/>
                    <a:pt x="403" y="622"/>
                    <a:pt x="403" y="621"/>
                  </a:cubicBezTo>
                  <a:cubicBezTo>
                    <a:pt x="403" y="620"/>
                    <a:pt x="411" y="617"/>
                    <a:pt x="411" y="617"/>
                  </a:cubicBezTo>
                  <a:cubicBezTo>
                    <a:pt x="419" y="614"/>
                    <a:pt x="417" y="610"/>
                    <a:pt x="416" y="607"/>
                  </a:cubicBezTo>
                  <a:cubicBezTo>
                    <a:pt x="415" y="602"/>
                    <a:pt x="414" y="600"/>
                    <a:pt x="422" y="596"/>
                  </a:cubicBezTo>
                  <a:cubicBezTo>
                    <a:pt x="430" y="592"/>
                    <a:pt x="430" y="591"/>
                    <a:pt x="430" y="591"/>
                  </a:cubicBezTo>
                  <a:lnTo>
                    <a:pt x="430" y="591"/>
                  </a:lnTo>
                  <a:cubicBezTo>
                    <a:pt x="428" y="592"/>
                    <a:pt x="426" y="592"/>
                    <a:pt x="425" y="592"/>
                  </a:cubicBezTo>
                  <a:cubicBezTo>
                    <a:pt x="421" y="592"/>
                    <a:pt x="419" y="589"/>
                    <a:pt x="419" y="584"/>
                  </a:cubicBezTo>
                  <a:cubicBezTo>
                    <a:pt x="417" y="580"/>
                    <a:pt x="416" y="576"/>
                    <a:pt x="411" y="576"/>
                  </a:cubicBezTo>
                  <a:cubicBezTo>
                    <a:pt x="410" y="576"/>
                    <a:pt x="409" y="576"/>
                    <a:pt x="407" y="577"/>
                  </a:cubicBezTo>
                  <a:cubicBezTo>
                    <a:pt x="407" y="577"/>
                    <a:pt x="406" y="575"/>
                    <a:pt x="406" y="575"/>
                  </a:cubicBezTo>
                  <a:cubicBezTo>
                    <a:pt x="414" y="572"/>
                    <a:pt x="414" y="571"/>
                    <a:pt x="414" y="570"/>
                  </a:cubicBezTo>
                  <a:lnTo>
                    <a:pt x="414" y="570"/>
                  </a:lnTo>
                  <a:cubicBezTo>
                    <a:pt x="411" y="570"/>
                    <a:pt x="409" y="570"/>
                    <a:pt x="408" y="570"/>
                  </a:cubicBezTo>
                  <a:cubicBezTo>
                    <a:pt x="405" y="570"/>
                    <a:pt x="405" y="570"/>
                    <a:pt x="405" y="570"/>
                  </a:cubicBezTo>
                  <a:cubicBezTo>
                    <a:pt x="413" y="566"/>
                    <a:pt x="412" y="565"/>
                    <a:pt x="412" y="564"/>
                  </a:cubicBezTo>
                  <a:cubicBezTo>
                    <a:pt x="412" y="563"/>
                    <a:pt x="412" y="563"/>
                    <a:pt x="411" y="563"/>
                  </a:cubicBezTo>
                  <a:cubicBezTo>
                    <a:pt x="409" y="563"/>
                    <a:pt x="407" y="564"/>
                    <a:pt x="403" y="565"/>
                  </a:cubicBezTo>
                  <a:cubicBezTo>
                    <a:pt x="403" y="564"/>
                    <a:pt x="402" y="559"/>
                    <a:pt x="408" y="553"/>
                  </a:cubicBezTo>
                  <a:cubicBezTo>
                    <a:pt x="411" y="552"/>
                    <a:pt x="412" y="551"/>
                    <a:pt x="411" y="551"/>
                  </a:cubicBezTo>
                  <a:cubicBezTo>
                    <a:pt x="410" y="551"/>
                    <a:pt x="405" y="553"/>
                    <a:pt x="399" y="554"/>
                  </a:cubicBezTo>
                  <a:cubicBezTo>
                    <a:pt x="395" y="556"/>
                    <a:pt x="389" y="559"/>
                    <a:pt x="384" y="559"/>
                  </a:cubicBezTo>
                  <a:lnTo>
                    <a:pt x="399" y="553"/>
                  </a:lnTo>
                  <a:cubicBezTo>
                    <a:pt x="407" y="551"/>
                    <a:pt x="407" y="551"/>
                    <a:pt x="407" y="549"/>
                  </a:cubicBezTo>
                  <a:lnTo>
                    <a:pt x="406" y="547"/>
                  </a:lnTo>
                  <a:cubicBezTo>
                    <a:pt x="404" y="548"/>
                    <a:pt x="403" y="549"/>
                    <a:pt x="402" y="549"/>
                  </a:cubicBezTo>
                  <a:cubicBezTo>
                    <a:pt x="398" y="549"/>
                    <a:pt x="397" y="545"/>
                    <a:pt x="396" y="541"/>
                  </a:cubicBezTo>
                  <a:cubicBezTo>
                    <a:pt x="395" y="536"/>
                    <a:pt x="394" y="534"/>
                    <a:pt x="391" y="534"/>
                  </a:cubicBezTo>
                  <a:cubicBezTo>
                    <a:pt x="389" y="534"/>
                    <a:pt x="387" y="534"/>
                    <a:pt x="385" y="535"/>
                  </a:cubicBezTo>
                  <a:cubicBezTo>
                    <a:pt x="382" y="536"/>
                    <a:pt x="380" y="537"/>
                    <a:pt x="379" y="537"/>
                  </a:cubicBezTo>
                  <a:cubicBezTo>
                    <a:pt x="378" y="537"/>
                    <a:pt x="380" y="535"/>
                    <a:pt x="384" y="532"/>
                  </a:cubicBezTo>
                  <a:cubicBezTo>
                    <a:pt x="400" y="522"/>
                    <a:pt x="404" y="519"/>
                    <a:pt x="403" y="519"/>
                  </a:cubicBezTo>
                  <a:cubicBezTo>
                    <a:pt x="402" y="519"/>
                    <a:pt x="401" y="520"/>
                    <a:pt x="398" y="521"/>
                  </a:cubicBezTo>
                  <a:cubicBezTo>
                    <a:pt x="393" y="524"/>
                    <a:pt x="388" y="526"/>
                    <a:pt x="383" y="527"/>
                  </a:cubicBezTo>
                  <a:cubicBezTo>
                    <a:pt x="375" y="530"/>
                    <a:pt x="372" y="532"/>
                    <a:pt x="371" y="532"/>
                  </a:cubicBezTo>
                  <a:cubicBezTo>
                    <a:pt x="370" y="532"/>
                    <a:pt x="374" y="530"/>
                    <a:pt x="383" y="526"/>
                  </a:cubicBezTo>
                  <a:cubicBezTo>
                    <a:pt x="395" y="521"/>
                    <a:pt x="390" y="515"/>
                    <a:pt x="381" y="515"/>
                  </a:cubicBezTo>
                  <a:cubicBezTo>
                    <a:pt x="378" y="515"/>
                    <a:pt x="374" y="516"/>
                    <a:pt x="370" y="517"/>
                  </a:cubicBezTo>
                  <a:lnTo>
                    <a:pt x="378" y="514"/>
                  </a:lnTo>
                  <a:cubicBezTo>
                    <a:pt x="386" y="510"/>
                    <a:pt x="386" y="510"/>
                    <a:pt x="385" y="507"/>
                  </a:cubicBezTo>
                  <a:lnTo>
                    <a:pt x="384" y="505"/>
                  </a:lnTo>
                  <a:cubicBezTo>
                    <a:pt x="379" y="507"/>
                    <a:pt x="377" y="507"/>
                    <a:pt x="375" y="507"/>
                  </a:cubicBezTo>
                  <a:cubicBezTo>
                    <a:pt x="372" y="507"/>
                    <a:pt x="377" y="503"/>
                    <a:pt x="383" y="500"/>
                  </a:cubicBezTo>
                  <a:cubicBezTo>
                    <a:pt x="391" y="496"/>
                    <a:pt x="391" y="496"/>
                    <a:pt x="391" y="495"/>
                  </a:cubicBezTo>
                  <a:lnTo>
                    <a:pt x="391" y="495"/>
                  </a:lnTo>
                  <a:cubicBezTo>
                    <a:pt x="387" y="496"/>
                    <a:pt x="384" y="496"/>
                    <a:pt x="383" y="496"/>
                  </a:cubicBezTo>
                  <a:cubicBezTo>
                    <a:pt x="377" y="496"/>
                    <a:pt x="382" y="491"/>
                    <a:pt x="388" y="488"/>
                  </a:cubicBezTo>
                  <a:lnTo>
                    <a:pt x="387" y="487"/>
                  </a:lnTo>
                  <a:cubicBezTo>
                    <a:pt x="384" y="488"/>
                    <a:pt x="382" y="488"/>
                    <a:pt x="381" y="488"/>
                  </a:cubicBezTo>
                  <a:cubicBezTo>
                    <a:pt x="379" y="488"/>
                    <a:pt x="379" y="487"/>
                    <a:pt x="379" y="487"/>
                  </a:cubicBezTo>
                  <a:cubicBezTo>
                    <a:pt x="379" y="486"/>
                    <a:pt x="378" y="485"/>
                    <a:pt x="377" y="485"/>
                  </a:cubicBezTo>
                  <a:cubicBezTo>
                    <a:pt x="376" y="485"/>
                    <a:pt x="374" y="486"/>
                    <a:pt x="370" y="488"/>
                  </a:cubicBezTo>
                  <a:cubicBezTo>
                    <a:pt x="365" y="490"/>
                    <a:pt x="359" y="492"/>
                    <a:pt x="355" y="494"/>
                  </a:cubicBezTo>
                  <a:lnTo>
                    <a:pt x="362" y="490"/>
                  </a:lnTo>
                  <a:cubicBezTo>
                    <a:pt x="370" y="487"/>
                    <a:pt x="369" y="485"/>
                    <a:pt x="368" y="482"/>
                  </a:cubicBezTo>
                  <a:cubicBezTo>
                    <a:pt x="367" y="478"/>
                    <a:pt x="367" y="477"/>
                    <a:pt x="374" y="472"/>
                  </a:cubicBezTo>
                  <a:lnTo>
                    <a:pt x="374" y="472"/>
                  </a:lnTo>
                  <a:lnTo>
                    <a:pt x="366" y="475"/>
                  </a:lnTo>
                  <a:cubicBezTo>
                    <a:pt x="363" y="476"/>
                    <a:pt x="361" y="477"/>
                    <a:pt x="360" y="477"/>
                  </a:cubicBezTo>
                  <a:cubicBezTo>
                    <a:pt x="359" y="477"/>
                    <a:pt x="361" y="475"/>
                    <a:pt x="366" y="473"/>
                  </a:cubicBezTo>
                  <a:cubicBezTo>
                    <a:pt x="373" y="470"/>
                    <a:pt x="373" y="468"/>
                    <a:pt x="367" y="468"/>
                  </a:cubicBezTo>
                  <a:cubicBezTo>
                    <a:pt x="366" y="468"/>
                    <a:pt x="365" y="468"/>
                    <a:pt x="364" y="468"/>
                  </a:cubicBezTo>
                  <a:cubicBezTo>
                    <a:pt x="364" y="468"/>
                    <a:pt x="364" y="467"/>
                    <a:pt x="364" y="467"/>
                  </a:cubicBezTo>
                  <a:cubicBezTo>
                    <a:pt x="373" y="463"/>
                    <a:pt x="377" y="460"/>
                    <a:pt x="374" y="460"/>
                  </a:cubicBezTo>
                  <a:cubicBezTo>
                    <a:pt x="373" y="460"/>
                    <a:pt x="369" y="461"/>
                    <a:pt x="362" y="463"/>
                  </a:cubicBezTo>
                  <a:cubicBezTo>
                    <a:pt x="370" y="460"/>
                    <a:pt x="370" y="459"/>
                    <a:pt x="369" y="458"/>
                  </a:cubicBezTo>
                  <a:lnTo>
                    <a:pt x="369" y="458"/>
                  </a:lnTo>
                  <a:cubicBezTo>
                    <a:pt x="367" y="458"/>
                    <a:pt x="366" y="458"/>
                    <a:pt x="365" y="458"/>
                  </a:cubicBezTo>
                  <a:cubicBezTo>
                    <a:pt x="361" y="458"/>
                    <a:pt x="362" y="456"/>
                    <a:pt x="368" y="453"/>
                  </a:cubicBezTo>
                  <a:lnTo>
                    <a:pt x="368" y="453"/>
                  </a:lnTo>
                  <a:cubicBezTo>
                    <a:pt x="365" y="454"/>
                    <a:pt x="363" y="454"/>
                    <a:pt x="361" y="454"/>
                  </a:cubicBezTo>
                  <a:cubicBezTo>
                    <a:pt x="359" y="454"/>
                    <a:pt x="359" y="454"/>
                    <a:pt x="359" y="453"/>
                  </a:cubicBezTo>
                  <a:cubicBezTo>
                    <a:pt x="359" y="453"/>
                    <a:pt x="359" y="453"/>
                    <a:pt x="358" y="453"/>
                  </a:cubicBezTo>
                  <a:cubicBezTo>
                    <a:pt x="357" y="453"/>
                    <a:pt x="355" y="453"/>
                    <a:pt x="351" y="454"/>
                  </a:cubicBezTo>
                  <a:cubicBezTo>
                    <a:pt x="342" y="457"/>
                    <a:pt x="342" y="457"/>
                    <a:pt x="342" y="457"/>
                  </a:cubicBezTo>
                  <a:cubicBezTo>
                    <a:pt x="348" y="453"/>
                    <a:pt x="352" y="452"/>
                    <a:pt x="358" y="451"/>
                  </a:cubicBezTo>
                  <a:cubicBezTo>
                    <a:pt x="363" y="450"/>
                    <a:pt x="365" y="448"/>
                    <a:pt x="362" y="448"/>
                  </a:cubicBezTo>
                  <a:cubicBezTo>
                    <a:pt x="360" y="448"/>
                    <a:pt x="356" y="449"/>
                    <a:pt x="349" y="451"/>
                  </a:cubicBezTo>
                  <a:cubicBezTo>
                    <a:pt x="342" y="453"/>
                    <a:pt x="338" y="453"/>
                    <a:pt x="337" y="453"/>
                  </a:cubicBezTo>
                  <a:cubicBezTo>
                    <a:pt x="337" y="453"/>
                    <a:pt x="341" y="452"/>
                    <a:pt x="349" y="450"/>
                  </a:cubicBezTo>
                  <a:cubicBezTo>
                    <a:pt x="355" y="448"/>
                    <a:pt x="363" y="446"/>
                    <a:pt x="360" y="446"/>
                  </a:cubicBezTo>
                  <a:cubicBezTo>
                    <a:pt x="360" y="446"/>
                    <a:pt x="359" y="446"/>
                    <a:pt x="357" y="446"/>
                  </a:cubicBezTo>
                  <a:cubicBezTo>
                    <a:pt x="357" y="446"/>
                    <a:pt x="357" y="446"/>
                    <a:pt x="356" y="446"/>
                  </a:cubicBezTo>
                  <a:cubicBezTo>
                    <a:pt x="356" y="446"/>
                    <a:pt x="354" y="447"/>
                    <a:pt x="349" y="449"/>
                  </a:cubicBezTo>
                  <a:lnTo>
                    <a:pt x="348" y="446"/>
                  </a:lnTo>
                  <a:cubicBezTo>
                    <a:pt x="356" y="442"/>
                    <a:pt x="356" y="441"/>
                    <a:pt x="355" y="440"/>
                  </a:cubicBezTo>
                  <a:lnTo>
                    <a:pt x="355" y="440"/>
                  </a:lnTo>
                  <a:cubicBezTo>
                    <a:pt x="351" y="441"/>
                    <a:pt x="349" y="441"/>
                    <a:pt x="349" y="441"/>
                  </a:cubicBezTo>
                  <a:cubicBezTo>
                    <a:pt x="348" y="441"/>
                    <a:pt x="350" y="440"/>
                    <a:pt x="355" y="439"/>
                  </a:cubicBezTo>
                  <a:cubicBezTo>
                    <a:pt x="358" y="437"/>
                    <a:pt x="360" y="436"/>
                    <a:pt x="360" y="436"/>
                  </a:cubicBezTo>
                  <a:cubicBezTo>
                    <a:pt x="359" y="436"/>
                    <a:pt x="355" y="437"/>
                    <a:pt x="347" y="441"/>
                  </a:cubicBezTo>
                  <a:cubicBezTo>
                    <a:pt x="344" y="442"/>
                    <a:pt x="342" y="442"/>
                    <a:pt x="341" y="442"/>
                  </a:cubicBezTo>
                  <a:cubicBezTo>
                    <a:pt x="339" y="442"/>
                    <a:pt x="341" y="441"/>
                    <a:pt x="346" y="439"/>
                  </a:cubicBezTo>
                  <a:cubicBezTo>
                    <a:pt x="356" y="434"/>
                    <a:pt x="359" y="433"/>
                    <a:pt x="359" y="433"/>
                  </a:cubicBezTo>
                  <a:lnTo>
                    <a:pt x="359" y="433"/>
                  </a:lnTo>
                  <a:cubicBezTo>
                    <a:pt x="358" y="433"/>
                    <a:pt x="356" y="433"/>
                    <a:pt x="354" y="434"/>
                  </a:cubicBezTo>
                  <a:cubicBezTo>
                    <a:pt x="349" y="436"/>
                    <a:pt x="347" y="437"/>
                    <a:pt x="345" y="437"/>
                  </a:cubicBezTo>
                  <a:cubicBezTo>
                    <a:pt x="345" y="437"/>
                    <a:pt x="345" y="436"/>
                    <a:pt x="345" y="436"/>
                  </a:cubicBezTo>
                  <a:cubicBezTo>
                    <a:pt x="352" y="433"/>
                    <a:pt x="350" y="426"/>
                    <a:pt x="348" y="420"/>
                  </a:cubicBezTo>
                  <a:cubicBezTo>
                    <a:pt x="342" y="420"/>
                    <a:pt x="338" y="422"/>
                    <a:pt x="332" y="424"/>
                  </a:cubicBezTo>
                  <a:cubicBezTo>
                    <a:pt x="326" y="427"/>
                    <a:pt x="323" y="428"/>
                    <a:pt x="323" y="428"/>
                  </a:cubicBezTo>
                  <a:cubicBezTo>
                    <a:pt x="323" y="428"/>
                    <a:pt x="328" y="426"/>
                    <a:pt x="332" y="423"/>
                  </a:cubicBezTo>
                  <a:cubicBezTo>
                    <a:pt x="345" y="418"/>
                    <a:pt x="350" y="415"/>
                    <a:pt x="349" y="415"/>
                  </a:cubicBezTo>
                  <a:cubicBezTo>
                    <a:pt x="348" y="415"/>
                    <a:pt x="342" y="417"/>
                    <a:pt x="331" y="422"/>
                  </a:cubicBezTo>
                  <a:cubicBezTo>
                    <a:pt x="324" y="425"/>
                    <a:pt x="320" y="427"/>
                    <a:pt x="319" y="427"/>
                  </a:cubicBezTo>
                  <a:cubicBezTo>
                    <a:pt x="319" y="427"/>
                    <a:pt x="323" y="425"/>
                    <a:pt x="331" y="421"/>
                  </a:cubicBezTo>
                  <a:cubicBezTo>
                    <a:pt x="335" y="419"/>
                    <a:pt x="337" y="418"/>
                    <a:pt x="337" y="418"/>
                  </a:cubicBezTo>
                  <a:lnTo>
                    <a:pt x="337" y="418"/>
                  </a:lnTo>
                  <a:cubicBezTo>
                    <a:pt x="337" y="418"/>
                    <a:pt x="335" y="419"/>
                    <a:pt x="331" y="420"/>
                  </a:cubicBezTo>
                  <a:cubicBezTo>
                    <a:pt x="328" y="421"/>
                    <a:pt x="326" y="422"/>
                    <a:pt x="325" y="422"/>
                  </a:cubicBezTo>
                  <a:cubicBezTo>
                    <a:pt x="324" y="422"/>
                    <a:pt x="325" y="420"/>
                    <a:pt x="330" y="418"/>
                  </a:cubicBezTo>
                  <a:cubicBezTo>
                    <a:pt x="336" y="416"/>
                    <a:pt x="342" y="413"/>
                    <a:pt x="341" y="413"/>
                  </a:cubicBezTo>
                  <a:lnTo>
                    <a:pt x="341" y="413"/>
                  </a:lnTo>
                  <a:cubicBezTo>
                    <a:pt x="341" y="413"/>
                    <a:pt x="340" y="413"/>
                    <a:pt x="338" y="414"/>
                  </a:cubicBezTo>
                  <a:cubicBezTo>
                    <a:pt x="338" y="414"/>
                    <a:pt x="338" y="413"/>
                    <a:pt x="346" y="409"/>
                  </a:cubicBezTo>
                  <a:cubicBezTo>
                    <a:pt x="348" y="408"/>
                    <a:pt x="349" y="407"/>
                    <a:pt x="348" y="407"/>
                  </a:cubicBezTo>
                  <a:cubicBezTo>
                    <a:pt x="347" y="407"/>
                    <a:pt x="342" y="409"/>
                    <a:pt x="337" y="411"/>
                  </a:cubicBezTo>
                  <a:cubicBezTo>
                    <a:pt x="329" y="412"/>
                    <a:pt x="325" y="413"/>
                    <a:pt x="324" y="413"/>
                  </a:cubicBezTo>
                  <a:cubicBezTo>
                    <a:pt x="323" y="413"/>
                    <a:pt x="327" y="411"/>
                    <a:pt x="336" y="408"/>
                  </a:cubicBezTo>
                  <a:cubicBezTo>
                    <a:pt x="345" y="405"/>
                    <a:pt x="346" y="404"/>
                    <a:pt x="343" y="404"/>
                  </a:cubicBezTo>
                  <a:cubicBezTo>
                    <a:pt x="340" y="404"/>
                    <a:pt x="334" y="405"/>
                    <a:pt x="327" y="407"/>
                  </a:cubicBezTo>
                  <a:cubicBezTo>
                    <a:pt x="318" y="410"/>
                    <a:pt x="314" y="412"/>
                    <a:pt x="314" y="412"/>
                  </a:cubicBezTo>
                  <a:cubicBezTo>
                    <a:pt x="313" y="412"/>
                    <a:pt x="315" y="411"/>
                    <a:pt x="319" y="409"/>
                  </a:cubicBezTo>
                  <a:cubicBezTo>
                    <a:pt x="327" y="407"/>
                    <a:pt x="327" y="406"/>
                    <a:pt x="327" y="406"/>
                  </a:cubicBezTo>
                  <a:cubicBezTo>
                    <a:pt x="327" y="405"/>
                    <a:pt x="325" y="404"/>
                    <a:pt x="333" y="402"/>
                  </a:cubicBezTo>
                  <a:cubicBezTo>
                    <a:pt x="333" y="402"/>
                    <a:pt x="333" y="401"/>
                    <a:pt x="331" y="401"/>
                  </a:cubicBezTo>
                  <a:cubicBezTo>
                    <a:pt x="330" y="401"/>
                    <a:pt x="328" y="401"/>
                    <a:pt x="325" y="402"/>
                  </a:cubicBezTo>
                  <a:cubicBezTo>
                    <a:pt x="321" y="403"/>
                    <a:pt x="318" y="404"/>
                    <a:pt x="317" y="404"/>
                  </a:cubicBezTo>
                  <a:cubicBezTo>
                    <a:pt x="314" y="404"/>
                    <a:pt x="321" y="400"/>
                    <a:pt x="332" y="395"/>
                  </a:cubicBezTo>
                  <a:lnTo>
                    <a:pt x="332" y="395"/>
                  </a:lnTo>
                  <a:lnTo>
                    <a:pt x="323" y="396"/>
                  </a:lnTo>
                  <a:cubicBezTo>
                    <a:pt x="314" y="399"/>
                    <a:pt x="308" y="401"/>
                    <a:pt x="306" y="401"/>
                  </a:cubicBezTo>
                  <a:cubicBezTo>
                    <a:pt x="306" y="401"/>
                    <a:pt x="308" y="400"/>
                    <a:pt x="315" y="397"/>
                  </a:cubicBezTo>
                  <a:lnTo>
                    <a:pt x="317" y="397"/>
                  </a:lnTo>
                  <a:lnTo>
                    <a:pt x="317" y="397"/>
                  </a:lnTo>
                  <a:cubicBezTo>
                    <a:pt x="316" y="397"/>
                    <a:pt x="315" y="397"/>
                    <a:pt x="315" y="397"/>
                  </a:cubicBezTo>
                  <a:cubicBezTo>
                    <a:pt x="311" y="397"/>
                    <a:pt x="318" y="392"/>
                    <a:pt x="330" y="387"/>
                  </a:cubicBezTo>
                  <a:cubicBezTo>
                    <a:pt x="338" y="385"/>
                    <a:pt x="338" y="385"/>
                    <a:pt x="337" y="384"/>
                  </a:cubicBezTo>
                  <a:lnTo>
                    <a:pt x="337" y="384"/>
                  </a:lnTo>
                  <a:lnTo>
                    <a:pt x="329" y="387"/>
                  </a:lnTo>
                  <a:cubicBezTo>
                    <a:pt x="324" y="389"/>
                    <a:pt x="319" y="391"/>
                    <a:pt x="313" y="393"/>
                  </a:cubicBezTo>
                  <a:cubicBezTo>
                    <a:pt x="313" y="391"/>
                    <a:pt x="313" y="390"/>
                    <a:pt x="321" y="387"/>
                  </a:cubicBezTo>
                  <a:cubicBezTo>
                    <a:pt x="326" y="384"/>
                    <a:pt x="332" y="381"/>
                    <a:pt x="331" y="381"/>
                  </a:cubicBezTo>
                  <a:lnTo>
                    <a:pt x="331" y="381"/>
                  </a:lnTo>
                  <a:cubicBezTo>
                    <a:pt x="331" y="381"/>
                    <a:pt x="330" y="382"/>
                    <a:pt x="328" y="383"/>
                  </a:cubicBezTo>
                  <a:cubicBezTo>
                    <a:pt x="328" y="383"/>
                    <a:pt x="328" y="383"/>
                    <a:pt x="336" y="378"/>
                  </a:cubicBezTo>
                  <a:cubicBezTo>
                    <a:pt x="336" y="377"/>
                    <a:pt x="334" y="377"/>
                    <a:pt x="334" y="375"/>
                  </a:cubicBezTo>
                  <a:cubicBezTo>
                    <a:pt x="332" y="376"/>
                    <a:pt x="330" y="376"/>
                    <a:pt x="329" y="376"/>
                  </a:cubicBezTo>
                  <a:cubicBezTo>
                    <a:pt x="327" y="376"/>
                    <a:pt x="328" y="375"/>
                    <a:pt x="333" y="372"/>
                  </a:cubicBezTo>
                  <a:cubicBezTo>
                    <a:pt x="333" y="372"/>
                    <a:pt x="333" y="372"/>
                    <a:pt x="332" y="372"/>
                  </a:cubicBezTo>
                  <a:cubicBezTo>
                    <a:pt x="331" y="372"/>
                    <a:pt x="329" y="372"/>
                    <a:pt x="325" y="374"/>
                  </a:cubicBezTo>
                  <a:cubicBezTo>
                    <a:pt x="324" y="372"/>
                    <a:pt x="324" y="371"/>
                    <a:pt x="332" y="368"/>
                  </a:cubicBezTo>
                  <a:lnTo>
                    <a:pt x="332" y="368"/>
                  </a:lnTo>
                  <a:cubicBezTo>
                    <a:pt x="328" y="369"/>
                    <a:pt x="326" y="370"/>
                    <a:pt x="325" y="370"/>
                  </a:cubicBezTo>
                  <a:cubicBezTo>
                    <a:pt x="324" y="370"/>
                    <a:pt x="324" y="370"/>
                    <a:pt x="323" y="369"/>
                  </a:cubicBezTo>
                  <a:cubicBezTo>
                    <a:pt x="323" y="368"/>
                    <a:pt x="323" y="368"/>
                    <a:pt x="323" y="368"/>
                  </a:cubicBezTo>
                  <a:cubicBezTo>
                    <a:pt x="318" y="370"/>
                    <a:pt x="316" y="371"/>
                    <a:pt x="316" y="371"/>
                  </a:cubicBezTo>
                  <a:cubicBezTo>
                    <a:pt x="315" y="371"/>
                    <a:pt x="315" y="371"/>
                    <a:pt x="315" y="370"/>
                  </a:cubicBezTo>
                  <a:cubicBezTo>
                    <a:pt x="314" y="369"/>
                    <a:pt x="322" y="363"/>
                    <a:pt x="322" y="363"/>
                  </a:cubicBezTo>
                  <a:cubicBezTo>
                    <a:pt x="322" y="362"/>
                    <a:pt x="321" y="362"/>
                    <a:pt x="320" y="362"/>
                  </a:cubicBezTo>
                  <a:cubicBezTo>
                    <a:pt x="319" y="362"/>
                    <a:pt x="317" y="363"/>
                    <a:pt x="313" y="365"/>
                  </a:cubicBezTo>
                  <a:cubicBezTo>
                    <a:pt x="313" y="365"/>
                    <a:pt x="311" y="367"/>
                    <a:pt x="310" y="367"/>
                  </a:cubicBezTo>
                  <a:cubicBezTo>
                    <a:pt x="309" y="367"/>
                    <a:pt x="310" y="366"/>
                    <a:pt x="313" y="363"/>
                  </a:cubicBezTo>
                  <a:cubicBezTo>
                    <a:pt x="313" y="363"/>
                    <a:pt x="320" y="358"/>
                    <a:pt x="319" y="356"/>
                  </a:cubicBezTo>
                  <a:cubicBezTo>
                    <a:pt x="319" y="354"/>
                    <a:pt x="319" y="353"/>
                    <a:pt x="318" y="353"/>
                  </a:cubicBezTo>
                  <a:cubicBezTo>
                    <a:pt x="317" y="353"/>
                    <a:pt x="315" y="354"/>
                    <a:pt x="311" y="356"/>
                  </a:cubicBezTo>
                  <a:cubicBezTo>
                    <a:pt x="303" y="359"/>
                    <a:pt x="299" y="361"/>
                    <a:pt x="299" y="361"/>
                  </a:cubicBezTo>
                  <a:cubicBezTo>
                    <a:pt x="299" y="361"/>
                    <a:pt x="302" y="359"/>
                    <a:pt x="310" y="354"/>
                  </a:cubicBezTo>
                  <a:cubicBezTo>
                    <a:pt x="320" y="349"/>
                    <a:pt x="324" y="348"/>
                    <a:pt x="323" y="348"/>
                  </a:cubicBezTo>
                  <a:cubicBezTo>
                    <a:pt x="322" y="348"/>
                    <a:pt x="320" y="348"/>
                    <a:pt x="318" y="349"/>
                  </a:cubicBezTo>
                  <a:cubicBezTo>
                    <a:pt x="313" y="351"/>
                    <a:pt x="311" y="352"/>
                    <a:pt x="310" y="352"/>
                  </a:cubicBezTo>
                  <a:cubicBezTo>
                    <a:pt x="309" y="352"/>
                    <a:pt x="309" y="352"/>
                    <a:pt x="309" y="351"/>
                  </a:cubicBezTo>
                  <a:cubicBezTo>
                    <a:pt x="314" y="349"/>
                    <a:pt x="315" y="348"/>
                    <a:pt x="314" y="348"/>
                  </a:cubicBezTo>
                  <a:cubicBezTo>
                    <a:pt x="313" y="348"/>
                    <a:pt x="311" y="348"/>
                    <a:pt x="309" y="349"/>
                  </a:cubicBezTo>
                  <a:cubicBezTo>
                    <a:pt x="308" y="348"/>
                    <a:pt x="308" y="348"/>
                    <a:pt x="315" y="344"/>
                  </a:cubicBezTo>
                  <a:lnTo>
                    <a:pt x="315" y="343"/>
                  </a:lnTo>
                  <a:cubicBezTo>
                    <a:pt x="312" y="344"/>
                    <a:pt x="310" y="345"/>
                    <a:pt x="308" y="345"/>
                  </a:cubicBezTo>
                  <a:cubicBezTo>
                    <a:pt x="302" y="345"/>
                    <a:pt x="307" y="339"/>
                    <a:pt x="313" y="337"/>
                  </a:cubicBezTo>
                  <a:cubicBezTo>
                    <a:pt x="313" y="337"/>
                    <a:pt x="313" y="336"/>
                    <a:pt x="312" y="336"/>
                  </a:cubicBezTo>
                  <a:cubicBezTo>
                    <a:pt x="311" y="336"/>
                    <a:pt x="309" y="337"/>
                    <a:pt x="305" y="338"/>
                  </a:cubicBezTo>
                  <a:cubicBezTo>
                    <a:pt x="297" y="340"/>
                    <a:pt x="293" y="342"/>
                    <a:pt x="293" y="342"/>
                  </a:cubicBezTo>
                  <a:cubicBezTo>
                    <a:pt x="292" y="342"/>
                    <a:pt x="296" y="340"/>
                    <a:pt x="304" y="337"/>
                  </a:cubicBezTo>
                  <a:cubicBezTo>
                    <a:pt x="312" y="333"/>
                    <a:pt x="316" y="331"/>
                    <a:pt x="316" y="331"/>
                  </a:cubicBezTo>
                  <a:lnTo>
                    <a:pt x="316" y="331"/>
                  </a:lnTo>
                  <a:cubicBezTo>
                    <a:pt x="316" y="331"/>
                    <a:pt x="312" y="333"/>
                    <a:pt x="304" y="335"/>
                  </a:cubicBezTo>
                  <a:cubicBezTo>
                    <a:pt x="302" y="336"/>
                    <a:pt x="301" y="336"/>
                    <a:pt x="300" y="336"/>
                  </a:cubicBezTo>
                  <a:cubicBezTo>
                    <a:pt x="297" y="336"/>
                    <a:pt x="299" y="333"/>
                    <a:pt x="311" y="329"/>
                  </a:cubicBezTo>
                  <a:lnTo>
                    <a:pt x="327" y="322"/>
                  </a:lnTo>
                  <a:lnTo>
                    <a:pt x="327" y="322"/>
                  </a:lnTo>
                  <a:cubicBezTo>
                    <a:pt x="319" y="324"/>
                    <a:pt x="319" y="324"/>
                    <a:pt x="319" y="324"/>
                  </a:cubicBezTo>
                  <a:cubicBezTo>
                    <a:pt x="315" y="326"/>
                    <a:pt x="312" y="326"/>
                    <a:pt x="311" y="326"/>
                  </a:cubicBezTo>
                  <a:cubicBezTo>
                    <a:pt x="310" y="326"/>
                    <a:pt x="310" y="325"/>
                    <a:pt x="310" y="324"/>
                  </a:cubicBezTo>
                  <a:cubicBezTo>
                    <a:pt x="309" y="323"/>
                    <a:pt x="300" y="323"/>
                    <a:pt x="300" y="321"/>
                  </a:cubicBezTo>
                  <a:cubicBezTo>
                    <a:pt x="299" y="320"/>
                    <a:pt x="299" y="317"/>
                    <a:pt x="306" y="313"/>
                  </a:cubicBezTo>
                  <a:cubicBezTo>
                    <a:pt x="306" y="313"/>
                    <a:pt x="306" y="313"/>
                    <a:pt x="304" y="313"/>
                  </a:cubicBezTo>
                  <a:cubicBezTo>
                    <a:pt x="303" y="313"/>
                    <a:pt x="301" y="313"/>
                    <a:pt x="297" y="314"/>
                  </a:cubicBezTo>
                  <a:cubicBezTo>
                    <a:pt x="295" y="315"/>
                    <a:pt x="293" y="315"/>
                    <a:pt x="292" y="315"/>
                  </a:cubicBezTo>
                  <a:cubicBezTo>
                    <a:pt x="289" y="315"/>
                    <a:pt x="291" y="313"/>
                    <a:pt x="296" y="311"/>
                  </a:cubicBezTo>
                  <a:lnTo>
                    <a:pt x="296" y="311"/>
                  </a:lnTo>
                  <a:cubicBezTo>
                    <a:pt x="287" y="312"/>
                    <a:pt x="287" y="312"/>
                    <a:pt x="287" y="312"/>
                  </a:cubicBezTo>
                  <a:cubicBezTo>
                    <a:pt x="294" y="309"/>
                    <a:pt x="300" y="306"/>
                    <a:pt x="298" y="306"/>
                  </a:cubicBezTo>
                  <a:cubicBezTo>
                    <a:pt x="298" y="306"/>
                    <a:pt x="297" y="306"/>
                    <a:pt x="295" y="306"/>
                  </a:cubicBezTo>
                  <a:cubicBezTo>
                    <a:pt x="291" y="308"/>
                    <a:pt x="289" y="309"/>
                    <a:pt x="288" y="309"/>
                  </a:cubicBezTo>
                  <a:cubicBezTo>
                    <a:pt x="287" y="309"/>
                    <a:pt x="287" y="308"/>
                    <a:pt x="286" y="307"/>
                  </a:cubicBezTo>
                  <a:cubicBezTo>
                    <a:pt x="294" y="303"/>
                    <a:pt x="287" y="280"/>
                    <a:pt x="279" y="280"/>
                  </a:cubicBezTo>
                  <a:cubicBezTo>
                    <a:pt x="279" y="280"/>
                    <a:pt x="279" y="280"/>
                    <a:pt x="278" y="280"/>
                  </a:cubicBezTo>
                  <a:lnTo>
                    <a:pt x="277" y="278"/>
                  </a:lnTo>
                  <a:lnTo>
                    <a:pt x="276" y="276"/>
                  </a:lnTo>
                  <a:cubicBezTo>
                    <a:pt x="288" y="272"/>
                    <a:pt x="286" y="270"/>
                    <a:pt x="280" y="270"/>
                  </a:cubicBezTo>
                  <a:cubicBezTo>
                    <a:pt x="279" y="270"/>
                    <a:pt x="277" y="270"/>
                    <a:pt x="275" y="270"/>
                  </a:cubicBezTo>
                  <a:cubicBezTo>
                    <a:pt x="270" y="271"/>
                    <a:pt x="268" y="272"/>
                    <a:pt x="267" y="272"/>
                  </a:cubicBezTo>
                  <a:cubicBezTo>
                    <a:pt x="266" y="272"/>
                    <a:pt x="266" y="271"/>
                    <a:pt x="266" y="271"/>
                  </a:cubicBezTo>
                  <a:cubicBezTo>
                    <a:pt x="278" y="266"/>
                    <a:pt x="280" y="264"/>
                    <a:pt x="277" y="264"/>
                  </a:cubicBezTo>
                  <a:cubicBezTo>
                    <a:pt x="276" y="264"/>
                    <a:pt x="275" y="264"/>
                    <a:pt x="273" y="265"/>
                  </a:cubicBezTo>
                  <a:cubicBezTo>
                    <a:pt x="266" y="267"/>
                    <a:pt x="262" y="268"/>
                    <a:pt x="261" y="268"/>
                  </a:cubicBezTo>
                  <a:cubicBezTo>
                    <a:pt x="259" y="268"/>
                    <a:pt x="263" y="266"/>
                    <a:pt x="272" y="262"/>
                  </a:cubicBezTo>
                  <a:cubicBezTo>
                    <a:pt x="280" y="259"/>
                    <a:pt x="284" y="257"/>
                    <a:pt x="283" y="257"/>
                  </a:cubicBezTo>
                  <a:cubicBezTo>
                    <a:pt x="281" y="257"/>
                    <a:pt x="275" y="259"/>
                    <a:pt x="264" y="262"/>
                  </a:cubicBezTo>
                  <a:cubicBezTo>
                    <a:pt x="260" y="264"/>
                    <a:pt x="258" y="264"/>
                    <a:pt x="257" y="264"/>
                  </a:cubicBezTo>
                  <a:cubicBezTo>
                    <a:pt x="256" y="264"/>
                    <a:pt x="258" y="263"/>
                    <a:pt x="263" y="261"/>
                  </a:cubicBezTo>
                  <a:cubicBezTo>
                    <a:pt x="273" y="257"/>
                    <a:pt x="276" y="255"/>
                    <a:pt x="276" y="255"/>
                  </a:cubicBezTo>
                  <a:lnTo>
                    <a:pt x="276" y="255"/>
                  </a:lnTo>
                  <a:cubicBezTo>
                    <a:pt x="275" y="255"/>
                    <a:pt x="273" y="256"/>
                    <a:pt x="270" y="257"/>
                  </a:cubicBezTo>
                  <a:cubicBezTo>
                    <a:pt x="263" y="259"/>
                    <a:pt x="259" y="260"/>
                    <a:pt x="258" y="260"/>
                  </a:cubicBezTo>
                  <a:cubicBezTo>
                    <a:pt x="257" y="260"/>
                    <a:pt x="260" y="258"/>
                    <a:pt x="269" y="255"/>
                  </a:cubicBezTo>
                  <a:cubicBezTo>
                    <a:pt x="278" y="250"/>
                    <a:pt x="282" y="248"/>
                    <a:pt x="281" y="248"/>
                  </a:cubicBezTo>
                  <a:cubicBezTo>
                    <a:pt x="280" y="248"/>
                    <a:pt x="276" y="250"/>
                    <a:pt x="268" y="252"/>
                  </a:cubicBezTo>
                  <a:cubicBezTo>
                    <a:pt x="263" y="254"/>
                    <a:pt x="259" y="255"/>
                    <a:pt x="257" y="255"/>
                  </a:cubicBezTo>
                  <a:cubicBezTo>
                    <a:pt x="254" y="255"/>
                    <a:pt x="257" y="252"/>
                    <a:pt x="267" y="248"/>
                  </a:cubicBezTo>
                  <a:cubicBezTo>
                    <a:pt x="267" y="247"/>
                    <a:pt x="271" y="244"/>
                    <a:pt x="270" y="244"/>
                  </a:cubicBezTo>
                  <a:lnTo>
                    <a:pt x="270" y="244"/>
                  </a:lnTo>
                  <a:cubicBezTo>
                    <a:pt x="270" y="244"/>
                    <a:pt x="269" y="245"/>
                    <a:pt x="267" y="246"/>
                  </a:cubicBezTo>
                  <a:lnTo>
                    <a:pt x="275" y="242"/>
                  </a:lnTo>
                  <a:lnTo>
                    <a:pt x="274" y="240"/>
                  </a:lnTo>
                  <a:lnTo>
                    <a:pt x="266" y="243"/>
                  </a:lnTo>
                  <a:cubicBezTo>
                    <a:pt x="266" y="242"/>
                    <a:pt x="273" y="236"/>
                    <a:pt x="270" y="230"/>
                  </a:cubicBezTo>
                  <a:cubicBezTo>
                    <a:pt x="269" y="224"/>
                    <a:pt x="268" y="221"/>
                    <a:pt x="266" y="221"/>
                  </a:cubicBezTo>
                  <a:cubicBezTo>
                    <a:pt x="264" y="221"/>
                    <a:pt x="263" y="222"/>
                    <a:pt x="260" y="223"/>
                  </a:cubicBezTo>
                  <a:cubicBezTo>
                    <a:pt x="253" y="227"/>
                    <a:pt x="249" y="228"/>
                    <a:pt x="248" y="228"/>
                  </a:cubicBezTo>
                  <a:cubicBezTo>
                    <a:pt x="247" y="228"/>
                    <a:pt x="251" y="226"/>
                    <a:pt x="259" y="222"/>
                  </a:cubicBezTo>
                  <a:cubicBezTo>
                    <a:pt x="259" y="221"/>
                    <a:pt x="267" y="216"/>
                    <a:pt x="266" y="215"/>
                  </a:cubicBezTo>
                  <a:cubicBezTo>
                    <a:pt x="266" y="213"/>
                    <a:pt x="265" y="212"/>
                    <a:pt x="273" y="209"/>
                  </a:cubicBezTo>
                  <a:lnTo>
                    <a:pt x="273" y="209"/>
                  </a:lnTo>
                  <a:cubicBezTo>
                    <a:pt x="268" y="210"/>
                    <a:pt x="265" y="210"/>
                    <a:pt x="262" y="210"/>
                  </a:cubicBezTo>
                  <a:cubicBezTo>
                    <a:pt x="257" y="210"/>
                    <a:pt x="257" y="207"/>
                    <a:pt x="263" y="203"/>
                  </a:cubicBezTo>
                  <a:cubicBezTo>
                    <a:pt x="262" y="202"/>
                    <a:pt x="262" y="201"/>
                    <a:pt x="259" y="201"/>
                  </a:cubicBezTo>
                  <a:cubicBezTo>
                    <a:pt x="258" y="201"/>
                    <a:pt x="256" y="202"/>
                    <a:pt x="254" y="202"/>
                  </a:cubicBezTo>
                  <a:cubicBezTo>
                    <a:pt x="250" y="203"/>
                    <a:pt x="248" y="203"/>
                    <a:pt x="247" y="203"/>
                  </a:cubicBezTo>
                  <a:cubicBezTo>
                    <a:pt x="246" y="203"/>
                    <a:pt x="248" y="202"/>
                    <a:pt x="253" y="200"/>
                  </a:cubicBezTo>
                  <a:cubicBezTo>
                    <a:pt x="258" y="198"/>
                    <a:pt x="264" y="193"/>
                    <a:pt x="259" y="193"/>
                  </a:cubicBezTo>
                  <a:cubicBezTo>
                    <a:pt x="258" y="193"/>
                    <a:pt x="255" y="194"/>
                    <a:pt x="251" y="195"/>
                  </a:cubicBezTo>
                  <a:lnTo>
                    <a:pt x="259" y="192"/>
                  </a:lnTo>
                  <a:cubicBezTo>
                    <a:pt x="262" y="190"/>
                    <a:pt x="262" y="189"/>
                    <a:pt x="261" y="189"/>
                  </a:cubicBezTo>
                  <a:cubicBezTo>
                    <a:pt x="260" y="189"/>
                    <a:pt x="255" y="191"/>
                    <a:pt x="250" y="193"/>
                  </a:cubicBezTo>
                  <a:cubicBezTo>
                    <a:pt x="244" y="196"/>
                    <a:pt x="240" y="197"/>
                    <a:pt x="239" y="197"/>
                  </a:cubicBezTo>
                  <a:cubicBezTo>
                    <a:pt x="239" y="197"/>
                    <a:pt x="244" y="194"/>
                    <a:pt x="258" y="188"/>
                  </a:cubicBezTo>
                  <a:cubicBezTo>
                    <a:pt x="261" y="187"/>
                    <a:pt x="264" y="186"/>
                    <a:pt x="266" y="185"/>
                  </a:cubicBezTo>
                  <a:lnTo>
                    <a:pt x="266" y="185"/>
                  </a:lnTo>
                  <a:cubicBezTo>
                    <a:pt x="261" y="186"/>
                    <a:pt x="256" y="188"/>
                    <a:pt x="254" y="188"/>
                  </a:cubicBezTo>
                  <a:cubicBezTo>
                    <a:pt x="253" y="188"/>
                    <a:pt x="254" y="187"/>
                    <a:pt x="257" y="185"/>
                  </a:cubicBezTo>
                  <a:cubicBezTo>
                    <a:pt x="257" y="185"/>
                    <a:pt x="257" y="185"/>
                    <a:pt x="257" y="185"/>
                  </a:cubicBezTo>
                  <a:cubicBezTo>
                    <a:pt x="256" y="185"/>
                    <a:pt x="252" y="186"/>
                    <a:pt x="240" y="191"/>
                  </a:cubicBezTo>
                  <a:cubicBezTo>
                    <a:pt x="236" y="192"/>
                    <a:pt x="234" y="193"/>
                    <a:pt x="233" y="193"/>
                  </a:cubicBezTo>
                  <a:cubicBezTo>
                    <a:pt x="232" y="193"/>
                    <a:pt x="232" y="192"/>
                    <a:pt x="232" y="192"/>
                  </a:cubicBezTo>
                  <a:cubicBezTo>
                    <a:pt x="237" y="190"/>
                    <a:pt x="242" y="187"/>
                    <a:pt x="248" y="186"/>
                  </a:cubicBezTo>
                  <a:cubicBezTo>
                    <a:pt x="248" y="186"/>
                    <a:pt x="248" y="185"/>
                    <a:pt x="248" y="185"/>
                  </a:cubicBezTo>
                  <a:cubicBezTo>
                    <a:pt x="253" y="181"/>
                    <a:pt x="257" y="178"/>
                    <a:pt x="263" y="176"/>
                  </a:cubicBezTo>
                  <a:cubicBezTo>
                    <a:pt x="266" y="175"/>
                    <a:pt x="268" y="173"/>
                    <a:pt x="268" y="173"/>
                  </a:cubicBezTo>
                  <a:cubicBezTo>
                    <a:pt x="267" y="173"/>
                    <a:pt x="263" y="175"/>
                    <a:pt x="255" y="178"/>
                  </a:cubicBezTo>
                  <a:cubicBezTo>
                    <a:pt x="244" y="183"/>
                    <a:pt x="240" y="185"/>
                    <a:pt x="239" y="185"/>
                  </a:cubicBezTo>
                  <a:cubicBezTo>
                    <a:pt x="239" y="185"/>
                    <a:pt x="238" y="184"/>
                    <a:pt x="238" y="184"/>
                  </a:cubicBezTo>
                  <a:cubicBezTo>
                    <a:pt x="238" y="183"/>
                    <a:pt x="238" y="182"/>
                    <a:pt x="246" y="178"/>
                  </a:cubicBezTo>
                  <a:cubicBezTo>
                    <a:pt x="254" y="175"/>
                    <a:pt x="254" y="176"/>
                    <a:pt x="254" y="174"/>
                  </a:cubicBezTo>
                  <a:lnTo>
                    <a:pt x="254" y="174"/>
                  </a:lnTo>
                  <a:cubicBezTo>
                    <a:pt x="239" y="175"/>
                    <a:pt x="226" y="179"/>
                    <a:pt x="212" y="185"/>
                  </a:cubicBezTo>
                  <a:cubicBezTo>
                    <a:pt x="205" y="188"/>
                    <a:pt x="201" y="189"/>
                    <a:pt x="200" y="189"/>
                  </a:cubicBezTo>
                  <a:cubicBezTo>
                    <a:pt x="200" y="189"/>
                    <a:pt x="204" y="187"/>
                    <a:pt x="212" y="184"/>
                  </a:cubicBezTo>
                  <a:cubicBezTo>
                    <a:pt x="220" y="181"/>
                    <a:pt x="220" y="179"/>
                    <a:pt x="219" y="179"/>
                  </a:cubicBezTo>
                  <a:lnTo>
                    <a:pt x="219" y="179"/>
                  </a:lnTo>
                  <a:cubicBezTo>
                    <a:pt x="217" y="180"/>
                    <a:pt x="216" y="181"/>
                    <a:pt x="215" y="181"/>
                  </a:cubicBezTo>
                  <a:cubicBezTo>
                    <a:pt x="215" y="181"/>
                    <a:pt x="218" y="179"/>
                    <a:pt x="219" y="179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4" y="177"/>
                    <a:pt x="226" y="177"/>
                    <a:pt x="227" y="177"/>
                  </a:cubicBezTo>
                  <a:cubicBezTo>
                    <a:pt x="228" y="177"/>
                    <a:pt x="228" y="177"/>
                    <a:pt x="228" y="177"/>
                  </a:cubicBezTo>
                  <a:lnTo>
                    <a:pt x="236" y="174"/>
                  </a:lnTo>
                  <a:cubicBezTo>
                    <a:pt x="245" y="170"/>
                    <a:pt x="248" y="168"/>
                    <a:pt x="247" y="168"/>
                  </a:cubicBezTo>
                  <a:cubicBezTo>
                    <a:pt x="246" y="168"/>
                    <a:pt x="242" y="169"/>
                    <a:pt x="235" y="172"/>
                  </a:cubicBezTo>
                  <a:cubicBezTo>
                    <a:pt x="231" y="173"/>
                    <a:pt x="229" y="174"/>
                    <a:pt x="229" y="174"/>
                  </a:cubicBezTo>
                  <a:cubicBezTo>
                    <a:pt x="228" y="174"/>
                    <a:pt x="230" y="173"/>
                    <a:pt x="235" y="171"/>
                  </a:cubicBezTo>
                  <a:cubicBezTo>
                    <a:pt x="240" y="167"/>
                    <a:pt x="245" y="165"/>
                    <a:pt x="245" y="165"/>
                  </a:cubicBezTo>
                  <a:lnTo>
                    <a:pt x="245" y="165"/>
                  </a:lnTo>
                  <a:cubicBezTo>
                    <a:pt x="245" y="165"/>
                    <a:pt x="244" y="165"/>
                    <a:pt x="241" y="166"/>
                  </a:cubicBezTo>
                  <a:cubicBezTo>
                    <a:pt x="241" y="166"/>
                    <a:pt x="241" y="164"/>
                    <a:pt x="249" y="160"/>
                  </a:cubicBezTo>
                  <a:cubicBezTo>
                    <a:pt x="249" y="160"/>
                    <a:pt x="248" y="159"/>
                    <a:pt x="247" y="159"/>
                  </a:cubicBezTo>
                  <a:cubicBezTo>
                    <a:pt x="246" y="159"/>
                    <a:pt x="244" y="160"/>
                    <a:pt x="240" y="162"/>
                  </a:cubicBezTo>
                  <a:cubicBezTo>
                    <a:pt x="236" y="163"/>
                    <a:pt x="234" y="164"/>
                    <a:pt x="233" y="164"/>
                  </a:cubicBezTo>
                  <a:cubicBezTo>
                    <a:pt x="232" y="164"/>
                    <a:pt x="232" y="163"/>
                    <a:pt x="232" y="163"/>
                  </a:cubicBezTo>
                  <a:cubicBezTo>
                    <a:pt x="232" y="163"/>
                    <a:pt x="232" y="162"/>
                    <a:pt x="231" y="162"/>
                  </a:cubicBezTo>
                  <a:cubicBezTo>
                    <a:pt x="230" y="162"/>
                    <a:pt x="228" y="163"/>
                    <a:pt x="223" y="165"/>
                  </a:cubicBezTo>
                  <a:cubicBezTo>
                    <a:pt x="218" y="167"/>
                    <a:pt x="212" y="169"/>
                    <a:pt x="209" y="169"/>
                  </a:cubicBezTo>
                  <a:cubicBezTo>
                    <a:pt x="208" y="169"/>
                    <a:pt x="207" y="169"/>
                    <a:pt x="207" y="168"/>
                  </a:cubicBezTo>
                  <a:cubicBezTo>
                    <a:pt x="204" y="169"/>
                    <a:pt x="202" y="170"/>
                    <a:pt x="202" y="170"/>
                  </a:cubicBezTo>
                  <a:cubicBezTo>
                    <a:pt x="201" y="170"/>
                    <a:pt x="204" y="168"/>
                    <a:pt x="214" y="163"/>
                  </a:cubicBezTo>
                  <a:cubicBezTo>
                    <a:pt x="222" y="160"/>
                    <a:pt x="222" y="159"/>
                    <a:pt x="221" y="158"/>
                  </a:cubicBezTo>
                  <a:cubicBezTo>
                    <a:pt x="221" y="158"/>
                    <a:pt x="221" y="158"/>
                    <a:pt x="229" y="154"/>
                  </a:cubicBezTo>
                  <a:cubicBezTo>
                    <a:pt x="232" y="153"/>
                    <a:pt x="233" y="152"/>
                    <a:pt x="232" y="152"/>
                  </a:cubicBezTo>
                  <a:cubicBezTo>
                    <a:pt x="231" y="152"/>
                    <a:pt x="226" y="154"/>
                    <a:pt x="221" y="156"/>
                  </a:cubicBezTo>
                  <a:lnTo>
                    <a:pt x="205" y="163"/>
                  </a:lnTo>
                  <a:cubicBezTo>
                    <a:pt x="212" y="158"/>
                    <a:pt x="220" y="155"/>
                    <a:pt x="228" y="151"/>
                  </a:cubicBezTo>
                  <a:cubicBezTo>
                    <a:pt x="236" y="148"/>
                    <a:pt x="240" y="146"/>
                    <a:pt x="240" y="146"/>
                  </a:cubicBezTo>
                  <a:lnTo>
                    <a:pt x="240" y="146"/>
                  </a:lnTo>
                  <a:cubicBezTo>
                    <a:pt x="239" y="146"/>
                    <a:pt x="235" y="148"/>
                    <a:pt x="228" y="150"/>
                  </a:cubicBezTo>
                  <a:cubicBezTo>
                    <a:pt x="223" y="152"/>
                    <a:pt x="218" y="154"/>
                    <a:pt x="217" y="154"/>
                  </a:cubicBezTo>
                  <a:cubicBezTo>
                    <a:pt x="216" y="154"/>
                    <a:pt x="216" y="153"/>
                    <a:pt x="219" y="151"/>
                  </a:cubicBezTo>
                  <a:cubicBezTo>
                    <a:pt x="219" y="150"/>
                    <a:pt x="219" y="148"/>
                    <a:pt x="227" y="146"/>
                  </a:cubicBezTo>
                  <a:cubicBezTo>
                    <a:pt x="231" y="144"/>
                    <a:pt x="230" y="143"/>
                    <a:pt x="229" y="143"/>
                  </a:cubicBezTo>
                  <a:cubicBezTo>
                    <a:pt x="228" y="143"/>
                    <a:pt x="226" y="144"/>
                    <a:pt x="226" y="144"/>
                  </a:cubicBezTo>
                  <a:cubicBezTo>
                    <a:pt x="223" y="144"/>
                    <a:pt x="221" y="145"/>
                    <a:pt x="220" y="145"/>
                  </a:cubicBezTo>
                  <a:cubicBezTo>
                    <a:pt x="219" y="145"/>
                    <a:pt x="220" y="144"/>
                    <a:pt x="224" y="140"/>
                  </a:cubicBezTo>
                  <a:cubicBezTo>
                    <a:pt x="233" y="134"/>
                    <a:pt x="236" y="132"/>
                    <a:pt x="235" y="132"/>
                  </a:cubicBezTo>
                  <a:cubicBezTo>
                    <a:pt x="234" y="132"/>
                    <a:pt x="230" y="133"/>
                    <a:pt x="223" y="136"/>
                  </a:cubicBezTo>
                  <a:cubicBezTo>
                    <a:pt x="227" y="134"/>
                    <a:pt x="227" y="133"/>
                    <a:pt x="226" y="133"/>
                  </a:cubicBezTo>
                  <a:cubicBezTo>
                    <a:pt x="224" y="133"/>
                    <a:pt x="219" y="134"/>
                    <a:pt x="214" y="136"/>
                  </a:cubicBezTo>
                  <a:cubicBezTo>
                    <a:pt x="207" y="138"/>
                    <a:pt x="191" y="145"/>
                    <a:pt x="183" y="148"/>
                  </a:cubicBezTo>
                  <a:cubicBezTo>
                    <a:pt x="175" y="151"/>
                    <a:pt x="171" y="152"/>
                    <a:pt x="170" y="152"/>
                  </a:cubicBezTo>
                  <a:cubicBezTo>
                    <a:pt x="169" y="152"/>
                    <a:pt x="171" y="151"/>
                    <a:pt x="174" y="149"/>
                  </a:cubicBezTo>
                  <a:cubicBezTo>
                    <a:pt x="179" y="146"/>
                    <a:pt x="184" y="144"/>
                    <a:pt x="190" y="141"/>
                  </a:cubicBezTo>
                  <a:cubicBezTo>
                    <a:pt x="194" y="139"/>
                    <a:pt x="196" y="139"/>
                    <a:pt x="197" y="139"/>
                  </a:cubicBezTo>
                  <a:cubicBezTo>
                    <a:pt x="198" y="139"/>
                    <a:pt x="198" y="139"/>
                    <a:pt x="198" y="139"/>
                  </a:cubicBezTo>
                  <a:cubicBezTo>
                    <a:pt x="205" y="137"/>
                    <a:pt x="213" y="133"/>
                    <a:pt x="213" y="131"/>
                  </a:cubicBezTo>
                  <a:cubicBezTo>
                    <a:pt x="218" y="129"/>
                    <a:pt x="220" y="128"/>
                    <a:pt x="219" y="128"/>
                  </a:cubicBezTo>
                  <a:cubicBezTo>
                    <a:pt x="218" y="128"/>
                    <a:pt x="216" y="129"/>
                    <a:pt x="212" y="130"/>
                  </a:cubicBezTo>
                  <a:cubicBezTo>
                    <a:pt x="220" y="127"/>
                    <a:pt x="220" y="125"/>
                    <a:pt x="219" y="123"/>
                  </a:cubicBezTo>
                  <a:cubicBezTo>
                    <a:pt x="219" y="121"/>
                    <a:pt x="218" y="119"/>
                    <a:pt x="226" y="116"/>
                  </a:cubicBezTo>
                  <a:cubicBezTo>
                    <a:pt x="226" y="115"/>
                    <a:pt x="226" y="114"/>
                    <a:pt x="225" y="114"/>
                  </a:cubicBezTo>
                  <a:cubicBezTo>
                    <a:pt x="224" y="114"/>
                    <a:pt x="222" y="115"/>
                    <a:pt x="218" y="117"/>
                  </a:cubicBezTo>
                  <a:cubicBezTo>
                    <a:pt x="208" y="120"/>
                    <a:pt x="204" y="121"/>
                    <a:pt x="204" y="121"/>
                  </a:cubicBezTo>
                  <a:cubicBezTo>
                    <a:pt x="203" y="121"/>
                    <a:pt x="205" y="120"/>
                    <a:pt x="209" y="119"/>
                  </a:cubicBezTo>
                  <a:cubicBezTo>
                    <a:pt x="222" y="112"/>
                    <a:pt x="227" y="103"/>
                    <a:pt x="220" y="103"/>
                  </a:cubicBezTo>
                  <a:cubicBezTo>
                    <a:pt x="218" y="103"/>
                    <a:pt x="216" y="103"/>
                    <a:pt x="213" y="104"/>
                  </a:cubicBezTo>
                  <a:cubicBezTo>
                    <a:pt x="213" y="104"/>
                    <a:pt x="213" y="103"/>
                    <a:pt x="213" y="102"/>
                  </a:cubicBezTo>
                  <a:cubicBezTo>
                    <a:pt x="219" y="98"/>
                    <a:pt x="219" y="95"/>
                    <a:pt x="215" y="95"/>
                  </a:cubicBezTo>
                  <a:cubicBezTo>
                    <a:pt x="214" y="95"/>
                    <a:pt x="212" y="95"/>
                    <a:pt x="211" y="95"/>
                  </a:cubicBezTo>
                  <a:cubicBezTo>
                    <a:pt x="211" y="95"/>
                    <a:pt x="211" y="95"/>
                    <a:pt x="210" y="93"/>
                  </a:cubicBezTo>
                  <a:cubicBezTo>
                    <a:pt x="215" y="90"/>
                    <a:pt x="217" y="89"/>
                    <a:pt x="215" y="89"/>
                  </a:cubicBezTo>
                  <a:cubicBezTo>
                    <a:pt x="214" y="89"/>
                    <a:pt x="212" y="90"/>
                    <a:pt x="209" y="91"/>
                  </a:cubicBezTo>
                  <a:cubicBezTo>
                    <a:pt x="203" y="92"/>
                    <a:pt x="198" y="95"/>
                    <a:pt x="198" y="95"/>
                  </a:cubicBezTo>
                  <a:cubicBezTo>
                    <a:pt x="198" y="95"/>
                    <a:pt x="199" y="94"/>
                    <a:pt x="201" y="93"/>
                  </a:cubicBezTo>
                  <a:cubicBezTo>
                    <a:pt x="209" y="90"/>
                    <a:pt x="209" y="89"/>
                    <a:pt x="208" y="85"/>
                  </a:cubicBezTo>
                  <a:cubicBezTo>
                    <a:pt x="207" y="84"/>
                    <a:pt x="207" y="83"/>
                    <a:pt x="206" y="83"/>
                  </a:cubicBezTo>
                  <a:cubicBezTo>
                    <a:pt x="205" y="83"/>
                    <a:pt x="203" y="84"/>
                    <a:pt x="199" y="86"/>
                  </a:cubicBezTo>
                  <a:cubicBezTo>
                    <a:pt x="190" y="86"/>
                    <a:pt x="198" y="83"/>
                    <a:pt x="205" y="80"/>
                  </a:cubicBezTo>
                  <a:cubicBezTo>
                    <a:pt x="214" y="77"/>
                    <a:pt x="217" y="75"/>
                    <a:pt x="217" y="75"/>
                  </a:cubicBezTo>
                  <a:lnTo>
                    <a:pt x="217" y="75"/>
                  </a:lnTo>
                  <a:cubicBezTo>
                    <a:pt x="216" y="75"/>
                    <a:pt x="210" y="77"/>
                    <a:pt x="198" y="82"/>
                  </a:cubicBezTo>
                  <a:cubicBezTo>
                    <a:pt x="191" y="84"/>
                    <a:pt x="187" y="85"/>
                    <a:pt x="185" y="85"/>
                  </a:cubicBezTo>
                  <a:cubicBezTo>
                    <a:pt x="183" y="85"/>
                    <a:pt x="184" y="84"/>
                    <a:pt x="189" y="82"/>
                  </a:cubicBezTo>
                  <a:cubicBezTo>
                    <a:pt x="193" y="81"/>
                    <a:pt x="195" y="80"/>
                    <a:pt x="196" y="80"/>
                  </a:cubicBezTo>
                  <a:cubicBezTo>
                    <a:pt x="197" y="80"/>
                    <a:pt x="197" y="80"/>
                    <a:pt x="198" y="81"/>
                  </a:cubicBezTo>
                  <a:lnTo>
                    <a:pt x="213" y="74"/>
                  </a:lnTo>
                  <a:lnTo>
                    <a:pt x="213" y="74"/>
                  </a:lnTo>
                  <a:cubicBezTo>
                    <a:pt x="213" y="74"/>
                    <a:pt x="213" y="74"/>
                    <a:pt x="204" y="76"/>
                  </a:cubicBezTo>
                  <a:cubicBezTo>
                    <a:pt x="204" y="76"/>
                    <a:pt x="204" y="76"/>
                    <a:pt x="203" y="76"/>
                  </a:cubicBezTo>
                  <a:cubicBezTo>
                    <a:pt x="202" y="76"/>
                    <a:pt x="200" y="76"/>
                    <a:pt x="196" y="77"/>
                  </a:cubicBezTo>
                  <a:cubicBezTo>
                    <a:pt x="187" y="80"/>
                    <a:pt x="180" y="83"/>
                    <a:pt x="173" y="87"/>
                  </a:cubicBezTo>
                  <a:cubicBezTo>
                    <a:pt x="168" y="90"/>
                    <a:pt x="166" y="90"/>
                    <a:pt x="165" y="90"/>
                  </a:cubicBezTo>
                  <a:cubicBezTo>
                    <a:pt x="165" y="90"/>
                    <a:pt x="164" y="90"/>
                    <a:pt x="164" y="90"/>
                  </a:cubicBezTo>
                  <a:cubicBezTo>
                    <a:pt x="172" y="85"/>
                    <a:pt x="180" y="82"/>
                    <a:pt x="187" y="80"/>
                  </a:cubicBezTo>
                  <a:cubicBezTo>
                    <a:pt x="193" y="79"/>
                    <a:pt x="199" y="76"/>
                    <a:pt x="204" y="74"/>
                  </a:cubicBezTo>
                  <a:cubicBezTo>
                    <a:pt x="207" y="73"/>
                    <a:pt x="207" y="72"/>
                    <a:pt x="205" y="72"/>
                  </a:cubicBezTo>
                  <a:cubicBezTo>
                    <a:pt x="201" y="72"/>
                    <a:pt x="189" y="75"/>
                    <a:pt x="179" y="79"/>
                  </a:cubicBezTo>
                  <a:lnTo>
                    <a:pt x="186" y="75"/>
                  </a:lnTo>
                  <a:cubicBezTo>
                    <a:pt x="194" y="72"/>
                    <a:pt x="194" y="71"/>
                    <a:pt x="193" y="70"/>
                  </a:cubicBezTo>
                  <a:cubicBezTo>
                    <a:pt x="193" y="68"/>
                    <a:pt x="193" y="68"/>
                    <a:pt x="192" y="68"/>
                  </a:cubicBezTo>
                  <a:cubicBezTo>
                    <a:pt x="191" y="68"/>
                    <a:pt x="189" y="68"/>
                    <a:pt x="185" y="70"/>
                  </a:cubicBezTo>
                  <a:cubicBezTo>
                    <a:pt x="180" y="73"/>
                    <a:pt x="174" y="74"/>
                    <a:pt x="168" y="75"/>
                  </a:cubicBezTo>
                  <a:cubicBezTo>
                    <a:pt x="164" y="79"/>
                    <a:pt x="158" y="81"/>
                    <a:pt x="154" y="83"/>
                  </a:cubicBezTo>
                  <a:cubicBezTo>
                    <a:pt x="154" y="83"/>
                    <a:pt x="161" y="79"/>
                    <a:pt x="168" y="74"/>
                  </a:cubicBezTo>
                  <a:cubicBezTo>
                    <a:pt x="184" y="66"/>
                    <a:pt x="191" y="62"/>
                    <a:pt x="190" y="58"/>
                  </a:cubicBezTo>
                  <a:cubicBezTo>
                    <a:pt x="190" y="57"/>
                    <a:pt x="189" y="55"/>
                    <a:pt x="196" y="50"/>
                  </a:cubicBezTo>
                  <a:cubicBezTo>
                    <a:pt x="196" y="50"/>
                    <a:pt x="196" y="49"/>
                    <a:pt x="195" y="49"/>
                  </a:cubicBezTo>
                  <a:cubicBezTo>
                    <a:pt x="194" y="49"/>
                    <a:pt x="193" y="50"/>
                    <a:pt x="189" y="52"/>
                  </a:cubicBezTo>
                  <a:lnTo>
                    <a:pt x="187" y="50"/>
                  </a:lnTo>
                  <a:cubicBezTo>
                    <a:pt x="192" y="48"/>
                    <a:pt x="194" y="46"/>
                    <a:pt x="192" y="46"/>
                  </a:cubicBezTo>
                  <a:cubicBezTo>
                    <a:pt x="192" y="46"/>
                    <a:pt x="189" y="47"/>
                    <a:pt x="186" y="48"/>
                  </a:cubicBezTo>
                  <a:cubicBezTo>
                    <a:pt x="185" y="49"/>
                    <a:pt x="184" y="49"/>
                    <a:pt x="183" y="49"/>
                  </a:cubicBezTo>
                  <a:cubicBezTo>
                    <a:pt x="181" y="49"/>
                    <a:pt x="186" y="46"/>
                    <a:pt x="186" y="46"/>
                  </a:cubicBezTo>
                  <a:cubicBezTo>
                    <a:pt x="193" y="42"/>
                    <a:pt x="197" y="40"/>
                    <a:pt x="196" y="40"/>
                  </a:cubicBezTo>
                  <a:lnTo>
                    <a:pt x="196" y="40"/>
                  </a:lnTo>
                  <a:cubicBezTo>
                    <a:pt x="196" y="40"/>
                    <a:pt x="190" y="43"/>
                    <a:pt x="179" y="48"/>
                  </a:cubicBezTo>
                  <a:cubicBezTo>
                    <a:pt x="177" y="48"/>
                    <a:pt x="176" y="49"/>
                    <a:pt x="175" y="49"/>
                  </a:cubicBezTo>
                  <a:lnTo>
                    <a:pt x="175" y="49"/>
                  </a:lnTo>
                  <a:cubicBezTo>
                    <a:pt x="183" y="45"/>
                    <a:pt x="187" y="42"/>
                    <a:pt x="186" y="42"/>
                  </a:cubicBezTo>
                  <a:cubicBezTo>
                    <a:pt x="185" y="42"/>
                    <a:pt x="182" y="43"/>
                    <a:pt x="177" y="45"/>
                  </a:cubicBezTo>
                  <a:cubicBezTo>
                    <a:pt x="176" y="44"/>
                    <a:pt x="176" y="44"/>
                    <a:pt x="184" y="40"/>
                  </a:cubicBezTo>
                  <a:cubicBezTo>
                    <a:pt x="188" y="39"/>
                    <a:pt x="190" y="38"/>
                    <a:pt x="189" y="38"/>
                  </a:cubicBezTo>
                  <a:cubicBezTo>
                    <a:pt x="188" y="38"/>
                    <a:pt x="184" y="39"/>
                    <a:pt x="176" y="42"/>
                  </a:cubicBezTo>
                  <a:cubicBezTo>
                    <a:pt x="169" y="44"/>
                    <a:pt x="165" y="45"/>
                    <a:pt x="164" y="45"/>
                  </a:cubicBezTo>
                  <a:cubicBezTo>
                    <a:pt x="163" y="45"/>
                    <a:pt x="167" y="44"/>
                    <a:pt x="175" y="39"/>
                  </a:cubicBezTo>
                  <a:cubicBezTo>
                    <a:pt x="187" y="33"/>
                    <a:pt x="189" y="31"/>
                    <a:pt x="186" y="31"/>
                  </a:cubicBezTo>
                  <a:cubicBezTo>
                    <a:pt x="185" y="31"/>
                    <a:pt x="184" y="31"/>
                    <a:pt x="182" y="31"/>
                  </a:cubicBezTo>
                  <a:cubicBezTo>
                    <a:pt x="175" y="34"/>
                    <a:pt x="171" y="36"/>
                    <a:pt x="169" y="36"/>
                  </a:cubicBezTo>
                  <a:cubicBezTo>
                    <a:pt x="167" y="36"/>
                    <a:pt x="169" y="34"/>
                    <a:pt x="173" y="31"/>
                  </a:cubicBezTo>
                  <a:cubicBezTo>
                    <a:pt x="178" y="29"/>
                    <a:pt x="180" y="28"/>
                    <a:pt x="178" y="28"/>
                  </a:cubicBezTo>
                  <a:cubicBezTo>
                    <a:pt x="177" y="28"/>
                    <a:pt x="175" y="28"/>
                    <a:pt x="172" y="29"/>
                  </a:cubicBezTo>
                  <a:cubicBezTo>
                    <a:pt x="178" y="27"/>
                    <a:pt x="184" y="24"/>
                    <a:pt x="183" y="24"/>
                  </a:cubicBezTo>
                  <a:cubicBezTo>
                    <a:pt x="182" y="24"/>
                    <a:pt x="181" y="24"/>
                    <a:pt x="180" y="25"/>
                  </a:cubicBezTo>
                  <a:cubicBezTo>
                    <a:pt x="180" y="25"/>
                    <a:pt x="180" y="25"/>
                    <a:pt x="172" y="28"/>
                  </a:cubicBezTo>
                  <a:lnTo>
                    <a:pt x="155" y="33"/>
                  </a:lnTo>
                  <a:cubicBezTo>
                    <a:pt x="150" y="36"/>
                    <a:pt x="145" y="38"/>
                    <a:pt x="140" y="40"/>
                  </a:cubicBezTo>
                  <a:cubicBezTo>
                    <a:pt x="139" y="41"/>
                    <a:pt x="138" y="41"/>
                    <a:pt x="138" y="41"/>
                  </a:cubicBezTo>
                  <a:cubicBezTo>
                    <a:pt x="135" y="41"/>
                    <a:pt x="143" y="35"/>
                    <a:pt x="162" y="26"/>
                  </a:cubicBezTo>
                  <a:lnTo>
                    <a:pt x="177" y="18"/>
                  </a:lnTo>
                  <a:lnTo>
                    <a:pt x="162" y="25"/>
                  </a:lnTo>
                  <a:cubicBezTo>
                    <a:pt x="162" y="24"/>
                    <a:pt x="162" y="22"/>
                    <a:pt x="170" y="20"/>
                  </a:cubicBezTo>
                  <a:cubicBezTo>
                    <a:pt x="177" y="17"/>
                    <a:pt x="177" y="17"/>
                    <a:pt x="176" y="16"/>
                  </a:cubicBezTo>
                  <a:cubicBezTo>
                    <a:pt x="176" y="16"/>
                    <a:pt x="176" y="16"/>
                    <a:pt x="176" y="16"/>
                  </a:cubicBezTo>
                  <a:cubicBezTo>
                    <a:pt x="175" y="16"/>
                    <a:pt x="173" y="16"/>
                    <a:pt x="168" y="18"/>
                  </a:cubicBezTo>
                  <a:cubicBezTo>
                    <a:pt x="160" y="22"/>
                    <a:pt x="156" y="23"/>
                    <a:pt x="155" y="23"/>
                  </a:cubicBezTo>
                  <a:cubicBezTo>
                    <a:pt x="155" y="23"/>
                    <a:pt x="157" y="22"/>
                    <a:pt x="161" y="20"/>
                  </a:cubicBezTo>
                  <a:cubicBezTo>
                    <a:pt x="169" y="16"/>
                    <a:pt x="173" y="14"/>
                    <a:pt x="172" y="14"/>
                  </a:cubicBezTo>
                  <a:cubicBezTo>
                    <a:pt x="171" y="14"/>
                    <a:pt x="167" y="16"/>
                    <a:pt x="159" y="18"/>
                  </a:cubicBezTo>
                  <a:cubicBezTo>
                    <a:pt x="165" y="16"/>
                    <a:pt x="171" y="13"/>
                    <a:pt x="175" y="10"/>
                  </a:cubicBezTo>
                  <a:lnTo>
                    <a:pt x="175" y="10"/>
                  </a:lnTo>
                  <a:lnTo>
                    <a:pt x="167" y="12"/>
                  </a:lnTo>
                  <a:cubicBezTo>
                    <a:pt x="159" y="16"/>
                    <a:pt x="155" y="17"/>
                    <a:pt x="154" y="17"/>
                  </a:cubicBezTo>
                  <a:cubicBezTo>
                    <a:pt x="153" y="17"/>
                    <a:pt x="155" y="16"/>
                    <a:pt x="158" y="15"/>
                  </a:cubicBezTo>
                  <a:cubicBezTo>
                    <a:pt x="163" y="12"/>
                    <a:pt x="165" y="11"/>
                    <a:pt x="164" y="11"/>
                  </a:cubicBezTo>
                  <a:cubicBezTo>
                    <a:pt x="163" y="11"/>
                    <a:pt x="161" y="12"/>
                    <a:pt x="158" y="12"/>
                  </a:cubicBezTo>
                  <a:cubicBezTo>
                    <a:pt x="157" y="11"/>
                    <a:pt x="157" y="10"/>
                    <a:pt x="165" y="7"/>
                  </a:cubicBezTo>
                  <a:cubicBezTo>
                    <a:pt x="173" y="3"/>
                    <a:pt x="177" y="2"/>
                    <a:pt x="177" y="2"/>
                  </a:cubicBezTo>
                  <a:lnTo>
                    <a:pt x="177" y="2"/>
                  </a:lnTo>
                  <a:cubicBezTo>
                    <a:pt x="176" y="2"/>
                    <a:pt x="173" y="3"/>
                    <a:pt x="165" y="6"/>
                  </a:cubicBezTo>
                  <a:cubicBezTo>
                    <a:pt x="161" y="7"/>
                    <a:pt x="159" y="8"/>
                    <a:pt x="158" y="8"/>
                  </a:cubicBezTo>
                  <a:cubicBezTo>
                    <a:pt x="158" y="8"/>
                    <a:pt x="159" y="7"/>
                    <a:pt x="164" y="3"/>
                  </a:cubicBezTo>
                  <a:cubicBezTo>
                    <a:pt x="168" y="2"/>
                    <a:pt x="170" y="1"/>
                    <a:pt x="1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33"/>
            <p:cNvSpPr/>
            <p:nvPr/>
          </p:nvSpPr>
          <p:spPr>
            <a:xfrm>
              <a:off x="3240748" y="2860652"/>
              <a:ext cx="59836" cy="56439"/>
            </a:xfrm>
            <a:custGeom>
              <a:avLst/>
              <a:gdLst/>
              <a:ahLst/>
              <a:cxnLst/>
              <a:rect l="l" t="t" r="r" b="b"/>
              <a:pathLst>
                <a:path w="599" h="565" extrusionOk="0">
                  <a:moveTo>
                    <a:pt x="145" y="15"/>
                  </a:moveTo>
                  <a:lnTo>
                    <a:pt x="139" y="22"/>
                  </a:lnTo>
                  <a:cubicBezTo>
                    <a:pt x="146" y="16"/>
                    <a:pt x="146" y="16"/>
                    <a:pt x="145" y="16"/>
                  </a:cubicBezTo>
                  <a:lnTo>
                    <a:pt x="145" y="15"/>
                  </a:lnTo>
                  <a:close/>
                  <a:moveTo>
                    <a:pt x="107" y="37"/>
                  </a:moveTo>
                  <a:cubicBezTo>
                    <a:pt x="107" y="37"/>
                    <a:pt x="107" y="37"/>
                    <a:pt x="108" y="37"/>
                  </a:cubicBezTo>
                  <a:cubicBezTo>
                    <a:pt x="108" y="38"/>
                    <a:pt x="108" y="38"/>
                    <a:pt x="102" y="43"/>
                  </a:cubicBezTo>
                  <a:cubicBezTo>
                    <a:pt x="102" y="43"/>
                    <a:pt x="96" y="48"/>
                    <a:pt x="94" y="48"/>
                  </a:cubicBezTo>
                  <a:cubicBezTo>
                    <a:pt x="94" y="48"/>
                    <a:pt x="94" y="48"/>
                    <a:pt x="94" y="48"/>
                  </a:cubicBezTo>
                  <a:lnTo>
                    <a:pt x="100" y="41"/>
                  </a:lnTo>
                  <a:cubicBezTo>
                    <a:pt x="104" y="37"/>
                    <a:pt x="106" y="37"/>
                    <a:pt x="107" y="37"/>
                  </a:cubicBezTo>
                  <a:close/>
                  <a:moveTo>
                    <a:pt x="112" y="43"/>
                  </a:moveTo>
                  <a:cubicBezTo>
                    <a:pt x="113" y="43"/>
                    <a:pt x="113" y="43"/>
                    <a:pt x="113" y="43"/>
                  </a:cubicBezTo>
                  <a:cubicBezTo>
                    <a:pt x="113" y="44"/>
                    <a:pt x="114" y="44"/>
                    <a:pt x="108" y="51"/>
                  </a:cubicBezTo>
                  <a:lnTo>
                    <a:pt x="108" y="50"/>
                  </a:lnTo>
                  <a:cubicBezTo>
                    <a:pt x="109" y="48"/>
                    <a:pt x="110" y="48"/>
                    <a:pt x="110" y="48"/>
                  </a:cubicBezTo>
                  <a:lnTo>
                    <a:pt x="110" y="48"/>
                  </a:lnTo>
                  <a:cubicBezTo>
                    <a:pt x="109" y="48"/>
                    <a:pt x="105" y="52"/>
                    <a:pt x="101" y="56"/>
                  </a:cubicBezTo>
                  <a:lnTo>
                    <a:pt x="88" y="68"/>
                  </a:lnTo>
                  <a:cubicBezTo>
                    <a:pt x="92" y="64"/>
                    <a:pt x="95" y="59"/>
                    <a:pt x="100" y="55"/>
                  </a:cubicBezTo>
                  <a:cubicBezTo>
                    <a:pt x="109" y="45"/>
                    <a:pt x="111" y="43"/>
                    <a:pt x="112" y="43"/>
                  </a:cubicBezTo>
                  <a:close/>
                  <a:moveTo>
                    <a:pt x="292" y="99"/>
                  </a:moveTo>
                  <a:cubicBezTo>
                    <a:pt x="291" y="99"/>
                    <a:pt x="290" y="100"/>
                    <a:pt x="286" y="105"/>
                  </a:cubicBezTo>
                  <a:lnTo>
                    <a:pt x="287" y="106"/>
                  </a:lnTo>
                  <a:cubicBezTo>
                    <a:pt x="293" y="101"/>
                    <a:pt x="293" y="101"/>
                    <a:pt x="293" y="99"/>
                  </a:cubicBezTo>
                  <a:cubicBezTo>
                    <a:pt x="292" y="99"/>
                    <a:pt x="292" y="99"/>
                    <a:pt x="292" y="99"/>
                  </a:cubicBezTo>
                  <a:close/>
                  <a:moveTo>
                    <a:pt x="179" y="97"/>
                  </a:moveTo>
                  <a:cubicBezTo>
                    <a:pt x="179" y="97"/>
                    <a:pt x="179" y="97"/>
                    <a:pt x="179" y="97"/>
                  </a:cubicBezTo>
                  <a:lnTo>
                    <a:pt x="174" y="104"/>
                  </a:lnTo>
                  <a:lnTo>
                    <a:pt x="167" y="108"/>
                  </a:lnTo>
                  <a:lnTo>
                    <a:pt x="167" y="108"/>
                  </a:lnTo>
                  <a:lnTo>
                    <a:pt x="173" y="102"/>
                  </a:lnTo>
                  <a:cubicBezTo>
                    <a:pt x="177" y="98"/>
                    <a:pt x="178" y="97"/>
                    <a:pt x="179" y="97"/>
                  </a:cubicBezTo>
                  <a:close/>
                  <a:moveTo>
                    <a:pt x="124" y="97"/>
                  </a:moveTo>
                  <a:cubicBezTo>
                    <a:pt x="121" y="102"/>
                    <a:pt x="116" y="106"/>
                    <a:pt x="112" y="108"/>
                  </a:cubicBezTo>
                  <a:lnTo>
                    <a:pt x="111" y="107"/>
                  </a:lnTo>
                  <a:cubicBezTo>
                    <a:pt x="114" y="103"/>
                    <a:pt x="119" y="99"/>
                    <a:pt x="124" y="97"/>
                  </a:cubicBezTo>
                  <a:close/>
                  <a:moveTo>
                    <a:pt x="234" y="97"/>
                  </a:moveTo>
                  <a:lnTo>
                    <a:pt x="222" y="108"/>
                  </a:lnTo>
                  <a:cubicBezTo>
                    <a:pt x="220" y="110"/>
                    <a:pt x="220" y="111"/>
                    <a:pt x="220" y="111"/>
                  </a:cubicBezTo>
                  <a:cubicBezTo>
                    <a:pt x="220" y="111"/>
                    <a:pt x="224" y="107"/>
                    <a:pt x="229" y="103"/>
                  </a:cubicBezTo>
                  <a:lnTo>
                    <a:pt x="234" y="97"/>
                  </a:lnTo>
                  <a:close/>
                  <a:moveTo>
                    <a:pt x="117" y="110"/>
                  </a:moveTo>
                  <a:cubicBezTo>
                    <a:pt x="116" y="110"/>
                    <a:pt x="112" y="113"/>
                    <a:pt x="108" y="117"/>
                  </a:cubicBezTo>
                  <a:cubicBezTo>
                    <a:pt x="102" y="123"/>
                    <a:pt x="102" y="124"/>
                    <a:pt x="103" y="125"/>
                  </a:cubicBezTo>
                  <a:cubicBezTo>
                    <a:pt x="103" y="125"/>
                    <a:pt x="110" y="121"/>
                    <a:pt x="110" y="121"/>
                  </a:cubicBezTo>
                  <a:cubicBezTo>
                    <a:pt x="116" y="114"/>
                    <a:pt x="115" y="114"/>
                    <a:pt x="115" y="113"/>
                  </a:cubicBezTo>
                  <a:cubicBezTo>
                    <a:pt x="117" y="111"/>
                    <a:pt x="117" y="110"/>
                    <a:pt x="117" y="110"/>
                  </a:cubicBezTo>
                  <a:close/>
                  <a:moveTo>
                    <a:pt x="204" y="104"/>
                  </a:moveTo>
                  <a:cubicBezTo>
                    <a:pt x="204" y="104"/>
                    <a:pt x="201" y="107"/>
                    <a:pt x="194" y="114"/>
                  </a:cubicBezTo>
                  <a:lnTo>
                    <a:pt x="180" y="125"/>
                  </a:lnTo>
                  <a:cubicBezTo>
                    <a:pt x="186" y="118"/>
                    <a:pt x="193" y="113"/>
                    <a:pt x="199" y="107"/>
                  </a:cubicBezTo>
                  <a:cubicBezTo>
                    <a:pt x="202" y="106"/>
                    <a:pt x="204" y="104"/>
                    <a:pt x="204" y="104"/>
                  </a:cubicBezTo>
                  <a:close/>
                  <a:moveTo>
                    <a:pt x="172" y="110"/>
                  </a:moveTo>
                  <a:lnTo>
                    <a:pt x="172" y="110"/>
                  </a:lnTo>
                  <a:cubicBezTo>
                    <a:pt x="172" y="110"/>
                    <a:pt x="169" y="113"/>
                    <a:pt x="164" y="118"/>
                  </a:cubicBezTo>
                  <a:cubicBezTo>
                    <a:pt x="158" y="124"/>
                    <a:pt x="151" y="130"/>
                    <a:pt x="145" y="135"/>
                  </a:cubicBezTo>
                  <a:lnTo>
                    <a:pt x="143" y="134"/>
                  </a:lnTo>
                  <a:lnTo>
                    <a:pt x="157" y="123"/>
                  </a:lnTo>
                  <a:cubicBezTo>
                    <a:pt x="167" y="114"/>
                    <a:pt x="172" y="110"/>
                    <a:pt x="172" y="110"/>
                  </a:cubicBezTo>
                  <a:close/>
                  <a:moveTo>
                    <a:pt x="14" y="124"/>
                  </a:moveTo>
                  <a:cubicBezTo>
                    <a:pt x="14" y="124"/>
                    <a:pt x="8" y="130"/>
                    <a:pt x="1" y="135"/>
                  </a:cubicBezTo>
                  <a:lnTo>
                    <a:pt x="2" y="136"/>
                  </a:lnTo>
                  <a:cubicBezTo>
                    <a:pt x="7" y="133"/>
                    <a:pt x="11" y="129"/>
                    <a:pt x="14" y="125"/>
                  </a:cubicBezTo>
                  <a:lnTo>
                    <a:pt x="14" y="124"/>
                  </a:lnTo>
                  <a:close/>
                  <a:moveTo>
                    <a:pt x="240" y="130"/>
                  </a:moveTo>
                  <a:cubicBezTo>
                    <a:pt x="233" y="135"/>
                    <a:pt x="228" y="142"/>
                    <a:pt x="228" y="142"/>
                  </a:cubicBezTo>
                  <a:cubicBezTo>
                    <a:pt x="228" y="142"/>
                    <a:pt x="228" y="142"/>
                    <a:pt x="228" y="142"/>
                  </a:cubicBezTo>
                  <a:cubicBezTo>
                    <a:pt x="229" y="142"/>
                    <a:pt x="234" y="136"/>
                    <a:pt x="234" y="136"/>
                  </a:cubicBezTo>
                  <a:cubicBezTo>
                    <a:pt x="234" y="136"/>
                    <a:pt x="241" y="131"/>
                    <a:pt x="240" y="131"/>
                  </a:cubicBezTo>
                  <a:lnTo>
                    <a:pt x="240" y="130"/>
                  </a:lnTo>
                  <a:close/>
                  <a:moveTo>
                    <a:pt x="179" y="136"/>
                  </a:moveTo>
                  <a:cubicBezTo>
                    <a:pt x="176" y="141"/>
                    <a:pt x="171" y="145"/>
                    <a:pt x="167" y="148"/>
                  </a:cubicBezTo>
                  <a:lnTo>
                    <a:pt x="166" y="148"/>
                  </a:lnTo>
                  <a:cubicBezTo>
                    <a:pt x="173" y="142"/>
                    <a:pt x="178" y="136"/>
                    <a:pt x="178" y="136"/>
                  </a:cubicBezTo>
                  <a:close/>
                  <a:moveTo>
                    <a:pt x="216" y="141"/>
                  </a:moveTo>
                  <a:cubicBezTo>
                    <a:pt x="216" y="142"/>
                    <a:pt x="216" y="142"/>
                    <a:pt x="211" y="148"/>
                  </a:cubicBezTo>
                  <a:lnTo>
                    <a:pt x="210" y="148"/>
                  </a:lnTo>
                  <a:lnTo>
                    <a:pt x="215" y="141"/>
                  </a:lnTo>
                  <a:close/>
                  <a:moveTo>
                    <a:pt x="214" y="134"/>
                  </a:moveTo>
                  <a:cubicBezTo>
                    <a:pt x="216" y="134"/>
                    <a:pt x="210" y="140"/>
                    <a:pt x="199" y="149"/>
                  </a:cubicBezTo>
                  <a:lnTo>
                    <a:pt x="198" y="147"/>
                  </a:lnTo>
                  <a:cubicBezTo>
                    <a:pt x="203" y="143"/>
                    <a:pt x="206" y="139"/>
                    <a:pt x="212" y="135"/>
                  </a:cubicBezTo>
                  <a:cubicBezTo>
                    <a:pt x="213" y="134"/>
                    <a:pt x="214" y="134"/>
                    <a:pt x="214" y="134"/>
                  </a:cubicBezTo>
                  <a:close/>
                  <a:moveTo>
                    <a:pt x="136" y="151"/>
                  </a:moveTo>
                  <a:lnTo>
                    <a:pt x="136" y="151"/>
                  </a:lnTo>
                  <a:cubicBezTo>
                    <a:pt x="136" y="151"/>
                    <a:pt x="136" y="151"/>
                    <a:pt x="136" y="151"/>
                  </a:cubicBezTo>
                  <a:cubicBezTo>
                    <a:pt x="136" y="151"/>
                    <a:pt x="136" y="151"/>
                    <a:pt x="136" y="151"/>
                  </a:cubicBezTo>
                  <a:close/>
                  <a:moveTo>
                    <a:pt x="147" y="151"/>
                  </a:moveTo>
                  <a:lnTo>
                    <a:pt x="147" y="151"/>
                  </a:lnTo>
                  <a:cubicBezTo>
                    <a:pt x="147" y="151"/>
                    <a:pt x="147" y="151"/>
                    <a:pt x="147" y="151"/>
                  </a:cubicBezTo>
                  <a:cubicBezTo>
                    <a:pt x="147" y="151"/>
                    <a:pt x="147" y="151"/>
                    <a:pt x="147" y="151"/>
                  </a:cubicBezTo>
                  <a:close/>
                  <a:moveTo>
                    <a:pt x="171" y="167"/>
                  </a:moveTo>
                  <a:lnTo>
                    <a:pt x="165" y="173"/>
                  </a:lnTo>
                  <a:cubicBezTo>
                    <a:pt x="165" y="173"/>
                    <a:pt x="165" y="173"/>
                    <a:pt x="165" y="173"/>
                  </a:cubicBezTo>
                  <a:cubicBezTo>
                    <a:pt x="164" y="173"/>
                    <a:pt x="162" y="175"/>
                    <a:pt x="161" y="175"/>
                  </a:cubicBezTo>
                  <a:cubicBezTo>
                    <a:pt x="161" y="175"/>
                    <a:pt x="162" y="174"/>
                    <a:pt x="164" y="172"/>
                  </a:cubicBezTo>
                  <a:cubicBezTo>
                    <a:pt x="164" y="171"/>
                    <a:pt x="170" y="167"/>
                    <a:pt x="171" y="167"/>
                  </a:cubicBezTo>
                  <a:close/>
                  <a:moveTo>
                    <a:pt x="206" y="170"/>
                  </a:moveTo>
                  <a:cubicBezTo>
                    <a:pt x="206" y="170"/>
                    <a:pt x="206" y="170"/>
                    <a:pt x="206" y="170"/>
                  </a:cubicBezTo>
                  <a:cubicBezTo>
                    <a:pt x="207" y="170"/>
                    <a:pt x="207" y="171"/>
                    <a:pt x="202" y="177"/>
                  </a:cubicBezTo>
                  <a:cubicBezTo>
                    <a:pt x="202" y="177"/>
                    <a:pt x="195" y="182"/>
                    <a:pt x="195" y="182"/>
                  </a:cubicBezTo>
                  <a:cubicBezTo>
                    <a:pt x="194" y="181"/>
                    <a:pt x="199" y="176"/>
                    <a:pt x="199" y="176"/>
                  </a:cubicBezTo>
                  <a:lnTo>
                    <a:pt x="199" y="175"/>
                  </a:lnTo>
                  <a:cubicBezTo>
                    <a:pt x="204" y="171"/>
                    <a:pt x="206" y="170"/>
                    <a:pt x="206" y="170"/>
                  </a:cubicBezTo>
                  <a:close/>
                  <a:moveTo>
                    <a:pt x="215" y="181"/>
                  </a:moveTo>
                  <a:cubicBezTo>
                    <a:pt x="216" y="181"/>
                    <a:pt x="216" y="181"/>
                    <a:pt x="216" y="181"/>
                  </a:cubicBezTo>
                  <a:cubicBezTo>
                    <a:pt x="216" y="182"/>
                    <a:pt x="211" y="188"/>
                    <a:pt x="211" y="188"/>
                  </a:cubicBezTo>
                  <a:cubicBezTo>
                    <a:pt x="209" y="190"/>
                    <a:pt x="208" y="190"/>
                    <a:pt x="208" y="190"/>
                  </a:cubicBezTo>
                  <a:cubicBezTo>
                    <a:pt x="208" y="190"/>
                    <a:pt x="210" y="187"/>
                    <a:pt x="210" y="187"/>
                  </a:cubicBezTo>
                  <a:cubicBezTo>
                    <a:pt x="214" y="182"/>
                    <a:pt x="215" y="181"/>
                    <a:pt x="215" y="181"/>
                  </a:cubicBezTo>
                  <a:close/>
                  <a:moveTo>
                    <a:pt x="241" y="176"/>
                  </a:moveTo>
                  <a:cubicBezTo>
                    <a:pt x="242" y="176"/>
                    <a:pt x="239" y="179"/>
                    <a:pt x="232" y="187"/>
                  </a:cubicBezTo>
                  <a:cubicBezTo>
                    <a:pt x="225" y="193"/>
                    <a:pt x="225" y="193"/>
                    <a:pt x="225" y="193"/>
                  </a:cubicBezTo>
                  <a:cubicBezTo>
                    <a:pt x="225" y="193"/>
                    <a:pt x="231" y="186"/>
                    <a:pt x="237" y="179"/>
                  </a:cubicBezTo>
                  <a:cubicBezTo>
                    <a:pt x="239" y="177"/>
                    <a:pt x="241" y="176"/>
                    <a:pt x="241" y="176"/>
                  </a:cubicBezTo>
                  <a:close/>
                  <a:moveTo>
                    <a:pt x="241" y="185"/>
                  </a:moveTo>
                  <a:cubicBezTo>
                    <a:pt x="238" y="189"/>
                    <a:pt x="233" y="194"/>
                    <a:pt x="229" y="196"/>
                  </a:cubicBezTo>
                  <a:lnTo>
                    <a:pt x="234" y="190"/>
                  </a:lnTo>
                  <a:lnTo>
                    <a:pt x="241" y="185"/>
                  </a:lnTo>
                  <a:close/>
                  <a:moveTo>
                    <a:pt x="233" y="197"/>
                  </a:moveTo>
                  <a:cubicBezTo>
                    <a:pt x="234" y="197"/>
                    <a:pt x="231" y="199"/>
                    <a:pt x="231" y="199"/>
                  </a:cubicBezTo>
                  <a:cubicBezTo>
                    <a:pt x="231" y="199"/>
                    <a:pt x="231" y="199"/>
                    <a:pt x="231" y="199"/>
                  </a:cubicBezTo>
                  <a:cubicBezTo>
                    <a:pt x="233" y="198"/>
                    <a:pt x="233" y="197"/>
                    <a:pt x="233" y="197"/>
                  </a:cubicBezTo>
                  <a:close/>
                  <a:moveTo>
                    <a:pt x="185" y="197"/>
                  </a:moveTo>
                  <a:lnTo>
                    <a:pt x="185" y="197"/>
                  </a:lnTo>
                  <a:cubicBezTo>
                    <a:pt x="181" y="200"/>
                    <a:pt x="180" y="202"/>
                    <a:pt x="180" y="202"/>
                  </a:cubicBezTo>
                  <a:cubicBezTo>
                    <a:pt x="181" y="202"/>
                    <a:pt x="182" y="200"/>
                    <a:pt x="185" y="197"/>
                  </a:cubicBezTo>
                  <a:close/>
                  <a:moveTo>
                    <a:pt x="333" y="215"/>
                  </a:moveTo>
                  <a:cubicBezTo>
                    <a:pt x="328" y="219"/>
                    <a:pt x="324" y="223"/>
                    <a:pt x="320" y="226"/>
                  </a:cubicBezTo>
                  <a:cubicBezTo>
                    <a:pt x="325" y="219"/>
                    <a:pt x="332" y="215"/>
                    <a:pt x="332" y="215"/>
                  </a:cubicBezTo>
                  <a:close/>
                  <a:moveTo>
                    <a:pt x="262" y="236"/>
                  </a:moveTo>
                  <a:lnTo>
                    <a:pt x="262" y="237"/>
                  </a:lnTo>
                  <a:cubicBezTo>
                    <a:pt x="259" y="242"/>
                    <a:pt x="254" y="245"/>
                    <a:pt x="250" y="249"/>
                  </a:cubicBezTo>
                  <a:lnTo>
                    <a:pt x="256" y="242"/>
                  </a:lnTo>
                  <a:lnTo>
                    <a:pt x="262" y="236"/>
                  </a:lnTo>
                  <a:close/>
                  <a:moveTo>
                    <a:pt x="280" y="245"/>
                  </a:moveTo>
                  <a:lnTo>
                    <a:pt x="280" y="245"/>
                  </a:lnTo>
                  <a:cubicBezTo>
                    <a:pt x="281" y="246"/>
                    <a:pt x="281" y="246"/>
                    <a:pt x="275" y="252"/>
                  </a:cubicBezTo>
                  <a:cubicBezTo>
                    <a:pt x="269" y="258"/>
                    <a:pt x="262" y="263"/>
                    <a:pt x="262" y="263"/>
                  </a:cubicBezTo>
                  <a:cubicBezTo>
                    <a:pt x="268" y="258"/>
                    <a:pt x="275" y="251"/>
                    <a:pt x="280" y="245"/>
                  </a:cubicBezTo>
                  <a:close/>
                  <a:moveTo>
                    <a:pt x="303" y="259"/>
                  </a:moveTo>
                  <a:cubicBezTo>
                    <a:pt x="298" y="263"/>
                    <a:pt x="295" y="267"/>
                    <a:pt x="289" y="270"/>
                  </a:cubicBezTo>
                  <a:lnTo>
                    <a:pt x="295" y="263"/>
                  </a:lnTo>
                  <a:lnTo>
                    <a:pt x="302" y="259"/>
                  </a:lnTo>
                  <a:close/>
                  <a:moveTo>
                    <a:pt x="401" y="286"/>
                  </a:moveTo>
                  <a:cubicBezTo>
                    <a:pt x="402" y="286"/>
                    <a:pt x="400" y="289"/>
                    <a:pt x="399" y="289"/>
                  </a:cubicBezTo>
                  <a:cubicBezTo>
                    <a:pt x="399" y="289"/>
                    <a:pt x="399" y="288"/>
                    <a:pt x="401" y="286"/>
                  </a:cubicBezTo>
                  <a:close/>
                  <a:moveTo>
                    <a:pt x="91" y="297"/>
                  </a:moveTo>
                  <a:cubicBezTo>
                    <a:pt x="91" y="297"/>
                    <a:pt x="84" y="302"/>
                    <a:pt x="78" y="308"/>
                  </a:cubicBezTo>
                  <a:cubicBezTo>
                    <a:pt x="76" y="311"/>
                    <a:pt x="74" y="312"/>
                    <a:pt x="75" y="312"/>
                  </a:cubicBezTo>
                  <a:cubicBezTo>
                    <a:pt x="75" y="312"/>
                    <a:pt x="78" y="310"/>
                    <a:pt x="85" y="304"/>
                  </a:cubicBezTo>
                  <a:cubicBezTo>
                    <a:pt x="92" y="297"/>
                    <a:pt x="92" y="297"/>
                    <a:pt x="91" y="297"/>
                  </a:cubicBezTo>
                  <a:close/>
                  <a:moveTo>
                    <a:pt x="338" y="302"/>
                  </a:moveTo>
                  <a:cubicBezTo>
                    <a:pt x="338" y="303"/>
                    <a:pt x="338" y="303"/>
                    <a:pt x="333" y="309"/>
                  </a:cubicBezTo>
                  <a:cubicBezTo>
                    <a:pt x="330" y="313"/>
                    <a:pt x="328" y="313"/>
                    <a:pt x="327" y="313"/>
                  </a:cubicBezTo>
                  <a:cubicBezTo>
                    <a:pt x="326" y="313"/>
                    <a:pt x="326" y="313"/>
                    <a:pt x="325" y="313"/>
                  </a:cubicBezTo>
                  <a:cubicBezTo>
                    <a:pt x="328" y="308"/>
                    <a:pt x="333" y="305"/>
                    <a:pt x="338" y="302"/>
                  </a:cubicBezTo>
                  <a:close/>
                  <a:moveTo>
                    <a:pt x="366" y="322"/>
                  </a:moveTo>
                  <a:lnTo>
                    <a:pt x="366" y="322"/>
                  </a:lnTo>
                  <a:cubicBezTo>
                    <a:pt x="362" y="326"/>
                    <a:pt x="358" y="329"/>
                    <a:pt x="353" y="333"/>
                  </a:cubicBezTo>
                  <a:lnTo>
                    <a:pt x="352" y="333"/>
                  </a:lnTo>
                  <a:cubicBezTo>
                    <a:pt x="359" y="326"/>
                    <a:pt x="366" y="322"/>
                    <a:pt x="366" y="322"/>
                  </a:cubicBezTo>
                  <a:close/>
                  <a:moveTo>
                    <a:pt x="438" y="331"/>
                  </a:moveTo>
                  <a:cubicBezTo>
                    <a:pt x="436" y="333"/>
                    <a:pt x="434" y="335"/>
                    <a:pt x="434" y="335"/>
                  </a:cubicBezTo>
                  <a:cubicBezTo>
                    <a:pt x="434" y="335"/>
                    <a:pt x="435" y="333"/>
                    <a:pt x="438" y="331"/>
                  </a:cubicBezTo>
                  <a:close/>
                  <a:moveTo>
                    <a:pt x="445" y="337"/>
                  </a:moveTo>
                  <a:cubicBezTo>
                    <a:pt x="445" y="338"/>
                    <a:pt x="445" y="338"/>
                    <a:pt x="440" y="344"/>
                  </a:cubicBezTo>
                  <a:cubicBezTo>
                    <a:pt x="440" y="344"/>
                    <a:pt x="433" y="350"/>
                    <a:pt x="433" y="350"/>
                  </a:cubicBezTo>
                  <a:lnTo>
                    <a:pt x="438" y="343"/>
                  </a:lnTo>
                  <a:cubicBezTo>
                    <a:pt x="444" y="337"/>
                    <a:pt x="445" y="337"/>
                    <a:pt x="445" y="337"/>
                  </a:cubicBezTo>
                  <a:close/>
                  <a:moveTo>
                    <a:pt x="457" y="338"/>
                  </a:moveTo>
                  <a:lnTo>
                    <a:pt x="457" y="339"/>
                  </a:lnTo>
                  <a:cubicBezTo>
                    <a:pt x="454" y="344"/>
                    <a:pt x="450" y="347"/>
                    <a:pt x="445" y="351"/>
                  </a:cubicBezTo>
                  <a:lnTo>
                    <a:pt x="451" y="344"/>
                  </a:lnTo>
                  <a:lnTo>
                    <a:pt x="457" y="338"/>
                  </a:lnTo>
                  <a:close/>
                  <a:moveTo>
                    <a:pt x="423" y="381"/>
                  </a:moveTo>
                  <a:cubicBezTo>
                    <a:pt x="424" y="381"/>
                    <a:pt x="422" y="383"/>
                    <a:pt x="419" y="387"/>
                  </a:cubicBezTo>
                  <a:cubicBezTo>
                    <a:pt x="415" y="390"/>
                    <a:pt x="413" y="392"/>
                    <a:pt x="413" y="392"/>
                  </a:cubicBezTo>
                  <a:cubicBezTo>
                    <a:pt x="413" y="392"/>
                    <a:pt x="413" y="391"/>
                    <a:pt x="413" y="391"/>
                  </a:cubicBezTo>
                  <a:cubicBezTo>
                    <a:pt x="412" y="390"/>
                    <a:pt x="412" y="390"/>
                    <a:pt x="418" y="384"/>
                  </a:cubicBezTo>
                  <a:cubicBezTo>
                    <a:pt x="421" y="382"/>
                    <a:pt x="423" y="381"/>
                    <a:pt x="423" y="381"/>
                  </a:cubicBezTo>
                  <a:close/>
                  <a:moveTo>
                    <a:pt x="422" y="389"/>
                  </a:moveTo>
                  <a:lnTo>
                    <a:pt x="423" y="390"/>
                  </a:lnTo>
                  <a:cubicBezTo>
                    <a:pt x="423" y="390"/>
                    <a:pt x="423" y="390"/>
                    <a:pt x="417" y="397"/>
                  </a:cubicBezTo>
                  <a:lnTo>
                    <a:pt x="416" y="396"/>
                  </a:lnTo>
                  <a:lnTo>
                    <a:pt x="422" y="389"/>
                  </a:lnTo>
                  <a:close/>
                  <a:moveTo>
                    <a:pt x="427" y="396"/>
                  </a:moveTo>
                  <a:lnTo>
                    <a:pt x="427" y="396"/>
                  </a:lnTo>
                  <a:cubicBezTo>
                    <a:pt x="428" y="397"/>
                    <a:pt x="428" y="397"/>
                    <a:pt x="422" y="402"/>
                  </a:cubicBezTo>
                  <a:lnTo>
                    <a:pt x="427" y="396"/>
                  </a:lnTo>
                  <a:close/>
                  <a:moveTo>
                    <a:pt x="445" y="390"/>
                  </a:moveTo>
                  <a:cubicBezTo>
                    <a:pt x="445" y="391"/>
                    <a:pt x="440" y="397"/>
                    <a:pt x="440" y="397"/>
                  </a:cubicBezTo>
                  <a:cubicBezTo>
                    <a:pt x="440" y="397"/>
                    <a:pt x="433" y="402"/>
                    <a:pt x="433" y="402"/>
                  </a:cubicBezTo>
                  <a:cubicBezTo>
                    <a:pt x="433" y="402"/>
                    <a:pt x="438" y="396"/>
                    <a:pt x="444" y="390"/>
                  </a:cubicBezTo>
                  <a:close/>
                  <a:moveTo>
                    <a:pt x="468" y="413"/>
                  </a:moveTo>
                  <a:cubicBezTo>
                    <a:pt x="468" y="413"/>
                    <a:pt x="468" y="414"/>
                    <a:pt x="465" y="416"/>
                  </a:cubicBezTo>
                  <a:cubicBezTo>
                    <a:pt x="465" y="416"/>
                    <a:pt x="460" y="421"/>
                    <a:pt x="453" y="427"/>
                  </a:cubicBezTo>
                  <a:cubicBezTo>
                    <a:pt x="453" y="427"/>
                    <a:pt x="450" y="429"/>
                    <a:pt x="450" y="429"/>
                  </a:cubicBezTo>
                  <a:cubicBezTo>
                    <a:pt x="450" y="429"/>
                    <a:pt x="450" y="428"/>
                    <a:pt x="453" y="426"/>
                  </a:cubicBezTo>
                  <a:lnTo>
                    <a:pt x="459" y="420"/>
                  </a:lnTo>
                  <a:cubicBezTo>
                    <a:pt x="463" y="416"/>
                    <a:pt x="468" y="413"/>
                    <a:pt x="468" y="413"/>
                  </a:cubicBezTo>
                  <a:close/>
                  <a:moveTo>
                    <a:pt x="507" y="412"/>
                  </a:moveTo>
                  <a:cubicBezTo>
                    <a:pt x="508" y="412"/>
                    <a:pt x="508" y="412"/>
                    <a:pt x="501" y="419"/>
                  </a:cubicBezTo>
                  <a:cubicBezTo>
                    <a:pt x="498" y="424"/>
                    <a:pt x="493" y="427"/>
                    <a:pt x="489" y="429"/>
                  </a:cubicBezTo>
                  <a:cubicBezTo>
                    <a:pt x="495" y="423"/>
                    <a:pt x="500" y="417"/>
                    <a:pt x="507" y="412"/>
                  </a:cubicBezTo>
                  <a:close/>
                  <a:moveTo>
                    <a:pt x="591" y="489"/>
                  </a:moveTo>
                  <a:cubicBezTo>
                    <a:pt x="592" y="489"/>
                    <a:pt x="583" y="497"/>
                    <a:pt x="573" y="504"/>
                  </a:cubicBezTo>
                  <a:cubicBezTo>
                    <a:pt x="576" y="500"/>
                    <a:pt x="581" y="497"/>
                    <a:pt x="585" y="493"/>
                  </a:cubicBezTo>
                  <a:cubicBezTo>
                    <a:pt x="589" y="490"/>
                    <a:pt x="591" y="489"/>
                    <a:pt x="591" y="489"/>
                  </a:cubicBezTo>
                  <a:close/>
                  <a:moveTo>
                    <a:pt x="137" y="0"/>
                  </a:moveTo>
                  <a:cubicBezTo>
                    <a:pt x="137" y="0"/>
                    <a:pt x="133" y="3"/>
                    <a:pt x="127" y="9"/>
                  </a:cubicBezTo>
                  <a:cubicBezTo>
                    <a:pt x="124" y="11"/>
                    <a:pt x="122" y="12"/>
                    <a:pt x="121" y="12"/>
                  </a:cubicBezTo>
                  <a:cubicBezTo>
                    <a:pt x="121" y="12"/>
                    <a:pt x="122" y="10"/>
                    <a:pt x="125" y="6"/>
                  </a:cubicBezTo>
                  <a:cubicBezTo>
                    <a:pt x="128" y="3"/>
                    <a:pt x="130" y="1"/>
                    <a:pt x="129" y="1"/>
                  </a:cubicBezTo>
                  <a:lnTo>
                    <a:pt x="129" y="1"/>
                  </a:lnTo>
                  <a:cubicBezTo>
                    <a:pt x="129" y="1"/>
                    <a:pt x="128" y="3"/>
                    <a:pt x="124" y="5"/>
                  </a:cubicBezTo>
                  <a:cubicBezTo>
                    <a:pt x="118" y="11"/>
                    <a:pt x="112" y="16"/>
                    <a:pt x="106" y="23"/>
                  </a:cubicBezTo>
                  <a:cubicBezTo>
                    <a:pt x="108" y="24"/>
                    <a:pt x="108" y="24"/>
                    <a:pt x="101" y="30"/>
                  </a:cubicBezTo>
                  <a:lnTo>
                    <a:pt x="100" y="29"/>
                  </a:lnTo>
                  <a:cubicBezTo>
                    <a:pt x="100" y="28"/>
                    <a:pt x="100" y="28"/>
                    <a:pt x="99" y="28"/>
                  </a:cubicBezTo>
                  <a:cubicBezTo>
                    <a:pt x="98" y="28"/>
                    <a:pt x="96" y="29"/>
                    <a:pt x="92" y="32"/>
                  </a:cubicBezTo>
                  <a:cubicBezTo>
                    <a:pt x="86" y="36"/>
                    <a:pt x="77" y="44"/>
                    <a:pt x="78" y="44"/>
                  </a:cubicBezTo>
                  <a:cubicBezTo>
                    <a:pt x="78" y="44"/>
                    <a:pt x="78" y="44"/>
                    <a:pt x="79" y="43"/>
                  </a:cubicBezTo>
                  <a:lnTo>
                    <a:pt x="79" y="43"/>
                  </a:lnTo>
                  <a:lnTo>
                    <a:pt x="74" y="50"/>
                  </a:lnTo>
                  <a:cubicBezTo>
                    <a:pt x="65" y="59"/>
                    <a:pt x="60" y="64"/>
                    <a:pt x="61" y="64"/>
                  </a:cubicBezTo>
                  <a:cubicBezTo>
                    <a:pt x="62" y="64"/>
                    <a:pt x="66" y="60"/>
                    <a:pt x="75" y="51"/>
                  </a:cubicBezTo>
                  <a:cubicBezTo>
                    <a:pt x="85" y="41"/>
                    <a:pt x="89" y="37"/>
                    <a:pt x="89" y="37"/>
                  </a:cubicBezTo>
                  <a:lnTo>
                    <a:pt x="89" y="37"/>
                  </a:lnTo>
                  <a:cubicBezTo>
                    <a:pt x="90" y="37"/>
                    <a:pt x="87" y="40"/>
                    <a:pt x="82" y="46"/>
                  </a:cubicBezTo>
                  <a:cubicBezTo>
                    <a:pt x="69" y="58"/>
                    <a:pt x="70" y="59"/>
                    <a:pt x="70" y="59"/>
                  </a:cubicBezTo>
                  <a:cubicBezTo>
                    <a:pt x="70" y="60"/>
                    <a:pt x="70" y="60"/>
                    <a:pt x="65" y="66"/>
                  </a:cubicBezTo>
                  <a:cubicBezTo>
                    <a:pt x="60" y="69"/>
                    <a:pt x="57" y="74"/>
                    <a:pt x="54" y="79"/>
                  </a:cubicBezTo>
                  <a:cubicBezTo>
                    <a:pt x="54" y="79"/>
                    <a:pt x="54" y="79"/>
                    <a:pt x="60" y="74"/>
                  </a:cubicBezTo>
                  <a:cubicBezTo>
                    <a:pt x="63" y="71"/>
                    <a:pt x="64" y="70"/>
                    <a:pt x="64" y="70"/>
                  </a:cubicBezTo>
                  <a:lnTo>
                    <a:pt x="64" y="70"/>
                  </a:lnTo>
                  <a:cubicBezTo>
                    <a:pt x="65" y="70"/>
                    <a:pt x="62" y="73"/>
                    <a:pt x="55" y="80"/>
                  </a:cubicBezTo>
                  <a:cubicBezTo>
                    <a:pt x="52" y="83"/>
                    <a:pt x="51" y="85"/>
                    <a:pt x="51" y="85"/>
                  </a:cubicBezTo>
                  <a:cubicBezTo>
                    <a:pt x="52" y="85"/>
                    <a:pt x="55" y="82"/>
                    <a:pt x="62" y="76"/>
                  </a:cubicBezTo>
                  <a:cubicBezTo>
                    <a:pt x="67" y="70"/>
                    <a:pt x="71" y="67"/>
                    <a:pt x="71" y="67"/>
                  </a:cubicBezTo>
                  <a:lnTo>
                    <a:pt x="71" y="67"/>
                  </a:lnTo>
                  <a:cubicBezTo>
                    <a:pt x="72" y="67"/>
                    <a:pt x="70" y="71"/>
                    <a:pt x="64" y="77"/>
                  </a:cubicBezTo>
                  <a:lnTo>
                    <a:pt x="65" y="78"/>
                  </a:lnTo>
                  <a:cubicBezTo>
                    <a:pt x="69" y="75"/>
                    <a:pt x="74" y="71"/>
                    <a:pt x="77" y="67"/>
                  </a:cubicBezTo>
                  <a:cubicBezTo>
                    <a:pt x="84" y="61"/>
                    <a:pt x="87" y="58"/>
                    <a:pt x="88" y="58"/>
                  </a:cubicBezTo>
                  <a:lnTo>
                    <a:pt x="88" y="58"/>
                  </a:lnTo>
                  <a:cubicBezTo>
                    <a:pt x="88" y="58"/>
                    <a:pt x="86" y="59"/>
                    <a:pt x="84" y="62"/>
                  </a:cubicBezTo>
                  <a:cubicBezTo>
                    <a:pt x="78" y="68"/>
                    <a:pt x="72" y="75"/>
                    <a:pt x="72" y="75"/>
                  </a:cubicBezTo>
                  <a:cubicBezTo>
                    <a:pt x="66" y="80"/>
                    <a:pt x="66" y="81"/>
                    <a:pt x="67" y="81"/>
                  </a:cubicBezTo>
                  <a:cubicBezTo>
                    <a:pt x="67" y="82"/>
                    <a:pt x="67" y="82"/>
                    <a:pt x="68" y="82"/>
                  </a:cubicBezTo>
                  <a:cubicBezTo>
                    <a:pt x="69" y="82"/>
                    <a:pt x="71" y="81"/>
                    <a:pt x="75" y="77"/>
                  </a:cubicBezTo>
                  <a:lnTo>
                    <a:pt x="75" y="77"/>
                  </a:lnTo>
                  <a:lnTo>
                    <a:pt x="68" y="84"/>
                  </a:lnTo>
                  <a:cubicBezTo>
                    <a:pt x="69" y="84"/>
                    <a:pt x="66" y="87"/>
                    <a:pt x="66" y="87"/>
                  </a:cubicBezTo>
                  <a:cubicBezTo>
                    <a:pt x="66" y="87"/>
                    <a:pt x="67" y="86"/>
                    <a:pt x="69" y="84"/>
                  </a:cubicBezTo>
                  <a:lnTo>
                    <a:pt x="69" y="84"/>
                  </a:lnTo>
                  <a:cubicBezTo>
                    <a:pt x="69" y="84"/>
                    <a:pt x="69" y="85"/>
                    <a:pt x="65" y="92"/>
                  </a:cubicBezTo>
                  <a:cubicBezTo>
                    <a:pt x="64" y="93"/>
                    <a:pt x="63" y="94"/>
                    <a:pt x="64" y="94"/>
                  </a:cubicBezTo>
                  <a:cubicBezTo>
                    <a:pt x="66" y="94"/>
                    <a:pt x="75" y="86"/>
                    <a:pt x="83" y="75"/>
                  </a:cubicBezTo>
                  <a:lnTo>
                    <a:pt x="83" y="75"/>
                  </a:lnTo>
                  <a:cubicBezTo>
                    <a:pt x="84" y="76"/>
                    <a:pt x="84" y="76"/>
                    <a:pt x="84" y="76"/>
                  </a:cubicBezTo>
                  <a:cubicBezTo>
                    <a:pt x="84" y="76"/>
                    <a:pt x="84" y="76"/>
                    <a:pt x="84" y="76"/>
                  </a:cubicBezTo>
                  <a:cubicBezTo>
                    <a:pt x="86" y="76"/>
                    <a:pt x="91" y="70"/>
                    <a:pt x="91" y="70"/>
                  </a:cubicBezTo>
                  <a:cubicBezTo>
                    <a:pt x="95" y="66"/>
                    <a:pt x="97" y="66"/>
                    <a:pt x="98" y="66"/>
                  </a:cubicBezTo>
                  <a:cubicBezTo>
                    <a:pt x="98" y="66"/>
                    <a:pt x="98" y="66"/>
                    <a:pt x="99" y="66"/>
                  </a:cubicBezTo>
                  <a:lnTo>
                    <a:pt x="86" y="78"/>
                  </a:lnTo>
                  <a:cubicBezTo>
                    <a:pt x="75" y="88"/>
                    <a:pt x="68" y="95"/>
                    <a:pt x="69" y="95"/>
                  </a:cubicBezTo>
                  <a:cubicBezTo>
                    <a:pt x="69" y="95"/>
                    <a:pt x="73" y="92"/>
                    <a:pt x="81" y="85"/>
                  </a:cubicBezTo>
                  <a:cubicBezTo>
                    <a:pt x="83" y="83"/>
                    <a:pt x="83" y="83"/>
                    <a:pt x="83" y="83"/>
                  </a:cubicBezTo>
                  <a:lnTo>
                    <a:pt x="83" y="83"/>
                  </a:lnTo>
                  <a:cubicBezTo>
                    <a:pt x="83" y="83"/>
                    <a:pt x="79" y="86"/>
                    <a:pt x="75" y="90"/>
                  </a:cubicBezTo>
                  <a:cubicBezTo>
                    <a:pt x="71" y="94"/>
                    <a:pt x="70" y="96"/>
                    <a:pt x="71" y="96"/>
                  </a:cubicBezTo>
                  <a:cubicBezTo>
                    <a:pt x="71" y="96"/>
                    <a:pt x="73" y="95"/>
                    <a:pt x="76" y="93"/>
                  </a:cubicBezTo>
                  <a:cubicBezTo>
                    <a:pt x="83" y="88"/>
                    <a:pt x="90" y="83"/>
                    <a:pt x="95" y="76"/>
                  </a:cubicBezTo>
                  <a:cubicBezTo>
                    <a:pt x="100" y="72"/>
                    <a:pt x="101" y="71"/>
                    <a:pt x="102" y="71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03" y="71"/>
                    <a:pt x="103" y="71"/>
                    <a:pt x="96" y="77"/>
                  </a:cubicBezTo>
                  <a:cubicBezTo>
                    <a:pt x="90" y="84"/>
                    <a:pt x="87" y="87"/>
                    <a:pt x="88" y="87"/>
                  </a:cubicBezTo>
                  <a:cubicBezTo>
                    <a:pt x="89" y="87"/>
                    <a:pt x="92" y="84"/>
                    <a:pt x="98" y="79"/>
                  </a:cubicBezTo>
                  <a:lnTo>
                    <a:pt x="98" y="79"/>
                  </a:lnTo>
                  <a:lnTo>
                    <a:pt x="92" y="85"/>
                  </a:lnTo>
                  <a:cubicBezTo>
                    <a:pt x="87" y="91"/>
                    <a:pt x="82" y="95"/>
                    <a:pt x="86" y="95"/>
                  </a:cubicBezTo>
                  <a:cubicBezTo>
                    <a:pt x="86" y="95"/>
                    <a:pt x="87" y="95"/>
                    <a:pt x="88" y="95"/>
                  </a:cubicBezTo>
                  <a:lnTo>
                    <a:pt x="88" y="95"/>
                  </a:lnTo>
                  <a:cubicBezTo>
                    <a:pt x="91" y="97"/>
                    <a:pt x="93" y="99"/>
                    <a:pt x="86" y="105"/>
                  </a:cubicBezTo>
                  <a:cubicBezTo>
                    <a:pt x="85" y="106"/>
                    <a:pt x="85" y="107"/>
                    <a:pt x="85" y="107"/>
                  </a:cubicBezTo>
                  <a:cubicBezTo>
                    <a:pt x="86" y="107"/>
                    <a:pt x="97" y="100"/>
                    <a:pt x="108" y="92"/>
                  </a:cubicBezTo>
                  <a:lnTo>
                    <a:pt x="108" y="92"/>
                  </a:lnTo>
                  <a:cubicBezTo>
                    <a:pt x="102" y="97"/>
                    <a:pt x="102" y="97"/>
                    <a:pt x="103" y="98"/>
                  </a:cubicBezTo>
                  <a:cubicBezTo>
                    <a:pt x="105" y="101"/>
                    <a:pt x="105" y="101"/>
                    <a:pt x="99" y="106"/>
                  </a:cubicBezTo>
                  <a:cubicBezTo>
                    <a:pt x="92" y="112"/>
                    <a:pt x="89" y="115"/>
                    <a:pt x="89" y="115"/>
                  </a:cubicBezTo>
                  <a:cubicBezTo>
                    <a:pt x="90" y="115"/>
                    <a:pt x="93" y="112"/>
                    <a:pt x="100" y="107"/>
                  </a:cubicBezTo>
                  <a:cubicBezTo>
                    <a:pt x="104" y="103"/>
                    <a:pt x="106" y="102"/>
                    <a:pt x="107" y="102"/>
                  </a:cubicBezTo>
                  <a:lnTo>
                    <a:pt x="107" y="102"/>
                  </a:lnTo>
                  <a:cubicBezTo>
                    <a:pt x="108" y="102"/>
                    <a:pt x="103" y="108"/>
                    <a:pt x="95" y="115"/>
                  </a:cubicBezTo>
                  <a:cubicBezTo>
                    <a:pt x="90" y="122"/>
                    <a:pt x="90" y="122"/>
                    <a:pt x="91" y="123"/>
                  </a:cubicBezTo>
                  <a:cubicBezTo>
                    <a:pt x="94" y="121"/>
                    <a:pt x="96" y="120"/>
                    <a:pt x="98" y="120"/>
                  </a:cubicBezTo>
                  <a:cubicBezTo>
                    <a:pt x="99" y="120"/>
                    <a:pt x="99" y="120"/>
                    <a:pt x="100" y="121"/>
                  </a:cubicBezTo>
                  <a:cubicBezTo>
                    <a:pt x="100" y="121"/>
                    <a:pt x="100" y="122"/>
                    <a:pt x="101" y="122"/>
                  </a:cubicBezTo>
                  <a:cubicBezTo>
                    <a:pt x="102" y="122"/>
                    <a:pt x="104" y="119"/>
                    <a:pt x="113" y="111"/>
                  </a:cubicBezTo>
                  <a:cubicBezTo>
                    <a:pt x="122" y="102"/>
                    <a:pt x="124" y="100"/>
                    <a:pt x="126" y="100"/>
                  </a:cubicBezTo>
                  <a:cubicBezTo>
                    <a:pt x="126" y="100"/>
                    <a:pt x="126" y="100"/>
                    <a:pt x="127" y="101"/>
                  </a:cubicBezTo>
                  <a:cubicBezTo>
                    <a:pt x="128" y="102"/>
                    <a:pt x="128" y="102"/>
                    <a:pt x="122" y="107"/>
                  </a:cubicBezTo>
                  <a:cubicBezTo>
                    <a:pt x="122" y="107"/>
                    <a:pt x="116" y="114"/>
                    <a:pt x="116" y="115"/>
                  </a:cubicBezTo>
                  <a:cubicBezTo>
                    <a:pt x="118" y="115"/>
                    <a:pt x="118" y="116"/>
                    <a:pt x="112" y="122"/>
                  </a:cubicBezTo>
                  <a:cubicBezTo>
                    <a:pt x="112" y="122"/>
                    <a:pt x="106" y="129"/>
                    <a:pt x="108" y="130"/>
                  </a:cubicBezTo>
                  <a:cubicBezTo>
                    <a:pt x="108" y="131"/>
                    <a:pt x="109" y="132"/>
                    <a:pt x="103" y="139"/>
                  </a:cubicBezTo>
                  <a:cubicBezTo>
                    <a:pt x="103" y="139"/>
                    <a:pt x="103" y="139"/>
                    <a:pt x="110" y="133"/>
                  </a:cubicBezTo>
                  <a:cubicBezTo>
                    <a:pt x="113" y="129"/>
                    <a:pt x="117" y="126"/>
                    <a:pt x="119" y="126"/>
                  </a:cubicBezTo>
                  <a:cubicBezTo>
                    <a:pt x="120" y="126"/>
                    <a:pt x="120" y="127"/>
                    <a:pt x="119" y="130"/>
                  </a:cubicBezTo>
                  <a:cubicBezTo>
                    <a:pt x="119" y="131"/>
                    <a:pt x="119" y="132"/>
                    <a:pt x="120" y="132"/>
                  </a:cubicBezTo>
                  <a:cubicBezTo>
                    <a:pt x="122" y="132"/>
                    <a:pt x="124" y="130"/>
                    <a:pt x="127" y="127"/>
                  </a:cubicBezTo>
                  <a:cubicBezTo>
                    <a:pt x="128" y="127"/>
                    <a:pt x="128" y="127"/>
                    <a:pt x="121" y="134"/>
                  </a:cubicBezTo>
                  <a:cubicBezTo>
                    <a:pt x="114" y="140"/>
                    <a:pt x="112" y="143"/>
                    <a:pt x="113" y="143"/>
                  </a:cubicBezTo>
                  <a:cubicBezTo>
                    <a:pt x="113" y="143"/>
                    <a:pt x="117" y="141"/>
                    <a:pt x="123" y="136"/>
                  </a:cubicBezTo>
                  <a:cubicBezTo>
                    <a:pt x="126" y="134"/>
                    <a:pt x="128" y="132"/>
                    <a:pt x="128" y="132"/>
                  </a:cubicBezTo>
                  <a:lnTo>
                    <a:pt x="128" y="132"/>
                  </a:lnTo>
                  <a:cubicBezTo>
                    <a:pt x="129" y="132"/>
                    <a:pt x="127" y="134"/>
                    <a:pt x="124" y="138"/>
                  </a:cubicBezTo>
                  <a:cubicBezTo>
                    <a:pt x="124" y="138"/>
                    <a:pt x="124" y="138"/>
                    <a:pt x="125" y="138"/>
                  </a:cubicBezTo>
                  <a:cubicBezTo>
                    <a:pt x="125" y="138"/>
                    <a:pt x="127" y="137"/>
                    <a:pt x="131" y="133"/>
                  </a:cubicBezTo>
                  <a:cubicBezTo>
                    <a:pt x="134" y="131"/>
                    <a:pt x="136" y="129"/>
                    <a:pt x="136" y="129"/>
                  </a:cubicBezTo>
                  <a:lnTo>
                    <a:pt x="136" y="129"/>
                  </a:lnTo>
                  <a:cubicBezTo>
                    <a:pt x="137" y="129"/>
                    <a:pt x="136" y="131"/>
                    <a:pt x="133" y="135"/>
                  </a:cubicBezTo>
                  <a:cubicBezTo>
                    <a:pt x="127" y="141"/>
                    <a:pt x="128" y="141"/>
                    <a:pt x="128" y="142"/>
                  </a:cubicBezTo>
                  <a:cubicBezTo>
                    <a:pt x="129" y="141"/>
                    <a:pt x="131" y="141"/>
                    <a:pt x="133" y="141"/>
                  </a:cubicBezTo>
                  <a:cubicBezTo>
                    <a:pt x="138" y="141"/>
                    <a:pt x="140" y="146"/>
                    <a:pt x="136" y="151"/>
                  </a:cubicBezTo>
                  <a:cubicBezTo>
                    <a:pt x="142" y="146"/>
                    <a:pt x="142" y="145"/>
                    <a:pt x="142" y="145"/>
                  </a:cubicBezTo>
                  <a:lnTo>
                    <a:pt x="142" y="145"/>
                  </a:lnTo>
                  <a:cubicBezTo>
                    <a:pt x="138" y="151"/>
                    <a:pt x="136" y="153"/>
                    <a:pt x="137" y="153"/>
                  </a:cubicBezTo>
                  <a:cubicBezTo>
                    <a:pt x="137" y="153"/>
                    <a:pt x="142" y="148"/>
                    <a:pt x="149" y="141"/>
                  </a:cubicBezTo>
                  <a:lnTo>
                    <a:pt x="148" y="140"/>
                  </a:lnTo>
                  <a:cubicBezTo>
                    <a:pt x="153" y="135"/>
                    <a:pt x="157" y="133"/>
                    <a:pt x="157" y="133"/>
                  </a:cubicBezTo>
                  <a:lnTo>
                    <a:pt x="157" y="133"/>
                  </a:lnTo>
                  <a:cubicBezTo>
                    <a:pt x="158" y="133"/>
                    <a:pt x="154" y="137"/>
                    <a:pt x="143" y="148"/>
                  </a:cubicBezTo>
                  <a:cubicBezTo>
                    <a:pt x="138" y="154"/>
                    <a:pt x="135" y="157"/>
                    <a:pt x="135" y="157"/>
                  </a:cubicBezTo>
                  <a:cubicBezTo>
                    <a:pt x="135" y="157"/>
                    <a:pt x="139" y="154"/>
                    <a:pt x="145" y="149"/>
                  </a:cubicBezTo>
                  <a:cubicBezTo>
                    <a:pt x="151" y="144"/>
                    <a:pt x="154" y="141"/>
                    <a:pt x="155" y="141"/>
                  </a:cubicBezTo>
                  <a:lnTo>
                    <a:pt x="155" y="141"/>
                  </a:lnTo>
                  <a:cubicBezTo>
                    <a:pt x="156" y="141"/>
                    <a:pt x="153" y="144"/>
                    <a:pt x="147" y="151"/>
                  </a:cubicBezTo>
                  <a:cubicBezTo>
                    <a:pt x="160" y="139"/>
                    <a:pt x="169" y="133"/>
                    <a:pt x="170" y="133"/>
                  </a:cubicBezTo>
                  <a:lnTo>
                    <a:pt x="170" y="133"/>
                  </a:lnTo>
                  <a:cubicBezTo>
                    <a:pt x="172" y="133"/>
                    <a:pt x="167" y="138"/>
                    <a:pt x="156" y="149"/>
                  </a:cubicBezTo>
                  <a:cubicBezTo>
                    <a:pt x="149" y="154"/>
                    <a:pt x="143" y="161"/>
                    <a:pt x="138" y="168"/>
                  </a:cubicBezTo>
                  <a:cubicBezTo>
                    <a:pt x="143" y="164"/>
                    <a:pt x="147" y="161"/>
                    <a:pt x="151" y="157"/>
                  </a:cubicBezTo>
                  <a:cubicBezTo>
                    <a:pt x="157" y="151"/>
                    <a:pt x="160" y="148"/>
                    <a:pt x="160" y="148"/>
                  </a:cubicBezTo>
                  <a:lnTo>
                    <a:pt x="160" y="148"/>
                  </a:lnTo>
                  <a:cubicBezTo>
                    <a:pt x="161" y="148"/>
                    <a:pt x="158" y="151"/>
                    <a:pt x="152" y="158"/>
                  </a:cubicBezTo>
                  <a:cubicBezTo>
                    <a:pt x="142" y="170"/>
                    <a:pt x="139" y="175"/>
                    <a:pt x="140" y="175"/>
                  </a:cubicBezTo>
                  <a:cubicBezTo>
                    <a:pt x="141" y="175"/>
                    <a:pt x="145" y="173"/>
                    <a:pt x="150" y="169"/>
                  </a:cubicBezTo>
                  <a:cubicBezTo>
                    <a:pt x="157" y="164"/>
                    <a:pt x="160" y="162"/>
                    <a:pt x="162" y="162"/>
                  </a:cubicBezTo>
                  <a:cubicBezTo>
                    <a:pt x="163" y="162"/>
                    <a:pt x="160" y="166"/>
                    <a:pt x="152" y="171"/>
                  </a:cubicBezTo>
                  <a:cubicBezTo>
                    <a:pt x="144" y="177"/>
                    <a:pt x="141" y="180"/>
                    <a:pt x="141" y="180"/>
                  </a:cubicBezTo>
                  <a:cubicBezTo>
                    <a:pt x="141" y="180"/>
                    <a:pt x="143" y="179"/>
                    <a:pt x="146" y="177"/>
                  </a:cubicBezTo>
                  <a:cubicBezTo>
                    <a:pt x="147" y="178"/>
                    <a:pt x="148" y="179"/>
                    <a:pt x="149" y="180"/>
                  </a:cubicBezTo>
                  <a:cubicBezTo>
                    <a:pt x="153" y="178"/>
                    <a:pt x="158" y="173"/>
                    <a:pt x="161" y="170"/>
                  </a:cubicBezTo>
                  <a:lnTo>
                    <a:pt x="161" y="170"/>
                  </a:lnTo>
                  <a:cubicBezTo>
                    <a:pt x="154" y="178"/>
                    <a:pt x="149" y="184"/>
                    <a:pt x="150" y="184"/>
                  </a:cubicBezTo>
                  <a:cubicBezTo>
                    <a:pt x="151" y="184"/>
                    <a:pt x="153" y="182"/>
                    <a:pt x="158" y="179"/>
                  </a:cubicBezTo>
                  <a:lnTo>
                    <a:pt x="159" y="180"/>
                  </a:lnTo>
                  <a:cubicBezTo>
                    <a:pt x="160" y="180"/>
                    <a:pt x="160" y="180"/>
                    <a:pt x="167" y="175"/>
                  </a:cubicBezTo>
                  <a:cubicBezTo>
                    <a:pt x="168" y="174"/>
                    <a:pt x="169" y="173"/>
                    <a:pt x="169" y="173"/>
                  </a:cubicBezTo>
                  <a:lnTo>
                    <a:pt x="169" y="173"/>
                  </a:lnTo>
                  <a:cubicBezTo>
                    <a:pt x="170" y="173"/>
                    <a:pt x="167" y="178"/>
                    <a:pt x="162" y="182"/>
                  </a:cubicBezTo>
                  <a:cubicBezTo>
                    <a:pt x="158" y="187"/>
                    <a:pt x="154" y="192"/>
                    <a:pt x="155" y="192"/>
                  </a:cubicBezTo>
                  <a:cubicBezTo>
                    <a:pt x="155" y="192"/>
                    <a:pt x="155" y="192"/>
                    <a:pt x="157" y="190"/>
                  </a:cubicBezTo>
                  <a:cubicBezTo>
                    <a:pt x="162" y="185"/>
                    <a:pt x="170" y="179"/>
                    <a:pt x="177" y="175"/>
                  </a:cubicBezTo>
                  <a:cubicBezTo>
                    <a:pt x="179" y="173"/>
                    <a:pt x="180" y="172"/>
                    <a:pt x="180" y="172"/>
                  </a:cubicBezTo>
                  <a:lnTo>
                    <a:pt x="180" y="172"/>
                  </a:lnTo>
                  <a:cubicBezTo>
                    <a:pt x="181" y="172"/>
                    <a:pt x="176" y="177"/>
                    <a:pt x="171" y="180"/>
                  </a:cubicBezTo>
                  <a:cubicBezTo>
                    <a:pt x="167" y="185"/>
                    <a:pt x="162" y="189"/>
                    <a:pt x="160" y="194"/>
                  </a:cubicBezTo>
                  <a:cubicBezTo>
                    <a:pt x="160" y="194"/>
                    <a:pt x="160" y="195"/>
                    <a:pt x="161" y="195"/>
                  </a:cubicBezTo>
                  <a:cubicBezTo>
                    <a:pt x="162" y="195"/>
                    <a:pt x="164" y="194"/>
                    <a:pt x="168" y="190"/>
                  </a:cubicBezTo>
                  <a:cubicBezTo>
                    <a:pt x="170" y="188"/>
                    <a:pt x="172" y="187"/>
                    <a:pt x="173" y="187"/>
                  </a:cubicBezTo>
                  <a:cubicBezTo>
                    <a:pt x="175" y="187"/>
                    <a:pt x="175" y="190"/>
                    <a:pt x="171" y="194"/>
                  </a:cubicBezTo>
                  <a:lnTo>
                    <a:pt x="173" y="195"/>
                  </a:lnTo>
                  <a:cubicBezTo>
                    <a:pt x="173" y="195"/>
                    <a:pt x="173" y="195"/>
                    <a:pt x="173" y="195"/>
                  </a:cubicBezTo>
                  <a:cubicBezTo>
                    <a:pt x="174" y="195"/>
                    <a:pt x="178" y="191"/>
                    <a:pt x="179" y="191"/>
                  </a:cubicBezTo>
                  <a:cubicBezTo>
                    <a:pt x="179" y="191"/>
                    <a:pt x="179" y="191"/>
                    <a:pt x="179" y="191"/>
                  </a:cubicBezTo>
                  <a:cubicBezTo>
                    <a:pt x="179" y="191"/>
                    <a:pt x="180" y="191"/>
                    <a:pt x="187" y="187"/>
                  </a:cubicBezTo>
                  <a:lnTo>
                    <a:pt x="187" y="187"/>
                  </a:lnTo>
                  <a:cubicBezTo>
                    <a:pt x="187" y="187"/>
                    <a:pt x="188" y="188"/>
                    <a:pt x="182" y="194"/>
                  </a:cubicBezTo>
                  <a:cubicBezTo>
                    <a:pt x="188" y="188"/>
                    <a:pt x="191" y="185"/>
                    <a:pt x="192" y="185"/>
                  </a:cubicBezTo>
                  <a:lnTo>
                    <a:pt x="192" y="185"/>
                  </a:lnTo>
                  <a:cubicBezTo>
                    <a:pt x="192" y="185"/>
                    <a:pt x="189" y="188"/>
                    <a:pt x="183" y="195"/>
                  </a:cubicBezTo>
                  <a:cubicBezTo>
                    <a:pt x="176" y="201"/>
                    <a:pt x="173" y="204"/>
                    <a:pt x="174" y="204"/>
                  </a:cubicBezTo>
                  <a:cubicBezTo>
                    <a:pt x="174" y="204"/>
                    <a:pt x="177" y="201"/>
                    <a:pt x="184" y="196"/>
                  </a:cubicBezTo>
                  <a:cubicBezTo>
                    <a:pt x="187" y="193"/>
                    <a:pt x="189" y="192"/>
                    <a:pt x="189" y="192"/>
                  </a:cubicBezTo>
                  <a:lnTo>
                    <a:pt x="189" y="192"/>
                  </a:lnTo>
                  <a:cubicBezTo>
                    <a:pt x="189" y="192"/>
                    <a:pt x="188" y="194"/>
                    <a:pt x="185" y="197"/>
                  </a:cubicBezTo>
                  <a:cubicBezTo>
                    <a:pt x="192" y="191"/>
                    <a:pt x="198" y="187"/>
                    <a:pt x="199" y="187"/>
                  </a:cubicBezTo>
                  <a:cubicBezTo>
                    <a:pt x="200" y="187"/>
                    <a:pt x="198" y="189"/>
                    <a:pt x="193" y="194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4" y="194"/>
                    <a:pt x="196" y="193"/>
                    <a:pt x="201" y="189"/>
                  </a:cubicBezTo>
                  <a:cubicBezTo>
                    <a:pt x="207" y="184"/>
                    <a:pt x="210" y="181"/>
                    <a:pt x="210" y="181"/>
                  </a:cubicBezTo>
                  <a:lnTo>
                    <a:pt x="210" y="181"/>
                  </a:lnTo>
                  <a:cubicBezTo>
                    <a:pt x="210" y="181"/>
                    <a:pt x="207" y="184"/>
                    <a:pt x="201" y="190"/>
                  </a:cubicBezTo>
                  <a:cubicBezTo>
                    <a:pt x="195" y="197"/>
                    <a:pt x="192" y="200"/>
                    <a:pt x="193" y="200"/>
                  </a:cubicBezTo>
                  <a:cubicBezTo>
                    <a:pt x="193" y="200"/>
                    <a:pt x="196" y="197"/>
                    <a:pt x="203" y="191"/>
                  </a:cubicBezTo>
                  <a:cubicBezTo>
                    <a:pt x="203" y="191"/>
                    <a:pt x="205" y="190"/>
                    <a:pt x="205" y="190"/>
                  </a:cubicBezTo>
                  <a:lnTo>
                    <a:pt x="205" y="190"/>
                  </a:lnTo>
                  <a:cubicBezTo>
                    <a:pt x="206" y="190"/>
                    <a:pt x="205" y="190"/>
                    <a:pt x="203" y="193"/>
                  </a:cubicBezTo>
                  <a:cubicBezTo>
                    <a:pt x="200" y="198"/>
                    <a:pt x="198" y="203"/>
                    <a:pt x="199" y="203"/>
                  </a:cubicBezTo>
                  <a:cubicBezTo>
                    <a:pt x="201" y="203"/>
                    <a:pt x="203" y="201"/>
                    <a:pt x="207" y="197"/>
                  </a:cubicBezTo>
                  <a:lnTo>
                    <a:pt x="208" y="198"/>
                  </a:lnTo>
                  <a:cubicBezTo>
                    <a:pt x="205" y="203"/>
                    <a:pt x="204" y="205"/>
                    <a:pt x="205" y="205"/>
                  </a:cubicBezTo>
                  <a:cubicBezTo>
                    <a:pt x="205" y="205"/>
                    <a:pt x="207" y="203"/>
                    <a:pt x="210" y="202"/>
                  </a:cubicBezTo>
                  <a:lnTo>
                    <a:pt x="214" y="198"/>
                  </a:lnTo>
                  <a:lnTo>
                    <a:pt x="214" y="198"/>
                  </a:lnTo>
                  <a:cubicBezTo>
                    <a:pt x="211" y="201"/>
                    <a:pt x="208" y="205"/>
                    <a:pt x="205" y="209"/>
                  </a:cubicBezTo>
                  <a:cubicBezTo>
                    <a:pt x="206" y="209"/>
                    <a:pt x="206" y="209"/>
                    <a:pt x="212" y="204"/>
                  </a:cubicBezTo>
                  <a:cubicBezTo>
                    <a:pt x="216" y="199"/>
                    <a:pt x="218" y="198"/>
                    <a:pt x="218" y="198"/>
                  </a:cubicBezTo>
                  <a:cubicBezTo>
                    <a:pt x="218" y="198"/>
                    <a:pt x="219" y="198"/>
                    <a:pt x="219" y="198"/>
                  </a:cubicBezTo>
                  <a:cubicBezTo>
                    <a:pt x="215" y="203"/>
                    <a:pt x="212" y="207"/>
                    <a:pt x="207" y="212"/>
                  </a:cubicBezTo>
                  <a:lnTo>
                    <a:pt x="208" y="212"/>
                  </a:lnTo>
                  <a:cubicBezTo>
                    <a:pt x="215" y="205"/>
                    <a:pt x="218" y="203"/>
                    <a:pt x="218" y="203"/>
                  </a:cubicBezTo>
                  <a:lnTo>
                    <a:pt x="218" y="203"/>
                  </a:lnTo>
                  <a:cubicBezTo>
                    <a:pt x="218" y="203"/>
                    <a:pt x="217" y="204"/>
                    <a:pt x="214" y="207"/>
                  </a:cubicBezTo>
                  <a:cubicBezTo>
                    <a:pt x="208" y="213"/>
                    <a:pt x="210" y="214"/>
                    <a:pt x="210" y="214"/>
                  </a:cubicBezTo>
                  <a:cubicBezTo>
                    <a:pt x="212" y="212"/>
                    <a:pt x="213" y="212"/>
                    <a:pt x="213" y="212"/>
                  </a:cubicBezTo>
                  <a:lnTo>
                    <a:pt x="213" y="212"/>
                  </a:lnTo>
                  <a:cubicBezTo>
                    <a:pt x="213" y="212"/>
                    <a:pt x="211" y="214"/>
                    <a:pt x="210" y="214"/>
                  </a:cubicBezTo>
                  <a:cubicBezTo>
                    <a:pt x="210" y="214"/>
                    <a:pt x="210" y="214"/>
                    <a:pt x="210" y="214"/>
                  </a:cubicBezTo>
                  <a:lnTo>
                    <a:pt x="204" y="221"/>
                  </a:lnTo>
                  <a:cubicBezTo>
                    <a:pt x="202" y="223"/>
                    <a:pt x="202" y="223"/>
                    <a:pt x="202" y="223"/>
                  </a:cubicBezTo>
                  <a:cubicBezTo>
                    <a:pt x="202" y="223"/>
                    <a:pt x="206" y="219"/>
                    <a:pt x="211" y="215"/>
                  </a:cubicBezTo>
                  <a:lnTo>
                    <a:pt x="212" y="216"/>
                  </a:lnTo>
                  <a:cubicBezTo>
                    <a:pt x="212" y="216"/>
                    <a:pt x="212" y="217"/>
                    <a:pt x="212" y="217"/>
                  </a:cubicBezTo>
                  <a:cubicBezTo>
                    <a:pt x="213" y="217"/>
                    <a:pt x="215" y="215"/>
                    <a:pt x="219" y="210"/>
                  </a:cubicBezTo>
                  <a:cubicBezTo>
                    <a:pt x="222" y="207"/>
                    <a:pt x="226" y="203"/>
                    <a:pt x="231" y="199"/>
                  </a:cubicBezTo>
                  <a:lnTo>
                    <a:pt x="231" y="199"/>
                  </a:lnTo>
                  <a:cubicBezTo>
                    <a:pt x="226" y="204"/>
                    <a:pt x="223" y="207"/>
                    <a:pt x="220" y="213"/>
                  </a:cubicBezTo>
                  <a:cubicBezTo>
                    <a:pt x="220" y="213"/>
                    <a:pt x="214" y="218"/>
                    <a:pt x="214" y="218"/>
                  </a:cubicBezTo>
                  <a:cubicBezTo>
                    <a:pt x="207" y="224"/>
                    <a:pt x="206" y="226"/>
                    <a:pt x="207" y="226"/>
                  </a:cubicBezTo>
                  <a:cubicBezTo>
                    <a:pt x="209" y="226"/>
                    <a:pt x="212" y="224"/>
                    <a:pt x="215" y="222"/>
                  </a:cubicBezTo>
                  <a:cubicBezTo>
                    <a:pt x="222" y="216"/>
                    <a:pt x="225" y="214"/>
                    <a:pt x="226" y="214"/>
                  </a:cubicBezTo>
                  <a:lnTo>
                    <a:pt x="226" y="214"/>
                  </a:lnTo>
                  <a:cubicBezTo>
                    <a:pt x="227" y="214"/>
                    <a:pt x="224" y="217"/>
                    <a:pt x="217" y="223"/>
                  </a:cubicBezTo>
                  <a:cubicBezTo>
                    <a:pt x="214" y="226"/>
                    <a:pt x="212" y="228"/>
                    <a:pt x="213" y="228"/>
                  </a:cubicBezTo>
                  <a:cubicBezTo>
                    <a:pt x="214" y="228"/>
                    <a:pt x="224" y="219"/>
                    <a:pt x="238" y="207"/>
                  </a:cubicBezTo>
                  <a:lnTo>
                    <a:pt x="256" y="190"/>
                  </a:lnTo>
                  <a:lnTo>
                    <a:pt x="238" y="208"/>
                  </a:lnTo>
                  <a:cubicBezTo>
                    <a:pt x="223" y="222"/>
                    <a:pt x="218" y="228"/>
                    <a:pt x="219" y="228"/>
                  </a:cubicBezTo>
                  <a:cubicBezTo>
                    <a:pt x="219" y="228"/>
                    <a:pt x="222" y="226"/>
                    <a:pt x="228" y="222"/>
                  </a:cubicBezTo>
                  <a:cubicBezTo>
                    <a:pt x="231" y="220"/>
                    <a:pt x="232" y="218"/>
                    <a:pt x="233" y="218"/>
                  </a:cubicBezTo>
                  <a:lnTo>
                    <a:pt x="233" y="218"/>
                  </a:lnTo>
                  <a:cubicBezTo>
                    <a:pt x="233" y="218"/>
                    <a:pt x="232" y="220"/>
                    <a:pt x="229" y="223"/>
                  </a:cubicBezTo>
                  <a:cubicBezTo>
                    <a:pt x="222" y="230"/>
                    <a:pt x="223" y="230"/>
                    <a:pt x="224" y="232"/>
                  </a:cubicBezTo>
                  <a:cubicBezTo>
                    <a:pt x="225" y="233"/>
                    <a:pt x="226" y="233"/>
                    <a:pt x="226" y="233"/>
                  </a:cubicBezTo>
                  <a:cubicBezTo>
                    <a:pt x="227" y="233"/>
                    <a:pt x="229" y="232"/>
                    <a:pt x="232" y="228"/>
                  </a:cubicBezTo>
                  <a:lnTo>
                    <a:pt x="233" y="230"/>
                  </a:lnTo>
                  <a:cubicBezTo>
                    <a:pt x="229" y="235"/>
                    <a:pt x="227" y="237"/>
                    <a:pt x="228" y="237"/>
                  </a:cubicBezTo>
                  <a:cubicBezTo>
                    <a:pt x="228" y="237"/>
                    <a:pt x="234" y="232"/>
                    <a:pt x="241" y="225"/>
                  </a:cubicBezTo>
                  <a:cubicBezTo>
                    <a:pt x="241" y="225"/>
                    <a:pt x="241" y="225"/>
                    <a:pt x="242" y="226"/>
                  </a:cubicBezTo>
                  <a:lnTo>
                    <a:pt x="235" y="232"/>
                  </a:lnTo>
                  <a:cubicBezTo>
                    <a:pt x="230" y="239"/>
                    <a:pt x="231" y="240"/>
                    <a:pt x="234" y="244"/>
                  </a:cubicBezTo>
                  <a:cubicBezTo>
                    <a:pt x="237" y="247"/>
                    <a:pt x="238" y="248"/>
                    <a:pt x="240" y="248"/>
                  </a:cubicBezTo>
                  <a:cubicBezTo>
                    <a:pt x="242" y="248"/>
                    <a:pt x="245" y="245"/>
                    <a:pt x="252" y="239"/>
                  </a:cubicBezTo>
                  <a:cubicBezTo>
                    <a:pt x="258" y="233"/>
                    <a:pt x="262" y="230"/>
                    <a:pt x="262" y="230"/>
                  </a:cubicBezTo>
                  <a:lnTo>
                    <a:pt x="262" y="230"/>
                  </a:lnTo>
                  <a:cubicBezTo>
                    <a:pt x="262" y="230"/>
                    <a:pt x="260" y="233"/>
                    <a:pt x="253" y="240"/>
                  </a:cubicBezTo>
                  <a:cubicBezTo>
                    <a:pt x="248" y="244"/>
                    <a:pt x="244" y="248"/>
                    <a:pt x="245" y="248"/>
                  </a:cubicBezTo>
                  <a:cubicBezTo>
                    <a:pt x="245" y="248"/>
                    <a:pt x="246" y="248"/>
                    <a:pt x="248" y="246"/>
                  </a:cubicBezTo>
                  <a:lnTo>
                    <a:pt x="248" y="246"/>
                  </a:lnTo>
                  <a:cubicBezTo>
                    <a:pt x="248" y="246"/>
                    <a:pt x="249" y="248"/>
                    <a:pt x="243" y="254"/>
                  </a:cubicBezTo>
                  <a:cubicBezTo>
                    <a:pt x="238" y="260"/>
                    <a:pt x="237" y="263"/>
                    <a:pt x="237" y="263"/>
                  </a:cubicBezTo>
                  <a:cubicBezTo>
                    <a:pt x="238" y="263"/>
                    <a:pt x="242" y="260"/>
                    <a:pt x="245" y="256"/>
                  </a:cubicBezTo>
                  <a:cubicBezTo>
                    <a:pt x="250" y="251"/>
                    <a:pt x="252" y="250"/>
                    <a:pt x="252" y="250"/>
                  </a:cubicBezTo>
                  <a:lnTo>
                    <a:pt x="252" y="250"/>
                  </a:lnTo>
                  <a:cubicBezTo>
                    <a:pt x="252" y="250"/>
                    <a:pt x="249" y="254"/>
                    <a:pt x="245" y="258"/>
                  </a:cubicBezTo>
                  <a:cubicBezTo>
                    <a:pt x="241" y="262"/>
                    <a:pt x="237" y="266"/>
                    <a:pt x="238" y="266"/>
                  </a:cubicBezTo>
                  <a:cubicBezTo>
                    <a:pt x="238" y="266"/>
                    <a:pt x="238" y="266"/>
                    <a:pt x="240" y="264"/>
                  </a:cubicBezTo>
                  <a:cubicBezTo>
                    <a:pt x="243" y="262"/>
                    <a:pt x="247" y="260"/>
                    <a:pt x="249" y="260"/>
                  </a:cubicBezTo>
                  <a:cubicBezTo>
                    <a:pt x="251" y="260"/>
                    <a:pt x="251" y="262"/>
                    <a:pt x="244" y="269"/>
                  </a:cubicBezTo>
                  <a:lnTo>
                    <a:pt x="245" y="270"/>
                  </a:lnTo>
                  <a:cubicBezTo>
                    <a:pt x="249" y="267"/>
                    <a:pt x="251" y="266"/>
                    <a:pt x="252" y="266"/>
                  </a:cubicBezTo>
                  <a:cubicBezTo>
                    <a:pt x="252" y="266"/>
                    <a:pt x="253" y="266"/>
                    <a:pt x="253" y="267"/>
                  </a:cubicBezTo>
                  <a:cubicBezTo>
                    <a:pt x="254" y="268"/>
                    <a:pt x="254" y="269"/>
                    <a:pt x="249" y="274"/>
                  </a:cubicBezTo>
                  <a:cubicBezTo>
                    <a:pt x="245" y="277"/>
                    <a:pt x="244" y="279"/>
                    <a:pt x="244" y="279"/>
                  </a:cubicBezTo>
                  <a:cubicBezTo>
                    <a:pt x="244" y="279"/>
                    <a:pt x="246" y="278"/>
                    <a:pt x="250" y="276"/>
                  </a:cubicBezTo>
                  <a:cubicBezTo>
                    <a:pt x="250" y="276"/>
                    <a:pt x="250" y="276"/>
                    <a:pt x="250" y="276"/>
                  </a:cubicBezTo>
                  <a:cubicBezTo>
                    <a:pt x="251" y="276"/>
                    <a:pt x="262" y="265"/>
                    <a:pt x="263" y="265"/>
                  </a:cubicBezTo>
                  <a:cubicBezTo>
                    <a:pt x="263" y="265"/>
                    <a:pt x="263" y="265"/>
                    <a:pt x="263" y="265"/>
                  </a:cubicBezTo>
                  <a:cubicBezTo>
                    <a:pt x="267" y="261"/>
                    <a:pt x="271" y="258"/>
                    <a:pt x="277" y="255"/>
                  </a:cubicBezTo>
                  <a:lnTo>
                    <a:pt x="277" y="255"/>
                  </a:lnTo>
                  <a:lnTo>
                    <a:pt x="270" y="261"/>
                  </a:lnTo>
                  <a:cubicBezTo>
                    <a:pt x="265" y="267"/>
                    <a:pt x="258" y="272"/>
                    <a:pt x="258" y="272"/>
                  </a:cubicBezTo>
                  <a:cubicBezTo>
                    <a:pt x="258" y="273"/>
                    <a:pt x="259" y="273"/>
                    <a:pt x="259" y="273"/>
                  </a:cubicBezTo>
                  <a:cubicBezTo>
                    <a:pt x="260" y="273"/>
                    <a:pt x="261" y="272"/>
                    <a:pt x="266" y="268"/>
                  </a:cubicBezTo>
                  <a:lnTo>
                    <a:pt x="266" y="268"/>
                  </a:lnTo>
                  <a:cubicBezTo>
                    <a:pt x="260" y="274"/>
                    <a:pt x="260" y="276"/>
                    <a:pt x="261" y="277"/>
                  </a:cubicBezTo>
                  <a:cubicBezTo>
                    <a:pt x="262" y="277"/>
                    <a:pt x="262" y="278"/>
                    <a:pt x="263" y="278"/>
                  </a:cubicBezTo>
                  <a:cubicBezTo>
                    <a:pt x="264" y="278"/>
                    <a:pt x="266" y="277"/>
                    <a:pt x="270" y="273"/>
                  </a:cubicBezTo>
                  <a:lnTo>
                    <a:pt x="270" y="273"/>
                  </a:lnTo>
                  <a:cubicBezTo>
                    <a:pt x="263" y="281"/>
                    <a:pt x="262" y="285"/>
                    <a:pt x="264" y="285"/>
                  </a:cubicBezTo>
                  <a:cubicBezTo>
                    <a:pt x="266" y="285"/>
                    <a:pt x="269" y="283"/>
                    <a:pt x="275" y="279"/>
                  </a:cubicBezTo>
                  <a:cubicBezTo>
                    <a:pt x="277" y="276"/>
                    <a:pt x="279" y="274"/>
                    <a:pt x="279" y="274"/>
                  </a:cubicBezTo>
                  <a:lnTo>
                    <a:pt x="279" y="274"/>
                  </a:lnTo>
                  <a:cubicBezTo>
                    <a:pt x="280" y="274"/>
                    <a:pt x="279" y="276"/>
                    <a:pt x="276" y="280"/>
                  </a:cubicBezTo>
                  <a:cubicBezTo>
                    <a:pt x="273" y="284"/>
                    <a:pt x="271" y="285"/>
                    <a:pt x="272" y="285"/>
                  </a:cubicBezTo>
                  <a:cubicBezTo>
                    <a:pt x="272" y="285"/>
                    <a:pt x="273" y="284"/>
                    <a:pt x="276" y="281"/>
                  </a:cubicBezTo>
                  <a:cubicBezTo>
                    <a:pt x="278" y="280"/>
                    <a:pt x="278" y="279"/>
                    <a:pt x="279" y="279"/>
                  </a:cubicBezTo>
                  <a:lnTo>
                    <a:pt x="279" y="279"/>
                  </a:lnTo>
                  <a:cubicBezTo>
                    <a:pt x="280" y="279"/>
                    <a:pt x="275" y="284"/>
                    <a:pt x="271" y="289"/>
                  </a:cubicBezTo>
                  <a:cubicBezTo>
                    <a:pt x="264" y="297"/>
                    <a:pt x="262" y="300"/>
                    <a:pt x="262" y="300"/>
                  </a:cubicBezTo>
                  <a:cubicBezTo>
                    <a:pt x="263" y="300"/>
                    <a:pt x="264" y="299"/>
                    <a:pt x="267" y="297"/>
                  </a:cubicBezTo>
                  <a:cubicBezTo>
                    <a:pt x="272" y="294"/>
                    <a:pt x="274" y="293"/>
                    <a:pt x="275" y="293"/>
                  </a:cubicBezTo>
                  <a:cubicBezTo>
                    <a:pt x="276" y="293"/>
                    <a:pt x="276" y="293"/>
                    <a:pt x="276" y="293"/>
                  </a:cubicBezTo>
                  <a:cubicBezTo>
                    <a:pt x="281" y="291"/>
                    <a:pt x="286" y="288"/>
                    <a:pt x="289" y="283"/>
                  </a:cubicBezTo>
                  <a:cubicBezTo>
                    <a:pt x="295" y="277"/>
                    <a:pt x="302" y="272"/>
                    <a:pt x="302" y="272"/>
                  </a:cubicBezTo>
                  <a:cubicBezTo>
                    <a:pt x="304" y="271"/>
                    <a:pt x="305" y="270"/>
                    <a:pt x="305" y="270"/>
                  </a:cubicBezTo>
                  <a:lnTo>
                    <a:pt x="305" y="270"/>
                  </a:lnTo>
                  <a:cubicBezTo>
                    <a:pt x="306" y="270"/>
                    <a:pt x="304" y="272"/>
                    <a:pt x="303" y="272"/>
                  </a:cubicBezTo>
                  <a:cubicBezTo>
                    <a:pt x="303" y="272"/>
                    <a:pt x="303" y="272"/>
                    <a:pt x="303" y="272"/>
                  </a:cubicBezTo>
                  <a:cubicBezTo>
                    <a:pt x="297" y="276"/>
                    <a:pt x="294" y="280"/>
                    <a:pt x="290" y="285"/>
                  </a:cubicBezTo>
                  <a:cubicBezTo>
                    <a:pt x="285" y="291"/>
                    <a:pt x="286" y="292"/>
                    <a:pt x="286" y="292"/>
                  </a:cubicBezTo>
                  <a:lnTo>
                    <a:pt x="288" y="296"/>
                  </a:lnTo>
                  <a:cubicBezTo>
                    <a:pt x="286" y="300"/>
                    <a:pt x="285" y="302"/>
                    <a:pt x="285" y="302"/>
                  </a:cubicBezTo>
                  <a:cubicBezTo>
                    <a:pt x="286" y="302"/>
                    <a:pt x="287" y="301"/>
                    <a:pt x="290" y="298"/>
                  </a:cubicBezTo>
                  <a:lnTo>
                    <a:pt x="296" y="292"/>
                  </a:lnTo>
                  <a:lnTo>
                    <a:pt x="296" y="292"/>
                  </a:lnTo>
                  <a:cubicBezTo>
                    <a:pt x="289" y="300"/>
                    <a:pt x="288" y="306"/>
                    <a:pt x="293" y="306"/>
                  </a:cubicBezTo>
                  <a:cubicBezTo>
                    <a:pt x="295" y="306"/>
                    <a:pt x="298" y="304"/>
                    <a:pt x="303" y="300"/>
                  </a:cubicBezTo>
                  <a:lnTo>
                    <a:pt x="303" y="300"/>
                  </a:lnTo>
                  <a:cubicBezTo>
                    <a:pt x="301" y="302"/>
                    <a:pt x="299" y="304"/>
                    <a:pt x="297" y="306"/>
                  </a:cubicBezTo>
                  <a:cubicBezTo>
                    <a:pt x="290" y="311"/>
                    <a:pt x="291" y="313"/>
                    <a:pt x="293" y="314"/>
                  </a:cubicBezTo>
                  <a:cubicBezTo>
                    <a:pt x="293" y="314"/>
                    <a:pt x="297" y="312"/>
                    <a:pt x="300" y="312"/>
                  </a:cubicBezTo>
                  <a:cubicBezTo>
                    <a:pt x="301" y="312"/>
                    <a:pt x="302" y="312"/>
                    <a:pt x="303" y="313"/>
                  </a:cubicBezTo>
                  <a:cubicBezTo>
                    <a:pt x="304" y="314"/>
                    <a:pt x="305" y="315"/>
                    <a:pt x="306" y="315"/>
                  </a:cubicBezTo>
                  <a:cubicBezTo>
                    <a:pt x="307" y="315"/>
                    <a:pt x="309" y="314"/>
                    <a:pt x="312" y="311"/>
                  </a:cubicBezTo>
                  <a:cubicBezTo>
                    <a:pt x="313" y="311"/>
                    <a:pt x="313" y="311"/>
                    <a:pt x="306" y="317"/>
                  </a:cubicBezTo>
                  <a:cubicBezTo>
                    <a:pt x="300" y="323"/>
                    <a:pt x="300" y="324"/>
                    <a:pt x="300" y="324"/>
                  </a:cubicBezTo>
                  <a:cubicBezTo>
                    <a:pt x="306" y="320"/>
                    <a:pt x="309" y="317"/>
                    <a:pt x="314" y="313"/>
                  </a:cubicBezTo>
                  <a:cubicBezTo>
                    <a:pt x="316" y="310"/>
                    <a:pt x="318" y="309"/>
                    <a:pt x="318" y="309"/>
                  </a:cubicBezTo>
                  <a:lnTo>
                    <a:pt x="318" y="309"/>
                  </a:lnTo>
                  <a:cubicBezTo>
                    <a:pt x="319" y="309"/>
                    <a:pt x="318" y="311"/>
                    <a:pt x="315" y="315"/>
                  </a:cubicBezTo>
                  <a:cubicBezTo>
                    <a:pt x="312" y="319"/>
                    <a:pt x="312" y="322"/>
                    <a:pt x="314" y="322"/>
                  </a:cubicBezTo>
                  <a:cubicBezTo>
                    <a:pt x="315" y="322"/>
                    <a:pt x="317" y="321"/>
                    <a:pt x="320" y="319"/>
                  </a:cubicBezTo>
                  <a:lnTo>
                    <a:pt x="320" y="319"/>
                  </a:lnTo>
                  <a:cubicBezTo>
                    <a:pt x="320" y="320"/>
                    <a:pt x="321" y="320"/>
                    <a:pt x="314" y="327"/>
                  </a:cubicBezTo>
                  <a:cubicBezTo>
                    <a:pt x="310" y="331"/>
                    <a:pt x="307" y="336"/>
                    <a:pt x="309" y="336"/>
                  </a:cubicBezTo>
                  <a:cubicBezTo>
                    <a:pt x="310" y="336"/>
                    <a:pt x="312" y="334"/>
                    <a:pt x="317" y="331"/>
                  </a:cubicBezTo>
                  <a:lnTo>
                    <a:pt x="317" y="331"/>
                  </a:lnTo>
                  <a:cubicBezTo>
                    <a:pt x="317" y="331"/>
                    <a:pt x="317" y="331"/>
                    <a:pt x="312" y="336"/>
                  </a:cubicBezTo>
                  <a:cubicBezTo>
                    <a:pt x="308" y="340"/>
                    <a:pt x="304" y="344"/>
                    <a:pt x="305" y="344"/>
                  </a:cubicBezTo>
                  <a:cubicBezTo>
                    <a:pt x="305" y="344"/>
                    <a:pt x="308" y="343"/>
                    <a:pt x="313" y="338"/>
                  </a:cubicBezTo>
                  <a:cubicBezTo>
                    <a:pt x="315" y="336"/>
                    <a:pt x="317" y="335"/>
                    <a:pt x="318" y="335"/>
                  </a:cubicBezTo>
                  <a:cubicBezTo>
                    <a:pt x="320" y="335"/>
                    <a:pt x="319" y="338"/>
                    <a:pt x="316" y="342"/>
                  </a:cubicBezTo>
                  <a:cubicBezTo>
                    <a:pt x="316" y="342"/>
                    <a:pt x="316" y="342"/>
                    <a:pt x="317" y="342"/>
                  </a:cubicBezTo>
                  <a:cubicBezTo>
                    <a:pt x="317" y="342"/>
                    <a:pt x="319" y="341"/>
                    <a:pt x="323" y="337"/>
                  </a:cubicBezTo>
                  <a:lnTo>
                    <a:pt x="330" y="332"/>
                  </a:lnTo>
                  <a:lnTo>
                    <a:pt x="330" y="332"/>
                  </a:lnTo>
                  <a:cubicBezTo>
                    <a:pt x="323" y="338"/>
                    <a:pt x="320" y="341"/>
                    <a:pt x="320" y="341"/>
                  </a:cubicBezTo>
                  <a:cubicBezTo>
                    <a:pt x="321" y="341"/>
                    <a:pt x="324" y="338"/>
                    <a:pt x="330" y="333"/>
                  </a:cubicBezTo>
                  <a:cubicBezTo>
                    <a:pt x="333" y="330"/>
                    <a:pt x="335" y="329"/>
                    <a:pt x="335" y="329"/>
                  </a:cubicBezTo>
                  <a:lnTo>
                    <a:pt x="335" y="329"/>
                  </a:lnTo>
                  <a:cubicBezTo>
                    <a:pt x="335" y="329"/>
                    <a:pt x="334" y="330"/>
                    <a:pt x="331" y="334"/>
                  </a:cubicBezTo>
                  <a:cubicBezTo>
                    <a:pt x="325" y="339"/>
                    <a:pt x="325" y="341"/>
                    <a:pt x="325" y="341"/>
                  </a:cubicBezTo>
                  <a:cubicBezTo>
                    <a:pt x="326" y="341"/>
                    <a:pt x="329" y="340"/>
                    <a:pt x="332" y="340"/>
                  </a:cubicBezTo>
                  <a:cubicBezTo>
                    <a:pt x="334" y="340"/>
                    <a:pt x="337" y="340"/>
                    <a:pt x="337" y="342"/>
                  </a:cubicBezTo>
                  <a:cubicBezTo>
                    <a:pt x="340" y="344"/>
                    <a:pt x="341" y="346"/>
                    <a:pt x="343" y="346"/>
                  </a:cubicBezTo>
                  <a:cubicBezTo>
                    <a:pt x="345" y="346"/>
                    <a:pt x="346" y="345"/>
                    <a:pt x="349" y="342"/>
                  </a:cubicBezTo>
                  <a:cubicBezTo>
                    <a:pt x="352" y="340"/>
                    <a:pt x="353" y="339"/>
                    <a:pt x="354" y="339"/>
                  </a:cubicBezTo>
                  <a:lnTo>
                    <a:pt x="354" y="339"/>
                  </a:lnTo>
                  <a:cubicBezTo>
                    <a:pt x="354" y="339"/>
                    <a:pt x="353" y="340"/>
                    <a:pt x="350" y="344"/>
                  </a:cubicBezTo>
                  <a:cubicBezTo>
                    <a:pt x="344" y="350"/>
                    <a:pt x="345" y="351"/>
                    <a:pt x="345" y="352"/>
                  </a:cubicBezTo>
                  <a:cubicBezTo>
                    <a:pt x="346" y="352"/>
                    <a:pt x="346" y="353"/>
                    <a:pt x="341" y="359"/>
                  </a:cubicBezTo>
                  <a:cubicBezTo>
                    <a:pt x="345" y="355"/>
                    <a:pt x="347" y="353"/>
                    <a:pt x="347" y="353"/>
                  </a:cubicBezTo>
                  <a:cubicBezTo>
                    <a:pt x="348" y="353"/>
                    <a:pt x="348" y="354"/>
                    <a:pt x="348" y="354"/>
                  </a:cubicBezTo>
                  <a:cubicBezTo>
                    <a:pt x="344" y="357"/>
                    <a:pt x="343" y="359"/>
                    <a:pt x="344" y="359"/>
                  </a:cubicBezTo>
                  <a:cubicBezTo>
                    <a:pt x="344" y="359"/>
                    <a:pt x="346" y="358"/>
                    <a:pt x="349" y="355"/>
                  </a:cubicBezTo>
                  <a:lnTo>
                    <a:pt x="349" y="355"/>
                  </a:lnTo>
                  <a:cubicBezTo>
                    <a:pt x="345" y="360"/>
                    <a:pt x="341" y="366"/>
                    <a:pt x="342" y="366"/>
                  </a:cubicBezTo>
                  <a:cubicBezTo>
                    <a:pt x="342" y="366"/>
                    <a:pt x="343" y="365"/>
                    <a:pt x="344" y="363"/>
                  </a:cubicBezTo>
                  <a:cubicBezTo>
                    <a:pt x="349" y="360"/>
                    <a:pt x="353" y="356"/>
                    <a:pt x="358" y="353"/>
                  </a:cubicBezTo>
                  <a:lnTo>
                    <a:pt x="358" y="353"/>
                  </a:lnTo>
                  <a:cubicBezTo>
                    <a:pt x="359" y="353"/>
                    <a:pt x="359" y="354"/>
                    <a:pt x="353" y="360"/>
                  </a:cubicBezTo>
                  <a:cubicBezTo>
                    <a:pt x="351" y="363"/>
                    <a:pt x="351" y="364"/>
                    <a:pt x="352" y="364"/>
                  </a:cubicBezTo>
                  <a:cubicBezTo>
                    <a:pt x="354" y="364"/>
                    <a:pt x="358" y="362"/>
                    <a:pt x="362" y="359"/>
                  </a:cubicBezTo>
                  <a:cubicBezTo>
                    <a:pt x="366" y="356"/>
                    <a:pt x="367" y="354"/>
                    <a:pt x="367" y="354"/>
                  </a:cubicBezTo>
                  <a:lnTo>
                    <a:pt x="367" y="354"/>
                  </a:lnTo>
                  <a:cubicBezTo>
                    <a:pt x="367" y="354"/>
                    <a:pt x="366" y="356"/>
                    <a:pt x="363" y="359"/>
                  </a:cubicBezTo>
                  <a:cubicBezTo>
                    <a:pt x="357" y="365"/>
                    <a:pt x="358" y="365"/>
                    <a:pt x="358" y="366"/>
                  </a:cubicBezTo>
                  <a:cubicBezTo>
                    <a:pt x="360" y="365"/>
                    <a:pt x="361" y="364"/>
                    <a:pt x="361" y="364"/>
                  </a:cubicBezTo>
                  <a:lnTo>
                    <a:pt x="361" y="364"/>
                  </a:lnTo>
                  <a:cubicBezTo>
                    <a:pt x="361" y="364"/>
                    <a:pt x="357" y="368"/>
                    <a:pt x="352" y="373"/>
                  </a:cubicBezTo>
                  <a:cubicBezTo>
                    <a:pt x="345" y="378"/>
                    <a:pt x="346" y="379"/>
                    <a:pt x="348" y="380"/>
                  </a:cubicBezTo>
                  <a:cubicBezTo>
                    <a:pt x="350" y="377"/>
                    <a:pt x="352" y="377"/>
                    <a:pt x="354" y="377"/>
                  </a:cubicBezTo>
                  <a:cubicBezTo>
                    <a:pt x="355" y="377"/>
                    <a:pt x="356" y="378"/>
                    <a:pt x="358" y="379"/>
                  </a:cubicBezTo>
                  <a:cubicBezTo>
                    <a:pt x="358" y="379"/>
                    <a:pt x="359" y="380"/>
                    <a:pt x="360" y="380"/>
                  </a:cubicBezTo>
                  <a:cubicBezTo>
                    <a:pt x="363" y="380"/>
                    <a:pt x="369" y="375"/>
                    <a:pt x="380" y="366"/>
                  </a:cubicBezTo>
                  <a:lnTo>
                    <a:pt x="380" y="366"/>
                  </a:lnTo>
                  <a:cubicBezTo>
                    <a:pt x="374" y="373"/>
                    <a:pt x="362" y="385"/>
                    <a:pt x="362" y="385"/>
                  </a:cubicBezTo>
                  <a:cubicBezTo>
                    <a:pt x="368" y="382"/>
                    <a:pt x="371" y="379"/>
                    <a:pt x="376" y="374"/>
                  </a:cubicBezTo>
                  <a:cubicBezTo>
                    <a:pt x="378" y="371"/>
                    <a:pt x="380" y="370"/>
                    <a:pt x="380" y="370"/>
                  </a:cubicBezTo>
                  <a:lnTo>
                    <a:pt x="380" y="370"/>
                  </a:lnTo>
                  <a:cubicBezTo>
                    <a:pt x="381" y="370"/>
                    <a:pt x="380" y="372"/>
                    <a:pt x="377" y="375"/>
                  </a:cubicBezTo>
                  <a:cubicBezTo>
                    <a:pt x="374" y="380"/>
                    <a:pt x="373" y="382"/>
                    <a:pt x="374" y="382"/>
                  </a:cubicBezTo>
                  <a:cubicBezTo>
                    <a:pt x="374" y="382"/>
                    <a:pt x="376" y="381"/>
                    <a:pt x="379" y="379"/>
                  </a:cubicBezTo>
                  <a:lnTo>
                    <a:pt x="379" y="379"/>
                  </a:lnTo>
                  <a:cubicBezTo>
                    <a:pt x="379" y="379"/>
                    <a:pt x="380" y="380"/>
                    <a:pt x="374" y="387"/>
                  </a:cubicBezTo>
                  <a:cubicBezTo>
                    <a:pt x="374" y="387"/>
                    <a:pt x="374" y="387"/>
                    <a:pt x="381" y="381"/>
                  </a:cubicBezTo>
                  <a:cubicBezTo>
                    <a:pt x="384" y="378"/>
                    <a:pt x="385" y="376"/>
                    <a:pt x="386" y="376"/>
                  </a:cubicBezTo>
                  <a:lnTo>
                    <a:pt x="386" y="376"/>
                  </a:lnTo>
                  <a:cubicBezTo>
                    <a:pt x="386" y="376"/>
                    <a:pt x="385" y="378"/>
                    <a:pt x="382" y="382"/>
                  </a:cubicBezTo>
                  <a:cubicBezTo>
                    <a:pt x="375" y="390"/>
                    <a:pt x="373" y="394"/>
                    <a:pt x="374" y="394"/>
                  </a:cubicBezTo>
                  <a:cubicBezTo>
                    <a:pt x="374" y="394"/>
                    <a:pt x="376" y="392"/>
                    <a:pt x="378" y="390"/>
                  </a:cubicBezTo>
                  <a:cubicBezTo>
                    <a:pt x="383" y="386"/>
                    <a:pt x="384" y="385"/>
                    <a:pt x="384" y="385"/>
                  </a:cubicBezTo>
                  <a:cubicBezTo>
                    <a:pt x="385" y="385"/>
                    <a:pt x="385" y="385"/>
                    <a:pt x="385" y="385"/>
                  </a:cubicBezTo>
                  <a:cubicBezTo>
                    <a:pt x="385" y="386"/>
                    <a:pt x="385" y="386"/>
                    <a:pt x="386" y="386"/>
                  </a:cubicBezTo>
                  <a:cubicBezTo>
                    <a:pt x="386" y="386"/>
                    <a:pt x="388" y="385"/>
                    <a:pt x="392" y="382"/>
                  </a:cubicBezTo>
                  <a:lnTo>
                    <a:pt x="394" y="383"/>
                  </a:lnTo>
                  <a:cubicBezTo>
                    <a:pt x="395" y="383"/>
                    <a:pt x="389" y="388"/>
                    <a:pt x="387" y="388"/>
                  </a:cubicBezTo>
                  <a:cubicBezTo>
                    <a:pt x="387" y="388"/>
                    <a:pt x="387" y="388"/>
                    <a:pt x="387" y="388"/>
                  </a:cubicBezTo>
                  <a:lnTo>
                    <a:pt x="381" y="394"/>
                  </a:lnTo>
                  <a:cubicBezTo>
                    <a:pt x="382" y="395"/>
                    <a:pt x="382" y="395"/>
                    <a:pt x="383" y="395"/>
                  </a:cubicBezTo>
                  <a:cubicBezTo>
                    <a:pt x="384" y="395"/>
                    <a:pt x="386" y="394"/>
                    <a:pt x="390" y="391"/>
                  </a:cubicBezTo>
                  <a:cubicBezTo>
                    <a:pt x="396" y="386"/>
                    <a:pt x="399" y="383"/>
                    <a:pt x="399" y="383"/>
                  </a:cubicBezTo>
                  <a:lnTo>
                    <a:pt x="399" y="383"/>
                  </a:lnTo>
                  <a:cubicBezTo>
                    <a:pt x="400" y="383"/>
                    <a:pt x="397" y="386"/>
                    <a:pt x="390" y="392"/>
                  </a:cubicBezTo>
                  <a:cubicBezTo>
                    <a:pt x="386" y="396"/>
                    <a:pt x="382" y="401"/>
                    <a:pt x="383" y="401"/>
                  </a:cubicBezTo>
                  <a:cubicBezTo>
                    <a:pt x="383" y="401"/>
                    <a:pt x="384" y="400"/>
                    <a:pt x="386" y="399"/>
                  </a:cubicBezTo>
                  <a:cubicBezTo>
                    <a:pt x="391" y="395"/>
                    <a:pt x="393" y="393"/>
                    <a:pt x="393" y="393"/>
                  </a:cubicBezTo>
                  <a:lnTo>
                    <a:pt x="393" y="393"/>
                  </a:lnTo>
                  <a:cubicBezTo>
                    <a:pt x="393" y="393"/>
                    <a:pt x="390" y="397"/>
                    <a:pt x="386" y="400"/>
                  </a:cubicBezTo>
                  <a:cubicBezTo>
                    <a:pt x="379" y="406"/>
                    <a:pt x="376" y="409"/>
                    <a:pt x="377" y="409"/>
                  </a:cubicBezTo>
                  <a:cubicBezTo>
                    <a:pt x="377" y="409"/>
                    <a:pt x="381" y="407"/>
                    <a:pt x="388" y="402"/>
                  </a:cubicBezTo>
                  <a:cubicBezTo>
                    <a:pt x="388" y="402"/>
                    <a:pt x="388" y="403"/>
                    <a:pt x="389" y="403"/>
                  </a:cubicBezTo>
                  <a:cubicBezTo>
                    <a:pt x="391" y="403"/>
                    <a:pt x="394" y="402"/>
                    <a:pt x="396" y="402"/>
                  </a:cubicBezTo>
                  <a:cubicBezTo>
                    <a:pt x="397" y="402"/>
                    <a:pt x="398" y="402"/>
                    <a:pt x="398" y="402"/>
                  </a:cubicBezTo>
                  <a:cubicBezTo>
                    <a:pt x="400" y="405"/>
                    <a:pt x="401" y="406"/>
                    <a:pt x="396" y="412"/>
                  </a:cubicBezTo>
                  <a:cubicBezTo>
                    <a:pt x="388" y="419"/>
                    <a:pt x="386" y="422"/>
                    <a:pt x="386" y="422"/>
                  </a:cubicBezTo>
                  <a:cubicBezTo>
                    <a:pt x="386" y="422"/>
                    <a:pt x="388" y="421"/>
                    <a:pt x="390" y="418"/>
                  </a:cubicBezTo>
                  <a:cubicBezTo>
                    <a:pt x="398" y="410"/>
                    <a:pt x="401" y="408"/>
                    <a:pt x="402" y="408"/>
                  </a:cubicBezTo>
                  <a:cubicBezTo>
                    <a:pt x="403" y="408"/>
                    <a:pt x="403" y="408"/>
                    <a:pt x="404" y="409"/>
                  </a:cubicBezTo>
                  <a:cubicBezTo>
                    <a:pt x="402" y="412"/>
                    <a:pt x="402" y="413"/>
                    <a:pt x="403" y="413"/>
                  </a:cubicBezTo>
                  <a:cubicBezTo>
                    <a:pt x="405" y="413"/>
                    <a:pt x="409" y="410"/>
                    <a:pt x="414" y="407"/>
                  </a:cubicBezTo>
                  <a:lnTo>
                    <a:pt x="413" y="406"/>
                  </a:lnTo>
                  <a:cubicBezTo>
                    <a:pt x="419" y="399"/>
                    <a:pt x="422" y="396"/>
                    <a:pt x="423" y="396"/>
                  </a:cubicBezTo>
                  <a:lnTo>
                    <a:pt x="423" y="396"/>
                  </a:lnTo>
                  <a:cubicBezTo>
                    <a:pt x="424" y="396"/>
                    <a:pt x="423" y="398"/>
                    <a:pt x="420" y="401"/>
                  </a:cubicBezTo>
                  <a:cubicBezTo>
                    <a:pt x="417" y="406"/>
                    <a:pt x="413" y="410"/>
                    <a:pt x="408" y="414"/>
                  </a:cubicBezTo>
                  <a:cubicBezTo>
                    <a:pt x="404" y="417"/>
                    <a:pt x="400" y="421"/>
                    <a:pt x="397" y="427"/>
                  </a:cubicBezTo>
                  <a:cubicBezTo>
                    <a:pt x="397" y="427"/>
                    <a:pt x="397" y="427"/>
                    <a:pt x="398" y="427"/>
                  </a:cubicBezTo>
                  <a:cubicBezTo>
                    <a:pt x="398" y="427"/>
                    <a:pt x="399" y="426"/>
                    <a:pt x="404" y="421"/>
                  </a:cubicBezTo>
                  <a:cubicBezTo>
                    <a:pt x="409" y="416"/>
                    <a:pt x="409" y="416"/>
                    <a:pt x="410" y="416"/>
                  </a:cubicBezTo>
                  <a:cubicBezTo>
                    <a:pt x="410" y="416"/>
                    <a:pt x="411" y="416"/>
                    <a:pt x="411" y="416"/>
                  </a:cubicBezTo>
                  <a:cubicBezTo>
                    <a:pt x="412" y="416"/>
                    <a:pt x="414" y="415"/>
                    <a:pt x="418" y="412"/>
                  </a:cubicBezTo>
                  <a:cubicBezTo>
                    <a:pt x="422" y="407"/>
                    <a:pt x="424" y="407"/>
                    <a:pt x="425" y="407"/>
                  </a:cubicBezTo>
                  <a:cubicBezTo>
                    <a:pt x="425" y="407"/>
                    <a:pt x="425" y="407"/>
                    <a:pt x="425" y="407"/>
                  </a:cubicBezTo>
                  <a:cubicBezTo>
                    <a:pt x="419" y="414"/>
                    <a:pt x="420" y="415"/>
                    <a:pt x="420" y="415"/>
                  </a:cubicBezTo>
                  <a:cubicBezTo>
                    <a:pt x="422" y="413"/>
                    <a:pt x="423" y="412"/>
                    <a:pt x="423" y="412"/>
                  </a:cubicBezTo>
                  <a:lnTo>
                    <a:pt x="423" y="412"/>
                  </a:lnTo>
                  <a:cubicBezTo>
                    <a:pt x="423" y="412"/>
                    <a:pt x="419" y="417"/>
                    <a:pt x="415" y="421"/>
                  </a:cubicBezTo>
                  <a:cubicBezTo>
                    <a:pt x="408" y="427"/>
                    <a:pt x="403" y="434"/>
                    <a:pt x="403" y="434"/>
                  </a:cubicBezTo>
                  <a:cubicBezTo>
                    <a:pt x="404" y="434"/>
                    <a:pt x="409" y="428"/>
                    <a:pt x="409" y="428"/>
                  </a:cubicBezTo>
                  <a:cubicBezTo>
                    <a:pt x="410" y="427"/>
                    <a:pt x="411" y="427"/>
                    <a:pt x="412" y="427"/>
                  </a:cubicBezTo>
                  <a:cubicBezTo>
                    <a:pt x="419" y="427"/>
                    <a:pt x="428" y="437"/>
                    <a:pt x="429" y="439"/>
                  </a:cubicBezTo>
                  <a:cubicBezTo>
                    <a:pt x="426" y="443"/>
                    <a:pt x="426" y="446"/>
                    <a:pt x="427" y="446"/>
                  </a:cubicBezTo>
                  <a:cubicBezTo>
                    <a:pt x="428" y="446"/>
                    <a:pt x="429" y="444"/>
                    <a:pt x="432" y="442"/>
                  </a:cubicBezTo>
                  <a:cubicBezTo>
                    <a:pt x="434" y="439"/>
                    <a:pt x="436" y="438"/>
                    <a:pt x="437" y="438"/>
                  </a:cubicBezTo>
                  <a:cubicBezTo>
                    <a:pt x="439" y="438"/>
                    <a:pt x="441" y="440"/>
                    <a:pt x="443" y="443"/>
                  </a:cubicBezTo>
                  <a:cubicBezTo>
                    <a:pt x="445" y="445"/>
                    <a:pt x="447" y="447"/>
                    <a:pt x="449" y="447"/>
                  </a:cubicBezTo>
                  <a:cubicBezTo>
                    <a:pt x="451" y="447"/>
                    <a:pt x="453" y="446"/>
                    <a:pt x="455" y="444"/>
                  </a:cubicBezTo>
                  <a:lnTo>
                    <a:pt x="457" y="446"/>
                  </a:lnTo>
                  <a:cubicBezTo>
                    <a:pt x="457" y="446"/>
                    <a:pt x="458" y="446"/>
                    <a:pt x="458" y="446"/>
                  </a:cubicBezTo>
                  <a:cubicBezTo>
                    <a:pt x="459" y="446"/>
                    <a:pt x="465" y="443"/>
                    <a:pt x="465" y="443"/>
                  </a:cubicBezTo>
                  <a:cubicBezTo>
                    <a:pt x="468" y="440"/>
                    <a:pt x="470" y="439"/>
                    <a:pt x="471" y="439"/>
                  </a:cubicBezTo>
                  <a:lnTo>
                    <a:pt x="471" y="439"/>
                  </a:lnTo>
                  <a:cubicBezTo>
                    <a:pt x="471" y="439"/>
                    <a:pt x="470" y="441"/>
                    <a:pt x="466" y="444"/>
                  </a:cubicBezTo>
                  <a:cubicBezTo>
                    <a:pt x="462" y="447"/>
                    <a:pt x="457" y="452"/>
                    <a:pt x="454" y="456"/>
                  </a:cubicBezTo>
                  <a:cubicBezTo>
                    <a:pt x="454" y="456"/>
                    <a:pt x="454" y="456"/>
                    <a:pt x="455" y="456"/>
                  </a:cubicBezTo>
                  <a:cubicBezTo>
                    <a:pt x="456" y="456"/>
                    <a:pt x="462" y="451"/>
                    <a:pt x="468" y="445"/>
                  </a:cubicBezTo>
                  <a:cubicBezTo>
                    <a:pt x="472" y="441"/>
                    <a:pt x="474" y="440"/>
                    <a:pt x="474" y="440"/>
                  </a:cubicBezTo>
                  <a:cubicBezTo>
                    <a:pt x="474" y="440"/>
                    <a:pt x="474" y="440"/>
                    <a:pt x="474" y="440"/>
                  </a:cubicBezTo>
                  <a:cubicBezTo>
                    <a:pt x="474" y="440"/>
                    <a:pt x="474" y="440"/>
                    <a:pt x="469" y="446"/>
                  </a:cubicBezTo>
                  <a:lnTo>
                    <a:pt x="456" y="458"/>
                  </a:lnTo>
                  <a:lnTo>
                    <a:pt x="457" y="460"/>
                  </a:lnTo>
                  <a:cubicBezTo>
                    <a:pt x="462" y="454"/>
                    <a:pt x="463" y="454"/>
                    <a:pt x="463" y="454"/>
                  </a:cubicBezTo>
                  <a:cubicBezTo>
                    <a:pt x="463" y="454"/>
                    <a:pt x="463" y="454"/>
                    <a:pt x="463" y="454"/>
                  </a:cubicBezTo>
                  <a:cubicBezTo>
                    <a:pt x="464" y="454"/>
                    <a:pt x="464" y="454"/>
                    <a:pt x="452" y="466"/>
                  </a:cubicBezTo>
                  <a:cubicBezTo>
                    <a:pt x="446" y="473"/>
                    <a:pt x="443" y="476"/>
                    <a:pt x="443" y="476"/>
                  </a:cubicBezTo>
                  <a:cubicBezTo>
                    <a:pt x="444" y="476"/>
                    <a:pt x="447" y="473"/>
                    <a:pt x="453" y="467"/>
                  </a:cubicBezTo>
                  <a:lnTo>
                    <a:pt x="460" y="463"/>
                  </a:lnTo>
                  <a:lnTo>
                    <a:pt x="460" y="463"/>
                  </a:lnTo>
                  <a:cubicBezTo>
                    <a:pt x="456" y="467"/>
                    <a:pt x="455" y="469"/>
                    <a:pt x="456" y="469"/>
                  </a:cubicBezTo>
                  <a:cubicBezTo>
                    <a:pt x="457" y="469"/>
                    <a:pt x="464" y="463"/>
                    <a:pt x="469" y="460"/>
                  </a:cubicBezTo>
                  <a:lnTo>
                    <a:pt x="469" y="460"/>
                  </a:lnTo>
                  <a:cubicBezTo>
                    <a:pt x="462" y="466"/>
                    <a:pt x="459" y="469"/>
                    <a:pt x="460" y="469"/>
                  </a:cubicBezTo>
                  <a:cubicBezTo>
                    <a:pt x="461" y="469"/>
                    <a:pt x="464" y="467"/>
                    <a:pt x="470" y="461"/>
                  </a:cubicBezTo>
                  <a:cubicBezTo>
                    <a:pt x="472" y="458"/>
                    <a:pt x="474" y="457"/>
                    <a:pt x="474" y="457"/>
                  </a:cubicBezTo>
                  <a:lnTo>
                    <a:pt x="474" y="457"/>
                  </a:lnTo>
                  <a:cubicBezTo>
                    <a:pt x="475" y="457"/>
                    <a:pt x="474" y="459"/>
                    <a:pt x="471" y="463"/>
                  </a:cubicBezTo>
                  <a:cubicBezTo>
                    <a:pt x="465" y="468"/>
                    <a:pt x="465" y="470"/>
                    <a:pt x="466" y="471"/>
                  </a:cubicBezTo>
                  <a:cubicBezTo>
                    <a:pt x="469" y="469"/>
                    <a:pt x="470" y="468"/>
                    <a:pt x="472" y="468"/>
                  </a:cubicBezTo>
                  <a:cubicBezTo>
                    <a:pt x="476" y="468"/>
                    <a:pt x="478" y="471"/>
                    <a:pt x="481" y="475"/>
                  </a:cubicBezTo>
                  <a:cubicBezTo>
                    <a:pt x="484" y="479"/>
                    <a:pt x="486" y="481"/>
                    <a:pt x="489" y="481"/>
                  </a:cubicBezTo>
                  <a:cubicBezTo>
                    <a:pt x="491" y="481"/>
                    <a:pt x="492" y="481"/>
                    <a:pt x="495" y="479"/>
                  </a:cubicBezTo>
                  <a:cubicBezTo>
                    <a:pt x="496" y="479"/>
                    <a:pt x="496" y="479"/>
                    <a:pt x="490" y="485"/>
                  </a:cubicBezTo>
                  <a:cubicBezTo>
                    <a:pt x="487" y="488"/>
                    <a:pt x="486" y="489"/>
                    <a:pt x="486" y="489"/>
                  </a:cubicBezTo>
                  <a:cubicBezTo>
                    <a:pt x="487" y="489"/>
                    <a:pt x="490" y="487"/>
                    <a:pt x="497" y="481"/>
                  </a:cubicBezTo>
                  <a:cubicBezTo>
                    <a:pt x="501" y="478"/>
                    <a:pt x="505" y="474"/>
                    <a:pt x="505" y="474"/>
                  </a:cubicBezTo>
                  <a:lnTo>
                    <a:pt x="505" y="474"/>
                  </a:lnTo>
                  <a:cubicBezTo>
                    <a:pt x="505" y="474"/>
                    <a:pt x="503" y="476"/>
                    <a:pt x="498" y="481"/>
                  </a:cubicBezTo>
                  <a:cubicBezTo>
                    <a:pt x="491" y="488"/>
                    <a:pt x="492" y="489"/>
                    <a:pt x="495" y="491"/>
                  </a:cubicBezTo>
                  <a:cubicBezTo>
                    <a:pt x="495" y="492"/>
                    <a:pt x="496" y="493"/>
                    <a:pt x="498" y="493"/>
                  </a:cubicBezTo>
                  <a:cubicBezTo>
                    <a:pt x="499" y="493"/>
                    <a:pt x="501" y="492"/>
                    <a:pt x="505" y="490"/>
                  </a:cubicBezTo>
                  <a:lnTo>
                    <a:pt x="505" y="490"/>
                  </a:lnTo>
                  <a:cubicBezTo>
                    <a:pt x="496" y="498"/>
                    <a:pt x="492" y="504"/>
                    <a:pt x="495" y="504"/>
                  </a:cubicBezTo>
                  <a:cubicBezTo>
                    <a:pt x="496" y="504"/>
                    <a:pt x="498" y="503"/>
                    <a:pt x="502" y="500"/>
                  </a:cubicBezTo>
                  <a:lnTo>
                    <a:pt x="502" y="500"/>
                  </a:lnTo>
                  <a:cubicBezTo>
                    <a:pt x="502" y="501"/>
                    <a:pt x="503" y="501"/>
                    <a:pt x="497" y="508"/>
                  </a:cubicBezTo>
                  <a:cubicBezTo>
                    <a:pt x="497" y="508"/>
                    <a:pt x="497" y="508"/>
                    <a:pt x="498" y="508"/>
                  </a:cubicBezTo>
                  <a:cubicBezTo>
                    <a:pt x="499" y="508"/>
                    <a:pt x="501" y="507"/>
                    <a:pt x="506" y="504"/>
                  </a:cubicBezTo>
                  <a:lnTo>
                    <a:pt x="509" y="509"/>
                  </a:lnTo>
                  <a:cubicBezTo>
                    <a:pt x="509" y="509"/>
                    <a:pt x="509" y="509"/>
                    <a:pt x="510" y="509"/>
                  </a:cubicBezTo>
                  <a:cubicBezTo>
                    <a:pt x="512" y="509"/>
                    <a:pt x="518" y="506"/>
                    <a:pt x="518" y="506"/>
                  </a:cubicBezTo>
                  <a:lnTo>
                    <a:pt x="518" y="506"/>
                  </a:lnTo>
                  <a:cubicBezTo>
                    <a:pt x="512" y="512"/>
                    <a:pt x="515" y="516"/>
                    <a:pt x="518" y="519"/>
                  </a:cubicBezTo>
                  <a:cubicBezTo>
                    <a:pt x="521" y="523"/>
                    <a:pt x="525" y="528"/>
                    <a:pt x="519" y="534"/>
                  </a:cubicBezTo>
                  <a:cubicBezTo>
                    <a:pt x="519" y="534"/>
                    <a:pt x="519" y="534"/>
                    <a:pt x="520" y="534"/>
                  </a:cubicBezTo>
                  <a:cubicBezTo>
                    <a:pt x="520" y="534"/>
                    <a:pt x="522" y="533"/>
                    <a:pt x="526" y="529"/>
                  </a:cubicBezTo>
                  <a:cubicBezTo>
                    <a:pt x="533" y="523"/>
                    <a:pt x="536" y="521"/>
                    <a:pt x="537" y="521"/>
                  </a:cubicBezTo>
                  <a:lnTo>
                    <a:pt x="537" y="521"/>
                  </a:lnTo>
                  <a:cubicBezTo>
                    <a:pt x="538" y="521"/>
                    <a:pt x="536" y="523"/>
                    <a:pt x="534" y="526"/>
                  </a:cubicBezTo>
                  <a:cubicBezTo>
                    <a:pt x="528" y="533"/>
                    <a:pt x="525" y="536"/>
                    <a:pt x="527" y="536"/>
                  </a:cubicBezTo>
                  <a:cubicBezTo>
                    <a:pt x="528" y="536"/>
                    <a:pt x="532" y="534"/>
                    <a:pt x="537" y="529"/>
                  </a:cubicBezTo>
                  <a:lnTo>
                    <a:pt x="537" y="529"/>
                  </a:lnTo>
                  <a:lnTo>
                    <a:pt x="532" y="535"/>
                  </a:lnTo>
                  <a:cubicBezTo>
                    <a:pt x="526" y="540"/>
                    <a:pt x="525" y="543"/>
                    <a:pt x="526" y="543"/>
                  </a:cubicBezTo>
                  <a:cubicBezTo>
                    <a:pt x="527" y="543"/>
                    <a:pt x="532" y="539"/>
                    <a:pt x="539" y="532"/>
                  </a:cubicBezTo>
                  <a:lnTo>
                    <a:pt x="539" y="532"/>
                  </a:lnTo>
                  <a:cubicBezTo>
                    <a:pt x="535" y="537"/>
                    <a:pt x="531" y="542"/>
                    <a:pt x="532" y="542"/>
                  </a:cubicBezTo>
                  <a:cubicBezTo>
                    <a:pt x="532" y="542"/>
                    <a:pt x="533" y="541"/>
                    <a:pt x="535" y="540"/>
                  </a:cubicBezTo>
                  <a:cubicBezTo>
                    <a:pt x="536" y="540"/>
                    <a:pt x="536" y="540"/>
                    <a:pt x="524" y="553"/>
                  </a:cubicBezTo>
                  <a:cubicBezTo>
                    <a:pt x="519" y="556"/>
                    <a:pt x="515" y="560"/>
                    <a:pt x="511" y="565"/>
                  </a:cubicBezTo>
                  <a:cubicBezTo>
                    <a:pt x="517" y="562"/>
                    <a:pt x="520" y="558"/>
                    <a:pt x="525" y="554"/>
                  </a:cubicBezTo>
                  <a:lnTo>
                    <a:pt x="526" y="555"/>
                  </a:lnTo>
                  <a:cubicBezTo>
                    <a:pt x="526" y="555"/>
                    <a:pt x="526" y="555"/>
                    <a:pt x="526" y="555"/>
                  </a:cubicBezTo>
                  <a:cubicBezTo>
                    <a:pt x="526" y="555"/>
                    <a:pt x="528" y="554"/>
                    <a:pt x="533" y="549"/>
                  </a:cubicBezTo>
                  <a:cubicBezTo>
                    <a:pt x="537" y="545"/>
                    <a:pt x="538" y="545"/>
                    <a:pt x="539" y="545"/>
                  </a:cubicBezTo>
                  <a:cubicBezTo>
                    <a:pt x="539" y="545"/>
                    <a:pt x="539" y="545"/>
                    <a:pt x="539" y="545"/>
                  </a:cubicBezTo>
                  <a:cubicBezTo>
                    <a:pt x="537" y="547"/>
                    <a:pt x="536" y="547"/>
                    <a:pt x="537" y="547"/>
                  </a:cubicBezTo>
                  <a:cubicBezTo>
                    <a:pt x="537" y="547"/>
                    <a:pt x="541" y="544"/>
                    <a:pt x="545" y="539"/>
                  </a:cubicBezTo>
                  <a:cubicBezTo>
                    <a:pt x="549" y="535"/>
                    <a:pt x="553" y="531"/>
                    <a:pt x="558" y="528"/>
                  </a:cubicBezTo>
                  <a:lnTo>
                    <a:pt x="571" y="516"/>
                  </a:lnTo>
                  <a:cubicBezTo>
                    <a:pt x="579" y="508"/>
                    <a:pt x="587" y="500"/>
                    <a:pt x="593" y="491"/>
                  </a:cubicBezTo>
                  <a:cubicBezTo>
                    <a:pt x="596" y="485"/>
                    <a:pt x="599" y="480"/>
                    <a:pt x="598" y="480"/>
                  </a:cubicBezTo>
                  <a:cubicBezTo>
                    <a:pt x="597" y="480"/>
                    <a:pt x="594" y="482"/>
                    <a:pt x="590" y="486"/>
                  </a:cubicBezTo>
                  <a:cubicBezTo>
                    <a:pt x="590" y="486"/>
                    <a:pt x="584" y="491"/>
                    <a:pt x="583" y="491"/>
                  </a:cubicBezTo>
                  <a:cubicBezTo>
                    <a:pt x="583" y="491"/>
                    <a:pt x="583" y="491"/>
                    <a:pt x="583" y="491"/>
                  </a:cubicBezTo>
                  <a:cubicBezTo>
                    <a:pt x="582" y="491"/>
                    <a:pt x="588" y="484"/>
                    <a:pt x="588" y="484"/>
                  </a:cubicBezTo>
                  <a:cubicBezTo>
                    <a:pt x="594" y="479"/>
                    <a:pt x="592" y="475"/>
                    <a:pt x="590" y="473"/>
                  </a:cubicBezTo>
                  <a:cubicBezTo>
                    <a:pt x="587" y="468"/>
                    <a:pt x="585" y="467"/>
                    <a:pt x="591" y="461"/>
                  </a:cubicBezTo>
                  <a:cubicBezTo>
                    <a:pt x="597" y="454"/>
                    <a:pt x="595" y="453"/>
                    <a:pt x="595" y="453"/>
                  </a:cubicBezTo>
                  <a:lnTo>
                    <a:pt x="595" y="453"/>
                  </a:lnTo>
                  <a:cubicBezTo>
                    <a:pt x="593" y="455"/>
                    <a:pt x="592" y="456"/>
                    <a:pt x="590" y="456"/>
                  </a:cubicBezTo>
                  <a:cubicBezTo>
                    <a:pt x="587" y="456"/>
                    <a:pt x="585" y="453"/>
                    <a:pt x="583" y="451"/>
                  </a:cubicBezTo>
                  <a:cubicBezTo>
                    <a:pt x="580" y="448"/>
                    <a:pt x="578" y="446"/>
                    <a:pt x="575" y="446"/>
                  </a:cubicBezTo>
                  <a:cubicBezTo>
                    <a:pt x="573" y="446"/>
                    <a:pt x="572" y="446"/>
                    <a:pt x="570" y="448"/>
                  </a:cubicBezTo>
                  <a:lnTo>
                    <a:pt x="569" y="447"/>
                  </a:lnTo>
                  <a:cubicBezTo>
                    <a:pt x="574" y="442"/>
                    <a:pt x="573" y="440"/>
                    <a:pt x="572" y="438"/>
                  </a:cubicBezTo>
                  <a:lnTo>
                    <a:pt x="572" y="438"/>
                  </a:lnTo>
                  <a:cubicBezTo>
                    <a:pt x="567" y="442"/>
                    <a:pt x="565" y="443"/>
                    <a:pt x="564" y="443"/>
                  </a:cubicBezTo>
                  <a:cubicBezTo>
                    <a:pt x="564" y="443"/>
                    <a:pt x="564" y="443"/>
                    <a:pt x="564" y="443"/>
                  </a:cubicBezTo>
                  <a:cubicBezTo>
                    <a:pt x="571" y="436"/>
                    <a:pt x="570" y="436"/>
                    <a:pt x="569" y="435"/>
                  </a:cubicBezTo>
                  <a:cubicBezTo>
                    <a:pt x="568" y="434"/>
                    <a:pt x="568" y="433"/>
                    <a:pt x="567" y="433"/>
                  </a:cubicBezTo>
                  <a:cubicBezTo>
                    <a:pt x="566" y="433"/>
                    <a:pt x="565" y="435"/>
                    <a:pt x="561" y="438"/>
                  </a:cubicBezTo>
                  <a:cubicBezTo>
                    <a:pt x="561" y="438"/>
                    <a:pt x="557" y="434"/>
                    <a:pt x="562" y="426"/>
                  </a:cubicBezTo>
                  <a:cubicBezTo>
                    <a:pt x="564" y="424"/>
                    <a:pt x="564" y="423"/>
                    <a:pt x="564" y="423"/>
                  </a:cubicBezTo>
                  <a:lnTo>
                    <a:pt x="564" y="423"/>
                  </a:lnTo>
                  <a:cubicBezTo>
                    <a:pt x="563" y="423"/>
                    <a:pt x="559" y="427"/>
                    <a:pt x="554" y="430"/>
                  </a:cubicBezTo>
                  <a:cubicBezTo>
                    <a:pt x="551" y="434"/>
                    <a:pt x="546" y="438"/>
                    <a:pt x="541" y="440"/>
                  </a:cubicBezTo>
                  <a:lnTo>
                    <a:pt x="553" y="428"/>
                  </a:lnTo>
                  <a:cubicBezTo>
                    <a:pt x="560" y="424"/>
                    <a:pt x="560" y="424"/>
                    <a:pt x="558" y="423"/>
                  </a:cubicBezTo>
                  <a:lnTo>
                    <a:pt x="557" y="420"/>
                  </a:lnTo>
                  <a:cubicBezTo>
                    <a:pt x="555" y="423"/>
                    <a:pt x="553" y="424"/>
                    <a:pt x="551" y="424"/>
                  </a:cubicBezTo>
                  <a:cubicBezTo>
                    <a:pt x="549" y="424"/>
                    <a:pt x="547" y="422"/>
                    <a:pt x="545" y="419"/>
                  </a:cubicBezTo>
                  <a:cubicBezTo>
                    <a:pt x="543" y="416"/>
                    <a:pt x="541" y="414"/>
                    <a:pt x="539" y="414"/>
                  </a:cubicBezTo>
                  <a:cubicBezTo>
                    <a:pt x="538" y="414"/>
                    <a:pt x="536" y="415"/>
                    <a:pt x="533" y="418"/>
                  </a:cubicBezTo>
                  <a:cubicBezTo>
                    <a:pt x="530" y="421"/>
                    <a:pt x="528" y="422"/>
                    <a:pt x="528" y="422"/>
                  </a:cubicBezTo>
                  <a:cubicBezTo>
                    <a:pt x="527" y="422"/>
                    <a:pt x="528" y="420"/>
                    <a:pt x="530" y="416"/>
                  </a:cubicBezTo>
                  <a:cubicBezTo>
                    <a:pt x="541" y="401"/>
                    <a:pt x="544" y="396"/>
                    <a:pt x="544" y="396"/>
                  </a:cubicBezTo>
                  <a:lnTo>
                    <a:pt x="544" y="396"/>
                  </a:lnTo>
                  <a:cubicBezTo>
                    <a:pt x="543" y="396"/>
                    <a:pt x="542" y="397"/>
                    <a:pt x="539" y="399"/>
                  </a:cubicBezTo>
                  <a:cubicBezTo>
                    <a:pt x="536" y="403"/>
                    <a:pt x="533" y="408"/>
                    <a:pt x="528" y="411"/>
                  </a:cubicBezTo>
                  <a:cubicBezTo>
                    <a:pt x="522" y="417"/>
                    <a:pt x="519" y="420"/>
                    <a:pt x="518" y="420"/>
                  </a:cubicBezTo>
                  <a:cubicBezTo>
                    <a:pt x="518" y="420"/>
                    <a:pt x="521" y="417"/>
                    <a:pt x="527" y="410"/>
                  </a:cubicBezTo>
                  <a:cubicBezTo>
                    <a:pt x="534" y="404"/>
                    <a:pt x="532" y="400"/>
                    <a:pt x="527" y="400"/>
                  </a:cubicBezTo>
                  <a:cubicBezTo>
                    <a:pt x="523" y="400"/>
                    <a:pt x="518" y="402"/>
                    <a:pt x="512" y="407"/>
                  </a:cubicBezTo>
                  <a:cubicBezTo>
                    <a:pt x="510" y="409"/>
                    <a:pt x="509" y="410"/>
                    <a:pt x="509" y="410"/>
                  </a:cubicBezTo>
                  <a:cubicBezTo>
                    <a:pt x="509" y="410"/>
                    <a:pt x="511" y="407"/>
                    <a:pt x="518" y="400"/>
                  </a:cubicBezTo>
                  <a:cubicBezTo>
                    <a:pt x="525" y="394"/>
                    <a:pt x="524" y="394"/>
                    <a:pt x="523" y="391"/>
                  </a:cubicBezTo>
                  <a:lnTo>
                    <a:pt x="520" y="390"/>
                  </a:lnTo>
                  <a:cubicBezTo>
                    <a:pt x="516" y="394"/>
                    <a:pt x="514" y="395"/>
                    <a:pt x="513" y="395"/>
                  </a:cubicBezTo>
                  <a:cubicBezTo>
                    <a:pt x="511" y="395"/>
                    <a:pt x="514" y="390"/>
                    <a:pt x="518" y="385"/>
                  </a:cubicBezTo>
                  <a:cubicBezTo>
                    <a:pt x="524" y="379"/>
                    <a:pt x="524" y="379"/>
                    <a:pt x="523" y="378"/>
                  </a:cubicBezTo>
                  <a:lnTo>
                    <a:pt x="523" y="378"/>
                  </a:lnTo>
                  <a:cubicBezTo>
                    <a:pt x="518" y="381"/>
                    <a:pt x="515" y="382"/>
                    <a:pt x="513" y="382"/>
                  </a:cubicBezTo>
                  <a:cubicBezTo>
                    <a:pt x="511" y="382"/>
                    <a:pt x="514" y="377"/>
                    <a:pt x="518" y="373"/>
                  </a:cubicBezTo>
                  <a:lnTo>
                    <a:pt x="517" y="372"/>
                  </a:lnTo>
                  <a:cubicBezTo>
                    <a:pt x="513" y="375"/>
                    <a:pt x="511" y="376"/>
                    <a:pt x="510" y="376"/>
                  </a:cubicBezTo>
                  <a:cubicBezTo>
                    <a:pt x="509" y="376"/>
                    <a:pt x="509" y="376"/>
                    <a:pt x="509" y="375"/>
                  </a:cubicBezTo>
                  <a:cubicBezTo>
                    <a:pt x="508" y="375"/>
                    <a:pt x="508" y="374"/>
                    <a:pt x="507" y="374"/>
                  </a:cubicBezTo>
                  <a:cubicBezTo>
                    <a:pt x="506" y="374"/>
                    <a:pt x="505" y="376"/>
                    <a:pt x="501" y="380"/>
                  </a:cubicBezTo>
                  <a:cubicBezTo>
                    <a:pt x="498" y="383"/>
                    <a:pt x="493" y="388"/>
                    <a:pt x="489" y="391"/>
                  </a:cubicBezTo>
                  <a:lnTo>
                    <a:pt x="495" y="384"/>
                  </a:lnTo>
                  <a:cubicBezTo>
                    <a:pt x="500" y="379"/>
                    <a:pt x="499" y="377"/>
                    <a:pt x="497" y="374"/>
                  </a:cubicBezTo>
                  <a:cubicBezTo>
                    <a:pt x="495" y="371"/>
                    <a:pt x="493" y="370"/>
                    <a:pt x="499" y="363"/>
                  </a:cubicBezTo>
                  <a:lnTo>
                    <a:pt x="499" y="363"/>
                  </a:lnTo>
                  <a:lnTo>
                    <a:pt x="492" y="369"/>
                  </a:lnTo>
                  <a:cubicBezTo>
                    <a:pt x="489" y="371"/>
                    <a:pt x="488" y="372"/>
                    <a:pt x="487" y="372"/>
                  </a:cubicBezTo>
                  <a:cubicBezTo>
                    <a:pt x="487" y="372"/>
                    <a:pt x="488" y="371"/>
                    <a:pt x="491" y="368"/>
                  </a:cubicBezTo>
                  <a:cubicBezTo>
                    <a:pt x="495" y="363"/>
                    <a:pt x="495" y="361"/>
                    <a:pt x="493" y="361"/>
                  </a:cubicBezTo>
                  <a:cubicBezTo>
                    <a:pt x="492" y="361"/>
                    <a:pt x="490" y="361"/>
                    <a:pt x="488" y="363"/>
                  </a:cubicBezTo>
                  <a:lnTo>
                    <a:pt x="487" y="362"/>
                  </a:lnTo>
                  <a:cubicBezTo>
                    <a:pt x="493" y="355"/>
                    <a:pt x="495" y="351"/>
                    <a:pt x="494" y="351"/>
                  </a:cubicBezTo>
                  <a:cubicBezTo>
                    <a:pt x="493" y="351"/>
                    <a:pt x="490" y="354"/>
                    <a:pt x="484" y="359"/>
                  </a:cubicBezTo>
                  <a:cubicBezTo>
                    <a:pt x="490" y="353"/>
                    <a:pt x="490" y="352"/>
                    <a:pt x="489" y="352"/>
                  </a:cubicBezTo>
                  <a:lnTo>
                    <a:pt x="489" y="352"/>
                  </a:lnTo>
                  <a:cubicBezTo>
                    <a:pt x="486" y="353"/>
                    <a:pt x="485" y="354"/>
                    <a:pt x="484" y="354"/>
                  </a:cubicBezTo>
                  <a:cubicBezTo>
                    <a:pt x="482" y="354"/>
                    <a:pt x="482" y="352"/>
                    <a:pt x="487" y="348"/>
                  </a:cubicBezTo>
                  <a:lnTo>
                    <a:pt x="486" y="347"/>
                  </a:lnTo>
                  <a:cubicBezTo>
                    <a:pt x="481" y="351"/>
                    <a:pt x="479" y="352"/>
                    <a:pt x="479" y="352"/>
                  </a:cubicBezTo>
                  <a:cubicBezTo>
                    <a:pt x="478" y="352"/>
                    <a:pt x="478" y="352"/>
                    <a:pt x="478" y="352"/>
                  </a:cubicBezTo>
                  <a:cubicBezTo>
                    <a:pt x="478" y="351"/>
                    <a:pt x="478" y="351"/>
                    <a:pt x="477" y="351"/>
                  </a:cubicBezTo>
                  <a:cubicBezTo>
                    <a:pt x="476" y="351"/>
                    <a:pt x="474" y="352"/>
                    <a:pt x="470" y="355"/>
                  </a:cubicBezTo>
                  <a:cubicBezTo>
                    <a:pt x="464" y="361"/>
                    <a:pt x="463" y="361"/>
                    <a:pt x="463" y="361"/>
                  </a:cubicBezTo>
                  <a:cubicBezTo>
                    <a:pt x="466" y="356"/>
                    <a:pt x="471" y="352"/>
                    <a:pt x="475" y="350"/>
                  </a:cubicBezTo>
                  <a:cubicBezTo>
                    <a:pt x="479" y="347"/>
                    <a:pt x="481" y="345"/>
                    <a:pt x="480" y="345"/>
                  </a:cubicBezTo>
                  <a:cubicBezTo>
                    <a:pt x="479" y="345"/>
                    <a:pt x="475" y="348"/>
                    <a:pt x="468" y="353"/>
                  </a:cubicBezTo>
                  <a:cubicBezTo>
                    <a:pt x="461" y="358"/>
                    <a:pt x="458" y="360"/>
                    <a:pt x="458" y="360"/>
                  </a:cubicBezTo>
                  <a:cubicBezTo>
                    <a:pt x="457" y="360"/>
                    <a:pt x="461" y="358"/>
                    <a:pt x="468" y="352"/>
                  </a:cubicBezTo>
                  <a:cubicBezTo>
                    <a:pt x="472" y="348"/>
                    <a:pt x="477" y="344"/>
                    <a:pt x="476" y="344"/>
                  </a:cubicBezTo>
                  <a:lnTo>
                    <a:pt x="476" y="344"/>
                  </a:lnTo>
                  <a:cubicBezTo>
                    <a:pt x="476" y="344"/>
                    <a:pt x="475" y="345"/>
                    <a:pt x="473" y="346"/>
                  </a:cubicBezTo>
                  <a:cubicBezTo>
                    <a:pt x="473" y="346"/>
                    <a:pt x="473" y="346"/>
                    <a:pt x="473" y="346"/>
                  </a:cubicBezTo>
                  <a:cubicBezTo>
                    <a:pt x="472" y="346"/>
                    <a:pt x="470" y="347"/>
                    <a:pt x="466" y="351"/>
                  </a:cubicBezTo>
                  <a:lnTo>
                    <a:pt x="464" y="348"/>
                  </a:lnTo>
                  <a:cubicBezTo>
                    <a:pt x="470" y="342"/>
                    <a:pt x="469" y="341"/>
                    <a:pt x="469" y="341"/>
                  </a:cubicBezTo>
                  <a:lnTo>
                    <a:pt x="469" y="341"/>
                  </a:lnTo>
                  <a:cubicBezTo>
                    <a:pt x="466" y="343"/>
                    <a:pt x="464" y="345"/>
                    <a:pt x="464" y="345"/>
                  </a:cubicBezTo>
                  <a:cubicBezTo>
                    <a:pt x="463" y="345"/>
                    <a:pt x="465" y="343"/>
                    <a:pt x="468" y="339"/>
                  </a:cubicBezTo>
                  <a:cubicBezTo>
                    <a:pt x="471" y="337"/>
                    <a:pt x="472" y="335"/>
                    <a:pt x="472" y="335"/>
                  </a:cubicBezTo>
                  <a:lnTo>
                    <a:pt x="472" y="335"/>
                  </a:lnTo>
                  <a:cubicBezTo>
                    <a:pt x="471" y="335"/>
                    <a:pt x="468" y="338"/>
                    <a:pt x="461" y="344"/>
                  </a:cubicBezTo>
                  <a:cubicBezTo>
                    <a:pt x="458" y="347"/>
                    <a:pt x="456" y="348"/>
                    <a:pt x="456" y="348"/>
                  </a:cubicBezTo>
                  <a:cubicBezTo>
                    <a:pt x="455" y="348"/>
                    <a:pt x="457" y="346"/>
                    <a:pt x="460" y="343"/>
                  </a:cubicBezTo>
                  <a:cubicBezTo>
                    <a:pt x="467" y="335"/>
                    <a:pt x="470" y="333"/>
                    <a:pt x="469" y="333"/>
                  </a:cubicBezTo>
                  <a:lnTo>
                    <a:pt x="469" y="333"/>
                  </a:lnTo>
                  <a:cubicBezTo>
                    <a:pt x="469" y="333"/>
                    <a:pt x="468" y="334"/>
                    <a:pt x="465" y="336"/>
                  </a:cubicBezTo>
                  <a:cubicBezTo>
                    <a:pt x="461" y="340"/>
                    <a:pt x="459" y="341"/>
                    <a:pt x="458" y="341"/>
                  </a:cubicBezTo>
                  <a:cubicBezTo>
                    <a:pt x="458" y="341"/>
                    <a:pt x="457" y="341"/>
                    <a:pt x="457" y="341"/>
                  </a:cubicBezTo>
                  <a:cubicBezTo>
                    <a:pt x="464" y="335"/>
                    <a:pt x="460" y="329"/>
                    <a:pt x="455" y="324"/>
                  </a:cubicBezTo>
                  <a:cubicBezTo>
                    <a:pt x="450" y="326"/>
                    <a:pt x="445" y="331"/>
                    <a:pt x="442" y="334"/>
                  </a:cubicBezTo>
                  <a:cubicBezTo>
                    <a:pt x="436" y="339"/>
                    <a:pt x="434" y="341"/>
                    <a:pt x="434" y="341"/>
                  </a:cubicBezTo>
                  <a:cubicBezTo>
                    <a:pt x="434" y="341"/>
                    <a:pt x="437" y="338"/>
                    <a:pt x="441" y="334"/>
                  </a:cubicBezTo>
                  <a:cubicBezTo>
                    <a:pt x="450" y="324"/>
                    <a:pt x="454" y="319"/>
                    <a:pt x="454" y="319"/>
                  </a:cubicBezTo>
                  <a:lnTo>
                    <a:pt x="454" y="319"/>
                  </a:lnTo>
                  <a:cubicBezTo>
                    <a:pt x="453" y="319"/>
                    <a:pt x="448" y="324"/>
                    <a:pt x="440" y="333"/>
                  </a:cubicBezTo>
                  <a:cubicBezTo>
                    <a:pt x="434" y="339"/>
                    <a:pt x="431" y="342"/>
                    <a:pt x="431" y="342"/>
                  </a:cubicBezTo>
                  <a:cubicBezTo>
                    <a:pt x="431" y="342"/>
                    <a:pt x="434" y="339"/>
                    <a:pt x="440" y="332"/>
                  </a:cubicBezTo>
                  <a:cubicBezTo>
                    <a:pt x="442" y="328"/>
                    <a:pt x="444" y="326"/>
                    <a:pt x="444" y="326"/>
                  </a:cubicBezTo>
                  <a:lnTo>
                    <a:pt x="444" y="326"/>
                  </a:lnTo>
                  <a:cubicBezTo>
                    <a:pt x="443" y="326"/>
                    <a:pt x="442" y="328"/>
                    <a:pt x="438" y="331"/>
                  </a:cubicBezTo>
                  <a:cubicBezTo>
                    <a:pt x="443" y="326"/>
                    <a:pt x="447" y="321"/>
                    <a:pt x="446" y="321"/>
                  </a:cubicBezTo>
                  <a:lnTo>
                    <a:pt x="446" y="321"/>
                  </a:lnTo>
                  <a:cubicBezTo>
                    <a:pt x="446" y="321"/>
                    <a:pt x="445" y="321"/>
                    <a:pt x="443" y="323"/>
                  </a:cubicBezTo>
                  <a:cubicBezTo>
                    <a:pt x="443" y="323"/>
                    <a:pt x="443" y="323"/>
                    <a:pt x="449" y="316"/>
                  </a:cubicBezTo>
                  <a:cubicBezTo>
                    <a:pt x="450" y="314"/>
                    <a:pt x="451" y="313"/>
                    <a:pt x="450" y="313"/>
                  </a:cubicBezTo>
                  <a:lnTo>
                    <a:pt x="450" y="313"/>
                  </a:lnTo>
                  <a:cubicBezTo>
                    <a:pt x="450" y="313"/>
                    <a:pt x="445" y="316"/>
                    <a:pt x="441" y="319"/>
                  </a:cubicBezTo>
                  <a:cubicBezTo>
                    <a:pt x="434" y="324"/>
                    <a:pt x="430" y="327"/>
                    <a:pt x="430" y="327"/>
                  </a:cubicBezTo>
                  <a:cubicBezTo>
                    <a:pt x="429" y="327"/>
                    <a:pt x="432" y="324"/>
                    <a:pt x="438" y="318"/>
                  </a:cubicBezTo>
                  <a:cubicBezTo>
                    <a:pt x="444" y="313"/>
                    <a:pt x="446" y="311"/>
                    <a:pt x="445" y="311"/>
                  </a:cubicBezTo>
                  <a:cubicBezTo>
                    <a:pt x="443" y="311"/>
                    <a:pt x="437" y="314"/>
                    <a:pt x="431" y="320"/>
                  </a:cubicBezTo>
                  <a:cubicBezTo>
                    <a:pt x="428" y="323"/>
                    <a:pt x="426" y="325"/>
                    <a:pt x="424" y="326"/>
                  </a:cubicBezTo>
                  <a:lnTo>
                    <a:pt x="424" y="326"/>
                  </a:lnTo>
                  <a:cubicBezTo>
                    <a:pt x="429" y="320"/>
                    <a:pt x="429" y="319"/>
                    <a:pt x="429" y="319"/>
                  </a:cubicBezTo>
                  <a:cubicBezTo>
                    <a:pt x="428" y="319"/>
                    <a:pt x="428" y="318"/>
                    <a:pt x="434" y="313"/>
                  </a:cubicBezTo>
                  <a:cubicBezTo>
                    <a:pt x="434" y="313"/>
                    <a:pt x="434" y="312"/>
                    <a:pt x="434" y="312"/>
                  </a:cubicBezTo>
                  <a:cubicBezTo>
                    <a:pt x="433" y="312"/>
                    <a:pt x="432" y="313"/>
                    <a:pt x="427" y="316"/>
                  </a:cubicBezTo>
                  <a:cubicBezTo>
                    <a:pt x="423" y="320"/>
                    <a:pt x="420" y="321"/>
                    <a:pt x="419" y="321"/>
                  </a:cubicBezTo>
                  <a:cubicBezTo>
                    <a:pt x="418" y="321"/>
                    <a:pt x="422" y="315"/>
                    <a:pt x="429" y="307"/>
                  </a:cubicBezTo>
                  <a:lnTo>
                    <a:pt x="429" y="307"/>
                  </a:lnTo>
                  <a:lnTo>
                    <a:pt x="423" y="311"/>
                  </a:lnTo>
                  <a:cubicBezTo>
                    <a:pt x="415" y="318"/>
                    <a:pt x="410" y="323"/>
                    <a:pt x="409" y="323"/>
                  </a:cubicBezTo>
                  <a:cubicBezTo>
                    <a:pt x="409" y="323"/>
                    <a:pt x="411" y="321"/>
                    <a:pt x="416" y="316"/>
                  </a:cubicBezTo>
                  <a:cubicBezTo>
                    <a:pt x="418" y="314"/>
                    <a:pt x="420" y="312"/>
                    <a:pt x="422" y="310"/>
                  </a:cubicBezTo>
                  <a:lnTo>
                    <a:pt x="422" y="310"/>
                  </a:lnTo>
                  <a:cubicBezTo>
                    <a:pt x="418" y="314"/>
                    <a:pt x="415" y="315"/>
                    <a:pt x="414" y="315"/>
                  </a:cubicBezTo>
                  <a:cubicBezTo>
                    <a:pt x="412" y="315"/>
                    <a:pt x="417" y="309"/>
                    <a:pt x="425" y="301"/>
                  </a:cubicBezTo>
                  <a:cubicBezTo>
                    <a:pt x="432" y="295"/>
                    <a:pt x="432" y="295"/>
                    <a:pt x="431" y="295"/>
                  </a:cubicBezTo>
                  <a:lnTo>
                    <a:pt x="425" y="300"/>
                  </a:lnTo>
                  <a:cubicBezTo>
                    <a:pt x="420" y="305"/>
                    <a:pt x="417" y="308"/>
                    <a:pt x="412" y="311"/>
                  </a:cubicBezTo>
                  <a:cubicBezTo>
                    <a:pt x="412" y="311"/>
                    <a:pt x="410" y="310"/>
                    <a:pt x="417" y="305"/>
                  </a:cubicBezTo>
                  <a:cubicBezTo>
                    <a:pt x="421" y="300"/>
                    <a:pt x="425" y="295"/>
                    <a:pt x="425" y="295"/>
                  </a:cubicBezTo>
                  <a:lnTo>
                    <a:pt x="425" y="295"/>
                  </a:lnTo>
                  <a:cubicBezTo>
                    <a:pt x="424" y="295"/>
                    <a:pt x="423" y="295"/>
                    <a:pt x="422" y="297"/>
                  </a:cubicBezTo>
                  <a:cubicBezTo>
                    <a:pt x="422" y="297"/>
                    <a:pt x="422" y="297"/>
                    <a:pt x="427" y="290"/>
                  </a:cubicBezTo>
                  <a:lnTo>
                    <a:pt x="425" y="288"/>
                  </a:lnTo>
                  <a:cubicBezTo>
                    <a:pt x="422" y="290"/>
                    <a:pt x="420" y="291"/>
                    <a:pt x="420" y="291"/>
                  </a:cubicBezTo>
                  <a:cubicBezTo>
                    <a:pt x="419" y="291"/>
                    <a:pt x="420" y="289"/>
                    <a:pt x="424" y="286"/>
                  </a:cubicBezTo>
                  <a:cubicBezTo>
                    <a:pt x="424" y="286"/>
                    <a:pt x="424" y="286"/>
                    <a:pt x="423" y="286"/>
                  </a:cubicBezTo>
                  <a:cubicBezTo>
                    <a:pt x="423" y="286"/>
                    <a:pt x="421" y="286"/>
                    <a:pt x="416" y="290"/>
                  </a:cubicBezTo>
                  <a:cubicBezTo>
                    <a:pt x="415" y="289"/>
                    <a:pt x="415" y="288"/>
                    <a:pt x="420" y="282"/>
                  </a:cubicBezTo>
                  <a:cubicBezTo>
                    <a:pt x="423" y="279"/>
                    <a:pt x="425" y="278"/>
                    <a:pt x="425" y="278"/>
                  </a:cubicBezTo>
                  <a:lnTo>
                    <a:pt x="425" y="278"/>
                  </a:lnTo>
                  <a:cubicBezTo>
                    <a:pt x="424" y="278"/>
                    <a:pt x="423" y="279"/>
                    <a:pt x="419" y="281"/>
                  </a:cubicBezTo>
                  <a:cubicBezTo>
                    <a:pt x="416" y="285"/>
                    <a:pt x="415" y="286"/>
                    <a:pt x="414" y="286"/>
                  </a:cubicBezTo>
                  <a:cubicBezTo>
                    <a:pt x="413" y="286"/>
                    <a:pt x="413" y="286"/>
                    <a:pt x="413" y="286"/>
                  </a:cubicBezTo>
                  <a:lnTo>
                    <a:pt x="412" y="285"/>
                  </a:lnTo>
                  <a:cubicBezTo>
                    <a:pt x="408" y="289"/>
                    <a:pt x="406" y="291"/>
                    <a:pt x="406" y="291"/>
                  </a:cubicBezTo>
                  <a:cubicBezTo>
                    <a:pt x="405" y="291"/>
                    <a:pt x="405" y="290"/>
                    <a:pt x="405" y="290"/>
                  </a:cubicBezTo>
                  <a:cubicBezTo>
                    <a:pt x="405" y="290"/>
                    <a:pt x="409" y="282"/>
                    <a:pt x="408" y="281"/>
                  </a:cubicBezTo>
                  <a:cubicBezTo>
                    <a:pt x="408" y="280"/>
                    <a:pt x="407" y="280"/>
                    <a:pt x="407" y="280"/>
                  </a:cubicBezTo>
                  <a:cubicBezTo>
                    <a:pt x="406" y="280"/>
                    <a:pt x="405" y="281"/>
                    <a:pt x="401" y="286"/>
                  </a:cubicBezTo>
                  <a:cubicBezTo>
                    <a:pt x="400" y="285"/>
                    <a:pt x="405" y="277"/>
                    <a:pt x="404" y="276"/>
                  </a:cubicBezTo>
                  <a:cubicBezTo>
                    <a:pt x="403" y="274"/>
                    <a:pt x="402" y="273"/>
                    <a:pt x="401" y="273"/>
                  </a:cubicBezTo>
                  <a:cubicBezTo>
                    <a:pt x="400" y="273"/>
                    <a:pt x="399" y="275"/>
                    <a:pt x="396" y="279"/>
                  </a:cubicBezTo>
                  <a:cubicBezTo>
                    <a:pt x="390" y="285"/>
                    <a:pt x="387" y="288"/>
                    <a:pt x="386" y="288"/>
                  </a:cubicBezTo>
                  <a:cubicBezTo>
                    <a:pt x="386" y="288"/>
                    <a:pt x="389" y="284"/>
                    <a:pt x="395" y="278"/>
                  </a:cubicBezTo>
                  <a:cubicBezTo>
                    <a:pt x="401" y="270"/>
                    <a:pt x="404" y="266"/>
                    <a:pt x="404" y="266"/>
                  </a:cubicBezTo>
                  <a:lnTo>
                    <a:pt x="404" y="266"/>
                  </a:lnTo>
                  <a:cubicBezTo>
                    <a:pt x="403" y="266"/>
                    <a:pt x="402" y="268"/>
                    <a:pt x="399" y="270"/>
                  </a:cubicBezTo>
                  <a:cubicBezTo>
                    <a:pt x="395" y="274"/>
                    <a:pt x="393" y="275"/>
                    <a:pt x="393" y="275"/>
                  </a:cubicBezTo>
                  <a:cubicBezTo>
                    <a:pt x="392" y="275"/>
                    <a:pt x="392" y="275"/>
                    <a:pt x="392" y="274"/>
                  </a:cubicBezTo>
                  <a:cubicBezTo>
                    <a:pt x="396" y="271"/>
                    <a:pt x="397" y="270"/>
                    <a:pt x="396" y="270"/>
                  </a:cubicBezTo>
                  <a:lnTo>
                    <a:pt x="396" y="270"/>
                  </a:lnTo>
                  <a:cubicBezTo>
                    <a:pt x="396" y="270"/>
                    <a:pt x="394" y="271"/>
                    <a:pt x="390" y="273"/>
                  </a:cubicBezTo>
                  <a:cubicBezTo>
                    <a:pt x="390" y="272"/>
                    <a:pt x="390" y="272"/>
                    <a:pt x="396" y="267"/>
                  </a:cubicBezTo>
                  <a:lnTo>
                    <a:pt x="396" y="265"/>
                  </a:lnTo>
                  <a:cubicBezTo>
                    <a:pt x="391" y="269"/>
                    <a:pt x="389" y="270"/>
                    <a:pt x="387" y="270"/>
                  </a:cubicBezTo>
                  <a:cubicBezTo>
                    <a:pt x="384" y="270"/>
                    <a:pt x="386" y="264"/>
                    <a:pt x="390" y="260"/>
                  </a:cubicBezTo>
                  <a:cubicBezTo>
                    <a:pt x="390" y="260"/>
                    <a:pt x="390" y="260"/>
                    <a:pt x="390" y="260"/>
                  </a:cubicBezTo>
                  <a:cubicBezTo>
                    <a:pt x="390" y="260"/>
                    <a:pt x="388" y="260"/>
                    <a:pt x="383" y="264"/>
                  </a:cubicBezTo>
                  <a:cubicBezTo>
                    <a:pt x="378" y="270"/>
                    <a:pt x="374" y="272"/>
                    <a:pt x="374" y="272"/>
                  </a:cubicBezTo>
                  <a:cubicBezTo>
                    <a:pt x="373" y="272"/>
                    <a:pt x="376" y="269"/>
                    <a:pt x="382" y="263"/>
                  </a:cubicBezTo>
                  <a:cubicBezTo>
                    <a:pt x="389" y="257"/>
                    <a:pt x="392" y="254"/>
                    <a:pt x="392" y="254"/>
                  </a:cubicBezTo>
                  <a:lnTo>
                    <a:pt x="392" y="254"/>
                  </a:lnTo>
                  <a:cubicBezTo>
                    <a:pt x="391" y="254"/>
                    <a:pt x="388" y="257"/>
                    <a:pt x="382" y="262"/>
                  </a:cubicBezTo>
                  <a:cubicBezTo>
                    <a:pt x="380" y="264"/>
                    <a:pt x="379" y="265"/>
                    <a:pt x="378" y="265"/>
                  </a:cubicBezTo>
                  <a:cubicBezTo>
                    <a:pt x="376" y="265"/>
                    <a:pt x="377" y="261"/>
                    <a:pt x="386" y="253"/>
                  </a:cubicBezTo>
                  <a:lnTo>
                    <a:pt x="398" y="242"/>
                  </a:lnTo>
                  <a:lnTo>
                    <a:pt x="398" y="242"/>
                  </a:lnTo>
                  <a:cubicBezTo>
                    <a:pt x="391" y="246"/>
                    <a:pt x="390" y="246"/>
                    <a:pt x="390" y="246"/>
                  </a:cubicBezTo>
                  <a:cubicBezTo>
                    <a:pt x="387" y="250"/>
                    <a:pt x="385" y="251"/>
                    <a:pt x="384" y="251"/>
                  </a:cubicBezTo>
                  <a:cubicBezTo>
                    <a:pt x="383" y="251"/>
                    <a:pt x="383" y="251"/>
                    <a:pt x="382" y="250"/>
                  </a:cubicBezTo>
                  <a:cubicBezTo>
                    <a:pt x="382" y="250"/>
                    <a:pt x="382" y="250"/>
                    <a:pt x="381" y="250"/>
                  </a:cubicBezTo>
                  <a:cubicBezTo>
                    <a:pt x="379" y="250"/>
                    <a:pt x="375" y="251"/>
                    <a:pt x="373" y="251"/>
                  </a:cubicBezTo>
                  <a:cubicBezTo>
                    <a:pt x="373" y="251"/>
                    <a:pt x="372" y="251"/>
                    <a:pt x="372" y="251"/>
                  </a:cubicBezTo>
                  <a:cubicBezTo>
                    <a:pt x="371" y="250"/>
                    <a:pt x="370" y="248"/>
                    <a:pt x="376" y="241"/>
                  </a:cubicBezTo>
                  <a:cubicBezTo>
                    <a:pt x="375" y="241"/>
                    <a:pt x="375" y="241"/>
                    <a:pt x="375" y="241"/>
                  </a:cubicBezTo>
                  <a:cubicBezTo>
                    <a:pt x="374" y="241"/>
                    <a:pt x="372" y="241"/>
                    <a:pt x="367" y="244"/>
                  </a:cubicBezTo>
                  <a:cubicBezTo>
                    <a:pt x="364" y="247"/>
                    <a:pt x="362" y="248"/>
                    <a:pt x="362" y="248"/>
                  </a:cubicBezTo>
                  <a:cubicBezTo>
                    <a:pt x="361" y="248"/>
                    <a:pt x="362" y="246"/>
                    <a:pt x="366" y="243"/>
                  </a:cubicBezTo>
                  <a:lnTo>
                    <a:pt x="366" y="242"/>
                  </a:lnTo>
                  <a:cubicBezTo>
                    <a:pt x="358" y="246"/>
                    <a:pt x="358" y="246"/>
                    <a:pt x="358" y="246"/>
                  </a:cubicBezTo>
                  <a:cubicBezTo>
                    <a:pt x="362" y="241"/>
                    <a:pt x="366" y="237"/>
                    <a:pt x="365" y="237"/>
                  </a:cubicBezTo>
                  <a:lnTo>
                    <a:pt x="365" y="237"/>
                  </a:lnTo>
                  <a:cubicBezTo>
                    <a:pt x="365" y="237"/>
                    <a:pt x="364" y="237"/>
                    <a:pt x="362" y="239"/>
                  </a:cubicBezTo>
                  <a:cubicBezTo>
                    <a:pt x="359" y="243"/>
                    <a:pt x="357" y="244"/>
                    <a:pt x="356" y="244"/>
                  </a:cubicBezTo>
                  <a:cubicBezTo>
                    <a:pt x="355" y="244"/>
                    <a:pt x="355" y="243"/>
                    <a:pt x="354" y="243"/>
                  </a:cubicBezTo>
                  <a:cubicBezTo>
                    <a:pt x="359" y="237"/>
                    <a:pt x="347" y="220"/>
                    <a:pt x="340" y="220"/>
                  </a:cubicBezTo>
                  <a:cubicBezTo>
                    <a:pt x="338" y="220"/>
                    <a:pt x="337" y="221"/>
                    <a:pt x="336" y="222"/>
                  </a:cubicBezTo>
                  <a:lnTo>
                    <a:pt x="335" y="219"/>
                  </a:lnTo>
                  <a:lnTo>
                    <a:pt x="334" y="217"/>
                  </a:lnTo>
                  <a:cubicBezTo>
                    <a:pt x="341" y="211"/>
                    <a:pt x="341" y="209"/>
                    <a:pt x="339" y="209"/>
                  </a:cubicBezTo>
                  <a:cubicBezTo>
                    <a:pt x="337" y="209"/>
                    <a:pt x="333" y="211"/>
                    <a:pt x="330" y="213"/>
                  </a:cubicBezTo>
                  <a:cubicBezTo>
                    <a:pt x="325" y="217"/>
                    <a:pt x="323" y="217"/>
                    <a:pt x="323" y="217"/>
                  </a:cubicBezTo>
                  <a:cubicBezTo>
                    <a:pt x="322" y="217"/>
                    <a:pt x="322" y="217"/>
                    <a:pt x="322" y="217"/>
                  </a:cubicBezTo>
                  <a:cubicBezTo>
                    <a:pt x="330" y="209"/>
                    <a:pt x="332" y="205"/>
                    <a:pt x="330" y="205"/>
                  </a:cubicBezTo>
                  <a:cubicBezTo>
                    <a:pt x="329" y="205"/>
                    <a:pt x="328" y="206"/>
                    <a:pt x="325" y="207"/>
                  </a:cubicBezTo>
                  <a:cubicBezTo>
                    <a:pt x="319" y="213"/>
                    <a:pt x="316" y="215"/>
                    <a:pt x="316" y="215"/>
                  </a:cubicBezTo>
                  <a:cubicBezTo>
                    <a:pt x="315" y="215"/>
                    <a:pt x="318" y="212"/>
                    <a:pt x="324" y="206"/>
                  </a:cubicBezTo>
                  <a:cubicBezTo>
                    <a:pt x="330" y="201"/>
                    <a:pt x="333" y="198"/>
                    <a:pt x="332" y="198"/>
                  </a:cubicBezTo>
                  <a:lnTo>
                    <a:pt x="332" y="198"/>
                  </a:lnTo>
                  <a:cubicBezTo>
                    <a:pt x="331" y="198"/>
                    <a:pt x="326" y="201"/>
                    <a:pt x="316" y="209"/>
                  </a:cubicBezTo>
                  <a:cubicBezTo>
                    <a:pt x="313" y="212"/>
                    <a:pt x="311" y="213"/>
                    <a:pt x="311" y="213"/>
                  </a:cubicBezTo>
                  <a:cubicBezTo>
                    <a:pt x="311" y="213"/>
                    <a:pt x="312" y="212"/>
                    <a:pt x="315" y="208"/>
                  </a:cubicBezTo>
                  <a:cubicBezTo>
                    <a:pt x="322" y="201"/>
                    <a:pt x="325" y="198"/>
                    <a:pt x="325" y="198"/>
                  </a:cubicBezTo>
                  <a:lnTo>
                    <a:pt x="325" y="198"/>
                  </a:lnTo>
                  <a:cubicBezTo>
                    <a:pt x="324" y="198"/>
                    <a:pt x="323" y="199"/>
                    <a:pt x="321" y="202"/>
                  </a:cubicBezTo>
                  <a:cubicBezTo>
                    <a:pt x="314" y="207"/>
                    <a:pt x="311" y="209"/>
                    <a:pt x="310" y="209"/>
                  </a:cubicBezTo>
                  <a:cubicBezTo>
                    <a:pt x="310" y="209"/>
                    <a:pt x="312" y="206"/>
                    <a:pt x="318" y="199"/>
                  </a:cubicBezTo>
                  <a:cubicBezTo>
                    <a:pt x="324" y="193"/>
                    <a:pt x="327" y="190"/>
                    <a:pt x="327" y="190"/>
                  </a:cubicBezTo>
                  <a:lnTo>
                    <a:pt x="327" y="190"/>
                  </a:lnTo>
                  <a:cubicBezTo>
                    <a:pt x="326" y="190"/>
                    <a:pt x="323" y="193"/>
                    <a:pt x="317" y="198"/>
                  </a:cubicBezTo>
                  <a:cubicBezTo>
                    <a:pt x="312" y="203"/>
                    <a:pt x="309" y="205"/>
                    <a:pt x="307" y="205"/>
                  </a:cubicBezTo>
                  <a:cubicBezTo>
                    <a:pt x="305" y="205"/>
                    <a:pt x="307" y="201"/>
                    <a:pt x="314" y="194"/>
                  </a:cubicBezTo>
                  <a:cubicBezTo>
                    <a:pt x="314" y="194"/>
                    <a:pt x="317" y="190"/>
                    <a:pt x="316" y="190"/>
                  </a:cubicBezTo>
                  <a:lnTo>
                    <a:pt x="316" y="190"/>
                  </a:lnTo>
                  <a:cubicBezTo>
                    <a:pt x="316" y="190"/>
                    <a:pt x="315" y="191"/>
                    <a:pt x="313" y="193"/>
                  </a:cubicBezTo>
                  <a:lnTo>
                    <a:pt x="318" y="186"/>
                  </a:lnTo>
                  <a:lnTo>
                    <a:pt x="317" y="185"/>
                  </a:lnTo>
                  <a:lnTo>
                    <a:pt x="312" y="191"/>
                  </a:lnTo>
                  <a:cubicBezTo>
                    <a:pt x="312" y="190"/>
                    <a:pt x="314" y="180"/>
                    <a:pt x="311" y="177"/>
                  </a:cubicBezTo>
                  <a:cubicBezTo>
                    <a:pt x="307" y="172"/>
                    <a:pt x="306" y="170"/>
                    <a:pt x="304" y="170"/>
                  </a:cubicBezTo>
                  <a:cubicBezTo>
                    <a:pt x="302" y="170"/>
                    <a:pt x="301" y="172"/>
                    <a:pt x="298" y="175"/>
                  </a:cubicBezTo>
                  <a:cubicBezTo>
                    <a:pt x="293" y="180"/>
                    <a:pt x="290" y="183"/>
                    <a:pt x="289" y="183"/>
                  </a:cubicBezTo>
                  <a:cubicBezTo>
                    <a:pt x="289" y="183"/>
                    <a:pt x="291" y="180"/>
                    <a:pt x="297" y="173"/>
                  </a:cubicBezTo>
                  <a:cubicBezTo>
                    <a:pt x="297" y="173"/>
                    <a:pt x="302" y="166"/>
                    <a:pt x="300" y="164"/>
                  </a:cubicBezTo>
                  <a:cubicBezTo>
                    <a:pt x="299" y="163"/>
                    <a:pt x="298" y="162"/>
                    <a:pt x="305" y="157"/>
                  </a:cubicBezTo>
                  <a:lnTo>
                    <a:pt x="304" y="156"/>
                  </a:lnTo>
                  <a:cubicBezTo>
                    <a:pt x="298" y="160"/>
                    <a:pt x="295" y="162"/>
                    <a:pt x="293" y="162"/>
                  </a:cubicBezTo>
                  <a:cubicBezTo>
                    <a:pt x="290" y="162"/>
                    <a:pt x="290" y="159"/>
                    <a:pt x="293" y="154"/>
                  </a:cubicBezTo>
                  <a:cubicBezTo>
                    <a:pt x="292" y="154"/>
                    <a:pt x="292" y="154"/>
                    <a:pt x="292" y="154"/>
                  </a:cubicBezTo>
                  <a:cubicBezTo>
                    <a:pt x="291" y="154"/>
                    <a:pt x="289" y="155"/>
                    <a:pt x="284" y="158"/>
                  </a:cubicBezTo>
                  <a:cubicBezTo>
                    <a:pt x="281" y="160"/>
                    <a:pt x="279" y="161"/>
                    <a:pt x="279" y="161"/>
                  </a:cubicBezTo>
                  <a:cubicBezTo>
                    <a:pt x="278" y="161"/>
                    <a:pt x="279" y="159"/>
                    <a:pt x="283" y="156"/>
                  </a:cubicBezTo>
                  <a:cubicBezTo>
                    <a:pt x="286" y="152"/>
                    <a:pt x="289" y="146"/>
                    <a:pt x="287" y="146"/>
                  </a:cubicBezTo>
                  <a:cubicBezTo>
                    <a:pt x="286" y="146"/>
                    <a:pt x="283" y="148"/>
                    <a:pt x="279" y="152"/>
                  </a:cubicBezTo>
                  <a:lnTo>
                    <a:pt x="285" y="145"/>
                  </a:lnTo>
                  <a:cubicBezTo>
                    <a:pt x="287" y="143"/>
                    <a:pt x="287" y="142"/>
                    <a:pt x="287" y="142"/>
                  </a:cubicBezTo>
                  <a:lnTo>
                    <a:pt x="287" y="142"/>
                  </a:lnTo>
                  <a:cubicBezTo>
                    <a:pt x="286" y="142"/>
                    <a:pt x="282" y="146"/>
                    <a:pt x="278" y="150"/>
                  </a:cubicBezTo>
                  <a:cubicBezTo>
                    <a:pt x="273" y="155"/>
                    <a:pt x="269" y="158"/>
                    <a:pt x="269" y="158"/>
                  </a:cubicBezTo>
                  <a:cubicBezTo>
                    <a:pt x="268" y="158"/>
                    <a:pt x="272" y="153"/>
                    <a:pt x="283" y="143"/>
                  </a:cubicBezTo>
                  <a:cubicBezTo>
                    <a:pt x="290" y="136"/>
                    <a:pt x="293" y="133"/>
                    <a:pt x="293" y="133"/>
                  </a:cubicBezTo>
                  <a:lnTo>
                    <a:pt x="293" y="133"/>
                  </a:lnTo>
                  <a:cubicBezTo>
                    <a:pt x="292" y="133"/>
                    <a:pt x="291" y="134"/>
                    <a:pt x="288" y="136"/>
                  </a:cubicBezTo>
                  <a:cubicBezTo>
                    <a:pt x="284" y="140"/>
                    <a:pt x="279" y="143"/>
                    <a:pt x="278" y="143"/>
                  </a:cubicBezTo>
                  <a:cubicBezTo>
                    <a:pt x="278" y="143"/>
                    <a:pt x="278" y="142"/>
                    <a:pt x="280" y="140"/>
                  </a:cubicBezTo>
                  <a:cubicBezTo>
                    <a:pt x="280" y="140"/>
                    <a:pt x="280" y="140"/>
                    <a:pt x="280" y="140"/>
                  </a:cubicBezTo>
                  <a:cubicBezTo>
                    <a:pt x="280" y="140"/>
                    <a:pt x="278" y="141"/>
                    <a:pt x="268" y="151"/>
                  </a:cubicBezTo>
                  <a:cubicBezTo>
                    <a:pt x="263" y="155"/>
                    <a:pt x="262" y="156"/>
                    <a:pt x="261" y="156"/>
                  </a:cubicBezTo>
                  <a:cubicBezTo>
                    <a:pt x="261" y="156"/>
                    <a:pt x="260" y="156"/>
                    <a:pt x="260" y="156"/>
                  </a:cubicBezTo>
                  <a:cubicBezTo>
                    <a:pt x="265" y="152"/>
                    <a:pt x="269" y="148"/>
                    <a:pt x="274" y="144"/>
                  </a:cubicBezTo>
                  <a:lnTo>
                    <a:pt x="272" y="143"/>
                  </a:lnTo>
                  <a:cubicBezTo>
                    <a:pt x="275" y="138"/>
                    <a:pt x="278" y="133"/>
                    <a:pt x="283" y="130"/>
                  </a:cubicBezTo>
                  <a:cubicBezTo>
                    <a:pt x="285" y="127"/>
                    <a:pt x="286" y="125"/>
                    <a:pt x="286" y="125"/>
                  </a:cubicBezTo>
                  <a:lnTo>
                    <a:pt x="286" y="125"/>
                  </a:lnTo>
                  <a:cubicBezTo>
                    <a:pt x="286" y="125"/>
                    <a:pt x="283" y="128"/>
                    <a:pt x="276" y="135"/>
                  </a:cubicBezTo>
                  <a:cubicBezTo>
                    <a:pt x="266" y="144"/>
                    <a:pt x="264" y="146"/>
                    <a:pt x="263" y="146"/>
                  </a:cubicBezTo>
                  <a:cubicBezTo>
                    <a:pt x="263" y="146"/>
                    <a:pt x="263" y="146"/>
                    <a:pt x="262" y="145"/>
                  </a:cubicBezTo>
                  <a:cubicBezTo>
                    <a:pt x="262" y="144"/>
                    <a:pt x="262" y="144"/>
                    <a:pt x="268" y="139"/>
                  </a:cubicBezTo>
                  <a:cubicBezTo>
                    <a:pt x="274" y="132"/>
                    <a:pt x="274" y="132"/>
                    <a:pt x="274" y="131"/>
                  </a:cubicBezTo>
                  <a:lnTo>
                    <a:pt x="274" y="131"/>
                  </a:lnTo>
                  <a:cubicBezTo>
                    <a:pt x="260" y="138"/>
                    <a:pt x="249" y="147"/>
                    <a:pt x="239" y="157"/>
                  </a:cubicBezTo>
                  <a:cubicBezTo>
                    <a:pt x="233" y="162"/>
                    <a:pt x="230" y="165"/>
                    <a:pt x="230" y="165"/>
                  </a:cubicBezTo>
                  <a:cubicBezTo>
                    <a:pt x="229" y="165"/>
                    <a:pt x="232" y="162"/>
                    <a:pt x="239" y="156"/>
                  </a:cubicBezTo>
                  <a:cubicBezTo>
                    <a:pt x="244" y="150"/>
                    <a:pt x="244" y="149"/>
                    <a:pt x="243" y="149"/>
                  </a:cubicBezTo>
                  <a:lnTo>
                    <a:pt x="243" y="149"/>
                  </a:lnTo>
                  <a:cubicBezTo>
                    <a:pt x="242" y="150"/>
                    <a:pt x="241" y="151"/>
                    <a:pt x="241" y="151"/>
                  </a:cubicBezTo>
                  <a:cubicBezTo>
                    <a:pt x="241" y="151"/>
                    <a:pt x="243" y="149"/>
                    <a:pt x="243" y="149"/>
                  </a:cubicBezTo>
                  <a:cubicBezTo>
                    <a:pt x="243" y="149"/>
                    <a:pt x="243" y="149"/>
                    <a:pt x="243" y="149"/>
                  </a:cubicBezTo>
                  <a:cubicBezTo>
                    <a:pt x="248" y="145"/>
                    <a:pt x="249" y="144"/>
                    <a:pt x="250" y="144"/>
                  </a:cubicBezTo>
                  <a:cubicBezTo>
                    <a:pt x="251" y="144"/>
                    <a:pt x="251" y="144"/>
                    <a:pt x="251" y="144"/>
                  </a:cubicBezTo>
                  <a:lnTo>
                    <a:pt x="257" y="138"/>
                  </a:lnTo>
                  <a:cubicBezTo>
                    <a:pt x="262" y="131"/>
                    <a:pt x="265" y="128"/>
                    <a:pt x="265" y="128"/>
                  </a:cubicBezTo>
                  <a:lnTo>
                    <a:pt x="265" y="128"/>
                  </a:lnTo>
                  <a:cubicBezTo>
                    <a:pt x="265" y="128"/>
                    <a:pt x="262" y="131"/>
                    <a:pt x="256" y="136"/>
                  </a:cubicBezTo>
                  <a:cubicBezTo>
                    <a:pt x="252" y="139"/>
                    <a:pt x="251" y="141"/>
                    <a:pt x="250" y="141"/>
                  </a:cubicBezTo>
                  <a:cubicBezTo>
                    <a:pt x="250" y="141"/>
                    <a:pt x="252" y="139"/>
                    <a:pt x="254" y="135"/>
                  </a:cubicBezTo>
                  <a:cubicBezTo>
                    <a:pt x="259" y="130"/>
                    <a:pt x="263" y="125"/>
                    <a:pt x="262" y="125"/>
                  </a:cubicBezTo>
                  <a:lnTo>
                    <a:pt x="262" y="125"/>
                  </a:lnTo>
                  <a:cubicBezTo>
                    <a:pt x="262" y="125"/>
                    <a:pt x="261" y="126"/>
                    <a:pt x="259" y="127"/>
                  </a:cubicBezTo>
                  <a:cubicBezTo>
                    <a:pt x="259" y="127"/>
                    <a:pt x="258" y="126"/>
                    <a:pt x="263" y="120"/>
                  </a:cubicBezTo>
                  <a:cubicBezTo>
                    <a:pt x="263" y="119"/>
                    <a:pt x="263" y="119"/>
                    <a:pt x="262" y="119"/>
                  </a:cubicBezTo>
                  <a:cubicBezTo>
                    <a:pt x="262" y="119"/>
                    <a:pt x="260" y="120"/>
                    <a:pt x="256" y="124"/>
                  </a:cubicBezTo>
                  <a:cubicBezTo>
                    <a:pt x="252" y="128"/>
                    <a:pt x="251" y="129"/>
                    <a:pt x="250" y="129"/>
                  </a:cubicBezTo>
                  <a:cubicBezTo>
                    <a:pt x="249" y="129"/>
                    <a:pt x="249" y="129"/>
                    <a:pt x="249" y="129"/>
                  </a:cubicBezTo>
                  <a:cubicBezTo>
                    <a:pt x="249" y="129"/>
                    <a:pt x="249" y="129"/>
                    <a:pt x="248" y="129"/>
                  </a:cubicBezTo>
                  <a:cubicBezTo>
                    <a:pt x="248" y="129"/>
                    <a:pt x="246" y="129"/>
                    <a:pt x="242" y="133"/>
                  </a:cubicBezTo>
                  <a:cubicBezTo>
                    <a:pt x="236" y="139"/>
                    <a:pt x="230" y="143"/>
                    <a:pt x="228" y="143"/>
                  </a:cubicBezTo>
                  <a:cubicBezTo>
                    <a:pt x="228" y="143"/>
                    <a:pt x="228" y="143"/>
                    <a:pt x="228" y="143"/>
                  </a:cubicBezTo>
                  <a:cubicBezTo>
                    <a:pt x="225" y="145"/>
                    <a:pt x="223" y="146"/>
                    <a:pt x="223" y="146"/>
                  </a:cubicBezTo>
                  <a:cubicBezTo>
                    <a:pt x="223" y="146"/>
                    <a:pt x="225" y="143"/>
                    <a:pt x="233" y="135"/>
                  </a:cubicBezTo>
                  <a:cubicBezTo>
                    <a:pt x="239" y="130"/>
                    <a:pt x="239" y="129"/>
                    <a:pt x="238" y="129"/>
                  </a:cubicBezTo>
                  <a:cubicBezTo>
                    <a:pt x="238" y="129"/>
                    <a:pt x="238" y="127"/>
                    <a:pt x="243" y="122"/>
                  </a:cubicBezTo>
                  <a:cubicBezTo>
                    <a:pt x="245" y="120"/>
                    <a:pt x="246" y="119"/>
                    <a:pt x="245" y="119"/>
                  </a:cubicBezTo>
                  <a:lnTo>
                    <a:pt x="245" y="119"/>
                  </a:lnTo>
                  <a:cubicBezTo>
                    <a:pt x="245" y="119"/>
                    <a:pt x="240" y="123"/>
                    <a:pt x="237" y="126"/>
                  </a:cubicBezTo>
                  <a:lnTo>
                    <a:pt x="224" y="139"/>
                  </a:lnTo>
                  <a:cubicBezTo>
                    <a:pt x="229" y="132"/>
                    <a:pt x="235" y="125"/>
                    <a:pt x="241" y="120"/>
                  </a:cubicBezTo>
                  <a:cubicBezTo>
                    <a:pt x="247" y="113"/>
                    <a:pt x="250" y="110"/>
                    <a:pt x="250" y="110"/>
                  </a:cubicBezTo>
                  <a:lnTo>
                    <a:pt x="250" y="110"/>
                  </a:lnTo>
                  <a:cubicBezTo>
                    <a:pt x="250" y="110"/>
                    <a:pt x="247" y="113"/>
                    <a:pt x="241" y="118"/>
                  </a:cubicBezTo>
                  <a:cubicBezTo>
                    <a:pt x="237" y="123"/>
                    <a:pt x="232" y="126"/>
                    <a:pt x="231" y="126"/>
                  </a:cubicBezTo>
                  <a:cubicBezTo>
                    <a:pt x="231" y="126"/>
                    <a:pt x="231" y="125"/>
                    <a:pt x="233" y="123"/>
                  </a:cubicBezTo>
                  <a:cubicBezTo>
                    <a:pt x="232" y="122"/>
                    <a:pt x="231" y="121"/>
                    <a:pt x="238" y="114"/>
                  </a:cubicBezTo>
                  <a:cubicBezTo>
                    <a:pt x="240" y="112"/>
                    <a:pt x="240" y="111"/>
                    <a:pt x="240" y="111"/>
                  </a:cubicBezTo>
                  <a:lnTo>
                    <a:pt x="240" y="111"/>
                  </a:lnTo>
                  <a:cubicBezTo>
                    <a:pt x="239" y="111"/>
                    <a:pt x="237" y="113"/>
                    <a:pt x="237" y="113"/>
                  </a:cubicBezTo>
                  <a:cubicBezTo>
                    <a:pt x="233" y="115"/>
                    <a:pt x="232" y="117"/>
                    <a:pt x="231" y="117"/>
                  </a:cubicBezTo>
                  <a:cubicBezTo>
                    <a:pt x="230" y="117"/>
                    <a:pt x="231" y="115"/>
                    <a:pt x="233" y="111"/>
                  </a:cubicBezTo>
                  <a:cubicBezTo>
                    <a:pt x="238" y="102"/>
                    <a:pt x="241" y="98"/>
                    <a:pt x="240" y="98"/>
                  </a:cubicBezTo>
                  <a:lnTo>
                    <a:pt x="240" y="98"/>
                  </a:lnTo>
                  <a:cubicBezTo>
                    <a:pt x="240" y="98"/>
                    <a:pt x="237" y="101"/>
                    <a:pt x="231" y="107"/>
                  </a:cubicBezTo>
                  <a:cubicBezTo>
                    <a:pt x="228" y="110"/>
                    <a:pt x="224" y="114"/>
                    <a:pt x="224" y="114"/>
                  </a:cubicBezTo>
                  <a:cubicBezTo>
                    <a:pt x="224" y="114"/>
                    <a:pt x="225" y="112"/>
                    <a:pt x="231" y="106"/>
                  </a:cubicBezTo>
                  <a:cubicBezTo>
                    <a:pt x="233" y="104"/>
                    <a:pt x="233" y="103"/>
                    <a:pt x="233" y="103"/>
                  </a:cubicBezTo>
                  <a:lnTo>
                    <a:pt x="233" y="103"/>
                  </a:lnTo>
                  <a:cubicBezTo>
                    <a:pt x="232" y="103"/>
                    <a:pt x="227" y="107"/>
                    <a:pt x="222" y="110"/>
                  </a:cubicBezTo>
                  <a:cubicBezTo>
                    <a:pt x="215" y="115"/>
                    <a:pt x="204" y="127"/>
                    <a:pt x="197" y="133"/>
                  </a:cubicBezTo>
                  <a:cubicBezTo>
                    <a:pt x="190" y="140"/>
                    <a:pt x="187" y="143"/>
                    <a:pt x="187" y="143"/>
                  </a:cubicBezTo>
                  <a:cubicBezTo>
                    <a:pt x="187" y="143"/>
                    <a:pt x="188" y="141"/>
                    <a:pt x="191" y="138"/>
                  </a:cubicBezTo>
                  <a:cubicBezTo>
                    <a:pt x="193" y="133"/>
                    <a:pt x="197" y="129"/>
                    <a:pt x="202" y="124"/>
                  </a:cubicBezTo>
                  <a:cubicBezTo>
                    <a:pt x="206" y="120"/>
                    <a:pt x="207" y="120"/>
                    <a:pt x="208" y="120"/>
                  </a:cubicBezTo>
                  <a:cubicBezTo>
                    <a:pt x="208" y="120"/>
                    <a:pt x="208" y="120"/>
                    <a:pt x="208" y="120"/>
                  </a:cubicBezTo>
                  <a:cubicBezTo>
                    <a:pt x="215" y="114"/>
                    <a:pt x="221" y="108"/>
                    <a:pt x="220" y="107"/>
                  </a:cubicBezTo>
                  <a:cubicBezTo>
                    <a:pt x="223" y="103"/>
                    <a:pt x="224" y="101"/>
                    <a:pt x="224" y="101"/>
                  </a:cubicBezTo>
                  <a:lnTo>
                    <a:pt x="224" y="101"/>
                  </a:lnTo>
                  <a:cubicBezTo>
                    <a:pt x="223" y="101"/>
                    <a:pt x="221" y="103"/>
                    <a:pt x="219" y="105"/>
                  </a:cubicBezTo>
                  <a:cubicBezTo>
                    <a:pt x="224" y="99"/>
                    <a:pt x="223" y="98"/>
                    <a:pt x="222" y="96"/>
                  </a:cubicBezTo>
                  <a:cubicBezTo>
                    <a:pt x="221" y="95"/>
                    <a:pt x="220" y="94"/>
                    <a:pt x="225" y="87"/>
                  </a:cubicBezTo>
                  <a:cubicBezTo>
                    <a:pt x="225" y="87"/>
                    <a:pt x="225" y="86"/>
                    <a:pt x="224" y="86"/>
                  </a:cubicBezTo>
                  <a:cubicBezTo>
                    <a:pt x="223" y="86"/>
                    <a:pt x="221" y="87"/>
                    <a:pt x="217" y="90"/>
                  </a:cubicBezTo>
                  <a:cubicBezTo>
                    <a:pt x="210" y="97"/>
                    <a:pt x="207" y="100"/>
                    <a:pt x="207" y="100"/>
                  </a:cubicBezTo>
                  <a:cubicBezTo>
                    <a:pt x="207" y="100"/>
                    <a:pt x="208" y="99"/>
                    <a:pt x="211" y="96"/>
                  </a:cubicBezTo>
                  <a:cubicBezTo>
                    <a:pt x="220" y="87"/>
                    <a:pt x="222" y="77"/>
                    <a:pt x="217" y="77"/>
                  </a:cubicBezTo>
                  <a:cubicBezTo>
                    <a:pt x="215" y="77"/>
                    <a:pt x="213" y="79"/>
                    <a:pt x="210" y="81"/>
                  </a:cubicBezTo>
                  <a:lnTo>
                    <a:pt x="208" y="80"/>
                  </a:lnTo>
                  <a:cubicBezTo>
                    <a:pt x="211" y="75"/>
                    <a:pt x="211" y="72"/>
                    <a:pt x="209" y="72"/>
                  </a:cubicBezTo>
                  <a:cubicBezTo>
                    <a:pt x="208" y="72"/>
                    <a:pt x="206" y="73"/>
                    <a:pt x="204" y="75"/>
                  </a:cubicBezTo>
                  <a:lnTo>
                    <a:pt x="202" y="73"/>
                  </a:lnTo>
                  <a:cubicBezTo>
                    <a:pt x="205" y="68"/>
                    <a:pt x="206" y="66"/>
                    <a:pt x="206" y="66"/>
                  </a:cubicBezTo>
                  <a:lnTo>
                    <a:pt x="206" y="66"/>
                  </a:lnTo>
                  <a:cubicBezTo>
                    <a:pt x="205" y="66"/>
                    <a:pt x="204" y="68"/>
                    <a:pt x="201" y="70"/>
                  </a:cubicBezTo>
                  <a:cubicBezTo>
                    <a:pt x="196" y="73"/>
                    <a:pt x="191" y="78"/>
                    <a:pt x="191" y="78"/>
                  </a:cubicBezTo>
                  <a:cubicBezTo>
                    <a:pt x="191" y="78"/>
                    <a:pt x="192" y="77"/>
                    <a:pt x="194" y="75"/>
                  </a:cubicBezTo>
                  <a:cubicBezTo>
                    <a:pt x="199" y="69"/>
                    <a:pt x="198" y="68"/>
                    <a:pt x="196" y="66"/>
                  </a:cubicBezTo>
                  <a:cubicBezTo>
                    <a:pt x="196" y="65"/>
                    <a:pt x="195" y="64"/>
                    <a:pt x="195" y="64"/>
                  </a:cubicBezTo>
                  <a:cubicBezTo>
                    <a:pt x="194" y="64"/>
                    <a:pt x="193" y="66"/>
                    <a:pt x="189" y="69"/>
                  </a:cubicBezTo>
                  <a:cubicBezTo>
                    <a:pt x="187" y="70"/>
                    <a:pt x="186" y="71"/>
                    <a:pt x="185" y="71"/>
                  </a:cubicBezTo>
                  <a:cubicBezTo>
                    <a:pt x="183" y="71"/>
                    <a:pt x="188" y="66"/>
                    <a:pt x="193" y="61"/>
                  </a:cubicBezTo>
                  <a:cubicBezTo>
                    <a:pt x="199" y="56"/>
                    <a:pt x="202" y="53"/>
                    <a:pt x="202" y="53"/>
                  </a:cubicBezTo>
                  <a:lnTo>
                    <a:pt x="202" y="53"/>
                  </a:lnTo>
                  <a:cubicBezTo>
                    <a:pt x="201" y="53"/>
                    <a:pt x="196" y="57"/>
                    <a:pt x="186" y="66"/>
                  </a:cubicBezTo>
                  <a:cubicBezTo>
                    <a:pt x="179" y="72"/>
                    <a:pt x="175" y="74"/>
                    <a:pt x="175" y="74"/>
                  </a:cubicBezTo>
                  <a:cubicBezTo>
                    <a:pt x="174" y="74"/>
                    <a:pt x="176" y="73"/>
                    <a:pt x="178" y="70"/>
                  </a:cubicBezTo>
                  <a:cubicBezTo>
                    <a:pt x="182" y="66"/>
                    <a:pt x="184" y="65"/>
                    <a:pt x="184" y="65"/>
                  </a:cubicBezTo>
                  <a:cubicBezTo>
                    <a:pt x="185" y="65"/>
                    <a:pt x="185" y="65"/>
                    <a:pt x="185" y="66"/>
                  </a:cubicBezTo>
                  <a:lnTo>
                    <a:pt x="197" y="53"/>
                  </a:lnTo>
                  <a:cubicBezTo>
                    <a:pt x="197" y="53"/>
                    <a:pt x="197" y="53"/>
                    <a:pt x="197" y="53"/>
                  </a:cubicBezTo>
                  <a:cubicBezTo>
                    <a:pt x="197" y="53"/>
                    <a:pt x="195" y="54"/>
                    <a:pt x="191" y="58"/>
                  </a:cubicBezTo>
                  <a:cubicBezTo>
                    <a:pt x="191" y="58"/>
                    <a:pt x="189" y="58"/>
                    <a:pt x="184" y="62"/>
                  </a:cubicBezTo>
                  <a:cubicBezTo>
                    <a:pt x="177" y="68"/>
                    <a:pt x="170" y="74"/>
                    <a:pt x="165" y="80"/>
                  </a:cubicBezTo>
                  <a:cubicBezTo>
                    <a:pt x="161" y="85"/>
                    <a:pt x="160" y="87"/>
                    <a:pt x="159" y="87"/>
                  </a:cubicBezTo>
                  <a:cubicBezTo>
                    <a:pt x="159" y="87"/>
                    <a:pt x="158" y="86"/>
                    <a:pt x="158" y="86"/>
                  </a:cubicBezTo>
                  <a:cubicBezTo>
                    <a:pt x="164" y="79"/>
                    <a:pt x="169" y="73"/>
                    <a:pt x="176" y="68"/>
                  </a:cubicBezTo>
                  <a:cubicBezTo>
                    <a:pt x="180" y="65"/>
                    <a:pt x="185" y="60"/>
                    <a:pt x="189" y="57"/>
                  </a:cubicBezTo>
                  <a:cubicBezTo>
                    <a:pt x="191" y="55"/>
                    <a:pt x="191" y="54"/>
                    <a:pt x="190" y="54"/>
                  </a:cubicBezTo>
                  <a:cubicBezTo>
                    <a:pt x="188" y="54"/>
                    <a:pt x="177" y="62"/>
                    <a:pt x="167" y="70"/>
                  </a:cubicBezTo>
                  <a:lnTo>
                    <a:pt x="174" y="65"/>
                  </a:lnTo>
                  <a:cubicBezTo>
                    <a:pt x="179" y="59"/>
                    <a:pt x="178" y="57"/>
                    <a:pt x="178" y="56"/>
                  </a:cubicBezTo>
                  <a:cubicBezTo>
                    <a:pt x="178" y="55"/>
                    <a:pt x="177" y="55"/>
                    <a:pt x="177" y="55"/>
                  </a:cubicBezTo>
                  <a:cubicBezTo>
                    <a:pt x="176" y="55"/>
                    <a:pt x="174" y="56"/>
                    <a:pt x="170" y="60"/>
                  </a:cubicBezTo>
                  <a:cubicBezTo>
                    <a:pt x="166" y="65"/>
                    <a:pt x="162" y="68"/>
                    <a:pt x="157" y="71"/>
                  </a:cubicBezTo>
                  <a:cubicBezTo>
                    <a:pt x="153" y="76"/>
                    <a:pt x="150" y="80"/>
                    <a:pt x="146" y="84"/>
                  </a:cubicBezTo>
                  <a:cubicBezTo>
                    <a:pt x="146" y="84"/>
                    <a:pt x="150" y="77"/>
                    <a:pt x="156" y="70"/>
                  </a:cubicBezTo>
                  <a:cubicBezTo>
                    <a:pt x="167" y="57"/>
                    <a:pt x="173" y="50"/>
                    <a:pt x="170" y="48"/>
                  </a:cubicBezTo>
                  <a:cubicBezTo>
                    <a:pt x="169" y="47"/>
                    <a:pt x="168" y="44"/>
                    <a:pt x="174" y="38"/>
                  </a:cubicBezTo>
                  <a:cubicBezTo>
                    <a:pt x="173" y="37"/>
                    <a:pt x="173" y="37"/>
                    <a:pt x="172" y="37"/>
                  </a:cubicBezTo>
                  <a:cubicBezTo>
                    <a:pt x="171" y="37"/>
                    <a:pt x="169" y="38"/>
                    <a:pt x="166" y="42"/>
                  </a:cubicBezTo>
                  <a:lnTo>
                    <a:pt x="165" y="41"/>
                  </a:lnTo>
                  <a:cubicBezTo>
                    <a:pt x="168" y="37"/>
                    <a:pt x="169" y="35"/>
                    <a:pt x="168" y="35"/>
                  </a:cubicBezTo>
                  <a:lnTo>
                    <a:pt x="168" y="35"/>
                  </a:lnTo>
                  <a:cubicBezTo>
                    <a:pt x="168" y="35"/>
                    <a:pt x="166" y="36"/>
                    <a:pt x="164" y="39"/>
                  </a:cubicBezTo>
                  <a:cubicBezTo>
                    <a:pt x="162" y="40"/>
                    <a:pt x="161" y="41"/>
                    <a:pt x="160" y="41"/>
                  </a:cubicBezTo>
                  <a:cubicBezTo>
                    <a:pt x="160" y="41"/>
                    <a:pt x="162" y="37"/>
                    <a:pt x="161" y="37"/>
                  </a:cubicBezTo>
                  <a:cubicBezTo>
                    <a:pt x="166" y="31"/>
                    <a:pt x="169" y="28"/>
                    <a:pt x="169" y="28"/>
                  </a:cubicBezTo>
                  <a:lnTo>
                    <a:pt x="169" y="28"/>
                  </a:lnTo>
                  <a:cubicBezTo>
                    <a:pt x="169" y="28"/>
                    <a:pt x="164" y="32"/>
                    <a:pt x="155" y="42"/>
                  </a:cubicBezTo>
                  <a:cubicBezTo>
                    <a:pt x="150" y="46"/>
                    <a:pt x="147" y="51"/>
                    <a:pt x="145" y="56"/>
                  </a:cubicBezTo>
                  <a:lnTo>
                    <a:pt x="146" y="58"/>
                  </a:lnTo>
                  <a:lnTo>
                    <a:pt x="138" y="61"/>
                  </a:lnTo>
                  <a:cubicBezTo>
                    <a:pt x="133" y="65"/>
                    <a:pt x="129" y="68"/>
                    <a:pt x="124" y="71"/>
                  </a:cubicBezTo>
                  <a:cubicBezTo>
                    <a:pt x="124" y="71"/>
                    <a:pt x="120" y="77"/>
                    <a:pt x="118" y="77"/>
                  </a:cubicBezTo>
                  <a:cubicBezTo>
                    <a:pt x="118" y="77"/>
                    <a:pt x="118" y="77"/>
                    <a:pt x="118" y="77"/>
                  </a:cubicBezTo>
                  <a:lnTo>
                    <a:pt x="130" y="66"/>
                  </a:lnTo>
                  <a:cubicBezTo>
                    <a:pt x="137" y="60"/>
                    <a:pt x="143" y="55"/>
                    <a:pt x="149" y="48"/>
                  </a:cubicBezTo>
                  <a:cubicBezTo>
                    <a:pt x="156" y="40"/>
                    <a:pt x="161" y="34"/>
                    <a:pt x="160" y="34"/>
                  </a:cubicBezTo>
                  <a:lnTo>
                    <a:pt x="160" y="34"/>
                  </a:lnTo>
                  <a:cubicBezTo>
                    <a:pt x="159" y="34"/>
                    <a:pt x="157" y="36"/>
                    <a:pt x="153" y="40"/>
                  </a:cubicBezTo>
                  <a:cubicBezTo>
                    <a:pt x="152" y="39"/>
                    <a:pt x="152" y="39"/>
                    <a:pt x="158" y="32"/>
                  </a:cubicBezTo>
                  <a:cubicBezTo>
                    <a:pt x="161" y="30"/>
                    <a:pt x="162" y="28"/>
                    <a:pt x="162" y="28"/>
                  </a:cubicBezTo>
                  <a:lnTo>
                    <a:pt x="162" y="28"/>
                  </a:lnTo>
                  <a:cubicBezTo>
                    <a:pt x="162" y="28"/>
                    <a:pt x="158" y="31"/>
                    <a:pt x="151" y="38"/>
                  </a:cubicBezTo>
                  <a:cubicBezTo>
                    <a:pt x="145" y="43"/>
                    <a:pt x="142" y="45"/>
                    <a:pt x="141" y="45"/>
                  </a:cubicBezTo>
                  <a:cubicBezTo>
                    <a:pt x="140" y="45"/>
                    <a:pt x="143" y="42"/>
                    <a:pt x="149" y="35"/>
                  </a:cubicBezTo>
                  <a:cubicBezTo>
                    <a:pt x="156" y="27"/>
                    <a:pt x="158" y="23"/>
                    <a:pt x="156" y="23"/>
                  </a:cubicBezTo>
                  <a:cubicBezTo>
                    <a:pt x="156" y="23"/>
                    <a:pt x="154" y="24"/>
                    <a:pt x="152" y="25"/>
                  </a:cubicBezTo>
                  <a:cubicBezTo>
                    <a:pt x="146" y="32"/>
                    <a:pt x="143" y="34"/>
                    <a:pt x="142" y="34"/>
                  </a:cubicBezTo>
                  <a:cubicBezTo>
                    <a:pt x="141" y="34"/>
                    <a:pt x="142" y="32"/>
                    <a:pt x="145" y="29"/>
                  </a:cubicBezTo>
                  <a:cubicBezTo>
                    <a:pt x="148" y="26"/>
                    <a:pt x="149" y="24"/>
                    <a:pt x="148" y="24"/>
                  </a:cubicBezTo>
                  <a:cubicBezTo>
                    <a:pt x="147" y="24"/>
                    <a:pt x="145" y="25"/>
                    <a:pt x="142" y="28"/>
                  </a:cubicBezTo>
                  <a:cubicBezTo>
                    <a:pt x="147" y="23"/>
                    <a:pt x="152" y="18"/>
                    <a:pt x="151" y="18"/>
                  </a:cubicBezTo>
                  <a:lnTo>
                    <a:pt x="151" y="18"/>
                  </a:lnTo>
                  <a:cubicBezTo>
                    <a:pt x="150" y="18"/>
                    <a:pt x="150" y="19"/>
                    <a:pt x="148" y="20"/>
                  </a:cubicBezTo>
                  <a:cubicBezTo>
                    <a:pt x="148" y="20"/>
                    <a:pt x="147" y="20"/>
                    <a:pt x="141" y="27"/>
                  </a:cubicBezTo>
                  <a:lnTo>
                    <a:pt x="129" y="37"/>
                  </a:lnTo>
                  <a:cubicBezTo>
                    <a:pt x="125" y="41"/>
                    <a:pt x="121" y="46"/>
                    <a:pt x="116" y="49"/>
                  </a:cubicBezTo>
                  <a:cubicBezTo>
                    <a:pt x="115" y="50"/>
                    <a:pt x="114" y="51"/>
                    <a:pt x="114" y="51"/>
                  </a:cubicBezTo>
                  <a:cubicBezTo>
                    <a:pt x="113" y="51"/>
                    <a:pt x="118" y="42"/>
                    <a:pt x="132" y="28"/>
                  </a:cubicBezTo>
                  <a:lnTo>
                    <a:pt x="143" y="14"/>
                  </a:lnTo>
                  <a:lnTo>
                    <a:pt x="131" y="27"/>
                  </a:lnTo>
                  <a:cubicBezTo>
                    <a:pt x="130" y="25"/>
                    <a:pt x="130" y="25"/>
                    <a:pt x="136" y="20"/>
                  </a:cubicBezTo>
                  <a:cubicBezTo>
                    <a:pt x="142" y="13"/>
                    <a:pt x="142" y="13"/>
                    <a:pt x="141" y="13"/>
                  </a:cubicBezTo>
                  <a:cubicBezTo>
                    <a:pt x="141" y="13"/>
                    <a:pt x="141" y="13"/>
                    <a:pt x="141" y="13"/>
                  </a:cubicBezTo>
                  <a:cubicBezTo>
                    <a:pt x="141" y="13"/>
                    <a:pt x="140" y="14"/>
                    <a:pt x="136" y="18"/>
                  </a:cubicBezTo>
                  <a:cubicBezTo>
                    <a:pt x="128" y="25"/>
                    <a:pt x="125" y="28"/>
                    <a:pt x="125" y="28"/>
                  </a:cubicBezTo>
                  <a:cubicBezTo>
                    <a:pt x="125" y="28"/>
                    <a:pt x="126" y="26"/>
                    <a:pt x="129" y="23"/>
                  </a:cubicBezTo>
                  <a:cubicBezTo>
                    <a:pt x="135" y="17"/>
                    <a:pt x="137" y="13"/>
                    <a:pt x="137" y="13"/>
                  </a:cubicBezTo>
                  <a:lnTo>
                    <a:pt x="137" y="13"/>
                  </a:lnTo>
                  <a:cubicBezTo>
                    <a:pt x="136" y="13"/>
                    <a:pt x="133" y="16"/>
                    <a:pt x="127" y="22"/>
                  </a:cubicBezTo>
                  <a:cubicBezTo>
                    <a:pt x="121" y="27"/>
                    <a:pt x="117" y="30"/>
                    <a:pt x="117" y="30"/>
                  </a:cubicBezTo>
                  <a:cubicBezTo>
                    <a:pt x="117" y="30"/>
                    <a:pt x="120" y="27"/>
                    <a:pt x="127" y="21"/>
                  </a:cubicBezTo>
                  <a:cubicBezTo>
                    <a:pt x="131" y="18"/>
                    <a:pt x="134" y="13"/>
                    <a:pt x="138" y="7"/>
                  </a:cubicBezTo>
                  <a:lnTo>
                    <a:pt x="138" y="7"/>
                  </a:lnTo>
                  <a:lnTo>
                    <a:pt x="131" y="14"/>
                  </a:lnTo>
                  <a:cubicBezTo>
                    <a:pt x="124" y="20"/>
                    <a:pt x="121" y="23"/>
                    <a:pt x="121" y="23"/>
                  </a:cubicBezTo>
                  <a:cubicBezTo>
                    <a:pt x="121" y="23"/>
                    <a:pt x="122" y="22"/>
                    <a:pt x="124" y="19"/>
                  </a:cubicBezTo>
                  <a:cubicBezTo>
                    <a:pt x="127" y="15"/>
                    <a:pt x="129" y="13"/>
                    <a:pt x="128" y="13"/>
                  </a:cubicBezTo>
                  <a:lnTo>
                    <a:pt x="128" y="13"/>
                  </a:lnTo>
                  <a:cubicBezTo>
                    <a:pt x="128" y="13"/>
                    <a:pt x="126" y="14"/>
                    <a:pt x="123" y="16"/>
                  </a:cubicBezTo>
                  <a:cubicBezTo>
                    <a:pt x="122" y="15"/>
                    <a:pt x="121" y="14"/>
                    <a:pt x="128" y="9"/>
                  </a:cubicBezTo>
                  <a:cubicBezTo>
                    <a:pt x="134" y="3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33"/>
            <p:cNvSpPr/>
            <p:nvPr/>
          </p:nvSpPr>
          <p:spPr>
            <a:xfrm>
              <a:off x="3285601" y="2810805"/>
              <a:ext cx="67827" cy="37959"/>
            </a:xfrm>
            <a:custGeom>
              <a:avLst/>
              <a:gdLst/>
              <a:ahLst/>
              <a:cxnLst/>
              <a:rect l="l" t="t" r="r" b="b"/>
              <a:pathLst>
                <a:path w="679" h="380" extrusionOk="0">
                  <a:moveTo>
                    <a:pt x="89" y="8"/>
                  </a:moveTo>
                  <a:lnTo>
                    <a:pt x="86" y="16"/>
                  </a:lnTo>
                  <a:lnTo>
                    <a:pt x="87" y="16"/>
                  </a:lnTo>
                  <a:cubicBezTo>
                    <a:pt x="90" y="8"/>
                    <a:pt x="90" y="8"/>
                    <a:pt x="89" y="8"/>
                  </a:cubicBezTo>
                  <a:close/>
                  <a:moveTo>
                    <a:pt x="255" y="31"/>
                  </a:moveTo>
                  <a:cubicBezTo>
                    <a:pt x="254" y="31"/>
                    <a:pt x="254" y="33"/>
                    <a:pt x="252" y="39"/>
                  </a:cubicBezTo>
                  <a:lnTo>
                    <a:pt x="253" y="40"/>
                  </a:lnTo>
                  <a:cubicBezTo>
                    <a:pt x="256" y="32"/>
                    <a:pt x="256" y="32"/>
                    <a:pt x="256" y="32"/>
                  </a:cubicBezTo>
                  <a:cubicBezTo>
                    <a:pt x="256" y="32"/>
                    <a:pt x="255" y="31"/>
                    <a:pt x="255" y="31"/>
                  </a:cubicBezTo>
                  <a:close/>
                  <a:moveTo>
                    <a:pt x="69" y="51"/>
                  </a:moveTo>
                  <a:cubicBezTo>
                    <a:pt x="69" y="51"/>
                    <a:pt x="68" y="52"/>
                    <a:pt x="67" y="54"/>
                  </a:cubicBezTo>
                  <a:lnTo>
                    <a:pt x="67" y="54"/>
                  </a:lnTo>
                  <a:cubicBezTo>
                    <a:pt x="68" y="52"/>
                    <a:pt x="69" y="51"/>
                    <a:pt x="69" y="51"/>
                  </a:cubicBezTo>
                  <a:close/>
                  <a:moveTo>
                    <a:pt x="62" y="42"/>
                  </a:moveTo>
                  <a:cubicBezTo>
                    <a:pt x="62" y="42"/>
                    <a:pt x="62" y="42"/>
                    <a:pt x="62" y="42"/>
                  </a:cubicBezTo>
                  <a:cubicBezTo>
                    <a:pt x="63" y="42"/>
                    <a:pt x="63" y="42"/>
                    <a:pt x="60" y="50"/>
                  </a:cubicBezTo>
                  <a:cubicBezTo>
                    <a:pt x="60" y="50"/>
                    <a:pt x="56" y="57"/>
                    <a:pt x="55" y="57"/>
                  </a:cubicBezTo>
                  <a:cubicBezTo>
                    <a:pt x="55" y="57"/>
                    <a:pt x="55" y="57"/>
                    <a:pt x="54" y="57"/>
                  </a:cubicBezTo>
                  <a:lnTo>
                    <a:pt x="58" y="49"/>
                  </a:lnTo>
                  <a:cubicBezTo>
                    <a:pt x="60" y="43"/>
                    <a:pt x="61" y="42"/>
                    <a:pt x="62" y="42"/>
                  </a:cubicBezTo>
                  <a:close/>
                  <a:moveTo>
                    <a:pt x="70" y="46"/>
                  </a:moveTo>
                  <a:cubicBezTo>
                    <a:pt x="70" y="46"/>
                    <a:pt x="70" y="46"/>
                    <a:pt x="70" y="47"/>
                  </a:cubicBezTo>
                  <a:cubicBezTo>
                    <a:pt x="71" y="47"/>
                    <a:pt x="71" y="47"/>
                    <a:pt x="68" y="54"/>
                  </a:cubicBezTo>
                  <a:lnTo>
                    <a:pt x="67" y="54"/>
                  </a:lnTo>
                  <a:cubicBezTo>
                    <a:pt x="66" y="56"/>
                    <a:pt x="65" y="59"/>
                    <a:pt x="63" y="62"/>
                  </a:cubicBezTo>
                  <a:cubicBezTo>
                    <a:pt x="60" y="70"/>
                    <a:pt x="57" y="78"/>
                    <a:pt x="57" y="78"/>
                  </a:cubicBezTo>
                  <a:cubicBezTo>
                    <a:pt x="58" y="72"/>
                    <a:pt x="60" y="67"/>
                    <a:pt x="62" y="61"/>
                  </a:cubicBezTo>
                  <a:cubicBezTo>
                    <a:pt x="68" y="49"/>
                    <a:pt x="69" y="46"/>
                    <a:pt x="70" y="46"/>
                  </a:cubicBezTo>
                  <a:close/>
                  <a:moveTo>
                    <a:pt x="151" y="71"/>
                  </a:moveTo>
                  <a:cubicBezTo>
                    <a:pt x="151" y="71"/>
                    <a:pt x="151" y="71"/>
                    <a:pt x="151" y="71"/>
                  </a:cubicBezTo>
                  <a:lnTo>
                    <a:pt x="148" y="79"/>
                  </a:lnTo>
                  <a:lnTo>
                    <a:pt x="143" y="86"/>
                  </a:lnTo>
                  <a:lnTo>
                    <a:pt x="146" y="78"/>
                  </a:lnTo>
                  <a:cubicBezTo>
                    <a:pt x="149" y="72"/>
                    <a:pt x="150" y="71"/>
                    <a:pt x="151" y="71"/>
                  </a:cubicBezTo>
                  <a:close/>
                  <a:moveTo>
                    <a:pt x="218" y="79"/>
                  </a:moveTo>
                  <a:cubicBezTo>
                    <a:pt x="215" y="87"/>
                    <a:pt x="213" y="95"/>
                    <a:pt x="213" y="95"/>
                  </a:cubicBezTo>
                  <a:cubicBezTo>
                    <a:pt x="213" y="95"/>
                    <a:pt x="216" y="87"/>
                    <a:pt x="216" y="87"/>
                  </a:cubicBezTo>
                  <a:cubicBezTo>
                    <a:pt x="216" y="87"/>
                    <a:pt x="219" y="79"/>
                    <a:pt x="219" y="79"/>
                  </a:cubicBezTo>
                  <a:close/>
                  <a:moveTo>
                    <a:pt x="176" y="69"/>
                  </a:moveTo>
                  <a:cubicBezTo>
                    <a:pt x="177" y="69"/>
                    <a:pt x="175" y="73"/>
                    <a:pt x="170" y="81"/>
                  </a:cubicBezTo>
                  <a:cubicBezTo>
                    <a:pt x="166" y="89"/>
                    <a:pt x="162" y="96"/>
                    <a:pt x="162" y="96"/>
                  </a:cubicBezTo>
                  <a:cubicBezTo>
                    <a:pt x="164" y="88"/>
                    <a:pt x="169" y="80"/>
                    <a:pt x="173" y="73"/>
                  </a:cubicBezTo>
                  <a:cubicBezTo>
                    <a:pt x="175" y="71"/>
                    <a:pt x="176" y="69"/>
                    <a:pt x="176" y="69"/>
                  </a:cubicBezTo>
                  <a:close/>
                  <a:moveTo>
                    <a:pt x="201" y="98"/>
                  </a:moveTo>
                  <a:cubicBezTo>
                    <a:pt x="201" y="98"/>
                    <a:pt x="201" y="98"/>
                    <a:pt x="198" y="106"/>
                  </a:cubicBezTo>
                  <a:lnTo>
                    <a:pt x="197" y="106"/>
                  </a:lnTo>
                  <a:lnTo>
                    <a:pt x="200" y="98"/>
                  </a:lnTo>
                  <a:close/>
                  <a:moveTo>
                    <a:pt x="100" y="91"/>
                  </a:moveTo>
                  <a:lnTo>
                    <a:pt x="100" y="91"/>
                  </a:lnTo>
                  <a:cubicBezTo>
                    <a:pt x="99" y="97"/>
                    <a:pt x="96" y="103"/>
                    <a:pt x="93" y="107"/>
                  </a:cubicBezTo>
                  <a:lnTo>
                    <a:pt x="92" y="106"/>
                  </a:lnTo>
                  <a:cubicBezTo>
                    <a:pt x="94" y="100"/>
                    <a:pt x="96" y="96"/>
                    <a:pt x="100" y="91"/>
                  </a:cubicBezTo>
                  <a:close/>
                  <a:moveTo>
                    <a:pt x="197" y="92"/>
                  </a:moveTo>
                  <a:cubicBezTo>
                    <a:pt x="197" y="92"/>
                    <a:pt x="194" y="100"/>
                    <a:pt x="188" y="110"/>
                  </a:cubicBezTo>
                  <a:lnTo>
                    <a:pt x="187" y="110"/>
                  </a:lnTo>
                  <a:cubicBezTo>
                    <a:pt x="189" y="105"/>
                    <a:pt x="191" y="99"/>
                    <a:pt x="195" y="95"/>
                  </a:cubicBezTo>
                  <a:cubicBezTo>
                    <a:pt x="196" y="93"/>
                    <a:pt x="196" y="92"/>
                    <a:pt x="197" y="92"/>
                  </a:cubicBezTo>
                  <a:close/>
                  <a:moveTo>
                    <a:pt x="149" y="85"/>
                  </a:moveTo>
                  <a:lnTo>
                    <a:pt x="149" y="85"/>
                  </a:lnTo>
                  <a:cubicBezTo>
                    <a:pt x="149" y="85"/>
                    <a:pt x="147" y="89"/>
                    <a:pt x="144" y="96"/>
                  </a:cubicBezTo>
                  <a:cubicBezTo>
                    <a:pt x="141" y="104"/>
                    <a:pt x="138" y="112"/>
                    <a:pt x="133" y="118"/>
                  </a:cubicBezTo>
                  <a:lnTo>
                    <a:pt x="131" y="118"/>
                  </a:lnTo>
                  <a:lnTo>
                    <a:pt x="140" y="104"/>
                  </a:lnTo>
                  <a:cubicBezTo>
                    <a:pt x="146" y="91"/>
                    <a:pt x="149" y="85"/>
                    <a:pt x="149" y="85"/>
                  </a:cubicBezTo>
                  <a:close/>
                  <a:moveTo>
                    <a:pt x="164" y="107"/>
                  </a:moveTo>
                  <a:lnTo>
                    <a:pt x="166" y="108"/>
                  </a:lnTo>
                  <a:cubicBezTo>
                    <a:pt x="163" y="113"/>
                    <a:pt x="161" y="118"/>
                    <a:pt x="158" y="123"/>
                  </a:cubicBezTo>
                  <a:lnTo>
                    <a:pt x="157" y="123"/>
                  </a:lnTo>
                  <a:cubicBezTo>
                    <a:pt x="161" y="115"/>
                    <a:pt x="164" y="107"/>
                    <a:pt x="164" y="107"/>
                  </a:cubicBezTo>
                  <a:close/>
                  <a:moveTo>
                    <a:pt x="98" y="105"/>
                  </a:moveTo>
                  <a:lnTo>
                    <a:pt x="98" y="105"/>
                  </a:lnTo>
                  <a:cubicBezTo>
                    <a:pt x="97" y="105"/>
                    <a:pt x="95" y="111"/>
                    <a:pt x="92" y="116"/>
                  </a:cubicBezTo>
                  <a:cubicBezTo>
                    <a:pt x="88" y="124"/>
                    <a:pt x="89" y="124"/>
                    <a:pt x="90" y="125"/>
                  </a:cubicBezTo>
                  <a:cubicBezTo>
                    <a:pt x="92" y="125"/>
                    <a:pt x="96" y="118"/>
                    <a:pt x="96" y="118"/>
                  </a:cubicBezTo>
                  <a:cubicBezTo>
                    <a:pt x="99" y="110"/>
                    <a:pt x="98" y="109"/>
                    <a:pt x="97" y="109"/>
                  </a:cubicBezTo>
                  <a:cubicBezTo>
                    <a:pt x="98" y="106"/>
                    <a:pt x="98" y="105"/>
                    <a:pt x="98" y="105"/>
                  </a:cubicBezTo>
                  <a:close/>
                  <a:moveTo>
                    <a:pt x="335" y="123"/>
                  </a:moveTo>
                  <a:lnTo>
                    <a:pt x="335" y="123"/>
                  </a:lnTo>
                  <a:cubicBezTo>
                    <a:pt x="334" y="128"/>
                    <a:pt x="330" y="134"/>
                    <a:pt x="328" y="138"/>
                  </a:cubicBezTo>
                  <a:lnTo>
                    <a:pt x="327" y="137"/>
                  </a:lnTo>
                  <a:cubicBezTo>
                    <a:pt x="330" y="130"/>
                    <a:pt x="335" y="123"/>
                    <a:pt x="335" y="123"/>
                  </a:cubicBezTo>
                  <a:close/>
                  <a:moveTo>
                    <a:pt x="237" y="121"/>
                  </a:moveTo>
                  <a:lnTo>
                    <a:pt x="237" y="121"/>
                  </a:lnTo>
                  <a:cubicBezTo>
                    <a:pt x="237" y="121"/>
                    <a:pt x="236" y="125"/>
                    <a:pt x="232" y="134"/>
                  </a:cubicBezTo>
                  <a:cubicBezTo>
                    <a:pt x="228" y="142"/>
                    <a:pt x="228" y="142"/>
                    <a:pt x="227" y="142"/>
                  </a:cubicBezTo>
                  <a:cubicBezTo>
                    <a:pt x="227" y="142"/>
                    <a:pt x="231" y="134"/>
                    <a:pt x="234" y="126"/>
                  </a:cubicBezTo>
                  <a:cubicBezTo>
                    <a:pt x="235" y="123"/>
                    <a:pt x="236" y="121"/>
                    <a:pt x="237" y="121"/>
                  </a:cubicBezTo>
                  <a:close/>
                  <a:moveTo>
                    <a:pt x="202" y="128"/>
                  </a:moveTo>
                  <a:cubicBezTo>
                    <a:pt x="203" y="128"/>
                    <a:pt x="203" y="128"/>
                    <a:pt x="203" y="128"/>
                  </a:cubicBezTo>
                  <a:cubicBezTo>
                    <a:pt x="204" y="128"/>
                    <a:pt x="204" y="128"/>
                    <a:pt x="200" y="136"/>
                  </a:cubicBezTo>
                  <a:cubicBezTo>
                    <a:pt x="200" y="136"/>
                    <a:pt x="197" y="144"/>
                    <a:pt x="196" y="144"/>
                  </a:cubicBezTo>
                  <a:cubicBezTo>
                    <a:pt x="196" y="144"/>
                    <a:pt x="198" y="135"/>
                    <a:pt x="198" y="135"/>
                  </a:cubicBezTo>
                  <a:cubicBezTo>
                    <a:pt x="201" y="129"/>
                    <a:pt x="202" y="128"/>
                    <a:pt x="202" y="128"/>
                  </a:cubicBezTo>
                  <a:close/>
                  <a:moveTo>
                    <a:pt x="240" y="128"/>
                  </a:moveTo>
                  <a:lnTo>
                    <a:pt x="241" y="130"/>
                  </a:lnTo>
                  <a:cubicBezTo>
                    <a:pt x="238" y="135"/>
                    <a:pt x="236" y="140"/>
                    <a:pt x="233" y="144"/>
                  </a:cubicBezTo>
                  <a:lnTo>
                    <a:pt x="235" y="136"/>
                  </a:lnTo>
                  <a:lnTo>
                    <a:pt x="240" y="128"/>
                  </a:lnTo>
                  <a:close/>
                  <a:moveTo>
                    <a:pt x="238" y="143"/>
                  </a:moveTo>
                  <a:cubicBezTo>
                    <a:pt x="238" y="143"/>
                    <a:pt x="237" y="146"/>
                    <a:pt x="236" y="146"/>
                  </a:cubicBezTo>
                  <a:cubicBezTo>
                    <a:pt x="237" y="144"/>
                    <a:pt x="238" y="143"/>
                    <a:pt x="238" y="143"/>
                  </a:cubicBezTo>
                  <a:close/>
                  <a:moveTo>
                    <a:pt x="215" y="135"/>
                  </a:moveTo>
                  <a:cubicBezTo>
                    <a:pt x="216" y="135"/>
                    <a:pt x="216" y="135"/>
                    <a:pt x="216" y="135"/>
                  </a:cubicBezTo>
                  <a:cubicBezTo>
                    <a:pt x="216" y="135"/>
                    <a:pt x="213" y="143"/>
                    <a:pt x="213" y="143"/>
                  </a:cubicBezTo>
                  <a:cubicBezTo>
                    <a:pt x="212" y="146"/>
                    <a:pt x="211" y="146"/>
                    <a:pt x="211" y="146"/>
                  </a:cubicBezTo>
                  <a:cubicBezTo>
                    <a:pt x="211" y="146"/>
                    <a:pt x="212" y="143"/>
                    <a:pt x="212" y="143"/>
                  </a:cubicBezTo>
                  <a:cubicBezTo>
                    <a:pt x="214" y="136"/>
                    <a:pt x="215" y="135"/>
                    <a:pt x="215" y="135"/>
                  </a:cubicBezTo>
                  <a:close/>
                  <a:moveTo>
                    <a:pt x="169" y="138"/>
                  </a:moveTo>
                  <a:lnTo>
                    <a:pt x="166" y="146"/>
                  </a:lnTo>
                  <a:cubicBezTo>
                    <a:pt x="165" y="146"/>
                    <a:pt x="163" y="149"/>
                    <a:pt x="163" y="149"/>
                  </a:cubicBezTo>
                  <a:cubicBezTo>
                    <a:pt x="163" y="149"/>
                    <a:pt x="163" y="148"/>
                    <a:pt x="164" y="145"/>
                  </a:cubicBezTo>
                  <a:cubicBezTo>
                    <a:pt x="163" y="145"/>
                    <a:pt x="168" y="138"/>
                    <a:pt x="169" y="138"/>
                  </a:cubicBezTo>
                  <a:close/>
                  <a:moveTo>
                    <a:pt x="425" y="162"/>
                  </a:moveTo>
                  <a:lnTo>
                    <a:pt x="425" y="162"/>
                  </a:lnTo>
                  <a:cubicBezTo>
                    <a:pt x="425" y="163"/>
                    <a:pt x="424" y="166"/>
                    <a:pt x="424" y="166"/>
                  </a:cubicBezTo>
                  <a:cubicBezTo>
                    <a:pt x="424" y="166"/>
                    <a:pt x="424" y="165"/>
                    <a:pt x="425" y="162"/>
                  </a:cubicBezTo>
                  <a:close/>
                  <a:moveTo>
                    <a:pt x="8" y="158"/>
                  </a:moveTo>
                  <a:cubicBezTo>
                    <a:pt x="8" y="158"/>
                    <a:pt x="4" y="164"/>
                    <a:pt x="1" y="172"/>
                  </a:cubicBezTo>
                  <a:lnTo>
                    <a:pt x="2" y="173"/>
                  </a:lnTo>
                  <a:cubicBezTo>
                    <a:pt x="4" y="169"/>
                    <a:pt x="7" y="163"/>
                    <a:pt x="8" y="158"/>
                  </a:cubicBezTo>
                  <a:close/>
                  <a:moveTo>
                    <a:pt x="278" y="169"/>
                  </a:moveTo>
                  <a:lnTo>
                    <a:pt x="279" y="170"/>
                  </a:lnTo>
                  <a:cubicBezTo>
                    <a:pt x="277" y="176"/>
                    <a:pt x="274" y="180"/>
                    <a:pt x="271" y="184"/>
                  </a:cubicBezTo>
                  <a:lnTo>
                    <a:pt x="274" y="177"/>
                  </a:lnTo>
                  <a:lnTo>
                    <a:pt x="278" y="169"/>
                  </a:lnTo>
                  <a:close/>
                  <a:moveTo>
                    <a:pt x="330" y="184"/>
                  </a:moveTo>
                  <a:lnTo>
                    <a:pt x="330" y="184"/>
                  </a:lnTo>
                  <a:cubicBezTo>
                    <a:pt x="331" y="184"/>
                    <a:pt x="329" y="187"/>
                    <a:pt x="328" y="187"/>
                  </a:cubicBezTo>
                  <a:cubicBezTo>
                    <a:pt x="328" y="187"/>
                    <a:pt x="328" y="187"/>
                    <a:pt x="328" y="187"/>
                  </a:cubicBezTo>
                  <a:cubicBezTo>
                    <a:pt x="330" y="185"/>
                    <a:pt x="330" y="184"/>
                    <a:pt x="330" y="184"/>
                  </a:cubicBezTo>
                  <a:close/>
                  <a:moveTo>
                    <a:pt x="324" y="174"/>
                  </a:moveTo>
                  <a:cubicBezTo>
                    <a:pt x="321" y="180"/>
                    <a:pt x="319" y="186"/>
                    <a:pt x="316" y="190"/>
                  </a:cubicBezTo>
                  <a:lnTo>
                    <a:pt x="319" y="182"/>
                  </a:lnTo>
                  <a:lnTo>
                    <a:pt x="323" y="174"/>
                  </a:lnTo>
                  <a:close/>
                  <a:moveTo>
                    <a:pt x="298" y="171"/>
                  </a:moveTo>
                  <a:cubicBezTo>
                    <a:pt x="299" y="171"/>
                    <a:pt x="299" y="171"/>
                    <a:pt x="296" y="179"/>
                  </a:cubicBezTo>
                  <a:cubicBezTo>
                    <a:pt x="292" y="187"/>
                    <a:pt x="288" y="193"/>
                    <a:pt x="288" y="193"/>
                  </a:cubicBezTo>
                  <a:cubicBezTo>
                    <a:pt x="288" y="193"/>
                    <a:pt x="295" y="179"/>
                    <a:pt x="298" y="171"/>
                  </a:cubicBezTo>
                  <a:close/>
                  <a:moveTo>
                    <a:pt x="496" y="191"/>
                  </a:moveTo>
                  <a:cubicBezTo>
                    <a:pt x="494" y="197"/>
                    <a:pt x="492" y="201"/>
                    <a:pt x="489" y="207"/>
                  </a:cubicBezTo>
                  <a:lnTo>
                    <a:pt x="492" y="198"/>
                  </a:lnTo>
                  <a:lnTo>
                    <a:pt x="495" y="191"/>
                  </a:lnTo>
                  <a:close/>
                  <a:moveTo>
                    <a:pt x="484" y="195"/>
                  </a:moveTo>
                  <a:cubicBezTo>
                    <a:pt x="484" y="195"/>
                    <a:pt x="484" y="195"/>
                    <a:pt x="484" y="195"/>
                  </a:cubicBezTo>
                  <a:cubicBezTo>
                    <a:pt x="484" y="195"/>
                    <a:pt x="484" y="195"/>
                    <a:pt x="481" y="202"/>
                  </a:cubicBezTo>
                  <a:cubicBezTo>
                    <a:pt x="481" y="202"/>
                    <a:pt x="477" y="210"/>
                    <a:pt x="477" y="210"/>
                  </a:cubicBezTo>
                  <a:lnTo>
                    <a:pt x="480" y="201"/>
                  </a:lnTo>
                  <a:cubicBezTo>
                    <a:pt x="482" y="195"/>
                    <a:pt x="484" y="195"/>
                    <a:pt x="484" y="195"/>
                  </a:cubicBezTo>
                  <a:close/>
                  <a:moveTo>
                    <a:pt x="372" y="201"/>
                  </a:moveTo>
                  <a:cubicBezTo>
                    <a:pt x="373" y="201"/>
                    <a:pt x="373" y="201"/>
                    <a:pt x="370" y="209"/>
                  </a:cubicBezTo>
                  <a:cubicBezTo>
                    <a:pt x="367" y="215"/>
                    <a:pt x="366" y="216"/>
                    <a:pt x="365" y="216"/>
                  </a:cubicBezTo>
                  <a:cubicBezTo>
                    <a:pt x="365" y="216"/>
                    <a:pt x="364" y="216"/>
                    <a:pt x="364" y="216"/>
                  </a:cubicBezTo>
                  <a:cubicBezTo>
                    <a:pt x="366" y="210"/>
                    <a:pt x="369" y="206"/>
                    <a:pt x="372" y="201"/>
                  </a:cubicBezTo>
                  <a:close/>
                  <a:moveTo>
                    <a:pt x="404" y="209"/>
                  </a:moveTo>
                  <a:lnTo>
                    <a:pt x="404" y="209"/>
                  </a:lnTo>
                  <a:cubicBezTo>
                    <a:pt x="403" y="215"/>
                    <a:pt x="400" y="219"/>
                    <a:pt x="398" y="225"/>
                  </a:cubicBezTo>
                  <a:lnTo>
                    <a:pt x="397" y="224"/>
                  </a:lnTo>
                  <a:cubicBezTo>
                    <a:pt x="400" y="216"/>
                    <a:pt x="404" y="209"/>
                    <a:pt x="404" y="209"/>
                  </a:cubicBezTo>
                  <a:close/>
                  <a:moveTo>
                    <a:pt x="418" y="238"/>
                  </a:moveTo>
                  <a:cubicBezTo>
                    <a:pt x="418" y="238"/>
                    <a:pt x="417" y="240"/>
                    <a:pt x="416" y="244"/>
                  </a:cubicBezTo>
                  <a:cubicBezTo>
                    <a:pt x="417" y="240"/>
                    <a:pt x="418" y="238"/>
                    <a:pt x="418" y="238"/>
                  </a:cubicBezTo>
                  <a:close/>
                  <a:moveTo>
                    <a:pt x="480" y="243"/>
                  </a:moveTo>
                  <a:cubicBezTo>
                    <a:pt x="480" y="243"/>
                    <a:pt x="479" y="245"/>
                    <a:pt x="477" y="248"/>
                  </a:cubicBezTo>
                  <a:cubicBezTo>
                    <a:pt x="474" y="256"/>
                    <a:pt x="474" y="256"/>
                    <a:pt x="474" y="256"/>
                  </a:cubicBezTo>
                  <a:cubicBezTo>
                    <a:pt x="472" y="255"/>
                    <a:pt x="472" y="255"/>
                    <a:pt x="476" y="248"/>
                  </a:cubicBezTo>
                  <a:cubicBezTo>
                    <a:pt x="478" y="245"/>
                    <a:pt x="480" y="243"/>
                    <a:pt x="480" y="243"/>
                  </a:cubicBezTo>
                  <a:close/>
                  <a:moveTo>
                    <a:pt x="503" y="243"/>
                  </a:moveTo>
                  <a:cubicBezTo>
                    <a:pt x="503" y="244"/>
                    <a:pt x="500" y="252"/>
                    <a:pt x="500" y="252"/>
                  </a:cubicBezTo>
                  <a:cubicBezTo>
                    <a:pt x="500" y="252"/>
                    <a:pt x="497" y="259"/>
                    <a:pt x="497" y="259"/>
                  </a:cubicBezTo>
                  <a:cubicBezTo>
                    <a:pt x="496" y="259"/>
                    <a:pt x="496" y="259"/>
                    <a:pt x="496" y="259"/>
                  </a:cubicBezTo>
                  <a:cubicBezTo>
                    <a:pt x="496" y="259"/>
                    <a:pt x="499" y="251"/>
                    <a:pt x="502" y="243"/>
                  </a:cubicBezTo>
                  <a:close/>
                  <a:moveTo>
                    <a:pt x="482" y="251"/>
                  </a:moveTo>
                  <a:cubicBezTo>
                    <a:pt x="483" y="252"/>
                    <a:pt x="483" y="252"/>
                    <a:pt x="480" y="260"/>
                  </a:cubicBezTo>
                  <a:lnTo>
                    <a:pt x="479" y="259"/>
                  </a:lnTo>
                  <a:lnTo>
                    <a:pt x="481" y="251"/>
                  </a:lnTo>
                  <a:close/>
                  <a:moveTo>
                    <a:pt x="489" y="255"/>
                  </a:moveTo>
                  <a:cubicBezTo>
                    <a:pt x="490" y="255"/>
                    <a:pt x="490" y="255"/>
                    <a:pt x="486" y="263"/>
                  </a:cubicBezTo>
                  <a:lnTo>
                    <a:pt x="485" y="263"/>
                  </a:lnTo>
                  <a:lnTo>
                    <a:pt x="489" y="255"/>
                  </a:lnTo>
                  <a:close/>
                  <a:moveTo>
                    <a:pt x="568" y="241"/>
                  </a:moveTo>
                  <a:lnTo>
                    <a:pt x="568" y="241"/>
                  </a:lnTo>
                  <a:cubicBezTo>
                    <a:pt x="569" y="241"/>
                    <a:pt x="569" y="241"/>
                    <a:pt x="566" y="248"/>
                  </a:cubicBezTo>
                  <a:cubicBezTo>
                    <a:pt x="564" y="254"/>
                    <a:pt x="562" y="259"/>
                    <a:pt x="557" y="263"/>
                  </a:cubicBezTo>
                  <a:cubicBezTo>
                    <a:pt x="560" y="255"/>
                    <a:pt x="564" y="247"/>
                    <a:pt x="568" y="241"/>
                  </a:cubicBezTo>
                  <a:close/>
                  <a:moveTo>
                    <a:pt x="482" y="266"/>
                  </a:moveTo>
                  <a:cubicBezTo>
                    <a:pt x="482" y="266"/>
                    <a:pt x="481" y="267"/>
                    <a:pt x="480" y="270"/>
                  </a:cubicBezTo>
                  <a:cubicBezTo>
                    <a:pt x="480" y="270"/>
                    <a:pt x="482" y="266"/>
                    <a:pt x="482" y="266"/>
                  </a:cubicBezTo>
                  <a:close/>
                  <a:moveTo>
                    <a:pt x="533" y="255"/>
                  </a:moveTo>
                  <a:lnTo>
                    <a:pt x="533" y="255"/>
                  </a:lnTo>
                  <a:cubicBezTo>
                    <a:pt x="533" y="255"/>
                    <a:pt x="532" y="256"/>
                    <a:pt x="531" y="259"/>
                  </a:cubicBezTo>
                  <a:cubicBezTo>
                    <a:pt x="531" y="259"/>
                    <a:pt x="528" y="266"/>
                    <a:pt x="525" y="274"/>
                  </a:cubicBezTo>
                  <a:cubicBezTo>
                    <a:pt x="525" y="274"/>
                    <a:pt x="523" y="278"/>
                    <a:pt x="522" y="278"/>
                  </a:cubicBezTo>
                  <a:cubicBezTo>
                    <a:pt x="522" y="278"/>
                    <a:pt x="522" y="277"/>
                    <a:pt x="523" y="274"/>
                  </a:cubicBezTo>
                  <a:lnTo>
                    <a:pt x="527" y="266"/>
                  </a:lnTo>
                  <a:cubicBezTo>
                    <a:pt x="530" y="261"/>
                    <a:pt x="533" y="255"/>
                    <a:pt x="533" y="255"/>
                  </a:cubicBezTo>
                  <a:close/>
                  <a:moveTo>
                    <a:pt x="142" y="289"/>
                  </a:moveTo>
                  <a:cubicBezTo>
                    <a:pt x="142" y="289"/>
                    <a:pt x="139" y="296"/>
                    <a:pt x="134" y="303"/>
                  </a:cubicBezTo>
                  <a:cubicBezTo>
                    <a:pt x="133" y="307"/>
                    <a:pt x="132" y="309"/>
                    <a:pt x="132" y="309"/>
                  </a:cubicBezTo>
                  <a:cubicBezTo>
                    <a:pt x="133" y="309"/>
                    <a:pt x="135" y="305"/>
                    <a:pt x="140" y="297"/>
                  </a:cubicBezTo>
                  <a:cubicBezTo>
                    <a:pt x="143" y="289"/>
                    <a:pt x="143" y="289"/>
                    <a:pt x="142" y="289"/>
                  </a:cubicBezTo>
                  <a:close/>
                  <a:moveTo>
                    <a:pt x="674" y="280"/>
                  </a:moveTo>
                  <a:cubicBezTo>
                    <a:pt x="674" y="280"/>
                    <a:pt x="669" y="291"/>
                    <a:pt x="664" y="301"/>
                  </a:cubicBezTo>
                  <a:cubicBezTo>
                    <a:pt x="660" y="309"/>
                    <a:pt x="658" y="313"/>
                    <a:pt x="658" y="313"/>
                  </a:cubicBezTo>
                  <a:cubicBezTo>
                    <a:pt x="657" y="313"/>
                    <a:pt x="659" y="309"/>
                    <a:pt x="662" y="301"/>
                  </a:cubicBezTo>
                  <a:cubicBezTo>
                    <a:pt x="665" y="296"/>
                    <a:pt x="667" y="291"/>
                    <a:pt x="670" y="287"/>
                  </a:cubicBezTo>
                  <a:cubicBezTo>
                    <a:pt x="673" y="282"/>
                    <a:pt x="674" y="280"/>
                    <a:pt x="674" y="280"/>
                  </a:cubicBezTo>
                  <a:close/>
                  <a:moveTo>
                    <a:pt x="69" y="0"/>
                  </a:moveTo>
                  <a:cubicBezTo>
                    <a:pt x="69" y="0"/>
                    <a:pt x="68" y="2"/>
                    <a:pt x="67" y="5"/>
                  </a:cubicBezTo>
                  <a:cubicBezTo>
                    <a:pt x="62" y="13"/>
                    <a:pt x="59" y="21"/>
                    <a:pt x="57" y="30"/>
                  </a:cubicBezTo>
                  <a:cubicBezTo>
                    <a:pt x="58" y="30"/>
                    <a:pt x="58" y="30"/>
                    <a:pt x="53" y="38"/>
                  </a:cubicBezTo>
                  <a:lnTo>
                    <a:pt x="52" y="36"/>
                  </a:lnTo>
                  <a:cubicBezTo>
                    <a:pt x="52" y="36"/>
                    <a:pt x="52" y="36"/>
                    <a:pt x="52" y="36"/>
                  </a:cubicBezTo>
                  <a:cubicBezTo>
                    <a:pt x="52" y="36"/>
                    <a:pt x="50" y="37"/>
                    <a:pt x="47" y="43"/>
                  </a:cubicBezTo>
                  <a:cubicBezTo>
                    <a:pt x="42" y="49"/>
                    <a:pt x="37" y="60"/>
                    <a:pt x="38" y="60"/>
                  </a:cubicBezTo>
                  <a:cubicBezTo>
                    <a:pt x="38" y="60"/>
                    <a:pt x="38" y="60"/>
                    <a:pt x="38" y="60"/>
                  </a:cubicBezTo>
                  <a:lnTo>
                    <a:pt x="38" y="60"/>
                  </a:lnTo>
                  <a:lnTo>
                    <a:pt x="37" y="67"/>
                  </a:lnTo>
                  <a:cubicBezTo>
                    <a:pt x="31" y="79"/>
                    <a:pt x="29" y="85"/>
                    <a:pt x="30" y="85"/>
                  </a:cubicBezTo>
                  <a:cubicBezTo>
                    <a:pt x="30" y="85"/>
                    <a:pt x="33" y="79"/>
                    <a:pt x="38" y="68"/>
                  </a:cubicBezTo>
                  <a:cubicBezTo>
                    <a:pt x="43" y="55"/>
                    <a:pt x="46" y="49"/>
                    <a:pt x="46" y="49"/>
                  </a:cubicBezTo>
                  <a:lnTo>
                    <a:pt x="46" y="49"/>
                  </a:lnTo>
                  <a:cubicBezTo>
                    <a:pt x="46" y="49"/>
                    <a:pt x="45" y="53"/>
                    <a:pt x="42" y="60"/>
                  </a:cubicBezTo>
                  <a:cubicBezTo>
                    <a:pt x="35" y="76"/>
                    <a:pt x="35" y="76"/>
                    <a:pt x="37" y="76"/>
                  </a:cubicBezTo>
                  <a:cubicBezTo>
                    <a:pt x="38" y="77"/>
                    <a:pt x="38" y="77"/>
                    <a:pt x="33" y="85"/>
                  </a:cubicBezTo>
                  <a:cubicBezTo>
                    <a:pt x="31" y="89"/>
                    <a:pt x="29" y="95"/>
                    <a:pt x="28" y="100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29" y="101"/>
                    <a:pt x="30" y="99"/>
                    <a:pt x="32" y="94"/>
                  </a:cubicBezTo>
                  <a:cubicBezTo>
                    <a:pt x="33" y="90"/>
                    <a:pt x="34" y="88"/>
                    <a:pt x="35" y="88"/>
                  </a:cubicBezTo>
                  <a:lnTo>
                    <a:pt x="35" y="88"/>
                  </a:lnTo>
                  <a:cubicBezTo>
                    <a:pt x="35" y="88"/>
                    <a:pt x="34" y="92"/>
                    <a:pt x="30" y="101"/>
                  </a:cubicBezTo>
                  <a:cubicBezTo>
                    <a:pt x="29" y="105"/>
                    <a:pt x="28" y="108"/>
                    <a:pt x="29" y="108"/>
                  </a:cubicBezTo>
                  <a:cubicBezTo>
                    <a:pt x="29" y="108"/>
                    <a:pt x="30" y="104"/>
                    <a:pt x="34" y="95"/>
                  </a:cubicBezTo>
                  <a:cubicBezTo>
                    <a:pt x="38" y="87"/>
                    <a:pt x="40" y="84"/>
                    <a:pt x="40" y="84"/>
                  </a:cubicBezTo>
                  <a:lnTo>
                    <a:pt x="40" y="84"/>
                  </a:lnTo>
                  <a:cubicBezTo>
                    <a:pt x="41" y="84"/>
                    <a:pt x="40" y="88"/>
                    <a:pt x="37" y="96"/>
                  </a:cubicBezTo>
                  <a:lnTo>
                    <a:pt x="38" y="96"/>
                  </a:lnTo>
                  <a:cubicBezTo>
                    <a:pt x="41" y="91"/>
                    <a:pt x="43" y="87"/>
                    <a:pt x="46" y="81"/>
                  </a:cubicBezTo>
                  <a:cubicBezTo>
                    <a:pt x="49" y="72"/>
                    <a:pt x="51" y="68"/>
                    <a:pt x="51" y="68"/>
                  </a:cubicBezTo>
                  <a:lnTo>
                    <a:pt x="51" y="68"/>
                  </a:lnTo>
                  <a:cubicBezTo>
                    <a:pt x="51" y="68"/>
                    <a:pt x="51" y="70"/>
                    <a:pt x="50" y="73"/>
                  </a:cubicBezTo>
                  <a:cubicBezTo>
                    <a:pt x="47" y="82"/>
                    <a:pt x="43" y="90"/>
                    <a:pt x="43" y="90"/>
                  </a:cubicBezTo>
                  <a:cubicBezTo>
                    <a:pt x="40" y="97"/>
                    <a:pt x="41" y="98"/>
                    <a:pt x="41" y="98"/>
                  </a:cubicBezTo>
                  <a:cubicBezTo>
                    <a:pt x="41" y="98"/>
                    <a:pt x="42" y="98"/>
                    <a:pt x="42" y="98"/>
                  </a:cubicBezTo>
                  <a:cubicBezTo>
                    <a:pt x="43" y="98"/>
                    <a:pt x="44" y="97"/>
                    <a:pt x="47" y="91"/>
                  </a:cubicBezTo>
                  <a:lnTo>
                    <a:pt x="47" y="91"/>
                  </a:lnTo>
                  <a:lnTo>
                    <a:pt x="43" y="99"/>
                  </a:lnTo>
                  <a:cubicBezTo>
                    <a:pt x="44" y="100"/>
                    <a:pt x="43" y="103"/>
                    <a:pt x="43" y="103"/>
                  </a:cubicBezTo>
                  <a:cubicBezTo>
                    <a:pt x="43" y="103"/>
                    <a:pt x="43" y="103"/>
                    <a:pt x="44" y="100"/>
                  </a:cubicBezTo>
                  <a:lnTo>
                    <a:pt x="44" y="100"/>
                  </a:lnTo>
                  <a:cubicBezTo>
                    <a:pt x="44" y="100"/>
                    <a:pt x="46" y="100"/>
                    <a:pt x="43" y="108"/>
                  </a:cubicBezTo>
                  <a:cubicBezTo>
                    <a:pt x="43" y="110"/>
                    <a:pt x="43" y="111"/>
                    <a:pt x="43" y="111"/>
                  </a:cubicBezTo>
                  <a:cubicBezTo>
                    <a:pt x="45" y="111"/>
                    <a:pt x="51" y="99"/>
                    <a:pt x="54" y="86"/>
                  </a:cubicBezTo>
                  <a:cubicBezTo>
                    <a:pt x="54" y="86"/>
                    <a:pt x="54" y="86"/>
                    <a:pt x="56" y="87"/>
                  </a:cubicBezTo>
                  <a:cubicBezTo>
                    <a:pt x="56" y="87"/>
                    <a:pt x="60" y="79"/>
                    <a:pt x="60" y="79"/>
                  </a:cubicBezTo>
                  <a:cubicBezTo>
                    <a:pt x="63" y="73"/>
                    <a:pt x="63" y="72"/>
                    <a:pt x="64" y="72"/>
                  </a:cubicBezTo>
                  <a:cubicBezTo>
                    <a:pt x="64" y="72"/>
                    <a:pt x="64" y="72"/>
                    <a:pt x="65" y="72"/>
                  </a:cubicBezTo>
                  <a:cubicBezTo>
                    <a:pt x="65" y="72"/>
                    <a:pt x="61" y="80"/>
                    <a:pt x="58" y="88"/>
                  </a:cubicBezTo>
                  <a:cubicBezTo>
                    <a:pt x="51" y="101"/>
                    <a:pt x="48" y="110"/>
                    <a:pt x="48" y="110"/>
                  </a:cubicBezTo>
                  <a:cubicBezTo>
                    <a:pt x="49" y="110"/>
                    <a:pt x="51" y="106"/>
                    <a:pt x="56" y="96"/>
                  </a:cubicBezTo>
                  <a:lnTo>
                    <a:pt x="56" y="96"/>
                  </a:lnTo>
                  <a:cubicBezTo>
                    <a:pt x="55" y="98"/>
                    <a:pt x="53" y="101"/>
                    <a:pt x="52" y="104"/>
                  </a:cubicBezTo>
                  <a:cubicBezTo>
                    <a:pt x="50" y="108"/>
                    <a:pt x="50" y="110"/>
                    <a:pt x="50" y="110"/>
                  </a:cubicBezTo>
                  <a:cubicBezTo>
                    <a:pt x="50" y="110"/>
                    <a:pt x="52" y="108"/>
                    <a:pt x="54" y="105"/>
                  </a:cubicBezTo>
                  <a:cubicBezTo>
                    <a:pt x="59" y="98"/>
                    <a:pt x="62" y="90"/>
                    <a:pt x="66" y="82"/>
                  </a:cubicBezTo>
                  <a:cubicBezTo>
                    <a:pt x="68" y="76"/>
                    <a:pt x="70" y="76"/>
                    <a:pt x="70" y="76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71" y="76"/>
                    <a:pt x="71" y="76"/>
                    <a:pt x="67" y="84"/>
                  </a:cubicBezTo>
                  <a:cubicBezTo>
                    <a:pt x="63" y="92"/>
                    <a:pt x="62" y="95"/>
                    <a:pt x="63" y="95"/>
                  </a:cubicBezTo>
                  <a:cubicBezTo>
                    <a:pt x="63" y="95"/>
                    <a:pt x="65" y="92"/>
                    <a:pt x="69" y="85"/>
                  </a:cubicBezTo>
                  <a:lnTo>
                    <a:pt x="69" y="85"/>
                  </a:lnTo>
                  <a:lnTo>
                    <a:pt x="66" y="93"/>
                  </a:lnTo>
                  <a:cubicBezTo>
                    <a:pt x="63" y="99"/>
                    <a:pt x="61" y="104"/>
                    <a:pt x="63" y="104"/>
                  </a:cubicBezTo>
                  <a:cubicBezTo>
                    <a:pt x="64" y="104"/>
                    <a:pt x="65" y="104"/>
                    <a:pt x="67" y="103"/>
                  </a:cubicBezTo>
                  <a:cubicBezTo>
                    <a:pt x="69" y="104"/>
                    <a:pt x="71" y="105"/>
                    <a:pt x="68" y="113"/>
                  </a:cubicBezTo>
                  <a:cubicBezTo>
                    <a:pt x="67" y="114"/>
                    <a:pt x="67" y="115"/>
                    <a:pt x="67" y="115"/>
                  </a:cubicBezTo>
                  <a:cubicBezTo>
                    <a:pt x="69" y="115"/>
                    <a:pt x="76" y="104"/>
                    <a:pt x="83" y="91"/>
                  </a:cubicBezTo>
                  <a:lnTo>
                    <a:pt x="83" y="91"/>
                  </a:lnTo>
                  <a:cubicBezTo>
                    <a:pt x="79" y="99"/>
                    <a:pt x="80" y="100"/>
                    <a:pt x="81" y="100"/>
                  </a:cubicBezTo>
                  <a:cubicBezTo>
                    <a:pt x="84" y="101"/>
                    <a:pt x="84" y="101"/>
                    <a:pt x="80" y="109"/>
                  </a:cubicBezTo>
                  <a:cubicBezTo>
                    <a:pt x="76" y="117"/>
                    <a:pt x="74" y="121"/>
                    <a:pt x="74" y="121"/>
                  </a:cubicBezTo>
                  <a:cubicBezTo>
                    <a:pt x="74" y="121"/>
                    <a:pt x="76" y="118"/>
                    <a:pt x="80" y="110"/>
                  </a:cubicBezTo>
                  <a:cubicBezTo>
                    <a:pt x="83" y="105"/>
                    <a:pt x="85" y="102"/>
                    <a:pt x="85" y="102"/>
                  </a:cubicBezTo>
                  <a:lnTo>
                    <a:pt x="85" y="102"/>
                  </a:lnTo>
                  <a:cubicBezTo>
                    <a:pt x="87" y="102"/>
                    <a:pt x="85" y="109"/>
                    <a:pt x="80" y="119"/>
                  </a:cubicBezTo>
                  <a:cubicBezTo>
                    <a:pt x="77" y="127"/>
                    <a:pt x="77" y="127"/>
                    <a:pt x="78" y="128"/>
                  </a:cubicBezTo>
                  <a:cubicBezTo>
                    <a:pt x="81" y="123"/>
                    <a:pt x="82" y="122"/>
                    <a:pt x="84" y="122"/>
                  </a:cubicBezTo>
                  <a:cubicBezTo>
                    <a:pt x="84" y="122"/>
                    <a:pt x="85" y="122"/>
                    <a:pt x="86" y="123"/>
                  </a:cubicBezTo>
                  <a:cubicBezTo>
                    <a:pt x="86" y="123"/>
                    <a:pt x="87" y="123"/>
                    <a:pt x="87" y="123"/>
                  </a:cubicBezTo>
                  <a:cubicBezTo>
                    <a:pt x="88" y="123"/>
                    <a:pt x="90" y="121"/>
                    <a:pt x="95" y="108"/>
                  </a:cubicBezTo>
                  <a:cubicBezTo>
                    <a:pt x="100" y="96"/>
                    <a:pt x="102" y="93"/>
                    <a:pt x="103" y="93"/>
                  </a:cubicBezTo>
                  <a:cubicBezTo>
                    <a:pt x="103" y="93"/>
                    <a:pt x="104" y="93"/>
                    <a:pt x="104" y="94"/>
                  </a:cubicBezTo>
                  <a:cubicBezTo>
                    <a:pt x="104" y="94"/>
                    <a:pt x="105" y="95"/>
                    <a:pt x="102" y="103"/>
                  </a:cubicBezTo>
                  <a:cubicBezTo>
                    <a:pt x="102" y="103"/>
                    <a:pt x="98" y="110"/>
                    <a:pt x="99" y="110"/>
                  </a:cubicBezTo>
                  <a:cubicBezTo>
                    <a:pt x="100" y="110"/>
                    <a:pt x="100" y="112"/>
                    <a:pt x="97" y="119"/>
                  </a:cubicBezTo>
                  <a:cubicBezTo>
                    <a:pt x="97" y="119"/>
                    <a:pt x="95" y="127"/>
                    <a:pt x="96" y="128"/>
                  </a:cubicBezTo>
                  <a:cubicBezTo>
                    <a:pt x="97" y="128"/>
                    <a:pt x="99" y="130"/>
                    <a:pt x="95" y="137"/>
                  </a:cubicBezTo>
                  <a:cubicBezTo>
                    <a:pt x="96" y="137"/>
                    <a:pt x="96" y="137"/>
                    <a:pt x="99" y="130"/>
                  </a:cubicBezTo>
                  <a:cubicBezTo>
                    <a:pt x="102" y="124"/>
                    <a:pt x="104" y="120"/>
                    <a:pt x="106" y="120"/>
                  </a:cubicBezTo>
                  <a:cubicBezTo>
                    <a:pt x="106" y="120"/>
                    <a:pt x="106" y="121"/>
                    <a:pt x="106" y="124"/>
                  </a:cubicBezTo>
                  <a:cubicBezTo>
                    <a:pt x="107" y="124"/>
                    <a:pt x="108" y="125"/>
                    <a:pt x="109" y="125"/>
                  </a:cubicBezTo>
                  <a:cubicBezTo>
                    <a:pt x="110" y="125"/>
                    <a:pt x="112" y="123"/>
                    <a:pt x="114" y="118"/>
                  </a:cubicBezTo>
                  <a:lnTo>
                    <a:pt x="114" y="118"/>
                  </a:lnTo>
                  <a:cubicBezTo>
                    <a:pt x="114" y="118"/>
                    <a:pt x="113" y="119"/>
                    <a:pt x="111" y="126"/>
                  </a:cubicBezTo>
                  <a:cubicBezTo>
                    <a:pt x="107" y="134"/>
                    <a:pt x="106" y="139"/>
                    <a:pt x="106" y="139"/>
                  </a:cubicBezTo>
                  <a:cubicBezTo>
                    <a:pt x="107" y="139"/>
                    <a:pt x="110" y="135"/>
                    <a:pt x="114" y="128"/>
                  </a:cubicBezTo>
                  <a:cubicBezTo>
                    <a:pt x="116" y="124"/>
                    <a:pt x="116" y="123"/>
                    <a:pt x="117" y="123"/>
                  </a:cubicBezTo>
                  <a:lnTo>
                    <a:pt x="117" y="123"/>
                  </a:lnTo>
                  <a:cubicBezTo>
                    <a:pt x="117" y="123"/>
                    <a:pt x="116" y="124"/>
                    <a:pt x="115" y="128"/>
                  </a:cubicBezTo>
                  <a:cubicBezTo>
                    <a:pt x="115" y="128"/>
                    <a:pt x="115" y="128"/>
                    <a:pt x="115" y="128"/>
                  </a:cubicBezTo>
                  <a:cubicBezTo>
                    <a:pt x="116" y="128"/>
                    <a:pt x="117" y="128"/>
                    <a:pt x="120" y="122"/>
                  </a:cubicBezTo>
                  <a:cubicBezTo>
                    <a:pt x="122" y="118"/>
                    <a:pt x="123" y="116"/>
                    <a:pt x="123" y="116"/>
                  </a:cubicBezTo>
                  <a:lnTo>
                    <a:pt x="123" y="116"/>
                  </a:lnTo>
                  <a:cubicBezTo>
                    <a:pt x="124" y="116"/>
                    <a:pt x="123" y="118"/>
                    <a:pt x="122" y="123"/>
                  </a:cubicBezTo>
                  <a:cubicBezTo>
                    <a:pt x="118" y="131"/>
                    <a:pt x="120" y="131"/>
                    <a:pt x="120" y="132"/>
                  </a:cubicBezTo>
                  <a:cubicBezTo>
                    <a:pt x="122" y="129"/>
                    <a:pt x="124" y="128"/>
                    <a:pt x="126" y="128"/>
                  </a:cubicBezTo>
                  <a:cubicBezTo>
                    <a:pt x="129" y="128"/>
                    <a:pt x="132" y="131"/>
                    <a:pt x="130" y="136"/>
                  </a:cubicBezTo>
                  <a:cubicBezTo>
                    <a:pt x="134" y="130"/>
                    <a:pt x="134" y="130"/>
                    <a:pt x="134" y="130"/>
                  </a:cubicBezTo>
                  <a:lnTo>
                    <a:pt x="134" y="130"/>
                  </a:lnTo>
                  <a:cubicBezTo>
                    <a:pt x="132" y="136"/>
                    <a:pt x="131" y="138"/>
                    <a:pt x="132" y="138"/>
                  </a:cubicBezTo>
                  <a:cubicBezTo>
                    <a:pt x="132" y="138"/>
                    <a:pt x="136" y="132"/>
                    <a:pt x="140" y="123"/>
                  </a:cubicBezTo>
                  <a:lnTo>
                    <a:pt x="139" y="123"/>
                  </a:lnTo>
                  <a:lnTo>
                    <a:pt x="138" y="122"/>
                  </a:lnTo>
                  <a:cubicBezTo>
                    <a:pt x="141" y="115"/>
                    <a:pt x="143" y="111"/>
                    <a:pt x="144" y="111"/>
                  </a:cubicBezTo>
                  <a:lnTo>
                    <a:pt x="144" y="111"/>
                  </a:lnTo>
                  <a:cubicBezTo>
                    <a:pt x="145" y="111"/>
                    <a:pt x="143" y="117"/>
                    <a:pt x="136" y="131"/>
                  </a:cubicBezTo>
                  <a:cubicBezTo>
                    <a:pt x="134" y="139"/>
                    <a:pt x="132" y="143"/>
                    <a:pt x="132" y="143"/>
                  </a:cubicBezTo>
                  <a:cubicBezTo>
                    <a:pt x="133" y="143"/>
                    <a:pt x="134" y="139"/>
                    <a:pt x="138" y="132"/>
                  </a:cubicBezTo>
                  <a:cubicBezTo>
                    <a:pt x="141" y="124"/>
                    <a:pt x="144" y="121"/>
                    <a:pt x="144" y="121"/>
                  </a:cubicBezTo>
                  <a:lnTo>
                    <a:pt x="144" y="121"/>
                  </a:lnTo>
                  <a:cubicBezTo>
                    <a:pt x="145" y="121"/>
                    <a:pt x="143" y="125"/>
                    <a:pt x="140" y="133"/>
                  </a:cubicBezTo>
                  <a:cubicBezTo>
                    <a:pt x="136" y="141"/>
                    <a:pt x="135" y="145"/>
                    <a:pt x="135" y="145"/>
                  </a:cubicBezTo>
                  <a:cubicBezTo>
                    <a:pt x="135" y="145"/>
                    <a:pt x="137" y="141"/>
                    <a:pt x="141" y="133"/>
                  </a:cubicBezTo>
                  <a:cubicBezTo>
                    <a:pt x="149" y="116"/>
                    <a:pt x="155" y="107"/>
                    <a:pt x="156" y="107"/>
                  </a:cubicBezTo>
                  <a:lnTo>
                    <a:pt x="156" y="107"/>
                  </a:lnTo>
                  <a:cubicBezTo>
                    <a:pt x="157" y="107"/>
                    <a:pt x="154" y="113"/>
                    <a:pt x="148" y="127"/>
                  </a:cubicBezTo>
                  <a:cubicBezTo>
                    <a:pt x="144" y="135"/>
                    <a:pt x="141" y="143"/>
                    <a:pt x="139" y="151"/>
                  </a:cubicBezTo>
                  <a:cubicBezTo>
                    <a:pt x="142" y="146"/>
                    <a:pt x="144" y="142"/>
                    <a:pt x="146" y="136"/>
                  </a:cubicBezTo>
                  <a:cubicBezTo>
                    <a:pt x="150" y="129"/>
                    <a:pt x="151" y="125"/>
                    <a:pt x="152" y="125"/>
                  </a:cubicBezTo>
                  <a:lnTo>
                    <a:pt x="152" y="125"/>
                  </a:lnTo>
                  <a:cubicBezTo>
                    <a:pt x="152" y="125"/>
                    <a:pt x="150" y="129"/>
                    <a:pt x="148" y="137"/>
                  </a:cubicBezTo>
                  <a:cubicBezTo>
                    <a:pt x="143" y="151"/>
                    <a:pt x="142" y="157"/>
                    <a:pt x="143" y="157"/>
                  </a:cubicBezTo>
                  <a:cubicBezTo>
                    <a:pt x="144" y="157"/>
                    <a:pt x="146" y="154"/>
                    <a:pt x="150" y="147"/>
                  </a:cubicBezTo>
                  <a:cubicBezTo>
                    <a:pt x="155" y="141"/>
                    <a:pt x="158" y="138"/>
                    <a:pt x="159" y="138"/>
                  </a:cubicBezTo>
                  <a:lnTo>
                    <a:pt x="159" y="138"/>
                  </a:lnTo>
                  <a:cubicBezTo>
                    <a:pt x="160" y="138"/>
                    <a:pt x="158" y="142"/>
                    <a:pt x="153" y="150"/>
                  </a:cubicBezTo>
                  <a:cubicBezTo>
                    <a:pt x="148" y="158"/>
                    <a:pt x="146" y="162"/>
                    <a:pt x="146" y="162"/>
                  </a:cubicBezTo>
                  <a:cubicBezTo>
                    <a:pt x="146" y="162"/>
                    <a:pt x="148" y="160"/>
                    <a:pt x="150" y="158"/>
                  </a:cubicBezTo>
                  <a:lnTo>
                    <a:pt x="153" y="159"/>
                  </a:lnTo>
                  <a:cubicBezTo>
                    <a:pt x="157" y="154"/>
                    <a:pt x="159" y="150"/>
                    <a:pt x="161" y="144"/>
                  </a:cubicBezTo>
                  <a:lnTo>
                    <a:pt x="161" y="144"/>
                  </a:lnTo>
                  <a:cubicBezTo>
                    <a:pt x="157" y="154"/>
                    <a:pt x="155" y="162"/>
                    <a:pt x="156" y="162"/>
                  </a:cubicBezTo>
                  <a:cubicBezTo>
                    <a:pt x="157" y="162"/>
                    <a:pt x="158" y="159"/>
                    <a:pt x="161" y="154"/>
                  </a:cubicBezTo>
                  <a:lnTo>
                    <a:pt x="162" y="154"/>
                  </a:lnTo>
                  <a:cubicBezTo>
                    <a:pt x="162" y="155"/>
                    <a:pt x="163" y="155"/>
                    <a:pt x="163" y="155"/>
                  </a:cubicBezTo>
                  <a:cubicBezTo>
                    <a:pt x="164" y="155"/>
                    <a:pt x="165" y="153"/>
                    <a:pt x="168" y="147"/>
                  </a:cubicBezTo>
                  <a:cubicBezTo>
                    <a:pt x="169" y="146"/>
                    <a:pt x="170" y="145"/>
                    <a:pt x="170" y="145"/>
                  </a:cubicBezTo>
                  <a:lnTo>
                    <a:pt x="170" y="145"/>
                  </a:lnTo>
                  <a:cubicBezTo>
                    <a:pt x="171" y="145"/>
                    <a:pt x="168" y="151"/>
                    <a:pt x="167" y="156"/>
                  </a:cubicBezTo>
                  <a:cubicBezTo>
                    <a:pt x="164" y="162"/>
                    <a:pt x="162" y="168"/>
                    <a:pt x="163" y="168"/>
                  </a:cubicBezTo>
                  <a:cubicBezTo>
                    <a:pt x="163" y="168"/>
                    <a:pt x="164" y="168"/>
                    <a:pt x="164" y="165"/>
                  </a:cubicBezTo>
                  <a:cubicBezTo>
                    <a:pt x="168" y="158"/>
                    <a:pt x="172" y="151"/>
                    <a:pt x="177" y="143"/>
                  </a:cubicBezTo>
                  <a:cubicBezTo>
                    <a:pt x="178" y="141"/>
                    <a:pt x="179" y="140"/>
                    <a:pt x="179" y="140"/>
                  </a:cubicBezTo>
                  <a:lnTo>
                    <a:pt x="179" y="140"/>
                  </a:lnTo>
                  <a:cubicBezTo>
                    <a:pt x="179" y="140"/>
                    <a:pt x="177" y="146"/>
                    <a:pt x="173" y="151"/>
                  </a:cubicBezTo>
                  <a:cubicBezTo>
                    <a:pt x="171" y="156"/>
                    <a:pt x="169" y="162"/>
                    <a:pt x="168" y="168"/>
                  </a:cubicBezTo>
                  <a:cubicBezTo>
                    <a:pt x="168" y="168"/>
                    <a:pt x="168" y="168"/>
                    <a:pt x="169" y="168"/>
                  </a:cubicBezTo>
                  <a:cubicBezTo>
                    <a:pt x="170" y="168"/>
                    <a:pt x="171" y="167"/>
                    <a:pt x="173" y="161"/>
                  </a:cubicBezTo>
                  <a:cubicBezTo>
                    <a:pt x="175" y="158"/>
                    <a:pt x="177" y="156"/>
                    <a:pt x="178" y="156"/>
                  </a:cubicBezTo>
                  <a:cubicBezTo>
                    <a:pt x="179" y="156"/>
                    <a:pt x="180" y="159"/>
                    <a:pt x="179" y="163"/>
                  </a:cubicBezTo>
                  <a:lnTo>
                    <a:pt x="180" y="164"/>
                  </a:lnTo>
                  <a:cubicBezTo>
                    <a:pt x="181" y="164"/>
                    <a:pt x="185" y="158"/>
                    <a:pt x="186" y="158"/>
                  </a:cubicBezTo>
                  <a:cubicBezTo>
                    <a:pt x="186" y="158"/>
                    <a:pt x="187" y="158"/>
                    <a:pt x="190" y="151"/>
                  </a:cubicBezTo>
                  <a:cubicBezTo>
                    <a:pt x="191" y="151"/>
                    <a:pt x="192" y="151"/>
                    <a:pt x="189" y="159"/>
                  </a:cubicBezTo>
                  <a:cubicBezTo>
                    <a:pt x="192" y="152"/>
                    <a:pt x="194" y="148"/>
                    <a:pt x="194" y="148"/>
                  </a:cubicBezTo>
                  <a:lnTo>
                    <a:pt x="194" y="148"/>
                  </a:lnTo>
                  <a:cubicBezTo>
                    <a:pt x="194" y="148"/>
                    <a:pt x="193" y="152"/>
                    <a:pt x="190" y="160"/>
                  </a:cubicBezTo>
                  <a:cubicBezTo>
                    <a:pt x="192" y="157"/>
                    <a:pt x="194" y="155"/>
                    <a:pt x="194" y="155"/>
                  </a:cubicBezTo>
                  <a:lnTo>
                    <a:pt x="194" y="155"/>
                  </a:lnTo>
                  <a:cubicBezTo>
                    <a:pt x="194" y="155"/>
                    <a:pt x="194" y="157"/>
                    <a:pt x="192" y="161"/>
                  </a:cubicBezTo>
                  <a:cubicBezTo>
                    <a:pt x="197" y="152"/>
                    <a:pt x="201" y="146"/>
                    <a:pt x="202" y="146"/>
                  </a:cubicBezTo>
                  <a:lnTo>
                    <a:pt x="202" y="146"/>
                  </a:lnTo>
                  <a:cubicBezTo>
                    <a:pt x="203" y="146"/>
                    <a:pt x="202" y="149"/>
                    <a:pt x="199" y="155"/>
                  </a:cubicBezTo>
                  <a:cubicBezTo>
                    <a:pt x="199" y="155"/>
                    <a:pt x="199" y="155"/>
                    <a:pt x="204" y="149"/>
                  </a:cubicBezTo>
                  <a:cubicBezTo>
                    <a:pt x="208" y="141"/>
                    <a:pt x="210" y="137"/>
                    <a:pt x="210" y="137"/>
                  </a:cubicBezTo>
                  <a:lnTo>
                    <a:pt x="210" y="137"/>
                  </a:lnTo>
                  <a:cubicBezTo>
                    <a:pt x="210" y="137"/>
                    <a:pt x="208" y="141"/>
                    <a:pt x="205" y="149"/>
                  </a:cubicBezTo>
                  <a:cubicBezTo>
                    <a:pt x="201" y="157"/>
                    <a:pt x="200" y="161"/>
                    <a:pt x="200" y="161"/>
                  </a:cubicBezTo>
                  <a:cubicBezTo>
                    <a:pt x="201" y="161"/>
                    <a:pt x="203" y="157"/>
                    <a:pt x="207" y="150"/>
                  </a:cubicBezTo>
                  <a:cubicBezTo>
                    <a:pt x="207" y="150"/>
                    <a:pt x="208" y="147"/>
                    <a:pt x="209" y="147"/>
                  </a:cubicBezTo>
                  <a:lnTo>
                    <a:pt x="209" y="147"/>
                  </a:lnTo>
                  <a:cubicBezTo>
                    <a:pt x="209" y="147"/>
                    <a:pt x="209" y="148"/>
                    <a:pt x="208" y="151"/>
                  </a:cubicBezTo>
                  <a:cubicBezTo>
                    <a:pt x="207" y="156"/>
                    <a:pt x="207" y="161"/>
                    <a:pt x="208" y="161"/>
                  </a:cubicBezTo>
                  <a:cubicBezTo>
                    <a:pt x="209" y="161"/>
                    <a:pt x="211" y="159"/>
                    <a:pt x="213" y="153"/>
                  </a:cubicBezTo>
                  <a:lnTo>
                    <a:pt x="215" y="154"/>
                  </a:lnTo>
                  <a:cubicBezTo>
                    <a:pt x="214" y="158"/>
                    <a:pt x="213" y="161"/>
                    <a:pt x="214" y="161"/>
                  </a:cubicBezTo>
                  <a:cubicBezTo>
                    <a:pt x="214" y="161"/>
                    <a:pt x="215" y="159"/>
                    <a:pt x="217" y="155"/>
                  </a:cubicBezTo>
                  <a:lnTo>
                    <a:pt x="221" y="149"/>
                  </a:lnTo>
                  <a:lnTo>
                    <a:pt x="221" y="149"/>
                  </a:lnTo>
                  <a:cubicBezTo>
                    <a:pt x="218" y="154"/>
                    <a:pt x="217" y="159"/>
                    <a:pt x="216" y="164"/>
                  </a:cubicBezTo>
                  <a:cubicBezTo>
                    <a:pt x="216" y="164"/>
                    <a:pt x="216" y="164"/>
                    <a:pt x="221" y="156"/>
                  </a:cubicBezTo>
                  <a:cubicBezTo>
                    <a:pt x="222" y="150"/>
                    <a:pt x="223" y="150"/>
                    <a:pt x="224" y="150"/>
                  </a:cubicBezTo>
                  <a:cubicBezTo>
                    <a:pt x="224" y="150"/>
                    <a:pt x="224" y="150"/>
                    <a:pt x="224" y="150"/>
                  </a:cubicBezTo>
                  <a:cubicBezTo>
                    <a:pt x="223" y="155"/>
                    <a:pt x="222" y="161"/>
                    <a:pt x="218" y="165"/>
                  </a:cubicBezTo>
                  <a:lnTo>
                    <a:pt x="219" y="167"/>
                  </a:lnTo>
                  <a:cubicBezTo>
                    <a:pt x="223" y="157"/>
                    <a:pt x="225" y="154"/>
                    <a:pt x="226" y="154"/>
                  </a:cubicBezTo>
                  <a:lnTo>
                    <a:pt x="226" y="154"/>
                  </a:lnTo>
                  <a:cubicBezTo>
                    <a:pt x="226" y="154"/>
                    <a:pt x="225" y="155"/>
                    <a:pt x="224" y="159"/>
                  </a:cubicBezTo>
                  <a:cubicBezTo>
                    <a:pt x="221" y="167"/>
                    <a:pt x="222" y="168"/>
                    <a:pt x="222" y="168"/>
                  </a:cubicBezTo>
                  <a:cubicBezTo>
                    <a:pt x="223" y="165"/>
                    <a:pt x="224" y="164"/>
                    <a:pt x="224" y="164"/>
                  </a:cubicBezTo>
                  <a:lnTo>
                    <a:pt x="224" y="164"/>
                  </a:lnTo>
                  <a:cubicBezTo>
                    <a:pt x="224" y="164"/>
                    <a:pt x="222" y="168"/>
                    <a:pt x="222" y="168"/>
                  </a:cubicBezTo>
                  <a:lnTo>
                    <a:pt x="218" y="176"/>
                  </a:lnTo>
                  <a:cubicBezTo>
                    <a:pt x="218" y="178"/>
                    <a:pt x="217" y="179"/>
                    <a:pt x="218" y="179"/>
                  </a:cubicBezTo>
                  <a:cubicBezTo>
                    <a:pt x="218" y="179"/>
                    <a:pt x="220" y="173"/>
                    <a:pt x="223" y="168"/>
                  </a:cubicBezTo>
                  <a:lnTo>
                    <a:pt x="224" y="169"/>
                  </a:lnTo>
                  <a:cubicBezTo>
                    <a:pt x="224" y="169"/>
                    <a:pt x="224" y="169"/>
                    <a:pt x="225" y="169"/>
                  </a:cubicBezTo>
                  <a:cubicBezTo>
                    <a:pt x="226" y="169"/>
                    <a:pt x="227" y="168"/>
                    <a:pt x="228" y="162"/>
                  </a:cubicBezTo>
                  <a:cubicBezTo>
                    <a:pt x="231" y="156"/>
                    <a:pt x="233" y="151"/>
                    <a:pt x="236" y="146"/>
                  </a:cubicBezTo>
                  <a:lnTo>
                    <a:pt x="236" y="146"/>
                  </a:lnTo>
                  <a:cubicBezTo>
                    <a:pt x="234" y="151"/>
                    <a:pt x="232" y="156"/>
                    <a:pt x="229" y="162"/>
                  </a:cubicBezTo>
                  <a:cubicBezTo>
                    <a:pt x="231" y="163"/>
                    <a:pt x="227" y="170"/>
                    <a:pt x="227" y="170"/>
                  </a:cubicBezTo>
                  <a:cubicBezTo>
                    <a:pt x="224" y="177"/>
                    <a:pt x="223" y="180"/>
                    <a:pt x="224" y="180"/>
                  </a:cubicBezTo>
                  <a:cubicBezTo>
                    <a:pt x="225" y="180"/>
                    <a:pt x="228" y="176"/>
                    <a:pt x="229" y="172"/>
                  </a:cubicBezTo>
                  <a:cubicBezTo>
                    <a:pt x="234" y="165"/>
                    <a:pt x="236" y="161"/>
                    <a:pt x="236" y="161"/>
                  </a:cubicBezTo>
                  <a:lnTo>
                    <a:pt x="236" y="161"/>
                  </a:lnTo>
                  <a:cubicBezTo>
                    <a:pt x="237" y="161"/>
                    <a:pt x="235" y="165"/>
                    <a:pt x="232" y="173"/>
                  </a:cubicBezTo>
                  <a:cubicBezTo>
                    <a:pt x="230" y="178"/>
                    <a:pt x="229" y="180"/>
                    <a:pt x="229" y="180"/>
                  </a:cubicBezTo>
                  <a:cubicBezTo>
                    <a:pt x="230" y="180"/>
                    <a:pt x="237" y="168"/>
                    <a:pt x="244" y="151"/>
                  </a:cubicBezTo>
                  <a:lnTo>
                    <a:pt x="255" y="128"/>
                  </a:lnTo>
                  <a:lnTo>
                    <a:pt x="245" y="151"/>
                  </a:lnTo>
                  <a:cubicBezTo>
                    <a:pt x="237" y="170"/>
                    <a:pt x="234" y="177"/>
                    <a:pt x="235" y="177"/>
                  </a:cubicBezTo>
                  <a:cubicBezTo>
                    <a:pt x="235" y="177"/>
                    <a:pt x="237" y="174"/>
                    <a:pt x="241" y="169"/>
                  </a:cubicBezTo>
                  <a:cubicBezTo>
                    <a:pt x="244" y="165"/>
                    <a:pt x="245" y="163"/>
                    <a:pt x="245" y="163"/>
                  </a:cubicBezTo>
                  <a:lnTo>
                    <a:pt x="245" y="163"/>
                  </a:lnTo>
                  <a:cubicBezTo>
                    <a:pt x="245" y="163"/>
                    <a:pt x="245" y="165"/>
                    <a:pt x="243" y="169"/>
                  </a:cubicBezTo>
                  <a:cubicBezTo>
                    <a:pt x="238" y="177"/>
                    <a:pt x="240" y="178"/>
                    <a:pt x="242" y="179"/>
                  </a:cubicBezTo>
                  <a:cubicBezTo>
                    <a:pt x="242" y="179"/>
                    <a:pt x="243" y="179"/>
                    <a:pt x="243" y="179"/>
                  </a:cubicBezTo>
                  <a:cubicBezTo>
                    <a:pt x="244" y="179"/>
                    <a:pt x="245" y="178"/>
                    <a:pt x="249" y="172"/>
                  </a:cubicBezTo>
                  <a:lnTo>
                    <a:pt x="250" y="173"/>
                  </a:lnTo>
                  <a:cubicBezTo>
                    <a:pt x="247" y="179"/>
                    <a:pt x="246" y="182"/>
                    <a:pt x="247" y="182"/>
                  </a:cubicBezTo>
                  <a:cubicBezTo>
                    <a:pt x="247" y="182"/>
                    <a:pt x="251" y="176"/>
                    <a:pt x="254" y="165"/>
                  </a:cubicBezTo>
                  <a:lnTo>
                    <a:pt x="255" y="167"/>
                  </a:lnTo>
                  <a:lnTo>
                    <a:pt x="252" y="174"/>
                  </a:lnTo>
                  <a:cubicBezTo>
                    <a:pt x="249" y="182"/>
                    <a:pt x="250" y="183"/>
                    <a:pt x="255" y="186"/>
                  </a:cubicBezTo>
                  <a:cubicBezTo>
                    <a:pt x="258" y="187"/>
                    <a:pt x="259" y="188"/>
                    <a:pt x="261" y="188"/>
                  </a:cubicBezTo>
                  <a:cubicBezTo>
                    <a:pt x="263" y="188"/>
                    <a:pt x="266" y="185"/>
                    <a:pt x="270" y="174"/>
                  </a:cubicBezTo>
                  <a:cubicBezTo>
                    <a:pt x="274" y="167"/>
                    <a:pt x="276" y="163"/>
                    <a:pt x="276" y="163"/>
                  </a:cubicBezTo>
                  <a:lnTo>
                    <a:pt x="276" y="163"/>
                  </a:lnTo>
                  <a:cubicBezTo>
                    <a:pt x="276" y="163"/>
                    <a:pt x="274" y="167"/>
                    <a:pt x="271" y="176"/>
                  </a:cubicBezTo>
                  <a:cubicBezTo>
                    <a:pt x="269" y="181"/>
                    <a:pt x="267" y="187"/>
                    <a:pt x="267" y="187"/>
                  </a:cubicBezTo>
                  <a:cubicBezTo>
                    <a:pt x="267" y="187"/>
                    <a:pt x="268" y="186"/>
                    <a:pt x="269" y="183"/>
                  </a:cubicBezTo>
                  <a:lnTo>
                    <a:pt x="269" y="183"/>
                  </a:lnTo>
                  <a:cubicBezTo>
                    <a:pt x="269" y="183"/>
                    <a:pt x="270" y="184"/>
                    <a:pt x="267" y="192"/>
                  </a:cubicBezTo>
                  <a:cubicBezTo>
                    <a:pt x="265" y="200"/>
                    <a:pt x="264" y="202"/>
                    <a:pt x="265" y="202"/>
                  </a:cubicBezTo>
                  <a:cubicBezTo>
                    <a:pt x="266" y="202"/>
                    <a:pt x="268" y="198"/>
                    <a:pt x="270" y="193"/>
                  </a:cubicBezTo>
                  <a:cubicBezTo>
                    <a:pt x="272" y="187"/>
                    <a:pt x="273" y="184"/>
                    <a:pt x="273" y="184"/>
                  </a:cubicBezTo>
                  <a:lnTo>
                    <a:pt x="273" y="184"/>
                  </a:lnTo>
                  <a:cubicBezTo>
                    <a:pt x="274" y="184"/>
                    <a:pt x="272" y="189"/>
                    <a:pt x="271" y="195"/>
                  </a:cubicBezTo>
                  <a:cubicBezTo>
                    <a:pt x="269" y="200"/>
                    <a:pt x="267" y="206"/>
                    <a:pt x="267" y="206"/>
                  </a:cubicBezTo>
                  <a:cubicBezTo>
                    <a:pt x="267" y="206"/>
                    <a:pt x="268" y="205"/>
                    <a:pt x="269" y="202"/>
                  </a:cubicBezTo>
                  <a:cubicBezTo>
                    <a:pt x="271" y="199"/>
                    <a:pt x="274" y="196"/>
                    <a:pt x="275" y="196"/>
                  </a:cubicBezTo>
                  <a:cubicBezTo>
                    <a:pt x="276" y="196"/>
                    <a:pt x="276" y="198"/>
                    <a:pt x="273" y="206"/>
                  </a:cubicBezTo>
                  <a:lnTo>
                    <a:pt x="274" y="206"/>
                  </a:lnTo>
                  <a:cubicBezTo>
                    <a:pt x="277" y="201"/>
                    <a:pt x="278" y="199"/>
                    <a:pt x="279" y="199"/>
                  </a:cubicBezTo>
                  <a:cubicBezTo>
                    <a:pt x="280" y="199"/>
                    <a:pt x="281" y="200"/>
                    <a:pt x="281" y="200"/>
                  </a:cubicBezTo>
                  <a:cubicBezTo>
                    <a:pt x="282" y="200"/>
                    <a:pt x="283" y="201"/>
                    <a:pt x="280" y="209"/>
                  </a:cubicBezTo>
                  <a:cubicBezTo>
                    <a:pt x="278" y="213"/>
                    <a:pt x="277" y="215"/>
                    <a:pt x="277" y="215"/>
                  </a:cubicBezTo>
                  <a:cubicBezTo>
                    <a:pt x="278" y="215"/>
                    <a:pt x="279" y="213"/>
                    <a:pt x="281" y="209"/>
                  </a:cubicBezTo>
                  <a:cubicBezTo>
                    <a:pt x="281" y="209"/>
                    <a:pt x="281" y="209"/>
                    <a:pt x="281" y="209"/>
                  </a:cubicBezTo>
                  <a:cubicBezTo>
                    <a:pt x="283" y="209"/>
                    <a:pt x="289" y="195"/>
                    <a:pt x="290" y="195"/>
                  </a:cubicBezTo>
                  <a:cubicBezTo>
                    <a:pt x="292" y="190"/>
                    <a:pt x="295" y="184"/>
                    <a:pt x="298" y="180"/>
                  </a:cubicBezTo>
                  <a:lnTo>
                    <a:pt x="298" y="180"/>
                  </a:lnTo>
                  <a:lnTo>
                    <a:pt x="295" y="188"/>
                  </a:lnTo>
                  <a:lnTo>
                    <a:pt x="288" y="204"/>
                  </a:lnTo>
                  <a:cubicBezTo>
                    <a:pt x="288" y="204"/>
                    <a:pt x="288" y="204"/>
                    <a:pt x="288" y="204"/>
                  </a:cubicBezTo>
                  <a:cubicBezTo>
                    <a:pt x="289" y="204"/>
                    <a:pt x="290" y="203"/>
                    <a:pt x="292" y="197"/>
                  </a:cubicBezTo>
                  <a:lnTo>
                    <a:pt x="292" y="197"/>
                  </a:lnTo>
                  <a:cubicBezTo>
                    <a:pt x="290" y="205"/>
                    <a:pt x="291" y="205"/>
                    <a:pt x="292" y="206"/>
                  </a:cubicBezTo>
                  <a:cubicBezTo>
                    <a:pt x="293" y="206"/>
                    <a:pt x="293" y="206"/>
                    <a:pt x="293" y="206"/>
                  </a:cubicBezTo>
                  <a:cubicBezTo>
                    <a:pt x="294" y="206"/>
                    <a:pt x="296" y="205"/>
                    <a:pt x="299" y="200"/>
                  </a:cubicBezTo>
                  <a:lnTo>
                    <a:pt x="299" y="200"/>
                  </a:lnTo>
                  <a:cubicBezTo>
                    <a:pt x="296" y="209"/>
                    <a:pt x="296" y="213"/>
                    <a:pt x="297" y="213"/>
                  </a:cubicBezTo>
                  <a:cubicBezTo>
                    <a:pt x="298" y="213"/>
                    <a:pt x="301" y="210"/>
                    <a:pt x="305" y="204"/>
                  </a:cubicBezTo>
                  <a:cubicBezTo>
                    <a:pt x="306" y="200"/>
                    <a:pt x="307" y="198"/>
                    <a:pt x="308" y="198"/>
                  </a:cubicBezTo>
                  <a:lnTo>
                    <a:pt x="308" y="198"/>
                  </a:lnTo>
                  <a:cubicBezTo>
                    <a:pt x="308" y="198"/>
                    <a:pt x="307" y="200"/>
                    <a:pt x="306" y="204"/>
                  </a:cubicBezTo>
                  <a:cubicBezTo>
                    <a:pt x="305" y="208"/>
                    <a:pt x="304" y="210"/>
                    <a:pt x="304" y="210"/>
                  </a:cubicBezTo>
                  <a:cubicBezTo>
                    <a:pt x="305" y="210"/>
                    <a:pt x="306" y="208"/>
                    <a:pt x="308" y="205"/>
                  </a:cubicBezTo>
                  <a:cubicBezTo>
                    <a:pt x="309" y="203"/>
                    <a:pt x="309" y="202"/>
                    <a:pt x="310" y="202"/>
                  </a:cubicBezTo>
                  <a:lnTo>
                    <a:pt x="310" y="202"/>
                  </a:lnTo>
                  <a:cubicBezTo>
                    <a:pt x="310" y="202"/>
                    <a:pt x="308" y="208"/>
                    <a:pt x="306" y="214"/>
                  </a:cubicBezTo>
                  <a:cubicBezTo>
                    <a:pt x="302" y="223"/>
                    <a:pt x="301" y="227"/>
                    <a:pt x="301" y="227"/>
                  </a:cubicBezTo>
                  <a:cubicBezTo>
                    <a:pt x="302" y="227"/>
                    <a:pt x="303" y="225"/>
                    <a:pt x="305" y="223"/>
                  </a:cubicBezTo>
                  <a:cubicBezTo>
                    <a:pt x="308" y="218"/>
                    <a:pt x="310" y="216"/>
                    <a:pt x="311" y="216"/>
                  </a:cubicBezTo>
                  <a:cubicBezTo>
                    <a:pt x="311" y="216"/>
                    <a:pt x="311" y="217"/>
                    <a:pt x="311" y="217"/>
                  </a:cubicBezTo>
                  <a:cubicBezTo>
                    <a:pt x="316" y="213"/>
                    <a:pt x="318" y="207"/>
                    <a:pt x="320" y="201"/>
                  </a:cubicBezTo>
                  <a:cubicBezTo>
                    <a:pt x="321" y="199"/>
                    <a:pt x="323" y="197"/>
                    <a:pt x="324" y="195"/>
                  </a:cubicBezTo>
                  <a:lnTo>
                    <a:pt x="324" y="195"/>
                  </a:lnTo>
                  <a:cubicBezTo>
                    <a:pt x="323" y="197"/>
                    <a:pt x="322" y="200"/>
                    <a:pt x="321" y="202"/>
                  </a:cubicBezTo>
                  <a:cubicBezTo>
                    <a:pt x="319" y="210"/>
                    <a:pt x="320" y="211"/>
                    <a:pt x="320" y="211"/>
                  </a:cubicBezTo>
                  <a:lnTo>
                    <a:pt x="324" y="214"/>
                  </a:lnTo>
                  <a:cubicBezTo>
                    <a:pt x="323" y="218"/>
                    <a:pt x="323" y="221"/>
                    <a:pt x="323" y="221"/>
                  </a:cubicBezTo>
                  <a:cubicBezTo>
                    <a:pt x="323" y="221"/>
                    <a:pt x="324" y="219"/>
                    <a:pt x="326" y="215"/>
                  </a:cubicBezTo>
                  <a:cubicBezTo>
                    <a:pt x="331" y="206"/>
                    <a:pt x="332" y="202"/>
                    <a:pt x="333" y="202"/>
                  </a:cubicBezTo>
                  <a:lnTo>
                    <a:pt x="333" y="202"/>
                  </a:lnTo>
                  <a:cubicBezTo>
                    <a:pt x="333" y="202"/>
                    <a:pt x="332" y="204"/>
                    <a:pt x="330" y="207"/>
                  </a:cubicBezTo>
                  <a:cubicBezTo>
                    <a:pt x="327" y="216"/>
                    <a:pt x="328" y="221"/>
                    <a:pt x="331" y="221"/>
                  </a:cubicBezTo>
                  <a:cubicBezTo>
                    <a:pt x="333" y="221"/>
                    <a:pt x="336" y="219"/>
                    <a:pt x="339" y="213"/>
                  </a:cubicBezTo>
                  <a:lnTo>
                    <a:pt x="339" y="213"/>
                  </a:lnTo>
                  <a:cubicBezTo>
                    <a:pt x="339" y="215"/>
                    <a:pt x="337" y="218"/>
                    <a:pt x="336" y="220"/>
                  </a:cubicBezTo>
                  <a:cubicBezTo>
                    <a:pt x="332" y="228"/>
                    <a:pt x="333" y="228"/>
                    <a:pt x="334" y="229"/>
                  </a:cubicBezTo>
                  <a:cubicBezTo>
                    <a:pt x="335" y="229"/>
                    <a:pt x="341" y="224"/>
                    <a:pt x="342" y="224"/>
                  </a:cubicBezTo>
                  <a:cubicBezTo>
                    <a:pt x="343" y="224"/>
                    <a:pt x="343" y="224"/>
                    <a:pt x="343" y="224"/>
                  </a:cubicBezTo>
                  <a:cubicBezTo>
                    <a:pt x="344" y="225"/>
                    <a:pt x="345" y="225"/>
                    <a:pt x="347" y="225"/>
                  </a:cubicBezTo>
                  <a:cubicBezTo>
                    <a:pt x="348" y="225"/>
                    <a:pt x="350" y="224"/>
                    <a:pt x="352" y="219"/>
                  </a:cubicBezTo>
                  <a:lnTo>
                    <a:pt x="352" y="219"/>
                  </a:lnTo>
                  <a:cubicBezTo>
                    <a:pt x="352" y="219"/>
                    <a:pt x="351" y="220"/>
                    <a:pt x="348" y="227"/>
                  </a:cubicBezTo>
                  <a:cubicBezTo>
                    <a:pt x="345" y="235"/>
                    <a:pt x="345" y="235"/>
                    <a:pt x="346" y="235"/>
                  </a:cubicBezTo>
                  <a:cubicBezTo>
                    <a:pt x="350" y="230"/>
                    <a:pt x="352" y="226"/>
                    <a:pt x="354" y="220"/>
                  </a:cubicBezTo>
                  <a:cubicBezTo>
                    <a:pt x="356" y="217"/>
                    <a:pt x="356" y="215"/>
                    <a:pt x="357" y="215"/>
                  </a:cubicBezTo>
                  <a:lnTo>
                    <a:pt x="357" y="215"/>
                  </a:lnTo>
                  <a:cubicBezTo>
                    <a:pt x="357" y="215"/>
                    <a:pt x="357" y="217"/>
                    <a:pt x="356" y="222"/>
                  </a:cubicBezTo>
                  <a:cubicBezTo>
                    <a:pt x="355" y="226"/>
                    <a:pt x="355" y="229"/>
                    <a:pt x="357" y="229"/>
                  </a:cubicBezTo>
                  <a:cubicBezTo>
                    <a:pt x="358" y="229"/>
                    <a:pt x="360" y="228"/>
                    <a:pt x="362" y="225"/>
                  </a:cubicBezTo>
                  <a:lnTo>
                    <a:pt x="362" y="225"/>
                  </a:lnTo>
                  <a:cubicBezTo>
                    <a:pt x="362" y="225"/>
                    <a:pt x="363" y="225"/>
                    <a:pt x="360" y="233"/>
                  </a:cubicBezTo>
                  <a:cubicBezTo>
                    <a:pt x="358" y="238"/>
                    <a:pt x="356" y="243"/>
                    <a:pt x="357" y="243"/>
                  </a:cubicBezTo>
                  <a:cubicBezTo>
                    <a:pt x="358" y="243"/>
                    <a:pt x="359" y="241"/>
                    <a:pt x="363" y="235"/>
                  </a:cubicBezTo>
                  <a:lnTo>
                    <a:pt x="363" y="235"/>
                  </a:lnTo>
                  <a:cubicBezTo>
                    <a:pt x="363" y="235"/>
                    <a:pt x="363" y="235"/>
                    <a:pt x="360" y="243"/>
                  </a:cubicBezTo>
                  <a:cubicBezTo>
                    <a:pt x="358" y="247"/>
                    <a:pt x="357" y="252"/>
                    <a:pt x="357" y="252"/>
                  </a:cubicBezTo>
                  <a:cubicBezTo>
                    <a:pt x="357" y="252"/>
                    <a:pt x="359" y="250"/>
                    <a:pt x="362" y="244"/>
                  </a:cubicBezTo>
                  <a:cubicBezTo>
                    <a:pt x="364" y="241"/>
                    <a:pt x="365" y="240"/>
                    <a:pt x="366" y="240"/>
                  </a:cubicBezTo>
                  <a:cubicBezTo>
                    <a:pt x="367" y="240"/>
                    <a:pt x="368" y="242"/>
                    <a:pt x="366" y="246"/>
                  </a:cubicBezTo>
                  <a:cubicBezTo>
                    <a:pt x="367" y="246"/>
                    <a:pt x="367" y="247"/>
                    <a:pt x="367" y="247"/>
                  </a:cubicBezTo>
                  <a:cubicBezTo>
                    <a:pt x="368" y="247"/>
                    <a:pt x="368" y="245"/>
                    <a:pt x="371" y="239"/>
                  </a:cubicBezTo>
                  <a:cubicBezTo>
                    <a:pt x="372" y="237"/>
                    <a:pt x="373" y="236"/>
                    <a:pt x="373" y="234"/>
                  </a:cubicBezTo>
                  <a:lnTo>
                    <a:pt x="373" y="234"/>
                  </a:lnTo>
                  <a:cubicBezTo>
                    <a:pt x="371" y="240"/>
                    <a:pt x="370" y="244"/>
                    <a:pt x="370" y="244"/>
                  </a:cubicBezTo>
                  <a:cubicBezTo>
                    <a:pt x="371" y="244"/>
                    <a:pt x="373" y="240"/>
                    <a:pt x="376" y="233"/>
                  </a:cubicBezTo>
                  <a:lnTo>
                    <a:pt x="376" y="233"/>
                  </a:lnTo>
                  <a:cubicBezTo>
                    <a:pt x="374" y="241"/>
                    <a:pt x="374" y="242"/>
                    <a:pt x="374" y="242"/>
                  </a:cubicBezTo>
                  <a:cubicBezTo>
                    <a:pt x="375" y="242"/>
                    <a:pt x="381" y="237"/>
                    <a:pt x="384" y="237"/>
                  </a:cubicBezTo>
                  <a:cubicBezTo>
                    <a:pt x="385" y="237"/>
                    <a:pt x="385" y="237"/>
                    <a:pt x="385" y="237"/>
                  </a:cubicBezTo>
                  <a:cubicBezTo>
                    <a:pt x="388" y="239"/>
                    <a:pt x="390" y="240"/>
                    <a:pt x="391" y="240"/>
                  </a:cubicBezTo>
                  <a:cubicBezTo>
                    <a:pt x="393" y="240"/>
                    <a:pt x="395" y="238"/>
                    <a:pt x="397" y="234"/>
                  </a:cubicBezTo>
                  <a:cubicBezTo>
                    <a:pt x="399" y="231"/>
                    <a:pt x="400" y="229"/>
                    <a:pt x="400" y="229"/>
                  </a:cubicBezTo>
                  <a:lnTo>
                    <a:pt x="400" y="229"/>
                  </a:lnTo>
                  <a:cubicBezTo>
                    <a:pt x="401" y="229"/>
                    <a:pt x="400" y="231"/>
                    <a:pt x="399" y="235"/>
                  </a:cubicBezTo>
                  <a:cubicBezTo>
                    <a:pt x="396" y="243"/>
                    <a:pt x="397" y="244"/>
                    <a:pt x="397" y="244"/>
                  </a:cubicBezTo>
                  <a:cubicBezTo>
                    <a:pt x="398" y="244"/>
                    <a:pt x="399" y="245"/>
                    <a:pt x="396" y="253"/>
                  </a:cubicBezTo>
                  <a:cubicBezTo>
                    <a:pt x="399" y="245"/>
                    <a:pt x="399" y="245"/>
                    <a:pt x="400" y="245"/>
                  </a:cubicBezTo>
                  <a:cubicBezTo>
                    <a:pt x="398" y="249"/>
                    <a:pt x="397" y="252"/>
                    <a:pt x="398" y="252"/>
                  </a:cubicBezTo>
                  <a:cubicBezTo>
                    <a:pt x="398" y="252"/>
                    <a:pt x="399" y="250"/>
                    <a:pt x="401" y="246"/>
                  </a:cubicBezTo>
                  <a:cubicBezTo>
                    <a:pt x="405" y="238"/>
                    <a:pt x="407" y="234"/>
                    <a:pt x="407" y="234"/>
                  </a:cubicBezTo>
                  <a:lnTo>
                    <a:pt x="407" y="234"/>
                  </a:lnTo>
                  <a:cubicBezTo>
                    <a:pt x="407" y="234"/>
                    <a:pt x="406" y="238"/>
                    <a:pt x="402" y="246"/>
                  </a:cubicBezTo>
                  <a:cubicBezTo>
                    <a:pt x="400" y="252"/>
                    <a:pt x="398" y="258"/>
                    <a:pt x="398" y="258"/>
                  </a:cubicBezTo>
                  <a:cubicBezTo>
                    <a:pt x="399" y="258"/>
                    <a:pt x="399" y="257"/>
                    <a:pt x="400" y="255"/>
                  </a:cubicBezTo>
                  <a:cubicBezTo>
                    <a:pt x="402" y="250"/>
                    <a:pt x="406" y="245"/>
                    <a:pt x="409" y="241"/>
                  </a:cubicBezTo>
                  <a:lnTo>
                    <a:pt x="409" y="241"/>
                  </a:lnTo>
                  <a:cubicBezTo>
                    <a:pt x="410" y="241"/>
                    <a:pt x="410" y="242"/>
                    <a:pt x="407" y="250"/>
                  </a:cubicBezTo>
                  <a:cubicBezTo>
                    <a:pt x="406" y="252"/>
                    <a:pt x="406" y="253"/>
                    <a:pt x="407" y="253"/>
                  </a:cubicBezTo>
                  <a:cubicBezTo>
                    <a:pt x="409" y="253"/>
                    <a:pt x="413" y="249"/>
                    <a:pt x="416" y="244"/>
                  </a:cubicBezTo>
                  <a:lnTo>
                    <a:pt x="416" y="244"/>
                  </a:lnTo>
                  <a:cubicBezTo>
                    <a:pt x="412" y="252"/>
                    <a:pt x="413" y="253"/>
                    <a:pt x="413" y="253"/>
                  </a:cubicBezTo>
                  <a:cubicBezTo>
                    <a:pt x="415" y="251"/>
                    <a:pt x="415" y="250"/>
                    <a:pt x="416" y="250"/>
                  </a:cubicBezTo>
                  <a:lnTo>
                    <a:pt x="416" y="250"/>
                  </a:lnTo>
                  <a:cubicBezTo>
                    <a:pt x="416" y="250"/>
                    <a:pt x="414" y="255"/>
                    <a:pt x="411" y="261"/>
                  </a:cubicBezTo>
                  <a:cubicBezTo>
                    <a:pt x="407" y="269"/>
                    <a:pt x="408" y="269"/>
                    <a:pt x="409" y="270"/>
                  </a:cubicBezTo>
                  <a:cubicBezTo>
                    <a:pt x="412" y="265"/>
                    <a:pt x="413" y="264"/>
                    <a:pt x="415" y="264"/>
                  </a:cubicBezTo>
                  <a:cubicBezTo>
                    <a:pt x="416" y="264"/>
                    <a:pt x="417" y="265"/>
                    <a:pt x="418" y="265"/>
                  </a:cubicBezTo>
                  <a:cubicBezTo>
                    <a:pt x="418" y="265"/>
                    <a:pt x="418" y="265"/>
                    <a:pt x="419" y="265"/>
                  </a:cubicBezTo>
                  <a:cubicBezTo>
                    <a:pt x="422" y="265"/>
                    <a:pt x="426" y="259"/>
                    <a:pt x="435" y="245"/>
                  </a:cubicBezTo>
                  <a:lnTo>
                    <a:pt x="435" y="245"/>
                  </a:lnTo>
                  <a:cubicBezTo>
                    <a:pt x="431" y="253"/>
                    <a:pt x="425" y="269"/>
                    <a:pt x="425" y="269"/>
                  </a:cubicBezTo>
                  <a:cubicBezTo>
                    <a:pt x="428" y="264"/>
                    <a:pt x="431" y="259"/>
                    <a:pt x="433" y="254"/>
                  </a:cubicBezTo>
                  <a:cubicBezTo>
                    <a:pt x="434" y="250"/>
                    <a:pt x="435" y="248"/>
                    <a:pt x="436" y="248"/>
                  </a:cubicBezTo>
                  <a:lnTo>
                    <a:pt x="436" y="248"/>
                  </a:lnTo>
                  <a:cubicBezTo>
                    <a:pt x="436" y="248"/>
                    <a:pt x="436" y="251"/>
                    <a:pt x="435" y="255"/>
                  </a:cubicBezTo>
                  <a:cubicBezTo>
                    <a:pt x="434" y="259"/>
                    <a:pt x="433" y="262"/>
                    <a:pt x="434" y="262"/>
                  </a:cubicBezTo>
                  <a:cubicBezTo>
                    <a:pt x="435" y="262"/>
                    <a:pt x="436" y="260"/>
                    <a:pt x="438" y="256"/>
                  </a:cubicBezTo>
                  <a:lnTo>
                    <a:pt x="438" y="256"/>
                  </a:lnTo>
                  <a:cubicBezTo>
                    <a:pt x="438" y="256"/>
                    <a:pt x="439" y="257"/>
                    <a:pt x="436" y="265"/>
                  </a:cubicBezTo>
                  <a:cubicBezTo>
                    <a:pt x="437" y="265"/>
                    <a:pt x="437" y="265"/>
                    <a:pt x="440" y="257"/>
                  </a:cubicBezTo>
                  <a:cubicBezTo>
                    <a:pt x="442" y="254"/>
                    <a:pt x="443" y="252"/>
                    <a:pt x="443" y="252"/>
                  </a:cubicBezTo>
                  <a:lnTo>
                    <a:pt x="443" y="252"/>
                  </a:lnTo>
                  <a:cubicBezTo>
                    <a:pt x="444" y="252"/>
                    <a:pt x="443" y="254"/>
                    <a:pt x="442" y="259"/>
                  </a:cubicBezTo>
                  <a:cubicBezTo>
                    <a:pt x="438" y="268"/>
                    <a:pt x="438" y="272"/>
                    <a:pt x="438" y="272"/>
                  </a:cubicBezTo>
                  <a:cubicBezTo>
                    <a:pt x="439" y="272"/>
                    <a:pt x="440" y="271"/>
                    <a:pt x="442" y="268"/>
                  </a:cubicBezTo>
                  <a:cubicBezTo>
                    <a:pt x="444" y="261"/>
                    <a:pt x="445" y="261"/>
                    <a:pt x="446" y="261"/>
                  </a:cubicBezTo>
                  <a:cubicBezTo>
                    <a:pt x="446" y="261"/>
                    <a:pt x="446" y="261"/>
                    <a:pt x="446" y="261"/>
                  </a:cubicBezTo>
                  <a:cubicBezTo>
                    <a:pt x="446" y="261"/>
                    <a:pt x="446" y="261"/>
                    <a:pt x="447" y="261"/>
                  </a:cubicBezTo>
                  <a:cubicBezTo>
                    <a:pt x="447" y="261"/>
                    <a:pt x="448" y="260"/>
                    <a:pt x="452" y="254"/>
                  </a:cubicBezTo>
                  <a:lnTo>
                    <a:pt x="453" y="255"/>
                  </a:lnTo>
                  <a:cubicBezTo>
                    <a:pt x="454" y="255"/>
                    <a:pt x="450" y="262"/>
                    <a:pt x="449" y="262"/>
                  </a:cubicBezTo>
                  <a:cubicBezTo>
                    <a:pt x="449" y="262"/>
                    <a:pt x="449" y="262"/>
                    <a:pt x="449" y="262"/>
                  </a:cubicBezTo>
                  <a:lnTo>
                    <a:pt x="446" y="271"/>
                  </a:lnTo>
                  <a:cubicBezTo>
                    <a:pt x="446" y="271"/>
                    <a:pt x="446" y="271"/>
                    <a:pt x="447" y="271"/>
                  </a:cubicBezTo>
                  <a:cubicBezTo>
                    <a:pt x="448" y="271"/>
                    <a:pt x="449" y="270"/>
                    <a:pt x="453" y="264"/>
                  </a:cubicBezTo>
                  <a:cubicBezTo>
                    <a:pt x="457" y="257"/>
                    <a:pt x="459" y="253"/>
                    <a:pt x="459" y="253"/>
                  </a:cubicBezTo>
                  <a:lnTo>
                    <a:pt x="459" y="253"/>
                  </a:lnTo>
                  <a:cubicBezTo>
                    <a:pt x="459" y="253"/>
                    <a:pt x="457" y="257"/>
                    <a:pt x="453" y="265"/>
                  </a:cubicBezTo>
                  <a:cubicBezTo>
                    <a:pt x="450" y="270"/>
                    <a:pt x="448" y="276"/>
                    <a:pt x="449" y="276"/>
                  </a:cubicBezTo>
                  <a:cubicBezTo>
                    <a:pt x="450" y="276"/>
                    <a:pt x="450" y="275"/>
                    <a:pt x="452" y="273"/>
                  </a:cubicBezTo>
                  <a:cubicBezTo>
                    <a:pt x="454" y="267"/>
                    <a:pt x="456" y="265"/>
                    <a:pt x="456" y="265"/>
                  </a:cubicBezTo>
                  <a:lnTo>
                    <a:pt x="456" y="265"/>
                  </a:lnTo>
                  <a:cubicBezTo>
                    <a:pt x="456" y="265"/>
                    <a:pt x="455" y="270"/>
                    <a:pt x="453" y="274"/>
                  </a:cubicBezTo>
                  <a:cubicBezTo>
                    <a:pt x="449" y="282"/>
                    <a:pt x="447" y="285"/>
                    <a:pt x="447" y="285"/>
                  </a:cubicBezTo>
                  <a:cubicBezTo>
                    <a:pt x="447" y="285"/>
                    <a:pt x="450" y="282"/>
                    <a:pt x="455" y="275"/>
                  </a:cubicBezTo>
                  <a:cubicBezTo>
                    <a:pt x="455" y="275"/>
                    <a:pt x="455" y="275"/>
                    <a:pt x="455" y="275"/>
                  </a:cubicBezTo>
                  <a:cubicBezTo>
                    <a:pt x="457" y="275"/>
                    <a:pt x="461" y="271"/>
                    <a:pt x="463" y="271"/>
                  </a:cubicBezTo>
                  <a:cubicBezTo>
                    <a:pt x="464" y="271"/>
                    <a:pt x="464" y="271"/>
                    <a:pt x="464" y="271"/>
                  </a:cubicBezTo>
                  <a:cubicBezTo>
                    <a:pt x="467" y="272"/>
                    <a:pt x="468" y="273"/>
                    <a:pt x="466" y="281"/>
                  </a:cubicBezTo>
                  <a:cubicBezTo>
                    <a:pt x="462" y="290"/>
                    <a:pt x="460" y="294"/>
                    <a:pt x="460" y="294"/>
                  </a:cubicBezTo>
                  <a:cubicBezTo>
                    <a:pt x="460" y="294"/>
                    <a:pt x="461" y="292"/>
                    <a:pt x="463" y="289"/>
                  </a:cubicBezTo>
                  <a:cubicBezTo>
                    <a:pt x="468" y="277"/>
                    <a:pt x="469" y="275"/>
                    <a:pt x="470" y="275"/>
                  </a:cubicBezTo>
                  <a:cubicBezTo>
                    <a:pt x="471" y="275"/>
                    <a:pt x="471" y="275"/>
                    <a:pt x="472" y="275"/>
                  </a:cubicBezTo>
                  <a:cubicBezTo>
                    <a:pt x="471" y="278"/>
                    <a:pt x="472" y="279"/>
                    <a:pt x="472" y="279"/>
                  </a:cubicBezTo>
                  <a:cubicBezTo>
                    <a:pt x="474" y="279"/>
                    <a:pt x="477" y="274"/>
                    <a:pt x="480" y="270"/>
                  </a:cubicBezTo>
                  <a:lnTo>
                    <a:pt x="479" y="269"/>
                  </a:lnTo>
                  <a:cubicBezTo>
                    <a:pt x="482" y="260"/>
                    <a:pt x="484" y="256"/>
                    <a:pt x="485" y="256"/>
                  </a:cubicBezTo>
                  <a:lnTo>
                    <a:pt x="485" y="256"/>
                  </a:lnTo>
                  <a:cubicBezTo>
                    <a:pt x="485" y="256"/>
                    <a:pt x="485" y="258"/>
                    <a:pt x="484" y="262"/>
                  </a:cubicBezTo>
                  <a:cubicBezTo>
                    <a:pt x="483" y="268"/>
                    <a:pt x="481" y="273"/>
                    <a:pt x="477" y="278"/>
                  </a:cubicBezTo>
                  <a:cubicBezTo>
                    <a:pt x="475" y="283"/>
                    <a:pt x="473" y="289"/>
                    <a:pt x="472" y="294"/>
                  </a:cubicBezTo>
                  <a:cubicBezTo>
                    <a:pt x="472" y="294"/>
                    <a:pt x="472" y="294"/>
                    <a:pt x="472" y="294"/>
                  </a:cubicBezTo>
                  <a:cubicBezTo>
                    <a:pt x="473" y="294"/>
                    <a:pt x="474" y="294"/>
                    <a:pt x="476" y="287"/>
                  </a:cubicBezTo>
                  <a:cubicBezTo>
                    <a:pt x="479" y="281"/>
                    <a:pt x="479" y="279"/>
                    <a:pt x="480" y="279"/>
                  </a:cubicBezTo>
                  <a:cubicBezTo>
                    <a:pt x="480" y="279"/>
                    <a:pt x="480" y="280"/>
                    <a:pt x="481" y="280"/>
                  </a:cubicBezTo>
                  <a:cubicBezTo>
                    <a:pt x="481" y="280"/>
                    <a:pt x="482" y="280"/>
                    <a:pt x="486" y="273"/>
                  </a:cubicBezTo>
                  <a:cubicBezTo>
                    <a:pt x="489" y="267"/>
                    <a:pt x="490" y="266"/>
                    <a:pt x="491" y="266"/>
                  </a:cubicBezTo>
                  <a:cubicBezTo>
                    <a:pt x="491" y="266"/>
                    <a:pt x="491" y="266"/>
                    <a:pt x="491" y="266"/>
                  </a:cubicBezTo>
                  <a:cubicBezTo>
                    <a:pt x="489" y="274"/>
                    <a:pt x="490" y="275"/>
                    <a:pt x="490" y="275"/>
                  </a:cubicBezTo>
                  <a:cubicBezTo>
                    <a:pt x="489" y="277"/>
                    <a:pt x="488" y="280"/>
                    <a:pt x="486" y="283"/>
                  </a:cubicBezTo>
                  <a:cubicBezTo>
                    <a:pt x="483" y="290"/>
                    <a:pt x="480" y="299"/>
                    <a:pt x="480" y="299"/>
                  </a:cubicBezTo>
                  <a:cubicBezTo>
                    <a:pt x="481" y="299"/>
                    <a:pt x="484" y="291"/>
                    <a:pt x="484" y="291"/>
                  </a:cubicBezTo>
                  <a:cubicBezTo>
                    <a:pt x="485" y="289"/>
                    <a:pt x="487" y="288"/>
                    <a:pt x="490" y="288"/>
                  </a:cubicBezTo>
                  <a:cubicBezTo>
                    <a:pt x="496" y="288"/>
                    <a:pt x="505" y="293"/>
                    <a:pt x="507" y="293"/>
                  </a:cubicBezTo>
                  <a:cubicBezTo>
                    <a:pt x="505" y="298"/>
                    <a:pt x="505" y="301"/>
                    <a:pt x="506" y="301"/>
                  </a:cubicBezTo>
                  <a:cubicBezTo>
                    <a:pt x="507" y="301"/>
                    <a:pt x="508" y="299"/>
                    <a:pt x="510" y="296"/>
                  </a:cubicBezTo>
                  <a:cubicBezTo>
                    <a:pt x="512" y="291"/>
                    <a:pt x="513" y="290"/>
                    <a:pt x="515" y="290"/>
                  </a:cubicBezTo>
                  <a:cubicBezTo>
                    <a:pt x="517" y="290"/>
                    <a:pt x="519" y="291"/>
                    <a:pt x="521" y="292"/>
                  </a:cubicBezTo>
                  <a:cubicBezTo>
                    <a:pt x="523" y="293"/>
                    <a:pt x="525" y="294"/>
                    <a:pt x="527" y="294"/>
                  </a:cubicBezTo>
                  <a:cubicBezTo>
                    <a:pt x="529" y="294"/>
                    <a:pt x="531" y="293"/>
                    <a:pt x="532" y="289"/>
                  </a:cubicBezTo>
                  <a:lnTo>
                    <a:pt x="535" y="290"/>
                  </a:lnTo>
                  <a:cubicBezTo>
                    <a:pt x="536" y="290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4" y="280"/>
                    <a:pt x="545" y="278"/>
                    <a:pt x="545" y="278"/>
                  </a:cubicBezTo>
                  <a:lnTo>
                    <a:pt x="545" y="278"/>
                  </a:lnTo>
                  <a:cubicBezTo>
                    <a:pt x="546" y="278"/>
                    <a:pt x="545" y="280"/>
                    <a:pt x="542" y="284"/>
                  </a:cubicBezTo>
                  <a:cubicBezTo>
                    <a:pt x="539" y="289"/>
                    <a:pt x="538" y="294"/>
                    <a:pt x="536" y="300"/>
                  </a:cubicBezTo>
                  <a:cubicBezTo>
                    <a:pt x="536" y="300"/>
                    <a:pt x="536" y="300"/>
                    <a:pt x="536" y="300"/>
                  </a:cubicBezTo>
                  <a:cubicBezTo>
                    <a:pt x="538" y="300"/>
                    <a:pt x="542" y="293"/>
                    <a:pt x="545" y="285"/>
                  </a:cubicBezTo>
                  <a:cubicBezTo>
                    <a:pt x="548" y="278"/>
                    <a:pt x="549" y="278"/>
                    <a:pt x="549" y="278"/>
                  </a:cubicBezTo>
                  <a:lnTo>
                    <a:pt x="549" y="278"/>
                  </a:lnTo>
                  <a:cubicBezTo>
                    <a:pt x="549" y="279"/>
                    <a:pt x="549" y="279"/>
                    <a:pt x="546" y="287"/>
                  </a:cubicBezTo>
                  <a:cubicBezTo>
                    <a:pt x="542" y="294"/>
                    <a:pt x="539" y="301"/>
                    <a:pt x="539" y="301"/>
                  </a:cubicBezTo>
                  <a:lnTo>
                    <a:pt x="539" y="302"/>
                  </a:lnTo>
                  <a:cubicBezTo>
                    <a:pt x="544" y="294"/>
                    <a:pt x="544" y="294"/>
                    <a:pt x="544" y="294"/>
                  </a:cubicBezTo>
                  <a:lnTo>
                    <a:pt x="544" y="294"/>
                  </a:lnTo>
                  <a:cubicBezTo>
                    <a:pt x="545" y="296"/>
                    <a:pt x="545" y="296"/>
                    <a:pt x="538" y="310"/>
                  </a:cubicBezTo>
                  <a:cubicBezTo>
                    <a:pt x="534" y="318"/>
                    <a:pt x="532" y="322"/>
                    <a:pt x="533" y="322"/>
                  </a:cubicBezTo>
                  <a:cubicBezTo>
                    <a:pt x="533" y="322"/>
                    <a:pt x="535" y="319"/>
                    <a:pt x="539" y="311"/>
                  </a:cubicBezTo>
                  <a:lnTo>
                    <a:pt x="544" y="305"/>
                  </a:lnTo>
                  <a:lnTo>
                    <a:pt x="544" y="305"/>
                  </a:lnTo>
                  <a:cubicBezTo>
                    <a:pt x="542" y="310"/>
                    <a:pt x="541" y="312"/>
                    <a:pt x="542" y="312"/>
                  </a:cubicBezTo>
                  <a:cubicBezTo>
                    <a:pt x="543" y="312"/>
                    <a:pt x="547" y="303"/>
                    <a:pt x="550" y="298"/>
                  </a:cubicBezTo>
                  <a:lnTo>
                    <a:pt x="550" y="298"/>
                  </a:lnTo>
                  <a:cubicBezTo>
                    <a:pt x="547" y="306"/>
                    <a:pt x="545" y="310"/>
                    <a:pt x="546" y="310"/>
                  </a:cubicBezTo>
                  <a:cubicBezTo>
                    <a:pt x="547" y="310"/>
                    <a:pt x="549" y="306"/>
                    <a:pt x="553" y="299"/>
                  </a:cubicBezTo>
                  <a:cubicBezTo>
                    <a:pt x="554" y="295"/>
                    <a:pt x="555" y="294"/>
                    <a:pt x="555" y="294"/>
                  </a:cubicBezTo>
                  <a:lnTo>
                    <a:pt x="555" y="294"/>
                  </a:lnTo>
                  <a:cubicBezTo>
                    <a:pt x="555" y="294"/>
                    <a:pt x="555" y="296"/>
                    <a:pt x="554" y="300"/>
                  </a:cubicBezTo>
                  <a:cubicBezTo>
                    <a:pt x="550" y="308"/>
                    <a:pt x="551" y="309"/>
                    <a:pt x="553" y="309"/>
                  </a:cubicBezTo>
                  <a:cubicBezTo>
                    <a:pt x="555" y="306"/>
                    <a:pt x="557" y="305"/>
                    <a:pt x="559" y="305"/>
                  </a:cubicBezTo>
                  <a:cubicBezTo>
                    <a:pt x="562" y="305"/>
                    <a:pt x="564" y="306"/>
                    <a:pt x="567" y="308"/>
                  </a:cubicBezTo>
                  <a:cubicBezTo>
                    <a:pt x="571" y="310"/>
                    <a:pt x="573" y="311"/>
                    <a:pt x="576" y="311"/>
                  </a:cubicBezTo>
                  <a:cubicBezTo>
                    <a:pt x="578" y="311"/>
                    <a:pt x="580" y="310"/>
                    <a:pt x="582" y="306"/>
                  </a:cubicBezTo>
                  <a:cubicBezTo>
                    <a:pt x="583" y="306"/>
                    <a:pt x="583" y="306"/>
                    <a:pt x="579" y="315"/>
                  </a:cubicBezTo>
                  <a:cubicBezTo>
                    <a:pt x="578" y="317"/>
                    <a:pt x="577" y="319"/>
                    <a:pt x="578" y="319"/>
                  </a:cubicBezTo>
                  <a:cubicBezTo>
                    <a:pt x="578" y="319"/>
                    <a:pt x="580" y="316"/>
                    <a:pt x="584" y="307"/>
                  </a:cubicBezTo>
                  <a:cubicBezTo>
                    <a:pt x="587" y="303"/>
                    <a:pt x="589" y="299"/>
                    <a:pt x="589" y="299"/>
                  </a:cubicBezTo>
                  <a:lnTo>
                    <a:pt x="589" y="299"/>
                  </a:lnTo>
                  <a:cubicBezTo>
                    <a:pt x="589" y="299"/>
                    <a:pt x="588" y="301"/>
                    <a:pt x="585" y="308"/>
                  </a:cubicBezTo>
                  <a:cubicBezTo>
                    <a:pt x="582" y="316"/>
                    <a:pt x="583" y="316"/>
                    <a:pt x="586" y="318"/>
                  </a:cubicBezTo>
                  <a:cubicBezTo>
                    <a:pt x="587" y="318"/>
                    <a:pt x="588" y="319"/>
                    <a:pt x="589" y="319"/>
                  </a:cubicBezTo>
                  <a:cubicBezTo>
                    <a:pt x="590" y="319"/>
                    <a:pt x="592" y="317"/>
                    <a:pt x="594" y="312"/>
                  </a:cubicBezTo>
                  <a:cubicBezTo>
                    <a:pt x="597" y="309"/>
                    <a:pt x="598" y="307"/>
                    <a:pt x="598" y="307"/>
                  </a:cubicBezTo>
                  <a:lnTo>
                    <a:pt x="598" y="307"/>
                  </a:lnTo>
                  <a:cubicBezTo>
                    <a:pt x="599" y="307"/>
                    <a:pt x="597" y="309"/>
                    <a:pt x="595" y="312"/>
                  </a:cubicBezTo>
                  <a:cubicBezTo>
                    <a:pt x="590" y="323"/>
                    <a:pt x="588" y="331"/>
                    <a:pt x="590" y="331"/>
                  </a:cubicBezTo>
                  <a:cubicBezTo>
                    <a:pt x="591" y="331"/>
                    <a:pt x="593" y="329"/>
                    <a:pt x="596" y="324"/>
                  </a:cubicBezTo>
                  <a:cubicBezTo>
                    <a:pt x="597" y="324"/>
                    <a:pt x="597" y="324"/>
                    <a:pt x="594" y="331"/>
                  </a:cubicBezTo>
                  <a:cubicBezTo>
                    <a:pt x="594" y="332"/>
                    <a:pt x="595" y="332"/>
                    <a:pt x="595" y="332"/>
                  </a:cubicBezTo>
                  <a:cubicBezTo>
                    <a:pt x="596" y="332"/>
                    <a:pt x="597" y="331"/>
                    <a:pt x="601" y="326"/>
                  </a:cubicBezTo>
                  <a:lnTo>
                    <a:pt x="606" y="328"/>
                  </a:lnTo>
                  <a:cubicBezTo>
                    <a:pt x="606" y="328"/>
                    <a:pt x="607" y="328"/>
                    <a:pt x="607" y="328"/>
                  </a:cubicBezTo>
                  <a:cubicBezTo>
                    <a:pt x="608" y="328"/>
                    <a:pt x="612" y="322"/>
                    <a:pt x="612" y="322"/>
                  </a:cubicBezTo>
                  <a:cubicBezTo>
                    <a:pt x="612" y="322"/>
                    <a:pt x="613" y="323"/>
                    <a:pt x="613" y="323"/>
                  </a:cubicBezTo>
                  <a:lnTo>
                    <a:pt x="613" y="323"/>
                  </a:lnTo>
                  <a:cubicBezTo>
                    <a:pt x="610" y="330"/>
                    <a:pt x="613" y="333"/>
                    <a:pt x="618" y="335"/>
                  </a:cubicBezTo>
                  <a:cubicBezTo>
                    <a:pt x="623" y="338"/>
                    <a:pt x="628" y="340"/>
                    <a:pt x="624" y="348"/>
                  </a:cubicBezTo>
                  <a:cubicBezTo>
                    <a:pt x="624" y="348"/>
                    <a:pt x="625" y="348"/>
                    <a:pt x="629" y="342"/>
                  </a:cubicBezTo>
                  <a:cubicBezTo>
                    <a:pt x="633" y="333"/>
                    <a:pt x="636" y="329"/>
                    <a:pt x="636" y="329"/>
                  </a:cubicBezTo>
                  <a:lnTo>
                    <a:pt x="636" y="329"/>
                  </a:lnTo>
                  <a:cubicBezTo>
                    <a:pt x="637" y="329"/>
                    <a:pt x="636" y="331"/>
                    <a:pt x="634" y="335"/>
                  </a:cubicBezTo>
                  <a:cubicBezTo>
                    <a:pt x="631" y="343"/>
                    <a:pt x="631" y="347"/>
                    <a:pt x="632" y="347"/>
                  </a:cubicBezTo>
                  <a:cubicBezTo>
                    <a:pt x="633" y="347"/>
                    <a:pt x="635" y="344"/>
                    <a:pt x="639" y="337"/>
                  </a:cubicBezTo>
                  <a:lnTo>
                    <a:pt x="639" y="337"/>
                  </a:lnTo>
                  <a:lnTo>
                    <a:pt x="636" y="345"/>
                  </a:lnTo>
                  <a:cubicBezTo>
                    <a:pt x="633" y="351"/>
                    <a:pt x="633" y="354"/>
                    <a:pt x="634" y="354"/>
                  </a:cubicBezTo>
                  <a:cubicBezTo>
                    <a:pt x="635" y="354"/>
                    <a:pt x="638" y="348"/>
                    <a:pt x="642" y="339"/>
                  </a:cubicBezTo>
                  <a:lnTo>
                    <a:pt x="642" y="339"/>
                  </a:lnTo>
                  <a:cubicBezTo>
                    <a:pt x="641" y="345"/>
                    <a:pt x="639" y="350"/>
                    <a:pt x="639" y="350"/>
                  </a:cubicBezTo>
                  <a:cubicBezTo>
                    <a:pt x="639" y="350"/>
                    <a:pt x="640" y="349"/>
                    <a:pt x="641" y="347"/>
                  </a:cubicBezTo>
                  <a:lnTo>
                    <a:pt x="641" y="347"/>
                  </a:lnTo>
                  <a:cubicBezTo>
                    <a:pt x="642" y="348"/>
                    <a:pt x="642" y="348"/>
                    <a:pt x="636" y="364"/>
                  </a:cubicBezTo>
                  <a:cubicBezTo>
                    <a:pt x="632" y="368"/>
                    <a:pt x="630" y="374"/>
                    <a:pt x="629" y="380"/>
                  </a:cubicBezTo>
                  <a:cubicBezTo>
                    <a:pt x="632" y="375"/>
                    <a:pt x="634" y="370"/>
                    <a:pt x="637" y="364"/>
                  </a:cubicBezTo>
                  <a:lnTo>
                    <a:pt x="638" y="365"/>
                  </a:lnTo>
                  <a:cubicBezTo>
                    <a:pt x="638" y="365"/>
                    <a:pt x="639" y="365"/>
                    <a:pt x="642" y="357"/>
                  </a:cubicBezTo>
                  <a:cubicBezTo>
                    <a:pt x="646" y="351"/>
                    <a:pt x="647" y="351"/>
                    <a:pt x="647" y="351"/>
                  </a:cubicBezTo>
                  <a:lnTo>
                    <a:pt x="647" y="351"/>
                  </a:lnTo>
                  <a:cubicBezTo>
                    <a:pt x="646" y="353"/>
                    <a:pt x="645" y="354"/>
                    <a:pt x="646" y="354"/>
                  </a:cubicBezTo>
                  <a:cubicBezTo>
                    <a:pt x="646" y="354"/>
                    <a:pt x="649" y="349"/>
                    <a:pt x="650" y="343"/>
                  </a:cubicBezTo>
                  <a:cubicBezTo>
                    <a:pt x="652" y="338"/>
                    <a:pt x="655" y="333"/>
                    <a:pt x="658" y="328"/>
                  </a:cubicBezTo>
                  <a:lnTo>
                    <a:pt x="665" y="312"/>
                  </a:lnTo>
                  <a:cubicBezTo>
                    <a:pt x="670" y="302"/>
                    <a:pt x="675" y="291"/>
                    <a:pt x="677" y="280"/>
                  </a:cubicBezTo>
                  <a:cubicBezTo>
                    <a:pt x="678" y="274"/>
                    <a:pt x="678" y="269"/>
                    <a:pt x="677" y="269"/>
                  </a:cubicBezTo>
                  <a:lnTo>
                    <a:pt x="677" y="269"/>
                  </a:lnTo>
                  <a:cubicBezTo>
                    <a:pt x="677" y="269"/>
                    <a:pt x="675" y="271"/>
                    <a:pt x="673" y="278"/>
                  </a:cubicBezTo>
                  <a:cubicBezTo>
                    <a:pt x="673" y="278"/>
                    <a:pt x="669" y="284"/>
                    <a:pt x="668" y="284"/>
                  </a:cubicBezTo>
                  <a:cubicBezTo>
                    <a:pt x="668" y="284"/>
                    <a:pt x="668" y="284"/>
                    <a:pt x="668" y="284"/>
                  </a:cubicBezTo>
                  <a:cubicBezTo>
                    <a:pt x="667" y="284"/>
                    <a:pt x="670" y="276"/>
                    <a:pt x="670" y="276"/>
                  </a:cubicBezTo>
                  <a:cubicBezTo>
                    <a:pt x="674" y="269"/>
                    <a:pt x="670" y="266"/>
                    <a:pt x="667" y="265"/>
                  </a:cubicBezTo>
                  <a:cubicBezTo>
                    <a:pt x="662" y="263"/>
                    <a:pt x="660" y="262"/>
                    <a:pt x="664" y="253"/>
                  </a:cubicBezTo>
                  <a:cubicBezTo>
                    <a:pt x="666" y="245"/>
                    <a:pt x="666" y="245"/>
                    <a:pt x="666" y="245"/>
                  </a:cubicBezTo>
                  <a:lnTo>
                    <a:pt x="666" y="245"/>
                  </a:lnTo>
                  <a:cubicBezTo>
                    <a:pt x="664" y="249"/>
                    <a:pt x="662" y="250"/>
                    <a:pt x="660" y="250"/>
                  </a:cubicBezTo>
                  <a:cubicBezTo>
                    <a:pt x="658" y="250"/>
                    <a:pt x="655" y="249"/>
                    <a:pt x="652" y="247"/>
                  </a:cubicBezTo>
                  <a:cubicBezTo>
                    <a:pt x="650" y="246"/>
                    <a:pt x="648" y="245"/>
                    <a:pt x="646" y="245"/>
                  </a:cubicBezTo>
                  <a:cubicBezTo>
                    <a:pt x="644" y="245"/>
                    <a:pt x="642" y="246"/>
                    <a:pt x="640" y="250"/>
                  </a:cubicBezTo>
                  <a:lnTo>
                    <a:pt x="638" y="250"/>
                  </a:lnTo>
                  <a:cubicBezTo>
                    <a:pt x="641" y="242"/>
                    <a:pt x="640" y="241"/>
                    <a:pt x="639" y="239"/>
                  </a:cubicBezTo>
                  <a:lnTo>
                    <a:pt x="639" y="239"/>
                  </a:lnTo>
                  <a:cubicBezTo>
                    <a:pt x="635" y="246"/>
                    <a:pt x="633" y="246"/>
                    <a:pt x="633" y="246"/>
                  </a:cubicBezTo>
                  <a:cubicBezTo>
                    <a:pt x="632" y="246"/>
                    <a:pt x="632" y="246"/>
                    <a:pt x="632" y="246"/>
                  </a:cubicBezTo>
                  <a:cubicBezTo>
                    <a:pt x="636" y="238"/>
                    <a:pt x="636" y="238"/>
                    <a:pt x="634" y="237"/>
                  </a:cubicBezTo>
                  <a:cubicBezTo>
                    <a:pt x="634" y="237"/>
                    <a:pt x="633" y="237"/>
                    <a:pt x="633" y="237"/>
                  </a:cubicBezTo>
                  <a:cubicBezTo>
                    <a:pt x="632" y="237"/>
                    <a:pt x="631" y="238"/>
                    <a:pt x="629" y="244"/>
                  </a:cubicBezTo>
                  <a:cubicBezTo>
                    <a:pt x="628" y="244"/>
                    <a:pt x="623" y="241"/>
                    <a:pt x="624" y="232"/>
                  </a:cubicBezTo>
                  <a:cubicBezTo>
                    <a:pt x="625" y="229"/>
                    <a:pt x="625" y="228"/>
                    <a:pt x="625" y="228"/>
                  </a:cubicBezTo>
                  <a:lnTo>
                    <a:pt x="625" y="228"/>
                  </a:lnTo>
                  <a:cubicBezTo>
                    <a:pt x="624" y="228"/>
                    <a:pt x="622" y="234"/>
                    <a:pt x="619" y="238"/>
                  </a:cubicBezTo>
                  <a:cubicBezTo>
                    <a:pt x="617" y="244"/>
                    <a:pt x="614" y="248"/>
                    <a:pt x="610" y="253"/>
                  </a:cubicBezTo>
                  <a:lnTo>
                    <a:pt x="618" y="238"/>
                  </a:lnTo>
                  <a:cubicBezTo>
                    <a:pt x="621" y="230"/>
                    <a:pt x="621" y="230"/>
                    <a:pt x="620" y="229"/>
                  </a:cubicBezTo>
                  <a:lnTo>
                    <a:pt x="619" y="229"/>
                  </a:lnTo>
                  <a:cubicBezTo>
                    <a:pt x="617" y="233"/>
                    <a:pt x="615" y="235"/>
                    <a:pt x="613" y="235"/>
                  </a:cubicBezTo>
                  <a:cubicBezTo>
                    <a:pt x="611" y="235"/>
                    <a:pt x="609" y="233"/>
                    <a:pt x="606" y="232"/>
                  </a:cubicBezTo>
                  <a:cubicBezTo>
                    <a:pt x="604" y="230"/>
                    <a:pt x="602" y="229"/>
                    <a:pt x="600" y="229"/>
                  </a:cubicBezTo>
                  <a:cubicBezTo>
                    <a:pt x="599" y="229"/>
                    <a:pt x="597" y="231"/>
                    <a:pt x="595" y="235"/>
                  </a:cubicBezTo>
                  <a:cubicBezTo>
                    <a:pt x="594" y="239"/>
                    <a:pt x="592" y="241"/>
                    <a:pt x="592" y="241"/>
                  </a:cubicBezTo>
                  <a:cubicBezTo>
                    <a:pt x="591" y="241"/>
                    <a:pt x="591" y="238"/>
                    <a:pt x="592" y="234"/>
                  </a:cubicBezTo>
                  <a:cubicBezTo>
                    <a:pt x="596" y="217"/>
                    <a:pt x="598" y="211"/>
                    <a:pt x="597" y="211"/>
                  </a:cubicBezTo>
                  <a:lnTo>
                    <a:pt x="597" y="211"/>
                  </a:lnTo>
                  <a:cubicBezTo>
                    <a:pt x="597" y="211"/>
                    <a:pt x="596" y="213"/>
                    <a:pt x="594" y="216"/>
                  </a:cubicBezTo>
                  <a:cubicBezTo>
                    <a:pt x="593" y="222"/>
                    <a:pt x="591" y="226"/>
                    <a:pt x="587" y="232"/>
                  </a:cubicBezTo>
                  <a:cubicBezTo>
                    <a:pt x="584" y="239"/>
                    <a:pt x="582" y="243"/>
                    <a:pt x="582" y="243"/>
                  </a:cubicBezTo>
                  <a:cubicBezTo>
                    <a:pt x="582" y="243"/>
                    <a:pt x="583" y="239"/>
                    <a:pt x="586" y="230"/>
                  </a:cubicBezTo>
                  <a:cubicBezTo>
                    <a:pt x="589" y="223"/>
                    <a:pt x="588" y="220"/>
                    <a:pt x="585" y="220"/>
                  </a:cubicBezTo>
                  <a:cubicBezTo>
                    <a:pt x="582" y="220"/>
                    <a:pt x="576" y="224"/>
                    <a:pt x="572" y="233"/>
                  </a:cubicBezTo>
                  <a:cubicBezTo>
                    <a:pt x="572" y="231"/>
                    <a:pt x="574" y="228"/>
                    <a:pt x="575" y="225"/>
                  </a:cubicBezTo>
                  <a:cubicBezTo>
                    <a:pt x="578" y="217"/>
                    <a:pt x="578" y="216"/>
                    <a:pt x="575" y="215"/>
                  </a:cubicBezTo>
                  <a:lnTo>
                    <a:pt x="573" y="214"/>
                  </a:lnTo>
                  <a:cubicBezTo>
                    <a:pt x="570" y="220"/>
                    <a:pt x="568" y="222"/>
                    <a:pt x="567" y="222"/>
                  </a:cubicBezTo>
                  <a:cubicBezTo>
                    <a:pt x="566" y="222"/>
                    <a:pt x="567" y="216"/>
                    <a:pt x="569" y="211"/>
                  </a:cubicBezTo>
                  <a:cubicBezTo>
                    <a:pt x="572" y="204"/>
                    <a:pt x="572" y="204"/>
                    <a:pt x="571" y="202"/>
                  </a:cubicBezTo>
                  <a:lnTo>
                    <a:pt x="571" y="202"/>
                  </a:lnTo>
                  <a:cubicBezTo>
                    <a:pt x="567" y="208"/>
                    <a:pt x="565" y="210"/>
                    <a:pt x="564" y="210"/>
                  </a:cubicBezTo>
                  <a:cubicBezTo>
                    <a:pt x="562" y="210"/>
                    <a:pt x="563" y="204"/>
                    <a:pt x="565" y="199"/>
                  </a:cubicBezTo>
                  <a:lnTo>
                    <a:pt x="564" y="199"/>
                  </a:lnTo>
                  <a:cubicBezTo>
                    <a:pt x="561" y="204"/>
                    <a:pt x="559" y="205"/>
                    <a:pt x="558" y="205"/>
                  </a:cubicBezTo>
                  <a:cubicBezTo>
                    <a:pt x="558" y="205"/>
                    <a:pt x="557" y="205"/>
                    <a:pt x="557" y="205"/>
                  </a:cubicBezTo>
                  <a:cubicBezTo>
                    <a:pt x="556" y="204"/>
                    <a:pt x="556" y="204"/>
                    <a:pt x="555" y="204"/>
                  </a:cubicBezTo>
                  <a:cubicBezTo>
                    <a:pt x="554" y="204"/>
                    <a:pt x="553" y="206"/>
                    <a:pt x="551" y="211"/>
                  </a:cubicBezTo>
                  <a:cubicBezTo>
                    <a:pt x="549" y="217"/>
                    <a:pt x="547" y="223"/>
                    <a:pt x="544" y="227"/>
                  </a:cubicBezTo>
                  <a:lnTo>
                    <a:pt x="547" y="219"/>
                  </a:lnTo>
                  <a:cubicBezTo>
                    <a:pt x="550" y="211"/>
                    <a:pt x="549" y="210"/>
                    <a:pt x="546" y="208"/>
                  </a:cubicBezTo>
                  <a:cubicBezTo>
                    <a:pt x="542" y="207"/>
                    <a:pt x="541" y="206"/>
                    <a:pt x="544" y="198"/>
                  </a:cubicBezTo>
                  <a:lnTo>
                    <a:pt x="544" y="198"/>
                  </a:lnTo>
                  <a:lnTo>
                    <a:pt x="539" y="205"/>
                  </a:lnTo>
                  <a:cubicBezTo>
                    <a:pt x="537" y="209"/>
                    <a:pt x="536" y="211"/>
                    <a:pt x="536" y="211"/>
                  </a:cubicBezTo>
                  <a:cubicBezTo>
                    <a:pt x="536" y="211"/>
                    <a:pt x="536" y="209"/>
                    <a:pt x="538" y="205"/>
                  </a:cubicBezTo>
                  <a:cubicBezTo>
                    <a:pt x="540" y="200"/>
                    <a:pt x="540" y="197"/>
                    <a:pt x="538" y="197"/>
                  </a:cubicBezTo>
                  <a:cubicBezTo>
                    <a:pt x="537" y="197"/>
                    <a:pt x="535" y="198"/>
                    <a:pt x="533" y="201"/>
                  </a:cubicBezTo>
                  <a:lnTo>
                    <a:pt x="531" y="201"/>
                  </a:lnTo>
                  <a:cubicBezTo>
                    <a:pt x="535" y="192"/>
                    <a:pt x="536" y="188"/>
                    <a:pt x="535" y="188"/>
                  </a:cubicBezTo>
                  <a:lnTo>
                    <a:pt x="535" y="188"/>
                  </a:lnTo>
                  <a:cubicBezTo>
                    <a:pt x="534" y="188"/>
                    <a:pt x="532" y="192"/>
                    <a:pt x="528" y="199"/>
                  </a:cubicBezTo>
                  <a:cubicBezTo>
                    <a:pt x="531" y="191"/>
                    <a:pt x="531" y="191"/>
                    <a:pt x="530" y="190"/>
                  </a:cubicBezTo>
                  <a:lnTo>
                    <a:pt x="530" y="190"/>
                  </a:lnTo>
                  <a:cubicBezTo>
                    <a:pt x="528" y="193"/>
                    <a:pt x="526" y="195"/>
                    <a:pt x="525" y="195"/>
                  </a:cubicBezTo>
                  <a:cubicBezTo>
                    <a:pt x="524" y="195"/>
                    <a:pt x="524" y="192"/>
                    <a:pt x="526" y="188"/>
                  </a:cubicBezTo>
                  <a:lnTo>
                    <a:pt x="526" y="188"/>
                  </a:lnTo>
                  <a:cubicBezTo>
                    <a:pt x="522" y="194"/>
                    <a:pt x="521" y="195"/>
                    <a:pt x="521" y="195"/>
                  </a:cubicBezTo>
                  <a:cubicBezTo>
                    <a:pt x="520" y="195"/>
                    <a:pt x="520" y="195"/>
                    <a:pt x="520" y="195"/>
                  </a:cubicBezTo>
                  <a:cubicBezTo>
                    <a:pt x="520" y="195"/>
                    <a:pt x="520" y="195"/>
                    <a:pt x="519" y="195"/>
                  </a:cubicBezTo>
                  <a:cubicBezTo>
                    <a:pt x="519" y="195"/>
                    <a:pt x="518" y="195"/>
                    <a:pt x="514" y="201"/>
                  </a:cubicBezTo>
                  <a:cubicBezTo>
                    <a:pt x="510" y="208"/>
                    <a:pt x="509" y="208"/>
                    <a:pt x="509" y="208"/>
                  </a:cubicBezTo>
                  <a:cubicBezTo>
                    <a:pt x="511" y="202"/>
                    <a:pt x="514" y="198"/>
                    <a:pt x="517" y="193"/>
                  </a:cubicBezTo>
                  <a:cubicBezTo>
                    <a:pt x="519" y="190"/>
                    <a:pt x="520" y="188"/>
                    <a:pt x="520" y="188"/>
                  </a:cubicBezTo>
                  <a:lnTo>
                    <a:pt x="520" y="188"/>
                  </a:lnTo>
                  <a:cubicBezTo>
                    <a:pt x="519" y="188"/>
                    <a:pt x="516" y="191"/>
                    <a:pt x="511" y="199"/>
                  </a:cubicBezTo>
                  <a:cubicBezTo>
                    <a:pt x="507" y="206"/>
                    <a:pt x="504" y="210"/>
                    <a:pt x="504" y="210"/>
                  </a:cubicBezTo>
                  <a:cubicBezTo>
                    <a:pt x="504" y="210"/>
                    <a:pt x="506" y="206"/>
                    <a:pt x="510" y="199"/>
                  </a:cubicBezTo>
                  <a:cubicBezTo>
                    <a:pt x="513" y="193"/>
                    <a:pt x="516" y="188"/>
                    <a:pt x="516" y="188"/>
                  </a:cubicBezTo>
                  <a:lnTo>
                    <a:pt x="516" y="188"/>
                  </a:lnTo>
                  <a:cubicBezTo>
                    <a:pt x="516" y="188"/>
                    <a:pt x="515" y="189"/>
                    <a:pt x="513" y="191"/>
                  </a:cubicBezTo>
                  <a:cubicBezTo>
                    <a:pt x="513" y="191"/>
                    <a:pt x="513" y="191"/>
                    <a:pt x="513" y="191"/>
                  </a:cubicBezTo>
                  <a:cubicBezTo>
                    <a:pt x="513" y="191"/>
                    <a:pt x="511" y="192"/>
                    <a:pt x="509" y="198"/>
                  </a:cubicBezTo>
                  <a:lnTo>
                    <a:pt x="507" y="197"/>
                  </a:lnTo>
                  <a:cubicBezTo>
                    <a:pt x="509" y="188"/>
                    <a:pt x="508" y="188"/>
                    <a:pt x="508" y="188"/>
                  </a:cubicBezTo>
                  <a:lnTo>
                    <a:pt x="508" y="188"/>
                  </a:lnTo>
                  <a:cubicBezTo>
                    <a:pt x="506" y="191"/>
                    <a:pt x="504" y="193"/>
                    <a:pt x="504" y="193"/>
                  </a:cubicBezTo>
                  <a:cubicBezTo>
                    <a:pt x="504" y="193"/>
                    <a:pt x="504" y="191"/>
                    <a:pt x="505" y="187"/>
                  </a:cubicBezTo>
                  <a:lnTo>
                    <a:pt x="505" y="187"/>
                  </a:lnTo>
                  <a:cubicBezTo>
                    <a:pt x="505" y="189"/>
                    <a:pt x="503" y="191"/>
                    <a:pt x="502" y="195"/>
                  </a:cubicBezTo>
                  <a:cubicBezTo>
                    <a:pt x="500" y="198"/>
                    <a:pt x="499" y="200"/>
                    <a:pt x="498" y="200"/>
                  </a:cubicBezTo>
                  <a:cubicBezTo>
                    <a:pt x="498" y="200"/>
                    <a:pt x="498" y="198"/>
                    <a:pt x="500" y="193"/>
                  </a:cubicBezTo>
                  <a:cubicBezTo>
                    <a:pt x="504" y="184"/>
                    <a:pt x="505" y="180"/>
                    <a:pt x="505" y="180"/>
                  </a:cubicBezTo>
                  <a:lnTo>
                    <a:pt x="505" y="180"/>
                  </a:lnTo>
                  <a:cubicBezTo>
                    <a:pt x="504" y="180"/>
                    <a:pt x="503" y="181"/>
                    <a:pt x="502" y="184"/>
                  </a:cubicBezTo>
                  <a:cubicBezTo>
                    <a:pt x="498" y="192"/>
                    <a:pt x="498" y="192"/>
                    <a:pt x="498" y="192"/>
                  </a:cubicBezTo>
                  <a:cubicBezTo>
                    <a:pt x="501" y="184"/>
                    <a:pt x="494" y="181"/>
                    <a:pt x="489" y="178"/>
                  </a:cubicBezTo>
                  <a:cubicBezTo>
                    <a:pt x="485" y="181"/>
                    <a:pt x="482" y="187"/>
                    <a:pt x="480" y="192"/>
                  </a:cubicBezTo>
                  <a:cubicBezTo>
                    <a:pt x="477" y="199"/>
                    <a:pt x="476" y="201"/>
                    <a:pt x="476" y="201"/>
                  </a:cubicBezTo>
                  <a:cubicBezTo>
                    <a:pt x="476" y="201"/>
                    <a:pt x="478" y="196"/>
                    <a:pt x="480" y="191"/>
                  </a:cubicBezTo>
                  <a:cubicBezTo>
                    <a:pt x="484" y="179"/>
                    <a:pt x="486" y="174"/>
                    <a:pt x="486" y="174"/>
                  </a:cubicBezTo>
                  <a:lnTo>
                    <a:pt x="486" y="174"/>
                  </a:lnTo>
                  <a:cubicBezTo>
                    <a:pt x="485" y="174"/>
                    <a:pt x="482" y="179"/>
                    <a:pt x="477" y="191"/>
                  </a:cubicBezTo>
                  <a:cubicBezTo>
                    <a:pt x="475" y="199"/>
                    <a:pt x="473" y="203"/>
                    <a:pt x="473" y="203"/>
                  </a:cubicBezTo>
                  <a:cubicBezTo>
                    <a:pt x="473" y="203"/>
                    <a:pt x="475" y="199"/>
                    <a:pt x="477" y="190"/>
                  </a:cubicBezTo>
                  <a:cubicBezTo>
                    <a:pt x="479" y="186"/>
                    <a:pt x="479" y="184"/>
                    <a:pt x="479" y="184"/>
                  </a:cubicBezTo>
                  <a:lnTo>
                    <a:pt x="479" y="184"/>
                  </a:lnTo>
                  <a:cubicBezTo>
                    <a:pt x="479" y="184"/>
                    <a:pt x="477" y="186"/>
                    <a:pt x="475" y="190"/>
                  </a:cubicBezTo>
                  <a:cubicBezTo>
                    <a:pt x="474" y="194"/>
                    <a:pt x="473" y="195"/>
                    <a:pt x="473" y="195"/>
                  </a:cubicBezTo>
                  <a:cubicBezTo>
                    <a:pt x="473" y="195"/>
                    <a:pt x="473" y="193"/>
                    <a:pt x="475" y="189"/>
                  </a:cubicBezTo>
                  <a:cubicBezTo>
                    <a:pt x="477" y="183"/>
                    <a:pt x="479" y="178"/>
                    <a:pt x="479" y="178"/>
                  </a:cubicBezTo>
                  <a:lnTo>
                    <a:pt x="479" y="178"/>
                  </a:lnTo>
                  <a:cubicBezTo>
                    <a:pt x="479" y="178"/>
                    <a:pt x="478" y="179"/>
                    <a:pt x="477" y="181"/>
                  </a:cubicBezTo>
                  <a:cubicBezTo>
                    <a:pt x="477" y="181"/>
                    <a:pt x="476" y="180"/>
                    <a:pt x="480" y="172"/>
                  </a:cubicBezTo>
                  <a:cubicBezTo>
                    <a:pt x="480" y="170"/>
                    <a:pt x="480" y="169"/>
                    <a:pt x="480" y="169"/>
                  </a:cubicBezTo>
                  <a:lnTo>
                    <a:pt x="480" y="169"/>
                  </a:lnTo>
                  <a:cubicBezTo>
                    <a:pt x="479" y="169"/>
                    <a:pt x="476" y="174"/>
                    <a:pt x="474" y="179"/>
                  </a:cubicBezTo>
                  <a:cubicBezTo>
                    <a:pt x="469" y="186"/>
                    <a:pt x="467" y="190"/>
                    <a:pt x="466" y="190"/>
                  </a:cubicBezTo>
                  <a:cubicBezTo>
                    <a:pt x="466" y="190"/>
                    <a:pt x="468" y="186"/>
                    <a:pt x="472" y="178"/>
                  </a:cubicBezTo>
                  <a:cubicBezTo>
                    <a:pt x="475" y="171"/>
                    <a:pt x="475" y="169"/>
                    <a:pt x="474" y="169"/>
                  </a:cubicBezTo>
                  <a:lnTo>
                    <a:pt x="474" y="169"/>
                  </a:lnTo>
                  <a:cubicBezTo>
                    <a:pt x="473" y="169"/>
                    <a:pt x="469" y="175"/>
                    <a:pt x="464" y="183"/>
                  </a:cubicBezTo>
                  <a:cubicBezTo>
                    <a:pt x="463" y="187"/>
                    <a:pt x="461" y="189"/>
                    <a:pt x="461" y="191"/>
                  </a:cubicBezTo>
                  <a:lnTo>
                    <a:pt x="461" y="191"/>
                  </a:lnTo>
                  <a:cubicBezTo>
                    <a:pt x="464" y="183"/>
                    <a:pt x="463" y="183"/>
                    <a:pt x="463" y="183"/>
                  </a:cubicBezTo>
                  <a:cubicBezTo>
                    <a:pt x="463" y="182"/>
                    <a:pt x="462" y="182"/>
                    <a:pt x="465" y="174"/>
                  </a:cubicBezTo>
                  <a:lnTo>
                    <a:pt x="465" y="174"/>
                  </a:lnTo>
                  <a:cubicBezTo>
                    <a:pt x="465" y="174"/>
                    <a:pt x="464" y="174"/>
                    <a:pt x="459" y="181"/>
                  </a:cubicBezTo>
                  <a:cubicBezTo>
                    <a:pt x="456" y="186"/>
                    <a:pt x="455" y="189"/>
                    <a:pt x="454" y="189"/>
                  </a:cubicBezTo>
                  <a:cubicBezTo>
                    <a:pt x="452" y="189"/>
                    <a:pt x="455" y="181"/>
                    <a:pt x="458" y="171"/>
                  </a:cubicBezTo>
                  <a:lnTo>
                    <a:pt x="458" y="171"/>
                  </a:lnTo>
                  <a:lnTo>
                    <a:pt x="454" y="178"/>
                  </a:lnTo>
                  <a:cubicBezTo>
                    <a:pt x="449" y="187"/>
                    <a:pt x="446" y="193"/>
                    <a:pt x="445" y="193"/>
                  </a:cubicBezTo>
                  <a:cubicBezTo>
                    <a:pt x="445" y="193"/>
                    <a:pt x="446" y="191"/>
                    <a:pt x="449" y="184"/>
                  </a:cubicBezTo>
                  <a:cubicBezTo>
                    <a:pt x="452" y="179"/>
                    <a:pt x="454" y="174"/>
                    <a:pt x="454" y="174"/>
                  </a:cubicBezTo>
                  <a:lnTo>
                    <a:pt x="454" y="174"/>
                  </a:lnTo>
                  <a:cubicBezTo>
                    <a:pt x="454" y="174"/>
                    <a:pt x="454" y="175"/>
                    <a:pt x="453" y="177"/>
                  </a:cubicBezTo>
                  <a:cubicBezTo>
                    <a:pt x="450" y="182"/>
                    <a:pt x="448" y="185"/>
                    <a:pt x="448" y="185"/>
                  </a:cubicBezTo>
                  <a:cubicBezTo>
                    <a:pt x="446" y="185"/>
                    <a:pt x="448" y="178"/>
                    <a:pt x="453" y="168"/>
                  </a:cubicBezTo>
                  <a:cubicBezTo>
                    <a:pt x="456" y="160"/>
                    <a:pt x="456" y="160"/>
                    <a:pt x="455" y="160"/>
                  </a:cubicBezTo>
                  <a:lnTo>
                    <a:pt x="452" y="167"/>
                  </a:lnTo>
                  <a:cubicBezTo>
                    <a:pt x="449" y="172"/>
                    <a:pt x="447" y="178"/>
                    <a:pt x="444" y="182"/>
                  </a:cubicBezTo>
                  <a:cubicBezTo>
                    <a:pt x="444" y="182"/>
                    <a:pt x="443" y="181"/>
                    <a:pt x="446" y="173"/>
                  </a:cubicBezTo>
                  <a:cubicBezTo>
                    <a:pt x="448" y="168"/>
                    <a:pt x="450" y="162"/>
                    <a:pt x="450" y="162"/>
                  </a:cubicBezTo>
                  <a:lnTo>
                    <a:pt x="450" y="162"/>
                  </a:lnTo>
                  <a:cubicBezTo>
                    <a:pt x="450" y="162"/>
                    <a:pt x="449" y="163"/>
                    <a:pt x="448" y="165"/>
                  </a:cubicBezTo>
                  <a:cubicBezTo>
                    <a:pt x="448" y="165"/>
                    <a:pt x="447" y="164"/>
                    <a:pt x="450" y="156"/>
                  </a:cubicBezTo>
                  <a:lnTo>
                    <a:pt x="447" y="155"/>
                  </a:lnTo>
                  <a:cubicBezTo>
                    <a:pt x="445" y="159"/>
                    <a:pt x="444" y="160"/>
                    <a:pt x="444" y="160"/>
                  </a:cubicBezTo>
                  <a:cubicBezTo>
                    <a:pt x="443" y="160"/>
                    <a:pt x="444" y="158"/>
                    <a:pt x="446" y="154"/>
                  </a:cubicBezTo>
                  <a:cubicBezTo>
                    <a:pt x="446" y="154"/>
                    <a:pt x="446" y="154"/>
                    <a:pt x="446" y="154"/>
                  </a:cubicBezTo>
                  <a:cubicBezTo>
                    <a:pt x="445" y="154"/>
                    <a:pt x="443" y="155"/>
                    <a:pt x="440" y="161"/>
                  </a:cubicBezTo>
                  <a:cubicBezTo>
                    <a:pt x="438" y="160"/>
                    <a:pt x="438" y="160"/>
                    <a:pt x="442" y="152"/>
                  </a:cubicBezTo>
                  <a:cubicBezTo>
                    <a:pt x="443" y="148"/>
                    <a:pt x="444" y="146"/>
                    <a:pt x="444" y="146"/>
                  </a:cubicBezTo>
                  <a:lnTo>
                    <a:pt x="444" y="146"/>
                  </a:lnTo>
                  <a:cubicBezTo>
                    <a:pt x="444" y="146"/>
                    <a:pt x="443" y="148"/>
                    <a:pt x="440" y="151"/>
                  </a:cubicBezTo>
                  <a:cubicBezTo>
                    <a:pt x="437" y="159"/>
                    <a:pt x="436" y="159"/>
                    <a:pt x="436" y="159"/>
                  </a:cubicBezTo>
                  <a:lnTo>
                    <a:pt x="435" y="158"/>
                  </a:lnTo>
                  <a:cubicBezTo>
                    <a:pt x="430" y="165"/>
                    <a:pt x="430" y="165"/>
                    <a:pt x="430" y="165"/>
                  </a:cubicBezTo>
                  <a:cubicBezTo>
                    <a:pt x="429" y="164"/>
                    <a:pt x="430" y="155"/>
                    <a:pt x="430" y="155"/>
                  </a:cubicBezTo>
                  <a:cubicBezTo>
                    <a:pt x="430" y="155"/>
                    <a:pt x="429" y="155"/>
                    <a:pt x="429" y="155"/>
                  </a:cubicBezTo>
                  <a:cubicBezTo>
                    <a:pt x="428" y="155"/>
                    <a:pt x="427" y="156"/>
                    <a:pt x="425" y="162"/>
                  </a:cubicBezTo>
                  <a:cubicBezTo>
                    <a:pt x="424" y="162"/>
                    <a:pt x="425" y="153"/>
                    <a:pt x="424" y="152"/>
                  </a:cubicBezTo>
                  <a:cubicBezTo>
                    <a:pt x="422" y="151"/>
                    <a:pt x="422" y="151"/>
                    <a:pt x="421" y="151"/>
                  </a:cubicBezTo>
                  <a:cubicBezTo>
                    <a:pt x="420" y="151"/>
                    <a:pt x="419" y="152"/>
                    <a:pt x="417" y="158"/>
                  </a:cubicBezTo>
                  <a:cubicBezTo>
                    <a:pt x="413" y="165"/>
                    <a:pt x="412" y="169"/>
                    <a:pt x="412" y="169"/>
                  </a:cubicBezTo>
                  <a:cubicBezTo>
                    <a:pt x="411" y="169"/>
                    <a:pt x="413" y="165"/>
                    <a:pt x="416" y="158"/>
                  </a:cubicBezTo>
                  <a:cubicBezTo>
                    <a:pt x="419" y="148"/>
                    <a:pt x="420" y="144"/>
                    <a:pt x="420" y="144"/>
                  </a:cubicBezTo>
                  <a:lnTo>
                    <a:pt x="420" y="144"/>
                  </a:lnTo>
                  <a:cubicBezTo>
                    <a:pt x="420" y="144"/>
                    <a:pt x="419" y="145"/>
                    <a:pt x="418" y="149"/>
                  </a:cubicBezTo>
                  <a:cubicBezTo>
                    <a:pt x="413" y="155"/>
                    <a:pt x="413" y="155"/>
                    <a:pt x="412" y="155"/>
                  </a:cubicBezTo>
                  <a:cubicBezTo>
                    <a:pt x="414" y="151"/>
                    <a:pt x="415" y="149"/>
                    <a:pt x="415" y="149"/>
                  </a:cubicBezTo>
                  <a:lnTo>
                    <a:pt x="415" y="149"/>
                  </a:lnTo>
                  <a:cubicBezTo>
                    <a:pt x="414" y="149"/>
                    <a:pt x="413" y="151"/>
                    <a:pt x="410" y="154"/>
                  </a:cubicBezTo>
                  <a:cubicBezTo>
                    <a:pt x="410" y="154"/>
                    <a:pt x="410" y="154"/>
                    <a:pt x="413" y="146"/>
                  </a:cubicBezTo>
                  <a:lnTo>
                    <a:pt x="412" y="145"/>
                  </a:lnTo>
                  <a:cubicBezTo>
                    <a:pt x="409" y="151"/>
                    <a:pt x="407" y="153"/>
                    <a:pt x="406" y="153"/>
                  </a:cubicBezTo>
                  <a:cubicBezTo>
                    <a:pt x="404" y="153"/>
                    <a:pt x="404" y="147"/>
                    <a:pt x="406" y="142"/>
                  </a:cubicBezTo>
                  <a:lnTo>
                    <a:pt x="406" y="142"/>
                  </a:lnTo>
                  <a:cubicBezTo>
                    <a:pt x="406" y="142"/>
                    <a:pt x="404" y="142"/>
                    <a:pt x="401" y="149"/>
                  </a:cubicBezTo>
                  <a:cubicBezTo>
                    <a:pt x="397" y="156"/>
                    <a:pt x="395" y="160"/>
                    <a:pt x="395" y="160"/>
                  </a:cubicBezTo>
                  <a:cubicBezTo>
                    <a:pt x="394" y="160"/>
                    <a:pt x="395" y="156"/>
                    <a:pt x="399" y="149"/>
                  </a:cubicBezTo>
                  <a:cubicBezTo>
                    <a:pt x="403" y="141"/>
                    <a:pt x="405" y="137"/>
                    <a:pt x="405" y="137"/>
                  </a:cubicBezTo>
                  <a:lnTo>
                    <a:pt x="405" y="137"/>
                  </a:lnTo>
                  <a:cubicBezTo>
                    <a:pt x="405" y="137"/>
                    <a:pt x="403" y="140"/>
                    <a:pt x="399" y="147"/>
                  </a:cubicBezTo>
                  <a:cubicBezTo>
                    <a:pt x="397" y="150"/>
                    <a:pt x="396" y="152"/>
                    <a:pt x="395" y="152"/>
                  </a:cubicBezTo>
                  <a:cubicBezTo>
                    <a:pt x="393" y="152"/>
                    <a:pt x="394" y="148"/>
                    <a:pt x="399" y="138"/>
                  </a:cubicBezTo>
                  <a:lnTo>
                    <a:pt x="406" y="123"/>
                  </a:lnTo>
                  <a:lnTo>
                    <a:pt x="406" y="123"/>
                  </a:lnTo>
                  <a:cubicBezTo>
                    <a:pt x="401" y="130"/>
                    <a:pt x="401" y="130"/>
                    <a:pt x="401" y="130"/>
                  </a:cubicBezTo>
                  <a:cubicBezTo>
                    <a:pt x="399" y="135"/>
                    <a:pt x="397" y="137"/>
                    <a:pt x="396" y="137"/>
                  </a:cubicBezTo>
                  <a:cubicBezTo>
                    <a:pt x="396" y="137"/>
                    <a:pt x="395" y="137"/>
                    <a:pt x="394" y="136"/>
                  </a:cubicBezTo>
                  <a:cubicBezTo>
                    <a:pt x="394" y="136"/>
                    <a:pt x="394" y="136"/>
                    <a:pt x="394" y="136"/>
                  </a:cubicBezTo>
                  <a:cubicBezTo>
                    <a:pt x="392" y="136"/>
                    <a:pt x="386" y="141"/>
                    <a:pt x="385" y="141"/>
                  </a:cubicBezTo>
                  <a:cubicBezTo>
                    <a:pt x="384" y="140"/>
                    <a:pt x="382" y="138"/>
                    <a:pt x="384" y="131"/>
                  </a:cubicBezTo>
                  <a:cubicBezTo>
                    <a:pt x="384" y="130"/>
                    <a:pt x="384" y="130"/>
                    <a:pt x="384" y="130"/>
                  </a:cubicBezTo>
                  <a:cubicBezTo>
                    <a:pt x="383" y="130"/>
                    <a:pt x="382" y="131"/>
                    <a:pt x="379" y="136"/>
                  </a:cubicBezTo>
                  <a:cubicBezTo>
                    <a:pt x="377" y="140"/>
                    <a:pt x="375" y="142"/>
                    <a:pt x="375" y="142"/>
                  </a:cubicBezTo>
                  <a:cubicBezTo>
                    <a:pt x="374" y="142"/>
                    <a:pt x="375" y="139"/>
                    <a:pt x="376" y="135"/>
                  </a:cubicBezTo>
                  <a:lnTo>
                    <a:pt x="375" y="135"/>
                  </a:lnTo>
                  <a:cubicBezTo>
                    <a:pt x="371" y="142"/>
                    <a:pt x="370" y="142"/>
                    <a:pt x="370" y="142"/>
                  </a:cubicBezTo>
                  <a:cubicBezTo>
                    <a:pt x="372" y="136"/>
                    <a:pt x="375" y="130"/>
                    <a:pt x="374" y="130"/>
                  </a:cubicBezTo>
                  <a:lnTo>
                    <a:pt x="374" y="130"/>
                  </a:lnTo>
                  <a:cubicBezTo>
                    <a:pt x="374" y="130"/>
                    <a:pt x="373" y="131"/>
                    <a:pt x="372" y="133"/>
                  </a:cubicBezTo>
                  <a:cubicBezTo>
                    <a:pt x="370" y="139"/>
                    <a:pt x="368" y="140"/>
                    <a:pt x="367" y="140"/>
                  </a:cubicBezTo>
                  <a:cubicBezTo>
                    <a:pt x="367" y="140"/>
                    <a:pt x="367" y="140"/>
                    <a:pt x="366" y="140"/>
                  </a:cubicBezTo>
                  <a:cubicBezTo>
                    <a:pt x="368" y="133"/>
                    <a:pt x="354" y="124"/>
                    <a:pt x="346" y="124"/>
                  </a:cubicBezTo>
                  <a:cubicBezTo>
                    <a:pt x="344" y="124"/>
                    <a:pt x="342" y="124"/>
                    <a:pt x="342" y="126"/>
                  </a:cubicBezTo>
                  <a:lnTo>
                    <a:pt x="339" y="125"/>
                  </a:lnTo>
                  <a:lnTo>
                    <a:pt x="337" y="124"/>
                  </a:lnTo>
                  <a:cubicBezTo>
                    <a:pt x="341" y="117"/>
                    <a:pt x="341" y="114"/>
                    <a:pt x="340" y="114"/>
                  </a:cubicBezTo>
                  <a:cubicBezTo>
                    <a:pt x="338" y="114"/>
                    <a:pt x="335" y="118"/>
                    <a:pt x="332" y="122"/>
                  </a:cubicBezTo>
                  <a:cubicBezTo>
                    <a:pt x="329" y="126"/>
                    <a:pt x="328" y="128"/>
                    <a:pt x="327" y="128"/>
                  </a:cubicBezTo>
                  <a:cubicBezTo>
                    <a:pt x="327" y="128"/>
                    <a:pt x="326" y="128"/>
                    <a:pt x="326" y="127"/>
                  </a:cubicBezTo>
                  <a:cubicBezTo>
                    <a:pt x="331" y="118"/>
                    <a:pt x="332" y="114"/>
                    <a:pt x="331" y="114"/>
                  </a:cubicBezTo>
                  <a:cubicBezTo>
                    <a:pt x="330" y="114"/>
                    <a:pt x="328" y="116"/>
                    <a:pt x="326" y="118"/>
                  </a:cubicBezTo>
                  <a:cubicBezTo>
                    <a:pt x="323" y="125"/>
                    <a:pt x="321" y="129"/>
                    <a:pt x="320" y="129"/>
                  </a:cubicBezTo>
                  <a:cubicBezTo>
                    <a:pt x="320" y="129"/>
                    <a:pt x="321" y="125"/>
                    <a:pt x="325" y="117"/>
                  </a:cubicBezTo>
                  <a:cubicBezTo>
                    <a:pt x="328" y="110"/>
                    <a:pt x="329" y="106"/>
                    <a:pt x="329" y="106"/>
                  </a:cubicBezTo>
                  <a:lnTo>
                    <a:pt x="329" y="106"/>
                  </a:lnTo>
                  <a:cubicBezTo>
                    <a:pt x="328" y="106"/>
                    <a:pt x="325" y="112"/>
                    <a:pt x="319" y="124"/>
                  </a:cubicBezTo>
                  <a:cubicBezTo>
                    <a:pt x="317" y="127"/>
                    <a:pt x="316" y="129"/>
                    <a:pt x="316" y="129"/>
                  </a:cubicBezTo>
                  <a:cubicBezTo>
                    <a:pt x="315" y="129"/>
                    <a:pt x="316" y="127"/>
                    <a:pt x="317" y="123"/>
                  </a:cubicBezTo>
                  <a:cubicBezTo>
                    <a:pt x="321" y="113"/>
                    <a:pt x="322" y="109"/>
                    <a:pt x="322" y="109"/>
                  </a:cubicBezTo>
                  <a:lnTo>
                    <a:pt x="322" y="109"/>
                  </a:lnTo>
                  <a:cubicBezTo>
                    <a:pt x="322" y="109"/>
                    <a:pt x="321" y="111"/>
                    <a:pt x="319" y="114"/>
                  </a:cubicBezTo>
                  <a:cubicBezTo>
                    <a:pt x="315" y="122"/>
                    <a:pt x="313" y="125"/>
                    <a:pt x="313" y="125"/>
                  </a:cubicBezTo>
                  <a:cubicBezTo>
                    <a:pt x="313" y="125"/>
                    <a:pt x="314" y="121"/>
                    <a:pt x="317" y="113"/>
                  </a:cubicBezTo>
                  <a:cubicBezTo>
                    <a:pt x="320" y="105"/>
                    <a:pt x="321" y="101"/>
                    <a:pt x="321" y="101"/>
                  </a:cubicBezTo>
                  <a:lnTo>
                    <a:pt x="321" y="101"/>
                  </a:lnTo>
                  <a:cubicBezTo>
                    <a:pt x="321" y="101"/>
                    <a:pt x="319" y="104"/>
                    <a:pt x="315" y="112"/>
                  </a:cubicBezTo>
                  <a:cubicBezTo>
                    <a:pt x="312" y="119"/>
                    <a:pt x="309" y="123"/>
                    <a:pt x="308" y="123"/>
                  </a:cubicBezTo>
                  <a:cubicBezTo>
                    <a:pt x="307" y="123"/>
                    <a:pt x="308" y="118"/>
                    <a:pt x="311" y="109"/>
                  </a:cubicBezTo>
                  <a:cubicBezTo>
                    <a:pt x="311" y="109"/>
                    <a:pt x="312" y="106"/>
                    <a:pt x="311" y="106"/>
                  </a:cubicBezTo>
                  <a:lnTo>
                    <a:pt x="311" y="106"/>
                  </a:lnTo>
                  <a:cubicBezTo>
                    <a:pt x="311" y="106"/>
                    <a:pt x="311" y="107"/>
                    <a:pt x="309" y="109"/>
                  </a:cubicBezTo>
                  <a:lnTo>
                    <a:pt x="313" y="100"/>
                  </a:lnTo>
                  <a:lnTo>
                    <a:pt x="311" y="100"/>
                  </a:lnTo>
                  <a:lnTo>
                    <a:pt x="308" y="108"/>
                  </a:lnTo>
                  <a:cubicBezTo>
                    <a:pt x="307" y="107"/>
                    <a:pt x="306" y="97"/>
                    <a:pt x="301" y="95"/>
                  </a:cubicBezTo>
                  <a:cubicBezTo>
                    <a:pt x="298" y="93"/>
                    <a:pt x="296" y="92"/>
                    <a:pt x="294" y="92"/>
                  </a:cubicBezTo>
                  <a:cubicBezTo>
                    <a:pt x="292" y="92"/>
                    <a:pt x="291" y="94"/>
                    <a:pt x="289" y="98"/>
                  </a:cubicBezTo>
                  <a:cubicBezTo>
                    <a:pt x="286" y="106"/>
                    <a:pt x="285" y="109"/>
                    <a:pt x="284" y="109"/>
                  </a:cubicBezTo>
                  <a:cubicBezTo>
                    <a:pt x="284" y="109"/>
                    <a:pt x="285" y="105"/>
                    <a:pt x="288" y="97"/>
                  </a:cubicBezTo>
                  <a:cubicBezTo>
                    <a:pt x="288" y="97"/>
                    <a:pt x="289" y="88"/>
                    <a:pt x="288" y="87"/>
                  </a:cubicBezTo>
                  <a:cubicBezTo>
                    <a:pt x="287" y="87"/>
                    <a:pt x="286" y="86"/>
                    <a:pt x="289" y="78"/>
                  </a:cubicBezTo>
                  <a:lnTo>
                    <a:pt x="288" y="78"/>
                  </a:lnTo>
                  <a:cubicBezTo>
                    <a:pt x="284" y="85"/>
                    <a:pt x="281" y="88"/>
                    <a:pt x="279" y="88"/>
                  </a:cubicBezTo>
                  <a:cubicBezTo>
                    <a:pt x="277" y="88"/>
                    <a:pt x="276" y="86"/>
                    <a:pt x="277" y="81"/>
                  </a:cubicBezTo>
                  <a:cubicBezTo>
                    <a:pt x="276" y="81"/>
                    <a:pt x="276" y="81"/>
                    <a:pt x="276" y="81"/>
                  </a:cubicBezTo>
                  <a:cubicBezTo>
                    <a:pt x="275" y="81"/>
                    <a:pt x="273" y="82"/>
                    <a:pt x="270" y="87"/>
                  </a:cubicBezTo>
                  <a:cubicBezTo>
                    <a:pt x="268" y="90"/>
                    <a:pt x="267" y="92"/>
                    <a:pt x="266" y="92"/>
                  </a:cubicBezTo>
                  <a:cubicBezTo>
                    <a:pt x="266" y="92"/>
                    <a:pt x="266" y="90"/>
                    <a:pt x="268" y="86"/>
                  </a:cubicBezTo>
                  <a:cubicBezTo>
                    <a:pt x="270" y="81"/>
                    <a:pt x="270" y="75"/>
                    <a:pt x="269" y="75"/>
                  </a:cubicBezTo>
                  <a:cubicBezTo>
                    <a:pt x="268" y="75"/>
                    <a:pt x="266" y="77"/>
                    <a:pt x="263" y="84"/>
                  </a:cubicBezTo>
                  <a:lnTo>
                    <a:pt x="267" y="76"/>
                  </a:lnTo>
                  <a:cubicBezTo>
                    <a:pt x="267" y="73"/>
                    <a:pt x="267" y="72"/>
                    <a:pt x="267" y="72"/>
                  </a:cubicBezTo>
                  <a:lnTo>
                    <a:pt x="267" y="72"/>
                  </a:lnTo>
                  <a:cubicBezTo>
                    <a:pt x="267" y="72"/>
                    <a:pt x="264" y="77"/>
                    <a:pt x="261" y="82"/>
                  </a:cubicBezTo>
                  <a:cubicBezTo>
                    <a:pt x="258" y="89"/>
                    <a:pt x="256" y="93"/>
                    <a:pt x="256" y="93"/>
                  </a:cubicBezTo>
                  <a:cubicBezTo>
                    <a:pt x="256" y="93"/>
                    <a:pt x="258" y="88"/>
                    <a:pt x="263" y="75"/>
                  </a:cubicBezTo>
                  <a:cubicBezTo>
                    <a:pt x="268" y="65"/>
                    <a:pt x="269" y="61"/>
                    <a:pt x="269" y="61"/>
                  </a:cubicBezTo>
                  <a:lnTo>
                    <a:pt x="269" y="61"/>
                  </a:lnTo>
                  <a:cubicBezTo>
                    <a:pt x="269" y="61"/>
                    <a:pt x="268" y="63"/>
                    <a:pt x="267" y="66"/>
                  </a:cubicBezTo>
                  <a:cubicBezTo>
                    <a:pt x="263" y="71"/>
                    <a:pt x="260" y="76"/>
                    <a:pt x="260" y="76"/>
                  </a:cubicBezTo>
                  <a:cubicBezTo>
                    <a:pt x="260" y="76"/>
                    <a:pt x="260" y="75"/>
                    <a:pt x="261" y="72"/>
                  </a:cubicBezTo>
                  <a:cubicBezTo>
                    <a:pt x="260" y="72"/>
                    <a:pt x="260" y="72"/>
                    <a:pt x="252" y="87"/>
                  </a:cubicBezTo>
                  <a:cubicBezTo>
                    <a:pt x="249" y="95"/>
                    <a:pt x="249" y="95"/>
                    <a:pt x="247" y="95"/>
                  </a:cubicBezTo>
                  <a:cubicBezTo>
                    <a:pt x="250" y="89"/>
                    <a:pt x="252" y="84"/>
                    <a:pt x="255" y="79"/>
                  </a:cubicBezTo>
                  <a:lnTo>
                    <a:pt x="254" y="78"/>
                  </a:lnTo>
                  <a:cubicBezTo>
                    <a:pt x="254" y="72"/>
                    <a:pt x="255" y="67"/>
                    <a:pt x="259" y="62"/>
                  </a:cubicBezTo>
                  <a:cubicBezTo>
                    <a:pt x="260" y="58"/>
                    <a:pt x="260" y="56"/>
                    <a:pt x="260" y="56"/>
                  </a:cubicBezTo>
                  <a:lnTo>
                    <a:pt x="260" y="56"/>
                  </a:lnTo>
                  <a:cubicBezTo>
                    <a:pt x="260" y="56"/>
                    <a:pt x="258" y="60"/>
                    <a:pt x="254" y="69"/>
                  </a:cubicBezTo>
                  <a:cubicBezTo>
                    <a:pt x="249" y="81"/>
                    <a:pt x="248" y="84"/>
                    <a:pt x="247" y="84"/>
                  </a:cubicBezTo>
                  <a:cubicBezTo>
                    <a:pt x="247" y="84"/>
                    <a:pt x="247" y="84"/>
                    <a:pt x="246" y="84"/>
                  </a:cubicBezTo>
                  <a:cubicBezTo>
                    <a:pt x="245" y="84"/>
                    <a:pt x="244" y="84"/>
                    <a:pt x="247" y="76"/>
                  </a:cubicBezTo>
                  <a:cubicBezTo>
                    <a:pt x="252" y="68"/>
                    <a:pt x="252" y="68"/>
                    <a:pt x="250" y="67"/>
                  </a:cubicBezTo>
                  <a:lnTo>
                    <a:pt x="250" y="67"/>
                  </a:lnTo>
                  <a:cubicBezTo>
                    <a:pt x="241" y="78"/>
                    <a:pt x="233" y="90"/>
                    <a:pt x="227" y="103"/>
                  </a:cubicBezTo>
                  <a:cubicBezTo>
                    <a:pt x="231" y="95"/>
                    <a:pt x="229" y="95"/>
                    <a:pt x="229" y="94"/>
                  </a:cubicBezTo>
                  <a:lnTo>
                    <a:pt x="229" y="94"/>
                  </a:lnTo>
                  <a:cubicBezTo>
                    <a:pt x="228" y="96"/>
                    <a:pt x="228" y="97"/>
                    <a:pt x="228" y="97"/>
                  </a:cubicBezTo>
                  <a:cubicBezTo>
                    <a:pt x="227" y="97"/>
                    <a:pt x="229" y="94"/>
                    <a:pt x="229" y="94"/>
                  </a:cubicBezTo>
                  <a:lnTo>
                    <a:pt x="229" y="94"/>
                  </a:lnTo>
                  <a:cubicBezTo>
                    <a:pt x="229" y="94"/>
                    <a:pt x="229" y="94"/>
                    <a:pt x="229" y="94"/>
                  </a:cubicBezTo>
                  <a:cubicBezTo>
                    <a:pt x="232" y="88"/>
                    <a:pt x="233" y="87"/>
                    <a:pt x="233" y="87"/>
                  </a:cubicBezTo>
                  <a:cubicBezTo>
                    <a:pt x="234" y="87"/>
                    <a:pt x="234" y="87"/>
                    <a:pt x="234" y="87"/>
                  </a:cubicBezTo>
                  <a:lnTo>
                    <a:pt x="237" y="79"/>
                  </a:lnTo>
                  <a:cubicBezTo>
                    <a:pt x="241" y="71"/>
                    <a:pt x="242" y="67"/>
                    <a:pt x="242" y="67"/>
                  </a:cubicBezTo>
                  <a:lnTo>
                    <a:pt x="242" y="67"/>
                  </a:lnTo>
                  <a:cubicBezTo>
                    <a:pt x="241" y="67"/>
                    <a:pt x="239" y="71"/>
                    <a:pt x="235" y="78"/>
                  </a:cubicBezTo>
                  <a:cubicBezTo>
                    <a:pt x="233" y="82"/>
                    <a:pt x="232" y="84"/>
                    <a:pt x="232" y="84"/>
                  </a:cubicBezTo>
                  <a:cubicBezTo>
                    <a:pt x="231" y="84"/>
                    <a:pt x="232" y="82"/>
                    <a:pt x="234" y="78"/>
                  </a:cubicBezTo>
                  <a:cubicBezTo>
                    <a:pt x="236" y="72"/>
                    <a:pt x="238" y="66"/>
                    <a:pt x="238" y="66"/>
                  </a:cubicBezTo>
                  <a:lnTo>
                    <a:pt x="238" y="66"/>
                  </a:lnTo>
                  <a:cubicBezTo>
                    <a:pt x="238" y="66"/>
                    <a:pt x="237" y="67"/>
                    <a:pt x="236" y="69"/>
                  </a:cubicBezTo>
                  <a:cubicBezTo>
                    <a:pt x="236" y="69"/>
                    <a:pt x="235" y="68"/>
                    <a:pt x="237" y="60"/>
                  </a:cubicBezTo>
                  <a:cubicBezTo>
                    <a:pt x="237" y="60"/>
                    <a:pt x="237" y="59"/>
                    <a:pt x="236" y="59"/>
                  </a:cubicBezTo>
                  <a:cubicBezTo>
                    <a:pt x="235" y="59"/>
                    <a:pt x="234" y="61"/>
                    <a:pt x="232" y="67"/>
                  </a:cubicBezTo>
                  <a:cubicBezTo>
                    <a:pt x="229" y="73"/>
                    <a:pt x="228" y="73"/>
                    <a:pt x="227" y="73"/>
                  </a:cubicBezTo>
                  <a:cubicBezTo>
                    <a:pt x="227" y="73"/>
                    <a:pt x="227" y="73"/>
                    <a:pt x="227" y="73"/>
                  </a:cubicBezTo>
                  <a:cubicBezTo>
                    <a:pt x="227" y="73"/>
                    <a:pt x="227" y="73"/>
                    <a:pt x="226" y="73"/>
                  </a:cubicBezTo>
                  <a:cubicBezTo>
                    <a:pt x="226" y="73"/>
                    <a:pt x="224" y="74"/>
                    <a:pt x="222" y="80"/>
                  </a:cubicBezTo>
                  <a:cubicBezTo>
                    <a:pt x="218" y="88"/>
                    <a:pt x="215" y="95"/>
                    <a:pt x="213" y="95"/>
                  </a:cubicBezTo>
                  <a:cubicBezTo>
                    <a:pt x="213" y="95"/>
                    <a:pt x="213" y="95"/>
                    <a:pt x="213" y="95"/>
                  </a:cubicBezTo>
                  <a:cubicBezTo>
                    <a:pt x="211" y="97"/>
                    <a:pt x="210" y="99"/>
                    <a:pt x="210" y="99"/>
                  </a:cubicBezTo>
                  <a:cubicBezTo>
                    <a:pt x="209" y="99"/>
                    <a:pt x="211" y="95"/>
                    <a:pt x="215" y="86"/>
                  </a:cubicBezTo>
                  <a:cubicBezTo>
                    <a:pt x="218" y="78"/>
                    <a:pt x="217" y="78"/>
                    <a:pt x="216" y="78"/>
                  </a:cubicBezTo>
                  <a:cubicBezTo>
                    <a:pt x="216" y="78"/>
                    <a:pt x="216" y="77"/>
                    <a:pt x="218" y="69"/>
                  </a:cubicBezTo>
                  <a:lnTo>
                    <a:pt x="218" y="69"/>
                  </a:lnTo>
                  <a:cubicBezTo>
                    <a:pt x="217" y="71"/>
                    <a:pt x="216" y="74"/>
                    <a:pt x="215" y="77"/>
                  </a:cubicBezTo>
                  <a:cubicBezTo>
                    <a:pt x="210" y="85"/>
                    <a:pt x="207" y="91"/>
                    <a:pt x="207" y="91"/>
                  </a:cubicBezTo>
                  <a:cubicBezTo>
                    <a:pt x="209" y="84"/>
                    <a:pt x="213" y="76"/>
                    <a:pt x="216" y="68"/>
                  </a:cubicBezTo>
                  <a:lnTo>
                    <a:pt x="216" y="68"/>
                  </a:lnTo>
                  <a:cubicBezTo>
                    <a:pt x="214" y="73"/>
                    <a:pt x="211" y="78"/>
                    <a:pt x="210" y="78"/>
                  </a:cubicBezTo>
                  <a:cubicBezTo>
                    <a:pt x="210" y="78"/>
                    <a:pt x="210" y="77"/>
                    <a:pt x="210" y="75"/>
                  </a:cubicBezTo>
                  <a:cubicBezTo>
                    <a:pt x="209" y="73"/>
                    <a:pt x="207" y="72"/>
                    <a:pt x="210" y="64"/>
                  </a:cubicBezTo>
                  <a:cubicBezTo>
                    <a:pt x="212" y="62"/>
                    <a:pt x="212" y="61"/>
                    <a:pt x="212" y="61"/>
                  </a:cubicBezTo>
                  <a:lnTo>
                    <a:pt x="212" y="61"/>
                  </a:lnTo>
                  <a:cubicBezTo>
                    <a:pt x="211" y="61"/>
                    <a:pt x="209" y="64"/>
                    <a:pt x="209" y="64"/>
                  </a:cubicBezTo>
                  <a:cubicBezTo>
                    <a:pt x="207" y="68"/>
                    <a:pt x="206" y="69"/>
                    <a:pt x="206" y="69"/>
                  </a:cubicBezTo>
                  <a:cubicBezTo>
                    <a:pt x="205" y="69"/>
                    <a:pt x="205" y="67"/>
                    <a:pt x="206" y="62"/>
                  </a:cubicBezTo>
                  <a:cubicBezTo>
                    <a:pt x="208" y="53"/>
                    <a:pt x="209" y="48"/>
                    <a:pt x="208" y="48"/>
                  </a:cubicBezTo>
                  <a:lnTo>
                    <a:pt x="208" y="48"/>
                  </a:lnTo>
                  <a:cubicBezTo>
                    <a:pt x="208" y="48"/>
                    <a:pt x="206" y="52"/>
                    <a:pt x="203" y="60"/>
                  </a:cubicBezTo>
                  <a:cubicBezTo>
                    <a:pt x="201" y="65"/>
                    <a:pt x="199" y="69"/>
                    <a:pt x="198" y="69"/>
                  </a:cubicBezTo>
                  <a:cubicBezTo>
                    <a:pt x="198" y="69"/>
                    <a:pt x="199" y="67"/>
                    <a:pt x="201" y="60"/>
                  </a:cubicBezTo>
                  <a:cubicBezTo>
                    <a:pt x="203" y="57"/>
                    <a:pt x="203" y="56"/>
                    <a:pt x="203" y="56"/>
                  </a:cubicBezTo>
                  <a:lnTo>
                    <a:pt x="203" y="56"/>
                  </a:lnTo>
                  <a:cubicBezTo>
                    <a:pt x="202" y="56"/>
                    <a:pt x="199" y="61"/>
                    <a:pt x="196" y="66"/>
                  </a:cubicBezTo>
                  <a:cubicBezTo>
                    <a:pt x="191" y="73"/>
                    <a:pt x="185" y="89"/>
                    <a:pt x="181" y="97"/>
                  </a:cubicBezTo>
                  <a:cubicBezTo>
                    <a:pt x="177" y="106"/>
                    <a:pt x="175" y="110"/>
                    <a:pt x="174" y="110"/>
                  </a:cubicBezTo>
                  <a:cubicBezTo>
                    <a:pt x="174" y="110"/>
                    <a:pt x="175" y="108"/>
                    <a:pt x="176" y="104"/>
                  </a:cubicBezTo>
                  <a:cubicBezTo>
                    <a:pt x="177" y="98"/>
                    <a:pt x="179" y="93"/>
                    <a:pt x="181" y="88"/>
                  </a:cubicBezTo>
                  <a:cubicBezTo>
                    <a:pt x="185" y="80"/>
                    <a:pt x="186" y="80"/>
                    <a:pt x="186" y="80"/>
                  </a:cubicBezTo>
                  <a:lnTo>
                    <a:pt x="187" y="80"/>
                  </a:lnTo>
                  <a:cubicBezTo>
                    <a:pt x="190" y="72"/>
                    <a:pt x="194" y="64"/>
                    <a:pt x="192" y="64"/>
                  </a:cubicBezTo>
                  <a:cubicBezTo>
                    <a:pt x="194" y="60"/>
                    <a:pt x="194" y="58"/>
                    <a:pt x="193" y="58"/>
                  </a:cubicBezTo>
                  <a:lnTo>
                    <a:pt x="193" y="58"/>
                  </a:lnTo>
                  <a:cubicBezTo>
                    <a:pt x="193" y="58"/>
                    <a:pt x="192" y="60"/>
                    <a:pt x="190" y="63"/>
                  </a:cubicBezTo>
                  <a:cubicBezTo>
                    <a:pt x="194" y="55"/>
                    <a:pt x="192" y="54"/>
                    <a:pt x="190" y="53"/>
                  </a:cubicBezTo>
                  <a:cubicBezTo>
                    <a:pt x="189" y="53"/>
                    <a:pt x="187" y="52"/>
                    <a:pt x="190" y="43"/>
                  </a:cubicBezTo>
                  <a:cubicBezTo>
                    <a:pt x="190" y="43"/>
                    <a:pt x="190" y="43"/>
                    <a:pt x="189" y="43"/>
                  </a:cubicBezTo>
                  <a:cubicBezTo>
                    <a:pt x="188" y="43"/>
                    <a:pt x="187" y="44"/>
                    <a:pt x="185" y="50"/>
                  </a:cubicBezTo>
                  <a:cubicBezTo>
                    <a:pt x="181" y="59"/>
                    <a:pt x="179" y="63"/>
                    <a:pt x="178" y="63"/>
                  </a:cubicBezTo>
                  <a:cubicBezTo>
                    <a:pt x="178" y="63"/>
                    <a:pt x="179" y="61"/>
                    <a:pt x="180" y="58"/>
                  </a:cubicBezTo>
                  <a:cubicBezTo>
                    <a:pt x="185" y="47"/>
                    <a:pt x="184" y="37"/>
                    <a:pt x="180" y="37"/>
                  </a:cubicBezTo>
                  <a:cubicBezTo>
                    <a:pt x="178" y="37"/>
                    <a:pt x="176" y="39"/>
                    <a:pt x="173" y="44"/>
                  </a:cubicBezTo>
                  <a:cubicBezTo>
                    <a:pt x="173" y="44"/>
                    <a:pt x="172" y="44"/>
                    <a:pt x="172" y="43"/>
                  </a:cubicBezTo>
                  <a:cubicBezTo>
                    <a:pt x="173" y="38"/>
                    <a:pt x="172" y="36"/>
                    <a:pt x="170" y="36"/>
                  </a:cubicBezTo>
                  <a:cubicBezTo>
                    <a:pt x="169" y="36"/>
                    <a:pt x="167" y="37"/>
                    <a:pt x="166" y="40"/>
                  </a:cubicBezTo>
                  <a:lnTo>
                    <a:pt x="163" y="39"/>
                  </a:lnTo>
                  <a:cubicBezTo>
                    <a:pt x="165" y="34"/>
                    <a:pt x="165" y="32"/>
                    <a:pt x="164" y="32"/>
                  </a:cubicBezTo>
                  <a:lnTo>
                    <a:pt x="164" y="32"/>
                  </a:lnTo>
                  <a:cubicBezTo>
                    <a:pt x="164" y="32"/>
                    <a:pt x="163" y="34"/>
                    <a:pt x="161" y="38"/>
                  </a:cubicBezTo>
                  <a:cubicBezTo>
                    <a:pt x="158" y="42"/>
                    <a:pt x="155" y="48"/>
                    <a:pt x="155" y="48"/>
                  </a:cubicBezTo>
                  <a:cubicBezTo>
                    <a:pt x="155" y="48"/>
                    <a:pt x="156" y="47"/>
                    <a:pt x="157" y="44"/>
                  </a:cubicBezTo>
                  <a:cubicBezTo>
                    <a:pt x="160" y="36"/>
                    <a:pt x="159" y="36"/>
                    <a:pt x="155" y="34"/>
                  </a:cubicBezTo>
                  <a:cubicBezTo>
                    <a:pt x="155" y="34"/>
                    <a:pt x="154" y="34"/>
                    <a:pt x="154" y="34"/>
                  </a:cubicBezTo>
                  <a:cubicBezTo>
                    <a:pt x="153" y="34"/>
                    <a:pt x="152" y="35"/>
                    <a:pt x="150" y="41"/>
                  </a:cubicBezTo>
                  <a:cubicBezTo>
                    <a:pt x="148" y="43"/>
                    <a:pt x="147" y="43"/>
                    <a:pt x="147" y="43"/>
                  </a:cubicBezTo>
                  <a:cubicBezTo>
                    <a:pt x="146" y="43"/>
                    <a:pt x="148" y="38"/>
                    <a:pt x="151" y="32"/>
                  </a:cubicBezTo>
                  <a:cubicBezTo>
                    <a:pt x="155" y="25"/>
                    <a:pt x="156" y="21"/>
                    <a:pt x="156" y="21"/>
                  </a:cubicBezTo>
                  <a:lnTo>
                    <a:pt x="156" y="21"/>
                  </a:lnTo>
                  <a:cubicBezTo>
                    <a:pt x="155" y="21"/>
                    <a:pt x="151" y="26"/>
                    <a:pt x="145" y="39"/>
                  </a:cubicBezTo>
                  <a:cubicBezTo>
                    <a:pt x="142" y="47"/>
                    <a:pt x="139" y="51"/>
                    <a:pt x="138" y="51"/>
                  </a:cubicBezTo>
                  <a:cubicBezTo>
                    <a:pt x="138" y="51"/>
                    <a:pt x="138" y="49"/>
                    <a:pt x="140" y="45"/>
                  </a:cubicBezTo>
                  <a:cubicBezTo>
                    <a:pt x="142" y="39"/>
                    <a:pt x="144" y="39"/>
                    <a:pt x="145" y="39"/>
                  </a:cubicBezTo>
                  <a:cubicBezTo>
                    <a:pt x="145" y="39"/>
                    <a:pt x="145" y="39"/>
                    <a:pt x="145" y="39"/>
                  </a:cubicBezTo>
                  <a:lnTo>
                    <a:pt x="152" y="23"/>
                  </a:lnTo>
                  <a:cubicBezTo>
                    <a:pt x="151" y="23"/>
                    <a:pt x="151" y="23"/>
                    <a:pt x="148" y="30"/>
                  </a:cubicBezTo>
                  <a:cubicBezTo>
                    <a:pt x="148" y="30"/>
                    <a:pt x="146" y="30"/>
                    <a:pt x="142" y="38"/>
                  </a:cubicBezTo>
                  <a:cubicBezTo>
                    <a:pt x="139" y="44"/>
                    <a:pt x="134" y="52"/>
                    <a:pt x="132" y="60"/>
                  </a:cubicBezTo>
                  <a:cubicBezTo>
                    <a:pt x="129" y="67"/>
                    <a:pt x="129" y="68"/>
                    <a:pt x="128" y="68"/>
                  </a:cubicBezTo>
                  <a:cubicBezTo>
                    <a:pt x="128" y="68"/>
                    <a:pt x="128" y="68"/>
                    <a:pt x="127" y="68"/>
                  </a:cubicBezTo>
                  <a:cubicBezTo>
                    <a:pt x="130" y="60"/>
                    <a:pt x="133" y="51"/>
                    <a:pt x="138" y="44"/>
                  </a:cubicBezTo>
                  <a:cubicBezTo>
                    <a:pt x="141" y="40"/>
                    <a:pt x="143" y="34"/>
                    <a:pt x="145" y="29"/>
                  </a:cubicBezTo>
                  <a:cubicBezTo>
                    <a:pt x="146" y="27"/>
                    <a:pt x="146" y="26"/>
                    <a:pt x="146" y="26"/>
                  </a:cubicBezTo>
                  <a:lnTo>
                    <a:pt x="146" y="26"/>
                  </a:lnTo>
                  <a:cubicBezTo>
                    <a:pt x="145" y="26"/>
                    <a:pt x="136" y="38"/>
                    <a:pt x="131" y="50"/>
                  </a:cubicBezTo>
                  <a:lnTo>
                    <a:pt x="131" y="50"/>
                  </a:lnTo>
                  <a:cubicBezTo>
                    <a:pt x="132" y="48"/>
                    <a:pt x="133" y="45"/>
                    <a:pt x="134" y="42"/>
                  </a:cubicBezTo>
                  <a:cubicBezTo>
                    <a:pt x="138" y="34"/>
                    <a:pt x="136" y="33"/>
                    <a:pt x="134" y="33"/>
                  </a:cubicBezTo>
                  <a:cubicBezTo>
                    <a:pt x="134" y="33"/>
                    <a:pt x="134" y="33"/>
                    <a:pt x="133" y="33"/>
                  </a:cubicBezTo>
                  <a:cubicBezTo>
                    <a:pt x="132" y="33"/>
                    <a:pt x="131" y="34"/>
                    <a:pt x="129" y="40"/>
                  </a:cubicBezTo>
                  <a:cubicBezTo>
                    <a:pt x="127" y="44"/>
                    <a:pt x="124" y="50"/>
                    <a:pt x="121" y="54"/>
                  </a:cubicBezTo>
                  <a:cubicBezTo>
                    <a:pt x="120" y="60"/>
                    <a:pt x="117" y="66"/>
                    <a:pt x="115" y="70"/>
                  </a:cubicBezTo>
                  <a:cubicBezTo>
                    <a:pt x="115" y="70"/>
                    <a:pt x="117" y="62"/>
                    <a:pt x="120" y="54"/>
                  </a:cubicBezTo>
                  <a:cubicBezTo>
                    <a:pt x="125" y="38"/>
                    <a:pt x="127" y="29"/>
                    <a:pt x="125" y="27"/>
                  </a:cubicBezTo>
                  <a:cubicBezTo>
                    <a:pt x="123" y="26"/>
                    <a:pt x="121" y="25"/>
                    <a:pt x="124" y="17"/>
                  </a:cubicBezTo>
                  <a:cubicBezTo>
                    <a:pt x="124" y="17"/>
                    <a:pt x="123" y="17"/>
                    <a:pt x="123" y="17"/>
                  </a:cubicBezTo>
                  <a:cubicBezTo>
                    <a:pt x="122" y="17"/>
                    <a:pt x="121" y="18"/>
                    <a:pt x="118" y="24"/>
                  </a:cubicBezTo>
                  <a:lnTo>
                    <a:pt x="117" y="23"/>
                  </a:lnTo>
                  <a:cubicBezTo>
                    <a:pt x="119" y="19"/>
                    <a:pt x="119" y="16"/>
                    <a:pt x="118" y="16"/>
                  </a:cubicBezTo>
                  <a:lnTo>
                    <a:pt x="118" y="16"/>
                  </a:lnTo>
                  <a:cubicBezTo>
                    <a:pt x="118" y="16"/>
                    <a:pt x="117" y="18"/>
                    <a:pt x="115" y="22"/>
                  </a:cubicBezTo>
                  <a:cubicBezTo>
                    <a:pt x="114" y="24"/>
                    <a:pt x="113" y="25"/>
                    <a:pt x="113" y="25"/>
                  </a:cubicBezTo>
                  <a:cubicBezTo>
                    <a:pt x="112" y="25"/>
                    <a:pt x="114" y="21"/>
                    <a:pt x="113" y="21"/>
                  </a:cubicBezTo>
                  <a:cubicBezTo>
                    <a:pt x="115" y="14"/>
                    <a:pt x="117" y="10"/>
                    <a:pt x="117" y="10"/>
                  </a:cubicBezTo>
                  <a:lnTo>
                    <a:pt x="117" y="10"/>
                  </a:lnTo>
                  <a:cubicBezTo>
                    <a:pt x="116" y="10"/>
                    <a:pt x="114" y="16"/>
                    <a:pt x="108" y="29"/>
                  </a:cubicBezTo>
                  <a:cubicBezTo>
                    <a:pt x="106" y="33"/>
                    <a:pt x="104" y="40"/>
                    <a:pt x="104" y="45"/>
                  </a:cubicBezTo>
                  <a:lnTo>
                    <a:pt x="106" y="47"/>
                  </a:lnTo>
                  <a:lnTo>
                    <a:pt x="100" y="53"/>
                  </a:lnTo>
                  <a:cubicBezTo>
                    <a:pt x="96" y="57"/>
                    <a:pt x="93" y="62"/>
                    <a:pt x="92" y="68"/>
                  </a:cubicBezTo>
                  <a:cubicBezTo>
                    <a:pt x="92" y="68"/>
                    <a:pt x="88" y="75"/>
                    <a:pt x="87" y="75"/>
                  </a:cubicBezTo>
                  <a:lnTo>
                    <a:pt x="94" y="59"/>
                  </a:lnTo>
                  <a:cubicBezTo>
                    <a:pt x="98" y="52"/>
                    <a:pt x="102" y="44"/>
                    <a:pt x="105" y="36"/>
                  </a:cubicBezTo>
                  <a:cubicBezTo>
                    <a:pt x="109" y="26"/>
                    <a:pt x="111" y="19"/>
                    <a:pt x="110" y="19"/>
                  </a:cubicBezTo>
                  <a:lnTo>
                    <a:pt x="110" y="19"/>
                  </a:lnTo>
                  <a:cubicBezTo>
                    <a:pt x="110" y="19"/>
                    <a:pt x="108" y="21"/>
                    <a:pt x="106" y="26"/>
                  </a:cubicBezTo>
                  <a:cubicBezTo>
                    <a:pt x="105" y="26"/>
                    <a:pt x="105" y="26"/>
                    <a:pt x="107" y="18"/>
                  </a:cubicBezTo>
                  <a:cubicBezTo>
                    <a:pt x="109" y="15"/>
                    <a:pt x="110" y="13"/>
                    <a:pt x="110" y="13"/>
                  </a:cubicBezTo>
                  <a:lnTo>
                    <a:pt x="110" y="13"/>
                  </a:lnTo>
                  <a:cubicBezTo>
                    <a:pt x="110" y="13"/>
                    <a:pt x="107" y="17"/>
                    <a:pt x="103" y="25"/>
                  </a:cubicBezTo>
                  <a:cubicBezTo>
                    <a:pt x="99" y="33"/>
                    <a:pt x="97" y="36"/>
                    <a:pt x="97" y="36"/>
                  </a:cubicBezTo>
                  <a:cubicBezTo>
                    <a:pt x="96" y="36"/>
                    <a:pt x="98" y="32"/>
                    <a:pt x="100" y="24"/>
                  </a:cubicBezTo>
                  <a:cubicBezTo>
                    <a:pt x="104" y="14"/>
                    <a:pt x="104" y="10"/>
                    <a:pt x="103" y="10"/>
                  </a:cubicBezTo>
                  <a:lnTo>
                    <a:pt x="103" y="10"/>
                  </a:lnTo>
                  <a:cubicBezTo>
                    <a:pt x="103" y="10"/>
                    <a:pt x="102" y="11"/>
                    <a:pt x="100" y="14"/>
                  </a:cubicBezTo>
                  <a:cubicBezTo>
                    <a:pt x="96" y="23"/>
                    <a:pt x="94" y="26"/>
                    <a:pt x="93" y="26"/>
                  </a:cubicBezTo>
                  <a:cubicBezTo>
                    <a:pt x="92" y="26"/>
                    <a:pt x="93" y="24"/>
                    <a:pt x="94" y="21"/>
                  </a:cubicBezTo>
                  <a:cubicBezTo>
                    <a:pt x="95" y="16"/>
                    <a:pt x="95" y="14"/>
                    <a:pt x="95" y="14"/>
                  </a:cubicBezTo>
                  <a:lnTo>
                    <a:pt x="95" y="14"/>
                  </a:lnTo>
                  <a:cubicBezTo>
                    <a:pt x="95" y="14"/>
                    <a:pt x="94" y="16"/>
                    <a:pt x="92" y="20"/>
                  </a:cubicBezTo>
                  <a:cubicBezTo>
                    <a:pt x="94" y="14"/>
                    <a:pt x="96" y="8"/>
                    <a:pt x="96" y="8"/>
                  </a:cubicBezTo>
                  <a:lnTo>
                    <a:pt x="96" y="8"/>
                  </a:lnTo>
                  <a:cubicBezTo>
                    <a:pt x="96" y="8"/>
                    <a:pt x="95" y="8"/>
                    <a:pt x="94" y="11"/>
                  </a:cubicBezTo>
                  <a:cubicBezTo>
                    <a:pt x="94" y="11"/>
                    <a:pt x="93" y="11"/>
                    <a:pt x="90" y="18"/>
                  </a:cubicBezTo>
                  <a:cubicBezTo>
                    <a:pt x="90" y="18"/>
                    <a:pt x="86" y="26"/>
                    <a:pt x="81" y="33"/>
                  </a:cubicBezTo>
                  <a:cubicBezTo>
                    <a:pt x="80" y="39"/>
                    <a:pt x="78" y="44"/>
                    <a:pt x="76" y="49"/>
                  </a:cubicBezTo>
                  <a:cubicBezTo>
                    <a:pt x="75" y="51"/>
                    <a:pt x="74" y="52"/>
                    <a:pt x="74" y="52"/>
                  </a:cubicBezTo>
                  <a:cubicBezTo>
                    <a:pt x="73" y="52"/>
                    <a:pt x="75" y="42"/>
                    <a:pt x="81" y="24"/>
                  </a:cubicBezTo>
                  <a:lnTo>
                    <a:pt x="87" y="7"/>
                  </a:lnTo>
                  <a:lnTo>
                    <a:pt x="87" y="7"/>
                  </a:lnTo>
                  <a:cubicBezTo>
                    <a:pt x="84" y="15"/>
                    <a:pt x="80" y="23"/>
                    <a:pt x="80" y="23"/>
                  </a:cubicBezTo>
                  <a:cubicBezTo>
                    <a:pt x="79" y="23"/>
                    <a:pt x="79" y="22"/>
                    <a:pt x="83" y="14"/>
                  </a:cubicBezTo>
                  <a:cubicBezTo>
                    <a:pt x="86" y="6"/>
                    <a:pt x="86" y="6"/>
                    <a:pt x="85" y="6"/>
                  </a:cubicBezTo>
                  <a:cubicBezTo>
                    <a:pt x="85" y="6"/>
                    <a:pt x="85" y="6"/>
                    <a:pt x="81" y="14"/>
                  </a:cubicBezTo>
                  <a:cubicBezTo>
                    <a:pt x="78" y="22"/>
                    <a:pt x="76" y="26"/>
                    <a:pt x="76" y="26"/>
                  </a:cubicBezTo>
                  <a:cubicBezTo>
                    <a:pt x="75" y="26"/>
                    <a:pt x="76" y="24"/>
                    <a:pt x="77" y="21"/>
                  </a:cubicBezTo>
                  <a:cubicBezTo>
                    <a:pt x="80" y="13"/>
                    <a:pt x="82" y="9"/>
                    <a:pt x="81" y="9"/>
                  </a:cubicBezTo>
                  <a:lnTo>
                    <a:pt x="81" y="9"/>
                  </a:lnTo>
                  <a:cubicBezTo>
                    <a:pt x="81" y="9"/>
                    <a:pt x="79" y="12"/>
                    <a:pt x="75" y="20"/>
                  </a:cubicBezTo>
                  <a:cubicBezTo>
                    <a:pt x="71" y="27"/>
                    <a:pt x="70" y="31"/>
                    <a:pt x="69" y="31"/>
                  </a:cubicBezTo>
                  <a:cubicBezTo>
                    <a:pt x="69" y="31"/>
                    <a:pt x="71" y="27"/>
                    <a:pt x="74" y="20"/>
                  </a:cubicBezTo>
                  <a:cubicBezTo>
                    <a:pt x="77" y="14"/>
                    <a:pt x="79" y="8"/>
                    <a:pt x="79" y="3"/>
                  </a:cubicBezTo>
                  <a:lnTo>
                    <a:pt x="79" y="3"/>
                  </a:lnTo>
                  <a:lnTo>
                    <a:pt x="76" y="11"/>
                  </a:lnTo>
                  <a:cubicBezTo>
                    <a:pt x="72" y="20"/>
                    <a:pt x="70" y="23"/>
                    <a:pt x="70" y="23"/>
                  </a:cubicBezTo>
                  <a:cubicBezTo>
                    <a:pt x="69" y="23"/>
                    <a:pt x="70" y="21"/>
                    <a:pt x="71" y="17"/>
                  </a:cubicBezTo>
                  <a:cubicBezTo>
                    <a:pt x="73" y="13"/>
                    <a:pt x="74" y="11"/>
                    <a:pt x="73" y="11"/>
                  </a:cubicBezTo>
                  <a:lnTo>
                    <a:pt x="73" y="11"/>
                  </a:lnTo>
                  <a:cubicBezTo>
                    <a:pt x="73" y="11"/>
                    <a:pt x="71" y="13"/>
                    <a:pt x="69" y="16"/>
                  </a:cubicBezTo>
                  <a:cubicBezTo>
                    <a:pt x="68" y="16"/>
                    <a:pt x="67" y="15"/>
                    <a:pt x="70" y="7"/>
                  </a:cubicBezTo>
                  <a:lnTo>
                    <a:pt x="70" y="7"/>
                  </a:lnTo>
                  <a:cubicBezTo>
                    <a:pt x="68" y="11"/>
                    <a:pt x="67" y="13"/>
                    <a:pt x="67" y="13"/>
                  </a:cubicBezTo>
                  <a:cubicBezTo>
                    <a:pt x="66" y="13"/>
                    <a:pt x="67" y="11"/>
                    <a:pt x="68" y="6"/>
                  </a:cubicBezTo>
                  <a:cubicBezTo>
                    <a:pt x="69" y="2"/>
                    <a:pt x="70" y="0"/>
                    <a:pt x="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33"/>
            <p:cNvSpPr/>
            <p:nvPr/>
          </p:nvSpPr>
          <p:spPr>
            <a:xfrm>
              <a:off x="3304281" y="2758560"/>
              <a:ext cx="69026" cy="30567"/>
            </a:xfrm>
            <a:custGeom>
              <a:avLst/>
              <a:gdLst/>
              <a:ahLst/>
              <a:cxnLst/>
              <a:rect l="l" t="t" r="r" b="b"/>
              <a:pathLst>
                <a:path w="691" h="306" extrusionOk="0">
                  <a:moveTo>
                    <a:pt x="73" y="11"/>
                  </a:moveTo>
                  <a:lnTo>
                    <a:pt x="71" y="20"/>
                  </a:lnTo>
                  <a:lnTo>
                    <a:pt x="72" y="20"/>
                  </a:lnTo>
                  <a:cubicBezTo>
                    <a:pt x="74" y="12"/>
                    <a:pt x="74" y="12"/>
                    <a:pt x="74" y="11"/>
                  </a:cubicBezTo>
                  <a:close/>
                  <a:moveTo>
                    <a:pt x="239" y="13"/>
                  </a:moveTo>
                  <a:cubicBezTo>
                    <a:pt x="238" y="13"/>
                    <a:pt x="238" y="13"/>
                    <a:pt x="235" y="21"/>
                  </a:cubicBezTo>
                  <a:lnTo>
                    <a:pt x="237" y="22"/>
                  </a:lnTo>
                  <a:cubicBezTo>
                    <a:pt x="239" y="13"/>
                    <a:pt x="239" y="13"/>
                    <a:pt x="239" y="13"/>
                  </a:cubicBezTo>
                  <a:close/>
                  <a:moveTo>
                    <a:pt x="119" y="46"/>
                  </a:moveTo>
                  <a:lnTo>
                    <a:pt x="119" y="46"/>
                  </a:lnTo>
                  <a:cubicBezTo>
                    <a:pt x="118" y="46"/>
                    <a:pt x="118" y="47"/>
                    <a:pt x="118" y="48"/>
                  </a:cubicBezTo>
                  <a:cubicBezTo>
                    <a:pt x="118" y="47"/>
                    <a:pt x="118" y="46"/>
                    <a:pt x="119" y="46"/>
                  </a:cubicBezTo>
                  <a:close/>
                  <a:moveTo>
                    <a:pt x="168" y="51"/>
                  </a:moveTo>
                  <a:cubicBezTo>
                    <a:pt x="167" y="54"/>
                    <a:pt x="166" y="55"/>
                    <a:pt x="166" y="55"/>
                  </a:cubicBezTo>
                  <a:cubicBezTo>
                    <a:pt x="166" y="55"/>
                    <a:pt x="167" y="54"/>
                    <a:pt x="168" y="51"/>
                  </a:cubicBezTo>
                  <a:close/>
                  <a:moveTo>
                    <a:pt x="188" y="39"/>
                  </a:moveTo>
                  <a:lnTo>
                    <a:pt x="185" y="48"/>
                  </a:lnTo>
                  <a:lnTo>
                    <a:pt x="183" y="56"/>
                  </a:lnTo>
                  <a:lnTo>
                    <a:pt x="188" y="39"/>
                  </a:lnTo>
                  <a:close/>
                  <a:moveTo>
                    <a:pt x="49" y="47"/>
                  </a:moveTo>
                  <a:cubicBezTo>
                    <a:pt x="50" y="47"/>
                    <a:pt x="50" y="48"/>
                    <a:pt x="50" y="48"/>
                  </a:cubicBezTo>
                  <a:cubicBezTo>
                    <a:pt x="50" y="48"/>
                    <a:pt x="50" y="48"/>
                    <a:pt x="48" y="56"/>
                  </a:cubicBezTo>
                  <a:cubicBezTo>
                    <a:pt x="48" y="56"/>
                    <a:pt x="45" y="64"/>
                    <a:pt x="44" y="64"/>
                  </a:cubicBezTo>
                  <a:lnTo>
                    <a:pt x="46" y="55"/>
                  </a:lnTo>
                  <a:cubicBezTo>
                    <a:pt x="47" y="49"/>
                    <a:pt x="49" y="47"/>
                    <a:pt x="49" y="47"/>
                  </a:cubicBezTo>
                  <a:close/>
                  <a:moveTo>
                    <a:pt x="92" y="39"/>
                  </a:moveTo>
                  <a:lnTo>
                    <a:pt x="92" y="39"/>
                  </a:lnTo>
                  <a:cubicBezTo>
                    <a:pt x="91" y="41"/>
                    <a:pt x="91" y="44"/>
                    <a:pt x="92" y="47"/>
                  </a:cubicBezTo>
                  <a:lnTo>
                    <a:pt x="93" y="47"/>
                  </a:lnTo>
                  <a:lnTo>
                    <a:pt x="88" y="55"/>
                  </a:lnTo>
                  <a:cubicBezTo>
                    <a:pt x="85" y="59"/>
                    <a:pt x="83" y="65"/>
                    <a:pt x="82" y="70"/>
                  </a:cubicBezTo>
                  <a:cubicBezTo>
                    <a:pt x="82" y="70"/>
                    <a:pt x="79" y="77"/>
                    <a:pt x="78" y="77"/>
                  </a:cubicBezTo>
                  <a:cubicBezTo>
                    <a:pt x="78" y="77"/>
                    <a:pt x="78" y="77"/>
                    <a:pt x="78" y="77"/>
                  </a:cubicBezTo>
                  <a:lnTo>
                    <a:pt x="83" y="61"/>
                  </a:lnTo>
                  <a:cubicBezTo>
                    <a:pt x="86" y="54"/>
                    <a:pt x="89" y="46"/>
                    <a:pt x="92" y="39"/>
                  </a:cubicBezTo>
                  <a:close/>
                  <a:moveTo>
                    <a:pt x="209" y="66"/>
                  </a:moveTo>
                  <a:lnTo>
                    <a:pt x="209" y="66"/>
                  </a:lnTo>
                  <a:cubicBezTo>
                    <a:pt x="206" y="74"/>
                    <a:pt x="204" y="82"/>
                    <a:pt x="204" y="82"/>
                  </a:cubicBezTo>
                  <a:cubicBezTo>
                    <a:pt x="204" y="82"/>
                    <a:pt x="204" y="82"/>
                    <a:pt x="204" y="82"/>
                  </a:cubicBezTo>
                  <a:cubicBezTo>
                    <a:pt x="205" y="82"/>
                    <a:pt x="207" y="74"/>
                    <a:pt x="207" y="74"/>
                  </a:cubicBezTo>
                  <a:cubicBezTo>
                    <a:pt x="207" y="74"/>
                    <a:pt x="210" y="66"/>
                    <a:pt x="209" y="66"/>
                  </a:cubicBezTo>
                  <a:close/>
                  <a:moveTo>
                    <a:pt x="140" y="66"/>
                  </a:moveTo>
                  <a:cubicBezTo>
                    <a:pt x="141" y="66"/>
                    <a:pt x="141" y="67"/>
                    <a:pt x="141" y="67"/>
                  </a:cubicBezTo>
                  <a:lnTo>
                    <a:pt x="139" y="75"/>
                  </a:lnTo>
                  <a:lnTo>
                    <a:pt x="136" y="83"/>
                  </a:lnTo>
                  <a:lnTo>
                    <a:pt x="137" y="74"/>
                  </a:lnTo>
                  <a:cubicBezTo>
                    <a:pt x="139" y="68"/>
                    <a:pt x="140" y="66"/>
                    <a:pt x="140" y="66"/>
                  </a:cubicBezTo>
                  <a:close/>
                  <a:moveTo>
                    <a:pt x="58" y="51"/>
                  </a:moveTo>
                  <a:cubicBezTo>
                    <a:pt x="58" y="51"/>
                    <a:pt x="58" y="51"/>
                    <a:pt x="58" y="51"/>
                  </a:cubicBezTo>
                  <a:cubicBezTo>
                    <a:pt x="59" y="51"/>
                    <a:pt x="59" y="51"/>
                    <a:pt x="57" y="59"/>
                  </a:cubicBezTo>
                  <a:lnTo>
                    <a:pt x="56" y="59"/>
                  </a:lnTo>
                  <a:cubicBezTo>
                    <a:pt x="57" y="57"/>
                    <a:pt x="57" y="56"/>
                    <a:pt x="57" y="56"/>
                  </a:cubicBezTo>
                  <a:lnTo>
                    <a:pt x="57" y="56"/>
                  </a:lnTo>
                  <a:cubicBezTo>
                    <a:pt x="57" y="56"/>
                    <a:pt x="55" y="61"/>
                    <a:pt x="54" y="67"/>
                  </a:cubicBezTo>
                  <a:lnTo>
                    <a:pt x="48" y="84"/>
                  </a:lnTo>
                  <a:cubicBezTo>
                    <a:pt x="48" y="78"/>
                    <a:pt x="50" y="71"/>
                    <a:pt x="51" y="67"/>
                  </a:cubicBezTo>
                  <a:cubicBezTo>
                    <a:pt x="56" y="54"/>
                    <a:pt x="57" y="51"/>
                    <a:pt x="58" y="51"/>
                  </a:cubicBezTo>
                  <a:close/>
                  <a:moveTo>
                    <a:pt x="166" y="61"/>
                  </a:moveTo>
                  <a:cubicBezTo>
                    <a:pt x="166" y="61"/>
                    <a:pt x="165" y="65"/>
                    <a:pt x="161" y="75"/>
                  </a:cubicBezTo>
                  <a:lnTo>
                    <a:pt x="155" y="91"/>
                  </a:lnTo>
                  <a:cubicBezTo>
                    <a:pt x="157" y="82"/>
                    <a:pt x="159" y="74"/>
                    <a:pt x="163" y="66"/>
                  </a:cubicBezTo>
                  <a:cubicBezTo>
                    <a:pt x="164" y="63"/>
                    <a:pt x="165" y="61"/>
                    <a:pt x="166" y="61"/>
                  </a:cubicBezTo>
                  <a:close/>
                  <a:moveTo>
                    <a:pt x="194" y="87"/>
                  </a:moveTo>
                  <a:cubicBezTo>
                    <a:pt x="194" y="87"/>
                    <a:pt x="194" y="87"/>
                    <a:pt x="192" y="95"/>
                  </a:cubicBezTo>
                  <a:lnTo>
                    <a:pt x="191" y="95"/>
                  </a:lnTo>
                  <a:lnTo>
                    <a:pt x="193" y="87"/>
                  </a:lnTo>
                  <a:close/>
                  <a:moveTo>
                    <a:pt x="188" y="82"/>
                  </a:moveTo>
                  <a:lnTo>
                    <a:pt x="188" y="82"/>
                  </a:lnTo>
                  <a:cubicBezTo>
                    <a:pt x="189" y="82"/>
                    <a:pt x="187" y="89"/>
                    <a:pt x="183" y="101"/>
                  </a:cubicBezTo>
                  <a:lnTo>
                    <a:pt x="182" y="101"/>
                  </a:lnTo>
                  <a:cubicBezTo>
                    <a:pt x="183" y="95"/>
                    <a:pt x="184" y="89"/>
                    <a:pt x="187" y="85"/>
                  </a:cubicBezTo>
                  <a:cubicBezTo>
                    <a:pt x="188" y="83"/>
                    <a:pt x="188" y="82"/>
                    <a:pt x="188" y="82"/>
                  </a:cubicBezTo>
                  <a:close/>
                  <a:moveTo>
                    <a:pt x="329" y="91"/>
                  </a:moveTo>
                  <a:lnTo>
                    <a:pt x="329" y="92"/>
                  </a:lnTo>
                  <a:cubicBezTo>
                    <a:pt x="327" y="97"/>
                    <a:pt x="326" y="103"/>
                    <a:pt x="324" y="107"/>
                  </a:cubicBezTo>
                  <a:lnTo>
                    <a:pt x="323" y="107"/>
                  </a:lnTo>
                  <a:cubicBezTo>
                    <a:pt x="325" y="99"/>
                    <a:pt x="329" y="91"/>
                    <a:pt x="329" y="91"/>
                  </a:cubicBezTo>
                  <a:close/>
                  <a:moveTo>
                    <a:pt x="93" y="93"/>
                  </a:moveTo>
                  <a:lnTo>
                    <a:pt x="93" y="93"/>
                  </a:lnTo>
                  <a:cubicBezTo>
                    <a:pt x="92" y="98"/>
                    <a:pt x="90" y="104"/>
                    <a:pt x="87" y="108"/>
                  </a:cubicBezTo>
                  <a:lnTo>
                    <a:pt x="85" y="108"/>
                  </a:lnTo>
                  <a:cubicBezTo>
                    <a:pt x="87" y="103"/>
                    <a:pt x="90" y="97"/>
                    <a:pt x="93" y="93"/>
                  </a:cubicBezTo>
                  <a:close/>
                  <a:moveTo>
                    <a:pt x="451" y="105"/>
                  </a:moveTo>
                  <a:lnTo>
                    <a:pt x="450" y="113"/>
                  </a:lnTo>
                  <a:cubicBezTo>
                    <a:pt x="452" y="105"/>
                    <a:pt x="452" y="105"/>
                    <a:pt x="451" y="105"/>
                  </a:cubicBezTo>
                  <a:close/>
                  <a:moveTo>
                    <a:pt x="141" y="81"/>
                  </a:moveTo>
                  <a:cubicBezTo>
                    <a:pt x="141" y="81"/>
                    <a:pt x="139" y="85"/>
                    <a:pt x="137" y="93"/>
                  </a:cubicBezTo>
                  <a:cubicBezTo>
                    <a:pt x="134" y="101"/>
                    <a:pt x="132" y="108"/>
                    <a:pt x="128" y="116"/>
                  </a:cubicBezTo>
                  <a:lnTo>
                    <a:pt x="127" y="115"/>
                  </a:lnTo>
                  <a:lnTo>
                    <a:pt x="133" y="99"/>
                  </a:lnTo>
                  <a:cubicBezTo>
                    <a:pt x="138" y="87"/>
                    <a:pt x="140" y="81"/>
                    <a:pt x="141" y="81"/>
                  </a:cubicBezTo>
                  <a:close/>
                  <a:moveTo>
                    <a:pt x="159" y="101"/>
                  </a:moveTo>
                  <a:cubicBezTo>
                    <a:pt x="158" y="106"/>
                    <a:pt x="156" y="112"/>
                    <a:pt x="154" y="117"/>
                  </a:cubicBezTo>
                  <a:lnTo>
                    <a:pt x="154" y="116"/>
                  </a:lnTo>
                  <a:cubicBezTo>
                    <a:pt x="156" y="108"/>
                    <a:pt x="159" y="101"/>
                    <a:pt x="159" y="101"/>
                  </a:cubicBezTo>
                  <a:close/>
                  <a:moveTo>
                    <a:pt x="232" y="104"/>
                  </a:moveTo>
                  <a:lnTo>
                    <a:pt x="232" y="104"/>
                  </a:lnTo>
                  <a:cubicBezTo>
                    <a:pt x="232" y="104"/>
                    <a:pt x="231" y="109"/>
                    <a:pt x="229" y="119"/>
                  </a:cubicBezTo>
                  <a:cubicBezTo>
                    <a:pt x="226" y="126"/>
                    <a:pt x="226" y="126"/>
                    <a:pt x="225" y="126"/>
                  </a:cubicBezTo>
                  <a:cubicBezTo>
                    <a:pt x="225" y="126"/>
                    <a:pt x="228" y="119"/>
                    <a:pt x="230" y="110"/>
                  </a:cubicBezTo>
                  <a:cubicBezTo>
                    <a:pt x="231" y="106"/>
                    <a:pt x="231" y="104"/>
                    <a:pt x="232" y="104"/>
                  </a:cubicBezTo>
                  <a:close/>
                  <a:moveTo>
                    <a:pt x="92" y="107"/>
                  </a:moveTo>
                  <a:cubicBezTo>
                    <a:pt x="91" y="107"/>
                    <a:pt x="89" y="112"/>
                    <a:pt x="87" y="119"/>
                  </a:cubicBezTo>
                  <a:cubicBezTo>
                    <a:pt x="85" y="126"/>
                    <a:pt x="85" y="126"/>
                    <a:pt x="87" y="128"/>
                  </a:cubicBezTo>
                  <a:cubicBezTo>
                    <a:pt x="87" y="128"/>
                    <a:pt x="91" y="120"/>
                    <a:pt x="91" y="120"/>
                  </a:cubicBezTo>
                  <a:cubicBezTo>
                    <a:pt x="94" y="112"/>
                    <a:pt x="93" y="111"/>
                    <a:pt x="92" y="111"/>
                  </a:cubicBezTo>
                  <a:cubicBezTo>
                    <a:pt x="92" y="108"/>
                    <a:pt x="92" y="107"/>
                    <a:pt x="92" y="107"/>
                  </a:cubicBezTo>
                  <a:close/>
                  <a:moveTo>
                    <a:pt x="237" y="112"/>
                  </a:moveTo>
                  <a:cubicBezTo>
                    <a:pt x="235" y="117"/>
                    <a:pt x="233" y="123"/>
                    <a:pt x="231" y="129"/>
                  </a:cubicBezTo>
                  <a:lnTo>
                    <a:pt x="232" y="120"/>
                  </a:lnTo>
                  <a:lnTo>
                    <a:pt x="235" y="112"/>
                  </a:lnTo>
                  <a:close/>
                  <a:moveTo>
                    <a:pt x="236" y="126"/>
                  </a:moveTo>
                  <a:cubicBezTo>
                    <a:pt x="236" y="126"/>
                    <a:pt x="235" y="130"/>
                    <a:pt x="234" y="130"/>
                  </a:cubicBezTo>
                  <a:cubicBezTo>
                    <a:pt x="235" y="127"/>
                    <a:pt x="236" y="126"/>
                    <a:pt x="236" y="126"/>
                  </a:cubicBezTo>
                  <a:close/>
                  <a:moveTo>
                    <a:pt x="198" y="116"/>
                  </a:moveTo>
                  <a:cubicBezTo>
                    <a:pt x="200" y="116"/>
                    <a:pt x="201" y="116"/>
                    <a:pt x="198" y="125"/>
                  </a:cubicBezTo>
                  <a:cubicBezTo>
                    <a:pt x="198" y="125"/>
                    <a:pt x="196" y="133"/>
                    <a:pt x="195" y="133"/>
                  </a:cubicBezTo>
                  <a:cubicBezTo>
                    <a:pt x="194" y="133"/>
                    <a:pt x="196" y="124"/>
                    <a:pt x="196" y="124"/>
                  </a:cubicBezTo>
                  <a:cubicBezTo>
                    <a:pt x="198" y="116"/>
                    <a:pt x="198" y="116"/>
                    <a:pt x="198" y="116"/>
                  </a:cubicBezTo>
                  <a:close/>
                  <a:moveTo>
                    <a:pt x="212" y="121"/>
                  </a:moveTo>
                  <a:cubicBezTo>
                    <a:pt x="212" y="121"/>
                    <a:pt x="213" y="122"/>
                    <a:pt x="213" y="122"/>
                  </a:cubicBezTo>
                  <a:cubicBezTo>
                    <a:pt x="214" y="122"/>
                    <a:pt x="212" y="130"/>
                    <a:pt x="212" y="130"/>
                  </a:cubicBezTo>
                  <a:cubicBezTo>
                    <a:pt x="211" y="133"/>
                    <a:pt x="211" y="134"/>
                    <a:pt x="211" y="134"/>
                  </a:cubicBezTo>
                  <a:cubicBezTo>
                    <a:pt x="210" y="134"/>
                    <a:pt x="210" y="130"/>
                    <a:pt x="210" y="130"/>
                  </a:cubicBezTo>
                  <a:cubicBezTo>
                    <a:pt x="211" y="123"/>
                    <a:pt x="212" y="121"/>
                    <a:pt x="212" y="121"/>
                  </a:cubicBezTo>
                  <a:close/>
                  <a:moveTo>
                    <a:pt x="167" y="131"/>
                  </a:moveTo>
                  <a:lnTo>
                    <a:pt x="165" y="140"/>
                  </a:lnTo>
                  <a:cubicBezTo>
                    <a:pt x="165" y="140"/>
                    <a:pt x="165" y="140"/>
                    <a:pt x="165" y="140"/>
                  </a:cubicBezTo>
                  <a:cubicBezTo>
                    <a:pt x="164" y="140"/>
                    <a:pt x="162" y="143"/>
                    <a:pt x="162" y="143"/>
                  </a:cubicBezTo>
                  <a:cubicBezTo>
                    <a:pt x="162" y="143"/>
                    <a:pt x="162" y="142"/>
                    <a:pt x="164" y="139"/>
                  </a:cubicBezTo>
                  <a:cubicBezTo>
                    <a:pt x="163" y="139"/>
                    <a:pt x="166" y="131"/>
                    <a:pt x="167" y="131"/>
                  </a:cubicBezTo>
                  <a:close/>
                  <a:moveTo>
                    <a:pt x="497" y="128"/>
                  </a:moveTo>
                  <a:lnTo>
                    <a:pt x="497" y="129"/>
                  </a:lnTo>
                  <a:cubicBezTo>
                    <a:pt x="497" y="134"/>
                    <a:pt x="495" y="140"/>
                    <a:pt x="493" y="144"/>
                  </a:cubicBezTo>
                  <a:lnTo>
                    <a:pt x="493" y="137"/>
                  </a:lnTo>
                  <a:lnTo>
                    <a:pt x="497" y="128"/>
                  </a:lnTo>
                  <a:close/>
                  <a:moveTo>
                    <a:pt x="486" y="133"/>
                  </a:moveTo>
                  <a:lnTo>
                    <a:pt x="486" y="133"/>
                  </a:lnTo>
                  <a:cubicBezTo>
                    <a:pt x="487" y="134"/>
                    <a:pt x="487" y="134"/>
                    <a:pt x="484" y="142"/>
                  </a:cubicBezTo>
                  <a:cubicBezTo>
                    <a:pt x="484" y="142"/>
                    <a:pt x="482" y="150"/>
                    <a:pt x="482" y="150"/>
                  </a:cubicBezTo>
                  <a:lnTo>
                    <a:pt x="483" y="142"/>
                  </a:lnTo>
                  <a:cubicBezTo>
                    <a:pt x="484" y="133"/>
                    <a:pt x="486" y="133"/>
                    <a:pt x="486" y="133"/>
                  </a:cubicBezTo>
                  <a:close/>
                  <a:moveTo>
                    <a:pt x="325" y="144"/>
                  </a:moveTo>
                  <a:cubicBezTo>
                    <a:pt x="325" y="150"/>
                    <a:pt x="323" y="156"/>
                    <a:pt x="321" y="160"/>
                  </a:cubicBezTo>
                  <a:lnTo>
                    <a:pt x="322" y="152"/>
                  </a:lnTo>
                  <a:lnTo>
                    <a:pt x="325" y="144"/>
                  </a:lnTo>
                  <a:close/>
                  <a:moveTo>
                    <a:pt x="280" y="147"/>
                  </a:moveTo>
                  <a:lnTo>
                    <a:pt x="280" y="147"/>
                  </a:lnTo>
                  <a:cubicBezTo>
                    <a:pt x="279" y="152"/>
                    <a:pt x="278" y="158"/>
                    <a:pt x="276" y="162"/>
                  </a:cubicBezTo>
                  <a:lnTo>
                    <a:pt x="277" y="154"/>
                  </a:lnTo>
                  <a:lnTo>
                    <a:pt x="280" y="147"/>
                  </a:lnTo>
                  <a:close/>
                  <a:moveTo>
                    <a:pt x="300" y="144"/>
                  </a:moveTo>
                  <a:cubicBezTo>
                    <a:pt x="300" y="145"/>
                    <a:pt x="300" y="146"/>
                    <a:pt x="298" y="152"/>
                  </a:cubicBezTo>
                  <a:lnTo>
                    <a:pt x="294" y="169"/>
                  </a:lnTo>
                  <a:cubicBezTo>
                    <a:pt x="293" y="169"/>
                    <a:pt x="298" y="152"/>
                    <a:pt x="300" y="144"/>
                  </a:cubicBezTo>
                  <a:close/>
                  <a:moveTo>
                    <a:pt x="278" y="162"/>
                  </a:moveTo>
                  <a:lnTo>
                    <a:pt x="278" y="162"/>
                  </a:lnTo>
                  <a:cubicBezTo>
                    <a:pt x="278" y="162"/>
                    <a:pt x="277" y="167"/>
                    <a:pt x="276" y="171"/>
                  </a:cubicBezTo>
                  <a:cubicBezTo>
                    <a:pt x="277" y="164"/>
                    <a:pt x="278" y="162"/>
                    <a:pt x="278" y="162"/>
                  </a:cubicBezTo>
                  <a:close/>
                  <a:moveTo>
                    <a:pt x="378" y="161"/>
                  </a:moveTo>
                  <a:cubicBezTo>
                    <a:pt x="379" y="162"/>
                    <a:pt x="379" y="162"/>
                    <a:pt x="377" y="170"/>
                  </a:cubicBezTo>
                  <a:cubicBezTo>
                    <a:pt x="376" y="177"/>
                    <a:pt x="374" y="178"/>
                    <a:pt x="374" y="178"/>
                  </a:cubicBezTo>
                  <a:cubicBezTo>
                    <a:pt x="374" y="178"/>
                    <a:pt x="373" y="178"/>
                    <a:pt x="373" y="178"/>
                  </a:cubicBezTo>
                  <a:cubicBezTo>
                    <a:pt x="373" y="172"/>
                    <a:pt x="375" y="167"/>
                    <a:pt x="378" y="161"/>
                  </a:cubicBezTo>
                  <a:close/>
                  <a:moveTo>
                    <a:pt x="412" y="163"/>
                  </a:moveTo>
                  <a:cubicBezTo>
                    <a:pt x="410" y="169"/>
                    <a:pt x="409" y="175"/>
                    <a:pt x="407" y="180"/>
                  </a:cubicBezTo>
                  <a:lnTo>
                    <a:pt x="406" y="180"/>
                  </a:lnTo>
                  <a:cubicBezTo>
                    <a:pt x="408" y="171"/>
                    <a:pt x="410" y="163"/>
                    <a:pt x="410" y="163"/>
                  </a:cubicBezTo>
                  <a:close/>
                  <a:moveTo>
                    <a:pt x="8" y="168"/>
                  </a:moveTo>
                  <a:lnTo>
                    <a:pt x="8" y="168"/>
                  </a:lnTo>
                  <a:cubicBezTo>
                    <a:pt x="8" y="168"/>
                    <a:pt x="4" y="176"/>
                    <a:pt x="1" y="184"/>
                  </a:cubicBezTo>
                  <a:lnTo>
                    <a:pt x="2" y="184"/>
                  </a:lnTo>
                  <a:cubicBezTo>
                    <a:pt x="4" y="179"/>
                    <a:pt x="7" y="174"/>
                    <a:pt x="8" y="168"/>
                  </a:cubicBezTo>
                  <a:close/>
                  <a:moveTo>
                    <a:pt x="578" y="160"/>
                  </a:moveTo>
                  <a:cubicBezTo>
                    <a:pt x="578" y="161"/>
                    <a:pt x="578" y="161"/>
                    <a:pt x="576" y="169"/>
                  </a:cubicBezTo>
                  <a:cubicBezTo>
                    <a:pt x="575" y="175"/>
                    <a:pt x="574" y="180"/>
                    <a:pt x="572" y="185"/>
                  </a:cubicBezTo>
                  <a:cubicBezTo>
                    <a:pt x="572" y="177"/>
                    <a:pt x="574" y="169"/>
                    <a:pt x="578" y="160"/>
                  </a:cubicBezTo>
                  <a:close/>
                  <a:moveTo>
                    <a:pt x="386" y="191"/>
                  </a:moveTo>
                  <a:lnTo>
                    <a:pt x="386" y="191"/>
                  </a:lnTo>
                  <a:cubicBezTo>
                    <a:pt x="386" y="192"/>
                    <a:pt x="385" y="193"/>
                    <a:pt x="385" y="194"/>
                  </a:cubicBezTo>
                  <a:lnTo>
                    <a:pt x="385" y="194"/>
                  </a:lnTo>
                  <a:cubicBezTo>
                    <a:pt x="385" y="193"/>
                    <a:pt x="385" y="193"/>
                    <a:pt x="386" y="191"/>
                  </a:cubicBezTo>
                  <a:close/>
                  <a:moveTo>
                    <a:pt x="514" y="178"/>
                  </a:moveTo>
                  <a:cubicBezTo>
                    <a:pt x="515" y="178"/>
                    <a:pt x="514" y="186"/>
                    <a:pt x="514" y="186"/>
                  </a:cubicBezTo>
                  <a:cubicBezTo>
                    <a:pt x="514" y="186"/>
                    <a:pt x="511" y="195"/>
                    <a:pt x="510" y="195"/>
                  </a:cubicBezTo>
                  <a:cubicBezTo>
                    <a:pt x="510" y="195"/>
                    <a:pt x="513" y="186"/>
                    <a:pt x="514" y="178"/>
                  </a:cubicBezTo>
                  <a:close/>
                  <a:moveTo>
                    <a:pt x="492" y="182"/>
                  </a:moveTo>
                  <a:lnTo>
                    <a:pt x="492" y="182"/>
                  </a:lnTo>
                  <a:cubicBezTo>
                    <a:pt x="492" y="182"/>
                    <a:pt x="492" y="184"/>
                    <a:pt x="491" y="188"/>
                  </a:cubicBezTo>
                  <a:cubicBezTo>
                    <a:pt x="490" y="195"/>
                    <a:pt x="489" y="196"/>
                    <a:pt x="489" y="196"/>
                  </a:cubicBezTo>
                  <a:cubicBezTo>
                    <a:pt x="488" y="196"/>
                    <a:pt x="488" y="196"/>
                    <a:pt x="488" y="196"/>
                  </a:cubicBezTo>
                  <a:cubicBezTo>
                    <a:pt x="487" y="196"/>
                    <a:pt x="487" y="196"/>
                    <a:pt x="489" y="188"/>
                  </a:cubicBezTo>
                  <a:cubicBezTo>
                    <a:pt x="491" y="184"/>
                    <a:pt x="491" y="182"/>
                    <a:pt x="492" y="182"/>
                  </a:cubicBezTo>
                  <a:close/>
                  <a:moveTo>
                    <a:pt x="496" y="189"/>
                  </a:moveTo>
                  <a:cubicBezTo>
                    <a:pt x="496" y="190"/>
                    <a:pt x="496" y="190"/>
                    <a:pt x="495" y="198"/>
                  </a:cubicBezTo>
                  <a:lnTo>
                    <a:pt x="493" y="198"/>
                  </a:lnTo>
                  <a:lnTo>
                    <a:pt x="495" y="189"/>
                  </a:lnTo>
                  <a:close/>
                  <a:moveTo>
                    <a:pt x="502" y="191"/>
                  </a:moveTo>
                  <a:cubicBezTo>
                    <a:pt x="504" y="193"/>
                    <a:pt x="504" y="193"/>
                    <a:pt x="502" y="200"/>
                  </a:cubicBezTo>
                  <a:lnTo>
                    <a:pt x="501" y="200"/>
                  </a:lnTo>
                  <a:lnTo>
                    <a:pt x="502" y="191"/>
                  </a:lnTo>
                  <a:close/>
                  <a:moveTo>
                    <a:pt x="546" y="183"/>
                  </a:moveTo>
                  <a:lnTo>
                    <a:pt x="546" y="183"/>
                  </a:lnTo>
                  <a:cubicBezTo>
                    <a:pt x="546" y="183"/>
                    <a:pt x="546" y="184"/>
                    <a:pt x="545" y="187"/>
                  </a:cubicBezTo>
                  <a:lnTo>
                    <a:pt x="542" y="203"/>
                  </a:lnTo>
                  <a:cubicBezTo>
                    <a:pt x="542" y="203"/>
                    <a:pt x="540" y="207"/>
                    <a:pt x="540" y="207"/>
                  </a:cubicBezTo>
                  <a:cubicBezTo>
                    <a:pt x="540" y="207"/>
                    <a:pt x="540" y="206"/>
                    <a:pt x="541" y="203"/>
                  </a:cubicBezTo>
                  <a:lnTo>
                    <a:pt x="543" y="195"/>
                  </a:lnTo>
                  <a:cubicBezTo>
                    <a:pt x="544" y="189"/>
                    <a:pt x="546" y="183"/>
                    <a:pt x="546" y="183"/>
                  </a:cubicBezTo>
                  <a:close/>
                  <a:moveTo>
                    <a:pt x="499" y="204"/>
                  </a:moveTo>
                  <a:cubicBezTo>
                    <a:pt x="498" y="204"/>
                    <a:pt x="498" y="205"/>
                    <a:pt x="497" y="208"/>
                  </a:cubicBezTo>
                  <a:cubicBezTo>
                    <a:pt x="498" y="208"/>
                    <a:pt x="499" y="204"/>
                    <a:pt x="499" y="204"/>
                  </a:cubicBezTo>
                  <a:close/>
                  <a:moveTo>
                    <a:pt x="563" y="202"/>
                  </a:moveTo>
                  <a:cubicBezTo>
                    <a:pt x="563" y="202"/>
                    <a:pt x="562" y="204"/>
                    <a:pt x="561" y="208"/>
                  </a:cubicBezTo>
                  <a:cubicBezTo>
                    <a:pt x="562" y="204"/>
                    <a:pt x="563" y="202"/>
                    <a:pt x="563" y="202"/>
                  </a:cubicBezTo>
                  <a:close/>
                  <a:moveTo>
                    <a:pt x="688" y="174"/>
                  </a:moveTo>
                  <a:cubicBezTo>
                    <a:pt x="688" y="174"/>
                    <a:pt x="686" y="186"/>
                    <a:pt x="683" y="197"/>
                  </a:cubicBezTo>
                  <a:cubicBezTo>
                    <a:pt x="681" y="205"/>
                    <a:pt x="681" y="210"/>
                    <a:pt x="680" y="210"/>
                  </a:cubicBezTo>
                  <a:cubicBezTo>
                    <a:pt x="680" y="210"/>
                    <a:pt x="681" y="205"/>
                    <a:pt x="682" y="197"/>
                  </a:cubicBezTo>
                  <a:cubicBezTo>
                    <a:pt x="683" y="191"/>
                    <a:pt x="684" y="186"/>
                    <a:pt x="685" y="180"/>
                  </a:cubicBezTo>
                  <a:cubicBezTo>
                    <a:pt x="687" y="176"/>
                    <a:pt x="687" y="174"/>
                    <a:pt x="688" y="174"/>
                  </a:cubicBezTo>
                  <a:close/>
                  <a:moveTo>
                    <a:pt x="668" y="237"/>
                  </a:moveTo>
                  <a:cubicBezTo>
                    <a:pt x="668" y="239"/>
                    <a:pt x="668" y="240"/>
                    <a:pt x="668" y="241"/>
                  </a:cubicBezTo>
                  <a:lnTo>
                    <a:pt x="668" y="241"/>
                  </a:lnTo>
                  <a:cubicBezTo>
                    <a:pt x="668" y="240"/>
                    <a:pt x="668" y="239"/>
                    <a:pt x="668" y="237"/>
                  </a:cubicBezTo>
                  <a:close/>
                  <a:moveTo>
                    <a:pt x="59" y="0"/>
                  </a:moveTo>
                  <a:lnTo>
                    <a:pt x="59" y="0"/>
                  </a:lnTo>
                  <a:cubicBezTo>
                    <a:pt x="59" y="0"/>
                    <a:pt x="58" y="4"/>
                    <a:pt x="55" y="12"/>
                  </a:cubicBezTo>
                  <a:cubicBezTo>
                    <a:pt x="53" y="16"/>
                    <a:pt x="52" y="18"/>
                    <a:pt x="51" y="18"/>
                  </a:cubicBezTo>
                  <a:cubicBezTo>
                    <a:pt x="51" y="18"/>
                    <a:pt x="51" y="16"/>
                    <a:pt x="53" y="11"/>
                  </a:cubicBezTo>
                  <a:cubicBezTo>
                    <a:pt x="53" y="7"/>
                    <a:pt x="53" y="5"/>
                    <a:pt x="53" y="5"/>
                  </a:cubicBezTo>
                  <a:lnTo>
                    <a:pt x="53" y="5"/>
                  </a:lnTo>
                  <a:cubicBezTo>
                    <a:pt x="53" y="5"/>
                    <a:pt x="52" y="7"/>
                    <a:pt x="50" y="11"/>
                  </a:cubicBezTo>
                  <a:cubicBezTo>
                    <a:pt x="47" y="19"/>
                    <a:pt x="45" y="27"/>
                    <a:pt x="44" y="36"/>
                  </a:cubicBezTo>
                  <a:cubicBezTo>
                    <a:pt x="44" y="36"/>
                    <a:pt x="44" y="36"/>
                    <a:pt x="41" y="43"/>
                  </a:cubicBezTo>
                  <a:lnTo>
                    <a:pt x="40" y="43"/>
                  </a:lnTo>
                  <a:cubicBezTo>
                    <a:pt x="40" y="43"/>
                    <a:pt x="40" y="43"/>
                    <a:pt x="39" y="43"/>
                  </a:cubicBezTo>
                  <a:cubicBezTo>
                    <a:pt x="38" y="43"/>
                    <a:pt x="37" y="44"/>
                    <a:pt x="35" y="50"/>
                  </a:cubicBezTo>
                  <a:cubicBezTo>
                    <a:pt x="31" y="56"/>
                    <a:pt x="27" y="68"/>
                    <a:pt x="28" y="68"/>
                  </a:cubicBezTo>
                  <a:cubicBezTo>
                    <a:pt x="28" y="68"/>
                    <a:pt x="28" y="67"/>
                    <a:pt x="29" y="66"/>
                  </a:cubicBezTo>
                  <a:lnTo>
                    <a:pt x="29" y="66"/>
                  </a:lnTo>
                  <a:lnTo>
                    <a:pt x="27" y="75"/>
                  </a:lnTo>
                  <a:cubicBezTo>
                    <a:pt x="23" y="87"/>
                    <a:pt x="21" y="93"/>
                    <a:pt x="21" y="93"/>
                  </a:cubicBezTo>
                  <a:cubicBezTo>
                    <a:pt x="22" y="93"/>
                    <a:pt x="24" y="87"/>
                    <a:pt x="28" y="75"/>
                  </a:cubicBezTo>
                  <a:cubicBezTo>
                    <a:pt x="32" y="62"/>
                    <a:pt x="34" y="56"/>
                    <a:pt x="34" y="56"/>
                  </a:cubicBezTo>
                  <a:lnTo>
                    <a:pt x="34" y="56"/>
                  </a:lnTo>
                  <a:cubicBezTo>
                    <a:pt x="34" y="56"/>
                    <a:pt x="33" y="60"/>
                    <a:pt x="31" y="67"/>
                  </a:cubicBezTo>
                  <a:cubicBezTo>
                    <a:pt x="26" y="84"/>
                    <a:pt x="27" y="84"/>
                    <a:pt x="28" y="84"/>
                  </a:cubicBezTo>
                  <a:cubicBezTo>
                    <a:pt x="28" y="85"/>
                    <a:pt x="28" y="85"/>
                    <a:pt x="26" y="93"/>
                  </a:cubicBezTo>
                  <a:cubicBezTo>
                    <a:pt x="23" y="98"/>
                    <a:pt x="22" y="104"/>
                    <a:pt x="21" y="110"/>
                  </a:cubicBezTo>
                  <a:cubicBezTo>
                    <a:pt x="22" y="110"/>
                    <a:pt x="22" y="110"/>
                    <a:pt x="26" y="102"/>
                  </a:cubicBezTo>
                  <a:cubicBezTo>
                    <a:pt x="26" y="98"/>
                    <a:pt x="27" y="96"/>
                    <a:pt x="27" y="96"/>
                  </a:cubicBezTo>
                  <a:lnTo>
                    <a:pt x="27" y="96"/>
                  </a:lnTo>
                  <a:cubicBezTo>
                    <a:pt x="27" y="96"/>
                    <a:pt x="27" y="101"/>
                    <a:pt x="23" y="111"/>
                  </a:cubicBezTo>
                  <a:cubicBezTo>
                    <a:pt x="23" y="114"/>
                    <a:pt x="23" y="116"/>
                    <a:pt x="23" y="116"/>
                  </a:cubicBezTo>
                  <a:cubicBezTo>
                    <a:pt x="23" y="116"/>
                    <a:pt x="25" y="112"/>
                    <a:pt x="28" y="103"/>
                  </a:cubicBezTo>
                  <a:cubicBezTo>
                    <a:pt x="30" y="95"/>
                    <a:pt x="32" y="91"/>
                    <a:pt x="32" y="91"/>
                  </a:cubicBezTo>
                  <a:lnTo>
                    <a:pt x="32" y="91"/>
                  </a:lnTo>
                  <a:cubicBezTo>
                    <a:pt x="33" y="91"/>
                    <a:pt x="32" y="95"/>
                    <a:pt x="30" y="104"/>
                  </a:cubicBezTo>
                  <a:lnTo>
                    <a:pt x="31" y="104"/>
                  </a:lnTo>
                  <a:cubicBezTo>
                    <a:pt x="34" y="99"/>
                    <a:pt x="36" y="94"/>
                    <a:pt x="37" y="88"/>
                  </a:cubicBezTo>
                  <a:cubicBezTo>
                    <a:pt x="40" y="79"/>
                    <a:pt x="42" y="75"/>
                    <a:pt x="42" y="75"/>
                  </a:cubicBezTo>
                  <a:lnTo>
                    <a:pt x="42" y="75"/>
                  </a:lnTo>
                  <a:cubicBezTo>
                    <a:pt x="42" y="75"/>
                    <a:pt x="41" y="77"/>
                    <a:pt x="40" y="80"/>
                  </a:cubicBezTo>
                  <a:lnTo>
                    <a:pt x="36" y="97"/>
                  </a:lnTo>
                  <a:cubicBezTo>
                    <a:pt x="34" y="105"/>
                    <a:pt x="34" y="105"/>
                    <a:pt x="35" y="105"/>
                  </a:cubicBezTo>
                  <a:cubicBezTo>
                    <a:pt x="35" y="105"/>
                    <a:pt x="35" y="106"/>
                    <a:pt x="36" y="106"/>
                  </a:cubicBezTo>
                  <a:cubicBezTo>
                    <a:pt x="36" y="106"/>
                    <a:pt x="37" y="105"/>
                    <a:pt x="38" y="104"/>
                  </a:cubicBezTo>
                  <a:lnTo>
                    <a:pt x="38" y="104"/>
                  </a:lnTo>
                  <a:cubicBezTo>
                    <a:pt x="37" y="104"/>
                    <a:pt x="37" y="105"/>
                    <a:pt x="37" y="106"/>
                  </a:cubicBezTo>
                  <a:cubicBezTo>
                    <a:pt x="38" y="107"/>
                    <a:pt x="36" y="111"/>
                    <a:pt x="36" y="111"/>
                  </a:cubicBezTo>
                  <a:cubicBezTo>
                    <a:pt x="37" y="111"/>
                    <a:pt x="37" y="110"/>
                    <a:pt x="38" y="107"/>
                  </a:cubicBezTo>
                  <a:lnTo>
                    <a:pt x="38" y="107"/>
                  </a:lnTo>
                  <a:cubicBezTo>
                    <a:pt x="38" y="107"/>
                    <a:pt x="38" y="107"/>
                    <a:pt x="37" y="116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9" y="118"/>
                    <a:pt x="44" y="106"/>
                    <a:pt x="47" y="93"/>
                  </a:cubicBezTo>
                  <a:lnTo>
                    <a:pt x="48" y="93"/>
                  </a:lnTo>
                  <a:cubicBezTo>
                    <a:pt x="48" y="93"/>
                    <a:pt x="51" y="85"/>
                    <a:pt x="51" y="85"/>
                  </a:cubicBezTo>
                  <a:cubicBezTo>
                    <a:pt x="54" y="77"/>
                    <a:pt x="55" y="77"/>
                    <a:pt x="55" y="77"/>
                  </a:cubicBezTo>
                  <a:lnTo>
                    <a:pt x="55" y="77"/>
                  </a:lnTo>
                  <a:cubicBezTo>
                    <a:pt x="55" y="77"/>
                    <a:pt x="53" y="85"/>
                    <a:pt x="50" y="94"/>
                  </a:cubicBezTo>
                  <a:cubicBezTo>
                    <a:pt x="45" y="108"/>
                    <a:pt x="43" y="116"/>
                    <a:pt x="43" y="116"/>
                  </a:cubicBezTo>
                  <a:cubicBezTo>
                    <a:pt x="43" y="116"/>
                    <a:pt x="45" y="112"/>
                    <a:pt x="48" y="102"/>
                  </a:cubicBezTo>
                  <a:lnTo>
                    <a:pt x="48" y="102"/>
                  </a:lnTo>
                  <a:lnTo>
                    <a:pt x="46" y="111"/>
                  </a:lnTo>
                  <a:cubicBezTo>
                    <a:pt x="45" y="115"/>
                    <a:pt x="44" y="117"/>
                    <a:pt x="44" y="117"/>
                  </a:cubicBezTo>
                  <a:cubicBezTo>
                    <a:pt x="45" y="117"/>
                    <a:pt x="46" y="115"/>
                    <a:pt x="48" y="112"/>
                  </a:cubicBezTo>
                  <a:cubicBezTo>
                    <a:pt x="53" y="104"/>
                    <a:pt x="55" y="96"/>
                    <a:pt x="58" y="87"/>
                  </a:cubicBezTo>
                  <a:cubicBezTo>
                    <a:pt x="60" y="79"/>
                    <a:pt x="62" y="79"/>
                    <a:pt x="62" y="79"/>
                  </a:cubicBezTo>
                  <a:lnTo>
                    <a:pt x="62" y="79"/>
                  </a:lnTo>
                  <a:cubicBezTo>
                    <a:pt x="62" y="80"/>
                    <a:pt x="62" y="80"/>
                    <a:pt x="59" y="88"/>
                  </a:cubicBezTo>
                  <a:cubicBezTo>
                    <a:pt x="56" y="96"/>
                    <a:pt x="55" y="101"/>
                    <a:pt x="56" y="101"/>
                  </a:cubicBezTo>
                  <a:cubicBezTo>
                    <a:pt x="56" y="101"/>
                    <a:pt x="58" y="97"/>
                    <a:pt x="62" y="89"/>
                  </a:cubicBezTo>
                  <a:lnTo>
                    <a:pt x="62" y="89"/>
                  </a:lnTo>
                  <a:lnTo>
                    <a:pt x="58" y="97"/>
                  </a:lnTo>
                  <a:cubicBezTo>
                    <a:pt x="57" y="103"/>
                    <a:pt x="55" y="110"/>
                    <a:pt x="57" y="110"/>
                  </a:cubicBezTo>
                  <a:cubicBezTo>
                    <a:pt x="58" y="110"/>
                    <a:pt x="59" y="109"/>
                    <a:pt x="60" y="107"/>
                  </a:cubicBezTo>
                  <a:cubicBezTo>
                    <a:pt x="64" y="108"/>
                    <a:pt x="66" y="110"/>
                    <a:pt x="63" y="117"/>
                  </a:cubicBezTo>
                  <a:cubicBezTo>
                    <a:pt x="62" y="119"/>
                    <a:pt x="62" y="120"/>
                    <a:pt x="62" y="120"/>
                  </a:cubicBezTo>
                  <a:cubicBezTo>
                    <a:pt x="63" y="120"/>
                    <a:pt x="70" y="108"/>
                    <a:pt x="75" y="95"/>
                  </a:cubicBezTo>
                  <a:lnTo>
                    <a:pt x="75" y="95"/>
                  </a:lnTo>
                  <a:cubicBezTo>
                    <a:pt x="73" y="103"/>
                    <a:pt x="74" y="104"/>
                    <a:pt x="75" y="104"/>
                  </a:cubicBezTo>
                  <a:cubicBezTo>
                    <a:pt x="77" y="105"/>
                    <a:pt x="77" y="105"/>
                    <a:pt x="75" y="113"/>
                  </a:cubicBezTo>
                  <a:cubicBezTo>
                    <a:pt x="77" y="107"/>
                    <a:pt x="79" y="105"/>
                    <a:pt x="79" y="105"/>
                  </a:cubicBezTo>
                  <a:lnTo>
                    <a:pt x="79" y="105"/>
                  </a:lnTo>
                  <a:cubicBezTo>
                    <a:pt x="80" y="105"/>
                    <a:pt x="79" y="112"/>
                    <a:pt x="76" y="123"/>
                  </a:cubicBezTo>
                  <a:cubicBezTo>
                    <a:pt x="73" y="131"/>
                    <a:pt x="74" y="131"/>
                    <a:pt x="75" y="132"/>
                  </a:cubicBezTo>
                  <a:cubicBezTo>
                    <a:pt x="77" y="126"/>
                    <a:pt x="79" y="125"/>
                    <a:pt x="81" y="125"/>
                  </a:cubicBezTo>
                  <a:cubicBezTo>
                    <a:pt x="81" y="125"/>
                    <a:pt x="81" y="125"/>
                    <a:pt x="82" y="125"/>
                  </a:cubicBezTo>
                  <a:cubicBezTo>
                    <a:pt x="82" y="126"/>
                    <a:pt x="83" y="126"/>
                    <a:pt x="83" y="126"/>
                  </a:cubicBezTo>
                  <a:cubicBezTo>
                    <a:pt x="84" y="126"/>
                    <a:pt x="85" y="123"/>
                    <a:pt x="90" y="110"/>
                  </a:cubicBezTo>
                  <a:cubicBezTo>
                    <a:pt x="93" y="97"/>
                    <a:pt x="95" y="95"/>
                    <a:pt x="96" y="95"/>
                  </a:cubicBezTo>
                  <a:cubicBezTo>
                    <a:pt x="96" y="95"/>
                    <a:pt x="96" y="95"/>
                    <a:pt x="96" y="95"/>
                  </a:cubicBezTo>
                  <a:cubicBezTo>
                    <a:pt x="97" y="95"/>
                    <a:pt x="97" y="95"/>
                    <a:pt x="95" y="103"/>
                  </a:cubicBezTo>
                  <a:cubicBezTo>
                    <a:pt x="95" y="103"/>
                    <a:pt x="94" y="112"/>
                    <a:pt x="94" y="112"/>
                  </a:cubicBezTo>
                  <a:cubicBezTo>
                    <a:pt x="95" y="112"/>
                    <a:pt x="96" y="113"/>
                    <a:pt x="93" y="121"/>
                  </a:cubicBezTo>
                  <a:cubicBezTo>
                    <a:pt x="93" y="121"/>
                    <a:pt x="92" y="129"/>
                    <a:pt x="93" y="130"/>
                  </a:cubicBezTo>
                  <a:cubicBezTo>
                    <a:pt x="94" y="131"/>
                    <a:pt x="96" y="131"/>
                    <a:pt x="93" y="139"/>
                  </a:cubicBezTo>
                  <a:cubicBezTo>
                    <a:pt x="93" y="139"/>
                    <a:pt x="93" y="139"/>
                    <a:pt x="94" y="139"/>
                  </a:cubicBezTo>
                  <a:cubicBezTo>
                    <a:pt x="94" y="139"/>
                    <a:pt x="95" y="138"/>
                    <a:pt x="96" y="131"/>
                  </a:cubicBezTo>
                  <a:cubicBezTo>
                    <a:pt x="99" y="126"/>
                    <a:pt x="101" y="120"/>
                    <a:pt x="102" y="120"/>
                  </a:cubicBezTo>
                  <a:cubicBezTo>
                    <a:pt x="103" y="120"/>
                    <a:pt x="103" y="121"/>
                    <a:pt x="103" y="124"/>
                  </a:cubicBezTo>
                  <a:cubicBezTo>
                    <a:pt x="103" y="125"/>
                    <a:pt x="104" y="125"/>
                    <a:pt x="105" y="125"/>
                  </a:cubicBezTo>
                  <a:cubicBezTo>
                    <a:pt x="106" y="125"/>
                    <a:pt x="108" y="123"/>
                    <a:pt x="110" y="117"/>
                  </a:cubicBezTo>
                  <a:lnTo>
                    <a:pt x="110" y="117"/>
                  </a:lnTo>
                  <a:cubicBezTo>
                    <a:pt x="110" y="119"/>
                    <a:pt x="110" y="119"/>
                    <a:pt x="108" y="126"/>
                  </a:cubicBezTo>
                  <a:cubicBezTo>
                    <a:pt x="105" y="135"/>
                    <a:pt x="104" y="139"/>
                    <a:pt x="105" y="139"/>
                  </a:cubicBezTo>
                  <a:cubicBezTo>
                    <a:pt x="105" y="139"/>
                    <a:pt x="108" y="135"/>
                    <a:pt x="111" y="128"/>
                  </a:cubicBezTo>
                  <a:cubicBezTo>
                    <a:pt x="112" y="124"/>
                    <a:pt x="113" y="122"/>
                    <a:pt x="113" y="122"/>
                  </a:cubicBezTo>
                  <a:lnTo>
                    <a:pt x="113" y="122"/>
                  </a:lnTo>
                  <a:cubicBezTo>
                    <a:pt x="113" y="122"/>
                    <a:pt x="113" y="124"/>
                    <a:pt x="112" y="129"/>
                  </a:cubicBezTo>
                  <a:cubicBezTo>
                    <a:pt x="112" y="129"/>
                    <a:pt x="113" y="129"/>
                    <a:pt x="115" y="121"/>
                  </a:cubicBezTo>
                  <a:cubicBezTo>
                    <a:pt x="117" y="117"/>
                    <a:pt x="118" y="115"/>
                    <a:pt x="118" y="115"/>
                  </a:cubicBezTo>
                  <a:lnTo>
                    <a:pt x="118" y="115"/>
                  </a:lnTo>
                  <a:cubicBezTo>
                    <a:pt x="119" y="115"/>
                    <a:pt x="118" y="117"/>
                    <a:pt x="118" y="122"/>
                  </a:cubicBezTo>
                  <a:cubicBezTo>
                    <a:pt x="115" y="130"/>
                    <a:pt x="117" y="130"/>
                    <a:pt x="118" y="130"/>
                  </a:cubicBezTo>
                  <a:cubicBezTo>
                    <a:pt x="119" y="127"/>
                    <a:pt x="121" y="126"/>
                    <a:pt x="123" y="126"/>
                  </a:cubicBezTo>
                  <a:cubicBezTo>
                    <a:pt x="126" y="126"/>
                    <a:pt x="128" y="129"/>
                    <a:pt x="128" y="134"/>
                  </a:cubicBezTo>
                  <a:cubicBezTo>
                    <a:pt x="131" y="127"/>
                    <a:pt x="131" y="126"/>
                    <a:pt x="131" y="126"/>
                  </a:cubicBezTo>
                  <a:lnTo>
                    <a:pt x="131" y="126"/>
                  </a:lnTo>
                  <a:cubicBezTo>
                    <a:pt x="130" y="133"/>
                    <a:pt x="130" y="136"/>
                    <a:pt x="130" y="136"/>
                  </a:cubicBezTo>
                  <a:cubicBezTo>
                    <a:pt x="131" y="136"/>
                    <a:pt x="133" y="129"/>
                    <a:pt x="136" y="120"/>
                  </a:cubicBezTo>
                  <a:lnTo>
                    <a:pt x="134" y="119"/>
                  </a:lnTo>
                  <a:cubicBezTo>
                    <a:pt x="136" y="112"/>
                    <a:pt x="138" y="108"/>
                    <a:pt x="138" y="108"/>
                  </a:cubicBezTo>
                  <a:lnTo>
                    <a:pt x="138" y="108"/>
                  </a:lnTo>
                  <a:cubicBezTo>
                    <a:pt x="139" y="108"/>
                    <a:pt x="138" y="114"/>
                    <a:pt x="133" y="128"/>
                  </a:cubicBezTo>
                  <a:cubicBezTo>
                    <a:pt x="132" y="136"/>
                    <a:pt x="131" y="140"/>
                    <a:pt x="131" y="140"/>
                  </a:cubicBezTo>
                  <a:cubicBezTo>
                    <a:pt x="131" y="140"/>
                    <a:pt x="133" y="136"/>
                    <a:pt x="136" y="129"/>
                  </a:cubicBezTo>
                  <a:cubicBezTo>
                    <a:pt x="138" y="121"/>
                    <a:pt x="140" y="117"/>
                    <a:pt x="140" y="117"/>
                  </a:cubicBezTo>
                  <a:lnTo>
                    <a:pt x="140" y="117"/>
                  </a:lnTo>
                  <a:cubicBezTo>
                    <a:pt x="141" y="117"/>
                    <a:pt x="140" y="121"/>
                    <a:pt x="138" y="130"/>
                  </a:cubicBezTo>
                  <a:cubicBezTo>
                    <a:pt x="145" y="112"/>
                    <a:pt x="149" y="102"/>
                    <a:pt x="150" y="102"/>
                  </a:cubicBezTo>
                  <a:lnTo>
                    <a:pt x="150" y="102"/>
                  </a:lnTo>
                  <a:cubicBezTo>
                    <a:pt x="151" y="102"/>
                    <a:pt x="149" y="108"/>
                    <a:pt x="145" y="123"/>
                  </a:cubicBezTo>
                  <a:cubicBezTo>
                    <a:pt x="141" y="131"/>
                    <a:pt x="139" y="140"/>
                    <a:pt x="139" y="148"/>
                  </a:cubicBezTo>
                  <a:cubicBezTo>
                    <a:pt x="141" y="143"/>
                    <a:pt x="143" y="138"/>
                    <a:pt x="145" y="132"/>
                  </a:cubicBezTo>
                  <a:cubicBezTo>
                    <a:pt x="147" y="124"/>
                    <a:pt x="148" y="119"/>
                    <a:pt x="148" y="119"/>
                  </a:cubicBezTo>
                  <a:lnTo>
                    <a:pt x="148" y="119"/>
                  </a:lnTo>
                  <a:cubicBezTo>
                    <a:pt x="148" y="119"/>
                    <a:pt x="147" y="124"/>
                    <a:pt x="146" y="132"/>
                  </a:cubicBezTo>
                  <a:cubicBezTo>
                    <a:pt x="143" y="147"/>
                    <a:pt x="142" y="154"/>
                    <a:pt x="144" y="154"/>
                  </a:cubicBezTo>
                  <a:cubicBezTo>
                    <a:pt x="144" y="154"/>
                    <a:pt x="146" y="150"/>
                    <a:pt x="149" y="143"/>
                  </a:cubicBezTo>
                  <a:cubicBezTo>
                    <a:pt x="153" y="136"/>
                    <a:pt x="155" y="132"/>
                    <a:pt x="156" y="132"/>
                  </a:cubicBezTo>
                  <a:lnTo>
                    <a:pt x="156" y="132"/>
                  </a:lnTo>
                  <a:cubicBezTo>
                    <a:pt x="157" y="132"/>
                    <a:pt x="156" y="136"/>
                    <a:pt x="152" y="144"/>
                  </a:cubicBezTo>
                  <a:cubicBezTo>
                    <a:pt x="148" y="154"/>
                    <a:pt x="147" y="157"/>
                    <a:pt x="147" y="157"/>
                  </a:cubicBezTo>
                  <a:cubicBezTo>
                    <a:pt x="147" y="157"/>
                    <a:pt x="148" y="155"/>
                    <a:pt x="150" y="152"/>
                  </a:cubicBezTo>
                  <a:lnTo>
                    <a:pt x="154" y="153"/>
                  </a:lnTo>
                  <a:cubicBezTo>
                    <a:pt x="156" y="150"/>
                    <a:pt x="158" y="146"/>
                    <a:pt x="159" y="142"/>
                  </a:cubicBezTo>
                  <a:lnTo>
                    <a:pt x="159" y="142"/>
                  </a:lnTo>
                  <a:cubicBezTo>
                    <a:pt x="157" y="151"/>
                    <a:pt x="156" y="156"/>
                    <a:pt x="157" y="156"/>
                  </a:cubicBezTo>
                  <a:cubicBezTo>
                    <a:pt x="158" y="156"/>
                    <a:pt x="159" y="153"/>
                    <a:pt x="161" y="148"/>
                  </a:cubicBezTo>
                  <a:lnTo>
                    <a:pt x="163" y="148"/>
                  </a:lnTo>
                  <a:cubicBezTo>
                    <a:pt x="163" y="148"/>
                    <a:pt x="163" y="148"/>
                    <a:pt x="163" y="148"/>
                  </a:cubicBezTo>
                  <a:cubicBezTo>
                    <a:pt x="164" y="148"/>
                    <a:pt x="165" y="147"/>
                    <a:pt x="167" y="141"/>
                  </a:cubicBezTo>
                  <a:cubicBezTo>
                    <a:pt x="168" y="139"/>
                    <a:pt x="168" y="138"/>
                    <a:pt x="169" y="138"/>
                  </a:cubicBezTo>
                  <a:lnTo>
                    <a:pt x="169" y="138"/>
                  </a:lnTo>
                  <a:cubicBezTo>
                    <a:pt x="169" y="138"/>
                    <a:pt x="168" y="144"/>
                    <a:pt x="167" y="150"/>
                  </a:cubicBezTo>
                  <a:cubicBezTo>
                    <a:pt x="165" y="155"/>
                    <a:pt x="164" y="162"/>
                    <a:pt x="165" y="162"/>
                  </a:cubicBezTo>
                  <a:cubicBezTo>
                    <a:pt x="165" y="162"/>
                    <a:pt x="165" y="160"/>
                    <a:pt x="166" y="158"/>
                  </a:cubicBezTo>
                  <a:cubicBezTo>
                    <a:pt x="168" y="150"/>
                    <a:pt x="173" y="142"/>
                    <a:pt x="175" y="134"/>
                  </a:cubicBezTo>
                  <a:cubicBezTo>
                    <a:pt x="176" y="132"/>
                    <a:pt x="176" y="131"/>
                    <a:pt x="177" y="131"/>
                  </a:cubicBezTo>
                  <a:lnTo>
                    <a:pt x="177" y="131"/>
                  </a:lnTo>
                  <a:cubicBezTo>
                    <a:pt x="177" y="131"/>
                    <a:pt x="176" y="138"/>
                    <a:pt x="174" y="143"/>
                  </a:cubicBezTo>
                  <a:cubicBezTo>
                    <a:pt x="171" y="149"/>
                    <a:pt x="170" y="154"/>
                    <a:pt x="170" y="160"/>
                  </a:cubicBezTo>
                  <a:cubicBezTo>
                    <a:pt x="171" y="160"/>
                    <a:pt x="171" y="160"/>
                    <a:pt x="171" y="160"/>
                  </a:cubicBezTo>
                  <a:cubicBezTo>
                    <a:pt x="172" y="160"/>
                    <a:pt x="173" y="159"/>
                    <a:pt x="175" y="153"/>
                  </a:cubicBezTo>
                  <a:cubicBezTo>
                    <a:pt x="176" y="149"/>
                    <a:pt x="177" y="148"/>
                    <a:pt x="179" y="148"/>
                  </a:cubicBezTo>
                  <a:cubicBezTo>
                    <a:pt x="180" y="148"/>
                    <a:pt x="181" y="150"/>
                    <a:pt x="180" y="154"/>
                  </a:cubicBezTo>
                  <a:lnTo>
                    <a:pt x="182" y="156"/>
                  </a:lnTo>
                  <a:cubicBezTo>
                    <a:pt x="183" y="156"/>
                    <a:pt x="186" y="148"/>
                    <a:pt x="186" y="148"/>
                  </a:cubicBezTo>
                  <a:cubicBezTo>
                    <a:pt x="186" y="148"/>
                    <a:pt x="186" y="148"/>
                    <a:pt x="186" y="148"/>
                  </a:cubicBezTo>
                  <a:cubicBezTo>
                    <a:pt x="187" y="148"/>
                    <a:pt x="188" y="147"/>
                    <a:pt x="191" y="140"/>
                  </a:cubicBezTo>
                  <a:lnTo>
                    <a:pt x="191" y="140"/>
                  </a:lnTo>
                  <a:cubicBezTo>
                    <a:pt x="191" y="141"/>
                    <a:pt x="192" y="141"/>
                    <a:pt x="189" y="149"/>
                  </a:cubicBezTo>
                  <a:cubicBezTo>
                    <a:pt x="192" y="141"/>
                    <a:pt x="194" y="137"/>
                    <a:pt x="194" y="137"/>
                  </a:cubicBezTo>
                  <a:lnTo>
                    <a:pt x="194" y="137"/>
                  </a:lnTo>
                  <a:cubicBezTo>
                    <a:pt x="194" y="137"/>
                    <a:pt x="193" y="141"/>
                    <a:pt x="191" y="150"/>
                  </a:cubicBezTo>
                  <a:cubicBezTo>
                    <a:pt x="188" y="158"/>
                    <a:pt x="187" y="162"/>
                    <a:pt x="187" y="162"/>
                  </a:cubicBezTo>
                  <a:cubicBezTo>
                    <a:pt x="187" y="162"/>
                    <a:pt x="189" y="158"/>
                    <a:pt x="192" y="150"/>
                  </a:cubicBezTo>
                  <a:cubicBezTo>
                    <a:pt x="193" y="146"/>
                    <a:pt x="194" y="144"/>
                    <a:pt x="194" y="144"/>
                  </a:cubicBezTo>
                  <a:lnTo>
                    <a:pt x="194" y="144"/>
                  </a:lnTo>
                  <a:cubicBezTo>
                    <a:pt x="195" y="144"/>
                    <a:pt x="194" y="146"/>
                    <a:pt x="193" y="151"/>
                  </a:cubicBezTo>
                  <a:cubicBezTo>
                    <a:pt x="192" y="155"/>
                    <a:pt x="191" y="157"/>
                    <a:pt x="192" y="157"/>
                  </a:cubicBezTo>
                  <a:cubicBezTo>
                    <a:pt x="192" y="157"/>
                    <a:pt x="193" y="155"/>
                    <a:pt x="194" y="151"/>
                  </a:cubicBezTo>
                  <a:cubicBezTo>
                    <a:pt x="197" y="141"/>
                    <a:pt x="200" y="135"/>
                    <a:pt x="201" y="135"/>
                  </a:cubicBezTo>
                  <a:lnTo>
                    <a:pt x="201" y="135"/>
                  </a:lnTo>
                  <a:cubicBezTo>
                    <a:pt x="202" y="135"/>
                    <a:pt x="201" y="138"/>
                    <a:pt x="200" y="144"/>
                  </a:cubicBezTo>
                  <a:cubicBezTo>
                    <a:pt x="200" y="144"/>
                    <a:pt x="200" y="144"/>
                    <a:pt x="203" y="137"/>
                  </a:cubicBezTo>
                  <a:cubicBezTo>
                    <a:pt x="206" y="128"/>
                    <a:pt x="207" y="124"/>
                    <a:pt x="207" y="124"/>
                  </a:cubicBezTo>
                  <a:lnTo>
                    <a:pt x="207" y="124"/>
                  </a:lnTo>
                  <a:cubicBezTo>
                    <a:pt x="207" y="124"/>
                    <a:pt x="206" y="128"/>
                    <a:pt x="204" y="137"/>
                  </a:cubicBezTo>
                  <a:cubicBezTo>
                    <a:pt x="202" y="145"/>
                    <a:pt x="201" y="149"/>
                    <a:pt x="201" y="149"/>
                  </a:cubicBezTo>
                  <a:cubicBezTo>
                    <a:pt x="202" y="149"/>
                    <a:pt x="204" y="145"/>
                    <a:pt x="206" y="138"/>
                  </a:cubicBezTo>
                  <a:cubicBezTo>
                    <a:pt x="206" y="138"/>
                    <a:pt x="208" y="134"/>
                    <a:pt x="208" y="134"/>
                  </a:cubicBezTo>
                  <a:lnTo>
                    <a:pt x="208" y="134"/>
                  </a:lnTo>
                  <a:cubicBezTo>
                    <a:pt x="208" y="134"/>
                    <a:pt x="208" y="135"/>
                    <a:pt x="207" y="138"/>
                  </a:cubicBezTo>
                  <a:cubicBezTo>
                    <a:pt x="207" y="143"/>
                    <a:pt x="207" y="149"/>
                    <a:pt x="209" y="149"/>
                  </a:cubicBezTo>
                  <a:cubicBezTo>
                    <a:pt x="210" y="149"/>
                    <a:pt x="211" y="146"/>
                    <a:pt x="213" y="140"/>
                  </a:cubicBezTo>
                  <a:lnTo>
                    <a:pt x="214" y="141"/>
                  </a:lnTo>
                  <a:cubicBezTo>
                    <a:pt x="214" y="145"/>
                    <a:pt x="214" y="147"/>
                    <a:pt x="214" y="147"/>
                  </a:cubicBezTo>
                  <a:cubicBezTo>
                    <a:pt x="215" y="147"/>
                    <a:pt x="216" y="146"/>
                    <a:pt x="217" y="142"/>
                  </a:cubicBezTo>
                  <a:lnTo>
                    <a:pt x="220" y="135"/>
                  </a:lnTo>
                  <a:lnTo>
                    <a:pt x="220" y="135"/>
                  </a:lnTo>
                  <a:cubicBezTo>
                    <a:pt x="218" y="140"/>
                    <a:pt x="217" y="145"/>
                    <a:pt x="217" y="151"/>
                  </a:cubicBezTo>
                  <a:cubicBezTo>
                    <a:pt x="219" y="151"/>
                    <a:pt x="219" y="151"/>
                    <a:pt x="221" y="143"/>
                  </a:cubicBezTo>
                  <a:cubicBezTo>
                    <a:pt x="222" y="134"/>
                    <a:pt x="223" y="134"/>
                    <a:pt x="223" y="134"/>
                  </a:cubicBezTo>
                  <a:lnTo>
                    <a:pt x="223" y="134"/>
                  </a:lnTo>
                  <a:cubicBezTo>
                    <a:pt x="223" y="141"/>
                    <a:pt x="222" y="147"/>
                    <a:pt x="221" y="152"/>
                  </a:cubicBezTo>
                  <a:cubicBezTo>
                    <a:pt x="223" y="142"/>
                    <a:pt x="225" y="138"/>
                    <a:pt x="225" y="138"/>
                  </a:cubicBezTo>
                  <a:lnTo>
                    <a:pt x="225" y="138"/>
                  </a:lnTo>
                  <a:cubicBezTo>
                    <a:pt x="226" y="138"/>
                    <a:pt x="225" y="141"/>
                    <a:pt x="224" y="144"/>
                  </a:cubicBezTo>
                  <a:cubicBezTo>
                    <a:pt x="223" y="152"/>
                    <a:pt x="223" y="153"/>
                    <a:pt x="224" y="153"/>
                  </a:cubicBezTo>
                  <a:cubicBezTo>
                    <a:pt x="225" y="151"/>
                    <a:pt x="225" y="150"/>
                    <a:pt x="225" y="150"/>
                  </a:cubicBezTo>
                  <a:lnTo>
                    <a:pt x="225" y="150"/>
                  </a:lnTo>
                  <a:cubicBezTo>
                    <a:pt x="226" y="150"/>
                    <a:pt x="225" y="153"/>
                    <a:pt x="224" y="153"/>
                  </a:cubicBezTo>
                  <a:lnTo>
                    <a:pt x="222" y="161"/>
                  </a:lnTo>
                  <a:cubicBezTo>
                    <a:pt x="221" y="164"/>
                    <a:pt x="221" y="165"/>
                    <a:pt x="221" y="165"/>
                  </a:cubicBezTo>
                  <a:cubicBezTo>
                    <a:pt x="222" y="165"/>
                    <a:pt x="224" y="159"/>
                    <a:pt x="225" y="153"/>
                  </a:cubicBezTo>
                  <a:lnTo>
                    <a:pt x="226" y="154"/>
                  </a:lnTo>
                  <a:cubicBezTo>
                    <a:pt x="228" y="154"/>
                    <a:pt x="228" y="154"/>
                    <a:pt x="230" y="147"/>
                  </a:cubicBezTo>
                  <a:cubicBezTo>
                    <a:pt x="231" y="141"/>
                    <a:pt x="232" y="135"/>
                    <a:pt x="234" y="130"/>
                  </a:cubicBezTo>
                  <a:lnTo>
                    <a:pt x="234" y="130"/>
                  </a:lnTo>
                  <a:cubicBezTo>
                    <a:pt x="233" y="135"/>
                    <a:pt x="232" y="141"/>
                    <a:pt x="231" y="147"/>
                  </a:cubicBezTo>
                  <a:cubicBezTo>
                    <a:pt x="232" y="147"/>
                    <a:pt x="230" y="156"/>
                    <a:pt x="230" y="156"/>
                  </a:cubicBezTo>
                  <a:cubicBezTo>
                    <a:pt x="227" y="162"/>
                    <a:pt x="227" y="165"/>
                    <a:pt x="228" y="165"/>
                  </a:cubicBezTo>
                  <a:cubicBezTo>
                    <a:pt x="228" y="165"/>
                    <a:pt x="231" y="161"/>
                    <a:pt x="232" y="156"/>
                  </a:cubicBezTo>
                  <a:cubicBezTo>
                    <a:pt x="235" y="148"/>
                    <a:pt x="237" y="144"/>
                    <a:pt x="237" y="144"/>
                  </a:cubicBezTo>
                  <a:lnTo>
                    <a:pt x="237" y="144"/>
                  </a:lnTo>
                  <a:cubicBezTo>
                    <a:pt x="238" y="144"/>
                    <a:pt x="237" y="149"/>
                    <a:pt x="234" y="157"/>
                  </a:cubicBezTo>
                  <a:cubicBezTo>
                    <a:pt x="233" y="162"/>
                    <a:pt x="233" y="164"/>
                    <a:pt x="233" y="164"/>
                  </a:cubicBezTo>
                  <a:cubicBezTo>
                    <a:pt x="234" y="164"/>
                    <a:pt x="239" y="151"/>
                    <a:pt x="243" y="133"/>
                  </a:cubicBezTo>
                  <a:lnTo>
                    <a:pt x="251" y="108"/>
                  </a:lnTo>
                  <a:lnTo>
                    <a:pt x="244" y="133"/>
                  </a:lnTo>
                  <a:cubicBezTo>
                    <a:pt x="240" y="153"/>
                    <a:pt x="238" y="161"/>
                    <a:pt x="238" y="161"/>
                  </a:cubicBezTo>
                  <a:cubicBezTo>
                    <a:pt x="239" y="161"/>
                    <a:pt x="241" y="157"/>
                    <a:pt x="243" y="151"/>
                  </a:cubicBezTo>
                  <a:cubicBezTo>
                    <a:pt x="245" y="147"/>
                    <a:pt x="246" y="145"/>
                    <a:pt x="246" y="145"/>
                  </a:cubicBezTo>
                  <a:lnTo>
                    <a:pt x="246" y="145"/>
                  </a:lnTo>
                  <a:cubicBezTo>
                    <a:pt x="246" y="145"/>
                    <a:pt x="246" y="147"/>
                    <a:pt x="244" y="151"/>
                  </a:cubicBezTo>
                  <a:cubicBezTo>
                    <a:pt x="242" y="160"/>
                    <a:pt x="243" y="160"/>
                    <a:pt x="246" y="161"/>
                  </a:cubicBezTo>
                  <a:cubicBezTo>
                    <a:pt x="246" y="161"/>
                    <a:pt x="246" y="161"/>
                    <a:pt x="247" y="161"/>
                  </a:cubicBezTo>
                  <a:cubicBezTo>
                    <a:pt x="248" y="161"/>
                    <a:pt x="248" y="161"/>
                    <a:pt x="250" y="153"/>
                  </a:cubicBezTo>
                  <a:lnTo>
                    <a:pt x="252" y="154"/>
                  </a:lnTo>
                  <a:cubicBezTo>
                    <a:pt x="251" y="161"/>
                    <a:pt x="250" y="164"/>
                    <a:pt x="251" y="164"/>
                  </a:cubicBezTo>
                  <a:cubicBezTo>
                    <a:pt x="251" y="164"/>
                    <a:pt x="254" y="157"/>
                    <a:pt x="256" y="147"/>
                  </a:cubicBezTo>
                  <a:lnTo>
                    <a:pt x="258" y="147"/>
                  </a:lnTo>
                  <a:lnTo>
                    <a:pt x="256" y="156"/>
                  </a:lnTo>
                  <a:cubicBezTo>
                    <a:pt x="253" y="163"/>
                    <a:pt x="255" y="165"/>
                    <a:pt x="260" y="167"/>
                  </a:cubicBezTo>
                  <a:cubicBezTo>
                    <a:pt x="262" y="167"/>
                    <a:pt x="263" y="168"/>
                    <a:pt x="264" y="168"/>
                  </a:cubicBezTo>
                  <a:cubicBezTo>
                    <a:pt x="268" y="168"/>
                    <a:pt x="269" y="165"/>
                    <a:pt x="272" y="152"/>
                  </a:cubicBezTo>
                  <a:cubicBezTo>
                    <a:pt x="275" y="144"/>
                    <a:pt x="277" y="141"/>
                    <a:pt x="277" y="141"/>
                  </a:cubicBezTo>
                  <a:lnTo>
                    <a:pt x="277" y="141"/>
                  </a:lnTo>
                  <a:cubicBezTo>
                    <a:pt x="277" y="141"/>
                    <a:pt x="276" y="145"/>
                    <a:pt x="274" y="153"/>
                  </a:cubicBezTo>
                  <a:cubicBezTo>
                    <a:pt x="272" y="159"/>
                    <a:pt x="271" y="165"/>
                    <a:pt x="271" y="165"/>
                  </a:cubicBezTo>
                  <a:cubicBezTo>
                    <a:pt x="271" y="165"/>
                    <a:pt x="272" y="164"/>
                    <a:pt x="272" y="161"/>
                  </a:cubicBezTo>
                  <a:cubicBezTo>
                    <a:pt x="272" y="161"/>
                    <a:pt x="274" y="162"/>
                    <a:pt x="272" y="170"/>
                  </a:cubicBezTo>
                  <a:cubicBezTo>
                    <a:pt x="271" y="178"/>
                    <a:pt x="272" y="181"/>
                    <a:pt x="272" y="181"/>
                  </a:cubicBezTo>
                  <a:cubicBezTo>
                    <a:pt x="273" y="181"/>
                    <a:pt x="275" y="176"/>
                    <a:pt x="276" y="171"/>
                  </a:cubicBezTo>
                  <a:lnTo>
                    <a:pt x="276" y="171"/>
                  </a:lnTo>
                  <a:cubicBezTo>
                    <a:pt x="275" y="178"/>
                    <a:pt x="274" y="184"/>
                    <a:pt x="275" y="184"/>
                  </a:cubicBezTo>
                  <a:cubicBezTo>
                    <a:pt x="275" y="184"/>
                    <a:pt x="275" y="183"/>
                    <a:pt x="276" y="180"/>
                  </a:cubicBezTo>
                  <a:cubicBezTo>
                    <a:pt x="277" y="176"/>
                    <a:pt x="280" y="172"/>
                    <a:pt x="281" y="172"/>
                  </a:cubicBezTo>
                  <a:cubicBezTo>
                    <a:pt x="282" y="172"/>
                    <a:pt x="283" y="175"/>
                    <a:pt x="281" y="182"/>
                  </a:cubicBezTo>
                  <a:lnTo>
                    <a:pt x="283" y="182"/>
                  </a:lnTo>
                  <a:cubicBezTo>
                    <a:pt x="284" y="176"/>
                    <a:pt x="285" y="176"/>
                    <a:pt x="287" y="176"/>
                  </a:cubicBezTo>
                  <a:cubicBezTo>
                    <a:pt x="287" y="176"/>
                    <a:pt x="288" y="176"/>
                    <a:pt x="288" y="176"/>
                  </a:cubicBezTo>
                  <a:cubicBezTo>
                    <a:pt x="289" y="177"/>
                    <a:pt x="290" y="177"/>
                    <a:pt x="288" y="185"/>
                  </a:cubicBezTo>
                  <a:cubicBezTo>
                    <a:pt x="286" y="189"/>
                    <a:pt x="286" y="191"/>
                    <a:pt x="286" y="191"/>
                  </a:cubicBezTo>
                  <a:cubicBezTo>
                    <a:pt x="287" y="191"/>
                    <a:pt x="288" y="189"/>
                    <a:pt x="289" y="186"/>
                  </a:cubicBezTo>
                  <a:cubicBezTo>
                    <a:pt x="290" y="186"/>
                    <a:pt x="295" y="170"/>
                    <a:pt x="296" y="170"/>
                  </a:cubicBezTo>
                  <a:cubicBezTo>
                    <a:pt x="296" y="170"/>
                    <a:pt x="296" y="170"/>
                    <a:pt x="296" y="170"/>
                  </a:cubicBezTo>
                  <a:cubicBezTo>
                    <a:pt x="297" y="165"/>
                    <a:pt x="299" y="159"/>
                    <a:pt x="302" y="153"/>
                  </a:cubicBezTo>
                  <a:lnTo>
                    <a:pt x="302" y="153"/>
                  </a:lnTo>
                  <a:lnTo>
                    <a:pt x="299" y="162"/>
                  </a:lnTo>
                  <a:lnTo>
                    <a:pt x="295" y="178"/>
                  </a:lnTo>
                  <a:cubicBezTo>
                    <a:pt x="295" y="178"/>
                    <a:pt x="296" y="179"/>
                    <a:pt x="296" y="179"/>
                  </a:cubicBezTo>
                  <a:cubicBezTo>
                    <a:pt x="297" y="179"/>
                    <a:pt x="298" y="177"/>
                    <a:pt x="299" y="171"/>
                  </a:cubicBezTo>
                  <a:lnTo>
                    <a:pt x="299" y="171"/>
                  </a:lnTo>
                  <a:cubicBezTo>
                    <a:pt x="297" y="179"/>
                    <a:pt x="298" y="179"/>
                    <a:pt x="299" y="180"/>
                  </a:cubicBezTo>
                  <a:cubicBezTo>
                    <a:pt x="300" y="180"/>
                    <a:pt x="300" y="180"/>
                    <a:pt x="301" y="180"/>
                  </a:cubicBezTo>
                  <a:cubicBezTo>
                    <a:pt x="302" y="180"/>
                    <a:pt x="303" y="180"/>
                    <a:pt x="306" y="174"/>
                  </a:cubicBezTo>
                  <a:lnTo>
                    <a:pt x="306" y="174"/>
                  </a:lnTo>
                  <a:cubicBezTo>
                    <a:pt x="304" y="182"/>
                    <a:pt x="304" y="187"/>
                    <a:pt x="306" y="187"/>
                  </a:cubicBezTo>
                  <a:cubicBezTo>
                    <a:pt x="307" y="187"/>
                    <a:pt x="310" y="183"/>
                    <a:pt x="312" y="176"/>
                  </a:cubicBezTo>
                  <a:cubicBezTo>
                    <a:pt x="313" y="171"/>
                    <a:pt x="314" y="169"/>
                    <a:pt x="314" y="169"/>
                  </a:cubicBezTo>
                  <a:lnTo>
                    <a:pt x="314" y="169"/>
                  </a:lnTo>
                  <a:cubicBezTo>
                    <a:pt x="314" y="169"/>
                    <a:pt x="314" y="171"/>
                    <a:pt x="313" y="176"/>
                  </a:cubicBezTo>
                  <a:cubicBezTo>
                    <a:pt x="312" y="180"/>
                    <a:pt x="312" y="182"/>
                    <a:pt x="312" y="182"/>
                  </a:cubicBezTo>
                  <a:cubicBezTo>
                    <a:pt x="313" y="182"/>
                    <a:pt x="313" y="180"/>
                    <a:pt x="315" y="176"/>
                  </a:cubicBezTo>
                  <a:cubicBezTo>
                    <a:pt x="316" y="174"/>
                    <a:pt x="316" y="173"/>
                    <a:pt x="316" y="173"/>
                  </a:cubicBezTo>
                  <a:lnTo>
                    <a:pt x="316" y="173"/>
                  </a:lnTo>
                  <a:cubicBezTo>
                    <a:pt x="317" y="173"/>
                    <a:pt x="316" y="179"/>
                    <a:pt x="315" y="186"/>
                  </a:cubicBezTo>
                  <a:cubicBezTo>
                    <a:pt x="313" y="195"/>
                    <a:pt x="312" y="200"/>
                    <a:pt x="313" y="200"/>
                  </a:cubicBezTo>
                  <a:cubicBezTo>
                    <a:pt x="313" y="200"/>
                    <a:pt x="314" y="198"/>
                    <a:pt x="315" y="195"/>
                  </a:cubicBezTo>
                  <a:cubicBezTo>
                    <a:pt x="318" y="187"/>
                    <a:pt x="321" y="187"/>
                    <a:pt x="321" y="187"/>
                  </a:cubicBezTo>
                  <a:cubicBezTo>
                    <a:pt x="324" y="182"/>
                    <a:pt x="326" y="177"/>
                    <a:pt x="326" y="171"/>
                  </a:cubicBezTo>
                  <a:lnTo>
                    <a:pt x="332" y="156"/>
                  </a:lnTo>
                  <a:cubicBezTo>
                    <a:pt x="333" y="153"/>
                    <a:pt x="334" y="152"/>
                    <a:pt x="334" y="152"/>
                  </a:cubicBezTo>
                  <a:lnTo>
                    <a:pt x="334" y="152"/>
                  </a:lnTo>
                  <a:cubicBezTo>
                    <a:pt x="334" y="152"/>
                    <a:pt x="333" y="156"/>
                    <a:pt x="333" y="156"/>
                  </a:cubicBezTo>
                  <a:cubicBezTo>
                    <a:pt x="330" y="160"/>
                    <a:pt x="329" y="166"/>
                    <a:pt x="329" y="172"/>
                  </a:cubicBezTo>
                  <a:cubicBezTo>
                    <a:pt x="327" y="180"/>
                    <a:pt x="329" y="181"/>
                    <a:pt x="330" y="181"/>
                  </a:cubicBezTo>
                  <a:lnTo>
                    <a:pt x="332" y="182"/>
                  </a:lnTo>
                  <a:cubicBezTo>
                    <a:pt x="332" y="187"/>
                    <a:pt x="333" y="189"/>
                    <a:pt x="333" y="189"/>
                  </a:cubicBezTo>
                  <a:cubicBezTo>
                    <a:pt x="334" y="189"/>
                    <a:pt x="334" y="187"/>
                    <a:pt x="335" y="184"/>
                  </a:cubicBezTo>
                  <a:cubicBezTo>
                    <a:pt x="338" y="176"/>
                    <a:pt x="336" y="179"/>
                    <a:pt x="338" y="175"/>
                  </a:cubicBezTo>
                  <a:lnTo>
                    <a:pt x="338" y="175"/>
                  </a:lnTo>
                  <a:cubicBezTo>
                    <a:pt x="336" y="184"/>
                    <a:pt x="337" y="189"/>
                    <a:pt x="340" y="189"/>
                  </a:cubicBezTo>
                  <a:cubicBezTo>
                    <a:pt x="342" y="189"/>
                    <a:pt x="345" y="186"/>
                    <a:pt x="348" y="178"/>
                  </a:cubicBezTo>
                  <a:lnTo>
                    <a:pt x="348" y="178"/>
                  </a:lnTo>
                  <a:lnTo>
                    <a:pt x="345" y="187"/>
                  </a:lnTo>
                  <a:cubicBezTo>
                    <a:pt x="343" y="195"/>
                    <a:pt x="344" y="195"/>
                    <a:pt x="345" y="196"/>
                  </a:cubicBezTo>
                  <a:cubicBezTo>
                    <a:pt x="346" y="196"/>
                    <a:pt x="351" y="189"/>
                    <a:pt x="353" y="189"/>
                  </a:cubicBezTo>
                  <a:cubicBezTo>
                    <a:pt x="354" y="190"/>
                    <a:pt x="355" y="190"/>
                    <a:pt x="356" y="190"/>
                  </a:cubicBezTo>
                  <a:cubicBezTo>
                    <a:pt x="358" y="190"/>
                    <a:pt x="360" y="188"/>
                    <a:pt x="361" y="182"/>
                  </a:cubicBezTo>
                  <a:lnTo>
                    <a:pt x="361" y="182"/>
                  </a:lnTo>
                  <a:cubicBezTo>
                    <a:pt x="362" y="184"/>
                    <a:pt x="362" y="184"/>
                    <a:pt x="360" y="191"/>
                  </a:cubicBezTo>
                  <a:cubicBezTo>
                    <a:pt x="357" y="199"/>
                    <a:pt x="358" y="199"/>
                    <a:pt x="359" y="200"/>
                  </a:cubicBezTo>
                  <a:cubicBezTo>
                    <a:pt x="361" y="195"/>
                    <a:pt x="362" y="189"/>
                    <a:pt x="363" y="184"/>
                  </a:cubicBezTo>
                  <a:cubicBezTo>
                    <a:pt x="364" y="180"/>
                    <a:pt x="365" y="178"/>
                    <a:pt x="365" y="178"/>
                  </a:cubicBezTo>
                  <a:cubicBezTo>
                    <a:pt x="366" y="178"/>
                    <a:pt x="366" y="180"/>
                    <a:pt x="366" y="185"/>
                  </a:cubicBezTo>
                  <a:cubicBezTo>
                    <a:pt x="366" y="190"/>
                    <a:pt x="366" y="192"/>
                    <a:pt x="367" y="192"/>
                  </a:cubicBezTo>
                  <a:cubicBezTo>
                    <a:pt x="368" y="192"/>
                    <a:pt x="370" y="191"/>
                    <a:pt x="371" y="187"/>
                  </a:cubicBezTo>
                  <a:cubicBezTo>
                    <a:pt x="372" y="187"/>
                    <a:pt x="373" y="187"/>
                    <a:pt x="371" y="195"/>
                  </a:cubicBezTo>
                  <a:cubicBezTo>
                    <a:pt x="370" y="200"/>
                    <a:pt x="370" y="206"/>
                    <a:pt x="371" y="206"/>
                  </a:cubicBezTo>
                  <a:cubicBezTo>
                    <a:pt x="371" y="206"/>
                    <a:pt x="372" y="203"/>
                    <a:pt x="375" y="197"/>
                  </a:cubicBezTo>
                  <a:cubicBezTo>
                    <a:pt x="376" y="197"/>
                    <a:pt x="376" y="197"/>
                    <a:pt x="373" y="205"/>
                  </a:cubicBezTo>
                  <a:cubicBezTo>
                    <a:pt x="373" y="210"/>
                    <a:pt x="372" y="215"/>
                    <a:pt x="372" y="215"/>
                  </a:cubicBezTo>
                  <a:cubicBezTo>
                    <a:pt x="372" y="215"/>
                    <a:pt x="373" y="213"/>
                    <a:pt x="376" y="206"/>
                  </a:cubicBezTo>
                  <a:cubicBezTo>
                    <a:pt x="377" y="202"/>
                    <a:pt x="379" y="200"/>
                    <a:pt x="379" y="200"/>
                  </a:cubicBezTo>
                  <a:cubicBezTo>
                    <a:pt x="380" y="200"/>
                    <a:pt x="381" y="203"/>
                    <a:pt x="380" y="207"/>
                  </a:cubicBezTo>
                  <a:cubicBezTo>
                    <a:pt x="380" y="207"/>
                    <a:pt x="381" y="207"/>
                    <a:pt x="381" y="207"/>
                  </a:cubicBezTo>
                  <a:cubicBezTo>
                    <a:pt x="382" y="207"/>
                    <a:pt x="382" y="207"/>
                    <a:pt x="384" y="203"/>
                  </a:cubicBezTo>
                  <a:lnTo>
                    <a:pt x="384" y="203"/>
                  </a:lnTo>
                  <a:cubicBezTo>
                    <a:pt x="383" y="204"/>
                    <a:pt x="383" y="204"/>
                    <a:pt x="384" y="204"/>
                  </a:cubicBezTo>
                  <a:cubicBezTo>
                    <a:pt x="384" y="204"/>
                    <a:pt x="385" y="200"/>
                    <a:pt x="388" y="191"/>
                  </a:cubicBezTo>
                  <a:cubicBezTo>
                    <a:pt x="389" y="188"/>
                    <a:pt x="389" y="186"/>
                    <a:pt x="389" y="186"/>
                  </a:cubicBezTo>
                  <a:lnTo>
                    <a:pt x="389" y="186"/>
                  </a:lnTo>
                  <a:cubicBezTo>
                    <a:pt x="389" y="186"/>
                    <a:pt x="389" y="188"/>
                    <a:pt x="388" y="193"/>
                  </a:cubicBezTo>
                  <a:cubicBezTo>
                    <a:pt x="387" y="200"/>
                    <a:pt x="388" y="200"/>
                    <a:pt x="388" y="200"/>
                  </a:cubicBezTo>
                  <a:cubicBezTo>
                    <a:pt x="388" y="201"/>
                    <a:pt x="388" y="201"/>
                    <a:pt x="388" y="201"/>
                  </a:cubicBezTo>
                  <a:cubicBezTo>
                    <a:pt x="390" y="201"/>
                    <a:pt x="394" y="195"/>
                    <a:pt x="397" y="195"/>
                  </a:cubicBezTo>
                  <a:cubicBezTo>
                    <a:pt x="398" y="195"/>
                    <a:pt x="398" y="195"/>
                    <a:pt x="398" y="195"/>
                  </a:cubicBezTo>
                  <a:cubicBezTo>
                    <a:pt x="401" y="196"/>
                    <a:pt x="403" y="196"/>
                    <a:pt x="404" y="196"/>
                  </a:cubicBezTo>
                  <a:cubicBezTo>
                    <a:pt x="406" y="196"/>
                    <a:pt x="408" y="195"/>
                    <a:pt x="408" y="189"/>
                  </a:cubicBezTo>
                  <a:cubicBezTo>
                    <a:pt x="410" y="185"/>
                    <a:pt x="411" y="183"/>
                    <a:pt x="411" y="183"/>
                  </a:cubicBezTo>
                  <a:lnTo>
                    <a:pt x="411" y="183"/>
                  </a:lnTo>
                  <a:cubicBezTo>
                    <a:pt x="411" y="183"/>
                    <a:pt x="411" y="186"/>
                    <a:pt x="410" y="190"/>
                  </a:cubicBezTo>
                  <a:cubicBezTo>
                    <a:pt x="409" y="198"/>
                    <a:pt x="409" y="199"/>
                    <a:pt x="410" y="199"/>
                  </a:cubicBezTo>
                  <a:cubicBezTo>
                    <a:pt x="412" y="199"/>
                    <a:pt x="413" y="199"/>
                    <a:pt x="410" y="208"/>
                  </a:cubicBezTo>
                  <a:lnTo>
                    <a:pt x="410" y="208"/>
                  </a:lnTo>
                  <a:cubicBezTo>
                    <a:pt x="412" y="202"/>
                    <a:pt x="413" y="200"/>
                    <a:pt x="413" y="200"/>
                  </a:cubicBezTo>
                  <a:cubicBezTo>
                    <a:pt x="413" y="200"/>
                    <a:pt x="414" y="200"/>
                    <a:pt x="414" y="200"/>
                  </a:cubicBezTo>
                  <a:cubicBezTo>
                    <a:pt x="413" y="204"/>
                    <a:pt x="412" y="206"/>
                    <a:pt x="413" y="206"/>
                  </a:cubicBezTo>
                  <a:cubicBezTo>
                    <a:pt x="413" y="206"/>
                    <a:pt x="414" y="204"/>
                    <a:pt x="415" y="200"/>
                  </a:cubicBezTo>
                  <a:cubicBezTo>
                    <a:pt x="417" y="193"/>
                    <a:pt x="418" y="189"/>
                    <a:pt x="418" y="189"/>
                  </a:cubicBezTo>
                  <a:lnTo>
                    <a:pt x="418" y="189"/>
                  </a:lnTo>
                  <a:cubicBezTo>
                    <a:pt x="419" y="189"/>
                    <a:pt x="418" y="193"/>
                    <a:pt x="416" y="200"/>
                  </a:cubicBezTo>
                  <a:cubicBezTo>
                    <a:pt x="414" y="207"/>
                    <a:pt x="415" y="213"/>
                    <a:pt x="415" y="213"/>
                  </a:cubicBezTo>
                  <a:cubicBezTo>
                    <a:pt x="415" y="213"/>
                    <a:pt x="416" y="212"/>
                    <a:pt x="416" y="209"/>
                  </a:cubicBezTo>
                  <a:cubicBezTo>
                    <a:pt x="417" y="204"/>
                    <a:pt x="419" y="199"/>
                    <a:pt x="422" y="194"/>
                  </a:cubicBezTo>
                  <a:cubicBezTo>
                    <a:pt x="423" y="194"/>
                    <a:pt x="423" y="194"/>
                    <a:pt x="422" y="203"/>
                  </a:cubicBezTo>
                  <a:cubicBezTo>
                    <a:pt x="421" y="205"/>
                    <a:pt x="422" y="206"/>
                    <a:pt x="422" y="206"/>
                  </a:cubicBezTo>
                  <a:cubicBezTo>
                    <a:pt x="424" y="206"/>
                    <a:pt x="427" y="201"/>
                    <a:pt x="428" y="196"/>
                  </a:cubicBezTo>
                  <a:cubicBezTo>
                    <a:pt x="430" y="192"/>
                    <a:pt x="430" y="190"/>
                    <a:pt x="431" y="190"/>
                  </a:cubicBezTo>
                  <a:lnTo>
                    <a:pt x="431" y="190"/>
                  </a:lnTo>
                  <a:cubicBezTo>
                    <a:pt x="431" y="190"/>
                    <a:pt x="431" y="192"/>
                    <a:pt x="430" y="196"/>
                  </a:cubicBezTo>
                  <a:cubicBezTo>
                    <a:pt x="427" y="205"/>
                    <a:pt x="428" y="205"/>
                    <a:pt x="430" y="205"/>
                  </a:cubicBezTo>
                  <a:cubicBezTo>
                    <a:pt x="430" y="203"/>
                    <a:pt x="430" y="202"/>
                    <a:pt x="430" y="202"/>
                  </a:cubicBezTo>
                  <a:lnTo>
                    <a:pt x="430" y="202"/>
                  </a:lnTo>
                  <a:cubicBezTo>
                    <a:pt x="431" y="202"/>
                    <a:pt x="429" y="208"/>
                    <a:pt x="428" y="214"/>
                  </a:cubicBezTo>
                  <a:cubicBezTo>
                    <a:pt x="425" y="222"/>
                    <a:pt x="426" y="222"/>
                    <a:pt x="427" y="222"/>
                  </a:cubicBezTo>
                  <a:cubicBezTo>
                    <a:pt x="429" y="217"/>
                    <a:pt x="431" y="215"/>
                    <a:pt x="433" y="215"/>
                  </a:cubicBezTo>
                  <a:cubicBezTo>
                    <a:pt x="434" y="215"/>
                    <a:pt x="434" y="216"/>
                    <a:pt x="435" y="216"/>
                  </a:cubicBezTo>
                  <a:cubicBezTo>
                    <a:pt x="435" y="216"/>
                    <a:pt x="436" y="216"/>
                    <a:pt x="436" y="216"/>
                  </a:cubicBezTo>
                  <a:cubicBezTo>
                    <a:pt x="440" y="216"/>
                    <a:pt x="442" y="208"/>
                    <a:pt x="447" y="193"/>
                  </a:cubicBezTo>
                  <a:lnTo>
                    <a:pt x="452" y="177"/>
                  </a:lnTo>
                  <a:lnTo>
                    <a:pt x="449" y="193"/>
                  </a:lnTo>
                  <a:cubicBezTo>
                    <a:pt x="446" y="202"/>
                    <a:pt x="443" y="218"/>
                    <a:pt x="443" y="218"/>
                  </a:cubicBezTo>
                  <a:cubicBezTo>
                    <a:pt x="445" y="213"/>
                    <a:pt x="447" y="207"/>
                    <a:pt x="447" y="202"/>
                  </a:cubicBezTo>
                  <a:cubicBezTo>
                    <a:pt x="449" y="198"/>
                    <a:pt x="449" y="196"/>
                    <a:pt x="450" y="196"/>
                  </a:cubicBezTo>
                  <a:lnTo>
                    <a:pt x="450" y="196"/>
                  </a:lnTo>
                  <a:cubicBezTo>
                    <a:pt x="450" y="196"/>
                    <a:pt x="450" y="198"/>
                    <a:pt x="450" y="203"/>
                  </a:cubicBezTo>
                  <a:cubicBezTo>
                    <a:pt x="450" y="207"/>
                    <a:pt x="450" y="210"/>
                    <a:pt x="451" y="210"/>
                  </a:cubicBezTo>
                  <a:cubicBezTo>
                    <a:pt x="451" y="210"/>
                    <a:pt x="452" y="208"/>
                    <a:pt x="453" y="204"/>
                  </a:cubicBezTo>
                  <a:cubicBezTo>
                    <a:pt x="454" y="204"/>
                    <a:pt x="454" y="204"/>
                    <a:pt x="453" y="213"/>
                  </a:cubicBezTo>
                  <a:cubicBezTo>
                    <a:pt x="454" y="213"/>
                    <a:pt x="454" y="213"/>
                    <a:pt x="456" y="205"/>
                  </a:cubicBezTo>
                  <a:cubicBezTo>
                    <a:pt x="457" y="200"/>
                    <a:pt x="458" y="198"/>
                    <a:pt x="458" y="198"/>
                  </a:cubicBezTo>
                  <a:lnTo>
                    <a:pt x="458" y="198"/>
                  </a:lnTo>
                  <a:cubicBezTo>
                    <a:pt x="458" y="198"/>
                    <a:pt x="458" y="200"/>
                    <a:pt x="458" y="205"/>
                  </a:cubicBezTo>
                  <a:cubicBezTo>
                    <a:pt x="456" y="215"/>
                    <a:pt x="456" y="219"/>
                    <a:pt x="457" y="219"/>
                  </a:cubicBezTo>
                  <a:cubicBezTo>
                    <a:pt x="458" y="219"/>
                    <a:pt x="458" y="217"/>
                    <a:pt x="459" y="214"/>
                  </a:cubicBezTo>
                  <a:cubicBezTo>
                    <a:pt x="461" y="206"/>
                    <a:pt x="462" y="206"/>
                    <a:pt x="462" y="206"/>
                  </a:cubicBezTo>
                  <a:cubicBezTo>
                    <a:pt x="462" y="206"/>
                    <a:pt x="463" y="207"/>
                    <a:pt x="463" y="207"/>
                  </a:cubicBezTo>
                  <a:cubicBezTo>
                    <a:pt x="464" y="207"/>
                    <a:pt x="465" y="205"/>
                    <a:pt x="467" y="199"/>
                  </a:cubicBezTo>
                  <a:lnTo>
                    <a:pt x="468" y="199"/>
                  </a:lnTo>
                  <a:cubicBezTo>
                    <a:pt x="468" y="203"/>
                    <a:pt x="467" y="205"/>
                    <a:pt x="465" y="207"/>
                  </a:cubicBezTo>
                  <a:lnTo>
                    <a:pt x="464" y="216"/>
                  </a:lnTo>
                  <a:cubicBezTo>
                    <a:pt x="465" y="216"/>
                    <a:pt x="467" y="216"/>
                    <a:pt x="469" y="208"/>
                  </a:cubicBezTo>
                  <a:cubicBezTo>
                    <a:pt x="471" y="200"/>
                    <a:pt x="472" y="197"/>
                    <a:pt x="472" y="197"/>
                  </a:cubicBezTo>
                  <a:lnTo>
                    <a:pt x="472" y="197"/>
                  </a:lnTo>
                  <a:cubicBezTo>
                    <a:pt x="472" y="197"/>
                    <a:pt x="472" y="200"/>
                    <a:pt x="470" y="208"/>
                  </a:cubicBezTo>
                  <a:cubicBezTo>
                    <a:pt x="469" y="215"/>
                    <a:pt x="468" y="220"/>
                    <a:pt x="469" y="220"/>
                  </a:cubicBezTo>
                  <a:cubicBezTo>
                    <a:pt x="469" y="220"/>
                    <a:pt x="469" y="220"/>
                    <a:pt x="470" y="217"/>
                  </a:cubicBezTo>
                  <a:cubicBezTo>
                    <a:pt x="472" y="211"/>
                    <a:pt x="473" y="208"/>
                    <a:pt x="473" y="208"/>
                  </a:cubicBezTo>
                  <a:lnTo>
                    <a:pt x="473" y="208"/>
                  </a:lnTo>
                  <a:cubicBezTo>
                    <a:pt x="473" y="208"/>
                    <a:pt x="472" y="213"/>
                    <a:pt x="471" y="218"/>
                  </a:cubicBezTo>
                  <a:cubicBezTo>
                    <a:pt x="469" y="226"/>
                    <a:pt x="468" y="230"/>
                    <a:pt x="468" y="230"/>
                  </a:cubicBezTo>
                  <a:cubicBezTo>
                    <a:pt x="468" y="230"/>
                    <a:pt x="470" y="226"/>
                    <a:pt x="473" y="218"/>
                  </a:cubicBezTo>
                  <a:cubicBezTo>
                    <a:pt x="473" y="218"/>
                    <a:pt x="474" y="219"/>
                    <a:pt x="474" y="219"/>
                  </a:cubicBezTo>
                  <a:cubicBezTo>
                    <a:pt x="476" y="219"/>
                    <a:pt x="480" y="213"/>
                    <a:pt x="482" y="213"/>
                  </a:cubicBezTo>
                  <a:cubicBezTo>
                    <a:pt x="482" y="213"/>
                    <a:pt x="482" y="213"/>
                    <a:pt x="482" y="213"/>
                  </a:cubicBezTo>
                  <a:cubicBezTo>
                    <a:pt x="486" y="214"/>
                    <a:pt x="487" y="214"/>
                    <a:pt x="486" y="223"/>
                  </a:cubicBezTo>
                  <a:cubicBezTo>
                    <a:pt x="484" y="232"/>
                    <a:pt x="483" y="236"/>
                    <a:pt x="483" y="236"/>
                  </a:cubicBezTo>
                  <a:cubicBezTo>
                    <a:pt x="484" y="236"/>
                    <a:pt x="484" y="234"/>
                    <a:pt x="484" y="231"/>
                  </a:cubicBezTo>
                  <a:cubicBezTo>
                    <a:pt x="487" y="217"/>
                    <a:pt x="488" y="215"/>
                    <a:pt x="490" y="215"/>
                  </a:cubicBezTo>
                  <a:cubicBezTo>
                    <a:pt x="490" y="215"/>
                    <a:pt x="491" y="215"/>
                    <a:pt x="491" y="215"/>
                  </a:cubicBezTo>
                  <a:cubicBezTo>
                    <a:pt x="491" y="218"/>
                    <a:pt x="492" y="219"/>
                    <a:pt x="492" y="219"/>
                  </a:cubicBezTo>
                  <a:cubicBezTo>
                    <a:pt x="493" y="219"/>
                    <a:pt x="495" y="214"/>
                    <a:pt x="497" y="208"/>
                  </a:cubicBezTo>
                  <a:lnTo>
                    <a:pt x="496" y="207"/>
                  </a:lnTo>
                  <a:cubicBezTo>
                    <a:pt x="498" y="198"/>
                    <a:pt x="499" y="194"/>
                    <a:pt x="499" y="194"/>
                  </a:cubicBezTo>
                  <a:cubicBezTo>
                    <a:pt x="500" y="194"/>
                    <a:pt x="500" y="196"/>
                    <a:pt x="500" y="199"/>
                  </a:cubicBezTo>
                  <a:cubicBezTo>
                    <a:pt x="499" y="206"/>
                    <a:pt x="499" y="212"/>
                    <a:pt x="497" y="216"/>
                  </a:cubicBezTo>
                  <a:cubicBezTo>
                    <a:pt x="496" y="222"/>
                    <a:pt x="495" y="228"/>
                    <a:pt x="495" y="234"/>
                  </a:cubicBezTo>
                  <a:cubicBezTo>
                    <a:pt x="496" y="234"/>
                    <a:pt x="497" y="234"/>
                    <a:pt x="498" y="225"/>
                  </a:cubicBezTo>
                  <a:cubicBezTo>
                    <a:pt x="499" y="217"/>
                    <a:pt x="499" y="217"/>
                    <a:pt x="500" y="217"/>
                  </a:cubicBezTo>
                  <a:cubicBezTo>
                    <a:pt x="500" y="217"/>
                    <a:pt x="501" y="217"/>
                    <a:pt x="501" y="217"/>
                  </a:cubicBezTo>
                  <a:cubicBezTo>
                    <a:pt x="501" y="217"/>
                    <a:pt x="502" y="217"/>
                    <a:pt x="504" y="209"/>
                  </a:cubicBezTo>
                  <a:cubicBezTo>
                    <a:pt x="506" y="202"/>
                    <a:pt x="507" y="202"/>
                    <a:pt x="507" y="202"/>
                  </a:cubicBezTo>
                  <a:cubicBezTo>
                    <a:pt x="507" y="211"/>
                    <a:pt x="508" y="211"/>
                    <a:pt x="508" y="211"/>
                  </a:cubicBezTo>
                  <a:lnTo>
                    <a:pt x="506" y="220"/>
                  </a:lnTo>
                  <a:lnTo>
                    <a:pt x="504" y="236"/>
                  </a:lnTo>
                  <a:cubicBezTo>
                    <a:pt x="505" y="236"/>
                    <a:pt x="506" y="228"/>
                    <a:pt x="506" y="228"/>
                  </a:cubicBezTo>
                  <a:cubicBezTo>
                    <a:pt x="507" y="225"/>
                    <a:pt x="511" y="223"/>
                    <a:pt x="515" y="223"/>
                  </a:cubicBezTo>
                  <a:cubicBezTo>
                    <a:pt x="520" y="223"/>
                    <a:pt x="527" y="226"/>
                    <a:pt x="528" y="226"/>
                  </a:cubicBezTo>
                  <a:cubicBezTo>
                    <a:pt x="528" y="231"/>
                    <a:pt x="529" y="233"/>
                    <a:pt x="529" y="233"/>
                  </a:cubicBezTo>
                  <a:cubicBezTo>
                    <a:pt x="530" y="233"/>
                    <a:pt x="531" y="231"/>
                    <a:pt x="532" y="226"/>
                  </a:cubicBezTo>
                  <a:cubicBezTo>
                    <a:pt x="532" y="221"/>
                    <a:pt x="534" y="220"/>
                    <a:pt x="537" y="220"/>
                  </a:cubicBezTo>
                  <a:cubicBezTo>
                    <a:pt x="539" y="220"/>
                    <a:pt x="540" y="220"/>
                    <a:pt x="542" y="221"/>
                  </a:cubicBezTo>
                  <a:cubicBezTo>
                    <a:pt x="544" y="222"/>
                    <a:pt x="546" y="222"/>
                    <a:pt x="547" y="222"/>
                  </a:cubicBezTo>
                  <a:cubicBezTo>
                    <a:pt x="550" y="222"/>
                    <a:pt x="552" y="220"/>
                    <a:pt x="553" y="215"/>
                  </a:cubicBezTo>
                  <a:lnTo>
                    <a:pt x="555" y="216"/>
                  </a:lnTo>
                  <a:cubicBezTo>
                    <a:pt x="556" y="216"/>
                    <a:pt x="560" y="208"/>
                    <a:pt x="561" y="208"/>
                  </a:cubicBezTo>
                  <a:lnTo>
                    <a:pt x="561" y="208"/>
                  </a:lnTo>
                  <a:cubicBezTo>
                    <a:pt x="560" y="214"/>
                    <a:pt x="559" y="220"/>
                    <a:pt x="559" y="226"/>
                  </a:cubicBezTo>
                  <a:cubicBezTo>
                    <a:pt x="561" y="226"/>
                    <a:pt x="562" y="217"/>
                    <a:pt x="563" y="209"/>
                  </a:cubicBezTo>
                  <a:cubicBezTo>
                    <a:pt x="565" y="202"/>
                    <a:pt x="566" y="202"/>
                    <a:pt x="566" y="202"/>
                  </a:cubicBezTo>
                  <a:lnTo>
                    <a:pt x="566" y="202"/>
                  </a:lnTo>
                  <a:cubicBezTo>
                    <a:pt x="566" y="202"/>
                    <a:pt x="566" y="202"/>
                    <a:pt x="565" y="209"/>
                  </a:cubicBezTo>
                  <a:lnTo>
                    <a:pt x="562" y="226"/>
                  </a:lnTo>
                  <a:lnTo>
                    <a:pt x="563" y="226"/>
                  </a:lnTo>
                  <a:cubicBezTo>
                    <a:pt x="564" y="218"/>
                    <a:pt x="565" y="218"/>
                    <a:pt x="565" y="218"/>
                  </a:cubicBezTo>
                  <a:lnTo>
                    <a:pt x="565" y="218"/>
                  </a:lnTo>
                  <a:cubicBezTo>
                    <a:pt x="565" y="218"/>
                    <a:pt x="565" y="218"/>
                    <a:pt x="563" y="235"/>
                  </a:cubicBezTo>
                  <a:cubicBezTo>
                    <a:pt x="561" y="244"/>
                    <a:pt x="560" y="248"/>
                    <a:pt x="561" y="248"/>
                  </a:cubicBezTo>
                  <a:cubicBezTo>
                    <a:pt x="561" y="248"/>
                    <a:pt x="562" y="244"/>
                    <a:pt x="564" y="236"/>
                  </a:cubicBezTo>
                  <a:lnTo>
                    <a:pt x="567" y="228"/>
                  </a:lnTo>
                  <a:lnTo>
                    <a:pt x="567" y="228"/>
                  </a:lnTo>
                  <a:cubicBezTo>
                    <a:pt x="567" y="234"/>
                    <a:pt x="567" y="236"/>
                    <a:pt x="567" y="236"/>
                  </a:cubicBezTo>
                  <a:cubicBezTo>
                    <a:pt x="568" y="236"/>
                    <a:pt x="570" y="226"/>
                    <a:pt x="572" y="221"/>
                  </a:cubicBezTo>
                  <a:lnTo>
                    <a:pt x="572" y="221"/>
                  </a:lnTo>
                  <a:cubicBezTo>
                    <a:pt x="571" y="229"/>
                    <a:pt x="570" y="233"/>
                    <a:pt x="571" y="233"/>
                  </a:cubicBezTo>
                  <a:cubicBezTo>
                    <a:pt x="571" y="233"/>
                    <a:pt x="572" y="229"/>
                    <a:pt x="574" y="221"/>
                  </a:cubicBezTo>
                  <a:cubicBezTo>
                    <a:pt x="575" y="217"/>
                    <a:pt x="575" y="215"/>
                    <a:pt x="576" y="215"/>
                  </a:cubicBezTo>
                  <a:lnTo>
                    <a:pt x="576" y="215"/>
                  </a:lnTo>
                  <a:cubicBezTo>
                    <a:pt x="576" y="215"/>
                    <a:pt x="576" y="217"/>
                    <a:pt x="575" y="222"/>
                  </a:cubicBezTo>
                  <a:cubicBezTo>
                    <a:pt x="575" y="231"/>
                    <a:pt x="575" y="231"/>
                    <a:pt x="578" y="231"/>
                  </a:cubicBezTo>
                  <a:cubicBezTo>
                    <a:pt x="579" y="226"/>
                    <a:pt x="581" y="225"/>
                    <a:pt x="584" y="225"/>
                  </a:cubicBezTo>
                  <a:cubicBezTo>
                    <a:pt x="586" y="225"/>
                    <a:pt x="589" y="225"/>
                    <a:pt x="591" y="226"/>
                  </a:cubicBezTo>
                  <a:cubicBezTo>
                    <a:pt x="593" y="227"/>
                    <a:pt x="596" y="227"/>
                    <a:pt x="598" y="227"/>
                  </a:cubicBezTo>
                  <a:cubicBezTo>
                    <a:pt x="601" y="227"/>
                    <a:pt x="604" y="226"/>
                    <a:pt x="605" y="221"/>
                  </a:cubicBezTo>
                  <a:cubicBezTo>
                    <a:pt x="606" y="221"/>
                    <a:pt x="606" y="221"/>
                    <a:pt x="605" y="230"/>
                  </a:cubicBezTo>
                  <a:cubicBezTo>
                    <a:pt x="604" y="233"/>
                    <a:pt x="604" y="235"/>
                    <a:pt x="604" y="235"/>
                  </a:cubicBezTo>
                  <a:cubicBezTo>
                    <a:pt x="604" y="235"/>
                    <a:pt x="605" y="231"/>
                    <a:pt x="608" y="222"/>
                  </a:cubicBezTo>
                  <a:lnTo>
                    <a:pt x="608" y="222"/>
                  </a:lnTo>
                  <a:cubicBezTo>
                    <a:pt x="607" y="230"/>
                    <a:pt x="608" y="231"/>
                    <a:pt x="611" y="231"/>
                  </a:cubicBezTo>
                  <a:cubicBezTo>
                    <a:pt x="612" y="231"/>
                    <a:pt x="613" y="231"/>
                    <a:pt x="614" y="231"/>
                  </a:cubicBezTo>
                  <a:cubicBezTo>
                    <a:pt x="615" y="231"/>
                    <a:pt x="617" y="230"/>
                    <a:pt x="618" y="224"/>
                  </a:cubicBezTo>
                  <a:cubicBezTo>
                    <a:pt x="620" y="220"/>
                    <a:pt x="620" y="218"/>
                    <a:pt x="621" y="218"/>
                  </a:cubicBezTo>
                  <a:lnTo>
                    <a:pt x="621" y="218"/>
                  </a:lnTo>
                  <a:cubicBezTo>
                    <a:pt x="621" y="218"/>
                    <a:pt x="620" y="220"/>
                    <a:pt x="619" y="224"/>
                  </a:cubicBezTo>
                  <a:cubicBezTo>
                    <a:pt x="617" y="235"/>
                    <a:pt x="617" y="243"/>
                    <a:pt x="619" y="243"/>
                  </a:cubicBezTo>
                  <a:cubicBezTo>
                    <a:pt x="620" y="243"/>
                    <a:pt x="622" y="240"/>
                    <a:pt x="624" y="234"/>
                  </a:cubicBezTo>
                  <a:cubicBezTo>
                    <a:pt x="624" y="234"/>
                    <a:pt x="625" y="235"/>
                    <a:pt x="624" y="243"/>
                  </a:cubicBezTo>
                  <a:cubicBezTo>
                    <a:pt x="624" y="243"/>
                    <a:pt x="625" y="243"/>
                    <a:pt x="628" y="236"/>
                  </a:cubicBezTo>
                  <a:lnTo>
                    <a:pt x="634" y="237"/>
                  </a:lnTo>
                  <a:cubicBezTo>
                    <a:pt x="636" y="237"/>
                    <a:pt x="638" y="230"/>
                    <a:pt x="638" y="230"/>
                  </a:cubicBezTo>
                  <a:lnTo>
                    <a:pt x="639" y="230"/>
                  </a:lnTo>
                  <a:cubicBezTo>
                    <a:pt x="638" y="239"/>
                    <a:pt x="642" y="240"/>
                    <a:pt x="647" y="241"/>
                  </a:cubicBezTo>
                  <a:cubicBezTo>
                    <a:pt x="653" y="242"/>
                    <a:pt x="657" y="243"/>
                    <a:pt x="656" y="252"/>
                  </a:cubicBezTo>
                  <a:cubicBezTo>
                    <a:pt x="656" y="252"/>
                    <a:pt x="657" y="252"/>
                    <a:pt x="659" y="244"/>
                  </a:cubicBezTo>
                  <a:cubicBezTo>
                    <a:pt x="661" y="234"/>
                    <a:pt x="663" y="230"/>
                    <a:pt x="663" y="230"/>
                  </a:cubicBezTo>
                  <a:lnTo>
                    <a:pt x="663" y="230"/>
                  </a:lnTo>
                  <a:cubicBezTo>
                    <a:pt x="663" y="230"/>
                    <a:pt x="663" y="233"/>
                    <a:pt x="663" y="236"/>
                  </a:cubicBezTo>
                  <a:cubicBezTo>
                    <a:pt x="662" y="245"/>
                    <a:pt x="663" y="250"/>
                    <a:pt x="664" y="250"/>
                  </a:cubicBezTo>
                  <a:cubicBezTo>
                    <a:pt x="664" y="250"/>
                    <a:pt x="665" y="248"/>
                    <a:pt x="667" y="244"/>
                  </a:cubicBezTo>
                  <a:lnTo>
                    <a:pt x="667" y="244"/>
                  </a:lnTo>
                  <a:cubicBezTo>
                    <a:pt x="666" y="244"/>
                    <a:pt x="666" y="245"/>
                    <a:pt x="666" y="245"/>
                  </a:cubicBezTo>
                  <a:cubicBezTo>
                    <a:pt x="665" y="252"/>
                    <a:pt x="665" y="255"/>
                    <a:pt x="666" y="255"/>
                  </a:cubicBezTo>
                  <a:cubicBezTo>
                    <a:pt x="667" y="255"/>
                    <a:pt x="670" y="248"/>
                    <a:pt x="672" y="239"/>
                  </a:cubicBezTo>
                  <a:lnTo>
                    <a:pt x="672" y="239"/>
                  </a:lnTo>
                  <a:cubicBezTo>
                    <a:pt x="671" y="244"/>
                    <a:pt x="671" y="251"/>
                    <a:pt x="672" y="251"/>
                  </a:cubicBezTo>
                  <a:cubicBezTo>
                    <a:pt x="672" y="251"/>
                    <a:pt x="672" y="250"/>
                    <a:pt x="673" y="248"/>
                  </a:cubicBezTo>
                  <a:cubicBezTo>
                    <a:pt x="674" y="248"/>
                    <a:pt x="674" y="248"/>
                    <a:pt x="671" y="264"/>
                  </a:cubicBezTo>
                  <a:cubicBezTo>
                    <a:pt x="670" y="270"/>
                    <a:pt x="668" y="276"/>
                    <a:pt x="668" y="281"/>
                  </a:cubicBezTo>
                  <a:cubicBezTo>
                    <a:pt x="671" y="276"/>
                    <a:pt x="672" y="270"/>
                    <a:pt x="672" y="264"/>
                  </a:cubicBezTo>
                  <a:lnTo>
                    <a:pt x="674" y="266"/>
                  </a:lnTo>
                  <a:cubicBezTo>
                    <a:pt x="674" y="266"/>
                    <a:pt x="674" y="266"/>
                    <a:pt x="676" y="257"/>
                  </a:cubicBezTo>
                  <a:cubicBezTo>
                    <a:pt x="677" y="249"/>
                    <a:pt x="679" y="249"/>
                    <a:pt x="679" y="249"/>
                  </a:cubicBezTo>
                  <a:lnTo>
                    <a:pt x="679" y="249"/>
                  </a:lnTo>
                  <a:cubicBezTo>
                    <a:pt x="678" y="251"/>
                    <a:pt x="678" y="252"/>
                    <a:pt x="678" y="252"/>
                  </a:cubicBezTo>
                  <a:cubicBezTo>
                    <a:pt x="679" y="252"/>
                    <a:pt x="680" y="246"/>
                    <a:pt x="681" y="241"/>
                  </a:cubicBezTo>
                  <a:cubicBezTo>
                    <a:pt x="681" y="235"/>
                    <a:pt x="682" y="230"/>
                    <a:pt x="684" y="224"/>
                  </a:cubicBezTo>
                  <a:lnTo>
                    <a:pt x="686" y="207"/>
                  </a:lnTo>
                  <a:cubicBezTo>
                    <a:pt x="689" y="196"/>
                    <a:pt x="691" y="185"/>
                    <a:pt x="691" y="174"/>
                  </a:cubicBezTo>
                  <a:cubicBezTo>
                    <a:pt x="690" y="168"/>
                    <a:pt x="690" y="162"/>
                    <a:pt x="688" y="162"/>
                  </a:cubicBezTo>
                  <a:cubicBezTo>
                    <a:pt x="688" y="162"/>
                    <a:pt x="687" y="164"/>
                    <a:pt x="685" y="171"/>
                  </a:cubicBezTo>
                  <a:cubicBezTo>
                    <a:pt x="685" y="171"/>
                    <a:pt x="683" y="179"/>
                    <a:pt x="683" y="179"/>
                  </a:cubicBezTo>
                  <a:cubicBezTo>
                    <a:pt x="683" y="179"/>
                    <a:pt x="683" y="179"/>
                    <a:pt x="683" y="179"/>
                  </a:cubicBezTo>
                  <a:cubicBezTo>
                    <a:pt x="682" y="179"/>
                    <a:pt x="682" y="171"/>
                    <a:pt x="682" y="171"/>
                  </a:cubicBezTo>
                  <a:cubicBezTo>
                    <a:pt x="684" y="162"/>
                    <a:pt x="681" y="161"/>
                    <a:pt x="677" y="161"/>
                  </a:cubicBezTo>
                  <a:cubicBezTo>
                    <a:pt x="673" y="159"/>
                    <a:pt x="671" y="159"/>
                    <a:pt x="671" y="150"/>
                  </a:cubicBezTo>
                  <a:cubicBezTo>
                    <a:pt x="672" y="142"/>
                    <a:pt x="671" y="141"/>
                    <a:pt x="671" y="141"/>
                  </a:cubicBezTo>
                  <a:cubicBezTo>
                    <a:pt x="670" y="147"/>
                    <a:pt x="668" y="148"/>
                    <a:pt x="665" y="148"/>
                  </a:cubicBezTo>
                  <a:cubicBezTo>
                    <a:pt x="663" y="148"/>
                    <a:pt x="661" y="148"/>
                    <a:pt x="659" y="148"/>
                  </a:cubicBezTo>
                  <a:cubicBezTo>
                    <a:pt x="657" y="147"/>
                    <a:pt x="655" y="146"/>
                    <a:pt x="653" y="146"/>
                  </a:cubicBezTo>
                  <a:cubicBezTo>
                    <a:pt x="651" y="146"/>
                    <a:pt x="648" y="148"/>
                    <a:pt x="647" y="153"/>
                  </a:cubicBezTo>
                  <a:lnTo>
                    <a:pt x="646" y="152"/>
                  </a:lnTo>
                  <a:cubicBezTo>
                    <a:pt x="647" y="144"/>
                    <a:pt x="646" y="143"/>
                    <a:pt x="645" y="143"/>
                  </a:cubicBezTo>
                  <a:cubicBezTo>
                    <a:pt x="642" y="151"/>
                    <a:pt x="639" y="151"/>
                    <a:pt x="639" y="151"/>
                  </a:cubicBezTo>
                  <a:cubicBezTo>
                    <a:pt x="642" y="142"/>
                    <a:pt x="640" y="142"/>
                    <a:pt x="639" y="142"/>
                  </a:cubicBezTo>
                  <a:cubicBezTo>
                    <a:pt x="639" y="142"/>
                    <a:pt x="638" y="142"/>
                    <a:pt x="638" y="142"/>
                  </a:cubicBezTo>
                  <a:cubicBezTo>
                    <a:pt x="637" y="142"/>
                    <a:pt x="636" y="143"/>
                    <a:pt x="635" y="150"/>
                  </a:cubicBezTo>
                  <a:cubicBezTo>
                    <a:pt x="635" y="150"/>
                    <a:pt x="629" y="148"/>
                    <a:pt x="628" y="139"/>
                  </a:cubicBezTo>
                  <a:cubicBezTo>
                    <a:pt x="628" y="136"/>
                    <a:pt x="628" y="135"/>
                    <a:pt x="628" y="135"/>
                  </a:cubicBezTo>
                  <a:lnTo>
                    <a:pt x="628" y="135"/>
                  </a:lnTo>
                  <a:cubicBezTo>
                    <a:pt x="628" y="135"/>
                    <a:pt x="626" y="141"/>
                    <a:pt x="625" y="147"/>
                  </a:cubicBezTo>
                  <a:cubicBezTo>
                    <a:pt x="624" y="152"/>
                    <a:pt x="622" y="158"/>
                    <a:pt x="620" y="163"/>
                  </a:cubicBezTo>
                  <a:lnTo>
                    <a:pt x="624" y="147"/>
                  </a:lnTo>
                  <a:cubicBezTo>
                    <a:pt x="626" y="139"/>
                    <a:pt x="626" y="139"/>
                    <a:pt x="624" y="138"/>
                  </a:cubicBezTo>
                  <a:lnTo>
                    <a:pt x="622" y="138"/>
                  </a:lnTo>
                  <a:cubicBezTo>
                    <a:pt x="622" y="143"/>
                    <a:pt x="620" y="144"/>
                    <a:pt x="617" y="144"/>
                  </a:cubicBezTo>
                  <a:cubicBezTo>
                    <a:pt x="615" y="144"/>
                    <a:pt x="613" y="144"/>
                    <a:pt x="611" y="143"/>
                  </a:cubicBezTo>
                  <a:cubicBezTo>
                    <a:pt x="609" y="142"/>
                    <a:pt x="607" y="142"/>
                    <a:pt x="606" y="142"/>
                  </a:cubicBezTo>
                  <a:cubicBezTo>
                    <a:pt x="603" y="142"/>
                    <a:pt x="602" y="144"/>
                    <a:pt x="601" y="149"/>
                  </a:cubicBezTo>
                  <a:cubicBezTo>
                    <a:pt x="600" y="153"/>
                    <a:pt x="599" y="156"/>
                    <a:pt x="599" y="156"/>
                  </a:cubicBezTo>
                  <a:cubicBezTo>
                    <a:pt x="599" y="156"/>
                    <a:pt x="598" y="153"/>
                    <a:pt x="598" y="149"/>
                  </a:cubicBezTo>
                  <a:cubicBezTo>
                    <a:pt x="598" y="131"/>
                    <a:pt x="598" y="125"/>
                    <a:pt x="597" y="125"/>
                  </a:cubicBezTo>
                  <a:cubicBezTo>
                    <a:pt x="597" y="125"/>
                    <a:pt x="596" y="127"/>
                    <a:pt x="596" y="130"/>
                  </a:cubicBezTo>
                  <a:cubicBezTo>
                    <a:pt x="596" y="135"/>
                    <a:pt x="594" y="142"/>
                    <a:pt x="593" y="147"/>
                  </a:cubicBezTo>
                  <a:cubicBezTo>
                    <a:pt x="592" y="155"/>
                    <a:pt x="591" y="159"/>
                    <a:pt x="591" y="159"/>
                  </a:cubicBezTo>
                  <a:cubicBezTo>
                    <a:pt x="590" y="159"/>
                    <a:pt x="591" y="155"/>
                    <a:pt x="592" y="147"/>
                  </a:cubicBezTo>
                  <a:cubicBezTo>
                    <a:pt x="594" y="140"/>
                    <a:pt x="592" y="136"/>
                    <a:pt x="590" y="136"/>
                  </a:cubicBezTo>
                  <a:cubicBezTo>
                    <a:pt x="586" y="136"/>
                    <a:pt x="581" y="142"/>
                    <a:pt x="579" y="152"/>
                  </a:cubicBezTo>
                  <a:cubicBezTo>
                    <a:pt x="579" y="148"/>
                    <a:pt x="579" y="151"/>
                    <a:pt x="580" y="143"/>
                  </a:cubicBezTo>
                  <a:cubicBezTo>
                    <a:pt x="581" y="135"/>
                    <a:pt x="581" y="134"/>
                    <a:pt x="578" y="134"/>
                  </a:cubicBezTo>
                  <a:lnTo>
                    <a:pt x="575" y="133"/>
                  </a:lnTo>
                  <a:cubicBezTo>
                    <a:pt x="574" y="140"/>
                    <a:pt x="573" y="142"/>
                    <a:pt x="572" y="142"/>
                  </a:cubicBezTo>
                  <a:cubicBezTo>
                    <a:pt x="571" y="142"/>
                    <a:pt x="570" y="137"/>
                    <a:pt x="571" y="132"/>
                  </a:cubicBezTo>
                  <a:cubicBezTo>
                    <a:pt x="572" y="123"/>
                    <a:pt x="572" y="123"/>
                    <a:pt x="571" y="123"/>
                  </a:cubicBezTo>
                  <a:cubicBezTo>
                    <a:pt x="569" y="129"/>
                    <a:pt x="567" y="132"/>
                    <a:pt x="566" y="132"/>
                  </a:cubicBezTo>
                  <a:cubicBezTo>
                    <a:pt x="564" y="132"/>
                    <a:pt x="563" y="126"/>
                    <a:pt x="564" y="121"/>
                  </a:cubicBezTo>
                  <a:lnTo>
                    <a:pt x="563" y="121"/>
                  </a:lnTo>
                  <a:cubicBezTo>
                    <a:pt x="561" y="129"/>
                    <a:pt x="559" y="129"/>
                    <a:pt x="559" y="129"/>
                  </a:cubicBezTo>
                  <a:cubicBezTo>
                    <a:pt x="558" y="128"/>
                    <a:pt x="557" y="128"/>
                    <a:pt x="557" y="128"/>
                  </a:cubicBezTo>
                  <a:cubicBezTo>
                    <a:pt x="556" y="128"/>
                    <a:pt x="555" y="130"/>
                    <a:pt x="554" y="137"/>
                  </a:cubicBezTo>
                  <a:cubicBezTo>
                    <a:pt x="553" y="142"/>
                    <a:pt x="552" y="147"/>
                    <a:pt x="550" y="152"/>
                  </a:cubicBezTo>
                  <a:lnTo>
                    <a:pt x="552" y="144"/>
                  </a:lnTo>
                  <a:cubicBezTo>
                    <a:pt x="553" y="135"/>
                    <a:pt x="551" y="135"/>
                    <a:pt x="548" y="134"/>
                  </a:cubicBezTo>
                  <a:cubicBezTo>
                    <a:pt x="544" y="133"/>
                    <a:pt x="543" y="133"/>
                    <a:pt x="544" y="124"/>
                  </a:cubicBezTo>
                  <a:lnTo>
                    <a:pt x="544" y="124"/>
                  </a:lnTo>
                  <a:lnTo>
                    <a:pt x="542" y="132"/>
                  </a:lnTo>
                  <a:cubicBezTo>
                    <a:pt x="540" y="136"/>
                    <a:pt x="539" y="138"/>
                    <a:pt x="539" y="138"/>
                  </a:cubicBezTo>
                  <a:cubicBezTo>
                    <a:pt x="539" y="138"/>
                    <a:pt x="539" y="136"/>
                    <a:pt x="539" y="132"/>
                  </a:cubicBezTo>
                  <a:cubicBezTo>
                    <a:pt x="540" y="127"/>
                    <a:pt x="539" y="125"/>
                    <a:pt x="538" y="125"/>
                  </a:cubicBezTo>
                  <a:cubicBezTo>
                    <a:pt x="537" y="125"/>
                    <a:pt x="536" y="126"/>
                    <a:pt x="535" y="130"/>
                  </a:cubicBezTo>
                  <a:lnTo>
                    <a:pt x="533" y="130"/>
                  </a:lnTo>
                  <a:cubicBezTo>
                    <a:pt x="534" y="121"/>
                    <a:pt x="535" y="117"/>
                    <a:pt x="534" y="117"/>
                  </a:cubicBezTo>
                  <a:lnTo>
                    <a:pt x="534" y="117"/>
                  </a:lnTo>
                  <a:cubicBezTo>
                    <a:pt x="533" y="117"/>
                    <a:pt x="532" y="121"/>
                    <a:pt x="529" y="129"/>
                  </a:cubicBezTo>
                  <a:cubicBezTo>
                    <a:pt x="530" y="121"/>
                    <a:pt x="530" y="120"/>
                    <a:pt x="529" y="120"/>
                  </a:cubicBezTo>
                  <a:cubicBezTo>
                    <a:pt x="528" y="123"/>
                    <a:pt x="526" y="125"/>
                    <a:pt x="526" y="125"/>
                  </a:cubicBezTo>
                  <a:cubicBezTo>
                    <a:pt x="525" y="125"/>
                    <a:pt x="524" y="123"/>
                    <a:pt x="525" y="119"/>
                  </a:cubicBezTo>
                  <a:lnTo>
                    <a:pt x="524" y="119"/>
                  </a:lnTo>
                  <a:cubicBezTo>
                    <a:pt x="521" y="126"/>
                    <a:pt x="521" y="126"/>
                    <a:pt x="520" y="126"/>
                  </a:cubicBezTo>
                  <a:cubicBezTo>
                    <a:pt x="520" y="126"/>
                    <a:pt x="520" y="126"/>
                    <a:pt x="520" y="126"/>
                  </a:cubicBezTo>
                  <a:cubicBezTo>
                    <a:pt x="519" y="126"/>
                    <a:pt x="518" y="127"/>
                    <a:pt x="516" y="133"/>
                  </a:cubicBezTo>
                  <a:cubicBezTo>
                    <a:pt x="514" y="140"/>
                    <a:pt x="513" y="141"/>
                    <a:pt x="513" y="141"/>
                  </a:cubicBezTo>
                  <a:cubicBezTo>
                    <a:pt x="513" y="141"/>
                    <a:pt x="513" y="141"/>
                    <a:pt x="513" y="141"/>
                  </a:cubicBezTo>
                  <a:cubicBezTo>
                    <a:pt x="514" y="135"/>
                    <a:pt x="515" y="131"/>
                    <a:pt x="517" y="125"/>
                  </a:cubicBezTo>
                  <a:cubicBezTo>
                    <a:pt x="518" y="122"/>
                    <a:pt x="519" y="120"/>
                    <a:pt x="518" y="120"/>
                  </a:cubicBezTo>
                  <a:lnTo>
                    <a:pt x="518" y="120"/>
                  </a:lnTo>
                  <a:cubicBezTo>
                    <a:pt x="518" y="120"/>
                    <a:pt x="516" y="123"/>
                    <a:pt x="513" y="132"/>
                  </a:cubicBezTo>
                  <a:cubicBezTo>
                    <a:pt x="510" y="140"/>
                    <a:pt x="508" y="145"/>
                    <a:pt x="508" y="145"/>
                  </a:cubicBezTo>
                  <a:cubicBezTo>
                    <a:pt x="508" y="145"/>
                    <a:pt x="509" y="140"/>
                    <a:pt x="511" y="132"/>
                  </a:cubicBezTo>
                  <a:cubicBezTo>
                    <a:pt x="513" y="126"/>
                    <a:pt x="515" y="121"/>
                    <a:pt x="515" y="121"/>
                  </a:cubicBezTo>
                  <a:lnTo>
                    <a:pt x="515" y="121"/>
                  </a:lnTo>
                  <a:cubicBezTo>
                    <a:pt x="515" y="121"/>
                    <a:pt x="515" y="122"/>
                    <a:pt x="514" y="124"/>
                  </a:cubicBezTo>
                  <a:cubicBezTo>
                    <a:pt x="514" y="124"/>
                    <a:pt x="514" y="124"/>
                    <a:pt x="513" y="124"/>
                  </a:cubicBezTo>
                  <a:cubicBezTo>
                    <a:pt x="513" y="124"/>
                    <a:pt x="511" y="125"/>
                    <a:pt x="510" y="132"/>
                  </a:cubicBezTo>
                  <a:lnTo>
                    <a:pt x="508" y="131"/>
                  </a:lnTo>
                  <a:cubicBezTo>
                    <a:pt x="508" y="122"/>
                    <a:pt x="507" y="122"/>
                    <a:pt x="507" y="122"/>
                  </a:cubicBezTo>
                  <a:cubicBezTo>
                    <a:pt x="505" y="126"/>
                    <a:pt x="504" y="128"/>
                    <a:pt x="504" y="128"/>
                  </a:cubicBezTo>
                  <a:cubicBezTo>
                    <a:pt x="504" y="128"/>
                    <a:pt x="504" y="126"/>
                    <a:pt x="505" y="122"/>
                  </a:cubicBezTo>
                  <a:cubicBezTo>
                    <a:pt x="506" y="118"/>
                    <a:pt x="506" y="116"/>
                    <a:pt x="506" y="116"/>
                  </a:cubicBezTo>
                  <a:lnTo>
                    <a:pt x="506" y="116"/>
                  </a:lnTo>
                  <a:cubicBezTo>
                    <a:pt x="506" y="116"/>
                    <a:pt x="504" y="120"/>
                    <a:pt x="502" y="130"/>
                  </a:cubicBezTo>
                  <a:cubicBezTo>
                    <a:pt x="501" y="134"/>
                    <a:pt x="501" y="136"/>
                    <a:pt x="500" y="136"/>
                  </a:cubicBezTo>
                  <a:cubicBezTo>
                    <a:pt x="500" y="136"/>
                    <a:pt x="500" y="133"/>
                    <a:pt x="500" y="129"/>
                  </a:cubicBezTo>
                  <a:cubicBezTo>
                    <a:pt x="502" y="119"/>
                    <a:pt x="503" y="115"/>
                    <a:pt x="503" y="115"/>
                  </a:cubicBezTo>
                  <a:lnTo>
                    <a:pt x="503" y="115"/>
                  </a:lnTo>
                  <a:cubicBezTo>
                    <a:pt x="503" y="115"/>
                    <a:pt x="502" y="117"/>
                    <a:pt x="501" y="121"/>
                  </a:cubicBezTo>
                  <a:cubicBezTo>
                    <a:pt x="499" y="129"/>
                    <a:pt x="498" y="129"/>
                    <a:pt x="498" y="129"/>
                  </a:cubicBezTo>
                  <a:cubicBezTo>
                    <a:pt x="500" y="120"/>
                    <a:pt x="493" y="117"/>
                    <a:pt x="487" y="116"/>
                  </a:cubicBezTo>
                  <a:cubicBezTo>
                    <a:pt x="483" y="121"/>
                    <a:pt x="482" y="126"/>
                    <a:pt x="481" y="132"/>
                  </a:cubicBezTo>
                  <a:cubicBezTo>
                    <a:pt x="480" y="139"/>
                    <a:pt x="479" y="142"/>
                    <a:pt x="479" y="142"/>
                  </a:cubicBezTo>
                  <a:cubicBezTo>
                    <a:pt x="479" y="142"/>
                    <a:pt x="479" y="137"/>
                    <a:pt x="480" y="132"/>
                  </a:cubicBezTo>
                  <a:cubicBezTo>
                    <a:pt x="483" y="119"/>
                    <a:pt x="484" y="113"/>
                    <a:pt x="483" y="113"/>
                  </a:cubicBezTo>
                  <a:lnTo>
                    <a:pt x="483" y="113"/>
                  </a:lnTo>
                  <a:cubicBezTo>
                    <a:pt x="483" y="113"/>
                    <a:pt x="481" y="119"/>
                    <a:pt x="479" y="131"/>
                  </a:cubicBezTo>
                  <a:cubicBezTo>
                    <a:pt x="477" y="139"/>
                    <a:pt x="476" y="144"/>
                    <a:pt x="476" y="144"/>
                  </a:cubicBezTo>
                  <a:cubicBezTo>
                    <a:pt x="476" y="144"/>
                    <a:pt x="477" y="139"/>
                    <a:pt x="478" y="131"/>
                  </a:cubicBezTo>
                  <a:cubicBezTo>
                    <a:pt x="478" y="126"/>
                    <a:pt x="479" y="124"/>
                    <a:pt x="478" y="124"/>
                  </a:cubicBezTo>
                  <a:lnTo>
                    <a:pt x="478" y="124"/>
                  </a:lnTo>
                  <a:cubicBezTo>
                    <a:pt x="478" y="124"/>
                    <a:pt x="478" y="126"/>
                    <a:pt x="477" y="131"/>
                  </a:cubicBezTo>
                  <a:cubicBezTo>
                    <a:pt x="476" y="135"/>
                    <a:pt x="475" y="137"/>
                    <a:pt x="475" y="137"/>
                  </a:cubicBezTo>
                  <a:cubicBezTo>
                    <a:pt x="475" y="137"/>
                    <a:pt x="475" y="134"/>
                    <a:pt x="475" y="130"/>
                  </a:cubicBezTo>
                  <a:cubicBezTo>
                    <a:pt x="476" y="127"/>
                    <a:pt x="476" y="124"/>
                    <a:pt x="477" y="122"/>
                  </a:cubicBezTo>
                  <a:lnTo>
                    <a:pt x="477" y="122"/>
                  </a:lnTo>
                  <a:cubicBezTo>
                    <a:pt x="477" y="122"/>
                    <a:pt x="477" y="122"/>
                    <a:pt x="477" y="122"/>
                  </a:cubicBezTo>
                  <a:cubicBezTo>
                    <a:pt x="477" y="119"/>
                    <a:pt x="477" y="118"/>
                    <a:pt x="477" y="118"/>
                  </a:cubicBezTo>
                  <a:lnTo>
                    <a:pt x="477" y="118"/>
                  </a:lnTo>
                  <a:cubicBezTo>
                    <a:pt x="477" y="118"/>
                    <a:pt x="477" y="120"/>
                    <a:pt x="477" y="122"/>
                  </a:cubicBezTo>
                  <a:lnTo>
                    <a:pt x="477" y="122"/>
                  </a:lnTo>
                  <a:cubicBezTo>
                    <a:pt x="476" y="122"/>
                    <a:pt x="476" y="120"/>
                    <a:pt x="477" y="113"/>
                  </a:cubicBezTo>
                  <a:cubicBezTo>
                    <a:pt x="477" y="110"/>
                    <a:pt x="477" y="109"/>
                    <a:pt x="477" y="109"/>
                  </a:cubicBezTo>
                  <a:lnTo>
                    <a:pt x="477" y="109"/>
                  </a:lnTo>
                  <a:cubicBezTo>
                    <a:pt x="476" y="109"/>
                    <a:pt x="474" y="115"/>
                    <a:pt x="472" y="121"/>
                  </a:cubicBezTo>
                  <a:cubicBezTo>
                    <a:pt x="469" y="129"/>
                    <a:pt x="468" y="132"/>
                    <a:pt x="467" y="132"/>
                  </a:cubicBezTo>
                  <a:cubicBezTo>
                    <a:pt x="467" y="132"/>
                    <a:pt x="468" y="128"/>
                    <a:pt x="470" y="120"/>
                  </a:cubicBezTo>
                  <a:cubicBezTo>
                    <a:pt x="472" y="113"/>
                    <a:pt x="472" y="110"/>
                    <a:pt x="471" y="110"/>
                  </a:cubicBezTo>
                  <a:lnTo>
                    <a:pt x="471" y="110"/>
                  </a:lnTo>
                  <a:cubicBezTo>
                    <a:pt x="470" y="110"/>
                    <a:pt x="467" y="117"/>
                    <a:pt x="464" y="126"/>
                  </a:cubicBezTo>
                  <a:cubicBezTo>
                    <a:pt x="464" y="128"/>
                    <a:pt x="463" y="130"/>
                    <a:pt x="463" y="132"/>
                  </a:cubicBezTo>
                  <a:lnTo>
                    <a:pt x="463" y="132"/>
                  </a:lnTo>
                  <a:cubicBezTo>
                    <a:pt x="464" y="126"/>
                    <a:pt x="463" y="126"/>
                    <a:pt x="463" y="126"/>
                  </a:cubicBezTo>
                  <a:cubicBezTo>
                    <a:pt x="462" y="126"/>
                    <a:pt x="462" y="126"/>
                    <a:pt x="463" y="117"/>
                  </a:cubicBezTo>
                  <a:lnTo>
                    <a:pt x="463" y="117"/>
                  </a:lnTo>
                  <a:cubicBezTo>
                    <a:pt x="463" y="117"/>
                    <a:pt x="463" y="118"/>
                    <a:pt x="460" y="125"/>
                  </a:cubicBezTo>
                  <a:cubicBezTo>
                    <a:pt x="458" y="131"/>
                    <a:pt x="456" y="133"/>
                    <a:pt x="456" y="133"/>
                  </a:cubicBezTo>
                  <a:cubicBezTo>
                    <a:pt x="454" y="133"/>
                    <a:pt x="455" y="126"/>
                    <a:pt x="456" y="115"/>
                  </a:cubicBezTo>
                  <a:lnTo>
                    <a:pt x="456" y="115"/>
                  </a:lnTo>
                  <a:lnTo>
                    <a:pt x="453" y="123"/>
                  </a:lnTo>
                  <a:cubicBezTo>
                    <a:pt x="450" y="133"/>
                    <a:pt x="448" y="140"/>
                    <a:pt x="448" y="140"/>
                  </a:cubicBezTo>
                  <a:cubicBezTo>
                    <a:pt x="448" y="140"/>
                    <a:pt x="448" y="137"/>
                    <a:pt x="450" y="131"/>
                  </a:cubicBezTo>
                  <a:cubicBezTo>
                    <a:pt x="451" y="126"/>
                    <a:pt x="451" y="128"/>
                    <a:pt x="452" y="123"/>
                  </a:cubicBezTo>
                  <a:lnTo>
                    <a:pt x="452" y="123"/>
                  </a:lnTo>
                  <a:cubicBezTo>
                    <a:pt x="450" y="129"/>
                    <a:pt x="449" y="131"/>
                    <a:pt x="448" y="131"/>
                  </a:cubicBezTo>
                  <a:cubicBezTo>
                    <a:pt x="447" y="131"/>
                    <a:pt x="448" y="124"/>
                    <a:pt x="450" y="113"/>
                  </a:cubicBezTo>
                  <a:lnTo>
                    <a:pt x="450" y="113"/>
                  </a:lnTo>
                  <a:cubicBezTo>
                    <a:pt x="449" y="119"/>
                    <a:pt x="446" y="124"/>
                    <a:pt x="444" y="130"/>
                  </a:cubicBezTo>
                  <a:cubicBezTo>
                    <a:pt x="444" y="130"/>
                    <a:pt x="443" y="129"/>
                    <a:pt x="445" y="121"/>
                  </a:cubicBezTo>
                  <a:cubicBezTo>
                    <a:pt x="446" y="114"/>
                    <a:pt x="447" y="109"/>
                    <a:pt x="446" y="109"/>
                  </a:cubicBezTo>
                  <a:lnTo>
                    <a:pt x="446" y="109"/>
                  </a:lnTo>
                  <a:cubicBezTo>
                    <a:pt x="446" y="109"/>
                    <a:pt x="446" y="110"/>
                    <a:pt x="445" y="112"/>
                  </a:cubicBezTo>
                  <a:cubicBezTo>
                    <a:pt x="445" y="112"/>
                    <a:pt x="445" y="112"/>
                    <a:pt x="446" y="103"/>
                  </a:cubicBezTo>
                  <a:lnTo>
                    <a:pt x="443" y="102"/>
                  </a:lnTo>
                  <a:cubicBezTo>
                    <a:pt x="442" y="106"/>
                    <a:pt x="441" y="108"/>
                    <a:pt x="440" y="108"/>
                  </a:cubicBezTo>
                  <a:cubicBezTo>
                    <a:pt x="440" y="108"/>
                    <a:pt x="440" y="106"/>
                    <a:pt x="441" y="102"/>
                  </a:cubicBezTo>
                  <a:cubicBezTo>
                    <a:pt x="441" y="102"/>
                    <a:pt x="441" y="102"/>
                    <a:pt x="441" y="102"/>
                  </a:cubicBezTo>
                  <a:cubicBezTo>
                    <a:pt x="440" y="102"/>
                    <a:pt x="439" y="102"/>
                    <a:pt x="436" y="110"/>
                  </a:cubicBezTo>
                  <a:cubicBezTo>
                    <a:pt x="435" y="108"/>
                    <a:pt x="434" y="108"/>
                    <a:pt x="436" y="101"/>
                  </a:cubicBezTo>
                  <a:cubicBezTo>
                    <a:pt x="437" y="96"/>
                    <a:pt x="438" y="94"/>
                    <a:pt x="438" y="94"/>
                  </a:cubicBezTo>
                  <a:lnTo>
                    <a:pt x="438" y="94"/>
                  </a:lnTo>
                  <a:cubicBezTo>
                    <a:pt x="438" y="94"/>
                    <a:pt x="437" y="96"/>
                    <a:pt x="435" y="99"/>
                  </a:cubicBezTo>
                  <a:cubicBezTo>
                    <a:pt x="434" y="107"/>
                    <a:pt x="433" y="107"/>
                    <a:pt x="432" y="107"/>
                  </a:cubicBezTo>
                  <a:cubicBezTo>
                    <a:pt x="432" y="107"/>
                    <a:pt x="432" y="107"/>
                    <a:pt x="432" y="107"/>
                  </a:cubicBezTo>
                  <a:lnTo>
                    <a:pt x="431" y="107"/>
                  </a:lnTo>
                  <a:cubicBezTo>
                    <a:pt x="428" y="115"/>
                    <a:pt x="428" y="115"/>
                    <a:pt x="427" y="115"/>
                  </a:cubicBezTo>
                  <a:cubicBezTo>
                    <a:pt x="427" y="115"/>
                    <a:pt x="427" y="106"/>
                    <a:pt x="426" y="106"/>
                  </a:cubicBezTo>
                  <a:cubicBezTo>
                    <a:pt x="426" y="106"/>
                    <a:pt x="425" y="106"/>
                    <a:pt x="425" y="106"/>
                  </a:cubicBezTo>
                  <a:cubicBezTo>
                    <a:pt x="424" y="106"/>
                    <a:pt x="424" y="107"/>
                    <a:pt x="423" y="113"/>
                  </a:cubicBezTo>
                  <a:cubicBezTo>
                    <a:pt x="423" y="114"/>
                    <a:pt x="422" y="117"/>
                    <a:pt x="422" y="117"/>
                  </a:cubicBezTo>
                  <a:cubicBezTo>
                    <a:pt x="422" y="117"/>
                    <a:pt x="422" y="116"/>
                    <a:pt x="422" y="113"/>
                  </a:cubicBezTo>
                  <a:cubicBezTo>
                    <a:pt x="421" y="113"/>
                    <a:pt x="421" y="104"/>
                    <a:pt x="418" y="103"/>
                  </a:cubicBezTo>
                  <a:cubicBezTo>
                    <a:pt x="416" y="103"/>
                    <a:pt x="416" y="103"/>
                    <a:pt x="414" y="111"/>
                  </a:cubicBezTo>
                  <a:cubicBezTo>
                    <a:pt x="412" y="119"/>
                    <a:pt x="411" y="123"/>
                    <a:pt x="411" y="123"/>
                  </a:cubicBezTo>
                  <a:cubicBezTo>
                    <a:pt x="410" y="123"/>
                    <a:pt x="411" y="119"/>
                    <a:pt x="413" y="111"/>
                  </a:cubicBezTo>
                  <a:cubicBezTo>
                    <a:pt x="414" y="101"/>
                    <a:pt x="415" y="96"/>
                    <a:pt x="414" y="96"/>
                  </a:cubicBezTo>
                  <a:lnTo>
                    <a:pt x="414" y="96"/>
                  </a:lnTo>
                  <a:cubicBezTo>
                    <a:pt x="414" y="96"/>
                    <a:pt x="414" y="98"/>
                    <a:pt x="413" y="102"/>
                  </a:cubicBezTo>
                  <a:cubicBezTo>
                    <a:pt x="409" y="110"/>
                    <a:pt x="409" y="110"/>
                    <a:pt x="409" y="110"/>
                  </a:cubicBezTo>
                  <a:cubicBezTo>
                    <a:pt x="410" y="105"/>
                    <a:pt x="411" y="103"/>
                    <a:pt x="410" y="103"/>
                  </a:cubicBezTo>
                  <a:lnTo>
                    <a:pt x="410" y="103"/>
                  </a:lnTo>
                  <a:cubicBezTo>
                    <a:pt x="410" y="103"/>
                    <a:pt x="409" y="105"/>
                    <a:pt x="407" y="108"/>
                  </a:cubicBezTo>
                  <a:cubicBezTo>
                    <a:pt x="406" y="108"/>
                    <a:pt x="406" y="108"/>
                    <a:pt x="408" y="99"/>
                  </a:cubicBezTo>
                  <a:lnTo>
                    <a:pt x="407" y="99"/>
                  </a:lnTo>
                  <a:cubicBezTo>
                    <a:pt x="405" y="106"/>
                    <a:pt x="403" y="108"/>
                    <a:pt x="402" y="108"/>
                  </a:cubicBezTo>
                  <a:cubicBezTo>
                    <a:pt x="400" y="108"/>
                    <a:pt x="399" y="103"/>
                    <a:pt x="400" y="97"/>
                  </a:cubicBezTo>
                  <a:lnTo>
                    <a:pt x="400" y="97"/>
                  </a:lnTo>
                  <a:cubicBezTo>
                    <a:pt x="400" y="97"/>
                    <a:pt x="399" y="97"/>
                    <a:pt x="396" y="105"/>
                  </a:cubicBezTo>
                  <a:cubicBezTo>
                    <a:pt x="394" y="113"/>
                    <a:pt x="393" y="117"/>
                    <a:pt x="392" y="117"/>
                  </a:cubicBezTo>
                  <a:cubicBezTo>
                    <a:pt x="392" y="117"/>
                    <a:pt x="393" y="113"/>
                    <a:pt x="395" y="104"/>
                  </a:cubicBezTo>
                  <a:cubicBezTo>
                    <a:pt x="397" y="96"/>
                    <a:pt x="398" y="92"/>
                    <a:pt x="398" y="92"/>
                  </a:cubicBezTo>
                  <a:lnTo>
                    <a:pt x="398" y="92"/>
                  </a:lnTo>
                  <a:cubicBezTo>
                    <a:pt x="398" y="92"/>
                    <a:pt x="396" y="96"/>
                    <a:pt x="394" y="104"/>
                  </a:cubicBezTo>
                  <a:cubicBezTo>
                    <a:pt x="393" y="107"/>
                    <a:pt x="392" y="109"/>
                    <a:pt x="391" y="109"/>
                  </a:cubicBezTo>
                  <a:cubicBezTo>
                    <a:pt x="390" y="109"/>
                    <a:pt x="390" y="105"/>
                    <a:pt x="392" y="95"/>
                  </a:cubicBezTo>
                  <a:cubicBezTo>
                    <a:pt x="395" y="86"/>
                    <a:pt x="397" y="78"/>
                    <a:pt x="397" y="78"/>
                  </a:cubicBezTo>
                  <a:lnTo>
                    <a:pt x="397" y="78"/>
                  </a:lnTo>
                  <a:cubicBezTo>
                    <a:pt x="394" y="86"/>
                    <a:pt x="392" y="86"/>
                    <a:pt x="392" y="86"/>
                  </a:cubicBezTo>
                  <a:cubicBezTo>
                    <a:pt x="392" y="92"/>
                    <a:pt x="391" y="93"/>
                    <a:pt x="390" y="93"/>
                  </a:cubicBezTo>
                  <a:cubicBezTo>
                    <a:pt x="389" y="93"/>
                    <a:pt x="389" y="93"/>
                    <a:pt x="388" y="93"/>
                  </a:cubicBezTo>
                  <a:cubicBezTo>
                    <a:pt x="387" y="93"/>
                    <a:pt x="381" y="99"/>
                    <a:pt x="380" y="99"/>
                  </a:cubicBezTo>
                  <a:cubicBezTo>
                    <a:pt x="378" y="99"/>
                    <a:pt x="376" y="98"/>
                    <a:pt x="378" y="89"/>
                  </a:cubicBezTo>
                  <a:cubicBezTo>
                    <a:pt x="377" y="89"/>
                    <a:pt x="376" y="89"/>
                    <a:pt x="372" y="97"/>
                  </a:cubicBezTo>
                  <a:cubicBezTo>
                    <a:pt x="371" y="101"/>
                    <a:pt x="370" y="103"/>
                    <a:pt x="370" y="103"/>
                  </a:cubicBezTo>
                  <a:cubicBezTo>
                    <a:pt x="369" y="103"/>
                    <a:pt x="369" y="101"/>
                    <a:pt x="370" y="96"/>
                  </a:cubicBezTo>
                  <a:lnTo>
                    <a:pt x="369" y="96"/>
                  </a:lnTo>
                  <a:cubicBezTo>
                    <a:pt x="366" y="104"/>
                    <a:pt x="366" y="104"/>
                    <a:pt x="366" y="104"/>
                  </a:cubicBezTo>
                  <a:cubicBezTo>
                    <a:pt x="367" y="98"/>
                    <a:pt x="368" y="92"/>
                    <a:pt x="367" y="92"/>
                  </a:cubicBezTo>
                  <a:lnTo>
                    <a:pt x="367" y="92"/>
                  </a:lnTo>
                  <a:cubicBezTo>
                    <a:pt x="367" y="92"/>
                    <a:pt x="367" y="93"/>
                    <a:pt x="366" y="95"/>
                  </a:cubicBezTo>
                  <a:cubicBezTo>
                    <a:pt x="364" y="101"/>
                    <a:pt x="363" y="102"/>
                    <a:pt x="363" y="102"/>
                  </a:cubicBezTo>
                  <a:cubicBezTo>
                    <a:pt x="362" y="102"/>
                    <a:pt x="362" y="102"/>
                    <a:pt x="361" y="102"/>
                  </a:cubicBezTo>
                  <a:cubicBezTo>
                    <a:pt x="362" y="96"/>
                    <a:pt x="349" y="90"/>
                    <a:pt x="341" y="90"/>
                  </a:cubicBezTo>
                  <a:cubicBezTo>
                    <a:pt x="338" y="90"/>
                    <a:pt x="336" y="91"/>
                    <a:pt x="335" y="93"/>
                  </a:cubicBezTo>
                  <a:lnTo>
                    <a:pt x="333" y="93"/>
                  </a:lnTo>
                  <a:lnTo>
                    <a:pt x="331" y="92"/>
                  </a:lnTo>
                  <a:cubicBezTo>
                    <a:pt x="333" y="84"/>
                    <a:pt x="333" y="82"/>
                    <a:pt x="332" y="82"/>
                  </a:cubicBezTo>
                  <a:cubicBezTo>
                    <a:pt x="331" y="82"/>
                    <a:pt x="328" y="86"/>
                    <a:pt x="325" y="89"/>
                  </a:cubicBezTo>
                  <a:cubicBezTo>
                    <a:pt x="322" y="97"/>
                    <a:pt x="322" y="97"/>
                    <a:pt x="321" y="97"/>
                  </a:cubicBezTo>
                  <a:cubicBezTo>
                    <a:pt x="323" y="87"/>
                    <a:pt x="324" y="83"/>
                    <a:pt x="323" y="83"/>
                  </a:cubicBezTo>
                  <a:lnTo>
                    <a:pt x="323" y="83"/>
                  </a:lnTo>
                  <a:cubicBezTo>
                    <a:pt x="322" y="83"/>
                    <a:pt x="321" y="85"/>
                    <a:pt x="320" y="87"/>
                  </a:cubicBezTo>
                  <a:cubicBezTo>
                    <a:pt x="317" y="96"/>
                    <a:pt x="315" y="100"/>
                    <a:pt x="315" y="100"/>
                  </a:cubicBezTo>
                  <a:cubicBezTo>
                    <a:pt x="314" y="100"/>
                    <a:pt x="315" y="96"/>
                    <a:pt x="317" y="87"/>
                  </a:cubicBezTo>
                  <a:cubicBezTo>
                    <a:pt x="319" y="79"/>
                    <a:pt x="320" y="75"/>
                    <a:pt x="320" y="75"/>
                  </a:cubicBezTo>
                  <a:lnTo>
                    <a:pt x="320" y="75"/>
                  </a:lnTo>
                  <a:cubicBezTo>
                    <a:pt x="319" y="75"/>
                    <a:pt x="317" y="81"/>
                    <a:pt x="313" y="94"/>
                  </a:cubicBezTo>
                  <a:cubicBezTo>
                    <a:pt x="311" y="98"/>
                    <a:pt x="310" y="100"/>
                    <a:pt x="310" y="100"/>
                  </a:cubicBezTo>
                  <a:cubicBezTo>
                    <a:pt x="310" y="100"/>
                    <a:pt x="310" y="98"/>
                    <a:pt x="311" y="94"/>
                  </a:cubicBezTo>
                  <a:cubicBezTo>
                    <a:pt x="313" y="84"/>
                    <a:pt x="314" y="80"/>
                    <a:pt x="314" y="80"/>
                  </a:cubicBezTo>
                  <a:lnTo>
                    <a:pt x="314" y="80"/>
                  </a:lnTo>
                  <a:cubicBezTo>
                    <a:pt x="313" y="80"/>
                    <a:pt x="313" y="82"/>
                    <a:pt x="312" y="85"/>
                  </a:cubicBezTo>
                  <a:cubicBezTo>
                    <a:pt x="309" y="93"/>
                    <a:pt x="308" y="97"/>
                    <a:pt x="307" y="97"/>
                  </a:cubicBezTo>
                  <a:cubicBezTo>
                    <a:pt x="307" y="97"/>
                    <a:pt x="308" y="92"/>
                    <a:pt x="309" y="84"/>
                  </a:cubicBezTo>
                  <a:cubicBezTo>
                    <a:pt x="311" y="75"/>
                    <a:pt x="312" y="71"/>
                    <a:pt x="312" y="71"/>
                  </a:cubicBezTo>
                  <a:lnTo>
                    <a:pt x="312" y="71"/>
                  </a:lnTo>
                  <a:cubicBezTo>
                    <a:pt x="311" y="71"/>
                    <a:pt x="310" y="75"/>
                    <a:pt x="307" y="84"/>
                  </a:cubicBezTo>
                  <a:cubicBezTo>
                    <a:pt x="305" y="91"/>
                    <a:pt x="303" y="95"/>
                    <a:pt x="302" y="95"/>
                  </a:cubicBezTo>
                  <a:cubicBezTo>
                    <a:pt x="301" y="95"/>
                    <a:pt x="301" y="90"/>
                    <a:pt x="303" y="82"/>
                  </a:cubicBezTo>
                  <a:cubicBezTo>
                    <a:pt x="302" y="82"/>
                    <a:pt x="303" y="78"/>
                    <a:pt x="303" y="78"/>
                  </a:cubicBezTo>
                  <a:lnTo>
                    <a:pt x="303" y="78"/>
                  </a:lnTo>
                  <a:cubicBezTo>
                    <a:pt x="303" y="78"/>
                    <a:pt x="302" y="79"/>
                    <a:pt x="302" y="82"/>
                  </a:cubicBezTo>
                  <a:lnTo>
                    <a:pt x="303" y="73"/>
                  </a:lnTo>
                  <a:lnTo>
                    <a:pt x="302" y="73"/>
                  </a:lnTo>
                  <a:lnTo>
                    <a:pt x="299" y="80"/>
                  </a:lnTo>
                  <a:cubicBezTo>
                    <a:pt x="298" y="80"/>
                    <a:pt x="296" y="70"/>
                    <a:pt x="290" y="69"/>
                  </a:cubicBezTo>
                  <a:cubicBezTo>
                    <a:pt x="287" y="68"/>
                    <a:pt x="285" y="67"/>
                    <a:pt x="283" y="67"/>
                  </a:cubicBezTo>
                  <a:cubicBezTo>
                    <a:pt x="282" y="67"/>
                    <a:pt x="281" y="69"/>
                    <a:pt x="280" y="74"/>
                  </a:cubicBezTo>
                  <a:cubicBezTo>
                    <a:pt x="278" y="82"/>
                    <a:pt x="277" y="86"/>
                    <a:pt x="276" y="86"/>
                  </a:cubicBezTo>
                  <a:cubicBezTo>
                    <a:pt x="276" y="86"/>
                    <a:pt x="276" y="81"/>
                    <a:pt x="278" y="73"/>
                  </a:cubicBezTo>
                  <a:cubicBezTo>
                    <a:pt x="278" y="73"/>
                    <a:pt x="278" y="64"/>
                    <a:pt x="277" y="64"/>
                  </a:cubicBezTo>
                  <a:cubicBezTo>
                    <a:pt x="276" y="62"/>
                    <a:pt x="274" y="62"/>
                    <a:pt x="276" y="55"/>
                  </a:cubicBezTo>
                  <a:lnTo>
                    <a:pt x="276" y="53"/>
                  </a:lnTo>
                  <a:cubicBezTo>
                    <a:pt x="272" y="62"/>
                    <a:pt x="269" y="66"/>
                    <a:pt x="267" y="66"/>
                  </a:cubicBezTo>
                  <a:cubicBezTo>
                    <a:pt x="266" y="66"/>
                    <a:pt x="265" y="63"/>
                    <a:pt x="265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3" y="59"/>
                    <a:pt x="262" y="60"/>
                    <a:pt x="259" y="66"/>
                  </a:cubicBezTo>
                  <a:cubicBezTo>
                    <a:pt x="257" y="70"/>
                    <a:pt x="256" y="72"/>
                    <a:pt x="256" y="72"/>
                  </a:cubicBezTo>
                  <a:cubicBezTo>
                    <a:pt x="256" y="72"/>
                    <a:pt x="256" y="70"/>
                    <a:pt x="257" y="66"/>
                  </a:cubicBezTo>
                  <a:cubicBezTo>
                    <a:pt x="258" y="60"/>
                    <a:pt x="258" y="55"/>
                    <a:pt x="256" y="55"/>
                  </a:cubicBezTo>
                  <a:cubicBezTo>
                    <a:pt x="256" y="55"/>
                    <a:pt x="254" y="56"/>
                    <a:pt x="253" y="61"/>
                  </a:cubicBezTo>
                  <a:lnTo>
                    <a:pt x="253" y="61"/>
                  </a:lnTo>
                  <a:lnTo>
                    <a:pt x="255" y="56"/>
                  </a:lnTo>
                  <a:cubicBezTo>
                    <a:pt x="255" y="53"/>
                    <a:pt x="255" y="52"/>
                    <a:pt x="254" y="52"/>
                  </a:cubicBezTo>
                  <a:cubicBezTo>
                    <a:pt x="254" y="52"/>
                    <a:pt x="252" y="57"/>
                    <a:pt x="250" y="62"/>
                  </a:cubicBezTo>
                  <a:cubicBezTo>
                    <a:pt x="248" y="70"/>
                    <a:pt x="247" y="74"/>
                    <a:pt x="246" y="74"/>
                  </a:cubicBezTo>
                  <a:cubicBezTo>
                    <a:pt x="246" y="74"/>
                    <a:pt x="247" y="68"/>
                    <a:pt x="251" y="55"/>
                  </a:cubicBezTo>
                  <a:cubicBezTo>
                    <a:pt x="254" y="45"/>
                    <a:pt x="254" y="41"/>
                    <a:pt x="254" y="41"/>
                  </a:cubicBezTo>
                  <a:lnTo>
                    <a:pt x="254" y="41"/>
                  </a:lnTo>
                  <a:cubicBezTo>
                    <a:pt x="254" y="41"/>
                    <a:pt x="253" y="42"/>
                    <a:pt x="252" y="46"/>
                  </a:cubicBezTo>
                  <a:cubicBezTo>
                    <a:pt x="251" y="51"/>
                    <a:pt x="249" y="57"/>
                    <a:pt x="248" y="57"/>
                  </a:cubicBezTo>
                  <a:cubicBezTo>
                    <a:pt x="248" y="57"/>
                    <a:pt x="247" y="56"/>
                    <a:pt x="248" y="53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7" y="53"/>
                    <a:pt x="246" y="56"/>
                    <a:pt x="242" y="69"/>
                  </a:cubicBezTo>
                  <a:cubicBezTo>
                    <a:pt x="240" y="77"/>
                    <a:pt x="239" y="77"/>
                    <a:pt x="239" y="77"/>
                  </a:cubicBezTo>
                  <a:cubicBezTo>
                    <a:pt x="240" y="71"/>
                    <a:pt x="241" y="66"/>
                    <a:pt x="243" y="60"/>
                  </a:cubicBezTo>
                  <a:lnTo>
                    <a:pt x="242" y="60"/>
                  </a:lnTo>
                  <a:cubicBezTo>
                    <a:pt x="242" y="55"/>
                    <a:pt x="242" y="48"/>
                    <a:pt x="244" y="42"/>
                  </a:cubicBezTo>
                  <a:cubicBezTo>
                    <a:pt x="245" y="39"/>
                    <a:pt x="246" y="37"/>
                    <a:pt x="245" y="37"/>
                  </a:cubicBezTo>
                  <a:lnTo>
                    <a:pt x="245" y="37"/>
                  </a:lnTo>
                  <a:cubicBezTo>
                    <a:pt x="245" y="37"/>
                    <a:pt x="244" y="41"/>
                    <a:pt x="241" y="50"/>
                  </a:cubicBezTo>
                  <a:cubicBezTo>
                    <a:pt x="237" y="67"/>
                    <a:pt x="237" y="67"/>
                    <a:pt x="235" y="67"/>
                  </a:cubicBezTo>
                  <a:cubicBezTo>
                    <a:pt x="234" y="66"/>
                    <a:pt x="234" y="66"/>
                    <a:pt x="237" y="58"/>
                  </a:cubicBezTo>
                  <a:cubicBezTo>
                    <a:pt x="239" y="49"/>
                    <a:pt x="239" y="49"/>
                    <a:pt x="238" y="49"/>
                  </a:cubicBezTo>
                  <a:cubicBezTo>
                    <a:pt x="230" y="61"/>
                    <a:pt x="224" y="74"/>
                    <a:pt x="220" y="88"/>
                  </a:cubicBezTo>
                  <a:cubicBezTo>
                    <a:pt x="218" y="96"/>
                    <a:pt x="216" y="100"/>
                    <a:pt x="216" y="100"/>
                  </a:cubicBezTo>
                  <a:cubicBezTo>
                    <a:pt x="216" y="100"/>
                    <a:pt x="217" y="96"/>
                    <a:pt x="220" y="87"/>
                  </a:cubicBezTo>
                  <a:cubicBezTo>
                    <a:pt x="222" y="79"/>
                    <a:pt x="221" y="79"/>
                    <a:pt x="221" y="79"/>
                  </a:cubicBezTo>
                  <a:lnTo>
                    <a:pt x="221" y="79"/>
                  </a:lnTo>
                  <a:cubicBezTo>
                    <a:pt x="220" y="82"/>
                    <a:pt x="219" y="83"/>
                    <a:pt x="219" y="83"/>
                  </a:cubicBezTo>
                  <a:cubicBezTo>
                    <a:pt x="219" y="83"/>
                    <a:pt x="220" y="79"/>
                    <a:pt x="221" y="79"/>
                  </a:cubicBezTo>
                  <a:cubicBezTo>
                    <a:pt x="221" y="79"/>
                    <a:pt x="221" y="79"/>
                    <a:pt x="221" y="79"/>
                  </a:cubicBezTo>
                  <a:cubicBezTo>
                    <a:pt x="223" y="72"/>
                    <a:pt x="223" y="71"/>
                    <a:pt x="224" y="71"/>
                  </a:cubicBezTo>
                  <a:cubicBezTo>
                    <a:pt x="224" y="71"/>
                    <a:pt x="224" y="71"/>
                    <a:pt x="224" y="71"/>
                  </a:cubicBezTo>
                  <a:lnTo>
                    <a:pt x="226" y="64"/>
                  </a:lnTo>
                  <a:cubicBezTo>
                    <a:pt x="229" y="55"/>
                    <a:pt x="230" y="50"/>
                    <a:pt x="229" y="50"/>
                  </a:cubicBezTo>
                  <a:lnTo>
                    <a:pt x="229" y="50"/>
                  </a:lnTo>
                  <a:cubicBezTo>
                    <a:pt x="229" y="50"/>
                    <a:pt x="227" y="54"/>
                    <a:pt x="224" y="62"/>
                  </a:cubicBezTo>
                  <a:cubicBezTo>
                    <a:pt x="223" y="66"/>
                    <a:pt x="222" y="68"/>
                    <a:pt x="222" y="68"/>
                  </a:cubicBezTo>
                  <a:cubicBezTo>
                    <a:pt x="221" y="68"/>
                    <a:pt x="222" y="66"/>
                    <a:pt x="223" y="61"/>
                  </a:cubicBezTo>
                  <a:cubicBezTo>
                    <a:pt x="224" y="56"/>
                    <a:pt x="225" y="50"/>
                    <a:pt x="225" y="50"/>
                  </a:cubicBezTo>
                  <a:lnTo>
                    <a:pt x="225" y="50"/>
                  </a:lnTo>
                  <a:cubicBezTo>
                    <a:pt x="225" y="50"/>
                    <a:pt x="225" y="51"/>
                    <a:pt x="224" y="53"/>
                  </a:cubicBezTo>
                  <a:cubicBezTo>
                    <a:pt x="224" y="53"/>
                    <a:pt x="222" y="52"/>
                    <a:pt x="224" y="45"/>
                  </a:cubicBezTo>
                  <a:cubicBezTo>
                    <a:pt x="224" y="44"/>
                    <a:pt x="224" y="44"/>
                    <a:pt x="223" y="44"/>
                  </a:cubicBezTo>
                  <a:cubicBezTo>
                    <a:pt x="222" y="44"/>
                    <a:pt x="221" y="46"/>
                    <a:pt x="220" y="51"/>
                  </a:cubicBezTo>
                  <a:cubicBezTo>
                    <a:pt x="217" y="59"/>
                    <a:pt x="216" y="59"/>
                    <a:pt x="215" y="59"/>
                  </a:cubicBezTo>
                  <a:cubicBezTo>
                    <a:pt x="215" y="59"/>
                    <a:pt x="215" y="59"/>
                    <a:pt x="215" y="59"/>
                  </a:cubicBezTo>
                  <a:cubicBezTo>
                    <a:pt x="215" y="59"/>
                    <a:pt x="214" y="60"/>
                    <a:pt x="212" y="67"/>
                  </a:cubicBezTo>
                  <a:cubicBezTo>
                    <a:pt x="210" y="74"/>
                    <a:pt x="207" y="82"/>
                    <a:pt x="205" y="82"/>
                  </a:cubicBezTo>
                  <a:cubicBezTo>
                    <a:pt x="205" y="82"/>
                    <a:pt x="205" y="82"/>
                    <a:pt x="205" y="82"/>
                  </a:cubicBezTo>
                  <a:cubicBezTo>
                    <a:pt x="203" y="85"/>
                    <a:pt x="202" y="87"/>
                    <a:pt x="202" y="87"/>
                  </a:cubicBezTo>
                  <a:cubicBezTo>
                    <a:pt x="201" y="87"/>
                    <a:pt x="202" y="83"/>
                    <a:pt x="205" y="73"/>
                  </a:cubicBezTo>
                  <a:cubicBezTo>
                    <a:pt x="207" y="65"/>
                    <a:pt x="206" y="65"/>
                    <a:pt x="206" y="65"/>
                  </a:cubicBezTo>
                  <a:cubicBezTo>
                    <a:pt x="206" y="65"/>
                    <a:pt x="205" y="64"/>
                    <a:pt x="206" y="56"/>
                  </a:cubicBezTo>
                  <a:cubicBezTo>
                    <a:pt x="207" y="53"/>
                    <a:pt x="207" y="52"/>
                    <a:pt x="207" y="52"/>
                  </a:cubicBezTo>
                  <a:lnTo>
                    <a:pt x="207" y="52"/>
                  </a:lnTo>
                  <a:cubicBezTo>
                    <a:pt x="207" y="52"/>
                    <a:pt x="206" y="58"/>
                    <a:pt x="204" y="64"/>
                  </a:cubicBezTo>
                  <a:lnTo>
                    <a:pt x="198" y="79"/>
                  </a:lnTo>
                  <a:cubicBezTo>
                    <a:pt x="200" y="71"/>
                    <a:pt x="202" y="62"/>
                    <a:pt x="204" y="55"/>
                  </a:cubicBezTo>
                  <a:lnTo>
                    <a:pt x="204" y="55"/>
                  </a:lnTo>
                  <a:cubicBezTo>
                    <a:pt x="202" y="60"/>
                    <a:pt x="200" y="65"/>
                    <a:pt x="200" y="65"/>
                  </a:cubicBezTo>
                  <a:cubicBezTo>
                    <a:pt x="199" y="65"/>
                    <a:pt x="199" y="64"/>
                    <a:pt x="200" y="61"/>
                  </a:cubicBezTo>
                  <a:cubicBezTo>
                    <a:pt x="197" y="61"/>
                    <a:pt x="196" y="60"/>
                    <a:pt x="198" y="52"/>
                  </a:cubicBezTo>
                  <a:cubicBezTo>
                    <a:pt x="199" y="50"/>
                    <a:pt x="199" y="49"/>
                    <a:pt x="199" y="49"/>
                  </a:cubicBezTo>
                  <a:lnTo>
                    <a:pt x="199" y="49"/>
                  </a:lnTo>
                  <a:cubicBezTo>
                    <a:pt x="199" y="49"/>
                    <a:pt x="197" y="52"/>
                    <a:pt x="197" y="52"/>
                  </a:cubicBezTo>
                  <a:cubicBezTo>
                    <a:pt x="196" y="56"/>
                    <a:pt x="195" y="58"/>
                    <a:pt x="194" y="58"/>
                  </a:cubicBezTo>
                  <a:cubicBezTo>
                    <a:pt x="193" y="58"/>
                    <a:pt x="193" y="55"/>
                    <a:pt x="194" y="50"/>
                  </a:cubicBezTo>
                  <a:cubicBezTo>
                    <a:pt x="195" y="42"/>
                    <a:pt x="195" y="37"/>
                    <a:pt x="194" y="37"/>
                  </a:cubicBezTo>
                  <a:lnTo>
                    <a:pt x="194" y="37"/>
                  </a:lnTo>
                  <a:cubicBezTo>
                    <a:pt x="194" y="37"/>
                    <a:pt x="192" y="41"/>
                    <a:pt x="189" y="49"/>
                  </a:cubicBezTo>
                  <a:cubicBezTo>
                    <a:pt x="190" y="46"/>
                    <a:pt x="190" y="45"/>
                    <a:pt x="189" y="45"/>
                  </a:cubicBezTo>
                  <a:cubicBezTo>
                    <a:pt x="188" y="45"/>
                    <a:pt x="186" y="50"/>
                    <a:pt x="184" y="56"/>
                  </a:cubicBezTo>
                  <a:cubicBezTo>
                    <a:pt x="180" y="64"/>
                    <a:pt x="176" y="80"/>
                    <a:pt x="174" y="88"/>
                  </a:cubicBezTo>
                  <a:cubicBezTo>
                    <a:pt x="170" y="97"/>
                    <a:pt x="169" y="101"/>
                    <a:pt x="169" y="101"/>
                  </a:cubicBezTo>
                  <a:cubicBezTo>
                    <a:pt x="169" y="101"/>
                    <a:pt x="169" y="99"/>
                    <a:pt x="169" y="96"/>
                  </a:cubicBezTo>
                  <a:cubicBezTo>
                    <a:pt x="169" y="91"/>
                    <a:pt x="170" y="84"/>
                    <a:pt x="173" y="79"/>
                  </a:cubicBezTo>
                  <a:cubicBezTo>
                    <a:pt x="174" y="72"/>
                    <a:pt x="175" y="71"/>
                    <a:pt x="176" y="71"/>
                  </a:cubicBezTo>
                  <a:cubicBezTo>
                    <a:pt x="176" y="71"/>
                    <a:pt x="176" y="71"/>
                    <a:pt x="176" y="71"/>
                  </a:cubicBezTo>
                  <a:lnTo>
                    <a:pt x="177" y="71"/>
                  </a:lnTo>
                  <a:cubicBezTo>
                    <a:pt x="179" y="64"/>
                    <a:pt x="182" y="55"/>
                    <a:pt x="180" y="55"/>
                  </a:cubicBezTo>
                  <a:cubicBezTo>
                    <a:pt x="181" y="50"/>
                    <a:pt x="181" y="48"/>
                    <a:pt x="181" y="48"/>
                  </a:cubicBezTo>
                  <a:lnTo>
                    <a:pt x="181" y="48"/>
                  </a:lnTo>
                  <a:cubicBezTo>
                    <a:pt x="181" y="48"/>
                    <a:pt x="180" y="50"/>
                    <a:pt x="178" y="53"/>
                  </a:cubicBezTo>
                  <a:cubicBezTo>
                    <a:pt x="180" y="46"/>
                    <a:pt x="179" y="45"/>
                    <a:pt x="177" y="45"/>
                  </a:cubicBezTo>
                  <a:cubicBezTo>
                    <a:pt x="176" y="43"/>
                    <a:pt x="174" y="43"/>
                    <a:pt x="176" y="34"/>
                  </a:cubicBezTo>
                  <a:cubicBezTo>
                    <a:pt x="176" y="34"/>
                    <a:pt x="175" y="34"/>
                    <a:pt x="175" y="34"/>
                  </a:cubicBezTo>
                  <a:cubicBezTo>
                    <a:pt x="174" y="34"/>
                    <a:pt x="173" y="35"/>
                    <a:pt x="170" y="42"/>
                  </a:cubicBezTo>
                  <a:cubicBezTo>
                    <a:pt x="170" y="45"/>
                    <a:pt x="169" y="47"/>
                    <a:pt x="168" y="49"/>
                  </a:cubicBezTo>
                  <a:lnTo>
                    <a:pt x="168" y="49"/>
                  </a:lnTo>
                  <a:cubicBezTo>
                    <a:pt x="170" y="38"/>
                    <a:pt x="168" y="29"/>
                    <a:pt x="165" y="29"/>
                  </a:cubicBezTo>
                  <a:cubicBezTo>
                    <a:pt x="163" y="29"/>
                    <a:pt x="161" y="32"/>
                    <a:pt x="159" y="37"/>
                  </a:cubicBezTo>
                  <a:lnTo>
                    <a:pt x="158" y="37"/>
                  </a:lnTo>
                  <a:cubicBezTo>
                    <a:pt x="159" y="32"/>
                    <a:pt x="158" y="29"/>
                    <a:pt x="156" y="29"/>
                  </a:cubicBezTo>
                  <a:cubicBezTo>
                    <a:pt x="155" y="29"/>
                    <a:pt x="153" y="31"/>
                    <a:pt x="151" y="34"/>
                  </a:cubicBezTo>
                  <a:lnTo>
                    <a:pt x="149" y="33"/>
                  </a:lnTo>
                  <a:cubicBezTo>
                    <a:pt x="150" y="29"/>
                    <a:pt x="150" y="26"/>
                    <a:pt x="149" y="26"/>
                  </a:cubicBezTo>
                  <a:cubicBezTo>
                    <a:pt x="148" y="26"/>
                    <a:pt x="147" y="28"/>
                    <a:pt x="146" y="32"/>
                  </a:cubicBezTo>
                  <a:cubicBezTo>
                    <a:pt x="143" y="38"/>
                    <a:pt x="141" y="43"/>
                    <a:pt x="141" y="43"/>
                  </a:cubicBezTo>
                  <a:cubicBezTo>
                    <a:pt x="141" y="43"/>
                    <a:pt x="142" y="42"/>
                    <a:pt x="142" y="40"/>
                  </a:cubicBezTo>
                  <a:cubicBezTo>
                    <a:pt x="146" y="32"/>
                    <a:pt x="143" y="31"/>
                    <a:pt x="141" y="30"/>
                  </a:cubicBezTo>
                  <a:cubicBezTo>
                    <a:pt x="140" y="30"/>
                    <a:pt x="140" y="29"/>
                    <a:pt x="139" y="29"/>
                  </a:cubicBezTo>
                  <a:cubicBezTo>
                    <a:pt x="138" y="29"/>
                    <a:pt x="138" y="31"/>
                    <a:pt x="137" y="38"/>
                  </a:cubicBezTo>
                  <a:cubicBezTo>
                    <a:pt x="135" y="39"/>
                    <a:pt x="134" y="40"/>
                    <a:pt x="134" y="40"/>
                  </a:cubicBezTo>
                  <a:cubicBezTo>
                    <a:pt x="132" y="40"/>
                    <a:pt x="134" y="34"/>
                    <a:pt x="136" y="28"/>
                  </a:cubicBezTo>
                  <a:cubicBezTo>
                    <a:pt x="138" y="20"/>
                    <a:pt x="139" y="16"/>
                    <a:pt x="139" y="16"/>
                  </a:cubicBezTo>
                  <a:lnTo>
                    <a:pt x="139" y="16"/>
                  </a:lnTo>
                  <a:cubicBezTo>
                    <a:pt x="139" y="16"/>
                    <a:pt x="136" y="22"/>
                    <a:pt x="132" y="36"/>
                  </a:cubicBezTo>
                  <a:cubicBezTo>
                    <a:pt x="129" y="44"/>
                    <a:pt x="127" y="48"/>
                    <a:pt x="126" y="48"/>
                  </a:cubicBezTo>
                  <a:cubicBezTo>
                    <a:pt x="126" y="48"/>
                    <a:pt x="126" y="46"/>
                    <a:pt x="127" y="42"/>
                  </a:cubicBezTo>
                  <a:cubicBezTo>
                    <a:pt x="129" y="37"/>
                    <a:pt x="130" y="35"/>
                    <a:pt x="130" y="35"/>
                  </a:cubicBezTo>
                  <a:cubicBezTo>
                    <a:pt x="131" y="35"/>
                    <a:pt x="131" y="35"/>
                    <a:pt x="131" y="36"/>
                  </a:cubicBezTo>
                  <a:cubicBezTo>
                    <a:pt x="131" y="36"/>
                    <a:pt x="133" y="27"/>
                    <a:pt x="137" y="19"/>
                  </a:cubicBezTo>
                  <a:cubicBezTo>
                    <a:pt x="136" y="19"/>
                    <a:pt x="136" y="19"/>
                    <a:pt x="132" y="27"/>
                  </a:cubicBezTo>
                  <a:cubicBezTo>
                    <a:pt x="132" y="27"/>
                    <a:pt x="131" y="27"/>
                    <a:pt x="128" y="34"/>
                  </a:cubicBezTo>
                  <a:cubicBezTo>
                    <a:pt x="126" y="42"/>
                    <a:pt x="122" y="50"/>
                    <a:pt x="121" y="58"/>
                  </a:cubicBezTo>
                  <a:cubicBezTo>
                    <a:pt x="119" y="65"/>
                    <a:pt x="118" y="66"/>
                    <a:pt x="118" y="66"/>
                  </a:cubicBezTo>
                  <a:cubicBezTo>
                    <a:pt x="118" y="66"/>
                    <a:pt x="118" y="66"/>
                    <a:pt x="118" y="66"/>
                  </a:cubicBezTo>
                  <a:cubicBezTo>
                    <a:pt x="119" y="58"/>
                    <a:pt x="121" y="49"/>
                    <a:pt x="124" y="41"/>
                  </a:cubicBezTo>
                  <a:cubicBezTo>
                    <a:pt x="127" y="37"/>
                    <a:pt x="129" y="31"/>
                    <a:pt x="130" y="25"/>
                  </a:cubicBezTo>
                  <a:cubicBezTo>
                    <a:pt x="130" y="24"/>
                    <a:pt x="130" y="23"/>
                    <a:pt x="130" y="23"/>
                  </a:cubicBezTo>
                  <a:lnTo>
                    <a:pt x="130" y="23"/>
                  </a:lnTo>
                  <a:cubicBezTo>
                    <a:pt x="129" y="23"/>
                    <a:pt x="125" y="31"/>
                    <a:pt x="121" y="41"/>
                  </a:cubicBezTo>
                  <a:lnTo>
                    <a:pt x="121" y="41"/>
                  </a:lnTo>
                  <a:cubicBezTo>
                    <a:pt x="121" y="41"/>
                    <a:pt x="121" y="40"/>
                    <a:pt x="121" y="40"/>
                  </a:cubicBezTo>
                  <a:cubicBezTo>
                    <a:pt x="123" y="32"/>
                    <a:pt x="122" y="31"/>
                    <a:pt x="120" y="31"/>
                  </a:cubicBezTo>
                  <a:cubicBezTo>
                    <a:pt x="120" y="31"/>
                    <a:pt x="119" y="31"/>
                    <a:pt x="119" y="31"/>
                  </a:cubicBezTo>
                  <a:cubicBezTo>
                    <a:pt x="118" y="31"/>
                    <a:pt x="117" y="32"/>
                    <a:pt x="115" y="38"/>
                  </a:cubicBezTo>
                  <a:cubicBezTo>
                    <a:pt x="114" y="43"/>
                    <a:pt x="112" y="49"/>
                    <a:pt x="110" y="53"/>
                  </a:cubicBezTo>
                  <a:cubicBezTo>
                    <a:pt x="109" y="59"/>
                    <a:pt x="108" y="65"/>
                    <a:pt x="105" y="70"/>
                  </a:cubicBezTo>
                  <a:cubicBezTo>
                    <a:pt x="105" y="70"/>
                    <a:pt x="106" y="61"/>
                    <a:pt x="109" y="53"/>
                  </a:cubicBezTo>
                  <a:cubicBezTo>
                    <a:pt x="112" y="37"/>
                    <a:pt x="113" y="28"/>
                    <a:pt x="110" y="27"/>
                  </a:cubicBezTo>
                  <a:cubicBezTo>
                    <a:pt x="109" y="25"/>
                    <a:pt x="106" y="25"/>
                    <a:pt x="109" y="16"/>
                  </a:cubicBezTo>
                  <a:cubicBezTo>
                    <a:pt x="108" y="16"/>
                    <a:pt x="108" y="16"/>
                    <a:pt x="108" y="16"/>
                  </a:cubicBezTo>
                  <a:cubicBezTo>
                    <a:pt x="106" y="16"/>
                    <a:pt x="106" y="17"/>
                    <a:pt x="103" y="24"/>
                  </a:cubicBezTo>
                  <a:lnTo>
                    <a:pt x="102" y="23"/>
                  </a:lnTo>
                  <a:cubicBezTo>
                    <a:pt x="103" y="19"/>
                    <a:pt x="103" y="17"/>
                    <a:pt x="103" y="17"/>
                  </a:cubicBezTo>
                  <a:lnTo>
                    <a:pt x="103" y="17"/>
                  </a:lnTo>
                  <a:cubicBezTo>
                    <a:pt x="102" y="17"/>
                    <a:pt x="101" y="18"/>
                    <a:pt x="100" y="22"/>
                  </a:cubicBezTo>
                  <a:cubicBezTo>
                    <a:pt x="99" y="25"/>
                    <a:pt x="98" y="26"/>
                    <a:pt x="98" y="26"/>
                  </a:cubicBezTo>
                  <a:cubicBezTo>
                    <a:pt x="97" y="26"/>
                    <a:pt x="98" y="22"/>
                    <a:pt x="97" y="21"/>
                  </a:cubicBezTo>
                  <a:cubicBezTo>
                    <a:pt x="99" y="13"/>
                    <a:pt x="101" y="9"/>
                    <a:pt x="100" y="9"/>
                  </a:cubicBezTo>
                  <a:lnTo>
                    <a:pt x="100" y="9"/>
                  </a:lnTo>
                  <a:cubicBezTo>
                    <a:pt x="100" y="9"/>
                    <a:pt x="98" y="15"/>
                    <a:pt x="94" y="29"/>
                  </a:cubicBezTo>
                  <a:cubicBezTo>
                    <a:pt x="94" y="29"/>
                    <a:pt x="94" y="29"/>
                    <a:pt x="94" y="29"/>
                  </a:cubicBezTo>
                  <a:lnTo>
                    <a:pt x="94" y="29"/>
                  </a:lnTo>
                  <a:cubicBezTo>
                    <a:pt x="95" y="23"/>
                    <a:pt x="96" y="20"/>
                    <a:pt x="95" y="20"/>
                  </a:cubicBezTo>
                  <a:lnTo>
                    <a:pt x="95" y="20"/>
                  </a:lnTo>
                  <a:cubicBezTo>
                    <a:pt x="95" y="20"/>
                    <a:pt x="93" y="22"/>
                    <a:pt x="92" y="28"/>
                  </a:cubicBezTo>
                  <a:cubicBezTo>
                    <a:pt x="91" y="28"/>
                    <a:pt x="91" y="28"/>
                    <a:pt x="93" y="20"/>
                  </a:cubicBezTo>
                  <a:cubicBezTo>
                    <a:pt x="94" y="16"/>
                    <a:pt x="94" y="14"/>
                    <a:pt x="94" y="14"/>
                  </a:cubicBezTo>
                  <a:lnTo>
                    <a:pt x="94" y="14"/>
                  </a:lnTo>
                  <a:cubicBezTo>
                    <a:pt x="93" y="14"/>
                    <a:pt x="92" y="18"/>
                    <a:pt x="88" y="27"/>
                  </a:cubicBezTo>
                  <a:cubicBezTo>
                    <a:pt x="86" y="34"/>
                    <a:pt x="84" y="38"/>
                    <a:pt x="84" y="38"/>
                  </a:cubicBezTo>
                  <a:cubicBezTo>
                    <a:pt x="83" y="38"/>
                    <a:pt x="84" y="34"/>
                    <a:pt x="86" y="25"/>
                  </a:cubicBezTo>
                  <a:cubicBezTo>
                    <a:pt x="89" y="15"/>
                    <a:pt x="89" y="11"/>
                    <a:pt x="88" y="11"/>
                  </a:cubicBezTo>
                  <a:lnTo>
                    <a:pt x="88" y="11"/>
                  </a:lnTo>
                  <a:cubicBezTo>
                    <a:pt x="87" y="11"/>
                    <a:pt x="86" y="13"/>
                    <a:pt x="85" y="16"/>
                  </a:cubicBezTo>
                  <a:cubicBezTo>
                    <a:pt x="82" y="25"/>
                    <a:pt x="80" y="29"/>
                    <a:pt x="79" y="29"/>
                  </a:cubicBezTo>
                  <a:cubicBezTo>
                    <a:pt x="78" y="29"/>
                    <a:pt x="79" y="27"/>
                    <a:pt x="80" y="23"/>
                  </a:cubicBezTo>
                  <a:cubicBezTo>
                    <a:pt x="80" y="19"/>
                    <a:pt x="80" y="16"/>
                    <a:pt x="80" y="16"/>
                  </a:cubicBezTo>
                  <a:lnTo>
                    <a:pt x="80" y="16"/>
                  </a:lnTo>
                  <a:cubicBezTo>
                    <a:pt x="80" y="16"/>
                    <a:pt x="79" y="18"/>
                    <a:pt x="77" y="22"/>
                  </a:cubicBezTo>
                  <a:cubicBezTo>
                    <a:pt x="79" y="16"/>
                    <a:pt x="81" y="10"/>
                    <a:pt x="80" y="10"/>
                  </a:cubicBezTo>
                  <a:lnTo>
                    <a:pt x="80" y="10"/>
                  </a:lnTo>
                  <a:cubicBezTo>
                    <a:pt x="80" y="10"/>
                    <a:pt x="79" y="11"/>
                    <a:pt x="78" y="13"/>
                  </a:cubicBezTo>
                  <a:cubicBezTo>
                    <a:pt x="78" y="13"/>
                    <a:pt x="77" y="13"/>
                    <a:pt x="75" y="21"/>
                  </a:cubicBezTo>
                  <a:lnTo>
                    <a:pt x="68" y="37"/>
                  </a:lnTo>
                  <a:cubicBezTo>
                    <a:pt x="68" y="42"/>
                    <a:pt x="66" y="48"/>
                    <a:pt x="64" y="53"/>
                  </a:cubicBezTo>
                  <a:cubicBezTo>
                    <a:pt x="63" y="55"/>
                    <a:pt x="63" y="56"/>
                    <a:pt x="63" y="56"/>
                  </a:cubicBezTo>
                  <a:cubicBezTo>
                    <a:pt x="62" y="56"/>
                    <a:pt x="63" y="47"/>
                    <a:pt x="67" y="28"/>
                  </a:cubicBezTo>
                  <a:lnTo>
                    <a:pt x="72" y="11"/>
                  </a:lnTo>
                  <a:lnTo>
                    <a:pt x="72" y="11"/>
                  </a:lnTo>
                  <a:lnTo>
                    <a:pt x="66" y="27"/>
                  </a:lnTo>
                  <a:cubicBezTo>
                    <a:pt x="65" y="27"/>
                    <a:pt x="65" y="27"/>
                    <a:pt x="67" y="18"/>
                  </a:cubicBezTo>
                  <a:cubicBezTo>
                    <a:pt x="71" y="10"/>
                    <a:pt x="71" y="10"/>
                    <a:pt x="69" y="10"/>
                  </a:cubicBezTo>
                  <a:cubicBezTo>
                    <a:pt x="69" y="10"/>
                    <a:pt x="68" y="10"/>
                    <a:pt x="66" y="18"/>
                  </a:cubicBezTo>
                  <a:cubicBezTo>
                    <a:pt x="63" y="27"/>
                    <a:pt x="61" y="31"/>
                    <a:pt x="61" y="31"/>
                  </a:cubicBezTo>
                  <a:cubicBezTo>
                    <a:pt x="61" y="31"/>
                    <a:pt x="62" y="29"/>
                    <a:pt x="63" y="25"/>
                  </a:cubicBezTo>
                  <a:cubicBezTo>
                    <a:pt x="65" y="17"/>
                    <a:pt x="66" y="13"/>
                    <a:pt x="65" y="13"/>
                  </a:cubicBezTo>
                  <a:lnTo>
                    <a:pt x="65" y="13"/>
                  </a:lnTo>
                  <a:cubicBezTo>
                    <a:pt x="65" y="13"/>
                    <a:pt x="63" y="17"/>
                    <a:pt x="60" y="24"/>
                  </a:cubicBezTo>
                  <a:cubicBezTo>
                    <a:pt x="58" y="32"/>
                    <a:pt x="56" y="36"/>
                    <a:pt x="56" y="36"/>
                  </a:cubicBezTo>
                  <a:cubicBezTo>
                    <a:pt x="56" y="36"/>
                    <a:pt x="57" y="32"/>
                    <a:pt x="59" y="24"/>
                  </a:cubicBezTo>
                  <a:cubicBezTo>
                    <a:pt x="62" y="19"/>
                    <a:pt x="63" y="13"/>
                    <a:pt x="64" y="7"/>
                  </a:cubicBezTo>
                  <a:lnTo>
                    <a:pt x="64" y="7"/>
                  </a:lnTo>
                  <a:lnTo>
                    <a:pt x="60" y="15"/>
                  </a:lnTo>
                  <a:cubicBezTo>
                    <a:pt x="58" y="24"/>
                    <a:pt x="56" y="28"/>
                    <a:pt x="56" y="28"/>
                  </a:cubicBezTo>
                  <a:cubicBezTo>
                    <a:pt x="56" y="28"/>
                    <a:pt x="56" y="26"/>
                    <a:pt x="57" y="22"/>
                  </a:cubicBezTo>
                  <a:cubicBezTo>
                    <a:pt x="58" y="18"/>
                    <a:pt x="58" y="16"/>
                    <a:pt x="58" y="16"/>
                  </a:cubicBezTo>
                  <a:lnTo>
                    <a:pt x="58" y="16"/>
                  </a:lnTo>
                  <a:cubicBezTo>
                    <a:pt x="58" y="16"/>
                    <a:pt x="57" y="18"/>
                    <a:pt x="55" y="22"/>
                  </a:cubicBezTo>
                  <a:cubicBezTo>
                    <a:pt x="53" y="21"/>
                    <a:pt x="53" y="21"/>
                    <a:pt x="55" y="13"/>
                  </a:cubicBezTo>
                  <a:cubicBezTo>
                    <a:pt x="58" y="5"/>
                    <a:pt x="59" y="0"/>
                    <a:pt x="59" y="0"/>
                  </a:cubicBezTo>
                  <a:close/>
                  <a:moveTo>
                    <a:pt x="161" y="283"/>
                  </a:moveTo>
                  <a:lnTo>
                    <a:pt x="156" y="300"/>
                  </a:lnTo>
                  <a:cubicBezTo>
                    <a:pt x="155" y="304"/>
                    <a:pt x="155" y="305"/>
                    <a:pt x="155" y="305"/>
                  </a:cubicBezTo>
                  <a:cubicBezTo>
                    <a:pt x="155" y="305"/>
                    <a:pt x="157" y="302"/>
                    <a:pt x="160" y="292"/>
                  </a:cubicBezTo>
                  <a:cubicBezTo>
                    <a:pt x="163" y="283"/>
                    <a:pt x="163" y="283"/>
                    <a:pt x="161" y="28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33"/>
            <p:cNvSpPr/>
            <p:nvPr/>
          </p:nvSpPr>
          <p:spPr>
            <a:xfrm>
              <a:off x="3100295" y="2126923"/>
              <a:ext cx="233049" cy="230052"/>
            </a:xfrm>
            <a:custGeom>
              <a:avLst/>
              <a:gdLst/>
              <a:ahLst/>
              <a:cxnLst/>
              <a:rect l="l" t="t" r="r" b="b"/>
              <a:pathLst>
                <a:path w="2333" h="2303" extrusionOk="0">
                  <a:moveTo>
                    <a:pt x="49" y="57"/>
                  </a:moveTo>
                  <a:cubicBezTo>
                    <a:pt x="50" y="57"/>
                    <a:pt x="47" y="60"/>
                    <a:pt x="42" y="66"/>
                  </a:cubicBezTo>
                  <a:cubicBezTo>
                    <a:pt x="37" y="71"/>
                    <a:pt x="33" y="76"/>
                    <a:pt x="29" y="76"/>
                  </a:cubicBezTo>
                  <a:cubicBezTo>
                    <a:pt x="28" y="76"/>
                    <a:pt x="28" y="76"/>
                    <a:pt x="27" y="75"/>
                  </a:cubicBezTo>
                  <a:cubicBezTo>
                    <a:pt x="24" y="76"/>
                    <a:pt x="22" y="76"/>
                    <a:pt x="20" y="76"/>
                  </a:cubicBezTo>
                  <a:cubicBezTo>
                    <a:pt x="12" y="76"/>
                    <a:pt x="22" y="68"/>
                    <a:pt x="37" y="63"/>
                  </a:cubicBezTo>
                  <a:cubicBezTo>
                    <a:pt x="44" y="59"/>
                    <a:pt x="48" y="57"/>
                    <a:pt x="49" y="57"/>
                  </a:cubicBezTo>
                  <a:close/>
                  <a:moveTo>
                    <a:pt x="1108" y="245"/>
                  </a:moveTo>
                  <a:lnTo>
                    <a:pt x="1108" y="245"/>
                  </a:lnTo>
                  <a:cubicBezTo>
                    <a:pt x="1108" y="245"/>
                    <a:pt x="1108" y="246"/>
                    <a:pt x="1108" y="248"/>
                  </a:cubicBezTo>
                  <a:lnTo>
                    <a:pt x="1108" y="248"/>
                  </a:lnTo>
                  <a:cubicBezTo>
                    <a:pt x="1108" y="246"/>
                    <a:pt x="1108" y="245"/>
                    <a:pt x="1108" y="245"/>
                  </a:cubicBezTo>
                  <a:close/>
                  <a:moveTo>
                    <a:pt x="1108" y="248"/>
                  </a:moveTo>
                  <a:lnTo>
                    <a:pt x="1108" y="248"/>
                  </a:lnTo>
                  <a:cubicBezTo>
                    <a:pt x="1109" y="250"/>
                    <a:pt x="1109" y="253"/>
                    <a:pt x="1109" y="258"/>
                  </a:cubicBezTo>
                  <a:lnTo>
                    <a:pt x="1109" y="258"/>
                  </a:lnTo>
                  <a:cubicBezTo>
                    <a:pt x="1109" y="256"/>
                    <a:pt x="1109" y="254"/>
                    <a:pt x="1110" y="250"/>
                  </a:cubicBezTo>
                  <a:cubicBezTo>
                    <a:pt x="1109" y="249"/>
                    <a:pt x="1109" y="248"/>
                    <a:pt x="1108" y="248"/>
                  </a:cubicBezTo>
                  <a:close/>
                  <a:moveTo>
                    <a:pt x="1063" y="272"/>
                  </a:moveTo>
                  <a:cubicBezTo>
                    <a:pt x="1060" y="272"/>
                    <a:pt x="1059" y="275"/>
                    <a:pt x="1060" y="275"/>
                  </a:cubicBezTo>
                  <a:cubicBezTo>
                    <a:pt x="1060" y="275"/>
                    <a:pt x="1061" y="274"/>
                    <a:pt x="1063" y="272"/>
                  </a:cubicBezTo>
                  <a:close/>
                  <a:moveTo>
                    <a:pt x="1045" y="278"/>
                  </a:moveTo>
                  <a:lnTo>
                    <a:pt x="1049" y="280"/>
                  </a:lnTo>
                  <a:lnTo>
                    <a:pt x="1052" y="287"/>
                  </a:lnTo>
                  <a:lnTo>
                    <a:pt x="1048" y="287"/>
                  </a:lnTo>
                  <a:cubicBezTo>
                    <a:pt x="1043" y="287"/>
                    <a:pt x="1043" y="287"/>
                    <a:pt x="1045" y="278"/>
                  </a:cubicBezTo>
                  <a:close/>
                  <a:moveTo>
                    <a:pt x="1094" y="282"/>
                  </a:moveTo>
                  <a:lnTo>
                    <a:pt x="1097" y="291"/>
                  </a:lnTo>
                  <a:lnTo>
                    <a:pt x="1093" y="291"/>
                  </a:lnTo>
                  <a:cubicBezTo>
                    <a:pt x="1088" y="290"/>
                    <a:pt x="1088" y="290"/>
                    <a:pt x="1089" y="282"/>
                  </a:cubicBezTo>
                  <a:close/>
                  <a:moveTo>
                    <a:pt x="825" y="272"/>
                  </a:moveTo>
                  <a:cubicBezTo>
                    <a:pt x="826" y="272"/>
                    <a:pt x="826" y="273"/>
                    <a:pt x="826" y="275"/>
                  </a:cubicBezTo>
                  <a:lnTo>
                    <a:pt x="826" y="283"/>
                  </a:lnTo>
                  <a:cubicBezTo>
                    <a:pt x="823" y="289"/>
                    <a:pt x="819" y="294"/>
                    <a:pt x="817" y="294"/>
                  </a:cubicBezTo>
                  <a:cubicBezTo>
                    <a:pt x="817" y="294"/>
                    <a:pt x="817" y="293"/>
                    <a:pt x="817" y="291"/>
                  </a:cubicBezTo>
                  <a:cubicBezTo>
                    <a:pt x="817" y="285"/>
                    <a:pt x="819" y="280"/>
                    <a:pt x="821" y="275"/>
                  </a:cubicBezTo>
                  <a:cubicBezTo>
                    <a:pt x="821" y="275"/>
                    <a:pt x="824" y="272"/>
                    <a:pt x="825" y="272"/>
                  </a:cubicBezTo>
                  <a:close/>
                  <a:moveTo>
                    <a:pt x="1123" y="285"/>
                  </a:moveTo>
                  <a:cubicBezTo>
                    <a:pt x="1123" y="285"/>
                    <a:pt x="1124" y="285"/>
                    <a:pt x="1125" y="285"/>
                  </a:cubicBezTo>
                  <a:cubicBezTo>
                    <a:pt x="1134" y="285"/>
                    <a:pt x="1134" y="285"/>
                    <a:pt x="1129" y="293"/>
                  </a:cubicBezTo>
                  <a:cubicBezTo>
                    <a:pt x="1126" y="297"/>
                    <a:pt x="1124" y="299"/>
                    <a:pt x="1123" y="299"/>
                  </a:cubicBezTo>
                  <a:cubicBezTo>
                    <a:pt x="1121" y="299"/>
                    <a:pt x="1120" y="297"/>
                    <a:pt x="1120" y="293"/>
                  </a:cubicBezTo>
                  <a:cubicBezTo>
                    <a:pt x="1121" y="286"/>
                    <a:pt x="1121" y="285"/>
                    <a:pt x="1123" y="285"/>
                  </a:cubicBezTo>
                  <a:close/>
                  <a:moveTo>
                    <a:pt x="1003" y="284"/>
                  </a:moveTo>
                  <a:cubicBezTo>
                    <a:pt x="1005" y="290"/>
                    <a:pt x="1008" y="295"/>
                    <a:pt x="1008" y="301"/>
                  </a:cubicBezTo>
                  <a:lnTo>
                    <a:pt x="1003" y="301"/>
                  </a:lnTo>
                  <a:cubicBezTo>
                    <a:pt x="999" y="301"/>
                    <a:pt x="999" y="293"/>
                    <a:pt x="999" y="293"/>
                  </a:cubicBezTo>
                  <a:cubicBezTo>
                    <a:pt x="999" y="293"/>
                    <a:pt x="999" y="284"/>
                    <a:pt x="1003" y="284"/>
                  </a:cubicBezTo>
                  <a:close/>
                  <a:moveTo>
                    <a:pt x="669" y="286"/>
                  </a:moveTo>
                  <a:cubicBezTo>
                    <a:pt x="673" y="287"/>
                    <a:pt x="671" y="303"/>
                    <a:pt x="661" y="311"/>
                  </a:cubicBezTo>
                  <a:cubicBezTo>
                    <a:pt x="656" y="310"/>
                    <a:pt x="656" y="310"/>
                    <a:pt x="658" y="302"/>
                  </a:cubicBezTo>
                  <a:cubicBezTo>
                    <a:pt x="659" y="294"/>
                    <a:pt x="663" y="286"/>
                    <a:pt x="669" y="286"/>
                  </a:cubicBezTo>
                  <a:close/>
                  <a:moveTo>
                    <a:pt x="1209" y="334"/>
                  </a:moveTo>
                  <a:cubicBezTo>
                    <a:pt x="1209" y="334"/>
                    <a:pt x="1209" y="334"/>
                    <a:pt x="1210" y="335"/>
                  </a:cubicBezTo>
                  <a:lnTo>
                    <a:pt x="1213" y="342"/>
                  </a:lnTo>
                  <a:cubicBezTo>
                    <a:pt x="1212" y="350"/>
                    <a:pt x="1210" y="350"/>
                    <a:pt x="1209" y="350"/>
                  </a:cubicBezTo>
                  <a:cubicBezTo>
                    <a:pt x="1209" y="350"/>
                    <a:pt x="1208" y="350"/>
                    <a:pt x="1208" y="350"/>
                  </a:cubicBezTo>
                  <a:cubicBezTo>
                    <a:pt x="1204" y="350"/>
                    <a:pt x="1204" y="350"/>
                    <a:pt x="1205" y="341"/>
                  </a:cubicBezTo>
                  <a:cubicBezTo>
                    <a:pt x="1205" y="341"/>
                    <a:pt x="1205" y="334"/>
                    <a:pt x="1209" y="334"/>
                  </a:cubicBezTo>
                  <a:close/>
                  <a:moveTo>
                    <a:pt x="1156" y="337"/>
                  </a:moveTo>
                  <a:cubicBezTo>
                    <a:pt x="1156" y="337"/>
                    <a:pt x="1157" y="337"/>
                    <a:pt x="1157" y="337"/>
                  </a:cubicBezTo>
                  <a:lnTo>
                    <a:pt x="1160" y="345"/>
                  </a:lnTo>
                  <a:lnTo>
                    <a:pt x="1156" y="353"/>
                  </a:lnTo>
                  <a:lnTo>
                    <a:pt x="1151" y="353"/>
                  </a:lnTo>
                  <a:cubicBezTo>
                    <a:pt x="1151" y="345"/>
                    <a:pt x="1152" y="337"/>
                    <a:pt x="1156" y="337"/>
                  </a:cubicBezTo>
                  <a:close/>
                  <a:moveTo>
                    <a:pt x="1572" y="379"/>
                  </a:moveTo>
                  <a:cubicBezTo>
                    <a:pt x="1572" y="379"/>
                    <a:pt x="1573" y="379"/>
                    <a:pt x="1573" y="379"/>
                  </a:cubicBezTo>
                  <a:lnTo>
                    <a:pt x="1577" y="382"/>
                  </a:lnTo>
                  <a:cubicBezTo>
                    <a:pt x="1574" y="387"/>
                    <a:pt x="1571" y="392"/>
                    <a:pt x="1566" y="395"/>
                  </a:cubicBezTo>
                  <a:lnTo>
                    <a:pt x="1563" y="393"/>
                  </a:lnTo>
                  <a:cubicBezTo>
                    <a:pt x="1566" y="386"/>
                    <a:pt x="1569" y="379"/>
                    <a:pt x="1572" y="379"/>
                  </a:cubicBezTo>
                  <a:close/>
                  <a:moveTo>
                    <a:pt x="1724" y="465"/>
                  </a:moveTo>
                  <a:cubicBezTo>
                    <a:pt x="1728" y="465"/>
                    <a:pt x="1731" y="468"/>
                    <a:pt x="1733" y="470"/>
                  </a:cubicBezTo>
                  <a:cubicBezTo>
                    <a:pt x="1732" y="477"/>
                    <a:pt x="1726" y="481"/>
                    <a:pt x="1722" y="481"/>
                  </a:cubicBezTo>
                  <a:cubicBezTo>
                    <a:pt x="1721" y="481"/>
                    <a:pt x="1721" y="481"/>
                    <a:pt x="1720" y="480"/>
                  </a:cubicBezTo>
                  <a:cubicBezTo>
                    <a:pt x="1713" y="475"/>
                    <a:pt x="1713" y="475"/>
                    <a:pt x="1718" y="468"/>
                  </a:cubicBezTo>
                  <a:cubicBezTo>
                    <a:pt x="1720" y="466"/>
                    <a:pt x="1722" y="465"/>
                    <a:pt x="1724" y="465"/>
                  </a:cubicBezTo>
                  <a:close/>
                  <a:moveTo>
                    <a:pt x="1907" y="703"/>
                  </a:moveTo>
                  <a:cubicBezTo>
                    <a:pt x="1909" y="703"/>
                    <a:pt x="1910" y="704"/>
                    <a:pt x="1911" y="705"/>
                  </a:cubicBezTo>
                  <a:lnTo>
                    <a:pt x="1904" y="713"/>
                  </a:lnTo>
                  <a:lnTo>
                    <a:pt x="1896" y="711"/>
                  </a:lnTo>
                  <a:lnTo>
                    <a:pt x="1894" y="707"/>
                  </a:lnTo>
                  <a:cubicBezTo>
                    <a:pt x="1899" y="705"/>
                    <a:pt x="1904" y="703"/>
                    <a:pt x="1907" y="703"/>
                  </a:cubicBezTo>
                  <a:close/>
                  <a:moveTo>
                    <a:pt x="1875" y="768"/>
                  </a:moveTo>
                  <a:cubicBezTo>
                    <a:pt x="1877" y="768"/>
                    <a:pt x="1879" y="769"/>
                    <a:pt x="1879" y="770"/>
                  </a:cubicBezTo>
                  <a:lnTo>
                    <a:pt x="1880" y="773"/>
                  </a:lnTo>
                  <a:cubicBezTo>
                    <a:pt x="1875" y="774"/>
                    <a:pt x="1869" y="774"/>
                    <a:pt x="1863" y="774"/>
                  </a:cubicBezTo>
                  <a:lnTo>
                    <a:pt x="1862" y="770"/>
                  </a:lnTo>
                  <a:cubicBezTo>
                    <a:pt x="1867" y="769"/>
                    <a:pt x="1872" y="768"/>
                    <a:pt x="1875" y="768"/>
                  </a:cubicBezTo>
                  <a:close/>
                  <a:moveTo>
                    <a:pt x="1938" y="825"/>
                  </a:moveTo>
                  <a:cubicBezTo>
                    <a:pt x="1943" y="825"/>
                    <a:pt x="1949" y="826"/>
                    <a:pt x="1954" y="828"/>
                  </a:cubicBezTo>
                  <a:cubicBezTo>
                    <a:pt x="1954" y="830"/>
                    <a:pt x="1951" y="831"/>
                    <a:pt x="1947" y="831"/>
                  </a:cubicBezTo>
                  <a:cubicBezTo>
                    <a:pt x="1943" y="831"/>
                    <a:pt x="1938" y="830"/>
                    <a:pt x="1934" y="830"/>
                  </a:cubicBezTo>
                  <a:cubicBezTo>
                    <a:pt x="1932" y="830"/>
                    <a:pt x="1931" y="830"/>
                    <a:pt x="1930" y="830"/>
                  </a:cubicBezTo>
                  <a:cubicBezTo>
                    <a:pt x="1930" y="826"/>
                    <a:pt x="1930" y="826"/>
                    <a:pt x="1938" y="825"/>
                  </a:cubicBezTo>
                  <a:close/>
                  <a:moveTo>
                    <a:pt x="1936" y="928"/>
                  </a:moveTo>
                  <a:cubicBezTo>
                    <a:pt x="1944" y="929"/>
                    <a:pt x="1952" y="929"/>
                    <a:pt x="1952" y="934"/>
                  </a:cubicBezTo>
                  <a:lnTo>
                    <a:pt x="1943" y="937"/>
                  </a:lnTo>
                  <a:lnTo>
                    <a:pt x="1935" y="932"/>
                  </a:lnTo>
                  <a:lnTo>
                    <a:pt x="1936" y="928"/>
                  </a:lnTo>
                  <a:close/>
                  <a:moveTo>
                    <a:pt x="1874" y="1189"/>
                  </a:moveTo>
                  <a:cubicBezTo>
                    <a:pt x="1875" y="1189"/>
                    <a:pt x="1876" y="1190"/>
                    <a:pt x="1876" y="1192"/>
                  </a:cubicBezTo>
                  <a:cubicBezTo>
                    <a:pt x="1871" y="1190"/>
                    <a:pt x="1872" y="1189"/>
                    <a:pt x="1874" y="1189"/>
                  </a:cubicBezTo>
                  <a:close/>
                  <a:moveTo>
                    <a:pt x="1855" y="1204"/>
                  </a:moveTo>
                  <a:cubicBezTo>
                    <a:pt x="1862" y="1206"/>
                    <a:pt x="1870" y="1208"/>
                    <a:pt x="1869" y="1213"/>
                  </a:cubicBezTo>
                  <a:lnTo>
                    <a:pt x="1860" y="1215"/>
                  </a:lnTo>
                  <a:lnTo>
                    <a:pt x="1853" y="1208"/>
                  </a:lnTo>
                  <a:lnTo>
                    <a:pt x="1855" y="1204"/>
                  </a:lnTo>
                  <a:close/>
                  <a:moveTo>
                    <a:pt x="1853" y="1238"/>
                  </a:moveTo>
                  <a:cubicBezTo>
                    <a:pt x="1861" y="1239"/>
                    <a:pt x="1861" y="1239"/>
                    <a:pt x="1860" y="1243"/>
                  </a:cubicBezTo>
                  <a:cubicBezTo>
                    <a:pt x="1857" y="1245"/>
                    <a:pt x="1854" y="1245"/>
                    <a:pt x="1850" y="1245"/>
                  </a:cubicBezTo>
                  <a:cubicBezTo>
                    <a:pt x="1848" y="1245"/>
                    <a:pt x="1846" y="1245"/>
                    <a:pt x="1843" y="1244"/>
                  </a:cubicBezTo>
                  <a:lnTo>
                    <a:pt x="1843" y="1243"/>
                  </a:lnTo>
                  <a:cubicBezTo>
                    <a:pt x="1835" y="1242"/>
                    <a:pt x="1837" y="1238"/>
                    <a:pt x="1853" y="1238"/>
                  </a:cubicBezTo>
                  <a:close/>
                  <a:moveTo>
                    <a:pt x="1845" y="1317"/>
                  </a:moveTo>
                  <a:cubicBezTo>
                    <a:pt x="1847" y="1317"/>
                    <a:pt x="1849" y="1317"/>
                    <a:pt x="1849" y="1317"/>
                  </a:cubicBezTo>
                  <a:cubicBezTo>
                    <a:pt x="1857" y="1318"/>
                    <a:pt x="1848" y="1322"/>
                    <a:pt x="1847" y="1326"/>
                  </a:cubicBezTo>
                  <a:cubicBezTo>
                    <a:pt x="1844" y="1327"/>
                    <a:pt x="1842" y="1327"/>
                    <a:pt x="1840" y="1327"/>
                  </a:cubicBezTo>
                  <a:cubicBezTo>
                    <a:pt x="1838" y="1327"/>
                    <a:pt x="1838" y="1325"/>
                    <a:pt x="1840" y="1319"/>
                  </a:cubicBezTo>
                  <a:cubicBezTo>
                    <a:pt x="1841" y="1317"/>
                    <a:pt x="1843" y="1317"/>
                    <a:pt x="1845" y="1317"/>
                  </a:cubicBezTo>
                  <a:close/>
                  <a:moveTo>
                    <a:pt x="1732" y="1324"/>
                  </a:moveTo>
                  <a:cubicBezTo>
                    <a:pt x="1730" y="1324"/>
                    <a:pt x="1730" y="1325"/>
                    <a:pt x="1729" y="1328"/>
                  </a:cubicBezTo>
                  <a:cubicBezTo>
                    <a:pt x="1727" y="1335"/>
                    <a:pt x="1727" y="1337"/>
                    <a:pt x="1729" y="1337"/>
                  </a:cubicBezTo>
                  <a:cubicBezTo>
                    <a:pt x="1730" y="1337"/>
                    <a:pt x="1732" y="1336"/>
                    <a:pt x="1736" y="1335"/>
                  </a:cubicBezTo>
                  <a:cubicBezTo>
                    <a:pt x="1737" y="1331"/>
                    <a:pt x="1738" y="1325"/>
                    <a:pt x="1738" y="1325"/>
                  </a:cubicBezTo>
                  <a:cubicBezTo>
                    <a:pt x="1735" y="1325"/>
                    <a:pt x="1733" y="1324"/>
                    <a:pt x="1732" y="1324"/>
                  </a:cubicBezTo>
                  <a:close/>
                  <a:moveTo>
                    <a:pt x="1793" y="1337"/>
                  </a:moveTo>
                  <a:lnTo>
                    <a:pt x="1793" y="1337"/>
                  </a:lnTo>
                  <a:cubicBezTo>
                    <a:pt x="1798" y="1339"/>
                    <a:pt x="1797" y="1340"/>
                    <a:pt x="1796" y="1340"/>
                  </a:cubicBezTo>
                  <a:cubicBezTo>
                    <a:pt x="1794" y="1340"/>
                    <a:pt x="1793" y="1339"/>
                    <a:pt x="1793" y="1337"/>
                  </a:cubicBezTo>
                  <a:close/>
                  <a:moveTo>
                    <a:pt x="1995" y="1379"/>
                  </a:moveTo>
                  <a:cubicBezTo>
                    <a:pt x="1993" y="1379"/>
                    <a:pt x="1993" y="1380"/>
                    <a:pt x="1993" y="1382"/>
                  </a:cubicBezTo>
                  <a:cubicBezTo>
                    <a:pt x="1997" y="1386"/>
                    <a:pt x="2001" y="1388"/>
                    <a:pt x="2007" y="1389"/>
                  </a:cubicBezTo>
                  <a:cubicBezTo>
                    <a:pt x="2008" y="1389"/>
                    <a:pt x="2010" y="1390"/>
                    <a:pt x="2011" y="1390"/>
                  </a:cubicBezTo>
                  <a:cubicBezTo>
                    <a:pt x="2015" y="1390"/>
                    <a:pt x="2013" y="1386"/>
                    <a:pt x="2001" y="1380"/>
                  </a:cubicBezTo>
                  <a:cubicBezTo>
                    <a:pt x="1998" y="1379"/>
                    <a:pt x="1996" y="1379"/>
                    <a:pt x="1995" y="1379"/>
                  </a:cubicBezTo>
                  <a:close/>
                  <a:moveTo>
                    <a:pt x="1829" y="1398"/>
                  </a:moveTo>
                  <a:cubicBezTo>
                    <a:pt x="1829" y="1398"/>
                    <a:pt x="1830" y="1398"/>
                    <a:pt x="1831" y="1398"/>
                  </a:cubicBezTo>
                  <a:cubicBezTo>
                    <a:pt x="1831" y="1398"/>
                    <a:pt x="1839" y="1400"/>
                    <a:pt x="1838" y="1405"/>
                  </a:cubicBezTo>
                  <a:cubicBezTo>
                    <a:pt x="1838" y="1409"/>
                    <a:pt x="1829" y="1413"/>
                    <a:pt x="1829" y="1413"/>
                  </a:cubicBezTo>
                  <a:cubicBezTo>
                    <a:pt x="1821" y="1411"/>
                    <a:pt x="1821" y="1406"/>
                    <a:pt x="1821" y="1406"/>
                  </a:cubicBezTo>
                  <a:cubicBezTo>
                    <a:pt x="1822" y="1402"/>
                    <a:pt x="1823" y="1398"/>
                    <a:pt x="1829" y="1398"/>
                  </a:cubicBezTo>
                  <a:close/>
                  <a:moveTo>
                    <a:pt x="1775" y="1424"/>
                  </a:moveTo>
                  <a:cubicBezTo>
                    <a:pt x="1773" y="1424"/>
                    <a:pt x="1769" y="1424"/>
                    <a:pt x="1768" y="1427"/>
                  </a:cubicBezTo>
                  <a:lnTo>
                    <a:pt x="1767" y="1433"/>
                  </a:lnTo>
                  <a:cubicBezTo>
                    <a:pt x="1773" y="1433"/>
                    <a:pt x="1779" y="1432"/>
                    <a:pt x="1784" y="1429"/>
                  </a:cubicBezTo>
                  <a:cubicBezTo>
                    <a:pt x="1785" y="1425"/>
                    <a:pt x="1777" y="1424"/>
                    <a:pt x="1777" y="1424"/>
                  </a:cubicBezTo>
                  <a:cubicBezTo>
                    <a:pt x="1777" y="1424"/>
                    <a:pt x="1776" y="1424"/>
                    <a:pt x="1775" y="1424"/>
                  </a:cubicBezTo>
                  <a:close/>
                  <a:moveTo>
                    <a:pt x="1789" y="1480"/>
                  </a:moveTo>
                  <a:cubicBezTo>
                    <a:pt x="1790" y="1480"/>
                    <a:pt x="1792" y="1481"/>
                    <a:pt x="1795" y="1481"/>
                  </a:cubicBezTo>
                  <a:lnTo>
                    <a:pt x="1795" y="1486"/>
                  </a:lnTo>
                  <a:lnTo>
                    <a:pt x="1786" y="1490"/>
                  </a:lnTo>
                  <a:lnTo>
                    <a:pt x="1786" y="1484"/>
                  </a:lnTo>
                  <a:cubicBezTo>
                    <a:pt x="1786" y="1481"/>
                    <a:pt x="1786" y="1480"/>
                    <a:pt x="1789" y="1480"/>
                  </a:cubicBezTo>
                  <a:close/>
                  <a:moveTo>
                    <a:pt x="1789" y="1523"/>
                  </a:moveTo>
                  <a:cubicBezTo>
                    <a:pt x="1792" y="1523"/>
                    <a:pt x="1796" y="1524"/>
                    <a:pt x="1801" y="1525"/>
                  </a:cubicBezTo>
                  <a:lnTo>
                    <a:pt x="1801" y="1535"/>
                  </a:lnTo>
                  <a:cubicBezTo>
                    <a:pt x="1793" y="1535"/>
                    <a:pt x="1784" y="1535"/>
                    <a:pt x="1784" y="1530"/>
                  </a:cubicBezTo>
                  <a:cubicBezTo>
                    <a:pt x="1778" y="1526"/>
                    <a:pt x="1781" y="1523"/>
                    <a:pt x="1789" y="1523"/>
                  </a:cubicBezTo>
                  <a:close/>
                  <a:moveTo>
                    <a:pt x="1842" y="1563"/>
                  </a:moveTo>
                  <a:cubicBezTo>
                    <a:pt x="1842" y="1567"/>
                    <a:pt x="1850" y="1572"/>
                    <a:pt x="1842" y="1572"/>
                  </a:cubicBezTo>
                  <a:cubicBezTo>
                    <a:pt x="1842" y="1573"/>
                    <a:pt x="1842" y="1573"/>
                    <a:pt x="1841" y="1573"/>
                  </a:cubicBezTo>
                  <a:cubicBezTo>
                    <a:pt x="1839" y="1573"/>
                    <a:pt x="1833" y="1567"/>
                    <a:pt x="1833" y="1563"/>
                  </a:cubicBezTo>
                  <a:close/>
                  <a:moveTo>
                    <a:pt x="1763" y="1607"/>
                  </a:moveTo>
                  <a:lnTo>
                    <a:pt x="1746" y="1609"/>
                  </a:lnTo>
                  <a:lnTo>
                    <a:pt x="1755" y="1608"/>
                  </a:lnTo>
                  <a:lnTo>
                    <a:pt x="1763" y="1607"/>
                  </a:lnTo>
                  <a:close/>
                  <a:moveTo>
                    <a:pt x="1829" y="1658"/>
                  </a:moveTo>
                  <a:cubicBezTo>
                    <a:pt x="1832" y="1658"/>
                    <a:pt x="1835" y="1659"/>
                    <a:pt x="1835" y="1662"/>
                  </a:cubicBezTo>
                  <a:lnTo>
                    <a:pt x="1835" y="1666"/>
                  </a:lnTo>
                  <a:cubicBezTo>
                    <a:pt x="1834" y="1666"/>
                    <a:pt x="1832" y="1667"/>
                    <a:pt x="1831" y="1667"/>
                  </a:cubicBezTo>
                  <a:cubicBezTo>
                    <a:pt x="1827" y="1667"/>
                    <a:pt x="1823" y="1666"/>
                    <a:pt x="1819" y="1665"/>
                  </a:cubicBezTo>
                  <a:lnTo>
                    <a:pt x="1819" y="1659"/>
                  </a:lnTo>
                  <a:cubicBezTo>
                    <a:pt x="1822" y="1659"/>
                    <a:pt x="1826" y="1658"/>
                    <a:pt x="1829" y="1658"/>
                  </a:cubicBezTo>
                  <a:close/>
                  <a:moveTo>
                    <a:pt x="1792" y="1703"/>
                  </a:moveTo>
                  <a:cubicBezTo>
                    <a:pt x="1794" y="1703"/>
                    <a:pt x="1797" y="1703"/>
                    <a:pt x="1802" y="1703"/>
                  </a:cubicBezTo>
                  <a:lnTo>
                    <a:pt x="1820" y="1709"/>
                  </a:lnTo>
                  <a:cubicBezTo>
                    <a:pt x="1820" y="1711"/>
                    <a:pt x="1819" y="1711"/>
                    <a:pt x="1815" y="1711"/>
                  </a:cubicBezTo>
                  <a:cubicBezTo>
                    <a:pt x="1811" y="1711"/>
                    <a:pt x="1804" y="1710"/>
                    <a:pt x="1795" y="1710"/>
                  </a:cubicBezTo>
                  <a:cubicBezTo>
                    <a:pt x="1788" y="1704"/>
                    <a:pt x="1786" y="1703"/>
                    <a:pt x="1792" y="1703"/>
                  </a:cubicBezTo>
                  <a:close/>
                  <a:moveTo>
                    <a:pt x="1868" y="1796"/>
                  </a:moveTo>
                  <a:cubicBezTo>
                    <a:pt x="1873" y="1796"/>
                    <a:pt x="1878" y="1797"/>
                    <a:pt x="1881" y="1800"/>
                  </a:cubicBezTo>
                  <a:cubicBezTo>
                    <a:pt x="1884" y="1804"/>
                    <a:pt x="1885" y="1807"/>
                    <a:pt x="1885" y="1807"/>
                  </a:cubicBezTo>
                  <a:lnTo>
                    <a:pt x="1866" y="1805"/>
                  </a:lnTo>
                  <a:cubicBezTo>
                    <a:pt x="1840" y="1805"/>
                    <a:pt x="1840" y="1805"/>
                    <a:pt x="1855" y="1800"/>
                  </a:cubicBezTo>
                  <a:cubicBezTo>
                    <a:pt x="1859" y="1797"/>
                    <a:pt x="1864" y="1796"/>
                    <a:pt x="1868" y="1796"/>
                  </a:cubicBezTo>
                  <a:close/>
                  <a:moveTo>
                    <a:pt x="1849" y="1828"/>
                  </a:moveTo>
                  <a:lnTo>
                    <a:pt x="1858" y="1829"/>
                  </a:lnTo>
                  <a:lnTo>
                    <a:pt x="1852" y="1837"/>
                  </a:lnTo>
                  <a:cubicBezTo>
                    <a:pt x="1851" y="1837"/>
                    <a:pt x="1849" y="1838"/>
                    <a:pt x="1848" y="1838"/>
                  </a:cubicBezTo>
                  <a:cubicBezTo>
                    <a:pt x="1844" y="1838"/>
                    <a:pt x="1843" y="1834"/>
                    <a:pt x="1841" y="1831"/>
                  </a:cubicBezTo>
                  <a:lnTo>
                    <a:pt x="1849" y="1828"/>
                  </a:lnTo>
                  <a:close/>
                  <a:moveTo>
                    <a:pt x="1992" y="1966"/>
                  </a:moveTo>
                  <a:cubicBezTo>
                    <a:pt x="1990" y="1966"/>
                    <a:pt x="1989" y="1966"/>
                    <a:pt x="1989" y="1966"/>
                  </a:cubicBezTo>
                  <a:cubicBezTo>
                    <a:pt x="1982" y="1971"/>
                    <a:pt x="1986" y="1975"/>
                    <a:pt x="1988" y="1978"/>
                  </a:cubicBezTo>
                  <a:cubicBezTo>
                    <a:pt x="1987" y="1986"/>
                    <a:pt x="1990" y="1989"/>
                    <a:pt x="1994" y="1989"/>
                  </a:cubicBezTo>
                  <a:cubicBezTo>
                    <a:pt x="1996" y="1989"/>
                    <a:pt x="2000" y="1987"/>
                    <a:pt x="2003" y="1985"/>
                  </a:cubicBezTo>
                  <a:cubicBezTo>
                    <a:pt x="2009" y="1980"/>
                    <a:pt x="2006" y="1976"/>
                    <a:pt x="2001" y="1969"/>
                  </a:cubicBezTo>
                  <a:cubicBezTo>
                    <a:pt x="1999" y="1966"/>
                    <a:pt x="1994" y="1966"/>
                    <a:pt x="1992" y="1966"/>
                  </a:cubicBezTo>
                  <a:close/>
                  <a:moveTo>
                    <a:pt x="2004" y="2004"/>
                  </a:moveTo>
                  <a:cubicBezTo>
                    <a:pt x="2006" y="2004"/>
                    <a:pt x="2007" y="2004"/>
                    <a:pt x="2008" y="2004"/>
                  </a:cubicBezTo>
                  <a:lnTo>
                    <a:pt x="2014" y="2012"/>
                  </a:lnTo>
                  <a:cubicBezTo>
                    <a:pt x="2011" y="2014"/>
                    <a:pt x="2007" y="2014"/>
                    <a:pt x="2004" y="2014"/>
                  </a:cubicBezTo>
                  <a:cubicBezTo>
                    <a:pt x="2000" y="2014"/>
                    <a:pt x="1996" y="2013"/>
                    <a:pt x="1993" y="2011"/>
                  </a:cubicBezTo>
                  <a:cubicBezTo>
                    <a:pt x="1989" y="2008"/>
                    <a:pt x="1995" y="2004"/>
                    <a:pt x="2004" y="2004"/>
                  </a:cubicBezTo>
                  <a:close/>
                  <a:moveTo>
                    <a:pt x="1945" y="2016"/>
                  </a:moveTo>
                  <a:lnTo>
                    <a:pt x="1945" y="2016"/>
                  </a:lnTo>
                  <a:cubicBezTo>
                    <a:pt x="1945" y="2016"/>
                    <a:pt x="1945" y="2016"/>
                    <a:pt x="1945" y="2016"/>
                  </a:cubicBezTo>
                  <a:cubicBezTo>
                    <a:pt x="1945" y="2016"/>
                    <a:pt x="1945" y="2016"/>
                    <a:pt x="1945" y="2016"/>
                  </a:cubicBezTo>
                  <a:close/>
                  <a:moveTo>
                    <a:pt x="2303" y="2121"/>
                  </a:moveTo>
                  <a:cubicBezTo>
                    <a:pt x="2300" y="2121"/>
                    <a:pt x="2297" y="2128"/>
                    <a:pt x="2294" y="2134"/>
                  </a:cubicBezTo>
                  <a:lnTo>
                    <a:pt x="2298" y="2136"/>
                  </a:lnTo>
                  <a:cubicBezTo>
                    <a:pt x="2302" y="2133"/>
                    <a:pt x="2305" y="2128"/>
                    <a:pt x="2308" y="2123"/>
                  </a:cubicBezTo>
                  <a:lnTo>
                    <a:pt x="2304" y="2122"/>
                  </a:lnTo>
                  <a:cubicBezTo>
                    <a:pt x="2304" y="2121"/>
                    <a:pt x="2304" y="2121"/>
                    <a:pt x="2303" y="2121"/>
                  </a:cubicBezTo>
                  <a:close/>
                  <a:moveTo>
                    <a:pt x="2198" y="2183"/>
                  </a:moveTo>
                  <a:cubicBezTo>
                    <a:pt x="2201" y="2186"/>
                    <a:pt x="2201" y="2196"/>
                    <a:pt x="2197" y="2202"/>
                  </a:cubicBezTo>
                  <a:cubicBezTo>
                    <a:pt x="2195" y="2213"/>
                    <a:pt x="2194" y="2217"/>
                    <a:pt x="2191" y="2217"/>
                  </a:cubicBezTo>
                  <a:cubicBezTo>
                    <a:pt x="2190" y="2217"/>
                    <a:pt x="2188" y="2216"/>
                    <a:pt x="2184" y="2214"/>
                  </a:cubicBezTo>
                  <a:cubicBezTo>
                    <a:pt x="2181" y="2211"/>
                    <a:pt x="2176" y="2208"/>
                    <a:pt x="2181" y="2201"/>
                  </a:cubicBezTo>
                  <a:lnTo>
                    <a:pt x="2181" y="2201"/>
                  </a:lnTo>
                  <a:lnTo>
                    <a:pt x="2184" y="2203"/>
                  </a:lnTo>
                  <a:cubicBezTo>
                    <a:pt x="2183" y="2206"/>
                    <a:pt x="2183" y="2207"/>
                    <a:pt x="2184" y="2207"/>
                  </a:cubicBezTo>
                  <a:cubicBezTo>
                    <a:pt x="2186" y="2207"/>
                    <a:pt x="2189" y="2203"/>
                    <a:pt x="2189" y="2197"/>
                  </a:cubicBezTo>
                  <a:lnTo>
                    <a:pt x="2198" y="2183"/>
                  </a:lnTo>
                  <a:close/>
                  <a:moveTo>
                    <a:pt x="2241" y="2226"/>
                  </a:moveTo>
                  <a:cubicBezTo>
                    <a:pt x="2242" y="2226"/>
                    <a:pt x="2243" y="2227"/>
                    <a:pt x="2244" y="2227"/>
                  </a:cubicBezTo>
                  <a:lnTo>
                    <a:pt x="2245" y="2237"/>
                  </a:lnTo>
                  <a:cubicBezTo>
                    <a:pt x="2243" y="2240"/>
                    <a:pt x="2241" y="2242"/>
                    <a:pt x="2239" y="2242"/>
                  </a:cubicBezTo>
                  <a:cubicBezTo>
                    <a:pt x="2237" y="2242"/>
                    <a:pt x="2235" y="2240"/>
                    <a:pt x="2233" y="2239"/>
                  </a:cubicBezTo>
                  <a:cubicBezTo>
                    <a:pt x="2228" y="2237"/>
                    <a:pt x="2228" y="2237"/>
                    <a:pt x="2231" y="2230"/>
                  </a:cubicBezTo>
                  <a:cubicBezTo>
                    <a:pt x="2231" y="2230"/>
                    <a:pt x="2237" y="2226"/>
                    <a:pt x="2241" y="2226"/>
                  </a:cubicBezTo>
                  <a:close/>
                  <a:moveTo>
                    <a:pt x="2151" y="2230"/>
                  </a:moveTo>
                  <a:cubicBezTo>
                    <a:pt x="2146" y="2237"/>
                    <a:pt x="2146" y="2237"/>
                    <a:pt x="2151" y="2240"/>
                  </a:cubicBezTo>
                  <a:lnTo>
                    <a:pt x="2155" y="2243"/>
                  </a:lnTo>
                  <a:lnTo>
                    <a:pt x="2155" y="2234"/>
                  </a:lnTo>
                  <a:lnTo>
                    <a:pt x="2151" y="2230"/>
                  </a:lnTo>
                  <a:close/>
                  <a:moveTo>
                    <a:pt x="89" y="1"/>
                  </a:moveTo>
                  <a:cubicBezTo>
                    <a:pt x="86" y="1"/>
                    <a:pt x="82" y="6"/>
                    <a:pt x="78" y="10"/>
                  </a:cubicBezTo>
                  <a:lnTo>
                    <a:pt x="71" y="5"/>
                  </a:lnTo>
                  <a:cubicBezTo>
                    <a:pt x="71" y="5"/>
                    <a:pt x="70" y="4"/>
                    <a:pt x="68" y="4"/>
                  </a:cubicBezTo>
                  <a:cubicBezTo>
                    <a:pt x="67" y="4"/>
                    <a:pt x="64" y="4"/>
                    <a:pt x="62" y="7"/>
                  </a:cubicBezTo>
                  <a:cubicBezTo>
                    <a:pt x="60" y="10"/>
                    <a:pt x="58" y="11"/>
                    <a:pt x="56" y="11"/>
                  </a:cubicBezTo>
                  <a:cubicBezTo>
                    <a:pt x="53" y="11"/>
                    <a:pt x="52" y="9"/>
                    <a:pt x="50" y="7"/>
                  </a:cubicBezTo>
                  <a:cubicBezTo>
                    <a:pt x="52" y="5"/>
                    <a:pt x="52" y="4"/>
                    <a:pt x="51" y="4"/>
                  </a:cubicBezTo>
                  <a:cubicBezTo>
                    <a:pt x="50" y="4"/>
                    <a:pt x="45" y="7"/>
                    <a:pt x="44" y="13"/>
                  </a:cubicBezTo>
                  <a:cubicBezTo>
                    <a:pt x="40" y="18"/>
                    <a:pt x="35" y="23"/>
                    <a:pt x="32" y="23"/>
                  </a:cubicBezTo>
                  <a:cubicBezTo>
                    <a:pt x="31" y="23"/>
                    <a:pt x="30" y="22"/>
                    <a:pt x="29" y="22"/>
                  </a:cubicBezTo>
                  <a:lnTo>
                    <a:pt x="17" y="33"/>
                  </a:lnTo>
                  <a:cubicBezTo>
                    <a:pt x="6" y="45"/>
                    <a:pt x="0" y="51"/>
                    <a:pt x="2" y="63"/>
                  </a:cubicBezTo>
                  <a:cubicBezTo>
                    <a:pt x="9" y="79"/>
                    <a:pt x="15" y="92"/>
                    <a:pt x="22" y="92"/>
                  </a:cubicBezTo>
                  <a:cubicBezTo>
                    <a:pt x="24" y="92"/>
                    <a:pt x="27" y="91"/>
                    <a:pt x="29" y="88"/>
                  </a:cubicBezTo>
                  <a:cubicBezTo>
                    <a:pt x="29" y="88"/>
                    <a:pt x="32" y="87"/>
                    <a:pt x="35" y="87"/>
                  </a:cubicBezTo>
                  <a:cubicBezTo>
                    <a:pt x="38" y="87"/>
                    <a:pt x="40" y="87"/>
                    <a:pt x="42" y="89"/>
                  </a:cubicBezTo>
                  <a:cubicBezTo>
                    <a:pt x="46" y="91"/>
                    <a:pt x="45" y="101"/>
                    <a:pt x="45" y="101"/>
                  </a:cubicBezTo>
                  <a:cubicBezTo>
                    <a:pt x="39" y="107"/>
                    <a:pt x="55" y="121"/>
                    <a:pt x="77" y="136"/>
                  </a:cubicBezTo>
                  <a:cubicBezTo>
                    <a:pt x="102" y="154"/>
                    <a:pt x="115" y="163"/>
                    <a:pt x="115" y="172"/>
                  </a:cubicBezTo>
                  <a:cubicBezTo>
                    <a:pt x="116" y="182"/>
                    <a:pt x="120" y="185"/>
                    <a:pt x="120" y="185"/>
                  </a:cubicBezTo>
                  <a:cubicBezTo>
                    <a:pt x="121" y="184"/>
                    <a:pt x="122" y="183"/>
                    <a:pt x="124" y="183"/>
                  </a:cubicBezTo>
                  <a:cubicBezTo>
                    <a:pt x="133" y="183"/>
                    <a:pt x="156" y="197"/>
                    <a:pt x="183" y="211"/>
                  </a:cubicBezTo>
                  <a:cubicBezTo>
                    <a:pt x="208" y="225"/>
                    <a:pt x="235" y="237"/>
                    <a:pt x="245" y="237"/>
                  </a:cubicBezTo>
                  <a:cubicBezTo>
                    <a:pt x="248" y="237"/>
                    <a:pt x="250" y="236"/>
                    <a:pt x="250" y="235"/>
                  </a:cubicBezTo>
                  <a:lnTo>
                    <a:pt x="259" y="238"/>
                  </a:lnTo>
                  <a:cubicBezTo>
                    <a:pt x="257" y="246"/>
                    <a:pt x="266" y="249"/>
                    <a:pt x="275" y="254"/>
                  </a:cubicBezTo>
                  <a:cubicBezTo>
                    <a:pt x="279" y="253"/>
                    <a:pt x="283" y="252"/>
                    <a:pt x="286" y="252"/>
                  </a:cubicBezTo>
                  <a:cubicBezTo>
                    <a:pt x="290" y="252"/>
                    <a:pt x="294" y="253"/>
                    <a:pt x="297" y="254"/>
                  </a:cubicBezTo>
                  <a:cubicBezTo>
                    <a:pt x="294" y="261"/>
                    <a:pt x="299" y="263"/>
                    <a:pt x="309" y="266"/>
                  </a:cubicBezTo>
                  <a:cubicBezTo>
                    <a:pt x="313" y="268"/>
                    <a:pt x="316" y="269"/>
                    <a:pt x="319" y="269"/>
                  </a:cubicBezTo>
                  <a:cubicBezTo>
                    <a:pt x="322" y="269"/>
                    <a:pt x="324" y="267"/>
                    <a:pt x="326" y="264"/>
                  </a:cubicBezTo>
                  <a:cubicBezTo>
                    <a:pt x="330" y="265"/>
                    <a:pt x="364" y="276"/>
                    <a:pt x="375" y="287"/>
                  </a:cubicBezTo>
                  <a:cubicBezTo>
                    <a:pt x="376" y="291"/>
                    <a:pt x="378" y="293"/>
                    <a:pt x="380" y="293"/>
                  </a:cubicBezTo>
                  <a:cubicBezTo>
                    <a:pt x="383" y="293"/>
                    <a:pt x="387" y="288"/>
                    <a:pt x="392" y="284"/>
                  </a:cubicBezTo>
                  <a:cubicBezTo>
                    <a:pt x="394" y="277"/>
                    <a:pt x="400" y="271"/>
                    <a:pt x="404" y="271"/>
                  </a:cubicBezTo>
                  <a:cubicBezTo>
                    <a:pt x="405" y="271"/>
                    <a:pt x="405" y="271"/>
                    <a:pt x="405" y="271"/>
                  </a:cubicBezTo>
                  <a:lnTo>
                    <a:pt x="401" y="286"/>
                  </a:lnTo>
                  <a:cubicBezTo>
                    <a:pt x="394" y="293"/>
                    <a:pt x="394" y="293"/>
                    <a:pt x="404" y="296"/>
                  </a:cubicBezTo>
                  <a:lnTo>
                    <a:pt x="413" y="299"/>
                  </a:lnTo>
                  <a:cubicBezTo>
                    <a:pt x="414" y="296"/>
                    <a:pt x="417" y="295"/>
                    <a:pt x="421" y="295"/>
                  </a:cubicBezTo>
                  <a:cubicBezTo>
                    <a:pt x="431" y="295"/>
                    <a:pt x="450" y="300"/>
                    <a:pt x="472" y="304"/>
                  </a:cubicBezTo>
                  <a:cubicBezTo>
                    <a:pt x="497" y="310"/>
                    <a:pt x="513" y="312"/>
                    <a:pt x="521" y="312"/>
                  </a:cubicBezTo>
                  <a:cubicBezTo>
                    <a:pt x="528" y="312"/>
                    <a:pt x="530" y="311"/>
                    <a:pt x="531" y="308"/>
                  </a:cubicBezTo>
                  <a:cubicBezTo>
                    <a:pt x="532" y="304"/>
                    <a:pt x="533" y="302"/>
                    <a:pt x="536" y="302"/>
                  </a:cubicBezTo>
                  <a:cubicBezTo>
                    <a:pt x="538" y="302"/>
                    <a:pt x="543" y="305"/>
                    <a:pt x="550" y="311"/>
                  </a:cubicBezTo>
                  <a:cubicBezTo>
                    <a:pt x="566" y="330"/>
                    <a:pt x="572" y="337"/>
                    <a:pt x="576" y="337"/>
                  </a:cubicBezTo>
                  <a:cubicBezTo>
                    <a:pt x="578" y="337"/>
                    <a:pt x="579" y="335"/>
                    <a:pt x="581" y="332"/>
                  </a:cubicBezTo>
                  <a:cubicBezTo>
                    <a:pt x="577" y="332"/>
                    <a:pt x="578" y="324"/>
                    <a:pt x="579" y="316"/>
                  </a:cubicBezTo>
                  <a:cubicBezTo>
                    <a:pt x="580" y="308"/>
                    <a:pt x="582" y="304"/>
                    <a:pt x="583" y="304"/>
                  </a:cubicBezTo>
                  <a:cubicBezTo>
                    <a:pt x="585" y="304"/>
                    <a:pt x="587" y="309"/>
                    <a:pt x="588" y="318"/>
                  </a:cubicBezTo>
                  <a:cubicBezTo>
                    <a:pt x="587" y="326"/>
                    <a:pt x="606" y="330"/>
                    <a:pt x="625" y="330"/>
                  </a:cubicBezTo>
                  <a:cubicBezTo>
                    <a:pt x="643" y="330"/>
                    <a:pt x="662" y="326"/>
                    <a:pt x="664" y="319"/>
                  </a:cubicBezTo>
                  <a:cubicBezTo>
                    <a:pt x="665" y="316"/>
                    <a:pt x="665" y="314"/>
                    <a:pt x="665" y="314"/>
                  </a:cubicBezTo>
                  <a:lnTo>
                    <a:pt x="665" y="314"/>
                  </a:lnTo>
                  <a:cubicBezTo>
                    <a:pt x="665" y="314"/>
                    <a:pt x="665" y="318"/>
                    <a:pt x="664" y="327"/>
                  </a:cubicBezTo>
                  <a:cubicBezTo>
                    <a:pt x="663" y="335"/>
                    <a:pt x="668" y="336"/>
                    <a:pt x="687" y="338"/>
                  </a:cubicBezTo>
                  <a:lnTo>
                    <a:pt x="701" y="339"/>
                  </a:lnTo>
                  <a:cubicBezTo>
                    <a:pt x="702" y="333"/>
                    <a:pt x="706" y="330"/>
                    <a:pt x="711" y="330"/>
                  </a:cubicBezTo>
                  <a:cubicBezTo>
                    <a:pt x="720" y="330"/>
                    <a:pt x="730" y="336"/>
                    <a:pt x="729" y="341"/>
                  </a:cubicBezTo>
                  <a:cubicBezTo>
                    <a:pt x="734" y="350"/>
                    <a:pt x="734" y="350"/>
                    <a:pt x="743" y="350"/>
                  </a:cubicBezTo>
                  <a:cubicBezTo>
                    <a:pt x="748" y="345"/>
                    <a:pt x="755" y="343"/>
                    <a:pt x="761" y="343"/>
                  </a:cubicBezTo>
                  <a:cubicBezTo>
                    <a:pt x="771" y="343"/>
                    <a:pt x="781" y="349"/>
                    <a:pt x="780" y="354"/>
                  </a:cubicBezTo>
                  <a:lnTo>
                    <a:pt x="790" y="354"/>
                  </a:lnTo>
                  <a:cubicBezTo>
                    <a:pt x="794" y="349"/>
                    <a:pt x="799" y="347"/>
                    <a:pt x="805" y="347"/>
                  </a:cubicBezTo>
                  <a:cubicBezTo>
                    <a:pt x="806" y="347"/>
                    <a:pt x="808" y="347"/>
                    <a:pt x="809" y="347"/>
                  </a:cubicBezTo>
                  <a:cubicBezTo>
                    <a:pt x="813" y="347"/>
                    <a:pt x="816" y="347"/>
                    <a:pt x="818" y="347"/>
                  </a:cubicBezTo>
                  <a:cubicBezTo>
                    <a:pt x="824" y="347"/>
                    <a:pt x="826" y="346"/>
                    <a:pt x="822" y="340"/>
                  </a:cubicBezTo>
                  <a:cubicBezTo>
                    <a:pt x="824" y="333"/>
                    <a:pt x="824" y="324"/>
                    <a:pt x="827" y="324"/>
                  </a:cubicBezTo>
                  <a:cubicBezTo>
                    <a:pt x="828" y="324"/>
                    <a:pt x="828" y="324"/>
                    <a:pt x="828" y="324"/>
                  </a:cubicBezTo>
                  <a:lnTo>
                    <a:pt x="828" y="332"/>
                  </a:lnTo>
                  <a:cubicBezTo>
                    <a:pt x="827" y="340"/>
                    <a:pt x="842" y="341"/>
                    <a:pt x="860" y="342"/>
                  </a:cubicBezTo>
                  <a:cubicBezTo>
                    <a:pt x="882" y="344"/>
                    <a:pt x="892" y="344"/>
                    <a:pt x="895" y="353"/>
                  </a:cubicBezTo>
                  <a:lnTo>
                    <a:pt x="901" y="345"/>
                  </a:lnTo>
                  <a:cubicBezTo>
                    <a:pt x="903" y="341"/>
                    <a:pt x="906" y="339"/>
                    <a:pt x="907" y="339"/>
                  </a:cubicBezTo>
                  <a:cubicBezTo>
                    <a:pt x="909" y="339"/>
                    <a:pt x="910" y="341"/>
                    <a:pt x="910" y="345"/>
                  </a:cubicBezTo>
                  <a:cubicBezTo>
                    <a:pt x="912" y="349"/>
                    <a:pt x="919" y="352"/>
                    <a:pt x="925" y="352"/>
                  </a:cubicBezTo>
                  <a:cubicBezTo>
                    <a:pt x="931" y="352"/>
                    <a:pt x="937" y="350"/>
                    <a:pt x="941" y="347"/>
                  </a:cubicBezTo>
                  <a:lnTo>
                    <a:pt x="950" y="347"/>
                  </a:lnTo>
                  <a:cubicBezTo>
                    <a:pt x="953" y="355"/>
                    <a:pt x="957" y="360"/>
                    <a:pt x="962" y="360"/>
                  </a:cubicBezTo>
                  <a:cubicBezTo>
                    <a:pt x="966" y="360"/>
                    <a:pt x="971" y="356"/>
                    <a:pt x="973" y="348"/>
                  </a:cubicBezTo>
                  <a:cubicBezTo>
                    <a:pt x="973" y="356"/>
                    <a:pt x="977" y="357"/>
                    <a:pt x="982" y="357"/>
                  </a:cubicBezTo>
                  <a:cubicBezTo>
                    <a:pt x="986" y="353"/>
                    <a:pt x="992" y="352"/>
                    <a:pt x="997" y="352"/>
                  </a:cubicBezTo>
                  <a:cubicBezTo>
                    <a:pt x="1004" y="352"/>
                    <a:pt x="1009" y="354"/>
                    <a:pt x="1009" y="358"/>
                  </a:cubicBezTo>
                  <a:lnTo>
                    <a:pt x="1013" y="358"/>
                  </a:lnTo>
                  <a:cubicBezTo>
                    <a:pt x="1015" y="354"/>
                    <a:pt x="1020" y="351"/>
                    <a:pt x="1024" y="351"/>
                  </a:cubicBezTo>
                  <a:cubicBezTo>
                    <a:pt x="1025" y="351"/>
                    <a:pt x="1026" y="351"/>
                    <a:pt x="1027" y="351"/>
                  </a:cubicBezTo>
                  <a:cubicBezTo>
                    <a:pt x="1027" y="352"/>
                    <a:pt x="1028" y="352"/>
                    <a:pt x="1029" y="352"/>
                  </a:cubicBezTo>
                  <a:cubicBezTo>
                    <a:pt x="1034" y="352"/>
                    <a:pt x="1038" y="348"/>
                    <a:pt x="1040" y="344"/>
                  </a:cubicBezTo>
                  <a:cubicBezTo>
                    <a:pt x="1044" y="337"/>
                    <a:pt x="1048" y="337"/>
                    <a:pt x="1050" y="337"/>
                  </a:cubicBezTo>
                  <a:cubicBezTo>
                    <a:pt x="1050" y="337"/>
                    <a:pt x="1050" y="337"/>
                    <a:pt x="1050" y="337"/>
                  </a:cubicBezTo>
                  <a:cubicBezTo>
                    <a:pt x="1055" y="337"/>
                    <a:pt x="1049" y="345"/>
                    <a:pt x="1045" y="353"/>
                  </a:cubicBezTo>
                  <a:cubicBezTo>
                    <a:pt x="1041" y="355"/>
                    <a:pt x="1041" y="357"/>
                    <a:pt x="1044" y="357"/>
                  </a:cubicBezTo>
                  <a:cubicBezTo>
                    <a:pt x="1047" y="357"/>
                    <a:pt x="1055" y="354"/>
                    <a:pt x="1063" y="346"/>
                  </a:cubicBezTo>
                  <a:cubicBezTo>
                    <a:pt x="1070" y="338"/>
                    <a:pt x="1073" y="334"/>
                    <a:pt x="1074" y="334"/>
                  </a:cubicBezTo>
                  <a:lnTo>
                    <a:pt x="1074" y="334"/>
                  </a:lnTo>
                  <a:cubicBezTo>
                    <a:pt x="1075" y="334"/>
                    <a:pt x="1072" y="338"/>
                    <a:pt x="1067" y="346"/>
                  </a:cubicBezTo>
                  <a:cubicBezTo>
                    <a:pt x="1064" y="351"/>
                    <a:pt x="1060" y="357"/>
                    <a:pt x="1062" y="357"/>
                  </a:cubicBezTo>
                  <a:cubicBezTo>
                    <a:pt x="1062" y="357"/>
                    <a:pt x="1064" y="356"/>
                    <a:pt x="1067" y="354"/>
                  </a:cubicBezTo>
                  <a:cubicBezTo>
                    <a:pt x="1067" y="354"/>
                    <a:pt x="1067" y="354"/>
                    <a:pt x="1068" y="354"/>
                  </a:cubicBezTo>
                  <a:cubicBezTo>
                    <a:pt x="1070" y="354"/>
                    <a:pt x="1076" y="353"/>
                    <a:pt x="1076" y="346"/>
                  </a:cubicBezTo>
                  <a:lnTo>
                    <a:pt x="1089" y="347"/>
                  </a:lnTo>
                  <a:cubicBezTo>
                    <a:pt x="1097" y="356"/>
                    <a:pt x="1102" y="356"/>
                    <a:pt x="1106" y="357"/>
                  </a:cubicBezTo>
                  <a:cubicBezTo>
                    <a:pt x="1109" y="353"/>
                    <a:pt x="1110" y="351"/>
                    <a:pt x="1111" y="351"/>
                  </a:cubicBezTo>
                  <a:cubicBezTo>
                    <a:pt x="1112" y="351"/>
                    <a:pt x="1113" y="353"/>
                    <a:pt x="1115" y="357"/>
                  </a:cubicBezTo>
                  <a:cubicBezTo>
                    <a:pt x="1115" y="361"/>
                    <a:pt x="1115" y="363"/>
                    <a:pt x="1116" y="363"/>
                  </a:cubicBezTo>
                  <a:cubicBezTo>
                    <a:pt x="1117" y="363"/>
                    <a:pt x="1119" y="359"/>
                    <a:pt x="1120" y="349"/>
                  </a:cubicBezTo>
                  <a:cubicBezTo>
                    <a:pt x="1122" y="346"/>
                    <a:pt x="1125" y="344"/>
                    <a:pt x="1127" y="344"/>
                  </a:cubicBezTo>
                  <a:cubicBezTo>
                    <a:pt x="1129" y="344"/>
                    <a:pt x="1131" y="346"/>
                    <a:pt x="1133" y="350"/>
                  </a:cubicBezTo>
                  <a:cubicBezTo>
                    <a:pt x="1133" y="360"/>
                    <a:pt x="1134" y="364"/>
                    <a:pt x="1135" y="364"/>
                  </a:cubicBezTo>
                  <a:cubicBezTo>
                    <a:pt x="1136" y="364"/>
                    <a:pt x="1137" y="362"/>
                    <a:pt x="1137" y="359"/>
                  </a:cubicBezTo>
                  <a:cubicBezTo>
                    <a:pt x="1142" y="351"/>
                    <a:pt x="1147" y="351"/>
                    <a:pt x="1147" y="351"/>
                  </a:cubicBezTo>
                  <a:lnTo>
                    <a:pt x="1147" y="351"/>
                  </a:lnTo>
                  <a:cubicBezTo>
                    <a:pt x="1146" y="360"/>
                    <a:pt x="1185" y="364"/>
                    <a:pt x="1223" y="368"/>
                  </a:cubicBezTo>
                  <a:cubicBezTo>
                    <a:pt x="1223" y="368"/>
                    <a:pt x="1224" y="368"/>
                    <a:pt x="1224" y="368"/>
                  </a:cubicBezTo>
                  <a:cubicBezTo>
                    <a:pt x="1228" y="368"/>
                    <a:pt x="1232" y="361"/>
                    <a:pt x="1233" y="354"/>
                  </a:cubicBezTo>
                  <a:cubicBezTo>
                    <a:pt x="1234" y="347"/>
                    <a:pt x="1234" y="345"/>
                    <a:pt x="1235" y="345"/>
                  </a:cubicBezTo>
                  <a:cubicBezTo>
                    <a:pt x="1235" y="345"/>
                    <a:pt x="1236" y="350"/>
                    <a:pt x="1238" y="355"/>
                  </a:cubicBezTo>
                  <a:cubicBezTo>
                    <a:pt x="1238" y="367"/>
                    <a:pt x="1241" y="374"/>
                    <a:pt x="1243" y="374"/>
                  </a:cubicBezTo>
                  <a:cubicBezTo>
                    <a:pt x="1245" y="374"/>
                    <a:pt x="1247" y="368"/>
                    <a:pt x="1247" y="356"/>
                  </a:cubicBezTo>
                  <a:cubicBezTo>
                    <a:pt x="1245" y="347"/>
                    <a:pt x="1245" y="343"/>
                    <a:pt x="1245" y="343"/>
                  </a:cubicBezTo>
                  <a:lnTo>
                    <a:pt x="1245" y="343"/>
                  </a:lnTo>
                  <a:cubicBezTo>
                    <a:pt x="1246" y="343"/>
                    <a:pt x="1247" y="347"/>
                    <a:pt x="1250" y="356"/>
                  </a:cubicBezTo>
                  <a:cubicBezTo>
                    <a:pt x="1252" y="361"/>
                    <a:pt x="1252" y="363"/>
                    <a:pt x="1254" y="363"/>
                  </a:cubicBezTo>
                  <a:cubicBezTo>
                    <a:pt x="1255" y="363"/>
                    <a:pt x="1256" y="361"/>
                    <a:pt x="1259" y="357"/>
                  </a:cubicBezTo>
                  <a:cubicBezTo>
                    <a:pt x="1259" y="353"/>
                    <a:pt x="1261" y="352"/>
                    <a:pt x="1262" y="352"/>
                  </a:cubicBezTo>
                  <a:cubicBezTo>
                    <a:pt x="1263" y="352"/>
                    <a:pt x="1264" y="354"/>
                    <a:pt x="1263" y="358"/>
                  </a:cubicBezTo>
                  <a:cubicBezTo>
                    <a:pt x="1266" y="365"/>
                    <a:pt x="1268" y="370"/>
                    <a:pt x="1269" y="370"/>
                  </a:cubicBezTo>
                  <a:cubicBezTo>
                    <a:pt x="1269" y="370"/>
                    <a:pt x="1270" y="369"/>
                    <a:pt x="1270" y="367"/>
                  </a:cubicBezTo>
                  <a:cubicBezTo>
                    <a:pt x="1270" y="367"/>
                    <a:pt x="1275" y="368"/>
                    <a:pt x="1278" y="377"/>
                  </a:cubicBezTo>
                  <a:cubicBezTo>
                    <a:pt x="1279" y="380"/>
                    <a:pt x="1280" y="381"/>
                    <a:pt x="1281" y="381"/>
                  </a:cubicBezTo>
                  <a:cubicBezTo>
                    <a:pt x="1284" y="381"/>
                    <a:pt x="1288" y="376"/>
                    <a:pt x="1291" y="370"/>
                  </a:cubicBezTo>
                  <a:cubicBezTo>
                    <a:pt x="1298" y="364"/>
                    <a:pt x="1303" y="361"/>
                    <a:pt x="1305" y="361"/>
                  </a:cubicBezTo>
                  <a:cubicBezTo>
                    <a:pt x="1308" y="361"/>
                    <a:pt x="1307" y="365"/>
                    <a:pt x="1304" y="373"/>
                  </a:cubicBezTo>
                  <a:cubicBezTo>
                    <a:pt x="1301" y="380"/>
                    <a:pt x="1303" y="383"/>
                    <a:pt x="1307" y="383"/>
                  </a:cubicBezTo>
                  <a:cubicBezTo>
                    <a:pt x="1313" y="383"/>
                    <a:pt x="1322" y="378"/>
                    <a:pt x="1326" y="369"/>
                  </a:cubicBezTo>
                  <a:cubicBezTo>
                    <a:pt x="1330" y="360"/>
                    <a:pt x="1332" y="356"/>
                    <a:pt x="1332" y="356"/>
                  </a:cubicBezTo>
                  <a:lnTo>
                    <a:pt x="1332" y="356"/>
                  </a:lnTo>
                  <a:cubicBezTo>
                    <a:pt x="1333" y="356"/>
                    <a:pt x="1332" y="358"/>
                    <a:pt x="1332" y="361"/>
                  </a:cubicBezTo>
                  <a:cubicBezTo>
                    <a:pt x="1330" y="370"/>
                    <a:pt x="1334" y="370"/>
                    <a:pt x="1334" y="370"/>
                  </a:cubicBezTo>
                  <a:cubicBezTo>
                    <a:pt x="1339" y="372"/>
                    <a:pt x="1343" y="373"/>
                    <a:pt x="1341" y="381"/>
                  </a:cubicBezTo>
                  <a:cubicBezTo>
                    <a:pt x="1341" y="381"/>
                    <a:pt x="1345" y="381"/>
                    <a:pt x="1355" y="375"/>
                  </a:cubicBezTo>
                  <a:cubicBezTo>
                    <a:pt x="1359" y="371"/>
                    <a:pt x="1363" y="369"/>
                    <a:pt x="1366" y="369"/>
                  </a:cubicBezTo>
                  <a:cubicBezTo>
                    <a:pt x="1373" y="369"/>
                    <a:pt x="1378" y="377"/>
                    <a:pt x="1378" y="388"/>
                  </a:cubicBezTo>
                  <a:lnTo>
                    <a:pt x="1388" y="383"/>
                  </a:lnTo>
                  <a:cubicBezTo>
                    <a:pt x="1393" y="374"/>
                    <a:pt x="1396" y="368"/>
                    <a:pt x="1398" y="368"/>
                  </a:cubicBezTo>
                  <a:cubicBezTo>
                    <a:pt x="1399" y="368"/>
                    <a:pt x="1399" y="371"/>
                    <a:pt x="1398" y="377"/>
                  </a:cubicBezTo>
                  <a:cubicBezTo>
                    <a:pt x="1397" y="380"/>
                    <a:pt x="1396" y="383"/>
                    <a:pt x="1396" y="385"/>
                  </a:cubicBezTo>
                  <a:lnTo>
                    <a:pt x="1396" y="385"/>
                  </a:lnTo>
                  <a:cubicBezTo>
                    <a:pt x="1398" y="380"/>
                    <a:pt x="1401" y="379"/>
                    <a:pt x="1404" y="379"/>
                  </a:cubicBezTo>
                  <a:cubicBezTo>
                    <a:pt x="1411" y="379"/>
                    <a:pt x="1417" y="388"/>
                    <a:pt x="1414" y="399"/>
                  </a:cubicBezTo>
                  <a:cubicBezTo>
                    <a:pt x="1411" y="406"/>
                    <a:pt x="1411" y="406"/>
                    <a:pt x="1416" y="407"/>
                  </a:cubicBezTo>
                  <a:lnTo>
                    <a:pt x="1418" y="400"/>
                  </a:lnTo>
                  <a:cubicBezTo>
                    <a:pt x="1420" y="392"/>
                    <a:pt x="1422" y="385"/>
                    <a:pt x="1425" y="385"/>
                  </a:cubicBezTo>
                  <a:cubicBezTo>
                    <a:pt x="1426" y="385"/>
                    <a:pt x="1426" y="385"/>
                    <a:pt x="1426" y="385"/>
                  </a:cubicBezTo>
                  <a:cubicBezTo>
                    <a:pt x="1430" y="386"/>
                    <a:pt x="1434" y="387"/>
                    <a:pt x="1432" y="395"/>
                  </a:cubicBezTo>
                  <a:cubicBezTo>
                    <a:pt x="1433" y="402"/>
                    <a:pt x="1434" y="408"/>
                    <a:pt x="1436" y="408"/>
                  </a:cubicBezTo>
                  <a:cubicBezTo>
                    <a:pt x="1436" y="408"/>
                    <a:pt x="1437" y="407"/>
                    <a:pt x="1437" y="405"/>
                  </a:cubicBezTo>
                  <a:cubicBezTo>
                    <a:pt x="1437" y="405"/>
                    <a:pt x="1442" y="406"/>
                    <a:pt x="1443" y="415"/>
                  </a:cubicBezTo>
                  <a:lnTo>
                    <a:pt x="1457" y="421"/>
                  </a:lnTo>
                  <a:cubicBezTo>
                    <a:pt x="1460" y="418"/>
                    <a:pt x="1463" y="417"/>
                    <a:pt x="1465" y="417"/>
                  </a:cubicBezTo>
                  <a:cubicBezTo>
                    <a:pt x="1469" y="417"/>
                    <a:pt x="1471" y="420"/>
                    <a:pt x="1469" y="424"/>
                  </a:cubicBezTo>
                  <a:cubicBezTo>
                    <a:pt x="1471" y="425"/>
                    <a:pt x="1472" y="425"/>
                    <a:pt x="1474" y="425"/>
                  </a:cubicBezTo>
                  <a:cubicBezTo>
                    <a:pt x="1477" y="425"/>
                    <a:pt x="1480" y="424"/>
                    <a:pt x="1483" y="421"/>
                  </a:cubicBezTo>
                  <a:cubicBezTo>
                    <a:pt x="1490" y="424"/>
                    <a:pt x="1494" y="425"/>
                    <a:pt x="1491" y="433"/>
                  </a:cubicBezTo>
                  <a:cubicBezTo>
                    <a:pt x="1489" y="437"/>
                    <a:pt x="1488" y="439"/>
                    <a:pt x="1489" y="439"/>
                  </a:cubicBezTo>
                  <a:cubicBezTo>
                    <a:pt x="1490" y="439"/>
                    <a:pt x="1491" y="438"/>
                    <a:pt x="1494" y="434"/>
                  </a:cubicBezTo>
                  <a:cubicBezTo>
                    <a:pt x="1496" y="430"/>
                    <a:pt x="1498" y="429"/>
                    <a:pt x="1500" y="429"/>
                  </a:cubicBezTo>
                  <a:cubicBezTo>
                    <a:pt x="1502" y="429"/>
                    <a:pt x="1504" y="429"/>
                    <a:pt x="1506" y="430"/>
                  </a:cubicBezTo>
                  <a:lnTo>
                    <a:pt x="1512" y="433"/>
                  </a:lnTo>
                  <a:cubicBezTo>
                    <a:pt x="1515" y="428"/>
                    <a:pt x="1515" y="426"/>
                    <a:pt x="1517" y="426"/>
                  </a:cubicBezTo>
                  <a:cubicBezTo>
                    <a:pt x="1517" y="426"/>
                    <a:pt x="1518" y="427"/>
                    <a:pt x="1519" y="428"/>
                  </a:cubicBezTo>
                  <a:cubicBezTo>
                    <a:pt x="1524" y="429"/>
                    <a:pt x="1531" y="441"/>
                    <a:pt x="1535" y="443"/>
                  </a:cubicBezTo>
                  <a:cubicBezTo>
                    <a:pt x="1539" y="445"/>
                    <a:pt x="1542" y="446"/>
                    <a:pt x="1543" y="446"/>
                  </a:cubicBezTo>
                  <a:cubicBezTo>
                    <a:pt x="1545" y="446"/>
                    <a:pt x="1545" y="444"/>
                    <a:pt x="1545" y="439"/>
                  </a:cubicBezTo>
                  <a:cubicBezTo>
                    <a:pt x="1543" y="438"/>
                    <a:pt x="1543" y="435"/>
                    <a:pt x="1545" y="435"/>
                  </a:cubicBezTo>
                  <a:cubicBezTo>
                    <a:pt x="1546" y="435"/>
                    <a:pt x="1548" y="437"/>
                    <a:pt x="1549" y="441"/>
                  </a:cubicBezTo>
                  <a:cubicBezTo>
                    <a:pt x="1553" y="442"/>
                    <a:pt x="1559" y="456"/>
                    <a:pt x="1571" y="460"/>
                  </a:cubicBezTo>
                  <a:cubicBezTo>
                    <a:pt x="1578" y="464"/>
                    <a:pt x="1581" y="466"/>
                    <a:pt x="1583" y="466"/>
                  </a:cubicBezTo>
                  <a:cubicBezTo>
                    <a:pt x="1585" y="466"/>
                    <a:pt x="1587" y="465"/>
                    <a:pt x="1589" y="461"/>
                  </a:cubicBezTo>
                  <a:cubicBezTo>
                    <a:pt x="1590" y="453"/>
                    <a:pt x="1592" y="450"/>
                    <a:pt x="1593" y="450"/>
                  </a:cubicBezTo>
                  <a:lnTo>
                    <a:pt x="1593" y="450"/>
                  </a:lnTo>
                  <a:cubicBezTo>
                    <a:pt x="1594" y="450"/>
                    <a:pt x="1594" y="455"/>
                    <a:pt x="1592" y="464"/>
                  </a:cubicBezTo>
                  <a:cubicBezTo>
                    <a:pt x="1591" y="475"/>
                    <a:pt x="1592" y="480"/>
                    <a:pt x="1594" y="480"/>
                  </a:cubicBezTo>
                  <a:cubicBezTo>
                    <a:pt x="1595" y="480"/>
                    <a:pt x="1596" y="479"/>
                    <a:pt x="1598" y="476"/>
                  </a:cubicBezTo>
                  <a:cubicBezTo>
                    <a:pt x="1602" y="473"/>
                    <a:pt x="1604" y="472"/>
                    <a:pt x="1606" y="472"/>
                  </a:cubicBezTo>
                  <a:cubicBezTo>
                    <a:pt x="1607" y="472"/>
                    <a:pt x="1607" y="473"/>
                    <a:pt x="1609" y="474"/>
                  </a:cubicBezTo>
                  <a:cubicBezTo>
                    <a:pt x="1607" y="478"/>
                    <a:pt x="1607" y="481"/>
                    <a:pt x="1612" y="481"/>
                  </a:cubicBezTo>
                  <a:cubicBezTo>
                    <a:pt x="1613" y="481"/>
                    <a:pt x="1616" y="480"/>
                    <a:pt x="1619" y="479"/>
                  </a:cubicBezTo>
                  <a:cubicBezTo>
                    <a:pt x="1622" y="482"/>
                    <a:pt x="1622" y="482"/>
                    <a:pt x="1619" y="488"/>
                  </a:cubicBezTo>
                  <a:lnTo>
                    <a:pt x="1626" y="493"/>
                  </a:lnTo>
                  <a:cubicBezTo>
                    <a:pt x="1628" y="491"/>
                    <a:pt x="1631" y="490"/>
                    <a:pt x="1633" y="490"/>
                  </a:cubicBezTo>
                  <a:cubicBezTo>
                    <a:pt x="1645" y="490"/>
                    <a:pt x="1656" y="506"/>
                    <a:pt x="1655" y="513"/>
                  </a:cubicBezTo>
                  <a:cubicBezTo>
                    <a:pt x="1655" y="513"/>
                    <a:pt x="1655" y="513"/>
                    <a:pt x="1657" y="513"/>
                  </a:cubicBezTo>
                  <a:cubicBezTo>
                    <a:pt x="1658" y="513"/>
                    <a:pt x="1661" y="513"/>
                    <a:pt x="1665" y="511"/>
                  </a:cubicBezTo>
                  <a:cubicBezTo>
                    <a:pt x="1671" y="506"/>
                    <a:pt x="1674" y="504"/>
                    <a:pt x="1676" y="504"/>
                  </a:cubicBezTo>
                  <a:cubicBezTo>
                    <a:pt x="1679" y="504"/>
                    <a:pt x="1678" y="508"/>
                    <a:pt x="1672" y="515"/>
                  </a:cubicBezTo>
                  <a:cubicBezTo>
                    <a:pt x="1666" y="522"/>
                    <a:pt x="1664" y="526"/>
                    <a:pt x="1665" y="526"/>
                  </a:cubicBezTo>
                  <a:cubicBezTo>
                    <a:pt x="1665" y="526"/>
                    <a:pt x="1669" y="523"/>
                    <a:pt x="1675" y="517"/>
                  </a:cubicBezTo>
                  <a:cubicBezTo>
                    <a:pt x="1676" y="517"/>
                    <a:pt x="1677" y="517"/>
                    <a:pt x="1678" y="517"/>
                  </a:cubicBezTo>
                  <a:cubicBezTo>
                    <a:pt x="1686" y="517"/>
                    <a:pt x="1697" y="528"/>
                    <a:pt x="1685" y="536"/>
                  </a:cubicBezTo>
                  <a:lnTo>
                    <a:pt x="1675" y="549"/>
                  </a:lnTo>
                  <a:cubicBezTo>
                    <a:pt x="1678" y="547"/>
                    <a:pt x="1681" y="547"/>
                    <a:pt x="1683" y="547"/>
                  </a:cubicBezTo>
                  <a:cubicBezTo>
                    <a:pt x="1685" y="547"/>
                    <a:pt x="1686" y="548"/>
                    <a:pt x="1686" y="548"/>
                  </a:cubicBezTo>
                  <a:cubicBezTo>
                    <a:pt x="1688" y="545"/>
                    <a:pt x="1690" y="544"/>
                    <a:pt x="1691" y="544"/>
                  </a:cubicBezTo>
                  <a:cubicBezTo>
                    <a:pt x="1694" y="544"/>
                    <a:pt x="1698" y="547"/>
                    <a:pt x="1703" y="551"/>
                  </a:cubicBezTo>
                  <a:cubicBezTo>
                    <a:pt x="1709" y="556"/>
                    <a:pt x="1726" y="561"/>
                    <a:pt x="1731" y="567"/>
                  </a:cubicBezTo>
                  <a:cubicBezTo>
                    <a:pt x="1737" y="571"/>
                    <a:pt x="1745" y="580"/>
                    <a:pt x="1741" y="588"/>
                  </a:cubicBezTo>
                  <a:cubicBezTo>
                    <a:pt x="1743" y="591"/>
                    <a:pt x="1747" y="594"/>
                    <a:pt x="1757" y="595"/>
                  </a:cubicBezTo>
                  <a:cubicBezTo>
                    <a:pt x="1759" y="594"/>
                    <a:pt x="1761" y="594"/>
                    <a:pt x="1762" y="594"/>
                  </a:cubicBezTo>
                  <a:cubicBezTo>
                    <a:pt x="1768" y="594"/>
                    <a:pt x="1770" y="598"/>
                    <a:pt x="1765" y="603"/>
                  </a:cubicBezTo>
                  <a:lnTo>
                    <a:pt x="1768" y="606"/>
                  </a:lnTo>
                  <a:cubicBezTo>
                    <a:pt x="1778" y="606"/>
                    <a:pt x="1780" y="609"/>
                    <a:pt x="1780" y="609"/>
                  </a:cubicBezTo>
                  <a:cubicBezTo>
                    <a:pt x="1776" y="614"/>
                    <a:pt x="1771" y="621"/>
                    <a:pt x="1777" y="621"/>
                  </a:cubicBezTo>
                  <a:cubicBezTo>
                    <a:pt x="1777" y="621"/>
                    <a:pt x="1778" y="621"/>
                    <a:pt x="1779" y="621"/>
                  </a:cubicBezTo>
                  <a:cubicBezTo>
                    <a:pt x="1781" y="619"/>
                    <a:pt x="1783" y="618"/>
                    <a:pt x="1785" y="618"/>
                  </a:cubicBezTo>
                  <a:cubicBezTo>
                    <a:pt x="1788" y="618"/>
                    <a:pt x="1790" y="620"/>
                    <a:pt x="1793" y="624"/>
                  </a:cubicBezTo>
                  <a:cubicBezTo>
                    <a:pt x="1792" y="630"/>
                    <a:pt x="1810" y="658"/>
                    <a:pt x="1823" y="686"/>
                  </a:cubicBezTo>
                  <a:cubicBezTo>
                    <a:pt x="1837" y="712"/>
                    <a:pt x="1848" y="738"/>
                    <a:pt x="1853" y="738"/>
                  </a:cubicBezTo>
                  <a:cubicBezTo>
                    <a:pt x="1853" y="738"/>
                    <a:pt x="1853" y="738"/>
                    <a:pt x="1853" y="738"/>
                  </a:cubicBezTo>
                  <a:lnTo>
                    <a:pt x="1857" y="750"/>
                  </a:lnTo>
                  <a:cubicBezTo>
                    <a:pt x="1858" y="753"/>
                    <a:pt x="1860" y="760"/>
                    <a:pt x="1860" y="760"/>
                  </a:cubicBezTo>
                  <a:cubicBezTo>
                    <a:pt x="1844" y="764"/>
                    <a:pt x="1856" y="779"/>
                    <a:pt x="1866" y="788"/>
                  </a:cubicBezTo>
                  <a:cubicBezTo>
                    <a:pt x="1875" y="790"/>
                    <a:pt x="1876" y="793"/>
                    <a:pt x="1876" y="797"/>
                  </a:cubicBezTo>
                  <a:cubicBezTo>
                    <a:pt x="1860" y="800"/>
                    <a:pt x="1861" y="810"/>
                    <a:pt x="1870" y="817"/>
                  </a:cubicBezTo>
                  <a:cubicBezTo>
                    <a:pt x="1887" y="818"/>
                    <a:pt x="1887" y="821"/>
                    <a:pt x="1871" y="824"/>
                  </a:cubicBezTo>
                  <a:cubicBezTo>
                    <a:pt x="1856" y="826"/>
                    <a:pt x="1857" y="833"/>
                    <a:pt x="1880" y="838"/>
                  </a:cubicBezTo>
                  <a:cubicBezTo>
                    <a:pt x="1889" y="840"/>
                    <a:pt x="1889" y="840"/>
                    <a:pt x="1881" y="845"/>
                  </a:cubicBezTo>
                  <a:cubicBezTo>
                    <a:pt x="1867" y="850"/>
                    <a:pt x="1865" y="853"/>
                    <a:pt x="1871" y="853"/>
                  </a:cubicBezTo>
                  <a:cubicBezTo>
                    <a:pt x="1871" y="853"/>
                    <a:pt x="1872" y="853"/>
                    <a:pt x="1874" y="853"/>
                  </a:cubicBezTo>
                  <a:cubicBezTo>
                    <a:pt x="1889" y="856"/>
                    <a:pt x="1889" y="861"/>
                    <a:pt x="1874" y="864"/>
                  </a:cubicBezTo>
                  <a:cubicBezTo>
                    <a:pt x="1858" y="872"/>
                    <a:pt x="1857" y="872"/>
                    <a:pt x="1874" y="875"/>
                  </a:cubicBezTo>
                  <a:cubicBezTo>
                    <a:pt x="1889" y="880"/>
                    <a:pt x="1889" y="895"/>
                    <a:pt x="1872" y="899"/>
                  </a:cubicBezTo>
                  <a:cubicBezTo>
                    <a:pt x="1872" y="902"/>
                    <a:pt x="1865" y="906"/>
                    <a:pt x="1872" y="907"/>
                  </a:cubicBezTo>
                  <a:lnTo>
                    <a:pt x="1863" y="910"/>
                  </a:lnTo>
                  <a:cubicBezTo>
                    <a:pt x="1863" y="913"/>
                    <a:pt x="1862" y="918"/>
                    <a:pt x="1862" y="918"/>
                  </a:cubicBezTo>
                  <a:lnTo>
                    <a:pt x="1871" y="918"/>
                  </a:lnTo>
                  <a:cubicBezTo>
                    <a:pt x="1865" y="936"/>
                    <a:pt x="1860" y="954"/>
                    <a:pt x="1856" y="972"/>
                  </a:cubicBezTo>
                  <a:cubicBezTo>
                    <a:pt x="1849" y="1010"/>
                    <a:pt x="1845" y="1022"/>
                    <a:pt x="1851" y="1022"/>
                  </a:cubicBezTo>
                  <a:cubicBezTo>
                    <a:pt x="1851" y="1022"/>
                    <a:pt x="1852" y="1022"/>
                    <a:pt x="1853" y="1021"/>
                  </a:cubicBezTo>
                  <a:cubicBezTo>
                    <a:pt x="1871" y="1021"/>
                    <a:pt x="1869" y="1029"/>
                    <a:pt x="1852" y="1030"/>
                  </a:cubicBezTo>
                  <a:cubicBezTo>
                    <a:pt x="1851" y="1033"/>
                    <a:pt x="1841" y="1040"/>
                    <a:pt x="1839" y="1048"/>
                  </a:cubicBezTo>
                  <a:cubicBezTo>
                    <a:pt x="1837" y="1056"/>
                    <a:pt x="1836" y="1063"/>
                    <a:pt x="1829" y="1063"/>
                  </a:cubicBezTo>
                  <a:cubicBezTo>
                    <a:pt x="1828" y="1063"/>
                    <a:pt x="1828" y="1063"/>
                    <a:pt x="1826" y="1063"/>
                  </a:cubicBezTo>
                  <a:lnTo>
                    <a:pt x="1825" y="1067"/>
                  </a:lnTo>
                  <a:cubicBezTo>
                    <a:pt x="1839" y="1079"/>
                    <a:pt x="1833" y="1104"/>
                    <a:pt x="1821" y="1115"/>
                  </a:cubicBezTo>
                  <a:cubicBezTo>
                    <a:pt x="1818" y="1123"/>
                    <a:pt x="1819" y="1132"/>
                    <a:pt x="1823" y="1139"/>
                  </a:cubicBezTo>
                  <a:cubicBezTo>
                    <a:pt x="1829" y="1149"/>
                    <a:pt x="1828" y="1149"/>
                    <a:pt x="1819" y="1151"/>
                  </a:cubicBezTo>
                  <a:cubicBezTo>
                    <a:pt x="1818" y="1151"/>
                    <a:pt x="1818" y="1151"/>
                    <a:pt x="1818" y="1151"/>
                  </a:cubicBezTo>
                  <a:cubicBezTo>
                    <a:pt x="1810" y="1151"/>
                    <a:pt x="1797" y="1174"/>
                    <a:pt x="1812" y="1178"/>
                  </a:cubicBezTo>
                  <a:lnTo>
                    <a:pt x="1802" y="1179"/>
                  </a:lnTo>
                  <a:cubicBezTo>
                    <a:pt x="1793" y="1182"/>
                    <a:pt x="1800" y="1188"/>
                    <a:pt x="1807" y="1190"/>
                  </a:cubicBezTo>
                  <a:cubicBezTo>
                    <a:pt x="1820" y="1194"/>
                    <a:pt x="1822" y="1198"/>
                    <a:pt x="1809" y="1198"/>
                  </a:cubicBezTo>
                  <a:cubicBezTo>
                    <a:pt x="1806" y="1198"/>
                    <a:pt x="1802" y="1198"/>
                    <a:pt x="1797" y="1197"/>
                  </a:cubicBezTo>
                  <a:cubicBezTo>
                    <a:pt x="1792" y="1196"/>
                    <a:pt x="1789" y="1195"/>
                    <a:pt x="1787" y="1195"/>
                  </a:cubicBezTo>
                  <a:cubicBezTo>
                    <a:pt x="1782" y="1195"/>
                    <a:pt x="1783" y="1198"/>
                    <a:pt x="1788" y="1199"/>
                  </a:cubicBezTo>
                  <a:cubicBezTo>
                    <a:pt x="1795" y="1206"/>
                    <a:pt x="1801" y="1213"/>
                    <a:pt x="1792" y="1215"/>
                  </a:cubicBezTo>
                  <a:cubicBezTo>
                    <a:pt x="1791" y="1220"/>
                    <a:pt x="1789" y="1224"/>
                    <a:pt x="1805" y="1229"/>
                  </a:cubicBezTo>
                  <a:cubicBezTo>
                    <a:pt x="1813" y="1231"/>
                    <a:pt x="1812" y="1235"/>
                    <a:pt x="1811" y="1240"/>
                  </a:cubicBezTo>
                  <a:cubicBezTo>
                    <a:pt x="1805" y="1239"/>
                    <a:pt x="1800" y="1235"/>
                    <a:pt x="1796" y="1231"/>
                  </a:cubicBezTo>
                  <a:lnTo>
                    <a:pt x="1796" y="1231"/>
                  </a:lnTo>
                  <a:cubicBezTo>
                    <a:pt x="1796" y="1233"/>
                    <a:pt x="1795" y="1236"/>
                    <a:pt x="1794" y="1240"/>
                  </a:cubicBezTo>
                  <a:cubicBezTo>
                    <a:pt x="1790" y="1246"/>
                    <a:pt x="1784" y="1249"/>
                    <a:pt x="1777" y="1249"/>
                  </a:cubicBezTo>
                  <a:cubicBezTo>
                    <a:pt x="1776" y="1249"/>
                    <a:pt x="1775" y="1249"/>
                    <a:pt x="1774" y="1249"/>
                  </a:cubicBezTo>
                  <a:lnTo>
                    <a:pt x="1774" y="1249"/>
                  </a:lnTo>
                  <a:cubicBezTo>
                    <a:pt x="1766" y="1252"/>
                    <a:pt x="1764" y="1256"/>
                    <a:pt x="1776" y="1256"/>
                  </a:cubicBezTo>
                  <a:cubicBezTo>
                    <a:pt x="1777" y="1256"/>
                    <a:pt x="1779" y="1256"/>
                    <a:pt x="1780" y="1256"/>
                  </a:cubicBezTo>
                  <a:cubicBezTo>
                    <a:pt x="1796" y="1260"/>
                    <a:pt x="1796" y="1260"/>
                    <a:pt x="1794" y="1269"/>
                  </a:cubicBezTo>
                  <a:cubicBezTo>
                    <a:pt x="1793" y="1273"/>
                    <a:pt x="1792" y="1276"/>
                    <a:pt x="1788" y="1276"/>
                  </a:cubicBezTo>
                  <a:cubicBezTo>
                    <a:pt x="1787" y="1276"/>
                    <a:pt x="1785" y="1276"/>
                    <a:pt x="1784" y="1276"/>
                  </a:cubicBezTo>
                  <a:cubicBezTo>
                    <a:pt x="1781" y="1275"/>
                    <a:pt x="1780" y="1275"/>
                    <a:pt x="1778" y="1275"/>
                  </a:cubicBezTo>
                  <a:cubicBezTo>
                    <a:pt x="1776" y="1275"/>
                    <a:pt x="1775" y="1277"/>
                    <a:pt x="1773" y="1284"/>
                  </a:cubicBezTo>
                  <a:cubicBezTo>
                    <a:pt x="1769" y="1297"/>
                    <a:pt x="1789" y="1317"/>
                    <a:pt x="1804" y="1325"/>
                  </a:cubicBezTo>
                  <a:cubicBezTo>
                    <a:pt x="1821" y="1330"/>
                    <a:pt x="1821" y="1328"/>
                    <a:pt x="1803" y="1330"/>
                  </a:cubicBezTo>
                  <a:cubicBezTo>
                    <a:pt x="1802" y="1329"/>
                    <a:pt x="1801" y="1329"/>
                    <a:pt x="1801" y="1329"/>
                  </a:cubicBezTo>
                  <a:cubicBezTo>
                    <a:pt x="1795" y="1329"/>
                    <a:pt x="1794" y="1333"/>
                    <a:pt x="1793" y="1337"/>
                  </a:cubicBezTo>
                  <a:cubicBezTo>
                    <a:pt x="1785" y="1335"/>
                    <a:pt x="1786" y="1331"/>
                    <a:pt x="1787" y="1326"/>
                  </a:cubicBezTo>
                  <a:lnTo>
                    <a:pt x="1779" y="1324"/>
                  </a:lnTo>
                  <a:cubicBezTo>
                    <a:pt x="1763" y="1325"/>
                    <a:pt x="1761" y="1331"/>
                    <a:pt x="1776" y="1339"/>
                  </a:cubicBezTo>
                  <a:cubicBezTo>
                    <a:pt x="1784" y="1345"/>
                    <a:pt x="1784" y="1345"/>
                    <a:pt x="1775" y="1349"/>
                  </a:cubicBezTo>
                  <a:cubicBezTo>
                    <a:pt x="1765" y="1351"/>
                    <a:pt x="1756" y="1354"/>
                    <a:pt x="1765" y="1357"/>
                  </a:cubicBezTo>
                  <a:cubicBezTo>
                    <a:pt x="1763" y="1362"/>
                    <a:pt x="1759" y="1367"/>
                    <a:pt x="1754" y="1369"/>
                  </a:cubicBezTo>
                  <a:cubicBezTo>
                    <a:pt x="1751" y="1379"/>
                    <a:pt x="1750" y="1385"/>
                    <a:pt x="1758" y="1386"/>
                  </a:cubicBezTo>
                  <a:cubicBezTo>
                    <a:pt x="1766" y="1387"/>
                    <a:pt x="1766" y="1391"/>
                    <a:pt x="1765" y="1397"/>
                  </a:cubicBezTo>
                  <a:cubicBezTo>
                    <a:pt x="1764" y="1401"/>
                    <a:pt x="1763" y="1407"/>
                    <a:pt x="1772" y="1408"/>
                  </a:cubicBezTo>
                  <a:cubicBezTo>
                    <a:pt x="1779" y="1408"/>
                    <a:pt x="1786" y="1416"/>
                    <a:pt x="1785" y="1425"/>
                  </a:cubicBezTo>
                  <a:cubicBezTo>
                    <a:pt x="1791" y="1435"/>
                    <a:pt x="1792" y="1435"/>
                    <a:pt x="1775" y="1438"/>
                  </a:cubicBezTo>
                  <a:cubicBezTo>
                    <a:pt x="1774" y="1438"/>
                    <a:pt x="1774" y="1438"/>
                    <a:pt x="1773" y="1438"/>
                  </a:cubicBezTo>
                  <a:cubicBezTo>
                    <a:pt x="1767" y="1438"/>
                    <a:pt x="1766" y="1443"/>
                    <a:pt x="1765" y="1447"/>
                  </a:cubicBezTo>
                  <a:cubicBezTo>
                    <a:pt x="1765" y="1447"/>
                    <a:pt x="1765" y="1452"/>
                    <a:pt x="1756" y="1456"/>
                  </a:cubicBezTo>
                  <a:cubicBezTo>
                    <a:pt x="1747" y="1461"/>
                    <a:pt x="1756" y="1462"/>
                    <a:pt x="1764" y="1462"/>
                  </a:cubicBezTo>
                  <a:lnTo>
                    <a:pt x="1779" y="1464"/>
                  </a:lnTo>
                  <a:cubicBezTo>
                    <a:pt x="1779" y="1469"/>
                    <a:pt x="1763" y="1472"/>
                    <a:pt x="1755" y="1472"/>
                  </a:cubicBezTo>
                  <a:cubicBezTo>
                    <a:pt x="1738" y="1475"/>
                    <a:pt x="1738" y="1475"/>
                    <a:pt x="1754" y="1477"/>
                  </a:cubicBezTo>
                  <a:cubicBezTo>
                    <a:pt x="1761" y="1478"/>
                    <a:pt x="1769" y="1483"/>
                    <a:pt x="1761" y="1493"/>
                  </a:cubicBezTo>
                  <a:cubicBezTo>
                    <a:pt x="1760" y="1503"/>
                    <a:pt x="1760" y="1514"/>
                    <a:pt x="1752" y="1514"/>
                  </a:cubicBezTo>
                  <a:cubicBezTo>
                    <a:pt x="1748" y="1516"/>
                    <a:pt x="1747" y="1521"/>
                    <a:pt x="1751" y="1524"/>
                  </a:cubicBezTo>
                  <a:cubicBezTo>
                    <a:pt x="1759" y="1529"/>
                    <a:pt x="1759" y="1534"/>
                    <a:pt x="1751" y="1551"/>
                  </a:cubicBezTo>
                  <a:cubicBezTo>
                    <a:pt x="1738" y="1573"/>
                    <a:pt x="1736" y="1577"/>
                    <a:pt x="1746" y="1577"/>
                  </a:cubicBezTo>
                  <a:cubicBezTo>
                    <a:pt x="1748" y="1577"/>
                    <a:pt x="1750" y="1577"/>
                    <a:pt x="1752" y="1576"/>
                  </a:cubicBezTo>
                  <a:cubicBezTo>
                    <a:pt x="1755" y="1576"/>
                    <a:pt x="1757" y="1576"/>
                    <a:pt x="1759" y="1576"/>
                  </a:cubicBezTo>
                  <a:cubicBezTo>
                    <a:pt x="1763" y="1576"/>
                    <a:pt x="1763" y="1577"/>
                    <a:pt x="1752" y="1581"/>
                  </a:cubicBezTo>
                  <a:cubicBezTo>
                    <a:pt x="1745" y="1586"/>
                    <a:pt x="1752" y="1592"/>
                    <a:pt x="1761" y="1601"/>
                  </a:cubicBezTo>
                  <a:cubicBezTo>
                    <a:pt x="1769" y="1603"/>
                    <a:pt x="1776" y="1604"/>
                    <a:pt x="1783" y="1604"/>
                  </a:cubicBezTo>
                  <a:cubicBezTo>
                    <a:pt x="1787" y="1604"/>
                    <a:pt x="1790" y="1604"/>
                    <a:pt x="1794" y="1603"/>
                  </a:cubicBezTo>
                  <a:cubicBezTo>
                    <a:pt x="1798" y="1603"/>
                    <a:pt x="1801" y="1603"/>
                    <a:pt x="1803" y="1603"/>
                  </a:cubicBezTo>
                  <a:cubicBezTo>
                    <a:pt x="1810" y="1603"/>
                    <a:pt x="1808" y="1605"/>
                    <a:pt x="1803" y="1612"/>
                  </a:cubicBezTo>
                  <a:cubicBezTo>
                    <a:pt x="1804" y="1618"/>
                    <a:pt x="1796" y="1624"/>
                    <a:pt x="1788" y="1625"/>
                  </a:cubicBezTo>
                  <a:cubicBezTo>
                    <a:pt x="1780" y="1625"/>
                    <a:pt x="1779" y="1620"/>
                    <a:pt x="1779" y="1620"/>
                  </a:cubicBezTo>
                  <a:lnTo>
                    <a:pt x="1779" y="1616"/>
                  </a:lnTo>
                  <a:cubicBezTo>
                    <a:pt x="1770" y="1616"/>
                    <a:pt x="1763" y="1617"/>
                    <a:pt x="1764" y="1627"/>
                  </a:cubicBezTo>
                  <a:cubicBezTo>
                    <a:pt x="1758" y="1633"/>
                    <a:pt x="1757" y="1637"/>
                    <a:pt x="1763" y="1637"/>
                  </a:cubicBezTo>
                  <a:cubicBezTo>
                    <a:pt x="1764" y="1637"/>
                    <a:pt x="1765" y="1637"/>
                    <a:pt x="1766" y="1637"/>
                  </a:cubicBezTo>
                  <a:lnTo>
                    <a:pt x="1766" y="1637"/>
                  </a:lnTo>
                  <a:cubicBezTo>
                    <a:pt x="1758" y="1644"/>
                    <a:pt x="1759" y="1654"/>
                    <a:pt x="1761" y="1664"/>
                  </a:cubicBezTo>
                  <a:cubicBezTo>
                    <a:pt x="1763" y="1674"/>
                    <a:pt x="1765" y="1690"/>
                    <a:pt x="1758" y="1696"/>
                  </a:cubicBezTo>
                  <a:cubicBezTo>
                    <a:pt x="1760" y="1705"/>
                    <a:pt x="1761" y="1710"/>
                    <a:pt x="1767" y="1710"/>
                  </a:cubicBezTo>
                  <a:cubicBezTo>
                    <a:pt x="1768" y="1710"/>
                    <a:pt x="1769" y="1710"/>
                    <a:pt x="1770" y="1710"/>
                  </a:cubicBezTo>
                  <a:cubicBezTo>
                    <a:pt x="1774" y="1709"/>
                    <a:pt x="1777" y="1709"/>
                    <a:pt x="1780" y="1709"/>
                  </a:cubicBezTo>
                  <a:cubicBezTo>
                    <a:pt x="1786" y="1709"/>
                    <a:pt x="1785" y="1712"/>
                    <a:pt x="1779" y="1713"/>
                  </a:cubicBezTo>
                  <a:cubicBezTo>
                    <a:pt x="1763" y="1722"/>
                    <a:pt x="1774" y="1790"/>
                    <a:pt x="1791" y="1790"/>
                  </a:cubicBezTo>
                  <a:cubicBezTo>
                    <a:pt x="1791" y="1790"/>
                    <a:pt x="1792" y="1790"/>
                    <a:pt x="1792" y="1790"/>
                  </a:cubicBezTo>
                  <a:cubicBezTo>
                    <a:pt x="1792" y="1790"/>
                    <a:pt x="1793" y="1795"/>
                    <a:pt x="1795" y="1800"/>
                  </a:cubicBezTo>
                  <a:cubicBezTo>
                    <a:pt x="1789" y="1812"/>
                    <a:pt x="1802" y="1841"/>
                    <a:pt x="1811" y="1843"/>
                  </a:cubicBezTo>
                  <a:lnTo>
                    <a:pt x="1816" y="1857"/>
                  </a:lnTo>
                  <a:cubicBezTo>
                    <a:pt x="1813" y="1870"/>
                    <a:pt x="1815" y="1875"/>
                    <a:pt x="1825" y="1876"/>
                  </a:cubicBezTo>
                  <a:cubicBezTo>
                    <a:pt x="1827" y="1876"/>
                    <a:pt x="1828" y="1876"/>
                    <a:pt x="1829" y="1876"/>
                  </a:cubicBezTo>
                  <a:cubicBezTo>
                    <a:pt x="1833" y="1876"/>
                    <a:pt x="1837" y="1875"/>
                    <a:pt x="1837" y="1875"/>
                  </a:cubicBezTo>
                  <a:cubicBezTo>
                    <a:pt x="1838" y="1875"/>
                    <a:pt x="1837" y="1876"/>
                    <a:pt x="1834" y="1877"/>
                  </a:cubicBezTo>
                  <a:cubicBezTo>
                    <a:pt x="1828" y="1882"/>
                    <a:pt x="1832" y="1890"/>
                    <a:pt x="1841" y="1908"/>
                  </a:cubicBezTo>
                  <a:cubicBezTo>
                    <a:pt x="1846" y="1920"/>
                    <a:pt x="1849" y="1924"/>
                    <a:pt x="1850" y="1924"/>
                  </a:cubicBezTo>
                  <a:cubicBezTo>
                    <a:pt x="1852" y="1924"/>
                    <a:pt x="1853" y="1922"/>
                    <a:pt x="1855" y="1919"/>
                  </a:cubicBezTo>
                  <a:cubicBezTo>
                    <a:pt x="1871" y="1933"/>
                    <a:pt x="1865" y="1936"/>
                    <a:pt x="1858" y="1941"/>
                  </a:cubicBezTo>
                  <a:cubicBezTo>
                    <a:pt x="1846" y="1943"/>
                    <a:pt x="1845" y="1949"/>
                    <a:pt x="1854" y="1949"/>
                  </a:cubicBezTo>
                  <a:cubicBezTo>
                    <a:pt x="1858" y="1949"/>
                    <a:pt x="1863" y="1948"/>
                    <a:pt x="1870" y="1945"/>
                  </a:cubicBezTo>
                  <a:cubicBezTo>
                    <a:pt x="1873" y="1945"/>
                    <a:pt x="1875" y="1945"/>
                    <a:pt x="1877" y="1945"/>
                  </a:cubicBezTo>
                  <a:cubicBezTo>
                    <a:pt x="1887" y="1945"/>
                    <a:pt x="1890" y="1951"/>
                    <a:pt x="1885" y="1954"/>
                  </a:cubicBezTo>
                  <a:cubicBezTo>
                    <a:pt x="1883" y="1956"/>
                    <a:pt x="1881" y="1956"/>
                    <a:pt x="1879" y="1956"/>
                  </a:cubicBezTo>
                  <a:cubicBezTo>
                    <a:pt x="1876" y="1956"/>
                    <a:pt x="1874" y="1953"/>
                    <a:pt x="1872" y="1950"/>
                  </a:cubicBezTo>
                  <a:lnTo>
                    <a:pt x="1858" y="1958"/>
                  </a:lnTo>
                  <a:cubicBezTo>
                    <a:pt x="1861" y="1962"/>
                    <a:pt x="1861" y="1962"/>
                    <a:pt x="1870" y="1962"/>
                  </a:cubicBezTo>
                  <a:cubicBezTo>
                    <a:pt x="1870" y="1962"/>
                    <a:pt x="1874" y="1967"/>
                    <a:pt x="1883" y="1968"/>
                  </a:cubicBezTo>
                  <a:cubicBezTo>
                    <a:pt x="1892" y="1968"/>
                    <a:pt x="1899" y="1962"/>
                    <a:pt x="1904" y="1954"/>
                  </a:cubicBezTo>
                  <a:cubicBezTo>
                    <a:pt x="1905" y="1951"/>
                    <a:pt x="1907" y="1949"/>
                    <a:pt x="1908" y="1949"/>
                  </a:cubicBezTo>
                  <a:cubicBezTo>
                    <a:pt x="1910" y="1949"/>
                    <a:pt x="1912" y="1952"/>
                    <a:pt x="1913" y="1954"/>
                  </a:cubicBezTo>
                  <a:cubicBezTo>
                    <a:pt x="1911" y="1967"/>
                    <a:pt x="1904" y="1971"/>
                    <a:pt x="1895" y="1971"/>
                  </a:cubicBezTo>
                  <a:cubicBezTo>
                    <a:pt x="1894" y="1970"/>
                    <a:pt x="1893" y="1970"/>
                    <a:pt x="1892" y="1970"/>
                  </a:cubicBezTo>
                  <a:cubicBezTo>
                    <a:pt x="1888" y="1970"/>
                    <a:pt x="1883" y="1973"/>
                    <a:pt x="1878" y="1976"/>
                  </a:cubicBezTo>
                  <a:cubicBezTo>
                    <a:pt x="1872" y="1979"/>
                    <a:pt x="1890" y="1989"/>
                    <a:pt x="1906" y="1989"/>
                  </a:cubicBezTo>
                  <a:cubicBezTo>
                    <a:pt x="1909" y="1989"/>
                    <a:pt x="1912" y="1989"/>
                    <a:pt x="1915" y="1988"/>
                  </a:cubicBezTo>
                  <a:lnTo>
                    <a:pt x="1915" y="1988"/>
                  </a:lnTo>
                  <a:cubicBezTo>
                    <a:pt x="1913" y="1989"/>
                    <a:pt x="1911" y="1991"/>
                    <a:pt x="1908" y="1993"/>
                  </a:cubicBezTo>
                  <a:cubicBezTo>
                    <a:pt x="1902" y="1997"/>
                    <a:pt x="1907" y="2006"/>
                    <a:pt x="1914" y="2014"/>
                  </a:cubicBezTo>
                  <a:cubicBezTo>
                    <a:pt x="1918" y="2020"/>
                    <a:pt x="1921" y="2024"/>
                    <a:pt x="1924" y="2024"/>
                  </a:cubicBezTo>
                  <a:cubicBezTo>
                    <a:pt x="1925" y="2024"/>
                    <a:pt x="1927" y="2023"/>
                    <a:pt x="1929" y="2022"/>
                  </a:cubicBezTo>
                  <a:cubicBezTo>
                    <a:pt x="1934" y="2018"/>
                    <a:pt x="1939" y="2014"/>
                    <a:pt x="1942" y="2014"/>
                  </a:cubicBezTo>
                  <a:cubicBezTo>
                    <a:pt x="1943" y="2014"/>
                    <a:pt x="1944" y="2015"/>
                    <a:pt x="1945" y="2016"/>
                  </a:cubicBezTo>
                  <a:lnTo>
                    <a:pt x="1945" y="2016"/>
                  </a:lnTo>
                  <a:cubicBezTo>
                    <a:pt x="1943" y="2012"/>
                    <a:pt x="1949" y="2007"/>
                    <a:pt x="1955" y="2003"/>
                  </a:cubicBezTo>
                  <a:lnTo>
                    <a:pt x="1955" y="2003"/>
                  </a:lnTo>
                  <a:cubicBezTo>
                    <a:pt x="1954" y="2009"/>
                    <a:pt x="1953" y="2017"/>
                    <a:pt x="1951" y="2024"/>
                  </a:cubicBezTo>
                  <a:cubicBezTo>
                    <a:pt x="1943" y="2040"/>
                    <a:pt x="1945" y="2059"/>
                    <a:pt x="1958" y="2071"/>
                  </a:cubicBezTo>
                  <a:cubicBezTo>
                    <a:pt x="1964" y="2079"/>
                    <a:pt x="1973" y="2091"/>
                    <a:pt x="1971" y="2100"/>
                  </a:cubicBezTo>
                  <a:cubicBezTo>
                    <a:pt x="1976" y="2105"/>
                    <a:pt x="1979" y="2108"/>
                    <a:pt x="1983" y="2108"/>
                  </a:cubicBezTo>
                  <a:cubicBezTo>
                    <a:pt x="1985" y="2108"/>
                    <a:pt x="1986" y="2108"/>
                    <a:pt x="1988" y="2106"/>
                  </a:cubicBezTo>
                  <a:lnTo>
                    <a:pt x="1995" y="2113"/>
                  </a:lnTo>
                  <a:cubicBezTo>
                    <a:pt x="1993" y="2120"/>
                    <a:pt x="1997" y="2126"/>
                    <a:pt x="2002" y="2126"/>
                  </a:cubicBezTo>
                  <a:cubicBezTo>
                    <a:pt x="2003" y="2126"/>
                    <a:pt x="2005" y="2125"/>
                    <a:pt x="2006" y="2124"/>
                  </a:cubicBezTo>
                  <a:cubicBezTo>
                    <a:pt x="2007" y="2124"/>
                    <a:pt x="2008" y="2123"/>
                    <a:pt x="2008" y="2123"/>
                  </a:cubicBezTo>
                  <a:cubicBezTo>
                    <a:pt x="2015" y="2123"/>
                    <a:pt x="2013" y="2132"/>
                    <a:pt x="2016" y="2135"/>
                  </a:cubicBezTo>
                  <a:cubicBezTo>
                    <a:pt x="2014" y="2144"/>
                    <a:pt x="2014" y="2149"/>
                    <a:pt x="2015" y="2149"/>
                  </a:cubicBezTo>
                  <a:cubicBezTo>
                    <a:pt x="2016" y="2149"/>
                    <a:pt x="2019" y="2144"/>
                    <a:pt x="2026" y="2133"/>
                  </a:cubicBezTo>
                  <a:cubicBezTo>
                    <a:pt x="2031" y="2126"/>
                    <a:pt x="2031" y="2117"/>
                    <a:pt x="2026" y="2110"/>
                  </a:cubicBezTo>
                  <a:lnTo>
                    <a:pt x="2016" y="2099"/>
                  </a:lnTo>
                  <a:lnTo>
                    <a:pt x="2032" y="2105"/>
                  </a:lnTo>
                  <a:cubicBezTo>
                    <a:pt x="2035" y="2107"/>
                    <a:pt x="2038" y="2108"/>
                    <a:pt x="2041" y="2108"/>
                  </a:cubicBezTo>
                  <a:cubicBezTo>
                    <a:pt x="2046" y="2108"/>
                    <a:pt x="2050" y="2106"/>
                    <a:pt x="2053" y="2104"/>
                  </a:cubicBezTo>
                  <a:cubicBezTo>
                    <a:pt x="2053" y="2104"/>
                    <a:pt x="2057" y="2100"/>
                    <a:pt x="2061" y="2100"/>
                  </a:cubicBezTo>
                  <a:cubicBezTo>
                    <a:pt x="2062" y="2100"/>
                    <a:pt x="2062" y="2100"/>
                    <a:pt x="2063" y="2100"/>
                  </a:cubicBezTo>
                  <a:lnTo>
                    <a:pt x="2052" y="2113"/>
                  </a:lnTo>
                  <a:cubicBezTo>
                    <a:pt x="2043" y="2115"/>
                    <a:pt x="2036" y="2120"/>
                    <a:pt x="2032" y="2127"/>
                  </a:cubicBezTo>
                  <a:cubicBezTo>
                    <a:pt x="2026" y="2139"/>
                    <a:pt x="2028" y="2151"/>
                    <a:pt x="2033" y="2151"/>
                  </a:cubicBezTo>
                  <a:cubicBezTo>
                    <a:pt x="2035" y="2151"/>
                    <a:pt x="2038" y="2149"/>
                    <a:pt x="2041" y="2146"/>
                  </a:cubicBezTo>
                  <a:cubicBezTo>
                    <a:pt x="2044" y="2150"/>
                    <a:pt x="2044" y="2150"/>
                    <a:pt x="2043" y="2160"/>
                  </a:cubicBezTo>
                  <a:cubicBezTo>
                    <a:pt x="2040" y="2163"/>
                    <a:pt x="2040" y="2165"/>
                    <a:pt x="2043" y="2165"/>
                  </a:cubicBezTo>
                  <a:cubicBezTo>
                    <a:pt x="2045" y="2165"/>
                    <a:pt x="2050" y="2164"/>
                    <a:pt x="2056" y="2160"/>
                  </a:cubicBezTo>
                  <a:cubicBezTo>
                    <a:pt x="2062" y="2156"/>
                    <a:pt x="2066" y="2155"/>
                    <a:pt x="2068" y="2155"/>
                  </a:cubicBezTo>
                  <a:cubicBezTo>
                    <a:pt x="2072" y="2155"/>
                    <a:pt x="2072" y="2160"/>
                    <a:pt x="2068" y="2170"/>
                  </a:cubicBezTo>
                  <a:cubicBezTo>
                    <a:pt x="2065" y="2186"/>
                    <a:pt x="2076" y="2197"/>
                    <a:pt x="2083" y="2197"/>
                  </a:cubicBezTo>
                  <a:cubicBezTo>
                    <a:pt x="2085" y="2197"/>
                    <a:pt x="2086" y="2197"/>
                    <a:pt x="2087" y="2196"/>
                  </a:cubicBezTo>
                  <a:cubicBezTo>
                    <a:pt x="2090" y="2191"/>
                    <a:pt x="2094" y="2190"/>
                    <a:pt x="2098" y="2190"/>
                  </a:cubicBezTo>
                  <a:cubicBezTo>
                    <a:pt x="2104" y="2190"/>
                    <a:pt x="2109" y="2195"/>
                    <a:pt x="2108" y="2201"/>
                  </a:cubicBezTo>
                  <a:cubicBezTo>
                    <a:pt x="2107" y="2208"/>
                    <a:pt x="2109" y="2212"/>
                    <a:pt x="2114" y="2212"/>
                  </a:cubicBezTo>
                  <a:cubicBezTo>
                    <a:pt x="2116" y="2212"/>
                    <a:pt x="2118" y="2212"/>
                    <a:pt x="2120" y="2210"/>
                  </a:cubicBezTo>
                  <a:lnTo>
                    <a:pt x="2120" y="2210"/>
                  </a:lnTo>
                  <a:cubicBezTo>
                    <a:pt x="2117" y="2216"/>
                    <a:pt x="2115" y="2224"/>
                    <a:pt x="2121" y="2224"/>
                  </a:cubicBezTo>
                  <a:cubicBezTo>
                    <a:pt x="2121" y="2224"/>
                    <a:pt x="2123" y="2224"/>
                    <a:pt x="2124" y="2224"/>
                  </a:cubicBezTo>
                  <a:cubicBezTo>
                    <a:pt x="2124" y="2224"/>
                    <a:pt x="2124" y="2224"/>
                    <a:pt x="2125" y="2224"/>
                  </a:cubicBezTo>
                  <a:cubicBezTo>
                    <a:pt x="2127" y="2224"/>
                    <a:pt x="2128" y="2223"/>
                    <a:pt x="2128" y="2217"/>
                  </a:cubicBezTo>
                  <a:lnTo>
                    <a:pt x="2146" y="2209"/>
                  </a:lnTo>
                  <a:cubicBezTo>
                    <a:pt x="2142" y="2206"/>
                    <a:pt x="2146" y="2199"/>
                    <a:pt x="2151" y="2192"/>
                  </a:cubicBezTo>
                  <a:cubicBezTo>
                    <a:pt x="2151" y="2191"/>
                    <a:pt x="2152" y="2191"/>
                    <a:pt x="2153" y="2191"/>
                  </a:cubicBezTo>
                  <a:cubicBezTo>
                    <a:pt x="2158" y="2191"/>
                    <a:pt x="2167" y="2206"/>
                    <a:pt x="2163" y="2229"/>
                  </a:cubicBezTo>
                  <a:lnTo>
                    <a:pt x="2164" y="2248"/>
                  </a:lnTo>
                  <a:lnTo>
                    <a:pt x="2172" y="2234"/>
                  </a:lnTo>
                  <a:cubicBezTo>
                    <a:pt x="2176" y="2237"/>
                    <a:pt x="2181" y="2239"/>
                    <a:pt x="2176" y="2247"/>
                  </a:cubicBezTo>
                  <a:cubicBezTo>
                    <a:pt x="2172" y="2254"/>
                    <a:pt x="2172" y="2254"/>
                    <a:pt x="2176" y="2256"/>
                  </a:cubicBezTo>
                  <a:cubicBezTo>
                    <a:pt x="2176" y="2256"/>
                    <a:pt x="2177" y="2257"/>
                    <a:pt x="2179" y="2257"/>
                  </a:cubicBezTo>
                  <a:cubicBezTo>
                    <a:pt x="2181" y="2257"/>
                    <a:pt x="2183" y="2256"/>
                    <a:pt x="2185" y="2252"/>
                  </a:cubicBezTo>
                  <a:cubicBezTo>
                    <a:pt x="2190" y="2244"/>
                    <a:pt x="2192" y="2241"/>
                    <a:pt x="2193" y="2241"/>
                  </a:cubicBezTo>
                  <a:cubicBezTo>
                    <a:pt x="2193" y="2241"/>
                    <a:pt x="2193" y="2243"/>
                    <a:pt x="2193" y="2247"/>
                  </a:cubicBezTo>
                  <a:cubicBezTo>
                    <a:pt x="2192" y="2257"/>
                    <a:pt x="2193" y="2262"/>
                    <a:pt x="2196" y="2262"/>
                  </a:cubicBezTo>
                  <a:cubicBezTo>
                    <a:pt x="2199" y="2262"/>
                    <a:pt x="2203" y="2259"/>
                    <a:pt x="2208" y="2254"/>
                  </a:cubicBezTo>
                  <a:cubicBezTo>
                    <a:pt x="2211" y="2248"/>
                    <a:pt x="2213" y="2244"/>
                    <a:pt x="2213" y="2244"/>
                  </a:cubicBezTo>
                  <a:lnTo>
                    <a:pt x="2213" y="2244"/>
                  </a:lnTo>
                  <a:cubicBezTo>
                    <a:pt x="2214" y="2244"/>
                    <a:pt x="2214" y="2248"/>
                    <a:pt x="2212" y="2257"/>
                  </a:cubicBezTo>
                  <a:cubicBezTo>
                    <a:pt x="2208" y="2264"/>
                    <a:pt x="2209" y="2274"/>
                    <a:pt x="2213" y="2276"/>
                  </a:cubicBezTo>
                  <a:lnTo>
                    <a:pt x="2218" y="2269"/>
                  </a:lnTo>
                  <a:cubicBezTo>
                    <a:pt x="2221" y="2261"/>
                    <a:pt x="2224" y="2258"/>
                    <a:pt x="2226" y="2258"/>
                  </a:cubicBezTo>
                  <a:cubicBezTo>
                    <a:pt x="2228" y="2258"/>
                    <a:pt x="2230" y="2261"/>
                    <a:pt x="2230" y="2266"/>
                  </a:cubicBezTo>
                  <a:cubicBezTo>
                    <a:pt x="2228" y="2271"/>
                    <a:pt x="2230" y="2274"/>
                    <a:pt x="2236" y="2274"/>
                  </a:cubicBezTo>
                  <a:cubicBezTo>
                    <a:pt x="2238" y="2274"/>
                    <a:pt x="2241" y="2274"/>
                    <a:pt x="2244" y="2273"/>
                  </a:cubicBezTo>
                  <a:cubicBezTo>
                    <a:pt x="2253" y="2277"/>
                    <a:pt x="2258" y="2279"/>
                    <a:pt x="2255" y="2286"/>
                  </a:cubicBezTo>
                  <a:cubicBezTo>
                    <a:pt x="2252" y="2295"/>
                    <a:pt x="2250" y="2299"/>
                    <a:pt x="2251" y="2299"/>
                  </a:cubicBezTo>
                  <a:cubicBezTo>
                    <a:pt x="2251" y="2299"/>
                    <a:pt x="2254" y="2295"/>
                    <a:pt x="2259" y="2289"/>
                  </a:cubicBezTo>
                  <a:cubicBezTo>
                    <a:pt x="2263" y="2286"/>
                    <a:pt x="2265" y="2285"/>
                    <a:pt x="2266" y="2285"/>
                  </a:cubicBezTo>
                  <a:cubicBezTo>
                    <a:pt x="2268" y="2285"/>
                    <a:pt x="2270" y="2288"/>
                    <a:pt x="2274" y="2294"/>
                  </a:cubicBezTo>
                  <a:cubicBezTo>
                    <a:pt x="2275" y="2300"/>
                    <a:pt x="2276" y="2303"/>
                    <a:pt x="2278" y="2303"/>
                  </a:cubicBezTo>
                  <a:cubicBezTo>
                    <a:pt x="2279" y="2303"/>
                    <a:pt x="2281" y="2301"/>
                    <a:pt x="2284" y="2299"/>
                  </a:cubicBezTo>
                  <a:cubicBezTo>
                    <a:pt x="2290" y="2283"/>
                    <a:pt x="2292" y="2275"/>
                    <a:pt x="2288" y="2274"/>
                  </a:cubicBezTo>
                  <a:cubicBezTo>
                    <a:pt x="2283" y="2272"/>
                    <a:pt x="2283" y="2272"/>
                    <a:pt x="2286" y="2264"/>
                  </a:cubicBezTo>
                  <a:lnTo>
                    <a:pt x="2286" y="2264"/>
                  </a:lnTo>
                  <a:lnTo>
                    <a:pt x="2295" y="2267"/>
                  </a:lnTo>
                  <a:cubicBezTo>
                    <a:pt x="2299" y="2269"/>
                    <a:pt x="2302" y="2270"/>
                    <a:pt x="2306" y="2270"/>
                  </a:cubicBezTo>
                  <a:cubicBezTo>
                    <a:pt x="2310" y="2270"/>
                    <a:pt x="2313" y="2269"/>
                    <a:pt x="2317" y="2267"/>
                  </a:cubicBezTo>
                  <a:cubicBezTo>
                    <a:pt x="2328" y="2264"/>
                    <a:pt x="2332" y="2252"/>
                    <a:pt x="2326" y="2252"/>
                  </a:cubicBezTo>
                  <a:cubicBezTo>
                    <a:pt x="2325" y="2252"/>
                    <a:pt x="2324" y="2252"/>
                    <a:pt x="2322" y="2253"/>
                  </a:cubicBezTo>
                  <a:lnTo>
                    <a:pt x="2320" y="2243"/>
                  </a:lnTo>
                  <a:cubicBezTo>
                    <a:pt x="2325" y="2231"/>
                    <a:pt x="2325" y="2224"/>
                    <a:pt x="2322" y="2224"/>
                  </a:cubicBezTo>
                  <a:cubicBezTo>
                    <a:pt x="2319" y="2224"/>
                    <a:pt x="2315" y="2229"/>
                    <a:pt x="2311" y="2239"/>
                  </a:cubicBezTo>
                  <a:cubicBezTo>
                    <a:pt x="2307" y="2251"/>
                    <a:pt x="2305" y="2257"/>
                    <a:pt x="2304" y="2257"/>
                  </a:cubicBezTo>
                  <a:cubicBezTo>
                    <a:pt x="2304" y="2257"/>
                    <a:pt x="2304" y="2253"/>
                    <a:pt x="2304" y="2245"/>
                  </a:cubicBezTo>
                  <a:cubicBezTo>
                    <a:pt x="2310" y="2230"/>
                    <a:pt x="2305" y="2228"/>
                    <a:pt x="2301" y="2227"/>
                  </a:cubicBezTo>
                  <a:cubicBezTo>
                    <a:pt x="2298" y="2225"/>
                    <a:pt x="2297" y="2225"/>
                    <a:pt x="2300" y="2217"/>
                  </a:cubicBezTo>
                  <a:cubicBezTo>
                    <a:pt x="2303" y="2210"/>
                    <a:pt x="2302" y="2200"/>
                    <a:pt x="2298" y="2199"/>
                  </a:cubicBezTo>
                  <a:cubicBezTo>
                    <a:pt x="2296" y="2198"/>
                    <a:pt x="2295" y="2198"/>
                    <a:pt x="2294" y="2198"/>
                  </a:cubicBezTo>
                  <a:cubicBezTo>
                    <a:pt x="2293" y="2198"/>
                    <a:pt x="2292" y="2199"/>
                    <a:pt x="2291" y="2205"/>
                  </a:cubicBezTo>
                  <a:cubicBezTo>
                    <a:pt x="2291" y="2208"/>
                    <a:pt x="2290" y="2209"/>
                    <a:pt x="2289" y="2209"/>
                  </a:cubicBezTo>
                  <a:cubicBezTo>
                    <a:pt x="2287" y="2209"/>
                    <a:pt x="2284" y="2204"/>
                    <a:pt x="2285" y="2193"/>
                  </a:cubicBezTo>
                  <a:cubicBezTo>
                    <a:pt x="2285" y="2189"/>
                    <a:pt x="2285" y="2187"/>
                    <a:pt x="2284" y="2187"/>
                  </a:cubicBezTo>
                  <a:cubicBezTo>
                    <a:pt x="2283" y="2187"/>
                    <a:pt x="2281" y="2191"/>
                    <a:pt x="2277" y="2199"/>
                  </a:cubicBezTo>
                  <a:cubicBezTo>
                    <a:pt x="2275" y="2205"/>
                    <a:pt x="2272" y="2208"/>
                    <a:pt x="2269" y="2208"/>
                  </a:cubicBezTo>
                  <a:cubicBezTo>
                    <a:pt x="2266" y="2208"/>
                    <a:pt x="2264" y="2203"/>
                    <a:pt x="2266" y="2193"/>
                  </a:cubicBezTo>
                  <a:lnTo>
                    <a:pt x="2257" y="2189"/>
                  </a:lnTo>
                  <a:cubicBezTo>
                    <a:pt x="2257" y="2189"/>
                    <a:pt x="2256" y="2188"/>
                    <a:pt x="2256" y="2188"/>
                  </a:cubicBezTo>
                  <a:cubicBezTo>
                    <a:pt x="2253" y="2188"/>
                    <a:pt x="2249" y="2194"/>
                    <a:pt x="2246" y="2201"/>
                  </a:cubicBezTo>
                  <a:cubicBezTo>
                    <a:pt x="2242" y="2209"/>
                    <a:pt x="2241" y="2213"/>
                    <a:pt x="2240" y="2213"/>
                  </a:cubicBezTo>
                  <a:cubicBezTo>
                    <a:pt x="2239" y="2213"/>
                    <a:pt x="2239" y="2210"/>
                    <a:pt x="2238" y="2206"/>
                  </a:cubicBezTo>
                  <a:cubicBezTo>
                    <a:pt x="2238" y="2200"/>
                    <a:pt x="2239" y="2194"/>
                    <a:pt x="2242" y="2190"/>
                  </a:cubicBezTo>
                  <a:cubicBezTo>
                    <a:pt x="2245" y="2182"/>
                    <a:pt x="2242" y="2180"/>
                    <a:pt x="2237" y="2179"/>
                  </a:cubicBezTo>
                  <a:cubicBezTo>
                    <a:pt x="2234" y="2177"/>
                    <a:pt x="2231" y="2175"/>
                    <a:pt x="2227" y="2175"/>
                  </a:cubicBezTo>
                  <a:cubicBezTo>
                    <a:pt x="2225" y="2175"/>
                    <a:pt x="2223" y="2176"/>
                    <a:pt x="2221" y="2179"/>
                  </a:cubicBezTo>
                  <a:cubicBezTo>
                    <a:pt x="2223" y="2177"/>
                    <a:pt x="2224" y="2175"/>
                    <a:pt x="2226" y="2172"/>
                  </a:cubicBezTo>
                  <a:cubicBezTo>
                    <a:pt x="2223" y="2170"/>
                    <a:pt x="2224" y="2166"/>
                    <a:pt x="2223" y="2166"/>
                  </a:cubicBezTo>
                  <a:lnTo>
                    <a:pt x="2223" y="2166"/>
                  </a:lnTo>
                  <a:cubicBezTo>
                    <a:pt x="2223" y="2166"/>
                    <a:pt x="2223" y="2167"/>
                    <a:pt x="2221" y="2169"/>
                  </a:cubicBezTo>
                  <a:cubicBezTo>
                    <a:pt x="2221" y="2169"/>
                    <a:pt x="2218" y="2166"/>
                    <a:pt x="2213" y="2155"/>
                  </a:cubicBezTo>
                  <a:cubicBezTo>
                    <a:pt x="2212" y="2151"/>
                    <a:pt x="2209" y="2149"/>
                    <a:pt x="2206" y="2149"/>
                  </a:cubicBezTo>
                  <a:cubicBezTo>
                    <a:pt x="2199" y="2149"/>
                    <a:pt x="2191" y="2157"/>
                    <a:pt x="2193" y="2171"/>
                  </a:cubicBezTo>
                  <a:lnTo>
                    <a:pt x="2190" y="2169"/>
                  </a:lnTo>
                  <a:cubicBezTo>
                    <a:pt x="2189" y="2168"/>
                    <a:pt x="2189" y="2168"/>
                    <a:pt x="2188" y="2168"/>
                  </a:cubicBezTo>
                  <a:cubicBezTo>
                    <a:pt x="2184" y="2168"/>
                    <a:pt x="2181" y="2173"/>
                    <a:pt x="2181" y="2173"/>
                  </a:cubicBezTo>
                  <a:cubicBezTo>
                    <a:pt x="2179" y="2176"/>
                    <a:pt x="2177" y="2178"/>
                    <a:pt x="2175" y="2178"/>
                  </a:cubicBezTo>
                  <a:cubicBezTo>
                    <a:pt x="2173" y="2178"/>
                    <a:pt x="2171" y="2176"/>
                    <a:pt x="2169" y="2174"/>
                  </a:cubicBezTo>
                  <a:lnTo>
                    <a:pt x="2178" y="2161"/>
                  </a:lnTo>
                  <a:cubicBezTo>
                    <a:pt x="2188" y="2149"/>
                    <a:pt x="2191" y="2141"/>
                    <a:pt x="2187" y="2141"/>
                  </a:cubicBezTo>
                  <a:cubicBezTo>
                    <a:pt x="2185" y="2141"/>
                    <a:pt x="2181" y="2143"/>
                    <a:pt x="2174" y="2150"/>
                  </a:cubicBezTo>
                  <a:lnTo>
                    <a:pt x="2179" y="2143"/>
                  </a:lnTo>
                  <a:cubicBezTo>
                    <a:pt x="2183" y="2137"/>
                    <a:pt x="2181" y="2134"/>
                    <a:pt x="2172" y="2134"/>
                  </a:cubicBezTo>
                  <a:cubicBezTo>
                    <a:pt x="2170" y="2134"/>
                    <a:pt x="2169" y="2134"/>
                    <a:pt x="2168" y="2134"/>
                  </a:cubicBezTo>
                  <a:cubicBezTo>
                    <a:pt x="2167" y="2134"/>
                    <a:pt x="2167" y="2134"/>
                    <a:pt x="2166" y="2134"/>
                  </a:cubicBezTo>
                  <a:cubicBezTo>
                    <a:pt x="2162" y="2134"/>
                    <a:pt x="2150" y="2142"/>
                    <a:pt x="2146" y="2148"/>
                  </a:cubicBezTo>
                  <a:cubicBezTo>
                    <a:pt x="2143" y="2153"/>
                    <a:pt x="2141" y="2153"/>
                    <a:pt x="2140" y="2153"/>
                  </a:cubicBezTo>
                  <a:cubicBezTo>
                    <a:pt x="2139" y="2153"/>
                    <a:pt x="2138" y="2153"/>
                    <a:pt x="2138" y="2153"/>
                  </a:cubicBezTo>
                  <a:cubicBezTo>
                    <a:pt x="2134" y="2150"/>
                    <a:pt x="2134" y="2150"/>
                    <a:pt x="2138" y="2143"/>
                  </a:cubicBezTo>
                  <a:cubicBezTo>
                    <a:pt x="2145" y="2135"/>
                    <a:pt x="2144" y="2130"/>
                    <a:pt x="2139" y="2130"/>
                  </a:cubicBezTo>
                  <a:cubicBezTo>
                    <a:pt x="2137" y="2130"/>
                    <a:pt x="2132" y="2131"/>
                    <a:pt x="2127" y="2135"/>
                  </a:cubicBezTo>
                  <a:lnTo>
                    <a:pt x="2133" y="2128"/>
                  </a:lnTo>
                  <a:cubicBezTo>
                    <a:pt x="2137" y="2122"/>
                    <a:pt x="2138" y="2114"/>
                    <a:pt x="2116" y="2105"/>
                  </a:cubicBezTo>
                  <a:cubicBezTo>
                    <a:pt x="2102" y="2092"/>
                    <a:pt x="2092" y="2083"/>
                    <a:pt x="2098" y="2077"/>
                  </a:cubicBezTo>
                  <a:cubicBezTo>
                    <a:pt x="2101" y="2074"/>
                    <a:pt x="2095" y="2072"/>
                    <a:pt x="2087" y="2072"/>
                  </a:cubicBezTo>
                  <a:cubicBezTo>
                    <a:pt x="2079" y="2072"/>
                    <a:pt x="2069" y="2073"/>
                    <a:pt x="2061" y="2076"/>
                  </a:cubicBezTo>
                  <a:cubicBezTo>
                    <a:pt x="2067" y="2070"/>
                    <a:pt x="2063" y="2067"/>
                    <a:pt x="2056" y="2060"/>
                  </a:cubicBezTo>
                  <a:cubicBezTo>
                    <a:pt x="2047" y="2050"/>
                    <a:pt x="2047" y="2050"/>
                    <a:pt x="2053" y="2044"/>
                  </a:cubicBezTo>
                  <a:cubicBezTo>
                    <a:pt x="2061" y="2040"/>
                    <a:pt x="2065" y="2038"/>
                    <a:pt x="2063" y="2038"/>
                  </a:cubicBezTo>
                  <a:cubicBezTo>
                    <a:pt x="2062" y="2038"/>
                    <a:pt x="2057" y="2039"/>
                    <a:pt x="2050" y="2041"/>
                  </a:cubicBezTo>
                  <a:cubicBezTo>
                    <a:pt x="2047" y="2042"/>
                    <a:pt x="2045" y="2043"/>
                    <a:pt x="2043" y="2043"/>
                  </a:cubicBezTo>
                  <a:cubicBezTo>
                    <a:pt x="2034" y="2043"/>
                    <a:pt x="2033" y="2031"/>
                    <a:pt x="2044" y="2022"/>
                  </a:cubicBezTo>
                  <a:cubicBezTo>
                    <a:pt x="2050" y="2016"/>
                    <a:pt x="2046" y="2013"/>
                    <a:pt x="2041" y="2006"/>
                  </a:cubicBezTo>
                  <a:cubicBezTo>
                    <a:pt x="2040" y="2006"/>
                    <a:pt x="2039" y="2006"/>
                    <a:pt x="2038" y="2006"/>
                  </a:cubicBezTo>
                  <a:cubicBezTo>
                    <a:pt x="2030" y="2006"/>
                    <a:pt x="2025" y="2000"/>
                    <a:pt x="2021" y="1994"/>
                  </a:cubicBezTo>
                  <a:cubicBezTo>
                    <a:pt x="2016" y="1989"/>
                    <a:pt x="2014" y="1986"/>
                    <a:pt x="2011" y="1986"/>
                  </a:cubicBezTo>
                  <a:cubicBezTo>
                    <a:pt x="2008" y="1986"/>
                    <a:pt x="2005" y="1989"/>
                    <a:pt x="1999" y="1994"/>
                  </a:cubicBezTo>
                  <a:cubicBezTo>
                    <a:pt x="1994" y="1998"/>
                    <a:pt x="1990" y="2000"/>
                    <a:pt x="1987" y="2000"/>
                  </a:cubicBezTo>
                  <a:cubicBezTo>
                    <a:pt x="1983" y="2000"/>
                    <a:pt x="1981" y="1996"/>
                    <a:pt x="1978" y="1991"/>
                  </a:cubicBezTo>
                  <a:cubicBezTo>
                    <a:pt x="1975" y="1988"/>
                    <a:pt x="1972" y="1985"/>
                    <a:pt x="1979" y="1979"/>
                  </a:cubicBezTo>
                  <a:cubicBezTo>
                    <a:pt x="1979" y="1979"/>
                    <a:pt x="1982" y="1971"/>
                    <a:pt x="1980" y="1967"/>
                  </a:cubicBezTo>
                  <a:cubicBezTo>
                    <a:pt x="1978" y="1963"/>
                    <a:pt x="1975" y="1959"/>
                    <a:pt x="1981" y="1954"/>
                  </a:cubicBezTo>
                  <a:cubicBezTo>
                    <a:pt x="1984" y="1950"/>
                    <a:pt x="1984" y="1943"/>
                    <a:pt x="1980" y="1939"/>
                  </a:cubicBezTo>
                  <a:cubicBezTo>
                    <a:pt x="1975" y="1932"/>
                    <a:pt x="1971" y="1924"/>
                    <a:pt x="1978" y="1920"/>
                  </a:cubicBezTo>
                  <a:cubicBezTo>
                    <a:pt x="1977" y="1917"/>
                    <a:pt x="1976" y="1916"/>
                    <a:pt x="1975" y="1916"/>
                  </a:cubicBezTo>
                  <a:cubicBezTo>
                    <a:pt x="1974" y="1916"/>
                    <a:pt x="1972" y="1917"/>
                    <a:pt x="1968" y="1920"/>
                  </a:cubicBezTo>
                  <a:cubicBezTo>
                    <a:pt x="1966" y="1921"/>
                    <a:pt x="1963" y="1922"/>
                    <a:pt x="1961" y="1922"/>
                  </a:cubicBezTo>
                  <a:cubicBezTo>
                    <a:pt x="1956" y="1922"/>
                    <a:pt x="1951" y="1918"/>
                    <a:pt x="1950" y="1904"/>
                  </a:cubicBezTo>
                  <a:cubicBezTo>
                    <a:pt x="1946" y="1897"/>
                    <a:pt x="1939" y="1888"/>
                    <a:pt x="1933" y="1888"/>
                  </a:cubicBezTo>
                  <a:cubicBezTo>
                    <a:pt x="1933" y="1888"/>
                    <a:pt x="1932" y="1888"/>
                    <a:pt x="1931" y="1888"/>
                  </a:cubicBezTo>
                  <a:cubicBezTo>
                    <a:pt x="1929" y="1885"/>
                    <a:pt x="1929" y="1885"/>
                    <a:pt x="1936" y="1880"/>
                  </a:cubicBezTo>
                  <a:cubicBezTo>
                    <a:pt x="1950" y="1873"/>
                    <a:pt x="1947" y="1865"/>
                    <a:pt x="1929" y="1865"/>
                  </a:cubicBezTo>
                  <a:cubicBezTo>
                    <a:pt x="1927" y="1865"/>
                    <a:pt x="1925" y="1866"/>
                    <a:pt x="1924" y="1866"/>
                  </a:cubicBezTo>
                  <a:cubicBezTo>
                    <a:pt x="1920" y="1866"/>
                    <a:pt x="1920" y="1862"/>
                    <a:pt x="1924" y="1856"/>
                  </a:cubicBezTo>
                  <a:cubicBezTo>
                    <a:pt x="1924" y="1856"/>
                    <a:pt x="1922" y="1852"/>
                    <a:pt x="1913" y="1851"/>
                  </a:cubicBezTo>
                  <a:cubicBezTo>
                    <a:pt x="1903" y="1851"/>
                    <a:pt x="1903" y="1851"/>
                    <a:pt x="1906" y="1839"/>
                  </a:cubicBezTo>
                  <a:cubicBezTo>
                    <a:pt x="1914" y="1836"/>
                    <a:pt x="1912" y="1831"/>
                    <a:pt x="1911" y="1828"/>
                  </a:cubicBezTo>
                  <a:cubicBezTo>
                    <a:pt x="1899" y="1822"/>
                    <a:pt x="1879" y="1775"/>
                    <a:pt x="1887" y="1767"/>
                  </a:cubicBezTo>
                  <a:cubicBezTo>
                    <a:pt x="1878" y="1766"/>
                    <a:pt x="1878" y="1766"/>
                    <a:pt x="1877" y="1761"/>
                  </a:cubicBezTo>
                  <a:cubicBezTo>
                    <a:pt x="1886" y="1755"/>
                    <a:pt x="1885" y="1752"/>
                    <a:pt x="1879" y="1752"/>
                  </a:cubicBezTo>
                  <a:cubicBezTo>
                    <a:pt x="1876" y="1752"/>
                    <a:pt x="1871" y="1753"/>
                    <a:pt x="1866" y="1755"/>
                  </a:cubicBezTo>
                  <a:lnTo>
                    <a:pt x="1868" y="1759"/>
                  </a:lnTo>
                  <a:lnTo>
                    <a:pt x="1869" y="1764"/>
                  </a:lnTo>
                  <a:cubicBezTo>
                    <a:pt x="1867" y="1765"/>
                    <a:pt x="1864" y="1765"/>
                    <a:pt x="1862" y="1765"/>
                  </a:cubicBezTo>
                  <a:cubicBezTo>
                    <a:pt x="1853" y="1765"/>
                    <a:pt x="1853" y="1755"/>
                    <a:pt x="1872" y="1748"/>
                  </a:cubicBezTo>
                  <a:cubicBezTo>
                    <a:pt x="1887" y="1739"/>
                    <a:pt x="1887" y="1739"/>
                    <a:pt x="1870" y="1739"/>
                  </a:cubicBezTo>
                  <a:cubicBezTo>
                    <a:pt x="1869" y="1739"/>
                    <a:pt x="1867" y="1739"/>
                    <a:pt x="1866" y="1739"/>
                  </a:cubicBezTo>
                  <a:cubicBezTo>
                    <a:pt x="1853" y="1739"/>
                    <a:pt x="1852" y="1734"/>
                    <a:pt x="1866" y="1726"/>
                  </a:cubicBezTo>
                  <a:cubicBezTo>
                    <a:pt x="1881" y="1722"/>
                    <a:pt x="1881" y="1722"/>
                    <a:pt x="1865" y="1722"/>
                  </a:cubicBezTo>
                  <a:cubicBezTo>
                    <a:pt x="1831" y="1721"/>
                    <a:pt x="1820" y="1709"/>
                    <a:pt x="1851" y="1701"/>
                  </a:cubicBezTo>
                  <a:cubicBezTo>
                    <a:pt x="1867" y="1698"/>
                    <a:pt x="1875" y="1691"/>
                    <a:pt x="1874" y="1686"/>
                  </a:cubicBezTo>
                  <a:cubicBezTo>
                    <a:pt x="1873" y="1684"/>
                    <a:pt x="1871" y="1684"/>
                    <a:pt x="1869" y="1684"/>
                  </a:cubicBezTo>
                  <a:cubicBezTo>
                    <a:pt x="1865" y="1684"/>
                    <a:pt x="1861" y="1685"/>
                    <a:pt x="1857" y="1685"/>
                  </a:cubicBezTo>
                  <a:cubicBezTo>
                    <a:pt x="1852" y="1688"/>
                    <a:pt x="1848" y="1690"/>
                    <a:pt x="1847" y="1690"/>
                  </a:cubicBezTo>
                  <a:cubicBezTo>
                    <a:pt x="1843" y="1690"/>
                    <a:pt x="1846" y="1684"/>
                    <a:pt x="1855" y="1676"/>
                  </a:cubicBezTo>
                  <a:cubicBezTo>
                    <a:pt x="1875" y="1658"/>
                    <a:pt x="1875" y="1650"/>
                    <a:pt x="1857" y="1639"/>
                  </a:cubicBezTo>
                  <a:cubicBezTo>
                    <a:pt x="1843" y="1628"/>
                    <a:pt x="1838" y="1617"/>
                    <a:pt x="1844" y="1617"/>
                  </a:cubicBezTo>
                  <a:cubicBezTo>
                    <a:pt x="1846" y="1617"/>
                    <a:pt x="1850" y="1618"/>
                    <a:pt x="1855" y="1621"/>
                  </a:cubicBezTo>
                  <a:cubicBezTo>
                    <a:pt x="1863" y="1624"/>
                    <a:pt x="1867" y="1626"/>
                    <a:pt x="1868" y="1626"/>
                  </a:cubicBezTo>
                  <a:cubicBezTo>
                    <a:pt x="1869" y="1626"/>
                    <a:pt x="1867" y="1624"/>
                    <a:pt x="1862" y="1620"/>
                  </a:cubicBezTo>
                  <a:cubicBezTo>
                    <a:pt x="1861" y="1611"/>
                    <a:pt x="1859" y="1602"/>
                    <a:pt x="1860" y="1598"/>
                  </a:cubicBezTo>
                  <a:cubicBezTo>
                    <a:pt x="1859" y="1593"/>
                    <a:pt x="1851" y="1590"/>
                    <a:pt x="1843" y="1590"/>
                  </a:cubicBezTo>
                  <a:cubicBezTo>
                    <a:pt x="1859" y="1584"/>
                    <a:pt x="1867" y="1575"/>
                    <a:pt x="1850" y="1566"/>
                  </a:cubicBezTo>
                  <a:lnTo>
                    <a:pt x="1850" y="1557"/>
                  </a:lnTo>
                  <a:cubicBezTo>
                    <a:pt x="1849" y="1553"/>
                    <a:pt x="1849" y="1553"/>
                    <a:pt x="1841" y="1548"/>
                  </a:cubicBezTo>
                  <a:cubicBezTo>
                    <a:pt x="1832" y="1544"/>
                    <a:pt x="1841" y="1539"/>
                    <a:pt x="1849" y="1535"/>
                  </a:cubicBezTo>
                  <a:cubicBezTo>
                    <a:pt x="1858" y="1530"/>
                    <a:pt x="1866" y="1526"/>
                    <a:pt x="1858" y="1526"/>
                  </a:cubicBezTo>
                  <a:cubicBezTo>
                    <a:pt x="1850" y="1526"/>
                    <a:pt x="1842" y="1517"/>
                    <a:pt x="1834" y="1511"/>
                  </a:cubicBezTo>
                  <a:cubicBezTo>
                    <a:pt x="1829" y="1508"/>
                    <a:pt x="1831" y="1505"/>
                    <a:pt x="1836" y="1505"/>
                  </a:cubicBezTo>
                  <a:cubicBezTo>
                    <a:pt x="1838" y="1505"/>
                    <a:pt x="1840" y="1506"/>
                    <a:pt x="1842" y="1507"/>
                  </a:cubicBezTo>
                  <a:cubicBezTo>
                    <a:pt x="1844" y="1507"/>
                    <a:pt x="1846" y="1507"/>
                    <a:pt x="1847" y="1507"/>
                  </a:cubicBezTo>
                  <a:cubicBezTo>
                    <a:pt x="1851" y="1507"/>
                    <a:pt x="1852" y="1506"/>
                    <a:pt x="1859" y="1499"/>
                  </a:cubicBezTo>
                  <a:cubicBezTo>
                    <a:pt x="1859" y="1494"/>
                    <a:pt x="1859" y="1486"/>
                    <a:pt x="1851" y="1486"/>
                  </a:cubicBezTo>
                  <a:cubicBezTo>
                    <a:pt x="1843" y="1484"/>
                    <a:pt x="1847" y="1457"/>
                    <a:pt x="1856" y="1453"/>
                  </a:cubicBezTo>
                  <a:cubicBezTo>
                    <a:pt x="1856" y="1453"/>
                    <a:pt x="1856" y="1449"/>
                    <a:pt x="1857" y="1444"/>
                  </a:cubicBezTo>
                  <a:cubicBezTo>
                    <a:pt x="1857" y="1440"/>
                    <a:pt x="1850" y="1434"/>
                    <a:pt x="1850" y="1429"/>
                  </a:cubicBezTo>
                  <a:cubicBezTo>
                    <a:pt x="1850" y="1429"/>
                    <a:pt x="1851" y="1425"/>
                    <a:pt x="1843" y="1419"/>
                  </a:cubicBezTo>
                  <a:cubicBezTo>
                    <a:pt x="1844" y="1415"/>
                    <a:pt x="1845" y="1411"/>
                    <a:pt x="1851" y="1411"/>
                  </a:cubicBezTo>
                  <a:cubicBezTo>
                    <a:pt x="1852" y="1411"/>
                    <a:pt x="1853" y="1411"/>
                    <a:pt x="1853" y="1411"/>
                  </a:cubicBezTo>
                  <a:cubicBezTo>
                    <a:pt x="1838" y="1405"/>
                    <a:pt x="1838" y="1405"/>
                    <a:pt x="1855" y="1403"/>
                  </a:cubicBezTo>
                  <a:cubicBezTo>
                    <a:pt x="1861" y="1404"/>
                    <a:pt x="1865" y="1405"/>
                    <a:pt x="1867" y="1405"/>
                  </a:cubicBezTo>
                  <a:cubicBezTo>
                    <a:pt x="1869" y="1405"/>
                    <a:pt x="1865" y="1403"/>
                    <a:pt x="1856" y="1398"/>
                  </a:cubicBezTo>
                  <a:cubicBezTo>
                    <a:pt x="1849" y="1392"/>
                    <a:pt x="1849" y="1392"/>
                    <a:pt x="1858" y="1389"/>
                  </a:cubicBezTo>
                  <a:cubicBezTo>
                    <a:pt x="1859" y="1389"/>
                    <a:pt x="1861" y="1390"/>
                    <a:pt x="1862" y="1390"/>
                  </a:cubicBezTo>
                  <a:cubicBezTo>
                    <a:pt x="1866" y="1390"/>
                    <a:pt x="1865" y="1386"/>
                    <a:pt x="1858" y="1385"/>
                  </a:cubicBezTo>
                  <a:cubicBezTo>
                    <a:pt x="1845" y="1377"/>
                    <a:pt x="1840" y="1365"/>
                    <a:pt x="1850" y="1365"/>
                  </a:cubicBezTo>
                  <a:cubicBezTo>
                    <a:pt x="1852" y="1365"/>
                    <a:pt x="1853" y="1365"/>
                    <a:pt x="1855" y="1365"/>
                  </a:cubicBezTo>
                  <a:cubicBezTo>
                    <a:pt x="1855" y="1365"/>
                    <a:pt x="1856" y="1361"/>
                    <a:pt x="1848" y="1354"/>
                  </a:cubicBezTo>
                  <a:cubicBezTo>
                    <a:pt x="1839" y="1350"/>
                    <a:pt x="1835" y="1348"/>
                    <a:pt x="1838" y="1348"/>
                  </a:cubicBezTo>
                  <a:cubicBezTo>
                    <a:pt x="1839" y="1348"/>
                    <a:pt x="1843" y="1348"/>
                    <a:pt x="1849" y="1350"/>
                  </a:cubicBezTo>
                  <a:cubicBezTo>
                    <a:pt x="1866" y="1349"/>
                    <a:pt x="1867" y="1344"/>
                    <a:pt x="1852" y="1336"/>
                  </a:cubicBezTo>
                  <a:cubicBezTo>
                    <a:pt x="1852" y="1336"/>
                    <a:pt x="1846" y="1331"/>
                    <a:pt x="1855" y="1327"/>
                  </a:cubicBezTo>
                  <a:cubicBezTo>
                    <a:pt x="1865" y="1321"/>
                    <a:pt x="1879" y="1296"/>
                    <a:pt x="1862" y="1296"/>
                  </a:cubicBezTo>
                  <a:lnTo>
                    <a:pt x="1865" y="1288"/>
                  </a:lnTo>
                  <a:cubicBezTo>
                    <a:pt x="1876" y="1281"/>
                    <a:pt x="1877" y="1277"/>
                    <a:pt x="1870" y="1270"/>
                  </a:cubicBezTo>
                  <a:lnTo>
                    <a:pt x="1863" y="1263"/>
                  </a:lnTo>
                  <a:lnTo>
                    <a:pt x="1863" y="1263"/>
                  </a:lnTo>
                  <a:cubicBezTo>
                    <a:pt x="1866" y="1264"/>
                    <a:pt x="1868" y="1264"/>
                    <a:pt x="1870" y="1264"/>
                  </a:cubicBezTo>
                  <a:cubicBezTo>
                    <a:pt x="1876" y="1264"/>
                    <a:pt x="1881" y="1262"/>
                    <a:pt x="1881" y="1259"/>
                  </a:cubicBezTo>
                  <a:cubicBezTo>
                    <a:pt x="1883" y="1254"/>
                    <a:pt x="1883" y="1254"/>
                    <a:pt x="1875" y="1252"/>
                  </a:cubicBezTo>
                  <a:cubicBezTo>
                    <a:pt x="1873" y="1253"/>
                    <a:pt x="1872" y="1253"/>
                    <a:pt x="1871" y="1253"/>
                  </a:cubicBezTo>
                  <a:cubicBezTo>
                    <a:pt x="1866" y="1253"/>
                    <a:pt x="1867" y="1249"/>
                    <a:pt x="1868" y="1245"/>
                  </a:cubicBezTo>
                  <a:cubicBezTo>
                    <a:pt x="1869" y="1242"/>
                    <a:pt x="1874" y="1240"/>
                    <a:pt x="1880" y="1240"/>
                  </a:cubicBezTo>
                  <a:cubicBezTo>
                    <a:pt x="1883" y="1240"/>
                    <a:pt x="1885" y="1240"/>
                    <a:pt x="1887" y="1241"/>
                  </a:cubicBezTo>
                  <a:lnTo>
                    <a:pt x="1888" y="1236"/>
                  </a:lnTo>
                  <a:cubicBezTo>
                    <a:pt x="1875" y="1234"/>
                    <a:pt x="1874" y="1230"/>
                    <a:pt x="1878" y="1230"/>
                  </a:cubicBezTo>
                  <a:cubicBezTo>
                    <a:pt x="1879" y="1230"/>
                    <a:pt x="1880" y="1230"/>
                    <a:pt x="1881" y="1231"/>
                  </a:cubicBezTo>
                  <a:cubicBezTo>
                    <a:pt x="1887" y="1230"/>
                    <a:pt x="1892" y="1225"/>
                    <a:pt x="1893" y="1220"/>
                  </a:cubicBezTo>
                  <a:cubicBezTo>
                    <a:pt x="1888" y="1218"/>
                    <a:pt x="1889" y="1217"/>
                    <a:pt x="1891" y="1217"/>
                  </a:cubicBezTo>
                  <a:cubicBezTo>
                    <a:pt x="1892" y="1217"/>
                    <a:pt x="1893" y="1218"/>
                    <a:pt x="1893" y="1220"/>
                  </a:cubicBezTo>
                  <a:lnTo>
                    <a:pt x="1901" y="1222"/>
                  </a:lnTo>
                  <a:cubicBezTo>
                    <a:pt x="1909" y="1220"/>
                    <a:pt x="1902" y="1217"/>
                    <a:pt x="1894" y="1215"/>
                  </a:cubicBezTo>
                  <a:cubicBezTo>
                    <a:pt x="1894" y="1215"/>
                    <a:pt x="1895" y="1211"/>
                    <a:pt x="1897" y="1206"/>
                  </a:cubicBezTo>
                  <a:cubicBezTo>
                    <a:pt x="1898" y="1203"/>
                    <a:pt x="1899" y="1199"/>
                    <a:pt x="1894" y="1199"/>
                  </a:cubicBezTo>
                  <a:cubicBezTo>
                    <a:pt x="1893" y="1199"/>
                    <a:pt x="1892" y="1199"/>
                    <a:pt x="1890" y="1199"/>
                  </a:cubicBezTo>
                  <a:cubicBezTo>
                    <a:pt x="1883" y="1197"/>
                    <a:pt x="1875" y="1195"/>
                    <a:pt x="1876" y="1192"/>
                  </a:cubicBezTo>
                  <a:lnTo>
                    <a:pt x="1876" y="1192"/>
                  </a:lnTo>
                  <a:cubicBezTo>
                    <a:pt x="1881" y="1192"/>
                    <a:pt x="1885" y="1193"/>
                    <a:pt x="1889" y="1193"/>
                  </a:cubicBezTo>
                  <a:cubicBezTo>
                    <a:pt x="1891" y="1193"/>
                    <a:pt x="1892" y="1193"/>
                    <a:pt x="1893" y="1192"/>
                  </a:cubicBezTo>
                  <a:cubicBezTo>
                    <a:pt x="1893" y="1189"/>
                    <a:pt x="1895" y="1189"/>
                    <a:pt x="1898" y="1189"/>
                  </a:cubicBezTo>
                  <a:cubicBezTo>
                    <a:pt x="1900" y="1189"/>
                    <a:pt x="1902" y="1189"/>
                    <a:pt x="1902" y="1189"/>
                  </a:cubicBezTo>
                  <a:cubicBezTo>
                    <a:pt x="1904" y="1191"/>
                    <a:pt x="1906" y="1191"/>
                    <a:pt x="1908" y="1191"/>
                  </a:cubicBezTo>
                  <a:cubicBezTo>
                    <a:pt x="1915" y="1191"/>
                    <a:pt x="1913" y="1177"/>
                    <a:pt x="1907" y="1171"/>
                  </a:cubicBezTo>
                  <a:cubicBezTo>
                    <a:pt x="1897" y="1161"/>
                    <a:pt x="1895" y="1157"/>
                    <a:pt x="1902" y="1157"/>
                  </a:cubicBezTo>
                  <a:cubicBezTo>
                    <a:pt x="1904" y="1157"/>
                    <a:pt x="1907" y="1157"/>
                    <a:pt x="1911" y="1158"/>
                  </a:cubicBezTo>
                  <a:cubicBezTo>
                    <a:pt x="1913" y="1159"/>
                    <a:pt x="1915" y="1159"/>
                    <a:pt x="1916" y="1159"/>
                  </a:cubicBezTo>
                  <a:cubicBezTo>
                    <a:pt x="1922" y="1159"/>
                    <a:pt x="1910" y="1148"/>
                    <a:pt x="1890" y="1139"/>
                  </a:cubicBezTo>
                  <a:lnTo>
                    <a:pt x="1868" y="1128"/>
                  </a:lnTo>
                  <a:lnTo>
                    <a:pt x="1892" y="1134"/>
                  </a:lnTo>
                  <a:cubicBezTo>
                    <a:pt x="1903" y="1136"/>
                    <a:pt x="1911" y="1137"/>
                    <a:pt x="1915" y="1137"/>
                  </a:cubicBezTo>
                  <a:cubicBezTo>
                    <a:pt x="1924" y="1137"/>
                    <a:pt x="1921" y="1133"/>
                    <a:pt x="1913" y="1122"/>
                  </a:cubicBezTo>
                  <a:cubicBezTo>
                    <a:pt x="1909" y="1114"/>
                    <a:pt x="1908" y="1112"/>
                    <a:pt x="1910" y="1112"/>
                  </a:cubicBezTo>
                  <a:cubicBezTo>
                    <a:pt x="1911" y="1112"/>
                    <a:pt x="1913" y="1112"/>
                    <a:pt x="1915" y="1113"/>
                  </a:cubicBezTo>
                  <a:cubicBezTo>
                    <a:pt x="1916" y="1113"/>
                    <a:pt x="1917" y="1114"/>
                    <a:pt x="1918" y="1114"/>
                  </a:cubicBezTo>
                  <a:cubicBezTo>
                    <a:pt x="1923" y="1114"/>
                    <a:pt x="1925" y="1109"/>
                    <a:pt x="1927" y="1097"/>
                  </a:cubicBezTo>
                  <a:cubicBezTo>
                    <a:pt x="1931" y="1084"/>
                    <a:pt x="1932" y="1081"/>
                    <a:pt x="1924" y="1078"/>
                  </a:cubicBezTo>
                  <a:cubicBezTo>
                    <a:pt x="1924" y="1078"/>
                    <a:pt x="1925" y="1074"/>
                    <a:pt x="1926" y="1069"/>
                  </a:cubicBezTo>
                  <a:cubicBezTo>
                    <a:pt x="1942" y="1069"/>
                    <a:pt x="1938" y="1059"/>
                    <a:pt x="1923" y="1059"/>
                  </a:cubicBezTo>
                  <a:cubicBezTo>
                    <a:pt x="1922" y="1059"/>
                    <a:pt x="1922" y="1059"/>
                    <a:pt x="1921" y="1059"/>
                  </a:cubicBezTo>
                  <a:lnTo>
                    <a:pt x="1923" y="1050"/>
                  </a:lnTo>
                  <a:lnTo>
                    <a:pt x="1931" y="1053"/>
                  </a:lnTo>
                  <a:cubicBezTo>
                    <a:pt x="1931" y="1053"/>
                    <a:pt x="1932" y="1053"/>
                    <a:pt x="1932" y="1053"/>
                  </a:cubicBezTo>
                  <a:cubicBezTo>
                    <a:pt x="1939" y="1053"/>
                    <a:pt x="1941" y="1043"/>
                    <a:pt x="1948" y="1010"/>
                  </a:cubicBezTo>
                  <a:cubicBezTo>
                    <a:pt x="1955" y="971"/>
                    <a:pt x="1955" y="965"/>
                    <a:pt x="1940" y="964"/>
                  </a:cubicBezTo>
                  <a:cubicBezTo>
                    <a:pt x="1927" y="958"/>
                    <a:pt x="1925" y="954"/>
                    <a:pt x="1934" y="954"/>
                  </a:cubicBezTo>
                  <a:cubicBezTo>
                    <a:pt x="1936" y="954"/>
                    <a:pt x="1938" y="955"/>
                    <a:pt x="1941" y="955"/>
                  </a:cubicBezTo>
                  <a:cubicBezTo>
                    <a:pt x="1942" y="955"/>
                    <a:pt x="1943" y="955"/>
                    <a:pt x="1944" y="955"/>
                  </a:cubicBezTo>
                  <a:cubicBezTo>
                    <a:pt x="1951" y="955"/>
                    <a:pt x="1957" y="953"/>
                    <a:pt x="1950" y="952"/>
                  </a:cubicBezTo>
                  <a:cubicBezTo>
                    <a:pt x="1951" y="946"/>
                    <a:pt x="1954" y="941"/>
                    <a:pt x="1959" y="939"/>
                  </a:cubicBezTo>
                  <a:cubicBezTo>
                    <a:pt x="1977" y="927"/>
                    <a:pt x="1969" y="921"/>
                    <a:pt x="1961" y="921"/>
                  </a:cubicBezTo>
                  <a:cubicBezTo>
                    <a:pt x="1957" y="922"/>
                    <a:pt x="1954" y="922"/>
                    <a:pt x="1953" y="922"/>
                  </a:cubicBezTo>
                  <a:cubicBezTo>
                    <a:pt x="1949" y="922"/>
                    <a:pt x="1955" y="919"/>
                    <a:pt x="1961" y="917"/>
                  </a:cubicBezTo>
                  <a:cubicBezTo>
                    <a:pt x="1970" y="912"/>
                    <a:pt x="1979" y="909"/>
                    <a:pt x="1970" y="908"/>
                  </a:cubicBezTo>
                  <a:cubicBezTo>
                    <a:pt x="1962" y="903"/>
                    <a:pt x="1955" y="876"/>
                    <a:pt x="1971" y="876"/>
                  </a:cubicBezTo>
                  <a:cubicBezTo>
                    <a:pt x="1971" y="876"/>
                    <a:pt x="1971" y="872"/>
                    <a:pt x="1972" y="867"/>
                  </a:cubicBezTo>
                  <a:cubicBezTo>
                    <a:pt x="1964" y="867"/>
                    <a:pt x="1963" y="858"/>
                    <a:pt x="1963" y="849"/>
                  </a:cubicBezTo>
                  <a:cubicBezTo>
                    <a:pt x="1962" y="840"/>
                    <a:pt x="1962" y="836"/>
                    <a:pt x="1971" y="836"/>
                  </a:cubicBezTo>
                  <a:cubicBezTo>
                    <a:pt x="1973" y="837"/>
                    <a:pt x="1974" y="837"/>
                    <a:pt x="1975" y="837"/>
                  </a:cubicBezTo>
                  <a:cubicBezTo>
                    <a:pt x="1979" y="837"/>
                    <a:pt x="1977" y="833"/>
                    <a:pt x="1970" y="827"/>
                  </a:cubicBezTo>
                  <a:cubicBezTo>
                    <a:pt x="1970" y="821"/>
                    <a:pt x="1953" y="819"/>
                    <a:pt x="1953" y="815"/>
                  </a:cubicBezTo>
                  <a:cubicBezTo>
                    <a:pt x="1952" y="815"/>
                    <a:pt x="1951" y="815"/>
                    <a:pt x="1950" y="815"/>
                  </a:cubicBezTo>
                  <a:cubicBezTo>
                    <a:pt x="1942" y="815"/>
                    <a:pt x="1936" y="812"/>
                    <a:pt x="1935" y="808"/>
                  </a:cubicBezTo>
                  <a:lnTo>
                    <a:pt x="1943" y="807"/>
                  </a:lnTo>
                  <a:lnTo>
                    <a:pt x="1960" y="805"/>
                  </a:lnTo>
                  <a:cubicBezTo>
                    <a:pt x="1959" y="801"/>
                    <a:pt x="1959" y="797"/>
                    <a:pt x="1953" y="797"/>
                  </a:cubicBezTo>
                  <a:cubicBezTo>
                    <a:pt x="1953" y="797"/>
                    <a:pt x="1952" y="797"/>
                    <a:pt x="1951" y="797"/>
                  </a:cubicBezTo>
                  <a:cubicBezTo>
                    <a:pt x="1958" y="791"/>
                    <a:pt x="1958" y="787"/>
                    <a:pt x="1957" y="779"/>
                  </a:cubicBezTo>
                  <a:cubicBezTo>
                    <a:pt x="1954" y="770"/>
                    <a:pt x="1952" y="761"/>
                    <a:pt x="1943" y="759"/>
                  </a:cubicBezTo>
                  <a:cubicBezTo>
                    <a:pt x="1958" y="749"/>
                    <a:pt x="1952" y="725"/>
                    <a:pt x="1934" y="725"/>
                  </a:cubicBezTo>
                  <a:cubicBezTo>
                    <a:pt x="1933" y="725"/>
                    <a:pt x="1932" y="726"/>
                    <a:pt x="1931" y="726"/>
                  </a:cubicBezTo>
                  <a:cubicBezTo>
                    <a:pt x="1926" y="726"/>
                    <a:pt x="1926" y="722"/>
                    <a:pt x="1932" y="716"/>
                  </a:cubicBezTo>
                  <a:cubicBezTo>
                    <a:pt x="1938" y="709"/>
                    <a:pt x="1938" y="709"/>
                    <a:pt x="1929" y="708"/>
                  </a:cubicBezTo>
                  <a:cubicBezTo>
                    <a:pt x="1920" y="706"/>
                    <a:pt x="1926" y="699"/>
                    <a:pt x="1932" y="692"/>
                  </a:cubicBezTo>
                  <a:cubicBezTo>
                    <a:pt x="1945" y="682"/>
                    <a:pt x="1943" y="678"/>
                    <a:pt x="1934" y="677"/>
                  </a:cubicBezTo>
                  <a:cubicBezTo>
                    <a:pt x="1926" y="673"/>
                    <a:pt x="1921" y="667"/>
                    <a:pt x="1917" y="659"/>
                  </a:cubicBezTo>
                  <a:cubicBezTo>
                    <a:pt x="1912" y="656"/>
                    <a:pt x="1908" y="654"/>
                    <a:pt x="1906" y="654"/>
                  </a:cubicBezTo>
                  <a:cubicBezTo>
                    <a:pt x="1904" y="654"/>
                    <a:pt x="1902" y="655"/>
                    <a:pt x="1899" y="659"/>
                  </a:cubicBezTo>
                  <a:cubicBezTo>
                    <a:pt x="1894" y="661"/>
                    <a:pt x="1888" y="662"/>
                    <a:pt x="1883" y="662"/>
                  </a:cubicBezTo>
                  <a:cubicBezTo>
                    <a:pt x="1875" y="660"/>
                    <a:pt x="1876" y="657"/>
                    <a:pt x="1878" y="657"/>
                  </a:cubicBezTo>
                  <a:cubicBezTo>
                    <a:pt x="1879" y="657"/>
                    <a:pt x="1880" y="657"/>
                    <a:pt x="1880" y="659"/>
                  </a:cubicBezTo>
                  <a:cubicBezTo>
                    <a:pt x="1883" y="660"/>
                    <a:pt x="1885" y="660"/>
                    <a:pt x="1887" y="660"/>
                  </a:cubicBezTo>
                  <a:cubicBezTo>
                    <a:pt x="1891" y="660"/>
                    <a:pt x="1892" y="657"/>
                    <a:pt x="1895" y="651"/>
                  </a:cubicBezTo>
                  <a:cubicBezTo>
                    <a:pt x="1898" y="644"/>
                    <a:pt x="1898" y="637"/>
                    <a:pt x="1894" y="632"/>
                  </a:cubicBezTo>
                  <a:cubicBezTo>
                    <a:pt x="1892" y="627"/>
                    <a:pt x="1887" y="620"/>
                    <a:pt x="1885" y="616"/>
                  </a:cubicBezTo>
                  <a:cubicBezTo>
                    <a:pt x="1885" y="605"/>
                    <a:pt x="1884" y="600"/>
                    <a:pt x="1880" y="600"/>
                  </a:cubicBezTo>
                  <a:cubicBezTo>
                    <a:pt x="1879" y="600"/>
                    <a:pt x="1878" y="600"/>
                    <a:pt x="1876" y="602"/>
                  </a:cubicBezTo>
                  <a:cubicBezTo>
                    <a:pt x="1873" y="603"/>
                    <a:pt x="1871" y="605"/>
                    <a:pt x="1869" y="606"/>
                  </a:cubicBezTo>
                  <a:lnTo>
                    <a:pt x="1869" y="606"/>
                  </a:lnTo>
                  <a:cubicBezTo>
                    <a:pt x="1879" y="594"/>
                    <a:pt x="1856" y="559"/>
                    <a:pt x="1840" y="559"/>
                  </a:cubicBezTo>
                  <a:cubicBezTo>
                    <a:pt x="1838" y="559"/>
                    <a:pt x="1837" y="559"/>
                    <a:pt x="1835" y="560"/>
                  </a:cubicBezTo>
                  <a:lnTo>
                    <a:pt x="1841" y="554"/>
                  </a:lnTo>
                  <a:cubicBezTo>
                    <a:pt x="1848" y="549"/>
                    <a:pt x="1846" y="545"/>
                    <a:pt x="1839" y="539"/>
                  </a:cubicBezTo>
                  <a:cubicBezTo>
                    <a:pt x="1829" y="532"/>
                    <a:pt x="1819" y="525"/>
                    <a:pt x="1810" y="517"/>
                  </a:cubicBezTo>
                  <a:cubicBezTo>
                    <a:pt x="1800" y="508"/>
                    <a:pt x="1792" y="500"/>
                    <a:pt x="1786" y="500"/>
                  </a:cubicBezTo>
                  <a:cubicBezTo>
                    <a:pt x="1784" y="500"/>
                    <a:pt x="1783" y="501"/>
                    <a:pt x="1782" y="502"/>
                  </a:cubicBezTo>
                  <a:cubicBezTo>
                    <a:pt x="1778" y="498"/>
                    <a:pt x="1778" y="498"/>
                    <a:pt x="1784" y="493"/>
                  </a:cubicBezTo>
                  <a:cubicBezTo>
                    <a:pt x="1793" y="489"/>
                    <a:pt x="1789" y="487"/>
                    <a:pt x="1786" y="484"/>
                  </a:cubicBezTo>
                  <a:cubicBezTo>
                    <a:pt x="1785" y="483"/>
                    <a:pt x="1785" y="483"/>
                    <a:pt x="1784" y="483"/>
                  </a:cubicBezTo>
                  <a:cubicBezTo>
                    <a:pt x="1780" y="483"/>
                    <a:pt x="1776" y="487"/>
                    <a:pt x="1772" y="493"/>
                  </a:cubicBezTo>
                  <a:cubicBezTo>
                    <a:pt x="1770" y="495"/>
                    <a:pt x="1768" y="495"/>
                    <a:pt x="1767" y="495"/>
                  </a:cubicBezTo>
                  <a:cubicBezTo>
                    <a:pt x="1764" y="495"/>
                    <a:pt x="1763" y="491"/>
                    <a:pt x="1761" y="484"/>
                  </a:cubicBezTo>
                  <a:cubicBezTo>
                    <a:pt x="1759" y="470"/>
                    <a:pt x="1748" y="461"/>
                    <a:pt x="1734" y="461"/>
                  </a:cubicBezTo>
                  <a:cubicBezTo>
                    <a:pt x="1731" y="458"/>
                    <a:pt x="1728" y="456"/>
                    <a:pt x="1732" y="449"/>
                  </a:cubicBezTo>
                  <a:cubicBezTo>
                    <a:pt x="1734" y="442"/>
                    <a:pt x="1732" y="433"/>
                    <a:pt x="1724" y="433"/>
                  </a:cubicBezTo>
                  <a:cubicBezTo>
                    <a:pt x="1721" y="433"/>
                    <a:pt x="1718" y="434"/>
                    <a:pt x="1714" y="436"/>
                  </a:cubicBezTo>
                  <a:cubicBezTo>
                    <a:pt x="1711" y="433"/>
                    <a:pt x="1711" y="433"/>
                    <a:pt x="1715" y="427"/>
                  </a:cubicBezTo>
                  <a:cubicBezTo>
                    <a:pt x="1716" y="420"/>
                    <a:pt x="1718" y="415"/>
                    <a:pt x="1716" y="415"/>
                  </a:cubicBezTo>
                  <a:cubicBezTo>
                    <a:pt x="1715" y="415"/>
                    <a:pt x="1713" y="417"/>
                    <a:pt x="1709" y="421"/>
                  </a:cubicBezTo>
                  <a:cubicBezTo>
                    <a:pt x="1707" y="421"/>
                    <a:pt x="1706" y="421"/>
                    <a:pt x="1704" y="421"/>
                  </a:cubicBezTo>
                  <a:cubicBezTo>
                    <a:pt x="1694" y="421"/>
                    <a:pt x="1685" y="414"/>
                    <a:pt x="1682" y="403"/>
                  </a:cubicBezTo>
                  <a:cubicBezTo>
                    <a:pt x="1680" y="402"/>
                    <a:pt x="1678" y="401"/>
                    <a:pt x="1676" y="401"/>
                  </a:cubicBezTo>
                  <a:cubicBezTo>
                    <a:pt x="1674" y="401"/>
                    <a:pt x="1672" y="402"/>
                    <a:pt x="1671" y="405"/>
                  </a:cubicBezTo>
                  <a:lnTo>
                    <a:pt x="1666" y="412"/>
                  </a:lnTo>
                  <a:cubicBezTo>
                    <a:pt x="1668" y="403"/>
                    <a:pt x="1670" y="400"/>
                    <a:pt x="1668" y="400"/>
                  </a:cubicBezTo>
                  <a:cubicBezTo>
                    <a:pt x="1667" y="400"/>
                    <a:pt x="1664" y="402"/>
                    <a:pt x="1658" y="407"/>
                  </a:cubicBezTo>
                  <a:cubicBezTo>
                    <a:pt x="1656" y="410"/>
                    <a:pt x="1655" y="412"/>
                    <a:pt x="1654" y="412"/>
                  </a:cubicBezTo>
                  <a:cubicBezTo>
                    <a:pt x="1652" y="412"/>
                    <a:pt x="1652" y="409"/>
                    <a:pt x="1655" y="405"/>
                  </a:cubicBezTo>
                  <a:cubicBezTo>
                    <a:pt x="1655" y="396"/>
                    <a:pt x="1650" y="394"/>
                    <a:pt x="1650" y="394"/>
                  </a:cubicBezTo>
                  <a:cubicBezTo>
                    <a:pt x="1635" y="390"/>
                    <a:pt x="1619" y="384"/>
                    <a:pt x="1604" y="377"/>
                  </a:cubicBezTo>
                  <a:cubicBezTo>
                    <a:pt x="1582" y="366"/>
                    <a:pt x="1569" y="360"/>
                    <a:pt x="1562" y="360"/>
                  </a:cubicBezTo>
                  <a:cubicBezTo>
                    <a:pt x="1559" y="360"/>
                    <a:pt x="1557" y="361"/>
                    <a:pt x="1556" y="364"/>
                  </a:cubicBezTo>
                  <a:cubicBezTo>
                    <a:pt x="1553" y="366"/>
                    <a:pt x="1552" y="368"/>
                    <a:pt x="1550" y="368"/>
                  </a:cubicBezTo>
                  <a:cubicBezTo>
                    <a:pt x="1549" y="368"/>
                    <a:pt x="1549" y="365"/>
                    <a:pt x="1548" y="360"/>
                  </a:cubicBezTo>
                  <a:cubicBezTo>
                    <a:pt x="1548" y="354"/>
                    <a:pt x="1545" y="349"/>
                    <a:pt x="1539" y="347"/>
                  </a:cubicBezTo>
                  <a:cubicBezTo>
                    <a:pt x="1535" y="346"/>
                    <a:pt x="1531" y="344"/>
                    <a:pt x="1534" y="336"/>
                  </a:cubicBezTo>
                  <a:lnTo>
                    <a:pt x="1534" y="336"/>
                  </a:lnTo>
                  <a:cubicBezTo>
                    <a:pt x="1529" y="340"/>
                    <a:pt x="1528" y="342"/>
                    <a:pt x="1526" y="342"/>
                  </a:cubicBezTo>
                  <a:cubicBezTo>
                    <a:pt x="1525" y="342"/>
                    <a:pt x="1524" y="341"/>
                    <a:pt x="1522" y="340"/>
                  </a:cubicBezTo>
                  <a:cubicBezTo>
                    <a:pt x="1525" y="336"/>
                    <a:pt x="1524" y="334"/>
                    <a:pt x="1521" y="334"/>
                  </a:cubicBezTo>
                  <a:cubicBezTo>
                    <a:pt x="1520" y="334"/>
                    <a:pt x="1517" y="335"/>
                    <a:pt x="1515" y="337"/>
                  </a:cubicBezTo>
                  <a:cubicBezTo>
                    <a:pt x="1510" y="344"/>
                    <a:pt x="1507" y="348"/>
                    <a:pt x="1507" y="348"/>
                  </a:cubicBezTo>
                  <a:cubicBezTo>
                    <a:pt x="1506" y="348"/>
                    <a:pt x="1507" y="344"/>
                    <a:pt x="1510" y="336"/>
                  </a:cubicBezTo>
                  <a:cubicBezTo>
                    <a:pt x="1512" y="330"/>
                    <a:pt x="1507" y="321"/>
                    <a:pt x="1505" y="321"/>
                  </a:cubicBezTo>
                  <a:cubicBezTo>
                    <a:pt x="1504" y="321"/>
                    <a:pt x="1504" y="322"/>
                    <a:pt x="1505" y="324"/>
                  </a:cubicBezTo>
                  <a:cubicBezTo>
                    <a:pt x="1501" y="332"/>
                    <a:pt x="1493" y="329"/>
                    <a:pt x="1487" y="336"/>
                  </a:cubicBezTo>
                  <a:cubicBezTo>
                    <a:pt x="1482" y="335"/>
                    <a:pt x="1478" y="333"/>
                    <a:pt x="1481" y="326"/>
                  </a:cubicBezTo>
                  <a:cubicBezTo>
                    <a:pt x="1480" y="321"/>
                    <a:pt x="1472" y="319"/>
                    <a:pt x="1465" y="319"/>
                  </a:cubicBezTo>
                  <a:cubicBezTo>
                    <a:pt x="1458" y="319"/>
                    <a:pt x="1452" y="320"/>
                    <a:pt x="1448" y="323"/>
                  </a:cubicBezTo>
                  <a:cubicBezTo>
                    <a:pt x="1447" y="327"/>
                    <a:pt x="1446" y="329"/>
                    <a:pt x="1445" y="329"/>
                  </a:cubicBezTo>
                  <a:cubicBezTo>
                    <a:pt x="1443" y="329"/>
                    <a:pt x="1443" y="326"/>
                    <a:pt x="1444" y="322"/>
                  </a:cubicBezTo>
                  <a:cubicBezTo>
                    <a:pt x="1446" y="314"/>
                    <a:pt x="1442" y="313"/>
                    <a:pt x="1437" y="312"/>
                  </a:cubicBezTo>
                  <a:cubicBezTo>
                    <a:pt x="1436" y="314"/>
                    <a:pt x="1435" y="315"/>
                    <a:pt x="1434" y="315"/>
                  </a:cubicBezTo>
                  <a:cubicBezTo>
                    <a:pt x="1433" y="315"/>
                    <a:pt x="1434" y="309"/>
                    <a:pt x="1435" y="303"/>
                  </a:cubicBezTo>
                  <a:cubicBezTo>
                    <a:pt x="1442" y="296"/>
                    <a:pt x="1437" y="295"/>
                    <a:pt x="1429" y="293"/>
                  </a:cubicBezTo>
                  <a:cubicBezTo>
                    <a:pt x="1427" y="295"/>
                    <a:pt x="1423" y="296"/>
                    <a:pt x="1419" y="296"/>
                  </a:cubicBezTo>
                  <a:cubicBezTo>
                    <a:pt x="1411" y="296"/>
                    <a:pt x="1400" y="293"/>
                    <a:pt x="1391" y="292"/>
                  </a:cubicBezTo>
                  <a:cubicBezTo>
                    <a:pt x="1386" y="291"/>
                    <a:pt x="1382" y="290"/>
                    <a:pt x="1378" y="290"/>
                  </a:cubicBezTo>
                  <a:cubicBezTo>
                    <a:pt x="1366" y="290"/>
                    <a:pt x="1361" y="297"/>
                    <a:pt x="1352" y="308"/>
                  </a:cubicBezTo>
                  <a:lnTo>
                    <a:pt x="1344" y="323"/>
                  </a:lnTo>
                  <a:lnTo>
                    <a:pt x="1347" y="307"/>
                  </a:lnTo>
                  <a:cubicBezTo>
                    <a:pt x="1349" y="299"/>
                    <a:pt x="1349" y="291"/>
                    <a:pt x="1347" y="282"/>
                  </a:cubicBezTo>
                  <a:cubicBezTo>
                    <a:pt x="1347" y="282"/>
                    <a:pt x="1347" y="282"/>
                    <a:pt x="1347" y="282"/>
                  </a:cubicBezTo>
                  <a:cubicBezTo>
                    <a:pt x="1343" y="282"/>
                    <a:pt x="1342" y="290"/>
                    <a:pt x="1340" y="298"/>
                  </a:cubicBezTo>
                  <a:cubicBezTo>
                    <a:pt x="1339" y="301"/>
                    <a:pt x="1338" y="303"/>
                    <a:pt x="1336" y="303"/>
                  </a:cubicBezTo>
                  <a:cubicBezTo>
                    <a:pt x="1334" y="303"/>
                    <a:pt x="1331" y="300"/>
                    <a:pt x="1327" y="294"/>
                  </a:cubicBezTo>
                  <a:cubicBezTo>
                    <a:pt x="1323" y="289"/>
                    <a:pt x="1319" y="286"/>
                    <a:pt x="1316" y="286"/>
                  </a:cubicBezTo>
                  <a:cubicBezTo>
                    <a:pt x="1314" y="286"/>
                    <a:pt x="1312" y="288"/>
                    <a:pt x="1309" y="291"/>
                  </a:cubicBezTo>
                  <a:cubicBezTo>
                    <a:pt x="1304" y="291"/>
                    <a:pt x="1298" y="286"/>
                    <a:pt x="1297" y="281"/>
                  </a:cubicBezTo>
                  <a:cubicBezTo>
                    <a:pt x="1293" y="281"/>
                    <a:pt x="1293" y="281"/>
                    <a:pt x="1291" y="289"/>
                  </a:cubicBezTo>
                  <a:cubicBezTo>
                    <a:pt x="1291" y="292"/>
                    <a:pt x="1290" y="294"/>
                    <a:pt x="1288" y="294"/>
                  </a:cubicBezTo>
                  <a:cubicBezTo>
                    <a:pt x="1286" y="294"/>
                    <a:pt x="1284" y="291"/>
                    <a:pt x="1282" y="286"/>
                  </a:cubicBezTo>
                  <a:cubicBezTo>
                    <a:pt x="1282" y="276"/>
                    <a:pt x="1276" y="272"/>
                    <a:pt x="1271" y="272"/>
                  </a:cubicBezTo>
                  <a:cubicBezTo>
                    <a:pt x="1268" y="272"/>
                    <a:pt x="1266" y="273"/>
                    <a:pt x="1266" y="276"/>
                  </a:cubicBezTo>
                  <a:cubicBezTo>
                    <a:pt x="1265" y="282"/>
                    <a:pt x="1262" y="283"/>
                    <a:pt x="1259" y="283"/>
                  </a:cubicBezTo>
                  <a:cubicBezTo>
                    <a:pt x="1258" y="283"/>
                    <a:pt x="1257" y="283"/>
                    <a:pt x="1257" y="283"/>
                  </a:cubicBezTo>
                  <a:cubicBezTo>
                    <a:pt x="1256" y="283"/>
                    <a:pt x="1255" y="283"/>
                    <a:pt x="1254" y="283"/>
                  </a:cubicBezTo>
                  <a:cubicBezTo>
                    <a:pt x="1249" y="283"/>
                    <a:pt x="1244" y="285"/>
                    <a:pt x="1242" y="289"/>
                  </a:cubicBezTo>
                  <a:lnTo>
                    <a:pt x="1233" y="287"/>
                  </a:lnTo>
                  <a:cubicBezTo>
                    <a:pt x="1229" y="287"/>
                    <a:pt x="1233" y="281"/>
                    <a:pt x="1238" y="281"/>
                  </a:cubicBezTo>
                  <a:cubicBezTo>
                    <a:pt x="1238" y="281"/>
                    <a:pt x="1238" y="281"/>
                    <a:pt x="1239" y="281"/>
                  </a:cubicBezTo>
                  <a:lnTo>
                    <a:pt x="1235" y="272"/>
                  </a:lnTo>
                  <a:cubicBezTo>
                    <a:pt x="1232" y="271"/>
                    <a:pt x="1230" y="271"/>
                    <a:pt x="1227" y="271"/>
                  </a:cubicBezTo>
                  <a:cubicBezTo>
                    <a:pt x="1223" y="271"/>
                    <a:pt x="1220" y="272"/>
                    <a:pt x="1216" y="277"/>
                  </a:cubicBezTo>
                  <a:cubicBezTo>
                    <a:pt x="1213" y="285"/>
                    <a:pt x="1211" y="289"/>
                    <a:pt x="1211" y="289"/>
                  </a:cubicBezTo>
                  <a:cubicBezTo>
                    <a:pt x="1210" y="289"/>
                    <a:pt x="1211" y="285"/>
                    <a:pt x="1212" y="277"/>
                  </a:cubicBezTo>
                  <a:cubicBezTo>
                    <a:pt x="1213" y="272"/>
                    <a:pt x="1210" y="265"/>
                    <a:pt x="1207" y="265"/>
                  </a:cubicBezTo>
                  <a:cubicBezTo>
                    <a:pt x="1206" y="265"/>
                    <a:pt x="1205" y="266"/>
                    <a:pt x="1204" y="268"/>
                  </a:cubicBezTo>
                  <a:cubicBezTo>
                    <a:pt x="1201" y="275"/>
                    <a:pt x="1199" y="277"/>
                    <a:pt x="1197" y="277"/>
                  </a:cubicBezTo>
                  <a:cubicBezTo>
                    <a:pt x="1195" y="277"/>
                    <a:pt x="1194" y="272"/>
                    <a:pt x="1195" y="267"/>
                  </a:cubicBezTo>
                  <a:cubicBezTo>
                    <a:pt x="1198" y="259"/>
                    <a:pt x="1199" y="255"/>
                    <a:pt x="1197" y="255"/>
                  </a:cubicBezTo>
                  <a:cubicBezTo>
                    <a:pt x="1195" y="255"/>
                    <a:pt x="1191" y="259"/>
                    <a:pt x="1181" y="265"/>
                  </a:cubicBezTo>
                  <a:cubicBezTo>
                    <a:pt x="1173" y="265"/>
                    <a:pt x="1157" y="270"/>
                    <a:pt x="1144" y="270"/>
                  </a:cubicBezTo>
                  <a:cubicBezTo>
                    <a:pt x="1142" y="270"/>
                    <a:pt x="1141" y="270"/>
                    <a:pt x="1140" y="270"/>
                  </a:cubicBezTo>
                  <a:cubicBezTo>
                    <a:pt x="1122" y="268"/>
                    <a:pt x="1113" y="267"/>
                    <a:pt x="1109" y="259"/>
                  </a:cubicBezTo>
                  <a:cubicBezTo>
                    <a:pt x="1109" y="259"/>
                    <a:pt x="1109" y="259"/>
                    <a:pt x="1109" y="258"/>
                  </a:cubicBezTo>
                  <a:lnTo>
                    <a:pt x="1109" y="258"/>
                  </a:lnTo>
                  <a:cubicBezTo>
                    <a:pt x="1107" y="266"/>
                    <a:pt x="1103" y="266"/>
                    <a:pt x="1095" y="266"/>
                  </a:cubicBezTo>
                  <a:cubicBezTo>
                    <a:pt x="1094" y="266"/>
                    <a:pt x="1092" y="266"/>
                    <a:pt x="1091" y="266"/>
                  </a:cubicBezTo>
                  <a:cubicBezTo>
                    <a:pt x="1087" y="263"/>
                    <a:pt x="1083" y="262"/>
                    <a:pt x="1079" y="262"/>
                  </a:cubicBezTo>
                  <a:cubicBezTo>
                    <a:pt x="1073" y="262"/>
                    <a:pt x="1066" y="265"/>
                    <a:pt x="1063" y="272"/>
                  </a:cubicBezTo>
                  <a:lnTo>
                    <a:pt x="1072" y="273"/>
                  </a:lnTo>
                  <a:cubicBezTo>
                    <a:pt x="1071" y="282"/>
                    <a:pt x="1069" y="286"/>
                    <a:pt x="1066" y="286"/>
                  </a:cubicBezTo>
                  <a:cubicBezTo>
                    <a:pt x="1064" y="286"/>
                    <a:pt x="1061" y="283"/>
                    <a:pt x="1058" y="280"/>
                  </a:cubicBezTo>
                  <a:cubicBezTo>
                    <a:pt x="1054" y="280"/>
                    <a:pt x="1054" y="272"/>
                    <a:pt x="1055" y="263"/>
                  </a:cubicBezTo>
                  <a:cubicBezTo>
                    <a:pt x="1055" y="255"/>
                    <a:pt x="1050" y="247"/>
                    <a:pt x="1046" y="246"/>
                  </a:cubicBezTo>
                  <a:cubicBezTo>
                    <a:pt x="1041" y="246"/>
                    <a:pt x="1037" y="246"/>
                    <a:pt x="1041" y="254"/>
                  </a:cubicBezTo>
                  <a:cubicBezTo>
                    <a:pt x="1040" y="260"/>
                    <a:pt x="1040" y="262"/>
                    <a:pt x="1038" y="262"/>
                  </a:cubicBezTo>
                  <a:cubicBezTo>
                    <a:pt x="1038" y="262"/>
                    <a:pt x="1037" y="262"/>
                    <a:pt x="1036" y="262"/>
                  </a:cubicBezTo>
                  <a:cubicBezTo>
                    <a:pt x="1035" y="262"/>
                    <a:pt x="1034" y="261"/>
                    <a:pt x="1033" y="261"/>
                  </a:cubicBezTo>
                  <a:cubicBezTo>
                    <a:pt x="1029" y="261"/>
                    <a:pt x="1024" y="265"/>
                    <a:pt x="1022" y="270"/>
                  </a:cubicBezTo>
                  <a:cubicBezTo>
                    <a:pt x="1022" y="277"/>
                    <a:pt x="1018" y="277"/>
                    <a:pt x="1013" y="277"/>
                  </a:cubicBezTo>
                  <a:cubicBezTo>
                    <a:pt x="1010" y="272"/>
                    <a:pt x="1005" y="268"/>
                    <a:pt x="1000" y="268"/>
                  </a:cubicBezTo>
                  <a:lnTo>
                    <a:pt x="1000" y="261"/>
                  </a:lnTo>
                  <a:cubicBezTo>
                    <a:pt x="1000" y="254"/>
                    <a:pt x="999" y="248"/>
                    <a:pt x="996" y="244"/>
                  </a:cubicBezTo>
                  <a:cubicBezTo>
                    <a:pt x="992" y="244"/>
                    <a:pt x="991" y="252"/>
                    <a:pt x="991" y="252"/>
                  </a:cubicBezTo>
                  <a:cubicBezTo>
                    <a:pt x="991" y="255"/>
                    <a:pt x="974" y="256"/>
                    <a:pt x="952" y="256"/>
                  </a:cubicBezTo>
                  <a:cubicBezTo>
                    <a:pt x="919" y="256"/>
                    <a:pt x="877" y="253"/>
                    <a:pt x="868" y="253"/>
                  </a:cubicBezTo>
                  <a:cubicBezTo>
                    <a:pt x="864" y="248"/>
                    <a:pt x="858" y="246"/>
                    <a:pt x="854" y="246"/>
                  </a:cubicBezTo>
                  <a:cubicBezTo>
                    <a:pt x="850" y="246"/>
                    <a:pt x="848" y="248"/>
                    <a:pt x="851" y="252"/>
                  </a:cubicBezTo>
                  <a:cubicBezTo>
                    <a:pt x="850" y="257"/>
                    <a:pt x="841" y="259"/>
                    <a:pt x="829" y="259"/>
                  </a:cubicBezTo>
                  <a:cubicBezTo>
                    <a:pt x="820" y="259"/>
                    <a:pt x="811" y="258"/>
                    <a:pt x="800" y="257"/>
                  </a:cubicBezTo>
                  <a:cubicBezTo>
                    <a:pt x="786" y="256"/>
                    <a:pt x="773" y="255"/>
                    <a:pt x="763" y="255"/>
                  </a:cubicBezTo>
                  <a:cubicBezTo>
                    <a:pt x="752" y="255"/>
                    <a:pt x="745" y="257"/>
                    <a:pt x="744" y="262"/>
                  </a:cubicBezTo>
                  <a:lnTo>
                    <a:pt x="731" y="261"/>
                  </a:lnTo>
                  <a:cubicBezTo>
                    <a:pt x="730" y="260"/>
                    <a:pt x="729" y="260"/>
                    <a:pt x="728" y="260"/>
                  </a:cubicBezTo>
                  <a:cubicBezTo>
                    <a:pt x="720" y="260"/>
                    <a:pt x="711" y="266"/>
                    <a:pt x="707" y="266"/>
                  </a:cubicBezTo>
                  <a:cubicBezTo>
                    <a:pt x="705" y="270"/>
                    <a:pt x="702" y="272"/>
                    <a:pt x="701" y="272"/>
                  </a:cubicBezTo>
                  <a:cubicBezTo>
                    <a:pt x="700" y="272"/>
                    <a:pt x="700" y="270"/>
                    <a:pt x="702" y="266"/>
                  </a:cubicBezTo>
                  <a:cubicBezTo>
                    <a:pt x="704" y="257"/>
                    <a:pt x="704" y="249"/>
                    <a:pt x="699" y="249"/>
                  </a:cubicBezTo>
                  <a:cubicBezTo>
                    <a:pt x="699" y="249"/>
                    <a:pt x="698" y="249"/>
                    <a:pt x="697" y="249"/>
                  </a:cubicBezTo>
                  <a:cubicBezTo>
                    <a:pt x="690" y="249"/>
                    <a:pt x="690" y="257"/>
                    <a:pt x="689" y="264"/>
                  </a:cubicBezTo>
                  <a:cubicBezTo>
                    <a:pt x="688" y="271"/>
                    <a:pt x="685" y="272"/>
                    <a:pt x="684" y="272"/>
                  </a:cubicBezTo>
                  <a:cubicBezTo>
                    <a:pt x="684" y="272"/>
                    <a:pt x="683" y="272"/>
                    <a:pt x="683" y="272"/>
                  </a:cubicBezTo>
                  <a:cubicBezTo>
                    <a:pt x="679" y="272"/>
                    <a:pt x="679" y="272"/>
                    <a:pt x="680" y="264"/>
                  </a:cubicBezTo>
                  <a:lnTo>
                    <a:pt x="681" y="247"/>
                  </a:lnTo>
                  <a:lnTo>
                    <a:pt x="677" y="247"/>
                  </a:lnTo>
                  <a:cubicBezTo>
                    <a:pt x="676" y="253"/>
                    <a:pt x="673" y="254"/>
                    <a:pt x="672" y="254"/>
                  </a:cubicBezTo>
                  <a:cubicBezTo>
                    <a:pt x="671" y="254"/>
                    <a:pt x="671" y="254"/>
                    <a:pt x="671" y="254"/>
                  </a:cubicBezTo>
                  <a:cubicBezTo>
                    <a:pt x="667" y="254"/>
                    <a:pt x="667" y="254"/>
                    <a:pt x="669" y="238"/>
                  </a:cubicBezTo>
                  <a:cubicBezTo>
                    <a:pt x="669" y="230"/>
                    <a:pt x="668" y="225"/>
                    <a:pt x="667" y="225"/>
                  </a:cubicBezTo>
                  <a:cubicBezTo>
                    <a:pt x="665" y="225"/>
                    <a:pt x="663" y="229"/>
                    <a:pt x="660" y="237"/>
                  </a:cubicBezTo>
                  <a:lnTo>
                    <a:pt x="650" y="244"/>
                  </a:lnTo>
                  <a:cubicBezTo>
                    <a:pt x="649" y="238"/>
                    <a:pt x="647" y="236"/>
                    <a:pt x="645" y="236"/>
                  </a:cubicBezTo>
                  <a:cubicBezTo>
                    <a:pt x="640" y="236"/>
                    <a:pt x="634" y="245"/>
                    <a:pt x="631" y="249"/>
                  </a:cubicBezTo>
                  <a:cubicBezTo>
                    <a:pt x="629" y="241"/>
                    <a:pt x="627" y="236"/>
                    <a:pt x="624" y="236"/>
                  </a:cubicBezTo>
                  <a:cubicBezTo>
                    <a:pt x="622" y="236"/>
                    <a:pt x="619" y="240"/>
                    <a:pt x="616" y="247"/>
                  </a:cubicBezTo>
                  <a:cubicBezTo>
                    <a:pt x="616" y="251"/>
                    <a:pt x="614" y="253"/>
                    <a:pt x="613" y="253"/>
                  </a:cubicBezTo>
                  <a:cubicBezTo>
                    <a:pt x="611" y="253"/>
                    <a:pt x="609" y="251"/>
                    <a:pt x="607" y="246"/>
                  </a:cubicBezTo>
                  <a:cubicBezTo>
                    <a:pt x="604" y="237"/>
                    <a:pt x="599" y="237"/>
                    <a:pt x="590" y="236"/>
                  </a:cubicBezTo>
                  <a:cubicBezTo>
                    <a:pt x="588" y="238"/>
                    <a:pt x="583" y="239"/>
                    <a:pt x="576" y="239"/>
                  </a:cubicBezTo>
                  <a:cubicBezTo>
                    <a:pt x="563" y="239"/>
                    <a:pt x="541" y="235"/>
                    <a:pt x="516" y="230"/>
                  </a:cubicBezTo>
                  <a:cubicBezTo>
                    <a:pt x="489" y="225"/>
                    <a:pt x="467" y="220"/>
                    <a:pt x="456" y="220"/>
                  </a:cubicBezTo>
                  <a:cubicBezTo>
                    <a:pt x="451" y="220"/>
                    <a:pt x="447" y="221"/>
                    <a:pt x="447" y="224"/>
                  </a:cubicBezTo>
                  <a:cubicBezTo>
                    <a:pt x="442" y="222"/>
                    <a:pt x="442" y="222"/>
                    <a:pt x="440" y="213"/>
                  </a:cubicBezTo>
                  <a:cubicBezTo>
                    <a:pt x="441" y="210"/>
                    <a:pt x="441" y="208"/>
                    <a:pt x="439" y="208"/>
                  </a:cubicBezTo>
                  <a:cubicBezTo>
                    <a:pt x="437" y="208"/>
                    <a:pt x="434" y="211"/>
                    <a:pt x="429" y="219"/>
                  </a:cubicBezTo>
                  <a:cubicBezTo>
                    <a:pt x="425" y="223"/>
                    <a:pt x="423" y="227"/>
                    <a:pt x="422" y="227"/>
                  </a:cubicBezTo>
                  <a:cubicBezTo>
                    <a:pt x="422" y="227"/>
                    <a:pt x="423" y="225"/>
                    <a:pt x="424" y="218"/>
                  </a:cubicBezTo>
                  <a:cubicBezTo>
                    <a:pt x="427" y="209"/>
                    <a:pt x="418" y="208"/>
                    <a:pt x="400" y="202"/>
                  </a:cubicBezTo>
                  <a:cubicBezTo>
                    <a:pt x="391" y="199"/>
                    <a:pt x="381" y="196"/>
                    <a:pt x="374" y="196"/>
                  </a:cubicBezTo>
                  <a:cubicBezTo>
                    <a:pt x="370" y="196"/>
                    <a:pt x="367" y="197"/>
                    <a:pt x="366" y="200"/>
                  </a:cubicBezTo>
                  <a:cubicBezTo>
                    <a:pt x="361" y="203"/>
                    <a:pt x="358" y="204"/>
                    <a:pt x="357" y="204"/>
                  </a:cubicBezTo>
                  <a:cubicBezTo>
                    <a:pt x="356" y="204"/>
                    <a:pt x="358" y="202"/>
                    <a:pt x="361" y="199"/>
                  </a:cubicBezTo>
                  <a:cubicBezTo>
                    <a:pt x="369" y="188"/>
                    <a:pt x="360" y="177"/>
                    <a:pt x="346" y="177"/>
                  </a:cubicBezTo>
                  <a:cubicBezTo>
                    <a:pt x="342" y="177"/>
                    <a:pt x="338" y="178"/>
                    <a:pt x="333" y="180"/>
                  </a:cubicBezTo>
                  <a:cubicBezTo>
                    <a:pt x="329" y="179"/>
                    <a:pt x="326" y="178"/>
                    <a:pt x="328" y="170"/>
                  </a:cubicBezTo>
                  <a:cubicBezTo>
                    <a:pt x="323" y="168"/>
                    <a:pt x="319" y="167"/>
                    <a:pt x="315" y="167"/>
                  </a:cubicBezTo>
                  <a:cubicBezTo>
                    <a:pt x="311" y="167"/>
                    <a:pt x="307" y="168"/>
                    <a:pt x="303" y="169"/>
                  </a:cubicBezTo>
                  <a:lnTo>
                    <a:pt x="274" y="156"/>
                  </a:lnTo>
                  <a:cubicBezTo>
                    <a:pt x="270" y="155"/>
                    <a:pt x="266" y="154"/>
                    <a:pt x="262" y="154"/>
                  </a:cubicBezTo>
                  <a:cubicBezTo>
                    <a:pt x="259" y="154"/>
                    <a:pt x="256" y="155"/>
                    <a:pt x="254" y="155"/>
                  </a:cubicBezTo>
                  <a:cubicBezTo>
                    <a:pt x="252" y="155"/>
                    <a:pt x="251" y="154"/>
                    <a:pt x="249" y="154"/>
                  </a:cubicBezTo>
                  <a:lnTo>
                    <a:pt x="249" y="154"/>
                  </a:lnTo>
                  <a:cubicBezTo>
                    <a:pt x="252" y="146"/>
                    <a:pt x="231" y="136"/>
                    <a:pt x="203" y="120"/>
                  </a:cubicBezTo>
                  <a:cubicBezTo>
                    <a:pt x="174" y="105"/>
                    <a:pt x="151" y="89"/>
                    <a:pt x="152" y="80"/>
                  </a:cubicBezTo>
                  <a:cubicBezTo>
                    <a:pt x="152" y="80"/>
                    <a:pt x="150" y="79"/>
                    <a:pt x="148" y="79"/>
                  </a:cubicBezTo>
                  <a:cubicBezTo>
                    <a:pt x="146" y="79"/>
                    <a:pt x="143" y="79"/>
                    <a:pt x="139" y="81"/>
                  </a:cubicBezTo>
                  <a:cubicBezTo>
                    <a:pt x="134" y="86"/>
                    <a:pt x="130" y="88"/>
                    <a:pt x="127" y="88"/>
                  </a:cubicBezTo>
                  <a:cubicBezTo>
                    <a:pt x="124" y="88"/>
                    <a:pt x="123" y="85"/>
                    <a:pt x="124" y="80"/>
                  </a:cubicBezTo>
                  <a:cubicBezTo>
                    <a:pt x="129" y="69"/>
                    <a:pt x="120" y="59"/>
                    <a:pt x="111" y="59"/>
                  </a:cubicBezTo>
                  <a:cubicBezTo>
                    <a:pt x="107" y="59"/>
                    <a:pt x="104" y="60"/>
                    <a:pt x="101" y="63"/>
                  </a:cubicBezTo>
                  <a:cubicBezTo>
                    <a:pt x="100" y="65"/>
                    <a:pt x="99" y="65"/>
                    <a:pt x="99" y="65"/>
                  </a:cubicBezTo>
                  <a:cubicBezTo>
                    <a:pt x="99" y="65"/>
                    <a:pt x="102" y="61"/>
                    <a:pt x="106" y="56"/>
                  </a:cubicBezTo>
                  <a:cubicBezTo>
                    <a:pt x="110" y="47"/>
                    <a:pt x="105" y="42"/>
                    <a:pt x="98" y="42"/>
                  </a:cubicBezTo>
                  <a:cubicBezTo>
                    <a:pt x="94" y="42"/>
                    <a:pt x="88" y="44"/>
                    <a:pt x="82" y="47"/>
                  </a:cubicBezTo>
                  <a:cubicBezTo>
                    <a:pt x="83" y="40"/>
                    <a:pt x="85" y="32"/>
                    <a:pt x="80" y="32"/>
                  </a:cubicBezTo>
                  <a:cubicBezTo>
                    <a:pt x="79" y="32"/>
                    <a:pt x="78" y="32"/>
                    <a:pt x="77" y="33"/>
                  </a:cubicBezTo>
                  <a:cubicBezTo>
                    <a:pt x="73" y="29"/>
                    <a:pt x="73" y="29"/>
                    <a:pt x="84" y="17"/>
                  </a:cubicBezTo>
                  <a:cubicBezTo>
                    <a:pt x="89" y="11"/>
                    <a:pt x="94" y="5"/>
                    <a:pt x="91" y="1"/>
                  </a:cubicBezTo>
                  <a:cubicBezTo>
                    <a:pt x="91" y="1"/>
                    <a:pt x="90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33"/>
            <p:cNvSpPr/>
            <p:nvPr/>
          </p:nvSpPr>
          <p:spPr>
            <a:xfrm>
              <a:off x="1707955" y="1791375"/>
              <a:ext cx="312863" cy="326249"/>
            </a:xfrm>
            <a:custGeom>
              <a:avLst/>
              <a:gdLst/>
              <a:ahLst/>
              <a:cxnLst/>
              <a:rect l="l" t="t" r="r" b="b"/>
              <a:pathLst>
                <a:path w="3132" h="3266" extrusionOk="0">
                  <a:moveTo>
                    <a:pt x="0" y="1"/>
                  </a:moveTo>
                  <a:lnTo>
                    <a:pt x="0" y="1039"/>
                  </a:lnTo>
                  <a:lnTo>
                    <a:pt x="0" y="2124"/>
                  </a:lnTo>
                  <a:cubicBezTo>
                    <a:pt x="0" y="2755"/>
                    <a:pt x="511" y="3265"/>
                    <a:pt x="1140" y="3265"/>
                  </a:cubicBezTo>
                  <a:lnTo>
                    <a:pt x="1990" y="3265"/>
                  </a:lnTo>
                  <a:cubicBezTo>
                    <a:pt x="2621" y="3265"/>
                    <a:pt x="3131" y="2755"/>
                    <a:pt x="3131" y="2124"/>
                  </a:cubicBezTo>
                  <a:lnTo>
                    <a:pt x="313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33"/>
            <p:cNvSpPr/>
            <p:nvPr/>
          </p:nvSpPr>
          <p:spPr>
            <a:xfrm>
              <a:off x="1699764" y="1790876"/>
              <a:ext cx="322553" cy="341832"/>
            </a:xfrm>
            <a:custGeom>
              <a:avLst/>
              <a:gdLst/>
              <a:ahLst/>
              <a:cxnLst/>
              <a:rect l="l" t="t" r="r" b="b"/>
              <a:pathLst>
                <a:path w="3229" h="3422" extrusionOk="0">
                  <a:moveTo>
                    <a:pt x="2430" y="1"/>
                  </a:moveTo>
                  <a:cubicBezTo>
                    <a:pt x="2430" y="1"/>
                    <a:pt x="2430" y="2"/>
                    <a:pt x="2434" y="5"/>
                  </a:cubicBezTo>
                  <a:lnTo>
                    <a:pt x="2434" y="5"/>
                  </a:lnTo>
                  <a:cubicBezTo>
                    <a:pt x="2433" y="2"/>
                    <a:pt x="2431" y="1"/>
                    <a:pt x="2430" y="1"/>
                  </a:cubicBezTo>
                  <a:close/>
                  <a:moveTo>
                    <a:pt x="2434" y="5"/>
                  </a:moveTo>
                  <a:cubicBezTo>
                    <a:pt x="2435" y="7"/>
                    <a:pt x="2435" y="9"/>
                    <a:pt x="2436" y="13"/>
                  </a:cubicBezTo>
                  <a:lnTo>
                    <a:pt x="2436" y="13"/>
                  </a:lnTo>
                  <a:cubicBezTo>
                    <a:pt x="2436" y="11"/>
                    <a:pt x="2437" y="9"/>
                    <a:pt x="2437" y="7"/>
                  </a:cubicBezTo>
                  <a:cubicBezTo>
                    <a:pt x="2436" y="6"/>
                    <a:pt x="2435" y="6"/>
                    <a:pt x="2434" y="5"/>
                  </a:cubicBezTo>
                  <a:close/>
                  <a:moveTo>
                    <a:pt x="2297" y="31"/>
                  </a:moveTo>
                  <a:cubicBezTo>
                    <a:pt x="2288" y="31"/>
                    <a:pt x="2285" y="35"/>
                    <a:pt x="2288" y="35"/>
                  </a:cubicBezTo>
                  <a:cubicBezTo>
                    <a:pt x="2289" y="35"/>
                    <a:pt x="2292" y="34"/>
                    <a:pt x="2297" y="31"/>
                  </a:cubicBezTo>
                  <a:close/>
                  <a:moveTo>
                    <a:pt x="2255" y="40"/>
                  </a:moveTo>
                  <a:lnTo>
                    <a:pt x="2268" y="48"/>
                  </a:lnTo>
                  <a:lnTo>
                    <a:pt x="2255" y="48"/>
                  </a:lnTo>
                  <a:cubicBezTo>
                    <a:pt x="2240" y="48"/>
                    <a:pt x="2240" y="48"/>
                    <a:pt x="2242" y="40"/>
                  </a:cubicBezTo>
                  <a:close/>
                  <a:moveTo>
                    <a:pt x="2394" y="40"/>
                  </a:moveTo>
                  <a:lnTo>
                    <a:pt x="2408" y="49"/>
                  </a:lnTo>
                  <a:lnTo>
                    <a:pt x="2394" y="49"/>
                  </a:lnTo>
                  <a:cubicBezTo>
                    <a:pt x="2380" y="49"/>
                    <a:pt x="2380" y="49"/>
                    <a:pt x="2380" y="40"/>
                  </a:cubicBezTo>
                  <a:close/>
                  <a:moveTo>
                    <a:pt x="2492" y="42"/>
                  </a:moveTo>
                  <a:cubicBezTo>
                    <a:pt x="2519" y="42"/>
                    <a:pt x="2519" y="42"/>
                    <a:pt x="2505" y="49"/>
                  </a:cubicBezTo>
                  <a:cubicBezTo>
                    <a:pt x="2498" y="54"/>
                    <a:pt x="2491" y="56"/>
                    <a:pt x="2486" y="56"/>
                  </a:cubicBezTo>
                  <a:cubicBezTo>
                    <a:pt x="2480" y="56"/>
                    <a:pt x="2477" y="54"/>
                    <a:pt x="2477" y="49"/>
                  </a:cubicBezTo>
                  <a:cubicBezTo>
                    <a:pt x="2477" y="42"/>
                    <a:pt x="2477" y="42"/>
                    <a:pt x="2492" y="42"/>
                  </a:cubicBezTo>
                  <a:close/>
                  <a:moveTo>
                    <a:pt x="2116" y="48"/>
                  </a:moveTo>
                  <a:cubicBezTo>
                    <a:pt x="2116" y="48"/>
                    <a:pt x="2129" y="56"/>
                    <a:pt x="2129" y="65"/>
                  </a:cubicBezTo>
                  <a:lnTo>
                    <a:pt x="2116" y="65"/>
                  </a:lnTo>
                  <a:cubicBezTo>
                    <a:pt x="2101" y="65"/>
                    <a:pt x="2101" y="56"/>
                    <a:pt x="2101" y="56"/>
                  </a:cubicBezTo>
                  <a:cubicBezTo>
                    <a:pt x="2101" y="56"/>
                    <a:pt x="2102" y="48"/>
                    <a:pt x="2116" y="48"/>
                  </a:cubicBezTo>
                  <a:close/>
                  <a:moveTo>
                    <a:pt x="1570" y="41"/>
                  </a:moveTo>
                  <a:cubicBezTo>
                    <a:pt x="1572" y="41"/>
                    <a:pt x="1574" y="42"/>
                    <a:pt x="1574" y="45"/>
                  </a:cubicBezTo>
                  <a:lnTo>
                    <a:pt x="1574" y="54"/>
                  </a:lnTo>
                  <a:cubicBezTo>
                    <a:pt x="1564" y="60"/>
                    <a:pt x="1554" y="66"/>
                    <a:pt x="1549" y="66"/>
                  </a:cubicBezTo>
                  <a:cubicBezTo>
                    <a:pt x="1547" y="66"/>
                    <a:pt x="1546" y="65"/>
                    <a:pt x="1546" y="63"/>
                  </a:cubicBezTo>
                  <a:cubicBezTo>
                    <a:pt x="1546" y="63"/>
                    <a:pt x="1546" y="54"/>
                    <a:pt x="1560" y="45"/>
                  </a:cubicBezTo>
                  <a:cubicBezTo>
                    <a:pt x="1560" y="45"/>
                    <a:pt x="1566" y="41"/>
                    <a:pt x="1570" y="41"/>
                  </a:cubicBezTo>
                  <a:close/>
                  <a:moveTo>
                    <a:pt x="1101" y="68"/>
                  </a:moveTo>
                  <a:cubicBezTo>
                    <a:pt x="1115" y="68"/>
                    <a:pt x="1114" y="86"/>
                    <a:pt x="1086" y="94"/>
                  </a:cubicBezTo>
                  <a:cubicBezTo>
                    <a:pt x="1073" y="94"/>
                    <a:pt x="1073" y="94"/>
                    <a:pt x="1073" y="85"/>
                  </a:cubicBezTo>
                  <a:cubicBezTo>
                    <a:pt x="1073" y="77"/>
                    <a:pt x="1087" y="68"/>
                    <a:pt x="1101" y="68"/>
                  </a:cubicBezTo>
                  <a:close/>
                  <a:moveTo>
                    <a:pt x="2769" y="85"/>
                  </a:moveTo>
                  <a:lnTo>
                    <a:pt x="2782" y="93"/>
                  </a:lnTo>
                  <a:cubicBezTo>
                    <a:pt x="2782" y="102"/>
                    <a:pt x="2769" y="102"/>
                    <a:pt x="2769" y="102"/>
                  </a:cubicBezTo>
                  <a:cubicBezTo>
                    <a:pt x="2754" y="102"/>
                    <a:pt x="2754" y="102"/>
                    <a:pt x="2754" y="93"/>
                  </a:cubicBezTo>
                  <a:cubicBezTo>
                    <a:pt x="2754" y="93"/>
                    <a:pt x="2755" y="85"/>
                    <a:pt x="2769" y="85"/>
                  </a:cubicBezTo>
                  <a:close/>
                  <a:moveTo>
                    <a:pt x="2602" y="93"/>
                  </a:moveTo>
                  <a:lnTo>
                    <a:pt x="2616" y="101"/>
                  </a:lnTo>
                  <a:lnTo>
                    <a:pt x="2602" y="110"/>
                  </a:lnTo>
                  <a:lnTo>
                    <a:pt x="2588" y="110"/>
                  </a:lnTo>
                  <a:cubicBezTo>
                    <a:pt x="2588" y="101"/>
                    <a:pt x="2588" y="93"/>
                    <a:pt x="2602" y="93"/>
                  </a:cubicBezTo>
                  <a:close/>
                  <a:moveTo>
                    <a:pt x="3163" y="716"/>
                  </a:moveTo>
                  <a:cubicBezTo>
                    <a:pt x="3171" y="716"/>
                    <a:pt x="3179" y="717"/>
                    <a:pt x="3179" y="730"/>
                  </a:cubicBezTo>
                  <a:lnTo>
                    <a:pt x="3179" y="744"/>
                  </a:lnTo>
                  <a:cubicBezTo>
                    <a:pt x="3171" y="744"/>
                    <a:pt x="3163" y="730"/>
                    <a:pt x="3163" y="730"/>
                  </a:cubicBezTo>
                  <a:lnTo>
                    <a:pt x="3163" y="716"/>
                  </a:lnTo>
                  <a:close/>
                  <a:moveTo>
                    <a:pt x="153" y="933"/>
                  </a:moveTo>
                  <a:cubicBezTo>
                    <a:pt x="161" y="933"/>
                    <a:pt x="170" y="933"/>
                    <a:pt x="170" y="948"/>
                  </a:cubicBezTo>
                  <a:cubicBezTo>
                    <a:pt x="178" y="962"/>
                    <a:pt x="178" y="969"/>
                    <a:pt x="174" y="969"/>
                  </a:cubicBezTo>
                  <a:cubicBezTo>
                    <a:pt x="170" y="969"/>
                    <a:pt x="161" y="962"/>
                    <a:pt x="153" y="948"/>
                  </a:cubicBezTo>
                  <a:cubicBezTo>
                    <a:pt x="136" y="933"/>
                    <a:pt x="136" y="933"/>
                    <a:pt x="153" y="933"/>
                  </a:cubicBezTo>
                  <a:close/>
                  <a:moveTo>
                    <a:pt x="0" y="1259"/>
                  </a:moveTo>
                  <a:lnTo>
                    <a:pt x="0" y="1272"/>
                  </a:lnTo>
                  <a:cubicBezTo>
                    <a:pt x="0" y="1287"/>
                    <a:pt x="9" y="1287"/>
                    <a:pt x="18" y="1287"/>
                  </a:cubicBezTo>
                  <a:lnTo>
                    <a:pt x="18" y="1273"/>
                  </a:lnTo>
                  <a:cubicBezTo>
                    <a:pt x="18" y="1273"/>
                    <a:pt x="9" y="1259"/>
                    <a:pt x="0" y="1259"/>
                  </a:cubicBezTo>
                  <a:close/>
                  <a:moveTo>
                    <a:pt x="3177" y="1272"/>
                  </a:moveTo>
                  <a:cubicBezTo>
                    <a:pt x="3186" y="1272"/>
                    <a:pt x="3186" y="1300"/>
                    <a:pt x="3186" y="1315"/>
                  </a:cubicBezTo>
                  <a:cubicBezTo>
                    <a:pt x="3184" y="1319"/>
                    <a:pt x="3181" y="1320"/>
                    <a:pt x="3179" y="1320"/>
                  </a:cubicBezTo>
                  <a:cubicBezTo>
                    <a:pt x="3173" y="1320"/>
                    <a:pt x="3169" y="1310"/>
                    <a:pt x="3169" y="1300"/>
                  </a:cubicBezTo>
                  <a:cubicBezTo>
                    <a:pt x="3169" y="1272"/>
                    <a:pt x="3169" y="1272"/>
                    <a:pt x="3177" y="1272"/>
                  </a:cubicBezTo>
                  <a:close/>
                  <a:moveTo>
                    <a:pt x="137" y="1288"/>
                  </a:moveTo>
                  <a:cubicBezTo>
                    <a:pt x="145" y="1288"/>
                    <a:pt x="145" y="1302"/>
                    <a:pt x="145" y="1316"/>
                  </a:cubicBezTo>
                  <a:cubicBezTo>
                    <a:pt x="145" y="1329"/>
                    <a:pt x="145" y="1329"/>
                    <a:pt x="137" y="1329"/>
                  </a:cubicBezTo>
                  <a:cubicBezTo>
                    <a:pt x="131" y="1322"/>
                    <a:pt x="129" y="1311"/>
                    <a:pt x="128" y="1302"/>
                  </a:cubicBezTo>
                  <a:lnTo>
                    <a:pt x="137" y="1288"/>
                  </a:lnTo>
                  <a:close/>
                  <a:moveTo>
                    <a:pt x="142" y="1446"/>
                  </a:moveTo>
                  <a:cubicBezTo>
                    <a:pt x="145" y="1446"/>
                    <a:pt x="145" y="1453"/>
                    <a:pt x="145" y="1468"/>
                  </a:cubicBezTo>
                  <a:cubicBezTo>
                    <a:pt x="145" y="1483"/>
                    <a:pt x="145" y="1497"/>
                    <a:pt x="136" y="1497"/>
                  </a:cubicBezTo>
                  <a:lnTo>
                    <a:pt x="136" y="1483"/>
                  </a:lnTo>
                  <a:cubicBezTo>
                    <a:pt x="142" y="1483"/>
                    <a:pt x="140" y="1477"/>
                    <a:pt x="135" y="1477"/>
                  </a:cubicBezTo>
                  <a:cubicBezTo>
                    <a:pt x="133" y="1477"/>
                    <a:pt x="130" y="1478"/>
                    <a:pt x="127" y="1483"/>
                  </a:cubicBezTo>
                  <a:lnTo>
                    <a:pt x="110" y="1482"/>
                  </a:lnTo>
                  <a:cubicBezTo>
                    <a:pt x="110" y="1468"/>
                    <a:pt x="119" y="1455"/>
                    <a:pt x="128" y="1455"/>
                  </a:cubicBezTo>
                  <a:cubicBezTo>
                    <a:pt x="135" y="1449"/>
                    <a:pt x="139" y="1446"/>
                    <a:pt x="142" y="1446"/>
                  </a:cubicBezTo>
                  <a:close/>
                  <a:moveTo>
                    <a:pt x="188" y="1498"/>
                  </a:moveTo>
                  <a:lnTo>
                    <a:pt x="179" y="1511"/>
                  </a:lnTo>
                  <a:lnTo>
                    <a:pt x="179" y="1525"/>
                  </a:lnTo>
                  <a:cubicBezTo>
                    <a:pt x="186" y="1525"/>
                    <a:pt x="186" y="1525"/>
                    <a:pt x="188" y="1511"/>
                  </a:cubicBezTo>
                  <a:lnTo>
                    <a:pt x="188" y="1498"/>
                  </a:lnTo>
                  <a:close/>
                  <a:moveTo>
                    <a:pt x="103" y="2231"/>
                  </a:moveTo>
                  <a:cubicBezTo>
                    <a:pt x="111" y="2231"/>
                    <a:pt x="123" y="2257"/>
                    <a:pt x="126" y="2271"/>
                  </a:cubicBezTo>
                  <a:cubicBezTo>
                    <a:pt x="126" y="2276"/>
                    <a:pt x="125" y="2280"/>
                    <a:pt x="123" y="2280"/>
                  </a:cubicBezTo>
                  <a:cubicBezTo>
                    <a:pt x="119" y="2280"/>
                    <a:pt x="114" y="2274"/>
                    <a:pt x="107" y="2258"/>
                  </a:cubicBezTo>
                  <a:cubicBezTo>
                    <a:pt x="105" y="2249"/>
                    <a:pt x="103" y="2240"/>
                    <a:pt x="103" y="2231"/>
                  </a:cubicBezTo>
                  <a:close/>
                  <a:moveTo>
                    <a:pt x="3157" y="2254"/>
                  </a:moveTo>
                  <a:cubicBezTo>
                    <a:pt x="3165" y="2255"/>
                    <a:pt x="3174" y="2256"/>
                    <a:pt x="3171" y="2269"/>
                  </a:cubicBezTo>
                  <a:lnTo>
                    <a:pt x="3161" y="2281"/>
                  </a:lnTo>
                  <a:lnTo>
                    <a:pt x="3155" y="2267"/>
                  </a:lnTo>
                  <a:lnTo>
                    <a:pt x="3157" y="2254"/>
                  </a:lnTo>
                  <a:close/>
                  <a:moveTo>
                    <a:pt x="107" y="2314"/>
                  </a:moveTo>
                  <a:cubicBezTo>
                    <a:pt x="106" y="2314"/>
                    <a:pt x="106" y="2314"/>
                    <a:pt x="106" y="2314"/>
                  </a:cubicBezTo>
                  <a:cubicBezTo>
                    <a:pt x="98" y="2315"/>
                    <a:pt x="100" y="2329"/>
                    <a:pt x="103" y="2357"/>
                  </a:cubicBezTo>
                  <a:cubicBezTo>
                    <a:pt x="107" y="2366"/>
                    <a:pt x="111" y="2375"/>
                    <a:pt x="118" y="2382"/>
                  </a:cubicBezTo>
                  <a:cubicBezTo>
                    <a:pt x="127" y="2380"/>
                    <a:pt x="124" y="2367"/>
                    <a:pt x="120" y="2354"/>
                  </a:cubicBezTo>
                  <a:cubicBezTo>
                    <a:pt x="125" y="2326"/>
                    <a:pt x="116" y="2314"/>
                    <a:pt x="107" y="2314"/>
                  </a:cubicBezTo>
                  <a:close/>
                  <a:moveTo>
                    <a:pt x="3073" y="2409"/>
                  </a:moveTo>
                  <a:cubicBezTo>
                    <a:pt x="3082" y="2411"/>
                    <a:pt x="3090" y="2413"/>
                    <a:pt x="3086" y="2425"/>
                  </a:cubicBezTo>
                  <a:lnTo>
                    <a:pt x="3083" y="2438"/>
                  </a:lnTo>
                  <a:cubicBezTo>
                    <a:pt x="3075" y="2435"/>
                    <a:pt x="3071" y="2421"/>
                    <a:pt x="3071" y="2421"/>
                  </a:cubicBezTo>
                  <a:lnTo>
                    <a:pt x="3073" y="2409"/>
                  </a:lnTo>
                  <a:close/>
                  <a:moveTo>
                    <a:pt x="3049" y="2638"/>
                  </a:moveTo>
                  <a:cubicBezTo>
                    <a:pt x="3050" y="2638"/>
                    <a:pt x="3051" y="2638"/>
                    <a:pt x="3054" y="2640"/>
                  </a:cubicBezTo>
                  <a:cubicBezTo>
                    <a:pt x="3062" y="2644"/>
                    <a:pt x="3063" y="2661"/>
                    <a:pt x="3063" y="2661"/>
                  </a:cubicBezTo>
                  <a:cubicBezTo>
                    <a:pt x="3061" y="2664"/>
                    <a:pt x="3060" y="2665"/>
                    <a:pt x="3059" y="2665"/>
                  </a:cubicBezTo>
                  <a:cubicBezTo>
                    <a:pt x="3053" y="2665"/>
                    <a:pt x="3046" y="2651"/>
                    <a:pt x="3040" y="2649"/>
                  </a:cubicBezTo>
                  <a:cubicBezTo>
                    <a:pt x="3045" y="2640"/>
                    <a:pt x="3046" y="2638"/>
                    <a:pt x="3049" y="2638"/>
                  </a:cubicBezTo>
                  <a:close/>
                  <a:moveTo>
                    <a:pt x="396" y="2812"/>
                  </a:moveTo>
                  <a:cubicBezTo>
                    <a:pt x="402" y="2812"/>
                    <a:pt x="409" y="2820"/>
                    <a:pt x="415" y="2827"/>
                  </a:cubicBezTo>
                  <a:lnTo>
                    <a:pt x="410" y="2833"/>
                  </a:lnTo>
                  <a:lnTo>
                    <a:pt x="394" y="2828"/>
                  </a:lnTo>
                  <a:lnTo>
                    <a:pt x="392" y="2813"/>
                  </a:lnTo>
                  <a:cubicBezTo>
                    <a:pt x="393" y="2812"/>
                    <a:pt x="395" y="2812"/>
                    <a:pt x="396" y="2812"/>
                  </a:cubicBezTo>
                  <a:close/>
                  <a:moveTo>
                    <a:pt x="386" y="2871"/>
                  </a:moveTo>
                  <a:lnTo>
                    <a:pt x="416" y="2879"/>
                  </a:lnTo>
                  <a:cubicBezTo>
                    <a:pt x="453" y="2882"/>
                    <a:pt x="453" y="2881"/>
                    <a:pt x="441" y="2893"/>
                  </a:cubicBezTo>
                  <a:cubicBezTo>
                    <a:pt x="437" y="2896"/>
                    <a:pt x="434" y="2900"/>
                    <a:pt x="428" y="2900"/>
                  </a:cubicBezTo>
                  <a:cubicBezTo>
                    <a:pt x="422" y="2900"/>
                    <a:pt x="415" y="2897"/>
                    <a:pt x="404" y="2891"/>
                  </a:cubicBezTo>
                  <a:lnTo>
                    <a:pt x="386" y="2871"/>
                  </a:lnTo>
                  <a:close/>
                  <a:moveTo>
                    <a:pt x="2864" y="2901"/>
                  </a:moveTo>
                  <a:cubicBezTo>
                    <a:pt x="2870" y="2907"/>
                    <a:pt x="2875" y="2912"/>
                    <a:pt x="2866" y="2922"/>
                  </a:cubicBezTo>
                  <a:lnTo>
                    <a:pt x="2851" y="2926"/>
                  </a:lnTo>
                  <a:lnTo>
                    <a:pt x="2855" y="2910"/>
                  </a:lnTo>
                  <a:lnTo>
                    <a:pt x="2864" y="2901"/>
                  </a:lnTo>
                  <a:close/>
                  <a:moveTo>
                    <a:pt x="678" y="3038"/>
                  </a:moveTo>
                  <a:cubicBezTo>
                    <a:pt x="704" y="3045"/>
                    <a:pt x="704" y="3045"/>
                    <a:pt x="683" y="3051"/>
                  </a:cubicBezTo>
                  <a:lnTo>
                    <a:pt x="653" y="3052"/>
                  </a:lnTo>
                  <a:cubicBezTo>
                    <a:pt x="641" y="3046"/>
                    <a:pt x="658" y="3046"/>
                    <a:pt x="678" y="3038"/>
                  </a:cubicBezTo>
                  <a:close/>
                  <a:moveTo>
                    <a:pt x="1636" y="3117"/>
                  </a:moveTo>
                  <a:cubicBezTo>
                    <a:pt x="1608" y="3117"/>
                    <a:pt x="1608" y="3117"/>
                    <a:pt x="1621" y="3126"/>
                  </a:cubicBezTo>
                  <a:lnTo>
                    <a:pt x="1649" y="3126"/>
                  </a:lnTo>
                  <a:cubicBezTo>
                    <a:pt x="1649" y="3117"/>
                    <a:pt x="1649" y="3117"/>
                    <a:pt x="1636" y="3117"/>
                  </a:cubicBezTo>
                  <a:close/>
                  <a:moveTo>
                    <a:pt x="753" y="3117"/>
                  </a:moveTo>
                  <a:lnTo>
                    <a:pt x="765" y="3123"/>
                  </a:lnTo>
                  <a:cubicBezTo>
                    <a:pt x="762" y="3129"/>
                    <a:pt x="759" y="3135"/>
                    <a:pt x="752" y="3135"/>
                  </a:cubicBezTo>
                  <a:cubicBezTo>
                    <a:pt x="750" y="3135"/>
                    <a:pt x="748" y="3135"/>
                    <a:pt x="745" y="3133"/>
                  </a:cubicBezTo>
                  <a:lnTo>
                    <a:pt x="734" y="3128"/>
                  </a:lnTo>
                  <a:cubicBezTo>
                    <a:pt x="737" y="3120"/>
                    <a:pt x="753" y="3117"/>
                    <a:pt x="753" y="3117"/>
                  </a:cubicBezTo>
                  <a:close/>
                  <a:moveTo>
                    <a:pt x="935" y="3115"/>
                  </a:moveTo>
                  <a:lnTo>
                    <a:pt x="931" y="3123"/>
                  </a:lnTo>
                  <a:cubicBezTo>
                    <a:pt x="930" y="3129"/>
                    <a:pt x="928" y="3135"/>
                    <a:pt x="928" y="3135"/>
                  </a:cubicBezTo>
                  <a:cubicBezTo>
                    <a:pt x="928" y="3135"/>
                    <a:pt x="928" y="3134"/>
                    <a:pt x="929" y="3132"/>
                  </a:cubicBezTo>
                  <a:lnTo>
                    <a:pt x="935" y="3115"/>
                  </a:lnTo>
                  <a:close/>
                  <a:moveTo>
                    <a:pt x="1371" y="3176"/>
                  </a:moveTo>
                  <a:cubicBezTo>
                    <a:pt x="1371" y="3185"/>
                    <a:pt x="1385" y="3194"/>
                    <a:pt x="1385" y="3194"/>
                  </a:cubicBezTo>
                  <a:cubicBezTo>
                    <a:pt x="1398" y="3194"/>
                    <a:pt x="1399" y="3185"/>
                    <a:pt x="1399" y="3185"/>
                  </a:cubicBezTo>
                  <a:cubicBezTo>
                    <a:pt x="1399" y="3185"/>
                    <a:pt x="1399" y="3177"/>
                    <a:pt x="1385" y="3177"/>
                  </a:cubicBezTo>
                  <a:lnTo>
                    <a:pt x="1371" y="3176"/>
                  </a:lnTo>
                  <a:close/>
                  <a:moveTo>
                    <a:pt x="1217" y="3201"/>
                  </a:moveTo>
                  <a:lnTo>
                    <a:pt x="1232" y="3202"/>
                  </a:lnTo>
                  <a:cubicBezTo>
                    <a:pt x="1245" y="3202"/>
                    <a:pt x="1245" y="3202"/>
                    <a:pt x="1245" y="3209"/>
                  </a:cubicBezTo>
                  <a:lnTo>
                    <a:pt x="1232" y="3209"/>
                  </a:lnTo>
                  <a:cubicBezTo>
                    <a:pt x="1226" y="3207"/>
                    <a:pt x="1222" y="3204"/>
                    <a:pt x="1217" y="3201"/>
                  </a:cubicBezTo>
                  <a:close/>
                  <a:moveTo>
                    <a:pt x="1123" y="3192"/>
                  </a:moveTo>
                  <a:cubicBezTo>
                    <a:pt x="1132" y="3192"/>
                    <a:pt x="1136" y="3200"/>
                    <a:pt x="1125" y="3213"/>
                  </a:cubicBezTo>
                  <a:cubicBezTo>
                    <a:pt x="1116" y="3213"/>
                    <a:pt x="1107" y="3212"/>
                    <a:pt x="1098" y="3211"/>
                  </a:cubicBezTo>
                  <a:cubicBezTo>
                    <a:pt x="1100" y="3202"/>
                    <a:pt x="1101" y="3195"/>
                    <a:pt x="1111" y="3195"/>
                  </a:cubicBezTo>
                  <a:cubicBezTo>
                    <a:pt x="1111" y="3195"/>
                    <a:pt x="1112" y="3195"/>
                    <a:pt x="1113" y="3195"/>
                  </a:cubicBezTo>
                  <a:cubicBezTo>
                    <a:pt x="1117" y="3193"/>
                    <a:pt x="1120" y="3192"/>
                    <a:pt x="1123" y="3192"/>
                  </a:cubicBezTo>
                  <a:close/>
                  <a:moveTo>
                    <a:pt x="1960" y="3208"/>
                  </a:moveTo>
                  <a:cubicBezTo>
                    <a:pt x="1965" y="3208"/>
                    <a:pt x="1974" y="3212"/>
                    <a:pt x="1982" y="3222"/>
                  </a:cubicBezTo>
                  <a:cubicBezTo>
                    <a:pt x="1981" y="3230"/>
                    <a:pt x="1981" y="3230"/>
                    <a:pt x="1968" y="3230"/>
                  </a:cubicBezTo>
                  <a:cubicBezTo>
                    <a:pt x="1968" y="3230"/>
                    <a:pt x="1954" y="3222"/>
                    <a:pt x="1954" y="3213"/>
                  </a:cubicBezTo>
                  <a:cubicBezTo>
                    <a:pt x="1954" y="3210"/>
                    <a:pt x="1957" y="3208"/>
                    <a:pt x="1960" y="3208"/>
                  </a:cubicBezTo>
                  <a:close/>
                  <a:moveTo>
                    <a:pt x="2079" y="3213"/>
                  </a:moveTo>
                  <a:cubicBezTo>
                    <a:pt x="2079" y="3222"/>
                    <a:pt x="2079" y="3231"/>
                    <a:pt x="2065" y="3231"/>
                  </a:cubicBezTo>
                  <a:lnTo>
                    <a:pt x="2051" y="3222"/>
                  </a:lnTo>
                  <a:lnTo>
                    <a:pt x="2065" y="3214"/>
                  </a:lnTo>
                  <a:lnTo>
                    <a:pt x="2079" y="3213"/>
                  </a:lnTo>
                  <a:close/>
                  <a:moveTo>
                    <a:pt x="1001" y="3230"/>
                  </a:moveTo>
                  <a:cubicBezTo>
                    <a:pt x="1006" y="3230"/>
                    <a:pt x="1010" y="3231"/>
                    <a:pt x="1013" y="3231"/>
                  </a:cubicBezTo>
                  <a:lnTo>
                    <a:pt x="1011" y="3240"/>
                  </a:lnTo>
                  <a:cubicBezTo>
                    <a:pt x="1008" y="3239"/>
                    <a:pt x="1006" y="3239"/>
                    <a:pt x="1003" y="3239"/>
                  </a:cubicBezTo>
                  <a:cubicBezTo>
                    <a:pt x="999" y="3239"/>
                    <a:pt x="995" y="3239"/>
                    <a:pt x="992" y="3239"/>
                  </a:cubicBezTo>
                  <a:cubicBezTo>
                    <a:pt x="987" y="3239"/>
                    <a:pt x="983" y="3239"/>
                    <a:pt x="984" y="3234"/>
                  </a:cubicBezTo>
                  <a:cubicBezTo>
                    <a:pt x="975" y="3232"/>
                    <a:pt x="988" y="3230"/>
                    <a:pt x="1001" y="3230"/>
                  </a:cubicBezTo>
                  <a:close/>
                  <a:moveTo>
                    <a:pt x="1715" y="3229"/>
                  </a:moveTo>
                  <a:cubicBezTo>
                    <a:pt x="1719" y="3229"/>
                    <a:pt x="1724" y="3229"/>
                    <a:pt x="1731" y="3230"/>
                  </a:cubicBezTo>
                  <a:cubicBezTo>
                    <a:pt x="1746" y="3230"/>
                    <a:pt x="1746" y="3238"/>
                    <a:pt x="1746" y="3238"/>
                  </a:cubicBezTo>
                  <a:cubicBezTo>
                    <a:pt x="1746" y="3241"/>
                    <a:pt x="1744" y="3242"/>
                    <a:pt x="1741" y="3242"/>
                  </a:cubicBezTo>
                  <a:cubicBezTo>
                    <a:pt x="1736" y="3242"/>
                    <a:pt x="1727" y="3238"/>
                    <a:pt x="1718" y="3238"/>
                  </a:cubicBezTo>
                  <a:cubicBezTo>
                    <a:pt x="1708" y="3231"/>
                    <a:pt x="1705" y="3229"/>
                    <a:pt x="1715" y="3229"/>
                  </a:cubicBezTo>
                  <a:close/>
                  <a:moveTo>
                    <a:pt x="1468" y="3227"/>
                  </a:moveTo>
                  <a:cubicBezTo>
                    <a:pt x="1481" y="3227"/>
                    <a:pt x="1496" y="3229"/>
                    <a:pt x="1496" y="3236"/>
                  </a:cubicBezTo>
                  <a:cubicBezTo>
                    <a:pt x="1496" y="3236"/>
                    <a:pt x="1496" y="3245"/>
                    <a:pt x="1481" y="3245"/>
                  </a:cubicBezTo>
                  <a:cubicBezTo>
                    <a:pt x="1471" y="3244"/>
                    <a:pt x="1462" y="3241"/>
                    <a:pt x="1454" y="3236"/>
                  </a:cubicBezTo>
                  <a:lnTo>
                    <a:pt x="1453" y="3236"/>
                  </a:lnTo>
                  <a:cubicBezTo>
                    <a:pt x="1454" y="3227"/>
                    <a:pt x="1468" y="3227"/>
                    <a:pt x="1468" y="3227"/>
                  </a:cubicBezTo>
                  <a:close/>
                  <a:moveTo>
                    <a:pt x="2705" y="4"/>
                  </a:moveTo>
                  <a:cubicBezTo>
                    <a:pt x="2700" y="4"/>
                    <a:pt x="2686" y="8"/>
                    <a:pt x="2659" y="17"/>
                  </a:cubicBezTo>
                  <a:cubicBezTo>
                    <a:pt x="2657" y="17"/>
                    <a:pt x="2655" y="17"/>
                    <a:pt x="2654" y="17"/>
                  </a:cubicBezTo>
                  <a:cubicBezTo>
                    <a:pt x="2624" y="17"/>
                    <a:pt x="2572" y="25"/>
                    <a:pt x="2533" y="25"/>
                  </a:cubicBezTo>
                  <a:cubicBezTo>
                    <a:pt x="2478" y="24"/>
                    <a:pt x="2450" y="24"/>
                    <a:pt x="2436" y="16"/>
                  </a:cubicBezTo>
                  <a:cubicBezTo>
                    <a:pt x="2436" y="15"/>
                    <a:pt x="2436" y="14"/>
                    <a:pt x="2436" y="13"/>
                  </a:cubicBezTo>
                  <a:lnTo>
                    <a:pt x="2436" y="13"/>
                  </a:lnTo>
                  <a:cubicBezTo>
                    <a:pt x="2432" y="24"/>
                    <a:pt x="2417" y="24"/>
                    <a:pt x="2381" y="24"/>
                  </a:cubicBezTo>
                  <a:cubicBezTo>
                    <a:pt x="2370" y="21"/>
                    <a:pt x="2360" y="19"/>
                    <a:pt x="2350" y="19"/>
                  </a:cubicBezTo>
                  <a:cubicBezTo>
                    <a:pt x="2331" y="19"/>
                    <a:pt x="2313" y="24"/>
                    <a:pt x="2297" y="31"/>
                  </a:cubicBezTo>
                  <a:lnTo>
                    <a:pt x="2325" y="31"/>
                  </a:lnTo>
                  <a:cubicBezTo>
                    <a:pt x="2325" y="42"/>
                    <a:pt x="2320" y="46"/>
                    <a:pt x="2310" y="46"/>
                  </a:cubicBezTo>
                  <a:cubicBezTo>
                    <a:pt x="2304" y="46"/>
                    <a:pt x="2295" y="44"/>
                    <a:pt x="2283" y="40"/>
                  </a:cubicBezTo>
                  <a:cubicBezTo>
                    <a:pt x="2268" y="40"/>
                    <a:pt x="2270" y="31"/>
                    <a:pt x="2270" y="24"/>
                  </a:cubicBezTo>
                  <a:cubicBezTo>
                    <a:pt x="2270" y="15"/>
                    <a:pt x="2255" y="6"/>
                    <a:pt x="2242" y="6"/>
                  </a:cubicBezTo>
                  <a:cubicBezTo>
                    <a:pt x="2228" y="6"/>
                    <a:pt x="2214" y="6"/>
                    <a:pt x="2228" y="15"/>
                  </a:cubicBezTo>
                  <a:cubicBezTo>
                    <a:pt x="2227" y="22"/>
                    <a:pt x="2227" y="22"/>
                    <a:pt x="2214" y="22"/>
                  </a:cubicBezTo>
                  <a:cubicBezTo>
                    <a:pt x="2212" y="22"/>
                    <a:pt x="2210" y="22"/>
                    <a:pt x="2208" y="22"/>
                  </a:cubicBezTo>
                  <a:cubicBezTo>
                    <a:pt x="2195" y="22"/>
                    <a:pt x="2183" y="26"/>
                    <a:pt x="2172" y="31"/>
                  </a:cubicBezTo>
                  <a:cubicBezTo>
                    <a:pt x="2172" y="39"/>
                    <a:pt x="2157" y="39"/>
                    <a:pt x="2144" y="39"/>
                  </a:cubicBezTo>
                  <a:cubicBezTo>
                    <a:pt x="2130" y="34"/>
                    <a:pt x="2117" y="30"/>
                    <a:pt x="2102" y="30"/>
                  </a:cubicBezTo>
                  <a:cubicBezTo>
                    <a:pt x="2102" y="28"/>
                    <a:pt x="2102" y="25"/>
                    <a:pt x="2102" y="22"/>
                  </a:cubicBezTo>
                  <a:cubicBezTo>
                    <a:pt x="2102" y="14"/>
                    <a:pt x="2089" y="6"/>
                    <a:pt x="2089" y="6"/>
                  </a:cubicBezTo>
                  <a:cubicBezTo>
                    <a:pt x="2074" y="6"/>
                    <a:pt x="2074" y="14"/>
                    <a:pt x="2074" y="14"/>
                  </a:cubicBezTo>
                  <a:cubicBezTo>
                    <a:pt x="2074" y="20"/>
                    <a:pt x="1926" y="20"/>
                    <a:pt x="1815" y="20"/>
                  </a:cubicBezTo>
                  <a:cubicBezTo>
                    <a:pt x="1760" y="20"/>
                    <a:pt x="1714" y="20"/>
                    <a:pt x="1700" y="20"/>
                  </a:cubicBezTo>
                  <a:cubicBezTo>
                    <a:pt x="1685" y="16"/>
                    <a:pt x="1667" y="14"/>
                    <a:pt x="1655" y="14"/>
                  </a:cubicBezTo>
                  <a:cubicBezTo>
                    <a:pt x="1643" y="14"/>
                    <a:pt x="1637" y="16"/>
                    <a:pt x="1644" y="20"/>
                  </a:cubicBezTo>
                  <a:cubicBezTo>
                    <a:pt x="1644" y="27"/>
                    <a:pt x="1599" y="28"/>
                    <a:pt x="1539" y="28"/>
                  </a:cubicBezTo>
                  <a:cubicBezTo>
                    <a:pt x="1524" y="28"/>
                    <a:pt x="1508" y="28"/>
                    <a:pt x="1491" y="28"/>
                  </a:cubicBezTo>
                  <a:cubicBezTo>
                    <a:pt x="1472" y="28"/>
                    <a:pt x="1453" y="28"/>
                    <a:pt x="1436" y="28"/>
                  </a:cubicBezTo>
                  <a:cubicBezTo>
                    <a:pt x="1368" y="28"/>
                    <a:pt x="1324" y="29"/>
                    <a:pt x="1324" y="36"/>
                  </a:cubicBezTo>
                  <a:lnTo>
                    <a:pt x="1282" y="36"/>
                  </a:lnTo>
                  <a:cubicBezTo>
                    <a:pt x="1254" y="36"/>
                    <a:pt x="1226" y="44"/>
                    <a:pt x="1213" y="44"/>
                  </a:cubicBezTo>
                  <a:cubicBezTo>
                    <a:pt x="1206" y="48"/>
                    <a:pt x="1199" y="51"/>
                    <a:pt x="1195" y="51"/>
                  </a:cubicBezTo>
                  <a:cubicBezTo>
                    <a:pt x="1192" y="51"/>
                    <a:pt x="1192" y="48"/>
                    <a:pt x="1198" y="44"/>
                  </a:cubicBezTo>
                  <a:cubicBezTo>
                    <a:pt x="1198" y="35"/>
                    <a:pt x="1198" y="27"/>
                    <a:pt x="1185" y="27"/>
                  </a:cubicBezTo>
                  <a:cubicBezTo>
                    <a:pt x="1157" y="27"/>
                    <a:pt x="1157" y="35"/>
                    <a:pt x="1157" y="44"/>
                  </a:cubicBezTo>
                  <a:cubicBezTo>
                    <a:pt x="1157" y="52"/>
                    <a:pt x="1142" y="52"/>
                    <a:pt x="1142" y="52"/>
                  </a:cubicBezTo>
                  <a:cubicBezTo>
                    <a:pt x="1129" y="52"/>
                    <a:pt x="1129" y="52"/>
                    <a:pt x="1129" y="44"/>
                  </a:cubicBezTo>
                  <a:cubicBezTo>
                    <a:pt x="1129" y="35"/>
                    <a:pt x="1129" y="26"/>
                    <a:pt x="1129" y="26"/>
                  </a:cubicBezTo>
                  <a:lnTo>
                    <a:pt x="1115" y="26"/>
                  </a:lnTo>
                  <a:cubicBezTo>
                    <a:pt x="1115" y="35"/>
                    <a:pt x="1101" y="35"/>
                    <a:pt x="1101" y="35"/>
                  </a:cubicBezTo>
                  <a:cubicBezTo>
                    <a:pt x="1087" y="35"/>
                    <a:pt x="1087" y="35"/>
                    <a:pt x="1087" y="18"/>
                  </a:cubicBezTo>
                  <a:cubicBezTo>
                    <a:pt x="1087" y="9"/>
                    <a:pt x="1084" y="5"/>
                    <a:pt x="1079" y="5"/>
                  </a:cubicBezTo>
                  <a:cubicBezTo>
                    <a:pt x="1073" y="5"/>
                    <a:pt x="1066" y="9"/>
                    <a:pt x="1059" y="18"/>
                  </a:cubicBezTo>
                  <a:lnTo>
                    <a:pt x="1032" y="26"/>
                  </a:lnTo>
                  <a:cubicBezTo>
                    <a:pt x="1028" y="21"/>
                    <a:pt x="1022" y="19"/>
                    <a:pt x="1016" y="19"/>
                  </a:cubicBezTo>
                  <a:cubicBezTo>
                    <a:pt x="1002" y="19"/>
                    <a:pt x="985" y="28"/>
                    <a:pt x="976" y="34"/>
                  </a:cubicBezTo>
                  <a:cubicBezTo>
                    <a:pt x="969" y="25"/>
                    <a:pt x="962" y="21"/>
                    <a:pt x="955" y="21"/>
                  </a:cubicBezTo>
                  <a:cubicBezTo>
                    <a:pt x="948" y="21"/>
                    <a:pt x="941" y="25"/>
                    <a:pt x="935" y="34"/>
                  </a:cubicBezTo>
                  <a:cubicBezTo>
                    <a:pt x="935" y="38"/>
                    <a:pt x="931" y="40"/>
                    <a:pt x="926" y="40"/>
                  </a:cubicBezTo>
                  <a:cubicBezTo>
                    <a:pt x="920" y="40"/>
                    <a:pt x="913" y="38"/>
                    <a:pt x="907" y="34"/>
                  </a:cubicBezTo>
                  <a:cubicBezTo>
                    <a:pt x="893" y="26"/>
                    <a:pt x="879" y="25"/>
                    <a:pt x="852" y="25"/>
                  </a:cubicBezTo>
                  <a:cubicBezTo>
                    <a:pt x="840" y="32"/>
                    <a:pt x="775" y="33"/>
                    <a:pt x="693" y="33"/>
                  </a:cubicBezTo>
                  <a:cubicBezTo>
                    <a:pt x="672" y="33"/>
                    <a:pt x="651" y="33"/>
                    <a:pt x="628" y="33"/>
                  </a:cubicBezTo>
                  <a:cubicBezTo>
                    <a:pt x="596" y="32"/>
                    <a:pt x="566" y="32"/>
                    <a:pt x="540" y="32"/>
                  </a:cubicBezTo>
                  <a:cubicBezTo>
                    <a:pt x="466" y="32"/>
                    <a:pt x="420" y="34"/>
                    <a:pt x="420" y="40"/>
                  </a:cubicBezTo>
                  <a:cubicBezTo>
                    <a:pt x="418" y="41"/>
                    <a:pt x="417" y="41"/>
                    <a:pt x="416" y="41"/>
                  </a:cubicBezTo>
                  <a:cubicBezTo>
                    <a:pt x="407" y="41"/>
                    <a:pt x="399" y="37"/>
                    <a:pt x="392" y="31"/>
                  </a:cubicBezTo>
                  <a:cubicBezTo>
                    <a:pt x="392" y="28"/>
                    <a:pt x="390" y="26"/>
                    <a:pt x="386" y="26"/>
                  </a:cubicBezTo>
                  <a:cubicBezTo>
                    <a:pt x="381" y="26"/>
                    <a:pt x="373" y="30"/>
                    <a:pt x="365" y="40"/>
                  </a:cubicBezTo>
                  <a:cubicBezTo>
                    <a:pt x="356" y="45"/>
                    <a:pt x="353" y="50"/>
                    <a:pt x="351" y="50"/>
                  </a:cubicBezTo>
                  <a:cubicBezTo>
                    <a:pt x="350" y="50"/>
                    <a:pt x="350" y="47"/>
                    <a:pt x="350" y="40"/>
                  </a:cubicBezTo>
                  <a:cubicBezTo>
                    <a:pt x="350" y="31"/>
                    <a:pt x="323" y="31"/>
                    <a:pt x="267" y="31"/>
                  </a:cubicBezTo>
                  <a:cubicBezTo>
                    <a:pt x="255" y="31"/>
                    <a:pt x="244" y="31"/>
                    <a:pt x="233" y="31"/>
                  </a:cubicBezTo>
                  <a:cubicBezTo>
                    <a:pt x="203" y="31"/>
                    <a:pt x="182" y="33"/>
                    <a:pt x="183" y="39"/>
                  </a:cubicBezTo>
                  <a:cubicBezTo>
                    <a:pt x="175" y="43"/>
                    <a:pt x="170" y="45"/>
                    <a:pt x="169" y="45"/>
                  </a:cubicBezTo>
                  <a:cubicBezTo>
                    <a:pt x="168" y="45"/>
                    <a:pt x="170" y="43"/>
                    <a:pt x="173" y="39"/>
                  </a:cubicBezTo>
                  <a:cubicBezTo>
                    <a:pt x="176" y="28"/>
                    <a:pt x="149" y="21"/>
                    <a:pt x="123" y="21"/>
                  </a:cubicBezTo>
                  <a:cubicBezTo>
                    <a:pt x="115" y="21"/>
                    <a:pt x="106" y="22"/>
                    <a:pt x="99" y="24"/>
                  </a:cubicBezTo>
                  <a:cubicBezTo>
                    <a:pt x="101" y="33"/>
                    <a:pt x="102" y="42"/>
                    <a:pt x="106" y="49"/>
                  </a:cubicBezTo>
                  <a:cubicBezTo>
                    <a:pt x="106" y="60"/>
                    <a:pt x="106" y="69"/>
                    <a:pt x="101" y="69"/>
                  </a:cubicBezTo>
                  <a:cubicBezTo>
                    <a:pt x="100" y="69"/>
                    <a:pt x="98" y="68"/>
                    <a:pt x="97" y="67"/>
                  </a:cubicBezTo>
                  <a:lnTo>
                    <a:pt x="97" y="67"/>
                  </a:lnTo>
                  <a:cubicBezTo>
                    <a:pt x="97" y="89"/>
                    <a:pt x="100" y="110"/>
                    <a:pt x="106" y="131"/>
                  </a:cubicBezTo>
                  <a:cubicBezTo>
                    <a:pt x="106" y="145"/>
                    <a:pt x="105" y="197"/>
                    <a:pt x="105" y="224"/>
                  </a:cubicBezTo>
                  <a:cubicBezTo>
                    <a:pt x="105" y="242"/>
                    <a:pt x="108" y="261"/>
                    <a:pt x="114" y="279"/>
                  </a:cubicBezTo>
                  <a:cubicBezTo>
                    <a:pt x="114" y="285"/>
                    <a:pt x="113" y="290"/>
                    <a:pt x="113" y="294"/>
                  </a:cubicBezTo>
                  <a:lnTo>
                    <a:pt x="113" y="294"/>
                  </a:lnTo>
                  <a:cubicBezTo>
                    <a:pt x="105" y="296"/>
                    <a:pt x="105" y="365"/>
                    <a:pt x="103" y="460"/>
                  </a:cubicBezTo>
                  <a:cubicBezTo>
                    <a:pt x="103" y="558"/>
                    <a:pt x="103" y="641"/>
                    <a:pt x="94" y="655"/>
                  </a:cubicBezTo>
                  <a:cubicBezTo>
                    <a:pt x="94" y="665"/>
                    <a:pt x="98" y="674"/>
                    <a:pt x="102" y="683"/>
                  </a:cubicBezTo>
                  <a:cubicBezTo>
                    <a:pt x="117" y="691"/>
                    <a:pt x="121" y="711"/>
                    <a:pt x="111" y="725"/>
                  </a:cubicBezTo>
                  <a:cubicBezTo>
                    <a:pt x="94" y="738"/>
                    <a:pt x="93" y="794"/>
                    <a:pt x="110" y="808"/>
                  </a:cubicBezTo>
                  <a:lnTo>
                    <a:pt x="102" y="808"/>
                  </a:lnTo>
                  <a:cubicBezTo>
                    <a:pt x="85" y="821"/>
                    <a:pt x="93" y="864"/>
                    <a:pt x="110" y="877"/>
                  </a:cubicBezTo>
                  <a:cubicBezTo>
                    <a:pt x="102" y="891"/>
                    <a:pt x="93" y="905"/>
                    <a:pt x="101" y="919"/>
                  </a:cubicBezTo>
                  <a:cubicBezTo>
                    <a:pt x="101" y="930"/>
                    <a:pt x="101" y="933"/>
                    <a:pt x="93" y="933"/>
                  </a:cubicBezTo>
                  <a:cubicBezTo>
                    <a:pt x="91" y="933"/>
                    <a:pt x="88" y="933"/>
                    <a:pt x="84" y="932"/>
                  </a:cubicBezTo>
                  <a:cubicBezTo>
                    <a:pt x="77" y="932"/>
                    <a:pt x="68" y="932"/>
                    <a:pt x="68" y="947"/>
                  </a:cubicBezTo>
                  <a:cubicBezTo>
                    <a:pt x="68" y="960"/>
                    <a:pt x="75" y="960"/>
                    <a:pt x="84" y="960"/>
                  </a:cubicBezTo>
                  <a:lnTo>
                    <a:pt x="84" y="988"/>
                  </a:lnTo>
                  <a:cubicBezTo>
                    <a:pt x="84" y="988"/>
                    <a:pt x="84" y="1002"/>
                    <a:pt x="92" y="1003"/>
                  </a:cubicBezTo>
                  <a:cubicBezTo>
                    <a:pt x="101" y="1003"/>
                    <a:pt x="101" y="1016"/>
                    <a:pt x="101" y="1030"/>
                  </a:cubicBezTo>
                  <a:cubicBezTo>
                    <a:pt x="95" y="1030"/>
                    <a:pt x="97" y="1037"/>
                    <a:pt x="102" y="1037"/>
                  </a:cubicBezTo>
                  <a:cubicBezTo>
                    <a:pt x="104" y="1037"/>
                    <a:pt x="107" y="1035"/>
                    <a:pt x="110" y="1031"/>
                  </a:cubicBezTo>
                  <a:cubicBezTo>
                    <a:pt x="118" y="1031"/>
                    <a:pt x="127" y="1031"/>
                    <a:pt x="127" y="1044"/>
                  </a:cubicBezTo>
                  <a:lnTo>
                    <a:pt x="144" y="1044"/>
                  </a:lnTo>
                  <a:cubicBezTo>
                    <a:pt x="145" y="1044"/>
                    <a:pt x="146" y="1044"/>
                    <a:pt x="147" y="1044"/>
                  </a:cubicBezTo>
                  <a:cubicBezTo>
                    <a:pt x="162" y="1044"/>
                    <a:pt x="170" y="1043"/>
                    <a:pt x="177" y="1018"/>
                  </a:cubicBezTo>
                  <a:cubicBezTo>
                    <a:pt x="186" y="961"/>
                    <a:pt x="195" y="920"/>
                    <a:pt x="179" y="920"/>
                  </a:cubicBezTo>
                  <a:cubicBezTo>
                    <a:pt x="173" y="912"/>
                    <a:pt x="171" y="902"/>
                    <a:pt x="170" y="892"/>
                  </a:cubicBezTo>
                  <a:cubicBezTo>
                    <a:pt x="171" y="883"/>
                    <a:pt x="173" y="873"/>
                    <a:pt x="179" y="865"/>
                  </a:cubicBezTo>
                  <a:cubicBezTo>
                    <a:pt x="188" y="865"/>
                    <a:pt x="188" y="809"/>
                    <a:pt x="188" y="739"/>
                  </a:cubicBezTo>
                  <a:cubicBezTo>
                    <a:pt x="188" y="656"/>
                    <a:pt x="189" y="615"/>
                    <a:pt x="197" y="600"/>
                  </a:cubicBezTo>
                  <a:cubicBezTo>
                    <a:pt x="202" y="592"/>
                    <a:pt x="204" y="582"/>
                    <a:pt x="206" y="573"/>
                  </a:cubicBezTo>
                  <a:cubicBezTo>
                    <a:pt x="197" y="572"/>
                    <a:pt x="198" y="489"/>
                    <a:pt x="198" y="392"/>
                  </a:cubicBezTo>
                  <a:cubicBezTo>
                    <a:pt x="198" y="295"/>
                    <a:pt x="199" y="197"/>
                    <a:pt x="190" y="197"/>
                  </a:cubicBezTo>
                  <a:lnTo>
                    <a:pt x="190" y="169"/>
                  </a:lnTo>
                  <a:cubicBezTo>
                    <a:pt x="190" y="170"/>
                    <a:pt x="190" y="170"/>
                    <a:pt x="191" y="170"/>
                  </a:cubicBezTo>
                  <a:cubicBezTo>
                    <a:pt x="195" y="170"/>
                    <a:pt x="197" y="158"/>
                    <a:pt x="198" y="157"/>
                  </a:cubicBezTo>
                  <a:cubicBezTo>
                    <a:pt x="199" y="154"/>
                    <a:pt x="199" y="150"/>
                    <a:pt x="199" y="148"/>
                  </a:cubicBezTo>
                  <a:cubicBezTo>
                    <a:pt x="194" y="143"/>
                    <a:pt x="191" y="137"/>
                    <a:pt x="191" y="130"/>
                  </a:cubicBezTo>
                  <a:lnTo>
                    <a:pt x="191" y="130"/>
                  </a:lnTo>
                  <a:cubicBezTo>
                    <a:pt x="194" y="132"/>
                    <a:pt x="196" y="133"/>
                    <a:pt x="197" y="133"/>
                  </a:cubicBezTo>
                  <a:cubicBezTo>
                    <a:pt x="199" y="133"/>
                    <a:pt x="200" y="130"/>
                    <a:pt x="200" y="126"/>
                  </a:cubicBezTo>
                  <a:lnTo>
                    <a:pt x="200" y="123"/>
                  </a:lnTo>
                  <a:cubicBezTo>
                    <a:pt x="204" y="123"/>
                    <a:pt x="206" y="122"/>
                    <a:pt x="200" y="116"/>
                  </a:cubicBezTo>
                  <a:cubicBezTo>
                    <a:pt x="207" y="116"/>
                    <a:pt x="212" y="116"/>
                    <a:pt x="219" y="117"/>
                  </a:cubicBezTo>
                  <a:cubicBezTo>
                    <a:pt x="223" y="118"/>
                    <a:pt x="228" y="118"/>
                    <a:pt x="232" y="120"/>
                  </a:cubicBezTo>
                  <a:cubicBezTo>
                    <a:pt x="237" y="121"/>
                    <a:pt x="258" y="122"/>
                    <a:pt x="266" y="125"/>
                  </a:cubicBezTo>
                  <a:cubicBezTo>
                    <a:pt x="270" y="127"/>
                    <a:pt x="274" y="128"/>
                    <a:pt x="278" y="128"/>
                  </a:cubicBezTo>
                  <a:cubicBezTo>
                    <a:pt x="288" y="128"/>
                    <a:pt x="298" y="122"/>
                    <a:pt x="308" y="117"/>
                  </a:cubicBezTo>
                  <a:cubicBezTo>
                    <a:pt x="308" y="108"/>
                    <a:pt x="322" y="100"/>
                    <a:pt x="336" y="100"/>
                  </a:cubicBezTo>
                  <a:lnTo>
                    <a:pt x="336" y="117"/>
                  </a:lnTo>
                  <a:cubicBezTo>
                    <a:pt x="322" y="125"/>
                    <a:pt x="322" y="125"/>
                    <a:pt x="349" y="125"/>
                  </a:cubicBezTo>
                  <a:lnTo>
                    <a:pt x="377" y="126"/>
                  </a:lnTo>
                  <a:cubicBezTo>
                    <a:pt x="377" y="119"/>
                    <a:pt x="415" y="117"/>
                    <a:pt x="474" y="117"/>
                  </a:cubicBezTo>
                  <a:cubicBezTo>
                    <a:pt x="495" y="117"/>
                    <a:pt x="519" y="118"/>
                    <a:pt x="544" y="118"/>
                  </a:cubicBezTo>
                  <a:cubicBezTo>
                    <a:pt x="669" y="118"/>
                    <a:pt x="711" y="118"/>
                    <a:pt x="711" y="110"/>
                  </a:cubicBezTo>
                  <a:cubicBezTo>
                    <a:pt x="711" y="106"/>
                    <a:pt x="715" y="103"/>
                    <a:pt x="723" y="103"/>
                  </a:cubicBezTo>
                  <a:cubicBezTo>
                    <a:pt x="732" y="103"/>
                    <a:pt x="746" y="106"/>
                    <a:pt x="766" y="110"/>
                  </a:cubicBezTo>
                  <a:cubicBezTo>
                    <a:pt x="820" y="127"/>
                    <a:pt x="839" y="133"/>
                    <a:pt x="850" y="133"/>
                  </a:cubicBezTo>
                  <a:cubicBezTo>
                    <a:pt x="855" y="133"/>
                    <a:pt x="859" y="131"/>
                    <a:pt x="864" y="128"/>
                  </a:cubicBezTo>
                  <a:cubicBezTo>
                    <a:pt x="849" y="128"/>
                    <a:pt x="849" y="119"/>
                    <a:pt x="851" y="110"/>
                  </a:cubicBezTo>
                  <a:cubicBezTo>
                    <a:pt x="851" y="102"/>
                    <a:pt x="854" y="97"/>
                    <a:pt x="859" y="97"/>
                  </a:cubicBezTo>
                  <a:cubicBezTo>
                    <a:pt x="864" y="97"/>
                    <a:pt x="871" y="102"/>
                    <a:pt x="877" y="110"/>
                  </a:cubicBezTo>
                  <a:cubicBezTo>
                    <a:pt x="877" y="117"/>
                    <a:pt x="911" y="120"/>
                    <a:pt x="952" y="120"/>
                  </a:cubicBezTo>
                  <a:cubicBezTo>
                    <a:pt x="1013" y="120"/>
                    <a:pt x="1092" y="113"/>
                    <a:pt x="1101" y="103"/>
                  </a:cubicBezTo>
                  <a:cubicBezTo>
                    <a:pt x="1101" y="105"/>
                    <a:pt x="1101" y="108"/>
                    <a:pt x="1101" y="111"/>
                  </a:cubicBezTo>
                  <a:cubicBezTo>
                    <a:pt x="1101" y="120"/>
                    <a:pt x="1114" y="120"/>
                    <a:pt x="1169" y="120"/>
                  </a:cubicBezTo>
                  <a:lnTo>
                    <a:pt x="1212" y="120"/>
                  </a:lnTo>
                  <a:cubicBezTo>
                    <a:pt x="1212" y="113"/>
                    <a:pt x="1226" y="111"/>
                    <a:pt x="1242" y="111"/>
                  </a:cubicBezTo>
                  <a:cubicBezTo>
                    <a:pt x="1266" y="111"/>
                    <a:pt x="1295" y="116"/>
                    <a:pt x="1295" y="121"/>
                  </a:cubicBezTo>
                  <a:cubicBezTo>
                    <a:pt x="1308" y="129"/>
                    <a:pt x="1308" y="129"/>
                    <a:pt x="1336" y="129"/>
                  </a:cubicBezTo>
                  <a:cubicBezTo>
                    <a:pt x="1353" y="122"/>
                    <a:pt x="1375" y="120"/>
                    <a:pt x="1395" y="120"/>
                  </a:cubicBezTo>
                  <a:cubicBezTo>
                    <a:pt x="1423" y="120"/>
                    <a:pt x="1447" y="125"/>
                    <a:pt x="1447" y="130"/>
                  </a:cubicBezTo>
                  <a:lnTo>
                    <a:pt x="1475" y="130"/>
                  </a:lnTo>
                  <a:cubicBezTo>
                    <a:pt x="1489" y="122"/>
                    <a:pt x="1517" y="122"/>
                    <a:pt x="1531" y="122"/>
                  </a:cubicBezTo>
                  <a:cubicBezTo>
                    <a:pt x="1573" y="122"/>
                    <a:pt x="1586" y="122"/>
                    <a:pt x="1573" y="113"/>
                  </a:cubicBezTo>
                  <a:cubicBezTo>
                    <a:pt x="1573" y="106"/>
                    <a:pt x="1573" y="97"/>
                    <a:pt x="1586" y="97"/>
                  </a:cubicBezTo>
                  <a:lnTo>
                    <a:pt x="1586" y="106"/>
                  </a:lnTo>
                  <a:cubicBezTo>
                    <a:pt x="1586" y="113"/>
                    <a:pt x="1628" y="113"/>
                    <a:pt x="1684" y="114"/>
                  </a:cubicBezTo>
                  <a:cubicBezTo>
                    <a:pt x="1754" y="114"/>
                    <a:pt x="1782" y="114"/>
                    <a:pt x="1795" y="123"/>
                  </a:cubicBezTo>
                  <a:lnTo>
                    <a:pt x="1810" y="114"/>
                  </a:lnTo>
                  <a:cubicBezTo>
                    <a:pt x="1816" y="111"/>
                    <a:pt x="1823" y="109"/>
                    <a:pt x="1828" y="109"/>
                  </a:cubicBezTo>
                  <a:cubicBezTo>
                    <a:pt x="1833" y="109"/>
                    <a:pt x="1837" y="111"/>
                    <a:pt x="1837" y="114"/>
                  </a:cubicBezTo>
                  <a:cubicBezTo>
                    <a:pt x="1844" y="119"/>
                    <a:pt x="1862" y="121"/>
                    <a:pt x="1882" y="121"/>
                  </a:cubicBezTo>
                  <a:cubicBezTo>
                    <a:pt x="1901" y="121"/>
                    <a:pt x="1921" y="119"/>
                    <a:pt x="1934" y="116"/>
                  </a:cubicBezTo>
                  <a:lnTo>
                    <a:pt x="1962" y="116"/>
                  </a:lnTo>
                  <a:cubicBezTo>
                    <a:pt x="1969" y="124"/>
                    <a:pt x="1983" y="128"/>
                    <a:pt x="1997" y="128"/>
                  </a:cubicBezTo>
                  <a:cubicBezTo>
                    <a:pt x="2010" y="128"/>
                    <a:pt x="2024" y="124"/>
                    <a:pt x="2032" y="116"/>
                  </a:cubicBezTo>
                  <a:cubicBezTo>
                    <a:pt x="2032" y="125"/>
                    <a:pt x="2045" y="125"/>
                    <a:pt x="2060" y="125"/>
                  </a:cubicBezTo>
                  <a:cubicBezTo>
                    <a:pt x="2073" y="120"/>
                    <a:pt x="2093" y="118"/>
                    <a:pt x="2110" y="118"/>
                  </a:cubicBezTo>
                  <a:cubicBezTo>
                    <a:pt x="2128" y="118"/>
                    <a:pt x="2143" y="121"/>
                    <a:pt x="2143" y="125"/>
                  </a:cubicBezTo>
                  <a:lnTo>
                    <a:pt x="2156" y="125"/>
                  </a:lnTo>
                  <a:cubicBezTo>
                    <a:pt x="2168" y="119"/>
                    <a:pt x="2180" y="116"/>
                    <a:pt x="2192" y="116"/>
                  </a:cubicBezTo>
                  <a:cubicBezTo>
                    <a:pt x="2194" y="116"/>
                    <a:pt x="2197" y="117"/>
                    <a:pt x="2199" y="117"/>
                  </a:cubicBezTo>
                  <a:cubicBezTo>
                    <a:pt x="2201" y="117"/>
                    <a:pt x="2202" y="117"/>
                    <a:pt x="2204" y="117"/>
                  </a:cubicBezTo>
                  <a:cubicBezTo>
                    <a:pt x="2216" y="117"/>
                    <a:pt x="2229" y="114"/>
                    <a:pt x="2240" y="108"/>
                  </a:cubicBezTo>
                  <a:cubicBezTo>
                    <a:pt x="2248" y="103"/>
                    <a:pt x="2258" y="100"/>
                    <a:pt x="2268" y="100"/>
                  </a:cubicBezTo>
                  <a:cubicBezTo>
                    <a:pt x="2282" y="100"/>
                    <a:pt x="2268" y="108"/>
                    <a:pt x="2254" y="117"/>
                  </a:cubicBezTo>
                  <a:cubicBezTo>
                    <a:pt x="2242" y="120"/>
                    <a:pt x="2243" y="122"/>
                    <a:pt x="2251" y="122"/>
                  </a:cubicBezTo>
                  <a:cubicBezTo>
                    <a:pt x="2262" y="122"/>
                    <a:pt x="2286" y="118"/>
                    <a:pt x="2310" y="109"/>
                  </a:cubicBezTo>
                  <a:cubicBezTo>
                    <a:pt x="2331" y="100"/>
                    <a:pt x="2341" y="96"/>
                    <a:pt x="2343" y="96"/>
                  </a:cubicBezTo>
                  <a:cubicBezTo>
                    <a:pt x="2344" y="96"/>
                    <a:pt x="2337" y="100"/>
                    <a:pt x="2323" y="109"/>
                  </a:cubicBezTo>
                  <a:cubicBezTo>
                    <a:pt x="2314" y="114"/>
                    <a:pt x="2304" y="120"/>
                    <a:pt x="2309" y="120"/>
                  </a:cubicBezTo>
                  <a:cubicBezTo>
                    <a:pt x="2311" y="120"/>
                    <a:pt x="2315" y="119"/>
                    <a:pt x="2323" y="117"/>
                  </a:cubicBezTo>
                  <a:cubicBezTo>
                    <a:pt x="2323" y="117"/>
                    <a:pt x="2351" y="117"/>
                    <a:pt x="2351" y="109"/>
                  </a:cubicBezTo>
                  <a:lnTo>
                    <a:pt x="2393" y="109"/>
                  </a:lnTo>
                  <a:cubicBezTo>
                    <a:pt x="2411" y="114"/>
                    <a:pt x="2430" y="118"/>
                    <a:pt x="2449" y="118"/>
                  </a:cubicBezTo>
                  <a:cubicBezTo>
                    <a:pt x="2456" y="113"/>
                    <a:pt x="2459" y="111"/>
                    <a:pt x="2463" y="111"/>
                  </a:cubicBezTo>
                  <a:cubicBezTo>
                    <a:pt x="2466" y="111"/>
                    <a:pt x="2469" y="113"/>
                    <a:pt x="2476" y="118"/>
                  </a:cubicBezTo>
                  <a:cubicBezTo>
                    <a:pt x="2476" y="121"/>
                    <a:pt x="2478" y="123"/>
                    <a:pt x="2481" y="123"/>
                  </a:cubicBezTo>
                  <a:cubicBezTo>
                    <a:pt x="2485" y="123"/>
                    <a:pt x="2491" y="119"/>
                    <a:pt x="2491" y="109"/>
                  </a:cubicBezTo>
                  <a:cubicBezTo>
                    <a:pt x="2497" y="105"/>
                    <a:pt x="2504" y="103"/>
                    <a:pt x="2511" y="103"/>
                  </a:cubicBezTo>
                  <a:cubicBezTo>
                    <a:pt x="2518" y="103"/>
                    <a:pt x="2526" y="105"/>
                    <a:pt x="2532" y="110"/>
                  </a:cubicBezTo>
                  <a:cubicBezTo>
                    <a:pt x="2532" y="120"/>
                    <a:pt x="2537" y="124"/>
                    <a:pt x="2540" y="124"/>
                  </a:cubicBezTo>
                  <a:cubicBezTo>
                    <a:pt x="2543" y="124"/>
                    <a:pt x="2546" y="122"/>
                    <a:pt x="2546" y="118"/>
                  </a:cubicBezTo>
                  <a:cubicBezTo>
                    <a:pt x="2555" y="113"/>
                    <a:pt x="2563" y="110"/>
                    <a:pt x="2574" y="110"/>
                  </a:cubicBezTo>
                  <a:cubicBezTo>
                    <a:pt x="2574" y="118"/>
                    <a:pt x="2699" y="119"/>
                    <a:pt x="2824" y="119"/>
                  </a:cubicBezTo>
                  <a:cubicBezTo>
                    <a:pt x="2838" y="119"/>
                    <a:pt x="2852" y="111"/>
                    <a:pt x="2852" y="102"/>
                  </a:cubicBezTo>
                  <a:cubicBezTo>
                    <a:pt x="2852" y="95"/>
                    <a:pt x="2852" y="93"/>
                    <a:pt x="2853" y="93"/>
                  </a:cubicBezTo>
                  <a:cubicBezTo>
                    <a:pt x="2854" y="93"/>
                    <a:pt x="2858" y="98"/>
                    <a:pt x="2866" y="102"/>
                  </a:cubicBezTo>
                  <a:cubicBezTo>
                    <a:pt x="2873" y="115"/>
                    <a:pt x="2883" y="121"/>
                    <a:pt x="2890" y="121"/>
                  </a:cubicBezTo>
                  <a:cubicBezTo>
                    <a:pt x="2897" y="121"/>
                    <a:pt x="2901" y="115"/>
                    <a:pt x="2893" y="102"/>
                  </a:cubicBezTo>
                  <a:cubicBezTo>
                    <a:pt x="2887" y="94"/>
                    <a:pt x="2883" y="90"/>
                    <a:pt x="2885" y="90"/>
                  </a:cubicBezTo>
                  <a:cubicBezTo>
                    <a:pt x="2887" y="90"/>
                    <a:pt x="2894" y="94"/>
                    <a:pt x="2908" y="102"/>
                  </a:cubicBezTo>
                  <a:cubicBezTo>
                    <a:pt x="2915" y="107"/>
                    <a:pt x="2918" y="109"/>
                    <a:pt x="2921" y="109"/>
                  </a:cubicBezTo>
                  <a:cubicBezTo>
                    <a:pt x="2925" y="109"/>
                    <a:pt x="2929" y="107"/>
                    <a:pt x="2936" y="102"/>
                  </a:cubicBezTo>
                  <a:cubicBezTo>
                    <a:pt x="2936" y="98"/>
                    <a:pt x="2939" y="96"/>
                    <a:pt x="2942" y="96"/>
                  </a:cubicBezTo>
                  <a:cubicBezTo>
                    <a:pt x="2946" y="96"/>
                    <a:pt x="2949" y="99"/>
                    <a:pt x="2949" y="103"/>
                  </a:cubicBezTo>
                  <a:cubicBezTo>
                    <a:pt x="2959" y="109"/>
                    <a:pt x="2969" y="115"/>
                    <a:pt x="2974" y="115"/>
                  </a:cubicBezTo>
                  <a:cubicBezTo>
                    <a:pt x="2976" y="115"/>
                    <a:pt x="2977" y="114"/>
                    <a:pt x="2977" y="111"/>
                  </a:cubicBezTo>
                  <a:cubicBezTo>
                    <a:pt x="2986" y="112"/>
                    <a:pt x="2997" y="114"/>
                    <a:pt x="3004" y="120"/>
                  </a:cubicBezTo>
                  <a:cubicBezTo>
                    <a:pt x="3009" y="123"/>
                    <a:pt x="3013" y="124"/>
                    <a:pt x="3017" y="124"/>
                  </a:cubicBezTo>
                  <a:cubicBezTo>
                    <a:pt x="3027" y="124"/>
                    <a:pt x="3037" y="118"/>
                    <a:pt x="3047" y="112"/>
                  </a:cubicBezTo>
                  <a:lnTo>
                    <a:pt x="3060" y="107"/>
                  </a:lnTo>
                  <a:lnTo>
                    <a:pt x="3065" y="102"/>
                  </a:lnTo>
                  <a:cubicBezTo>
                    <a:pt x="3067" y="101"/>
                    <a:pt x="3069" y="100"/>
                    <a:pt x="3072" y="99"/>
                  </a:cubicBezTo>
                  <a:cubicBezTo>
                    <a:pt x="3075" y="99"/>
                    <a:pt x="3073" y="103"/>
                    <a:pt x="3069" y="112"/>
                  </a:cubicBezTo>
                  <a:cubicBezTo>
                    <a:pt x="3067" y="119"/>
                    <a:pt x="3068" y="122"/>
                    <a:pt x="3071" y="122"/>
                  </a:cubicBezTo>
                  <a:cubicBezTo>
                    <a:pt x="3075" y="122"/>
                    <a:pt x="3085" y="114"/>
                    <a:pt x="3095" y="103"/>
                  </a:cubicBezTo>
                  <a:cubicBezTo>
                    <a:pt x="3105" y="94"/>
                    <a:pt x="3109" y="89"/>
                    <a:pt x="3110" y="89"/>
                  </a:cubicBezTo>
                  <a:lnTo>
                    <a:pt x="3110" y="89"/>
                  </a:lnTo>
                  <a:cubicBezTo>
                    <a:pt x="3111" y="89"/>
                    <a:pt x="3109" y="92"/>
                    <a:pt x="3106" y="95"/>
                  </a:cubicBezTo>
                  <a:cubicBezTo>
                    <a:pt x="3101" y="103"/>
                    <a:pt x="3105" y="104"/>
                    <a:pt x="3105" y="104"/>
                  </a:cubicBezTo>
                  <a:cubicBezTo>
                    <a:pt x="3110" y="104"/>
                    <a:pt x="3115" y="104"/>
                    <a:pt x="3108" y="111"/>
                  </a:cubicBezTo>
                  <a:lnTo>
                    <a:pt x="3106" y="112"/>
                  </a:lnTo>
                  <a:cubicBezTo>
                    <a:pt x="3106" y="112"/>
                    <a:pt x="3106" y="116"/>
                    <a:pt x="3115" y="119"/>
                  </a:cubicBezTo>
                  <a:cubicBezTo>
                    <a:pt x="3116" y="119"/>
                    <a:pt x="3116" y="119"/>
                    <a:pt x="3116" y="119"/>
                  </a:cubicBezTo>
                  <a:cubicBezTo>
                    <a:pt x="3132" y="119"/>
                    <a:pt x="3123" y="145"/>
                    <a:pt x="3106" y="150"/>
                  </a:cubicBezTo>
                  <a:cubicBezTo>
                    <a:pt x="3106" y="151"/>
                    <a:pt x="3106" y="148"/>
                    <a:pt x="3114" y="159"/>
                  </a:cubicBezTo>
                  <a:cubicBezTo>
                    <a:pt x="3131" y="174"/>
                    <a:pt x="3140" y="187"/>
                    <a:pt x="3123" y="187"/>
                  </a:cubicBezTo>
                  <a:lnTo>
                    <a:pt x="3114" y="187"/>
                  </a:lnTo>
                  <a:cubicBezTo>
                    <a:pt x="3131" y="201"/>
                    <a:pt x="3122" y="257"/>
                    <a:pt x="3105" y="257"/>
                  </a:cubicBezTo>
                  <a:cubicBezTo>
                    <a:pt x="3097" y="257"/>
                    <a:pt x="3097" y="257"/>
                    <a:pt x="3096" y="270"/>
                  </a:cubicBezTo>
                  <a:lnTo>
                    <a:pt x="3105" y="270"/>
                  </a:lnTo>
                  <a:cubicBezTo>
                    <a:pt x="3114" y="270"/>
                    <a:pt x="3122" y="270"/>
                    <a:pt x="3122" y="285"/>
                  </a:cubicBezTo>
                  <a:cubicBezTo>
                    <a:pt x="3122" y="298"/>
                    <a:pt x="3122" y="312"/>
                    <a:pt x="3115" y="312"/>
                  </a:cubicBezTo>
                  <a:cubicBezTo>
                    <a:pt x="3115" y="312"/>
                    <a:pt x="3115" y="312"/>
                    <a:pt x="3114" y="312"/>
                  </a:cubicBezTo>
                  <a:cubicBezTo>
                    <a:pt x="3105" y="326"/>
                    <a:pt x="3096" y="340"/>
                    <a:pt x="3105" y="340"/>
                  </a:cubicBezTo>
                  <a:cubicBezTo>
                    <a:pt x="3104" y="350"/>
                    <a:pt x="3102" y="359"/>
                    <a:pt x="3096" y="368"/>
                  </a:cubicBezTo>
                  <a:cubicBezTo>
                    <a:pt x="3096" y="381"/>
                    <a:pt x="3096" y="396"/>
                    <a:pt x="3096" y="423"/>
                  </a:cubicBezTo>
                  <a:cubicBezTo>
                    <a:pt x="3104" y="438"/>
                    <a:pt x="3104" y="466"/>
                    <a:pt x="3096" y="466"/>
                  </a:cubicBezTo>
                  <a:cubicBezTo>
                    <a:pt x="3096" y="479"/>
                    <a:pt x="3099" y="494"/>
                    <a:pt x="3104" y="507"/>
                  </a:cubicBezTo>
                  <a:cubicBezTo>
                    <a:pt x="3104" y="535"/>
                    <a:pt x="3104" y="549"/>
                    <a:pt x="3095" y="549"/>
                  </a:cubicBezTo>
                  <a:cubicBezTo>
                    <a:pt x="3087" y="549"/>
                    <a:pt x="3087" y="549"/>
                    <a:pt x="3095" y="562"/>
                  </a:cubicBezTo>
                  <a:cubicBezTo>
                    <a:pt x="3104" y="562"/>
                    <a:pt x="3104" y="577"/>
                    <a:pt x="3104" y="590"/>
                  </a:cubicBezTo>
                  <a:lnTo>
                    <a:pt x="3104" y="618"/>
                  </a:lnTo>
                  <a:cubicBezTo>
                    <a:pt x="3112" y="618"/>
                    <a:pt x="3112" y="618"/>
                    <a:pt x="3112" y="632"/>
                  </a:cubicBezTo>
                  <a:cubicBezTo>
                    <a:pt x="3112" y="646"/>
                    <a:pt x="3103" y="688"/>
                    <a:pt x="3103" y="701"/>
                  </a:cubicBezTo>
                  <a:cubicBezTo>
                    <a:pt x="3103" y="728"/>
                    <a:pt x="3103" y="738"/>
                    <a:pt x="3105" y="738"/>
                  </a:cubicBezTo>
                  <a:cubicBezTo>
                    <a:pt x="3107" y="738"/>
                    <a:pt x="3109" y="735"/>
                    <a:pt x="3112" y="729"/>
                  </a:cubicBezTo>
                  <a:cubicBezTo>
                    <a:pt x="3112" y="724"/>
                    <a:pt x="3113" y="720"/>
                    <a:pt x="3114" y="720"/>
                  </a:cubicBezTo>
                  <a:cubicBezTo>
                    <a:pt x="3116" y="720"/>
                    <a:pt x="3117" y="727"/>
                    <a:pt x="3112" y="744"/>
                  </a:cubicBezTo>
                  <a:cubicBezTo>
                    <a:pt x="3112" y="757"/>
                    <a:pt x="3103" y="799"/>
                    <a:pt x="3103" y="840"/>
                  </a:cubicBezTo>
                  <a:cubicBezTo>
                    <a:pt x="3103" y="896"/>
                    <a:pt x="3103" y="896"/>
                    <a:pt x="3111" y="896"/>
                  </a:cubicBezTo>
                  <a:cubicBezTo>
                    <a:pt x="3116" y="892"/>
                    <a:pt x="3119" y="891"/>
                    <a:pt x="3121" y="891"/>
                  </a:cubicBezTo>
                  <a:cubicBezTo>
                    <a:pt x="3126" y="891"/>
                    <a:pt x="3123" y="900"/>
                    <a:pt x="3111" y="910"/>
                  </a:cubicBezTo>
                  <a:cubicBezTo>
                    <a:pt x="3094" y="938"/>
                    <a:pt x="3094" y="951"/>
                    <a:pt x="3102" y="951"/>
                  </a:cubicBezTo>
                  <a:cubicBezTo>
                    <a:pt x="3109" y="959"/>
                    <a:pt x="3112" y="969"/>
                    <a:pt x="3111" y="979"/>
                  </a:cubicBezTo>
                  <a:cubicBezTo>
                    <a:pt x="3102" y="979"/>
                    <a:pt x="3102" y="994"/>
                    <a:pt x="3111" y="1021"/>
                  </a:cubicBezTo>
                  <a:cubicBezTo>
                    <a:pt x="3111" y="1035"/>
                    <a:pt x="3111" y="1035"/>
                    <a:pt x="3102" y="1035"/>
                  </a:cubicBezTo>
                  <a:lnTo>
                    <a:pt x="3102" y="1064"/>
                  </a:lnTo>
                  <a:cubicBezTo>
                    <a:pt x="3119" y="1092"/>
                    <a:pt x="3110" y="1175"/>
                    <a:pt x="3101" y="1188"/>
                  </a:cubicBezTo>
                  <a:cubicBezTo>
                    <a:pt x="3102" y="1198"/>
                    <a:pt x="3104" y="1207"/>
                    <a:pt x="3110" y="1216"/>
                  </a:cubicBezTo>
                  <a:cubicBezTo>
                    <a:pt x="3127" y="1231"/>
                    <a:pt x="3127" y="1244"/>
                    <a:pt x="3110" y="1244"/>
                  </a:cubicBezTo>
                  <a:cubicBezTo>
                    <a:pt x="3093" y="1244"/>
                    <a:pt x="3093" y="1244"/>
                    <a:pt x="3110" y="1258"/>
                  </a:cubicBezTo>
                  <a:cubicBezTo>
                    <a:pt x="3117" y="1271"/>
                    <a:pt x="3118" y="1329"/>
                    <a:pt x="3105" y="1329"/>
                  </a:cubicBezTo>
                  <a:cubicBezTo>
                    <a:pt x="3104" y="1329"/>
                    <a:pt x="3102" y="1328"/>
                    <a:pt x="3101" y="1327"/>
                  </a:cubicBezTo>
                  <a:lnTo>
                    <a:pt x="3084" y="1327"/>
                  </a:lnTo>
                  <a:cubicBezTo>
                    <a:pt x="3088" y="1335"/>
                    <a:pt x="3092" y="1345"/>
                    <a:pt x="3092" y="1355"/>
                  </a:cubicBezTo>
                  <a:cubicBezTo>
                    <a:pt x="3101" y="1355"/>
                    <a:pt x="3101" y="1369"/>
                    <a:pt x="3101" y="1410"/>
                  </a:cubicBezTo>
                  <a:cubicBezTo>
                    <a:pt x="3101" y="1438"/>
                    <a:pt x="3109" y="1494"/>
                    <a:pt x="3109" y="1522"/>
                  </a:cubicBezTo>
                  <a:cubicBezTo>
                    <a:pt x="3109" y="1549"/>
                    <a:pt x="3109" y="1592"/>
                    <a:pt x="3100" y="1605"/>
                  </a:cubicBezTo>
                  <a:cubicBezTo>
                    <a:pt x="3099" y="1624"/>
                    <a:pt x="3102" y="1642"/>
                    <a:pt x="3108" y="1660"/>
                  </a:cubicBezTo>
                  <a:cubicBezTo>
                    <a:pt x="3117" y="1675"/>
                    <a:pt x="3117" y="1703"/>
                    <a:pt x="3108" y="1703"/>
                  </a:cubicBezTo>
                  <a:lnTo>
                    <a:pt x="3108" y="1716"/>
                  </a:lnTo>
                  <a:cubicBezTo>
                    <a:pt x="3112" y="1730"/>
                    <a:pt x="3115" y="1744"/>
                    <a:pt x="3115" y="1758"/>
                  </a:cubicBezTo>
                  <a:cubicBezTo>
                    <a:pt x="3108" y="1758"/>
                    <a:pt x="3099" y="1772"/>
                    <a:pt x="3108" y="1786"/>
                  </a:cubicBezTo>
                  <a:cubicBezTo>
                    <a:pt x="3115" y="1786"/>
                    <a:pt x="3115" y="1801"/>
                    <a:pt x="3115" y="1827"/>
                  </a:cubicBezTo>
                  <a:cubicBezTo>
                    <a:pt x="3111" y="1842"/>
                    <a:pt x="3109" y="1963"/>
                    <a:pt x="3108" y="2081"/>
                  </a:cubicBezTo>
                  <a:cubicBezTo>
                    <a:pt x="3109" y="2143"/>
                    <a:pt x="3104" y="2191"/>
                    <a:pt x="3104" y="2231"/>
                  </a:cubicBezTo>
                  <a:cubicBezTo>
                    <a:pt x="3100" y="2271"/>
                    <a:pt x="3096" y="2297"/>
                    <a:pt x="3099" y="2297"/>
                  </a:cubicBezTo>
                  <a:lnTo>
                    <a:pt x="3093" y="2334"/>
                  </a:lnTo>
                  <a:cubicBezTo>
                    <a:pt x="3091" y="2347"/>
                    <a:pt x="3083" y="2372"/>
                    <a:pt x="3083" y="2372"/>
                  </a:cubicBezTo>
                  <a:cubicBezTo>
                    <a:pt x="3082" y="2371"/>
                    <a:pt x="3082" y="2371"/>
                    <a:pt x="3081" y="2371"/>
                  </a:cubicBezTo>
                  <a:cubicBezTo>
                    <a:pt x="3065" y="2371"/>
                    <a:pt x="3062" y="2432"/>
                    <a:pt x="3055" y="2469"/>
                  </a:cubicBezTo>
                  <a:cubicBezTo>
                    <a:pt x="3057" y="2481"/>
                    <a:pt x="3055" y="2496"/>
                    <a:pt x="3049" y="2507"/>
                  </a:cubicBezTo>
                  <a:cubicBezTo>
                    <a:pt x="3048" y="2507"/>
                    <a:pt x="3047" y="2507"/>
                    <a:pt x="3046" y="2507"/>
                  </a:cubicBezTo>
                  <a:cubicBezTo>
                    <a:pt x="3032" y="2507"/>
                    <a:pt x="3021" y="2538"/>
                    <a:pt x="3017" y="2562"/>
                  </a:cubicBezTo>
                  <a:cubicBezTo>
                    <a:pt x="3025" y="2577"/>
                    <a:pt x="3022" y="2588"/>
                    <a:pt x="3013" y="2588"/>
                  </a:cubicBezTo>
                  <a:cubicBezTo>
                    <a:pt x="3011" y="2588"/>
                    <a:pt x="3008" y="2587"/>
                    <a:pt x="3005" y="2586"/>
                  </a:cubicBezTo>
                  <a:cubicBezTo>
                    <a:pt x="3003" y="2585"/>
                    <a:pt x="3001" y="2584"/>
                    <a:pt x="2999" y="2584"/>
                  </a:cubicBezTo>
                  <a:cubicBezTo>
                    <a:pt x="2987" y="2584"/>
                    <a:pt x="2981" y="2605"/>
                    <a:pt x="2990" y="2635"/>
                  </a:cubicBezTo>
                  <a:cubicBezTo>
                    <a:pt x="2991" y="2650"/>
                    <a:pt x="2991" y="2650"/>
                    <a:pt x="2976" y="2656"/>
                  </a:cubicBezTo>
                  <a:cubicBezTo>
                    <a:pt x="2955" y="2659"/>
                    <a:pt x="2949" y="2669"/>
                    <a:pt x="2956" y="2673"/>
                  </a:cubicBezTo>
                  <a:cubicBezTo>
                    <a:pt x="2964" y="2693"/>
                    <a:pt x="2957" y="2705"/>
                    <a:pt x="2936" y="2706"/>
                  </a:cubicBezTo>
                  <a:cubicBezTo>
                    <a:pt x="2908" y="2717"/>
                    <a:pt x="2908" y="2716"/>
                    <a:pt x="2913" y="2736"/>
                  </a:cubicBezTo>
                  <a:cubicBezTo>
                    <a:pt x="2919" y="2756"/>
                    <a:pt x="2890" y="2797"/>
                    <a:pt x="2869" y="2797"/>
                  </a:cubicBezTo>
                  <a:cubicBezTo>
                    <a:pt x="2869" y="2797"/>
                    <a:pt x="2868" y="2797"/>
                    <a:pt x="2867" y="2797"/>
                  </a:cubicBezTo>
                  <a:cubicBezTo>
                    <a:pt x="2859" y="2806"/>
                    <a:pt x="2844" y="2809"/>
                    <a:pt x="2851" y="2815"/>
                  </a:cubicBezTo>
                  <a:lnTo>
                    <a:pt x="2835" y="2819"/>
                  </a:lnTo>
                  <a:lnTo>
                    <a:pt x="2818" y="2837"/>
                  </a:lnTo>
                  <a:lnTo>
                    <a:pt x="2825" y="2843"/>
                  </a:lnTo>
                  <a:cubicBezTo>
                    <a:pt x="2810" y="2857"/>
                    <a:pt x="2795" y="2871"/>
                    <a:pt x="2779" y="2882"/>
                  </a:cubicBezTo>
                  <a:cubicBezTo>
                    <a:pt x="2754" y="2902"/>
                    <a:pt x="2723" y="2928"/>
                    <a:pt x="2687" y="2953"/>
                  </a:cubicBezTo>
                  <a:cubicBezTo>
                    <a:pt x="2574" y="3031"/>
                    <a:pt x="2548" y="3038"/>
                    <a:pt x="2565" y="3041"/>
                  </a:cubicBezTo>
                  <a:cubicBezTo>
                    <a:pt x="2578" y="3049"/>
                    <a:pt x="2570" y="3056"/>
                    <a:pt x="2557" y="3056"/>
                  </a:cubicBezTo>
                  <a:cubicBezTo>
                    <a:pt x="2552" y="3056"/>
                    <a:pt x="2546" y="3055"/>
                    <a:pt x="2541" y="3052"/>
                  </a:cubicBezTo>
                  <a:cubicBezTo>
                    <a:pt x="2530" y="3058"/>
                    <a:pt x="2504" y="3060"/>
                    <a:pt x="2482" y="3071"/>
                  </a:cubicBezTo>
                  <a:cubicBezTo>
                    <a:pt x="2465" y="3079"/>
                    <a:pt x="2448" y="3084"/>
                    <a:pt x="2438" y="3084"/>
                  </a:cubicBezTo>
                  <a:cubicBezTo>
                    <a:pt x="2435" y="3084"/>
                    <a:pt x="2432" y="3083"/>
                    <a:pt x="2431" y="3082"/>
                  </a:cubicBezTo>
                  <a:lnTo>
                    <a:pt x="2420" y="3085"/>
                  </a:lnTo>
                  <a:cubicBezTo>
                    <a:pt x="2403" y="3112"/>
                    <a:pt x="2329" y="3131"/>
                    <a:pt x="2291" y="3131"/>
                  </a:cubicBezTo>
                  <a:cubicBezTo>
                    <a:pt x="2270" y="3134"/>
                    <a:pt x="2249" y="3141"/>
                    <a:pt x="2230" y="3150"/>
                  </a:cubicBezTo>
                  <a:cubicBezTo>
                    <a:pt x="2217" y="3157"/>
                    <a:pt x="2211" y="3160"/>
                    <a:pt x="2206" y="3160"/>
                  </a:cubicBezTo>
                  <a:cubicBezTo>
                    <a:pt x="2202" y="3160"/>
                    <a:pt x="2199" y="3158"/>
                    <a:pt x="2193" y="3156"/>
                  </a:cubicBezTo>
                  <a:cubicBezTo>
                    <a:pt x="2193" y="3153"/>
                    <a:pt x="2172" y="3149"/>
                    <a:pt x="2152" y="3149"/>
                  </a:cubicBezTo>
                  <a:cubicBezTo>
                    <a:pt x="2134" y="3149"/>
                    <a:pt x="2117" y="3152"/>
                    <a:pt x="2117" y="3160"/>
                  </a:cubicBezTo>
                  <a:lnTo>
                    <a:pt x="2105" y="3152"/>
                  </a:lnTo>
                  <a:cubicBezTo>
                    <a:pt x="2102" y="3150"/>
                    <a:pt x="2099" y="3149"/>
                    <a:pt x="2096" y="3149"/>
                  </a:cubicBezTo>
                  <a:cubicBezTo>
                    <a:pt x="2088" y="3149"/>
                    <a:pt x="2081" y="3154"/>
                    <a:pt x="2080" y="3162"/>
                  </a:cubicBezTo>
                  <a:cubicBezTo>
                    <a:pt x="2080" y="3170"/>
                    <a:pt x="2077" y="3174"/>
                    <a:pt x="2073" y="3174"/>
                  </a:cubicBezTo>
                  <a:cubicBezTo>
                    <a:pt x="2068" y="3174"/>
                    <a:pt x="2061" y="3168"/>
                    <a:pt x="2053" y="3153"/>
                  </a:cubicBezTo>
                  <a:cubicBezTo>
                    <a:pt x="2053" y="3144"/>
                    <a:pt x="2048" y="3140"/>
                    <a:pt x="2044" y="3140"/>
                  </a:cubicBezTo>
                  <a:cubicBezTo>
                    <a:pt x="2041" y="3140"/>
                    <a:pt x="2039" y="3142"/>
                    <a:pt x="2039" y="3146"/>
                  </a:cubicBezTo>
                  <a:cubicBezTo>
                    <a:pt x="2029" y="3151"/>
                    <a:pt x="2019" y="3157"/>
                    <a:pt x="2009" y="3157"/>
                  </a:cubicBezTo>
                  <a:cubicBezTo>
                    <a:pt x="2005" y="3157"/>
                    <a:pt x="2001" y="3156"/>
                    <a:pt x="1997" y="3153"/>
                  </a:cubicBezTo>
                  <a:cubicBezTo>
                    <a:pt x="1984" y="3153"/>
                    <a:pt x="1969" y="3153"/>
                    <a:pt x="1969" y="3170"/>
                  </a:cubicBezTo>
                  <a:cubicBezTo>
                    <a:pt x="1969" y="3179"/>
                    <a:pt x="1955" y="3179"/>
                    <a:pt x="1941" y="3179"/>
                  </a:cubicBezTo>
                  <a:cubicBezTo>
                    <a:pt x="1941" y="3170"/>
                    <a:pt x="1941" y="3170"/>
                    <a:pt x="1955" y="3162"/>
                  </a:cubicBezTo>
                  <a:lnTo>
                    <a:pt x="1927" y="3162"/>
                  </a:lnTo>
                  <a:cubicBezTo>
                    <a:pt x="1914" y="3162"/>
                    <a:pt x="1886" y="3153"/>
                    <a:pt x="1886" y="3144"/>
                  </a:cubicBezTo>
                  <a:cubicBezTo>
                    <a:pt x="1880" y="3141"/>
                    <a:pt x="1875" y="3139"/>
                    <a:pt x="1871" y="3139"/>
                  </a:cubicBezTo>
                  <a:cubicBezTo>
                    <a:pt x="1865" y="3139"/>
                    <a:pt x="1863" y="3143"/>
                    <a:pt x="1871" y="3153"/>
                  </a:cubicBezTo>
                  <a:cubicBezTo>
                    <a:pt x="1871" y="3170"/>
                    <a:pt x="1871" y="3170"/>
                    <a:pt x="1843" y="3170"/>
                  </a:cubicBezTo>
                  <a:cubicBezTo>
                    <a:pt x="1830" y="3170"/>
                    <a:pt x="1816" y="3170"/>
                    <a:pt x="1816" y="3161"/>
                  </a:cubicBezTo>
                  <a:cubicBezTo>
                    <a:pt x="1816" y="3152"/>
                    <a:pt x="1816" y="3153"/>
                    <a:pt x="1788" y="3152"/>
                  </a:cubicBezTo>
                  <a:cubicBezTo>
                    <a:pt x="1751" y="3153"/>
                    <a:pt x="1717" y="3169"/>
                    <a:pt x="1691" y="3195"/>
                  </a:cubicBezTo>
                  <a:cubicBezTo>
                    <a:pt x="1691" y="3203"/>
                    <a:pt x="1691" y="3208"/>
                    <a:pt x="1689" y="3208"/>
                  </a:cubicBezTo>
                  <a:cubicBezTo>
                    <a:pt x="1687" y="3208"/>
                    <a:pt x="1683" y="3203"/>
                    <a:pt x="1676" y="3195"/>
                  </a:cubicBezTo>
                  <a:cubicBezTo>
                    <a:pt x="1677" y="3186"/>
                    <a:pt x="1663" y="3186"/>
                    <a:pt x="1649" y="3186"/>
                  </a:cubicBezTo>
                  <a:cubicBezTo>
                    <a:pt x="1649" y="3189"/>
                    <a:pt x="1648" y="3190"/>
                    <a:pt x="1646" y="3190"/>
                  </a:cubicBezTo>
                  <a:cubicBezTo>
                    <a:pt x="1643" y="3190"/>
                    <a:pt x="1640" y="3186"/>
                    <a:pt x="1649" y="3186"/>
                  </a:cubicBezTo>
                  <a:cubicBezTo>
                    <a:pt x="1649" y="3178"/>
                    <a:pt x="1663" y="3178"/>
                    <a:pt x="1677" y="3178"/>
                  </a:cubicBezTo>
                  <a:lnTo>
                    <a:pt x="1677" y="3169"/>
                  </a:lnTo>
                  <a:cubicBezTo>
                    <a:pt x="1671" y="3161"/>
                    <a:pt x="1664" y="3156"/>
                    <a:pt x="1657" y="3156"/>
                  </a:cubicBezTo>
                  <a:cubicBezTo>
                    <a:pt x="1650" y="3156"/>
                    <a:pt x="1643" y="3161"/>
                    <a:pt x="1636" y="3169"/>
                  </a:cubicBezTo>
                  <a:cubicBezTo>
                    <a:pt x="1628" y="3173"/>
                    <a:pt x="1625" y="3175"/>
                    <a:pt x="1621" y="3175"/>
                  </a:cubicBezTo>
                  <a:cubicBezTo>
                    <a:pt x="1618" y="3175"/>
                    <a:pt x="1614" y="3173"/>
                    <a:pt x="1608" y="3169"/>
                  </a:cubicBezTo>
                  <a:cubicBezTo>
                    <a:pt x="1598" y="3163"/>
                    <a:pt x="1588" y="3157"/>
                    <a:pt x="1583" y="3157"/>
                  </a:cubicBezTo>
                  <a:cubicBezTo>
                    <a:pt x="1581" y="3157"/>
                    <a:pt x="1580" y="3158"/>
                    <a:pt x="1580" y="3160"/>
                  </a:cubicBezTo>
                  <a:cubicBezTo>
                    <a:pt x="1565" y="3160"/>
                    <a:pt x="1552" y="3158"/>
                    <a:pt x="1538" y="3151"/>
                  </a:cubicBezTo>
                  <a:cubicBezTo>
                    <a:pt x="1510" y="3151"/>
                    <a:pt x="1497" y="3151"/>
                    <a:pt x="1497" y="3160"/>
                  </a:cubicBezTo>
                  <a:cubicBezTo>
                    <a:pt x="1497" y="3168"/>
                    <a:pt x="1482" y="3168"/>
                    <a:pt x="1469" y="3168"/>
                  </a:cubicBezTo>
                  <a:cubicBezTo>
                    <a:pt x="1455" y="3168"/>
                    <a:pt x="1441" y="3168"/>
                    <a:pt x="1441" y="3177"/>
                  </a:cubicBezTo>
                  <a:cubicBezTo>
                    <a:pt x="1441" y="3185"/>
                    <a:pt x="1426" y="3194"/>
                    <a:pt x="1399" y="3194"/>
                  </a:cubicBezTo>
                  <a:cubicBezTo>
                    <a:pt x="1388" y="3197"/>
                    <a:pt x="1381" y="3199"/>
                    <a:pt x="1376" y="3199"/>
                  </a:cubicBezTo>
                  <a:cubicBezTo>
                    <a:pt x="1369" y="3199"/>
                    <a:pt x="1366" y="3195"/>
                    <a:pt x="1358" y="3185"/>
                  </a:cubicBezTo>
                  <a:cubicBezTo>
                    <a:pt x="1358" y="3176"/>
                    <a:pt x="1343" y="3176"/>
                    <a:pt x="1330" y="3176"/>
                  </a:cubicBezTo>
                  <a:cubicBezTo>
                    <a:pt x="1319" y="3176"/>
                    <a:pt x="1310" y="3172"/>
                    <a:pt x="1301" y="3168"/>
                  </a:cubicBezTo>
                  <a:cubicBezTo>
                    <a:pt x="1297" y="3165"/>
                    <a:pt x="1295" y="3164"/>
                    <a:pt x="1293" y="3164"/>
                  </a:cubicBezTo>
                  <a:cubicBezTo>
                    <a:pt x="1288" y="3164"/>
                    <a:pt x="1288" y="3170"/>
                    <a:pt x="1288" y="3176"/>
                  </a:cubicBezTo>
                  <a:lnTo>
                    <a:pt x="1287" y="3193"/>
                  </a:lnTo>
                  <a:cubicBezTo>
                    <a:pt x="1273" y="3192"/>
                    <a:pt x="1263" y="3180"/>
                    <a:pt x="1260" y="3167"/>
                  </a:cubicBezTo>
                  <a:cubicBezTo>
                    <a:pt x="1253" y="3158"/>
                    <a:pt x="1250" y="3154"/>
                    <a:pt x="1248" y="3154"/>
                  </a:cubicBezTo>
                  <a:cubicBezTo>
                    <a:pt x="1247" y="3154"/>
                    <a:pt x="1247" y="3158"/>
                    <a:pt x="1247" y="3167"/>
                  </a:cubicBezTo>
                  <a:cubicBezTo>
                    <a:pt x="1247" y="3173"/>
                    <a:pt x="1239" y="3179"/>
                    <a:pt x="1227" y="3179"/>
                  </a:cubicBezTo>
                  <a:cubicBezTo>
                    <a:pt x="1221" y="3179"/>
                    <a:pt x="1214" y="3178"/>
                    <a:pt x="1206" y="3175"/>
                  </a:cubicBezTo>
                  <a:cubicBezTo>
                    <a:pt x="1180" y="3174"/>
                    <a:pt x="1155" y="3171"/>
                    <a:pt x="1156" y="3163"/>
                  </a:cubicBezTo>
                  <a:cubicBezTo>
                    <a:pt x="1152" y="3161"/>
                    <a:pt x="1147" y="3159"/>
                    <a:pt x="1142" y="3159"/>
                  </a:cubicBezTo>
                  <a:cubicBezTo>
                    <a:pt x="1138" y="3159"/>
                    <a:pt x="1134" y="3160"/>
                    <a:pt x="1130" y="3162"/>
                  </a:cubicBezTo>
                  <a:cubicBezTo>
                    <a:pt x="1125" y="3165"/>
                    <a:pt x="1120" y="3167"/>
                    <a:pt x="1114" y="3167"/>
                  </a:cubicBezTo>
                  <a:cubicBezTo>
                    <a:pt x="1104" y="3167"/>
                    <a:pt x="1090" y="3163"/>
                    <a:pt x="1067" y="3153"/>
                  </a:cubicBezTo>
                  <a:cubicBezTo>
                    <a:pt x="1034" y="3139"/>
                    <a:pt x="1020" y="3132"/>
                    <a:pt x="1013" y="3132"/>
                  </a:cubicBezTo>
                  <a:cubicBezTo>
                    <a:pt x="1008" y="3132"/>
                    <a:pt x="1007" y="3136"/>
                    <a:pt x="1005" y="3143"/>
                  </a:cubicBezTo>
                  <a:cubicBezTo>
                    <a:pt x="1004" y="3148"/>
                    <a:pt x="1003" y="3152"/>
                    <a:pt x="1001" y="3152"/>
                  </a:cubicBezTo>
                  <a:cubicBezTo>
                    <a:pt x="1000" y="3152"/>
                    <a:pt x="997" y="3149"/>
                    <a:pt x="993" y="3140"/>
                  </a:cubicBezTo>
                  <a:cubicBezTo>
                    <a:pt x="988" y="3134"/>
                    <a:pt x="983" y="3132"/>
                    <a:pt x="975" y="3132"/>
                  </a:cubicBezTo>
                  <a:cubicBezTo>
                    <a:pt x="967" y="3132"/>
                    <a:pt x="956" y="3134"/>
                    <a:pt x="941" y="3135"/>
                  </a:cubicBezTo>
                  <a:cubicBezTo>
                    <a:pt x="930" y="3141"/>
                    <a:pt x="922" y="3151"/>
                    <a:pt x="920" y="3165"/>
                  </a:cubicBezTo>
                  <a:cubicBezTo>
                    <a:pt x="917" y="3173"/>
                    <a:pt x="916" y="3177"/>
                    <a:pt x="912" y="3177"/>
                  </a:cubicBezTo>
                  <a:cubicBezTo>
                    <a:pt x="909" y="3177"/>
                    <a:pt x="903" y="3173"/>
                    <a:pt x="892" y="3165"/>
                  </a:cubicBezTo>
                  <a:cubicBezTo>
                    <a:pt x="880" y="3160"/>
                    <a:pt x="870" y="3148"/>
                    <a:pt x="873" y="3140"/>
                  </a:cubicBezTo>
                  <a:cubicBezTo>
                    <a:pt x="874" y="3136"/>
                    <a:pt x="877" y="3135"/>
                    <a:pt x="880" y="3135"/>
                  </a:cubicBezTo>
                  <a:cubicBezTo>
                    <a:pt x="884" y="3135"/>
                    <a:pt x="888" y="3137"/>
                    <a:pt x="888" y="3137"/>
                  </a:cubicBezTo>
                  <a:lnTo>
                    <a:pt x="900" y="3141"/>
                  </a:lnTo>
                  <a:cubicBezTo>
                    <a:pt x="902" y="3133"/>
                    <a:pt x="906" y="3124"/>
                    <a:pt x="881" y="3116"/>
                  </a:cubicBezTo>
                  <a:cubicBezTo>
                    <a:pt x="875" y="3108"/>
                    <a:pt x="868" y="3103"/>
                    <a:pt x="863" y="3103"/>
                  </a:cubicBezTo>
                  <a:cubicBezTo>
                    <a:pt x="861" y="3103"/>
                    <a:pt x="858" y="3105"/>
                    <a:pt x="857" y="3107"/>
                  </a:cubicBezTo>
                  <a:cubicBezTo>
                    <a:pt x="849" y="3094"/>
                    <a:pt x="825" y="3087"/>
                    <a:pt x="802" y="3075"/>
                  </a:cubicBezTo>
                  <a:cubicBezTo>
                    <a:pt x="780" y="3064"/>
                    <a:pt x="745" y="3048"/>
                    <a:pt x="738" y="3034"/>
                  </a:cubicBezTo>
                  <a:cubicBezTo>
                    <a:pt x="723" y="3026"/>
                    <a:pt x="713" y="3020"/>
                    <a:pt x="707" y="3020"/>
                  </a:cubicBezTo>
                  <a:cubicBezTo>
                    <a:pt x="704" y="3020"/>
                    <a:pt x="703" y="3021"/>
                    <a:pt x="701" y="3023"/>
                  </a:cubicBezTo>
                  <a:cubicBezTo>
                    <a:pt x="698" y="3030"/>
                    <a:pt x="694" y="3032"/>
                    <a:pt x="691" y="3032"/>
                  </a:cubicBezTo>
                  <a:cubicBezTo>
                    <a:pt x="687" y="3032"/>
                    <a:pt x="684" y="3028"/>
                    <a:pt x="687" y="3023"/>
                  </a:cubicBezTo>
                  <a:cubicBezTo>
                    <a:pt x="682" y="3004"/>
                    <a:pt x="557" y="2904"/>
                    <a:pt x="539" y="2904"/>
                  </a:cubicBezTo>
                  <a:lnTo>
                    <a:pt x="521" y="2886"/>
                  </a:lnTo>
                  <a:cubicBezTo>
                    <a:pt x="506" y="2865"/>
                    <a:pt x="457" y="2809"/>
                    <a:pt x="442" y="2806"/>
                  </a:cubicBezTo>
                  <a:cubicBezTo>
                    <a:pt x="433" y="2797"/>
                    <a:pt x="425" y="2787"/>
                    <a:pt x="418" y="2776"/>
                  </a:cubicBezTo>
                  <a:cubicBezTo>
                    <a:pt x="410" y="2751"/>
                    <a:pt x="402" y="2741"/>
                    <a:pt x="387" y="2736"/>
                  </a:cubicBezTo>
                  <a:cubicBezTo>
                    <a:pt x="374" y="2730"/>
                    <a:pt x="366" y="2735"/>
                    <a:pt x="374" y="2730"/>
                  </a:cubicBezTo>
                  <a:cubicBezTo>
                    <a:pt x="381" y="2726"/>
                    <a:pt x="365" y="2706"/>
                    <a:pt x="340" y="2662"/>
                  </a:cubicBezTo>
                  <a:cubicBezTo>
                    <a:pt x="323" y="2635"/>
                    <a:pt x="317" y="2625"/>
                    <a:pt x="314" y="2625"/>
                  </a:cubicBezTo>
                  <a:cubicBezTo>
                    <a:pt x="313" y="2625"/>
                    <a:pt x="312" y="2629"/>
                    <a:pt x="312" y="2634"/>
                  </a:cubicBezTo>
                  <a:cubicBezTo>
                    <a:pt x="282" y="2592"/>
                    <a:pt x="291" y="2588"/>
                    <a:pt x="298" y="2585"/>
                  </a:cubicBezTo>
                  <a:lnTo>
                    <a:pt x="298" y="2585"/>
                  </a:lnTo>
                  <a:cubicBezTo>
                    <a:pt x="299" y="2585"/>
                    <a:pt x="300" y="2585"/>
                    <a:pt x="302" y="2585"/>
                  </a:cubicBezTo>
                  <a:cubicBezTo>
                    <a:pt x="317" y="2585"/>
                    <a:pt x="306" y="2567"/>
                    <a:pt x="280" y="2566"/>
                  </a:cubicBezTo>
                  <a:cubicBezTo>
                    <a:pt x="258" y="2561"/>
                    <a:pt x="247" y="2538"/>
                    <a:pt x="255" y="2534"/>
                  </a:cubicBezTo>
                  <a:cubicBezTo>
                    <a:pt x="256" y="2534"/>
                    <a:pt x="257" y="2534"/>
                    <a:pt x="257" y="2534"/>
                  </a:cubicBezTo>
                  <a:cubicBezTo>
                    <a:pt x="264" y="2534"/>
                    <a:pt x="269" y="2544"/>
                    <a:pt x="274" y="2554"/>
                  </a:cubicBezTo>
                  <a:lnTo>
                    <a:pt x="290" y="2548"/>
                  </a:lnTo>
                  <a:cubicBezTo>
                    <a:pt x="284" y="2536"/>
                    <a:pt x="284" y="2536"/>
                    <a:pt x="271" y="2527"/>
                  </a:cubicBezTo>
                  <a:cubicBezTo>
                    <a:pt x="267" y="2520"/>
                    <a:pt x="262" y="2513"/>
                    <a:pt x="255" y="2507"/>
                  </a:cubicBezTo>
                  <a:cubicBezTo>
                    <a:pt x="250" y="2504"/>
                    <a:pt x="246" y="2502"/>
                    <a:pt x="243" y="2502"/>
                  </a:cubicBezTo>
                  <a:cubicBezTo>
                    <a:pt x="237" y="2502"/>
                    <a:pt x="233" y="2507"/>
                    <a:pt x="230" y="2516"/>
                  </a:cubicBezTo>
                  <a:cubicBezTo>
                    <a:pt x="229" y="2522"/>
                    <a:pt x="228" y="2524"/>
                    <a:pt x="226" y="2524"/>
                  </a:cubicBezTo>
                  <a:cubicBezTo>
                    <a:pt x="224" y="2524"/>
                    <a:pt x="221" y="2515"/>
                    <a:pt x="218" y="2507"/>
                  </a:cubicBezTo>
                  <a:cubicBezTo>
                    <a:pt x="218" y="2488"/>
                    <a:pt x="221" y="2481"/>
                    <a:pt x="227" y="2481"/>
                  </a:cubicBezTo>
                  <a:cubicBezTo>
                    <a:pt x="230" y="2481"/>
                    <a:pt x="234" y="2483"/>
                    <a:pt x="238" y="2486"/>
                  </a:cubicBezTo>
                  <a:cubicBezTo>
                    <a:pt x="241" y="2493"/>
                    <a:pt x="244" y="2495"/>
                    <a:pt x="248" y="2495"/>
                  </a:cubicBezTo>
                  <a:cubicBezTo>
                    <a:pt x="251" y="2495"/>
                    <a:pt x="255" y="2494"/>
                    <a:pt x="258" y="2493"/>
                  </a:cubicBezTo>
                  <a:cubicBezTo>
                    <a:pt x="267" y="2489"/>
                    <a:pt x="227" y="2437"/>
                    <a:pt x="210" y="2428"/>
                  </a:cubicBezTo>
                  <a:lnTo>
                    <a:pt x="218" y="2425"/>
                  </a:lnTo>
                  <a:cubicBezTo>
                    <a:pt x="226" y="2423"/>
                    <a:pt x="220" y="2398"/>
                    <a:pt x="213" y="2375"/>
                  </a:cubicBezTo>
                  <a:cubicBezTo>
                    <a:pt x="208" y="2351"/>
                    <a:pt x="205" y="2339"/>
                    <a:pt x="197" y="2339"/>
                  </a:cubicBezTo>
                  <a:cubicBezTo>
                    <a:pt x="196" y="2339"/>
                    <a:pt x="196" y="2339"/>
                    <a:pt x="195" y="2339"/>
                  </a:cubicBezTo>
                  <a:cubicBezTo>
                    <a:pt x="193" y="2340"/>
                    <a:pt x="190" y="2340"/>
                    <a:pt x="188" y="2340"/>
                  </a:cubicBezTo>
                  <a:cubicBezTo>
                    <a:pt x="183" y="2340"/>
                    <a:pt x="179" y="2338"/>
                    <a:pt x="177" y="2330"/>
                  </a:cubicBezTo>
                  <a:lnTo>
                    <a:pt x="177" y="2330"/>
                  </a:lnTo>
                  <a:cubicBezTo>
                    <a:pt x="180" y="2342"/>
                    <a:pt x="171" y="2343"/>
                    <a:pt x="163" y="2346"/>
                  </a:cubicBezTo>
                  <a:cubicBezTo>
                    <a:pt x="165" y="2331"/>
                    <a:pt x="168" y="2318"/>
                    <a:pt x="174" y="2304"/>
                  </a:cubicBezTo>
                  <a:cubicBezTo>
                    <a:pt x="188" y="2275"/>
                    <a:pt x="189" y="2250"/>
                    <a:pt x="188" y="2199"/>
                  </a:cubicBezTo>
                  <a:cubicBezTo>
                    <a:pt x="186" y="2174"/>
                    <a:pt x="184" y="2137"/>
                    <a:pt x="193" y="2122"/>
                  </a:cubicBezTo>
                  <a:cubicBezTo>
                    <a:pt x="193" y="2096"/>
                    <a:pt x="193" y="2081"/>
                    <a:pt x="184" y="2081"/>
                  </a:cubicBezTo>
                  <a:lnTo>
                    <a:pt x="184" y="2053"/>
                  </a:lnTo>
                  <a:cubicBezTo>
                    <a:pt x="193" y="2039"/>
                    <a:pt x="193" y="2011"/>
                    <a:pt x="185" y="2011"/>
                  </a:cubicBezTo>
                  <a:cubicBezTo>
                    <a:pt x="176" y="1998"/>
                    <a:pt x="185" y="1983"/>
                    <a:pt x="185" y="1970"/>
                  </a:cubicBezTo>
                  <a:cubicBezTo>
                    <a:pt x="195" y="1953"/>
                    <a:pt x="199" y="1947"/>
                    <a:pt x="196" y="1947"/>
                  </a:cubicBezTo>
                  <a:cubicBezTo>
                    <a:pt x="193" y="1947"/>
                    <a:pt x="187" y="1950"/>
                    <a:pt x="176" y="1955"/>
                  </a:cubicBezTo>
                  <a:cubicBezTo>
                    <a:pt x="168" y="1955"/>
                    <a:pt x="160" y="1983"/>
                    <a:pt x="160" y="1997"/>
                  </a:cubicBezTo>
                  <a:lnTo>
                    <a:pt x="160" y="2039"/>
                  </a:lnTo>
                  <a:lnTo>
                    <a:pt x="151" y="1997"/>
                  </a:lnTo>
                  <a:cubicBezTo>
                    <a:pt x="151" y="1983"/>
                    <a:pt x="143" y="1955"/>
                    <a:pt x="134" y="1955"/>
                  </a:cubicBezTo>
                  <a:cubicBezTo>
                    <a:pt x="134" y="1955"/>
                    <a:pt x="126" y="1955"/>
                    <a:pt x="126" y="1941"/>
                  </a:cubicBezTo>
                  <a:lnTo>
                    <a:pt x="126" y="1941"/>
                  </a:lnTo>
                  <a:lnTo>
                    <a:pt x="143" y="1942"/>
                  </a:lnTo>
                  <a:cubicBezTo>
                    <a:pt x="147" y="1950"/>
                    <a:pt x="156" y="1955"/>
                    <a:pt x="166" y="1955"/>
                  </a:cubicBezTo>
                  <a:cubicBezTo>
                    <a:pt x="167" y="1955"/>
                    <a:pt x="168" y="1955"/>
                    <a:pt x="168" y="1955"/>
                  </a:cubicBezTo>
                  <a:cubicBezTo>
                    <a:pt x="185" y="1942"/>
                    <a:pt x="194" y="1900"/>
                    <a:pt x="177" y="1900"/>
                  </a:cubicBezTo>
                  <a:cubicBezTo>
                    <a:pt x="176" y="1890"/>
                    <a:pt x="179" y="1880"/>
                    <a:pt x="185" y="1872"/>
                  </a:cubicBezTo>
                  <a:cubicBezTo>
                    <a:pt x="194" y="1872"/>
                    <a:pt x="194" y="1859"/>
                    <a:pt x="177" y="1844"/>
                  </a:cubicBezTo>
                  <a:cubicBezTo>
                    <a:pt x="161" y="1831"/>
                    <a:pt x="161" y="1816"/>
                    <a:pt x="177" y="1803"/>
                  </a:cubicBezTo>
                  <a:cubicBezTo>
                    <a:pt x="194" y="1776"/>
                    <a:pt x="195" y="1720"/>
                    <a:pt x="186" y="1720"/>
                  </a:cubicBezTo>
                  <a:cubicBezTo>
                    <a:pt x="170" y="1720"/>
                    <a:pt x="170" y="1678"/>
                    <a:pt x="179" y="1664"/>
                  </a:cubicBezTo>
                  <a:cubicBezTo>
                    <a:pt x="186" y="1651"/>
                    <a:pt x="186" y="1634"/>
                    <a:pt x="179" y="1622"/>
                  </a:cubicBezTo>
                  <a:cubicBezTo>
                    <a:pt x="186" y="1622"/>
                    <a:pt x="195" y="1609"/>
                    <a:pt x="186" y="1594"/>
                  </a:cubicBezTo>
                  <a:cubicBezTo>
                    <a:pt x="186" y="1594"/>
                    <a:pt x="186" y="1588"/>
                    <a:pt x="184" y="1588"/>
                  </a:cubicBezTo>
                  <a:cubicBezTo>
                    <a:pt x="183" y="1588"/>
                    <a:pt x="181" y="1590"/>
                    <a:pt x="179" y="1594"/>
                  </a:cubicBezTo>
                  <a:lnTo>
                    <a:pt x="162" y="1566"/>
                  </a:lnTo>
                  <a:cubicBezTo>
                    <a:pt x="162" y="1577"/>
                    <a:pt x="156" y="1580"/>
                    <a:pt x="150" y="1580"/>
                  </a:cubicBezTo>
                  <a:cubicBezTo>
                    <a:pt x="148" y="1580"/>
                    <a:pt x="147" y="1580"/>
                    <a:pt x="145" y="1580"/>
                  </a:cubicBezTo>
                  <a:cubicBezTo>
                    <a:pt x="136" y="1580"/>
                    <a:pt x="145" y="1525"/>
                    <a:pt x="171" y="1497"/>
                  </a:cubicBezTo>
                  <a:lnTo>
                    <a:pt x="188" y="1470"/>
                  </a:lnTo>
                  <a:lnTo>
                    <a:pt x="171" y="1470"/>
                  </a:lnTo>
                  <a:cubicBezTo>
                    <a:pt x="171" y="1455"/>
                    <a:pt x="171" y="1442"/>
                    <a:pt x="179" y="1442"/>
                  </a:cubicBezTo>
                  <a:cubicBezTo>
                    <a:pt x="188" y="1442"/>
                    <a:pt x="188" y="1442"/>
                    <a:pt x="188" y="1428"/>
                  </a:cubicBezTo>
                  <a:cubicBezTo>
                    <a:pt x="188" y="1428"/>
                    <a:pt x="188" y="1414"/>
                    <a:pt x="180" y="1414"/>
                  </a:cubicBezTo>
                  <a:cubicBezTo>
                    <a:pt x="162" y="1414"/>
                    <a:pt x="162" y="1414"/>
                    <a:pt x="171" y="1400"/>
                  </a:cubicBezTo>
                  <a:cubicBezTo>
                    <a:pt x="188" y="1385"/>
                    <a:pt x="188" y="1372"/>
                    <a:pt x="171" y="1357"/>
                  </a:cubicBezTo>
                  <a:cubicBezTo>
                    <a:pt x="154" y="1357"/>
                    <a:pt x="154" y="1357"/>
                    <a:pt x="171" y="1344"/>
                  </a:cubicBezTo>
                  <a:cubicBezTo>
                    <a:pt x="180" y="1344"/>
                    <a:pt x="189" y="1330"/>
                    <a:pt x="189" y="1316"/>
                  </a:cubicBezTo>
                  <a:lnTo>
                    <a:pt x="180" y="1316"/>
                  </a:lnTo>
                  <a:cubicBezTo>
                    <a:pt x="163" y="1316"/>
                    <a:pt x="163" y="1302"/>
                    <a:pt x="172" y="1288"/>
                  </a:cubicBezTo>
                  <a:lnTo>
                    <a:pt x="172" y="1288"/>
                  </a:lnTo>
                  <a:cubicBezTo>
                    <a:pt x="172" y="1288"/>
                    <a:pt x="172" y="1288"/>
                    <a:pt x="173" y="1288"/>
                  </a:cubicBezTo>
                  <a:cubicBezTo>
                    <a:pt x="180" y="1288"/>
                    <a:pt x="179" y="1273"/>
                    <a:pt x="172" y="1246"/>
                  </a:cubicBezTo>
                  <a:cubicBezTo>
                    <a:pt x="172" y="1219"/>
                    <a:pt x="172" y="1205"/>
                    <a:pt x="180" y="1205"/>
                  </a:cubicBezTo>
                  <a:cubicBezTo>
                    <a:pt x="198" y="1205"/>
                    <a:pt x="198" y="1205"/>
                    <a:pt x="180" y="1191"/>
                  </a:cubicBezTo>
                  <a:cubicBezTo>
                    <a:pt x="172" y="1177"/>
                    <a:pt x="172" y="1177"/>
                    <a:pt x="181" y="1150"/>
                  </a:cubicBezTo>
                  <a:cubicBezTo>
                    <a:pt x="189" y="1135"/>
                    <a:pt x="189" y="1135"/>
                    <a:pt x="181" y="1122"/>
                  </a:cubicBezTo>
                  <a:cubicBezTo>
                    <a:pt x="164" y="1122"/>
                    <a:pt x="155" y="1122"/>
                    <a:pt x="155" y="1135"/>
                  </a:cubicBezTo>
                  <a:cubicBezTo>
                    <a:pt x="155" y="1149"/>
                    <a:pt x="155" y="1149"/>
                    <a:pt x="146" y="1149"/>
                  </a:cubicBezTo>
                  <a:cubicBezTo>
                    <a:pt x="146" y="1149"/>
                    <a:pt x="146" y="1135"/>
                    <a:pt x="146" y="1122"/>
                  </a:cubicBezTo>
                  <a:cubicBezTo>
                    <a:pt x="147" y="1103"/>
                    <a:pt x="144" y="1084"/>
                    <a:pt x="138" y="1066"/>
                  </a:cubicBezTo>
                  <a:cubicBezTo>
                    <a:pt x="134" y="1052"/>
                    <a:pt x="127" y="1045"/>
                    <a:pt x="123" y="1045"/>
                  </a:cubicBezTo>
                  <a:cubicBezTo>
                    <a:pt x="119" y="1045"/>
                    <a:pt x="117" y="1052"/>
                    <a:pt x="121" y="1066"/>
                  </a:cubicBezTo>
                  <a:lnTo>
                    <a:pt x="112" y="1079"/>
                  </a:lnTo>
                  <a:cubicBezTo>
                    <a:pt x="87" y="1079"/>
                    <a:pt x="87" y="1107"/>
                    <a:pt x="112" y="1107"/>
                  </a:cubicBezTo>
                  <a:cubicBezTo>
                    <a:pt x="138" y="1107"/>
                    <a:pt x="138" y="1107"/>
                    <a:pt x="120" y="1121"/>
                  </a:cubicBezTo>
                  <a:cubicBezTo>
                    <a:pt x="103" y="1121"/>
                    <a:pt x="103" y="1135"/>
                    <a:pt x="103" y="1149"/>
                  </a:cubicBezTo>
                  <a:cubicBezTo>
                    <a:pt x="103" y="1162"/>
                    <a:pt x="103" y="1162"/>
                    <a:pt x="94" y="1162"/>
                  </a:cubicBezTo>
                  <a:cubicBezTo>
                    <a:pt x="87" y="1162"/>
                    <a:pt x="78" y="1176"/>
                    <a:pt x="78" y="1190"/>
                  </a:cubicBezTo>
                  <a:cubicBezTo>
                    <a:pt x="78" y="1204"/>
                    <a:pt x="78" y="1204"/>
                    <a:pt x="87" y="1204"/>
                  </a:cubicBezTo>
                  <a:cubicBezTo>
                    <a:pt x="88" y="1201"/>
                    <a:pt x="89" y="1200"/>
                    <a:pt x="90" y="1200"/>
                  </a:cubicBezTo>
                  <a:cubicBezTo>
                    <a:pt x="94" y="1200"/>
                    <a:pt x="91" y="1221"/>
                    <a:pt x="78" y="1232"/>
                  </a:cubicBezTo>
                  <a:cubicBezTo>
                    <a:pt x="69" y="1245"/>
                    <a:pt x="69" y="1245"/>
                    <a:pt x="85" y="1246"/>
                  </a:cubicBezTo>
                  <a:cubicBezTo>
                    <a:pt x="103" y="1246"/>
                    <a:pt x="102" y="1274"/>
                    <a:pt x="85" y="1288"/>
                  </a:cubicBezTo>
                  <a:lnTo>
                    <a:pt x="85" y="1315"/>
                  </a:lnTo>
                  <a:cubicBezTo>
                    <a:pt x="85" y="1329"/>
                    <a:pt x="94" y="1329"/>
                    <a:pt x="102" y="1329"/>
                  </a:cubicBezTo>
                  <a:cubicBezTo>
                    <a:pt x="119" y="1329"/>
                    <a:pt x="119" y="1329"/>
                    <a:pt x="111" y="1344"/>
                  </a:cubicBezTo>
                  <a:cubicBezTo>
                    <a:pt x="102" y="1357"/>
                    <a:pt x="93" y="1357"/>
                    <a:pt x="93" y="1357"/>
                  </a:cubicBezTo>
                  <a:cubicBezTo>
                    <a:pt x="85" y="1357"/>
                    <a:pt x="85" y="1371"/>
                    <a:pt x="85" y="1384"/>
                  </a:cubicBezTo>
                  <a:cubicBezTo>
                    <a:pt x="85" y="1399"/>
                    <a:pt x="85" y="1427"/>
                    <a:pt x="93" y="1427"/>
                  </a:cubicBezTo>
                  <a:lnTo>
                    <a:pt x="85" y="1427"/>
                  </a:lnTo>
                  <a:cubicBezTo>
                    <a:pt x="85" y="1440"/>
                    <a:pt x="77" y="1440"/>
                    <a:pt x="85" y="1440"/>
                  </a:cubicBezTo>
                  <a:cubicBezTo>
                    <a:pt x="84" y="1455"/>
                    <a:pt x="81" y="1468"/>
                    <a:pt x="77" y="1482"/>
                  </a:cubicBezTo>
                  <a:cubicBezTo>
                    <a:pt x="70" y="1501"/>
                    <a:pt x="77" y="1528"/>
                    <a:pt x="87" y="1528"/>
                  </a:cubicBezTo>
                  <a:cubicBezTo>
                    <a:pt x="92" y="1528"/>
                    <a:pt x="97" y="1523"/>
                    <a:pt x="102" y="1510"/>
                  </a:cubicBezTo>
                  <a:lnTo>
                    <a:pt x="102" y="1525"/>
                  </a:lnTo>
                  <a:cubicBezTo>
                    <a:pt x="102" y="1538"/>
                    <a:pt x="110" y="1538"/>
                    <a:pt x="110" y="1538"/>
                  </a:cubicBezTo>
                  <a:cubicBezTo>
                    <a:pt x="119" y="1538"/>
                    <a:pt x="119" y="1553"/>
                    <a:pt x="119" y="1566"/>
                  </a:cubicBezTo>
                  <a:lnTo>
                    <a:pt x="101" y="1566"/>
                  </a:lnTo>
                  <a:cubicBezTo>
                    <a:pt x="96" y="1563"/>
                    <a:pt x="92" y="1562"/>
                    <a:pt x="89" y="1562"/>
                  </a:cubicBezTo>
                  <a:cubicBezTo>
                    <a:pt x="74" y="1562"/>
                    <a:pt x="73" y="1582"/>
                    <a:pt x="93" y="1593"/>
                  </a:cubicBezTo>
                  <a:lnTo>
                    <a:pt x="84" y="1593"/>
                  </a:lnTo>
                  <a:cubicBezTo>
                    <a:pt x="75" y="1593"/>
                    <a:pt x="75" y="1608"/>
                    <a:pt x="84" y="1634"/>
                  </a:cubicBezTo>
                  <a:cubicBezTo>
                    <a:pt x="85" y="1649"/>
                    <a:pt x="97" y="1660"/>
                    <a:pt x="110" y="1664"/>
                  </a:cubicBezTo>
                  <a:cubicBezTo>
                    <a:pt x="118" y="1664"/>
                    <a:pt x="118" y="1677"/>
                    <a:pt x="118" y="1677"/>
                  </a:cubicBezTo>
                  <a:cubicBezTo>
                    <a:pt x="118" y="1691"/>
                    <a:pt x="118" y="1691"/>
                    <a:pt x="109" y="1691"/>
                  </a:cubicBezTo>
                  <a:cubicBezTo>
                    <a:pt x="92" y="1691"/>
                    <a:pt x="92" y="1719"/>
                    <a:pt x="109" y="1733"/>
                  </a:cubicBezTo>
                  <a:lnTo>
                    <a:pt x="101" y="1732"/>
                  </a:lnTo>
                  <a:cubicBezTo>
                    <a:pt x="92" y="1732"/>
                    <a:pt x="83" y="1747"/>
                    <a:pt x="92" y="1816"/>
                  </a:cubicBezTo>
                  <a:cubicBezTo>
                    <a:pt x="91" y="1871"/>
                    <a:pt x="91" y="1913"/>
                    <a:pt x="83" y="1913"/>
                  </a:cubicBezTo>
                  <a:cubicBezTo>
                    <a:pt x="74" y="1913"/>
                    <a:pt x="91" y="1969"/>
                    <a:pt x="108" y="1997"/>
                  </a:cubicBezTo>
                  <a:cubicBezTo>
                    <a:pt x="100" y="1997"/>
                    <a:pt x="100" y="2010"/>
                    <a:pt x="99" y="2038"/>
                  </a:cubicBezTo>
                  <a:cubicBezTo>
                    <a:pt x="99" y="2080"/>
                    <a:pt x="99" y="2080"/>
                    <a:pt x="91" y="2080"/>
                  </a:cubicBezTo>
                  <a:cubicBezTo>
                    <a:pt x="84" y="2074"/>
                    <a:pt x="80" y="2071"/>
                    <a:pt x="79" y="2071"/>
                  </a:cubicBezTo>
                  <a:cubicBezTo>
                    <a:pt x="77" y="2071"/>
                    <a:pt x="81" y="2078"/>
                    <a:pt x="91" y="2094"/>
                  </a:cubicBezTo>
                  <a:cubicBezTo>
                    <a:pt x="107" y="2108"/>
                    <a:pt x="99" y="2149"/>
                    <a:pt x="83" y="2149"/>
                  </a:cubicBezTo>
                  <a:cubicBezTo>
                    <a:pt x="74" y="2149"/>
                    <a:pt x="75" y="2163"/>
                    <a:pt x="77" y="2191"/>
                  </a:cubicBezTo>
                  <a:cubicBezTo>
                    <a:pt x="87" y="2205"/>
                    <a:pt x="85" y="2232"/>
                    <a:pt x="90" y="2260"/>
                  </a:cubicBezTo>
                  <a:cubicBezTo>
                    <a:pt x="95" y="2294"/>
                    <a:pt x="95" y="2300"/>
                    <a:pt x="105" y="2300"/>
                  </a:cubicBezTo>
                  <a:cubicBezTo>
                    <a:pt x="107" y="2300"/>
                    <a:pt x="109" y="2300"/>
                    <a:pt x="112" y="2300"/>
                  </a:cubicBezTo>
                  <a:cubicBezTo>
                    <a:pt x="114" y="2300"/>
                    <a:pt x="115" y="2299"/>
                    <a:pt x="116" y="2299"/>
                  </a:cubicBezTo>
                  <a:cubicBezTo>
                    <a:pt x="130" y="2299"/>
                    <a:pt x="132" y="2312"/>
                    <a:pt x="135" y="2337"/>
                  </a:cubicBezTo>
                  <a:cubicBezTo>
                    <a:pt x="137" y="2350"/>
                    <a:pt x="140" y="2364"/>
                    <a:pt x="131" y="2365"/>
                  </a:cubicBezTo>
                  <a:cubicBezTo>
                    <a:pt x="129" y="2375"/>
                    <a:pt x="128" y="2384"/>
                    <a:pt x="130" y="2394"/>
                  </a:cubicBezTo>
                  <a:cubicBezTo>
                    <a:pt x="134" y="2406"/>
                    <a:pt x="137" y="2420"/>
                    <a:pt x="129" y="2422"/>
                  </a:cubicBezTo>
                  <a:cubicBezTo>
                    <a:pt x="126" y="2437"/>
                    <a:pt x="126" y="2451"/>
                    <a:pt x="130" y="2465"/>
                  </a:cubicBezTo>
                  <a:cubicBezTo>
                    <a:pt x="139" y="2492"/>
                    <a:pt x="149" y="2517"/>
                    <a:pt x="142" y="2520"/>
                  </a:cubicBezTo>
                  <a:cubicBezTo>
                    <a:pt x="145" y="2529"/>
                    <a:pt x="146" y="2532"/>
                    <a:pt x="149" y="2532"/>
                  </a:cubicBezTo>
                  <a:cubicBezTo>
                    <a:pt x="150" y="2532"/>
                    <a:pt x="152" y="2531"/>
                    <a:pt x="154" y="2531"/>
                  </a:cubicBezTo>
                  <a:cubicBezTo>
                    <a:pt x="155" y="2530"/>
                    <a:pt x="156" y="2530"/>
                    <a:pt x="157" y="2530"/>
                  </a:cubicBezTo>
                  <a:cubicBezTo>
                    <a:pt x="165" y="2530"/>
                    <a:pt x="174" y="2544"/>
                    <a:pt x="188" y="2591"/>
                  </a:cubicBezTo>
                  <a:cubicBezTo>
                    <a:pt x="198" y="2615"/>
                    <a:pt x="215" y="2650"/>
                    <a:pt x="223" y="2650"/>
                  </a:cubicBezTo>
                  <a:cubicBezTo>
                    <a:pt x="224" y="2650"/>
                    <a:pt x="224" y="2650"/>
                    <a:pt x="225" y="2650"/>
                  </a:cubicBezTo>
                  <a:lnTo>
                    <a:pt x="225" y="2650"/>
                  </a:lnTo>
                  <a:cubicBezTo>
                    <a:pt x="230" y="2662"/>
                    <a:pt x="230" y="2662"/>
                    <a:pt x="223" y="2667"/>
                  </a:cubicBezTo>
                  <a:cubicBezTo>
                    <a:pt x="207" y="2674"/>
                    <a:pt x="222" y="2699"/>
                    <a:pt x="252" y="2714"/>
                  </a:cubicBezTo>
                  <a:cubicBezTo>
                    <a:pt x="252" y="2713"/>
                    <a:pt x="253" y="2713"/>
                    <a:pt x="254" y="2713"/>
                  </a:cubicBezTo>
                  <a:cubicBezTo>
                    <a:pt x="260" y="2713"/>
                    <a:pt x="266" y="2724"/>
                    <a:pt x="265" y="2738"/>
                  </a:cubicBezTo>
                  <a:cubicBezTo>
                    <a:pt x="271" y="2746"/>
                    <a:pt x="278" y="2753"/>
                    <a:pt x="286" y="2756"/>
                  </a:cubicBezTo>
                  <a:cubicBezTo>
                    <a:pt x="302" y="2763"/>
                    <a:pt x="302" y="2763"/>
                    <a:pt x="311" y="2790"/>
                  </a:cubicBezTo>
                  <a:cubicBezTo>
                    <a:pt x="304" y="2796"/>
                    <a:pt x="312" y="2806"/>
                    <a:pt x="321" y="2817"/>
                  </a:cubicBezTo>
                  <a:cubicBezTo>
                    <a:pt x="340" y="2837"/>
                    <a:pt x="443" y="2948"/>
                    <a:pt x="450" y="2962"/>
                  </a:cubicBezTo>
                  <a:cubicBezTo>
                    <a:pt x="460" y="2962"/>
                    <a:pt x="469" y="2966"/>
                    <a:pt x="476" y="2974"/>
                  </a:cubicBezTo>
                  <a:cubicBezTo>
                    <a:pt x="475" y="2987"/>
                    <a:pt x="481" y="2993"/>
                    <a:pt x="488" y="2993"/>
                  </a:cubicBezTo>
                  <a:cubicBezTo>
                    <a:pt x="492" y="2993"/>
                    <a:pt x="497" y="2990"/>
                    <a:pt x="502" y="2985"/>
                  </a:cubicBezTo>
                  <a:lnTo>
                    <a:pt x="492" y="2976"/>
                  </a:lnTo>
                  <a:lnTo>
                    <a:pt x="481" y="2967"/>
                  </a:lnTo>
                  <a:cubicBezTo>
                    <a:pt x="484" y="2965"/>
                    <a:pt x="486" y="2964"/>
                    <a:pt x="489" y="2964"/>
                  </a:cubicBezTo>
                  <a:cubicBezTo>
                    <a:pt x="503" y="2964"/>
                    <a:pt x="520" y="2985"/>
                    <a:pt x="506" y="3001"/>
                  </a:cubicBezTo>
                  <a:cubicBezTo>
                    <a:pt x="506" y="3015"/>
                    <a:pt x="507" y="3021"/>
                    <a:pt x="514" y="3021"/>
                  </a:cubicBezTo>
                  <a:cubicBezTo>
                    <a:pt x="517" y="3021"/>
                    <a:pt x="522" y="3019"/>
                    <a:pt x="529" y="3018"/>
                  </a:cubicBezTo>
                  <a:cubicBezTo>
                    <a:pt x="532" y="3017"/>
                    <a:pt x="536" y="3016"/>
                    <a:pt x="539" y="3016"/>
                  </a:cubicBezTo>
                  <a:cubicBezTo>
                    <a:pt x="554" y="3016"/>
                    <a:pt x="561" y="3025"/>
                    <a:pt x="561" y="3042"/>
                  </a:cubicBezTo>
                  <a:cubicBezTo>
                    <a:pt x="555" y="3051"/>
                    <a:pt x="552" y="3054"/>
                    <a:pt x="557" y="3054"/>
                  </a:cubicBezTo>
                  <a:cubicBezTo>
                    <a:pt x="560" y="3054"/>
                    <a:pt x="565" y="3053"/>
                    <a:pt x="572" y="3051"/>
                  </a:cubicBezTo>
                  <a:cubicBezTo>
                    <a:pt x="583" y="3049"/>
                    <a:pt x="593" y="3048"/>
                    <a:pt x="602" y="3048"/>
                  </a:cubicBezTo>
                  <a:cubicBezTo>
                    <a:pt x="630" y="3048"/>
                    <a:pt x="648" y="3059"/>
                    <a:pt x="634" y="3082"/>
                  </a:cubicBezTo>
                  <a:cubicBezTo>
                    <a:pt x="626" y="3094"/>
                    <a:pt x="631" y="3111"/>
                    <a:pt x="644" y="3117"/>
                  </a:cubicBezTo>
                  <a:cubicBezTo>
                    <a:pt x="648" y="3120"/>
                    <a:pt x="651" y="3121"/>
                    <a:pt x="653" y="3121"/>
                  </a:cubicBezTo>
                  <a:cubicBezTo>
                    <a:pt x="659" y="3121"/>
                    <a:pt x="662" y="3115"/>
                    <a:pt x="665" y="3111"/>
                  </a:cubicBezTo>
                  <a:cubicBezTo>
                    <a:pt x="664" y="3102"/>
                    <a:pt x="665" y="3098"/>
                    <a:pt x="668" y="3098"/>
                  </a:cubicBezTo>
                  <a:cubicBezTo>
                    <a:pt x="672" y="3098"/>
                    <a:pt x="680" y="3107"/>
                    <a:pt x="689" y="3124"/>
                  </a:cubicBezTo>
                  <a:cubicBezTo>
                    <a:pt x="707" y="3159"/>
                    <a:pt x="742" y="3180"/>
                    <a:pt x="781" y="3180"/>
                  </a:cubicBezTo>
                  <a:cubicBezTo>
                    <a:pt x="782" y="3180"/>
                    <a:pt x="783" y="3180"/>
                    <a:pt x="784" y="3180"/>
                  </a:cubicBezTo>
                  <a:cubicBezTo>
                    <a:pt x="843" y="3184"/>
                    <a:pt x="881" y="3197"/>
                    <a:pt x="836" y="3199"/>
                  </a:cubicBezTo>
                  <a:cubicBezTo>
                    <a:pt x="805" y="3205"/>
                    <a:pt x="805" y="3205"/>
                    <a:pt x="834" y="3207"/>
                  </a:cubicBezTo>
                  <a:cubicBezTo>
                    <a:pt x="855" y="3216"/>
                    <a:pt x="877" y="3224"/>
                    <a:pt x="900" y="3230"/>
                  </a:cubicBezTo>
                  <a:cubicBezTo>
                    <a:pt x="903" y="3230"/>
                    <a:pt x="906" y="3231"/>
                    <a:pt x="909" y="3231"/>
                  </a:cubicBezTo>
                  <a:cubicBezTo>
                    <a:pt x="920" y="3231"/>
                    <a:pt x="930" y="3227"/>
                    <a:pt x="931" y="3221"/>
                  </a:cubicBezTo>
                  <a:cubicBezTo>
                    <a:pt x="940" y="3238"/>
                    <a:pt x="958" y="3249"/>
                    <a:pt x="977" y="3249"/>
                  </a:cubicBezTo>
                  <a:cubicBezTo>
                    <a:pt x="984" y="3249"/>
                    <a:pt x="990" y="3248"/>
                    <a:pt x="996" y="3245"/>
                  </a:cubicBezTo>
                  <a:lnTo>
                    <a:pt x="1023" y="3250"/>
                  </a:lnTo>
                  <a:cubicBezTo>
                    <a:pt x="1027" y="3251"/>
                    <a:pt x="1030" y="3251"/>
                    <a:pt x="1033" y="3251"/>
                  </a:cubicBezTo>
                  <a:cubicBezTo>
                    <a:pt x="1040" y="3251"/>
                    <a:pt x="1046" y="3249"/>
                    <a:pt x="1052" y="3246"/>
                  </a:cubicBezTo>
                  <a:cubicBezTo>
                    <a:pt x="1056" y="3245"/>
                    <a:pt x="1059" y="3244"/>
                    <a:pt x="1062" y="3244"/>
                  </a:cubicBezTo>
                  <a:cubicBezTo>
                    <a:pt x="1073" y="3244"/>
                    <a:pt x="1082" y="3252"/>
                    <a:pt x="1092" y="3261"/>
                  </a:cubicBezTo>
                  <a:cubicBezTo>
                    <a:pt x="1101" y="3269"/>
                    <a:pt x="1111" y="3275"/>
                    <a:pt x="1116" y="3275"/>
                  </a:cubicBezTo>
                  <a:cubicBezTo>
                    <a:pt x="1118" y="3275"/>
                    <a:pt x="1119" y="3275"/>
                    <a:pt x="1119" y="3272"/>
                  </a:cubicBezTo>
                  <a:cubicBezTo>
                    <a:pt x="1120" y="3264"/>
                    <a:pt x="1149" y="3257"/>
                    <a:pt x="1162" y="3249"/>
                  </a:cubicBezTo>
                  <a:cubicBezTo>
                    <a:pt x="1166" y="3247"/>
                    <a:pt x="1170" y="3246"/>
                    <a:pt x="1173" y="3246"/>
                  </a:cubicBezTo>
                  <a:cubicBezTo>
                    <a:pt x="1182" y="3246"/>
                    <a:pt x="1186" y="3253"/>
                    <a:pt x="1176" y="3259"/>
                  </a:cubicBezTo>
                  <a:cubicBezTo>
                    <a:pt x="1176" y="3267"/>
                    <a:pt x="1175" y="3267"/>
                    <a:pt x="1203" y="3277"/>
                  </a:cubicBezTo>
                  <a:cubicBezTo>
                    <a:pt x="1207" y="3277"/>
                    <a:pt x="1212" y="3277"/>
                    <a:pt x="1217" y="3277"/>
                  </a:cubicBezTo>
                  <a:cubicBezTo>
                    <a:pt x="1230" y="3277"/>
                    <a:pt x="1244" y="3276"/>
                    <a:pt x="1244" y="3270"/>
                  </a:cubicBezTo>
                  <a:cubicBezTo>
                    <a:pt x="1244" y="3266"/>
                    <a:pt x="1265" y="3263"/>
                    <a:pt x="1288" y="3263"/>
                  </a:cubicBezTo>
                  <a:cubicBezTo>
                    <a:pt x="1311" y="3263"/>
                    <a:pt x="1335" y="3266"/>
                    <a:pt x="1342" y="3270"/>
                  </a:cubicBezTo>
                  <a:lnTo>
                    <a:pt x="1370" y="3270"/>
                  </a:lnTo>
                  <a:cubicBezTo>
                    <a:pt x="1383" y="3270"/>
                    <a:pt x="1398" y="3262"/>
                    <a:pt x="1411" y="3262"/>
                  </a:cubicBezTo>
                  <a:cubicBezTo>
                    <a:pt x="1422" y="3261"/>
                    <a:pt x="1432" y="3259"/>
                    <a:pt x="1439" y="3253"/>
                  </a:cubicBezTo>
                  <a:cubicBezTo>
                    <a:pt x="1453" y="3253"/>
                    <a:pt x="1468" y="3253"/>
                    <a:pt x="1468" y="3262"/>
                  </a:cubicBezTo>
                  <a:cubicBezTo>
                    <a:pt x="1474" y="3254"/>
                    <a:pt x="1478" y="3250"/>
                    <a:pt x="1481" y="3250"/>
                  </a:cubicBezTo>
                  <a:cubicBezTo>
                    <a:pt x="1485" y="3250"/>
                    <a:pt x="1488" y="3254"/>
                    <a:pt x="1496" y="3262"/>
                  </a:cubicBezTo>
                  <a:cubicBezTo>
                    <a:pt x="1495" y="3271"/>
                    <a:pt x="1495" y="3275"/>
                    <a:pt x="1496" y="3275"/>
                  </a:cubicBezTo>
                  <a:cubicBezTo>
                    <a:pt x="1498" y="3275"/>
                    <a:pt x="1502" y="3271"/>
                    <a:pt x="1509" y="3262"/>
                  </a:cubicBezTo>
                  <a:cubicBezTo>
                    <a:pt x="1516" y="3258"/>
                    <a:pt x="1519" y="3256"/>
                    <a:pt x="1523" y="3256"/>
                  </a:cubicBezTo>
                  <a:cubicBezTo>
                    <a:pt x="1526" y="3256"/>
                    <a:pt x="1530" y="3258"/>
                    <a:pt x="1537" y="3262"/>
                  </a:cubicBezTo>
                  <a:cubicBezTo>
                    <a:pt x="1538" y="3266"/>
                    <a:pt x="1541" y="3268"/>
                    <a:pt x="1544" y="3268"/>
                  </a:cubicBezTo>
                  <a:cubicBezTo>
                    <a:pt x="1547" y="3268"/>
                    <a:pt x="1550" y="3266"/>
                    <a:pt x="1551" y="3262"/>
                  </a:cubicBezTo>
                  <a:cubicBezTo>
                    <a:pt x="1559" y="3252"/>
                    <a:pt x="1578" y="3245"/>
                    <a:pt x="1592" y="3245"/>
                  </a:cubicBezTo>
                  <a:cubicBezTo>
                    <a:pt x="1600" y="3245"/>
                    <a:pt x="1607" y="3248"/>
                    <a:pt x="1607" y="3254"/>
                  </a:cubicBezTo>
                  <a:cubicBezTo>
                    <a:pt x="1617" y="3253"/>
                    <a:pt x="1626" y="3251"/>
                    <a:pt x="1635" y="3245"/>
                  </a:cubicBezTo>
                  <a:cubicBezTo>
                    <a:pt x="1641" y="3237"/>
                    <a:pt x="1645" y="3233"/>
                    <a:pt x="1646" y="3233"/>
                  </a:cubicBezTo>
                  <a:cubicBezTo>
                    <a:pt x="1648" y="3233"/>
                    <a:pt x="1648" y="3237"/>
                    <a:pt x="1648" y="3245"/>
                  </a:cubicBezTo>
                  <a:cubicBezTo>
                    <a:pt x="1655" y="3254"/>
                    <a:pt x="1662" y="3259"/>
                    <a:pt x="1669" y="3259"/>
                  </a:cubicBezTo>
                  <a:cubicBezTo>
                    <a:pt x="1676" y="3259"/>
                    <a:pt x="1683" y="3255"/>
                    <a:pt x="1690" y="3246"/>
                  </a:cubicBezTo>
                  <a:cubicBezTo>
                    <a:pt x="1694" y="3244"/>
                    <a:pt x="1699" y="3242"/>
                    <a:pt x="1704" y="3242"/>
                  </a:cubicBezTo>
                  <a:cubicBezTo>
                    <a:pt x="1708" y="3242"/>
                    <a:pt x="1713" y="3244"/>
                    <a:pt x="1718" y="3246"/>
                  </a:cubicBezTo>
                  <a:cubicBezTo>
                    <a:pt x="1734" y="3251"/>
                    <a:pt x="1769" y="3256"/>
                    <a:pt x="1793" y="3256"/>
                  </a:cubicBezTo>
                  <a:cubicBezTo>
                    <a:pt x="1810" y="3256"/>
                    <a:pt x="1821" y="3254"/>
                    <a:pt x="1815" y="3246"/>
                  </a:cubicBezTo>
                  <a:lnTo>
                    <a:pt x="1842" y="3246"/>
                  </a:lnTo>
                  <a:cubicBezTo>
                    <a:pt x="1856" y="3251"/>
                    <a:pt x="1867" y="3253"/>
                    <a:pt x="1876" y="3253"/>
                  </a:cubicBezTo>
                  <a:cubicBezTo>
                    <a:pt x="1885" y="3253"/>
                    <a:pt x="1892" y="3251"/>
                    <a:pt x="1898" y="3246"/>
                  </a:cubicBezTo>
                  <a:lnTo>
                    <a:pt x="1913" y="3239"/>
                  </a:lnTo>
                  <a:lnTo>
                    <a:pt x="1913" y="3239"/>
                  </a:lnTo>
                  <a:cubicBezTo>
                    <a:pt x="1912" y="3246"/>
                    <a:pt x="1926" y="3255"/>
                    <a:pt x="1940" y="3255"/>
                  </a:cubicBezTo>
                  <a:cubicBezTo>
                    <a:pt x="1954" y="3255"/>
                    <a:pt x="1954" y="3255"/>
                    <a:pt x="1954" y="3248"/>
                  </a:cubicBezTo>
                  <a:cubicBezTo>
                    <a:pt x="1940" y="3239"/>
                    <a:pt x="1954" y="3239"/>
                    <a:pt x="1968" y="3239"/>
                  </a:cubicBezTo>
                  <a:cubicBezTo>
                    <a:pt x="1982" y="3239"/>
                    <a:pt x="1996" y="3248"/>
                    <a:pt x="1996" y="3255"/>
                  </a:cubicBezTo>
                  <a:lnTo>
                    <a:pt x="2009" y="3255"/>
                  </a:lnTo>
                  <a:cubicBezTo>
                    <a:pt x="2009" y="3246"/>
                    <a:pt x="2014" y="3242"/>
                    <a:pt x="2018" y="3242"/>
                  </a:cubicBezTo>
                  <a:cubicBezTo>
                    <a:pt x="2021" y="3242"/>
                    <a:pt x="2024" y="3244"/>
                    <a:pt x="2024" y="3248"/>
                  </a:cubicBezTo>
                  <a:cubicBezTo>
                    <a:pt x="2035" y="3253"/>
                    <a:pt x="2047" y="3257"/>
                    <a:pt x="2060" y="3257"/>
                  </a:cubicBezTo>
                  <a:cubicBezTo>
                    <a:pt x="2062" y="3257"/>
                    <a:pt x="2064" y="3257"/>
                    <a:pt x="2065" y="3257"/>
                  </a:cubicBezTo>
                  <a:cubicBezTo>
                    <a:pt x="2065" y="3254"/>
                    <a:pt x="2067" y="3253"/>
                    <a:pt x="2068" y="3253"/>
                  </a:cubicBezTo>
                  <a:cubicBezTo>
                    <a:pt x="2071" y="3253"/>
                    <a:pt x="2074" y="3257"/>
                    <a:pt x="2065" y="3257"/>
                  </a:cubicBezTo>
                  <a:lnTo>
                    <a:pt x="2065" y="3264"/>
                  </a:lnTo>
                  <a:cubicBezTo>
                    <a:pt x="2069" y="3267"/>
                    <a:pt x="2072" y="3268"/>
                    <a:pt x="2074" y="3268"/>
                  </a:cubicBezTo>
                  <a:cubicBezTo>
                    <a:pt x="2079" y="3268"/>
                    <a:pt x="2079" y="3262"/>
                    <a:pt x="2079" y="3257"/>
                  </a:cubicBezTo>
                  <a:lnTo>
                    <a:pt x="2107" y="3254"/>
                  </a:lnTo>
                  <a:cubicBezTo>
                    <a:pt x="2120" y="3254"/>
                    <a:pt x="2134" y="3253"/>
                    <a:pt x="2120" y="3245"/>
                  </a:cubicBezTo>
                  <a:cubicBezTo>
                    <a:pt x="2119" y="3238"/>
                    <a:pt x="2119" y="3229"/>
                    <a:pt x="2133" y="3229"/>
                  </a:cubicBezTo>
                  <a:cubicBezTo>
                    <a:pt x="2133" y="3225"/>
                    <a:pt x="2134" y="3224"/>
                    <a:pt x="2136" y="3224"/>
                  </a:cubicBezTo>
                  <a:cubicBezTo>
                    <a:pt x="2139" y="3224"/>
                    <a:pt x="2141" y="3228"/>
                    <a:pt x="2133" y="3229"/>
                  </a:cubicBezTo>
                  <a:cubicBezTo>
                    <a:pt x="2133" y="3236"/>
                    <a:pt x="2134" y="3244"/>
                    <a:pt x="2145" y="3244"/>
                  </a:cubicBezTo>
                  <a:cubicBezTo>
                    <a:pt x="2146" y="3244"/>
                    <a:pt x="2147" y="3244"/>
                    <a:pt x="2147" y="3244"/>
                  </a:cubicBezTo>
                  <a:cubicBezTo>
                    <a:pt x="2161" y="3244"/>
                    <a:pt x="2161" y="3252"/>
                    <a:pt x="2161" y="3252"/>
                  </a:cubicBezTo>
                  <a:cubicBezTo>
                    <a:pt x="2156" y="3259"/>
                    <a:pt x="2161" y="3261"/>
                    <a:pt x="2170" y="3261"/>
                  </a:cubicBezTo>
                  <a:cubicBezTo>
                    <a:pt x="2184" y="3261"/>
                    <a:pt x="2208" y="3254"/>
                    <a:pt x="2216" y="3246"/>
                  </a:cubicBezTo>
                  <a:cubicBezTo>
                    <a:pt x="2230" y="3235"/>
                    <a:pt x="2240" y="3230"/>
                    <a:pt x="2247" y="3230"/>
                  </a:cubicBezTo>
                  <a:cubicBezTo>
                    <a:pt x="2252" y="3230"/>
                    <a:pt x="2256" y="3233"/>
                    <a:pt x="2257" y="3241"/>
                  </a:cubicBezTo>
                  <a:cubicBezTo>
                    <a:pt x="2258" y="3245"/>
                    <a:pt x="2260" y="3247"/>
                    <a:pt x="2262" y="3247"/>
                  </a:cubicBezTo>
                  <a:cubicBezTo>
                    <a:pt x="2271" y="3247"/>
                    <a:pt x="2286" y="3230"/>
                    <a:pt x="2293" y="3209"/>
                  </a:cubicBezTo>
                  <a:lnTo>
                    <a:pt x="2301" y="3181"/>
                  </a:lnTo>
                  <a:lnTo>
                    <a:pt x="2305" y="3207"/>
                  </a:lnTo>
                  <a:cubicBezTo>
                    <a:pt x="2316" y="3222"/>
                    <a:pt x="2321" y="3230"/>
                    <a:pt x="2329" y="3230"/>
                  </a:cubicBezTo>
                  <a:cubicBezTo>
                    <a:pt x="2336" y="3230"/>
                    <a:pt x="2345" y="3223"/>
                    <a:pt x="2363" y="3211"/>
                  </a:cubicBezTo>
                  <a:cubicBezTo>
                    <a:pt x="2376" y="3202"/>
                    <a:pt x="2382" y="3198"/>
                    <a:pt x="2385" y="3198"/>
                  </a:cubicBezTo>
                  <a:cubicBezTo>
                    <a:pt x="2387" y="3198"/>
                    <a:pt x="2388" y="3200"/>
                    <a:pt x="2388" y="3204"/>
                  </a:cubicBezTo>
                  <a:cubicBezTo>
                    <a:pt x="2389" y="3207"/>
                    <a:pt x="2392" y="3208"/>
                    <a:pt x="2396" y="3208"/>
                  </a:cubicBezTo>
                  <a:cubicBezTo>
                    <a:pt x="2404" y="3208"/>
                    <a:pt x="2419" y="3204"/>
                    <a:pt x="2443" y="3195"/>
                  </a:cubicBezTo>
                  <a:cubicBezTo>
                    <a:pt x="2482" y="3180"/>
                    <a:pt x="2495" y="3176"/>
                    <a:pt x="2492" y="3168"/>
                  </a:cubicBezTo>
                  <a:cubicBezTo>
                    <a:pt x="2501" y="3166"/>
                    <a:pt x="2510" y="3162"/>
                    <a:pt x="2518" y="3158"/>
                  </a:cubicBezTo>
                  <a:cubicBezTo>
                    <a:pt x="2521" y="3160"/>
                    <a:pt x="2525" y="3161"/>
                    <a:pt x="2528" y="3161"/>
                  </a:cubicBezTo>
                  <a:cubicBezTo>
                    <a:pt x="2543" y="3161"/>
                    <a:pt x="2554" y="3146"/>
                    <a:pt x="2539" y="3139"/>
                  </a:cubicBezTo>
                  <a:lnTo>
                    <a:pt x="2562" y="3126"/>
                  </a:lnTo>
                  <a:lnTo>
                    <a:pt x="2567" y="3134"/>
                  </a:lnTo>
                  <a:cubicBezTo>
                    <a:pt x="2567" y="3136"/>
                    <a:pt x="2569" y="3136"/>
                    <a:pt x="2572" y="3136"/>
                  </a:cubicBezTo>
                  <a:cubicBezTo>
                    <a:pt x="2583" y="3136"/>
                    <a:pt x="2615" y="3122"/>
                    <a:pt x="2690" y="3075"/>
                  </a:cubicBezTo>
                  <a:cubicBezTo>
                    <a:pt x="2792" y="3004"/>
                    <a:pt x="2801" y="2993"/>
                    <a:pt x="2790" y="2981"/>
                  </a:cubicBezTo>
                  <a:cubicBezTo>
                    <a:pt x="2789" y="2965"/>
                    <a:pt x="2794" y="2956"/>
                    <a:pt x="2801" y="2956"/>
                  </a:cubicBezTo>
                  <a:cubicBezTo>
                    <a:pt x="2804" y="2956"/>
                    <a:pt x="2807" y="2958"/>
                    <a:pt x="2810" y="2962"/>
                  </a:cubicBezTo>
                  <a:cubicBezTo>
                    <a:pt x="2813" y="2964"/>
                    <a:pt x="2817" y="2966"/>
                    <a:pt x="2820" y="2966"/>
                  </a:cubicBezTo>
                  <a:cubicBezTo>
                    <a:pt x="2825" y="2966"/>
                    <a:pt x="2829" y="2963"/>
                    <a:pt x="2826" y="2959"/>
                  </a:cubicBezTo>
                  <a:cubicBezTo>
                    <a:pt x="2837" y="2949"/>
                    <a:pt x="2850" y="2942"/>
                    <a:pt x="2863" y="2938"/>
                  </a:cubicBezTo>
                  <a:cubicBezTo>
                    <a:pt x="2905" y="2921"/>
                    <a:pt x="2907" y="2903"/>
                    <a:pt x="2901" y="2899"/>
                  </a:cubicBezTo>
                  <a:cubicBezTo>
                    <a:pt x="2879" y="2896"/>
                    <a:pt x="2894" y="2892"/>
                    <a:pt x="2910" y="2889"/>
                  </a:cubicBezTo>
                  <a:cubicBezTo>
                    <a:pt x="2926" y="2884"/>
                    <a:pt x="2942" y="2879"/>
                    <a:pt x="2935" y="2873"/>
                  </a:cubicBezTo>
                  <a:cubicBezTo>
                    <a:pt x="2940" y="2860"/>
                    <a:pt x="2976" y="2797"/>
                    <a:pt x="2992" y="2797"/>
                  </a:cubicBezTo>
                  <a:cubicBezTo>
                    <a:pt x="2993" y="2797"/>
                    <a:pt x="2994" y="2797"/>
                    <a:pt x="2995" y="2798"/>
                  </a:cubicBezTo>
                  <a:lnTo>
                    <a:pt x="3012" y="2775"/>
                  </a:lnTo>
                  <a:cubicBezTo>
                    <a:pt x="3007" y="2771"/>
                    <a:pt x="3021" y="2747"/>
                    <a:pt x="3035" y="2724"/>
                  </a:cubicBezTo>
                  <a:cubicBezTo>
                    <a:pt x="3048" y="2703"/>
                    <a:pt x="3055" y="2692"/>
                    <a:pt x="3061" y="2692"/>
                  </a:cubicBezTo>
                  <a:cubicBezTo>
                    <a:pt x="3062" y="2692"/>
                    <a:pt x="3063" y="2692"/>
                    <a:pt x="3064" y="2692"/>
                  </a:cubicBezTo>
                  <a:cubicBezTo>
                    <a:pt x="3064" y="2698"/>
                    <a:pt x="3065" y="2700"/>
                    <a:pt x="3066" y="2700"/>
                  </a:cubicBezTo>
                  <a:cubicBezTo>
                    <a:pt x="3069" y="2700"/>
                    <a:pt x="3074" y="2688"/>
                    <a:pt x="3078" y="2669"/>
                  </a:cubicBezTo>
                  <a:cubicBezTo>
                    <a:pt x="3084" y="2656"/>
                    <a:pt x="3075" y="2636"/>
                    <a:pt x="3082" y="2624"/>
                  </a:cubicBezTo>
                  <a:cubicBezTo>
                    <a:pt x="3074" y="2619"/>
                    <a:pt x="3072" y="2604"/>
                    <a:pt x="3078" y="2591"/>
                  </a:cubicBezTo>
                  <a:lnTo>
                    <a:pt x="3078" y="2591"/>
                  </a:lnTo>
                  <a:lnTo>
                    <a:pt x="3085" y="2596"/>
                  </a:lnTo>
                  <a:lnTo>
                    <a:pt x="3101" y="2603"/>
                  </a:lnTo>
                  <a:cubicBezTo>
                    <a:pt x="3108" y="2590"/>
                    <a:pt x="3113" y="2578"/>
                    <a:pt x="3105" y="2575"/>
                  </a:cubicBezTo>
                  <a:cubicBezTo>
                    <a:pt x="3120" y="2566"/>
                    <a:pt x="3123" y="2552"/>
                    <a:pt x="3133" y="2526"/>
                  </a:cubicBezTo>
                  <a:cubicBezTo>
                    <a:pt x="3142" y="2501"/>
                    <a:pt x="3152" y="2475"/>
                    <a:pt x="3149" y="2459"/>
                  </a:cubicBezTo>
                  <a:cubicBezTo>
                    <a:pt x="3168" y="2451"/>
                    <a:pt x="3189" y="2369"/>
                    <a:pt x="3176" y="2352"/>
                  </a:cubicBezTo>
                  <a:cubicBezTo>
                    <a:pt x="3168" y="2351"/>
                    <a:pt x="3169" y="2338"/>
                    <a:pt x="3180" y="2326"/>
                  </a:cubicBezTo>
                  <a:cubicBezTo>
                    <a:pt x="3191" y="2313"/>
                    <a:pt x="3191" y="2313"/>
                    <a:pt x="3185" y="2299"/>
                  </a:cubicBezTo>
                  <a:cubicBezTo>
                    <a:pt x="3178" y="2284"/>
                    <a:pt x="3188" y="2272"/>
                    <a:pt x="3200" y="2259"/>
                  </a:cubicBezTo>
                  <a:cubicBezTo>
                    <a:pt x="3215" y="2253"/>
                    <a:pt x="3221" y="2232"/>
                    <a:pt x="3212" y="2218"/>
                  </a:cubicBezTo>
                  <a:cubicBezTo>
                    <a:pt x="3206" y="2195"/>
                    <a:pt x="3205" y="2172"/>
                    <a:pt x="3206" y="2148"/>
                  </a:cubicBezTo>
                  <a:cubicBezTo>
                    <a:pt x="3202" y="2128"/>
                    <a:pt x="3200" y="2115"/>
                    <a:pt x="3196" y="2115"/>
                  </a:cubicBezTo>
                  <a:cubicBezTo>
                    <a:pt x="3195" y="2115"/>
                    <a:pt x="3193" y="2117"/>
                    <a:pt x="3191" y="2120"/>
                  </a:cubicBezTo>
                  <a:cubicBezTo>
                    <a:pt x="3183" y="2120"/>
                    <a:pt x="3174" y="2107"/>
                    <a:pt x="3174" y="2107"/>
                  </a:cubicBezTo>
                  <a:cubicBezTo>
                    <a:pt x="3169" y="2090"/>
                    <a:pt x="3170" y="2083"/>
                    <a:pt x="3171" y="2083"/>
                  </a:cubicBezTo>
                  <a:cubicBezTo>
                    <a:pt x="3172" y="2083"/>
                    <a:pt x="3174" y="2087"/>
                    <a:pt x="3174" y="2092"/>
                  </a:cubicBezTo>
                  <a:cubicBezTo>
                    <a:pt x="3178" y="2104"/>
                    <a:pt x="3180" y="2109"/>
                    <a:pt x="3182" y="2109"/>
                  </a:cubicBezTo>
                  <a:cubicBezTo>
                    <a:pt x="3184" y="2109"/>
                    <a:pt x="3186" y="2101"/>
                    <a:pt x="3191" y="2093"/>
                  </a:cubicBezTo>
                  <a:cubicBezTo>
                    <a:pt x="3200" y="2079"/>
                    <a:pt x="3200" y="2051"/>
                    <a:pt x="3200" y="2037"/>
                  </a:cubicBezTo>
                  <a:cubicBezTo>
                    <a:pt x="3200" y="2024"/>
                    <a:pt x="3200" y="1996"/>
                    <a:pt x="3200" y="1982"/>
                  </a:cubicBezTo>
                  <a:cubicBezTo>
                    <a:pt x="3209" y="1940"/>
                    <a:pt x="3209" y="1926"/>
                    <a:pt x="3201" y="1926"/>
                  </a:cubicBezTo>
                  <a:lnTo>
                    <a:pt x="3192" y="1926"/>
                  </a:lnTo>
                  <a:cubicBezTo>
                    <a:pt x="3209" y="1913"/>
                    <a:pt x="3210" y="1759"/>
                    <a:pt x="3193" y="1746"/>
                  </a:cubicBezTo>
                  <a:lnTo>
                    <a:pt x="3201" y="1746"/>
                  </a:lnTo>
                  <a:cubicBezTo>
                    <a:pt x="3210" y="1746"/>
                    <a:pt x="3210" y="1732"/>
                    <a:pt x="3210" y="1704"/>
                  </a:cubicBezTo>
                  <a:cubicBezTo>
                    <a:pt x="3210" y="1689"/>
                    <a:pt x="3202" y="1634"/>
                    <a:pt x="3202" y="1593"/>
                  </a:cubicBezTo>
                  <a:cubicBezTo>
                    <a:pt x="3202" y="1537"/>
                    <a:pt x="3202" y="1495"/>
                    <a:pt x="3194" y="1495"/>
                  </a:cubicBezTo>
                  <a:cubicBezTo>
                    <a:pt x="3194" y="1481"/>
                    <a:pt x="3194" y="1481"/>
                    <a:pt x="3202" y="1481"/>
                  </a:cubicBezTo>
                  <a:cubicBezTo>
                    <a:pt x="3205" y="1485"/>
                    <a:pt x="3206" y="1487"/>
                    <a:pt x="3208" y="1487"/>
                  </a:cubicBezTo>
                  <a:cubicBezTo>
                    <a:pt x="3211" y="1487"/>
                    <a:pt x="3211" y="1477"/>
                    <a:pt x="3211" y="1467"/>
                  </a:cubicBezTo>
                  <a:cubicBezTo>
                    <a:pt x="3211" y="1454"/>
                    <a:pt x="3203" y="1454"/>
                    <a:pt x="3194" y="1454"/>
                  </a:cubicBezTo>
                  <a:cubicBezTo>
                    <a:pt x="3185" y="1453"/>
                    <a:pt x="3185" y="1439"/>
                    <a:pt x="3194" y="1411"/>
                  </a:cubicBezTo>
                  <a:cubicBezTo>
                    <a:pt x="3203" y="1375"/>
                    <a:pt x="3203" y="1337"/>
                    <a:pt x="3194" y="1300"/>
                  </a:cubicBezTo>
                  <a:cubicBezTo>
                    <a:pt x="3195" y="1287"/>
                    <a:pt x="3195" y="1273"/>
                    <a:pt x="3202" y="1273"/>
                  </a:cubicBezTo>
                  <a:cubicBezTo>
                    <a:pt x="3202" y="1273"/>
                    <a:pt x="3203" y="1273"/>
                    <a:pt x="3203" y="1273"/>
                  </a:cubicBezTo>
                  <a:cubicBezTo>
                    <a:pt x="3216" y="1252"/>
                    <a:pt x="3216" y="1225"/>
                    <a:pt x="3203" y="1204"/>
                  </a:cubicBezTo>
                  <a:cubicBezTo>
                    <a:pt x="3203" y="1189"/>
                    <a:pt x="3203" y="1189"/>
                    <a:pt x="3212" y="1189"/>
                  </a:cubicBezTo>
                  <a:cubicBezTo>
                    <a:pt x="3221" y="1176"/>
                    <a:pt x="3229" y="1176"/>
                    <a:pt x="3212" y="1161"/>
                  </a:cubicBezTo>
                  <a:cubicBezTo>
                    <a:pt x="3204" y="1130"/>
                    <a:pt x="3204" y="1096"/>
                    <a:pt x="3213" y="1065"/>
                  </a:cubicBezTo>
                  <a:cubicBezTo>
                    <a:pt x="3213" y="1050"/>
                    <a:pt x="3213" y="1037"/>
                    <a:pt x="3204" y="1037"/>
                  </a:cubicBezTo>
                  <a:lnTo>
                    <a:pt x="3196" y="1037"/>
                  </a:lnTo>
                  <a:cubicBezTo>
                    <a:pt x="3213" y="1023"/>
                    <a:pt x="3213" y="1023"/>
                    <a:pt x="3196" y="1009"/>
                  </a:cubicBezTo>
                  <a:cubicBezTo>
                    <a:pt x="3187" y="1007"/>
                    <a:pt x="3187" y="996"/>
                    <a:pt x="3196" y="995"/>
                  </a:cubicBezTo>
                  <a:cubicBezTo>
                    <a:pt x="3201" y="986"/>
                    <a:pt x="3204" y="977"/>
                    <a:pt x="3204" y="967"/>
                  </a:cubicBezTo>
                  <a:cubicBezTo>
                    <a:pt x="3204" y="954"/>
                    <a:pt x="3196" y="883"/>
                    <a:pt x="3196" y="814"/>
                  </a:cubicBezTo>
                  <a:cubicBezTo>
                    <a:pt x="3197" y="702"/>
                    <a:pt x="3197" y="661"/>
                    <a:pt x="3188" y="661"/>
                  </a:cubicBezTo>
                  <a:cubicBezTo>
                    <a:pt x="3180" y="647"/>
                    <a:pt x="3180" y="647"/>
                    <a:pt x="3189" y="633"/>
                  </a:cubicBezTo>
                  <a:cubicBezTo>
                    <a:pt x="3196" y="620"/>
                    <a:pt x="3198" y="606"/>
                    <a:pt x="3197" y="591"/>
                  </a:cubicBezTo>
                  <a:cubicBezTo>
                    <a:pt x="3197" y="578"/>
                    <a:pt x="3197" y="564"/>
                    <a:pt x="3205" y="564"/>
                  </a:cubicBezTo>
                  <a:cubicBezTo>
                    <a:pt x="3206" y="564"/>
                    <a:pt x="3206" y="564"/>
                    <a:pt x="3206" y="564"/>
                  </a:cubicBezTo>
                  <a:cubicBezTo>
                    <a:pt x="3200" y="556"/>
                    <a:pt x="3196" y="546"/>
                    <a:pt x="3198" y="536"/>
                  </a:cubicBezTo>
                  <a:cubicBezTo>
                    <a:pt x="3206" y="536"/>
                    <a:pt x="3206" y="522"/>
                    <a:pt x="3198" y="508"/>
                  </a:cubicBezTo>
                  <a:cubicBezTo>
                    <a:pt x="3182" y="494"/>
                    <a:pt x="3182" y="494"/>
                    <a:pt x="3198" y="494"/>
                  </a:cubicBezTo>
                  <a:cubicBezTo>
                    <a:pt x="3199" y="494"/>
                    <a:pt x="3199" y="494"/>
                    <a:pt x="3199" y="494"/>
                  </a:cubicBezTo>
                  <a:cubicBezTo>
                    <a:pt x="3205" y="494"/>
                    <a:pt x="3213" y="464"/>
                    <a:pt x="3209" y="464"/>
                  </a:cubicBezTo>
                  <a:cubicBezTo>
                    <a:pt x="3208" y="464"/>
                    <a:pt x="3208" y="465"/>
                    <a:pt x="3206" y="467"/>
                  </a:cubicBezTo>
                  <a:cubicBezTo>
                    <a:pt x="3198" y="467"/>
                    <a:pt x="3198" y="439"/>
                    <a:pt x="3189" y="424"/>
                  </a:cubicBezTo>
                  <a:cubicBezTo>
                    <a:pt x="3189" y="411"/>
                    <a:pt x="3191" y="397"/>
                    <a:pt x="3198" y="397"/>
                  </a:cubicBezTo>
                  <a:cubicBezTo>
                    <a:pt x="3207" y="383"/>
                    <a:pt x="3198" y="313"/>
                    <a:pt x="3191" y="300"/>
                  </a:cubicBezTo>
                  <a:cubicBezTo>
                    <a:pt x="3183" y="298"/>
                    <a:pt x="3183" y="286"/>
                    <a:pt x="3191" y="286"/>
                  </a:cubicBezTo>
                  <a:cubicBezTo>
                    <a:pt x="3200" y="286"/>
                    <a:pt x="3200" y="272"/>
                    <a:pt x="3200" y="258"/>
                  </a:cubicBezTo>
                  <a:cubicBezTo>
                    <a:pt x="3193" y="247"/>
                    <a:pt x="3196" y="244"/>
                    <a:pt x="3202" y="244"/>
                  </a:cubicBezTo>
                  <a:cubicBezTo>
                    <a:pt x="3204" y="244"/>
                    <a:pt x="3206" y="244"/>
                    <a:pt x="3207" y="245"/>
                  </a:cubicBezTo>
                  <a:cubicBezTo>
                    <a:pt x="3210" y="248"/>
                    <a:pt x="3212" y="250"/>
                    <a:pt x="3213" y="250"/>
                  </a:cubicBezTo>
                  <a:cubicBezTo>
                    <a:pt x="3216" y="250"/>
                    <a:pt x="3216" y="237"/>
                    <a:pt x="3216" y="217"/>
                  </a:cubicBezTo>
                  <a:cubicBezTo>
                    <a:pt x="3209" y="202"/>
                    <a:pt x="3209" y="147"/>
                    <a:pt x="3209" y="107"/>
                  </a:cubicBezTo>
                  <a:cubicBezTo>
                    <a:pt x="3209" y="49"/>
                    <a:pt x="3203" y="35"/>
                    <a:pt x="3191" y="28"/>
                  </a:cubicBezTo>
                  <a:lnTo>
                    <a:pt x="3174" y="36"/>
                  </a:lnTo>
                  <a:lnTo>
                    <a:pt x="3148" y="53"/>
                  </a:lnTo>
                  <a:lnTo>
                    <a:pt x="3148" y="53"/>
                  </a:lnTo>
                  <a:lnTo>
                    <a:pt x="3163" y="36"/>
                  </a:lnTo>
                  <a:cubicBezTo>
                    <a:pt x="3167" y="28"/>
                    <a:pt x="3170" y="19"/>
                    <a:pt x="3170" y="10"/>
                  </a:cubicBezTo>
                  <a:cubicBezTo>
                    <a:pt x="3157" y="10"/>
                    <a:pt x="3151" y="18"/>
                    <a:pt x="3146" y="27"/>
                  </a:cubicBezTo>
                  <a:cubicBezTo>
                    <a:pt x="3142" y="31"/>
                    <a:pt x="3138" y="34"/>
                    <a:pt x="3133" y="34"/>
                  </a:cubicBezTo>
                  <a:cubicBezTo>
                    <a:pt x="3127" y="34"/>
                    <a:pt x="3120" y="31"/>
                    <a:pt x="3110" y="27"/>
                  </a:cubicBezTo>
                  <a:cubicBezTo>
                    <a:pt x="3099" y="22"/>
                    <a:pt x="3090" y="20"/>
                    <a:pt x="3082" y="20"/>
                  </a:cubicBezTo>
                  <a:cubicBezTo>
                    <a:pt x="3074" y="20"/>
                    <a:pt x="3068" y="22"/>
                    <a:pt x="3062" y="27"/>
                  </a:cubicBezTo>
                  <a:cubicBezTo>
                    <a:pt x="3060" y="27"/>
                    <a:pt x="3058" y="27"/>
                    <a:pt x="3056" y="27"/>
                  </a:cubicBezTo>
                  <a:cubicBezTo>
                    <a:pt x="3043" y="27"/>
                    <a:pt x="3031" y="24"/>
                    <a:pt x="3020" y="18"/>
                  </a:cubicBezTo>
                  <a:cubicBezTo>
                    <a:pt x="3007" y="18"/>
                    <a:pt x="3007" y="18"/>
                    <a:pt x="3005" y="26"/>
                  </a:cubicBezTo>
                  <a:cubicBezTo>
                    <a:pt x="3005" y="30"/>
                    <a:pt x="3002" y="33"/>
                    <a:pt x="2997" y="33"/>
                  </a:cubicBezTo>
                  <a:cubicBezTo>
                    <a:pt x="2992" y="33"/>
                    <a:pt x="2985" y="30"/>
                    <a:pt x="2979" y="26"/>
                  </a:cubicBezTo>
                  <a:cubicBezTo>
                    <a:pt x="2970" y="16"/>
                    <a:pt x="2953" y="12"/>
                    <a:pt x="2940" y="12"/>
                  </a:cubicBezTo>
                  <a:cubicBezTo>
                    <a:pt x="2930" y="12"/>
                    <a:pt x="2922" y="14"/>
                    <a:pt x="2922" y="18"/>
                  </a:cubicBezTo>
                  <a:cubicBezTo>
                    <a:pt x="2922" y="26"/>
                    <a:pt x="2909" y="26"/>
                    <a:pt x="2894" y="26"/>
                  </a:cubicBezTo>
                  <a:cubicBezTo>
                    <a:pt x="2892" y="26"/>
                    <a:pt x="2890" y="26"/>
                    <a:pt x="2887" y="26"/>
                  </a:cubicBezTo>
                  <a:cubicBezTo>
                    <a:pt x="2875" y="26"/>
                    <a:pt x="2863" y="28"/>
                    <a:pt x="2853" y="34"/>
                  </a:cubicBezTo>
                  <a:lnTo>
                    <a:pt x="2825" y="34"/>
                  </a:lnTo>
                  <a:cubicBezTo>
                    <a:pt x="2811" y="34"/>
                    <a:pt x="2825" y="26"/>
                    <a:pt x="2839" y="26"/>
                  </a:cubicBezTo>
                  <a:lnTo>
                    <a:pt x="2825" y="17"/>
                  </a:lnTo>
                  <a:cubicBezTo>
                    <a:pt x="2798" y="17"/>
                    <a:pt x="2783" y="17"/>
                    <a:pt x="2770" y="26"/>
                  </a:cubicBezTo>
                  <a:cubicBezTo>
                    <a:pt x="2763" y="34"/>
                    <a:pt x="2759" y="38"/>
                    <a:pt x="2757" y="38"/>
                  </a:cubicBezTo>
                  <a:cubicBezTo>
                    <a:pt x="2755" y="38"/>
                    <a:pt x="2755" y="34"/>
                    <a:pt x="2755" y="26"/>
                  </a:cubicBezTo>
                  <a:cubicBezTo>
                    <a:pt x="2755" y="20"/>
                    <a:pt x="2749" y="13"/>
                    <a:pt x="2740" y="13"/>
                  </a:cubicBezTo>
                  <a:cubicBezTo>
                    <a:pt x="2736" y="13"/>
                    <a:pt x="2732" y="14"/>
                    <a:pt x="2728" y="17"/>
                  </a:cubicBezTo>
                  <a:cubicBezTo>
                    <a:pt x="2722" y="24"/>
                    <a:pt x="2716" y="26"/>
                    <a:pt x="2712" y="26"/>
                  </a:cubicBezTo>
                  <a:cubicBezTo>
                    <a:pt x="2705" y="26"/>
                    <a:pt x="2700" y="21"/>
                    <a:pt x="2700" y="17"/>
                  </a:cubicBezTo>
                  <a:cubicBezTo>
                    <a:pt x="2707" y="8"/>
                    <a:pt x="2710" y="4"/>
                    <a:pt x="2705" y="4"/>
                  </a:cubicBezTo>
                  <a:close/>
                  <a:moveTo>
                    <a:pt x="1646" y="3399"/>
                  </a:moveTo>
                  <a:cubicBezTo>
                    <a:pt x="1646" y="3399"/>
                    <a:pt x="1632" y="3408"/>
                    <a:pt x="1632" y="3416"/>
                  </a:cubicBezTo>
                  <a:cubicBezTo>
                    <a:pt x="1632" y="3420"/>
                    <a:pt x="1635" y="3422"/>
                    <a:pt x="1639" y="3422"/>
                  </a:cubicBezTo>
                  <a:cubicBezTo>
                    <a:pt x="1644" y="3422"/>
                    <a:pt x="1652" y="3418"/>
                    <a:pt x="1660" y="3408"/>
                  </a:cubicBezTo>
                  <a:cubicBezTo>
                    <a:pt x="1660" y="3399"/>
                    <a:pt x="1660" y="3399"/>
                    <a:pt x="1646" y="33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33"/>
            <p:cNvSpPr/>
            <p:nvPr/>
          </p:nvSpPr>
          <p:spPr>
            <a:xfrm>
              <a:off x="1422454" y="1109990"/>
              <a:ext cx="844391" cy="805034"/>
            </a:xfrm>
            <a:custGeom>
              <a:avLst/>
              <a:gdLst/>
              <a:ahLst/>
              <a:cxnLst/>
              <a:rect l="l" t="t" r="r" b="b"/>
              <a:pathLst>
                <a:path w="8453" h="8059" extrusionOk="0">
                  <a:moveTo>
                    <a:pt x="4423" y="1"/>
                  </a:moveTo>
                  <a:cubicBezTo>
                    <a:pt x="3392" y="1"/>
                    <a:pt x="2361" y="394"/>
                    <a:pt x="1575" y="1181"/>
                  </a:cubicBezTo>
                  <a:cubicBezTo>
                    <a:pt x="1" y="2755"/>
                    <a:pt x="1" y="5306"/>
                    <a:pt x="1575" y="6879"/>
                  </a:cubicBezTo>
                  <a:cubicBezTo>
                    <a:pt x="2330" y="7635"/>
                    <a:pt x="3355" y="8059"/>
                    <a:pt x="4423" y="8059"/>
                  </a:cubicBezTo>
                  <a:cubicBezTo>
                    <a:pt x="5492" y="8059"/>
                    <a:pt x="6516" y="7635"/>
                    <a:pt x="7272" y="6879"/>
                  </a:cubicBezTo>
                  <a:cubicBezTo>
                    <a:pt x="8028" y="6124"/>
                    <a:pt x="8452" y="5099"/>
                    <a:pt x="8452" y="4031"/>
                  </a:cubicBezTo>
                  <a:cubicBezTo>
                    <a:pt x="8452" y="2962"/>
                    <a:pt x="8028" y="1937"/>
                    <a:pt x="7272" y="1181"/>
                  </a:cubicBezTo>
                  <a:cubicBezTo>
                    <a:pt x="6485" y="394"/>
                    <a:pt x="5454" y="1"/>
                    <a:pt x="4423" y="1"/>
                  </a:cubicBezTo>
                  <a:close/>
                </a:path>
              </a:pathLst>
            </a:custGeom>
            <a:solidFill>
              <a:srgbClr val="F4D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33"/>
            <p:cNvSpPr/>
            <p:nvPr/>
          </p:nvSpPr>
          <p:spPr>
            <a:xfrm>
              <a:off x="1712151" y="1926034"/>
              <a:ext cx="299678" cy="44252"/>
            </a:xfrm>
            <a:custGeom>
              <a:avLst/>
              <a:gdLst/>
              <a:ahLst/>
              <a:cxnLst/>
              <a:rect l="l" t="t" r="r" b="b"/>
              <a:pathLst>
                <a:path w="3000" h="443" extrusionOk="0">
                  <a:moveTo>
                    <a:pt x="134" y="28"/>
                  </a:moveTo>
                  <a:lnTo>
                    <a:pt x="134" y="37"/>
                  </a:lnTo>
                  <a:lnTo>
                    <a:pt x="138" y="38"/>
                  </a:lnTo>
                  <a:cubicBezTo>
                    <a:pt x="141" y="30"/>
                    <a:pt x="141" y="30"/>
                    <a:pt x="138" y="29"/>
                  </a:cubicBezTo>
                  <a:lnTo>
                    <a:pt x="134" y="28"/>
                  </a:lnTo>
                  <a:close/>
                  <a:moveTo>
                    <a:pt x="74" y="53"/>
                  </a:moveTo>
                  <a:cubicBezTo>
                    <a:pt x="75" y="53"/>
                    <a:pt x="76" y="53"/>
                    <a:pt x="77" y="54"/>
                  </a:cubicBezTo>
                  <a:cubicBezTo>
                    <a:pt x="80" y="55"/>
                    <a:pt x="80" y="55"/>
                    <a:pt x="78" y="63"/>
                  </a:cubicBezTo>
                  <a:cubicBezTo>
                    <a:pt x="78" y="63"/>
                    <a:pt x="73" y="70"/>
                    <a:pt x="70" y="70"/>
                  </a:cubicBezTo>
                  <a:cubicBezTo>
                    <a:pt x="70" y="70"/>
                    <a:pt x="69" y="70"/>
                    <a:pt x="69" y="69"/>
                  </a:cubicBezTo>
                  <a:lnTo>
                    <a:pt x="68" y="59"/>
                  </a:lnTo>
                  <a:cubicBezTo>
                    <a:pt x="70" y="54"/>
                    <a:pt x="71" y="53"/>
                    <a:pt x="74" y="53"/>
                  </a:cubicBezTo>
                  <a:close/>
                  <a:moveTo>
                    <a:pt x="2959" y="46"/>
                  </a:moveTo>
                  <a:cubicBezTo>
                    <a:pt x="2961" y="46"/>
                    <a:pt x="2963" y="57"/>
                    <a:pt x="2961" y="69"/>
                  </a:cubicBezTo>
                  <a:cubicBezTo>
                    <a:pt x="2962" y="79"/>
                    <a:pt x="2963" y="83"/>
                    <a:pt x="2962" y="83"/>
                  </a:cubicBezTo>
                  <a:cubicBezTo>
                    <a:pt x="2962" y="83"/>
                    <a:pt x="2961" y="79"/>
                    <a:pt x="2958" y="71"/>
                  </a:cubicBezTo>
                  <a:cubicBezTo>
                    <a:pt x="2956" y="63"/>
                    <a:pt x="2953" y="55"/>
                    <a:pt x="2957" y="54"/>
                  </a:cubicBezTo>
                  <a:cubicBezTo>
                    <a:pt x="2957" y="48"/>
                    <a:pt x="2958" y="46"/>
                    <a:pt x="2959" y="46"/>
                  </a:cubicBezTo>
                  <a:close/>
                  <a:moveTo>
                    <a:pt x="110" y="65"/>
                  </a:moveTo>
                  <a:cubicBezTo>
                    <a:pt x="111" y="65"/>
                    <a:pt x="112" y="66"/>
                    <a:pt x="114" y="66"/>
                  </a:cubicBezTo>
                  <a:cubicBezTo>
                    <a:pt x="117" y="67"/>
                    <a:pt x="121" y="68"/>
                    <a:pt x="119" y="77"/>
                  </a:cubicBezTo>
                  <a:lnTo>
                    <a:pt x="115" y="76"/>
                  </a:lnTo>
                  <a:cubicBezTo>
                    <a:pt x="116" y="73"/>
                    <a:pt x="116" y="72"/>
                    <a:pt x="115" y="72"/>
                  </a:cubicBezTo>
                  <a:lnTo>
                    <a:pt x="115" y="72"/>
                  </a:lnTo>
                  <a:cubicBezTo>
                    <a:pt x="115" y="72"/>
                    <a:pt x="112" y="78"/>
                    <a:pt x="113" y="84"/>
                  </a:cubicBezTo>
                  <a:lnTo>
                    <a:pt x="107" y="100"/>
                  </a:lnTo>
                  <a:cubicBezTo>
                    <a:pt x="104" y="99"/>
                    <a:pt x="104" y="90"/>
                    <a:pt x="106" y="82"/>
                  </a:cubicBezTo>
                  <a:cubicBezTo>
                    <a:pt x="107" y="69"/>
                    <a:pt x="107" y="65"/>
                    <a:pt x="110" y="65"/>
                  </a:cubicBezTo>
                  <a:close/>
                  <a:moveTo>
                    <a:pt x="838" y="142"/>
                  </a:moveTo>
                  <a:cubicBezTo>
                    <a:pt x="836" y="142"/>
                    <a:pt x="836" y="144"/>
                    <a:pt x="838" y="150"/>
                  </a:cubicBezTo>
                  <a:lnTo>
                    <a:pt x="844" y="151"/>
                  </a:lnTo>
                  <a:cubicBezTo>
                    <a:pt x="845" y="142"/>
                    <a:pt x="845" y="142"/>
                    <a:pt x="842" y="142"/>
                  </a:cubicBezTo>
                  <a:cubicBezTo>
                    <a:pt x="840" y="142"/>
                    <a:pt x="839" y="142"/>
                    <a:pt x="838" y="142"/>
                  </a:cubicBezTo>
                  <a:close/>
                  <a:moveTo>
                    <a:pt x="304" y="151"/>
                  </a:moveTo>
                  <a:cubicBezTo>
                    <a:pt x="304" y="151"/>
                    <a:pt x="305" y="151"/>
                    <a:pt x="305" y="151"/>
                  </a:cubicBezTo>
                  <a:cubicBezTo>
                    <a:pt x="308" y="152"/>
                    <a:pt x="307" y="161"/>
                    <a:pt x="297" y="167"/>
                  </a:cubicBezTo>
                  <a:lnTo>
                    <a:pt x="290" y="165"/>
                  </a:lnTo>
                  <a:cubicBezTo>
                    <a:pt x="292" y="158"/>
                    <a:pt x="300" y="151"/>
                    <a:pt x="304" y="151"/>
                  </a:cubicBezTo>
                  <a:close/>
                  <a:moveTo>
                    <a:pt x="652" y="149"/>
                  </a:moveTo>
                  <a:lnTo>
                    <a:pt x="650" y="158"/>
                  </a:lnTo>
                  <a:cubicBezTo>
                    <a:pt x="649" y="164"/>
                    <a:pt x="648" y="170"/>
                    <a:pt x="648" y="170"/>
                  </a:cubicBezTo>
                  <a:cubicBezTo>
                    <a:pt x="648" y="170"/>
                    <a:pt x="648" y="169"/>
                    <a:pt x="649" y="166"/>
                  </a:cubicBezTo>
                  <a:cubicBezTo>
                    <a:pt x="649" y="166"/>
                    <a:pt x="650" y="158"/>
                    <a:pt x="652" y="149"/>
                  </a:cubicBezTo>
                  <a:close/>
                  <a:moveTo>
                    <a:pt x="479" y="154"/>
                  </a:moveTo>
                  <a:cubicBezTo>
                    <a:pt x="479" y="154"/>
                    <a:pt x="480" y="154"/>
                    <a:pt x="481" y="154"/>
                  </a:cubicBezTo>
                  <a:lnTo>
                    <a:pt x="479" y="163"/>
                  </a:lnTo>
                  <a:lnTo>
                    <a:pt x="474" y="170"/>
                  </a:lnTo>
                  <a:lnTo>
                    <a:pt x="472" y="160"/>
                  </a:lnTo>
                  <a:cubicBezTo>
                    <a:pt x="474" y="154"/>
                    <a:pt x="476" y="154"/>
                    <a:pt x="479" y="154"/>
                  </a:cubicBezTo>
                  <a:close/>
                  <a:moveTo>
                    <a:pt x="28" y="172"/>
                  </a:moveTo>
                  <a:cubicBezTo>
                    <a:pt x="23" y="176"/>
                    <a:pt x="21" y="182"/>
                    <a:pt x="19" y="187"/>
                  </a:cubicBezTo>
                  <a:lnTo>
                    <a:pt x="22" y="188"/>
                  </a:lnTo>
                  <a:cubicBezTo>
                    <a:pt x="22" y="188"/>
                    <a:pt x="22" y="188"/>
                    <a:pt x="23" y="188"/>
                  </a:cubicBezTo>
                  <a:cubicBezTo>
                    <a:pt x="26" y="188"/>
                    <a:pt x="29" y="181"/>
                    <a:pt x="31" y="173"/>
                  </a:cubicBezTo>
                  <a:lnTo>
                    <a:pt x="28" y="172"/>
                  </a:lnTo>
                  <a:close/>
                  <a:moveTo>
                    <a:pt x="317" y="169"/>
                  </a:moveTo>
                  <a:cubicBezTo>
                    <a:pt x="314" y="169"/>
                    <a:pt x="311" y="174"/>
                    <a:pt x="309" y="179"/>
                  </a:cubicBezTo>
                  <a:cubicBezTo>
                    <a:pt x="307" y="187"/>
                    <a:pt x="310" y="188"/>
                    <a:pt x="317" y="191"/>
                  </a:cubicBezTo>
                  <a:cubicBezTo>
                    <a:pt x="317" y="191"/>
                    <a:pt x="318" y="191"/>
                    <a:pt x="318" y="191"/>
                  </a:cubicBezTo>
                  <a:cubicBezTo>
                    <a:pt x="321" y="191"/>
                    <a:pt x="326" y="185"/>
                    <a:pt x="326" y="185"/>
                  </a:cubicBezTo>
                  <a:cubicBezTo>
                    <a:pt x="328" y="176"/>
                    <a:pt x="325" y="175"/>
                    <a:pt x="322" y="174"/>
                  </a:cubicBezTo>
                  <a:cubicBezTo>
                    <a:pt x="320" y="170"/>
                    <a:pt x="318" y="169"/>
                    <a:pt x="317" y="169"/>
                  </a:cubicBezTo>
                  <a:close/>
                  <a:moveTo>
                    <a:pt x="579" y="163"/>
                  </a:moveTo>
                  <a:cubicBezTo>
                    <a:pt x="581" y="163"/>
                    <a:pt x="579" y="167"/>
                    <a:pt x="574" y="177"/>
                  </a:cubicBezTo>
                  <a:lnTo>
                    <a:pt x="564" y="192"/>
                  </a:lnTo>
                  <a:cubicBezTo>
                    <a:pt x="561" y="192"/>
                    <a:pt x="566" y="184"/>
                    <a:pt x="573" y="168"/>
                  </a:cubicBezTo>
                  <a:cubicBezTo>
                    <a:pt x="576" y="165"/>
                    <a:pt x="579" y="163"/>
                    <a:pt x="579" y="163"/>
                  </a:cubicBezTo>
                  <a:close/>
                  <a:moveTo>
                    <a:pt x="2475" y="172"/>
                  </a:moveTo>
                  <a:cubicBezTo>
                    <a:pt x="2479" y="172"/>
                    <a:pt x="2479" y="172"/>
                    <a:pt x="2481" y="179"/>
                  </a:cubicBezTo>
                  <a:cubicBezTo>
                    <a:pt x="2482" y="188"/>
                    <a:pt x="2480" y="197"/>
                    <a:pt x="2477" y="197"/>
                  </a:cubicBezTo>
                  <a:cubicBezTo>
                    <a:pt x="2476" y="197"/>
                    <a:pt x="2476" y="197"/>
                    <a:pt x="2476" y="197"/>
                  </a:cubicBezTo>
                  <a:cubicBezTo>
                    <a:pt x="2473" y="197"/>
                    <a:pt x="2470" y="181"/>
                    <a:pt x="2475" y="172"/>
                  </a:cubicBezTo>
                  <a:close/>
                  <a:moveTo>
                    <a:pt x="495" y="172"/>
                  </a:moveTo>
                  <a:lnTo>
                    <a:pt x="495" y="172"/>
                  </a:lnTo>
                  <a:cubicBezTo>
                    <a:pt x="496" y="172"/>
                    <a:pt x="495" y="176"/>
                    <a:pt x="493" y="184"/>
                  </a:cubicBezTo>
                  <a:cubicBezTo>
                    <a:pt x="492" y="193"/>
                    <a:pt x="488" y="201"/>
                    <a:pt x="480" y="206"/>
                  </a:cubicBezTo>
                  <a:lnTo>
                    <a:pt x="473" y="205"/>
                  </a:lnTo>
                  <a:lnTo>
                    <a:pt x="484" y="190"/>
                  </a:lnTo>
                  <a:cubicBezTo>
                    <a:pt x="491" y="177"/>
                    <a:pt x="494" y="172"/>
                    <a:pt x="495" y="172"/>
                  </a:cubicBezTo>
                  <a:close/>
                  <a:moveTo>
                    <a:pt x="767" y="190"/>
                  </a:moveTo>
                  <a:cubicBezTo>
                    <a:pt x="766" y="195"/>
                    <a:pt x="766" y="202"/>
                    <a:pt x="768" y="207"/>
                  </a:cubicBezTo>
                  <a:cubicBezTo>
                    <a:pt x="771" y="207"/>
                    <a:pt x="773" y="200"/>
                    <a:pt x="773" y="200"/>
                  </a:cubicBezTo>
                  <a:cubicBezTo>
                    <a:pt x="773" y="200"/>
                    <a:pt x="774" y="191"/>
                    <a:pt x="770" y="191"/>
                  </a:cubicBezTo>
                  <a:lnTo>
                    <a:pt x="767" y="190"/>
                  </a:lnTo>
                  <a:close/>
                  <a:moveTo>
                    <a:pt x="724" y="207"/>
                  </a:moveTo>
                  <a:lnTo>
                    <a:pt x="728" y="209"/>
                  </a:lnTo>
                  <a:cubicBezTo>
                    <a:pt x="731" y="210"/>
                    <a:pt x="731" y="210"/>
                    <a:pt x="730" y="218"/>
                  </a:cubicBezTo>
                  <a:lnTo>
                    <a:pt x="730" y="218"/>
                  </a:lnTo>
                  <a:lnTo>
                    <a:pt x="727" y="216"/>
                  </a:lnTo>
                  <a:lnTo>
                    <a:pt x="724" y="207"/>
                  </a:lnTo>
                  <a:close/>
                  <a:moveTo>
                    <a:pt x="699" y="199"/>
                  </a:moveTo>
                  <a:cubicBezTo>
                    <a:pt x="701" y="199"/>
                    <a:pt x="701" y="207"/>
                    <a:pt x="696" y="220"/>
                  </a:cubicBezTo>
                  <a:lnTo>
                    <a:pt x="690" y="218"/>
                  </a:lnTo>
                  <a:cubicBezTo>
                    <a:pt x="692" y="210"/>
                    <a:pt x="693" y="202"/>
                    <a:pt x="696" y="202"/>
                  </a:cubicBezTo>
                  <a:cubicBezTo>
                    <a:pt x="696" y="202"/>
                    <a:pt x="696" y="202"/>
                    <a:pt x="696" y="202"/>
                  </a:cubicBezTo>
                  <a:cubicBezTo>
                    <a:pt x="697" y="200"/>
                    <a:pt x="698" y="199"/>
                    <a:pt x="699" y="199"/>
                  </a:cubicBezTo>
                  <a:close/>
                  <a:moveTo>
                    <a:pt x="594" y="206"/>
                  </a:moveTo>
                  <a:lnTo>
                    <a:pt x="598" y="207"/>
                  </a:lnTo>
                  <a:cubicBezTo>
                    <a:pt x="595" y="216"/>
                    <a:pt x="594" y="223"/>
                    <a:pt x="591" y="223"/>
                  </a:cubicBezTo>
                  <a:cubicBezTo>
                    <a:pt x="590" y="223"/>
                    <a:pt x="590" y="223"/>
                    <a:pt x="590" y="223"/>
                  </a:cubicBezTo>
                  <a:lnTo>
                    <a:pt x="586" y="223"/>
                  </a:lnTo>
                  <a:cubicBezTo>
                    <a:pt x="589" y="218"/>
                    <a:pt x="591" y="212"/>
                    <a:pt x="594" y="206"/>
                  </a:cubicBezTo>
                  <a:close/>
                  <a:moveTo>
                    <a:pt x="2095" y="214"/>
                  </a:moveTo>
                  <a:cubicBezTo>
                    <a:pt x="2096" y="222"/>
                    <a:pt x="2097" y="231"/>
                    <a:pt x="2094" y="231"/>
                  </a:cubicBezTo>
                  <a:lnTo>
                    <a:pt x="2090" y="223"/>
                  </a:lnTo>
                  <a:lnTo>
                    <a:pt x="2092" y="214"/>
                  </a:lnTo>
                  <a:close/>
                  <a:moveTo>
                    <a:pt x="2050" y="227"/>
                  </a:moveTo>
                  <a:cubicBezTo>
                    <a:pt x="2055" y="227"/>
                    <a:pt x="2055" y="227"/>
                    <a:pt x="2055" y="236"/>
                  </a:cubicBezTo>
                  <a:cubicBezTo>
                    <a:pt x="2055" y="236"/>
                    <a:pt x="2056" y="243"/>
                    <a:pt x="2052" y="244"/>
                  </a:cubicBezTo>
                  <a:lnTo>
                    <a:pt x="2048" y="236"/>
                  </a:lnTo>
                  <a:cubicBezTo>
                    <a:pt x="2047" y="228"/>
                    <a:pt x="2050" y="227"/>
                    <a:pt x="2050" y="227"/>
                  </a:cubicBezTo>
                  <a:close/>
                  <a:moveTo>
                    <a:pt x="2364" y="221"/>
                  </a:moveTo>
                  <a:cubicBezTo>
                    <a:pt x="2365" y="221"/>
                    <a:pt x="2365" y="222"/>
                    <a:pt x="2365" y="224"/>
                  </a:cubicBezTo>
                  <a:cubicBezTo>
                    <a:pt x="2367" y="230"/>
                    <a:pt x="2365" y="236"/>
                    <a:pt x="2364" y="241"/>
                  </a:cubicBezTo>
                  <a:cubicBezTo>
                    <a:pt x="2364" y="241"/>
                    <a:pt x="2363" y="245"/>
                    <a:pt x="2362" y="245"/>
                  </a:cubicBezTo>
                  <a:cubicBezTo>
                    <a:pt x="2362" y="245"/>
                    <a:pt x="2361" y="245"/>
                    <a:pt x="2361" y="242"/>
                  </a:cubicBezTo>
                  <a:lnTo>
                    <a:pt x="2360" y="233"/>
                  </a:lnTo>
                  <a:cubicBezTo>
                    <a:pt x="2361" y="227"/>
                    <a:pt x="2363" y="221"/>
                    <a:pt x="2364" y="221"/>
                  </a:cubicBezTo>
                  <a:close/>
                  <a:moveTo>
                    <a:pt x="1320" y="241"/>
                  </a:moveTo>
                  <a:cubicBezTo>
                    <a:pt x="1319" y="250"/>
                    <a:pt x="1319" y="258"/>
                    <a:pt x="1316" y="258"/>
                  </a:cubicBezTo>
                  <a:cubicBezTo>
                    <a:pt x="1316" y="258"/>
                    <a:pt x="1316" y="258"/>
                    <a:pt x="1315" y="258"/>
                  </a:cubicBezTo>
                  <a:lnTo>
                    <a:pt x="1311" y="258"/>
                  </a:lnTo>
                  <a:cubicBezTo>
                    <a:pt x="1312" y="252"/>
                    <a:pt x="1313" y="247"/>
                    <a:pt x="1315" y="241"/>
                  </a:cubicBezTo>
                  <a:close/>
                  <a:moveTo>
                    <a:pt x="663" y="247"/>
                  </a:moveTo>
                  <a:lnTo>
                    <a:pt x="660" y="256"/>
                  </a:lnTo>
                  <a:cubicBezTo>
                    <a:pt x="660" y="256"/>
                    <a:pt x="660" y="256"/>
                    <a:pt x="660" y="256"/>
                  </a:cubicBezTo>
                  <a:cubicBezTo>
                    <a:pt x="658" y="256"/>
                    <a:pt x="655" y="258"/>
                    <a:pt x="654" y="258"/>
                  </a:cubicBezTo>
                  <a:cubicBezTo>
                    <a:pt x="654" y="258"/>
                    <a:pt x="653" y="257"/>
                    <a:pt x="654" y="255"/>
                  </a:cubicBezTo>
                  <a:cubicBezTo>
                    <a:pt x="650" y="253"/>
                    <a:pt x="659" y="247"/>
                    <a:pt x="663" y="247"/>
                  </a:cubicBezTo>
                  <a:close/>
                  <a:moveTo>
                    <a:pt x="2221" y="243"/>
                  </a:moveTo>
                  <a:cubicBezTo>
                    <a:pt x="2224" y="243"/>
                    <a:pt x="2225" y="252"/>
                    <a:pt x="2225" y="252"/>
                  </a:cubicBezTo>
                  <a:cubicBezTo>
                    <a:pt x="2225" y="252"/>
                    <a:pt x="2226" y="260"/>
                    <a:pt x="2223" y="260"/>
                  </a:cubicBezTo>
                  <a:cubicBezTo>
                    <a:pt x="2220" y="256"/>
                    <a:pt x="2219" y="250"/>
                    <a:pt x="2217" y="244"/>
                  </a:cubicBezTo>
                  <a:lnTo>
                    <a:pt x="2221" y="243"/>
                  </a:lnTo>
                  <a:close/>
                  <a:moveTo>
                    <a:pt x="782" y="244"/>
                  </a:moveTo>
                  <a:cubicBezTo>
                    <a:pt x="782" y="244"/>
                    <a:pt x="783" y="244"/>
                    <a:pt x="783" y="244"/>
                  </a:cubicBezTo>
                  <a:cubicBezTo>
                    <a:pt x="786" y="244"/>
                    <a:pt x="790" y="246"/>
                    <a:pt x="788" y="253"/>
                  </a:cubicBezTo>
                  <a:cubicBezTo>
                    <a:pt x="788" y="253"/>
                    <a:pt x="787" y="261"/>
                    <a:pt x="784" y="26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0" y="261"/>
                    <a:pt x="778" y="252"/>
                    <a:pt x="778" y="252"/>
                  </a:cubicBezTo>
                  <a:cubicBezTo>
                    <a:pt x="779" y="245"/>
                    <a:pt x="781" y="244"/>
                    <a:pt x="782" y="244"/>
                  </a:cubicBezTo>
                  <a:close/>
                  <a:moveTo>
                    <a:pt x="912" y="243"/>
                  </a:moveTo>
                  <a:cubicBezTo>
                    <a:pt x="913" y="243"/>
                    <a:pt x="914" y="247"/>
                    <a:pt x="915" y="258"/>
                  </a:cubicBezTo>
                  <a:cubicBezTo>
                    <a:pt x="914" y="266"/>
                    <a:pt x="914" y="266"/>
                    <a:pt x="911" y="266"/>
                  </a:cubicBezTo>
                  <a:cubicBezTo>
                    <a:pt x="908" y="260"/>
                    <a:pt x="908" y="253"/>
                    <a:pt x="909" y="248"/>
                  </a:cubicBezTo>
                  <a:cubicBezTo>
                    <a:pt x="910" y="245"/>
                    <a:pt x="911" y="243"/>
                    <a:pt x="912" y="243"/>
                  </a:cubicBezTo>
                  <a:close/>
                  <a:moveTo>
                    <a:pt x="846" y="255"/>
                  </a:moveTo>
                  <a:cubicBezTo>
                    <a:pt x="847" y="255"/>
                    <a:pt x="848" y="255"/>
                    <a:pt x="850" y="256"/>
                  </a:cubicBezTo>
                  <a:cubicBezTo>
                    <a:pt x="853" y="256"/>
                    <a:pt x="852" y="265"/>
                    <a:pt x="852" y="265"/>
                  </a:cubicBezTo>
                  <a:cubicBezTo>
                    <a:pt x="852" y="267"/>
                    <a:pt x="851" y="268"/>
                    <a:pt x="851" y="268"/>
                  </a:cubicBezTo>
                  <a:cubicBezTo>
                    <a:pt x="850" y="268"/>
                    <a:pt x="848" y="264"/>
                    <a:pt x="845" y="264"/>
                  </a:cubicBezTo>
                  <a:cubicBezTo>
                    <a:pt x="844" y="257"/>
                    <a:pt x="843" y="255"/>
                    <a:pt x="846" y="255"/>
                  </a:cubicBezTo>
                  <a:close/>
                  <a:moveTo>
                    <a:pt x="937" y="252"/>
                  </a:moveTo>
                  <a:lnTo>
                    <a:pt x="941" y="253"/>
                  </a:lnTo>
                  <a:cubicBezTo>
                    <a:pt x="940" y="261"/>
                    <a:pt x="939" y="269"/>
                    <a:pt x="936" y="269"/>
                  </a:cubicBezTo>
                  <a:cubicBezTo>
                    <a:pt x="936" y="269"/>
                    <a:pt x="935" y="269"/>
                    <a:pt x="935" y="269"/>
                  </a:cubicBezTo>
                  <a:lnTo>
                    <a:pt x="933" y="260"/>
                  </a:lnTo>
                  <a:lnTo>
                    <a:pt x="937" y="252"/>
                  </a:lnTo>
                  <a:close/>
                  <a:moveTo>
                    <a:pt x="2189" y="264"/>
                  </a:moveTo>
                  <a:cubicBezTo>
                    <a:pt x="2191" y="264"/>
                    <a:pt x="2191" y="266"/>
                    <a:pt x="2192" y="273"/>
                  </a:cubicBezTo>
                  <a:lnTo>
                    <a:pt x="2188" y="273"/>
                  </a:lnTo>
                  <a:lnTo>
                    <a:pt x="2184" y="265"/>
                  </a:lnTo>
                  <a:lnTo>
                    <a:pt x="2187" y="265"/>
                  </a:lnTo>
                  <a:cubicBezTo>
                    <a:pt x="2188" y="264"/>
                    <a:pt x="2189" y="264"/>
                    <a:pt x="2189" y="264"/>
                  </a:cubicBezTo>
                  <a:close/>
                  <a:moveTo>
                    <a:pt x="2152" y="268"/>
                  </a:moveTo>
                  <a:cubicBezTo>
                    <a:pt x="2156" y="268"/>
                    <a:pt x="2156" y="268"/>
                    <a:pt x="2157" y="276"/>
                  </a:cubicBezTo>
                  <a:lnTo>
                    <a:pt x="2152" y="277"/>
                  </a:lnTo>
                  <a:lnTo>
                    <a:pt x="2148" y="268"/>
                  </a:lnTo>
                  <a:close/>
                  <a:moveTo>
                    <a:pt x="2128" y="265"/>
                  </a:moveTo>
                  <a:cubicBezTo>
                    <a:pt x="2129" y="265"/>
                    <a:pt x="2130" y="266"/>
                    <a:pt x="2130" y="270"/>
                  </a:cubicBezTo>
                  <a:cubicBezTo>
                    <a:pt x="2131" y="279"/>
                    <a:pt x="2131" y="279"/>
                    <a:pt x="2128" y="279"/>
                  </a:cubicBezTo>
                  <a:cubicBezTo>
                    <a:pt x="2126" y="280"/>
                    <a:pt x="2125" y="280"/>
                    <a:pt x="2124" y="280"/>
                  </a:cubicBezTo>
                  <a:cubicBezTo>
                    <a:pt x="2121" y="280"/>
                    <a:pt x="2121" y="278"/>
                    <a:pt x="2123" y="271"/>
                  </a:cubicBezTo>
                  <a:cubicBezTo>
                    <a:pt x="2124" y="267"/>
                    <a:pt x="2126" y="265"/>
                    <a:pt x="2128" y="265"/>
                  </a:cubicBezTo>
                  <a:close/>
                  <a:moveTo>
                    <a:pt x="2181" y="279"/>
                  </a:moveTo>
                  <a:cubicBezTo>
                    <a:pt x="2180" y="279"/>
                    <a:pt x="2179" y="280"/>
                    <a:pt x="2178" y="283"/>
                  </a:cubicBezTo>
                  <a:cubicBezTo>
                    <a:pt x="2181" y="283"/>
                    <a:pt x="2182" y="279"/>
                    <a:pt x="2181" y="279"/>
                  </a:cubicBezTo>
                  <a:close/>
                  <a:moveTo>
                    <a:pt x="1760" y="293"/>
                  </a:moveTo>
                  <a:cubicBezTo>
                    <a:pt x="1760" y="302"/>
                    <a:pt x="1760" y="311"/>
                    <a:pt x="1756" y="311"/>
                  </a:cubicBezTo>
                  <a:lnTo>
                    <a:pt x="1753" y="311"/>
                  </a:lnTo>
                  <a:cubicBezTo>
                    <a:pt x="1753" y="304"/>
                    <a:pt x="1754" y="298"/>
                    <a:pt x="1756" y="293"/>
                  </a:cubicBezTo>
                  <a:close/>
                  <a:moveTo>
                    <a:pt x="1364" y="295"/>
                  </a:moveTo>
                  <a:cubicBezTo>
                    <a:pt x="1363" y="304"/>
                    <a:pt x="1363" y="312"/>
                    <a:pt x="1359" y="312"/>
                  </a:cubicBezTo>
                  <a:lnTo>
                    <a:pt x="1356" y="303"/>
                  </a:lnTo>
                  <a:lnTo>
                    <a:pt x="1359" y="295"/>
                  </a:lnTo>
                  <a:close/>
                  <a:moveTo>
                    <a:pt x="2145" y="307"/>
                  </a:moveTo>
                  <a:cubicBezTo>
                    <a:pt x="2145" y="308"/>
                    <a:pt x="2145" y="310"/>
                    <a:pt x="2146" y="312"/>
                  </a:cubicBezTo>
                  <a:cubicBezTo>
                    <a:pt x="2146" y="312"/>
                    <a:pt x="2146" y="313"/>
                    <a:pt x="2146" y="313"/>
                  </a:cubicBezTo>
                  <a:lnTo>
                    <a:pt x="2146" y="313"/>
                  </a:lnTo>
                  <a:cubicBezTo>
                    <a:pt x="2146" y="312"/>
                    <a:pt x="2146" y="310"/>
                    <a:pt x="2145" y="307"/>
                  </a:cubicBezTo>
                  <a:close/>
                  <a:moveTo>
                    <a:pt x="1170" y="297"/>
                  </a:moveTo>
                  <a:cubicBezTo>
                    <a:pt x="1169" y="305"/>
                    <a:pt x="1169" y="314"/>
                    <a:pt x="1164" y="314"/>
                  </a:cubicBezTo>
                  <a:lnTo>
                    <a:pt x="1162" y="305"/>
                  </a:lnTo>
                  <a:lnTo>
                    <a:pt x="1166" y="297"/>
                  </a:lnTo>
                  <a:close/>
                  <a:moveTo>
                    <a:pt x="2146" y="313"/>
                  </a:moveTo>
                  <a:cubicBezTo>
                    <a:pt x="2147" y="316"/>
                    <a:pt x="2148" y="317"/>
                    <a:pt x="2148" y="317"/>
                  </a:cubicBezTo>
                  <a:cubicBezTo>
                    <a:pt x="2148" y="317"/>
                    <a:pt x="2148" y="316"/>
                    <a:pt x="2146" y="313"/>
                  </a:cubicBezTo>
                  <a:close/>
                  <a:moveTo>
                    <a:pt x="1609" y="303"/>
                  </a:moveTo>
                  <a:cubicBezTo>
                    <a:pt x="1617" y="303"/>
                    <a:pt x="1617" y="303"/>
                    <a:pt x="1617" y="312"/>
                  </a:cubicBezTo>
                  <a:cubicBezTo>
                    <a:pt x="1617" y="320"/>
                    <a:pt x="1609" y="320"/>
                    <a:pt x="1606" y="320"/>
                  </a:cubicBezTo>
                  <a:cubicBezTo>
                    <a:pt x="1603" y="312"/>
                    <a:pt x="1606" y="303"/>
                    <a:pt x="1609" y="303"/>
                  </a:cubicBezTo>
                  <a:close/>
                  <a:moveTo>
                    <a:pt x="1253" y="296"/>
                  </a:moveTo>
                  <a:cubicBezTo>
                    <a:pt x="1256" y="296"/>
                    <a:pt x="1256" y="296"/>
                    <a:pt x="1255" y="305"/>
                  </a:cubicBezTo>
                  <a:cubicBezTo>
                    <a:pt x="1255" y="311"/>
                    <a:pt x="1253" y="316"/>
                    <a:pt x="1250" y="322"/>
                  </a:cubicBezTo>
                  <a:cubicBezTo>
                    <a:pt x="1247" y="321"/>
                    <a:pt x="1252" y="305"/>
                    <a:pt x="1253" y="296"/>
                  </a:cubicBezTo>
                  <a:close/>
                  <a:moveTo>
                    <a:pt x="64" y="0"/>
                  </a:moveTo>
                  <a:cubicBezTo>
                    <a:pt x="63" y="0"/>
                    <a:pt x="61" y="4"/>
                    <a:pt x="57" y="11"/>
                  </a:cubicBezTo>
                  <a:cubicBezTo>
                    <a:pt x="54" y="15"/>
                    <a:pt x="53" y="17"/>
                    <a:pt x="52" y="17"/>
                  </a:cubicBezTo>
                  <a:cubicBezTo>
                    <a:pt x="50" y="17"/>
                    <a:pt x="49" y="14"/>
                    <a:pt x="47" y="8"/>
                  </a:cubicBezTo>
                  <a:cubicBezTo>
                    <a:pt x="47" y="3"/>
                    <a:pt x="47" y="1"/>
                    <a:pt x="46" y="1"/>
                  </a:cubicBezTo>
                  <a:cubicBezTo>
                    <a:pt x="45" y="1"/>
                    <a:pt x="43" y="2"/>
                    <a:pt x="40" y="6"/>
                  </a:cubicBezTo>
                  <a:cubicBezTo>
                    <a:pt x="36" y="22"/>
                    <a:pt x="32" y="30"/>
                    <a:pt x="36" y="31"/>
                  </a:cubicBezTo>
                  <a:cubicBezTo>
                    <a:pt x="39" y="32"/>
                    <a:pt x="39" y="32"/>
                    <a:pt x="37" y="40"/>
                  </a:cubicBezTo>
                  <a:lnTo>
                    <a:pt x="30" y="38"/>
                  </a:lnTo>
                  <a:cubicBezTo>
                    <a:pt x="29" y="38"/>
                    <a:pt x="27" y="37"/>
                    <a:pt x="25" y="37"/>
                  </a:cubicBezTo>
                  <a:cubicBezTo>
                    <a:pt x="23" y="37"/>
                    <a:pt x="19" y="38"/>
                    <a:pt x="13" y="41"/>
                  </a:cubicBezTo>
                  <a:cubicBezTo>
                    <a:pt x="5" y="47"/>
                    <a:pt x="0" y="59"/>
                    <a:pt x="5" y="59"/>
                  </a:cubicBezTo>
                  <a:cubicBezTo>
                    <a:pt x="6" y="59"/>
                    <a:pt x="7" y="59"/>
                    <a:pt x="9" y="58"/>
                  </a:cubicBezTo>
                  <a:lnTo>
                    <a:pt x="9" y="67"/>
                  </a:lnTo>
                  <a:cubicBezTo>
                    <a:pt x="4" y="80"/>
                    <a:pt x="4" y="86"/>
                    <a:pt x="6" y="86"/>
                  </a:cubicBezTo>
                  <a:cubicBezTo>
                    <a:pt x="8" y="86"/>
                    <a:pt x="12" y="81"/>
                    <a:pt x="15" y="69"/>
                  </a:cubicBezTo>
                  <a:cubicBezTo>
                    <a:pt x="20" y="56"/>
                    <a:pt x="22" y="50"/>
                    <a:pt x="23" y="50"/>
                  </a:cubicBezTo>
                  <a:lnTo>
                    <a:pt x="23" y="50"/>
                  </a:lnTo>
                  <a:cubicBezTo>
                    <a:pt x="24" y="50"/>
                    <a:pt x="23" y="54"/>
                    <a:pt x="22" y="63"/>
                  </a:cubicBezTo>
                  <a:cubicBezTo>
                    <a:pt x="16" y="78"/>
                    <a:pt x="20" y="80"/>
                    <a:pt x="23" y="81"/>
                  </a:cubicBezTo>
                  <a:cubicBezTo>
                    <a:pt x="27" y="82"/>
                    <a:pt x="27" y="82"/>
                    <a:pt x="24" y="90"/>
                  </a:cubicBezTo>
                  <a:cubicBezTo>
                    <a:pt x="21" y="99"/>
                    <a:pt x="22" y="108"/>
                    <a:pt x="25" y="109"/>
                  </a:cubicBezTo>
                  <a:cubicBezTo>
                    <a:pt x="26" y="109"/>
                    <a:pt x="27" y="109"/>
                    <a:pt x="28" y="109"/>
                  </a:cubicBezTo>
                  <a:cubicBezTo>
                    <a:pt x="29" y="109"/>
                    <a:pt x="29" y="108"/>
                    <a:pt x="31" y="102"/>
                  </a:cubicBezTo>
                  <a:cubicBezTo>
                    <a:pt x="31" y="98"/>
                    <a:pt x="32" y="96"/>
                    <a:pt x="33" y="96"/>
                  </a:cubicBezTo>
                  <a:cubicBezTo>
                    <a:pt x="35" y="96"/>
                    <a:pt x="37" y="101"/>
                    <a:pt x="36" y="112"/>
                  </a:cubicBezTo>
                  <a:cubicBezTo>
                    <a:pt x="36" y="116"/>
                    <a:pt x="36" y="118"/>
                    <a:pt x="37" y="118"/>
                  </a:cubicBezTo>
                  <a:cubicBezTo>
                    <a:pt x="38" y="118"/>
                    <a:pt x="39" y="114"/>
                    <a:pt x="42" y="105"/>
                  </a:cubicBezTo>
                  <a:cubicBezTo>
                    <a:pt x="44" y="98"/>
                    <a:pt x="47" y="94"/>
                    <a:pt x="49" y="94"/>
                  </a:cubicBezTo>
                  <a:cubicBezTo>
                    <a:pt x="51" y="94"/>
                    <a:pt x="53" y="99"/>
                    <a:pt x="52" y="109"/>
                  </a:cubicBezTo>
                  <a:lnTo>
                    <a:pt x="59" y="111"/>
                  </a:lnTo>
                  <a:cubicBezTo>
                    <a:pt x="59" y="111"/>
                    <a:pt x="60" y="111"/>
                    <a:pt x="60" y="111"/>
                  </a:cubicBezTo>
                  <a:cubicBezTo>
                    <a:pt x="63" y="111"/>
                    <a:pt x="65" y="104"/>
                    <a:pt x="68" y="95"/>
                  </a:cubicBezTo>
                  <a:cubicBezTo>
                    <a:pt x="71" y="86"/>
                    <a:pt x="72" y="82"/>
                    <a:pt x="72" y="82"/>
                  </a:cubicBezTo>
                  <a:cubicBezTo>
                    <a:pt x="73" y="82"/>
                    <a:pt x="73" y="85"/>
                    <a:pt x="74" y="89"/>
                  </a:cubicBezTo>
                  <a:cubicBezTo>
                    <a:pt x="74" y="94"/>
                    <a:pt x="74" y="101"/>
                    <a:pt x="71" y="106"/>
                  </a:cubicBezTo>
                  <a:cubicBezTo>
                    <a:pt x="69" y="114"/>
                    <a:pt x="73" y="115"/>
                    <a:pt x="76" y="117"/>
                  </a:cubicBezTo>
                  <a:cubicBezTo>
                    <a:pt x="77" y="117"/>
                    <a:pt x="79" y="118"/>
                    <a:pt x="82" y="118"/>
                  </a:cubicBezTo>
                  <a:cubicBezTo>
                    <a:pt x="84" y="118"/>
                    <a:pt x="87" y="117"/>
                    <a:pt x="89" y="112"/>
                  </a:cubicBezTo>
                  <a:lnTo>
                    <a:pt x="89" y="112"/>
                  </a:lnTo>
                  <a:lnTo>
                    <a:pt x="86" y="120"/>
                  </a:lnTo>
                  <a:cubicBezTo>
                    <a:pt x="88" y="121"/>
                    <a:pt x="88" y="125"/>
                    <a:pt x="88" y="125"/>
                  </a:cubicBezTo>
                  <a:cubicBezTo>
                    <a:pt x="88" y="125"/>
                    <a:pt x="89" y="124"/>
                    <a:pt x="89" y="121"/>
                  </a:cubicBezTo>
                  <a:cubicBezTo>
                    <a:pt x="89" y="121"/>
                    <a:pt x="93" y="122"/>
                    <a:pt x="97" y="132"/>
                  </a:cubicBezTo>
                  <a:cubicBezTo>
                    <a:pt x="98" y="135"/>
                    <a:pt x="100" y="136"/>
                    <a:pt x="102" y="136"/>
                  </a:cubicBezTo>
                  <a:cubicBezTo>
                    <a:pt x="108" y="136"/>
                    <a:pt x="116" y="125"/>
                    <a:pt x="112" y="111"/>
                  </a:cubicBezTo>
                  <a:cubicBezTo>
                    <a:pt x="110" y="110"/>
                    <a:pt x="109" y="109"/>
                    <a:pt x="110" y="109"/>
                  </a:cubicBezTo>
                  <a:lnTo>
                    <a:pt x="110" y="109"/>
                  </a:lnTo>
                  <a:cubicBezTo>
                    <a:pt x="110" y="109"/>
                    <a:pt x="111" y="110"/>
                    <a:pt x="115" y="112"/>
                  </a:cubicBezTo>
                  <a:cubicBezTo>
                    <a:pt x="115" y="112"/>
                    <a:pt x="116" y="112"/>
                    <a:pt x="116" y="112"/>
                  </a:cubicBezTo>
                  <a:cubicBezTo>
                    <a:pt x="119" y="112"/>
                    <a:pt x="121" y="104"/>
                    <a:pt x="121" y="104"/>
                  </a:cubicBezTo>
                  <a:cubicBezTo>
                    <a:pt x="123" y="99"/>
                    <a:pt x="125" y="98"/>
                    <a:pt x="127" y="98"/>
                  </a:cubicBezTo>
                  <a:cubicBezTo>
                    <a:pt x="128" y="98"/>
                    <a:pt x="130" y="98"/>
                    <a:pt x="131" y="99"/>
                  </a:cubicBezTo>
                  <a:cubicBezTo>
                    <a:pt x="131" y="99"/>
                    <a:pt x="128" y="106"/>
                    <a:pt x="125" y="115"/>
                  </a:cubicBezTo>
                  <a:cubicBezTo>
                    <a:pt x="118" y="129"/>
                    <a:pt x="117" y="139"/>
                    <a:pt x="120" y="139"/>
                  </a:cubicBezTo>
                  <a:cubicBezTo>
                    <a:pt x="122" y="139"/>
                    <a:pt x="125" y="135"/>
                    <a:pt x="130" y="126"/>
                  </a:cubicBezTo>
                  <a:lnTo>
                    <a:pt x="130" y="126"/>
                  </a:lnTo>
                  <a:cubicBezTo>
                    <a:pt x="129" y="128"/>
                    <a:pt x="128" y="131"/>
                    <a:pt x="128" y="133"/>
                  </a:cubicBezTo>
                  <a:cubicBezTo>
                    <a:pt x="126" y="138"/>
                    <a:pt x="127" y="140"/>
                    <a:pt x="129" y="140"/>
                  </a:cubicBezTo>
                  <a:cubicBezTo>
                    <a:pt x="131" y="140"/>
                    <a:pt x="134" y="139"/>
                    <a:pt x="138" y="137"/>
                  </a:cubicBezTo>
                  <a:cubicBezTo>
                    <a:pt x="138" y="137"/>
                    <a:pt x="138" y="137"/>
                    <a:pt x="138" y="137"/>
                  </a:cubicBezTo>
                  <a:cubicBezTo>
                    <a:pt x="142" y="137"/>
                    <a:pt x="149" y="123"/>
                    <a:pt x="152" y="114"/>
                  </a:cubicBezTo>
                  <a:cubicBezTo>
                    <a:pt x="154" y="108"/>
                    <a:pt x="156" y="108"/>
                    <a:pt x="157" y="108"/>
                  </a:cubicBezTo>
                  <a:cubicBezTo>
                    <a:pt x="158" y="108"/>
                    <a:pt x="158" y="108"/>
                    <a:pt x="158" y="108"/>
                  </a:cubicBezTo>
                  <a:cubicBezTo>
                    <a:pt x="161" y="109"/>
                    <a:pt x="161" y="109"/>
                    <a:pt x="159" y="117"/>
                  </a:cubicBezTo>
                  <a:cubicBezTo>
                    <a:pt x="156" y="126"/>
                    <a:pt x="156" y="131"/>
                    <a:pt x="159" y="131"/>
                  </a:cubicBezTo>
                  <a:cubicBezTo>
                    <a:pt x="161" y="131"/>
                    <a:pt x="165" y="127"/>
                    <a:pt x="169" y="120"/>
                  </a:cubicBezTo>
                  <a:lnTo>
                    <a:pt x="169" y="120"/>
                  </a:lnTo>
                  <a:lnTo>
                    <a:pt x="167" y="129"/>
                  </a:lnTo>
                  <a:cubicBezTo>
                    <a:pt x="165" y="136"/>
                    <a:pt x="165" y="144"/>
                    <a:pt x="178" y="144"/>
                  </a:cubicBezTo>
                  <a:cubicBezTo>
                    <a:pt x="180" y="144"/>
                    <a:pt x="182" y="144"/>
                    <a:pt x="185" y="144"/>
                  </a:cubicBezTo>
                  <a:cubicBezTo>
                    <a:pt x="198" y="147"/>
                    <a:pt x="208" y="150"/>
                    <a:pt x="206" y="158"/>
                  </a:cubicBezTo>
                  <a:cubicBezTo>
                    <a:pt x="206" y="160"/>
                    <a:pt x="206" y="161"/>
                    <a:pt x="208" y="161"/>
                  </a:cubicBezTo>
                  <a:cubicBezTo>
                    <a:pt x="212" y="161"/>
                    <a:pt x="226" y="151"/>
                    <a:pt x="234" y="140"/>
                  </a:cubicBezTo>
                  <a:lnTo>
                    <a:pt x="234" y="140"/>
                  </a:lnTo>
                  <a:cubicBezTo>
                    <a:pt x="232" y="148"/>
                    <a:pt x="235" y="149"/>
                    <a:pt x="242" y="151"/>
                  </a:cubicBezTo>
                  <a:cubicBezTo>
                    <a:pt x="252" y="155"/>
                    <a:pt x="252" y="155"/>
                    <a:pt x="250" y="163"/>
                  </a:cubicBezTo>
                  <a:cubicBezTo>
                    <a:pt x="246" y="171"/>
                    <a:pt x="244" y="175"/>
                    <a:pt x="244" y="175"/>
                  </a:cubicBezTo>
                  <a:cubicBezTo>
                    <a:pt x="245" y="175"/>
                    <a:pt x="248" y="171"/>
                    <a:pt x="253" y="164"/>
                  </a:cubicBezTo>
                  <a:cubicBezTo>
                    <a:pt x="256" y="158"/>
                    <a:pt x="259" y="156"/>
                    <a:pt x="261" y="156"/>
                  </a:cubicBezTo>
                  <a:cubicBezTo>
                    <a:pt x="266" y="156"/>
                    <a:pt x="268" y="165"/>
                    <a:pt x="265" y="176"/>
                  </a:cubicBezTo>
                  <a:cubicBezTo>
                    <a:pt x="263" y="184"/>
                    <a:pt x="267" y="185"/>
                    <a:pt x="273" y="187"/>
                  </a:cubicBezTo>
                  <a:cubicBezTo>
                    <a:pt x="276" y="183"/>
                    <a:pt x="280" y="182"/>
                    <a:pt x="283" y="182"/>
                  </a:cubicBezTo>
                  <a:cubicBezTo>
                    <a:pt x="286" y="182"/>
                    <a:pt x="290" y="183"/>
                    <a:pt x="294" y="184"/>
                  </a:cubicBezTo>
                  <a:cubicBezTo>
                    <a:pt x="297" y="185"/>
                    <a:pt x="299" y="186"/>
                    <a:pt x="300" y="186"/>
                  </a:cubicBezTo>
                  <a:cubicBezTo>
                    <a:pt x="304" y="186"/>
                    <a:pt x="305" y="182"/>
                    <a:pt x="308" y="170"/>
                  </a:cubicBezTo>
                  <a:cubicBezTo>
                    <a:pt x="311" y="159"/>
                    <a:pt x="314" y="156"/>
                    <a:pt x="317" y="156"/>
                  </a:cubicBezTo>
                  <a:cubicBezTo>
                    <a:pt x="319" y="156"/>
                    <a:pt x="321" y="156"/>
                    <a:pt x="323" y="157"/>
                  </a:cubicBezTo>
                  <a:cubicBezTo>
                    <a:pt x="326" y="158"/>
                    <a:pt x="329" y="159"/>
                    <a:pt x="327" y="167"/>
                  </a:cubicBezTo>
                  <a:cubicBezTo>
                    <a:pt x="327" y="167"/>
                    <a:pt x="328" y="176"/>
                    <a:pt x="332" y="177"/>
                  </a:cubicBezTo>
                  <a:cubicBezTo>
                    <a:pt x="335" y="178"/>
                    <a:pt x="338" y="179"/>
                    <a:pt x="337" y="187"/>
                  </a:cubicBezTo>
                  <a:cubicBezTo>
                    <a:pt x="337" y="187"/>
                    <a:pt x="338" y="197"/>
                    <a:pt x="345" y="198"/>
                  </a:cubicBezTo>
                  <a:cubicBezTo>
                    <a:pt x="352" y="201"/>
                    <a:pt x="359" y="203"/>
                    <a:pt x="356" y="211"/>
                  </a:cubicBezTo>
                  <a:cubicBezTo>
                    <a:pt x="358" y="211"/>
                    <a:pt x="358" y="211"/>
                    <a:pt x="359" y="211"/>
                  </a:cubicBezTo>
                  <a:cubicBezTo>
                    <a:pt x="361" y="211"/>
                    <a:pt x="361" y="210"/>
                    <a:pt x="362" y="204"/>
                  </a:cubicBezTo>
                  <a:cubicBezTo>
                    <a:pt x="363" y="198"/>
                    <a:pt x="366" y="194"/>
                    <a:pt x="371" y="194"/>
                  </a:cubicBezTo>
                  <a:cubicBezTo>
                    <a:pt x="374" y="194"/>
                    <a:pt x="378" y="195"/>
                    <a:pt x="382" y="200"/>
                  </a:cubicBezTo>
                  <a:cubicBezTo>
                    <a:pt x="385" y="201"/>
                    <a:pt x="389" y="202"/>
                    <a:pt x="393" y="202"/>
                  </a:cubicBezTo>
                  <a:cubicBezTo>
                    <a:pt x="397" y="202"/>
                    <a:pt x="400" y="200"/>
                    <a:pt x="401" y="196"/>
                  </a:cubicBezTo>
                  <a:cubicBezTo>
                    <a:pt x="405" y="196"/>
                    <a:pt x="405" y="196"/>
                    <a:pt x="403" y="205"/>
                  </a:cubicBezTo>
                  <a:cubicBezTo>
                    <a:pt x="401" y="214"/>
                    <a:pt x="402" y="219"/>
                    <a:pt x="405" y="219"/>
                  </a:cubicBezTo>
                  <a:cubicBezTo>
                    <a:pt x="407" y="219"/>
                    <a:pt x="412" y="215"/>
                    <a:pt x="417" y="209"/>
                  </a:cubicBezTo>
                  <a:cubicBezTo>
                    <a:pt x="418" y="204"/>
                    <a:pt x="419" y="202"/>
                    <a:pt x="420" y="202"/>
                  </a:cubicBezTo>
                  <a:cubicBezTo>
                    <a:pt x="422" y="202"/>
                    <a:pt x="423" y="205"/>
                    <a:pt x="424" y="210"/>
                  </a:cubicBezTo>
                  <a:cubicBezTo>
                    <a:pt x="424" y="210"/>
                    <a:pt x="424" y="210"/>
                    <a:pt x="424" y="210"/>
                  </a:cubicBezTo>
                  <a:cubicBezTo>
                    <a:pt x="425" y="210"/>
                    <a:pt x="428" y="209"/>
                    <a:pt x="433" y="204"/>
                  </a:cubicBezTo>
                  <a:cubicBezTo>
                    <a:pt x="435" y="200"/>
                    <a:pt x="437" y="198"/>
                    <a:pt x="438" y="198"/>
                  </a:cubicBezTo>
                  <a:cubicBezTo>
                    <a:pt x="439" y="198"/>
                    <a:pt x="441" y="201"/>
                    <a:pt x="444" y="206"/>
                  </a:cubicBezTo>
                  <a:cubicBezTo>
                    <a:pt x="442" y="214"/>
                    <a:pt x="445" y="215"/>
                    <a:pt x="448" y="216"/>
                  </a:cubicBezTo>
                  <a:cubicBezTo>
                    <a:pt x="451" y="215"/>
                    <a:pt x="454" y="214"/>
                    <a:pt x="459" y="214"/>
                  </a:cubicBezTo>
                  <a:cubicBezTo>
                    <a:pt x="474" y="214"/>
                    <a:pt x="496" y="221"/>
                    <a:pt x="498" y="229"/>
                  </a:cubicBezTo>
                  <a:cubicBezTo>
                    <a:pt x="502" y="223"/>
                    <a:pt x="503" y="222"/>
                    <a:pt x="504" y="222"/>
                  </a:cubicBezTo>
                  <a:cubicBezTo>
                    <a:pt x="505" y="222"/>
                    <a:pt x="506" y="222"/>
                    <a:pt x="507" y="222"/>
                  </a:cubicBezTo>
                  <a:cubicBezTo>
                    <a:pt x="507" y="229"/>
                    <a:pt x="507" y="232"/>
                    <a:pt x="509" y="232"/>
                  </a:cubicBezTo>
                  <a:cubicBezTo>
                    <a:pt x="510" y="232"/>
                    <a:pt x="513" y="225"/>
                    <a:pt x="516" y="215"/>
                  </a:cubicBezTo>
                  <a:lnTo>
                    <a:pt x="511" y="214"/>
                  </a:lnTo>
                  <a:lnTo>
                    <a:pt x="508" y="213"/>
                  </a:lnTo>
                  <a:cubicBezTo>
                    <a:pt x="510" y="207"/>
                    <a:pt x="512" y="203"/>
                    <a:pt x="515" y="203"/>
                  </a:cubicBezTo>
                  <a:cubicBezTo>
                    <a:pt x="518" y="203"/>
                    <a:pt x="520" y="210"/>
                    <a:pt x="517" y="224"/>
                  </a:cubicBezTo>
                  <a:cubicBezTo>
                    <a:pt x="517" y="234"/>
                    <a:pt x="517" y="238"/>
                    <a:pt x="518" y="238"/>
                  </a:cubicBezTo>
                  <a:cubicBezTo>
                    <a:pt x="519" y="238"/>
                    <a:pt x="520" y="234"/>
                    <a:pt x="523" y="227"/>
                  </a:cubicBezTo>
                  <a:cubicBezTo>
                    <a:pt x="527" y="219"/>
                    <a:pt x="530" y="215"/>
                    <a:pt x="532" y="215"/>
                  </a:cubicBezTo>
                  <a:cubicBezTo>
                    <a:pt x="534" y="215"/>
                    <a:pt x="535" y="219"/>
                    <a:pt x="535" y="229"/>
                  </a:cubicBezTo>
                  <a:cubicBezTo>
                    <a:pt x="532" y="237"/>
                    <a:pt x="531" y="242"/>
                    <a:pt x="532" y="242"/>
                  </a:cubicBezTo>
                  <a:cubicBezTo>
                    <a:pt x="532" y="242"/>
                    <a:pt x="534" y="238"/>
                    <a:pt x="538" y="230"/>
                  </a:cubicBezTo>
                  <a:cubicBezTo>
                    <a:pt x="545" y="213"/>
                    <a:pt x="552" y="203"/>
                    <a:pt x="556" y="203"/>
                  </a:cubicBezTo>
                  <a:cubicBezTo>
                    <a:pt x="559" y="203"/>
                    <a:pt x="560" y="210"/>
                    <a:pt x="557" y="225"/>
                  </a:cubicBezTo>
                  <a:cubicBezTo>
                    <a:pt x="554" y="242"/>
                    <a:pt x="555" y="251"/>
                    <a:pt x="559" y="252"/>
                  </a:cubicBezTo>
                  <a:cubicBezTo>
                    <a:pt x="563" y="252"/>
                    <a:pt x="564" y="244"/>
                    <a:pt x="566" y="236"/>
                  </a:cubicBezTo>
                  <a:cubicBezTo>
                    <a:pt x="566" y="227"/>
                    <a:pt x="567" y="223"/>
                    <a:pt x="568" y="223"/>
                  </a:cubicBezTo>
                  <a:cubicBezTo>
                    <a:pt x="569" y="223"/>
                    <a:pt x="571" y="228"/>
                    <a:pt x="573" y="238"/>
                  </a:cubicBezTo>
                  <a:cubicBezTo>
                    <a:pt x="576" y="254"/>
                    <a:pt x="580" y="261"/>
                    <a:pt x="585" y="261"/>
                  </a:cubicBezTo>
                  <a:cubicBezTo>
                    <a:pt x="589" y="261"/>
                    <a:pt x="594" y="257"/>
                    <a:pt x="600" y="251"/>
                  </a:cubicBezTo>
                  <a:cubicBezTo>
                    <a:pt x="607" y="245"/>
                    <a:pt x="614" y="242"/>
                    <a:pt x="617" y="242"/>
                  </a:cubicBezTo>
                  <a:cubicBezTo>
                    <a:pt x="621" y="242"/>
                    <a:pt x="621" y="247"/>
                    <a:pt x="613" y="255"/>
                  </a:cubicBezTo>
                  <a:cubicBezTo>
                    <a:pt x="607" y="263"/>
                    <a:pt x="605" y="267"/>
                    <a:pt x="606" y="267"/>
                  </a:cubicBezTo>
                  <a:cubicBezTo>
                    <a:pt x="606" y="267"/>
                    <a:pt x="608" y="265"/>
                    <a:pt x="612" y="262"/>
                  </a:cubicBezTo>
                  <a:lnTo>
                    <a:pt x="630" y="267"/>
                  </a:lnTo>
                  <a:cubicBezTo>
                    <a:pt x="633" y="267"/>
                    <a:pt x="638" y="259"/>
                    <a:pt x="640" y="251"/>
                  </a:cubicBezTo>
                  <a:cubicBezTo>
                    <a:pt x="640" y="263"/>
                    <a:pt x="643" y="271"/>
                    <a:pt x="647" y="271"/>
                  </a:cubicBezTo>
                  <a:cubicBezTo>
                    <a:pt x="649" y="271"/>
                    <a:pt x="652" y="269"/>
                    <a:pt x="656" y="264"/>
                  </a:cubicBezTo>
                  <a:lnTo>
                    <a:pt x="663" y="265"/>
                  </a:lnTo>
                  <a:cubicBezTo>
                    <a:pt x="664" y="265"/>
                    <a:pt x="664" y="265"/>
                    <a:pt x="665" y="265"/>
                  </a:cubicBezTo>
                  <a:cubicBezTo>
                    <a:pt x="666" y="265"/>
                    <a:pt x="668" y="264"/>
                    <a:pt x="672" y="258"/>
                  </a:cubicBezTo>
                  <a:cubicBezTo>
                    <a:pt x="673" y="256"/>
                    <a:pt x="674" y="255"/>
                    <a:pt x="675" y="255"/>
                  </a:cubicBezTo>
                  <a:cubicBezTo>
                    <a:pt x="678" y="255"/>
                    <a:pt x="679" y="261"/>
                    <a:pt x="681" y="268"/>
                  </a:cubicBezTo>
                  <a:cubicBezTo>
                    <a:pt x="682" y="275"/>
                    <a:pt x="684" y="281"/>
                    <a:pt x="685" y="281"/>
                  </a:cubicBezTo>
                  <a:cubicBezTo>
                    <a:pt x="685" y="281"/>
                    <a:pt x="686" y="280"/>
                    <a:pt x="686" y="278"/>
                  </a:cubicBezTo>
                  <a:cubicBezTo>
                    <a:pt x="687" y="269"/>
                    <a:pt x="696" y="262"/>
                    <a:pt x="702" y="255"/>
                  </a:cubicBezTo>
                  <a:cubicBezTo>
                    <a:pt x="703" y="253"/>
                    <a:pt x="704" y="252"/>
                    <a:pt x="705" y="252"/>
                  </a:cubicBezTo>
                  <a:cubicBezTo>
                    <a:pt x="707" y="252"/>
                    <a:pt x="707" y="259"/>
                    <a:pt x="703" y="265"/>
                  </a:cubicBezTo>
                  <a:cubicBezTo>
                    <a:pt x="702" y="273"/>
                    <a:pt x="702" y="273"/>
                    <a:pt x="707" y="283"/>
                  </a:cubicBezTo>
                  <a:cubicBezTo>
                    <a:pt x="709" y="283"/>
                    <a:pt x="710" y="283"/>
                    <a:pt x="712" y="283"/>
                  </a:cubicBezTo>
                  <a:cubicBezTo>
                    <a:pt x="715" y="283"/>
                    <a:pt x="718" y="282"/>
                    <a:pt x="720" y="276"/>
                  </a:cubicBezTo>
                  <a:cubicBezTo>
                    <a:pt x="720" y="273"/>
                    <a:pt x="723" y="272"/>
                    <a:pt x="727" y="272"/>
                  </a:cubicBezTo>
                  <a:cubicBezTo>
                    <a:pt x="734" y="272"/>
                    <a:pt x="743" y="276"/>
                    <a:pt x="744" y="281"/>
                  </a:cubicBezTo>
                  <a:lnTo>
                    <a:pt x="751" y="283"/>
                  </a:lnTo>
                  <a:cubicBezTo>
                    <a:pt x="754" y="283"/>
                    <a:pt x="759" y="276"/>
                    <a:pt x="763" y="276"/>
                  </a:cubicBezTo>
                  <a:cubicBezTo>
                    <a:pt x="763" y="276"/>
                    <a:pt x="763" y="276"/>
                    <a:pt x="764" y="276"/>
                  </a:cubicBezTo>
                  <a:cubicBezTo>
                    <a:pt x="764" y="276"/>
                    <a:pt x="767" y="276"/>
                    <a:pt x="773" y="268"/>
                  </a:cubicBezTo>
                  <a:cubicBezTo>
                    <a:pt x="776" y="269"/>
                    <a:pt x="779" y="269"/>
                    <a:pt x="778" y="278"/>
                  </a:cubicBezTo>
                  <a:cubicBezTo>
                    <a:pt x="781" y="270"/>
                    <a:pt x="782" y="266"/>
                    <a:pt x="783" y="266"/>
                  </a:cubicBezTo>
                  <a:cubicBezTo>
                    <a:pt x="784" y="266"/>
                    <a:pt x="784" y="270"/>
                    <a:pt x="785" y="279"/>
                  </a:cubicBezTo>
                  <a:cubicBezTo>
                    <a:pt x="784" y="288"/>
                    <a:pt x="783" y="292"/>
                    <a:pt x="784" y="292"/>
                  </a:cubicBezTo>
                  <a:cubicBezTo>
                    <a:pt x="784" y="292"/>
                    <a:pt x="785" y="288"/>
                    <a:pt x="788" y="279"/>
                  </a:cubicBezTo>
                  <a:cubicBezTo>
                    <a:pt x="790" y="275"/>
                    <a:pt x="792" y="273"/>
                    <a:pt x="792" y="273"/>
                  </a:cubicBezTo>
                  <a:cubicBezTo>
                    <a:pt x="793" y="273"/>
                    <a:pt x="794" y="276"/>
                    <a:pt x="795" y="280"/>
                  </a:cubicBezTo>
                  <a:cubicBezTo>
                    <a:pt x="794" y="285"/>
                    <a:pt x="795" y="287"/>
                    <a:pt x="796" y="287"/>
                  </a:cubicBezTo>
                  <a:cubicBezTo>
                    <a:pt x="797" y="287"/>
                    <a:pt x="798" y="285"/>
                    <a:pt x="799" y="281"/>
                  </a:cubicBezTo>
                  <a:cubicBezTo>
                    <a:pt x="803" y="272"/>
                    <a:pt x="808" y="266"/>
                    <a:pt x="812" y="266"/>
                  </a:cubicBezTo>
                  <a:cubicBezTo>
                    <a:pt x="814" y="266"/>
                    <a:pt x="815" y="269"/>
                    <a:pt x="814" y="276"/>
                  </a:cubicBezTo>
                  <a:cubicBezTo>
                    <a:pt x="814" y="276"/>
                    <a:pt x="819" y="276"/>
                    <a:pt x="823" y="268"/>
                  </a:cubicBezTo>
                  <a:cubicBezTo>
                    <a:pt x="826" y="260"/>
                    <a:pt x="827" y="256"/>
                    <a:pt x="828" y="256"/>
                  </a:cubicBezTo>
                  <a:lnTo>
                    <a:pt x="828" y="256"/>
                  </a:lnTo>
                  <a:cubicBezTo>
                    <a:pt x="828" y="256"/>
                    <a:pt x="828" y="261"/>
                    <a:pt x="826" y="269"/>
                  </a:cubicBezTo>
                  <a:cubicBezTo>
                    <a:pt x="827" y="278"/>
                    <a:pt x="828" y="282"/>
                    <a:pt x="830" y="282"/>
                  </a:cubicBezTo>
                  <a:cubicBezTo>
                    <a:pt x="832" y="282"/>
                    <a:pt x="834" y="278"/>
                    <a:pt x="838" y="270"/>
                  </a:cubicBezTo>
                  <a:cubicBezTo>
                    <a:pt x="838" y="270"/>
                    <a:pt x="839" y="267"/>
                    <a:pt x="841" y="267"/>
                  </a:cubicBezTo>
                  <a:cubicBezTo>
                    <a:pt x="842" y="267"/>
                    <a:pt x="844" y="268"/>
                    <a:pt x="844" y="271"/>
                  </a:cubicBezTo>
                  <a:cubicBezTo>
                    <a:pt x="848" y="278"/>
                    <a:pt x="857" y="285"/>
                    <a:pt x="863" y="285"/>
                  </a:cubicBezTo>
                  <a:cubicBezTo>
                    <a:pt x="867" y="285"/>
                    <a:pt x="869" y="283"/>
                    <a:pt x="869" y="276"/>
                  </a:cubicBezTo>
                  <a:lnTo>
                    <a:pt x="869" y="276"/>
                  </a:lnTo>
                  <a:lnTo>
                    <a:pt x="876" y="277"/>
                  </a:lnTo>
                  <a:cubicBezTo>
                    <a:pt x="879" y="282"/>
                    <a:pt x="881" y="285"/>
                    <a:pt x="884" y="285"/>
                  </a:cubicBezTo>
                  <a:cubicBezTo>
                    <a:pt x="886" y="285"/>
                    <a:pt x="888" y="283"/>
                    <a:pt x="890" y="279"/>
                  </a:cubicBezTo>
                  <a:lnTo>
                    <a:pt x="895" y="271"/>
                  </a:lnTo>
                  <a:lnTo>
                    <a:pt x="895" y="271"/>
                  </a:lnTo>
                  <a:cubicBezTo>
                    <a:pt x="894" y="280"/>
                    <a:pt x="896" y="289"/>
                    <a:pt x="899" y="289"/>
                  </a:cubicBezTo>
                  <a:cubicBezTo>
                    <a:pt x="900" y="290"/>
                    <a:pt x="901" y="290"/>
                    <a:pt x="901" y="290"/>
                  </a:cubicBezTo>
                  <a:cubicBezTo>
                    <a:pt x="903" y="290"/>
                    <a:pt x="903" y="288"/>
                    <a:pt x="904" y="281"/>
                  </a:cubicBezTo>
                  <a:cubicBezTo>
                    <a:pt x="902" y="274"/>
                    <a:pt x="904" y="274"/>
                    <a:pt x="907" y="274"/>
                  </a:cubicBezTo>
                  <a:cubicBezTo>
                    <a:pt x="908" y="274"/>
                    <a:pt x="909" y="274"/>
                    <a:pt x="909" y="274"/>
                  </a:cubicBezTo>
                  <a:cubicBezTo>
                    <a:pt x="913" y="275"/>
                    <a:pt x="915" y="284"/>
                    <a:pt x="914" y="292"/>
                  </a:cubicBezTo>
                  <a:lnTo>
                    <a:pt x="917" y="293"/>
                  </a:lnTo>
                  <a:cubicBezTo>
                    <a:pt x="919" y="283"/>
                    <a:pt x="920" y="279"/>
                    <a:pt x="921" y="279"/>
                  </a:cubicBezTo>
                  <a:cubicBezTo>
                    <a:pt x="922" y="279"/>
                    <a:pt x="922" y="281"/>
                    <a:pt x="922" y="285"/>
                  </a:cubicBezTo>
                  <a:cubicBezTo>
                    <a:pt x="924" y="294"/>
                    <a:pt x="928" y="294"/>
                    <a:pt x="932" y="295"/>
                  </a:cubicBezTo>
                  <a:cubicBezTo>
                    <a:pt x="932" y="292"/>
                    <a:pt x="933" y="291"/>
                    <a:pt x="933" y="291"/>
                  </a:cubicBezTo>
                  <a:lnTo>
                    <a:pt x="933" y="291"/>
                  </a:lnTo>
                  <a:cubicBezTo>
                    <a:pt x="934" y="291"/>
                    <a:pt x="934" y="295"/>
                    <a:pt x="932" y="295"/>
                  </a:cubicBezTo>
                  <a:lnTo>
                    <a:pt x="931" y="303"/>
                  </a:lnTo>
                  <a:cubicBezTo>
                    <a:pt x="931" y="306"/>
                    <a:pt x="932" y="307"/>
                    <a:pt x="933" y="307"/>
                  </a:cubicBezTo>
                  <a:cubicBezTo>
                    <a:pt x="934" y="307"/>
                    <a:pt x="934" y="301"/>
                    <a:pt x="935" y="295"/>
                  </a:cubicBezTo>
                  <a:lnTo>
                    <a:pt x="942" y="296"/>
                  </a:lnTo>
                  <a:cubicBezTo>
                    <a:pt x="943" y="296"/>
                    <a:pt x="944" y="296"/>
                    <a:pt x="944" y="296"/>
                  </a:cubicBezTo>
                  <a:cubicBezTo>
                    <a:pt x="947" y="296"/>
                    <a:pt x="949" y="295"/>
                    <a:pt x="946" y="288"/>
                  </a:cubicBezTo>
                  <a:cubicBezTo>
                    <a:pt x="948" y="279"/>
                    <a:pt x="949" y="271"/>
                    <a:pt x="953" y="271"/>
                  </a:cubicBezTo>
                  <a:cubicBezTo>
                    <a:pt x="953" y="269"/>
                    <a:pt x="954" y="268"/>
                    <a:pt x="954" y="268"/>
                  </a:cubicBezTo>
                  <a:lnTo>
                    <a:pt x="954" y="268"/>
                  </a:lnTo>
                  <a:cubicBezTo>
                    <a:pt x="955" y="268"/>
                    <a:pt x="955" y="271"/>
                    <a:pt x="954" y="271"/>
                  </a:cubicBezTo>
                  <a:cubicBezTo>
                    <a:pt x="954" y="271"/>
                    <a:pt x="953" y="271"/>
                    <a:pt x="953" y="271"/>
                  </a:cubicBezTo>
                  <a:lnTo>
                    <a:pt x="953" y="271"/>
                  </a:lnTo>
                  <a:cubicBezTo>
                    <a:pt x="952" y="280"/>
                    <a:pt x="951" y="288"/>
                    <a:pt x="954" y="289"/>
                  </a:cubicBezTo>
                  <a:cubicBezTo>
                    <a:pt x="958" y="289"/>
                    <a:pt x="957" y="298"/>
                    <a:pt x="957" y="298"/>
                  </a:cubicBezTo>
                  <a:cubicBezTo>
                    <a:pt x="954" y="305"/>
                    <a:pt x="956" y="308"/>
                    <a:pt x="959" y="308"/>
                  </a:cubicBezTo>
                  <a:cubicBezTo>
                    <a:pt x="963" y="308"/>
                    <a:pt x="969" y="304"/>
                    <a:pt x="971" y="299"/>
                  </a:cubicBezTo>
                  <a:cubicBezTo>
                    <a:pt x="975" y="292"/>
                    <a:pt x="979" y="288"/>
                    <a:pt x="980" y="288"/>
                  </a:cubicBezTo>
                  <a:cubicBezTo>
                    <a:pt x="982" y="288"/>
                    <a:pt x="982" y="292"/>
                    <a:pt x="981" y="301"/>
                  </a:cubicBezTo>
                  <a:cubicBezTo>
                    <a:pt x="981" y="306"/>
                    <a:pt x="981" y="308"/>
                    <a:pt x="982" y="308"/>
                  </a:cubicBezTo>
                  <a:cubicBezTo>
                    <a:pt x="985" y="308"/>
                    <a:pt x="991" y="295"/>
                    <a:pt x="996" y="277"/>
                  </a:cubicBezTo>
                  <a:lnTo>
                    <a:pt x="1001" y="252"/>
                  </a:lnTo>
                  <a:lnTo>
                    <a:pt x="999" y="277"/>
                  </a:lnTo>
                  <a:cubicBezTo>
                    <a:pt x="998" y="298"/>
                    <a:pt x="998" y="306"/>
                    <a:pt x="1001" y="306"/>
                  </a:cubicBezTo>
                  <a:cubicBezTo>
                    <a:pt x="1003" y="306"/>
                    <a:pt x="1006" y="302"/>
                    <a:pt x="1011" y="296"/>
                  </a:cubicBezTo>
                  <a:cubicBezTo>
                    <a:pt x="1015" y="292"/>
                    <a:pt x="1017" y="290"/>
                    <a:pt x="1018" y="290"/>
                  </a:cubicBezTo>
                  <a:cubicBezTo>
                    <a:pt x="1019" y="290"/>
                    <a:pt x="1019" y="293"/>
                    <a:pt x="1018" y="297"/>
                  </a:cubicBezTo>
                  <a:cubicBezTo>
                    <a:pt x="1017" y="305"/>
                    <a:pt x="1020" y="306"/>
                    <a:pt x="1032" y="307"/>
                  </a:cubicBezTo>
                  <a:cubicBezTo>
                    <a:pt x="1035" y="308"/>
                    <a:pt x="1038" y="308"/>
                    <a:pt x="1040" y="308"/>
                  </a:cubicBezTo>
                  <a:cubicBezTo>
                    <a:pt x="1044" y="308"/>
                    <a:pt x="1046" y="307"/>
                    <a:pt x="1046" y="301"/>
                  </a:cubicBezTo>
                  <a:lnTo>
                    <a:pt x="1054" y="302"/>
                  </a:lnTo>
                  <a:cubicBezTo>
                    <a:pt x="1055" y="308"/>
                    <a:pt x="1056" y="311"/>
                    <a:pt x="1058" y="311"/>
                  </a:cubicBezTo>
                  <a:cubicBezTo>
                    <a:pt x="1061" y="311"/>
                    <a:pt x="1063" y="305"/>
                    <a:pt x="1062" y="294"/>
                  </a:cubicBezTo>
                  <a:lnTo>
                    <a:pt x="1062" y="294"/>
                  </a:lnTo>
                  <a:lnTo>
                    <a:pt x="1069" y="295"/>
                  </a:lnTo>
                  <a:lnTo>
                    <a:pt x="1068" y="304"/>
                  </a:lnTo>
                  <a:cubicBezTo>
                    <a:pt x="1068" y="312"/>
                    <a:pt x="1074" y="313"/>
                    <a:pt x="1103" y="316"/>
                  </a:cubicBezTo>
                  <a:cubicBezTo>
                    <a:pt x="1113" y="317"/>
                    <a:pt x="1120" y="318"/>
                    <a:pt x="1126" y="318"/>
                  </a:cubicBezTo>
                  <a:cubicBezTo>
                    <a:pt x="1137" y="318"/>
                    <a:pt x="1140" y="314"/>
                    <a:pt x="1140" y="303"/>
                  </a:cubicBezTo>
                  <a:cubicBezTo>
                    <a:pt x="1143" y="295"/>
                    <a:pt x="1145" y="291"/>
                    <a:pt x="1146" y="291"/>
                  </a:cubicBezTo>
                  <a:cubicBezTo>
                    <a:pt x="1147" y="291"/>
                    <a:pt x="1148" y="295"/>
                    <a:pt x="1147" y="304"/>
                  </a:cubicBezTo>
                  <a:cubicBezTo>
                    <a:pt x="1147" y="310"/>
                    <a:pt x="1148" y="316"/>
                    <a:pt x="1149" y="316"/>
                  </a:cubicBezTo>
                  <a:cubicBezTo>
                    <a:pt x="1150" y="316"/>
                    <a:pt x="1150" y="315"/>
                    <a:pt x="1151" y="313"/>
                  </a:cubicBezTo>
                  <a:cubicBezTo>
                    <a:pt x="1155" y="313"/>
                    <a:pt x="1160" y="317"/>
                    <a:pt x="1161" y="322"/>
                  </a:cubicBezTo>
                  <a:cubicBezTo>
                    <a:pt x="1165" y="330"/>
                    <a:pt x="1168" y="333"/>
                    <a:pt x="1170" y="333"/>
                  </a:cubicBezTo>
                  <a:cubicBezTo>
                    <a:pt x="1173" y="333"/>
                    <a:pt x="1174" y="328"/>
                    <a:pt x="1174" y="323"/>
                  </a:cubicBezTo>
                  <a:cubicBezTo>
                    <a:pt x="1173" y="316"/>
                    <a:pt x="1173" y="313"/>
                    <a:pt x="1174" y="313"/>
                  </a:cubicBezTo>
                  <a:lnTo>
                    <a:pt x="1174" y="313"/>
                  </a:lnTo>
                  <a:cubicBezTo>
                    <a:pt x="1175" y="313"/>
                    <a:pt x="1177" y="318"/>
                    <a:pt x="1179" y="323"/>
                  </a:cubicBezTo>
                  <a:cubicBezTo>
                    <a:pt x="1180" y="330"/>
                    <a:pt x="1182" y="336"/>
                    <a:pt x="1184" y="336"/>
                  </a:cubicBezTo>
                  <a:cubicBezTo>
                    <a:pt x="1184" y="336"/>
                    <a:pt x="1184" y="335"/>
                    <a:pt x="1184" y="333"/>
                  </a:cubicBezTo>
                  <a:cubicBezTo>
                    <a:pt x="1187" y="328"/>
                    <a:pt x="1194" y="324"/>
                    <a:pt x="1201" y="324"/>
                  </a:cubicBezTo>
                  <a:cubicBezTo>
                    <a:pt x="1206" y="324"/>
                    <a:pt x="1211" y="327"/>
                    <a:pt x="1210" y="335"/>
                  </a:cubicBezTo>
                  <a:lnTo>
                    <a:pt x="1217" y="335"/>
                  </a:lnTo>
                  <a:cubicBezTo>
                    <a:pt x="1218" y="330"/>
                    <a:pt x="1221" y="328"/>
                    <a:pt x="1226" y="328"/>
                  </a:cubicBezTo>
                  <a:cubicBezTo>
                    <a:pt x="1228" y="328"/>
                    <a:pt x="1230" y="328"/>
                    <a:pt x="1232" y="329"/>
                  </a:cubicBezTo>
                  <a:cubicBezTo>
                    <a:pt x="1239" y="329"/>
                    <a:pt x="1243" y="330"/>
                    <a:pt x="1243" y="338"/>
                  </a:cubicBezTo>
                  <a:cubicBezTo>
                    <a:pt x="1240" y="342"/>
                    <a:pt x="1240" y="344"/>
                    <a:pt x="1242" y="344"/>
                  </a:cubicBezTo>
                  <a:cubicBezTo>
                    <a:pt x="1243" y="344"/>
                    <a:pt x="1246" y="342"/>
                    <a:pt x="1249" y="339"/>
                  </a:cubicBezTo>
                  <a:cubicBezTo>
                    <a:pt x="1253" y="339"/>
                    <a:pt x="1257" y="322"/>
                    <a:pt x="1262" y="322"/>
                  </a:cubicBezTo>
                  <a:cubicBezTo>
                    <a:pt x="1262" y="314"/>
                    <a:pt x="1266" y="306"/>
                    <a:pt x="1269" y="306"/>
                  </a:cubicBezTo>
                  <a:cubicBezTo>
                    <a:pt x="1269" y="306"/>
                    <a:pt x="1269" y="306"/>
                    <a:pt x="1269" y="306"/>
                  </a:cubicBezTo>
                  <a:lnTo>
                    <a:pt x="1269" y="314"/>
                  </a:lnTo>
                  <a:lnTo>
                    <a:pt x="1268" y="331"/>
                  </a:lnTo>
                  <a:cubicBezTo>
                    <a:pt x="1269" y="331"/>
                    <a:pt x="1270" y="331"/>
                    <a:pt x="1271" y="331"/>
                  </a:cubicBezTo>
                  <a:cubicBezTo>
                    <a:pt x="1273" y="331"/>
                    <a:pt x="1275" y="330"/>
                    <a:pt x="1275" y="323"/>
                  </a:cubicBezTo>
                  <a:cubicBezTo>
                    <a:pt x="1278" y="332"/>
                    <a:pt x="1282" y="333"/>
                    <a:pt x="1290" y="333"/>
                  </a:cubicBezTo>
                  <a:cubicBezTo>
                    <a:pt x="1292" y="333"/>
                    <a:pt x="1293" y="334"/>
                    <a:pt x="1295" y="334"/>
                  </a:cubicBezTo>
                  <a:cubicBezTo>
                    <a:pt x="1300" y="334"/>
                    <a:pt x="1305" y="332"/>
                    <a:pt x="1308" y="326"/>
                  </a:cubicBezTo>
                  <a:cubicBezTo>
                    <a:pt x="1308" y="335"/>
                    <a:pt x="1315" y="340"/>
                    <a:pt x="1322" y="340"/>
                  </a:cubicBezTo>
                  <a:cubicBezTo>
                    <a:pt x="1329" y="340"/>
                    <a:pt x="1335" y="336"/>
                    <a:pt x="1337" y="327"/>
                  </a:cubicBezTo>
                  <a:cubicBezTo>
                    <a:pt x="1337" y="324"/>
                    <a:pt x="1338" y="322"/>
                    <a:pt x="1339" y="322"/>
                  </a:cubicBezTo>
                  <a:cubicBezTo>
                    <a:pt x="1340" y="322"/>
                    <a:pt x="1342" y="324"/>
                    <a:pt x="1344" y="329"/>
                  </a:cubicBezTo>
                  <a:cubicBezTo>
                    <a:pt x="1345" y="333"/>
                    <a:pt x="1346" y="334"/>
                    <a:pt x="1347" y="334"/>
                  </a:cubicBezTo>
                  <a:cubicBezTo>
                    <a:pt x="1348" y="334"/>
                    <a:pt x="1349" y="333"/>
                    <a:pt x="1351" y="329"/>
                  </a:cubicBezTo>
                  <a:cubicBezTo>
                    <a:pt x="1352" y="326"/>
                    <a:pt x="1353" y="325"/>
                    <a:pt x="1354" y="325"/>
                  </a:cubicBezTo>
                  <a:cubicBezTo>
                    <a:pt x="1357" y="325"/>
                    <a:pt x="1359" y="331"/>
                    <a:pt x="1361" y="338"/>
                  </a:cubicBezTo>
                  <a:cubicBezTo>
                    <a:pt x="1363" y="348"/>
                    <a:pt x="1365" y="352"/>
                    <a:pt x="1367" y="352"/>
                  </a:cubicBezTo>
                  <a:cubicBezTo>
                    <a:pt x="1369" y="352"/>
                    <a:pt x="1370" y="350"/>
                    <a:pt x="1372" y="347"/>
                  </a:cubicBezTo>
                  <a:cubicBezTo>
                    <a:pt x="1376" y="341"/>
                    <a:pt x="1383" y="339"/>
                    <a:pt x="1391" y="339"/>
                  </a:cubicBezTo>
                  <a:cubicBezTo>
                    <a:pt x="1397" y="331"/>
                    <a:pt x="1401" y="331"/>
                    <a:pt x="1398" y="322"/>
                  </a:cubicBezTo>
                  <a:cubicBezTo>
                    <a:pt x="1398" y="316"/>
                    <a:pt x="1400" y="311"/>
                    <a:pt x="1402" y="305"/>
                  </a:cubicBezTo>
                  <a:cubicBezTo>
                    <a:pt x="1404" y="303"/>
                    <a:pt x="1406" y="302"/>
                    <a:pt x="1407" y="302"/>
                  </a:cubicBezTo>
                  <a:cubicBezTo>
                    <a:pt x="1409" y="302"/>
                    <a:pt x="1408" y="305"/>
                    <a:pt x="1406" y="305"/>
                  </a:cubicBezTo>
                  <a:cubicBezTo>
                    <a:pt x="1406" y="305"/>
                    <a:pt x="1405" y="305"/>
                    <a:pt x="1405" y="305"/>
                  </a:cubicBezTo>
                  <a:cubicBezTo>
                    <a:pt x="1398" y="314"/>
                    <a:pt x="1402" y="314"/>
                    <a:pt x="1405" y="323"/>
                  </a:cubicBezTo>
                  <a:cubicBezTo>
                    <a:pt x="1407" y="329"/>
                    <a:pt x="1413" y="332"/>
                    <a:pt x="1419" y="332"/>
                  </a:cubicBezTo>
                  <a:lnTo>
                    <a:pt x="1433" y="332"/>
                  </a:lnTo>
                  <a:cubicBezTo>
                    <a:pt x="1439" y="337"/>
                    <a:pt x="1443" y="340"/>
                    <a:pt x="1445" y="340"/>
                  </a:cubicBezTo>
                  <a:cubicBezTo>
                    <a:pt x="1447" y="340"/>
                    <a:pt x="1448" y="337"/>
                    <a:pt x="1448" y="333"/>
                  </a:cubicBezTo>
                  <a:lnTo>
                    <a:pt x="1448" y="325"/>
                  </a:lnTo>
                  <a:cubicBezTo>
                    <a:pt x="1450" y="334"/>
                    <a:pt x="1462" y="339"/>
                    <a:pt x="1473" y="339"/>
                  </a:cubicBezTo>
                  <a:cubicBezTo>
                    <a:pt x="1483" y="339"/>
                    <a:pt x="1493" y="335"/>
                    <a:pt x="1495" y="327"/>
                  </a:cubicBezTo>
                  <a:cubicBezTo>
                    <a:pt x="1495" y="330"/>
                    <a:pt x="1495" y="333"/>
                    <a:pt x="1495" y="335"/>
                  </a:cubicBezTo>
                  <a:cubicBezTo>
                    <a:pt x="1495" y="344"/>
                    <a:pt x="1498" y="344"/>
                    <a:pt x="1505" y="344"/>
                  </a:cubicBezTo>
                  <a:cubicBezTo>
                    <a:pt x="1515" y="341"/>
                    <a:pt x="1524" y="338"/>
                    <a:pt x="1534" y="336"/>
                  </a:cubicBezTo>
                  <a:cubicBezTo>
                    <a:pt x="1549" y="336"/>
                    <a:pt x="1560" y="336"/>
                    <a:pt x="1560" y="327"/>
                  </a:cubicBezTo>
                  <a:cubicBezTo>
                    <a:pt x="1563" y="327"/>
                    <a:pt x="1563" y="327"/>
                    <a:pt x="1563" y="336"/>
                  </a:cubicBezTo>
                  <a:cubicBezTo>
                    <a:pt x="1560" y="344"/>
                    <a:pt x="1563" y="344"/>
                    <a:pt x="1567" y="344"/>
                  </a:cubicBezTo>
                  <a:cubicBezTo>
                    <a:pt x="1567" y="344"/>
                    <a:pt x="1567" y="344"/>
                    <a:pt x="1567" y="344"/>
                  </a:cubicBezTo>
                  <a:cubicBezTo>
                    <a:pt x="1570" y="344"/>
                    <a:pt x="1570" y="336"/>
                    <a:pt x="1570" y="327"/>
                  </a:cubicBezTo>
                  <a:cubicBezTo>
                    <a:pt x="1570" y="324"/>
                    <a:pt x="1571" y="322"/>
                    <a:pt x="1573" y="322"/>
                  </a:cubicBezTo>
                  <a:cubicBezTo>
                    <a:pt x="1575" y="322"/>
                    <a:pt x="1577" y="324"/>
                    <a:pt x="1581" y="327"/>
                  </a:cubicBezTo>
                  <a:cubicBezTo>
                    <a:pt x="1585" y="332"/>
                    <a:pt x="1591" y="334"/>
                    <a:pt x="1596" y="334"/>
                  </a:cubicBezTo>
                  <a:cubicBezTo>
                    <a:pt x="1601" y="334"/>
                    <a:pt x="1606" y="332"/>
                    <a:pt x="1609" y="329"/>
                  </a:cubicBezTo>
                  <a:cubicBezTo>
                    <a:pt x="1614" y="329"/>
                    <a:pt x="1617" y="329"/>
                    <a:pt x="1617" y="336"/>
                  </a:cubicBezTo>
                  <a:cubicBezTo>
                    <a:pt x="1619" y="342"/>
                    <a:pt x="1623" y="347"/>
                    <a:pt x="1627" y="347"/>
                  </a:cubicBezTo>
                  <a:cubicBezTo>
                    <a:pt x="1629" y="347"/>
                    <a:pt x="1632" y="344"/>
                    <a:pt x="1635" y="338"/>
                  </a:cubicBezTo>
                  <a:cubicBezTo>
                    <a:pt x="1639" y="338"/>
                    <a:pt x="1639" y="338"/>
                    <a:pt x="1639" y="345"/>
                  </a:cubicBezTo>
                  <a:cubicBezTo>
                    <a:pt x="1641" y="351"/>
                    <a:pt x="1642" y="355"/>
                    <a:pt x="1643" y="355"/>
                  </a:cubicBezTo>
                  <a:cubicBezTo>
                    <a:pt x="1644" y="355"/>
                    <a:pt x="1645" y="353"/>
                    <a:pt x="1646" y="345"/>
                  </a:cubicBezTo>
                  <a:cubicBezTo>
                    <a:pt x="1649" y="342"/>
                    <a:pt x="1654" y="340"/>
                    <a:pt x="1658" y="340"/>
                  </a:cubicBezTo>
                  <a:cubicBezTo>
                    <a:pt x="1663" y="340"/>
                    <a:pt x="1668" y="342"/>
                    <a:pt x="1671" y="347"/>
                  </a:cubicBezTo>
                  <a:cubicBezTo>
                    <a:pt x="1674" y="347"/>
                    <a:pt x="1679" y="347"/>
                    <a:pt x="1678" y="338"/>
                  </a:cubicBezTo>
                  <a:cubicBezTo>
                    <a:pt x="1678" y="334"/>
                    <a:pt x="1678" y="331"/>
                    <a:pt x="1678" y="329"/>
                  </a:cubicBezTo>
                  <a:cubicBezTo>
                    <a:pt x="1680" y="338"/>
                    <a:pt x="1681" y="342"/>
                    <a:pt x="1682" y="342"/>
                  </a:cubicBezTo>
                  <a:cubicBezTo>
                    <a:pt x="1683" y="342"/>
                    <a:pt x="1684" y="338"/>
                    <a:pt x="1686" y="329"/>
                  </a:cubicBezTo>
                  <a:cubicBezTo>
                    <a:pt x="1686" y="325"/>
                    <a:pt x="1687" y="323"/>
                    <a:pt x="1687" y="323"/>
                  </a:cubicBezTo>
                  <a:cubicBezTo>
                    <a:pt x="1688" y="323"/>
                    <a:pt x="1689" y="325"/>
                    <a:pt x="1689" y="329"/>
                  </a:cubicBezTo>
                  <a:cubicBezTo>
                    <a:pt x="1692" y="338"/>
                    <a:pt x="1696" y="338"/>
                    <a:pt x="1696" y="338"/>
                  </a:cubicBezTo>
                  <a:cubicBezTo>
                    <a:pt x="1709" y="333"/>
                    <a:pt x="1723" y="330"/>
                    <a:pt x="1735" y="327"/>
                  </a:cubicBezTo>
                  <a:cubicBezTo>
                    <a:pt x="1764" y="327"/>
                    <a:pt x="1775" y="326"/>
                    <a:pt x="1774" y="319"/>
                  </a:cubicBezTo>
                  <a:cubicBezTo>
                    <a:pt x="1776" y="314"/>
                    <a:pt x="1777" y="312"/>
                    <a:pt x="1778" y="312"/>
                  </a:cubicBezTo>
                  <a:cubicBezTo>
                    <a:pt x="1779" y="312"/>
                    <a:pt x="1780" y="314"/>
                    <a:pt x="1782" y="319"/>
                  </a:cubicBezTo>
                  <a:cubicBezTo>
                    <a:pt x="1785" y="326"/>
                    <a:pt x="1790" y="326"/>
                    <a:pt x="1793" y="326"/>
                  </a:cubicBezTo>
                  <a:cubicBezTo>
                    <a:pt x="1797" y="326"/>
                    <a:pt x="1800" y="326"/>
                    <a:pt x="1801" y="334"/>
                  </a:cubicBezTo>
                  <a:cubicBezTo>
                    <a:pt x="1803" y="326"/>
                    <a:pt x="1803" y="326"/>
                    <a:pt x="1808" y="326"/>
                  </a:cubicBezTo>
                  <a:cubicBezTo>
                    <a:pt x="1808" y="330"/>
                    <a:pt x="1809" y="332"/>
                    <a:pt x="1810" y="332"/>
                  </a:cubicBezTo>
                  <a:cubicBezTo>
                    <a:pt x="1811" y="332"/>
                    <a:pt x="1813" y="330"/>
                    <a:pt x="1815" y="325"/>
                  </a:cubicBezTo>
                  <a:cubicBezTo>
                    <a:pt x="1816" y="317"/>
                    <a:pt x="1816" y="313"/>
                    <a:pt x="1817" y="313"/>
                  </a:cubicBezTo>
                  <a:cubicBezTo>
                    <a:pt x="1817" y="313"/>
                    <a:pt x="1817" y="317"/>
                    <a:pt x="1818" y="325"/>
                  </a:cubicBezTo>
                  <a:cubicBezTo>
                    <a:pt x="1819" y="332"/>
                    <a:pt x="1825" y="337"/>
                    <a:pt x="1826" y="337"/>
                  </a:cubicBezTo>
                  <a:cubicBezTo>
                    <a:pt x="1827" y="337"/>
                    <a:pt x="1827" y="336"/>
                    <a:pt x="1826" y="334"/>
                  </a:cubicBezTo>
                  <a:cubicBezTo>
                    <a:pt x="1826" y="325"/>
                    <a:pt x="1833" y="325"/>
                    <a:pt x="1836" y="316"/>
                  </a:cubicBezTo>
                  <a:cubicBezTo>
                    <a:pt x="1839" y="316"/>
                    <a:pt x="1843" y="316"/>
                    <a:pt x="1844" y="325"/>
                  </a:cubicBezTo>
                  <a:cubicBezTo>
                    <a:pt x="1845" y="327"/>
                    <a:pt x="1847" y="328"/>
                    <a:pt x="1849" y="328"/>
                  </a:cubicBezTo>
                  <a:cubicBezTo>
                    <a:pt x="1856" y="328"/>
                    <a:pt x="1866" y="322"/>
                    <a:pt x="1869" y="315"/>
                  </a:cubicBezTo>
                  <a:cubicBezTo>
                    <a:pt x="1868" y="311"/>
                    <a:pt x="1869" y="309"/>
                    <a:pt x="1869" y="309"/>
                  </a:cubicBezTo>
                  <a:cubicBezTo>
                    <a:pt x="1870" y="309"/>
                    <a:pt x="1871" y="311"/>
                    <a:pt x="1872" y="315"/>
                  </a:cubicBezTo>
                  <a:cubicBezTo>
                    <a:pt x="1872" y="324"/>
                    <a:pt x="1876" y="324"/>
                    <a:pt x="1880" y="324"/>
                  </a:cubicBezTo>
                  <a:cubicBezTo>
                    <a:pt x="1880" y="321"/>
                    <a:pt x="1881" y="320"/>
                    <a:pt x="1881" y="320"/>
                  </a:cubicBezTo>
                  <a:cubicBezTo>
                    <a:pt x="1883" y="320"/>
                    <a:pt x="1883" y="326"/>
                    <a:pt x="1883" y="332"/>
                  </a:cubicBezTo>
                  <a:cubicBezTo>
                    <a:pt x="1881" y="339"/>
                    <a:pt x="1883" y="340"/>
                    <a:pt x="1886" y="340"/>
                  </a:cubicBezTo>
                  <a:cubicBezTo>
                    <a:pt x="1888" y="340"/>
                    <a:pt x="1889" y="340"/>
                    <a:pt x="1891" y="340"/>
                  </a:cubicBezTo>
                  <a:cubicBezTo>
                    <a:pt x="1894" y="331"/>
                    <a:pt x="1909" y="331"/>
                    <a:pt x="1919" y="330"/>
                  </a:cubicBezTo>
                  <a:cubicBezTo>
                    <a:pt x="1937" y="329"/>
                    <a:pt x="1940" y="320"/>
                    <a:pt x="1946" y="303"/>
                  </a:cubicBezTo>
                  <a:lnTo>
                    <a:pt x="1948" y="285"/>
                  </a:lnTo>
                  <a:lnTo>
                    <a:pt x="1950" y="302"/>
                  </a:lnTo>
                  <a:cubicBezTo>
                    <a:pt x="1952" y="311"/>
                    <a:pt x="1953" y="319"/>
                    <a:pt x="1955" y="327"/>
                  </a:cubicBezTo>
                  <a:cubicBezTo>
                    <a:pt x="1959" y="327"/>
                    <a:pt x="1958" y="319"/>
                    <a:pt x="1958" y="310"/>
                  </a:cubicBezTo>
                  <a:cubicBezTo>
                    <a:pt x="1958" y="306"/>
                    <a:pt x="1958" y="304"/>
                    <a:pt x="1960" y="304"/>
                  </a:cubicBezTo>
                  <a:cubicBezTo>
                    <a:pt x="1962" y="304"/>
                    <a:pt x="1964" y="306"/>
                    <a:pt x="1968" y="310"/>
                  </a:cubicBezTo>
                  <a:cubicBezTo>
                    <a:pt x="1972" y="313"/>
                    <a:pt x="1975" y="315"/>
                    <a:pt x="1977" y="315"/>
                  </a:cubicBezTo>
                  <a:cubicBezTo>
                    <a:pt x="1979" y="315"/>
                    <a:pt x="1981" y="313"/>
                    <a:pt x="1983" y="308"/>
                  </a:cubicBezTo>
                  <a:cubicBezTo>
                    <a:pt x="1986" y="308"/>
                    <a:pt x="1990" y="308"/>
                    <a:pt x="1994" y="316"/>
                  </a:cubicBezTo>
                  <a:cubicBezTo>
                    <a:pt x="1998" y="316"/>
                    <a:pt x="1998" y="316"/>
                    <a:pt x="1998" y="307"/>
                  </a:cubicBezTo>
                  <a:cubicBezTo>
                    <a:pt x="1997" y="303"/>
                    <a:pt x="1998" y="301"/>
                    <a:pt x="1999" y="301"/>
                  </a:cubicBezTo>
                  <a:cubicBezTo>
                    <a:pt x="2000" y="301"/>
                    <a:pt x="2002" y="303"/>
                    <a:pt x="2004" y="307"/>
                  </a:cubicBezTo>
                  <a:cubicBezTo>
                    <a:pt x="2007" y="317"/>
                    <a:pt x="2012" y="320"/>
                    <a:pt x="2015" y="320"/>
                  </a:cubicBezTo>
                  <a:cubicBezTo>
                    <a:pt x="2018" y="320"/>
                    <a:pt x="2019" y="318"/>
                    <a:pt x="2019" y="314"/>
                  </a:cubicBezTo>
                  <a:cubicBezTo>
                    <a:pt x="2019" y="306"/>
                    <a:pt x="2022" y="306"/>
                    <a:pt x="2026" y="305"/>
                  </a:cubicBezTo>
                  <a:cubicBezTo>
                    <a:pt x="2029" y="305"/>
                    <a:pt x="2033" y="305"/>
                    <a:pt x="2036" y="296"/>
                  </a:cubicBezTo>
                  <a:lnTo>
                    <a:pt x="2042" y="296"/>
                  </a:lnTo>
                  <a:cubicBezTo>
                    <a:pt x="2047" y="296"/>
                    <a:pt x="2044" y="304"/>
                    <a:pt x="2040" y="305"/>
                  </a:cubicBezTo>
                  <a:lnTo>
                    <a:pt x="2045" y="313"/>
                  </a:lnTo>
                  <a:cubicBezTo>
                    <a:pt x="2051" y="313"/>
                    <a:pt x="2056" y="312"/>
                    <a:pt x="2058" y="304"/>
                  </a:cubicBezTo>
                  <a:cubicBezTo>
                    <a:pt x="2059" y="295"/>
                    <a:pt x="2060" y="290"/>
                    <a:pt x="2060" y="290"/>
                  </a:cubicBezTo>
                  <a:cubicBezTo>
                    <a:pt x="2061" y="290"/>
                    <a:pt x="2061" y="295"/>
                    <a:pt x="2061" y="303"/>
                  </a:cubicBezTo>
                  <a:cubicBezTo>
                    <a:pt x="2062" y="309"/>
                    <a:pt x="2065" y="315"/>
                    <a:pt x="2067" y="315"/>
                  </a:cubicBezTo>
                  <a:cubicBezTo>
                    <a:pt x="2068" y="315"/>
                    <a:pt x="2069" y="313"/>
                    <a:pt x="2069" y="311"/>
                  </a:cubicBezTo>
                  <a:cubicBezTo>
                    <a:pt x="2070" y="303"/>
                    <a:pt x="2072" y="301"/>
                    <a:pt x="2073" y="301"/>
                  </a:cubicBezTo>
                  <a:cubicBezTo>
                    <a:pt x="2075" y="301"/>
                    <a:pt x="2077" y="306"/>
                    <a:pt x="2077" y="311"/>
                  </a:cubicBezTo>
                  <a:cubicBezTo>
                    <a:pt x="2076" y="319"/>
                    <a:pt x="2075" y="323"/>
                    <a:pt x="2077" y="323"/>
                  </a:cubicBezTo>
                  <a:cubicBezTo>
                    <a:pt x="2078" y="323"/>
                    <a:pt x="2081" y="319"/>
                    <a:pt x="2087" y="310"/>
                  </a:cubicBezTo>
                  <a:cubicBezTo>
                    <a:pt x="2095" y="308"/>
                    <a:pt x="2109" y="298"/>
                    <a:pt x="2119" y="297"/>
                  </a:cubicBezTo>
                  <a:cubicBezTo>
                    <a:pt x="2124" y="297"/>
                    <a:pt x="2128" y="296"/>
                    <a:pt x="2131" y="296"/>
                  </a:cubicBezTo>
                  <a:cubicBezTo>
                    <a:pt x="2138" y="296"/>
                    <a:pt x="2142" y="298"/>
                    <a:pt x="2144" y="303"/>
                  </a:cubicBezTo>
                  <a:cubicBezTo>
                    <a:pt x="2145" y="304"/>
                    <a:pt x="2145" y="306"/>
                    <a:pt x="2145" y="307"/>
                  </a:cubicBezTo>
                  <a:lnTo>
                    <a:pt x="2145" y="307"/>
                  </a:lnTo>
                  <a:cubicBezTo>
                    <a:pt x="2144" y="295"/>
                    <a:pt x="2149" y="294"/>
                    <a:pt x="2158" y="293"/>
                  </a:cubicBezTo>
                  <a:cubicBezTo>
                    <a:pt x="2161" y="295"/>
                    <a:pt x="2164" y="296"/>
                    <a:pt x="2167" y="296"/>
                  </a:cubicBezTo>
                  <a:cubicBezTo>
                    <a:pt x="2173" y="296"/>
                    <a:pt x="2176" y="289"/>
                    <a:pt x="2178" y="283"/>
                  </a:cubicBezTo>
                  <a:lnTo>
                    <a:pt x="2178" y="283"/>
                  </a:lnTo>
                  <a:lnTo>
                    <a:pt x="2171" y="284"/>
                  </a:lnTo>
                  <a:cubicBezTo>
                    <a:pt x="2170" y="273"/>
                    <a:pt x="2171" y="269"/>
                    <a:pt x="2173" y="269"/>
                  </a:cubicBezTo>
                  <a:cubicBezTo>
                    <a:pt x="2175" y="269"/>
                    <a:pt x="2178" y="271"/>
                    <a:pt x="2181" y="274"/>
                  </a:cubicBezTo>
                  <a:cubicBezTo>
                    <a:pt x="2185" y="274"/>
                    <a:pt x="2186" y="281"/>
                    <a:pt x="2187" y="290"/>
                  </a:cubicBezTo>
                  <a:cubicBezTo>
                    <a:pt x="2188" y="298"/>
                    <a:pt x="2193" y="306"/>
                    <a:pt x="2196" y="306"/>
                  </a:cubicBezTo>
                  <a:cubicBezTo>
                    <a:pt x="2199" y="306"/>
                    <a:pt x="2203" y="305"/>
                    <a:pt x="2198" y="297"/>
                  </a:cubicBezTo>
                  <a:cubicBezTo>
                    <a:pt x="2197" y="289"/>
                    <a:pt x="2197" y="289"/>
                    <a:pt x="2201" y="288"/>
                  </a:cubicBezTo>
                  <a:cubicBezTo>
                    <a:pt x="2205" y="288"/>
                    <a:pt x="2208" y="288"/>
                    <a:pt x="2211" y="279"/>
                  </a:cubicBezTo>
                  <a:cubicBezTo>
                    <a:pt x="2210" y="270"/>
                    <a:pt x="2213" y="270"/>
                    <a:pt x="2216" y="270"/>
                  </a:cubicBezTo>
                  <a:cubicBezTo>
                    <a:pt x="2219" y="275"/>
                    <a:pt x="2223" y="277"/>
                    <a:pt x="2229" y="277"/>
                  </a:cubicBezTo>
                  <a:lnTo>
                    <a:pt x="2230" y="286"/>
                  </a:lnTo>
                  <a:cubicBezTo>
                    <a:pt x="2231" y="292"/>
                    <a:pt x="2233" y="297"/>
                    <a:pt x="2235" y="302"/>
                  </a:cubicBezTo>
                  <a:cubicBezTo>
                    <a:pt x="2239" y="302"/>
                    <a:pt x="2238" y="294"/>
                    <a:pt x="2238" y="294"/>
                  </a:cubicBezTo>
                  <a:cubicBezTo>
                    <a:pt x="2236" y="286"/>
                    <a:pt x="2323" y="274"/>
                    <a:pt x="2333" y="271"/>
                  </a:cubicBezTo>
                  <a:cubicBezTo>
                    <a:pt x="2337" y="275"/>
                    <a:pt x="2341" y="276"/>
                    <a:pt x="2344" y="276"/>
                  </a:cubicBezTo>
                  <a:cubicBezTo>
                    <a:pt x="2348" y="276"/>
                    <a:pt x="2350" y="274"/>
                    <a:pt x="2348" y="269"/>
                  </a:cubicBezTo>
                  <a:cubicBezTo>
                    <a:pt x="2345" y="261"/>
                    <a:pt x="2363" y="259"/>
                    <a:pt x="2385" y="256"/>
                  </a:cubicBezTo>
                  <a:cubicBezTo>
                    <a:pt x="2410" y="252"/>
                    <a:pt x="2427" y="249"/>
                    <a:pt x="2426" y="241"/>
                  </a:cubicBezTo>
                  <a:lnTo>
                    <a:pt x="2437" y="240"/>
                  </a:lnTo>
                  <a:cubicBezTo>
                    <a:pt x="2444" y="239"/>
                    <a:pt x="2450" y="229"/>
                    <a:pt x="2453" y="228"/>
                  </a:cubicBezTo>
                  <a:cubicBezTo>
                    <a:pt x="2454" y="223"/>
                    <a:pt x="2455" y="221"/>
                    <a:pt x="2456" y="221"/>
                  </a:cubicBezTo>
                  <a:cubicBezTo>
                    <a:pt x="2457" y="221"/>
                    <a:pt x="2457" y="223"/>
                    <a:pt x="2456" y="228"/>
                  </a:cubicBezTo>
                  <a:cubicBezTo>
                    <a:pt x="2458" y="235"/>
                    <a:pt x="2460" y="243"/>
                    <a:pt x="2462" y="243"/>
                  </a:cubicBezTo>
                  <a:cubicBezTo>
                    <a:pt x="2463" y="243"/>
                    <a:pt x="2463" y="243"/>
                    <a:pt x="2463" y="243"/>
                  </a:cubicBezTo>
                  <a:cubicBezTo>
                    <a:pt x="2470" y="242"/>
                    <a:pt x="2469" y="234"/>
                    <a:pt x="2468" y="225"/>
                  </a:cubicBezTo>
                  <a:cubicBezTo>
                    <a:pt x="2465" y="218"/>
                    <a:pt x="2469" y="216"/>
                    <a:pt x="2469" y="216"/>
                  </a:cubicBezTo>
                  <a:cubicBezTo>
                    <a:pt x="2470" y="216"/>
                    <a:pt x="2470" y="216"/>
                    <a:pt x="2471" y="216"/>
                  </a:cubicBezTo>
                  <a:cubicBezTo>
                    <a:pt x="2472" y="216"/>
                    <a:pt x="2473" y="218"/>
                    <a:pt x="2474" y="224"/>
                  </a:cubicBezTo>
                  <a:cubicBezTo>
                    <a:pt x="2475" y="232"/>
                    <a:pt x="2478" y="241"/>
                    <a:pt x="2478" y="241"/>
                  </a:cubicBezTo>
                  <a:lnTo>
                    <a:pt x="2481" y="240"/>
                  </a:lnTo>
                  <a:cubicBezTo>
                    <a:pt x="2479" y="232"/>
                    <a:pt x="2483" y="231"/>
                    <a:pt x="2483" y="231"/>
                  </a:cubicBezTo>
                  <a:cubicBezTo>
                    <a:pt x="2487" y="231"/>
                    <a:pt x="2487" y="231"/>
                    <a:pt x="2489" y="248"/>
                  </a:cubicBezTo>
                  <a:cubicBezTo>
                    <a:pt x="2490" y="255"/>
                    <a:pt x="2492" y="259"/>
                    <a:pt x="2493" y="259"/>
                  </a:cubicBezTo>
                  <a:cubicBezTo>
                    <a:pt x="2495" y="259"/>
                    <a:pt x="2496" y="255"/>
                    <a:pt x="2497" y="246"/>
                  </a:cubicBezTo>
                  <a:lnTo>
                    <a:pt x="2502" y="237"/>
                  </a:lnTo>
                  <a:cubicBezTo>
                    <a:pt x="2504" y="241"/>
                    <a:pt x="2506" y="243"/>
                    <a:pt x="2507" y="243"/>
                  </a:cubicBezTo>
                  <a:cubicBezTo>
                    <a:pt x="2511" y="243"/>
                    <a:pt x="2513" y="232"/>
                    <a:pt x="2515" y="225"/>
                  </a:cubicBezTo>
                  <a:cubicBezTo>
                    <a:pt x="2518" y="233"/>
                    <a:pt x="2520" y="237"/>
                    <a:pt x="2522" y="237"/>
                  </a:cubicBezTo>
                  <a:cubicBezTo>
                    <a:pt x="2524" y="237"/>
                    <a:pt x="2525" y="232"/>
                    <a:pt x="2525" y="223"/>
                  </a:cubicBezTo>
                  <a:cubicBezTo>
                    <a:pt x="2524" y="219"/>
                    <a:pt x="2525" y="217"/>
                    <a:pt x="2526" y="217"/>
                  </a:cubicBezTo>
                  <a:cubicBezTo>
                    <a:pt x="2528" y="217"/>
                    <a:pt x="2529" y="218"/>
                    <a:pt x="2531" y="222"/>
                  </a:cubicBezTo>
                  <a:cubicBezTo>
                    <a:pt x="2535" y="227"/>
                    <a:pt x="2538" y="228"/>
                    <a:pt x="2541" y="228"/>
                  </a:cubicBezTo>
                  <a:cubicBezTo>
                    <a:pt x="2543" y="228"/>
                    <a:pt x="2546" y="228"/>
                    <a:pt x="2548" y="228"/>
                  </a:cubicBezTo>
                  <a:cubicBezTo>
                    <a:pt x="2549" y="219"/>
                    <a:pt x="2574" y="214"/>
                    <a:pt x="2602" y="209"/>
                  </a:cubicBezTo>
                  <a:cubicBezTo>
                    <a:pt x="2635" y="204"/>
                    <a:pt x="2655" y="198"/>
                    <a:pt x="2654" y="190"/>
                  </a:cubicBezTo>
                  <a:cubicBezTo>
                    <a:pt x="2657" y="190"/>
                    <a:pt x="2657" y="190"/>
                    <a:pt x="2663" y="196"/>
                  </a:cubicBezTo>
                  <a:cubicBezTo>
                    <a:pt x="2663" y="200"/>
                    <a:pt x="2664" y="202"/>
                    <a:pt x="2665" y="202"/>
                  </a:cubicBezTo>
                  <a:cubicBezTo>
                    <a:pt x="2666" y="202"/>
                    <a:pt x="2667" y="197"/>
                    <a:pt x="2667" y="187"/>
                  </a:cubicBezTo>
                  <a:cubicBezTo>
                    <a:pt x="2668" y="182"/>
                    <a:pt x="2668" y="177"/>
                    <a:pt x="2668" y="177"/>
                  </a:cubicBezTo>
                  <a:cubicBezTo>
                    <a:pt x="2669" y="177"/>
                    <a:pt x="2669" y="179"/>
                    <a:pt x="2671" y="186"/>
                  </a:cubicBezTo>
                  <a:cubicBezTo>
                    <a:pt x="2672" y="190"/>
                    <a:pt x="2674" y="192"/>
                    <a:pt x="2679" y="192"/>
                  </a:cubicBezTo>
                  <a:cubicBezTo>
                    <a:pt x="2683" y="192"/>
                    <a:pt x="2688" y="191"/>
                    <a:pt x="2694" y="190"/>
                  </a:cubicBezTo>
                  <a:cubicBezTo>
                    <a:pt x="2704" y="187"/>
                    <a:pt x="2718" y="184"/>
                    <a:pt x="2717" y="176"/>
                  </a:cubicBezTo>
                  <a:cubicBezTo>
                    <a:pt x="2719" y="171"/>
                    <a:pt x="2720" y="168"/>
                    <a:pt x="2720" y="168"/>
                  </a:cubicBezTo>
                  <a:lnTo>
                    <a:pt x="2720" y="168"/>
                  </a:lnTo>
                  <a:cubicBezTo>
                    <a:pt x="2721" y="168"/>
                    <a:pt x="2720" y="171"/>
                    <a:pt x="2720" y="175"/>
                  </a:cubicBezTo>
                  <a:cubicBezTo>
                    <a:pt x="2720" y="184"/>
                    <a:pt x="2726" y="190"/>
                    <a:pt x="2732" y="190"/>
                  </a:cubicBezTo>
                  <a:cubicBezTo>
                    <a:pt x="2738" y="190"/>
                    <a:pt x="2743" y="186"/>
                    <a:pt x="2746" y="177"/>
                  </a:cubicBezTo>
                  <a:cubicBezTo>
                    <a:pt x="2747" y="177"/>
                    <a:pt x="2748" y="177"/>
                    <a:pt x="2749" y="177"/>
                  </a:cubicBezTo>
                  <a:cubicBezTo>
                    <a:pt x="2752" y="177"/>
                    <a:pt x="2754" y="178"/>
                    <a:pt x="2755" y="184"/>
                  </a:cubicBezTo>
                  <a:cubicBezTo>
                    <a:pt x="2759" y="184"/>
                    <a:pt x="2763" y="183"/>
                    <a:pt x="2770" y="173"/>
                  </a:cubicBezTo>
                  <a:lnTo>
                    <a:pt x="2795" y="167"/>
                  </a:lnTo>
                  <a:cubicBezTo>
                    <a:pt x="2802" y="165"/>
                    <a:pt x="2807" y="155"/>
                    <a:pt x="2807" y="155"/>
                  </a:cubicBezTo>
                  <a:lnTo>
                    <a:pt x="2811" y="155"/>
                  </a:lnTo>
                  <a:cubicBezTo>
                    <a:pt x="2812" y="158"/>
                    <a:pt x="2815" y="159"/>
                    <a:pt x="2819" y="159"/>
                  </a:cubicBezTo>
                  <a:cubicBezTo>
                    <a:pt x="2827" y="159"/>
                    <a:pt x="2839" y="156"/>
                    <a:pt x="2855" y="151"/>
                  </a:cubicBezTo>
                  <a:cubicBezTo>
                    <a:pt x="2870" y="147"/>
                    <a:pt x="2884" y="143"/>
                    <a:pt x="2894" y="143"/>
                  </a:cubicBezTo>
                  <a:cubicBezTo>
                    <a:pt x="2899" y="143"/>
                    <a:pt x="2903" y="144"/>
                    <a:pt x="2905" y="147"/>
                  </a:cubicBezTo>
                  <a:cubicBezTo>
                    <a:pt x="2905" y="147"/>
                    <a:pt x="2908" y="146"/>
                    <a:pt x="2910" y="137"/>
                  </a:cubicBezTo>
                  <a:cubicBezTo>
                    <a:pt x="2909" y="126"/>
                    <a:pt x="2910" y="121"/>
                    <a:pt x="2912" y="121"/>
                  </a:cubicBezTo>
                  <a:cubicBezTo>
                    <a:pt x="2913" y="121"/>
                    <a:pt x="2915" y="123"/>
                    <a:pt x="2917" y="126"/>
                  </a:cubicBezTo>
                  <a:cubicBezTo>
                    <a:pt x="2921" y="132"/>
                    <a:pt x="2926" y="135"/>
                    <a:pt x="2930" y="135"/>
                  </a:cubicBezTo>
                  <a:cubicBezTo>
                    <a:pt x="2935" y="135"/>
                    <a:pt x="2939" y="130"/>
                    <a:pt x="2939" y="120"/>
                  </a:cubicBezTo>
                  <a:lnTo>
                    <a:pt x="2939" y="120"/>
                  </a:lnTo>
                  <a:cubicBezTo>
                    <a:pt x="2939" y="122"/>
                    <a:pt x="2940" y="125"/>
                    <a:pt x="2941" y="128"/>
                  </a:cubicBezTo>
                  <a:cubicBezTo>
                    <a:pt x="2944" y="133"/>
                    <a:pt x="2946" y="135"/>
                    <a:pt x="2949" y="135"/>
                  </a:cubicBezTo>
                  <a:cubicBezTo>
                    <a:pt x="2954" y="135"/>
                    <a:pt x="2957" y="127"/>
                    <a:pt x="2956" y="115"/>
                  </a:cubicBezTo>
                  <a:lnTo>
                    <a:pt x="2956" y="115"/>
                  </a:lnTo>
                  <a:cubicBezTo>
                    <a:pt x="2960" y="120"/>
                    <a:pt x="2964" y="125"/>
                    <a:pt x="2967" y="125"/>
                  </a:cubicBezTo>
                  <a:cubicBezTo>
                    <a:pt x="2968" y="125"/>
                    <a:pt x="2969" y="124"/>
                    <a:pt x="2969" y="121"/>
                  </a:cubicBezTo>
                  <a:cubicBezTo>
                    <a:pt x="2970" y="121"/>
                    <a:pt x="2970" y="121"/>
                    <a:pt x="2971" y="121"/>
                  </a:cubicBezTo>
                  <a:cubicBezTo>
                    <a:pt x="2973" y="121"/>
                    <a:pt x="2973" y="123"/>
                    <a:pt x="2977" y="136"/>
                  </a:cubicBezTo>
                  <a:cubicBezTo>
                    <a:pt x="2980" y="144"/>
                    <a:pt x="2982" y="151"/>
                    <a:pt x="2985" y="151"/>
                  </a:cubicBezTo>
                  <a:cubicBezTo>
                    <a:pt x="2985" y="151"/>
                    <a:pt x="2986" y="151"/>
                    <a:pt x="2986" y="151"/>
                  </a:cubicBezTo>
                  <a:cubicBezTo>
                    <a:pt x="2989" y="150"/>
                    <a:pt x="2987" y="142"/>
                    <a:pt x="2985" y="135"/>
                  </a:cubicBezTo>
                  <a:lnTo>
                    <a:pt x="2991" y="132"/>
                  </a:lnTo>
                  <a:cubicBezTo>
                    <a:pt x="2991" y="132"/>
                    <a:pt x="2995" y="131"/>
                    <a:pt x="2993" y="123"/>
                  </a:cubicBezTo>
                  <a:cubicBezTo>
                    <a:pt x="2990" y="115"/>
                    <a:pt x="2994" y="114"/>
                    <a:pt x="2997" y="113"/>
                  </a:cubicBezTo>
                  <a:cubicBezTo>
                    <a:pt x="2998" y="115"/>
                    <a:pt x="2998" y="116"/>
                    <a:pt x="2999" y="116"/>
                  </a:cubicBezTo>
                  <a:cubicBezTo>
                    <a:pt x="2999" y="116"/>
                    <a:pt x="2999" y="110"/>
                    <a:pt x="2995" y="105"/>
                  </a:cubicBezTo>
                  <a:cubicBezTo>
                    <a:pt x="2991" y="98"/>
                    <a:pt x="2989" y="89"/>
                    <a:pt x="2993" y="87"/>
                  </a:cubicBezTo>
                  <a:lnTo>
                    <a:pt x="2988" y="72"/>
                  </a:lnTo>
                  <a:cubicBezTo>
                    <a:pt x="2982" y="55"/>
                    <a:pt x="2980" y="47"/>
                    <a:pt x="2971" y="41"/>
                  </a:cubicBezTo>
                  <a:cubicBezTo>
                    <a:pt x="2963" y="39"/>
                    <a:pt x="2956" y="37"/>
                    <a:pt x="2951" y="37"/>
                  </a:cubicBezTo>
                  <a:cubicBezTo>
                    <a:pt x="2946" y="37"/>
                    <a:pt x="2944" y="39"/>
                    <a:pt x="2947" y="47"/>
                  </a:cubicBezTo>
                  <a:cubicBezTo>
                    <a:pt x="2947" y="47"/>
                    <a:pt x="2947" y="56"/>
                    <a:pt x="2943" y="57"/>
                  </a:cubicBezTo>
                  <a:cubicBezTo>
                    <a:pt x="2943" y="57"/>
                    <a:pt x="2943" y="57"/>
                    <a:pt x="2942" y="57"/>
                  </a:cubicBezTo>
                  <a:cubicBezTo>
                    <a:pt x="2939" y="57"/>
                    <a:pt x="2933" y="52"/>
                    <a:pt x="2933" y="52"/>
                  </a:cubicBezTo>
                  <a:cubicBezTo>
                    <a:pt x="2932" y="48"/>
                    <a:pt x="2929" y="46"/>
                    <a:pt x="2925" y="46"/>
                  </a:cubicBezTo>
                  <a:cubicBezTo>
                    <a:pt x="2919" y="46"/>
                    <a:pt x="2910" y="49"/>
                    <a:pt x="2901" y="52"/>
                  </a:cubicBezTo>
                  <a:cubicBezTo>
                    <a:pt x="2889" y="54"/>
                    <a:pt x="2881" y="56"/>
                    <a:pt x="2874" y="56"/>
                  </a:cubicBezTo>
                  <a:cubicBezTo>
                    <a:pt x="2869" y="56"/>
                    <a:pt x="2866" y="55"/>
                    <a:pt x="2864" y="52"/>
                  </a:cubicBezTo>
                  <a:cubicBezTo>
                    <a:pt x="2859" y="46"/>
                    <a:pt x="2856" y="46"/>
                    <a:pt x="2855" y="46"/>
                  </a:cubicBezTo>
                  <a:cubicBezTo>
                    <a:pt x="2855" y="46"/>
                    <a:pt x="2855" y="46"/>
                    <a:pt x="2855" y="46"/>
                  </a:cubicBezTo>
                  <a:cubicBezTo>
                    <a:pt x="2857" y="54"/>
                    <a:pt x="2837" y="59"/>
                    <a:pt x="2813" y="66"/>
                  </a:cubicBezTo>
                  <a:cubicBezTo>
                    <a:pt x="2789" y="73"/>
                    <a:pt x="2765" y="77"/>
                    <a:pt x="2767" y="85"/>
                  </a:cubicBezTo>
                  <a:lnTo>
                    <a:pt x="2760" y="87"/>
                  </a:lnTo>
                  <a:cubicBezTo>
                    <a:pt x="2759" y="82"/>
                    <a:pt x="2756" y="81"/>
                    <a:pt x="2753" y="81"/>
                  </a:cubicBezTo>
                  <a:cubicBezTo>
                    <a:pt x="2750" y="81"/>
                    <a:pt x="2747" y="81"/>
                    <a:pt x="2745" y="82"/>
                  </a:cubicBezTo>
                  <a:cubicBezTo>
                    <a:pt x="2742" y="87"/>
                    <a:pt x="2738" y="92"/>
                    <a:pt x="2732" y="93"/>
                  </a:cubicBezTo>
                  <a:cubicBezTo>
                    <a:pt x="2732" y="88"/>
                    <a:pt x="2730" y="87"/>
                    <a:pt x="2727" y="87"/>
                  </a:cubicBezTo>
                  <a:cubicBezTo>
                    <a:pt x="2725" y="87"/>
                    <a:pt x="2723" y="87"/>
                    <a:pt x="2720" y="87"/>
                  </a:cubicBezTo>
                  <a:cubicBezTo>
                    <a:pt x="2713" y="89"/>
                    <a:pt x="2710" y="90"/>
                    <a:pt x="2712" y="99"/>
                  </a:cubicBezTo>
                  <a:cubicBezTo>
                    <a:pt x="2705" y="100"/>
                    <a:pt x="2699" y="101"/>
                    <a:pt x="2692" y="101"/>
                  </a:cubicBezTo>
                  <a:cubicBezTo>
                    <a:pt x="2685" y="101"/>
                    <a:pt x="2679" y="100"/>
                    <a:pt x="2673" y="99"/>
                  </a:cubicBezTo>
                  <a:cubicBezTo>
                    <a:pt x="2671" y="97"/>
                    <a:pt x="2670" y="96"/>
                    <a:pt x="2669" y="96"/>
                  </a:cubicBezTo>
                  <a:cubicBezTo>
                    <a:pt x="2666" y="96"/>
                    <a:pt x="2665" y="102"/>
                    <a:pt x="2664" y="109"/>
                  </a:cubicBezTo>
                  <a:cubicBezTo>
                    <a:pt x="2666" y="118"/>
                    <a:pt x="2664" y="127"/>
                    <a:pt x="2660" y="127"/>
                  </a:cubicBezTo>
                  <a:lnTo>
                    <a:pt x="2657" y="111"/>
                  </a:lnTo>
                  <a:cubicBezTo>
                    <a:pt x="2658" y="104"/>
                    <a:pt x="2658" y="103"/>
                    <a:pt x="2656" y="103"/>
                  </a:cubicBezTo>
                  <a:cubicBezTo>
                    <a:pt x="2655" y="103"/>
                    <a:pt x="2653" y="103"/>
                    <a:pt x="2652" y="103"/>
                  </a:cubicBezTo>
                  <a:lnTo>
                    <a:pt x="2645" y="104"/>
                  </a:lnTo>
                  <a:cubicBezTo>
                    <a:pt x="2647" y="113"/>
                    <a:pt x="2629" y="117"/>
                    <a:pt x="2606" y="122"/>
                  </a:cubicBezTo>
                  <a:cubicBezTo>
                    <a:pt x="2574" y="128"/>
                    <a:pt x="2564" y="130"/>
                    <a:pt x="2565" y="138"/>
                  </a:cubicBezTo>
                  <a:cubicBezTo>
                    <a:pt x="2566" y="143"/>
                    <a:pt x="2566" y="145"/>
                    <a:pt x="2563" y="145"/>
                  </a:cubicBezTo>
                  <a:cubicBezTo>
                    <a:pt x="2561" y="145"/>
                    <a:pt x="2557" y="143"/>
                    <a:pt x="2552" y="140"/>
                  </a:cubicBezTo>
                  <a:cubicBezTo>
                    <a:pt x="2536" y="128"/>
                    <a:pt x="2530" y="123"/>
                    <a:pt x="2527" y="123"/>
                  </a:cubicBezTo>
                  <a:cubicBezTo>
                    <a:pt x="2525" y="123"/>
                    <a:pt x="2525" y="125"/>
                    <a:pt x="2524" y="129"/>
                  </a:cubicBezTo>
                  <a:cubicBezTo>
                    <a:pt x="2524" y="129"/>
                    <a:pt x="2524" y="129"/>
                    <a:pt x="2524" y="129"/>
                  </a:cubicBezTo>
                  <a:cubicBezTo>
                    <a:pt x="2527" y="129"/>
                    <a:pt x="2529" y="136"/>
                    <a:pt x="2530" y="145"/>
                  </a:cubicBezTo>
                  <a:cubicBezTo>
                    <a:pt x="2532" y="153"/>
                    <a:pt x="2532" y="157"/>
                    <a:pt x="2531" y="157"/>
                  </a:cubicBezTo>
                  <a:cubicBezTo>
                    <a:pt x="2529" y="157"/>
                    <a:pt x="2527" y="153"/>
                    <a:pt x="2524" y="146"/>
                  </a:cubicBezTo>
                  <a:cubicBezTo>
                    <a:pt x="2523" y="141"/>
                    <a:pt x="2518" y="139"/>
                    <a:pt x="2512" y="139"/>
                  </a:cubicBezTo>
                  <a:cubicBezTo>
                    <a:pt x="2497" y="139"/>
                    <a:pt x="2473" y="151"/>
                    <a:pt x="2470" y="163"/>
                  </a:cubicBezTo>
                  <a:lnTo>
                    <a:pt x="2470" y="163"/>
                  </a:lnTo>
                  <a:cubicBezTo>
                    <a:pt x="2470" y="161"/>
                    <a:pt x="2469" y="159"/>
                    <a:pt x="2469" y="156"/>
                  </a:cubicBezTo>
                  <a:cubicBezTo>
                    <a:pt x="2467" y="151"/>
                    <a:pt x="2466" y="149"/>
                    <a:pt x="2461" y="149"/>
                  </a:cubicBezTo>
                  <a:cubicBezTo>
                    <a:pt x="2459" y="149"/>
                    <a:pt x="2455" y="150"/>
                    <a:pt x="2450" y="151"/>
                  </a:cubicBezTo>
                  <a:lnTo>
                    <a:pt x="2439" y="152"/>
                  </a:lnTo>
                  <a:cubicBezTo>
                    <a:pt x="2441" y="161"/>
                    <a:pt x="2436" y="164"/>
                    <a:pt x="2430" y="164"/>
                  </a:cubicBezTo>
                  <a:cubicBezTo>
                    <a:pt x="2425" y="164"/>
                    <a:pt x="2419" y="160"/>
                    <a:pt x="2418" y="156"/>
                  </a:cubicBezTo>
                  <a:cubicBezTo>
                    <a:pt x="2415" y="150"/>
                    <a:pt x="2414" y="149"/>
                    <a:pt x="2411" y="149"/>
                  </a:cubicBezTo>
                  <a:cubicBezTo>
                    <a:pt x="2410" y="149"/>
                    <a:pt x="2408" y="149"/>
                    <a:pt x="2406" y="149"/>
                  </a:cubicBezTo>
                  <a:cubicBezTo>
                    <a:pt x="2403" y="158"/>
                    <a:pt x="2396" y="161"/>
                    <a:pt x="2391" y="161"/>
                  </a:cubicBezTo>
                  <a:cubicBezTo>
                    <a:pt x="2385" y="161"/>
                    <a:pt x="2379" y="158"/>
                    <a:pt x="2379" y="154"/>
                  </a:cubicBezTo>
                  <a:lnTo>
                    <a:pt x="2371" y="155"/>
                  </a:lnTo>
                  <a:cubicBezTo>
                    <a:pt x="2370" y="160"/>
                    <a:pt x="2365" y="165"/>
                    <a:pt x="2359" y="165"/>
                  </a:cubicBezTo>
                  <a:cubicBezTo>
                    <a:pt x="2349" y="166"/>
                    <a:pt x="2345" y="167"/>
                    <a:pt x="2350" y="175"/>
                  </a:cubicBezTo>
                  <a:cubicBezTo>
                    <a:pt x="2351" y="183"/>
                    <a:pt x="2353" y="192"/>
                    <a:pt x="2349" y="192"/>
                  </a:cubicBezTo>
                  <a:lnTo>
                    <a:pt x="2348" y="184"/>
                  </a:lnTo>
                  <a:cubicBezTo>
                    <a:pt x="2347" y="179"/>
                    <a:pt x="2343" y="177"/>
                    <a:pt x="2337" y="177"/>
                  </a:cubicBezTo>
                  <a:cubicBezTo>
                    <a:pt x="2333" y="177"/>
                    <a:pt x="2328" y="178"/>
                    <a:pt x="2322" y="178"/>
                  </a:cubicBezTo>
                  <a:cubicBezTo>
                    <a:pt x="2314" y="180"/>
                    <a:pt x="2308" y="181"/>
                    <a:pt x="2304" y="181"/>
                  </a:cubicBezTo>
                  <a:cubicBezTo>
                    <a:pt x="2298" y="181"/>
                    <a:pt x="2295" y="179"/>
                    <a:pt x="2293" y="175"/>
                  </a:cubicBezTo>
                  <a:lnTo>
                    <a:pt x="2290" y="183"/>
                  </a:lnTo>
                  <a:cubicBezTo>
                    <a:pt x="2289" y="188"/>
                    <a:pt x="2288" y="190"/>
                    <a:pt x="2286" y="190"/>
                  </a:cubicBezTo>
                  <a:cubicBezTo>
                    <a:pt x="2285" y="190"/>
                    <a:pt x="2284" y="188"/>
                    <a:pt x="2284" y="184"/>
                  </a:cubicBezTo>
                  <a:cubicBezTo>
                    <a:pt x="2282" y="181"/>
                    <a:pt x="2278" y="179"/>
                    <a:pt x="2274" y="179"/>
                  </a:cubicBezTo>
                  <a:cubicBezTo>
                    <a:pt x="2269" y="179"/>
                    <a:pt x="2262" y="182"/>
                    <a:pt x="2259" y="188"/>
                  </a:cubicBezTo>
                  <a:lnTo>
                    <a:pt x="2252" y="188"/>
                  </a:lnTo>
                  <a:cubicBezTo>
                    <a:pt x="2249" y="181"/>
                    <a:pt x="2246" y="177"/>
                    <a:pt x="2242" y="177"/>
                  </a:cubicBezTo>
                  <a:cubicBezTo>
                    <a:pt x="2238" y="177"/>
                    <a:pt x="2235" y="182"/>
                    <a:pt x="2234" y="191"/>
                  </a:cubicBezTo>
                  <a:cubicBezTo>
                    <a:pt x="2233" y="185"/>
                    <a:pt x="2231" y="183"/>
                    <a:pt x="2229" y="183"/>
                  </a:cubicBezTo>
                  <a:cubicBezTo>
                    <a:pt x="2228" y="183"/>
                    <a:pt x="2227" y="184"/>
                    <a:pt x="2226" y="184"/>
                  </a:cubicBezTo>
                  <a:cubicBezTo>
                    <a:pt x="2223" y="189"/>
                    <a:pt x="2218" y="191"/>
                    <a:pt x="2213" y="191"/>
                  </a:cubicBezTo>
                  <a:cubicBezTo>
                    <a:pt x="2209" y="191"/>
                    <a:pt x="2206" y="189"/>
                    <a:pt x="2205" y="185"/>
                  </a:cubicBezTo>
                  <a:lnTo>
                    <a:pt x="2202" y="186"/>
                  </a:lnTo>
                  <a:cubicBezTo>
                    <a:pt x="2199" y="195"/>
                    <a:pt x="2196" y="195"/>
                    <a:pt x="2193" y="195"/>
                  </a:cubicBezTo>
                  <a:cubicBezTo>
                    <a:pt x="2188" y="196"/>
                    <a:pt x="2185" y="196"/>
                    <a:pt x="2183" y="205"/>
                  </a:cubicBezTo>
                  <a:cubicBezTo>
                    <a:pt x="2180" y="214"/>
                    <a:pt x="2177" y="214"/>
                    <a:pt x="2177" y="214"/>
                  </a:cubicBezTo>
                  <a:cubicBezTo>
                    <a:pt x="2174" y="214"/>
                    <a:pt x="2176" y="206"/>
                    <a:pt x="2178" y="197"/>
                  </a:cubicBezTo>
                  <a:cubicBezTo>
                    <a:pt x="2180" y="193"/>
                    <a:pt x="2180" y="191"/>
                    <a:pt x="2178" y="191"/>
                  </a:cubicBezTo>
                  <a:cubicBezTo>
                    <a:pt x="2176" y="191"/>
                    <a:pt x="2170" y="196"/>
                    <a:pt x="2166" y="206"/>
                  </a:cubicBezTo>
                  <a:cubicBezTo>
                    <a:pt x="2161" y="216"/>
                    <a:pt x="2159" y="221"/>
                    <a:pt x="2158" y="221"/>
                  </a:cubicBezTo>
                  <a:cubicBezTo>
                    <a:pt x="2158" y="221"/>
                    <a:pt x="2159" y="216"/>
                    <a:pt x="2161" y="207"/>
                  </a:cubicBezTo>
                  <a:cubicBezTo>
                    <a:pt x="2164" y="201"/>
                    <a:pt x="2165" y="195"/>
                    <a:pt x="2164" y="195"/>
                  </a:cubicBezTo>
                  <a:cubicBezTo>
                    <a:pt x="2163" y="195"/>
                    <a:pt x="2162" y="196"/>
                    <a:pt x="2160" y="198"/>
                  </a:cubicBezTo>
                  <a:cubicBezTo>
                    <a:pt x="2157" y="200"/>
                    <a:pt x="2153" y="204"/>
                    <a:pt x="2155" y="209"/>
                  </a:cubicBezTo>
                  <a:lnTo>
                    <a:pt x="2144" y="210"/>
                  </a:lnTo>
                  <a:cubicBezTo>
                    <a:pt x="2137" y="202"/>
                    <a:pt x="2132" y="202"/>
                    <a:pt x="2129" y="202"/>
                  </a:cubicBezTo>
                  <a:cubicBezTo>
                    <a:pt x="2128" y="206"/>
                    <a:pt x="2127" y="209"/>
                    <a:pt x="2126" y="209"/>
                  </a:cubicBezTo>
                  <a:cubicBezTo>
                    <a:pt x="2125" y="209"/>
                    <a:pt x="2124" y="207"/>
                    <a:pt x="2122" y="203"/>
                  </a:cubicBezTo>
                  <a:cubicBezTo>
                    <a:pt x="2122" y="199"/>
                    <a:pt x="2121" y="197"/>
                    <a:pt x="2120" y="197"/>
                  </a:cubicBezTo>
                  <a:cubicBezTo>
                    <a:pt x="2119" y="197"/>
                    <a:pt x="2118" y="202"/>
                    <a:pt x="2120" y="212"/>
                  </a:cubicBezTo>
                  <a:cubicBezTo>
                    <a:pt x="2119" y="217"/>
                    <a:pt x="2117" y="219"/>
                    <a:pt x="2115" y="219"/>
                  </a:cubicBezTo>
                  <a:cubicBezTo>
                    <a:pt x="2113" y="219"/>
                    <a:pt x="2111" y="217"/>
                    <a:pt x="2109" y="213"/>
                  </a:cubicBezTo>
                  <a:cubicBezTo>
                    <a:pt x="2108" y="203"/>
                    <a:pt x="2107" y="199"/>
                    <a:pt x="2105" y="199"/>
                  </a:cubicBezTo>
                  <a:cubicBezTo>
                    <a:pt x="2105" y="199"/>
                    <a:pt x="2104" y="201"/>
                    <a:pt x="2104" y="205"/>
                  </a:cubicBezTo>
                  <a:cubicBezTo>
                    <a:pt x="2102" y="213"/>
                    <a:pt x="2098" y="214"/>
                    <a:pt x="2098" y="214"/>
                  </a:cubicBezTo>
                  <a:cubicBezTo>
                    <a:pt x="2098" y="210"/>
                    <a:pt x="2091" y="209"/>
                    <a:pt x="2080" y="209"/>
                  </a:cubicBezTo>
                  <a:cubicBezTo>
                    <a:pt x="2068" y="209"/>
                    <a:pt x="2051" y="210"/>
                    <a:pt x="2035" y="211"/>
                  </a:cubicBezTo>
                  <a:cubicBezTo>
                    <a:pt x="2031" y="212"/>
                    <a:pt x="2028" y="220"/>
                    <a:pt x="2029" y="229"/>
                  </a:cubicBezTo>
                  <a:cubicBezTo>
                    <a:pt x="2029" y="236"/>
                    <a:pt x="2030" y="238"/>
                    <a:pt x="2029" y="238"/>
                  </a:cubicBezTo>
                  <a:cubicBezTo>
                    <a:pt x="2029" y="238"/>
                    <a:pt x="2028" y="233"/>
                    <a:pt x="2026" y="229"/>
                  </a:cubicBezTo>
                  <a:cubicBezTo>
                    <a:pt x="2023" y="216"/>
                    <a:pt x="2019" y="210"/>
                    <a:pt x="2018" y="210"/>
                  </a:cubicBezTo>
                  <a:cubicBezTo>
                    <a:pt x="2016" y="210"/>
                    <a:pt x="2015" y="216"/>
                    <a:pt x="2019" y="229"/>
                  </a:cubicBezTo>
                  <a:cubicBezTo>
                    <a:pt x="2021" y="237"/>
                    <a:pt x="2022" y="242"/>
                    <a:pt x="2022" y="242"/>
                  </a:cubicBezTo>
                  <a:cubicBezTo>
                    <a:pt x="2021" y="242"/>
                    <a:pt x="2019" y="238"/>
                    <a:pt x="2014" y="230"/>
                  </a:cubicBezTo>
                  <a:cubicBezTo>
                    <a:pt x="2013" y="225"/>
                    <a:pt x="2012" y="223"/>
                    <a:pt x="2011" y="223"/>
                  </a:cubicBezTo>
                  <a:cubicBezTo>
                    <a:pt x="2010" y="223"/>
                    <a:pt x="2009" y="225"/>
                    <a:pt x="2008" y="230"/>
                  </a:cubicBezTo>
                  <a:cubicBezTo>
                    <a:pt x="2008" y="234"/>
                    <a:pt x="2008" y="237"/>
                    <a:pt x="2007" y="237"/>
                  </a:cubicBezTo>
                  <a:cubicBezTo>
                    <a:pt x="2006" y="237"/>
                    <a:pt x="2005" y="234"/>
                    <a:pt x="2004" y="230"/>
                  </a:cubicBezTo>
                  <a:cubicBezTo>
                    <a:pt x="2001" y="224"/>
                    <a:pt x="1998" y="219"/>
                    <a:pt x="1997" y="219"/>
                  </a:cubicBezTo>
                  <a:cubicBezTo>
                    <a:pt x="1996" y="219"/>
                    <a:pt x="1996" y="220"/>
                    <a:pt x="1996" y="222"/>
                  </a:cubicBezTo>
                  <a:cubicBezTo>
                    <a:pt x="1996" y="222"/>
                    <a:pt x="1993" y="222"/>
                    <a:pt x="1989" y="214"/>
                  </a:cubicBezTo>
                  <a:cubicBezTo>
                    <a:pt x="1987" y="212"/>
                    <a:pt x="1986" y="211"/>
                    <a:pt x="1985" y="211"/>
                  </a:cubicBezTo>
                  <a:cubicBezTo>
                    <a:pt x="1983" y="211"/>
                    <a:pt x="1981" y="217"/>
                    <a:pt x="1978" y="223"/>
                  </a:cubicBezTo>
                  <a:cubicBezTo>
                    <a:pt x="1974" y="232"/>
                    <a:pt x="1971" y="237"/>
                    <a:pt x="1969" y="237"/>
                  </a:cubicBezTo>
                  <a:cubicBezTo>
                    <a:pt x="1967" y="237"/>
                    <a:pt x="1967" y="233"/>
                    <a:pt x="1968" y="224"/>
                  </a:cubicBezTo>
                  <a:cubicBezTo>
                    <a:pt x="1969" y="218"/>
                    <a:pt x="1967" y="215"/>
                    <a:pt x="1965" y="215"/>
                  </a:cubicBezTo>
                  <a:cubicBezTo>
                    <a:pt x="1960" y="215"/>
                    <a:pt x="1953" y="223"/>
                    <a:pt x="1952" y="233"/>
                  </a:cubicBezTo>
                  <a:cubicBezTo>
                    <a:pt x="1950" y="244"/>
                    <a:pt x="1950" y="248"/>
                    <a:pt x="1949" y="248"/>
                  </a:cubicBezTo>
                  <a:cubicBezTo>
                    <a:pt x="1949" y="248"/>
                    <a:pt x="1949" y="246"/>
                    <a:pt x="1948" y="242"/>
                  </a:cubicBezTo>
                  <a:cubicBezTo>
                    <a:pt x="1948" y="234"/>
                    <a:pt x="1945" y="234"/>
                    <a:pt x="1945" y="234"/>
                  </a:cubicBezTo>
                  <a:cubicBezTo>
                    <a:pt x="1940" y="234"/>
                    <a:pt x="1937" y="234"/>
                    <a:pt x="1937" y="227"/>
                  </a:cubicBezTo>
                  <a:cubicBezTo>
                    <a:pt x="1937" y="227"/>
                    <a:pt x="1934" y="227"/>
                    <a:pt x="1927" y="236"/>
                  </a:cubicBezTo>
                  <a:cubicBezTo>
                    <a:pt x="1925" y="242"/>
                    <a:pt x="1921" y="245"/>
                    <a:pt x="1918" y="245"/>
                  </a:cubicBezTo>
                  <a:cubicBezTo>
                    <a:pt x="1913" y="245"/>
                    <a:pt x="1908" y="239"/>
                    <a:pt x="1904" y="229"/>
                  </a:cubicBezTo>
                  <a:lnTo>
                    <a:pt x="1899" y="238"/>
                  </a:lnTo>
                  <a:cubicBezTo>
                    <a:pt x="1897" y="248"/>
                    <a:pt x="1896" y="256"/>
                    <a:pt x="1894" y="256"/>
                  </a:cubicBezTo>
                  <a:cubicBezTo>
                    <a:pt x="1893" y="256"/>
                    <a:pt x="1892" y="253"/>
                    <a:pt x="1892" y="247"/>
                  </a:cubicBezTo>
                  <a:cubicBezTo>
                    <a:pt x="1891" y="240"/>
                    <a:pt x="1891" y="234"/>
                    <a:pt x="1891" y="234"/>
                  </a:cubicBezTo>
                  <a:cubicBezTo>
                    <a:pt x="1891" y="234"/>
                    <a:pt x="1891" y="235"/>
                    <a:pt x="1891" y="238"/>
                  </a:cubicBezTo>
                  <a:cubicBezTo>
                    <a:pt x="1890" y="244"/>
                    <a:pt x="1887" y="247"/>
                    <a:pt x="1884" y="247"/>
                  </a:cubicBezTo>
                  <a:cubicBezTo>
                    <a:pt x="1879" y="247"/>
                    <a:pt x="1874" y="241"/>
                    <a:pt x="1873" y="230"/>
                  </a:cubicBezTo>
                  <a:cubicBezTo>
                    <a:pt x="1873" y="222"/>
                    <a:pt x="1873" y="222"/>
                    <a:pt x="1870" y="222"/>
                  </a:cubicBezTo>
                  <a:lnTo>
                    <a:pt x="1870" y="231"/>
                  </a:lnTo>
                  <a:cubicBezTo>
                    <a:pt x="1870" y="239"/>
                    <a:pt x="1871" y="248"/>
                    <a:pt x="1867" y="248"/>
                  </a:cubicBezTo>
                  <a:cubicBezTo>
                    <a:pt x="1864" y="248"/>
                    <a:pt x="1860" y="248"/>
                    <a:pt x="1860" y="239"/>
                  </a:cubicBezTo>
                  <a:cubicBezTo>
                    <a:pt x="1856" y="233"/>
                    <a:pt x="1854" y="227"/>
                    <a:pt x="1853" y="227"/>
                  </a:cubicBezTo>
                  <a:cubicBezTo>
                    <a:pt x="1852" y="227"/>
                    <a:pt x="1852" y="228"/>
                    <a:pt x="1852" y="231"/>
                  </a:cubicBezTo>
                  <a:cubicBezTo>
                    <a:pt x="1852" y="231"/>
                    <a:pt x="1848" y="231"/>
                    <a:pt x="1845" y="223"/>
                  </a:cubicBezTo>
                  <a:lnTo>
                    <a:pt x="1830" y="223"/>
                  </a:lnTo>
                  <a:cubicBezTo>
                    <a:pt x="1829" y="228"/>
                    <a:pt x="1826" y="230"/>
                    <a:pt x="1824" y="230"/>
                  </a:cubicBezTo>
                  <a:cubicBezTo>
                    <a:pt x="1822" y="230"/>
                    <a:pt x="1820" y="228"/>
                    <a:pt x="1820" y="223"/>
                  </a:cubicBezTo>
                  <a:cubicBezTo>
                    <a:pt x="1815" y="224"/>
                    <a:pt x="1811" y="228"/>
                    <a:pt x="1810" y="232"/>
                  </a:cubicBezTo>
                  <a:cubicBezTo>
                    <a:pt x="1802" y="232"/>
                    <a:pt x="1799" y="232"/>
                    <a:pt x="1799" y="224"/>
                  </a:cubicBezTo>
                  <a:cubicBezTo>
                    <a:pt x="1798" y="220"/>
                    <a:pt x="1798" y="218"/>
                    <a:pt x="1798" y="218"/>
                  </a:cubicBezTo>
                  <a:cubicBezTo>
                    <a:pt x="1797" y="218"/>
                    <a:pt x="1797" y="220"/>
                    <a:pt x="1796" y="224"/>
                  </a:cubicBezTo>
                  <a:cubicBezTo>
                    <a:pt x="1796" y="232"/>
                    <a:pt x="1792" y="232"/>
                    <a:pt x="1789" y="233"/>
                  </a:cubicBezTo>
                  <a:lnTo>
                    <a:pt x="1781" y="233"/>
                  </a:lnTo>
                  <a:cubicBezTo>
                    <a:pt x="1782" y="241"/>
                    <a:pt x="1782" y="241"/>
                    <a:pt x="1779" y="241"/>
                  </a:cubicBezTo>
                  <a:cubicBezTo>
                    <a:pt x="1779" y="241"/>
                    <a:pt x="1778" y="241"/>
                    <a:pt x="1778" y="241"/>
                  </a:cubicBezTo>
                  <a:cubicBezTo>
                    <a:pt x="1773" y="241"/>
                    <a:pt x="1764" y="233"/>
                    <a:pt x="1761" y="233"/>
                  </a:cubicBezTo>
                  <a:cubicBezTo>
                    <a:pt x="1750" y="234"/>
                    <a:pt x="1750" y="234"/>
                    <a:pt x="1754" y="242"/>
                  </a:cubicBezTo>
                  <a:cubicBezTo>
                    <a:pt x="1756" y="242"/>
                    <a:pt x="1757" y="246"/>
                    <a:pt x="1755" y="246"/>
                  </a:cubicBezTo>
                  <a:cubicBezTo>
                    <a:pt x="1754" y="246"/>
                    <a:pt x="1752" y="245"/>
                    <a:pt x="1750" y="242"/>
                  </a:cubicBezTo>
                  <a:cubicBezTo>
                    <a:pt x="1746" y="242"/>
                    <a:pt x="1736" y="234"/>
                    <a:pt x="1725" y="234"/>
                  </a:cubicBezTo>
                  <a:cubicBezTo>
                    <a:pt x="1711" y="234"/>
                    <a:pt x="1711" y="234"/>
                    <a:pt x="1711" y="243"/>
                  </a:cubicBezTo>
                  <a:cubicBezTo>
                    <a:pt x="1713" y="252"/>
                    <a:pt x="1713" y="256"/>
                    <a:pt x="1712" y="256"/>
                  </a:cubicBezTo>
                  <a:cubicBezTo>
                    <a:pt x="1711" y="256"/>
                    <a:pt x="1710" y="252"/>
                    <a:pt x="1708" y="243"/>
                  </a:cubicBezTo>
                  <a:cubicBezTo>
                    <a:pt x="1704" y="234"/>
                    <a:pt x="1701" y="230"/>
                    <a:pt x="1699" y="230"/>
                  </a:cubicBezTo>
                  <a:cubicBezTo>
                    <a:pt x="1697" y="230"/>
                    <a:pt x="1697" y="232"/>
                    <a:pt x="1697" y="236"/>
                  </a:cubicBezTo>
                  <a:cubicBezTo>
                    <a:pt x="1694" y="244"/>
                    <a:pt x="1694" y="244"/>
                    <a:pt x="1690" y="244"/>
                  </a:cubicBezTo>
                  <a:cubicBezTo>
                    <a:pt x="1690" y="240"/>
                    <a:pt x="1689" y="238"/>
                    <a:pt x="1687" y="238"/>
                  </a:cubicBezTo>
                  <a:cubicBezTo>
                    <a:pt x="1686" y="238"/>
                    <a:pt x="1683" y="240"/>
                    <a:pt x="1679" y="244"/>
                  </a:cubicBezTo>
                  <a:cubicBezTo>
                    <a:pt x="1676" y="244"/>
                    <a:pt x="1676" y="244"/>
                    <a:pt x="1676" y="236"/>
                  </a:cubicBezTo>
                  <a:lnTo>
                    <a:pt x="1669" y="236"/>
                  </a:lnTo>
                  <a:cubicBezTo>
                    <a:pt x="1666" y="243"/>
                    <a:pt x="1661" y="245"/>
                    <a:pt x="1655" y="245"/>
                  </a:cubicBezTo>
                  <a:cubicBezTo>
                    <a:pt x="1647" y="245"/>
                    <a:pt x="1639" y="240"/>
                    <a:pt x="1637" y="236"/>
                  </a:cubicBezTo>
                  <a:cubicBezTo>
                    <a:pt x="1637" y="236"/>
                    <a:pt x="1633" y="236"/>
                    <a:pt x="1630" y="243"/>
                  </a:cubicBezTo>
                  <a:cubicBezTo>
                    <a:pt x="1628" y="252"/>
                    <a:pt x="1626" y="256"/>
                    <a:pt x="1625" y="256"/>
                  </a:cubicBezTo>
                  <a:cubicBezTo>
                    <a:pt x="1624" y="256"/>
                    <a:pt x="1623" y="252"/>
                    <a:pt x="1623" y="243"/>
                  </a:cubicBezTo>
                  <a:cubicBezTo>
                    <a:pt x="1623" y="235"/>
                    <a:pt x="1623" y="231"/>
                    <a:pt x="1622" y="231"/>
                  </a:cubicBezTo>
                  <a:cubicBezTo>
                    <a:pt x="1622" y="231"/>
                    <a:pt x="1621" y="235"/>
                    <a:pt x="1619" y="243"/>
                  </a:cubicBezTo>
                  <a:cubicBezTo>
                    <a:pt x="1618" y="247"/>
                    <a:pt x="1614" y="249"/>
                    <a:pt x="1611" y="249"/>
                  </a:cubicBezTo>
                  <a:cubicBezTo>
                    <a:pt x="1605" y="249"/>
                    <a:pt x="1600" y="244"/>
                    <a:pt x="1602" y="234"/>
                  </a:cubicBezTo>
                  <a:cubicBezTo>
                    <a:pt x="1602" y="227"/>
                    <a:pt x="1602" y="218"/>
                    <a:pt x="1602" y="218"/>
                  </a:cubicBezTo>
                  <a:cubicBezTo>
                    <a:pt x="1598" y="227"/>
                    <a:pt x="1595" y="227"/>
                    <a:pt x="1595" y="227"/>
                  </a:cubicBezTo>
                  <a:cubicBezTo>
                    <a:pt x="1595" y="234"/>
                    <a:pt x="1591" y="234"/>
                    <a:pt x="1580" y="234"/>
                  </a:cubicBezTo>
                  <a:cubicBezTo>
                    <a:pt x="1574" y="234"/>
                    <a:pt x="1561" y="242"/>
                    <a:pt x="1553" y="242"/>
                  </a:cubicBezTo>
                  <a:cubicBezTo>
                    <a:pt x="1553" y="242"/>
                    <a:pt x="1553" y="242"/>
                    <a:pt x="1552" y="242"/>
                  </a:cubicBezTo>
                  <a:cubicBezTo>
                    <a:pt x="1545" y="242"/>
                    <a:pt x="1534" y="242"/>
                    <a:pt x="1531" y="234"/>
                  </a:cubicBezTo>
                  <a:cubicBezTo>
                    <a:pt x="1527" y="234"/>
                    <a:pt x="1524" y="234"/>
                    <a:pt x="1517" y="242"/>
                  </a:cubicBezTo>
                  <a:cubicBezTo>
                    <a:pt x="1515" y="247"/>
                    <a:pt x="1512" y="249"/>
                    <a:pt x="1510" y="249"/>
                  </a:cubicBezTo>
                  <a:cubicBezTo>
                    <a:pt x="1508" y="249"/>
                    <a:pt x="1506" y="247"/>
                    <a:pt x="1506" y="242"/>
                  </a:cubicBezTo>
                  <a:lnTo>
                    <a:pt x="1503" y="242"/>
                  </a:lnTo>
                  <a:cubicBezTo>
                    <a:pt x="1497" y="249"/>
                    <a:pt x="1494" y="250"/>
                    <a:pt x="1493" y="250"/>
                  </a:cubicBezTo>
                  <a:cubicBezTo>
                    <a:pt x="1493" y="250"/>
                    <a:pt x="1493" y="250"/>
                    <a:pt x="1493" y="250"/>
                  </a:cubicBezTo>
                  <a:cubicBezTo>
                    <a:pt x="1493" y="244"/>
                    <a:pt x="1491" y="238"/>
                    <a:pt x="1488" y="238"/>
                  </a:cubicBezTo>
                  <a:cubicBezTo>
                    <a:pt x="1487" y="238"/>
                    <a:pt x="1486" y="239"/>
                    <a:pt x="1485" y="241"/>
                  </a:cubicBezTo>
                  <a:cubicBezTo>
                    <a:pt x="1485" y="250"/>
                    <a:pt x="1481" y="250"/>
                    <a:pt x="1475" y="250"/>
                  </a:cubicBezTo>
                  <a:cubicBezTo>
                    <a:pt x="1470" y="244"/>
                    <a:pt x="1417" y="240"/>
                    <a:pt x="1382" y="240"/>
                  </a:cubicBezTo>
                  <a:cubicBezTo>
                    <a:pt x="1364" y="240"/>
                    <a:pt x="1351" y="241"/>
                    <a:pt x="1351" y="243"/>
                  </a:cubicBezTo>
                  <a:lnTo>
                    <a:pt x="1340" y="243"/>
                  </a:lnTo>
                  <a:lnTo>
                    <a:pt x="1330" y="242"/>
                  </a:lnTo>
                  <a:cubicBezTo>
                    <a:pt x="1330" y="235"/>
                    <a:pt x="1327" y="232"/>
                    <a:pt x="1322" y="232"/>
                  </a:cubicBezTo>
                  <a:cubicBezTo>
                    <a:pt x="1316" y="232"/>
                    <a:pt x="1308" y="237"/>
                    <a:pt x="1302" y="241"/>
                  </a:cubicBezTo>
                  <a:cubicBezTo>
                    <a:pt x="1299" y="247"/>
                    <a:pt x="1296" y="248"/>
                    <a:pt x="1294" y="248"/>
                  </a:cubicBezTo>
                  <a:cubicBezTo>
                    <a:pt x="1293" y="248"/>
                    <a:pt x="1292" y="248"/>
                    <a:pt x="1291" y="248"/>
                  </a:cubicBezTo>
                  <a:cubicBezTo>
                    <a:pt x="1291" y="237"/>
                    <a:pt x="1287" y="233"/>
                    <a:pt x="1282" y="233"/>
                  </a:cubicBezTo>
                  <a:cubicBezTo>
                    <a:pt x="1279" y="233"/>
                    <a:pt x="1276" y="235"/>
                    <a:pt x="1273" y="238"/>
                  </a:cubicBezTo>
                  <a:cubicBezTo>
                    <a:pt x="1271" y="246"/>
                    <a:pt x="1269" y="250"/>
                    <a:pt x="1267" y="250"/>
                  </a:cubicBezTo>
                  <a:cubicBezTo>
                    <a:pt x="1266" y="250"/>
                    <a:pt x="1266" y="246"/>
                    <a:pt x="1266" y="238"/>
                  </a:cubicBezTo>
                  <a:cubicBezTo>
                    <a:pt x="1267" y="230"/>
                    <a:pt x="1265" y="225"/>
                    <a:pt x="1263" y="225"/>
                  </a:cubicBezTo>
                  <a:cubicBezTo>
                    <a:pt x="1260" y="225"/>
                    <a:pt x="1256" y="231"/>
                    <a:pt x="1252" y="244"/>
                  </a:cubicBezTo>
                  <a:cubicBezTo>
                    <a:pt x="1249" y="249"/>
                    <a:pt x="1248" y="251"/>
                    <a:pt x="1247" y="251"/>
                  </a:cubicBezTo>
                  <a:cubicBezTo>
                    <a:pt x="1246" y="251"/>
                    <a:pt x="1246" y="249"/>
                    <a:pt x="1245" y="244"/>
                  </a:cubicBezTo>
                  <a:cubicBezTo>
                    <a:pt x="1243" y="234"/>
                    <a:pt x="1242" y="230"/>
                    <a:pt x="1240" y="230"/>
                  </a:cubicBezTo>
                  <a:cubicBezTo>
                    <a:pt x="1239" y="230"/>
                    <a:pt x="1239" y="232"/>
                    <a:pt x="1238" y="236"/>
                  </a:cubicBezTo>
                  <a:cubicBezTo>
                    <a:pt x="1236" y="244"/>
                    <a:pt x="1234" y="248"/>
                    <a:pt x="1232" y="248"/>
                  </a:cubicBezTo>
                  <a:cubicBezTo>
                    <a:pt x="1231" y="248"/>
                    <a:pt x="1229" y="243"/>
                    <a:pt x="1228" y="234"/>
                  </a:cubicBezTo>
                  <a:cubicBezTo>
                    <a:pt x="1225" y="225"/>
                    <a:pt x="1223" y="221"/>
                    <a:pt x="1222" y="221"/>
                  </a:cubicBezTo>
                  <a:cubicBezTo>
                    <a:pt x="1221" y="221"/>
                    <a:pt x="1220" y="225"/>
                    <a:pt x="1217" y="233"/>
                  </a:cubicBezTo>
                  <a:cubicBezTo>
                    <a:pt x="1215" y="241"/>
                    <a:pt x="1210" y="245"/>
                    <a:pt x="1206" y="245"/>
                  </a:cubicBezTo>
                  <a:cubicBezTo>
                    <a:pt x="1201" y="245"/>
                    <a:pt x="1197" y="240"/>
                    <a:pt x="1195" y="231"/>
                  </a:cubicBezTo>
                  <a:cubicBezTo>
                    <a:pt x="1193" y="231"/>
                    <a:pt x="1191" y="227"/>
                    <a:pt x="1190" y="227"/>
                  </a:cubicBezTo>
                  <a:cubicBezTo>
                    <a:pt x="1190" y="227"/>
                    <a:pt x="1189" y="228"/>
                    <a:pt x="1189" y="231"/>
                  </a:cubicBezTo>
                  <a:lnTo>
                    <a:pt x="1186" y="222"/>
                  </a:lnTo>
                  <a:lnTo>
                    <a:pt x="1179" y="221"/>
                  </a:lnTo>
                  <a:lnTo>
                    <a:pt x="1179" y="230"/>
                  </a:lnTo>
                  <a:cubicBezTo>
                    <a:pt x="1163" y="223"/>
                    <a:pt x="1146" y="220"/>
                    <a:pt x="1130" y="218"/>
                  </a:cubicBezTo>
                  <a:cubicBezTo>
                    <a:pt x="1112" y="216"/>
                    <a:pt x="1101" y="214"/>
                    <a:pt x="1095" y="214"/>
                  </a:cubicBezTo>
                  <a:cubicBezTo>
                    <a:pt x="1087" y="214"/>
                    <a:pt x="1085" y="216"/>
                    <a:pt x="1087" y="221"/>
                  </a:cubicBezTo>
                  <a:cubicBezTo>
                    <a:pt x="1088" y="229"/>
                    <a:pt x="1087" y="233"/>
                    <a:pt x="1085" y="233"/>
                  </a:cubicBezTo>
                  <a:cubicBezTo>
                    <a:pt x="1083" y="233"/>
                    <a:pt x="1081" y="228"/>
                    <a:pt x="1080" y="220"/>
                  </a:cubicBezTo>
                  <a:cubicBezTo>
                    <a:pt x="1077" y="219"/>
                    <a:pt x="1071" y="210"/>
                    <a:pt x="1063" y="209"/>
                  </a:cubicBezTo>
                  <a:cubicBezTo>
                    <a:pt x="1056" y="207"/>
                    <a:pt x="1050" y="207"/>
                    <a:pt x="1051" y="198"/>
                  </a:cubicBezTo>
                  <a:lnTo>
                    <a:pt x="1047" y="198"/>
                  </a:lnTo>
                  <a:cubicBezTo>
                    <a:pt x="1042" y="206"/>
                    <a:pt x="1034" y="210"/>
                    <a:pt x="1026" y="210"/>
                  </a:cubicBezTo>
                  <a:cubicBezTo>
                    <a:pt x="1019" y="210"/>
                    <a:pt x="1012" y="207"/>
                    <a:pt x="1007" y="202"/>
                  </a:cubicBezTo>
                  <a:cubicBezTo>
                    <a:pt x="1005" y="201"/>
                    <a:pt x="1004" y="201"/>
                    <a:pt x="1002" y="201"/>
                  </a:cubicBezTo>
                  <a:cubicBezTo>
                    <a:pt x="997" y="201"/>
                    <a:pt x="992" y="203"/>
                    <a:pt x="989" y="207"/>
                  </a:cubicBezTo>
                  <a:cubicBezTo>
                    <a:pt x="985" y="211"/>
                    <a:pt x="983" y="213"/>
                    <a:pt x="982" y="213"/>
                  </a:cubicBezTo>
                  <a:cubicBezTo>
                    <a:pt x="981" y="213"/>
                    <a:pt x="980" y="211"/>
                    <a:pt x="979" y="206"/>
                  </a:cubicBezTo>
                  <a:cubicBezTo>
                    <a:pt x="980" y="201"/>
                    <a:pt x="972" y="195"/>
                    <a:pt x="966" y="195"/>
                  </a:cubicBezTo>
                  <a:cubicBezTo>
                    <a:pt x="962" y="195"/>
                    <a:pt x="958" y="198"/>
                    <a:pt x="958" y="204"/>
                  </a:cubicBezTo>
                  <a:lnTo>
                    <a:pt x="955" y="195"/>
                  </a:lnTo>
                  <a:cubicBezTo>
                    <a:pt x="955" y="192"/>
                    <a:pt x="954" y="191"/>
                    <a:pt x="953" y="191"/>
                  </a:cubicBezTo>
                  <a:cubicBezTo>
                    <a:pt x="950" y="191"/>
                    <a:pt x="948" y="197"/>
                    <a:pt x="948" y="203"/>
                  </a:cubicBezTo>
                  <a:cubicBezTo>
                    <a:pt x="947" y="210"/>
                    <a:pt x="945" y="214"/>
                    <a:pt x="944" y="214"/>
                  </a:cubicBezTo>
                  <a:cubicBezTo>
                    <a:pt x="942" y="214"/>
                    <a:pt x="941" y="207"/>
                    <a:pt x="941" y="193"/>
                  </a:cubicBezTo>
                  <a:cubicBezTo>
                    <a:pt x="942" y="183"/>
                    <a:pt x="941" y="179"/>
                    <a:pt x="941" y="179"/>
                  </a:cubicBezTo>
                  <a:cubicBezTo>
                    <a:pt x="940" y="179"/>
                    <a:pt x="939" y="181"/>
                    <a:pt x="939" y="184"/>
                  </a:cubicBezTo>
                  <a:cubicBezTo>
                    <a:pt x="935" y="189"/>
                    <a:pt x="932" y="195"/>
                    <a:pt x="930" y="195"/>
                  </a:cubicBezTo>
                  <a:cubicBezTo>
                    <a:pt x="929" y="195"/>
                    <a:pt x="928" y="193"/>
                    <a:pt x="927" y="191"/>
                  </a:cubicBezTo>
                  <a:cubicBezTo>
                    <a:pt x="927" y="191"/>
                    <a:pt x="927" y="191"/>
                    <a:pt x="926" y="191"/>
                  </a:cubicBezTo>
                  <a:cubicBezTo>
                    <a:pt x="923" y="191"/>
                    <a:pt x="920" y="191"/>
                    <a:pt x="918" y="206"/>
                  </a:cubicBezTo>
                  <a:cubicBezTo>
                    <a:pt x="917" y="214"/>
                    <a:pt x="914" y="214"/>
                    <a:pt x="912" y="214"/>
                  </a:cubicBezTo>
                  <a:cubicBezTo>
                    <a:pt x="911" y="214"/>
                    <a:pt x="910" y="214"/>
                    <a:pt x="909" y="214"/>
                  </a:cubicBezTo>
                  <a:cubicBezTo>
                    <a:pt x="911" y="209"/>
                    <a:pt x="912" y="203"/>
                    <a:pt x="916" y="197"/>
                  </a:cubicBezTo>
                  <a:lnTo>
                    <a:pt x="908" y="196"/>
                  </a:lnTo>
                  <a:cubicBezTo>
                    <a:pt x="905" y="196"/>
                    <a:pt x="899" y="186"/>
                    <a:pt x="900" y="178"/>
                  </a:cubicBezTo>
                  <a:cubicBezTo>
                    <a:pt x="899" y="174"/>
                    <a:pt x="898" y="172"/>
                    <a:pt x="897" y="172"/>
                  </a:cubicBezTo>
                  <a:cubicBezTo>
                    <a:pt x="896" y="172"/>
                    <a:pt x="895" y="176"/>
                    <a:pt x="896" y="186"/>
                  </a:cubicBezTo>
                  <a:cubicBezTo>
                    <a:pt x="894" y="200"/>
                    <a:pt x="894" y="202"/>
                    <a:pt x="890" y="202"/>
                  </a:cubicBezTo>
                  <a:cubicBezTo>
                    <a:pt x="889" y="202"/>
                    <a:pt x="888" y="202"/>
                    <a:pt x="887" y="202"/>
                  </a:cubicBezTo>
                  <a:cubicBezTo>
                    <a:pt x="882" y="201"/>
                    <a:pt x="879" y="201"/>
                    <a:pt x="880" y="192"/>
                  </a:cubicBezTo>
                  <a:cubicBezTo>
                    <a:pt x="882" y="184"/>
                    <a:pt x="882" y="184"/>
                    <a:pt x="875" y="183"/>
                  </a:cubicBezTo>
                  <a:cubicBezTo>
                    <a:pt x="874" y="183"/>
                    <a:pt x="874" y="183"/>
                    <a:pt x="873" y="183"/>
                  </a:cubicBezTo>
                  <a:cubicBezTo>
                    <a:pt x="863" y="183"/>
                    <a:pt x="850" y="205"/>
                    <a:pt x="844" y="220"/>
                  </a:cubicBezTo>
                  <a:cubicBezTo>
                    <a:pt x="843" y="228"/>
                    <a:pt x="843" y="232"/>
                    <a:pt x="842" y="232"/>
                  </a:cubicBezTo>
                  <a:cubicBezTo>
                    <a:pt x="842" y="232"/>
                    <a:pt x="842" y="228"/>
                    <a:pt x="841" y="220"/>
                  </a:cubicBezTo>
                  <a:cubicBezTo>
                    <a:pt x="842" y="211"/>
                    <a:pt x="839" y="211"/>
                    <a:pt x="835" y="210"/>
                  </a:cubicBezTo>
                  <a:cubicBezTo>
                    <a:pt x="835" y="213"/>
                    <a:pt x="834" y="214"/>
                    <a:pt x="834" y="214"/>
                  </a:cubicBezTo>
                  <a:cubicBezTo>
                    <a:pt x="833" y="214"/>
                    <a:pt x="833" y="210"/>
                    <a:pt x="835" y="210"/>
                  </a:cubicBezTo>
                  <a:cubicBezTo>
                    <a:pt x="836" y="204"/>
                    <a:pt x="838" y="202"/>
                    <a:pt x="840" y="202"/>
                  </a:cubicBezTo>
                  <a:cubicBezTo>
                    <a:pt x="841" y="202"/>
                    <a:pt x="842" y="203"/>
                    <a:pt x="843" y="203"/>
                  </a:cubicBezTo>
                  <a:lnTo>
                    <a:pt x="844" y="194"/>
                  </a:lnTo>
                  <a:cubicBezTo>
                    <a:pt x="844" y="185"/>
                    <a:pt x="843" y="181"/>
                    <a:pt x="841" y="181"/>
                  </a:cubicBezTo>
                  <a:cubicBezTo>
                    <a:pt x="839" y="181"/>
                    <a:pt x="837" y="185"/>
                    <a:pt x="834" y="193"/>
                  </a:cubicBezTo>
                  <a:cubicBezTo>
                    <a:pt x="832" y="197"/>
                    <a:pt x="831" y="199"/>
                    <a:pt x="830" y="199"/>
                  </a:cubicBezTo>
                  <a:cubicBezTo>
                    <a:pt x="829" y="199"/>
                    <a:pt x="829" y="196"/>
                    <a:pt x="827" y="192"/>
                  </a:cubicBezTo>
                  <a:cubicBezTo>
                    <a:pt x="826" y="185"/>
                    <a:pt x="824" y="179"/>
                    <a:pt x="823" y="179"/>
                  </a:cubicBezTo>
                  <a:cubicBezTo>
                    <a:pt x="823" y="179"/>
                    <a:pt x="822" y="180"/>
                    <a:pt x="822" y="182"/>
                  </a:cubicBezTo>
                  <a:cubicBezTo>
                    <a:pt x="816" y="181"/>
                    <a:pt x="813" y="177"/>
                    <a:pt x="813" y="172"/>
                  </a:cubicBezTo>
                  <a:cubicBezTo>
                    <a:pt x="811" y="171"/>
                    <a:pt x="809" y="171"/>
                    <a:pt x="807" y="171"/>
                  </a:cubicBezTo>
                  <a:cubicBezTo>
                    <a:pt x="803" y="171"/>
                    <a:pt x="801" y="173"/>
                    <a:pt x="801" y="178"/>
                  </a:cubicBezTo>
                  <a:cubicBezTo>
                    <a:pt x="800" y="185"/>
                    <a:pt x="797" y="186"/>
                    <a:pt x="795" y="186"/>
                  </a:cubicBezTo>
                  <a:cubicBezTo>
                    <a:pt x="794" y="186"/>
                    <a:pt x="793" y="186"/>
                    <a:pt x="793" y="186"/>
                  </a:cubicBezTo>
                  <a:cubicBezTo>
                    <a:pt x="792" y="186"/>
                    <a:pt x="791" y="186"/>
                    <a:pt x="790" y="186"/>
                  </a:cubicBezTo>
                  <a:cubicBezTo>
                    <a:pt x="787" y="186"/>
                    <a:pt x="785" y="187"/>
                    <a:pt x="784" y="193"/>
                  </a:cubicBezTo>
                  <a:cubicBezTo>
                    <a:pt x="783" y="201"/>
                    <a:pt x="779" y="209"/>
                    <a:pt x="772" y="209"/>
                  </a:cubicBezTo>
                  <a:cubicBezTo>
                    <a:pt x="771" y="209"/>
                    <a:pt x="771" y="209"/>
                    <a:pt x="770" y="209"/>
                  </a:cubicBezTo>
                  <a:cubicBezTo>
                    <a:pt x="767" y="211"/>
                    <a:pt x="765" y="213"/>
                    <a:pt x="764" y="213"/>
                  </a:cubicBezTo>
                  <a:cubicBezTo>
                    <a:pt x="762" y="213"/>
                    <a:pt x="762" y="209"/>
                    <a:pt x="761" y="198"/>
                  </a:cubicBezTo>
                  <a:cubicBezTo>
                    <a:pt x="764" y="190"/>
                    <a:pt x="759" y="190"/>
                    <a:pt x="756" y="188"/>
                  </a:cubicBezTo>
                  <a:cubicBezTo>
                    <a:pt x="756" y="188"/>
                    <a:pt x="752" y="187"/>
                    <a:pt x="750" y="178"/>
                  </a:cubicBezTo>
                  <a:cubicBezTo>
                    <a:pt x="749" y="176"/>
                    <a:pt x="749" y="175"/>
                    <a:pt x="748" y="175"/>
                  </a:cubicBezTo>
                  <a:cubicBezTo>
                    <a:pt x="747" y="175"/>
                    <a:pt x="746" y="181"/>
                    <a:pt x="746" y="186"/>
                  </a:cubicBezTo>
                  <a:lnTo>
                    <a:pt x="742" y="203"/>
                  </a:lnTo>
                  <a:cubicBezTo>
                    <a:pt x="739" y="203"/>
                    <a:pt x="739" y="185"/>
                    <a:pt x="740" y="177"/>
                  </a:cubicBezTo>
                  <a:cubicBezTo>
                    <a:pt x="740" y="168"/>
                    <a:pt x="740" y="164"/>
                    <a:pt x="740" y="164"/>
                  </a:cubicBezTo>
                  <a:cubicBezTo>
                    <a:pt x="739" y="164"/>
                    <a:pt x="738" y="168"/>
                    <a:pt x="737" y="176"/>
                  </a:cubicBezTo>
                  <a:cubicBezTo>
                    <a:pt x="736" y="181"/>
                    <a:pt x="733" y="186"/>
                    <a:pt x="730" y="186"/>
                  </a:cubicBezTo>
                  <a:cubicBezTo>
                    <a:pt x="728" y="186"/>
                    <a:pt x="726" y="185"/>
                    <a:pt x="724" y="182"/>
                  </a:cubicBezTo>
                  <a:cubicBezTo>
                    <a:pt x="718" y="181"/>
                    <a:pt x="711" y="179"/>
                    <a:pt x="712" y="170"/>
                  </a:cubicBezTo>
                  <a:cubicBezTo>
                    <a:pt x="712" y="167"/>
                    <a:pt x="711" y="166"/>
                    <a:pt x="709" y="166"/>
                  </a:cubicBezTo>
                  <a:cubicBezTo>
                    <a:pt x="707" y="166"/>
                    <a:pt x="705" y="169"/>
                    <a:pt x="705" y="169"/>
                  </a:cubicBezTo>
                  <a:cubicBezTo>
                    <a:pt x="703" y="173"/>
                    <a:pt x="702" y="174"/>
                    <a:pt x="699" y="174"/>
                  </a:cubicBezTo>
                  <a:cubicBezTo>
                    <a:pt x="697" y="174"/>
                    <a:pt x="693" y="172"/>
                    <a:pt x="688" y="166"/>
                  </a:cubicBezTo>
                  <a:cubicBezTo>
                    <a:pt x="681" y="155"/>
                    <a:pt x="677" y="150"/>
                    <a:pt x="675" y="150"/>
                  </a:cubicBezTo>
                  <a:cubicBezTo>
                    <a:pt x="673" y="150"/>
                    <a:pt x="672" y="155"/>
                    <a:pt x="670" y="163"/>
                  </a:cubicBezTo>
                  <a:cubicBezTo>
                    <a:pt x="670" y="167"/>
                    <a:pt x="669" y="172"/>
                    <a:pt x="669" y="172"/>
                  </a:cubicBezTo>
                  <a:cubicBezTo>
                    <a:pt x="668" y="172"/>
                    <a:pt x="668" y="169"/>
                    <a:pt x="667" y="161"/>
                  </a:cubicBezTo>
                  <a:cubicBezTo>
                    <a:pt x="667" y="159"/>
                    <a:pt x="666" y="157"/>
                    <a:pt x="665" y="157"/>
                  </a:cubicBezTo>
                  <a:cubicBezTo>
                    <a:pt x="662" y="157"/>
                    <a:pt x="658" y="163"/>
                    <a:pt x="653" y="167"/>
                  </a:cubicBezTo>
                  <a:cubicBezTo>
                    <a:pt x="647" y="177"/>
                    <a:pt x="644" y="188"/>
                    <a:pt x="642" y="200"/>
                  </a:cubicBezTo>
                  <a:cubicBezTo>
                    <a:pt x="641" y="209"/>
                    <a:pt x="640" y="213"/>
                    <a:pt x="638" y="213"/>
                  </a:cubicBezTo>
                  <a:cubicBezTo>
                    <a:pt x="637" y="213"/>
                    <a:pt x="636" y="211"/>
                    <a:pt x="633" y="206"/>
                  </a:cubicBezTo>
                  <a:cubicBezTo>
                    <a:pt x="630" y="206"/>
                    <a:pt x="628" y="197"/>
                    <a:pt x="630" y="188"/>
                  </a:cubicBezTo>
                  <a:cubicBezTo>
                    <a:pt x="631" y="181"/>
                    <a:pt x="635" y="181"/>
                    <a:pt x="635" y="181"/>
                  </a:cubicBezTo>
                  <a:lnTo>
                    <a:pt x="638" y="182"/>
                  </a:lnTo>
                  <a:cubicBezTo>
                    <a:pt x="640" y="174"/>
                    <a:pt x="641" y="165"/>
                    <a:pt x="635" y="164"/>
                  </a:cubicBezTo>
                  <a:cubicBezTo>
                    <a:pt x="633" y="159"/>
                    <a:pt x="632" y="156"/>
                    <a:pt x="631" y="156"/>
                  </a:cubicBezTo>
                  <a:cubicBezTo>
                    <a:pt x="629" y="156"/>
                    <a:pt x="628" y="158"/>
                    <a:pt x="628" y="163"/>
                  </a:cubicBezTo>
                  <a:cubicBezTo>
                    <a:pt x="626" y="152"/>
                    <a:pt x="619" y="151"/>
                    <a:pt x="612" y="150"/>
                  </a:cubicBezTo>
                  <a:cubicBezTo>
                    <a:pt x="605" y="149"/>
                    <a:pt x="595" y="147"/>
                    <a:pt x="593" y="138"/>
                  </a:cubicBezTo>
                  <a:cubicBezTo>
                    <a:pt x="591" y="137"/>
                    <a:pt x="589" y="137"/>
                    <a:pt x="587" y="137"/>
                  </a:cubicBezTo>
                  <a:cubicBezTo>
                    <a:pt x="584" y="137"/>
                    <a:pt x="582" y="138"/>
                    <a:pt x="581" y="144"/>
                  </a:cubicBezTo>
                  <a:cubicBezTo>
                    <a:pt x="579" y="153"/>
                    <a:pt x="577" y="157"/>
                    <a:pt x="576" y="157"/>
                  </a:cubicBezTo>
                  <a:cubicBezTo>
                    <a:pt x="575" y="157"/>
                    <a:pt x="575" y="155"/>
                    <a:pt x="576" y="151"/>
                  </a:cubicBezTo>
                  <a:cubicBezTo>
                    <a:pt x="576" y="139"/>
                    <a:pt x="553" y="125"/>
                    <a:pt x="538" y="125"/>
                  </a:cubicBezTo>
                  <a:cubicBezTo>
                    <a:pt x="532" y="125"/>
                    <a:pt x="528" y="127"/>
                    <a:pt x="526" y="131"/>
                  </a:cubicBezTo>
                  <a:lnTo>
                    <a:pt x="519" y="129"/>
                  </a:lnTo>
                  <a:cubicBezTo>
                    <a:pt x="516" y="122"/>
                    <a:pt x="505" y="118"/>
                    <a:pt x="497" y="118"/>
                  </a:cubicBezTo>
                  <a:cubicBezTo>
                    <a:pt x="493" y="118"/>
                    <a:pt x="490" y="119"/>
                    <a:pt x="489" y="121"/>
                  </a:cubicBezTo>
                  <a:lnTo>
                    <a:pt x="479" y="119"/>
                  </a:lnTo>
                  <a:cubicBezTo>
                    <a:pt x="475" y="113"/>
                    <a:pt x="473" y="110"/>
                    <a:pt x="470" y="110"/>
                  </a:cubicBezTo>
                  <a:cubicBezTo>
                    <a:pt x="469" y="110"/>
                    <a:pt x="466" y="112"/>
                    <a:pt x="464" y="115"/>
                  </a:cubicBezTo>
                  <a:cubicBezTo>
                    <a:pt x="461" y="121"/>
                    <a:pt x="459" y="126"/>
                    <a:pt x="459" y="126"/>
                  </a:cubicBezTo>
                  <a:cubicBezTo>
                    <a:pt x="459" y="126"/>
                    <a:pt x="459" y="125"/>
                    <a:pt x="460" y="122"/>
                  </a:cubicBezTo>
                  <a:cubicBezTo>
                    <a:pt x="461" y="114"/>
                    <a:pt x="454" y="113"/>
                    <a:pt x="440" y="110"/>
                  </a:cubicBezTo>
                  <a:cubicBezTo>
                    <a:pt x="435" y="109"/>
                    <a:pt x="432" y="108"/>
                    <a:pt x="430" y="108"/>
                  </a:cubicBezTo>
                  <a:cubicBezTo>
                    <a:pt x="427" y="108"/>
                    <a:pt x="427" y="110"/>
                    <a:pt x="428" y="115"/>
                  </a:cubicBezTo>
                  <a:cubicBezTo>
                    <a:pt x="425" y="116"/>
                    <a:pt x="423" y="117"/>
                    <a:pt x="421" y="117"/>
                  </a:cubicBezTo>
                  <a:cubicBezTo>
                    <a:pt x="413" y="117"/>
                    <a:pt x="415" y="110"/>
                    <a:pt x="417" y="103"/>
                  </a:cubicBezTo>
                  <a:cubicBezTo>
                    <a:pt x="420" y="96"/>
                    <a:pt x="420" y="92"/>
                    <a:pt x="419" y="92"/>
                  </a:cubicBezTo>
                  <a:cubicBezTo>
                    <a:pt x="417" y="92"/>
                    <a:pt x="413" y="97"/>
                    <a:pt x="408" y="110"/>
                  </a:cubicBezTo>
                  <a:cubicBezTo>
                    <a:pt x="404" y="118"/>
                    <a:pt x="400" y="122"/>
                    <a:pt x="397" y="122"/>
                  </a:cubicBezTo>
                  <a:cubicBezTo>
                    <a:pt x="395" y="122"/>
                    <a:pt x="395" y="120"/>
                    <a:pt x="396" y="115"/>
                  </a:cubicBezTo>
                  <a:cubicBezTo>
                    <a:pt x="396" y="109"/>
                    <a:pt x="399" y="109"/>
                    <a:pt x="402" y="109"/>
                  </a:cubicBezTo>
                  <a:cubicBezTo>
                    <a:pt x="403" y="109"/>
                    <a:pt x="404" y="109"/>
                    <a:pt x="405" y="109"/>
                  </a:cubicBezTo>
                  <a:cubicBezTo>
                    <a:pt x="405" y="109"/>
                    <a:pt x="406" y="101"/>
                    <a:pt x="408" y="93"/>
                  </a:cubicBezTo>
                  <a:cubicBezTo>
                    <a:pt x="407" y="93"/>
                    <a:pt x="406" y="92"/>
                    <a:pt x="406" y="92"/>
                  </a:cubicBezTo>
                  <a:cubicBezTo>
                    <a:pt x="404" y="92"/>
                    <a:pt x="403" y="94"/>
                    <a:pt x="399" y="99"/>
                  </a:cubicBezTo>
                  <a:cubicBezTo>
                    <a:pt x="399" y="99"/>
                    <a:pt x="396" y="99"/>
                    <a:pt x="390" y="105"/>
                  </a:cubicBezTo>
                  <a:cubicBezTo>
                    <a:pt x="386" y="113"/>
                    <a:pt x="383" y="122"/>
                    <a:pt x="384" y="130"/>
                  </a:cubicBezTo>
                  <a:cubicBezTo>
                    <a:pt x="385" y="137"/>
                    <a:pt x="384" y="139"/>
                    <a:pt x="382" y="139"/>
                  </a:cubicBezTo>
                  <a:cubicBezTo>
                    <a:pt x="381" y="139"/>
                    <a:pt x="380" y="138"/>
                    <a:pt x="379" y="138"/>
                  </a:cubicBezTo>
                  <a:cubicBezTo>
                    <a:pt x="374" y="130"/>
                    <a:pt x="375" y="120"/>
                    <a:pt x="381" y="112"/>
                  </a:cubicBezTo>
                  <a:cubicBezTo>
                    <a:pt x="381" y="112"/>
                    <a:pt x="381" y="112"/>
                    <a:pt x="382" y="112"/>
                  </a:cubicBezTo>
                  <a:cubicBezTo>
                    <a:pt x="385" y="112"/>
                    <a:pt x="387" y="105"/>
                    <a:pt x="389" y="96"/>
                  </a:cubicBezTo>
                  <a:cubicBezTo>
                    <a:pt x="389" y="95"/>
                    <a:pt x="389" y="94"/>
                    <a:pt x="387" y="94"/>
                  </a:cubicBezTo>
                  <a:cubicBezTo>
                    <a:pt x="382" y="94"/>
                    <a:pt x="368" y="103"/>
                    <a:pt x="362" y="115"/>
                  </a:cubicBezTo>
                  <a:lnTo>
                    <a:pt x="362" y="115"/>
                  </a:lnTo>
                  <a:cubicBezTo>
                    <a:pt x="363" y="113"/>
                    <a:pt x="363" y="111"/>
                    <a:pt x="364" y="108"/>
                  </a:cubicBezTo>
                  <a:cubicBezTo>
                    <a:pt x="366" y="99"/>
                    <a:pt x="360" y="98"/>
                    <a:pt x="353" y="95"/>
                  </a:cubicBezTo>
                  <a:cubicBezTo>
                    <a:pt x="350" y="94"/>
                    <a:pt x="348" y="94"/>
                    <a:pt x="347" y="94"/>
                  </a:cubicBezTo>
                  <a:cubicBezTo>
                    <a:pt x="344" y="94"/>
                    <a:pt x="342" y="95"/>
                    <a:pt x="341" y="101"/>
                  </a:cubicBezTo>
                  <a:cubicBezTo>
                    <a:pt x="339" y="108"/>
                    <a:pt x="336" y="116"/>
                    <a:pt x="333" y="116"/>
                  </a:cubicBezTo>
                  <a:cubicBezTo>
                    <a:pt x="333" y="116"/>
                    <a:pt x="333" y="116"/>
                    <a:pt x="333" y="115"/>
                  </a:cubicBezTo>
                  <a:lnTo>
                    <a:pt x="333" y="115"/>
                  </a:lnTo>
                  <a:cubicBezTo>
                    <a:pt x="336" y="117"/>
                    <a:pt x="334" y="126"/>
                    <a:pt x="332" y="133"/>
                  </a:cubicBezTo>
                  <a:cubicBezTo>
                    <a:pt x="329" y="127"/>
                    <a:pt x="327" y="121"/>
                    <a:pt x="326" y="114"/>
                  </a:cubicBezTo>
                  <a:cubicBezTo>
                    <a:pt x="324" y="95"/>
                    <a:pt x="319" y="85"/>
                    <a:pt x="306" y="82"/>
                  </a:cubicBezTo>
                  <a:cubicBezTo>
                    <a:pt x="299" y="80"/>
                    <a:pt x="289" y="76"/>
                    <a:pt x="288" y="67"/>
                  </a:cubicBezTo>
                  <a:cubicBezTo>
                    <a:pt x="285" y="66"/>
                    <a:pt x="283" y="66"/>
                    <a:pt x="281" y="66"/>
                  </a:cubicBezTo>
                  <a:cubicBezTo>
                    <a:pt x="279" y="66"/>
                    <a:pt x="277" y="67"/>
                    <a:pt x="274" y="73"/>
                  </a:cubicBezTo>
                  <a:lnTo>
                    <a:pt x="268" y="71"/>
                  </a:lnTo>
                  <a:cubicBezTo>
                    <a:pt x="267" y="65"/>
                    <a:pt x="265" y="62"/>
                    <a:pt x="262" y="62"/>
                  </a:cubicBezTo>
                  <a:cubicBezTo>
                    <a:pt x="260" y="62"/>
                    <a:pt x="259" y="64"/>
                    <a:pt x="258" y="67"/>
                  </a:cubicBezTo>
                  <a:cubicBezTo>
                    <a:pt x="256" y="69"/>
                    <a:pt x="255" y="70"/>
                    <a:pt x="254" y="70"/>
                  </a:cubicBezTo>
                  <a:cubicBezTo>
                    <a:pt x="251" y="70"/>
                    <a:pt x="250" y="65"/>
                    <a:pt x="248" y="65"/>
                  </a:cubicBezTo>
                  <a:cubicBezTo>
                    <a:pt x="247" y="56"/>
                    <a:pt x="246" y="51"/>
                    <a:pt x="245" y="51"/>
                  </a:cubicBezTo>
                  <a:cubicBezTo>
                    <a:pt x="245" y="51"/>
                    <a:pt x="244" y="58"/>
                    <a:pt x="242" y="72"/>
                  </a:cubicBezTo>
                  <a:cubicBezTo>
                    <a:pt x="240" y="78"/>
                    <a:pt x="242" y="86"/>
                    <a:pt x="248" y="91"/>
                  </a:cubicBezTo>
                  <a:lnTo>
                    <a:pt x="258" y="94"/>
                  </a:lnTo>
                  <a:lnTo>
                    <a:pt x="245" y="100"/>
                  </a:lnTo>
                  <a:cubicBezTo>
                    <a:pt x="245" y="100"/>
                    <a:pt x="245" y="100"/>
                    <a:pt x="244" y="100"/>
                  </a:cubicBezTo>
                  <a:cubicBezTo>
                    <a:pt x="240" y="100"/>
                    <a:pt x="233" y="105"/>
                    <a:pt x="231" y="112"/>
                  </a:cubicBezTo>
                  <a:cubicBezTo>
                    <a:pt x="231" y="112"/>
                    <a:pt x="229" y="120"/>
                    <a:pt x="226" y="120"/>
                  </a:cubicBezTo>
                  <a:cubicBezTo>
                    <a:pt x="225" y="120"/>
                    <a:pt x="225" y="120"/>
                    <a:pt x="225" y="120"/>
                  </a:cubicBezTo>
                  <a:cubicBezTo>
                    <a:pt x="225" y="120"/>
                    <a:pt x="227" y="112"/>
                    <a:pt x="230" y="103"/>
                  </a:cubicBezTo>
                  <a:cubicBezTo>
                    <a:pt x="234" y="96"/>
                    <a:pt x="237" y="89"/>
                    <a:pt x="240" y="80"/>
                  </a:cubicBezTo>
                  <a:cubicBezTo>
                    <a:pt x="240" y="68"/>
                    <a:pt x="237" y="60"/>
                    <a:pt x="234" y="60"/>
                  </a:cubicBezTo>
                  <a:cubicBezTo>
                    <a:pt x="232" y="60"/>
                    <a:pt x="230" y="62"/>
                    <a:pt x="228" y="67"/>
                  </a:cubicBezTo>
                  <a:cubicBezTo>
                    <a:pt x="225" y="67"/>
                    <a:pt x="225" y="67"/>
                    <a:pt x="224" y="57"/>
                  </a:cubicBezTo>
                  <a:cubicBezTo>
                    <a:pt x="225" y="54"/>
                    <a:pt x="225" y="52"/>
                    <a:pt x="224" y="52"/>
                  </a:cubicBezTo>
                  <a:cubicBezTo>
                    <a:pt x="222" y="52"/>
                    <a:pt x="219" y="55"/>
                    <a:pt x="215" y="64"/>
                  </a:cubicBezTo>
                  <a:cubicBezTo>
                    <a:pt x="211" y="71"/>
                    <a:pt x="209" y="75"/>
                    <a:pt x="207" y="75"/>
                  </a:cubicBezTo>
                  <a:cubicBezTo>
                    <a:pt x="205" y="75"/>
                    <a:pt x="204" y="70"/>
                    <a:pt x="205" y="61"/>
                  </a:cubicBezTo>
                  <a:cubicBezTo>
                    <a:pt x="203" y="48"/>
                    <a:pt x="197" y="42"/>
                    <a:pt x="192" y="42"/>
                  </a:cubicBezTo>
                  <a:cubicBezTo>
                    <a:pt x="189" y="42"/>
                    <a:pt x="188" y="43"/>
                    <a:pt x="187" y="46"/>
                  </a:cubicBezTo>
                  <a:cubicBezTo>
                    <a:pt x="185" y="54"/>
                    <a:pt x="181" y="58"/>
                    <a:pt x="178" y="58"/>
                  </a:cubicBezTo>
                  <a:cubicBezTo>
                    <a:pt x="175" y="58"/>
                    <a:pt x="172" y="54"/>
                    <a:pt x="171" y="49"/>
                  </a:cubicBezTo>
                  <a:cubicBezTo>
                    <a:pt x="171" y="44"/>
                    <a:pt x="169" y="42"/>
                    <a:pt x="167" y="42"/>
                  </a:cubicBezTo>
                  <a:cubicBezTo>
                    <a:pt x="166" y="42"/>
                    <a:pt x="164" y="43"/>
                    <a:pt x="161" y="46"/>
                  </a:cubicBezTo>
                  <a:cubicBezTo>
                    <a:pt x="163" y="40"/>
                    <a:pt x="163" y="33"/>
                    <a:pt x="160" y="33"/>
                  </a:cubicBezTo>
                  <a:cubicBezTo>
                    <a:pt x="159" y="33"/>
                    <a:pt x="158" y="34"/>
                    <a:pt x="157" y="36"/>
                  </a:cubicBezTo>
                  <a:cubicBezTo>
                    <a:pt x="157" y="36"/>
                    <a:pt x="157" y="36"/>
                    <a:pt x="156" y="36"/>
                  </a:cubicBezTo>
                  <a:cubicBezTo>
                    <a:pt x="156" y="36"/>
                    <a:pt x="154" y="36"/>
                    <a:pt x="154" y="44"/>
                  </a:cubicBezTo>
                  <a:lnTo>
                    <a:pt x="143" y="58"/>
                  </a:lnTo>
                  <a:cubicBezTo>
                    <a:pt x="147" y="59"/>
                    <a:pt x="143" y="67"/>
                    <a:pt x="141" y="75"/>
                  </a:cubicBezTo>
                  <a:cubicBezTo>
                    <a:pt x="141" y="77"/>
                    <a:pt x="140" y="78"/>
                    <a:pt x="139" y="78"/>
                  </a:cubicBezTo>
                  <a:cubicBezTo>
                    <a:pt x="135" y="78"/>
                    <a:pt x="128" y="65"/>
                    <a:pt x="129" y="45"/>
                  </a:cubicBezTo>
                  <a:lnTo>
                    <a:pt x="126" y="26"/>
                  </a:lnTo>
                  <a:lnTo>
                    <a:pt x="122" y="43"/>
                  </a:lnTo>
                  <a:cubicBezTo>
                    <a:pt x="119" y="41"/>
                    <a:pt x="115" y="40"/>
                    <a:pt x="117" y="31"/>
                  </a:cubicBezTo>
                  <a:cubicBezTo>
                    <a:pt x="120" y="23"/>
                    <a:pt x="120" y="23"/>
                    <a:pt x="116" y="22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5" y="22"/>
                    <a:pt x="112" y="23"/>
                    <a:pt x="111" y="29"/>
                  </a:cubicBezTo>
                  <a:cubicBezTo>
                    <a:pt x="107" y="39"/>
                    <a:pt x="106" y="43"/>
                    <a:pt x="105" y="43"/>
                  </a:cubicBezTo>
                  <a:cubicBezTo>
                    <a:pt x="105" y="43"/>
                    <a:pt x="105" y="41"/>
                    <a:pt x="105" y="37"/>
                  </a:cubicBezTo>
                  <a:cubicBezTo>
                    <a:pt x="106" y="27"/>
                    <a:pt x="105" y="23"/>
                    <a:pt x="103" y="23"/>
                  </a:cubicBezTo>
                  <a:cubicBezTo>
                    <a:pt x="101" y="23"/>
                    <a:pt x="99" y="26"/>
                    <a:pt x="95" y="34"/>
                  </a:cubicBezTo>
                  <a:cubicBezTo>
                    <a:pt x="92" y="41"/>
                    <a:pt x="91" y="45"/>
                    <a:pt x="90" y="45"/>
                  </a:cubicBezTo>
                  <a:cubicBezTo>
                    <a:pt x="90" y="45"/>
                    <a:pt x="90" y="41"/>
                    <a:pt x="92" y="32"/>
                  </a:cubicBezTo>
                  <a:cubicBezTo>
                    <a:pt x="94" y="23"/>
                    <a:pt x="94" y="15"/>
                    <a:pt x="90" y="13"/>
                  </a:cubicBezTo>
                  <a:lnTo>
                    <a:pt x="87" y="21"/>
                  </a:lnTo>
                  <a:cubicBezTo>
                    <a:pt x="85" y="31"/>
                    <a:pt x="82" y="34"/>
                    <a:pt x="81" y="34"/>
                  </a:cubicBezTo>
                  <a:cubicBezTo>
                    <a:pt x="80" y="34"/>
                    <a:pt x="79" y="32"/>
                    <a:pt x="78" y="28"/>
                  </a:cubicBezTo>
                  <a:cubicBezTo>
                    <a:pt x="79" y="23"/>
                    <a:pt x="79" y="20"/>
                    <a:pt x="77" y="20"/>
                  </a:cubicBezTo>
                  <a:cubicBezTo>
                    <a:pt x="75" y="20"/>
                    <a:pt x="72" y="22"/>
                    <a:pt x="68" y="25"/>
                  </a:cubicBezTo>
                  <a:cubicBezTo>
                    <a:pt x="61" y="22"/>
                    <a:pt x="58" y="21"/>
                    <a:pt x="60" y="12"/>
                  </a:cubicBezTo>
                  <a:cubicBezTo>
                    <a:pt x="63" y="4"/>
                    <a:pt x="64" y="0"/>
                    <a:pt x="64" y="0"/>
                  </a:cubicBezTo>
                  <a:close/>
                  <a:moveTo>
                    <a:pt x="803" y="421"/>
                  </a:moveTo>
                  <a:cubicBezTo>
                    <a:pt x="801" y="425"/>
                    <a:pt x="798" y="431"/>
                    <a:pt x="797" y="436"/>
                  </a:cubicBezTo>
                  <a:cubicBezTo>
                    <a:pt x="797" y="440"/>
                    <a:pt x="797" y="442"/>
                    <a:pt x="798" y="442"/>
                  </a:cubicBezTo>
                  <a:cubicBezTo>
                    <a:pt x="799" y="442"/>
                    <a:pt x="802" y="439"/>
                    <a:pt x="805" y="430"/>
                  </a:cubicBezTo>
                  <a:cubicBezTo>
                    <a:pt x="807" y="421"/>
                    <a:pt x="807" y="421"/>
                    <a:pt x="803" y="4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33"/>
            <p:cNvSpPr/>
            <p:nvPr/>
          </p:nvSpPr>
          <p:spPr>
            <a:xfrm>
              <a:off x="1712151" y="1980676"/>
              <a:ext cx="299678" cy="44252"/>
            </a:xfrm>
            <a:custGeom>
              <a:avLst/>
              <a:gdLst/>
              <a:ahLst/>
              <a:cxnLst/>
              <a:rect l="l" t="t" r="r" b="b"/>
              <a:pathLst>
                <a:path w="3000" h="443" extrusionOk="0">
                  <a:moveTo>
                    <a:pt x="134" y="27"/>
                  </a:moveTo>
                  <a:lnTo>
                    <a:pt x="134" y="37"/>
                  </a:lnTo>
                  <a:lnTo>
                    <a:pt x="138" y="38"/>
                  </a:lnTo>
                  <a:cubicBezTo>
                    <a:pt x="141" y="30"/>
                    <a:pt x="141" y="30"/>
                    <a:pt x="138" y="28"/>
                  </a:cubicBezTo>
                  <a:lnTo>
                    <a:pt x="134" y="27"/>
                  </a:lnTo>
                  <a:close/>
                  <a:moveTo>
                    <a:pt x="74" y="52"/>
                  </a:moveTo>
                  <a:cubicBezTo>
                    <a:pt x="75" y="52"/>
                    <a:pt x="76" y="53"/>
                    <a:pt x="77" y="53"/>
                  </a:cubicBezTo>
                  <a:cubicBezTo>
                    <a:pt x="80" y="55"/>
                    <a:pt x="80" y="55"/>
                    <a:pt x="78" y="63"/>
                  </a:cubicBezTo>
                  <a:cubicBezTo>
                    <a:pt x="78" y="63"/>
                    <a:pt x="73" y="69"/>
                    <a:pt x="70" y="69"/>
                  </a:cubicBezTo>
                  <a:cubicBezTo>
                    <a:pt x="70" y="69"/>
                    <a:pt x="69" y="69"/>
                    <a:pt x="69" y="69"/>
                  </a:cubicBezTo>
                  <a:lnTo>
                    <a:pt x="68" y="60"/>
                  </a:lnTo>
                  <a:cubicBezTo>
                    <a:pt x="70" y="54"/>
                    <a:pt x="72" y="52"/>
                    <a:pt x="74" y="52"/>
                  </a:cubicBezTo>
                  <a:close/>
                  <a:moveTo>
                    <a:pt x="2959" y="45"/>
                  </a:moveTo>
                  <a:cubicBezTo>
                    <a:pt x="2961" y="45"/>
                    <a:pt x="2963" y="57"/>
                    <a:pt x="2961" y="70"/>
                  </a:cubicBezTo>
                  <a:cubicBezTo>
                    <a:pt x="2962" y="78"/>
                    <a:pt x="2963" y="83"/>
                    <a:pt x="2962" y="83"/>
                  </a:cubicBezTo>
                  <a:cubicBezTo>
                    <a:pt x="2962" y="83"/>
                    <a:pt x="2961" y="79"/>
                    <a:pt x="2958" y="71"/>
                  </a:cubicBezTo>
                  <a:cubicBezTo>
                    <a:pt x="2956" y="62"/>
                    <a:pt x="2953" y="54"/>
                    <a:pt x="2957" y="53"/>
                  </a:cubicBezTo>
                  <a:cubicBezTo>
                    <a:pt x="2957" y="48"/>
                    <a:pt x="2958" y="45"/>
                    <a:pt x="2959" y="45"/>
                  </a:cubicBezTo>
                  <a:close/>
                  <a:moveTo>
                    <a:pt x="110" y="66"/>
                  </a:moveTo>
                  <a:cubicBezTo>
                    <a:pt x="111" y="66"/>
                    <a:pt x="112" y="66"/>
                    <a:pt x="114" y="67"/>
                  </a:cubicBezTo>
                  <a:cubicBezTo>
                    <a:pt x="117" y="68"/>
                    <a:pt x="121" y="69"/>
                    <a:pt x="119" y="77"/>
                  </a:cubicBezTo>
                  <a:lnTo>
                    <a:pt x="115" y="76"/>
                  </a:lnTo>
                  <a:cubicBezTo>
                    <a:pt x="116" y="73"/>
                    <a:pt x="116" y="72"/>
                    <a:pt x="115" y="72"/>
                  </a:cubicBezTo>
                  <a:lnTo>
                    <a:pt x="115" y="72"/>
                  </a:lnTo>
                  <a:cubicBezTo>
                    <a:pt x="115" y="72"/>
                    <a:pt x="112" y="77"/>
                    <a:pt x="113" y="83"/>
                  </a:cubicBezTo>
                  <a:lnTo>
                    <a:pt x="107" y="100"/>
                  </a:lnTo>
                  <a:cubicBezTo>
                    <a:pt x="104" y="99"/>
                    <a:pt x="104" y="89"/>
                    <a:pt x="106" y="81"/>
                  </a:cubicBezTo>
                  <a:cubicBezTo>
                    <a:pt x="107" y="69"/>
                    <a:pt x="107" y="66"/>
                    <a:pt x="110" y="66"/>
                  </a:cubicBezTo>
                  <a:close/>
                  <a:moveTo>
                    <a:pt x="838" y="141"/>
                  </a:moveTo>
                  <a:cubicBezTo>
                    <a:pt x="836" y="141"/>
                    <a:pt x="836" y="143"/>
                    <a:pt x="838" y="150"/>
                  </a:cubicBezTo>
                  <a:lnTo>
                    <a:pt x="844" y="151"/>
                  </a:lnTo>
                  <a:cubicBezTo>
                    <a:pt x="845" y="143"/>
                    <a:pt x="845" y="143"/>
                    <a:pt x="842" y="142"/>
                  </a:cubicBezTo>
                  <a:cubicBezTo>
                    <a:pt x="840" y="141"/>
                    <a:pt x="839" y="141"/>
                    <a:pt x="838" y="141"/>
                  </a:cubicBezTo>
                  <a:close/>
                  <a:moveTo>
                    <a:pt x="304" y="152"/>
                  </a:moveTo>
                  <a:cubicBezTo>
                    <a:pt x="304" y="152"/>
                    <a:pt x="304" y="152"/>
                    <a:pt x="305" y="152"/>
                  </a:cubicBezTo>
                  <a:cubicBezTo>
                    <a:pt x="308" y="153"/>
                    <a:pt x="307" y="161"/>
                    <a:pt x="297" y="168"/>
                  </a:cubicBezTo>
                  <a:lnTo>
                    <a:pt x="290" y="165"/>
                  </a:lnTo>
                  <a:cubicBezTo>
                    <a:pt x="292" y="157"/>
                    <a:pt x="300" y="152"/>
                    <a:pt x="304" y="152"/>
                  </a:cubicBezTo>
                  <a:close/>
                  <a:moveTo>
                    <a:pt x="652" y="150"/>
                  </a:moveTo>
                  <a:lnTo>
                    <a:pt x="650" y="157"/>
                  </a:lnTo>
                  <a:cubicBezTo>
                    <a:pt x="649" y="164"/>
                    <a:pt x="648" y="170"/>
                    <a:pt x="648" y="170"/>
                  </a:cubicBezTo>
                  <a:cubicBezTo>
                    <a:pt x="648" y="170"/>
                    <a:pt x="648" y="169"/>
                    <a:pt x="649" y="166"/>
                  </a:cubicBezTo>
                  <a:cubicBezTo>
                    <a:pt x="649" y="166"/>
                    <a:pt x="650" y="157"/>
                    <a:pt x="652" y="150"/>
                  </a:cubicBezTo>
                  <a:close/>
                  <a:moveTo>
                    <a:pt x="478" y="153"/>
                  </a:moveTo>
                  <a:cubicBezTo>
                    <a:pt x="479" y="153"/>
                    <a:pt x="480" y="154"/>
                    <a:pt x="481" y="154"/>
                  </a:cubicBezTo>
                  <a:lnTo>
                    <a:pt x="479" y="162"/>
                  </a:lnTo>
                  <a:lnTo>
                    <a:pt x="474" y="170"/>
                  </a:lnTo>
                  <a:lnTo>
                    <a:pt x="472" y="161"/>
                  </a:lnTo>
                  <a:cubicBezTo>
                    <a:pt x="473" y="155"/>
                    <a:pt x="475" y="153"/>
                    <a:pt x="478" y="153"/>
                  </a:cubicBezTo>
                  <a:close/>
                  <a:moveTo>
                    <a:pt x="28" y="172"/>
                  </a:moveTo>
                  <a:cubicBezTo>
                    <a:pt x="23" y="176"/>
                    <a:pt x="21" y="181"/>
                    <a:pt x="19" y="187"/>
                  </a:cubicBezTo>
                  <a:lnTo>
                    <a:pt x="22" y="188"/>
                  </a:lnTo>
                  <a:cubicBezTo>
                    <a:pt x="22" y="188"/>
                    <a:pt x="22" y="188"/>
                    <a:pt x="23" y="188"/>
                  </a:cubicBezTo>
                  <a:cubicBezTo>
                    <a:pt x="26" y="188"/>
                    <a:pt x="29" y="180"/>
                    <a:pt x="31" y="173"/>
                  </a:cubicBezTo>
                  <a:lnTo>
                    <a:pt x="28" y="172"/>
                  </a:lnTo>
                  <a:close/>
                  <a:moveTo>
                    <a:pt x="317" y="169"/>
                  </a:moveTo>
                  <a:cubicBezTo>
                    <a:pt x="314" y="169"/>
                    <a:pt x="311" y="174"/>
                    <a:pt x="309" y="180"/>
                  </a:cubicBezTo>
                  <a:cubicBezTo>
                    <a:pt x="307" y="188"/>
                    <a:pt x="310" y="189"/>
                    <a:pt x="317" y="191"/>
                  </a:cubicBezTo>
                  <a:cubicBezTo>
                    <a:pt x="320" y="191"/>
                    <a:pt x="326" y="184"/>
                    <a:pt x="326" y="184"/>
                  </a:cubicBezTo>
                  <a:cubicBezTo>
                    <a:pt x="328" y="176"/>
                    <a:pt x="325" y="175"/>
                    <a:pt x="322" y="174"/>
                  </a:cubicBezTo>
                  <a:cubicBezTo>
                    <a:pt x="320" y="171"/>
                    <a:pt x="318" y="169"/>
                    <a:pt x="317" y="169"/>
                  </a:cubicBezTo>
                  <a:close/>
                  <a:moveTo>
                    <a:pt x="579" y="163"/>
                  </a:moveTo>
                  <a:cubicBezTo>
                    <a:pt x="581" y="163"/>
                    <a:pt x="579" y="167"/>
                    <a:pt x="574" y="176"/>
                  </a:cubicBezTo>
                  <a:lnTo>
                    <a:pt x="564" y="192"/>
                  </a:lnTo>
                  <a:cubicBezTo>
                    <a:pt x="561" y="191"/>
                    <a:pt x="566" y="183"/>
                    <a:pt x="573" y="168"/>
                  </a:cubicBezTo>
                  <a:cubicBezTo>
                    <a:pt x="576" y="165"/>
                    <a:pt x="579" y="163"/>
                    <a:pt x="579" y="163"/>
                  </a:cubicBezTo>
                  <a:close/>
                  <a:moveTo>
                    <a:pt x="2477" y="171"/>
                  </a:moveTo>
                  <a:cubicBezTo>
                    <a:pt x="2479" y="171"/>
                    <a:pt x="2479" y="173"/>
                    <a:pt x="2481" y="180"/>
                  </a:cubicBezTo>
                  <a:cubicBezTo>
                    <a:pt x="2482" y="188"/>
                    <a:pt x="2480" y="197"/>
                    <a:pt x="2477" y="198"/>
                  </a:cubicBezTo>
                  <a:cubicBezTo>
                    <a:pt x="2473" y="198"/>
                    <a:pt x="2470" y="181"/>
                    <a:pt x="2475" y="172"/>
                  </a:cubicBezTo>
                  <a:cubicBezTo>
                    <a:pt x="2476" y="172"/>
                    <a:pt x="2477" y="171"/>
                    <a:pt x="2477" y="171"/>
                  </a:cubicBezTo>
                  <a:close/>
                  <a:moveTo>
                    <a:pt x="495" y="171"/>
                  </a:moveTo>
                  <a:lnTo>
                    <a:pt x="495" y="171"/>
                  </a:lnTo>
                  <a:cubicBezTo>
                    <a:pt x="496" y="171"/>
                    <a:pt x="495" y="175"/>
                    <a:pt x="493" y="183"/>
                  </a:cubicBezTo>
                  <a:cubicBezTo>
                    <a:pt x="492" y="192"/>
                    <a:pt x="488" y="200"/>
                    <a:pt x="480" y="207"/>
                  </a:cubicBezTo>
                  <a:lnTo>
                    <a:pt x="473" y="205"/>
                  </a:lnTo>
                  <a:lnTo>
                    <a:pt x="484" y="190"/>
                  </a:lnTo>
                  <a:cubicBezTo>
                    <a:pt x="491" y="177"/>
                    <a:pt x="494" y="171"/>
                    <a:pt x="495" y="171"/>
                  </a:cubicBezTo>
                  <a:close/>
                  <a:moveTo>
                    <a:pt x="767" y="190"/>
                  </a:moveTo>
                  <a:cubicBezTo>
                    <a:pt x="766" y="196"/>
                    <a:pt x="766" y="201"/>
                    <a:pt x="768" y="207"/>
                  </a:cubicBezTo>
                  <a:cubicBezTo>
                    <a:pt x="768" y="207"/>
                    <a:pt x="768" y="207"/>
                    <a:pt x="769" y="207"/>
                  </a:cubicBezTo>
                  <a:cubicBezTo>
                    <a:pt x="772" y="207"/>
                    <a:pt x="773" y="199"/>
                    <a:pt x="773" y="199"/>
                  </a:cubicBezTo>
                  <a:cubicBezTo>
                    <a:pt x="773" y="199"/>
                    <a:pt x="774" y="191"/>
                    <a:pt x="770" y="190"/>
                  </a:cubicBezTo>
                  <a:close/>
                  <a:moveTo>
                    <a:pt x="728" y="208"/>
                  </a:moveTo>
                  <a:cubicBezTo>
                    <a:pt x="731" y="209"/>
                    <a:pt x="731" y="209"/>
                    <a:pt x="730" y="217"/>
                  </a:cubicBezTo>
                  <a:lnTo>
                    <a:pt x="727" y="217"/>
                  </a:lnTo>
                  <a:lnTo>
                    <a:pt x="724" y="208"/>
                  </a:lnTo>
                  <a:close/>
                  <a:moveTo>
                    <a:pt x="699" y="199"/>
                  </a:moveTo>
                  <a:cubicBezTo>
                    <a:pt x="701" y="199"/>
                    <a:pt x="701" y="207"/>
                    <a:pt x="696" y="219"/>
                  </a:cubicBezTo>
                  <a:lnTo>
                    <a:pt x="690" y="218"/>
                  </a:lnTo>
                  <a:cubicBezTo>
                    <a:pt x="692" y="210"/>
                    <a:pt x="693" y="202"/>
                    <a:pt x="696" y="202"/>
                  </a:cubicBezTo>
                  <a:cubicBezTo>
                    <a:pt x="696" y="202"/>
                    <a:pt x="696" y="202"/>
                    <a:pt x="696" y="202"/>
                  </a:cubicBezTo>
                  <a:cubicBezTo>
                    <a:pt x="697" y="200"/>
                    <a:pt x="698" y="199"/>
                    <a:pt x="699" y="199"/>
                  </a:cubicBezTo>
                  <a:close/>
                  <a:moveTo>
                    <a:pt x="598" y="207"/>
                  </a:moveTo>
                  <a:cubicBezTo>
                    <a:pt x="595" y="216"/>
                    <a:pt x="594" y="224"/>
                    <a:pt x="590" y="224"/>
                  </a:cubicBezTo>
                  <a:lnTo>
                    <a:pt x="586" y="222"/>
                  </a:lnTo>
                  <a:cubicBezTo>
                    <a:pt x="589" y="217"/>
                    <a:pt x="591" y="211"/>
                    <a:pt x="594" y="207"/>
                  </a:cubicBezTo>
                  <a:close/>
                  <a:moveTo>
                    <a:pt x="2095" y="213"/>
                  </a:moveTo>
                  <a:lnTo>
                    <a:pt x="2095" y="213"/>
                  </a:lnTo>
                  <a:cubicBezTo>
                    <a:pt x="2096" y="222"/>
                    <a:pt x="2097" y="230"/>
                    <a:pt x="2094" y="231"/>
                  </a:cubicBezTo>
                  <a:lnTo>
                    <a:pt x="2090" y="224"/>
                  </a:lnTo>
                  <a:lnTo>
                    <a:pt x="2092" y="215"/>
                  </a:lnTo>
                  <a:lnTo>
                    <a:pt x="2095" y="213"/>
                  </a:lnTo>
                  <a:close/>
                  <a:moveTo>
                    <a:pt x="2050" y="227"/>
                  </a:moveTo>
                  <a:cubicBezTo>
                    <a:pt x="2055" y="227"/>
                    <a:pt x="2055" y="227"/>
                    <a:pt x="2055" y="235"/>
                  </a:cubicBezTo>
                  <a:cubicBezTo>
                    <a:pt x="2055" y="235"/>
                    <a:pt x="2056" y="244"/>
                    <a:pt x="2052" y="244"/>
                  </a:cubicBezTo>
                  <a:lnTo>
                    <a:pt x="2048" y="236"/>
                  </a:lnTo>
                  <a:cubicBezTo>
                    <a:pt x="2047" y="227"/>
                    <a:pt x="2050" y="227"/>
                    <a:pt x="2050" y="227"/>
                  </a:cubicBezTo>
                  <a:close/>
                  <a:moveTo>
                    <a:pt x="2364" y="221"/>
                  </a:moveTo>
                  <a:cubicBezTo>
                    <a:pt x="2365" y="221"/>
                    <a:pt x="2365" y="221"/>
                    <a:pt x="2365" y="224"/>
                  </a:cubicBezTo>
                  <a:cubicBezTo>
                    <a:pt x="2367" y="229"/>
                    <a:pt x="2365" y="236"/>
                    <a:pt x="2364" y="242"/>
                  </a:cubicBezTo>
                  <a:cubicBezTo>
                    <a:pt x="2364" y="242"/>
                    <a:pt x="2363" y="246"/>
                    <a:pt x="2362" y="246"/>
                  </a:cubicBezTo>
                  <a:cubicBezTo>
                    <a:pt x="2362" y="246"/>
                    <a:pt x="2361" y="245"/>
                    <a:pt x="2361" y="242"/>
                  </a:cubicBezTo>
                  <a:lnTo>
                    <a:pt x="2360" y="234"/>
                  </a:lnTo>
                  <a:cubicBezTo>
                    <a:pt x="2361" y="227"/>
                    <a:pt x="2363" y="221"/>
                    <a:pt x="2364" y="221"/>
                  </a:cubicBezTo>
                  <a:close/>
                  <a:moveTo>
                    <a:pt x="662" y="247"/>
                  </a:moveTo>
                  <a:cubicBezTo>
                    <a:pt x="662" y="247"/>
                    <a:pt x="662" y="247"/>
                    <a:pt x="663" y="247"/>
                  </a:cubicBezTo>
                  <a:lnTo>
                    <a:pt x="660" y="255"/>
                  </a:lnTo>
                  <a:cubicBezTo>
                    <a:pt x="658" y="255"/>
                    <a:pt x="656" y="258"/>
                    <a:pt x="654" y="258"/>
                  </a:cubicBezTo>
                  <a:cubicBezTo>
                    <a:pt x="654" y="258"/>
                    <a:pt x="653" y="257"/>
                    <a:pt x="654" y="254"/>
                  </a:cubicBezTo>
                  <a:cubicBezTo>
                    <a:pt x="651" y="253"/>
                    <a:pt x="658" y="247"/>
                    <a:pt x="662" y="247"/>
                  </a:cubicBezTo>
                  <a:close/>
                  <a:moveTo>
                    <a:pt x="1320" y="242"/>
                  </a:moveTo>
                  <a:cubicBezTo>
                    <a:pt x="1319" y="249"/>
                    <a:pt x="1319" y="258"/>
                    <a:pt x="1315" y="258"/>
                  </a:cubicBezTo>
                  <a:lnTo>
                    <a:pt x="1311" y="258"/>
                  </a:lnTo>
                  <a:cubicBezTo>
                    <a:pt x="1312" y="253"/>
                    <a:pt x="1313" y="246"/>
                    <a:pt x="1315" y="242"/>
                  </a:cubicBezTo>
                  <a:close/>
                  <a:moveTo>
                    <a:pt x="2221" y="244"/>
                  </a:moveTo>
                  <a:cubicBezTo>
                    <a:pt x="2224" y="244"/>
                    <a:pt x="2225" y="252"/>
                    <a:pt x="2225" y="252"/>
                  </a:cubicBezTo>
                  <a:cubicBezTo>
                    <a:pt x="2225" y="252"/>
                    <a:pt x="2226" y="259"/>
                    <a:pt x="2223" y="261"/>
                  </a:cubicBezTo>
                  <a:cubicBezTo>
                    <a:pt x="2220" y="255"/>
                    <a:pt x="2219" y="249"/>
                    <a:pt x="2217" y="244"/>
                  </a:cubicBezTo>
                  <a:lnTo>
                    <a:pt x="2221" y="244"/>
                  </a:lnTo>
                  <a:cubicBezTo>
                    <a:pt x="2221" y="244"/>
                    <a:pt x="2221" y="244"/>
                    <a:pt x="2221" y="244"/>
                  </a:cubicBezTo>
                  <a:close/>
                  <a:moveTo>
                    <a:pt x="783" y="244"/>
                  </a:moveTo>
                  <a:cubicBezTo>
                    <a:pt x="786" y="245"/>
                    <a:pt x="790" y="245"/>
                    <a:pt x="788" y="254"/>
                  </a:cubicBezTo>
                  <a:cubicBezTo>
                    <a:pt x="788" y="254"/>
                    <a:pt x="787" y="262"/>
                    <a:pt x="784" y="262"/>
                  </a:cubicBezTo>
                  <a:cubicBezTo>
                    <a:pt x="780" y="261"/>
                    <a:pt x="778" y="252"/>
                    <a:pt x="778" y="252"/>
                  </a:cubicBezTo>
                  <a:cubicBezTo>
                    <a:pt x="779" y="244"/>
                    <a:pt x="783" y="244"/>
                    <a:pt x="783" y="244"/>
                  </a:cubicBezTo>
                  <a:close/>
                  <a:moveTo>
                    <a:pt x="912" y="243"/>
                  </a:moveTo>
                  <a:cubicBezTo>
                    <a:pt x="913" y="243"/>
                    <a:pt x="914" y="247"/>
                    <a:pt x="915" y="257"/>
                  </a:cubicBezTo>
                  <a:cubicBezTo>
                    <a:pt x="914" y="264"/>
                    <a:pt x="914" y="266"/>
                    <a:pt x="913" y="266"/>
                  </a:cubicBezTo>
                  <a:cubicBezTo>
                    <a:pt x="912" y="266"/>
                    <a:pt x="911" y="265"/>
                    <a:pt x="911" y="265"/>
                  </a:cubicBezTo>
                  <a:cubicBezTo>
                    <a:pt x="908" y="259"/>
                    <a:pt x="908" y="254"/>
                    <a:pt x="909" y="248"/>
                  </a:cubicBezTo>
                  <a:cubicBezTo>
                    <a:pt x="910" y="245"/>
                    <a:pt x="911" y="243"/>
                    <a:pt x="912" y="243"/>
                  </a:cubicBezTo>
                  <a:close/>
                  <a:moveTo>
                    <a:pt x="846" y="254"/>
                  </a:moveTo>
                  <a:cubicBezTo>
                    <a:pt x="847" y="254"/>
                    <a:pt x="848" y="255"/>
                    <a:pt x="850" y="255"/>
                  </a:cubicBezTo>
                  <a:cubicBezTo>
                    <a:pt x="853" y="256"/>
                    <a:pt x="852" y="264"/>
                    <a:pt x="852" y="264"/>
                  </a:cubicBezTo>
                  <a:cubicBezTo>
                    <a:pt x="852" y="267"/>
                    <a:pt x="851" y="268"/>
                    <a:pt x="851" y="268"/>
                  </a:cubicBezTo>
                  <a:cubicBezTo>
                    <a:pt x="849" y="268"/>
                    <a:pt x="848" y="264"/>
                    <a:pt x="845" y="263"/>
                  </a:cubicBezTo>
                  <a:cubicBezTo>
                    <a:pt x="844" y="256"/>
                    <a:pt x="843" y="254"/>
                    <a:pt x="846" y="254"/>
                  </a:cubicBezTo>
                  <a:close/>
                  <a:moveTo>
                    <a:pt x="941" y="253"/>
                  </a:moveTo>
                  <a:cubicBezTo>
                    <a:pt x="940" y="261"/>
                    <a:pt x="939" y="270"/>
                    <a:pt x="935" y="270"/>
                  </a:cubicBezTo>
                  <a:lnTo>
                    <a:pt x="933" y="261"/>
                  </a:lnTo>
                  <a:lnTo>
                    <a:pt x="937" y="253"/>
                  </a:lnTo>
                  <a:close/>
                  <a:moveTo>
                    <a:pt x="2187" y="264"/>
                  </a:moveTo>
                  <a:cubicBezTo>
                    <a:pt x="2190" y="264"/>
                    <a:pt x="2190" y="264"/>
                    <a:pt x="2192" y="272"/>
                  </a:cubicBezTo>
                  <a:lnTo>
                    <a:pt x="2188" y="273"/>
                  </a:lnTo>
                  <a:lnTo>
                    <a:pt x="2184" y="265"/>
                  </a:lnTo>
                  <a:lnTo>
                    <a:pt x="2187" y="264"/>
                  </a:lnTo>
                  <a:close/>
                  <a:moveTo>
                    <a:pt x="2154" y="268"/>
                  </a:moveTo>
                  <a:cubicBezTo>
                    <a:pt x="2156" y="268"/>
                    <a:pt x="2156" y="270"/>
                    <a:pt x="2157" y="276"/>
                  </a:cubicBezTo>
                  <a:lnTo>
                    <a:pt x="2152" y="276"/>
                  </a:lnTo>
                  <a:lnTo>
                    <a:pt x="2148" y="268"/>
                  </a:lnTo>
                  <a:lnTo>
                    <a:pt x="2152" y="268"/>
                  </a:lnTo>
                  <a:cubicBezTo>
                    <a:pt x="2153" y="268"/>
                    <a:pt x="2154" y="268"/>
                    <a:pt x="2154" y="268"/>
                  </a:cubicBezTo>
                  <a:close/>
                  <a:moveTo>
                    <a:pt x="2127" y="264"/>
                  </a:moveTo>
                  <a:cubicBezTo>
                    <a:pt x="2129" y="264"/>
                    <a:pt x="2130" y="266"/>
                    <a:pt x="2130" y="271"/>
                  </a:cubicBezTo>
                  <a:cubicBezTo>
                    <a:pt x="2131" y="279"/>
                    <a:pt x="2131" y="279"/>
                    <a:pt x="2128" y="279"/>
                  </a:cubicBezTo>
                  <a:cubicBezTo>
                    <a:pt x="2126" y="279"/>
                    <a:pt x="2125" y="279"/>
                    <a:pt x="2124" y="279"/>
                  </a:cubicBezTo>
                  <a:cubicBezTo>
                    <a:pt x="2121" y="279"/>
                    <a:pt x="2121" y="277"/>
                    <a:pt x="2123" y="271"/>
                  </a:cubicBezTo>
                  <a:cubicBezTo>
                    <a:pt x="2124" y="266"/>
                    <a:pt x="2126" y="264"/>
                    <a:pt x="2127" y="264"/>
                  </a:cubicBezTo>
                  <a:close/>
                  <a:moveTo>
                    <a:pt x="2181" y="278"/>
                  </a:moveTo>
                  <a:cubicBezTo>
                    <a:pt x="2180" y="278"/>
                    <a:pt x="2179" y="279"/>
                    <a:pt x="2178" y="282"/>
                  </a:cubicBezTo>
                  <a:cubicBezTo>
                    <a:pt x="2181" y="282"/>
                    <a:pt x="2182" y="278"/>
                    <a:pt x="2181" y="278"/>
                  </a:cubicBezTo>
                  <a:close/>
                  <a:moveTo>
                    <a:pt x="1760" y="293"/>
                  </a:moveTo>
                  <a:cubicBezTo>
                    <a:pt x="1760" y="301"/>
                    <a:pt x="1760" y="310"/>
                    <a:pt x="1756" y="310"/>
                  </a:cubicBezTo>
                  <a:lnTo>
                    <a:pt x="1753" y="310"/>
                  </a:lnTo>
                  <a:cubicBezTo>
                    <a:pt x="1753" y="304"/>
                    <a:pt x="1754" y="299"/>
                    <a:pt x="1756" y="293"/>
                  </a:cubicBezTo>
                  <a:close/>
                  <a:moveTo>
                    <a:pt x="1364" y="294"/>
                  </a:moveTo>
                  <a:cubicBezTo>
                    <a:pt x="1363" y="303"/>
                    <a:pt x="1363" y="311"/>
                    <a:pt x="1360" y="311"/>
                  </a:cubicBezTo>
                  <a:cubicBezTo>
                    <a:pt x="1360" y="311"/>
                    <a:pt x="1359" y="311"/>
                    <a:pt x="1359" y="311"/>
                  </a:cubicBezTo>
                  <a:lnTo>
                    <a:pt x="1356" y="303"/>
                  </a:lnTo>
                  <a:lnTo>
                    <a:pt x="1359" y="294"/>
                  </a:lnTo>
                  <a:close/>
                  <a:moveTo>
                    <a:pt x="2145" y="308"/>
                  </a:moveTo>
                  <a:cubicBezTo>
                    <a:pt x="2145" y="309"/>
                    <a:pt x="2145" y="310"/>
                    <a:pt x="2146" y="311"/>
                  </a:cubicBezTo>
                  <a:cubicBezTo>
                    <a:pt x="2146" y="311"/>
                    <a:pt x="2146" y="312"/>
                    <a:pt x="2146" y="312"/>
                  </a:cubicBezTo>
                  <a:lnTo>
                    <a:pt x="2146" y="312"/>
                  </a:lnTo>
                  <a:cubicBezTo>
                    <a:pt x="2146" y="311"/>
                    <a:pt x="2146" y="310"/>
                    <a:pt x="2145" y="308"/>
                  </a:cubicBezTo>
                  <a:close/>
                  <a:moveTo>
                    <a:pt x="1170" y="297"/>
                  </a:moveTo>
                  <a:cubicBezTo>
                    <a:pt x="1169" y="305"/>
                    <a:pt x="1169" y="313"/>
                    <a:pt x="1164" y="313"/>
                  </a:cubicBezTo>
                  <a:lnTo>
                    <a:pt x="1162" y="304"/>
                  </a:lnTo>
                  <a:lnTo>
                    <a:pt x="1166" y="297"/>
                  </a:lnTo>
                  <a:close/>
                  <a:moveTo>
                    <a:pt x="2146" y="312"/>
                  </a:moveTo>
                  <a:cubicBezTo>
                    <a:pt x="2147" y="315"/>
                    <a:pt x="2148" y="317"/>
                    <a:pt x="2148" y="317"/>
                  </a:cubicBezTo>
                  <a:cubicBezTo>
                    <a:pt x="2148" y="317"/>
                    <a:pt x="2148" y="315"/>
                    <a:pt x="2146" y="312"/>
                  </a:cubicBezTo>
                  <a:close/>
                  <a:moveTo>
                    <a:pt x="1609" y="302"/>
                  </a:moveTo>
                  <a:cubicBezTo>
                    <a:pt x="1617" y="302"/>
                    <a:pt x="1617" y="302"/>
                    <a:pt x="1617" y="311"/>
                  </a:cubicBezTo>
                  <a:cubicBezTo>
                    <a:pt x="1617" y="320"/>
                    <a:pt x="1609" y="320"/>
                    <a:pt x="1606" y="320"/>
                  </a:cubicBezTo>
                  <a:cubicBezTo>
                    <a:pt x="1603" y="311"/>
                    <a:pt x="1606" y="302"/>
                    <a:pt x="1609" y="302"/>
                  </a:cubicBezTo>
                  <a:close/>
                  <a:moveTo>
                    <a:pt x="1253" y="295"/>
                  </a:moveTo>
                  <a:cubicBezTo>
                    <a:pt x="1256" y="297"/>
                    <a:pt x="1256" y="297"/>
                    <a:pt x="1255" y="304"/>
                  </a:cubicBezTo>
                  <a:cubicBezTo>
                    <a:pt x="1255" y="310"/>
                    <a:pt x="1253" y="316"/>
                    <a:pt x="1250" y="321"/>
                  </a:cubicBezTo>
                  <a:lnTo>
                    <a:pt x="1250" y="321"/>
                  </a:lnTo>
                  <a:cubicBezTo>
                    <a:pt x="1247" y="321"/>
                    <a:pt x="1252" y="304"/>
                    <a:pt x="1253" y="295"/>
                  </a:cubicBezTo>
                  <a:close/>
                  <a:moveTo>
                    <a:pt x="64" y="1"/>
                  </a:moveTo>
                  <a:cubicBezTo>
                    <a:pt x="63" y="1"/>
                    <a:pt x="61" y="4"/>
                    <a:pt x="57" y="12"/>
                  </a:cubicBezTo>
                  <a:cubicBezTo>
                    <a:pt x="54" y="15"/>
                    <a:pt x="53" y="16"/>
                    <a:pt x="52" y="16"/>
                  </a:cubicBezTo>
                  <a:cubicBezTo>
                    <a:pt x="50" y="16"/>
                    <a:pt x="49" y="14"/>
                    <a:pt x="47" y="8"/>
                  </a:cubicBezTo>
                  <a:cubicBezTo>
                    <a:pt x="47" y="3"/>
                    <a:pt x="47" y="1"/>
                    <a:pt x="46" y="1"/>
                  </a:cubicBezTo>
                  <a:cubicBezTo>
                    <a:pt x="45" y="1"/>
                    <a:pt x="43" y="3"/>
                    <a:pt x="40" y="6"/>
                  </a:cubicBezTo>
                  <a:cubicBezTo>
                    <a:pt x="36" y="22"/>
                    <a:pt x="32" y="31"/>
                    <a:pt x="36" y="32"/>
                  </a:cubicBezTo>
                  <a:cubicBezTo>
                    <a:pt x="39" y="33"/>
                    <a:pt x="39" y="33"/>
                    <a:pt x="37" y="41"/>
                  </a:cubicBezTo>
                  <a:lnTo>
                    <a:pt x="30" y="38"/>
                  </a:lnTo>
                  <a:cubicBezTo>
                    <a:pt x="29" y="38"/>
                    <a:pt x="27" y="38"/>
                    <a:pt x="25" y="38"/>
                  </a:cubicBezTo>
                  <a:cubicBezTo>
                    <a:pt x="23" y="38"/>
                    <a:pt x="19" y="39"/>
                    <a:pt x="13" y="42"/>
                  </a:cubicBezTo>
                  <a:cubicBezTo>
                    <a:pt x="5" y="47"/>
                    <a:pt x="0" y="59"/>
                    <a:pt x="5" y="59"/>
                  </a:cubicBezTo>
                  <a:cubicBezTo>
                    <a:pt x="6" y="59"/>
                    <a:pt x="7" y="58"/>
                    <a:pt x="9" y="58"/>
                  </a:cubicBezTo>
                  <a:lnTo>
                    <a:pt x="9" y="67"/>
                  </a:lnTo>
                  <a:cubicBezTo>
                    <a:pt x="4" y="79"/>
                    <a:pt x="4" y="86"/>
                    <a:pt x="6" y="86"/>
                  </a:cubicBezTo>
                  <a:cubicBezTo>
                    <a:pt x="8" y="86"/>
                    <a:pt x="12" y="81"/>
                    <a:pt x="15" y="69"/>
                  </a:cubicBezTo>
                  <a:cubicBezTo>
                    <a:pt x="20" y="56"/>
                    <a:pt x="22" y="50"/>
                    <a:pt x="23" y="50"/>
                  </a:cubicBezTo>
                  <a:lnTo>
                    <a:pt x="23" y="50"/>
                  </a:lnTo>
                  <a:cubicBezTo>
                    <a:pt x="24" y="50"/>
                    <a:pt x="23" y="54"/>
                    <a:pt x="22" y="62"/>
                  </a:cubicBezTo>
                  <a:cubicBezTo>
                    <a:pt x="16" y="78"/>
                    <a:pt x="20" y="79"/>
                    <a:pt x="23" y="80"/>
                  </a:cubicBezTo>
                  <a:cubicBezTo>
                    <a:pt x="27" y="81"/>
                    <a:pt x="27" y="81"/>
                    <a:pt x="24" y="90"/>
                  </a:cubicBezTo>
                  <a:cubicBezTo>
                    <a:pt x="21" y="98"/>
                    <a:pt x="22" y="107"/>
                    <a:pt x="25" y="108"/>
                  </a:cubicBezTo>
                  <a:cubicBezTo>
                    <a:pt x="26" y="108"/>
                    <a:pt x="27" y="109"/>
                    <a:pt x="28" y="109"/>
                  </a:cubicBezTo>
                  <a:cubicBezTo>
                    <a:pt x="29" y="109"/>
                    <a:pt x="29" y="107"/>
                    <a:pt x="31" y="101"/>
                  </a:cubicBezTo>
                  <a:cubicBezTo>
                    <a:pt x="31" y="98"/>
                    <a:pt x="32" y="96"/>
                    <a:pt x="33" y="96"/>
                  </a:cubicBezTo>
                  <a:cubicBezTo>
                    <a:pt x="35" y="96"/>
                    <a:pt x="37" y="101"/>
                    <a:pt x="36" y="111"/>
                  </a:cubicBezTo>
                  <a:cubicBezTo>
                    <a:pt x="36" y="115"/>
                    <a:pt x="36" y="117"/>
                    <a:pt x="37" y="117"/>
                  </a:cubicBezTo>
                  <a:cubicBezTo>
                    <a:pt x="38" y="117"/>
                    <a:pt x="39" y="114"/>
                    <a:pt x="42" y="105"/>
                  </a:cubicBezTo>
                  <a:cubicBezTo>
                    <a:pt x="44" y="98"/>
                    <a:pt x="47" y="94"/>
                    <a:pt x="49" y="94"/>
                  </a:cubicBezTo>
                  <a:cubicBezTo>
                    <a:pt x="51" y="94"/>
                    <a:pt x="53" y="99"/>
                    <a:pt x="52" y="108"/>
                  </a:cubicBezTo>
                  <a:lnTo>
                    <a:pt x="59" y="110"/>
                  </a:lnTo>
                  <a:cubicBezTo>
                    <a:pt x="59" y="110"/>
                    <a:pt x="60" y="110"/>
                    <a:pt x="60" y="110"/>
                  </a:cubicBezTo>
                  <a:cubicBezTo>
                    <a:pt x="63" y="110"/>
                    <a:pt x="65" y="103"/>
                    <a:pt x="68" y="96"/>
                  </a:cubicBezTo>
                  <a:cubicBezTo>
                    <a:pt x="71" y="86"/>
                    <a:pt x="72" y="82"/>
                    <a:pt x="72" y="82"/>
                  </a:cubicBezTo>
                  <a:cubicBezTo>
                    <a:pt x="73" y="82"/>
                    <a:pt x="73" y="84"/>
                    <a:pt x="74" y="88"/>
                  </a:cubicBezTo>
                  <a:cubicBezTo>
                    <a:pt x="74" y="95"/>
                    <a:pt x="74" y="100"/>
                    <a:pt x="71" y="106"/>
                  </a:cubicBezTo>
                  <a:cubicBezTo>
                    <a:pt x="69" y="114"/>
                    <a:pt x="73" y="115"/>
                    <a:pt x="76" y="116"/>
                  </a:cubicBezTo>
                  <a:cubicBezTo>
                    <a:pt x="77" y="116"/>
                    <a:pt x="79" y="117"/>
                    <a:pt x="82" y="117"/>
                  </a:cubicBezTo>
                  <a:cubicBezTo>
                    <a:pt x="84" y="117"/>
                    <a:pt x="87" y="116"/>
                    <a:pt x="88" y="111"/>
                  </a:cubicBezTo>
                  <a:lnTo>
                    <a:pt x="88" y="111"/>
                  </a:lnTo>
                  <a:lnTo>
                    <a:pt x="86" y="119"/>
                  </a:lnTo>
                  <a:cubicBezTo>
                    <a:pt x="88" y="120"/>
                    <a:pt x="88" y="124"/>
                    <a:pt x="88" y="124"/>
                  </a:cubicBezTo>
                  <a:cubicBezTo>
                    <a:pt x="88" y="124"/>
                    <a:pt x="89" y="123"/>
                    <a:pt x="89" y="120"/>
                  </a:cubicBezTo>
                  <a:cubicBezTo>
                    <a:pt x="89" y="120"/>
                    <a:pt x="93" y="122"/>
                    <a:pt x="97" y="132"/>
                  </a:cubicBezTo>
                  <a:cubicBezTo>
                    <a:pt x="98" y="134"/>
                    <a:pt x="100" y="136"/>
                    <a:pt x="102" y="136"/>
                  </a:cubicBezTo>
                  <a:cubicBezTo>
                    <a:pt x="108" y="136"/>
                    <a:pt x="116" y="125"/>
                    <a:pt x="112" y="110"/>
                  </a:cubicBezTo>
                  <a:lnTo>
                    <a:pt x="112" y="110"/>
                  </a:lnTo>
                  <a:cubicBezTo>
                    <a:pt x="113" y="111"/>
                    <a:pt x="114" y="111"/>
                    <a:pt x="115" y="111"/>
                  </a:cubicBezTo>
                  <a:cubicBezTo>
                    <a:pt x="115" y="111"/>
                    <a:pt x="116" y="112"/>
                    <a:pt x="116" y="112"/>
                  </a:cubicBezTo>
                  <a:cubicBezTo>
                    <a:pt x="119" y="112"/>
                    <a:pt x="121" y="105"/>
                    <a:pt x="121" y="105"/>
                  </a:cubicBezTo>
                  <a:cubicBezTo>
                    <a:pt x="123" y="99"/>
                    <a:pt x="125" y="97"/>
                    <a:pt x="128" y="97"/>
                  </a:cubicBezTo>
                  <a:cubicBezTo>
                    <a:pt x="129" y="97"/>
                    <a:pt x="130" y="98"/>
                    <a:pt x="131" y="98"/>
                  </a:cubicBezTo>
                  <a:cubicBezTo>
                    <a:pt x="131" y="98"/>
                    <a:pt x="128" y="107"/>
                    <a:pt x="125" y="115"/>
                  </a:cubicBezTo>
                  <a:cubicBezTo>
                    <a:pt x="119" y="129"/>
                    <a:pt x="117" y="138"/>
                    <a:pt x="120" y="138"/>
                  </a:cubicBezTo>
                  <a:cubicBezTo>
                    <a:pt x="122" y="138"/>
                    <a:pt x="125" y="134"/>
                    <a:pt x="130" y="125"/>
                  </a:cubicBezTo>
                  <a:lnTo>
                    <a:pt x="130" y="125"/>
                  </a:lnTo>
                  <a:cubicBezTo>
                    <a:pt x="129" y="127"/>
                    <a:pt x="128" y="130"/>
                    <a:pt x="128" y="133"/>
                  </a:cubicBezTo>
                  <a:cubicBezTo>
                    <a:pt x="126" y="138"/>
                    <a:pt x="127" y="140"/>
                    <a:pt x="129" y="140"/>
                  </a:cubicBezTo>
                  <a:cubicBezTo>
                    <a:pt x="131" y="140"/>
                    <a:pt x="134" y="139"/>
                    <a:pt x="138" y="136"/>
                  </a:cubicBezTo>
                  <a:cubicBezTo>
                    <a:pt x="138" y="136"/>
                    <a:pt x="138" y="136"/>
                    <a:pt x="138" y="136"/>
                  </a:cubicBezTo>
                  <a:cubicBezTo>
                    <a:pt x="142" y="136"/>
                    <a:pt x="149" y="122"/>
                    <a:pt x="152" y="115"/>
                  </a:cubicBezTo>
                  <a:cubicBezTo>
                    <a:pt x="154" y="108"/>
                    <a:pt x="156" y="107"/>
                    <a:pt x="157" y="107"/>
                  </a:cubicBezTo>
                  <a:cubicBezTo>
                    <a:pt x="158" y="107"/>
                    <a:pt x="158" y="107"/>
                    <a:pt x="158" y="107"/>
                  </a:cubicBezTo>
                  <a:cubicBezTo>
                    <a:pt x="161" y="108"/>
                    <a:pt x="161" y="108"/>
                    <a:pt x="159" y="117"/>
                  </a:cubicBezTo>
                  <a:cubicBezTo>
                    <a:pt x="156" y="126"/>
                    <a:pt x="156" y="130"/>
                    <a:pt x="159" y="130"/>
                  </a:cubicBezTo>
                  <a:cubicBezTo>
                    <a:pt x="161" y="130"/>
                    <a:pt x="165" y="127"/>
                    <a:pt x="169" y="120"/>
                  </a:cubicBezTo>
                  <a:lnTo>
                    <a:pt x="169" y="120"/>
                  </a:lnTo>
                  <a:lnTo>
                    <a:pt x="167" y="128"/>
                  </a:lnTo>
                  <a:cubicBezTo>
                    <a:pt x="164" y="135"/>
                    <a:pt x="164" y="143"/>
                    <a:pt x="178" y="143"/>
                  </a:cubicBezTo>
                  <a:cubicBezTo>
                    <a:pt x="180" y="143"/>
                    <a:pt x="182" y="143"/>
                    <a:pt x="185" y="143"/>
                  </a:cubicBezTo>
                  <a:cubicBezTo>
                    <a:pt x="198" y="147"/>
                    <a:pt x="208" y="150"/>
                    <a:pt x="206" y="159"/>
                  </a:cubicBezTo>
                  <a:cubicBezTo>
                    <a:pt x="206" y="160"/>
                    <a:pt x="206" y="161"/>
                    <a:pt x="207" y="161"/>
                  </a:cubicBezTo>
                  <a:cubicBezTo>
                    <a:pt x="212" y="161"/>
                    <a:pt x="225" y="151"/>
                    <a:pt x="234" y="139"/>
                  </a:cubicBezTo>
                  <a:lnTo>
                    <a:pt x="234" y="139"/>
                  </a:lnTo>
                  <a:cubicBezTo>
                    <a:pt x="232" y="147"/>
                    <a:pt x="235" y="148"/>
                    <a:pt x="242" y="151"/>
                  </a:cubicBezTo>
                  <a:cubicBezTo>
                    <a:pt x="252" y="154"/>
                    <a:pt x="252" y="154"/>
                    <a:pt x="250" y="162"/>
                  </a:cubicBezTo>
                  <a:cubicBezTo>
                    <a:pt x="246" y="170"/>
                    <a:pt x="244" y="174"/>
                    <a:pt x="244" y="174"/>
                  </a:cubicBezTo>
                  <a:cubicBezTo>
                    <a:pt x="245" y="174"/>
                    <a:pt x="248" y="170"/>
                    <a:pt x="253" y="163"/>
                  </a:cubicBezTo>
                  <a:cubicBezTo>
                    <a:pt x="256" y="158"/>
                    <a:pt x="259" y="155"/>
                    <a:pt x="261" y="155"/>
                  </a:cubicBezTo>
                  <a:cubicBezTo>
                    <a:pt x="266" y="155"/>
                    <a:pt x="268" y="164"/>
                    <a:pt x="265" y="175"/>
                  </a:cubicBezTo>
                  <a:cubicBezTo>
                    <a:pt x="263" y="183"/>
                    <a:pt x="267" y="184"/>
                    <a:pt x="273" y="187"/>
                  </a:cubicBezTo>
                  <a:cubicBezTo>
                    <a:pt x="277" y="183"/>
                    <a:pt x="280" y="181"/>
                    <a:pt x="284" y="181"/>
                  </a:cubicBezTo>
                  <a:cubicBezTo>
                    <a:pt x="287" y="181"/>
                    <a:pt x="290" y="182"/>
                    <a:pt x="294" y="183"/>
                  </a:cubicBezTo>
                  <a:cubicBezTo>
                    <a:pt x="297" y="184"/>
                    <a:pt x="299" y="185"/>
                    <a:pt x="300" y="185"/>
                  </a:cubicBezTo>
                  <a:cubicBezTo>
                    <a:pt x="304" y="185"/>
                    <a:pt x="305" y="181"/>
                    <a:pt x="308" y="170"/>
                  </a:cubicBezTo>
                  <a:cubicBezTo>
                    <a:pt x="311" y="158"/>
                    <a:pt x="314" y="155"/>
                    <a:pt x="317" y="155"/>
                  </a:cubicBezTo>
                  <a:cubicBezTo>
                    <a:pt x="319" y="155"/>
                    <a:pt x="321" y="156"/>
                    <a:pt x="323" y="156"/>
                  </a:cubicBezTo>
                  <a:cubicBezTo>
                    <a:pt x="326" y="157"/>
                    <a:pt x="329" y="159"/>
                    <a:pt x="327" y="166"/>
                  </a:cubicBezTo>
                  <a:cubicBezTo>
                    <a:pt x="327" y="166"/>
                    <a:pt x="328" y="176"/>
                    <a:pt x="332" y="176"/>
                  </a:cubicBezTo>
                  <a:cubicBezTo>
                    <a:pt x="335" y="178"/>
                    <a:pt x="338" y="179"/>
                    <a:pt x="337" y="188"/>
                  </a:cubicBezTo>
                  <a:cubicBezTo>
                    <a:pt x="337" y="188"/>
                    <a:pt x="338" y="197"/>
                    <a:pt x="345" y="199"/>
                  </a:cubicBezTo>
                  <a:cubicBezTo>
                    <a:pt x="352" y="200"/>
                    <a:pt x="359" y="202"/>
                    <a:pt x="356" y="210"/>
                  </a:cubicBezTo>
                  <a:cubicBezTo>
                    <a:pt x="358" y="210"/>
                    <a:pt x="358" y="211"/>
                    <a:pt x="359" y="211"/>
                  </a:cubicBezTo>
                  <a:cubicBezTo>
                    <a:pt x="361" y="211"/>
                    <a:pt x="361" y="209"/>
                    <a:pt x="362" y="203"/>
                  </a:cubicBezTo>
                  <a:cubicBezTo>
                    <a:pt x="363" y="198"/>
                    <a:pt x="366" y="193"/>
                    <a:pt x="371" y="193"/>
                  </a:cubicBezTo>
                  <a:cubicBezTo>
                    <a:pt x="374" y="193"/>
                    <a:pt x="378" y="195"/>
                    <a:pt x="382" y="199"/>
                  </a:cubicBezTo>
                  <a:cubicBezTo>
                    <a:pt x="385" y="200"/>
                    <a:pt x="389" y="201"/>
                    <a:pt x="393" y="201"/>
                  </a:cubicBezTo>
                  <a:cubicBezTo>
                    <a:pt x="397" y="201"/>
                    <a:pt x="400" y="200"/>
                    <a:pt x="401" y="196"/>
                  </a:cubicBezTo>
                  <a:cubicBezTo>
                    <a:pt x="405" y="197"/>
                    <a:pt x="405" y="197"/>
                    <a:pt x="403" y="205"/>
                  </a:cubicBezTo>
                  <a:cubicBezTo>
                    <a:pt x="401" y="214"/>
                    <a:pt x="402" y="218"/>
                    <a:pt x="405" y="218"/>
                  </a:cubicBezTo>
                  <a:cubicBezTo>
                    <a:pt x="407" y="218"/>
                    <a:pt x="412" y="215"/>
                    <a:pt x="417" y="208"/>
                  </a:cubicBezTo>
                  <a:cubicBezTo>
                    <a:pt x="418" y="204"/>
                    <a:pt x="419" y="203"/>
                    <a:pt x="420" y="203"/>
                  </a:cubicBezTo>
                  <a:cubicBezTo>
                    <a:pt x="422" y="203"/>
                    <a:pt x="423" y="205"/>
                    <a:pt x="424" y="210"/>
                  </a:cubicBezTo>
                  <a:cubicBezTo>
                    <a:pt x="424" y="210"/>
                    <a:pt x="427" y="210"/>
                    <a:pt x="433" y="203"/>
                  </a:cubicBezTo>
                  <a:cubicBezTo>
                    <a:pt x="435" y="200"/>
                    <a:pt x="437" y="198"/>
                    <a:pt x="438" y="198"/>
                  </a:cubicBezTo>
                  <a:cubicBezTo>
                    <a:pt x="439" y="198"/>
                    <a:pt x="441" y="200"/>
                    <a:pt x="444" y="206"/>
                  </a:cubicBezTo>
                  <a:cubicBezTo>
                    <a:pt x="442" y="215"/>
                    <a:pt x="445" y="215"/>
                    <a:pt x="448" y="216"/>
                  </a:cubicBezTo>
                  <a:cubicBezTo>
                    <a:pt x="450" y="214"/>
                    <a:pt x="454" y="214"/>
                    <a:pt x="458" y="214"/>
                  </a:cubicBezTo>
                  <a:cubicBezTo>
                    <a:pt x="473" y="214"/>
                    <a:pt x="496" y="221"/>
                    <a:pt x="498" y="228"/>
                  </a:cubicBezTo>
                  <a:cubicBezTo>
                    <a:pt x="502" y="222"/>
                    <a:pt x="503" y="221"/>
                    <a:pt x="504" y="221"/>
                  </a:cubicBezTo>
                  <a:cubicBezTo>
                    <a:pt x="505" y="221"/>
                    <a:pt x="506" y="221"/>
                    <a:pt x="507" y="221"/>
                  </a:cubicBezTo>
                  <a:cubicBezTo>
                    <a:pt x="507" y="229"/>
                    <a:pt x="507" y="232"/>
                    <a:pt x="509" y="232"/>
                  </a:cubicBezTo>
                  <a:cubicBezTo>
                    <a:pt x="510" y="232"/>
                    <a:pt x="513" y="225"/>
                    <a:pt x="516" y="215"/>
                  </a:cubicBezTo>
                  <a:lnTo>
                    <a:pt x="511" y="213"/>
                  </a:lnTo>
                  <a:lnTo>
                    <a:pt x="508" y="213"/>
                  </a:lnTo>
                  <a:cubicBezTo>
                    <a:pt x="510" y="206"/>
                    <a:pt x="513" y="203"/>
                    <a:pt x="515" y="203"/>
                  </a:cubicBezTo>
                  <a:cubicBezTo>
                    <a:pt x="518" y="203"/>
                    <a:pt x="520" y="209"/>
                    <a:pt x="517" y="224"/>
                  </a:cubicBezTo>
                  <a:cubicBezTo>
                    <a:pt x="517" y="233"/>
                    <a:pt x="517" y="237"/>
                    <a:pt x="518" y="237"/>
                  </a:cubicBezTo>
                  <a:cubicBezTo>
                    <a:pt x="519" y="237"/>
                    <a:pt x="520" y="233"/>
                    <a:pt x="523" y="226"/>
                  </a:cubicBezTo>
                  <a:cubicBezTo>
                    <a:pt x="527" y="218"/>
                    <a:pt x="530" y="215"/>
                    <a:pt x="532" y="215"/>
                  </a:cubicBezTo>
                  <a:cubicBezTo>
                    <a:pt x="534" y="215"/>
                    <a:pt x="535" y="219"/>
                    <a:pt x="535" y="228"/>
                  </a:cubicBezTo>
                  <a:cubicBezTo>
                    <a:pt x="532" y="237"/>
                    <a:pt x="531" y="241"/>
                    <a:pt x="532" y="241"/>
                  </a:cubicBezTo>
                  <a:cubicBezTo>
                    <a:pt x="532" y="241"/>
                    <a:pt x="534" y="237"/>
                    <a:pt x="538" y="229"/>
                  </a:cubicBezTo>
                  <a:cubicBezTo>
                    <a:pt x="545" y="212"/>
                    <a:pt x="552" y="203"/>
                    <a:pt x="556" y="203"/>
                  </a:cubicBezTo>
                  <a:cubicBezTo>
                    <a:pt x="559" y="203"/>
                    <a:pt x="560" y="210"/>
                    <a:pt x="557" y="225"/>
                  </a:cubicBezTo>
                  <a:cubicBezTo>
                    <a:pt x="554" y="242"/>
                    <a:pt x="555" y="251"/>
                    <a:pt x="559" y="252"/>
                  </a:cubicBezTo>
                  <a:cubicBezTo>
                    <a:pt x="563" y="252"/>
                    <a:pt x="564" y="244"/>
                    <a:pt x="566" y="236"/>
                  </a:cubicBezTo>
                  <a:cubicBezTo>
                    <a:pt x="566" y="227"/>
                    <a:pt x="567" y="223"/>
                    <a:pt x="568" y="223"/>
                  </a:cubicBezTo>
                  <a:cubicBezTo>
                    <a:pt x="569" y="223"/>
                    <a:pt x="571" y="228"/>
                    <a:pt x="573" y="237"/>
                  </a:cubicBezTo>
                  <a:cubicBezTo>
                    <a:pt x="576" y="253"/>
                    <a:pt x="580" y="260"/>
                    <a:pt x="585" y="260"/>
                  </a:cubicBezTo>
                  <a:cubicBezTo>
                    <a:pt x="589" y="260"/>
                    <a:pt x="594" y="256"/>
                    <a:pt x="600" y="251"/>
                  </a:cubicBezTo>
                  <a:cubicBezTo>
                    <a:pt x="607" y="244"/>
                    <a:pt x="614" y="242"/>
                    <a:pt x="617" y="242"/>
                  </a:cubicBezTo>
                  <a:cubicBezTo>
                    <a:pt x="621" y="242"/>
                    <a:pt x="621" y="246"/>
                    <a:pt x="613" y="254"/>
                  </a:cubicBezTo>
                  <a:cubicBezTo>
                    <a:pt x="607" y="263"/>
                    <a:pt x="605" y="267"/>
                    <a:pt x="606" y="267"/>
                  </a:cubicBezTo>
                  <a:cubicBezTo>
                    <a:pt x="606" y="267"/>
                    <a:pt x="609" y="266"/>
                    <a:pt x="612" y="263"/>
                  </a:cubicBezTo>
                  <a:lnTo>
                    <a:pt x="630" y="266"/>
                  </a:lnTo>
                  <a:cubicBezTo>
                    <a:pt x="630" y="266"/>
                    <a:pt x="631" y="266"/>
                    <a:pt x="631" y="266"/>
                  </a:cubicBezTo>
                  <a:cubicBezTo>
                    <a:pt x="634" y="266"/>
                    <a:pt x="638" y="259"/>
                    <a:pt x="640" y="251"/>
                  </a:cubicBezTo>
                  <a:cubicBezTo>
                    <a:pt x="640" y="262"/>
                    <a:pt x="643" y="271"/>
                    <a:pt x="647" y="271"/>
                  </a:cubicBezTo>
                  <a:cubicBezTo>
                    <a:pt x="649" y="271"/>
                    <a:pt x="652" y="268"/>
                    <a:pt x="656" y="263"/>
                  </a:cubicBezTo>
                  <a:lnTo>
                    <a:pt x="663" y="264"/>
                  </a:lnTo>
                  <a:cubicBezTo>
                    <a:pt x="664" y="264"/>
                    <a:pt x="664" y="265"/>
                    <a:pt x="665" y="265"/>
                  </a:cubicBezTo>
                  <a:cubicBezTo>
                    <a:pt x="666" y="265"/>
                    <a:pt x="668" y="263"/>
                    <a:pt x="672" y="257"/>
                  </a:cubicBezTo>
                  <a:cubicBezTo>
                    <a:pt x="673" y="255"/>
                    <a:pt x="674" y="254"/>
                    <a:pt x="675" y="254"/>
                  </a:cubicBezTo>
                  <a:cubicBezTo>
                    <a:pt x="678" y="254"/>
                    <a:pt x="679" y="261"/>
                    <a:pt x="681" y="267"/>
                  </a:cubicBezTo>
                  <a:cubicBezTo>
                    <a:pt x="682" y="275"/>
                    <a:pt x="684" y="281"/>
                    <a:pt x="685" y="281"/>
                  </a:cubicBezTo>
                  <a:cubicBezTo>
                    <a:pt x="685" y="281"/>
                    <a:pt x="686" y="280"/>
                    <a:pt x="686" y="277"/>
                  </a:cubicBezTo>
                  <a:cubicBezTo>
                    <a:pt x="687" y="270"/>
                    <a:pt x="696" y="263"/>
                    <a:pt x="701" y="255"/>
                  </a:cubicBezTo>
                  <a:cubicBezTo>
                    <a:pt x="702" y="253"/>
                    <a:pt x="704" y="252"/>
                    <a:pt x="704" y="252"/>
                  </a:cubicBezTo>
                  <a:cubicBezTo>
                    <a:pt x="707" y="252"/>
                    <a:pt x="707" y="258"/>
                    <a:pt x="703" y="264"/>
                  </a:cubicBezTo>
                  <a:cubicBezTo>
                    <a:pt x="702" y="272"/>
                    <a:pt x="702" y="272"/>
                    <a:pt x="707" y="282"/>
                  </a:cubicBezTo>
                  <a:cubicBezTo>
                    <a:pt x="709" y="282"/>
                    <a:pt x="710" y="283"/>
                    <a:pt x="712" y="283"/>
                  </a:cubicBezTo>
                  <a:cubicBezTo>
                    <a:pt x="715" y="283"/>
                    <a:pt x="718" y="281"/>
                    <a:pt x="720" y="276"/>
                  </a:cubicBezTo>
                  <a:cubicBezTo>
                    <a:pt x="720" y="273"/>
                    <a:pt x="724" y="271"/>
                    <a:pt x="728" y="271"/>
                  </a:cubicBezTo>
                  <a:cubicBezTo>
                    <a:pt x="734" y="271"/>
                    <a:pt x="743" y="275"/>
                    <a:pt x="744" y="281"/>
                  </a:cubicBezTo>
                  <a:lnTo>
                    <a:pt x="751" y="282"/>
                  </a:lnTo>
                  <a:cubicBezTo>
                    <a:pt x="754" y="282"/>
                    <a:pt x="759" y="275"/>
                    <a:pt x="763" y="275"/>
                  </a:cubicBezTo>
                  <a:cubicBezTo>
                    <a:pt x="763" y="275"/>
                    <a:pt x="763" y="275"/>
                    <a:pt x="764" y="275"/>
                  </a:cubicBezTo>
                  <a:cubicBezTo>
                    <a:pt x="764" y="275"/>
                    <a:pt x="767" y="275"/>
                    <a:pt x="771" y="268"/>
                  </a:cubicBezTo>
                  <a:cubicBezTo>
                    <a:pt x="776" y="268"/>
                    <a:pt x="779" y="270"/>
                    <a:pt x="778" y="277"/>
                  </a:cubicBezTo>
                  <a:cubicBezTo>
                    <a:pt x="781" y="270"/>
                    <a:pt x="782" y="266"/>
                    <a:pt x="783" y="266"/>
                  </a:cubicBezTo>
                  <a:cubicBezTo>
                    <a:pt x="784" y="266"/>
                    <a:pt x="784" y="270"/>
                    <a:pt x="785" y="279"/>
                  </a:cubicBezTo>
                  <a:cubicBezTo>
                    <a:pt x="784" y="287"/>
                    <a:pt x="783" y="291"/>
                    <a:pt x="784" y="291"/>
                  </a:cubicBezTo>
                  <a:cubicBezTo>
                    <a:pt x="784" y="291"/>
                    <a:pt x="785" y="287"/>
                    <a:pt x="788" y="280"/>
                  </a:cubicBezTo>
                  <a:cubicBezTo>
                    <a:pt x="790" y="276"/>
                    <a:pt x="792" y="274"/>
                    <a:pt x="792" y="274"/>
                  </a:cubicBezTo>
                  <a:cubicBezTo>
                    <a:pt x="793" y="274"/>
                    <a:pt x="794" y="276"/>
                    <a:pt x="795" y="281"/>
                  </a:cubicBezTo>
                  <a:cubicBezTo>
                    <a:pt x="794" y="285"/>
                    <a:pt x="795" y="287"/>
                    <a:pt x="796" y="287"/>
                  </a:cubicBezTo>
                  <a:cubicBezTo>
                    <a:pt x="797" y="287"/>
                    <a:pt x="798" y="285"/>
                    <a:pt x="799" y="281"/>
                  </a:cubicBezTo>
                  <a:cubicBezTo>
                    <a:pt x="803" y="272"/>
                    <a:pt x="808" y="265"/>
                    <a:pt x="812" y="265"/>
                  </a:cubicBezTo>
                  <a:cubicBezTo>
                    <a:pt x="814" y="265"/>
                    <a:pt x="815" y="268"/>
                    <a:pt x="814" y="275"/>
                  </a:cubicBezTo>
                  <a:cubicBezTo>
                    <a:pt x="814" y="275"/>
                    <a:pt x="819" y="275"/>
                    <a:pt x="823" y="267"/>
                  </a:cubicBezTo>
                  <a:cubicBezTo>
                    <a:pt x="826" y="260"/>
                    <a:pt x="827" y="256"/>
                    <a:pt x="828" y="256"/>
                  </a:cubicBezTo>
                  <a:lnTo>
                    <a:pt x="828" y="256"/>
                  </a:lnTo>
                  <a:cubicBezTo>
                    <a:pt x="828" y="256"/>
                    <a:pt x="828" y="260"/>
                    <a:pt x="826" y="268"/>
                  </a:cubicBezTo>
                  <a:cubicBezTo>
                    <a:pt x="827" y="277"/>
                    <a:pt x="828" y="282"/>
                    <a:pt x="830" y="282"/>
                  </a:cubicBezTo>
                  <a:cubicBezTo>
                    <a:pt x="832" y="282"/>
                    <a:pt x="834" y="278"/>
                    <a:pt x="838" y="270"/>
                  </a:cubicBezTo>
                  <a:cubicBezTo>
                    <a:pt x="838" y="270"/>
                    <a:pt x="839" y="267"/>
                    <a:pt x="841" y="267"/>
                  </a:cubicBezTo>
                  <a:cubicBezTo>
                    <a:pt x="842" y="267"/>
                    <a:pt x="843" y="268"/>
                    <a:pt x="844" y="272"/>
                  </a:cubicBezTo>
                  <a:cubicBezTo>
                    <a:pt x="848" y="277"/>
                    <a:pt x="857" y="284"/>
                    <a:pt x="863" y="284"/>
                  </a:cubicBezTo>
                  <a:cubicBezTo>
                    <a:pt x="867" y="284"/>
                    <a:pt x="869" y="282"/>
                    <a:pt x="869" y="275"/>
                  </a:cubicBezTo>
                  <a:lnTo>
                    <a:pt x="869" y="275"/>
                  </a:lnTo>
                  <a:lnTo>
                    <a:pt x="876" y="276"/>
                  </a:lnTo>
                  <a:cubicBezTo>
                    <a:pt x="879" y="282"/>
                    <a:pt x="881" y="284"/>
                    <a:pt x="884" y="284"/>
                  </a:cubicBezTo>
                  <a:cubicBezTo>
                    <a:pt x="886" y="284"/>
                    <a:pt x="888" y="282"/>
                    <a:pt x="890" y="279"/>
                  </a:cubicBezTo>
                  <a:lnTo>
                    <a:pt x="895" y="271"/>
                  </a:lnTo>
                  <a:lnTo>
                    <a:pt x="895" y="271"/>
                  </a:lnTo>
                  <a:cubicBezTo>
                    <a:pt x="894" y="280"/>
                    <a:pt x="896" y="289"/>
                    <a:pt x="899" y="290"/>
                  </a:cubicBezTo>
                  <a:cubicBezTo>
                    <a:pt x="903" y="290"/>
                    <a:pt x="903" y="290"/>
                    <a:pt x="904" y="282"/>
                  </a:cubicBezTo>
                  <a:cubicBezTo>
                    <a:pt x="902" y="275"/>
                    <a:pt x="903" y="273"/>
                    <a:pt x="906" y="273"/>
                  </a:cubicBezTo>
                  <a:cubicBezTo>
                    <a:pt x="907" y="273"/>
                    <a:pt x="908" y="274"/>
                    <a:pt x="909" y="274"/>
                  </a:cubicBezTo>
                  <a:cubicBezTo>
                    <a:pt x="913" y="274"/>
                    <a:pt x="915" y="283"/>
                    <a:pt x="914" y="292"/>
                  </a:cubicBezTo>
                  <a:lnTo>
                    <a:pt x="917" y="292"/>
                  </a:lnTo>
                  <a:cubicBezTo>
                    <a:pt x="919" y="282"/>
                    <a:pt x="920" y="279"/>
                    <a:pt x="921" y="279"/>
                  </a:cubicBezTo>
                  <a:cubicBezTo>
                    <a:pt x="922" y="279"/>
                    <a:pt x="922" y="281"/>
                    <a:pt x="922" y="284"/>
                  </a:cubicBezTo>
                  <a:cubicBezTo>
                    <a:pt x="924" y="293"/>
                    <a:pt x="928" y="294"/>
                    <a:pt x="932" y="294"/>
                  </a:cubicBezTo>
                  <a:cubicBezTo>
                    <a:pt x="932" y="292"/>
                    <a:pt x="933" y="291"/>
                    <a:pt x="933" y="291"/>
                  </a:cubicBezTo>
                  <a:lnTo>
                    <a:pt x="933" y="291"/>
                  </a:lnTo>
                  <a:cubicBezTo>
                    <a:pt x="934" y="291"/>
                    <a:pt x="934" y="294"/>
                    <a:pt x="932" y="294"/>
                  </a:cubicBezTo>
                  <a:lnTo>
                    <a:pt x="931" y="303"/>
                  </a:lnTo>
                  <a:cubicBezTo>
                    <a:pt x="931" y="306"/>
                    <a:pt x="932" y="306"/>
                    <a:pt x="932" y="306"/>
                  </a:cubicBezTo>
                  <a:cubicBezTo>
                    <a:pt x="934" y="306"/>
                    <a:pt x="934" y="301"/>
                    <a:pt x="935" y="294"/>
                  </a:cubicBezTo>
                  <a:lnTo>
                    <a:pt x="942" y="295"/>
                  </a:lnTo>
                  <a:cubicBezTo>
                    <a:pt x="943" y="296"/>
                    <a:pt x="944" y="296"/>
                    <a:pt x="945" y="296"/>
                  </a:cubicBezTo>
                  <a:cubicBezTo>
                    <a:pt x="948" y="296"/>
                    <a:pt x="949" y="294"/>
                    <a:pt x="946" y="288"/>
                  </a:cubicBezTo>
                  <a:cubicBezTo>
                    <a:pt x="948" y="280"/>
                    <a:pt x="949" y="271"/>
                    <a:pt x="953" y="271"/>
                  </a:cubicBezTo>
                  <a:cubicBezTo>
                    <a:pt x="953" y="268"/>
                    <a:pt x="954" y="267"/>
                    <a:pt x="954" y="267"/>
                  </a:cubicBezTo>
                  <a:lnTo>
                    <a:pt x="954" y="267"/>
                  </a:lnTo>
                  <a:cubicBezTo>
                    <a:pt x="955" y="267"/>
                    <a:pt x="955" y="271"/>
                    <a:pt x="954" y="271"/>
                  </a:cubicBezTo>
                  <a:cubicBezTo>
                    <a:pt x="954" y="271"/>
                    <a:pt x="953" y="271"/>
                    <a:pt x="953" y="271"/>
                  </a:cubicBezTo>
                  <a:lnTo>
                    <a:pt x="953" y="271"/>
                  </a:lnTo>
                  <a:cubicBezTo>
                    <a:pt x="952" y="280"/>
                    <a:pt x="951" y="288"/>
                    <a:pt x="954" y="289"/>
                  </a:cubicBezTo>
                  <a:cubicBezTo>
                    <a:pt x="958" y="289"/>
                    <a:pt x="957" y="298"/>
                    <a:pt x="957" y="298"/>
                  </a:cubicBezTo>
                  <a:cubicBezTo>
                    <a:pt x="954" y="305"/>
                    <a:pt x="956" y="308"/>
                    <a:pt x="959" y="308"/>
                  </a:cubicBezTo>
                  <a:cubicBezTo>
                    <a:pt x="963" y="308"/>
                    <a:pt x="969" y="304"/>
                    <a:pt x="971" y="299"/>
                  </a:cubicBezTo>
                  <a:cubicBezTo>
                    <a:pt x="975" y="291"/>
                    <a:pt x="978" y="288"/>
                    <a:pt x="980" y="288"/>
                  </a:cubicBezTo>
                  <a:cubicBezTo>
                    <a:pt x="982" y="288"/>
                    <a:pt x="982" y="292"/>
                    <a:pt x="981" y="301"/>
                  </a:cubicBezTo>
                  <a:cubicBezTo>
                    <a:pt x="981" y="306"/>
                    <a:pt x="981" y="308"/>
                    <a:pt x="982" y="308"/>
                  </a:cubicBezTo>
                  <a:cubicBezTo>
                    <a:pt x="985" y="308"/>
                    <a:pt x="991" y="295"/>
                    <a:pt x="996" y="276"/>
                  </a:cubicBezTo>
                  <a:lnTo>
                    <a:pt x="1001" y="252"/>
                  </a:lnTo>
                  <a:lnTo>
                    <a:pt x="1001" y="252"/>
                  </a:lnTo>
                  <a:lnTo>
                    <a:pt x="999" y="277"/>
                  </a:lnTo>
                  <a:cubicBezTo>
                    <a:pt x="998" y="297"/>
                    <a:pt x="998" y="306"/>
                    <a:pt x="1001" y="306"/>
                  </a:cubicBezTo>
                  <a:cubicBezTo>
                    <a:pt x="1003" y="306"/>
                    <a:pt x="1006" y="302"/>
                    <a:pt x="1011" y="295"/>
                  </a:cubicBezTo>
                  <a:cubicBezTo>
                    <a:pt x="1015" y="292"/>
                    <a:pt x="1017" y="290"/>
                    <a:pt x="1018" y="290"/>
                  </a:cubicBezTo>
                  <a:cubicBezTo>
                    <a:pt x="1019" y="290"/>
                    <a:pt x="1019" y="292"/>
                    <a:pt x="1018" y="297"/>
                  </a:cubicBezTo>
                  <a:cubicBezTo>
                    <a:pt x="1017" y="305"/>
                    <a:pt x="1020" y="305"/>
                    <a:pt x="1032" y="307"/>
                  </a:cubicBezTo>
                  <a:cubicBezTo>
                    <a:pt x="1035" y="307"/>
                    <a:pt x="1038" y="308"/>
                    <a:pt x="1040" y="308"/>
                  </a:cubicBezTo>
                  <a:cubicBezTo>
                    <a:pt x="1044" y="308"/>
                    <a:pt x="1046" y="306"/>
                    <a:pt x="1046" y="300"/>
                  </a:cubicBezTo>
                  <a:lnTo>
                    <a:pt x="1054" y="301"/>
                  </a:lnTo>
                  <a:cubicBezTo>
                    <a:pt x="1055" y="308"/>
                    <a:pt x="1056" y="311"/>
                    <a:pt x="1058" y="311"/>
                  </a:cubicBezTo>
                  <a:cubicBezTo>
                    <a:pt x="1061" y="311"/>
                    <a:pt x="1063" y="304"/>
                    <a:pt x="1062" y="293"/>
                  </a:cubicBezTo>
                  <a:lnTo>
                    <a:pt x="1062" y="293"/>
                  </a:lnTo>
                  <a:lnTo>
                    <a:pt x="1069" y="294"/>
                  </a:lnTo>
                  <a:lnTo>
                    <a:pt x="1068" y="303"/>
                  </a:lnTo>
                  <a:cubicBezTo>
                    <a:pt x="1068" y="311"/>
                    <a:pt x="1074" y="312"/>
                    <a:pt x="1103" y="316"/>
                  </a:cubicBezTo>
                  <a:cubicBezTo>
                    <a:pt x="1113" y="317"/>
                    <a:pt x="1120" y="318"/>
                    <a:pt x="1125" y="318"/>
                  </a:cubicBezTo>
                  <a:cubicBezTo>
                    <a:pt x="1137" y="318"/>
                    <a:pt x="1139" y="314"/>
                    <a:pt x="1140" y="302"/>
                  </a:cubicBezTo>
                  <a:cubicBezTo>
                    <a:pt x="1143" y="294"/>
                    <a:pt x="1145" y="290"/>
                    <a:pt x="1146" y="290"/>
                  </a:cubicBezTo>
                  <a:cubicBezTo>
                    <a:pt x="1147" y="290"/>
                    <a:pt x="1148" y="295"/>
                    <a:pt x="1147" y="303"/>
                  </a:cubicBezTo>
                  <a:cubicBezTo>
                    <a:pt x="1147" y="310"/>
                    <a:pt x="1148" y="315"/>
                    <a:pt x="1149" y="315"/>
                  </a:cubicBezTo>
                  <a:cubicBezTo>
                    <a:pt x="1150" y="315"/>
                    <a:pt x="1150" y="314"/>
                    <a:pt x="1151" y="312"/>
                  </a:cubicBezTo>
                  <a:cubicBezTo>
                    <a:pt x="1155" y="313"/>
                    <a:pt x="1160" y="317"/>
                    <a:pt x="1161" y="321"/>
                  </a:cubicBezTo>
                  <a:cubicBezTo>
                    <a:pt x="1165" y="329"/>
                    <a:pt x="1168" y="332"/>
                    <a:pt x="1170" y="332"/>
                  </a:cubicBezTo>
                  <a:cubicBezTo>
                    <a:pt x="1173" y="332"/>
                    <a:pt x="1174" y="327"/>
                    <a:pt x="1174" y="322"/>
                  </a:cubicBezTo>
                  <a:cubicBezTo>
                    <a:pt x="1173" y="315"/>
                    <a:pt x="1173" y="313"/>
                    <a:pt x="1174" y="313"/>
                  </a:cubicBezTo>
                  <a:lnTo>
                    <a:pt x="1174" y="313"/>
                  </a:lnTo>
                  <a:cubicBezTo>
                    <a:pt x="1175" y="313"/>
                    <a:pt x="1177" y="318"/>
                    <a:pt x="1179" y="323"/>
                  </a:cubicBezTo>
                  <a:cubicBezTo>
                    <a:pt x="1180" y="330"/>
                    <a:pt x="1182" y="336"/>
                    <a:pt x="1183" y="336"/>
                  </a:cubicBezTo>
                  <a:cubicBezTo>
                    <a:pt x="1184" y="336"/>
                    <a:pt x="1184" y="335"/>
                    <a:pt x="1184" y="332"/>
                  </a:cubicBezTo>
                  <a:cubicBezTo>
                    <a:pt x="1187" y="328"/>
                    <a:pt x="1194" y="324"/>
                    <a:pt x="1201" y="324"/>
                  </a:cubicBezTo>
                  <a:cubicBezTo>
                    <a:pt x="1206" y="324"/>
                    <a:pt x="1211" y="327"/>
                    <a:pt x="1210" y="335"/>
                  </a:cubicBezTo>
                  <a:lnTo>
                    <a:pt x="1217" y="335"/>
                  </a:lnTo>
                  <a:cubicBezTo>
                    <a:pt x="1218" y="329"/>
                    <a:pt x="1221" y="327"/>
                    <a:pt x="1226" y="327"/>
                  </a:cubicBezTo>
                  <a:cubicBezTo>
                    <a:pt x="1228" y="327"/>
                    <a:pt x="1230" y="328"/>
                    <a:pt x="1232" y="328"/>
                  </a:cubicBezTo>
                  <a:cubicBezTo>
                    <a:pt x="1239" y="328"/>
                    <a:pt x="1243" y="329"/>
                    <a:pt x="1243" y="337"/>
                  </a:cubicBezTo>
                  <a:cubicBezTo>
                    <a:pt x="1240" y="342"/>
                    <a:pt x="1240" y="344"/>
                    <a:pt x="1241" y="344"/>
                  </a:cubicBezTo>
                  <a:cubicBezTo>
                    <a:pt x="1243" y="344"/>
                    <a:pt x="1245" y="342"/>
                    <a:pt x="1249" y="338"/>
                  </a:cubicBezTo>
                  <a:cubicBezTo>
                    <a:pt x="1253" y="338"/>
                    <a:pt x="1257" y="322"/>
                    <a:pt x="1261" y="322"/>
                  </a:cubicBezTo>
                  <a:cubicBezTo>
                    <a:pt x="1261" y="322"/>
                    <a:pt x="1261" y="322"/>
                    <a:pt x="1262" y="322"/>
                  </a:cubicBezTo>
                  <a:cubicBezTo>
                    <a:pt x="1262" y="313"/>
                    <a:pt x="1266" y="305"/>
                    <a:pt x="1269" y="305"/>
                  </a:cubicBezTo>
                  <a:lnTo>
                    <a:pt x="1269" y="314"/>
                  </a:lnTo>
                  <a:lnTo>
                    <a:pt x="1268" y="331"/>
                  </a:lnTo>
                  <a:cubicBezTo>
                    <a:pt x="1272" y="331"/>
                    <a:pt x="1275" y="331"/>
                    <a:pt x="1275" y="323"/>
                  </a:cubicBezTo>
                  <a:cubicBezTo>
                    <a:pt x="1278" y="332"/>
                    <a:pt x="1282" y="332"/>
                    <a:pt x="1290" y="332"/>
                  </a:cubicBezTo>
                  <a:cubicBezTo>
                    <a:pt x="1292" y="333"/>
                    <a:pt x="1294" y="333"/>
                    <a:pt x="1297" y="333"/>
                  </a:cubicBezTo>
                  <a:cubicBezTo>
                    <a:pt x="1301" y="333"/>
                    <a:pt x="1305" y="332"/>
                    <a:pt x="1308" y="326"/>
                  </a:cubicBezTo>
                  <a:cubicBezTo>
                    <a:pt x="1308" y="334"/>
                    <a:pt x="1315" y="339"/>
                    <a:pt x="1322" y="339"/>
                  </a:cubicBezTo>
                  <a:cubicBezTo>
                    <a:pt x="1329" y="339"/>
                    <a:pt x="1335" y="335"/>
                    <a:pt x="1337" y="327"/>
                  </a:cubicBezTo>
                  <a:cubicBezTo>
                    <a:pt x="1337" y="323"/>
                    <a:pt x="1338" y="321"/>
                    <a:pt x="1339" y="321"/>
                  </a:cubicBezTo>
                  <a:cubicBezTo>
                    <a:pt x="1340" y="321"/>
                    <a:pt x="1342" y="323"/>
                    <a:pt x="1344" y="328"/>
                  </a:cubicBezTo>
                  <a:cubicBezTo>
                    <a:pt x="1345" y="332"/>
                    <a:pt x="1346" y="335"/>
                    <a:pt x="1347" y="335"/>
                  </a:cubicBezTo>
                  <a:cubicBezTo>
                    <a:pt x="1348" y="335"/>
                    <a:pt x="1349" y="332"/>
                    <a:pt x="1351" y="328"/>
                  </a:cubicBezTo>
                  <a:cubicBezTo>
                    <a:pt x="1352" y="326"/>
                    <a:pt x="1353" y="325"/>
                    <a:pt x="1354" y="325"/>
                  </a:cubicBezTo>
                  <a:cubicBezTo>
                    <a:pt x="1357" y="325"/>
                    <a:pt x="1359" y="331"/>
                    <a:pt x="1361" y="337"/>
                  </a:cubicBezTo>
                  <a:cubicBezTo>
                    <a:pt x="1363" y="347"/>
                    <a:pt x="1365" y="351"/>
                    <a:pt x="1367" y="351"/>
                  </a:cubicBezTo>
                  <a:cubicBezTo>
                    <a:pt x="1369" y="351"/>
                    <a:pt x="1370" y="349"/>
                    <a:pt x="1372" y="346"/>
                  </a:cubicBezTo>
                  <a:cubicBezTo>
                    <a:pt x="1376" y="340"/>
                    <a:pt x="1383" y="338"/>
                    <a:pt x="1391" y="338"/>
                  </a:cubicBezTo>
                  <a:cubicBezTo>
                    <a:pt x="1397" y="330"/>
                    <a:pt x="1401" y="330"/>
                    <a:pt x="1398" y="322"/>
                  </a:cubicBezTo>
                  <a:cubicBezTo>
                    <a:pt x="1398" y="316"/>
                    <a:pt x="1400" y="310"/>
                    <a:pt x="1402" y="305"/>
                  </a:cubicBezTo>
                  <a:cubicBezTo>
                    <a:pt x="1404" y="302"/>
                    <a:pt x="1406" y="301"/>
                    <a:pt x="1407" y="301"/>
                  </a:cubicBezTo>
                  <a:cubicBezTo>
                    <a:pt x="1409" y="301"/>
                    <a:pt x="1408" y="305"/>
                    <a:pt x="1405" y="305"/>
                  </a:cubicBezTo>
                  <a:cubicBezTo>
                    <a:pt x="1398" y="313"/>
                    <a:pt x="1402" y="313"/>
                    <a:pt x="1405" y="322"/>
                  </a:cubicBezTo>
                  <a:cubicBezTo>
                    <a:pt x="1407" y="328"/>
                    <a:pt x="1413" y="331"/>
                    <a:pt x="1419" y="331"/>
                  </a:cubicBezTo>
                  <a:lnTo>
                    <a:pt x="1433" y="332"/>
                  </a:lnTo>
                  <a:cubicBezTo>
                    <a:pt x="1439" y="337"/>
                    <a:pt x="1443" y="339"/>
                    <a:pt x="1445" y="339"/>
                  </a:cubicBezTo>
                  <a:cubicBezTo>
                    <a:pt x="1447" y="339"/>
                    <a:pt x="1448" y="337"/>
                    <a:pt x="1448" y="332"/>
                  </a:cubicBezTo>
                  <a:cubicBezTo>
                    <a:pt x="1448" y="329"/>
                    <a:pt x="1448" y="327"/>
                    <a:pt x="1448" y="325"/>
                  </a:cubicBezTo>
                  <a:cubicBezTo>
                    <a:pt x="1450" y="334"/>
                    <a:pt x="1462" y="338"/>
                    <a:pt x="1473" y="338"/>
                  </a:cubicBezTo>
                  <a:cubicBezTo>
                    <a:pt x="1483" y="338"/>
                    <a:pt x="1493" y="335"/>
                    <a:pt x="1495" y="327"/>
                  </a:cubicBezTo>
                  <a:cubicBezTo>
                    <a:pt x="1495" y="329"/>
                    <a:pt x="1495" y="332"/>
                    <a:pt x="1495" y="335"/>
                  </a:cubicBezTo>
                  <a:cubicBezTo>
                    <a:pt x="1495" y="344"/>
                    <a:pt x="1498" y="344"/>
                    <a:pt x="1505" y="344"/>
                  </a:cubicBezTo>
                  <a:cubicBezTo>
                    <a:pt x="1515" y="340"/>
                    <a:pt x="1524" y="337"/>
                    <a:pt x="1534" y="336"/>
                  </a:cubicBezTo>
                  <a:cubicBezTo>
                    <a:pt x="1549" y="336"/>
                    <a:pt x="1560" y="336"/>
                    <a:pt x="1560" y="328"/>
                  </a:cubicBezTo>
                  <a:cubicBezTo>
                    <a:pt x="1563" y="328"/>
                    <a:pt x="1563" y="328"/>
                    <a:pt x="1563" y="336"/>
                  </a:cubicBezTo>
                  <a:cubicBezTo>
                    <a:pt x="1559" y="345"/>
                    <a:pt x="1563" y="345"/>
                    <a:pt x="1567" y="345"/>
                  </a:cubicBezTo>
                  <a:cubicBezTo>
                    <a:pt x="1570" y="345"/>
                    <a:pt x="1570" y="336"/>
                    <a:pt x="1570" y="328"/>
                  </a:cubicBezTo>
                  <a:cubicBezTo>
                    <a:pt x="1570" y="323"/>
                    <a:pt x="1571" y="321"/>
                    <a:pt x="1573" y="321"/>
                  </a:cubicBezTo>
                  <a:cubicBezTo>
                    <a:pt x="1575" y="321"/>
                    <a:pt x="1577" y="323"/>
                    <a:pt x="1581" y="328"/>
                  </a:cubicBezTo>
                  <a:cubicBezTo>
                    <a:pt x="1585" y="332"/>
                    <a:pt x="1591" y="334"/>
                    <a:pt x="1596" y="334"/>
                  </a:cubicBezTo>
                  <a:cubicBezTo>
                    <a:pt x="1601" y="334"/>
                    <a:pt x="1606" y="332"/>
                    <a:pt x="1609" y="328"/>
                  </a:cubicBezTo>
                  <a:cubicBezTo>
                    <a:pt x="1614" y="328"/>
                    <a:pt x="1617" y="328"/>
                    <a:pt x="1617" y="337"/>
                  </a:cubicBezTo>
                  <a:cubicBezTo>
                    <a:pt x="1619" y="341"/>
                    <a:pt x="1623" y="346"/>
                    <a:pt x="1627" y="346"/>
                  </a:cubicBezTo>
                  <a:cubicBezTo>
                    <a:pt x="1629" y="346"/>
                    <a:pt x="1632" y="344"/>
                    <a:pt x="1635" y="337"/>
                  </a:cubicBezTo>
                  <a:cubicBezTo>
                    <a:pt x="1639" y="337"/>
                    <a:pt x="1639" y="337"/>
                    <a:pt x="1639" y="345"/>
                  </a:cubicBezTo>
                  <a:cubicBezTo>
                    <a:pt x="1641" y="350"/>
                    <a:pt x="1642" y="355"/>
                    <a:pt x="1643" y="355"/>
                  </a:cubicBezTo>
                  <a:cubicBezTo>
                    <a:pt x="1644" y="355"/>
                    <a:pt x="1645" y="353"/>
                    <a:pt x="1646" y="346"/>
                  </a:cubicBezTo>
                  <a:cubicBezTo>
                    <a:pt x="1649" y="341"/>
                    <a:pt x="1654" y="339"/>
                    <a:pt x="1659" y="339"/>
                  </a:cubicBezTo>
                  <a:cubicBezTo>
                    <a:pt x="1664" y="339"/>
                    <a:pt x="1668" y="341"/>
                    <a:pt x="1671" y="346"/>
                  </a:cubicBezTo>
                  <a:cubicBezTo>
                    <a:pt x="1674" y="346"/>
                    <a:pt x="1679" y="346"/>
                    <a:pt x="1678" y="337"/>
                  </a:cubicBezTo>
                  <a:cubicBezTo>
                    <a:pt x="1678" y="334"/>
                    <a:pt x="1678" y="331"/>
                    <a:pt x="1678" y="329"/>
                  </a:cubicBezTo>
                  <a:cubicBezTo>
                    <a:pt x="1680" y="337"/>
                    <a:pt x="1681" y="342"/>
                    <a:pt x="1682" y="342"/>
                  </a:cubicBezTo>
                  <a:cubicBezTo>
                    <a:pt x="1683" y="342"/>
                    <a:pt x="1684" y="337"/>
                    <a:pt x="1686" y="329"/>
                  </a:cubicBezTo>
                  <a:cubicBezTo>
                    <a:pt x="1685" y="325"/>
                    <a:pt x="1686" y="322"/>
                    <a:pt x="1687" y="322"/>
                  </a:cubicBezTo>
                  <a:cubicBezTo>
                    <a:pt x="1688" y="322"/>
                    <a:pt x="1689" y="325"/>
                    <a:pt x="1689" y="329"/>
                  </a:cubicBezTo>
                  <a:cubicBezTo>
                    <a:pt x="1692" y="337"/>
                    <a:pt x="1696" y="337"/>
                    <a:pt x="1696" y="337"/>
                  </a:cubicBezTo>
                  <a:cubicBezTo>
                    <a:pt x="1709" y="332"/>
                    <a:pt x="1722" y="329"/>
                    <a:pt x="1735" y="328"/>
                  </a:cubicBezTo>
                  <a:cubicBezTo>
                    <a:pt x="1764" y="327"/>
                    <a:pt x="1775" y="327"/>
                    <a:pt x="1774" y="318"/>
                  </a:cubicBezTo>
                  <a:cubicBezTo>
                    <a:pt x="1776" y="313"/>
                    <a:pt x="1777" y="311"/>
                    <a:pt x="1778" y="311"/>
                  </a:cubicBezTo>
                  <a:cubicBezTo>
                    <a:pt x="1779" y="311"/>
                    <a:pt x="1780" y="313"/>
                    <a:pt x="1782" y="318"/>
                  </a:cubicBezTo>
                  <a:cubicBezTo>
                    <a:pt x="1785" y="326"/>
                    <a:pt x="1790" y="326"/>
                    <a:pt x="1793" y="326"/>
                  </a:cubicBezTo>
                  <a:cubicBezTo>
                    <a:pt x="1797" y="326"/>
                    <a:pt x="1800" y="326"/>
                    <a:pt x="1800" y="335"/>
                  </a:cubicBezTo>
                  <a:cubicBezTo>
                    <a:pt x="1803" y="326"/>
                    <a:pt x="1803" y="326"/>
                    <a:pt x="1808" y="326"/>
                  </a:cubicBezTo>
                  <a:cubicBezTo>
                    <a:pt x="1808" y="330"/>
                    <a:pt x="1809" y="332"/>
                    <a:pt x="1810" y="332"/>
                  </a:cubicBezTo>
                  <a:cubicBezTo>
                    <a:pt x="1811" y="332"/>
                    <a:pt x="1813" y="330"/>
                    <a:pt x="1815" y="326"/>
                  </a:cubicBezTo>
                  <a:cubicBezTo>
                    <a:pt x="1816" y="317"/>
                    <a:pt x="1816" y="312"/>
                    <a:pt x="1817" y="312"/>
                  </a:cubicBezTo>
                  <a:cubicBezTo>
                    <a:pt x="1817" y="312"/>
                    <a:pt x="1817" y="317"/>
                    <a:pt x="1818" y="326"/>
                  </a:cubicBezTo>
                  <a:cubicBezTo>
                    <a:pt x="1819" y="331"/>
                    <a:pt x="1825" y="337"/>
                    <a:pt x="1826" y="337"/>
                  </a:cubicBezTo>
                  <a:cubicBezTo>
                    <a:pt x="1827" y="337"/>
                    <a:pt x="1827" y="336"/>
                    <a:pt x="1826" y="334"/>
                  </a:cubicBezTo>
                  <a:cubicBezTo>
                    <a:pt x="1826" y="325"/>
                    <a:pt x="1833" y="325"/>
                    <a:pt x="1836" y="317"/>
                  </a:cubicBezTo>
                  <a:cubicBezTo>
                    <a:pt x="1837" y="316"/>
                    <a:pt x="1838" y="316"/>
                    <a:pt x="1839" y="316"/>
                  </a:cubicBezTo>
                  <a:cubicBezTo>
                    <a:pt x="1841" y="316"/>
                    <a:pt x="1843" y="318"/>
                    <a:pt x="1844" y="325"/>
                  </a:cubicBezTo>
                  <a:cubicBezTo>
                    <a:pt x="1845" y="327"/>
                    <a:pt x="1847" y="328"/>
                    <a:pt x="1849" y="328"/>
                  </a:cubicBezTo>
                  <a:cubicBezTo>
                    <a:pt x="1856" y="328"/>
                    <a:pt x="1866" y="321"/>
                    <a:pt x="1869" y="316"/>
                  </a:cubicBezTo>
                  <a:cubicBezTo>
                    <a:pt x="1868" y="311"/>
                    <a:pt x="1869" y="309"/>
                    <a:pt x="1869" y="309"/>
                  </a:cubicBezTo>
                  <a:cubicBezTo>
                    <a:pt x="1870" y="309"/>
                    <a:pt x="1871" y="311"/>
                    <a:pt x="1872" y="316"/>
                  </a:cubicBezTo>
                  <a:cubicBezTo>
                    <a:pt x="1872" y="323"/>
                    <a:pt x="1875" y="323"/>
                    <a:pt x="1880" y="323"/>
                  </a:cubicBezTo>
                  <a:cubicBezTo>
                    <a:pt x="1880" y="321"/>
                    <a:pt x="1881" y="320"/>
                    <a:pt x="1881" y="320"/>
                  </a:cubicBezTo>
                  <a:cubicBezTo>
                    <a:pt x="1883" y="320"/>
                    <a:pt x="1883" y="326"/>
                    <a:pt x="1883" y="331"/>
                  </a:cubicBezTo>
                  <a:cubicBezTo>
                    <a:pt x="1881" y="338"/>
                    <a:pt x="1883" y="340"/>
                    <a:pt x="1886" y="340"/>
                  </a:cubicBezTo>
                  <a:cubicBezTo>
                    <a:pt x="1888" y="340"/>
                    <a:pt x="1889" y="339"/>
                    <a:pt x="1891" y="339"/>
                  </a:cubicBezTo>
                  <a:cubicBezTo>
                    <a:pt x="1894" y="331"/>
                    <a:pt x="1909" y="330"/>
                    <a:pt x="1919" y="329"/>
                  </a:cubicBezTo>
                  <a:cubicBezTo>
                    <a:pt x="1937" y="328"/>
                    <a:pt x="1940" y="319"/>
                    <a:pt x="1946" y="302"/>
                  </a:cubicBezTo>
                  <a:lnTo>
                    <a:pt x="1948" y="284"/>
                  </a:lnTo>
                  <a:lnTo>
                    <a:pt x="1950" y="302"/>
                  </a:lnTo>
                  <a:cubicBezTo>
                    <a:pt x="1952" y="310"/>
                    <a:pt x="1953" y="319"/>
                    <a:pt x="1955" y="327"/>
                  </a:cubicBezTo>
                  <a:cubicBezTo>
                    <a:pt x="1959" y="327"/>
                    <a:pt x="1958" y="318"/>
                    <a:pt x="1957" y="310"/>
                  </a:cubicBezTo>
                  <a:cubicBezTo>
                    <a:pt x="1957" y="305"/>
                    <a:pt x="1958" y="303"/>
                    <a:pt x="1960" y="303"/>
                  </a:cubicBezTo>
                  <a:cubicBezTo>
                    <a:pt x="1962" y="303"/>
                    <a:pt x="1965" y="305"/>
                    <a:pt x="1968" y="309"/>
                  </a:cubicBezTo>
                  <a:cubicBezTo>
                    <a:pt x="1972" y="313"/>
                    <a:pt x="1975" y="315"/>
                    <a:pt x="1977" y="315"/>
                  </a:cubicBezTo>
                  <a:cubicBezTo>
                    <a:pt x="1979" y="315"/>
                    <a:pt x="1981" y="312"/>
                    <a:pt x="1983" y="308"/>
                  </a:cubicBezTo>
                  <a:cubicBezTo>
                    <a:pt x="1986" y="308"/>
                    <a:pt x="1990" y="308"/>
                    <a:pt x="1994" y="316"/>
                  </a:cubicBezTo>
                  <a:cubicBezTo>
                    <a:pt x="1998" y="316"/>
                    <a:pt x="1998" y="316"/>
                    <a:pt x="1998" y="307"/>
                  </a:cubicBezTo>
                  <a:cubicBezTo>
                    <a:pt x="1997" y="303"/>
                    <a:pt x="1998" y="301"/>
                    <a:pt x="1999" y="301"/>
                  </a:cubicBezTo>
                  <a:cubicBezTo>
                    <a:pt x="2000" y="301"/>
                    <a:pt x="2002" y="303"/>
                    <a:pt x="2004" y="307"/>
                  </a:cubicBezTo>
                  <a:cubicBezTo>
                    <a:pt x="2007" y="316"/>
                    <a:pt x="2012" y="320"/>
                    <a:pt x="2015" y="320"/>
                  </a:cubicBezTo>
                  <a:cubicBezTo>
                    <a:pt x="2018" y="320"/>
                    <a:pt x="2019" y="318"/>
                    <a:pt x="2019" y="314"/>
                  </a:cubicBezTo>
                  <a:cubicBezTo>
                    <a:pt x="2019" y="305"/>
                    <a:pt x="2022" y="305"/>
                    <a:pt x="2026" y="305"/>
                  </a:cubicBezTo>
                  <a:cubicBezTo>
                    <a:pt x="2029" y="305"/>
                    <a:pt x="2033" y="304"/>
                    <a:pt x="2036" y="295"/>
                  </a:cubicBezTo>
                  <a:lnTo>
                    <a:pt x="2042" y="295"/>
                  </a:lnTo>
                  <a:cubicBezTo>
                    <a:pt x="2047" y="295"/>
                    <a:pt x="2044" y="304"/>
                    <a:pt x="2040" y="304"/>
                  </a:cubicBezTo>
                  <a:lnTo>
                    <a:pt x="2045" y="312"/>
                  </a:lnTo>
                  <a:cubicBezTo>
                    <a:pt x="2051" y="312"/>
                    <a:pt x="2055" y="312"/>
                    <a:pt x="2058" y="303"/>
                  </a:cubicBezTo>
                  <a:cubicBezTo>
                    <a:pt x="2059" y="294"/>
                    <a:pt x="2060" y="290"/>
                    <a:pt x="2060" y="290"/>
                  </a:cubicBezTo>
                  <a:cubicBezTo>
                    <a:pt x="2061" y="290"/>
                    <a:pt x="2061" y="294"/>
                    <a:pt x="2061" y="303"/>
                  </a:cubicBezTo>
                  <a:cubicBezTo>
                    <a:pt x="2062" y="309"/>
                    <a:pt x="2065" y="315"/>
                    <a:pt x="2067" y="315"/>
                  </a:cubicBezTo>
                  <a:cubicBezTo>
                    <a:pt x="2068" y="315"/>
                    <a:pt x="2069" y="314"/>
                    <a:pt x="2069" y="311"/>
                  </a:cubicBezTo>
                  <a:cubicBezTo>
                    <a:pt x="2070" y="303"/>
                    <a:pt x="2072" y="300"/>
                    <a:pt x="2073" y="300"/>
                  </a:cubicBezTo>
                  <a:cubicBezTo>
                    <a:pt x="2075" y="300"/>
                    <a:pt x="2077" y="305"/>
                    <a:pt x="2077" y="310"/>
                  </a:cubicBezTo>
                  <a:cubicBezTo>
                    <a:pt x="2076" y="318"/>
                    <a:pt x="2075" y="322"/>
                    <a:pt x="2077" y="322"/>
                  </a:cubicBezTo>
                  <a:cubicBezTo>
                    <a:pt x="2078" y="322"/>
                    <a:pt x="2081" y="318"/>
                    <a:pt x="2087" y="309"/>
                  </a:cubicBezTo>
                  <a:cubicBezTo>
                    <a:pt x="2095" y="308"/>
                    <a:pt x="2109" y="298"/>
                    <a:pt x="2119" y="297"/>
                  </a:cubicBezTo>
                  <a:cubicBezTo>
                    <a:pt x="2124" y="296"/>
                    <a:pt x="2128" y="296"/>
                    <a:pt x="2131" y="296"/>
                  </a:cubicBezTo>
                  <a:cubicBezTo>
                    <a:pt x="2137" y="296"/>
                    <a:pt x="2141" y="297"/>
                    <a:pt x="2144" y="303"/>
                  </a:cubicBezTo>
                  <a:cubicBezTo>
                    <a:pt x="2145" y="305"/>
                    <a:pt x="2145" y="307"/>
                    <a:pt x="2145" y="308"/>
                  </a:cubicBezTo>
                  <a:lnTo>
                    <a:pt x="2145" y="308"/>
                  </a:lnTo>
                  <a:cubicBezTo>
                    <a:pt x="2144" y="294"/>
                    <a:pt x="2148" y="294"/>
                    <a:pt x="2158" y="293"/>
                  </a:cubicBezTo>
                  <a:cubicBezTo>
                    <a:pt x="2161" y="295"/>
                    <a:pt x="2164" y="295"/>
                    <a:pt x="2166" y="295"/>
                  </a:cubicBezTo>
                  <a:cubicBezTo>
                    <a:pt x="2173" y="295"/>
                    <a:pt x="2176" y="289"/>
                    <a:pt x="2178" y="282"/>
                  </a:cubicBezTo>
                  <a:lnTo>
                    <a:pt x="2178" y="282"/>
                  </a:lnTo>
                  <a:lnTo>
                    <a:pt x="2171" y="283"/>
                  </a:lnTo>
                  <a:cubicBezTo>
                    <a:pt x="2170" y="273"/>
                    <a:pt x="2171" y="268"/>
                    <a:pt x="2174" y="268"/>
                  </a:cubicBezTo>
                  <a:cubicBezTo>
                    <a:pt x="2175" y="268"/>
                    <a:pt x="2178" y="270"/>
                    <a:pt x="2181" y="273"/>
                  </a:cubicBezTo>
                  <a:cubicBezTo>
                    <a:pt x="2185" y="273"/>
                    <a:pt x="2186" y="281"/>
                    <a:pt x="2187" y="290"/>
                  </a:cubicBezTo>
                  <a:cubicBezTo>
                    <a:pt x="2187" y="298"/>
                    <a:pt x="2192" y="306"/>
                    <a:pt x="2195" y="306"/>
                  </a:cubicBezTo>
                  <a:cubicBezTo>
                    <a:pt x="2196" y="306"/>
                    <a:pt x="2196" y="306"/>
                    <a:pt x="2196" y="305"/>
                  </a:cubicBezTo>
                  <a:cubicBezTo>
                    <a:pt x="2199" y="305"/>
                    <a:pt x="2203" y="305"/>
                    <a:pt x="2198" y="297"/>
                  </a:cubicBezTo>
                  <a:cubicBezTo>
                    <a:pt x="2197" y="289"/>
                    <a:pt x="2197" y="289"/>
                    <a:pt x="2201" y="289"/>
                  </a:cubicBezTo>
                  <a:cubicBezTo>
                    <a:pt x="2205" y="288"/>
                    <a:pt x="2208" y="288"/>
                    <a:pt x="2211" y="279"/>
                  </a:cubicBezTo>
                  <a:cubicBezTo>
                    <a:pt x="2210" y="271"/>
                    <a:pt x="2213" y="270"/>
                    <a:pt x="2216" y="270"/>
                  </a:cubicBezTo>
                  <a:cubicBezTo>
                    <a:pt x="2219" y="274"/>
                    <a:pt x="2223" y="276"/>
                    <a:pt x="2229" y="276"/>
                  </a:cubicBezTo>
                  <a:lnTo>
                    <a:pt x="2230" y="285"/>
                  </a:lnTo>
                  <a:cubicBezTo>
                    <a:pt x="2231" y="291"/>
                    <a:pt x="2233" y="297"/>
                    <a:pt x="2235" y="302"/>
                  </a:cubicBezTo>
                  <a:cubicBezTo>
                    <a:pt x="2239" y="301"/>
                    <a:pt x="2238" y="293"/>
                    <a:pt x="2238" y="293"/>
                  </a:cubicBezTo>
                  <a:cubicBezTo>
                    <a:pt x="2236" y="285"/>
                    <a:pt x="2322" y="273"/>
                    <a:pt x="2333" y="272"/>
                  </a:cubicBezTo>
                  <a:cubicBezTo>
                    <a:pt x="2337" y="275"/>
                    <a:pt x="2341" y="276"/>
                    <a:pt x="2344" y="276"/>
                  </a:cubicBezTo>
                  <a:cubicBezTo>
                    <a:pt x="2348" y="276"/>
                    <a:pt x="2350" y="274"/>
                    <a:pt x="2348" y="270"/>
                  </a:cubicBezTo>
                  <a:cubicBezTo>
                    <a:pt x="2345" y="261"/>
                    <a:pt x="2363" y="258"/>
                    <a:pt x="2385" y="255"/>
                  </a:cubicBezTo>
                  <a:cubicBezTo>
                    <a:pt x="2410" y="252"/>
                    <a:pt x="2427" y="249"/>
                    <a:pt x="2426" y="240"/>
                  </a:cubicBezTo>
                  <a:lnTo>
                    <a:pt x="2437" y="239"/>
                  </a:lnTo>
                  <a:cubicBezTo>
                    <a:pt x="2444" y="238"/>
                    <a:pt x="2450" y="228"/>
                    <a:pt x="2453" y="228"/>
                  </a:cubicBezTo>
                  <a:cubicBezTo>
                    <a:pt x="2454" y="223"/>
                    <a:pt x="2456" y="221"/>
                    <a:pt x="2456" y="221"/>
                  </a:cubicBezTo>
                  <a:cubicBezTo>
                    <a:pt x="2457" y="221"/>
                    <a:pt x="2457" y="223"/>
                    <a:pt x="2456" y="227"/>
                  </a:cubicBezTo>
                  <a:cubicBezTo>
                    <a:pt x="2457" y="235"/>
                    <a:pt x="2459" y="243"/>
                    <a:pt x="2462" y="243"/>
                  </a:cubicBezTo>
                  <a:cubicBezTo>
                    <a:pt x="2463" y="243"/>
                    <a:pt x="2463" y="243"/>
                    <a:pt x="2463" y="243"/>
                  </a:cubicBezTo>
                  <a:cubicBezTo>
                    <a:pt x="2470" y="242"/>
                    <a:pt x="2469" y="234"/>
                    <a:pt x="2468" y="225"/>
                  </a:cubicBezTo>
                  <a:cubicBezTo>
                    <a:pt x="2465" y="217"/>
                    <a:pt x="2469" y="216"/>
                    <a:pt x="2469" y="216"/>
                  </a:cubicBezTo>
                  <a:cubicBezTo>
                    <a:pt x="2472" y="216"/>
                    <a:pt x="2472" y="216"/>
                    <a:pt x="2474" y="224"/>
                  </a:cubicBezTo>
                  <a:cubicBezTo>
                    <a:pt x="2475" y="233"/>
                    <a:pt x="2478" y="240"/>
                    <a:pt x="2478" y="240"/>
                  </a:cubicBezTo>
                  <a:lnTo>
                    <a:pt x="2481" y="240"/>
                  </a:lnTo>
                  <a:cubicBezTo>
                    <a:pt x="2479" y="231"/>
                    <a:pt x="2482" y="231"/>
                    <a:pt x="2482" y="231"/>
                  </a:cubicBezTo>
                  <a:cubicBezTo>
                    <a:pt x="2483" y="231"/>
                    <a:pt x="2484" y="231"/>
                    <a:pt x="2484" y="231"/>
                  </a:cubicBezTo>
                  <a:cubicBezTo>
                    <a:pt x="2487" y="231"/>
                    <a:pt x="2487" y="234"/>
                    <a:pt x="2489" y="247"/>
                  </a:cubicBezTo>
                  <a:cubicBezTo>
                    <a:pt x="2490" y="255"/>
                    <a:pt x="2492" y="259"/>
                    <a:pt x="2493" y="259"/>
                  </a:cubicBezTo>
                  <a:cubicBezTo>
                    <a:pt x="2495" y="259"/>
                    <a:pt x="2496" y="255"/>
                    <a:pt x="2497" y="246"/>
                  </a:cubicBezTo>
                  <a:lnTo>
                    <a:pt x="2502" y="236"/>
                  </a:lnTo>
                  <a:cubicBezTo>
                    <a:pt x="2504" y="240"/>
                    <a:pt x="2506" y="242"/>
                    <a:pt x="2507" y="242"/>
                  </a:cubicBezTo>
                  <a:cubicBezTo>
                    <a:pt x="2511" y="242"/>
                    <a:pt x="2513" y="231"/>
                    <a:pt x="2515" y="225"/>
                  </a:cubicBezTo>
                  <a:cubicBezTo>
                    <a:pt x="2518" y="233"/>
                    <a:pt x="2520" y="237"/>
                    <a:pt x="2522" y="237"/>
                  </a:cubicBezTo>
                  <a:cubicBezTo>
                    <a:pt x="2524" y="237"/>
                    <a:pt x="2525" y="232"/>
                    <a:pt x="2525" y="224"/>
                  </a:cubicBezTo>
                  <a:cubicBezTo>
                    <a:pt x="2524" y="219"/>
                    <a:pt x="2525" y="216"/>
                    <a:pt x="2526" y="216"/>
                  </a:cubicBezTo>
                  <a:cubicBezTo>
                    <a:pt x="2528" y="216"/>
                    <a:pt x="2529" y="218"/>
                    <a:pt x="2531" y="221"/>
                  </a:cubicBezTo>
                  <a:cubicBezTo>
                    <a:pt x="2535" y="226"/>
                    <a:pt x="2538" y="228"/>
                    <a:pt x="2541" y="228"/>
                  </a:cubicBezTo>
                  <a:cubicBezTo>
                    <a:pt x="2543" y="228"/>
                    <a:pt x="2545" y="228"/>
                    <a:pt x="2547" y="227"/>
                  </a:cubicBezTo>
                  <a:cubicBezTo>
                    <a:pt x="2549" y="218"/>
                    <a:pt x="2574" y="213"/>
                    <a:pt x="2602" y="209"/>
                  </a:cubicBezTo>
                  <a:cubicBezTo>
                    <a:pt x="2635" y="203"/>
                    <a:pt x="2655" y="198"/>
                    <a:pt x="2654" y="190"/>
                  </a:cubicBezTo>
                  <a:cubicBezTo>
                    <a:pt x="2655" y="190"/>
                    <a:pt x="2655" y="189"/>
                    <a:pt x="2656" y="189"/>
                  </a:cubicBezTo>
                  <a:cubicBezTo>
                    <a:pt x="2657" y="189"/>
                    <a:pt x="2658" y="191"/>
                    <a:pt x="2662" y="197"/>
                  </a:cubicBezTo>
                  <a:cubicBezTo>
                    <a:pt x="2662" y="200"/>
                    <a:pt x="2663" y="201"/>
                    <a:pt x="2664" y="201"/>
                  </a:cubicBezTo>
                  <a:cubicBezTo>
                    <a:pt x="2666" y="201"/>
                    <a:pt x="2667" y="197"/>
                    <a:pt x="2667" y="187"/>
                  </a:cubicBezTo>
                  <a:cubicBezTo>
                    <a:pt x="2668" y="181"/>
                    <a:pt x="2668" y="176"/>
                    <a:pt x="2668" y="176"/>
                  </a:cubicBezTo>
                  <a:cubicBezTo>
                    <a:pt x="2669" y="176"/>
                    <a:pt x="2669" y="179"/>
                    <a:pt x="2671" y="185"/>
                  </a:cubicBezTo>
                  <a:cubicBezTo>
                    <a:pt x="2672" y="190"/>
                    <a:pt x="2674" y="192"/>
                    <a:pt x="2678" y="192"/>
                  </a:cubicBezTo>
                  <a:cubicBezTo>
                    <a:pt x="2682" y="192"/>
                    <a:pt x="2687" y="190"/>
                    <a:pt x="2694" y="189"/>
                  </a:cubicBezTo>
                  <a:cubicBezTo>
                    <a:pt x="2704" y="187"/>
                    <a:pt x="2718" y="183"/>
                    <a:pt x="2717" y="175"/>
                  </a:cubicBezTo>
                  <a:cubicBezTo>
                    <a:pt x="2719" y="170"/>
                    <a:pt x="2720" y="168"/>
                    <a:pt x="2720" y="168"/>
                  </a:cubicBezTo>
                  <a:lnTo>
                    <a:pt x="2720" y="168"/>
                  </a:lnTo>
                  <a:cubicBezTo>
                    <a:pt x="2721" y="168"/>
                    <a:pt x="2720" y="170"/>
                    <a:pt x="2720" y="174"/>
                  </a:cubicBezTo>
                  <a:cubicBezTo>
                    <a:pt x="2720" y="184"/>
                    <a:pt x="2726" y="190"/>
                    <a:pt x="2733" y="190"/>
                  </a:cubicBezTo>
                  <a:cubicBezTo>
                    <a:pt x="2738" y="190"/>
                    <a:pt x="2743" y="186"/>
                    <a:pt x="2746" y="178"/>
                  </a:cubicBezTo>
                  <a:cubicBezTo>
                    <a:pt x="2747" y="177"/>
                    <a:pt x="2749" y="177"/>
                    <a:pt x="2750" y="177"/>
                  </a:cubicBezTo>
                  <a:cubicBezTo>
                    <a:pt x="2752" y="177"/>
                    <a:pt x="2754" y="178"/>
                    <a:pt x="2755" y="184"/>
                  </a:cubicBezTo>
                  <a:cubicBezTo>
                    <a:pt x="2759" y="183"/>
                    <a:pt x="2763" y="182"/>
                    <a:pt x="2770" y="172"/>
                  </a:cubicBezTo>
                  <a:lnTo>
                    <a:pt x="2795" y="166"/>
                  </a:lnTo>
                  <a:cubicBezTo>
                    <a:pt x="2802" y="164"/>
                    <a:pt x="2807" y="155"/>
                    <a:pt x="2807" y="155"/>
                  </a:cubicBezTo>
                  <a:cubicBezTo>
                    <a:pt x="2809" y="155"/>
                    <a:pt x="2810" y="154"/>
                    <a:pt x="2811" y="154"/>
                  </a:cubicBezTo>
                  <a:lnTo>
                    <a:pt x="2811" y="154"/>
                  </a:lnTo>
                  <a:cubicBezTo>
                    <a:pt x="2812" y="157"/>
                    <a:pt x="2815" y="158"/>
                    <a:pt x="2819" y="158"/>
                  </a:cubicBezTo>
                  <a:cubicBezTo>
                    <a:pt x="2827" y="158"/>
                    <a:pt x="2839" y="155"/>
                    <a:pt x="2855" y="151"/>
                  </a:cubicBezTo>
                  <a:cubicBezTo>
                    <a:pt x="2870" y="147"/>
                    <a:pt x="2885" y="143"/>
                    <a:pt x="2895" y="143"/>
                  </a:cubicBezTo>
                  <a:cubicBezTo>
                    <a:pt x="2900" y="143"/>
                    <a:pt x="2903" y="144"/>
                    <a:pt x="2905" y="146"/>
                  </a:cubicBezTo>
                  <a:cubicBezTo>
                    <a:pt x="2905" y="146"/>
                    <a:pt x="2908" y="145"/>
                    <a:pt x="2910" y="136"/>
                  </a:cubicBezTo>
                  <a:cubicBezTo>
                    <a:pt x="2909" y="125"/>
                    <a:pt x="2910" y="121"/>
                    <a:pt x="2912" y="121"/>
                  </a:cubicBezTo>
                  <a:cubicBezTo>
                    <a:pt x="2914" y="121"/>
                    <a:pt x="2915" y="122"/>
                    <a:pt x="2917" y="125"/>
                  </a:cubicBezTo>
                  <a:cubicBezTo>
                    <a:pt x="2921" y="132"/>
                    <a:pt x="2926" y="135"/>
                    <a:pt x="2930" y="135"/>
                  </a:cubicBezTo>
                  <a:cubicBezTo>
                    <a:pt x="2935" y="135"/>
                    <a:pt x="2939" y="130"/>
                    <a:pt x="2939" y="120"/>
                  </a:cubicBezTo>
                  <a:lnTo>
                    <a:pt x="2939" y="120"/>
                  </a:lnTo>
                  <a:cubicBezTo>
                    <a:pt x="2939" y="122"/>
                    <a:pt x="2940" y="125"/>
                    <a:pt x="2941" y="128"/>
                  </a:cubicBezTo>
                  <a:cubicBezTo>
                    <a:pt x="2944" y="133"/>
                    <a:pt x="2946" y="135"/>
                    <a:pt x="2949" y="135"/>
                  </a:cubicBezTo>
                  <a:cubicBezTo>
                    <a:pt x="2954" y="135"/>
                    <a:pt x="2957" y="127"/>
                    <a:pt x="2956" y="115"/>
                  </a:cubicBezTo>
                  <a:lnTo>
                    <a:pt x="2956" y="115"/>
                  </a:lnTo>
                  <a:cubicBezTo>
                    <a:pt x="2960" y="120"/>
                    <a:pt x="2964" y="125"/>
                    <a:pt x="2966" y="125"/>
                  </a:cubicBezTo>
                  <a:cubicBezTo>
                    <a:pt x="2968" y="125"/>
                    <a:pt x="2969" y="123"/>
                    <a:pt x="2969" y="120"/>
                  </a:cubicBezTo>
                  <a:cubicBezTo>
                    <a:pt x="2970" y="120"/>
                    <a:pt x="2970" y="120"/>
                    <a:pt x="2971" y="120"/>
                  </a:cubicBezTo>
                  <a:cubicBezTo>
                    <a:pt x="2973" y="120"/>
                    <a:pt x="2973" y="123"/>
                    <a:pt x="2977" y="136"/>
                  </a:cubicBezTo>
                  <a:cubicBezTo>
                    <a:pt x="2980" y="143"/>
                    <a:pt x="2982" y="151"/>
                    <a:pt x="2985" y="151"/>
                  </a:cubicBezTo>
                  <a:cubicBezTo>
                    <a:pt x="2985" y="151"/>
                    <a:pt x="2986" y="151"/>
                    <a:pt x="2986" y="151"/>
                  </a:cubicBezTo>
                  <a:cubicBezTo>
                    <a:pt x="2989" y="151"/>
                    <a:pt x="2987" y="142"/>
                    <a:pt x="2985" y="134"/>
                  </a:cubicBezTo>
                  <a:lnTo>
                    <a:pt x="2991" y="132"/>
                  </a:lnTo>
                  <a:cubicBezTo>
                    <a:pt x="2991" y="132"/>
                    <a:pt x="2995" y="132"/>
                    <a:pt x="2993" y="123"/>
                  </a:cubicBezTo>
                  <a:cubicBezTo>
                    <a:pt x="2990" y="115"/>
                    <a:pt x="2994" y="114"/>
                    <a:pt x="2997" y="113"/>
                  </a:cubicBezTo>
                  <a:cubicBezTo>
                    <a:pt x="2998" y="115"/>
                    <a:pt x="2998" y="116"/>
                    <a:pt x="2999" y="116"/>
                  </a:cubicBezTo>
                  <a:cubicBezTo>
                    <a:pt x="2999" y="116"/>
                    <a:pt x="2999" y="110"/>
                    <a:pt x="2995" y="105"/>
                  </a:cubicBezTo>
                  <a:cubicBezTo>
                    <a:pt x="2991" y="97"/>
                    <a:pt x="2989" y="89"/>
                    <a:pt x="2993" y="88"/>
                  </a:cubicBezTo>
                  <a:lnTo>
                    <a:pt x="2988" y="71"/>
                  </a:lnTo>
                  <a:cubicBezTo>
                    <a:pt x="2982" y="55"/>
                    <a:pt x="2980" y="46"/>
                    <a:pt x="2971" y="41"/>
                  </a:cubicBezTo>
                  <a:cubicBezTo>
                    <a:pt x="2963" y="39"/>
                    <a:pt x="2956" y="36"/>
                    <a:pt x="2951" y="36"/>
                  </a:cubicBezTo>
                  <a:cubicBezTo>
                    <a:pt x="2946" y="36"/>
                    <a:pt x="2944" y="39"/>
                    <a:pt x="2947" y="47"/>
                  </a:cubicBezTo>
                  <a:cubicBezTo>
                    <a:pt x="2947" y="47"/>
                    <a:pt x="2947" y="56"/>
                    <a:pt x="2943" y="56"/>
                  </a:cubicBezTo>
                  <a:cubicBezTo>
                    <a:pt x="2943" y="57"/>
                    <a:pt x="2942" y="57"/>
                    <a:pt x="2942" y="57"/>
                  </a:cubicBezTo>
                  <a:cubicBezTo>
                    <a:pt x="2938" y="57"/>
                    <a:pt x="2933" y="51"/>
                    <a:pt x="2933" y="51"/>
                  </a:cubicBezTo>
                  <a:cubicBezTo>
                    <a:pt x="2932" y="47"/>
                    <a:pt x="2929" y="46"/>
                    <a:pt x="2924" y="46"/>
                  </a:cubicBezTo>
                  <a:cubicBezTo>
                    <a:pt x="2918" y="46"/>
                    <a:pt x="2910" y="48"/>
                    <a:pt x="2901" y="51"/>
                  </a:cubicBezTo>
                  <a:cubicBezTo>
                    <a:pt x="2889" y="54"/>
                    <a:pt x="2881" y="56"/>
                    <a:pt x="2874" y="56"/>
                  </a:cubicBezTo>
                  <a:cubicBezTo>
                    <a:pt x="2869" y="56"/>
                    <a:pt x="2866" y="55"/>
                    <a:pt x="2864" y="52"/>
                  </a:cubicBezTo>
                  <a:cubicBezTo>
                    <a:pt x="2859" y="46"/>
                    <a:pt x="2856" y="45"/>
                    <a:pt x="2855" y="45"/>
                  </a:cubicBezTo>
                  <a:cubicBezTo>
                    <a:pt x="2855" y="45"/>
                    <a:pt x="2855" y="45"/>
                    <a:pt x="2855" y="45"/>
                  </a:cubicBezTo>
                  <a:cubicBezTo>
                    <a:pt x="2857" y="53"/>
                    <a:pt x="2837" y="59"/>
                    <a:pt x="2813" y="65"/>
                  </a:cubicBezTo>
                  <a:cubicBezTo>
                    <a:pt x="2789" y="72"/>
                    <a:pt x="2765" y="77"/>
                    <a:pt x="2767" y="86"/>
                  </a:cubicBezTo>
                  <a:lnTo>
                    <a:pt x="2760" y="87"/>
                  </a:lnTo>
                  <a:cubicBezTo>
                    <a:pt x="2759" y="82"/>
                    <a:pt x="2756" y="81"/>
                    <a:pt x="2753" y="81"/>
                  </a:cubicBezTo>
                  <a:cubicBezTo>
                    <a:pt x="2750" y="81"/>
                    <a:pt x="2747" y="81"/>
                    <a:pt x="2745" y="82"/>
                  </a:cubicBezTo>
                  <a:cubicBezTo>
                    <a:pt x="2742" y="87"/>
                    <a:pt x="2738" y="91"/>
                    <a:pt x="2732" y="93"/>
                  </a:cubicBezTo>
                  <a:cubicBezTo>
                    <a:pt x="2732" y="87"/>
                    <a:pt x="2730" y="86"/>
                    <a:pt x="2726" y="86"/>
                  </a:cubicBezTo>
                  <a:cubicBezTo>
                    <a:pt x="2725" y="86"/>
                    <a:pt x="2723" y="86"/>
                    <a:pt x="2720" y="87"/>
                  </a:cubicBezTo>
                  <a:cubicBezTo>
                    <a:pt x="2713" y="89"/>
                    <a:pt x="2710" y="89"/>
                    <a:pt x="2712" y="98"/>
                  </a:cubicBezTo>
                  <a:cubicBezTo>
                    <a:pt x="2705" y="100"/>
                    <a:pt x="2699" y="100"/>
                    <a:pt x="2692" y="100"/>
                  </a:cubicBezTo>
                  <a:cubicBezTo>
                    <a:pt x="2685" y="100"/>
                    <a:pt x="2679" y="100"/>
                    <a:pt x="2673" y="98"/>
                  </a:cubicBezTo>
                  <a:cubicBezTo>
                    <a:pt x="2671" y="96"/>
                    <a:pt x="2670" y="95"/>
                    <a:pt x="2669" y="95"/>
                  </a:cubicBezTo>
                  <a:cubicBezTo>
                    <a:pt x="2666" y="95"/>
                    <a:pt x="2665" y="102"/>
                    <a:pt x="2664" y="109"/>
                  </a:cubicBezTo>
                  <a:cubicBezTo>
                    <a:pt x="2666" y="117"/>
                    <a:pt x="2664" y="126"/>
                    <a:pt x="2660" y="127"/>
                  </a:cubicBezTo>
                  <a:lnTo>
                    <a:pt x="2657" y="110"/>
                  </a:lnTo>
                  <a:cubicBezTo>
                    <a:pt x="2658" y="104"/>
                    <a:pt x="2658" y="102"/>
                    <a:pt x="2656" y="102"/>
                  </a:cubicBezTo>
                  <a:cubicBezTo>
                    <a:pt x="2655" y="102"/>
                    <a:pt x="2653" y="102"/>
                    <a:pt x="2652" y="102"/>
                  </a:cubicBezTo>
                  <a:lnTo>
                    <a:pt x="2645" y="105"/>
                  </a:lnTo>
                  <a:cubicBezTo>
                    <a:pt x="2647" y="113"/>
                    <a:pt x="2629" y="117"/>
                    <a:pt x="2606" y="122"/>
                  </a:cubicBezTo>
                  <a:cubicBezTo>
                    <a:pt x="2574" y="127"/>
                    <a:pt x="2564" y="129"/>
                    <a:pt x="2565" y="137"/>
                  </a:cubicBezTo>
                  <a:cubicBezTo>
                    <a:pt x="2566" y="142"/>
                    <a:pt x="2566" y="144"/>
                    <a:pt x="2563" y="144"/>
                  </a:cubicBezTo>
                  <a:cubicBezTo>
                    <a:pt x="2561" y="144"/>
                    <a:pt x="2557" y="143"/>
                    <a:pt x="2552" y="141"/>
                  </a:cubicBezTo>
                  <a:cubicBezTo>
                    <a:pt x="2536" y="128"/>
                    <a:pt x="2530" y="123"/>
                    <a:pt x="2527" y="123"/>
                  </a:cubicBezTo>
                  <a:cubicBezTo>
                    <a:pt x="2525" y="123"/>
                    <a:pt x="2525" y="125"/>
                    <a:pt x="2524" y="128"/>
                  </a:cubicBezTo>
                  <a:cubicBezTo>
                    <a:pt x="2524" y="128"/>
                    <a:pt x="2524" y="128"/>
                    <a:pt x="2524" y="128"/>
                  </a:cubicBezTo>
                  <a:cubicBezTo>
                    <a:pt x="2527" y="128"/>
                    <a:pt x="2529" y="137"/>
                    <a:pt x="2530" y="144"/>
                  </a:cubicBezTo>
                  <a:cubicBezTo>
                    <a:pt x="2532" y="153"/>
                    <a:pt x="2532" y="157"/>
                    <a:pt x="2531" y="157"/>
                  </a:cubicBezTo>
                  <a:cubicBezTo>
                    <a:pt x="2529" y="157"/>
                    <a:pt x="2527" y="153"/>
                    <a:pt x="2524" y="145"/>
                  </a:cubicBezTo>
                  <a:cubicBezTo>
                    <a:pt x="2523" y="140"/>
                    <a:pt x="2518" y="138"/>
                    <a:pt x="2512" y="138"/>
                  </a:cubicBezTo>
                  <a:cubicBezTo>
                    <a:pt x="2497" y="138"/>
                    <a:pt x="2473" y="150"/>
                    <a:pt x="2470" y="162"/>
                  </a:cubicBezTo>
                  <a:lnTo>
                    <a:pt x="2470" y="162"/>
                  </a:lnTo>
                  <a:cubicBezTo>
                    <a:pt x="2470" y="160"/>
                    <a:pt x="2469" y="158"/>
                    <a:pt x="2469" y="155"/>
                  </a:cubicBezTo>
                  <a:cubicBezTo>
                    <a:pt x="2467" y="151"/>
                    <a:pt x="2466" y="149"/>
                    <a:pt x="2462" y="149"/>
                  </a:cubicBezTo>
                  <a:cubicBezTo>
                    <a:pt x="2459" y="149"/>
                    <a:pt x="2455" y="150"/>
                    <a:pt x="2450" y="151"/>
                  </a:cubicBezTo>
                  <a:lnTo>
                    <a:pt x="2439" y="153"/>
                  </a:lnTo>
                  <a:cubicBezTo>
                    <a:pt x="2441" y="161"/>
                    <a:pt x="2436" y="164"/>
                    <a:pt x="2431" y="164"/>
                  </a:cubicBezTo>
                  <a:cubicBezTo>
                    <a:pt x="2425" y="164"/>
                    <a:pt x="2419" y="160"/>
                    <a:pt x="2418" y="156"/>
                  </a:cubicBezTo>
                  <a:cubicBezTo>
                    <a:pt x="2415" y="151"/>
                    <a:pt x="2414" y="149"/>
                    <a:pt x="2411" y="149"/>
                  </a:cubicBezTo>
                  <a:cubicBezTo>
                    <a:pt x="2410" y="149"/>
                    <a:pt x="2408" y="149"/>
                    <a:pt x="2406" y="150"/>
                  </a:cubicBezTo>
                  <a:cubicBezTo>
                    <a:pt x="2403" y="158"/>
                    <a:pt x="2397" y="161"/>
                    <a:pt x="2391" y="161"/>
                  </a:cubicBezTo>
                  <a:cubicBezTo>
                    <a:pt x="2385" y="161"/>
                    <a:pt x="2380" y="158"/>
                    <a:pt x="2379" y="153"/>
                  </a:cubicBezTo>
                  <a:lnTo>
                    <a:pt x="2371" y="154"/>
                  </a:lnTo>
                  <a:cubicBezTo>
                    <a:pt x="2370" y="160"/>
                    <a:pt x="2365" y="164"/>
                    <a:pt x="2359" y="164"/>
                  </a:cubicBezTo>
                  <a:cubicBezTo>
                    <a:pt x="2349" y="166"/>
                    <a:pt x="2345" y="166"/>
                    <a:pt x="2350" y="174"/>
                  </a:cubicBezTo>
                  <a:cubicBezTo>
                    <a:pt x="2351" y="183"/>
                    <a:pt x="2352" y="191"/>
                    <a:pt x="2349" y="192"/>
                  </a:cubicBezTo>
                  <a:lnTo>
                    <a:pt x="2348" y="183"/>
                  </a:lnTo>
                  <a:cubicBezTo>
                    <a:pt x="2347" y="179"/>
                    <a:pt x="2343" y="177"/>
                    <a:pt x="2337" y="177"/>
                  </a:cubicBezTo>
                  <a:cubicBezTo>
                    <a:pt x="2332" y="177"/>
                    <a:pt x="2327" y="178"/>
                    <a:pt x="2322" y="179"/>
                  </a:cubicBezTo>
                  <a:cubicBezTo>
                    <a:pt x="2314" y="180"/>
                    <a:pt x="2309" y="180"/>
                    <a:pt x="2305" y="180"/>
                  </a:cubicBezTo>
                  <a:cubicBezTo>
                    <a:pt x="2299" y="180"/>
                    <a:pt x="2295" y="179"/>
                    <a:pt x="2293" y="174"/>
                  </a:cubicBezTo>
                  <a:lnTo>
                    <a:pt x="2290" y="183"/>
                  </a:lnTo>
                  <a:cubicBezTo>
                    <a:pt x="2289" y="188"/>
                    <a:pt x="2288" y="190"/>
                    <a:pt x="2286" y="190"/>
                  </a:cubicBezTo>
                  <a:cubicBezTo>
                    <a:pt x="2285" y="190"/>
                    <a:pt x="2284" y="188"/>
                    <a:pt x="2284" y="184"/>
                  </a:cubicBezTo>
                  <a:cubicBezTo>
                    <a:pt x="2282" y="181"/>
                    <a:pt x="2278" y="179"/>
                    <a:pt x="2273" y="179"/>
                  </a:cubicBezTo>
                  <a:cubicBezTo>
                    <a:pt x="2268" y="179"/>
                    <a:pt x="2262" y="182"/>
                    <a:pt x="2259" y="188"/>
                  </a:cubicBezTo>
                  <a:lnTo>
                    <a:pt x="2252" y="189"/>
                  </a:lnTo>
                  <a:cubicBezTo>
                    <a:pt x="2249" y="181"/>
                    <a:pt x="2245" y="177"/>
                    <a:pt x="2242" y="177"/>
                  </a:cubicBezTo>
                  <a:cubicBezTo>
                    <a:pt x="2238" y="177"/>
                    <a:pt x="2235" y="182"/>
                    <a:pt x="2234" y="191"/>
                  </a:cubicBezTo>
                  <a:cubicBezTo>
                    <a:pt x="2233" y="184"/>
                    <a:pt x="2231" y="183"/>
                    <a:pt x="2229" y="183"/>
                  </a:cubicBezTo>
                  <a:cubicBezTo>
                    <a:pt x="2228" y="183"/>
                    <a:pt x="2227" y="183"/>
                    <a:pt x="2226" y="183"/>
                  </a:cubicBezTo>
                  <a:cubicBezTo>
                    <a:pt x="2223" y="188"/>
                    <a:pt x="2217" y="191"/>
                    <a:pt x="2213" y="191"/>
                  </a:cubicBezTo>
                  <a:cubicBezTo>
                    <a:pt x="2209" y="191"/>
                    <a:pt x="2206" y="189"/>
                    <a:pt x="2205" y="185"/>
                  </a:cubicBezTo>
                  <a:lnTo>
                    <a:pt x="2202" y="185"/>
                  </a:lnTo>
                  <a:cubicBezTo>
                    <a:pt x="2199" y="194"/>
                    <a:pt x="2196" y="194"/>
                    <a:pt x="2193" y="196"/>
                  </a:cubicBezTo>
                  <a:cubicBezTo>
                    <a:pt x="2188" y="196"/>
                    <a:pt x="2185" y="196"/>
                    <a:pt x="2183" y="205"/>
                  </a:cubicBezTo>
                  <a:cubicBezTo>
                    <a:pt x="2180" y="213"/>
                    <a:pt x="2177" y="213"/>
                    <a:pt x="2177" y="213"/>
                  </a:cubicBezTo>
                  <a:cubicBezTo>
                    <a:pt x="2177" y="214"/>
                    <a:pt x="2177" y="214"/>
                    <a:pt x="2176" y="214"/>
                  </a:cubicBezTo>
                  <a:cubicBezTo>
                    <a:pt x="2174" y="214"/>
                    <a:pt x="2176" y="205"/>
                    <a:pt x="2178" y="197"/>
                  </a:cubicBezTo>
                  <a:cubicBezTo>
                    <a:pt x="2180" y="193"/>
                    <a:pt x="2180" y="191"/>
                    <a:pt x="2179" y="191"/>
                  </a:cubicBezTo>
                  <a:cubicBezTo>
                    <a:pt x="2176" y="191"/>
                    <a:pt x="2171" y="196"/>
                    <a:pt x="2166" y="207"/>
                  </a:cubicBezTo>
                  <a:cubicBezTo>
                    <a:pt x="2161" y="216"/>
                    <a:pt x="2159" y="220"/>
                    <a:pt x="2158" y="220"/>
                  </a:cubicBezTo>
                  <a:cubicBezTo>
                    <a:pt x="2158" y="220"/>
                    <a:pt x="2159" y="216"/>
                    <a:pt x="2161" y="207"/>
                  </a:cubicBezTo>
                  <a:cubicBezTo>
                    <a:pt x="2164" y="201"/>
                    <a:pt x="2165" y="194"/>
                    <a:pt x="2164" y="194"/>
                  </a:cubicBezTo>
                  <a:cubicBezTo>
                    <a:pt x="2164" y="194"/>
                    <a:pt x="2162" y="196"/>
                    <a:pt x="2160" y="199"/>
                  </a:cubicBezTo>
                  <a:cubicBezTo>
                    <a:pt x="2157" y="199"/>
                    <a:pt x="2153" y="203"/>
                    <a:pt x="2155" y="208"/>
                  </a:cubicBezTo>
                  <a:lnTo>
                    <a:pt x="2144" y="209"/>
                  </a:lnTo>
                  <a:cubicBezTo>
                    <a:pt x="2139" y="203"/>
                    <a:pt x="2135" y="202"/>
                    <a:pt x="2132" y="202"/>
                  </a:cubicBezTo>
                  <a:cubicBezTo>
                    <a:pt x="2131" y="202"/>
                    <a:pt x="2130" y="202"/>
                    <a:pt x="2129" y="202"/>
                  </a:cubicBezTo>
                  <a:cubicBezTo>
                    <a:pt x="2128" y="206"/>
                    <a:pt x="2127" y="208"/>
                    <a:pt x="2126" y="208"/>
                  </a:cubicBezTo>
                  <a:cubicBezTo>
                    <a:pt x="2125" y="208"/>
                    <a:pt x="2124" y="206"/>
                    <a:pt x="2122" y="202"/>
                  </a:cubicBezTo>
                  <a:cubicBezTo>
                    <a:pt x="2122" y="199"/>
                    <a:pt x="2121" y="197"/>
                    <a:pt x="2120" y="197"/>
                  </a:cubicBezTo>
                  <a:cubicBezTo>
                    <a:pt x="2119" y="197"/>
                    <a:pt x="2118" y="201"/>
                    <a:pt x="2120" y="211"/>
                  </a:cubicBezTo>
                  <a:cubicBezTo>
                    <a:pt x="2119" y="216"/>
                    <a:pt x="2117" y="218"/>
                    <a:pt x="2115" y="218"/>
                  </a:cubicBezTo>
                  <a:cubicBezTo>
                    <a:pt x="2113" y="218"/>
                    <a:pt x="2111" y="216"/>
                    <a:pt x="2109" y="212"/>
                  </a:cubicBezTo>
                  <a:cubicBezTo>
                    <a:pt x="2108" y="203"/>
                    <a:pt x="2107" y="199"/>
                    <a:pt x="2105" y="199"/>
                  </a:cubicBezTo>
                  <a:cubicBezTo>
                    <a:pt x="2105" y="199"/>
                    <a:pt x="2104" y="201"/>
                    <a:pt x="2104" y="205"/>
                  </a:cubicBezTo>
                  <a:cubicBezTo>
                    <a:pt x="2102" y="213"/>
                    <a:pt x="2098" y="213"/>
                    <a:pt x="2098" y="213"/>
                  </a:cubicBezTo>
                  <a:cubicBezTo>
                    <a:pt x="2098" y="209"/>
                    <a:pt x="2091" y="208"/>
                    <a:pt x="2081" y="208"/>
                  </a:cubicBezTo>
                  <a:cubicBezTo>
                    <a:pt x="2069" y="208"/>
                    <a:pt x="2052" y="210"/>
                    <a:pt x="2035" y="211"/>
                  </a:cubicBezTo>
                  <a:cubicBezTo>
                    <a:pt x="2031" y="211"/>
                    <a:pt x="2028" y="220"/>
                    <a:pt x="2029" y="228"/>
                  </a:cubicBezTo>
                  <a:cubicBezTo>
                    <a:pt x="2029" y="235"/>
                    <a:pt x="2030" y="238"/>
                    <a:pt x="2029" y="238"/>
                  </a:cubicBezTo>
                  <a:cubicBezTo>
                    <a:pt x="2029" y="238"/>
                    <a:pt x="2028" y="233"/>
                    <a:pt x="2026" y="228"/>
                  </a:cubicBezTo>
                  <a:cubicBezTo>
                    <a:pt x="2023" y="216"/>
                    <a:pt x="2019" y="210"/>
                    <a:pt x="2018" y="210"/>
                  </a:cubicBezTo>
                  <a:cubicBezTo>
                    <a:pt x="2016" y="210"/>
                    <a:pt x="2015" y="216"/>
                    <a:pt x="2019" y="229"/>
                  </a:cubicBezTo>
                  <a:cubicBezTo>
                    <a:pt x="2021" y="238"/>
                    <a:pt x="2022" y="242"/>
                    <a:pt x="2022" y="242"/>
                  </a:cubicBezTo>
                  <a:cubicBezTo>
                    <a:pt x="2021" y="242"/>
                    <a:pt x="2019" y="238"/>
                    <a:pt x="2014" y="229"/>
                  </a:cubicBezTo>
                  <a:cubicBezTo>
                    <a:pt x="2013" y="225"/>
                    <a:pt x="2012" y="223"/>
                    <a:pt x="2011" y="223"/>
                  </a:cubicBezTo>
                  <a:cubicBezTo>
                    <a:pt x="2010" y="223"/>
                    <a:pt x="2009" y="225"/>
                    <a:pt x="2008" y="229"/>
                  </a:cubicBezTo>
                  <a:cubicBezTo>
                    <a:pt x="2008" y="234"/>
                    <a:pt x="2008" y="236"/>
                    <a:pt x="2007" y="236"/>
                  </a:cubicBezTo>
                  <a:cubicBezTo>
                    <a:pt x="2006" y="236"/>
                    <a:pt x="2005" y="234"/>
                    <a:pt x="2004" y="230"/>
                  </a:cubicBezTo>
                  <a:cubicBezTo>
                    <a:pt x="2001" y="224"/>
                    <a:pt x="1998" y="218"/>
                    <a:pt x="1997" y="218"/>
                  </a:cubicBezTo>
                  <a:cubicBezTo>
                    <a:pt x="1996" y="218"/>
                    <a:pt x="1996" y="219"/>
                    <a:pt x="1996" y="221"/>
                  </a:cubicBezTo>
                  <a:cubicBezTo>
                    <a:pt x="1996" y="221"/>
                    <a:pt x="1996" y="221"/>
                    <a:pt x="1996" y="221"/>
                  </a:cubicBezTo>
                  <a:cubicBezTo>
                    <a:pt x="1995" y="221"/>
                    <a:pt x="1992" y="221"/>
                    <a:pt x="1989" y="213"/>
                  </a:cubicBezTo>
                  <a:cubicBezTo>
                    <a:pt x="1987" y="211"/>
                    <a:pt x="1986" y="210"/>
                    <a:pt x="1985" y="210"/>
                  </a:cubicBezTo>
                  <a:cubicBezTo>
                    <a:pt x="1983" y="210"/>
                    <a:pt x="1981" y="217"/>
                    <a:pt x="1978" y="222"/>
                  </a:cubicBezTo>
                  <a:cubicBezTo>
                    <a:pt x="1974" y="232"/>
                    <a:pt x="1971" y="236"/>
                    <a:pt x="1969" y="236"/>
                  </a:cubicBezTo>
                  <a:cubicBezTo>
                    <a:pt x="1967" y="236"/>
                    <a:pt x="1967" y="232"/>
                    <a:pt x="1968" y="224"/>
                  </a:cubicBezTo>
                  <a:cubicBezTo>
                    <a:pt x="1969" y="217"/>
                    <a:pt x="1967" y="215"/>
                    <a:pt x="1965" y="215"/>
                  </a:cubicBezTo>
                  <a:cubicBezTo>
                    <a:pt x="1960" y="215"/>
                    <a:pt x="1953" y="222"/>
                    <a:pt x="1952" y="234"/>
                  </a:cubicBezTo>
                  <a:cubicBezTo>
                    <a:pt x="1950" y="244"/>
                    <a:pt x="1950" y="248"/>
                    <a:pt x="1949" y="248"/>
                  </a:cubicBezTo>
                  <a:cubicBezTo>
                    <a:pt x="1949" y="248"/>
                    <a:pt x="1949" y="246"/>
                    <a:pt x="1948" y="243"/>
                  </a:cubicBezTo>
                  <a:cubicBezTo>
                    <a:pt x="1948" y="234"/>
                    <a:pt x="1945" y="234"/>
                    <a:pt x="1945" y="234"/>
                  </a:cubicBezTo>
                  <a:cubicBezTo>
                    <a:pt x="1944" y="234"/>
                    <a:pt x="1943" y="234"/>
                    <a:pt x="1942" y="234"/>
                  </a:cubicBezTo>
                  <a:cubicBezTo>
                    <a:pt x="1939" y="234"/>
                    <a:pt x="1937" y="233"/>
                    <a:pt x="1937" y="226"/>
                  </a:cubicBezTo>
                  <a:cubicBezTo>
                    <a:pt x="1937" y="226"/>
                    <a:pt x="1934" y="226"/>
                    <a:pt x="1927" y="235"/>
                  </a:cubicBezTo>
                  <a:cubicBezTo>
                    <a:pt x="1925" y="242"/>
                    <a:pt x="1921" y="245"/>
                    <a:pt x="1918" y="245"/>
                  </a:cubicBezTo>
                  <a:cubicBezTo>
                    <a:pt x="1913" y="245"/>
                    <a:pt x="1908" y="238"/>
                    <a:pt x="1904" y="228"/>
                  </a:cubicBezTo>
                  <a:lnTo>
                    <a:pt x="1899" y="237"/>
                  </a:lnTo>
                  <a:cubicBezTo>
                    <a:pt x="1897" y="248"/>
                    <a:pt x="1896" y="255"/>
                    <a:pt x="1894" y="255"/>
                  </a:cubicBezTo>
                  <a:cubicBezTo>
                    <a:pt x="1893" y="255"/>
                    <a:pt x="1892" y="252"/>
                    <a:pt x="1892" y="246"/>
                  </a:cubicBezTo>
                  <a:cubicBezTo>
                    <a:pt x="1891" y="240"/>
                    <a:pt x="1891" y="234"/>
                    <a:pt x="1891" y="234"/>
                  </a:cubicBezTo>
                  <a:cubicBezTo>
                    <a:pt x="1891" y="234"/>
                    <a:pt x="1891" y="235"/>
                    <a:pt x="1891" y="237"/>
                  </a:cubicBezTo>
                  <a:cubicBezTo>
                    <a:pt x="1890" y="244"/>
                    <a:pt x="1887" y="247"/>
                    <a:pt x="1884" y="247"/>
                  </a:cubicBezTo>
                  <a:cubicBezTo>
                    <a:pt x="1879" y="247"/>
                    <a:pt x="1874" y="240"/>
                    <a:pt x="1873" y="230"/>
                  </a:cubicBezTo>
                  <a:cubicBezTo>
                    <a:pt x="1873" y="221"/>
                    <a:pt x="1873" y="221"/>
                    <a:pt x="1870" y="221"/>
                  </a:cubicBezTo>
                  <a:lnTo>
                    <a:pt x="1870" y="230"/>
                  </a:lnTo>
                  <a:cubicBezTo>
                    <a:pt x="1870" y="238"/>
                    <a:pt x="1871" y="247"/>
                    <a:pt x="1867" y="247"/>
                  </a:cubicBezTo>
                  <a:cubicBezTo>
                    <a:pt x="1864" y="247"/>
                    <a:pt x="1860" y="247"/>
                    <a:pt x="1860" y="239"/>
                  </a:cubicBezTo>
                  <a:cubicBezTo>
                    <a:pt x="1856" y="233"/>
                    <a:pt x="1854" y="227"/>
                    <a:pt x="1852" y="227"/>
                  </a:cubicBezTo>
                  <a:cubicBezTo>
                    <a:pt x="1852" y="227"/>
                    <a:pt x="1852" y="228"/>
                    <a:pt x="1852" y="230"/>
                  </a:cubicBezTo>
                  <a:cubicBezTo>
                    <a:pt x="1852" y="230"/>
                    <a:pt x="1848" y="230"/>
                    <a:pt x="1845" y="222"/>
                  </a:cubicBezTo>
                  <a:lnTo>
                    <a:pt x="1830" y="222"/>
                  </a:lnTo>
                  <a:cubicBezTo>
                    <a:pt x="1829" y="227"/>
                    <a:pt x="1826" y="229"/>
                    <a:pt x="1824" y="229"/>
                  </a:cubicBezTo>
                  <a:cubicBezTo>
                    <a:pt x="1822" y="229"/>
                    <a:pt x="1820" y="227"/>
                    <a:pt x="1820" y="224"/>
                  </a:cubicBezTo>
                  <a:cubicBezTo>
                    <a:pt x="1815" y="224"/>
                    <a:pt x="1811" y="227"/>
                    <a:pt x="1810" y="231"/>
                  </a:cubicBezTo>
                  <a:cubicBezTo>
                    <a:pt x="1808" y="232"/>
                    <a:pt x="1806" y="232"/>
                    <a:pt x="1805" y="232"/>
                  </a:cubicBezTo>
                  <a:cubicBezTo>
                    <a:pt x="1801" y="232"/>
                    <a:pt x="1799" y="230"/>
                    <a:pt x="1799" y="224"/>
                  </a:cubicBezTo>
                  <a:cubicBezTo>
                    <a:pt x="1798" y="219"/>
                    <a:pt x="1798" y="217"/>
                    <a:pt x="1798" y="217"/>
                  </a:cubicBezTo>
                  <a:cubicBezTo>
                    <a:pt x="1797" y="217"/>
                    <a:pt x="1797" y="219"/>
                    <a:pt x="1796" y="224"/>
                  </a:cubicBezTo>
                  <a:cubicBezTo>
                    <a:pt x="1796" y="233"/>
                    <a:pt x="1792" y="233"/>
                    <a:pt x="1789" y="233"/>
                  </a:cubicBezTo>
                  <a:lnTo>
                    <a:pt x="1781" y="233"/>
                  </a:lnTo>
                  <a:cubicBezTo>
                    <a:pt x="1782" y="242"/>
                    <a:pt x="1782" y="242"/>
                    <a:pt x="1779" y="242"/>
                  </a:cubicBezTo>
                  <a:cubicBezTo>
                    <a:pt x="1775" y="242"/>
                    <a:pt x="1765" y="234"/>
                    <a:pt x="1761" y="234"/>
                  </a:cubicBezTo>
                  <a:cubicBezTo>
                    <a:pt x="1761" y="234"/>
                    <a:pt x="1761" y="234"/>
                    <a:pt x="1761" y="234"/>
                  </a:cubicBezTo>
                  <a:cubicBezTo>
                    <a:pt x="1750" y="234"/>
                    <a:pt x="1750" y="234"/>
                    <a:pt x="1754" y="242"/>
                  </a:cubicBezTo>
                  <a:cubicBezTo>
                    <a:pt x="1756" y="242"/>
                    <a:pt x="1757" y="246"/>
                    <a:pt x="1755" y="246"/>
                  </a:cubicBezTo>
                  <a:cubicBezTo>
                    <a:pt x="1754" y="246"/>
                    <a:pt x="1752" y="245"/>
                    <a:pt x="1750" y="242"/>
                  </a:cubicBezTo>
                  <a:cubicBezTo>
                    <a:pt x="1746" y="242"/>
                    <a:pt x="1736" y="234"/>
                    <a:pt x="1725" y="234"/>
                  </a:cubicBezTo>
                  <a:cubicBezTo>
                    <a:pt x="1711" y="235"/>
                    <a:pt x="1711" y="235"/>
                    <a:pt x="1711" y="243"/>
                  </a:cubicBezTo>
                  <a:cubicBezTo>
                    <a:pt x="1713" y="251"/>
                    <a:pt x="1713" y="256"/>
                    <a:pt x="1712" y="256"/>
                  </a:cubicBezTo>
                  <a:cubicBezTo>
                    <a:pt x="1711" y="256"/>
                    <a:pt x="1710" y="251"/>
                    <a:pt x="1708" y="243"/>
                  </a:cubicBezTo>
                  <a:cubicBezTo>
                    <a:pt x="1704" y="233"/>
                    <a:pt x="1701" y="229"/>
                    <a:pt x="1699" y="229"/>
                  </a:cubicBezTo>
                  <a:cubicBezTo>
                    <a:pt x="1697" y="229"/>
                    <a:pt x="1697" y="231"/>
                    <a:pt x="1697" y="235"/>
                  </a:cubicBezTo>
                  <a:cubicBezTo>
                    <a:pt x="1694" y="244"/>
                    <a:pt x="1694" y="244"/>
                    <a:pt x="1690" y="244"/>
                  </a:cubicBezTo>
                  <a:cubicBezTo>
                    <a:pt x="1690" y="239"/>
                    <a:pt x="1689" y="237"/>
                    <a:pt x="1688" y="237"/>
                  </a:cubicBezTo>
                  <a:cubicBezTo>
                    <a:pt x="1686" y="237"/>
                    <a:pt x="1683" y="240"/>
                    <a:pt x="1679" y="244"/>
                  </a:cubicBezTo>
                  <a:cubicBezTo>
                    <a:pt x="1676" y="244"/>
                    <a:pt x="1676" y="244"/>
                    <a:pt x="1676" y="235"/>
                  </a:cubicBezTo>
                  <a:lnTo>
                    <a:pt x="1669" y="235"/>
                  </a:lnTo>
                  <a:cubicBezTo>
                    <a:pt x="1666" y="242"/>
                    <a:pt x="1660" y="245"/>
                    <a:pt x="1655" y="245"/>
                  </a:cubicBezTo>
                  <a:cubicBezTo>
                    <a:pt x="1647" y="245"/>
                    <a:pt x="1639" y="240"/>
                    <a:pt x="1637" y="235"/>
                  </a:cubicBezTo>
                  <a:cubicBezTo>
                    <a:pt x="1637" y="235"/>
                    <a:pt x="1633" y="235"/>
                    <a:pt x="1630" y="244"/>
                  </a:cubicBezTo>
                  <a:cubicBezTo>
                    <a:pt x="1628" y="252"/>
                    <a:pt x="1626" y="256"/>
                    <a:pt x="1625" y="256"/>
                  </a:cubicBezTo>
                  <a:cubicBezTo>
                    <a:pt x="1624" y="256"/>
                    <a:pt x="1623" y="252"/>
                    <a:pt x="1623" y="243"/>
                  </a:cubicBezTo>
                  <a:cubicBezTo>
                    <a:pt x="1623" y="234"/>
                    <a:pt x="1623" y="230"/>
                    <a:pt x="1622" y="230"/>
                  </a:cubicBezTo>
                  <a:cubicBezTo>
                    <a:pt x="1622" y="230"/>
                    <a:pt x="1621" y="234"/>
                    <a:pt x="1619" y="243"/>
                  </a:cubicBezTo>
                  <a:cubicBezTo>
                    <a:pt x="1618" y="246"/>
                    <a:pt x="1614" y="249"/>
                    <a:pt x="1610" y="249"/>
                  </a:cubicBezTo>
                  <a:cubicBezTo>
                    <a:pt x="1605" y="249"/>
                    <a:pt x="1600" y="245"/>
                    <a:pt x="1602" y="235"/>
                  </a:cubicBezTo>
                  <a:cubicBezTo>
                    <a:pt x="1602" y="226"/>
                    <a:pt x="1602" y="217"/>
                    <a:pt x="1602" y="217"/>
                  </a:cubicBezTo>
                  <a:cubicBezTo>
                    <a:pt x="1598" y="226"/>
                    <a:pt x="1595" y="226"/>
                    <a:pt x="1595" y="226"/>
                  </a:cubicBezTo>
                  <a:cubicBezTo>
                    <a:pt x="1595" y="232"/>
                    <a:pt x="1593" y="234"/>
                    <a:pt x="1587" y="234"/>
                  </a:cubicBezTo>
                  <a:cubicBezTo>
                    <a:pt x="1586" y="234"/>
                    <a:pt x="1583" y="234"/>
                    <a:pt x="1580" y="234"/>
                  </a:cubicBezTo>
                  <a:cubicBezTo>
                    <a:pt x="1573" y="234"/>
                    <a:pt x="1559" y="243"/>
                    <a:pt x="1552" y="243"/>
                  </a:cubicBezTo>
                  <a:cubicBezTo>
                    <a:pt x="1545" y="243"/>
                    <a:pt x="1534" y="243"/>
                    <a:pt x="1531" y="234"/>
                  </a:cubicBezTo>
                  <a:cubicBezTo>
                    <a:pt x="1527" y="234"/>
                    <a:pt x="1524" y="234"/>
                    <a:pt x="1517" y="243"/>
                  </a:cubicBezTo>
                  <a:cubicBezTo>
                    <a:pt x="1515" y="246"/>
                    <a:pt x="1513" y="248"/>
                    <a:pt x="1510" y="248"/>
                  </a:cubicBezTo>
                  <a:cubicBezTo>
                    <a:pt x="1508" y="248"/>
                    <a:pt x="1506" y="246"/>
                    <a:pt x="1506" y="242"/>
                  </a:cubicBezTo>
                  <a:lnTo>
                    <a:pt x="1503" y="242"/>
                  </a:lnTo>
                  <a:cubicBezTo>
                    <a:pt x="1496" y="251"/>
                    <a:pt x="1493" y="251"/>
                    <a:pt x="1493" y="251"/>
                  </a:cubicBezTo>
                  <a:cubicBezTo>
                    <a:pt x="1493" y="244"/>
                    <a:pt x="1491" y="238"/>
                    <a:pt x="1488" y="238"/>
                  </a:cubicBezTo>
                  <a:cubicBezTo>
                    <a:pt x="1487" y="238"/>
                    <a:pt x="1486" y="239"/>
                    <a:pt x="1485" y="242"/>
                  </a:cubicBezTo>
                  <a:cubicBezTo>
                    <a:pt x="1485" y="249"/>
                    <a:pt x="1481" y="249"/>
                    <a:pt x="1475" y="249"/>
                  </a:cubicBezTo>
                  <a:cubicBezTo>
                    <a:pt x="1470" y="243"/>
                    <a:pt x="1417" y="239"/>
                    <a:pt x="1382" y="239"/>
                  </a:cubicBezTo>
                  <a:cubicBezTo>
                    <a:pt x="1364" y="239"/>
                    <a:pt x="1351" y="240"/>
                    <a:pt x="1351" y="243"/>
                  </a:cubicBezTo>
                  <a:lnTo>
                    <a:pt x="1330" y="243"/>
                  </a:lnTo>
                  <a:cubicBezTo>
                    <a:pt x="1330" y="235"/>
                    <a:pt x="1326" y="232"/>
                    <a:pt x="1322" y="232"/>
                  </a:cubicBezTo>
                  <a:cubicBezTo>
                    <a:pt x="1316" y="232"/>
                    <a:pt x="1308" y="236"/>
                    <a:pt x="1302" y="240"/>
                  </a:cubicBezTo>
                  <a:cubicBezTo>
                    <a:pt x="1298" y="248"/>
                    <a:pt x="1294" y="248"/>
                    <a:pt x="1291" y="248"/>
                  </a:cubicBezTo>
                  <a:cubicBezTo>
                    <a:pt x="1291" y="238"/>
                    <a:pt x="1287" y="233"/>
                    <a:pt x="1282" y="233"/>
                  </a:cubicBezTo>
                  <a:cubicBezTo>
                    <a:pt x="1279" y="233"/>
                    <a:pt x="1276" y="235"/>
                    <a:pt x="1273" y="238"/>
                  </a:cubicBezTo>
                  <a:cubicBezTo>
                    <a:pt x="1271" y="246"/>
                    <a:pt x="1269" y="250"/>
                    <a:pt x="1268" y="250"/>
                  </a:cubicBezTo>
                  <a:cubicBezTo>
                    <a:pt x="1266" y="250"/>
                    <a:pt x="1266" y="246"/>
                    <a:pt x="1266" y="237"/>
                  </a:cubicBezTo>
                  <a:cubicBezTo>
                    <a:pt x="1267" y="229"/>
                    <a:pt x="1266" y="225"/>
                    <a:pt x="1263" y="225"/>
                  </a:cubicBezTo>
                  <a:cubicBezTo>
                    <a:pt x="1261" y="225"/>
                    <a:pt x="1256" y="231"/>
                    <a:pt x="1252" y="245"/>
                  </a:cubicBezTo>
                  <a:cubicBezTo>
                    <a:pt x="1249" y="249"/>
                    <a:pt x="1248" y="251"/>
                    <a:pt x="1247" y="251"/>
                  </a:cubicBezTo>
                  <a:cubicBezTo>
                    <a:pt x="1247" y="251"/>
                    <a:pt x="1246" y="248"/>
                    <a:pt x="1245" y="244"/>
                  </a:cubicBezTo>
                  <a:cubicBezTo>
                    <a:pt x="1243" y="234"/>
                    <a:pt x="1242" y="229"/>
                    <a:pt x="1240" y="229"/>
                  </a:cubicBezTo>
                  <a:cubicBezTo>
                    <a:pt x="1239" y="229"/>
                    <a:pt x="1239" y="231"/>
                    <a:pt x="1238" y="235"/>
                  </a:cubicBezTo>
                  <a:cubicBezTo>
                    <a:pt x="1236" y="243"/>
                    <a:pt x="1234" y="247"/>
                    <a:pt x="1232" y="247"/>
                  </a:cubicBezTo>
                  <a:cubicBezTo>
                    <a:pt x="1231" y="247"/>
                    <a:pt x="1229" y="243"/>
                    <a:pt x="1228" y="234"/>
                  </a:cubicBezTo>
                  <a:cubicBezTo>
                    <a:pt x="1225" y="225"/>
                    <a:pt x="1223" y="221"/>
                    <a:pt x="1222" y="221"/>
                  </a:cubicBezTo>
                  <a:cubicBezTo>
                    <a:pt x="1221" y="221"/>
                    <a:pt x="1220" y="225"/>
                    <a:pt x="1217" y="233"/>
                  </a:cubicBezTo>
                  <a:cubicBezTo>
                    <a:pt x="1215" y="241"/>
                    <a:pt x="1210" y="245"/>
                    <a:pt x="1206" y="245"/>
                  </a:cubicBezTo>
                  <a:cubicBezTo>
                    <a:pt x="1201" y="245"/>
                    <a:pt x="1197" y="240"/>
                    <a:pt x="1195" y="231"/>
                  </a:cubicBezTo>
                  <a:cubicBezTo>
                    <a:pt x="1193" y="231"/>
                    <a:pt x="1191" y="227"/>
                    <a:pt x="1190" y="227"/>
                  </a:cubicBezTo>
                  <a:cubicBezTo>
                    <a:pt x="1190" y="227"/>
                    <a:pt x="1189" y="228"/>
                    <a:pt x="1189" y="230"/>
                  </a:cubicBezTo>
                  <a:lnTo>
                    <a:pt x="1186" y="221"/>
                  </a:lnTo>
                  <a:lnTo>
                    <a:pt x="1179" y="221"/>
                  </a:lnTo>
                  <a:lnTo>
                    <a:pt x="1179" y="229"/>
                  </a:lnTo>
                  <a:cubicBezTo>
                    <a:pt x="1163" y="224"/>
                    <a:pt x="1146" y="219"/>
                    <a:pt x="1130" y="217"/>
                  </a:cubicBezTo>
                  <a:cubicBezTo>
                    <a:pt x="1112" y="215"/>
                    <a:pt x="1101" y="213"/>
                    <a:pt x="1095" y="213"/>
                  </a:cubicBezTo>
                  <a:cubicBezTo>
                    <a:pt x="1087" y="213"/>
                    <a:pt x="1085" y="215"/>
                    <a:pt x="1087" y="220"/>
                  </a:cubicBezTo>
                  <a:cubicBezTo>
                    <a:pt x="1088" y="229"/>
                    <a:pt x="1087" y="233"/>
                    <a:pt x="1085" y="233"/>
                  </a:cubicBezTo>
                  <a:cubicBezTo>
                    <a:pt x="1083" y="233"/>
                    <a:pt x="1081" y="228"/>
                    <a:pt x="1080" y="219"/>
                  </a:cubicBezTo>
                  <a:cubicBezTo>
                    <a:pt x="1077" y="219"/>
                    <a:pt x="1071" y="209"/>
                    <a:pt x="1063" y="209"/>
                  </a:cubicBezTo>
                  <a:cubicBezTo>
                    <a:pt x="1056" y="208"/>
                    <a:pt x="1050" y="207"/>
                    <a:pt x="1051" y="198"/>
                  </a:cubicBezTo>
                  <a:lnTo>
                    <a:pt x="1047" y="198"/>
                  </a:lnTo>
                  <a:cubicBezTo>
                    <a:pt x="1042" y="205"/>
                    <a:pt x="1034" y="209"/>
                    <a:pt x="1026" y="209"/>
                  </a:cubicBezTo>
                  <a:cubicBezTo>
                    <a:pt x="1019" y="209"/>
                    <a:pt x="1012" y="207"/>
                    <a:pt x="1007" y="201"/>
                  </a:cubicBezTo>
                  <a:cubicBezTo>
                    <a:pt x="1006" y="201"/>
                    <a:pt x="1005" y="201"/>
                    <a:pt x="1004" y="201"/>
                  </a:cubicBezTo>
                  <a:cubicBezTo>
                    <a:pt x="998" y="201"/>
                    <a:pt x="993" y="203"/>
                    <a:pt x="989" y="208"/>
                  </a:cubicBezTo>
                  <a:cubicBezTo>
                    <a:pt x="985" y="212"/>
                    <a:pt x="983" y="214"/>
                    <a:pt x="982" y="214"/>
                  </a:cubicBezTo>
                  <a:cubicBezTo>
                    <a:pt x="981" y="214"/>
                    <a:pt x="980" y="211"/>
                    <a:pt x="979" y="207"/>
                  </a:cubicBezTo>
                  <a:cubicBezTo>
                    <a:pt x="979" y="201"/>
                    <a:pt x="972" y="195"/>
                    <a:pt x="965" y="195"/>
                  </a:cubicBezTo>
                  <a:cubicBezTo>
                    <a:pt x="962" y="195"/>
                    <a:pt x="958" y="197"/>
                    <a:pt x="958" y="203"/>
                  </a:cubicBezTo>
                  <a:lnTo>
                    <a:pt x="955" y="194"/>
                  </a:lnTo>
                  <a:cubicBezTo>
                    <a:pt x="955" y="192"/>
                    <a:pt x="954" y="190"/>
                    <a:pt x="953" y="190"/>
                  </a:cubicBezTo>
                  <a:cubicBezTo>
                    <a:pt x="950" y="190"/>
                    <a:pt x="947" y="196"/>
                    <a:pt x="946" y="202"/>
                  </a:cubicBezTo>
                  <a:cubicBezTo>
                    <a:pt x="946" y="210"/>
                    <a:pt x="945" y="214"/>
                    <a:pt x="944" y="214"/>
                  </a:cubicBezTo>
                  <a:cubicBezTo>
                    <a:pt x="942" y="214"/>
                    <a:pt x="941" y="208"/>
                    <a:pt x="941" y="193"/>
                  </a:cubicBezTo>
                  <a:cubicBezTo>
                    <a:pt x="942" y="183"/>
                    <a:pt x="941" y="179"/>
                    <a:pt x="940" y="179"/>
                  </a:cubicBezTo>
                  <a:cubicBezTo>
                    <a:pt x="940" y="179"/>
                    <a:pt x="939" y="181"/>
                    <a:pt x="939" y="184"/>
                  </a:cubicBezTo>
                  <a:cubicBezTo>
                    <a:pt x="935" y="190"/>
                    <a:pt x="932" y="195"/>
                    <a:pt x="930" y="195"/>
                  </a:cubicBezTo>
                  <a:cubicBezTo>
                    <a:pt x="929" y="195"/>
                    <a:pt x="928" y="194"/>
                    <a:pt x="927" y="191"/>
                  </a:cubicBezTo>
                  <a:cubicBezTo>
                    <a:pt x="927" y="191"/>
                    <a:pt x="926" y="191"/>
                    <a:pt x="925" y="191"/>
                  </a:cubicBezTo>
                  <a:cubicBezTo>
                    <a:pt x="923" y="191"/>
                    <a:pt x="920" y="193"/>
                    <a:pt x="918" y="207"/>
                  </a:cubicBezTo>
                  <a:cubicBezTo>
                    <a:pt x="918" y="212"/>
                    <a:pt x="915" y="214"/>
                    <a:pt x="912" y="214"/>
                  </a:cubicBezTo>
                  <a:cubicBezTo>
                    <a:pt x="911" y="214"/>
                    <a:pt x="910" y="214"/>
                    <a:pt x="909" y="213"/>
                  </a:cubicBezTo>
                  <a:cubicBezTo>
                    <a:pt x="911" y="208"/>
                    <a:pt x="912" y="202"/>
                    <a:pt x="916" y="198"/>
                  </a:cubicBezTo>
                  <a:lnTo>
                    <a:pt x="908" y="197"/>
                  </a:lnTo>
                  <a:cubicBezTo>
                    <a:pt x="905" y="196"/>
                    <a:pt x="899" y="187"/>
                    <a:pt x="900" y="178"/>
                  </a:cubicBezTo>
                  <a:cubicBezTo>
                    <a:pt x="899" y="174"/>
                    <a:pt x="898" y="171"/>
                    <a:pt x="897" y="171"/>
                  </a:cubicBezTo>
                  <a:cubicBezTo>
                    <a:pt x="896" y="171"/>
                    <a:pt x="895" y="175"/>
                    <a:pt x="896" y="185"/>
                  </a:cubicBezTo>
                  <a:cubicBezTo>
                    <a:pt x="894" y="199"/>
                    <a:pt x="894" y="202"/>
                    <a:pt x="890" y="202"/>
                  </a:cubicBezTo>
                  <a:cubicBezTo>
                    <a:pt x="889" y="202"/>
                    <a:pt x="888" y="201"/>
                    <a:pt x="887" y="201"/>
                  </a:cubicBezTo>
                  <a:cubicBezTo>
                    <a:pt x="882" y="201"/>
                    <a:pt x="879" y="200"/>
                    <a:pt x="880" y="191"/>
                  </a:cubicBezTo>
                  <a:cubicBezTo>
                    <a:pt x="882" y="183"/>
                    <a:pt x="882" y="183"/>
                    <a:pt x="875" y="182"/>
                  </a:cubicBezTo>
                  <a:cubicBezTo>
                    <a:pt x="874" y="182"/>
                    <a:pt x="874" y="182"/>
                    <a:pt x="873" y="182"/>
                  </a:cubicBezTo>
                  <a:cubicBezTo>
                    <a:pt x="863" y="182"/>
                    <a:pt x="850" y="204"/>
                    <a:pt x="844" y="220"/>
                  </a:cubicBezTo>
                  <a:cubicBezTo>
                    <a:pt x="843" y="229"/>
                    <a:pt x="843" y="233"/>
                    <a:pt x="842" y="233"/>
                  </a:cubicBezTo>
                  <a:cubicBezTo>
                    <a:pt x="842" y="233"/>
                    <a:pt x="842" y="228"/>
                    <a:pt x="841" y="219"/>
                  </a:cubicBezTo>
                  <a:cubicBezTo>
                    <a:pt x="842" y="211"/>
                    <a:pt x="839" y="210"/>
                    <a:pt x="835" y="210"/>
                  </a:cubicBezTo>
                  <a:cubicBezTo>
                    <a:pt x="835" y="213"/>
                    <a:pt x="835" y="213"/>
                    <a:pt x="834" y="213"/>
                  </a:cubicBezTo>
                  <a:cubicBezTo>
                    <a:pt x="833" y="213"/>
                    <a:pt x="833" y="210"/>
                    <a:pt x="835" y="210"/>
                  </a:cubicBezTo>
                  <a:cubicBezTo>
                    <a:pt x="835" y="210"/>
                    <a:pt x="835" y="210"/>
                    <a:pt x="835" y="210"/>
                  </a:cubicBezTo>
                  <a:cubicBezTo>
                    <a:pt x="836" y="203"/>
                    <a:pt x="839" y="202"/>
                    <a:pt x="841" y="202"/>
                  </a:cubicBezTo>
                  <a:cubicBezTo>
                    <a:pt x="842" y="202"/>
                    <a:pt x="843" y="202"/>
                    <a:pt x="843" y="202"/>
                  </a:cubicBezTo>
                  <a:lnTo>
                    <a:pt x="844" y="194"/>
                  </a:lnTo>
                  <a:cubicBezTo>
                    <a:pt x="844" y="185"/>
                    <a:pt x="843" y="181"/>
                    <a:pt x="841" y="181"/>
                  </a:cubicBezTo>
                  <a:cubicBezTo>
                    <a:pt x="839" y="181"/>
                    <a:pt x="837" y="185"/>
                    <a:pt x="834" y="192"/>
                  </a:cubicBezTo>
                  <a:cubicBezTo>
                    <a:pt x="832" y="196"/>
                    <a:pt x="831" y="198"/>
                    <a:pt x="830" y="198"/>
                  </a:cubicBezTo>
                  <a:cubicBezTo>
                    <a:pt x="829" y="198"/>
                    <a:pt x="829" y="196"/>
                    <a:pt x="827" y="191"/>
                  </a:cubicBezTo>
                  <a:cubicBezTo>
                    <a:pt x="826" y="185"/>
                    <a:pt x="824" y="178"/>
                    <a:pt x="823" y="178"/>
                  </a:cubicBezTo>
                  <a:cubicBezTo>
                    <a:pt x="823" y="178"/>
                    <a:pt x="822" y="179"/>
                    <a:pt x="822" y="182"/>
                  </a:cubicBezTo>
                  <a:cubicBezTo>
                    <a:pt x="816" y="181"/>
                    <a:pt x="813" y="176"/>
                    <a:pt x="813" y="172"/>
                  </a:cubicBezTo>
                  <a:cubicBezTo>
                    <a:pt x="810" y="172"/>
                    <a:pt x="808" y="171"/>
                    <a:pt x="806" y="171"/>
                  </a:cubicBezTo>
                  <a:cubicBezTo>
                    <a:pt x="803" y="171"/>
                    <a:pt x="801" y="173"/>
                    <a:pt x="801" y="179"/>
                  </a:cubicBezTo>
                  <a:cubicBezTo>
                    <a:pt x="800" y="184"/>
                    <a:pt x="798" y="186"/>
                    <a:pt x="795" y="186"/>
                  </a:cubicBezTo>
                  <a:cubicBezTo>
                    <a:pt x="795" y="186"/>
                    <a:pt x="794" y="186"/>
                    <a:pt x="793" y="185"/>
                  </a:cubicBezTo>
                  <a:cubicBezTo>
                    <a:pt x="792" y="185"/>
                    <a:pt x="791" y="185"/>
                    <a:pt x="790" y="185"/>
                  </a:cubicBezTo>
                  <a:cubicBezTo>
                    <a:pt x="788" y="185"/>
                    <a:pt x="785" y="186"/>
                    <a:pt x="784" y="192"/>
                  </a:cubicBezTo>
                  <a:cubicBezTo>
                    <a:pt x="783" y="201"/>
                    <a:pt x="779" y="208"/>
                    <a:pt x="772" y="208"/>
                  </a:cubicBezTo>
                  <a:cubicBezTo>
                    <a:pt x="771" y="208"/>
                    <a:pt x="771" y="208"/>
                    <a:pt x="770" y="208"/>
                  </a:cubicBezTo>
                  <a:cubicBezTo>
                    <a:pt x="767" y="210"/>
                    <a:pt x="765" y="212"/>
                    <a:pt x="764" y="212"/>
                  </a:cubicBezTo>
                  <a:cubicBezTo>
                    <a:pt x="762" y="212"/>
                    <a:pt x="762" y="208"/>
                    <a:pt x="761" y="198"/>
                  </a:cubicBezTo>
                  <a:cubicBezTo>
                    <a:pt x="762" y="189"/>
                    <a:pt x="759" y="189"/>
                    <a:pt x="756" y="188"/>
                  </a:cubicBezTo>
                  <a:cubicBezTo>
                    <a:pt x="756" y="188"/>
                    <a:pt x="752" y="188"/>
                    <a:pt x="750" y="179"/>
                  </a:cubicBezTo>
                  <a:cubicBezTo>
                    <a:pt x="749" y="176"/>
                    <a:pt x="749" y="175"/>
                    <a:pt x="748" y="175"/>
                  </a:cubicBezTo>
                  <a:cubicBezTo>
                    <a:pt x="747" y="175"/>
                    <a:pt x="746" y="180"/>
                    <a:pt x="746" y="187"/>
                  </a:cubicBezTo>
                  <a:lnTo>
                    <a:pt x="742" y="203"/>
                  </a:lnTo>
                  <a:cubicBezTo>
                    <a:pt x="739" y="202"/>
                    <a:pt x="739" y="184"/>
                    <a:pt x="740" y="176"/>
                  </a:cubicBezTo>
                  <a:cubicBezTo>
                    <a:pt x="740" y="167"/>
                    <a:pt x="740" y="163"/>
                    <a:pt x="740" y="163"/>
                  </a:cubicBezTo>
                  <a:cubicBezTo>
                    <a:pt x="739" y="163"/>
                    <a:pt x="738" y="167"/>
                    <a:pt x="737" y="175"/>
                  </a:cubicBezTo>
                  <a:cubicBezTo>
                    <a:pt x="736" y="181"/>
                    <a:pt x="733" y="187"/>
                    <a:pt x="730" y="187"/>
                  </a:cubicBezTo>
                  <a:cubicBezTo>
                    <a:pt x="728" y="187"/>
                    <a:pt x="726" y="185"/>
                    <a:pt x="724" y="182"/>
                  </a:cubicBezTo>
                  <a:cubicBezTo>
                    <a:pt x="718" y="181"/>
                    <a:pt x="711" y="179"/>
                    <a:pt x="712" y="171"/>
                  </a:cubicBezTo>
                  <a:cubicBezTo>
                    <a:pt x="712" y="168"/>
                    <a:pt x="711" y="167"/>
                    <a:pt x="709" y="167"/>
                  </a:cubicBezTo>
                  <a:cubicBezTo>
                    <a:pt x="707" y="167"/>
                    <a:pt x="705" y="170"/>
                    <a:pt x="705" y="170"/>
                  </a:cubicBezTo>
                  <a:cubicBezTo>
                    <a:pt x="703" y="173"/>
                    <a:pt x="702" y="174"/>
                    <a:pt x="699" y="174"/>
                  </a:cubicBezTo>
                  <a:cubicBezTo>
                    <a:pt x="697" y="174"/>
                    <a:pt x="693" y="172"/>
                    <a:pt x="688" y="165"/>
                  </a:cubicBezTo>
                  <a:cubicBezTo>
                    <a:pt x="681" y="155"/>
                    <a:pt x="677" y="150"/>
                    <a:pt x="675" y="150"/>
                  </a:cubicBezTo>
                  <a:cubicBezTo>
                    <a:pt x="673" y="150"/>
                    <a:pt x="672" y="154"/>
                    <a:pt x="670" y="162"/>
                  </a:cubicBezTo>
                  <a:cubicBezTo>
                    <a:pt x="670" y="167"/>
                    <a:pt x="669" y="172"/>
                    <a:pt x="669" y="172"/>
                  </a:cubicBezTo>
                  <a:cubicBezTo>
                    <a:pt x="668" y="172"/>
                    <a:pt x="668" y="169"/>
                    <a:pt x="667" y="162"/>
                  </a:cubicBezTo>
                  <a:cubicBezTo>
                    <a:pt x="667" y="158"/>
                    <a:pt x="666" y="157"/>
                    <a:pt x="664" y="157"/>
                  </a:cubicBezTo>
                  <a:cubicBezTo>
                    <a:pt x="662" y="157"/>
                    <a:pt x="658" y="162"/>
                    <a:pt x="653" y="166"/>
                  </a:cubicBezTo>
                  <a:cubicBezTo>
                    <a:pt x="647" y="178"/>
                    <a:pt x="644" y="189"/>
                    <a:pt x="642" y="200"/>
                  </a:cubicBezTo>
                  <a:cubicBezTo>
                    <a:pt x="641" y="210"/>
                    <a:pt x="640" y="214"/>
                    <a:pt x="638" y="214"/>
                  </a:cubicBezTo>
                  <a:cubicBezTo>
                    <a:pt x="637" y="214"/>
                    <a:pt x="636" y="211"/>
                    <a:pt x="633" y="207"/>
                  </a:cubicBezTo>
                  <a:cubicBezTo>
                    <a:pt x="630" y="206"/>
                    <a:pt x="628" y="197"/>
                    <a:pt x="630" y="189"/>
                  </a:cubicBezTo>
                  <a:cubicBezTo>
                    <a:pt x="631" y="182"/>
                    <a:pt x="633" y="181"/>
                    <a:pt x="634" y="181"/>
                  </a:cubicBezTo>
                  <a:cubicBezTo>
                    <a:pt x="634" y="181"/>
                    <a:pt x="635" y="181"/>
                    <a:pt x="635" y="181"/>
                  </a:cubicBezTo>
                  <a:lnTo>
                    <a:pt x="638" y="181"/>
                  </a:lnTo>
                  <a:cubicBezTo>
                    <a:pt x="640" y="173"/>
                    <a:pt x="641" y="165"/>
                    <a:pt x="635" y="163"/>
                  </a:cubicBezTo>
                  <a:cubicBezTo>
                    <a:pt x="633" y="158"/>
                    <a:pt x="632" y="156"/>
                    <a:pt x="631" y="156"/>
                  </a:cubicBezTo>
                  <a:cubicBezTo>
                    <a:pt x="629" y="156"/>
                    <a:pt x="628" y="158"/>
                    <a:pt x="628" y="162"/>
                  </a:cubicBezTo>
                  <a:cubicBezTo>
                    <a:pt x="626" y="153"/>
                    <a:pt x="619" y="152"/>
                    <a:pt x="612" y="150"/>
                  </a:cubicBezTo>
                  <a:cubicBezTo>
                    <a:pt x="605" y="148"/>
                    <a:pt x="595" y="146"/>
                    <a:pt x="593" y="137"/>
                  </a:cubicBezTo>
                  <a:cubicBezTo>
                    <a:pt x="591" y="137"/>
                    <a:pt x="589" y="136"/>
                    <a:pt x="587" y="136"/>
                  </a:cubicBezTo>
                  <a:cubicBezTo>
                    <a:pt x="584" y="136"/>
                    <a:pt x="582" y="138"/>
                    <a:pt x="581" y="144"/>
                  </a:cubicBezTo>
                  <a:cubicBezTo>
                    <a:pt x="579" y="153"/>
                    <a:pt x="577" y="157"/>
                    <a:pt x="576" y="157"/>
                  </a:cubicBezTo>
                  <a:cubicBezTo>
                    <a:pt x="575" y="157"/>
                    <a:pt x="575" y="155"/>
                    <a:pt x="576" y="151"/>
                  </a:cubicBezTo>
                  <a:cubicBezTo>
                    <a:pt x="575" y="138"/>
                    <a:pt x="553" y="125"/>
                    <a:pt x="538" y="125"/>
                  </a:cubicBezTo>
                  <a:cubicBezTo>
                    <a:pt x="532" y="125"/>
                    <a:pt x="528" y="126"/>
                    <a:pt x="526" y="130"/>
                  </a:cubicBezTo>
                  <a:lnTo>
                    <a:pt x="519" y="128"/>
                  </a:lnTo>
                  <a:cubicBezTo>
                    <a:pt x="516" y="122"/>
                    <a:pt x="506" y="118"/>
                    <a:pt x="498" y="118"/>
                  </a:cubicBezTo>
                  <a:cubicBezTo>
                    <a:pt x="494" y="118"/>
                    <a:pt x="490" y="119"/>
                    <a:pt x="489" y="122"/>
                  </a:cubicBezTo>
                  <a:lnTo>
                    <a:pt x="478" y="118"/>
                  </a:lnTo>
                  <a:cubicBezTo>
                    <a:pt x="475" y="113"/>
                    <a:pt x="473" y="110"/>
                    <a:pt x="471" y="110"/>
                  </a:cubicBezTo>
                  <a:cubicBezTo>
                    <a:pt x="469" y="110"/>
                    <a:pt x="467" y="112"/>
                    <a:pt x="464" y="115"/>
                  </a:cubicBezTo>
                  <a:cubicBezTo>
                    <a:pt x="461" y="120"/>
                    <a:pt x="459" y="126"/>
                    <a:pt x="458" y="126"/>
                  </a:cubicBezTo>
                  <a:cubicBezTo>
                    <a:pt x="458" y="126"/>
                    <a:pt x="458" y="125"/>
                    <a:pt x="458" y="123"/>
                  </a:cubicBezTo>
                  <a:cubicBezTo>
                    <a:pt x="461" y="115"/>
                    <a:pt x="454" y="113"/>
                    <a:pt x="440" y="109"/>
                  </a:cubicBezTo>
                  <a:cubicBezTo>
                    <a:pt x="435" y="108"/>
                    <a:pt x="432" y="107"/>
                    <a:pt x="430" y="107"/>
                  </a:cubicBezTo>
                  <a:cubicBezTo>
                    <a:pt x="427" y="107"/>
                    <a:pt x="427" y="109"/>
                    <a:pt x="428" y="115"/>
                  </a:cubicBezTo>
                  <a:cubicBezTo>
                    <a:pt x="425" y="116"/>
                    <a:pt x="423" y="116"/>
                    <a:pt x="421" y="116"/>
                  </a:cubicBezTo>
                  <a:cubicBezTo>
                    <a:pt x="413" y="116"/>
                    <a:pt x="415" y="110"/>
                    <a:pt x="417" y="104"/>
                  </a:cubicBezTo>
                  <a:cubicBezTo>
                    <a:pt x="420" y="96"/>
                    <a:pt x="420" y="92"/>
                    <a:pt x="419" y="92"/>
                  </a:cubicBezTo>
                  <a:cubicBezTo>
                    <a:pt x="417" y="92"/>
                    <a:pt x="413" y="97"/>
                    <a:pt x="408" y="110"/>
                  </a:cubicBezTo>
                  <a:cubicBezTo>
                    <a:pt x="404" y="119"/>
                    <a:pt x="400" y="122"/>
                    <a:pt x="397" y="122"/>
                  </a:cubicBezTo>
                  <a:cubicBezTo>
                    <a:pt x="395" y="122"/>
                    <a:pt x="395" y="120"/>
                    <a:pt x="396" y="116"/>
                  </a:cubicBezTo>
                  <a:cubicBezTo>
                    <a:pt x="396" y="110"/>
                    <a:pt x="399" y="108"/>
                    <a:pt x="401" y="108"/>
                  </a:cubicBezTo>
                  <a:cubicBezTo>
                    <a:pt x="402" y="108"/>
                    <a:pt x="403" y="109"/>
                    <a:pt x="405" y="109"/>
                  </a:cubicBezTo>
                  <a:cubicBezTo>
                    <a:pt x="405" y="109"/>
                    <a:pt x="406" y="100"/>
                    <a:pt x="408" y="92"/>
                  </a:cubicBezTo>
                  <a:cubicBezTo>
                    <a:pt x="407" y="92"/>
                    <a:pt x="406" y="92"/>
                    <a:pt x="406" y="92"/>
                  </a:cubicBezTo>
                  <a:cubicBezTo>
                    <a:pt x="404" y="92"/>
                    <a:pt x="403" y="93"/>
                    <a:pt x="399" y="99"/>
                  </a:cubicBezTo>
                  <a:cubicBezTo>
                    <a:pt x="399" y="99"/>
                    <a:pt x="399" y="99"/>
                    <a:pt x="398" y="99"/>
                  </a:cubicBezTo>
                  <a:cubicBezTo>
                    <a:pt x="397" y="99"/>
                    <a:pt x="394" y="100"/>
                    <a:pt x="390" y="106"/>
                  </a:cubicBezTo>
                  <a:cubicBezTo>
                    <a:pt x="386" y="113"/>
                    <a:pt x="382" y="122"/>
                    <a:pt x="384" y="130"/>
                  </a:cubicBezTo>
                  <a:cubicBezTo>
                    <a:pt x="385" y="136"/>
                    <a:pt x="384" y="138"/>
                    <a:pt x="382" y="138"/>
                  </a:cubicBezTo>
                  <a:cubicBezTo>
                    <a:pt x="381" y="138"/>
                    <a:pt x="380" y="138"/>
                    <a:pt x="379" y="137"/>
                  </a:cubicBezTo>
                  <a:cubicBezTo>
                    <a:pt x="374" y="129"/>
                    <a:pt x="375" y="119"/>
                    <a:pt x="381" y="113"/>
                  </a:cubicBezTo>
                  <a:cubicBezTo>
                    <a:pt x="384" y="113"/>
                    <a:pt x="387" y="105"/>
                    <a:pt x="389" y="97"/>
                  </a:cubicBezTo>
                  <a:cubicBezTo>
                    <a:pt x="389" y="95"/>
                    <a:pt x="389" y="94"/>
                    <a:pt x="387" y="94"/>
                  </a:cubicBezTo>
                  <a:cubicBezTo>
                    <a:pt x="382" y="94"/>
                    <a:pt x="368" y="104"/>
                    <a:pt x="362" y="116"/>
                  </a:cubicBezTo>
                  <a:cubicBezTo>
                    <a:pt x="361" y="119"/>
                    <a:pt x="361" y="121"/>
                    <a:pt x="360" y="121"/>
                  </a:cubicBezTo>
                  <a:cubicBezTo>
                    <a:pt x="360" y="121"/>
                    <a:pt x="362" y="117"/>
                    <a:pt x="364" y="107"/>
                  </a:cubicBezTo>
                  <a:cubicBezTo>
                    <a:pt x="366" y="99"/>
                    <a:pt x="360" y="97"/>
                    <a:pt x="353" y="95"/>
                  </a:cubicBezTo>
                  <a:cubicBezTo>
                    <a:pt x="351" y="94"/>
                    <a:pt x="349" y="94"/>
                    <a:pt x="347" y="94"/>
                  </a:cubicBezTo>
                  <a:cubicBezTo>
                    <a:pt x="344" y="94"/>
                    <a:pt x="342" y="95"/>
                    <a:pt x="341" y="100"/>
                  </a:cubicBezTo>
                  <a:cubicBezTo>
                    <a:pt x="339" y="108"/>
                    <a:pt x="336" y="116"/>
                    <a:pt x="333" y="116"/>
                  </a:cubicBezTo>
                  <a:cubicBezTo>
                    <a:pt x="333" y="116"/>
                    <a:pt x="333" y="116"/>
                    <a:pt x="333" y="116"/>
                  </a:cubicBezTo>
                  <a:lnTo>
                    <a:pt x="333" y="116"/>
                  </a:lnTo>
                  <a:cubicBezTo>
                    <a:pt x="336" y="117"/>
                    <a:pt x="334" y="125"/>
                    <a:pt x="332" y="133"/>
                  </a:cubicBezTo>
                  <a:cubicBezTo>
                    <a:pt x="329" y="127"/>
                    <a:pt x="327" y="120"/>
                    <a:pt x="326" y="114"/>
                  </a:cubicBezTo>
                  <a:cubicBezTo>
                    <a:pt x="324" y="96"/>
                    <a:pt x="319" y="86"/>
                    <a:pt x="306" y="81"/>
                  </a:cubicBezTo>
                  <a:cubicBezTo>
                    <a:pt x="299" y="79"/>
                    <a:pt x="289" y="77"/>
                    <a:pt x="288" y="67"/>
                  </a:cubicBezTo>
                  <a:cubicBezTo>
                    <a:pt x="286" y="66"/>
                    <a:pt x="284" y="66"/>
                    <a:pt x="282" y="66"/>
                  </a:cubicBezTo>
                  <a:cubicBezTo>
                    <a:pt x="279" y="66"/>
                    <a:pt x="277" y="67"/>
                    <a:pt x="274" y="72"/>
                  </a:cubicBezTo>
                  <a:lnTo>
                    <a:pt x="268" y="70"/>
                  </a:lnTo>
                  <a:cubicBezTo>
                    <a:pt x="267" y="65"/>
                    <a:pt x="265" y="62"/>
                    <a:pt x="262" y="62"/>
                  </a:cubicBezTo>
                  <a:cubicBezTo>
                    <a:pt x="260" y="62"/>
                    <a:pt x="259" y="64"/>
                    <a:pt x="258" y="68"/>
                  </a:cubicBezTo>
                  <a:cubicBezTo>
                    <a:pt x="256" y="69"/>
                    <a:pt x="255" y="70"/>
                    <a:pt x="254" y="70"/>
                  </a:cubicBezTo>
                  <a:cubicBezTo>
                    <a:pt x="251" y="70"/>
                    <a:pt x="250" y="65"/>
                    <a:pt x="248" y="64"/>
                  </a:cubicBezTo>
                  <a:cubicBezTo>
                    <a:pt x="247" y="56"/>
                    <a:pt x="246" y="52"/>
                    <a:pt x="245" y="52"/>
                  </a:cubicBezTo>
                  <a:cubicBezTo>
                    <a:pt x="245" y="52"/>
                    <a:pt x="244" y="58"/>
                    <a:pt x="242" y="71"/>
                  </a:cubicBezTo>
                  <a:cubicBezTo>
                    <a:pt x="240" y="79"/>
                    <a:pt x="242" y="86"/>
                    <a:pt x="248" y="91"/>
                  </a:cubicBezTo>
                  <a:lnTo>
                    <a:pt x="258" y="93"/>
                  </a:lnTo>
                  <a:lnTo>
                    <a:pt x="245" y="99"/>
                  </a:lnTo>
                  <a:cubicBezTo>
                    <a:pt x="245" y="99"/>
                    <a:pt x="245" y="99"/>
                    <a:pt x="244" y="99"/>
                  </a:cubicBezTo>
                  <a:cubicBezTo>
                    <a:pt x="241" y="99"/>
                    <a:pt x="233" y="105"/>
                    <a:pt x="231" y="113"/>
                  </a:cubicBezTo>
                  <a:cubicBezTo>
                    <a:pt x="231" y="113"/>
                    <a:pt x="229" y="119"/>
                    <a:pt x="226" y="119"/>
                  </a:cubicBezTo>
                  <a:cubicBezTo>
                    <a:pt x="226" y="119"/>
                    <a:pt x="225" y="119"/>
                    <a:pt x="225" y="119"/>
                  </a:cubicBezTo>
                  <a:cubicBezTo>
                    <a:pt x="225" y="119"/>
                    <a:pt x="227" y="111"/>
                    <a:pt x="230" y="104"/>
                  </a:cubicBezTo>
                  <a:cubicBezTo>
                    <a:pt x="234" y="97"/>
                    <a:pt x="237" y="88"/>
                    <a:pt x="240" y="80"/>
                  </a:cubicBezTo>
                  <a:cubicBezTo>
                    <a:pt x="240" y="68"/>
                    <a:pt x="237" y="59"/>
                    <a:pt x="234" y="59"/>
                  </a:cubicBezTo>
                  <a:cubicBezTo>
                    <a:pt x="232" y="59"/>
                    <a:pt x="230" y="62"/>
                    <a:pt x="228" y="68"/>
                  </a:cubicBezTo>
                  <a:cubicBezTo>
                    <a:pt x="225" y="67"/>
                    <a:pt x="225" y="67"/>
                    <a:pt x="224" y="58"/>
                  </a:cubicBezTo>
                  <a:cubicBezTo>
                    <a:pt x="225" y="54"/>
                    <a:pt x="225" y="52"/>
                    <a:pt x="224" y="52"/>
                  </a:cubicBezTo>
                  <a:cubicBezTo>
                    <a:pt x="222" y="52"/>
                    <a:pt x="219" y="55"/>
                    <a:pt x="215" y="63"/>
                  </a:cubicBezTo>
                  <a:cubicBezTo>
                    <a:pt x="211" y="71"/>
                    <a:pt x="209" y="74"/>
                    <a:pt x="207" y="74"/>
                  </a:cubicBezTo>
                  <a:cubicBezTo>
                    <a:pt x="205" y="74"/>
                    <a:pt x="204" y="70"/>
                    <a:pt x="205" y="61"/>
                  </a:cubicBezTo>
                  <a:cubicBezTo>
                    <a:pt x="203" y="49"/>
                    <a:pt x="197" y="42"/>
                    <a:pt x="192" y="42"/>
                  </a:cubicBezTo>
                  <a:cubicBezTo>
                    <a:pt x="189" y="42"/>
                    <a:pt x="188" y="44"/>
                    <a:pt x="187" y="46"/>
                  </a:cubicBezTo>
                  <a:cubicBezTo>
                    <a:pt x="185" y="54"/>
                    <a:pt x="181" y="57"/>
                    <a:pt x="178" y="57"/>
                  </a:cubicBezTo>
                  <a:cubicBezTo>
                    <a:pt x="175" y="57"/>
                    <a:pt x="172" y="54"/>
                    <a:pt x="171" y="50"/>
                  </a:cubicBezTo>
                  <a:cubicBezTo>
                    <a:pt x="171" y="45"/>
                    <a:pt x="169" y="42"/>
                    <a:pt x="167" y="42"/>
                  </a:cubicBezTo>
                  <a:cubicBezTo>
                    <a:pt x="166" y="42"/>
                    <a:pt x="164" y="43"/>
                    <a:pt x="161" y="46"/>
                  </a:cubicBezTo>
                  <a:cubicBezTo>
                    <a:pt x="163" y="41"/>
                    <a:pt x="163" y="33"/>
                    <a:pt x="160" y="33"/>
                  </a:cubicBezTo>
                  <a:cubicBezTo>
                    <a:pt x="159" y="33"/>
                    <a:pt x="158" y="34"/>
                    <a:pt x="157" y="36"/>
                  </a:cubicBezTo>
                  <a:cubicBezTo>
                    <a:pt x="157" y="36"/>
                    <a:pt x="157" y="36"/>
                    <a:pt x="156" y="36"/>
                  </a:cubicBezTo>
                  <a:cubicBezTo>
                    <a:pt x="156" y="36"/>
                    <a:pt x="154" y="37"/>
                    <a:pt x="154" y="44"/>
                  </a:cubicBezTo>
                  <a:lnTo>
                    <a:pt x="143" y="58"/>
                  </a:lnTo>
                  <a:cubicBezTo>
                    <a:pt x="147" y="59"/>
                    <a:pt x="143" y="68"/>
                    <a:pt x="141" y="76"/>
                  </a:cubicBezTo>
                  <a:cubicBezTo>
                    <a:pt x="141" y="77"/>
                    <a:pt x="140" y="78"/>
                    <a:pt x="139" y="78"/>
                  </a:cubicBezTo>
                  <a:cubicBezTo>
                    <a:pt x="135" y="78"/>
                    <a:pt x="128" y="66"/>
                    <a:pt x="129" y="44"/>
                  </a:cubicBezTo>
                  <a:lnTo>
                    <a:pt x="126" y="26"/>
                  </a:lnTo>
                  <a:lnTo>
                    <a:pt x="122" y="42"/>
                  </a:lnTo>
                  <a:cubicBezTo>
                    <a:pt x="119" y="41"/>
                    <a:pt x="115" y="40"/>
                    <a:pt x="117" y="32"/>
                  </a:cubicBezTo>
                  <a:cubicBezTo>
                    <a:pt x="120" y="24"/>
                    <a:pt x="120" y="24"/>
                    <a:pt x="116" y="23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5" y="23"/>
                    <a:pt x="112" y="23"/>
                    <a:pt x="111" y="30"/>
                  </a:cubicBezTo>
                  <a:cubicBezTo>
                    <a:pt x="107" y="38"/>
                    <a:pt x="106" y="42"/>
                    <a:pt x="106" y="42"/>
                  </a:cubicBezTo>
                  <a:cubicBezTo>
                    <a:pt x="105" y="42"/>
                    <a:pt x="105" y="40"/>
                    <a:pt x="105" y="36"/>
                  </a:cubicBezTo>
                  <a:cubicBezTo>
                    <a:pt x="106" y="27"/>
                    <a:pt x="105" y="23"/>
                    <a:pt x="103" y="23"/>
                  </a:cubicBezTo>
                  <a:cubicBezTo>
                    <a:pt x="101" y="23"/>
                    <a:pt x="99" y="26"/>
                    <a:pt x="95" y="33"/>
                  </a:cubicBezTo>
                  <a:cubicBezTo>
                    <a:pt x="92" y="41"/>
                    <a:pt x="91" y="45"/>
                    <a:pt x="90" y="45"/>
                  </a:cubicBezTo>
                  <a:cubicBezTo>
                    <a:pt x="90" y="45"/>
                    <a:pt x="90" y="41"/>
                    <a:pt x="92" y="32"/>
                  </a:cubicBezTo>
                  <a:cubicBezTo>
                    <a:pt x="94" y="24"/>
                    <a:pt x="93" y="15"/>
                    <a:pt x="90" y="14"/>
                  </a:cubicBezTo>
                  <a:lnTo>
                    <a:pt x="87" y="22"/>
                  </a:lnTo>
                  <a:cubicBezTo>
                    <a:pt x="85" y="30"/>
                    <a:pt x="83" y="34"/>
                    <a:pt x="81" y="34"/>
                  </a:cubicBezTo>
                  <a:cubicBezTo>
                    <a:pt x="80" y="34"/>
                    <a:pt x="79" y="31"/>
                    <a:pt x="78" y="27"/>
                  </a:cubicBezTo>
                  <a:cubicBezTo>
                    <a:pt x="79" y="23"/>
                    <a:pt x="79" y="20"/>
                    <a:pt x="76" y="20"/>
                  </a:cubicBezTo>
                  <a:cubicBezTo>
                    <a:pt x="75" y="20"/>
                    <a:pt x="72" y="22"/>
                    <a:pt x="68" y="24"/>
                  </a:cubicBezTo>
                  <a:cubicBezTo>
                    <a:pt x="61" y="22"/>
                    <a:pt x="58" y="21"/>
                    <a:pt x="60" y="13"/>
                  </a:cubicBezTo>
                  <a:cubicBezTo>
                    <a:pt x="63" y="5"/>
                    <a:pt x="64" y="1"/>
                    <a:pt x="64" y="1"/>
                  </a:cubicBezTo>
                  <a:close/>
                  <a:moveTo>
                    <a:pt x="803" y="420"/>
                  </a:moveTo>
                  <a:cubicBezTo>
                    <a:pt x="801" y="426"/>
                    <a:pt x="798" y="431"/>
                    <a:pt x="797" y="437"/>
                  </a:cubicBezTo>
                  <a:cubicBezTo>
                    <a:pt x="797" y="440"/>
                    <a:pt x="797" y="442"/>
                    <a:pt x="798" y="442"/>
                  </a:cubicBezTo>
                  <a:cubicBezTo>
                    <a:pt x="799" y="442"/>
                    <a:pt x="802" y="438"/>
                    <a:pt x="805" y="429"/>
                  </a:cubicBezTo>
                  <a:cubicBezTo>
                    <a:pt x="807" y="421"/>
                    <a:pt x="807" y="421"/>
                    <a:pt x="803" y="4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33"/>
            <p:cNvSpPr/>
            <p:nvPr/>
          </p:nvSpPr>
          <p:spPr>
            <a:xfrm>
              <a:off x="1712151" y="2034620"/>
              <a:ext cx="299678" cy="44252"/>
            </a:xfrm>
            <a:custGeom>
              <a:avLst/>
              <a:gdLst/>
              <a:ahLst/>
              <a:cxnLst/>
              <a:rect l="l" t="t" r="r" b="b"/>
              <a:pathLst>
                <a:path w="3000" h="443" extrusionOk="0">
                  <a:moveTo>
                    <a:pt x="134" y="28"/>
                  </a:moveTo>
                  <a:lnTo>
                    <a:pt x="134" y="37"/>
                  </a:lnTo>
                  <a:lnTo>
                    <a:pt x="138" y="38"/>
                  </a:lnTo>
                  <a:cubicBezTo>
                    <a:pt x="141" y="30"/>
                    <a:pt x="141" y="30"/>
                    <a:pt x="138" y="29"/>
                  </a:cubicBezTo>
                  <a:lnTo>
                    <a:pt x="134" y="28"/>
                  </a:lnTo>
                  <a:close/>
                  <a:moveTo>
                    <a:pt x="74" y="53"/>
                  </a:moveTo>
                  <a:cubicBezTo>
                    <a:pt x="75" y="53"/>
                    <a:pt x="76" y="53"/>
                    <a:pt x="77" y="54"/>
                  </a:cubicBezTo>
                  <a:cubicBezTo>
                    <a:pt x="80" y="55"/>
                    <a:pt x="80" y="55"/>
                    <a:pt x="78" y="63"/>
                  </a:cubicBezTo>
                  <a:cubicBezTo>
                    <a:pt x="78" y="63"/>
                    <a:pt x="73" y="68"/>
                    <a:pt x="70" y="68"/>
                  </a:cubicBezTo>
                  <a:cubicBezTo>
                    <a:pt x="70" y="68"/>
                    <a:pt x="69" y="68"/>
                    <a:pt x="69" y="68"/>
                  </a:cubicBezTo>
                  <a:lnTo>
                    <a:pt x="68" y="59"/>
                  </a:lnTo>
                  <a:cubicBezTo>
                    <a:pt x="70" y="54"/>
                    <a:pt x="71" y="53"/>
                    <a:pt x="74" y="53"/>
                  </a:cubicBezTo>
                  <a:close/>
                  <a:moveTo>
                    <a:pt x="2959" y="45"/>
                  </a:moveTo>
                  <a:cubicBezTo>
                    <a:pt x="2961" y="45"/>
                    <a:pt x="2963" y="57"/>
                    <a:pt x="2961" y="69"/>
                  </a:cubicBezTo>
                  <a:cubicBezTo>
                    <a:pt x="2962" y="79"/>
                    <a:pt x="2963" y="83"/>
                    <a:pt x="2962" y="83"/>
                  </a:cubicBezTo>
                  <a:cubicBezTo>
                    <a:pt x="2962" y="83"/>
                    <a:pt x="2961" y="79"/>
                    <a:pt x="2958" y="71"/>
                  </a:cubicBezTo>
                  <a:cubicBezTo>
                    <a:pt x="2956" y="63"/>
                    <a:pt x="2953" y="54"/>
                    <a:pt x="2957" y="54"/>
                  </a:cubicBezTo>
                  <a:cubicBezTo>
                    <a:pt x="2957" y="48"/>
                    <a:pt x="2958" y="45"/>
                    <a:pt x="2959" y="45"/>
                  </a:cubicBezTo>
                  <a:close/>
                  <a:moveTo>
                    <a:pt x="110" y="65"/>
                  </a:moveTo>
                  <a:cubicBezTo>
                    <a:pt x="111" y="65"/>
                    <a:pt x="112" y="66"/>
                    <a:pt x="114" y="66"/>
                  </a:cubicBezTo>
                  <a:cubicBezTo>
                    <a:pt x="117" y="67"/>
                    <a:pt x="121" y="68"/>
                    <a:pt x="119" y="76"/>
                  </a:cubicBezTo>
                  <a:lnTo>
                    <a:pt x="115" y="75"/>
                  </a:lnTo>
                  <a:cubicBezTo>
                    <a:pt x="116" y="73"/>
                    <a:pt x="116" y="72"/>
                    <a:pt x="115" y="72"/>
                  </a:cubicBezTo>
                  <a:lnTo>
                    <a:pt x="115" y="72"/>
                  </a:lnTo>
                  <a:cubicBezTo>
                    <a:pt x="115" y="72"/>
                    <a:pt x="112" y="77"/>
                    <a:pt x="113" y="84"/>
                  </a:cubicBezTo>
                  <a:lnTo>
                    <a:pt x="107" y="100"/>
                  </a:lnTo>
                  <a:cubicBezTo>
                    <a:pt x="104" y="99"/>
                    <a:pt x="104" y="90"/>
                    <a:pt x="106" y="82"/>
                  </a:cubicBezTo>
                  <a:cubicBezTo>
                    <a:pt x="107" y="69"/>
                    <a:pt x="107" y="65"/>
                    <a:pt x="110" y="65"/>
                  </a:cubicBezTo>
                  <a:close/>
                  <a:moveTo>
                    <a:pt x="838" y="141"/>
                  </a:moveTo>
                  <a:cubicBezTo>
                    <a:pt x="836" y="141"/>
                    <a:pt x="836" y="143"/>
                    <a:pt x="838" y="149"/>
                  </a:cubicBezTo>
                  <a:lnTo>
                    <a:pt x="844" y="150"/>
                  </a:lnTo>
                  <a:cubicBezTo>
                    <a:pt x="845" y="142"/>
                    <a:pt x="845" y="142"/>
                    <a:pt x="842" y="141"/>
                  </a:cubicBezTo>
                  <a:cubicBezTo>
                    <a:pt x="840" y="141"/>
                    <a:pt x="839" y="141"/>
                    <a:pt x="838" y="141"/>
                  </a:cubicBezTo>
                  <a:close/>
                  <a:moveTo>
                    <a:pt x="304" y="151"/>
                  </a:moveTo>
                  <a:cubicBezTo>
                    <a:pt x="304" y="151"/>
                    <a:pt x="305" y="151"/>
                    <a:pt x="305" y="151"/>
                  </a:cubicBezTo>
                  <a:cubicBezTo>
                    <a:pt x="308" y="152"/>
                    <a:pt x="307" y="160"/>
                    <a:pt x="297" y="167"/>
                  </a:cubicBezTo>
                  <a:lnTo>
                    <a:pt x="290" y="165"/>
                  </a:lnTo>
                  <a:cubicBezTo>
                    <a:pt x="292" y="158"/>
                    <a:pt x="300" y="151"/>
                    <a:pt x="304" y="151"/>
                  </a:cubicBezTo>
                  <a:close/>
                  <a:moveTo>
                    <a:pt x="652" y="149"/>
                  </a:moveTo>
                  <a:lnTo>
                    <a:pt x="650" y="157"/>
                  </a:lnTo>
                  <a:cubicBezTo>
                    <a:pt x="649" y="163"/>
                    <a:pt x="648" y="169"/>
                    <a:pt x="648" y="169"/>
                  </a:cubicBezTo>
                  <a:cubicBezTo>
                    <a:pt x="648" y="169"/>
                    <a:pt x="648" y="168"/>
                    <a:pt x="649" y="166"/>
                  </a:cubicBezTo>
                  <a:cubicBezTo>
                    <a:pt x="649" y="166"/>
                    <a:pt x="650" y="157"/>
                    <a:pt x="652" y="149"/>
                  </a:cubicBezTo>
                  <a:close/>
                  <a:moveTo>
                    <a:pt x="478" y="153"/>
                  </a:moveTo>
                  <a:cubicBezTo>
                    <a:pt x="479" y="153"/>
                    <a:pt x="480" y="153"/>
                    <a:pt x="481" y="154"/>
                  </a:cubicBezTo>
                  <a:lnTo>
                    <a:pt x="479" y="163"/>
                  </a:lnTo>
                  <a:lnTo>
                    <a:pt x="474" y="169"/>
                  </a:lnTo>
                  <a:lnTo>
                    <a:pt x="472" y="160"/>
                  </a:lnTo>
                  <a:cubicBezTo>
                    <a:pt x="474" y="155"/>
                    <a:pt x="476" y="153"/>
                    <a:pt x="478" y="153"/>
                  </a:cubicBezTo>
                  <a:close/>
                  <a:moveTo>
                    <a:pt x="28" y="172"/>
                  </a:moveTo>
                  <a:cubicBezTo>
                    <a:pt x="23" y="176"/>
                    <a:pt x="21" y="182"/>
                    <a:pt x="19" y="187"/>
                  </a:cubicBezTo>
                  <a:lnTo>
                    <a:pt x="22" y="188"/>
                  </a:lnTo>
                  <a:cubicBezTo>
                    <a:pt x="22" y="188"/>
                    <a:pt x="22" y="188"/>
                    <a:pt x="23" y="188"/>
                  </a:cubicBezTo>
                  <a:cubicBezTo>
                    <a:pt x="26" y="188"/>
                    <a:pt x="29" y="180"/>
                    <a:pt x="31" y="173"/>
                  </a:cubicBezTo>
                  <a:lnTo>
                    <a:pt x="28" y="172"/>
                  </a:lnTo>
                  <a:close/>
                  <a:moveTo>
                    <a:pt x="317" y="169"/>
                  </a:moveTo>
                  <a:cubicBezTo>
                    <a:pt x="314" y="169"/>
                    <a:pt x="311" y="174"/>
                    <a:pt x="309" y="179"/>
                  </a:cubicBezTo>
                  <a:cubicBezTo>
                    <a:pt x="307" y="187"/>
                    <a:pt x="310" y="188"/>
                    <a:pt x="317" y="191"/>
                  </a:cubicBezTo>
                  <a:cubicBezTo>
                    <a:pt x="317" y="191"/>
                    <a:pt x="318" y="191"/>
                    <a:pt x="318" y="191"/>
                  </a:cubicBezTo>
                  <a:cubicBezTo>
                    <a:pt x="321" y="191"/>
                    <a:pt x="326" y="184"/>
                    <a:pt x="326" y="184"/>
                  </a:cubicBezTo>
                  <a:cubicBezTo>
                    <a:pt x="328" y="176"/>
                    <a:pt x="325" y="175"/>
                    <a:pt x="322" y="174"/>
                  </a:cubicBezTo>
                  <a:cubicBezTo>
                    <a:pt x="320" y="170"/>
                    <a:pt x="318" y="169"/>
                    <a:pt x="317" y="169"/>
                  </a:cubicBezTo>
                  <a:close/>
                  <a:moveTo>
                    <a:pt x="579" y="163"/>
                  </a:moveTo>
                  <a:cubicBezTo>
                    <a:pt x="581" y="163"/>
                    <a:pt x="579" y="167"/>
                    <a:pt x="574" y="176"/>
                  </a:cubicBezTo>
                  <a:lnTo>
                    <a:pt x="564" y="192"/>
                  </a:lnTo>
                  <a:cubicBezTo>
                    <a:pt x="561" y="191"/>
                    <a:pt x="566" y="184"/>
                    <a:pt x="573" y="167"/>
                  </a:cubicBezTo>
                  <a:cubicBezTo>
                    <a:pt x="576" y="164"/>
                    <a:pt x="579" y="163"/>
                    <a:pt x="579" y="163"/>
                  </a:cubicBezTo>
                  <a:close/>
                  <a:moveTo>
                    <a:pt x="2475" y="172"/>
                  </a:moveTo>
                  <a:cubicBezTo>
                    <a:pt x="2479" y="172"/>
                    <a:pt x="2479" y="172"/>
                    <a:pt x="2481" y="179"/>
                  </a:cubicBezTo>
                  <a:cubicBezTo>
                    <a:pt x="2482" y="187"/>
                    <a:pt x="2480" y="197"/>
                    <a:pt x="2477" y="197"/>
                  </a:cubicBezTo>
                  <a:cubicBezTo>
                    <a:pt x="2476" y="197"/>
                    <a:pt x="2476" y="197"/>
                    <a:pt x="2476" y="197"/>
                  </a:cubicBezTo>
                  <a:cubicBezTo>
                    <a:pt x="2473" y="197"/>
                    <a:pt x="2470" y="181"/>
                    <a:pt x="2475" y="172"/>
                  </a:cubicBezTo>
                  <a:close/>
                  <a:moveTo>
                    <a:pt x="495" y="171"/>
                  </a:moveTo>
                  <a:lnTo>
                    <a:pt x="495" y="171"/>
                  </a:lnTo>
                  <a:cubicBezTo>
                    <a:pt x="496" y="171"/>
                    <a:pt x="495" y="175"/>
                    <a:pt x="493" y="183"/>
                  </a:cubicBezTo>
                  <a:cubicBezTo>
                    <a:pt x="492" y="192"/>
                    <a:pt x="488" y="201"/>
                    <a:pt x="480" y="206"/>
                  </a:cubicBezTo>
                  <a:lnTo>
                    <a:pt x="473" y="204"/>
                  </a:lnTo>
                  <a:lnTo>
                    <a:pt x="484" y="190"/>
                  </a:lnTo>
                  <a:cubicBezTo>
                    <a:pt x="491" y="177"/>
                    <a:pt x="494" y="171"/>
                    <a:pt x="495" y="171"/>
                  </a:cubicBezTo>
                  <a:close/>
                  <a:moveTo>
                    <a:pt x="767" y="190"/>
                  </a:moveTo>
                  <a:cubicBezTo>
                    <a:pt x="766" y="195"/>
                    <a:pt x="766" y="201"/>
                    <a:pt x="768" y="207"/>
                  </a:cubicBezTo>
                  <a:cubicBezTo>
                    <a:pt x="771" y="207"/>
                    <a:pt x="773" y="200"/>
                    <a:pt x="773" y="200"/>
                  </a:cubicBezTo>
                  <a:cubicBezTo>
                    <a:pt x="773" y="200"/>
                    <a:pt x="774" y="191"/>
                    <a:pt x="770" y="191"/>
                  </a:cubicBezTo>
                  <a:lnTo>
                    <a:pt x="767" y="190"/>
                  </a:lnTo>
                  <a:close/>
                  <a:moveTo>
                    <a:pt x="724" y="207"/>
                  </a:moveTo>
                  <a:lnTo>
                    <a:pt x="728" y="209"/>
                  </a:lnTo>
                  <a:cubicBezTo>
                    <a:pt x="731" y="209"/>
                    <a:pt x="731" y="209"/>
                    <a:pt x="730" y="218"/>
                  </a:cubicBezTo>
                  <a:lnTo>
                    <a:pt x="727" y="216"/>
                  </a:lnTo>
                  <a:lnTo>
                    <a:pt x="724" y="207"/>
                  </a:lnTo>
                  <a:close/>
                  <a:moveTo>
                    <a:pt x="699" y="199"/>
                  </a:moveTo>
                  <a:cubicBezTo>
                    <a:pt x="701" y="199"/>
                    <a:pt x="701" y="207"/>
                    <a:pt x="696" y="219"/>
                  </a:cubicBezTo>
                  <a:lnTo>
                    <a:pt x="690" y="218"/>
                  </a:lnTo>
                  <a:cubicBezTo>
                    <a:pt x="692" y="210"/>
                    <a:pt x="693" y="202"/>
                    <a:pt x="696" y="202"/>
                  </a:cubicBezTo>
                  <a:cubicBezTo>
                    <a:pt x="696" y="202"/>
                    <a:pt x="696" y="202"/>
                    <a:pt x="696" y="202"/>
                  </a:cubicBezTo>
                  <a:cubicBezTo>
                    <a:pt x="697" y="200"/>
                    <a:pt x="698" y="199"/>
                    <a:pt x="699" y="199"/>
                  </a:cubicBezTo>
                  <a:close/>
                  <a:moveTo>
                    <a:pt x="594" y="206"/>
                  </a:moveTo>
                  <a:lnTo>
                    <a:pt x="598" y="207"/>
                  </a:lnTo>
                  <a:cubicBezTo>
                    <a:pt x="595" y="215"/>
                    <a:pt x="594" y="223"/>
                    <a:pt x="590" y="223"/>
                  </a:cubicBezTo>
                  <a:cubicBezTo>
                    <a:pt x="590" y="223"/>
                    <a:pt x="590" y="223"/>
                    <a:pt x="590" y="223"/>
                  </a:cubicBezTo>
                  <a:lnTo>
                    <a:pt x="586" y="222"/>
                  </a:lnTo>
                  <a:cubicBezTo>
                    <a:pt x="589" y="216"/>
                    <a:pt x="591" y="212"/>
                    <a:pt x="594" y="206"/>
                  </a:cubicBezTo>
                  <a:close/>
                  <a:moveTo>
                    <a:pt x="2095" y="214"/>
                  </a:moveTo>
                  <a:cubicBezTo>
                    <a:pt x="2096" y="222"/>
                    <a:pt x="2097" y="231"/>
                    <a:pt x="2094" y="231"/>
                  </a:cubicBezTo>
                  <a:lnTo>
                    <a:pt x="2090" y="223"/>
                  </a:lnTo>
                  <a:lnTo>
                    <a:pt x="2092" y="214"/>
                  </a:lnTo>
                  <a:close/>
                  <a:moveTo>
                    <a:pt x="2050" y="227"/>
                  </a:moveTo>
                  <a:cubicBezTo>
                    <a:pt x="2055" y="227"/>
                    <a:pt x="2055" y="227"/>
                    <a:pt x="2055" y="236"/>
                  </a:cubicBezTo>
                  <a:cubicBezTo>
                    <a:pt x="2055" y="236"/>
                    <a:pt x="2056" y="243"/>
                    <a:pt x="2052" y="243"/>
                  </a:cubicBezTo>
                  <a:lnTo>
                    <a:pt x="2048" y="236"/>
                  </a:lnTo>
                  <a:cubicBezTo>
                    <a:pt x="2047" y="228"/>
                    <a:pt x="2050" y="227"/>
                    <a:pt x="2050" y="227"/>
                  </a:cubicBezTo>
                  <a:close/>
                  <a:moveTo>
                    <a:pt x="2364" y="221"/>
                  </a:moveTo>
                  <a:cubicBezTo>
                    <a:pt x="2365" y="221"/>
                    <a:pt x="2365" y="222"/>
                    <a:pt x="2365" y="224"/>
                  </a:cubicBezTo>
                  <a:cubicBezTo>
                    <a:pt x="2367" y="230"/>
                    <a:pt x="2365" y="236"/>
                    <a:pt x="2364" y="241"/>
                  </a:cubicBezTo>
                  <a:cubicBezTo>
                    <a:pt x="2364" y="241"/>
                    <a:pt x="2363" y="245"/>
                    <a:pt x="2362" y="245"/>
                  </a:cubicBezTo>
                  <a:cubicBezTo>
                    <a:pt x="2362" y="245"/>
                    <a:pt x="2361" y="244"/>
                    <a:pt x="2361" y="241"/>
                  </a:cubicBezTo>
                  <a:lnTo>
                    <a:pt x="2360" y="233"/>
                  </a:lnTo>
                  <a:cubicBezTo>
                    <a:pt x="2361" y="227"/>
                    <a:pt x="2363" y="221"/>
                    <a:pt x="2364" y="221"/>
                  </a:cubicBezTo>
                  <a:close/>
                  <a:moveTo>
                    <a:pt x="663" y="247"/>
                  </a:moveTo>
                  <a:lnTo>
                    <a:pt x="660" y="256"/>
                  </a:lnTo>
                  <a:cubicBezTo>
                    <a:pt x="660" y="256"/>
                    <a:pt x="660" y="256"/>
                    <a:pt x="660" y="256"/>
                  </a:cubicBezTo>
                  <a:cubicBezTo>
                    <a:pt x="658" y="256"/>
                    <a:pt x="656" y="258"/>
                    <a:pt x="654" y="258"/>
                  </a:cubicBezTo>
                  <a:cubicBezTo>
                    <a:pt x="654" y="258"/>
                    <a:pt x="653" y="257"/>
                    <a:pt x="654" y="253"/>
                  </a:cubicBezTo>
                  <a:cubicBezTo>
                    <a:pt x="650" y="253"/>
                    <a:pt x="659" y="247"/>
                    <a:pt x="663" y="247"/>
                  </a:cubicBezTo>
                  <a:close/>
                  <a:moveTo>
                    <a:pt x="1320" y="241"/>
                  </a:moveTo>
                  <a:cubicBezTo>
                    <a:pt x="1319" y="250"/>
                    <a:pt x="1319" y="258"/>
                    <a:pt x="1315" y="258"/>
                  </a:cubicBezTo>
                  <a:lnTo>
                    <a:pt x="1311" y="258"/>
                  </a:lnTo>
                  <a:cubicBezTo>
                    <a:pt x="1312" y="252"/>
                    <a:pt x="1313" y="247"/>
                    <a:pt x="1315" y="241"/>
                  </a:cubicBezTo>
                  <a:close/>
                  <a:moveTo>
                    <a:pt x="2221" y="243"/>
                  </a:moveTo>
                  <a:cubicBezTo>
                    <a:pt x="2224" y="243"/>
                    <a:pt x="2225" y="251"/>
                    <a:pt x="2225" y="251"/>
                  </a:cubicBezTo>
                  <a:cubicBezTo>
                    <a:pt x="2225" y="251"/>
                    <a:pt x="2226" y="260"/>
                    <a:pt x="2223" y="260"/>
                  </a:cubicBezTo>
                  <a:cubicBezTo>
                    <a:pt x="2220" y="256"/>
                    <a:pt x="2219" y="250"/>
                    <a:pt x="2217" y="244"/>
                  </a:cubicBezTo>
                  <a:lnTo>
                    <a:pt x="2221" y="243"/>
                  </a:lnTo>
                  <a:close/>
                  <a:moveTo>
                    <a:pt x="782" y="244"/>
                  </a:moveTo>
                  <a:cubicBezTo>
                    <a:pt x="782" y="244"/>
                    <a:pt x="783" y="244"/>
                    <a:pt x="783" y="244"/>
                  </a:cubicBezTo>
                  <a:cubicBezTo>
                    <a:pt x="786" y="244"/>
                    <a:pt x="790" y="246"/>
                    <a:pt x="788" y="253"/>
                  </a:cubicBezTo>
                  <a:cubicBezTo>
                    <a:pt x="788" y="253"/>
                    <a:pt x="787" y="261"/>
                    <a:pt x="784" y="26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0" y="261"/>
                    <a:pt x="778" y="252"/>
                    <a:pt x="778" y="252"/>
                  </a:cubicBezTo>
                  <a:cubicBezTo>
                    <a:pt x="779" y="245"/>
                    <a:pt x="781" y="244"/>
                    <a:pt x="782" y="244"/>
                  </a:cubicBezTo>
                  <a:close/>
                  <a:moveTo>
                    <a:pt x="911" y="242"/>
                  </a:moveTo>
                  <a:cubicBezTo>
                    <a:pt x="913" y="242"/>
                    <a:pt x="914" y="247"/>
                    <a:pt x="915" y="258"/>
                  </a:cubicBezTo>
                  <a:cubicBezTo>
                    <a:pt x="914" y="266"/>
                    <a:pt x="914" y="266"/>
                    <a:pt x="911" y="266"/>
                  </a:cubicBezTo>
                  <a:cubicBezTo>
                    <a:pt x="908" y="259"/>
                    <a:pt x="908" y="253"/>
                    <a:pt x="909" y="248"/>
                  </a:cubicBezTo>
                  <a:cubicBezTo>
                    <a:pt x="910" y="244"/>
                    <a:pt x="911" y="242"/>
                    <a:pt x="911" y="242"/>
                  </a:cubicBezTo>
                  <a:close/>
                  <a:moveTo>
                    <a:pt x="846" y="255"/>
                  </a:moveTo>
                  <a:cubicBezTo>
                    <a:pt x="847" y="255"/>
                    <a:pt x="848" y="255"/>
                    <a:pt x="850" y="256"/>
                  </a:cubicBezTo>
                  <a:cubicBezTo>
                    <a:pt x="853" y="256"/>
                    <a:pt x="852" y="265"/>
                    <a:pt x="852" y="265"/>
                  </a:cubicBezTo>
                  <a:cubicBezTo>
                    <a:pt x="852" y="267"/>
                    <a:pt x="851" y="268"/>
                    <a:pt x="851" y="268"/>
                  </a:cubicBezTo>
                  <a:cubicBezTo>
                    <a:pt x="850" y="268"/>
                    <a:pt x="848" y="264"/>
                    <a:pt x="845" y="264"/>
                  </a:cubicBezTo>
                  <a:cubicBezTo>
                    <a:pt x="844" y="257"/>
                    <a:pt x="843" y="255"/>
                    <a:pt x="846" y="255"/>
                  </a:cubicBezTo>
                  <a:close/>
                  <a:moveTo>
                    <a:pt x="941" y="252"/>
                  </a:moveTo>
                  <a:cubicBezTo>
                    <a:pt x="940" y="261"/>
                    <a:pt x="939" y="269"/>
                    <a:pt x="935" y="269"/>
                  </a:cubicBezTo>
                  <a:lnTo>
                    <a:pt x="933" y="260"/>
                  </a:lnTo>
                  <a:lnTo>
                    <a:pt x="937" y="252"/>
                  </a:lnTo>
                  <a:close/>
                  <a:moveTo>
                    <a:pt x="2189" y="264"/>
                  </a:moveTo>
                  <a:cubicBezTo>
                    <a:pt x="2191" y="264"/>
                    <a:pt x="2191" y="266"/>
                    <a:pt x="2192" y="273"/>
                  </a:cubicBezTo>
                  <a:lnTo>
                    <a:pt x="2188" y="273"/>
                  </a:lnTo>
                  <a:lnTo>
                    <a:pt x="2184" y="265"/>
                  </a:lnTo>
                  <a:lnTo>
                    <a:pt x="2187" y="265"/>
                  </a:lnTo>
                  <a:cubicBezTo>
                    <a:pt x="2188" y="264"/>
                    <a:pt x="2189" y="264"/>
                    <a:pt x="2189" y="264"/>
                  </a:cubicBezTo>
                  <a:close/>
                  <a:moveTo>
                    <a:pt x="2152" y="268"/>
                  </a:moveTo>
                  <a:cubicBezTo>
                    <a:pt x="2156" y="268"/>
                    <a:pt x="2156" y="268"/>
                    <a:pt x="2157" y="276"/>
                  </a:cubicBezTo>
                  <a:lnTo>
                    <a:pt x="2152" y="276"/>
                  </a:lnTo>
                  <a:lnTo>
                    <a:pt x="2148" y="268"/>
                  </a:lnTo>
                  <a:close/>
                  <a:moveTo>
                    <a:pt x="2128" y="264"/>
                  </a:moveTo>
                  <a:cubicBezTo>
                    <a:pt x="2129" y="264"/>
                    <a:pt x="2130" y="266"/>
                    <a:pt x="2130" y="270"/>
                  </a:cubicBezTo>
                  <a:cubicBezTo>
                    <a:pt x="2131" y="278"/>
                    <a:pt x="2131" y="278"/>
                    <a:pt x="2128" y="279"/>
                  </a:cubicBezTo>
                  <a:cubicBezTo>
                    <a:pt x="2121" y="279"/>
                    <a:pt x="2121" y="279"/>
                    <a:pt x="2123" y="271"/>
                  </a:cubicBezTo>
                  <a:cubicBezTo>
                    <a:pt x="2124" y="267"/>
                    <a:pt x="2126" y="264"/>
                    <a:pt x="2128" y="264"/>
                  </a:cubicBezTo>
                  <a:close/>
                  <a:moveTo>
                    <a:pt x="2181" y="278"/>
                  </a:moveTo>
                  <a:cubicBezTo>
                    <a:pt x="2180" y="278"/>
                    <a:pt x="2179" y="279"/>
                    <a:pt x="2178" y="283"/>
                  </a:cubicBezTo>
                  <a:cubicBezTo>
                    <a:pt x="2181" y="282"/>
                    <a:pt x="2182" y="278"/>
                    <a:pt x="2181" y="278"/>
                  </a:cubicBezTo>
                  <a:close/>
                  <a:moveTo>
                    <a:pt x="1760" y="293"/>
                  </a:moveTo>
                  <a:cubicBezTo>
                    <a:pt x="1760" y="302"/>
                    <a:pt x="1760" y="310"/>
                    <a:pt x="1756" y="310"/>
                  </a:cubicBezTo>
                  <a:lnTo>
                    <a:pt x="1753" y="310"/>
                  </a:lnTo>
                  <a:cubicBezTo>
                    <a:pt x="1753" y="304"/>
                    <a:pt x="1754" y="298"/>
                    <a:pt x="1756" y="293"/>
                  </a:cubicBezTo>
                  <a:close/>
                  <a:moveTo>
                    <a:pt x="1364" y="295"/>
                  </a:moveTo>
                  <a:cubicBezTo>
                    <a:pt x="1363" y="303"/>
                    <a:pt x="1363" y="312"/>
                    <a:pt x="1359" y="312"/>
                  </a:cubicBezTo>
                  <a:lnTo>
                    <a:pt x="1356" y="303"/>
                  </a:lnTo>
                  <a:lnTo>
                    <a:pt x="1359" y="295"/>
                  </a:lnTo>
                  <a:close/>
                  <a:moveTo>
                    <a:pt x="2145" y="307"/>
                  </a:moveTo>
                  <a:cubicBezTo>
                    <a:pt x="2145" y="308"/>
                    <a:pt x="2145" y="310"/>
                    <a:pt x="2146" y="312"/>
                  </a:cubicBezTo>
                  <a:cubicBezTo>
                    <a:pt x="2146" y="312"/>
                    <a:pt x="2146" y="313"/>
                    <a:pt x="2146" y="313"/>
                  </a:cubicBezTo>
                  <a:lnTo>
                    <a:pt x="2146" y="313"/>
                  </a:lnTo>
                  <a:cubicBezTo>
                    <a:pt x="2146" y="312"/>
                    <a:pt x="2146" y="310"/>
                    <a:pt x="2145" y="307"/>
                  </a:cubicBezTo>
                  <a:close/>
                  <a:moveTo>
                    <a:pt x="1166" y="296"/>
                  </a:moveTo>
                  <a:lnTo>
                    <a:pt x="1170" y="297"/>
                  </a:lnTo>
                  <a:cubicBezTo>
                    <a:pt x="1169" y="305"/>
                    <a:pt x="1169" y="314"/>
                    <a:pt x="1164" y="314"/>
                  </a:cubicBezTo>
                  <a:lnTo>
                    <a:pt x="1162" y="305"/>
                  </a:lnTo>
                  <a:lnTo>
                    <a:pt x="1166" y="296"/>
                  </a:lnTo>
                  <a:close/>
                  <a:moveTo>
                    <a:pt x="2146" y="313"/>
                  </a:moveTo>
                  <a:cubicBezTo>
                    <a:pt x="2147" y="316"/>
                    <a:pt x="2148" y="317"/>
                    <a:pt x="2148" y="317"/>
                  </a:cubicBezTo>
                  <a:cubicBezTo>
                    <a:pt x="2148" y="317"/>
                    <a:pt x="2148" y="316"/>
                    <a:pt x="2146" y="313"/>
                  </a:cubicBezTo>
                  <a:close/>
                  <a:moveTo>
                    <a:pt x="1609" y="303"/>
                  </a:moveTo>
                  <a:cubicBezTo>
                    <a:pt x="1617" y="303"/>
                    <a:pt x="1617" y="303"/>
                    <a:pt x="1617" y="311"/>
                  </a:cubicBezTo>
                  <a:cubicBezTo>
                    <a:pt x="1617" y="320"/>
                    <a:pt x="1609" y="320"/>
                    <a:pt x="1606" y="320"/>
                  </a:cubicBezTo>
                  <a:cubicBezTo>
                    <a:pt x="1603" y="311"/>
                    <a:pt x="1606" y="303"/>
                    <a:pt x="1609" y="303"/>
                  </a:cubicBezTo>
                  <a:close/>
                  <a:moveTo>
                    <a:pt x="1253" y="296"/>
                  </a:moveTo>
                  <a:cubicBezTo>
                    <a:pt x="1256" y="296"/>
                    <a:pt x="1256" y="296"/>
                    <a:pt x="1255" y="304"/>
                  </a:cubicBezTo>
                  <a:cubicBezTo>
                    <a:pt x="1255" y="311"/>
                    <a:pt x="1253" y="316"/>
                    <a:pt x="1250" y="321"/>
                  </a:cubicBezTo>
                  <a:cubicBezTo>
                    <a:pt x="1247" y="321"/>
                    <a:pt x="1252" y="304"/>
                    <a:pt x="1253" y="296"/>
                  </a:cubicBezTo>
                  <a:close/>
                  <a:moveTo>
                    <a:pt x="64" y="0"/>
                  </a:moveTo>
                  <a:cubicBezTo>
                    <a:pt x="63" y="0"/>
                    <a:pt x="61" y="4"/>
                    <a:pt x="57" y="11"/>
                  </a:cubicBezTo>
                  <a:cubicBezTo>
                    <a:pt x="54" y="15"/>
                    <a:pt x="53" y="17"/>
                    <a:pt x="52" y="17"/>
                  </a:cubicBezTo>
                  <a:cubicBezTo>
                    <a:pt x="50" y="17"/>
                    <a:pt x="49" y="14"/>
                    <a:pt x="47" y="8"/>
                  </a:cubicBezTo>
                  <a:cubicBezTo>
                    <a:pt x="47" y="3"/>
                    <a:pt x="47" y="1"/>
                    <a:pt x="46" y="1"/>
                  </a:cubicBezTo>
                  <a:cubicBezTo>
                    <a:pt x="45" y="1"/>
                    <a:pt x="43" y="2"/>
                    <a:pt x="40" y="6"/>
                  </a:cubicBezTo>
                  <a:cubicBezTo>
                    <a:pt x="36" y="22"/>
                    <a:pt x="32" y="30"/>
                    <a:pt x="36" y="31"/>
                  </a:cubicBezTo>
                  <a:cubicBezTo>
                    <a:pt x="39" y="32"/>
                    <a:pt x="39" y="32"/>
                    <a:pt x="37" y="40"/>
                  </a:cubicBezTo>
                  <a:lnTo>
                    <a:pt x="30" y="38"/>
                  </a:lnTo>
                  <a:cubicBezTo>
                    <a:pt x="29" y="38"/>
                    <a:pt x="27" y="37"/>
                    <a:pt x="25" y="37"/>
                  </a:cubicBezTo>
                  <a:cubicBezTo>
                    <a:pt x="23" y="37"/>
                    <a:pt x="19" y="38"/>
                    <a:pt x="13" y="41"/>
                  </a:cubicBezTo>
                  <a:cubicBezTo>
                    <a:pt x="6" y="46"/>
                    <a:pt x="0" y="59"/>
                    <a:pt x="5" y="59"/>
                  </a:cubicBezTo>
                  <a:cubicBezTo>
                    <a:pt x="6" y="59"/>
                    <a:pt x="7" y="58"/>
                    <a:pt x="9" y="57"/>
                  </a:cubicBezTo>
                  <a:lnTo>
                    <a:pt x="9" y="67"/>
                  </a:lnTo>
                  <a:cubicBezTo>
                    <a:pt x="4" y="80"/>
                    <a:pt x="4" y="86"/>
                    <a:pt x="6" y="86"/>
                  </a:cubicBezTo>
                  <a:cubicBezTo>
                    <a:pt x="8" y="86"/>
                    <a:pt x="12" y="81"/>
                    <a:pt x="15" y="69"/>
                  </a:cubicBezTo>
                  <a:cubicBezTo>
                    <a:pt x="20" y="56"/>
                    <a:pt x="22" y="50"/>
                    <a:pt x="23" y="50"/>
                  </a:cubicBezTo>
                  <a:lnTo>
                    <a:pt x="23" y="50"/>
                  </a:lnTo>
                  <a:cubicBezTo>
                    <a:pt x="24" y="50"/>
                    <a:pt x="23" y="54"/>
                    <a:pt x="22" y="62"/>
                  </a:cubicBezTo>
                  <a:cubicBezTo>
                    <a:pt x="16" y="78"/>
                    <a:pt x="20" y="80"/>
                    <a:pt x="23" y="81"/>
                  </a:cubicBezTo>
                  <a:cubicBezTo>
                    <a:pt x="27" y="82"/>
                    <a:pt x="27" y="82"/>
                    <a:pt x="24" y="90"/>
                  </a:cubicBezTo>
                  <a:cubicBezTo>
                    <a:pt x="21" y="98"/>
                    <a:pt x="22" y="108"/>
                    <a:pt x="25" y="109"/>
                  </a:cubicBezTo>
                  <a:cubicBezTo>
                    <a:pt x="26" y="109"/>
                    <a:pt x="27" y="109"/>
                    <a:pt x="27" y="109"/>
                  </a:cubicBezTo>
                  <a:cubicBezTo>
                    <a:pt x="29" y="109"/>
                    <a:pt x="29" y="108"/>
                    <a:pt x="31" y="101"/>
                  </a:cubicBezTo>
                  <a:cubicBezTo>
                    <a:pt x="31" y="98"/>
                    <a:pt x="32" y="96"/>
                    <a:pt x="33" y="96"/>
                  </a:cubicBezTo>
                  <a:cubicBezTo>
                    <a:pt x="35" y="96"/>
                    <a:pt x="37" y="101"/>
                    <a:pt x="36" y="112"/>
                  </a:cubicBezTo>
                  <a:cubicBezTo>
                    <a:pt x="36" y="116"/>
                    <a:pt x="36" y="118"/>
                    <a:pt x="37" y="118"/>
                  </a:cubicBezTo>
                  <a:cubicBezTo>
                    <a:pt x="38" y="118"/>
                    <a:pt x="39" y="114"/>
                    <a:pt x="42" y="104"/>
                  </a:cubicBezTo>
                  <a:cubicBezTo>
                    <a:pt x="44" y="97"/>
                    <a:pt x="47" y="94"/>
                    <a:pt x="49" y="94"/>
                  </a:cubicBezTo>
                  <a:cubicBezTo>
                    <a:pt x="51" y="94"/>
                    <a:pt x="53" y="98"/>
                    <a:pt x="52" y="108"/>
                  </a:cubicBezTo>
                  <a:lnTo>
                    <a:pt x="59" y="111"/>
                  </a:lnTo>
                  <a:cubicBezTo>
                    <a:pt x="59" y="111"/>
                    <a:pt x="59" y="111"/>
                    <a:pt x="60" y="111"/>
                  </a:cubicBezTo>
                  <a:cubicBezTo>
                    <a:pt x="63" y="111"/>
                    <a:pt x="65" y="103"/>
                    <a:pt x="68" y="95"/>
                  </a:cubicBezTo>
                  <a:cubicBezTo>
                    <a:pt x="71" y="86"/>
                    <a:pt x="72" y="82"/>
                    <a:pt x="72" y="82"/>
                  </a:cubicBezTo>
                  <a:cubicBezTo>
                    <a:pt x="73" y="82"/>
                    <a:pt x="73" y="85"/>
                    <a:pt x="74" y="89"/>
                  </a:cubicBezTo>
                  <a:cubicBezTo>
                    <a:pt x="74" y="94"/>
                    <a:pt x="74" y="100"/>
                    <a:pt x="71" y="105"/>
                  </a:cubicBezTo>
                  <a:cubicBezTo>
                    <a:pt x="69" y="114"/>
                    <a:pt x="73" y="115"/>
                    <a:pt x="76" y="117"/>
                  </a:cubicBezTo>
                  <a:cubicBezTo>
                    <a:pt x="77" y="117"/>
                    <a:pt x="79" y="118"/>
                    <a:pt x="81" y="118"/>
                  </a:cubicBezTo>
                  <a:cubicBezTo>
                    <a:pt x="84" y="118"/>
                    <a:pt x="87" y="116"/>
                    <a:pt x="89" y="111"/>
                  </a:cubicBezTo>
                  <a:lnTo>
                    <a:pt x="89" y="111"/>
                  </a:lnTo>
                  <a:lnTo>
                    <a:pt x="86" y="120"/>
                  </a:lnTo>
                  <a:cubicBezTo>
                    <a:pt x="88" y="121"/>
                    <a:pt x="88" y="125"/>
                    <a:pt x="88" y="125"/>
                  </a:cubicBezTo>
                  <a:cubicBezTo>
                    <a:pt x="88" y="125"/>
                    <a:pt x="89" y="124"/>
                    <a:pt x="89" y="121"/>
                  </a:cubicBezTo>
                  <a:cubicBezTo>
                    <a:pt x="89" y="121"/>
                    <a:pt x="93" y="122"/>
                    <a:pt x="97" y="132"/>
                  </a:cubicBezTo>
                  <a:cubicBezTo>
                    <a:pt x="98" y="135"/>
                    <a:pt x="100" y="136"/>
                    <a:pt x="102" y="136"/>
                  </a:cubicBezTo>
                  <a:cubicBezTo>
                    <a:pt x="108" y="136"/>
                    <a:pt x="116" y="125"/>
                    <a:pt x="112" y="110"/>
                  </a:cubicBezTo>
                  <a:lnTo>
                    <a:pt x="112" y="110"/>
                  </a:lnTo>
                  <a:lnTo>
                    <a:pt x="115" y="111"/>
                  </a:lnTo>
                  <a:cubicBezTo>
                    <a:pt x="115" y="111"/>
                    <a:pt x="116" y="111"/>
                    <a:pt x="116" y="111"/>
                  </a:cubicBezTo>
                  <a:cubicBezTo>
                    <a:pt x="119" y="111"/>
                    <a:pt x="121" y="104"/>
                    <a:pt x="121" y="104"/>
                  </a:cubicBezTo>
                  <a:cubicBezTo>
                    <a:pt x="123" y="99"/>
                    <a:pt x="125" y="98"/>
                    <a:pt x="127" y="98"/>
                  </a:cubicBezTo>
                  <a:cubicBezTo>
                    <a:pt x="128" y="98"/>
                    <a:pt x="130" y="98"/>
                    <a:pt x="131" y="99"/>
                  </a:cubicBezTo>
                  <a:cubicBezTo>
                    <a:pt x="131" y="99"/>
                    <a:pt x="128" y="107"/>
                    <a:pt x="125" y="114"/>
                  </a:cubicBezTo>
                  <a:cubicBezTo>
                    <a:pt x="118" y="129"/>
                    <a:pt x="117" y="138"/>
                    <a:pt x="120" y="138"/>
                  </a:cubicBezTo>
                  <a:cubicBezTo>
                    <a:pt x="122" y="138"/>
                    <a:pt x="125" y="134"/>
                    <a:pt x="130" y="126"/>
                  </a:cubicBezTo>
                  <a:lnTo>
                    <a:pt x="130" y="126"/>
                  </a:lnTo>
                  <a:cubicBezTo>
                    <a:pt x="129" y="128"/>
                    <a:pt x="128" y="131"/>
                    <a:pt x="128" y="133"/>
                  </a:cubicBezTo>
                  <a:cubicBezTo>
                    <a:pt x="126" y="138"/>
                    <a:pt x="127" y="140"/>
                    <a:pt x="129" y="140"/>
                  </a:cubicBezTo>
                  <a:cubicBezTo>
                    <a:pt x="131" y="140"/>
                    <a:pt x="134" y="139"/>
                    <a:pt x="138" y="137"/>
                  </a:cubicBezTo>
                  <a:cubicBezTo>
                    <a:pt x="138" y="137"/>
                    <a:pt x="138" y="137"/>
                    <a:pt x="138" y="137"/>
                  </a:cubicBezTo>
                  <a:cubicBezTo>
                    <a:pt x="142" y="137"/>
                    <a:pt x="149" y="122"/>
                    <a:pt x="152" y="114"/>
                  </a:cubicBezTo>
                  <a:cubicBezTo>
                    <a:pt x="154" y="108"/>
                    <a:pt x="156" y="108"/>
                    <a:pt x="157" y="108"/>
                  </a:cubicBezTo>
                  <a:cubicBezTo>
                    <a:pt x="158" y="108"/>
                    <a:pt x="158" y="108"/>
                    <a:pt x="158" y="108"/>
                  </a:cubicBezTo>
                  <a:cubicBezTo>
                    <a:pt x="161" y="109"/>
                    <a:pt x="161" y="109"/>
                    <a:pt x="159" y="117"/>
                  </a:cubicBezTo>
                  <a:cubicBezTo>
                    <a:pt x="156" y="126"/>
                    <a:pt x="156" y="131"/>
                    <a:pt x="159" y="131"/>
                  </a:cubicBezTo>
                  <a:cubicBezTo>
                    <a:pt x="161" y="131"/>
                    <a:pt x="165" y="127"/>
                    <a:pt x="169" y="120"/>
                  </a:cubicBezTo>
                  <a:lnTo>
                    <a:pt x="169" y="120"/>
                  </a:lnTo>
                  <a:lnTo>
                    <a:pt x="167" y="129"/>
                  </a:lnTo>
                  <a:cubicBezTo>
                    <a:pt x="165" y="136"/>
                    <a:pt x="165" y="144"/>
                    <a:pt x="179" y="144"/>
                  </a:cubicBezTo>
                  <a:cubicBezTo>
                    <a:pt x="181" y="144"/>
                    <a:pt x="183" y="144"/>
                    <a:pt x="185" y="144"/>
                  </a:cubicBezTo>
                  <a:cubicBezTo>
                    <a:pt x="198" y="147"/>
                    <a:pt x="208" y="150"/>
                    <a:pt x="206" y="158"/>
                  </a:cubicBezTo>
                  <a:cubicBezTo>
                    <a:pt x="206" y="160"/>
                    <a:pt x="206" y="161"/>
                    <a:pt x="207" y="161"/>
                  </a:cubicBezTo>
                  <a:cubicBezTo>
                    <a:pt x="212" y="161"/>
                    <a:pt x="225" y="151"/>
                    <a:pt x="234" y="140"/>
                  </a:cubicBezTo>
                  <a:lnTo>
                    <a:pt x="234" y="140"/>
                  </a:lnTo>
                  <a:cubicBezTo>
                    <a:pt x="232" y="148"/>
                    <a:pt x="235" y="149"/>
                    <a:pt x="242" y="151"/>
                  </a:cubicBezTo>
                  <a:cubicBezTo>
                    <a:pt x="252" y="154"/>
                    <a:pt x="252" y="154"/>
                    <a:pt x="250" y="163"/>
                  </a:cubicBezTo>
                  <a:cubicBezTo>
                    <a:pt x="246" y="170"/>
                    <a:pt x="244" y="174"/>
                    <a:pt x="244" y="174"/>
                  </a:cubicBezTo>
                  <a:cubicBezTo>
                    <a:pt x="245" y="174"/>
                    <a:pt x="248" y="170"/>
                    <a:pt x="253" y="164"/>
                  </a:cubicBezTo>
                  <a:cubicBezTo>
                    <a:pt x="256" y="158"/>
                    <a:pt x="259" y="156"/>
                    <a:pt x="261" y="156"/>
                  </a:cubicBezTo>
                  <a:cubicBezTo>
                    <a:pt x="266" y="156"/>
                    <a:pt x="268" y="165"/>
                    <a:pt x="265" y="175"/>
                  </a:cubicBezTo>
                  <a:cubicBezTo>
                    <a:pt x="263" y="184"/>
                    <a:pt x="267" y="185"/>
                    <a:pt x="273" y="186"/>
                  </a:cubicBezTo>
                  <a:cubicBezTo>
                    <a:pt x="276" y="183"/>
                    <a:pt x="279" y="182"/>
                    <a:pt x="283" y="182"/>
                  </a:cubicBezTo>
                  <a:cubicBezTo>
                    <a:pt x="286" y="182"/>
                    <a:pt x="290" y="183"/>
                    <a:pt x="294" y="184"/>
                  </a:cubicBezTo>
                  <a:cubicBezTo>
                    <a:pt x="296" y="185"/>
                    <a:pt x="298" y="185"/>
                    <a:pt x="300" y="185"/>
                  </a:cubicBezTo>
                  <a:cubicBezTo>
                    <a:pt x="304" y="185"/>
                    <a:pt x="305" y="182"/>
                    <a:pt x="308" y="170"/>
                  </a:cubicBezTo>
                  <a:cubicBezTo>
                    <a:pt x="311" y="159"/>
                    <a:pt x="314" y="156"/>
                    <a:pt x="317" y="156"/>
                  </a:cubicBezTo>
                  <a:cubicBezTo>
                    <a:pt x="319" y="156"/>
                    <a:pt x="321" y="156"/>
                    <a:pt x="323" y="157"/>
                  </a:cubicBezTo>
                  <a:cubicBezTo>
                    <a:pt x="326" y="158"/>
                    <a:pt x="329" y="158"/>
                    <a:pt x="327" y="167"/>
                  </a:cubicBezTo>
                  <a:cubicBezTo>
                    <a:pt x="327" y="167"/>
                    <a:pt x="328" y="176"/>
                    <a:pt x="332" y="177"/>
                  </a:cubicBezTo>
                  <a:cubicBezTo>
                    <a:pt x="335" y="178"/>
                    <a:pt x="338" y="179"/>
                    <a:pt x="337" y="187"/>
                  </a:cubicBezTo>
                  <a:cubicBezTo>
                    <a:pt x="337" y="187"/>
                    <a:pt x="338" y="196"/>
                    <a:pt x="345" y="198"/>
                  </a:cubicBezTo>
                  <a:cubicBezTo>
                    <a:pt x="352" y="201"/>
                    <a:pt x="359" y="203"/>
                    <a:pt x="356" y="211"/>
                  </a:cubicBezTo>
                  <a:cubicBezTo>
                    <a:pt x="358" y="211"/>
                    <a:pt x="358" y="211"/>
                    <a:pt x="359" y="211"/>
                  </a:cubicBezTo>
                  <a:cubicBezTo>
                    <a:pt x="361" y="211"/>
                    <a:pt x="361" y="210"/>
                    <a:pt x="362" y="203"/>
                  </a:cubicBezTo>
                  <a:cubicBezTo>
                    <a:pt x="363" y="198"/>
                    <a:pt x="366" y="193"/>
                    <a:pt x="371" y="193"/>
                  </a:cubicBezTo>
                  <a:cubicBezTo>
                    <a:pt x="374" y="193"/>
                    <a:pt x="378" y="195"/>
                    <a:pt x="382" y="200"/>
                  </a:cubicBezTo>
                  <a:cubicBezTo>
                    <a:pt x="385" y="200"/>
                    <a:pt x="389" y="201"/>
                    <a:pt x="393" y="201"/>
                  </a:cubicBezTo>
                  <a:cubicBezTo>
                    <a:pt x="397" y="201"/>
                    <a:pt x="400" y="200"/>
                    <a:pt x="401" y="195"/>
                  </a:cubicBezTo>
                  <a:cubicBezTo>
                    <a:pt x="405" y="196"/>
                    <a:pt x="405" y="196"/>
                    <a:pt x="403" y="205"/>
                  </a:cubicBezTo>
                  <a:cubicBezTo>
                    <a:pt x="401" y="214"/>
                    <a:pt x="402" y="218"/>
                    <a:pt x="405" y="218"/>
                  </a:cubicBezTo>
                  <a:cubicBezTo>
                    <a:pt x="408" y="218"/>
                    <a:pt x="412" y="215"/>
                    <a:pt x="417" y="209"/>
                  </a:cubicBezTo>
                  <a:cubicBezTo>
                    <a:pt x="418" y="204"/>
                    <a:pt x="419" y="202"/>
                    <a:pt x="420" y="202"/>
                  </a:cubicBezTo>
                  <a:cubicBezTo>
                    <a:pt x="422" y="202"/>
                    <a:pt x="423" y="205"/>
                    <a:pt x="424" y="210"/>
                  </a:cubicBezTo>
                  <a:cubicBezTo>
                    <a:pt x="424" y="210"/>
                    <a:pt x="424" y="210"/>
                    <a:pt x="424" y="210"/>
                  </a:cubicBezTo>
                  <a:cubicBezTo>
                    <a:pt x="425" y="210"/>
                    <a:pt x="428" y="209"/>
                    <a:pt x="433" y="203"/>
                  </a:cubicBezTo>
                  <a:cubicBezTo>
                    <a:pt x="435" y="200"/>
                    <a:pt x="437" y="198"/>
                    <a:pt x="438" y="198"/>
                  </a:cubicBezTo>
                  <a:cubicBezTo>
                    <a:pt x="439" y="198"/>
                    <a:pt x="441" y="201"/>
                    <a:pt x="444" y="206"/>
                  </a:cubicBezTo>
                  <a:cubicBezTo>
                    <a:pt x="442" y="214"/>
                    <a:pt x="445" y="215"/>
                    <a:pt x="448" y="216"/>
                  </a:cubicBezTo>
                  <a:cubicBezTo>
                    <a:pt x="451" y="215"/>
                    <a:pt x="454" y="214"/>
                    <a:pt x="459" y="214"/>
                  </a:cubicBezTo>
                  <a:cubicBezTo>
                    <a:pt x="474" y="214"/>
                    <a:pt x="496" y="221"/>
                    <a:pt x="498" y="228"/>
                  </a:cubicBezTo>
                  <a:cubicBezTo>
                    <a:pt x="502" y="223"/>
                    <a:pt x="503" y="221"/>
                    <a:pt x="504" y="221"/>
                  </a:cubicBezTo>
                  <a:cubicBezTo>
                    <a:pt x="505" y="221"/>
                    <a:pt x="506" y="222"/>
                    <a:pt x="507" y="222"/>
                  </a:cubicBezTo>
                  <a:cubicBezTo>
                    <a:pt x="507" y="229"/>
                    <a:pt x="507" y="232"/>
                    <a:pt x="509" y="232"/>
                  </a:cubicBezTo>
                  <a:cubicBezTo>
                    <a:pt x="510" y="232"/>
                    <a:pt x="513" y="225"/>
                    <a:pt x="516" y="215"/>
                  </a:cubicBezTo>
                  <a:lnTo>
                    <a:pt x="511" y="214"/>
                  </a:lnTo>
                  <a:lnTo>
                    <a:pt x="508" y="213"/>
                  </a:lnTo>
                  <a:cubicBezTo>
                    <a:pt x="510" y="206"/>
                    <a:pt x="512" y="203"/>
                    <a:pt x="515" y="203"/>
                  </a:cubicBezTo>
                  <a:cubicBezTo>
                    <a:pt x="518" y="203"/>
                    <a:pt x="520" y="210"/>
                    <a:pt x="517" y="224"/>
                  </a:cubicBezTo>
                  <a:cubicBezTo>
                    <a:pt x="517" y="233"/>
                    <a:pt x="517" y="237"/>
                    <a:pt x="518" y="237"/>
                  </a:cubicBezTo>
                  <a:cubicBezTo>
                    <a:pt x="519" y="237"/>
                    <a:pt x="520" y="233"/>
                    <a:pt x="523" y="225"/>
                  </a:cubicBezTo>
                  <a:cubicBezTo>
                    <a:pt x="527" y="218"/>
                    <a:pt x="530" y="214"/>
                    <a:pt x="532" y="214"/>
                  </a:cubicBezTo>
                  <a:cubicBezTo>
                    <a:pt x="534" y="214"/>
                    <a:pt x="535" y="219"/>
                    <a:pt x="535" y="229"/>
                  </a:cubicBezTo>
                  <a:cubicBezTo>
                    <a:pt x="532" y="237"/>
                    <a:pt x="531" y="242"/>
                    <a:pt x="532" y="242"/>
                  </a:cubicBezTo>
                  <a:cubicBezTo>
                    <a:pt x="532" y="242"/>
                    <a:pt x="534" y="238"/>
                    <a:pt x="538" y="230"/>
                  </a:cubicBezTo>
                  <a:cubicBezTo>
                    <a:pt x="545" y="212"/>
                    <a:pt x="552" y="203"/>
                    <a:pt x="556" y="203"/>
                  </a:cubicBezTo>
                  <a:cubicBezTo>
                    <a:pt x="559" y="203"/>
                    <a:pt x="560" y="210"/>
                    <a:pt x="557" y="225"/>
                  </a:cubicBezTo>
                  <a:cubicBezTo>
                    <a:pt x="554" y="242"/>
                    <a:pt x="555" y="251"/>
                    <a:pt x="559" y="251"/>
                  </a:cubicBezTo>
                  <a:cubicBezTo>
                    <a:pt x="560" y="251"/>
                    <a:pt x="560" y="251"/>
                    <a:pt x="560" y="251"/>
                  </a:cubicBezTo>
                  <a:cubicBezTo>
                    <a:pt x="563" y="251"/>
                    <a:pt x="564" y="243"/>
                    <a:pt x="566" y="236"/>
                  </a:cubicBezTo>
                  <a:cubicBezTo>
                    <a:pt x="566" y="227"/>
                    <a:pt x="567" y="223"/>
                    <a:pt x="568" y="223"/>
                  </a:cubicBezTo>
                  <a:cubicBezTo>
                    <a:pt x="569" y="223"/>
                    <a:pt x="571" y="228"/>
                    <a:pt x="573" y="237"/>
                  </a:cubicBezTo>
                  <a:cubicBezTo>
                    <a:pt x="576" y="253"/>
                    <a:pt x="580" y="260"/>
                    <a:pt x="585" y="260"/>
                  </a:cubicBezTo>
                  <a:cubicBezTo>
                    <a:pt x="589" y="260"/>
                    <a:pt x="594" y="257"/>
                    <a:pt x="600" y="251"/>
                  </a:cubicBezTo>
                  <a:cubicBezTo>
                    <a:pt x="607" y="245"/>
                    <a:pt x="614" y="242"/>
                    <a:pt x="617" y="242"/>
                  </a:cubicBezTo>
                  <a:cubicBezTo>
                    <a:pt x="621" y="242"/>
                    <a:pt x="621" y="247"/>
                    <a:pt x="613" y="255"/>
                  </a:cubicBezTo>
                  <a:cubicBezTo>
                    <a:pt x="607" y="263"/>
                    <a:pt x="605" y="267"/>
                    <a:pt x="606" y="267"/>
                  </a:cubicBezTo>
                  <a:cubicBezTo>
                    <a:pt x="606" y="267"/>
                    <a:pt x="608" y="265"/>
                    <a:pt x="612" y="262"/>
                  </a:cubicBezTo>
                  <a:lnTo>
                    <a:pt x="630" y="266"/>
                  </a:lnTo>
                  <a:cubicBezTo>
                    <a:pt x="630" y="266"/>
                    <a:pt x="631" y="266"/>
                    <a:pt x="631" y="266"/>
                  </a:cubicBezTo>
                  <a:cubicBezTo>
                    <a:pt x="634" y="266"/>
                    <a:pt x="638" y="259"/>
                    <a:pt x="640" y="251"/>
                  </a:cubicBezTo>
                  <a:cubicBezTo>
                    <a:pt x="640" y="262"/>
                    <a:pt x="643" y="270"/>
                    <a:pt x="647" y="270"/>
                  </a:cubicBezTo>
                  <a:cubicBezTo>
                    <a:pt x="649" y="270"/>
                    <a:pt x="652" y="268"/>
                    <a:pt x="656" y="262"/>
                  </a:cubicBezTo>
                  <a:lnTo>
                    <a:pt x="663" y="265"/>
                  </a:lnTo>
                  <a:cubicBezTo>
                    <a:pt x="666" y="265"/>
                    <a:pt x="666" y="265"/>
                    <a:pt x="672" y="258"/>
                  </a:cubicBezTo>
                  <a:cubicBezTo>
                    <a:pt x="673" y="256"/>
                    <a:pt x="674" y="255"/>
                    <a:pt x="675" y="255"/>
                  </a:cubicBezTo>
                  <a:cubicBezTo>
                    <a:pt x="678" y="255"/>
                    <a:pt x="679" y="261"/>
                    <a:pt x="681" y="268"/>
                  </a:cubicBezTo>
                  <a:cubicBezTo>
                    <a:pt x="682" y="275"/>
                    <a:pt x="684" y="281"/>
                    <a:pt x="685" y="281"/>
                  </a:cubicBezTo>
                  <a:cubicBezTo>
                    <a:pt x="685" y="281"/>
                    <a:pt x="686" y="280"/>
                    <a:pt x="686" y="278"/>
                  </a:cubicBezTo>
                  <a:cubicBezTo>
                    <a:pt x="687" y="269"/>
                    <a:pt x="696" y="262"/>
                    <a:pt x="702" y="255"/>
                  </a:cubicBezTo>
                  <a:cubicBezTo>
                    <a:pt x="703" y="252"/>
                    <a:pt x="704" y="252"/>
                    <a:pt x="705" y="252"/>
                  </a:cubicBezTo>
                  <a:cubicBezTo>
                    <a:pt x="707" y="252"/>
                    <a:pt x="707" y="258"/>
                    <a:pt x="703" y="264"/>
                  </a:cubicBezTo>
                  <a:cubicBezTo>
                    <a:pt x="702" y="273"/>
                    <a:pt x="702" y="273"/>
                    <a:pt x="707" y="283"/>
                  </a:cubicBezTo>
                  <a:cubicBezTo>
                    <a:pt x="709" y="283"/>
                    <a:pt x="710" y="283"/>
                    <a:pt x="712" y="283"/>
                  </a:cubicBezTo>
                  <a:cubicBezTo>
                    <a:pt x="715" y="283"/>
                    <a:pt x="718" y="282"/>
                    <a:pt x="720" y="276"/>
                  </a:cubicBezTo>
                  <a:cubicBezTo>
                    <a:pt x="720" y="273"/>
                    <a:pt x="724" y="271"/>
                    <a:pt x="728" y="271"/>
                  </a:cubicBezTo>
                  <a:cubicBezTo>
                    <a:pt x="735" y="271"/>
                    <a:pt x="743" y="275"/>
                    <a:pt x="744" y="280"/>
                  </a:cubicBezTo>
                  <a:lnTo>
                    <a:pt x="751" y="282"/>
                  </a:lnTo>
                  <a:cubicBezTo>
                    <a:pt x="751" y="282"/>
                    <a:pt x="752" y="282"/>
                    <a:pt x="752" y="282"/>
                  </a:cubicBezTo>
                  <a:cubicBezTo>
                    <a:pt x="755" y="282"/>
                    <a:pt x="760" y="275"/>
                    <a:pt x="764" y="275"/>
                  </a:cubicBezTo>
                  <a:cubicBezTo>
                    <a:pt x="764" y="275"/>
                    <a:pt x="764" y="275"/>
                    <a:pt x="764" y="275"/>
                  </a:cubicBezTo>
                  <a:cubicBezTo>
                    <a:pt x="765" y="275"/>
                    <a:pt x="768" y="274"/>
                    <a:pt x="773" y="268"/>
                  </a:cubicBezTo>
                  <a:cubicBezTo>
                    <a:pt x="776" y="269"/>
                    <a:pt x="779" y="269"/>
                    <a:pt x="778" y="278"/>
                  </a:cubicBezTo>
                  <a:cubicBezTo>
                    <a:pt x="781" y="270"/>
                    <a:pt x="782" y="266"/>
                    <a:pt x="783" y="266"/>
                  </a:cubicBezTo>
                  <a:cubicBezTo>
                    <a:pt x="784" y="266"/>
                    <a:pt x="784" y="270"/>
                    <a:pt x="785" y="279"/>
                  </a:cubicBezTo>
                  <a:cubicBezTo>
                    <a:pt x="784" y="288"/>
                    <a:pt x="783" y="292"/>
                    <a:pt x="784" y="292"/>
                  </a:cubicBezTo>
                  <a:cubicBezTo>
                    <a:pt x="784" y="292"/>
                    <a:pt x="785" y="288"/>
                    <a:pt x="788" y="279"/>
                  </a:cubicBezTo>
                  <a:cubicBezTo>
                    <a:pt x="790" y="275"/>
                    <a:pt x="792" y="274"/>
                    <a:pt x="792" y="274"/>
                  </a:cubicBezTo>
                  <a:cubicBezTo>
                    <a:pt x="793" y="274"/>
                    <a:pt x="794" y="276"/>
                    <a:pt x="795" y="280"/>
                  </a:cubicBezTo>
                  <a:cubicBezTo>
                    <a:pt x="794" y="285"/>
                    <a:pt x="795" y="287"/>
                    <a:pt x="796" y="287"/>
                  </a:cubicBezTo>
                  <a:cubicBezTo>
                    <a:pt x="797" y="287"/>
                    <a:pt x="798" y="285"/>
                    <a:pt x="799" y="282"/>
                  </a:cubicBezTo>
                  <a:cubicBezTo>
                    <a:pt x="803" y="271"/>
                    <a:pt x="809" y="265"/>
                    <a:pt x="812" y="265"/>
                  </a:cubicBezTo>
                  <a:cubicBezTo>
                    <a:pt x="814" y="265"/>
                    <a:pt x="815" y="268"/>
                    <a:pt x="814" y="275"/>
                  </a:cubicBezTo>
                  <a:cubicBezTo>
                    <a:pt x="814" y="275"/>
                    <a:pt x="814" y="275"/>
                    <a:pt x="815" y="275"/>
                  </a:cubicBezTo>
                  <a:cubicBezTo>
                    <a:pt x="816" y="275"/>
                    <a:pt x="820" y="274"/>
                    <a:pt x="823" y="268"/>
                  </a:cubicBezTo>
                  <a:cubicBezTo>
                    <a:pt x="826" y="260"/>
                    <a:pt x="827" y="255"/>
                    <a:pt x="828" y="255"/>
                  </a:cubicBezTo>
                  <a:lnTo>
                    <a:pt x="828" y="255"/>
                  </a:lnTo>
                  <a:cubicBezTo>
                    <a:pt x="828" y="255"/>
                    <a:pt x="827" y="260"/>
                    <a:pt x="826" y="268"/>
                  </a:cubicBezTo>
                  <a:cubicBezTo>
                    <a:pt x="827" y="277"/>
                    <a:pt x="828" y="282"/>
                    <a:pt x="830" y="282"/>
                  </a:cubicBezTo>
                  <a:cubicBezTo>
                    <a:pt x="832" y="282"/>
                    <a:pt x="834" y="278"/>
                    <a:pt x="838" y="270"/>
                  </a:cubicBezTo>
                  <a:cubicBezTo>
                    <a:pt x="838" y="270"/>
                    <a:pt x="839" y="267"/>
                    <a:pt x="841" y="267"/>
                  </a:cubicBezTo>
                  <a:cubicBezTo>
                    <a:pt x="842" y="267"/>
                    <a:pt x="844" y="268"/>
                    <a:pt x="844" y="271"/>
                  </a:cubicBezTo>
                  <a:cubicBezTo>
                    <a:pt x="848" y="278"/>
                    <a:pt x="857" y="285"/>
                    <a:pt x="863" y="285"/>
                  </a:cubicBezTo>
                  <a:cubicBezTo>
                    <a:pt x="867" y="285"/>
                    <a:pt x="869" y="282"/>
                    <a:pt x="869" y="276"/>
                  </a:cubicBezTo>
                  <a:lnTo>
                    <a:pt x="869" y="276"/>
                  </a:lnTo>
                  <a:lnTo>
                    <a:pt x="876" y="277"/>
                  </a:lnTo>
                  <a:cubicBezTo>
                    <a:pt x="879" y="282"/>
                    <a:pt x="882" y="285"/>
                    <a:pt x="884" y="285"/>
                  </a:cubicBezTo>
                  <a:cubicBezTo>
                    <a:pt x="886" y="285"/>
                    <a:pt x="888" y="283"/>
                    <a:pt x="890" y="279"/>
                  </a:cubicBezTo>
                  <a:lnTo>
                    <a:pt x="895" y="271"/>
                  </a:lnTo>
                  <a:lnTo>
                    <a:pt x="895" y="271"/>
                  </a:lnTo>
                  <a:cubicBezTo>
                    <a:pt x="894" y="279"/>
                    <a:pt x="896" y="289"/>
                    <a:pt x="899" y="289"/>
                  </a:cubicBezTo>
                  <a:cubicBezTo>
                    <a:pt x="900" y="290"/>
                    <a:pt x="901" y="290"/>
                    <a:pt x="901" y="290"/>
                  </a:cubicBezTo>
                  <a:cubicBezTo>
                    <a:pt x="903" y="290"/>
                    <a:pt x="903" y="288"/>
                    <a:pt x="904" y="282"/>
                  </a:cubicBezTo>
                  <a:cubicBezTo>
                    <a:pt x="902" y="274"/>
                    <a:pt x="904" y="274"/>
                    <a:pt x="907" y="274"/>
                  </a:cubicBezTo>
                  <a:cubicBezTo>
                    <a:pt x="908" y="274"/>
                    <a:pt x="909" y="274"/>
                    <a:pt x="909" y="274"/>
                  </a:cubicBezTo>
                  <a:cubicBezTo>
                    <a:pt x="913" y="275"/>
                    <a:pt x="915" y="284"/>
                    <a:pt x="914" y="292"/>
                  </a:cubicBezTo>
                  <a:lnTo>
                    <a:pt x="917" y="293"/>
                  </a:lnTo>
                  <a:cubicBezTo>
                    <a:pt x="919" y="283"/>
                    <a:pt x="920" y="279"/>
                    <a:pt x="921" y="279"/>
                  </a:cubicBezTo>
                  <a:cubicBezTo>
                    <a:pt x="922" y="279"/>
                    <a:pt x="922" y="281"/>
                    <a:pt x="922" y="285"/>
                  </a:cubicBezTo>
                  <a:cubicBezTo>
                    <a:pt x="924" y="294"/>
                    <a:pt x="928" y="294"/>
                    <a:pt x="932" y="295"/>
                  </a:cubicBezTo>
                  <a:cubicBezTo>
                    <a:pt x="932" y="292"/>
                    <a:pt x="933" y="291"/>
                    <a:pt x="933" y="291"/>
                  </a:cubicBezTo>
                  <a:lnTo>
                    <a:pt x="933" y="291"/>
                  </a:lnTo>
                  <a:cubicBezTo>
                    <a:pt x="934" y="291"/>
                    <a:pt x="934" y="295"/>
                    <a:pt x="932" y="295"/>
                  </a:cubicBezTo>
                  <a:lnTo>
                    <a:pt x="931" y="303"/>
                  </a:lnTo>
                  <a:cubicBezTo>
                    <a:pt x="931" y="305"/>
                    <a:pt x="932" y="307"/>
                    <a:pt x="932" y="307"/>
                  </a:cubicBezTo>
                  <a:cubicBezTo>
                    <a:pt x="934" y="307"/>
                    <a:pt x="934" y="300"/>
                    <a:pt x="935" y="295"/>
                  </a:cubicBezTo>
                  <a:lnTo>
                    <a:pt x="942" y="296"/>
                  </a:lnTo>
                  <a:cubicBezTo>
                    <a:pt x="943" y="296"/>
                    <a:pt x="944" y="296"/>
                    <a:pt x="944" y="296"/>
                  </a:cubicBezTo>
                  <a:cubicBezTo>
                    <a:pt x="947" y="296"/>
                    <a:pt x="949" y="295"/>
                    <a:pt x="946" y="288"/>
                  </a:cubicBezTo>
                  <a:cubicBezTo>
                    <a:pt x="948" y="279"/>
                    <a:pt x="949" y="271"/>
                    <a:pt x="953" y="271"/>
                  </a:cubicBezTo>
                  <a:cubicBezTo>
                    <a:pt x="954" y="268"/>
                    <a:pt x="954" y="267"/>
                    <a:pt x="954" y="267"/>
                  </a:cubicBezTo>
                  <a:lnTo>
                    <a:pt x="954" y="267"/>
                  </a:lnTo>
                  <a:cubicBezTo>
                    <a:pt x="955" y="267"/>
                    <a:pt x="955" y="271"/>
                    <a:pt x="953" y="271"/>
                  </a:cubicBezTo>
                  <a:cubicBezTo>
                    <a:pt x="952" y="279"/>
                    <a:pt x="951" y="288"/>
                    <a:pt x="954" y="288"/>
                  </a:cubicBezTo>
                  <a:cubicBezTo>
                    <a:pt x="958" y="289"/>
                    <a:pt x="957" y="297"/>
                    <a:pt x="957" y="297"/>
                  </a:cubicBezTo>
                  <a:cubicBezTo>
                    <a:pt x="954" y="305"/>
                    <a:pt x="956" y="308"/>
                    <a:pt x="959" y="308"/>
                  </a:cubicBezTo>
                  <a:cubicBezTo>
                    <a:pt x="963" y="308"/>
                    <a:pt x="969" y="304"/>
                    <a:pt x="971" y="299"/>
                  </a:cubicBezTo>
                  <a:cubicBezTo>
                    <a:pt x="975" y="292"/>
                    <a:pt x="979" y="288"/>
                    <a:pt x="980" y="288"/>
                  </a:cubicBezTo>
                  <a:cubicBezTo>
                    <a:pt x="982" y="288"/>
                    <a:pt x="982" y="292"/>
                    <a:pt x="981" y="301"/>
                  </a:cubicBezTo>
                  <a:cubicBezTo>
                    <a:pt x="981" y="305"/>
                    <a:pt x="981" y="308"/>
                    <a:pt x="982" y="308"/>
                  </a:cubicBezTo>
                  <a:cubicBezTo>
                    <a:pt x="985" y="308"/>
                    <a:pt x="991" y="295"/>
                    <a:pt x="996" y="277"/>
                  </a:cubicBezTo>
                  <a:lnTo>
                    <a:pt x="1001" y="252"/>
                  </a:lnTo>
                  <a:lnTo>
                    <a:pt x="999" y="277"/>
                  </a:lnTo>
                  <a:cubicBezTo>
                    <a:pt x="998" y="298"/>
                    <a:pt x="998" y="306"/>
                    <a:pt x="1001" y="306"/>
                  </a:cubicBezTo>
                  <a:cubicBezTo>
                    <a:pt x="1003" y="306"/>
                    <a:pt x="1006" y="302"/>
                    <a:pt x="1011" y="296"/>
                  </a:cubicBezTo>
                  <a:cubicBezTo>
                    <a:pt x="1015" y="292"/>
                    <a:pt x="1017" y="290"/>
                    <a:pt x="1018" y="290"/>
                  </a:cubicBezTo>
                  <a:cubicBezTo>
                    <a:pt x="1019" y="290"/>
                    <a:pt x="1019" y="293"/>
                    <a:pt x="1018" y="297"/>
                  </a:cubicBezTo>
                  <a:cubicBezTo>
                    <a:pt x="1017" y="305"/>
                    <a:pt x="1020" y="306"/>
                    <a:pt x="1032" y="307"/>
                  </a:cubicBezTo>
                  <a:cubicBezTo>
                    <a:pt x="1034" y="308"/>
                    <a:pt x="1037" y="308"/>
                    <a:pt x="1039" y="308"/>
                  </a:cubicBezTo>
                  <a:cubicBezTo>
                    <a:pt x="1044" y="308"/>
                    <a:pt x="1046" y="306"/>
                    <a:pt x="1046" y="301"/>
                  </a:cubicBezTo>
                  <a:lnTo>
                    <a:pt x="1054" y="302"/>
                  </a:lnTo>
                  <a:cubicBezTo>
                    <a:pt x="1055" y="308"/>
                    <a:pt x="1056" y="311"/>
                    <a:pt x="1058" y="311"/>
                  </a:cubicBezTo>
                  <a:cubicBezTo>
                    <a:pt x="1061" y="311"/>
                    <a:pt x="1063" y="304"/>
                    <a:pt x="1062" y="294"/>
                  </a:cubicBezTo>
                  <a:lnTo>
                    <a:pt x="1062" y="294"/>
                  </a:lnTo>
                  <a:lnTo>
                    <a:pt x="1069" y="295"/>
                  </a:lnTo>
                  <a:lnTo>
                    <a:pt x="1068" y="303"/>
                  </a:lnTo>
                  <a:cubicBezTo>
                    <a:pt x="1068" y="312"/>
                    <a:pt x="1074" y="313"/>
                    <a:pt x="1103" y="316"/>
                  </a:cubicBezTo>
                  <a:cubicBezTo>
                    <a:pt x="1113" y="317"/>
                    <a:pt x="1120" y="318"/>
                    <a:pt x="1126" y="318"/>
                  </a:cubicBezTo>
                  <a:cubicBezTo>
                    <a:pt x="1137" y="318"/>
                    <a:pt x="1140" y="314"/>
                    <a:pt x="1140" y="303"/>
                  </a:cubicBezTo>
                  <a:cubicBezTo>
                    <a:pt x="1143" y="295"/>
                    <a:pt x="1145" y="290"/>
                    <a:pt x="1146" y="290"/>
                  </a:cubicBezTo>
                  <a:cubicBezTo>
                    <a:pt x="1147" y="290"/>
                    <a:pt x="1148" y="295"/>
                    <a:pt x="1147" y="304"/>
                  </a:cubicBezTo>
                  <a:cubicBezTo>
                    <a:pt x="1147" y="309"/>
                    <a:pt x="1148" y="316"/>
                    <a:pt x="1149" y="316"/>
                  </a:cubicBezTo>
                  <a:cubicBezTo>
                    <a:pt x="1150" y="316"/>
                    <a:pt x="1150" y="314"/>
                    <a:pt x="1151" y="312"/>
                  </a:cubicBezTo>
                  <a:cubicBezTo>
                    <a:pt x="1155" y="313"/>
                    <a:pt x="1160" y="316"/>
                    <a:pt x="1161" y="322"/>
                  </a:cubicBezTo>
                  <a:cubicBezTo>
                    <a:pt x="1165" y="330"/>
                    <a:pt x="1168" y="333"/>
                    <a:pt x="1170" y="333"/>
                  </a:cubicBezTo>
                  <a:cubicBezTo>
                    <a:pt x="1173" y="333"/>
                    <a:pt x="1174" y="328"/>
                    <a:pt x="1174" y="323"/>
                  </a:cubicBezTo>
                  <a:cubicBezTo>
                    <a:pt x="1173" y="315"/>
                    <a:pt x="1173" y="313"/>
                    <a:pt x="1174" y="313"/>
                  </a:cubicBezTo>
                  <a:lnTo>
                    <a:pt x="1174" y="313"/>
                  </a:lnTo>
                  <a:cubicBezTo>
                    <a:pt x="1175" y="313"/>
                    <a:pt x="1177" y="318"/>
                    <a:pt x="1179" y="323"/>
                  </a:cubicBezTo>
                  <a:cubicBezTo>
                    <a:pt x="1180" y="329"/>
                    <a:pt x="1182" y="336"/>
                    <a:pt x="1183" y="336"/>
                  </a:cubicBezTo>
                  <a:cubicBezTo>
                    <a:pt x="1184" y="336"/>
                    <a:pt x="1184" y="335"/>
                    <a:pt x="1184" y="332"/>
                  </a:cubicBezTo>
                  <a:cubicBezTo>
                    <a:pt x="1187" y="328"/>
                    <a:pt x="1194" y="324"/>
                    <a:pt x="1201" y="324"/>
                  </a:cubicBezTo>
                  <a:cubicBezTo>
                    <a:pt x="1206" y="324"/>
                    <a:pt x="1211" y="327"/>
                    <a:pt x="1210" y="334"/>
                  </a:cubicBezTo>
                  <a:lnTo>
                    <a:pt x="1217" y="335"/>
                  </a:lnTo>
                  <a:cubicBezTo>
                    <a:pt x="1218" y="328"/>
                    <a:pt x="1222" y="327"/>
                    <a:pt x="1228" y="327"/>
                  </a:cubicBezTo>
                  <a:cubicBezTo>
                    <a:pt x="1229" y="327"/>
                    <a:pt x="1231" y="327"/>
                    <a:pt x="1232" y="327"/>
                  </a:cubicBezTo>
                  <a:cubicBezTo>
                    <a:pt x="1239" y="329"/>
                    <a:pt x="1243" y="329"/>
                    <a:pt x="1243" y="338"/>
                  </a:cubicBezTo>
                  <a:cubicBezTo>
                    <a:pt x="1240" y="342"/>
                    <a:pt x="1240" y="343"/>
                    <a:pt x="1241" y="343"/>
                  </a:cubicBezTo>
                  <a:cubicBezTo>
                    <a:pt x="1243" y="343"/>
                    <a:pt x="1245" y="342"/>
                    <a:pt x="1249" y="338"/>
                  </a:cubicBezTo>
                  <a:cubicBezTo>
                    <a:pt x="1249" y="338"/>
                    <a:pt x="1250" y="338"/>
                    <a:pt x="1250" y="338"/>
                  </a:cubicBezTo>
                  <a:cubicBezTo>
                    <a:pt x="1253" y="338"/>
                    <a:pt x="1257" y="322"/>
                    <a:pt x="1262" y="322"/>
                  </a:cubicBezTo>
                  <a:cubicBezTo>
                    <a:pt x="1262" y="314"/>
                    <a:pt x="1266" y="305"/>
                    <a:pt x="1269" y="305"/>
                  </a:cubicBezTo>
                  <a:lnTo>
                    <a:pt x="1269" y="314"/>
                  </a:lnTo>
                  <a:lnTo>
                    <a:pt x="1268" y="331"/>
                  </a:lnTo>
                  <a:cubicBezTo>
                    <a:pt x="1269" y="331"/>
                    <a:pt x="1270" y="331"/>
                    <a:pt x="1271" y="331"/>
                  </a:cubicBezTo>
                  <a:cubicBezTo>
                    <a:pt x="1273" y="331"/>
                    <a:pt x="1275" y="330"/>
                    <a:pt x="1275" y="323"/>
                  </a:cubicBezTo>
                  <a:cubicBezTo>
                    <a:pt x="1278" y="332"/>
                    <a:pt x="1282" y="332"/>
                    <a:pt x="1290" y="333"/>
                  </a:cubicBezTo>
                  <a:cubicBezTo>
                    <a:pt x="1292" y="333"/>
                    <a:pt x="1293" y="334"/>
                    <a:pt x="1295" y="334"/>
                  </a:cubicBezTo>
                  <a:cubicBezTo>
                    <a:pt x="1300" y="334"/>
                    <a:pt x="1305" y="332"/>
                    <a:pt x="1308" y="326"/>
                  </a:cubicBezTo>
                  <a:cubicBezTo>
                    <a:pt x="1308" y="335"/>
                    <a:pt x="1315" y="340"/>
                    <a:pt x="1322" y="340"/>
                  </a:cubicBezTo>
                  <a:cubicBezTo>
                    <a:pt x="1329" y="340"/>
                    <a:pt x="1335" y="336"/>
                    <a:pt x="1337" y="327"/>
                  </a:cubicBezTo>
                  <a:cubicBezTo>
                    <a:pt x="1337" y="323"/>
                    <a:pt x="1338" y="321"/>
                    <a:pt x="1339" y="321"/>
                  </a:cubicBezTo>
                  <a:cubicBezTo>
                    <a:pt x="1340" y="321"/>
                    <a:pt x="1342" y="323"/>
                    <a:pt x="1344" y="327"/>
                  </a:cubicBezTo>
                  <a:cubicBezTo>
                    <a:pt x="1345" y="332"/>
                    <a:pt x="1346" y="334"/>
                    <a:pt x="1347" y="334"/>
                  </a:cubicBezTo>
                  <a:cubicBezTo>
                    <a:pt x="1348" y="334"/>
                    <a:pt x="1349" y="332"/>
                    <a:pt x="1351" y="329"/>
                  </a:cubicBezTo>
                  <a:cubicBezTo>
                    <a:pt x="1352" y="326"/>
                    <a:pt x="1353" y="325"/>
                    <a:pt x="1354" y="325"/>
                  </a:cubicBezTo>
                  <a:cubicBezTo>
                    <a:pt x="1357" y="325"/>
                    <a:pt x="1359" y="331"/>
                    <a:pt x="1361" y="338"/>
                  </a:cubicBezTo>
                  <a:cubicBezTo>
                    <a:pt x="1363" y="348"/>
                    <a:pt x="1365" y="352"/>
                    <a:pt x="1367" y="352"/>
                  </a:cubicBezTo>
                  <a:cubicBezTo>
                    <a:pt x="1369" y="352"/>
                    <a:pt x="1370" y="350"/>
                    <a:pt x="1372" y="347"/>
                  </a:cubicBezTo>
                  <a:cubicBezTo>
                    <a:pt x="1375" y="342"/>
                    <a:pt x="1381" y="338"/>
                    <a:pt x="1388" y="338"/>
                  </a:cubicBezTo>
                  <a:cubicBezTo>
                    <a:pt x="1389" y="338"/>
                    <a:pt x="1390" y="339"/>
                    <a:pt x="1391" y="339"/>
                  </a:cubicBezTo>
                  <a:cubicBezTo>
                    <a:pt x="1397" y="331"/>
                    <a:pt x="1401" y="331"/>
                    <a:pt x="1398" y="322"/>
                  </a:cubicBezTo>
                  <a:cubicBezTo>
                    <a:pt x="1398" y="316"/>
                    <a:pt x="1400" y="311"/>
                    <a:pt x="1402" y="305"/>
                  </a:cubicBezTo>
                  <a:cubicBezTo>
                    <a:pt x="1404" y="302"/>
                    <a:pt x="1406" y="302"/>
                    <a:pt x="1407" y="302"/>
                  </a:cubicBezTo>
                  <a:cubicBezTo>
                    <a:pt x="1409" y="302"/>
                    <a:pt x="1408" y="305"/>
                    <a:pt x="1405" y="305"/>
                  </a:cubicBezTo>
                  <a:cubicBezTo>
                    <a:pt x="1398" y="313"/>
                    <a:pt x="1402" y="314"/>
                    <a:pt x="1405" y="322"/>
                  </a:cubicBezTo>
                  <a:cubicBezTo>
                    <a:pt x="1407" y="329"/>
                    <a:pt x="1413" y="332"/>
                    <a:pt x="1419" y="332"/>
                  </a:cubicBezTo>
                  <a:lnTo>
                    <a:pt x="1433" y="332"/>
                  </a:lnTo>
                  <a:cubicBezTo>
                    <a:pt x="1439" y="337"/>
                    <a:pt x="1443" y="339"/>
                    <a:pt x="1445" y="339"/>
                  </a:cubicBezTo>
                  <a:cubicBezTo>
                    <a:pt x="1447" y="339"/>
                    <a:pt x="1448" y="337"/>
                    <a:pt x="1448" y="333"/>
                  </a:cubicBezTo>
                  <a:cubicBezTo>
                    <a:pt x="1448" y="329"/>
                    <a:pt x="1448" y="326"/>
                    <a:pt x="1448" y="324"/>
                  </a:cubicBezTo>
                  <a:cubicBezTo>
                    <a:pt x="1450" y="334"/>
                    <a:pt x="1461" y="338"/>
                    <a:pt x="1473" y="338"/>
                  </a:cubicBezTo>
                  <a:cubicBezTo>
                    <a:pt x="1483" y="338"/>
                    <a:pt x="1493" y="334"/>
                    <a:pt x="1495" y="326"/>
                  </a:cubicBezTo>
                  <a:cubicBezTo>
                    <a:pt x="1495" y="329"/>
                    <a:pt x="1495" y="332"/>
                    <a:pt x="1495" y="335"/>
                  </a:cubicBezTo>
                  <a:cubicBezTo>
                    <a:pt x="1495" y="344"/>
                    <a:pt x="1498" y="344"/>
                    <a:pt x="1505" y="344"/>
                  </a:cubicBezTo>
                  <a:cubicBezTo>
                    <a:pt x="1515" y="340"/>
                    <a:pt x="1524" y="338"/>
                    <a:pt x="1534" y="335"/>
                  </a:cubicBezTo>
                  <a:cubicBezTo>
                    <a:pt x="1537" y="335"/>
                    <a:pt x="1540" y="335"/>
                    <a:pt x="1543" y="335"/>
                  </a:cubicBezTo>
                  <a:cubicBezTo>
                    <a:pt x="1553" y="335"/>
                    <a:pt x="1560" y="335"/>
                    <a:pt x="1560" y="327"/>
                  </a:cubicBezTo>
                  <a:cubicBezTo>
                    <a:pt x="1563" y="327"/>
                    <a:pt x="1563" y="327"/>
                    <a:pt x="1563" y="336"/>
                  </a:cubicBezTo>
                  <a:cubicBezTo>
                    <a:pt x="1560" y="344"/>
                    <a:pt x="1563" y="344"/>
                    <a:pt x="1567" y="344"/>
                  </a:cubicBezTo>
                  <a:cubicBezTo>
                    <a:pt x="1570" y="344"/>
                    <a:pt x="1570" y="336"/>
                    <a:pt x="1570" y="327"/>
                  </a:cubicBezTo>
                  <a:cubicBezTo>
                    <a:pt x="1570" y="324"/>
                    <a:pt x="1571" y="322"/>
                    <a:pt x="1573" y="322"/>
                  </a:cubicBezTo>
                  <a:cubicBezTo>
                    <a:pt x="1575" y="322"/>
                    <a:pt x="1577" y="324"/>
                    <a:pt x="1581" y="327"/>
                  </a:cubicBezTo>
                  <a:cubicBezTo>
                    <a:pt x="1585" y="332"/>
                    <a:pt x="1590" y="334"/>
                    <a:pt x="1595" y="334"/>
                  </a:cubicBezTo>
                  <a:cubicBezTo>
                    <a:pt x="1600" y="334"/>
                    <a:pt x="1605" y="332"/>
                    <a:pt x="1609" y="327"/>
                  </a:cubicBezTo>
                  <a:cubicBezTo>
                    <a:pt x="1614" y="327"/>
                    <a:pt x="1617" y="329"/>
                    <a:pt x="1617" y="336"/>
                  </a:cubicBezTo>
                  <a:cubicBezTo>
                    <a:pt x="1619" y="342"/>
                    <a:pt x="1623" y="346"/>
                    <a:pt x="1626" y="346"/>
                  </a:cubicBezTo>
                  <a:cubicBezTo>
                    <a:pt x="1629" y="346"/>
                    <a:pt x="1632" y="344"/>
                    <a:pt x="1635" y="336"/>
                  </a:cubicBezTo>
                  <a:cubicBezTo>
                    <a:pt x="1639" y="336"/>
                    <a:pt x="1639" y="336"/>
                    <a:pt x="1639" y="345"/>
                  </a:cubicBezTo>
                  <a:cubicBezTo>
                    <a:pt x="1641" y="351"/>
                    <a:pt x="1642" y="355"/>
                    <a:pt x="1643" y="355"/>
                  </a:cubicBezTo>
                  <a:cubicBezTo>
                    <a:pt x="1644" y="355"/>
                    <a:pt x="1645" y="353"/>
                    <a:pt x="1646" y="345"/>
                  </a:cubicBezTo>
                  <a:cubicBezTo>
                    <a:pt x="1649" y="342"/>
                    <a:pt x="1654" y="340"/>
                    <a:pt x="1659" y="340"/>
                  </a:cubicBezTo>
                  <a:cubicBezTo>
                    <a:pt x="1664" y="340"/>
                    <a:pt x="1668" y="342"/>
                    <a:pt x="1671" y="345"/>
                  </a:cubicBezTo>
                  <a:cubicBezTo>
                    <a:pt x="1674" y="345"/>
                    <a:pt x="1679" y="345"/>
                    <a:pt x="1678" y="338"/>
                  </a:cubicBezTo>
                  <a:cubicBezTo>
                    <a:pt x="1678" y="334"/>
                    <a:pt x="1678" y="331"/>
                    <a:pt x="1678" y="329"/>
                  </a:cubicBezTo>
                  <a:cubicBezTo>
                    <a:pt x="1680" y="337"/>
                    <a:pt x="1681" y="341"/>
                    <a:pt x="1682" y="341"/>
                  </a:cubicBezTo>
                  <a:cubicBezTo>
                    <a:pt x="1683" y="341"/>
                    <a:pt x="1684" y="337"/>
                    <a:pt x="1686" y="329"/>
                  </a:cubicBezTo>
                  <a:cubicBezTo>
                    <a:pt x="1686" y="325"/>
                    <a:pt x="1687" y="323"/>
                    <a:pt x="1687" y="323"/>
                  </a:cubicBezTo>
                  <a:cubicBezTo>
                    <a:pt x="1688" y="323"/>
                    <a:pt x="1689" y="325"/>
                    <a:pt x="1689" y="329"/>
                  </a:cubicBezTo>
                  <a:cubicBezTo>
                    <a:pt x="1692" y="338"/>
                    <a:pt x="1696" y="338"/>
                    <a:pt x="1696" y="338"/>
                  </a:cubicBezTo>
                  <a:cubicBezTo>
                    <a:pt x="1709" y="332"/>
                    <a:pt x="1723" y="330"/>
                    <a:pt x="1735" y="327"/>
                  </a:cubicBezTo>
                  <a:cubicBezTo>
                    <a:pt x="1764" y="326"/>
                    <a:pt x="1775" y="326"/>
                    <a:pt x="1774" y="319"/>
                  </a:cubicBezTo>
                  <a:cubicBezTo>
                    <a:pt x="1776" y="314"/>
                    <a:pt x="1777" y="312"/>
                    <a:pt x="1778" y="312"/>
                  </a:cubicBezTo>
                  <a:cubicBezTo>
                    <a:pt x="1779" y="312"/>
                    <a:pt x="1780" y="314"/>
                    <a:pt x="1782" y="317"/>
                  </a:cubicBezTo>
                  <a:cubicBezTo>
                    <a:pt x="1785" y="326"/>
                    <a:pt x="1790" y="326"/>
                    <a:pt x="1793" y="326"/>
                  </a:cubicBezTo>
                  <a:cubicBezTo>
                    <a:pt x="1794" y="326"/>
                    <a:pt x="1795" y="326"/>
                    <a:pt x="1795" y="326"/>
                  </a:cubicBezTo>
                  <a:cubicBezTo>
                    <a:pt x="1798" y="326"/>
                    <a:pt x="1800" y="327"/>
                    <a:pt x="1801" y="334"/>
                  </a:cubicBezTo>
                  <a:cubicBezTo>
                    <a:pt x="1803" y="325"/>
                    <a:pt x="1803" y="325"/>
                    <a:pt x="1808" y="325"/>
                  </a:cubicBezTo>
                  <a:cubicBezTo>
                    <a:pt x="1808" y="330"/>
                    <a:pt x="1809" y="332"/>
                    <a:pt x="1810" y="332"/>
                  </a:cubicBezTo>
                  <a:cubicBezTo>
                    <a:pt x="1811" y="332"/>
                    <a:pt x="1813" y="330"/>
                    <a:pt x="1815" y="325"/>
                  </a:cubicBezTo>
                  <a:cubicBezTo>
                    <a:pt x="1816" y="317"/>
                    <a:pt x="1816" y="313"/>
                    <a:pt x="1817" y="313"/>
                  </a:cubicBezTo>
                  <a:cubicBezTo>
                    <a:pt x="1817" y="313"/>
                    <a:pt x="1817" y="317"/>
                    <a:pt x="1818" y="325"/>
                  </a:cubicBezTo>
                  <a:cubicBezTo>
                    <a:pt x="1819" y="331"/>
                    <a:pt x="1824" y="337"/>
                    <a:pt x="1826" y="337"/>
                  </a:cubicBezTo>
                  <a:cubicBezTo>
                    <a:pt x="1827" y="337"/>
                    <a:pt x="1827" y="336"/>
                    <a:pt x="1826" y="333"/>
                  </a:cubicBezTo>
                  <a:cubicBezTo>
                    <a:pt x="1826" y="325"/>
                    <a:pt x="1833" y="325"/>
                    <a:pt x="1836" y="316"/>
                  </a:cubicBezTo>
                  <a:cubicBezTo>
                    <a:pt x="1839" y="316"/>
                    <a:pt x="1843" y="316"/>
                    <a:pt x="1844" y="324"/>
                  </a:cubicBezTo>
                  <a:cubicBezTo>
                    <a:pt x="1845" y="327"/>
                    <a:pt x="1847" y="328"/>
                    <a:pt x="1850" y="328"/>
                  </a:cubicBezTo>
                  <a:cubicBezTo>
                    <a:pt x="1856" y="328"/>
                    <a:pt x="1866" y="322"/>
                    <a:pt x="1869" y="315"/>
                  </a:cubicBezTo>
                  <a:cubicBezTo>
                    <a:pt x="1868" y="311"/>
                    <a:pt x="1869" y="309"/>
                    <a:pt x="1869" y="309"/>
                  </a:cubicBezTo>
                  <a:cubicBezTo>
                    <a:pt x="1870" y="309"/>
                    <a:pt x="1871" y="311"/>
                    <a:pt x="1872" y="315"/>
                  </a:cubicBezTo>
                  <a:cubicBezTo>
                    <a:pt x="1872" y="322"/>
                    <a:pt x="1874" y="324"/>
                    <a:pt x="1877" y="324"/>
                  </a:cubicBezTo>
                  <a:cubicBezTo>
                    <a:pt x="1878" y="324"/>
                    <a:pt x="1879" y="323"/>
                    <a:pt x="1880" y="323"/>
                  </a:cubicBezTo>
                  <a:cubicBezTo>
                    <a:pt x="1880" y="321"/>
                    <a:pt x="1881" y="320"/>
                    <a:pt x="1881" y="320"/>
                  </a:cubicBezTo>
                  <a:cubicBezTo>
                    <a:pt x="1883" y="320"/>
                    <a:pt x="1883" y="326"/>
                    <a:pt x="1883" y="332"/>
                  </a:cubicBezTo>
                  <a:cubicBezTo>
                    <a:pt x="1881" y="339"/>
                    <a:pt x="1883" y="340"/>
                    <a:pt x="1887" y="340"/>
                  </a:cubicBezTo>
                  <a:cubicBezTo>
                    <a:pt x="1888" y="340"/>
                    <a:pt x="1890" y="340"/>
                    <a:pt x="1891" y="340"/>
                  </a:cubicBezTo>
                  <a:cubicBezTo>
                    <a:pt x="1894" y="331"/>
                    <a:pt x="1909" y="330"/>
                    <a:pt x="1919" y="330"/>
                  </a:cubicBezTo>
                  <a:cubicBezTo>
                    <a:pt x="1937" y="329"/>
                    <a:pt x="1940" y="320"/>
                    <a:pt x="1946" y="302"/>
                  </a:cubicBezTo>
                  <a:lnTo>
                    <a:pt x="1948" y="285"/>
                  </a:lnTo>
                  <a:lnTo>
                    <a:pt x="1950" y="302"/>
                  </a:lnTo>
                  <a:cubicBezTo>
                    <a:pt x="1952" y="311"/>
                    <a:pt x="1953" y="319"/>
                    <a:pt x="1955" y="327"/>
                  </a:cubicBezTo>
                  <a:cubicBezTo>
                    <a:pt x="1959" y="326"/>
                    <a:pt x="1958" y="319"/>
                    <a:pt x="1958" y="310"/>
                  </a:cubicBezTo>
                  <a:cubicBezTo>
                    <a:pt x="1958" y="305"/>
                    <a:pt x="1958" y="303"/>
                    <a:pt x="1960" y="303"/>
                  </a:cubicBezTo>
                  <a:cubicBezTo>
                    <a:pt x="1962" y="303"/>
                    <a:pt x="1965" y="305"/>
                    <a:pt x="1968" y="310"/>
                  </a:cubicBezTo>
                  <a:cubicBezTo>
                    <a:pt x="1972" y="313"/>
                    <a:pt x="1975" y="315"/>
                    <a:pt x="1977" y="315"/>
                  </a:cubicBezTo>
                  <a:cubicBezTo>
                    <a:pt x="1979" y="315"/>
                    <a:pt x="1981" y="313"/>
                    <a:pt x="1983" y="308"/>
                  </a:cubicBezTo>
                  <a:cubicBezTo>
                    <a:pt x="1984" y="308"/>
                    <a:pt x="1984" y="308"/>
                    <a:pt x="1985" y="308"/>
                  </a:cubicBezTo>
                  <a:cubicBezTo>
                    <a:pt x="1988" y="308"/>
                    <a:pt x="1991" y="309"/>
                    <a:pt x="1994" y="316"/>
                  </a:cubicBezTo>
                  <a:cubicBezTo>
                    <a:pt x="1998" y="315"/>
                    <a:pt x="1998" y="315"/>
                    <a:pt x="1998" y="307"/>
                  </a:cubicBezTo>
                  <a:cubicBezTo>
                    <a:pt x="1997" y="303"/>
                    <a:pt x="1998" y="300"/>
                    <a:pt x="1999" y="300"/>
                  </a:cubicBezTo>
                  <a:cubicBezTo>
                    <a:pt x="2000" y="300"/>
                    <a:pt x="2002" y="302"/>
                    <a:pt x="2004" y="306"/>
                  </a:cubicBezTo>
                  <a:cubicBezTo>
                    <a:pt x="2007" y="316"/>
                    <a:pt x="2012" y="320"/>
                    <a:pt x="2015" y="320"/>
                  </a:cubicBezTo>
                  <a:cubicBezTo>
                    <a:pt x="2018" y="320"/>
                    <a:pt x="2019" y="318"/>
                    <a:pt x="2019" y="314"/>
                  </a:cubicBezTo>
                  <a:cubicBezTo>
                    <a:pt x="2019" y="306"/>
                    <a:pt x="2022" y="305"/>
                    <a:pt x="2026" y="305"/>
                  </a:cubicBezTo>
                  <a:cubicBezTo>
                    <a:pt x="2029" y="305"/>
                    <a:pt x="2033" y="305"/>
                    <a:pt x="2036" y="296"/>
                  </a:cubicBezTo>
                  <a:lnTo>
                    <a:pt x="2042" y="296"/>
                  </a:lnTo>
                  <a:cubicBezTo>
                    <a:pt x="2043" y="296"/>
                    <a:pt x="2043" y="296"/>
                    <a:pt x="2043" y="296"/>
                  </a:cubicBezTo>
                  <a:cubicBezTo>
                    <a:pt x="2046" y="296"/>
                    <a:pt x="2043" y="304"/>
                    <a:pt x="2040" y="304"/>
                  </a:cubicBezTo>
                  <a:lnTo>
                    <a:pt x="2045" y="313"/>
                  </a:lnTo>
                  <a:cubicBezTo>
                    <a:pt x="2051" y="312"/>
                    <a:pt x="2056" y="312"/>
                    <a:pt x="2058" y="303"/>
                  </a:cubicBezTo>
                  <a:cubicBezTo>
                    <a:pt x="2059" y="294"/>
                    <a:pt x="2060" y="290"/>
                    <a:pt x="2060" y="290"/>
                  </a:cubicBezTo>
                  <a:cubicBezTo>
                    <a:pt x="2061" y="290"/>
                    <a:pt x="2061" y="294"/>
                    <a:pt x="2061" y="303"/>
                  </a:cubicBezTo>
                  <a:cubicBezTo>
                    <a:pt x="2062" y="309"/>
                    <a:pt x="2065" y="315"/>
                    <a:pt x="2067" y="315"/>
                  </a:cubicBezTo>
                  <a:cubicBezTo>
                    <a:pt x="2068" y="315"/>
                    <a:pt x="2069" y="313"/>
                    <a:pt x="2069" y="311"/>
                  </a:cubicBezTo>
                  <a:cubicBezTo>
                    <a:pt x="2070" y="303"/>
                    <a:pt x="2072" y="301"/>
                    <a:pt x="2073" y="301"/>
                  </a:cubicBezTo>
                  <a:cubicBezTo>
                    <a:pt x="2075" y="301"/>
                    <a:pt x="2077" y="305"/>
                    <a:pt x="2077" y="310"/>
                  </a:cubicBezTo>
                  <a:cubicBezTo>
                    <a:pt x="2076" y="318"/>
                    <a:pt x="2075" y="323"/>
                    <a:pt x="2077" y="323"/>
                  </a:cubicBezTo>
                  <a:cubicBezTo>
                    <a:pt x="2078" y="323"/>
                    <a:pt x="2081" y="318"/>
                    <a:pt x="2087" y="308"/>
                  </a:cubicBezTo>
                  <a:cubicBezTo>
                    <a:pt x="2095" y="308"/>
                    <a:pt x="2109" y="298"/>
                    <a:pt x="2119" y="297"/>
                  </a:cubicBezTo>
                  <a:cubicBezTo>
                    <a:pt x="2124" y="297"/>
                    <a:pt x="2128" y="296"/>
                    <a:pt x="2131" y="296"/>
                  </a:cubicBezTo>
                  <a:cubicBezTo>
                    <a:pt x="2138" y="296"/>
                    <a:pt x="2142" y="298"/>
                    <a:pt x="2144" y="303"/>
                  </a:cubicBezTo>
                  <a:cubicBezTo>
                    <a:pt x="2145" y="304"/>
                    <a:pt x="2145" y="306"/>
                    <a:pt x="2145" y="307"/>
                  </a:cubicBezTo>
                  <a:lnTo>
                    <a:pt x="2145" y="307"/>
                  </a:lnTo>
                  <a:cubicBezTo>
                    <a:pt x="2144" y="295"/>
                    <a:pt x="2149" y="294"/>
                    <a:pt x="2158" y="293"/>
                  </a:cubicBezTo>
                  <a:cubicBezTo>
                    <a:pt x="2161" y="295"/>
                    <a:pt x="2164" y="296"/>
                    <a:pt x="2166" y="296"/>
                  </a:cubicBezTo>
                  <a:cubicBezTo>
                    <a:pt x="2173" y="296"/>
                    <a:pt x="2176" y="288"/>
                    <a:pt x="2178" y="283"/>
                  </a:cubicBezTo>
                  <a:lnTo>
                    <a:pt x="2171" y="283"/>
                  </a:lnTo>
                  <a:cubicBezTo>
                    <a:pt x="2170" y="273"/>
                    <a:pt x="2171" y="269"/>
                    <a:pt x="2173" y="269"/>
                  </a:cubicBezTo>
                  <a:cubicBezTo>
                    <a:pt x="2175" y="269"/>
                    <a:pt x="2178" y="270"/>
                    <a:pt x="2181" y="274"/>
                  </a:cubicBezTo>
                  <a:cubicBezTo>
                    <a:pt x="2182" y="274"/>
                    <a:pt x="2182" y="274"/>
                    <a:pt x="2182" y="274"/>
                  </a:cubicBezTo>
                  <a:cubicBezTo>
                    <a:pt x="2185" y="274"/>
                    <a:pt x="2186" y="282"/>
                    <a:pt x="2187" y="289"/>
                  </a:cubicBezTo>
                  <a:cubicBezTo>
                    <a:pt x="2188" y="298"/>
                    <a:pt x="2193" y="306"/>
                    <a:pt x="2196" y="306"/>
                  </a:cubicBezTo>
                  <a:cubicBezTo>
                    <a:pt x="2199" y="306"/>
                    <a:pt x="2203" y="305"/>
                    <a:pt x="2198" y="297"/>
                  </a:cubicBezTo>
                  <a:cubicBezTo>
                    <a:pt x="2197" y="288"/>
                    <a:pt x="2197" y="288"/>
                    <a:pt x="2201" y="288"/>
                  </a:cubicBezTo>
                  <a:cubicBezTo>
                    <a:pt x="2205" y="288"/>
                    <a:pt x="2208" y="287"/>
                    <a:pt x="2211" y="279"/>
                  </a:cubicBezTo>
                  <a:cubicBezTo>
                    <a:pt x="2210" y="270"/>
                    <a:pt x="2213" y="270"/>
                    <a:pt x="2216" y="269"/>
                  </a:cubicBezTo>
                  <a:cubicBezTo>
                    <a:pt x="2219" y="274"/>
                    <a:pt x="2223" y="277"/>
                    <a:pt x="2229" y="277"/>
                  </a:cubicBezTo>
                  <a:lnTo>
                    <a:pt x="2230" y="285"/>
                  </a:lnTo>
                  <a:cubicBezTo>
                    <a:pt x="2231" y="292"/>
                    <a:pt x="2233" y="297"/>
                    <a:pt x="2235" y="302"/>
                  </a:cubicBezTo>
                  <a:cubicBezTo>
                    <a:pt x="2239" y="302"/>
                    <a:pt x="2238" y="293"/>
                    <a:pt x="2238" y="293"/>
                  </a:cubicBezTo>
                  <a:cubicBezTo>
                    <a:pt x="2236" y="286"/>
                    <a:pt x="2323" y="273"/>
                    <a:pt x="2333" y="271"/>
                  </a:cubicBezTo>
                  <a:cubicBezTo>
                    <a:pt x="2337" y="275"/>
                    <a:pt x="2341" y="276"/>
                    <a:pt x="2344" y="276"/>
                  </a:cubicBezTo>
                  <a:cubicBezTo>
                    <a:pt x="2348" y="276"/>
                    <a:pt x="2350" y="274"/>
                    <a:pt x="2348" y="269"/>
                  </a:cubicBezTo>
                  <a:cubicBezTo>
                    <a:pt x="2345" y="261"/>
                    <a:pt x="2363" y="258"/>
                    <a:pt x="2385" y="256"/>
                  </a:cubicBezTo>
                  <a:cubicBezTo>
                    <a:pt x="2410" y="251"/>
                    <a:pt x="2427" y="249"/>
                    <a:pt x="2426" y="241"/>
                  </a:cubicBezTo>
                  <a:lnTo>
                    <a:pt x="2437" y="239"/>
                  </a:lnTo>
                  <a:cubicBezTo>
                    <a:pt x="2444" y="239"/>
                    <a:pt x="2450" y="229"/>
                    <a:pt x="2453" y="228"/>
                  </a:cubicBezTo>
                  <a:cubicBezTo>
                    <a:pt x="2454" y="223"/>
                    <a:pt x="2455" y="221"/>
                    <a:pt x="2456" y="221"/>
                  </a:cubicBezTo>
                  <a:cubicBezTo>
                    <a:pt x="2457" y="221"/>
                    <a:pt x="2457" y="223"/>
                    <a:pt x="2456" y="228"/>
                  </a:cubicBezTo>
                  <a:cubicBezTo>
                    <a:pt x="2458" y="235"/>
                    <a:pt x="2460" y="243"/>
                    <a:pt x="2462" y="243"/>
                  </a:cubicBezTo>
                  <a:cubicBezTo>
                    <a:pt x="2463" y="243"/>
                    <a:pt x="2463" y="243"/>
                    <a:pt x="2463" y="243"/>
                  </a:cubicBezTo>
                  <a:cubicBezTo>
                    <a:pt x="2470" y="242"/>
                    <a:pt x="2469" y="233"/>
                    <a:pt x="2468" y="225"/>
                  </a:cubicBezTo>
                  <a:cubicBezTo>
                    <a:pt x="2465" y="216"/>
                    <a:pt x="2469" y="216"/>
                    <a:pt x="2469" y="216"/>
                  </a:cubicBezTo>
                  <a:cubicBezTo>
                    <a:pt x="2470" y="216"/>
                    <a:pt x="2470" y="216"/>
                    <a:pt x="2471" y="216"/>
                  </a:cubicBezTo>
                  <a:cubicBezTo>
                    <a:pt x="2472" y="216"/>
                    <a:pt x="2473" y="218"/>
                    <a:pt x="2474" y="224"/>
                  </a:cubicBezTo>
                  <a:cubicBezTo>
                    <a:pt x="2475" y="232"/>
                    <a:pt x="2478" y="241"/>
                    <a:pt x="2478" y="241"/>
                  </a:cubicBezTo>
                  <a:lnTo>
                    <a:pt x="2481" y="240"/>
                  </a:lnTo>
                  <a:cubicBezTo>
                    <a:pt x="2479" y="232"/>
                    <a:pt x="2483" y="231"/>
                    <a:pt x="2483" y="231"/>
                  </a:cubicBezTo>
                  <a:cubicBezTo>
                    <a:pt x="2484" y="231"/>
                    <a:pt x="2484" y="231"/>
                    <a:pt x="2485" y="231"/>
                  </a:cubicBezTo>
                  <a:cubicBezTo>
                    <a:pt x="2487" y="231"/>
                    <a:pt x="2487" y="233"/>
                    <a:pt x="2489" y="247"/>
                  </a:cubicBezTo>
                  <a:cubicBezTo>
                    <a:pt x="2491" y="255"/>
                    <a:pt x="2492" y="259"/>
                    <a:pt x="2494" y="259"/>
                  </a:cubicBezTo>
                  <a:cubicBezTo>
                    <a:pt x="2495" y="259"/>
                    <a:pt x="2496" y="255"/>
                    <a:pt x="2497" y="246"/>
                  </a:cubicBezTo>
                  <a:lnTo>
                    <a:pt x="2502" y="237"/>
                  </a:lnTo>
                  <a:cubicBezTo>
                    <a:pt x="2504" y="241"/>
                    <a:pt x="2506" y="243"/>
                    <a:pt x="2507" y="243"/>
                  </a:cubicBezTo>
                  <a:cubicBezTo>
                    <a:pt x="2511" y="243"/>
                    <a:pt x="2513" y="232"/>
                    <a:pt x="2515" y="225"/>
                  </a:cubicBezTo>
                  <a:cubicBezTo>
                    <a:pt x="2518" y="233"/>
                    <a:pt x="2520" y="237"/>
                    <a:pt x="2522" y="237"/>
                  </a:cubicBezTo>
                  <a:cubicBezTo>
                    <a:pt x="2524" y="237"/>
                    <a:pt x="2525" y="232"/>
                    <a:pt x="2525" y="223"/>
                  </a:cubicBezTo>
                  <a:cubicBezTo>
                    <a:pt x="2524" y="219"/>
                    <a:pt x="2525" y="216"/>
                    <a:pt x="2526" y="216"/>
                  </a:cubicBezTo>
                  <a:cubicBezTo>
                    <a:pt x="2527" y="216"/>
                    <a:pt x="2529" y="218"/>
                    <a:pt x="2531" y="222"/>
                  </a:cubicBezTo>
                  <a:cubicBezTo>
                    <a:pt x="2535" y="227"/>
                    <a:pt x="2538" y="228"/>
                    <a:pt x="2541" y="228"/>
                  </a:cubicBezTo>
                  <a:cubicBezTo>
                    <a:pt x="2543" y="228"/>
                    <a:pt x="2546" y="228"/>
                    <a:pt x="2548" y="228"/>
                  </a:cubicBezTo>
                  <a:cubicBezTo>
                    <a:pt x="2549" y="219"/>
                    <a:pt x="2574" y="214"/>
                    <a:pt x="2602" y="209"/>
                  </a:cubicBezTo>
                  <a:cubicBezTo>
                    <a:pt x="2635" y="203"/>
                    <a:pt x="2655" y="197"/>
                    <a:pt x="2654" y="190"/>
                  </a:cubicBezTo>
                  <a:cubicBezTo>
                    <a:pt x="2655" y="189"/>
                    <a:pt x="2655" y="189"/>
                    <a:pt x="2656" y="189"/>
                  </a:cubicBezTo>
                  <a:cubicBezTo>
                    <a:pt x="2658" y="189"/>
                    <a:pt x="2659" y="191"/>
                    <a:pt x="2663" y="196"/>
                  </a:cubicBezTo>
                  <a:cubicBezTo>
                    <a:pt x="2663" y="200"/>
                    <a:pt x="2664" y="202"/>
                    <a:pt x="2665" y="202"/>
                  </a:cubicBezTo>
                  <a:cubicBezTo>
                    <a:pt x="2666" y="202"/>
                    <a:pt x="2667" y="197"/>
                    <a:pt x="2667" y="186"/>
                  </a:cubicBezTo>
                  <a:cubicBezTo>
                    <a:pt x="2668" y="181"/>
                    <a:pt x="2668" y="176"/>
                    <a:pt x="2668" y="176"/>
                  </a:cubicBezTo>
                  <a:cubicBezTo>
                    <a:pt x="2669" y="176"/>
                    <a:pt x="2669" y="179"/>
                    <a:pt x="2671" y="186"/>
                  </a:cubicBezTo>
                  <a:cubicBezTo>
                    <a:pt x="2672" y="190"/>
                    <a:pt x="2674" y="192"/>
                    <a:pt x="2679" y="192"/>
                  </a:cubicBezTo>
                  <a:cubicBezTo>
                    <a:pt x="2683" y="192"/>
                    <a:pt x="2688" y="191"/>
                    <a:pt x="2694" y="190"/>
                  </a:cubicBezTo>
                  <a:cubicBezTo>
                    <a:pt x="2704" y="187"/>
                    <a:pt x="2718" y="184"/>
                    <a:pt x="2717" y="175"/>
                  </a:cubicBezTo>
                  <a:cubicBezTo>
                    <a:pt x="2719" y="170"/>
                    <a:pt x="2720" y="168"/>
                    <a:pt x="2720" y="168"/>
                  </a:cubicBezTo>
                  <a:lnTo>
                    <a:pt x="2720" y="168"/>
                  </a:lnTo>
                  <a:cubicBezTo>
                    <a:pt x="2721" y="168"/>
                    <a:pt x="2721" y="170"/>
                    <a:pt x="2720" y="175"/>
                  </a:cubicBezTo>
                  <a:cubicBezTo>
                    <a:pt x="2720" y="184"/>
                    <a:pt x="2726" y="190"/>
                    <a:pt x="2732" y="190"/>
                  </a:cubicBezTo>
                  <a:cubicBezTo>
                    <a:pt x="2738" y="190"/>
                    <a:pt x="2743" y="186"/>
                    <a:pt x="2746" y="177"/>
                  </a:cubicBezTo>
                  <a:cubicBezTo>
                    <a:pt x="2747" y="177"/>
                    <a:pt x="2748" y="177"/>
                    <a:pt x="2749" y="177"/>
                  </a:cubicBezTo>
                  <a:cubicBezTo>
                    <a:pt x="2752" y="177"/>
                    <a:pt x="2754" y="178"/>
                    <a:pt x="2755" y="184"/>
                  </a:cubicBezTo>
                  <a:cubicBezTo>
                    <a:pt x="2759" y="183"/>
                    <a:pt x="2763" y="183"/>
                    <a:pt x="2770" y="172"/>
                  </a:cubicBezTo>
                  <a:lnTo>
                    <a:pt x="2795" y="166"/>
                  </a:lnTo>
                  <a:cubicBezTo>
                    <a:pt x="2802" y="165"/>
                    <a:pt x="2807" y="155"/>
                    <a:pt x="2807" y="155"/>
                  </a:cubicBezTo>
                  <a:cubicBezTo>
                    <a:pt x="2809" y="154"/>
                    <a:pt x="2810" y="154"/>
                    <a:pt x="2811" y="154"/>
                  </a:cubicBezTo>
                  <a:lnTo>
                    <a:pt x="2811" y="154"/>
                  </a:lnTo>
                  <a:cubicBezTo>
                    <a:pt x="2812" y="157"/>
                    <a:pt x="2815" y="159"/>
                    <a:pt x="2820" y="159"/>
                  </a:cubicBezTo>
                  <a:cubicBezTo>
                    <a:pt x="2828" y="159"/>
                    <a:pt x="2840" y="155"/>
                    <a:pt x="2855" y="151"/>
                  </a:cubicBezTo>
                  <a:cubicBezTo>
                    <a:pt x="2870" y="147"/>
                    <a:pt x="2884" y="143"/>
                    <a:pt x="2894" y="143"/>
                  </a:cubicBezTo>
                  <a:cubicBezTo>
                    <a:pt x="2899" y="143"/>
                    <a:pt x="2903" y="144"/>
                    <a:pt x="2905" y="147"/>
                  </a:cubicBezTo>
                  <a:cubicBezTo>
                    <a:pt x="2905" y="147"/>
                    <a:pt x="2908" y="146"/>
                    <a:pt x="2910" y="137"/>
                  </a:cubicBezTo>
                  <a:cubicBezTo>
                    <a:pt x="2909" y="126"/>
                    <a:pt x="2910" y="121"/>
                    <a:pt x="2912" y="121"/>
                  </a:cubicBezTo>
                  <a:cubicBezTo>
                    <a:pt x="2913" y="121"/>
                    <a:pt x="2915" y="123"/>
                    <a:pt x="2917" y="126"/>
                  </a:cubicBezTo>
                  <a:cubicBezTo>
                    <a:pt x="2921" y="132"/>
                    <a:pt x="2926" y="135"/>
                    <a:pt x="2930" y="135"/>
                  </a:cubicBezTo>
                  <a:cubicBezTo>
                    <a:pt x="2935" y="135"/>
                    <a:pt x="2939" y="130"/>
                    <a:pt x="2939" y="120"/>
                  </a:cubicBezTo>
                  <a:cubicBezTo>
                    <a:pt x="2938" y="117"/>
                    <a:pt x="2938" y="116"/>
                    <a:pt x="2938" y="116"/>
                  </a:cubicBezTo>
                  <a:lnTo>
                    <a:pt x="2938" y="116"/>
                  </a:lnTo>
                  <a:cubicBezTo>
                    <a:pt x="2938" y="116"/>
                    <a:pt x="2939" y="122"/>
                    <a:pt x="2941" y="128"/>
                  </a:cubicBezTo>
                  <a:cubicBezTo>
                    <a:pt x="2944" y="133"/>
                    <a:pt x="2946" y="135"/>
                    <a:pt x="2949" y="135"/>
                  </a:cubicBezTo>
                  <a:cubicBezTo>
                    <a:pt x="2954" y="135"/>
                    <a:pt x="2957" y="127"/>
                    <a:pt x="2956" y="115"/>
                  </a:cubicBezTo>
                  <a:lnTo>
                    <a:pt x="2956" y="115"/>
                  </a:lnTo>
                  <a:cubicBezTo>
                    <a:pt x="2960" y="120"/>
                    <a:pt x="2964" y="125"/>
                    <a:pt x="2966" y="125"/>
                  </a:cubicBezTo>
                  <a:cubicBezTo>
                    <a:pt x="2968" y="125"/>
                    <a:pt x="2969" y="123"/>
                    <a:pt x="2969" y="120"/>
                  </a:cubicBezTo>
                  <a:cubicBezTo>
                    <a:pt x="2972" y="120"/>
                    <a:pt x="2972" y="120"/>
                    <a:pt x="2977" y="136"/>
                  </a:cubicBezTo>
                  <a:cubicBezTo>
                    <a:pt x="2980" y="143"/>
                    <a:pt x="2982" y="151"/>
                    <a:pt x="2985" y="151"/>
                  </a:cubicBezTo>
                  <a:cubicBezTo>
                    <a:pt x="2985" y="151"/>
                    <a:pt x="2986" y="151"/>
                    <a:pt x="2986" y="151"/>
                  </a:cubicBezTo>
                  <a:cubicBezTo>
                    <a:pt x="2989" y="150"/>
                    <a:pt x="2987" y="142"/>
                    <a:pt x="2985" y="135"/>
                  </a:cubicBezTo>
                  <a:lnTo>
                    <a:pt x="2991" y="132"/>
                  </a:lnTo>
                  <a:cubicBezTo>
                    <a:pt x="2991" y="132"/>
                    <a:pt x="2995" y="131"/>
                    <a:pt x="2993" y="123"/>
                  </a:cubicBezTo>
                  <a:cubicBezTo>
                    <a:pt x="2990" y="114"/>
                    <a:pt x="2994" y="114"/>
                    <a:pt x="2997" y="113"/>
                  </a:cubicBezTo>
                  <a:cubicBezTo>
                    <a:pt x="2998" y="115"/>
                    <a:pt x="2998" y="116"/>
                    <a:pt x="2999" y="116"/>
                  </a:cubicBezTo>
                  <a:cubicBezTo>
                    <a:pt x="2999" y="116"/>
                    <a:pt x="2999" y="110"/>
                    <a:pt x="2995" y="105"/>
                  </a:cubicBezTo>
                  <a:cubicBezTo>
                    <a:pt x="2991" y="96"/>
                    <a:pt x="2989" y="89"/>
                    <a:pt x="2993" y="87"/>
                  </a:cubicBezTo>
                  <a:lnTo>
                    <a:pt x="2988" y="72"/>
                  </a:lnTo>
                  <a:cubicBezTo>
                    <a:pt x="2982" y="55"/>
                    <a:pt x="2980" y="47"/>
                    <a:pt x="2971" y="40"/>
                  </a:cubicBezTo>
                  <a:cubicBezTo>
                    <a:pt x="2963" y="38"/>
                    <a:pt x="2956" y="36"/>
                    <a:pt x="2951" y="36"/>
                  </a:cubicBezTo>
                  <a:cubicBezTo>
                    <a:pt x="2946" y="36"/>
                    <a:pt x="2944" y="38"/>
                    <a:pt x="2947" y="47"/>
                  </a:cubicBezTo>
                  <a:cubicBezTo>
                    <a:pt x="2947" y="47"/>
                    <a:pt x="2947" y="56"/>
                    <a:pt x="2943" y="57"/>
                  </a:cubicBezTo>
                  <a:cubicBezTo>
                    <a:pt x="2943" y="57"/>
                    <a:pt x="2943" y="57"/>
                    <a:pt x="2942" y="57"/>
                  </a:cubicBezTo>
                  <a:cubicBezTo>
                    <a:pt x="2939" y="57"/>
                    <a:pt x="2933" y="50"/>
                    <a:pt x="2933" y="50"/>
                  </a:cubicBezTo>
                  <a:cubicBezTo>
                    <a:pt x="2932" y="47"/>
                    <a:pt x="2929" y="46"/>
                    <a:pt x="2924" y="46"/>
                  </a:cubicBezTo>
                  <a:cubicBezTo>
                    <a:pt x="2918" y="46"/>
                    <a:pt x="2910" y="48"/>
                    <a:pt x="2901" y="50"/>
                  </a:cubicBezTo>
                  <a:cubicBezTo>
                    <a:pt x="2889" y="54"/>
                    <a:pt x="2880" y="56"/>
                    <a:pt x="2874" y="56"/>
                  </a:cubicBezTo>
                  <a:cubicBezTo>
                    <a:pt x="2869" y="56"/>
                    <a:pt x="2866" y="55"/>
                    <a:pt x="2864" y="52"/>
                  </a:cubicBezTo>
                  <a:cubicBezTo>
                    <a:pt x="2858" y="45"/>
                    <a:pt x="2855" y="45"/>
                    <a:pt x="2855" y="45"/>
                  </a:cubicBezTo>
                  <a:lnTo>
                    <a:pt x="2855" y="45"/>
                  </a:lnTo>
                  <a:cubicBezTo>
                    <a:pt x="2857" y="54"/>
                    <a:pt x="2837" y="59"/>
                    <a:pt x="2813" y="65"/>
                  </a:cubicBezTo>
                  <a:cubicBezTo>
                    <a:pt x="2789" y="72"/>
                    <a:pt x="2765" y="77"/>
                    <a:pt x="2767" y="85"/>
                  </a:cubicBezTo>
                  <a:lnTo>
                    <a:pt x="2760" y="87"/>
                  </a:lnTo>
                  <a:cubicBezTo>
                    <a:pt x="2759" y="82"/>
                    <a:pt x="2756" y="81"/>
                    <a:pt x="2753" y="81"/>
                  </a:cubicBezTo>
                  <a:cubicBezTo>
                    <a:pt x="2750" y="81"/>
                    <a:pt x="2747" y="81"/>
                    <a:pt x="2745" y="82"/>
                  </a:cubicBezTo>
                  <a:cubicBezTo>
                    <a:pt x="2742" y="87"/>
                    <a:pt x="2738" y="91"/>
                    <a:pt x="2732" y="93"/>
                  </a:cubicBezTo>
                  <a:cubicBezTo>
                    <a:pt x="2732" y="88"/>
                    <a:pt x="2730" y="86"/>
                    <a:pt x="2727" y="86"/>
                  </a:cubicBezTo>
                  <a:cubicBezTo>
                    <a:pt x="2725" y="86"/>
                    <a:pt x="2723" y="87"/>
                    <a:pt x="2720" y="87"/>
                  </a:cubicBezTo>
                  <a:cubicBezTo>
                    <a:pt x="2713" y="89"/>
                    <a:pt x="2710" y="90"/>
                    <a:pt x="2712" y="98"/>
                  </a:cubicBezTo>
                  <a:cubicBezTo>
                    <a:pt x="2704" y="99"/>
                    <a:pt x="2696" y="101"/>
                    <a:pt x="2689" y="101"/>
                  </a:cubicBezTo>
                  <a:cubicBezTo>
                    <a:pt x="2683" y="101"/>
                    <a:pt x="2678" y="100"/>
                    <a:pt x="2673" y="99"/>
                  </a:cubicBezTo>
                  <a:cubicBezTo>
                    <a:pt x="2671" y="97"/>
                    <a:pt x="2670" y="96"/>
                    <a:pt x="2669" y="96"/>
                  </a:cubicBezTo>
                  <a:cubicBezTo>
                    <a:pt x="2666" y="96"/>
                    <a:pt x="2665" y="102"/>
                    <a:pt x="2664" y="109"/>
                  </a:cubicBezTo>
                  <a:cubicBezTo>
                    <a:pt x="2666" y="117"/>
                    <a:pt x="2664" y="126"/>
                    <a:pt x="2660" y="127"/>
                  </a:cubicBezTo>
                  <a:lnTo>
                    <a:pt x="2657" y="110"/>
                  </a:lnTo>
                  <a:cubicBezTo>
                    <a:pt x="2658" y="104"/>
                    <a:pt x="2658" y="102"/>
                    <a:pt x="2656" y="102"/>
                  </a:cubicBezTo>
                  <a:cubicBezTo>
                    <a:pt x="2655" y="102"/>
                    <a:pt x="2654" y="102"/>
                    <a:pt x="2652" y="103"/>
                  </a:cubicBezTo>
                  <a:lnTo>
                    <a:pt x="2645" y="104"/>
                  </a:lnTo>
                  <a:cubicBezTo>
                    <a:pt x="2647" y="112"/>
                    <a:pt x="2629" y="117"/>
                    <a:pt x="2606" y="122"/>
                  </a:cubicBezTo>
                  <a:cubicBezTo>
                    <a:pt x="2574" y="128"/>
                    <a:pt x="2564" y="129"/>
                    <a:pt x="2565" y="138"/>
                  </a:cubicBezTo>
                  <a:cubicBezTo>
                    <a:pt x="2566" y="142"/>
                    <a:pt x="2566" y="145"/>
                    <a:pt x="2563" y="145"/>
                  </a:cubicBezTo>
                  <a:cubicBezTo>
                    <a:pt x="2561" y="145"/>
                    <a:pt x="2557" y="143"/>
                    <a:pt x="2552" y="140"/>
                  </a:cubicBezTo>
                  <a:cubicBezTo>
                    <a:pt x="2536" y="127"/>
                    <a:pt x="2530" y="122"/>
                    <a:pt x="2527" y="122"/>
                  </a:cubicBezTo>
                  <a:cubicBezTo>
                    <a:pt x="2525" y="122"/>
                    <a:pt x="2525" y="124"/>
                    <a:pt x="2524" y="128"/>
                  </a:cubicBezTo>
                  <a:cubicBezTo>
                    <a:pt x="2527" y="128"/>
                    <a:pt x="2529" y="136"/>
                    <a:pt x="2530" y="145"/>
                  </a:cubicBezTo>
                  <a:cubicBezTo>
                    <a:pt x="2532" y="153"/>
                    <a:pt x="2532" y="157"/>
                    <a:pt x="2531" y="157"/>
                  </a:cubicBezTo>
                  <a:cubicBezTo>
                    <a:pt x="2529" y="157"/>
                    <a:pt x="2527" y="153"/>
                    <a:pt x="2524" y="146"/>
                  </a:cubicBezTo>
                  <a:cubicBezTo>
                    <a:pt x="2523" y="141"/>
                    <a:pt x="2518" y="139"/>
                    <a:pt x="2512" y="139"/>
                  </a:cubicBezTo>
                  <a:cubicBezTo>
                    <a:pt x="2496" y="139"/>
                    <a:pt x="2472" y="151"/>
                    <a:pt x="2470" y="162"/>
                  </a:cubicBezTo>
                  <a:lnTo>
                    <a:pt x="2470" y="162"/>
                  </a:lnTo>
                  <a:cubicBezTo>
                    <a:pt x="2470" y="160"/>
                    <a:pt x="2469" y="158"/>
                    <a:pt x="2469" y="156"/>
                  </a:cubicBezTo>
                  <a:cubicBezTo>
                    <a:pt x="2467" y="150"/>
                    <a:pt x="2466" y="149"/>
                    <a:pt x="2461" y="149"/>
                  </a:cubicBezTo>
                  <a:cubicBezTo>
                    <a:pt x="2459" y="149"/>
                    <a:pt x="2455" y="149"/>
                    <a:pt x="2450" y="150"/>
                  </a:cubicBezTo>
                  <a:lnTo>
                    <a:pt x="2439" y="152"/>
                  </a:lnTo>
                  <a:cubicBezTo>
                    <a:pt x="2441" y="161"/>
                    <a:pt x="2436" y="164"/>
                    <a:pt x="2430" y="164"/>
                  </a:cubicBezTo>
                  <a:cubicBezTo>
                    <a:pt x="2425" y="164"/>
                    <a:pt x="2419" y="160"/>
                    <a:pt x="2418" y="156"/>
                  </a:cubicBezTo>
                  <a:cubicBezTo>
                    <a:pt x="2415" y="150"/>
                    <a:pt x="2414" y="149"/>
                    <a:pt x="2411" y="149"/>
                  </a:cubicBezTo>
                  <a:cubicBezTo>
                    <a:pt x="2410" y="149"/>
                    <a:pt x="2408" y="149"/>
                    <a:pt x="2406" y="149"/>
                  </a:cubicBezTo>
                  <a:cubicBezTo>
                    <a:pt x="2403" y="158"/>
                    <a:pt x="2396" y="161"/>
                    <a:pt x="2391" y="161"/>
                  </a:cubicBezTo>
                  <a:cubicBezTo>
                    <a:pt x="2385" y="161"/>
                    <a:pt x="2379" y="158"/>
                    <a:pt x="2379" y="154"/>
                  </a:cubicBezTo>
                  <a:lnTo>
                    <a:pt x="2371" y="154"/>
                  </a:lnTo>
                  <a:cubicBezTo>
                    <a:pt x="2370" y="160"/>
                    <a:pt x="2365" y="165"/>
                    <a:pt x="2359" y="165"/>
                  </a:cubicBezTo>
                  <a:cubicBezTo>
                    <a:pt x="2349" y="166"/>
                    <a:pt x="2345" y="167"/>
                    <a:pt x="2350" y="175"/>
                  </a:cubicBezTo>
                  <a:cubicBezTo>
                    <a:pt x="2351" y="183"/>
                    <a:pt x="2353" y="192"/>
                    <a:pt x="2349" y="192"/>
                  </a:cubicBezTo>
                  <a:lnTo>
                    <a:pt x="2348" y="184"/>
                  </a:lnTo>
                  <a:cubicBezTo>
                    <a:pt x="2347" y="178"/>
                    <a:pt x="2343" y="177"/>
                    <a:pt x="2336" y="177"/>
                  </a:cubicBezTo>
                  <a:cubicBezTo>
                    <a:pt x="2332" y="177"/>
                    <a:pt x="2327" y="177"/>
                    <a:pt x="2322" y="178"/>
                  </a:cubicBezTo>
                  <a:cubicBezTo>
                    <a:pt x="2314" y="179"/>
                    <a:pt x="2309" y="180"/>
                    <a:pt x="2305" y="180"/>
                  </a:cubicBezTo>
                  <a:cubicBezTo>
                    <a:pt x="2299" y="180"/>
                    <a:pt x="2295" y="178"/>
                    <a:pt x="2293" y="174"/>
                  </a:cubicBezTo>
                  <a:lnTo>
                    <a:pt x="2290" y="183"/>
                  </a:lnTo>
                  <a:cubicBezTo>
                    <a:pt x="2289" y="188"/>
                    <a:pt x="2288" y="190"/>
                    <a:pt x="2286" y="190"/>
                  </a:cubicBezTo>
                  <a:cubicBezTo>
                    <a:pt x="2285" y="190"/>
                    <a:pt x="2284" y="188"/>
                    <a:pt x="2284" y="184"/>
                  </a:cubicBezTo>
                  <a:cubicBezTo>
                    <a:pt x="2282" y="181"/>
                    <a:pt x="2278" y="179"/>
                    <a:pt x="2274" y="179"/>
                  </a:cubicBezTo>
                  <a:cubicBezTo>
                    <a:pt x="2268" y="179"/>
                    <a:pt x="2262" y="182"/>
                    <a:pt x="2259" y="187"/>
                  </a:cubicBezTo>
                  <a:lnTo>
                    <a:pt x="2252" y="188"/>
                  </a:lnTo>
                  <a:cubicBezTo>
                    <a:pt x="2249" y="181"/>
                    <a:pt x="2246" y="177"/>
                    <a:pt x="2242" y="177"/>
                  </a:cubicBezTo>
                  <a:cubicBezTo>
                    <a:pt x="2238" y="177"/>
                    <a:pt x="2235" y="182"/>
                    <a:pt x="2234" y="191"/>
                  </a:cubicBezTo>
                  <a:cubicBezTo>
                    <a:pt x="2233" y="183"/>
                    <a:pt x="2230" y="183"/>
                    <a:pt x="2226" y="183"/>
                  </a:cubicBezTo>
                  <a:cubicBezTo>
                    <a:pt x="2223" y="188"/>
                    <a:pt x="2217" y="191"/>
                    <a:pt x="2212" y="191"/>
                  </a:cubicBezTo>
                  <a:cubicBezTo>
                    <a:pt x="2209" y="191"/>
                    <a:pt x="2206" y="189"/>
                    <a:pt x="2205" y="185"/>
                  </a:cubicBezTo>
                  <a:lnTo>
                    <a:pt x="2202" y="186"/>
                  </a:lnTo>
                  <a:cubicBezTo>
                    <a:pt x="2199" y="194"/>
                    <a:pt x="2196" y="195"/>
                    <a:pt x="2193" y="195"/>
                  </a:cubicBezTo>
                  <a:cubicBezTo>
                    <a:pt x="2188" y="195"/>
                    <a:pt x="2185" y="196"/>
                    <a:pt x="2183" y="205"/>
                  </a:cubicBezTo>
                  <a:cubicBezTo>
                    <a:pt x="2180" y="213"/>
                    <a:pt x="2177" y="214"/>
                    <a:pt x="2177" y="214"/>
                  </a:cubicBezTo>
                  <a:cubicBezTo>
                    <a:pt x="2174" y="214"/>
                    <a:pt x="2176" y="205"/>
                    <a:pt x="2178" y="196"/>
                  </a:cubicBezTo>
                  <a:cubicBezTo>
                    <a:pt x="2180" y="193"/>
                    <a:pt x="2180" y="191"/>
                    <a:pt x="2179" y="191"/>
                  </a:cubicBezTo>
                  <a:cubicBezTo>
                    <a:pt x="2176" y="191"/>
                    <a:pt x="2171" y="195"/>
                    <a:pt x="2166" y="206"/>
                  </a:cubicBezTo>
                  <a:cubicBezTo>
                    <a:pt x="2161" y="215"/>
                    <a:pt x="2159" y="220"/>
                    <a:pt x="2158" y="220"/>
                  </a:cubicBezTo>
                  <a:cubicBezTo>
                    <a:pt x="2158" y="220"/>
                    <a:pt x="2159" y="216"/>
                    <a:pt x="2161" y="207"/>
                  </a:cubicBezTo>
                  <a:cubicBezTo>
                    <a:pt x="2164" y="201"/>
                    <a:pt x="2165" y="195"/>
                    <a:pt x="2164" y="195"/>
                  </a:cubicBezTo>
                  <a:cubicBezTo>
                    <a:pt x="2163" y="195"/>
                    <a:pt x="2162" y="196"/>
                    <a:pt x="2160" y="198"/>
                  </a:cubicBezTo>
                  <a:cubicBezTo>
                    <a:pt x="2157" y="200"/>
                    <a:pt x="2153" y="203"/>
                    <a:pt x="2155" y="207"/>
                  </a:cubicBezTo>
                  <a:lnTo>
                    <a:pt x="2144" y="209"/>
                  </a:lnTo>
                  <a:cubicBezTo>
                    <a:pt x="2138" y="202"/>
                    <a:pt x="2134" y="202"/>
                    <a:pt x="2131" y="202"/>
                  </a:cubicBezTo>
                  <a:cubicBezTo>
                    <a:pt x="2130" y="202"/>
                    <a:pt x="2130" y="202"/>
                    <a:pt x="2129" y="202"/>
                  </a:cubicBezTo>
                  <a:cubicBezTo>
                    <a:pt x="2128" y="206"/>
                    <a:pt x="2127" y="209"/>
                    <a:pt x="2126" y="209"/>
                  </a:cubicBezTo>
                  <a:cubicBezTo>
                    <a:pt x="2125" y="209"/>
                    <a:pt x="2124" y="207"/>
                    <a:pt x="2122" y="203"/>
                  </a:cubicBezTo>
                  <a:cubicBezTo>
                    <a:pt x="2122" y="199"/>
                    <a:pt x="2121" y="197"/>
                    <a:pt x="2120" y="197"/>
                  </a:cubicBezTo>
                  <a:cubicBezTo>
                    <a:pt x="2119" y="197"/>
                    <a:pt x="2118" y="201"/>
                    <a:pt x="2120" y="212"/>
                  </a:cubicBezTo>
                  <a:cubicBezTo>
                    <a:pt x="2119" y="216"/>
                    <a:pt x="2117" y="218"/>
                    <a:pt x="2115" y="218"/>
                  </a:cubicBezTo>
                  <a:cubicBezTo>
                    <a:pt x="2113" y="218"/>
                    <a:pt x="2111" y="217"/>
                    <a:pt x="2109" y="213"/>
                  </a:cubicBezTo>
                  <a:cubicBezTo>
                    <a:pt x="2108" y="203"/>
                    <a:pt x="2107" y="199"/>
                    <a:pt x="2105" y="199"/>
                  </a:cubicBezTo>
                  <a:cubicBezTo>
                    <a:pt x="2105" y="199"/>
                    <a:pt x="2104" y="201"/>
                    <a:pt x="2104" y="204"/>
                  </a:cubicBezTo>
                  <a:cubicBezTo>
                    <a:pt x="2102" y="213"/>
                    <a:pt x="2098" y="214"/>
                    <a:pt x="2098" y="214"/>
                  </a:cubicBezTo>
                  <a:cubicBezTo>
                    <a:pt x="2098" y="210"/>
                    <a:pt x="2091" y="209"/>
                    <a:pt x="2080" y="209"/>
                  </a:cubicBezTo>
                  <a:cubicBezTo>
                    <a:pt x="2068" y="209"/>
                    <a:pt x="2051" y="210"/>
                    <a:pt x="2035" y="211"/>
                  </a:cubicBezTo>
                  <a:cubicBezTo>
                    <a:pt x="2031" y="211"/>
                    <a:pt x="2028" y="220"/>
                    <a:pt x="2029" y="229"/>
                  </a:cubicBezTo>
                  <a:cubicBezTo>
                    <a:pt x="2029" y="236"/>
                    <a:pt x="2030" y="238"/>
                    <a:pt x="2029" y="238"/>
                  </a:cubicBezTo>
                  <a:cubicBezTo>
                    <a:pt x="2029" y="238"/>
                    <a:pt x="2028" y="233"/>
                    <a:pt x="2026" y="229"/>
                  </a:cubicBezTo>
                  <a:cubicBezTo>
                    <a:pt x="2023" y="216"/>
                    <a:pt x="2019" y="210"/>
                    <a:pt x="2018" y="210"/>
                  </a:cubicBezTo>
                  <a:cubicBezTo>
                    <a:pt x="2016" y="210"/>
                    <a:pt x="2015" y="216"/>
                    <a:pt x="2019" y="229"/>
                  </a:cubicBezTo>
                  <a:cubicBezTo>
                    <a:pt x="2021" y="237"/>
                    <a:pt x="2022" y="241"/>
                    <a:pt x="2022" y="241"/>
                  </a:cubicBezTo>
                  <a:cubicBezTo>
                    <a:pt x="2021" y="241"/>
                    <a:pt x="2019" y="237"/>
                    <a:pt x="2014" y="229"/>
                  </a:cubicBezTo>
                  <a:cubicBezTo>
                    <a:pt x="2013" y="225"/>
                    <a:pt x="2012" y="223"/>
                    <a:pt x="2011" y="223"/>
                  </a:cubicBezTo>
                  <a:cubicBezTo>
                    <a:pt x="2010" y="223"/>
                    <a:pt x="2009" y="225"/>
                    <a:pt x="2008" y="230"/>
                  </a:cubicBezTo>
                  <a:cubicBezTo>
                    <a:pt x="2008" y="234"/>
                    <a:pt x="2008" y="236"/>
                    <a:pt x="2007" y="236"/>
                  </a:cubicBezTo>
                  <a:cubicBezTo>
                    <a:pt x="2006" y="236"/>
                    <a:pt x="2005" y="234"/>
                    <a:pt x="2004" y="230"/>
                  </a:cubicBezTo>
                  <a:cubicBezTo>
                    <a:pt x="2001" y="224"/>
                    <a:pt x="1998" y="218"/>
                    <a:pt x="1997" y="218"/>
                  </a:cubicBezTo>
                  <a:cubicBezTo>
                    <a:pt x="1996" y="218"/>
                    <a:pt x="1996" y="219"/>
                    <a:pt x="1996" y="222"/>
                  </a:cubicBezTo>
                  <a:cubicBezTo>
                    <a:pt x="1996" y="222"/>
                    <a:pt x="1993" y="222"/>
                    <a:pt x="1989" y="214"/>
                  </a:cubicBezTo>
                  <a:cubicBezTo>
                    <a:pt x="1987" y="212"/>
                    <a:pt x="1986" y="210"/>
                    <a:pt x="1985" y="210"/>
                  </a:cubicBezTo>
                  <a:cubicBezTo>
                    <a:pt x="1983" y="210"/>
                    <a:pt x="1981" y="217"/>
                    <a:pt x="1978" y="223"/>
                  </a:cubicBezTo>
                  <a:cubicBezTo>
                    <a:pt x="1974" y="232"/>
                    <a:pt x="1971" y="237"/>
                    <a:pt x="1969" y="237"/>
                  </a:cubicBezTo>
                  <a:cubicBezTo>
                    <a:pt x="1967" y="237"/>
                    <a:pt x="1967" y="233"/>
                    <a:pt x="1968" y="224"/>
                  </a:cubicBezTo>
                  <a:cubicBezTo>
                    <a:pt x="1969" y="218"/>
                    <a:pt x="1967" y="215"/>
                    <a:pt x="1965" y="215"/>
                  </a:cubicBezTo>
                  <a:cubicBezTo>
                    <a:pt x="1960" y="215"/>
                    <a:pt x="1953" y="223"/>
                    <a:pt x="1952" y="233"/>
                  </a:cubicBezTo>
                  <a:cubicBezTo>
                    <a:pt x="1950" y="244"/>
                    <a:pt x="1950" y="248"/>
                    <a:pt x="1949" y="248"/>
                  </a:cubicBezTo>
                  <a:cubicBezTo>
                    <a:pt x="1949" y="248"/>
                    <a:pt x="1949" y="246"/>
                    <a:pt x="1948" y="242"/>
                  </a:cubicBezTo>
                  <a:cubicBezTo>
                    <a:pt x="1948" y="235"/>
                    <a:pt x="1946" y="234"/>
                    <a:pt x="1945" y="234"/>
                  </a:cubicBezTo>
                  <a:cubicBezTo>
                    <a:pt x="1945" y="234"/>
                    <a:pt x="1945" y="234"/>
                    <a:pt x="1945" y="234"/>
                  </a:cubicBezTo>
                  <a:cubicBezTo>
                    <a:pt x="1940" y="234"/>
                    <a:pt x="1937" y="234"/>
                    <a:pt x="1937" y="225"/>
                  </a:cubicBezTo>
                  <a:cubicBezTo>
                    <a:pt x="1937" y="225"/>
                    <a:pt x="1934" y="227"/>
                    <a:pt x="1927" y="236"/>
                  </a:cubicBezTo>
                  <a:cubicBezTo>
                    <a:pt x="1925" y="242"/>
                    <a:pt x="1922" y="245"/>
                    <a:pt x="1918" y="245"/>
                  </a:cubicBezTo>
                  <a:cubicBezTo>
                    <a:pt x="1913" y="245"/>
                    <a:pt x="1908" y="238"/>
                    <a:pt x="1904" y="228"/>
                  </a:cubicBezTo>
                  <a:lnTo>
                    <a:pt x="1899" y="237"/>
                  </a:lnTo>
                  <a:cubicBezTo>
                    <a:pt x="1897" y="248"/>
                    <a:pt x="1896" y="255"/>
                    <a:pt x="1894" y="255"/>
                  </a:cubicBezTo>
                  <a:cubicBezTo>
                    <a:pt x="1893" y="255"/>
                    <a:pt x="1892" y="252"/>
                    <a:pt x="1892" y="246"/>
                  </a:cubicBezTo>
                  <a:lnTo>
                    <a:pt x="1891" y="238"/>
                  </a:lnTo>
                  <a:cubicBezTo>
                    <a:pt x="1890" y="244"/>
                    <a:pt x="1887" y="247"/>
                    <a:pt x="1884" y="247"/>
                  </a:cubicBezTo>
                  <a:cubicBezTo>
                    <a:pt x="1879" y="247"/>
                    <a:pt x="1874" y="240"/>
                    <a:pt x="1873" y="230"/>
                  </a:cubicBezTo>
                  <a:cubicBezTo>
                    <a:pt x="1873" y="222"/>
                    <a:pt x="1873" y="222"/>
                    <a:pt x="1870" y="222"/>
                  </a:cubicBezTo>
                  <a:lnTo>
                    <a:pt x="1870" y="230"/>
                  </a:lnTo>
                  <a:cubicBezTo>
                    <a:pt x="1870" y="239"/>
                    <a:pt x="1871" y="248"/>
                    <a:pt x="1867" y="248"/>
                  </a:cubicBezTo>
                  <a:cubicBezTo>
                    <a:pt x="1864" y="248"/>
                    <a:pt x="1860" y="248"/>
                    <a:pt x="1860" y="239"/>
                  </a:cubicBezTo>
                  <a:cubicBezTo>
                    <a:pt x="1856" y="233"/>
                    <a:pt x="1854" y="227"/>
                    <a:pt x="1853" y="227"/>
                  </a:cubicBezTo>
                  <a:cubicBezTo>
                    <a:pt x="1852" y="227"/>
                    <a:pt x="1852" y="228"/>
                    <a:pt x="1852" y="231"/>
                  </a:cubicBezTo>
                  <a:cubicBezTo>
                    <a:pt x="1852" y="231"/>
                    <a:pt x="1848" y="231"/>
                    <a:pt x="1845" y="222"/>
                  </a:cubicBezTo>
                  <a:lnTo>
                    <a:pt x="1830" y="223"/>
                  </a:lnTo>
                  <a:cubicBezTo>
                    <a:pt x="1829" y="227"/>
                    <a:pt x="1826" y="229"/>
                    <a:pt x="1824" y="229"/>
                  </a:cubicBezTo>
                  <a:cubicBezTo>
                    <a:pt x="1822" y="229"/>
                    <a:pt x="1820" y="228"/>
                    <a:pt x="1820" y="223"/>
                  </a:cubicBezTo>
                  <a:cubicBezTo>
                    <a:pt x="1815" y="223"/>
                    <a:pt x="1811" y="228"/>
                    <a:pt x="1810" y="232"/>
                  </a:cubicBezTo>
                  <a:cubicBezTo>
                    <a:pt x="1802" y="232"/>
                    <a:pt x="1799" y="232"/>
                    <a:pt x="1799" y="223"/>
                  </a:cubicBezTo>
                  <a:cubicBezTo>
                    <a:pt x="1798" y="219"/>
                    <a:pt x="1798" y="217"/>
                    <a:pt x="1798" y="217"/>
                  </a:cubicBezTo>
                  <a:cubicBezTo>
                    <a:pt x="1797" y="217"/>
                    <a:pt x="1797" y="220"/>
                    <a:pt x="1796" y="224"/>
                  </a:cubicBezTo>
                  <a:cubicBezTo>
                    <a:pt x="1796" y="232"/>
                    <a:pt x="1792" y="232"/>
                    <a:pt x="1789" y="232"/>
                  </a:cubicBezTo>
                  <a:lnTo>
                    <a:pt x="1781" y="232"/>
                  </a:lnTo>
                  <a:cubicBezTo>
                    <a:pt x="1782" y="241"/>
                    <a:pt x="1782" y="241"/>
                    <a:pt x="1779" y="241"/>
                  </a:cubicBezTo>
                  <a:cubicBezTo>
                    <a:pt x="1774" y="241"/>
                    <a:pt x="1764" y="233"/>
                    <a:pt x="1761" y="233"/>
                  </a:cubicBezTo>
                  <a:cubicBezTo>
                    <a:pt x="1750" y="233"/>
                    <a:pt x="1750" y="233"/>
                    <a:pt x="1754" y="242"/>
                  </a:cubicBezTo>
                  <a:cubicBezTo>
                    <a:pt x="1756" y="242"/>
                    <a:pt x="1757" y="246"/>
                    <a:pt x="1755" y="246"/>
                  </a:cubicBezTo>
                  <a:cubicBezTo>
                    <a:pt x="1754" y="246"/>
                    <a:pt x="1752" y="245"/>
                    <a:pt x="1750" y="242"/>
                  </a:cubicBezTo>
                  <a:cubicBezTo>
                    <a:pt x="1746" y="242"/>
                    <a:pt x="1736" y="234"/>
                    <a:pt x="1725" y="234"/>
                  </a:cubicBezTo>
                  <a:cubicBezTo>
                    <a:pt x="1711" y="234"/>
                    <a:pt x="1711" y="234"/>
                    <a:pt x="1711" y="243"/>
                  </a:cubicBezTo>
                  <a:cubicBezTo>
                    <a:pt x="1713" y="252"/>
                    <a:pt x="1713" y="256"/>
                    <a:pt x="1712" y="256"/>
                  </a:cubicBezTo>
                  <a:cubicBezTo>
                    <a:pt x="1711" y="256"/>
                    <a:pt x="1710" y="252"/>
                    <a:pt x="1708" y="243"/>
                  </a:cubicBezTo>
                  <a:cubicBezTo>
                    <a:pt x="1704" y="234"/>
                    <a:pt x="1701" y="230"/>
                    <a:pt x="1699" y="230"/>
                  </a:cubicBezTo>
                  <a:cubicBezTo>
                    <a:pt x="1697" y="230"/>
                    <a:pt x="1697" y="232"/>
                    <a:pt x="1697" y="236"/>
                  </a:cubicBezTo>
                  <a:cubicBezTo>
                    <a:pt x="1694" y="243"/>
                    <a:pt x="1694" y="243"/>
                    <a:pt x="1690" y="243"/>
                  </a:cubicBezTo>
                  <a:cubicBezTo>
                    <a:pt x="1690" y="239"/>
                    <a:pt x="1689" y="237"/>
                    <a:pt x="1687" y="237"/>
                  </a:cubicBezTo>
                  <a:cubicBezTo>
                    <a:pt x="1686" y="237"/>
                    <a:pt x="1683" y="239"/>
                    <a:pt x="1679" y="243"/>
                  </a:cubicBezTo>
                  <a:cubicBezTo>
                    <a:pt x="1676" y="243"/>
                    <a:pt x="1676" y="243"/>
                    <a:pt x="1676" y="236"/>
                  </a:cubicBezTo>
                  <a:lnTo>
                    <a:pt x="1669" y="236"/>
                  </a:lnTo>
                  <a:cubicBezTo>
                    <a:pt x="1666" y="242"/>
                    <a:pt x="1661" y="245"/>
                    <a:pt x="1655" y="245"/>
                  </a:cubicBezTo>
                  <a:cubicBezTo>
                    <a:pt x="1648" y="245"/>
                    <a:pt x="1639" y="240"/>
                    <a:pt x="1637" y="234"/>
                  </a:cubicBezTo>
                  <a:cubicBezTo>
                    <a:pt x="1637" y="234"/>
                    <a:pt x="1633" y="234"/>
                    <a:pt x="1630" y="243"/>
                  </a:cubicBezTo>
                  <a:cubicBezTo>
                    <a:pt x="1628" y="252"/>
                    <a:pt x="1626" y="256"/>
                    <a:pt x="1625" y="256"/>
                  </a:cubicBezTo>
                  <a:cubicBezTo>
                    <a:pt x="1624" y="256"/>
                    <a:pt x="1623" y="252"/>
                    <a:pt x="1623" y="243"/>
                  </a:cubicBezTo>
                  <a:cubicBezTo>
                    <a:pt x="1623" y="235"/>
                    <a:pt x="1623" y="231"/>
                    <a:pt x="1622" y="231"/>
                  </a:cubicBezTo>
                  <a:cubicBezTo>
                    <a:pt x="1622" y="231"/>
                    <a:pt x="1621" y="235"/>
                    <a:pt x="1619" y="243"/>
                  </a:cubicBezTo>
                  <a:cubicBezTo>
                    <a:pt x="1618" y="247"/>
                    <a:pt x="1614" y="248"/>
                    <a:pt x="1611" y="248"/>
                  </a:cubicBezTo>
                  <a:cubicBezTo>
                    <a:pt x="1605" y="248"/>
                    <a:pt x="1600" y="244"/>
                    <a:pt x="1602" y="234"/>
                  </a:cubicBezTo>
                  <a:cubicBezTo>
                    <a:pt x="1602" y="225"/>
                    <a:pt x="1602" y="218"/>
                    <a:pt x="1602" y="218"/>
                  </a:cubicBezTo>
                  <a:cubicBezTo>
                    <a:pt x="1598" y="225"/>
                    <a:pt x="1595" y="225"/>
                    <a:pt x="1595" y="225"/>
                  </a:cubicBezTo>
                  <a:cubicBezTo>
                    <a:pt x="1595" y="234"/>
                    <a:pt x="1591" y="234"/>
                    <a:pt x="1580" y="234"/>
                  </a:cubicBezTo>
                  <a:cubicBezTo>
                    <a:pt x="1573" y="234"/>
                    <a:pt x="1559" y="242"/>
                    <a:pt x="1552" y="242"/>
                  </a:cubicBezTo>
                  <a:cubicBezTo>
                    <a:pt x="1545" y="242"/>
                    <a:pt x="1534" y="242"/>
                    <a:pt x="1531" y="233"/>
                  </a:cubicBezTo>
                  <a:cubicBezTo>
                    <a:pt x="1527" y="233"/>
                    <a:pt x="1524" y="233"/>
                    <a:pt x="1517" y="242"/>
                  </a:cubicBezTo>
                  <a:cubicBezTo>
                    <a:pt x="1515" y="246"/>
                    <a:pt x="1512" y="248"/>
                    <a:pt x="1510" y="248"/>
                  </a:cubicBezTo>
                  <a:cubicBezTo>
                    <a:pt x="1508" y="248"/>
                    <a:pt x="1506" y="246"/>
                    <a:pt x="1506" y="242"/>
                  </a:cubicBezTo>
                  <a:lnTo>
                    <a:pt x="1503" y="242"/>
                  </a:lnTo>
                  <a:cubicBezTo>
                    <a:pt x="1496" y="250"/>
                    <a:pt x="1493" y="250"/>
                    <a:pt x="1493" y="250"/>
                  </a:cubicBezTo>
                  <a:cubicBezTo>
                    <a:pt x="1493" y="244"/>
                    <a:pt x="1491" y="238"/>
                    <a:pt x="1488" y="238"/>
                  </a:cubicBezTo>
                  <a:cubicBezTo>
                    <a:pt x="1487" y="238"/>
                    <a:pt x="1486" y="239"/>
                    <a:pt x="1485" y="241"/>
                  </a:cubicBezTo>
                  <a:cubicBezTo>
                    <a:pt x="1485" y="248"/>
                    <a:pt x="1483" y="249"/>
                    <a:pt x="1479" y="249"/>
                  </a:cubicBezTo>
                  <a:cubicBezTo>
                    <a:pt x="1478" y="249"/>
                    <a:pt x="1477" y="249"/>
                    <a:pt x="1475" y="249"/>
                  </a:cubicBezTo>
                  <a:cubicBezTo>
                    <a:pt x="1470" y="243"/>
                    <a:pt x="1421" y="239"/>
                    <a:pt x="1386" y="239"/>
                  </a:cubicBezTo>
                  <a:cubicBezTo>
                    <a:pt x="1366" y="239"/>
                    <a:pt x="1351" y="240"/>
                    <a:pt x="1351" y="243"/>
                  </a:cubicBezTo>
                  <a:lnTo>
                    <a:pt x="1340" y="242"/>
                  </a:lnTo>
                  <a:lnTo>
                    <a:pt x="1330" y="242"/>
                  </a:lnTo>
                  <a:cubicBezTo>
                    <a:pt x="1330" y="235"/>
                    <a:pt x="1327" y="232"/>
                    <a:pt x="1322" y="232"/>
                  </a:cubicBezTo>
                  <a:cubicBezTo>
                    <a:pt x="1316" y="232"/>
                    <a:pt x="1308" y="236"/>
                    <a:pt x="1302" y="240"/>
                  </a:cubicBezTo>
                  <a:cubicBezTo>
                    <a:pt x="1298" y="247"/>
                    <a:pt x="1296" y="248"/>
                    <a:pt x="1293" y="248"/>
                  </a:cubicBezTo>
                  <a:cubicBezTo>
                    <a:pt x="1292" y="248"/>
                    <a:pt x="1291" y="248"/>
                    <a:pt x="1291" y="248"/>
                  </a:cubicBezTo>
                  <a:cubicBezTo>
                    <a:pt x="1291" y="237"/>
                    <a:pt x="1287" y="233"/>
                    <a:pt x="1282" y="233"/>
                  </a:cubicBezTo>
                  <a:cubicBezTo>
                    <a:pt x="1279" y="233"/>
                    <a:pt x="1276" y="235"/>
                    <a:pt x="1273" y="238"/>
                  </a:cubicBezTo>
                  <a:cubicBezTo>
                    <a:pt x="1271" y="246"/>
                    <a:pt x="1269" y="250"/>
                    <a:pt x="1267" y="250"/>
                  </a:cubicBezTo>
                  <a:cubicBezTo>
                    <a:pt x="1266" y="250"/>
                    <a:pt x="1266" y="246"/>
                    <a:pt x="1266" y="238"/>
                  </a:cubicBezTo>
                  <a:cubicBezTo>
                    <a:pt x="1267" y="230"/>
                    <a:pt x="1265" y="225"/>
                    <a:pt x="1263" y="225"/>
                  </a:cubicBezTo>
                  <a:cubicBezTo>
                    <a:pt x="1260" y="225"/>
                    <a:pt x="1256" y="231"/>
                    <a:pt x="1252" y="244"/>
                  </a:cubicBezTo>
                  <a:cubicBezTo>
                    <a:pt x="1249" y="248"/>
                    <a:pt x="1248" y="250"/>
                    <a:pt x="1247" y="250"/>
                  </a:cubicBezTo>
                  <a:cubicBezTo>
                    <a:pt x="1246" y="250"/>
                    <a:pt x="1246" y="248"/>
                    <a:pt x="1245" y="244"/>
                  </a:cubicBezTo>
                  <a:cubicBezTo>
                    <a:pt x="1243" y="234"/>
                    <a:pt x="1242" y="229"/>
                    <a:pt x="1240" y="229"/>
                  </a:cubicBezTo>
                  <a:cubicBezTo>
                    <a:pt x="1239" y="229"/>
                    <a:pt x="1239" y="231"/>
                    <a:pt x="1238" y="234"/>
                  </a:cubicBezTo>
                  <a:cubicBezTo>
                    <a:pt x="1236" y="243"/>
                    <a:pt x="1234" y="247"/>
                    <a:pt x="1232" y="247"/>
                  </a:cubicBezTo>
                  <a:cubicBezTo>
                    <a:pt x="1230" y="247"/>
                    <a:pt x="1229" y="243"/>
                    <a:pt x="1228" y="234"/>
                  </a:cubicBezTo>
                  <a:cubicBezTo>
                    <a:pt x="1225" y="225"/>
                    <a:pt x="1223" y="221"/>
                    <a:pt x="1222" y="221"/>
                  </a:cubicBezTo>
                  <a:cubicBezTo>
                    <a:pt x="1221" y="221"/>
                    <a:pt x="1220" y="225"/>
                    <a:pt x="1217" y="233"/>
                  </a:cubicBezTo>
                  <a:cubicBezTo>
                    <a:pt x="1215" y="241"/>
                    <a:pt x="1210" y="245"/>
                    <a:pt x="1206" y="245"/>
                  </a:cubicBezTo>
                  <a:cubicBezTo>
                    <a:pt x="1201" y="245"/>
                    <a:pt x="1197" y="240"/>
                    <a:pt x="1195" y="231"/>
                  </a:cubicBezTo>
                  <a:cubicBezTo>
                    <a:pt x="1193" y="231"/>
                    <a:pt x="1191" y="227"/>
                    <a:pt x="1190" y="227"/>
                  </a:cubicBezTo>
                  <a:cubicBezTo>
                    <a:pt x="1190" y="227"/>
                    <a:pt x="1189" y="228"/>
                    <a:pt x="1189" y="231"/>
                  </a:cubicBezTo>
                  <a:lnTo>
                    <a:pt x="1186" y="222"/>
                  </a:lnTo>
                  <a:lnTo>
                    <a:pt x="1179" y="221"/>
                  </a:lnTo>
                  <a:lnTo>
                    <a:pt x="1179" y="230"/>
                  </a:lnTo>
                  <a:cubicBezTo>
                    <a:pt x="1163" y="223"/>
                    <a:pt x="1146" y="219"/>
                    <a:pt x="1130" y="216"/>
                  </a:cubicBezTo>
                  <a:cubicBezTo>
                    <a:pt x="1112" y="214"/>
                    <a:pt x="1101" y="213"/>
                    <a:pt x="1095" y="213"/>
                  </a:cubicBezTo>
                  <a:cubicBezTo>
                    <a:pt x="1087" y="213"/>
                    <a:pt x="1085" y="215"/>
                    <a:pt x="1087" y="220"/>
                  </a:cubicBezTo>
                  <a:cubicBezTo>
                    <a:pt x="1088" y="229"/>
                    <a:pt x="1087" y="233"/>
                    <a:pt x="1085" y="233"/>
                  </a:cubicBezTo>
                  <a:cubicBezTo>
                    <a:pt x="1083" y="233"/>
                    <a:pt x="1081" y="228"/>
                    <a:pt x="1080" y="220"/>
                  </a:cubicBezTo>
                  <a:cubicBezTo>
                    <a:pt x="1077" y="219"/>
                    <a:pt x="1071" y="210"/>
                    <a:pt x="1063" y="209"/>
                  </a:cubicBezTo>
                  <a:cubicBezTo>
                    <a:pt x="1056" y="207"/>
                    <a:pt x="1050" y="206"/>
                    <a:pt x="1051" y="198"/>
                  </a:cubicBezTo>
                  <a:lnTo>
                    <a:pt x="1047" y="197"/>
                  </a:lnTo>
                  <a:cubicBezTo>
                    <a:pt x="1042" y="205"/>
                    <a:pt x="1034" y="209"/>
                    <a:pt x="1026" y="209"/>
                  </a:cubicBezTo>
                  <a:cubicBezTo>
                    <a:pt x="1019" y="209"/>
                    <a:pt x="1012" y="207"/>
                    <a:pt x="1007" y="202"/>
                  </a:cubicBezTo>
                  <a:cubicBezTo>
                    <a:pt x="1005" y="201"/>
                    <a:pt x="1004" y="201"/>
                    <a:pt x="1002" y="201"/>
                  </a:cubicBezTo>
                  <a:cubicBezTo>
                    <a:pt x="997" y="201"/>
                    <a:pt x="992" y="203"/>
                    <a:pt x="989" y="207"/>
                  </a:cubicBezTo>
                  <a:cubicBezTo>
                    <a:pt x="985" y="211"/>
                    <a:pt x="983" y="213"/>
                    <a:pt x="982" y="213"/>
                  </a:cubicBezTo>
                  <a:cubicBezTo>
                    <a:pt x="981" y="213"/>
                    <a:pt x="980" y="211"/>
                    <a:pt x="979" y="206"/>
                  </a:cubicBezTo>
                  <a:cubicBezTo>
                    <a:pt x="980" y="201"/>
                    <a:pt x="972" y="195"/>
                    <a:pt x="966" y="195"/>
                  </a:cubicBezTo>
                  <a:cubicBezTo>
                    <a:pt x="962" y="195"/>
                    <a:pt x="958" y="197"/>
                    <a:pt x="958" y="204"/>
                  </a:cubicBezTo>
                  <a:lnTo>
                    <a:pt x="955" y="195"/>
                  </a:lnTo>
                  <a:cubicBezTo>
                    <a:pt x="955" y="192"/>
                    <a:pt x="954" y="191"/>
                    <a:pt x="953" y="191"/>
                  </a:cubicBezTo>
                  <a:cubicBezTo>
                    <a:pt x="950" y="191"/>
                    <a:pt x="948" y="196"/>
                    <a:pt x="948" y="202"/>
                  </a:cubicBezTo>
                  <a:cubicBezTo>
                    <a:pt x="947" y="209"/>
                    <a:pt x="945" y="214"/>
                    <a:pt x="944" y="214"/>
                  </a:cubicBezTo>
                  <a:cubicBezTo>
                    <a:pt x="942" y="214"/>
                    <a:pt x="941" y="207"/>
                    <a:pt x="941" y="193"/>
                  </a:cubicBezTo>
                  <a:cubicBezTo>
                    <a:pt x="942" y="183"/>
                    <a:pt x="941" y="179"/>
                    <a:pt x="941" y="179"/>
                  </a:cubicBezTo>
                  <a:cubicBezTo>
                    <a:pt x="940" y="179"/>
                    <a:pt x="939" y="181"/>
                    <a:pt x="939" y="184"/>
                  </a:cubicBezTo>
                  <a:cubicBezTo>
                    <a:pt x="935" y="189"/>
                    <a:pt x="932" y="195"/>
                    <a:pt x="930" y="195"/>
                  </a:cubicBezTo>
                  <a:cubicBezTo>
                    <a:pt x="929" y="195"/>
                    <a:pt x="928" y="193"/>
                    <a:pt x="927" y="191"/>
                  </a:cubicBezTo>
                  <a:cubicBezTo>
                    <a:pt x="927" y="191"/>
                    <a:pt x="927" y="191"/>
                    <a:pt x="926" y="191"/>
                  </a:cubicBezTo>
                  <a:cubicBezTo>
                    <a:pt x="923" y="191"/>
                    <a:pt x="920" y="191"/>
                    <a:pt x="918" y="206"/>
                  </a:cubicBezTo>
                  <a:cubicBezTo>
                    <a:pt x="917" y="214"/>
                    <a:pt x="914" y="214"/>
                    <a:pt x="912" y="214"/>
                  </a:cubicBezTo>
                  <a:cubicBezTo>
                    <a:pt x="911" y="214"/>
                    <a:pt x="910" y="214"/>
                    <a:pt x="909" y="214"/>
                  </a:cubicBezTo>
                  <a:cubicBezTo>
                    <a:pt x="911" y="207"/>
                    <a:pt x="912" y="202"/>
                    <a:pt x="916" y="197"/>
                  </a:cubicBezTo>
                  <a:lnTo>
                    <a:pt x="908" y="196"/>
                  </a:lnTo>
                  <a:cubicBezTo>
                    <a:pt x="905" y="196"/>
                    <a:pt x="899" y="186"/>
                    <a:pt x="900" y="177"/>
                  </a:cubicBezTo>
                  <a:cubicBezTo>
                    <a:pt x="899" y="173"/>
                    <a:pt x="898" y="171"/>
                    <a:pt x="897" y="171"/>
                  </a:cubicBezTo>
                  <a:cubicBezTo>
                    <a:pt x="896" y="171"/>
                    <a:pt x="895" y="175"/>
                    <a:pt x="896" y="185"/>
                  </a:cubicBezTo>
                  <a:cubicBezTo>
                    <a:pt x="894" y="198"/>
                    <a:pt x="894" y="201"/>
                    <a:pt x="890" y="201"/>
                  </a:cubicBezTo>
                  <a:cubicBezTo>
                    <a:pt x="889" y="201"/>
                    <a:pt x="888" y="201"/>
                    <a:pt x="887" y="201"/>
                  </a:cubicBezTo>
                  <a:cubicBezTo>
                    <a:pt x="882" y="201"/>
                    <a:pt x="879" y="200"/>
                    <a:pt x="880" y="192"/>
                  </a:cubicBezTo>
                  <a:cubicBezTo>
                    <a:pt x="882" y="183"/>
                    <a:pt x="882" y="183"/>
                    <a:pt x="875" y="182"/>
                  </a:cubicBezTo>
                  <a:cubicBezTo>
                    <a:pt x="874" y="182"/>
                    <a:pt x="874" y="182"/>
                    <a:pt x="874" y="182"/>
                  </a:cubicBezTo>
                  <a:cubicBezTo>
                    <a:pt x="864" y="182"/>
                    <a:pt x="850" y="204"/>
                    <a:pt x="844" y="220"/>
                  </a:cubicBezTo>
                  <a:cubicBezTo>
                    <a:pt x="843" y="228"/>
                    <a:pt x="843" y="232"/>
                    <a:pt x="842" y="232"/>
                  </a:cubicBezTo>
                  <a:cubicBezTo>
                    <a:pt x="842" y="232"/>
                    <a:pt x="842" y="228"/>
                    <a:pt x="841" y="220"/>
                  </a:cubicBezTo>
                  <a:cubicBezTo>
                    <a:pt x="842" y="211"/>
                    <a:pt x="839" y="211"/>
                    <a:pt x="835" y="210"/>
                  </a:cubicBezTo>
                  <a:cubicBezTo>
                    <a:pt x="835" y="213"/>
                    <a:pt x="834" y="214"/>
                    <a:pt x="834" y="214"/>
                  </a:cubicBezTo>
                  <a:cubicBezTo>
                    <a:pt x="833" y="214"/>
                    <a:pt x="833" y="210"/>
                    <a:pt x="835" y="210"/>
                  </a:cubicBezTo>
                  <a:cubicBezTo>
                    <a:pt x="836" y="204"/>
                    <a:pt x="838" y="202"/>
                    <a:pt x="840" y="202"/>
                  </a:cubicBezTo>
                  <a:cubicBezTo>
                    <a:pt x="841" y="202"/>
                    <a:pt x="842" y="203"/>
                    <a:pt x="843" y="203"/>
                  </a:cubicBezTo>
                  <a:lnTo>
                    <a:pt x="844" y="194"/>
                  </a:lnTo>
                  <a:cubicBezTo>
                    <a:pt x="844" y="185"/>
                    <a:pt x="843" y="181"/>
                    <a:pt x="841" y="181"/>
                  </a:cubicBezTo>
                  <a:cubicBezTo>
                    <a:pt x="839" y="181"/>
                    <a:pt x="837" y="185"/>
                    <a:pt x="834" y="193"/>
                  </a:cubicBezTo>
                  <a:cubicBezTo>
                    <a:pt x="832" y="197"/>
                    <a:pt x="831" y="199"/>
                    <a:pt x="830" y="199"/>
                  </a:cubicBezTo>
                  <a:cubicBezTo>
                    <a:pt x="829" y="199"/>
                    <a:pt x="829" y="196"/>
                    <a:pt x="827" y="192"/>
                  </a:cubicBezTo>
                  <a:cubicBezTo>
                    <a:pt x="826" y="185"/>
                    <a:pt x="824" y="179"/>
                    <a:pt x="823" y="179"/>
                  </a:cubicBezTo>
                  <a:cubicBezTo>
                    <a:pt x="823" y="179"/>
                    <a:pt x="822" y="180"/>
                    <a:pt x="822" y="182"/>
                  </a:cubicBezTo>
                  <a:cubicBezTo>
                    <a:pt x="816" y="181"/>
                    <a:pt x="813" y="176"/>
                    <a:pt x="813" y="172"/>
                  </a:cubicBezTo>
                  <a:cubicBezTo>
                    <a:pt x="810" y="171"/>
                    <a:pt x="808" y="171"/>
                    <a:pt x="806" y="171"/>
                  </a:cubicBezTo>
                  <a:cubicBezTo>
                    <a:pt x="803" y="171"/>
                    <a:pt x="801" y="172"/>
                    <a:pt x="801" y="178"/>
                  </a:cubicBezTo>
                  <a:cubicBezTo>
                    <a:pt x="800" y="184"/>
                    <a:pt x="798" y="186"/>
                    <a:pt x="795" y="186"/>
                  </a:cubicBezTo>
                  <a:cubicBezTo>
                    <a:pt x="795" y="186"/>
                    <a:pt x="794" y="185"/>
                    <a:pt x="793" y="185"/>
                  </a:cubicBezTo>
                  <a:cubicBezTo>
                    <a:pt x="792" y="185"/>
                    <a:pt x="791" y="185"/>
                    <a:pt x="791" y="185"/>
                  </a:cubicBezTo>
                  <a:cubicBezTo>
                    <a:pt x="788" y="185"/>
                    <a:pt x="785" y="186"/>
                    <a:pt x="784" y="193"/>
                  </a:cubicBezTo>
                  <a:cubicBezTo>
                    <a:pt x="783" y="200"/>
                    <a:pt x="779" y="208"/>
                    <a:pt x="772" y="208"/>
                  </a:cubicBezTo>
                  <a:cubicBezTo>
                    <a:pt x="771" y="208"/>
                    <a:pt x="771" y="208"/>
                    <a:pt x="770" y="207"/>
                  </a:cubicBezTo>
                  <a:cubicBezTo>
                    <a:pt x="767" y="211"/>
                    <a:pt x="765" y="212"/>
                    <a:pt x="764" y="212"/>
                  </a:cubicBezTo>
                  <a:cubicBezTo>
                    <a:pt x="762" y="212"/>
                    <a:pt x="762" y="208"/>
                    <a:pt x="761" y="197"/>
                  </a:cubicBezTo>
                  <a:cubicBezTo>
                    <a:pt x="764" y="190"/>
                    <a:pt x="759" y="188"/>
                    <a:pt x="756" y="188"/>
                  </a:cubicBezTo>
                  <a:cubicBezTo>
                    <a:pt x="756" y="188"/>
                    <a:pt x="752" y="187"/>
                    <a:pt x="750" y="178"/>
                  </a:cubicBezTo>
                  <a:cubicBezTo>
                    <a:pt x="749" y="176"/>
                    <a:pt x="749" y="175"/>
                    <a:pt x="748" y="175"/>
                  </a:cubicBezTo>
                  <a:cubicBezTo>
                    <a:pt x="747" y="175"/>
                    <a:pt x="746" y="181"/>
                    <a:pt x="746" y="186"/>
                  </a:cubicBezTo>
                  <a:lnTo>
                    <a:pt x="742" y="203"/>
                  </a:lnTo>
                  <a:cubicBezTo>
                    <a:pt x="739" y="202"/>
                    <a:pt x="739" y="185"/>
                    <a:pt x="740" y="176"/>
                  </a:cubicBezTo>
                  <a:cubicBezTo>
                    <a:pt x="740" y="168"/>
                    <a:pt x="740" y="163"/>
                    <a:pt x="740" y="163"/>
                  </a:cubicBezTo>
                  <a:cubicBezTo>
                    <a:pt x="739" y="163"/>
                    <a:pt x="738" y="168"/>
                    <a:pt x="737" y="176"/>
                  </a:cubicBezTo>
                  <a:cubicBezTo>
                    <a:pt x="736" y="181"/>
                    <a:pt x="733" y="186"/>
                    <a:pt x="730" y="186"/>
                  </a:cubicBezTo>
                  <a:cubicBezTo>
                    <a:pt x="728" y="186"/>
                    <a:pt x="726" y="185"/>
                    <a:pt x="724" y="182"/>
                  </a:cubicBezTo>
                  <a:cubicBezTo>
                    <a:pt x="718" y="181"/>
                    <a:pt x="711" y="179"/>
                    <a:pt x="712" y="170"/>
                  </a:cubicBezTo>
                  <a:cubicBezTo>
                    <a:pt x="712" y="167"/>
                    <a:pt x="711" y="166"/>
                    <a:pt x="709" y="166"/>
                  </a:cubicBezTo>
                  <a:cubicBezTo>
                    <a:pt x="707" y="166"/>
                    <a:pt x="705" y="169"/>
                    <a:pt x="705" y="169"/>
                  </a:cubicBezTo>
                  <a:cubicBezTo>
                    <a:pt x="703" y="173"/>
                    <a:pt x="702" y="174"/>
                    <a:pt x="699" y="174"/>
                  </a:cubicBezTo>
                  <a:cubicBezTo>
                    <a:pt x="697" y="174"/>
                    <a:pt x="693" y="172"/>
                    <a:pt x="688" y="166"/>
                  </a:cubicBezTo>
                  <a:cubicBezTo>
                    <a:pt x="681" y="155"/>
                    <a:pt x="677" y="150"/>
                    <a:pt x="675" y="150"/>
                  </a:cubicBezTo>
                  <a:cubicBezTo>
                    <a:pt x="673" y="150"/>
                    <a:pt x="672" y="155"/>
                    <a:pt x="670" y="163"/>
                  </a:cubicBezTo>
                  <a:cubicBezTo>
                    <a:pt x="670" y="167"/>
                    <a:pt x="669" y="172"/>
                    <a:pt x="669" y="172"/>
                  </a:cubicBezTo>
                  <a:cubicBezTo>
                    <a:pt x="668" y="172"/>
                    <a:pt x="668" y="169"/>
                    <a:pt x="667" y="161"/>
                  </a:cubicBezTo>
                  <a:cubicBezTo>
                    <a:pt x="667" y="159"/>
                    <a:pt x="666" y="157"/>
                    <a:pt x="665" y="157"/>
                  </a:cubicBezTo>
                  <a:cubicBezTo>
                    <a:pt x="662" y="157"/>
                    <a:pt x="658" y="163"/>
                    <a:pt x="653" y="167"/>
                  </a:cubicBezTo>
                  <a:cubicBezTo>
                    <a:pt x="647" y="177"/>
                    <a:pt x="644" y="188"/>
                    <a:pt x="642" y="200"/>
                  </a:cubicBezTo>
                  <a:cubicBezTo>
                    <a:pt x="641" y="209"/>
                    <a:pt x="640" y="213"/>
                    <a:pt x="638" y="213"/>
                  </a:cubicBezTo>
                  <a:cubicBezTo>
                    <a:pt x="637" y="213"/>
                    <a:pt x="636" y="211"/>
                    <a:pt x="633" y="206"/>
                  </a:cubicBezTo>
                  <a:cubicBezTo>
                    <a:pt x="630" y="206"/>
                    <a:pt x="628" y="196"/>
                    <a:pt x="630" y="188"/>
                  </a:cubicBezTo>
                  <a:cubicBezTo>
                    <a:pt x="631" y="181"/>
                    <a:pt x="633" y="180"/>
                    <a:pt x="634" y="180"/>
                  </a:cubicBezTo>
                  <a:cubicBezTo>
                    <a:pt x="634" y="180"/>
                    <a:pt x="635" y="181"/>
                    <a:pt x="635" y="181"/>
                  </a:cubicBezTo>
                  <a:lnTo>
                    <a:pt x="638" y="182"/>
                  </a:lnTo>
                  <a:cubicBezTo>
                    <a:pt x="640" y="173"/>
                    <a:pt x="641" y="165"/>
                    <a:pt x="635" y="164"/>
                  </a:cubicBezTo>
                  <a:cubicBezTo>
                    <a:pt x="633" y="159"/>
                    <a:pt x="632" y="156"/>
                    <a:pt x="630" y="156"/>
                  </a:cubicBezTo>
                  <a:cubicBezTo>
                    <a:pt x="629" y="156"/>
                    <a:pt x="628" y="158"/>
                    <a:pt x="628" y="161"/>
                  </a:cubicBezTo>
                  <a:cubicBezTo>
                    <a:pt x="626" y="152"/>
                    <a:pt x="619" y="151"/>
                    <a:pt x="612" y="150"/>
                  </a:cubicBezTo>
                  <a:cubicBezTo>
                    <a:pt x="605" y="148"/>
                    <a:pt x="595" y="147"/>
                    <a:pt x="593" y="137"/>
                  </a:cubicBezTo>
                  <a:cubicBezTo>
                    <a:pt x="591" y="136"/>
                    <a:pt x="590" y="136"/>
                    <a:pt x="588" y="136"/>
                  </a:cubicBezTo>
                  <a:cubicBezTo>
                    <a:pt x="585" y="136"/>
                    <a:pt x="582" y="138"/>
                    <a:pt x="581" y="144"/>
                  </a:cubicBezTo>
                  <a:cubicBezTo>
                    <a:pt x="579" y="153"/>
                    <a:pt x="577" y="157"/>
                    <a:pt x="576" y="157"/>
                  </a:cubicBezTo>
                  <a:cubicBezTo>
                    <a:pt x="575" y="157"/>
                    <a:pt x="575" y="155"/>
                    <a:pt x="576" y="151"/>
                  </a:cubicBezTo>
                  <a:cubicBezTo>
                    <a:pt x="576" y="139"/>
                    <a:pt x="553" y="124"/>
                    <a:pt x="537" y="124"/>
                  </a:cubicBezTo>
                  <a:cubicBezTo>
                    <a:pt x="532" y="124"/>
                    <a:pt x="528" y="126"/>
                    <a:pt x="526" y="130"/>
                  </a:cubicBezTo>
                  <a:cubicBezTo>
                    <a:pt x="526" y="130"/>
                    <a:pt x="522" y="130"/>
                    <a:pt x="519" y="129"/>
                  </a:cubicBezTo>
                  <a:cubicBezTo>
                    <a:pt x="516" y="122"/>
                    <a:pt x="505" y="117"/>
                    <a:pt x="497" y="117"/>
                  </a:cubicBezTo>
                  <a:cubicBezTo>
                    <a:pt x="493" y="117"/>
                    <a:pt x="490" y="119"/>
                    <a:pt x="489" y="121"/>
                  </a:cubicBezTo>
                  <a:lnTo>
                    <a:pt x="479" y="119"/>
                  </a:lnTo>
                  <a:cubicBezTo>
                    <a:pt x="475" y="113"/>
                    <a:pt x="473" y="110"/>
                    <a:pt x="470" y="110"/>
                  </a:cubicBezTo>
                  <a:cubicBezTo>
                    <a:pt x="469" y="110"/>
                    <a:pt x="466" y="112"/>
                    <a:pt x="464" y="115"/>
                  </a:cubicBezTo>
                  <a:cubicBezTo>
                    <a:pt x="461" y="120"/>
                    <a:pt x="459" y="126"/>
                    <a:pt x="459" y="126"/>
                  </a:cubicBezTo>
                  <a:cubicBezTo>
                    <a:pt x="459" y="126"/>
                    <a:pt x="459" y="125"/>
                    <a:pt x="460" y="122"/>
                  </a:cubicBezTo>
                  <a:cubicBezTo>
                    <a:pt x="461" y="114"/>
                    <a:pt x="454" y="112"/>
                    <a:pt x="440" y="109"/>
                  </a:cubicBezTo>
                  <a:cubicBezTo>
                    <a:pt x="435" y="107"/>
                    <a:pt x="432" y="107"/>
                    <a:pt x="430" y="107"/>
                  </a:cubicBezTo>
                  <a:cubicBezTo>
                    <a:pt x="427" y="107"/>
                    <a:pt x="427" y="109"/>
                    <a:pt x="428" y="114"/>
                  </a:cubicBezTo>
                  <a:cubicBezTo>
                    <a:pt x="425" y="116"/>
                    <a:pt x="422" y="116"/>
                    <a:pt x="420" y="116"/>
                  </a:cubicBezTo>
                  <a:cubicBezTo>
                    <a:pt x="413" y="116"/>
                    <a:pt x="415" y="109"/>
                    <a:pt x="417" y="103"/>
                  </a:cubicBezTo>
                  <a:cubicBezTo>
                    <a:pt x="420" y="96"/>
                    <a:pt x="420" y="92"/>
                    <a:pt x="419" y="92"/>
                  </a:cubicBezTo>
                  <a:cubicBezTo>
                    <a:pt x="417" y="92"/>
                    <a:pt x="413" y="97"/>
                    <a:pt x="408" y="110"/>
                  </a:cubicBezTo>
                  <a:cubicBezTo>
                    <a:pt x="404" y="118"/>
                    <a:pt x="400" y="122"/>
                    <a:pt x="397" y="122"/>
                  </a:cubicBezTo>
                  <a:cubicBezTo>
                    <a:pt x="395" y="122"/>
                    <a:pt x="395" y="119"/>
                    <a:pt x="396" y="115"/>
                  </a:cubicBezTo>
                  <a:cubicBezTo>
                    <a:pt x="396" y="110"/>
                    <a:pt x="399" y="108"/>
                    <a:pt x="402" y="108"/>
                  </a:cubicBezTo>
                  <a:cubicBezTo>
                    <a:pt x="403" y="108"/>
                    <a:pt x="404" y="108"/>
                    <a:pt x="405" y="109"/>
                  </a:cubicBezTo>
                  <a:lnTo>
                    <a:pt x="408" y="92"/>
                  </a:lnTo>
                  <a:cubicBezTo>
                    <a:pt x="405" y="92"/>
                    <a:pt x="405" y="92"/>
                    <a:pt x="399" y="99"/>
                  </a:cubicBezTo>
                  <a:cubicBezTo>
                    <a:pt x="399" y="99"/>
                    <a:pt x="396" y="99"/>
                    <a:pt x="390" y="105"/>
                  </a:cubicBezTo>
                  <a:cubicBezTo>
                    <a:pt x="386" y="112"/>
                    <a:pt x="383" y="121"/>
                    <a:pt x="384" y="130"/>
                  </a:cubicBezTo>
                  <a:cubicBezTo>
                    <a:pt x="385" y="137"/>
                    <a:pt x="384" y="138"/>
                    <a:pt x="381" y="138"/>
                  </a:cubicBezTo>
                  <a:cubicBezTo>
                    <a:pt x="381" y="138"/>
                    <a:pt x="380" y="138"/>
                    <a:pt x="379" y="138"/>
                  </a:cubicBezTo>
                  <a:cubicBezTo>
                    <a:pt x="374" y="129"/>
                    <a:pt x="375" y="119"/>
                    <a:pt x="381" y="112"/>
                  </a:cubicBezTo>
                  <a:cubicBezTo>
                    <a:pt x="381" y="112"/>
                    <a:pt x="381" y="112"/>
                    <a:pt x="382" y="112"/>
                  </a:cubicBezTo>
                  <a:cubicBezTo>
                    <a:pt x="385" y="112"/>
                    <a:pt x="387" y="104"/>
                    <a:pt x="389" y="96"/>
                  </a:cubicBezTo>
                  <a:cubicBezTo>
                    <a:pt x="389" y="95"/>
                    <a:pt x="389" y="94"/>
                    <a:pt x="387" y="94"/>
                  </a:cubicBezTo>
                  <a:cubicBezTo>
                    <a:pt x="382" y="94"/>
                    <a:pt x="368" y="103"/>
                    <a:pt x="362" y="115"/>
                  </a:cubicBezTo>
                  <a:lnTo>
                    <a:pt x="362" y="115"/>
                  </a:lnTo>
                  <a:cubicBezTo>
                    <a:pt x="363" y="113"/>
                    <a:pt x="363" y="111"/>
                    <a:pt x="364" y="108"/>
                  </a:cubicBezTo>
                  <a:cubicBezTo>
                    <a:pt x="366" y="99"/>
                    <a:pt x="360" y="96"/>
                    <a:pt x="353" y="95"/>
                  </a:cubicBezTo>
                  <a:cubicBezTo>
                    <a:pt x="350" y="94"/>
                    <a:pt x="348" y="94"/>
                    <a:pt x="346" y="94"/>
                  </a:cubicBezTo>
                  <a:cubicBezTo>
                    <a:pt x="344" y="94"/>
                    <a:pt x="342" y="95"/>
                    <a:pt x="341" y="100"/>
                  </a:cubicBezTo>
                  <a:cubicBezTo>
                    <a:pt x="339" y="108"/>
                    <a:pt x="336" y="116"/>
                    <a:pt x="333" y="116"/>
                  </a:cubicBezTo>
                  <a:cubicBezTo>
                    <a:pt x="333" y="116"/>
                    <a:pt x="333" y="116"/>
                    <a:pt x="333" y="115"/>
                  </a:cubicBezTo>
                  <a:lnTo>
                    <a:pt x="333" y="115"/>
                  </a:lnTo>
                  <a:cubicBezTo>
                    <a:pt x="336" y="117"/>
                    <a:pt x="334" y="124"/>
                    <a:pt x="332" y="133"/>
                  </a:cubicBezTo>
                  <a:cubicBezTo>
                    <a:pt x="329" y="127"/>
                    <a:pt x="327" y="120"/>
                    <a:pt x="326" y="113"/>
                  </a:cubicBezTo>
                  <a:cubicBezTo>
                    <a:pt x="324" y="95"/>
                    <a:pt x="319" y="85"/>
                    <a:pt x="306" y="81"/>
                  </a:cubicBezTo>
                  <a:cubicBezTo>
                    <a:pt x="299" y="80"/>
                    <a:pt x="289" y="76"/>
                    <a:pt x="288" y="67"/>
                  </a:cubicBezTo>
                  <a:cubicBezTo>
                    <a:pt x="285" y="66"/>
                    <a:pt x="283" y="66"/>
                    <a:pt x="281" y="66"/>
                  </a:cubicBezTo>
                  <a:cubicBezTo>
                    <a:pt x="278" y="66"/>
                    <a:pt x="276" y="67"/>
                    <a:pt x="274" y="72"/>
                  </a:cubicBezTo>
                  <a:lnTo>
                    <a:pt x="268" y="71"/>
                  </a:lnTo>
                  <a:cubicBezTo>
                    <a:pt x="267" y="65"/>
                    <a:pt x="265" y="62"/>
                    <a:pt x="262" y="62"/>
                  </a:cubicBezTo>
                  <a:cubicBezTo>
                    <a:pt x="260" y="62"/>
                    <a:pt x="259" y="64"/>
                    <a:pt x="258" y="67"/>
                  </a:cubicBezTo>
                  <a:cubicBezTo>
                    <a:pt x="256" y="69"/>
                    <a:pt x="255" y="70"/>
                    <a:pt x="254" y="70"/>
                  </a:cubicBezTo>
                  <a:cubicBezTo>
                    <a:pt x="251" y="70"/>
                    <a:pt x="250" y="65"/>
                    <a:pt x="248" y="64"/>
                  </a:cubicBezTo>
                  <a:cubicBezTo>
                    <a:pt x="247" y="56"/>
                    <a:pt x="246" y="51"/>
                    <a:pt x="245" y="51"/>
                  </a:cubicBezTo>
                  <a:cubicBezTo>
                    <a:pt x="245" y="51"/>
                    <a:pt x="244" y="58"/>
                    <a:pt x="242" y="72"/>
                  </a:cubicBezTo>
                  <a:cubicBezTo>
                    <a:pt x="240" y="78"/>
                    <a:pt x="242" y="86"/>
                    <a:pt x="248" y="91"/>
                  </a:cubicBezTo>
                  <a:lnTo>
                    <a:pt x="258" y="94"/>
                  </a:lnTo>
                  <a:lnTo>
                    <a:pt x="245" y="99"/>
                  </a:lnTo>
                  <a:cubicBezTo>
                    <a:pt x="245" y="99"/>
                    <a:pt x="245" y="99"/>
                    <a:pt x="244" y="99"/>
                  </a:cubicBezTo>
                  <a:cubicBezTo>
                    <a:pt x="241" y="99"/>
                    <a:pt x="233" y="105"/>
                    <a:pt x="231" y="112"/>
                  </a:cubicBezTo>
                  <a:cubicBezTo>
                    <a:pt x="231" y="112"/>
                    <a:pt x="229" y="120"/>
                    <a:pt x="226" y="120"/>
                  </a:cubicBezTo>
                  <a:cubicBezTo>
                    <a:pt x="225" y="120"/>
                    <a:pt x="225" y="120"/>
                    <a:pt x="225" y="120"/>
                  </a:cubicBezTo>
                  <a:cubicBezTo>
                    <a:pt x="225" y="120"/>
                    <a:pt x="227" y="111"/>
                    <a:pt x="230" y="103"/>
                  </a:cubicBezTo>
                  <a:cubicBezTo>
                    <a:pt x="234" y="96"/>
                    <a:pt x="237" y="89"/>
                    <a:pt x="240" y="80"/>
                  </a:cubicBezTo>
                  <a:cubicBezTo>
                    <a:pt x="240" y="68"/>
                    <a:pt x="237" y="60"/>
                    <a:pt x="234" y="60"/>
                  </a:cubicBezTo>
                  <a:cubicBezTo>
                    <a:pt x="232" y="60"/>
                    <a:pt x="230" y="62"/>
                    <a:pt x="228" y="67"/>
                  </a:cubicBezTo>
                  <a:cubicBezTo>
                    <a:pt x="225" y="66"/>
                    <a:pt x="225" y="66"/>
                    <a:pt x="224" y="57"/>
                  </a:cubicBezTo>
                  <a:cubicBezTo>
                    <a:pt x="225" y="54"/>
                    <a:pt x="225" y="52"/>
                    <a:pt x="224" y="52"/>
                  </a:cubicBezTo>
                  <a:cubicBezTo>
                    <a:pt x="222" y="52"/>
                    <a:pt x="219" y="55"/>
                    <a:pt x="215" y="64"/>
                  </a:cubicBezTo>
                  <a:cubicBezTo>
                    <a:pt x="211" y="71"/>
                    <a:pt x="209" y="74"/>
                    <a:pt x="207" y="74"/>
                  </a:cubicBezTo>
                  <a:cubicBezTo>
                    <a:pt x="205" y="74"/>
                    <a:pt x="204" y="70"/>
                    <a:pt x="205" y="61"/>
                  </a:cubicBezTo>
                  <a:cubicBezTo>
                    <a:pt x="203" y="48"/>
                    <a:pt x="197" y="42"/>
                    <a:pt x="192" y="42"/>
                  </a:cubicBezTo>
                  <a:cubicBezTo>
                    <a:pt x="189" y="42"/>
                    <a:pt x="188" y="43"/>
                    <a:pt x="187" y="46"/>
                  </a:cubicBezTo>
                  <a:cubicBezTo>
                    <a:pt x="185" y="54"/>
                    <a:pt x="181" y="58"/>
                    <a:pt x="178" y="58"/>
                  </a:cubicBezTo>
                  <a:cubicBezTo>
                    <a:pt x="175" y="58"/>
                    <a:pt x="172" y="54"/>
                    <a:pt x="171" y="49"/>
                  </a:cubicBezTo>
                  <a:cubicBezTo>
                    <a:pt x="171" y="44"/>
                    <a:pt x="169" y="42"/>
                    <a:pt x="167" y="42"/>
                  </a:cubicBezTo>
                  <a:cubicBezTo>
                    <a:pt x="166" y="42"/>
                    <a:pt x="164" y="43"/>
                    <a:pt x="161" y="46"/>
                  </a:cubicBezTo>
                  <a:cubicBezTo>
                    <a:pt x="163" y="40"/>
                    <a:pt x="163" y="33"/>
                    <a:pt x="160" y="33"/>
                  </a:cubicBezTo>
                  <a:cubicBezTo>
                    <a:pt x="159" y="33"/>
                    <a:pt x="158" y="34"/>
                    <a:pt x="157" y="36"/>
                  </a:cubicBezTo>
                  <a:cubicBezTo>
                    <a:pt x="157" y="36"/>
                    <a:pt x="157" y="36"/>
                    <a:pt x="156" y="36"/>
                  </a:cubicBezTo>
                  <a:cubicBezTo>
                    <a:pt x="156" y="36"/>
                    <a:pt x="154" y="37"/>
                    <a:pt x="154" y="44"/>
                  </a:cubicBezTo>
                  <a:lnTo>
                    <a:pt x="143" y="58"/>
                  </a:lnTo>
                  <a:cubicBezTo>
                    <a:pt x="147" y="59"/>
                    <a:pt x="143" y="67"/>
                    <a:pt x="141" y="75"/>
                  </a:cubicBezTo>
                  <a:cubicBezTo>
                    <a:pt x="141" y="77"/>
                    <a:pt x="140" y="78"/>
                    <a:pt x="139" y="78"/>
                  </a:cubicBezTo>
                  <a:cubicBezTo>
                    <a:pt x="135" y="78"/>
                    <a:pt x="128" y="65"/>
                    <a:pt x="129" y="45"/>
                  </a:cubicBezTo>
                  <a:lnTo>
                    <a:pt x="126" y="26"/>
                  </a:lnTo>
                  <a:lnTo>
                    <a:pt x="122" y="43"/>
                  </a:lnTo>
                  <a:cubicBezTo>
                    <a:pt x="119" y="41"/>
                    <a:pt x="115" y="40"/>
                    <a:pt x="117" y="31"/>
                  </a:cubicBezTo>
                  <a:cubicBezTo>
                    <a:pt x="120" y="23"/>
                    <a:pt x="120" y="23"/>
                    <a:pt x="116" y="22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5" y="22"/>
                    <a:pt x="112" y="23"/>
                    <a:pt x="111" y="29"/>
                  </a:cubicBezTo>
                  <a:cubicBezTo>
                    <a:pt x="107" y="39"/>
                    <a:pt x="106" y="43"/>
                    <a:pt x="105" y="43"/>
                  </a:cubicBezTo>
                  <a:cubicBezTo>
                    <a:pt x="105" y="43"/>
                    <a:pt x="105" y="41"/>
                    <a:pt x="105" y="37"/>
                  </a:cubicBezTo>
                  <a:cubicBezTo>
                    <a:pt x="106" y="27"/>
                    <a:pt x="105" y="23"/>
                    <a:pt x="103" y="23"/>
                  </a:cubicBezTo>
                  <a:cubicBezTo>
                    <a:pt x="101" y="23"/>
                    <a:pt x="99" y="26"/>
                    <a:pt x="95" y="34"/>
                  </a:cubicBezTo>
                  <a:cubicBezTo>
                    <a:pt x="92" y="41"/>
                    <a:pt x="91" y="45"/>
                    <a:pt x="90" y="45"/>
                  </a:cubicBezTo>
                  <a:cubicBezTo>
                    <a:pt x="90" y="45"/>
                    <a:pt x="90" y="41"/>
                    <a:pt x="92" y="32"/>
                  </a:cubicBezTo>
                  <a:cubicBezTo>
                    <a:pt x="94" y="23"/>
                    <a:pt x="94" y="15"/>
                    <a:pt x="90" y="13"/>
                  </a:cubicBezTo>
                  <a:lnTo>
                    <a:pt x="87" y="21"/>
                  </a:lnTo>
                  <a:cubicBezTo>
                    <a:pt x="85" y="31"/>
                    <a:pt x="82" y="34"/>
                    <a:pt x="81" y="34"/>
                  </a:cubicBezTo>
                  <a:cubicBezTo>
                    <a:pt x="80" y="34"/>
                    <a:pt x="79" y="32"/>
                    <a:pt x="78" y="28"/>
                  </a:cubicBezTo>
                  <a:cubicBezTo>
                    <a:pt x="79" y="23"/>
                    <a:pt x="79" y="20"/>
                    <a:pt x="77" y="20"/>
                  </a:cubicBezTo>
                  <a:cubicBezTo>
                    <a:pt x="75" y="20"/>
                    <a:pt x="72" y="22"/>
                    <a:pt x="68" y="25"/>
                  </a:cubicBezTo>
                  <a:cubicBezTo>
                    <a:pt x="61" y="22"/>
                    <a:pt x="58" y="21"/>
                    <a:pt x="60" y="12"/>
                  </a:cubicBezTo>
                  <a:cubicBezTo>
                    <a:pt x="63" y="4"/>
                    <a:pt x="64" y="0"/>
                    <a:pt x="64" y="0"/>
                  </a:cubicBezTo>
                  <a:close/>
                  <a:moveTo>
                    <a:pt x="803" y="421"/>
                  </a:moveTo>
                  <a:cubicBezTo>
                    <a:pt x="801" y="425"/>
                    <a:pt x="798" y="431"/>
                    <a:pt x="797" y="436"/>
                  </a:cubicBezTo>
                  <a:cubicBezTo>
                    <a:pt x="797" y="440"/>
                    <a:pt x="797" y="442"/>
                    <a:pt x="798" y="442"/>
                  </a:cubicBezTo>
                  <a:cubicBezTo>
                    <a:pt x="799" y="442"/>
                    <a:pt x="802" y="439"/>
                    <a:pt x="805" y="430"/>
                  </a:cubicBezTo>
                  <a:cubicBezTo>
                    <a:pt x="807" y="421"/>
                    <a:pt x="807" y="421"/>
                    <a:pt x="803" y="4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33"/>
            <p:cNvSpPr/>
            <p:nvPr/>
          </p:nvSpPr>
          <p:spPr>
            <a:xfrm>
              <a:off x="1550720" y="1329760"/>
              <a:ext cx="605748" cy="325150"/>
            </a:xfrm>
            <a:custGeom>
              <a:avLst/>
              <a:gdLst/>
              <a:ahLst/>
              <a:cxnLst/>
              <a:rect l="l" t="t" r="r" b="b"/>
              <a:pathLst>
                <a:path w="6064" h="3255" extrusionOk="0">
                  <a:moveTo>
                    <a:pt x="2590" y="11"/>
                  </a:moveTo>
                  <a:cubicBezTo>
                    <a:pt x="2590" y="14"/>
                    <a:pt x="2588" y="15"/>
                    <a:pt x="2586" y="15"/>
                  </a:cubicBezTo>
                  <a:cubicBezTo>
                    <a:pt x="2582" y="15"/>
                    <a:pt x="2578" y="12"/>
                    <a:pt x="2590" y="11"/>
                  </a:cubicBezTo>
                  <a:close/>
                  <a:moveTo>
                    <a:pt x="2503" y="49"/>
                  </a:moveTo>
                  <a:cubicBezTo>
                    <a:pt x="2504" y="53"/>
                    <a:pt x="2501" y="54"/>
                    <a:pt x="2499" y="54"/>
                  </a:cubicBezTo>
                  <a:cubicBezTo>
                    <a:pt x="2495" y="54"/>
                    <a:pt x="2492" y="51"/>
                    <a:pt x="2503" y="49"/>
                  </a:cubicBezTo>
                  <a:close/>
                  <a:moveTo>
                    <a:pt x="2592" y="37"/>
                  </a:moveTo>
                  <a:lnTo>
                    <a:pt x="2610" y="45"/>
                  </a:lnTo>
                  <a:lnTo>
                    <a:pt x="2592" y="54"/>
                  </a:lnTo>
                  <a:lnTo>
                    <a:pt x="2575" y="55"/>
                  </a:lnTo>
                  <a:cubicBezTo>
                    <a:pt x="2574" y="47"/>
                    <a:pt x="2574" y="38"/>
                    <a:pt x="2592" y="37"/>
                  </a:cubicBezTo>
                  <a:close/>
                  <a:moveTo>
                    <a:pt x="2702" y="44"/>
                  </a:moveTo>
                  <a:cubicBezTo>
                    <a:pt x="2705" y="44"/>
                    <a:pt x="2709" y="45"/>
                    <a:pt x="2716" y="46"/>
                  </a:cubicBezTo>
                  <a:cubicBezTo>
                    <a:pt x="2716" y="46"/>
                    <a:pt x="2732" y="57"/>
                    <a:pt x="2730" y="66"/>
                  </a:cubicBezTo>
                  <a:cubicBezTo>
                    <a:pt x="2729" y="69"/>
                    <a:pt x="2727" y="70"/>
                    <a:pt x="2724" y="70"/>
                  </a:cubicBezTo>
                  <a:cubicBezTo>
                    <a:pt x="2717" y="70"/>
                    <a:pt x="2707" y="64"/>
                    <a:pt x="2697" y="52"/>
                  </a:cubicBezTo>
                  <a:cubicBezTo>
                    <a:pt x="2698" y="46"/>
                    <a:pt x="2698" y="44"/>
                    <a:pt x="2702" y="44"/>
                  </a:cubicBezTo>
                  <a:close/>
                  <a:moveTo>
                    <a:pt x="2966" y="172"/>
                  </a:moveTo>
                  <a:cubicBezTo>
                    <a:pt x="2971" y="172"/>
                    <a:pt x="2977" y="188"/>
                    <a:pt x="2985" y="201"/>
                  </a:cubicBezTo>
                  <a:cubicBezTo>
                    <a:pt x="2986" y="209"/>
                    <a:pt x="2987" y="214"/>
                    <a:pt x="2986" y="214"/>
                  </a:cubicBezTo>
                  <a:cubicBezTo>
                    <a:pt x="2984" y="214"/>
                    <a:pt x="2980" y="207"/>
                    <a:pt x="2968" y="192"/>
                  </a:cubicBezTo>
                  <a:cubicBezTo>
                    <a:pt x="2957" y="178"/>
                    <a:pt x="2964" y="173"/>
                    <a:pt x="2964" y="173"/>
                  </a:cubicBezTo>
                  <a:cubicBezTo>
                    <a:pt x="2965" y="172"/>
                    <a:pt x="2965" y="172"/>
                    <a:pt x="2966" y="172"/>
                  </a:cubicBezTo>
                  <a:close/>
                  <a:moveTo>
                    <a:pt x="3177" y="196"/>
                  </a:moveTo>
                  <a:cubicBezTo>
                    <a:pt x="3169" y="200"/>
                    <a:pt x="3169" y="200"/>
                    <a:pt x="3178" y="223"/>
                  </a:cubicBezTo>
                  <a:cubicBezTo>
                    <a:pt x="3178" y="223"/>
                    <a:pt x="3193" y="242"/>
                    <a:pt x="3203" y="242"/>
                  </a:cubicBezTo>
                  <a:cubicBezTo>
                    <a:pt x="3203" y="242"/>
                    <a:pt x="3204" y="242"/>
                    <a:pt x="3204" y="242"/>
                  </a:cubicBezTo>
                  <a:cubicBezTo>
                    <a:pt x="3212" y="240"/>
                    <a:pt x="3203" y="214"/>
                    <a:pt x="3177" y="196"/>
                  </a:cubicBezTo>
                  <a:close/>
                  <a:moveTo>
                    <a:pt x="2922" y="317"/>
                  </a:moveTo>
                  <a:cubicBezTo>
                    <a:pt x="2915" y="321"/>
                    <a:pt x="2915" y="321"/>
                    <a:pt x="2919" y="332"/>
                  </a:cubicBezTo>
                  <a:cubicBezTo>
                    <a:pt x="2923" y="346"/>
                    <a:pt x="2925" y="352"/>
                    <a:pt x="2926" y="352"/>
                  </a:cubicBezTo>
                  <a:cubicBezTo>
                    <a:pt x="2928" y="352"/>
                    <a:pt x="2929" y="348"/>
                    <a:pt x="2931" y="342"/>
                  </a:cubicBezTo>
                  <a:cubicBezTo>
                    <a:pt x="2929" y="333"/>
                    <a:pt x="2926" y="325"/>
                    <a:pt x="2922" y="317"/>
                  </a:cubicBezTo>
                  <a:close/>
                  <a:moveTo>
                    <a:pt x="3053" y="472"/>
                  </a:moveTo>
                  <a:cubicBezTo>
                    <a:pt x="3053" y="472"/>
                    <a:pt x="3060" y="473"/>
                    <a:pt x="3059" y="492"/>
                  </a:cubicBezTo>
                  <a:cubicBezTo>
                    <a:pt x="3057" y="505"/>
                    <a:pt x="3053" y="516"/>
                    <a:pt x="3046" y="527"/>
                  </a:cubicBezTo>
                  <a:cubicBezTo>
                    <a:pt x="3037" y="526"/>
                    <a:pt x="3040" y="508"/>
                    <a:pt x="3040" y="508"/>
                  </a:cubicBezTo>
                  <a:cubicBezTo>
                    <a:pt x="3043" y="490"/>
                    <a:pt x="3044" y="472"/>
                    <a:pt x="3053" y="472"/>
                  </a:cubicBezTo>
                  <a:close/>
                  <a:moveTo>
                    <a:pt x="2980" y="585"/>
                  </a:moveTo>
                  <a:cubicBezTo>
                    <a:pt x="2978" y="585"/>
                    <a:pt x="2972" y="587"/>
                    <a:pt x="2968" y="600"/>
                  </a:cubicBezTo>
                  <a:lnTo>
                    <a:pt x="2964" y="617"/>
                  </a:lnTo>
                  <a:cubicBezTo>
                    <a:pt x="2965" y="617"/>
                    <a:pt x="2965" y="617"/>
                    <a:pt x="2966" y="617"/>
                  </a:cubicBezTo>
                  <a:cubicBezTo>
                    <a:pt x="2974" y="617"/>
                    <a:pt x="2985" y="605"/>
                    <a:pt x="2985" y="605"/>
                  </a:cubicBezTo>
                  <a:cubicBezTo>
                    <a:pt x="2990" y="588"/>
                    <a:pt x="2981" y="585"/>
                    <a:pt x="2981" y="585"/>
                  </a:cubicBezTo>
                  <a:cubicBezTo>
                    <a:pt x="2981" y="585"/>
                    <a:pt x="2980" y="585"/>
                    <a:pt x="2980" y="585"/>
                  </a:cubicBezTo>
                  <a:close/>
                  <a:moveTo>
                    <a:pt x="2931" y="779"/>
                  </a:moveTo>
                  <a:cubicBezTo>
                    <a:pt x="2932" y="779"/>
                    <a:pt x="2934" y="780"/>
                    <a:pt x="2936" y="781"/>
                  </a:cubicBezTo>
                  <a:lnTo>
                    <a:pt x="2928" y="798"/>
                  </a:lnTo>
                  <a:lnTo>
                    <a:pt x="2912" y="811"/>
                  </a:lnTo>
                  <a:lnTo>
                    <a:pt x="2920" y="794"/>
                  </a:lnTo>
                  <a:cubicBezTo>
                    <a:pt x="2926" y="783"/>
                    <a:pt x="2928" y="779"/>
                    <a:pt x="2931" y="779"/>
                  </a:cubicBezTo>
                  <a:close/>
                  <a:moveTo>
                    <a:pt x="1847" y="865"/>
                  </a:moveTo>
                  <a:cubicBezTo>
                    <a:pt x="1848" y="872"/>
                    <a:pt x="1850" y="878"/>
                    <a:pt x="1851" y="885"/>
                  </a:cubicBezTo>
                  <a:lnTo>
                    <a:pt x="1848" y="904"/>
                  </a:lnTo>
                  <a:cubicBezTo>
                    <a:pt x="1839" y="902"/>
                    <a:pt x="1831" y="900"/>
                    <a:pt x="1834" y="882"/>
                  </a:cubicBezTo>
                  <a:cubicBezTo>
                    <a:pt x="1839" y="876"/>
                    <a:pt x="1842" y="870"/>
                    <a:pt x="1847" y="865"/>
                  </a:cubicBezTo>
                  <a:close/>
                  <a:moveTo>
                    <a:pt x="2856" y="921"/>
                  </a:moveTo>
                  <a:cubicBezTo>
                    <a:pt x="2860" y="921"/>
                    <a:pt x="2864" y="925"/>
                    <a:pt x="2865" y="934"/>
                  </a:cubicBezTo>
                  <a:lnTo>
                    <a:pt x="2846" y="967"/>
                  </a:lnTo>
                  <a:cubicBezTo>
                    <a:pt x="2839" y="964"/>
                    <a:pt x="2832" y="959"/>
                    <a:pt x="2842" y="942"/>
                  </a:cubicBezTo>
                  <a:cubicBezTo>
                    <a:pt x="2843" y="930"/>
                    <a:pt x="2850" y="921"/>
                    <a:pt x="2856" y="921"/>
                  </a:cubicBezTo>
                  <a:close/>
                  <a:moveTo>
                    <a:pt x="4474" y="952"/>
                  </a:moveTo>
                  <a:cubicBezTo>
                    <a:pt x="4477" y="952"/>
                    <a:pt x="4479" y="952"/>
                    <a:pt x="4482" y="952"/>
                  </a:cubicBezTo>
                  <a:cubicBezTo>
                    <a:pt x="4482" y="952"/>
                    <a:pt x="4497" y="964"/>
                    <a:pt x="4495" y="971"/>
                  </a:cubicBezTo>
                  <a:lnTo>
                    <a:pt x="4478" y="969"/>
                  </a:lnTo>
                  <a:cubicBezTo>
                    <a:pt x="4463" y="966"/>
                    <a:pt x="4463" y="958"/>
                    <a:pt x="4463" y="958"/>
                  </a:cubicBezTo>
                  <a:cubicBezTo>
                    <a:pt x="4463" y="958"/>
                    <a:pt x="4463" y="952"/>
                    <a:pt x="4474" y="952"/>
                  </a:cubicBezTo>
                  <a:close/>
                  <a:moveTo>
                    <a:pt x="4632" y="998"/>
                  </a:moveTo>
                  <a:lnTo>
                    <a:pt x="4632" y="998"/>
                  </a:lnTo>
                  <a:cubicBezTo>
                    <a:pt x="4637" y="1001"/>
                    <a:pt x="4641" y="1004"/>
                    <a:pt x="4646" y="1008"/>
                  </a:cubicBezTo>
                  <a:lnTo>
                    <a:pt x="4655" y="1025"/>
                  </a:lnTo>
                  <a:lnTo>
                    <a:pt x="4641" y="1015"/>
                  </a:lnTo>
                  <a:cubicBezTo>
                    <a:pt x="4628" y="1005"/>
                    <a:pt x="4626" y="1005"/>
                    <a:pt x="4632" y="998"/>
                  </a:cubicBezTo>
                  <a:close/>
                  <a:moveTo>
                    <a:pt x="4681" y="1029"/>
                  </a:moveTo>
                  <a:cubicBezTo>
                    <a:pt x="4679" y="1029"/>
                    <a:pt x="4682" y="1032"/>
                    <a:pt x="4693" y="1035"/>
                  </a:cubicBezTo>
                  <a:cubicBezTo>
                    <a:pt x="4687" y="1031"/>
                    <a:pt x="4683" y="1029"/>
                    <a:pt x="4681" y="1029"/>
                  </a:cubicBezTo>
                  <a:close/>
                  <a:moveTo>
                    <a:pt x="2818" y="1085"/>
                  </a:moveTo>
                  <a:lnTo>
                    <a:pt x="2825" y="1089"/>
                  </a:lnTo>
                  <a:cubicBezTo>
                    <a:pt x="2816" y="1103"/>
                    <a:pt x="2813" y="1122"/>
                    <a:pt x="2807" y="1122"/>
                  </a:cubicBezTo>
                  <a:cubicBezTo>
                    <a:pt x="2806" y="1122"/>
                    <a:pt x="2805" y="1122"/>
                    <a:pt x="2805" y="1122"/>
                  </a:cubicBezTo>
                  <a:cubicBezTo>
                    <a:pt x="2803" y="1124"/>
                    <a:pt x="2802" y="1126"/>
                    <a:pt x="2801" y="1126"/>
                  </a:cubicBezTo>
                  <a:cubicBezTo>
                    <a:pt x="2799" y="1126"/>
                    <a:pt x="2810" y="1098"/>
                    <a:pt x="2818" y="1085"/>
                  </a:cubicBezTo>
                  <a:close/>
                  <a:moveTo>
                    <a:pt x="4751" y="1125"/>
                  </a:moveTo>
                  <a:lnTo>
                    <a:pt x="4760" y="1140"/>
                  </a:lnTo>
                  <a:cubicBezTo>
                    <a:pt x="4761" y="1146"/>
                    <a:pt x="4761" y="1153"/>
                    <a:pt x="4760" y="1160"/>
                  </a:cubicBezTo>
                  <a:cubicBezTo>
                    <a:pt x="4758" y="1154"/>
                    <a:pt x="4755" y="1149"/>
                    <a:pt x="4752" y="1144"/>
                  </a:cubicBezTo>
                  <a:cubicBezTo>
                    <a:pt x="4744" y="1128"/>
                    <a:pt x="4744" y="1128"/>
                    <a:pt x="4751" y="1125"/>
                  </a:cubicBezTo>
                  <a:close/>
                  <a:moveTo>
                    <a:pt x="4816" y="1168"/>
                  </a:moveTo>
                  <a:cubicBezTo>
                    <a:pt x="4816" y="1168"/>
                    <a:pt x="4815" y="1169"/>
                    <a:pt x="4815" y="1173"/>
                  </a:cubicBezTo>
                  <a:lnTo>
                    <a:pt x="4815" y="1173"/>
                  </a:lnTo>
                  <a:cubicBezTo>
                    <a:pt x="4817" y="1170"/>
                    <a:pt x="4817" y="1168"/>
                    <a:pt x="4816" y="1168"/>
                  </a:cubicBezTo>
                  <a:close/>
                  <a:moveTo>
                    <a:pt x="2659" y="1163"/>
                  </a:moveTo>
                  <a:lnTo>
                    <a:pt x="2666" y="1168"/>
                  </a:lnTo>
                  <a:cubicBezTo>
                    <a:pt x="2671" y="1171"/>
                    <a:pt x="2676" y="1174"/>
                    <a:pt x="2676" y="1174"/>
                  </a:cubicBezTo>
                  <a:cubicBezTo>
                    <a:pt x="2676" y="1174"/>
                    <a:pt x="2675" y="1174"/>
                    <a:pt x="2673" y="1172"/>
                  </a:cubicBezTo>
                  <a:lnTo>
                    <a:pt x="2659" y="1163"/>
                  </a:lnTo>
                  <a:close/>
                  <a:moveTo>
                    <a:pt x="4794" y="1241"/>
                  </a:moveTo>
                  <a:cubicBezTo>
                    <a:pt x="4798" y="1241"/>
                    <a:pt x="4799" y="1244"/>
                    <a:pt x="4803" y="1257"/>
                  </a:cubicBezTo>
                  <a:cubicBezTo>
                    <a:pt x="4807" y="1279"/>
                    <a:pt x="4808" y="1287"/>
                    <a:pt x="4806" y="1287"/>
                  </a:cubicBezTo>
                  <a:cubicBezTo>
                    <a:pt x="4805" y="1287"/>
                    <a:pt x="4802" y="1283"/>
                    <a:pt x="4798" y="1277"/>
                  </a:cubicBezTo>
                  <a:cubicBezTo>
                    <a:pt x="4786" y="1261"/>
                    <a:pt x="4781" y="1244"/>
                    <a:pt x="4790" y="1242"/>
                  </a:cubicBezTo>
                  <a:cubicBezTo>
                    <a:pt x="4792" y="1242"/>
                    <a:pt x="4793" y="1241"/>
                    <a:pt x="4794" y="1241"/>
                  </a:cubicBezTo>
                  <a:close/>
                  <a:moveTo>
                    <a:pt x="3900" y="1268"/>
                  </a:moveTo>
                  <a:cubicBezTo>
                    <a:pt x="3901" y="1268"/>
                    <a:pt x="3901" y="1268"/>
                    <a:pt x="3902" y="1269"/>
                  </a:cubicBezTo>
                  <a:lnTo>
                    <a:pt x="3910" y="1273"/>
                  </a:lnTo>
                  <a:cubicBezTo>
                    <a:pt x="3908" y="1290"/>
                    <a:pt x="3907" y="1309"/>
                    <a:pt x="3902" y="1309"/>
                  </a:cubicBezTo>
                  <a:cubicBezTo>
                    <a:pt x="3901" y="1309"/>
                    <a:pt x="3900" y="1308"/>
                    <a:pt x="3900" y="1308"/>
                  </a:cubicBezTo>
                  <a:cubicBezTo>
                    <a:pt x="3900" y="1308"/>
                    <a:pt x="3892" y="1305"/>
                    <a:pt x="3893" y="1284"/>
                  </a:cubicBezTo>
                  <a:cubicBezTo>
                    <a:pt x="3893" y="1284"/>
                    <a:pt x="3895" y="1268"/>
                    <a:pt x="3900" y="1268"/>
                  </a:cubicBezTo>
                  <a:close/>
                  <a:moveTo>
                    <a:pt x="1808" y="1327"/>
                  </a:moveTo>
                  <a:cubicBezTo>
                    <a:pt x="1813" y="1327"/>
                    <a:pt x="1822" y="1334"/>
                    <a:pt x="1828" y="1334"/>
                  </a:cubicBezTo>
                  <a:cubicBezTo>
                    <a:pt x="1828" y="1334"/>
                    <a:pt x="1828" y="1334"/>
                    <a:pt x="1829" y="1334"/>
                  </a:cubicBezTo>
                  <a:lnTo>
                    <a:pt x="1829" y="1334"/>
                  </a:lnTo>
                  <a:cubicBezTo>
                    <a:pt x="1830" y="1353"/>
                    <a:pt x="1830" y="1353"/>
                    <a:pt x="1821" y="1353"/>
                  </a:cubicBezTo>
                  <a:cubicBezTo>
                    <a:pt x="1821" y="1353"/>
                    <a:pt x="1820" y="1353"/>
                    <a:pt x="1820" y="1353"/>
                  </a:cubicBezTo>
                  <a:cubicBezTo>
                    <a:pt x="1812" y="1353"/>
                    <a:pt x="1803" y="1336"/>
                    <a:pt x="1803" y="1336"/>
                  </a:cubicBezTo>
                  <a:cubicBezTo>
                    <a:pt x="1803" y="1329"/>
                    <a:pt x="1805" y="1327"/>
                    <a:pt x="1808" y="1327"/>
                  </a:cubicBezTo>
                  <a:close/>
                  <a:moveTo>
                    <a:pt x="4749" y="1385"/>
                  </a:moveTo>
                  <a:cubicBezTo>
                    <a:pt x="4758" y="1385"/>
                    <a:pt x="4766" y="1385"/>
                    <a:pt x="4767" y="1402"/>
                  </a:cubicBezTo>
                  <a:cubicBezTo>
                    <a:pt x="4763" y="1408"/>
                    <a:pt x="4761" y="1413"/>
                    <a:pt x="4758" y="1419"/>
                  </a:cubicBezTo>
                  <a:cubicBezTo>
                    <a:pt x="4754" y="1413"/>
                    <a:pt x="4752" y="1408"/>
                    <a:pt x="4749" y="1402"/>
                  </a:cubicBezTo>
                  <a:lnTo>
                    <a:pt x="4749" y="1385"/>
                  </a:lnTo>
                  <a:close/>
                  <a:moveTo>
                    <a:pt x="2588" y="1390"/>
                  </a:moveTo>
                  <a:cubicBezTo>
                    <a:pt x="2595" y="1395"/>
                    <a:pt x="2602" y="1400"/>
                    <a:pt x="2590" y="1416"/>
                  </a:cubicBezTo>
                  <a:lnTo>
                    <a:pt x="2579" y="1431"/>
                  </a:lnTo>
                  <a:cubicBezTo>
                    <a:pt x="2573" y="1427"/>
                    <a:pt x="2577" y="1406"/>
                    <a:pt x="2577" y="1406"/>
                  </a:cubicBezTo>
                  <a:lnTo>
                    <a:pt x="2588" y="1390"/>
                  </a:lnTo>
                  <a:close/>
                  <a:moveTo>
                    <a:pt x="2475" y="1480"/>
                  </a:moveTo>
                  <a:cubicBezTo>
                    <a:pt x="2477" y="1480"/>
                    <a:pt x="2477" y="1487"/>
                    <a:pt x="2478" y="1499"/>
                  </a:cubicBezTo>
                  <a:lnTo>
                    <a:pt x="2468" y="1539"/>
                  </a:lnTo>
                  <a:cubicBezTo>
                    <a:pt x="2466" y="1543"/>
                    <a:pt x="2464" y="1544"/>
                    <a:pt x="2463" y="1544"/>
                  </a:cubicBezTo>
                  <a:cubicBezTo>
                    <a:pt x="2459" y="1544"/>
                    <a:pt x="2461" y="1528"/>
                    <a:pt x="2460" y="1509"/>
                  </a:cubicBezTo>
                  <a:lnTo>
                    <a:pt x="2459" y="1509"/>
                  </a:lnTo>
                  <a:cubicBezTo>
                    <a:pt x="2468" y="1489"/>
                    <a:pt x="2472" y="1480"/>
                    <a:pt x="2475" y="1480"/>
                  </a:cubicBezTo>
                  <a:close/>
                  <a:moveTo>
                    <a:pt x="4739" y="1591"/>
                  </a:moveTo>
                  <a:cubicBezTo>
                    <a:pt x="4740" y="1591"/>
                    <a:pt x="4741" y="1592"/>
                    <a:pt x="4743" y="1592"/>
                  </a:cubicBezTo>
                  <a:cubicBezTo>
                    <a:pt x="4743" y="1592"/>
                    <a:pt x="4751" y="1594"/>
                    <a:pt x="4747" y="1612"/>
                  </a:cubicBezTo>
                  <a:lnTo>
                    <a:pt x="4734" y="1627"/>
                  </a:lnTo>
                  <a:cubicBezTo>
                    <a:pt x="4726" y="1624"/>
                    <a:pt x="4731" y="1607"/>
                    <a:pt x="4731" y="1607"/>
                  </a:cubicBezTo>
                  <a:cubicBezTo>
                    <a:pt x="4733" y="1594"/>
                    <a:pt x="4734" y="1591"/>
                    <a:pt x="4739" y="1591"/>
                  </a:cubicBezTo>
                  <a:close/>
                  <a:moveTo>
                    <a:pt x="1921" y="1618"/>
                  </a:moveTo>
                  <a:cubicBezTo>
                    <a:pt x="1929" y="1618"/>
                    <a:pt x="1941" y="1632"/>
                    <a:pt x="1941" y="1632"/>
                  </a:cubicBezTo>
                  <a:lnTo>
                    <a:pt x="1945" y="1649"/>
                  </a:lnTo>
                  <a:cubicBezTo>
                    <a:pt x="1943" y="1650"/>
                    <a:pt x="1940" y="1650"/>
                    <a:pt x="1937" y="1650"/>
                  </a:cubicBezTo>
                  <a:cubicBezTo>
                    <a:pt x="1932" y="1650"/>
                    <a:pt x="1928" y="1648"/>
                    <a:pt x="1924" y="1637"/>
                  </a:cubicBezTo>
                  <a:lnTo>
                    <a:pt x="1920" y="1619"/>
                  </a:lnTo>
                  <a:cubicBezTo>
                    <a:pt x="1920" y="1619"/>
                    <a:pt x="1921" y="1618"/>
                    <a:pt x="1921" y="1618"/>
                  </a:cubicBezTo>
                  <a:close/>
                  <a:moveTo>
                    <a:pt x="1960" y="1859"/>
                  </a:moveTo>
                  <a:lnTo>
                    <a:pt x="1976" y="1872"/>
                  </a:lnTo>
                  <a:lnTo>
                    <a:pt x="1982" y="1889"/>
                  </a:lnTo>
                  <a:cubicBezTo>
                    <a:pt x="1979" y="1890"/>
                    <a:pt x="1976" y="1892"/>
                    <a:pt x="1973" y="1892"/>
                  </a:cubicBezTo>
                  <a:cubicBezTo>
                    <a:pt x="1969" y="1892"/>
                    <a:pt x="1965" y="1889"/>
                    <a:pt x="1960" y="1879"/>
                  </a:cubicBezTo>
                  <a:lnTo>
                    <a:pt x="1960" y="1859"/>
                  </a:lnTo>
                  <a:close/>
                  <a:moveTo>
                    <a:pt x="3845" y="1857"/>
                  </a:moveTo>
                  <a:cubicBezTo>
                    <a:pt x="3851" y="1857"/>
                    <a:pt x="3860" y="1864"/>
                    <a:pt x="3868" y="1882"/>
                  </a:cubicBezTo>
                  <a:cubicBezTo>
                    <a:pt x="3873" y="1899"/>
                    <a:pt x="3873" y="1899"/>
                    <a:pt x="3865" y="1901"/>
                  </a:cubicBezTo>
                  <a:cubicBezTo>
                    <a:pt x="3864" y="1901"/>
                    <a:pt x="3864" y="1902"/>
                    <a:pt x="3863" y="1902"/>
                  </a:cubicBezTo>
                  <a:cubicBezTo>
                    <a:pt x="3854" y="1902"/>
                    <a:pt x="3843" y="1887"/>
                    <a:pt x="3840" y="1870"/>
                  </a:cubicBezTo>
                  <a:cubicBezTo>
                    <a:pt x="3839" y="1862"/>
                    <a:pt x="3841" y="1857"/>
                    <a:pt x="3845" y="1857"/>
                  </a:cubicBezTo>
                  <a:close/>
                  <a:moveTo>
                    <a:pt x="2225" y="1835"/>
                  </a:moveTo>
                  <a:cubicBezTo>
                    <a:pt x="2227" y="1835"/>
                    <a:pt x="2230" y="1837"/>
                    <a:pt x="2235" y="1841"/>
                  </a:cubicBezTo>
                  <a:cubicBezTo>
                    <a:pt x="2240" y="1846"/>
                    <a:pt x="2247" y="1852"/>
                    <a:pt x="2228" y="1886"/>
                  </a:cubicBezTo>
                  <a:lnTo>
                    <a:pt x="2202" y="1915"/>
                  </a:lnTo>
                  <a:lnTo>
                    <a:pt x="2202" y="1915"/>
                  </a:lnTo>
                  <a:lnTo>
                    <a:pt x="2216" y="1874"/>
                  </a:lnTo>
                  <a:cubicBezTo>
                    <a:pt x="2220" y="1845"/>
                    <a:pt x="2221" y="1835"/>
                    <a:pt x="2225" y="1835"/>
                  </a:cubicBezTo>
                  <a:close/>
                  <a:moveTo>
                    <a:pt x="2152" y="1893"/>
                  </a:moveTo>
                  <a:lnTo>
                    <a:pt x="2159" y="1900"/>
                  </a:lnTo>
                  <a:lnTo>
                    <a:pt x="2152" y="1919"/>
                  </a:lnTo>
                  <a:lnTo>
                    <a:pt x="2133" y="1928"/>
                  </a:lnTo>
                  <a:cubicBezTo>
                    <a:pt x="2126" y="1922"/>
                    <a:pt x="2139" y="1908"/>
                    <a:pt x="2152" y="1893"/>
                  </a:cubicBezTo>
                  <a:close/>
                  <a:moveTo>
                    <a:pt x="2586" y="94"/>
                  </a:moveTo>
                  <a:cubicBezTo>
                    <a:pt x="2592" y="94"/>
                    <a:pt x="2601" y="100"/>
                    <a:pt x="2610" y="113"/>
                  </a:cubicBezTo>
                  <a:cubicBezTo>
                    <a:pt x="2610" y="123"/>
                    <a:pt x="2615" y="128"/>
                    <a:pt x="2619" y="128"/>
                  </a:cubicBezTo>
                  <a:cubicBezTo>
                    <a:pt x="2622" y="128"/>
                    <a:pt x="2624" y="126"/>
                    <a:pt x="2624" y="122"/>
                  </a:cubicBezTo>
                  <a:cubicBezTo>
                    <a:pt x="2634" y="116"/>
                    <a:pt x="2645" y="112"/>
                    <a:pt x="2655" y="112"/>
                  </a:cubicBezTo>
                  <a:cubicBezTo>
                    <a:pt x="2660" y="112"/>
                    <a:pt x="2665" y="113"/>
                    <a:pt x="2670" y="117"/>
                  </a:cubicBezTo>
                  <a:cubicBezTo>
                    <a:pt x="2675" y="117"/>
                    <a:pt x="2681" y="118"/>
                    <a:pt x="2685" y="118"/>
                  </a:cubicBezTo>
                  <a:cubicBezTo>
                    <a:pt x="2694" y="118"/>
                    <a:pt x="2702" y="115"/>
                    <a:pt x="2704" y="104"/>
                  </a:cubicBezTo>
                  <a:cubicBezTo>
                    <a:pt x="2705" y="100"/>
                    <a:pt x="2708" y="99"/>
                    <a:pt x="2713" y="99"/>
                  </a:cubicBezTo>
                  <a:cubicBezTo>
                    <a:pt x="2719" y="99"/>
                    <a:pt x="2728" y="101"/>
                    <a:pt x="2736" y="103"/>
                  </a:cubicBezTo>
                  <a:cubicBezTo>
                    <a:pt x="2734" y="112"/>
                    <a:pt x="2734" y="112"/>
                    <a:pt x="2717" y="115"/>
                  </a:cubicBezTo>
                  <a:cubicBezTo>
                    <a:pt x="2713" y="115"/>
                    <a:pt x="2712" y="114"/>
                    <a:pt x="2711" y="114"/>
                  </a:cubicBezTo>
                  <a:lnTo>
                    <a:pt x="2711" y="114"/>
                  </a:lnTo>
                  <a:cubicBezTo>
                    <a:pt x="2711" y="114"/>
                    <a:pt x="2725" y="118"/>
                    <a:pt x="2746" y="123"/>
                  </a:cubicBezTo>
                  <a:cubicBezTo>
                    <a:pt x="2762" y="128"/>
                    <a:pt x="2787" y="147"/>
                    <a:pt x="2782" y="155"/>
                  </a:cubicBezTo>
                  <a:cubicBezTo>
                    <a:pt x="2788" y="162"/>
                    <a:pt x="2793" y="167"/>
                    <a:pt x="2797" y="167"/>
                  </a:cubicBezTo>
                  <a:cubicBezTo>
                    <a:pt x="2800" y="167"/>
                    <a:pt x="2801" y="163"/>
                    <a:pt x="2799" y="154"/>
                  </a:cubicBezTo>
                  <a:cubicBezTo>
                    <a:pt x="2803" y="146"/>
                    <a:pt x="2805" y="142"/>
                    <a:pt x="2810" y="142"/>
                  </a:cubicBezTo>
                  <a:cubicBezTo>
                    <a:pt x="2814" y="142"/>
                    <a:pt x="2821" y="145"/>
                    <a:pt x="2834" y="152"/>
                  </a:cubicBezTo>
                  <a:cubicBezTo>
                    <a:pt x="2846" y="160"/>
                    <a:pt x="2859" y="168"/>
                    <a:pt x="2853" y="175"/>
                  </a:cubicBezTo>
                  <a:cubicBezTo>
                    <a:pt x="2848" y="182"/>
                    <a:pt x="2848" y="182"/>
                    <a:pt x="2870" y="200"/>
                  </a:cubicBezTo>
                  <a:cubicBezTo>
                    <a:pt x="2899" y="222"/>
                    <a:pt x="2931" y="240"/>
                    <a:pt x="2966" y="251"/>
                  </a:cubicBezTo>
                  <a:cubicBezTo>
                    <a:pt x="2972" y="248"/>
                    <a:pt x="2975" y="246"/>
                    <a:pt x="2977" y="246"/>
                  </a:cubicBezTo>
                  <a:cubicBezTo>
                    <a:pt x="2980" y="246"/>
                    <a:pt x="2979" y="252"/>
                    <a:pt x="2974" y="266"/>
                  </a:cubicBezTo>
                  <a:cubicBezTo>
                    <a:pt x="2966" y="269"/>
                    <a:pt x="2974" y="283"/>
                    <a:pt x="2979" y="297"/>
                  </a:cubicBezTo>
                  <a:cubicBezTo>
                    <a:pt x="2979" y="297"/>
                    <a:pt x="2980" y="297"/>
                    <a:pt x="2980" y="297"/>
                  </a:cubicBezTo>
                  <a:cubicBezTo>
                    <a:pt x="2984" y="297"/>
                    <a:pt x="2984" y="303"/>
                    <a:pt x="2983" y="303"/>
                  </a:cubicBezTo>
                  <a:cubicBezTo>
                    <a:pt x="2982" y="303"/>
                    <a:pt x="2980" y="302"/>
                    <a:pt x="2979" y="297"/>
                  </a:cubicBezTo>
                  <a:cubicBezTo>
                    <a:pt x="2978" y="298"/>
                    <a:pt x="2977" y="298"/>
                    <a:pt x="2976" y="298"/>
                  </a:cubicBezTo>
                  <a:cubicBezTo>
                    <a:pt x="2969" y="298"/>
                    <a:pt x="2965" y="285"/>
                    <a:pt x="2958" y="273"/>
                  </a:cubicBezTo>
                  <a:lnTo>
                    <a:pt x="2951" y="277"/>
                  </a:lnTo>
                  <a:cubicBezTo>
                    <a:pt x="2943" y="297"/>
                    <a:pt x="2946" y="308"/>
                    <a:pt x="2967" y="316"/>
                  </a:cubicBezTo>
                  <a:cubicBezTo>
                    <a:pt x="2981" y="327"/>
                    <a:pt x="2980" y="329"/>
                    <a:pt x="2975" y="345"/>
                  </a:cubicBezTo>
                  <a:cubicBezTo>
                    <a:pt x="2972" y="361"/>
                    <a:pt x="2965" y="376"/>
                    <a:pt x="2972" y="376"/>
                  </a:cubicBezTo>
                  <a:cubicBezTo>
                    <a:pt x="2972" y="376"/>
                    <a:pt x="2973" y="376"/>
                    <a:pt x="2973" y="376"/>
                  </a:cubicBezTo>
                  <a:lnTo>
                    <a:pt x="2973" y="376"/>
                  </a:lnTo>
                  <a:cubicBezTo>
                    <a:pt x="2975" y="390"/>
                    <a:pt x="2974" y="406"/>
                    <a:pt x="2968" y="421"/>
                  </a:cubicBezTo>
                  <a:cubicBezTo>
                    <a:pt x="2968" y="451"/>
                    <a:pt x="2967" y="465"/>
                    <a:pt x="2976" y="467"/>
                  </a:cubicBezTo>
                  <a:cubicBezTo>
                    <a:pt x="2984" y="468"/>
                    <a:pt x="2983" y="483"/>
                    <a:pt x="2981" y="500"/>
                  </a:cubicBezTo>
                  <a:cubicBezTo>
                    <a:pt x="2979" y="516"/>
                    <a:pt x="2975" y="533"/>
                    <a:pt x="2984" y="534"/>
                  </a:cubicBezTo>
                  <a:cubicBezTo>
                    <a:pt x="2992" y="536"/>
                    <a:pt x="2998" y="554"/>
                    <a:pt x="2990" y="589"/>
                  </a:cubicBezTo>
                  <a:cubicBezTo>
                    <a:pt x="2988" y="625"/>
                    <a:pt x="2988" y="626"/>
                    <a:pt x="2966" y="637"/>
                  </a:cubicBezTo>
                  <a:cubicBezTo>
                    <a:pt x="2966" y="637"/>
                    <a:pt x="2965" y="637"/>
                    <a:pt x="2964" y="637"/>
                  </a:cubicBezTo>
                  <a:cubicBezTo>
                    <a:pt x="2957" y="637"/>
                    <a:pt x="2952" y="652"/>
                    <a:pt x="2947" y="667"/>
                  </a:cubicBezTo>
                  <a:cubicBezTo>
                    <a:pt x="2942" y="679"/>
                    <a:pt x="2935" y="689"/>
                    <a:pt x="2926" y="698"/>
                  </a:cubicBezTo>
                  <a:cubicBezTo>
                    <a:pt x="2911" y="710"/>
                    <a:pt x="2919" y="713"/>
                    <a:pt x="2927" y="717"/>
                  </a:cubicBezTo>
                  <a:lnTo>
                    <a:pt x="2943" y="723"/>
                  </a:lnTo>
                  <a:cubicBezTo>
                    <a:pt x="2937" y="738"/>
                    <a:pt x="2918" y="748"/>
                    <a:pt x="2909" y="748"/>
                  </a:cubicBezTo>
                  <a:cubicBezTo>
                    <a:pt x="2908" y="748"/>
                    <a:pt x="2907" y="747"/>
                    <a:pt x="2906" y="747"/>
                  </a:cubicBezTo>
                  <a:cubicBezTo>
                    <a:pt x="2883" y="756"/>
                    <a:pt x="2882" y="756"/>
                    <a:pt x="2898" y="763"/>
                  </a:cubicBezTo>
                  <a:cubicBezTo>
                    <a:pt x="2906" y="766"/>
                    <a:pt x="2906" y="787"/>
                    <a:pt x="2882" y="815"/>
                  </a:cubicBezTo>
                  <a:cubicBezTo>
                    <a:pt x="2866" y="846"/>
                    <a:pt x="2850" y="876"/>
                    <a:pt x="2841" y="876"/>
                  </a:cubicBezTo>
                  <a:cubicBezTo>
                    <a:pt x="2841" y="876"/>
                    <a:pt x="2840" y="876"/>
                    <a:pt x="2839" y="876"/>
                  </a:cubicBezTo>
                  <a:cubicBezTo>
                    <a:pt x="2829" y="885"/>
                    <a:pt x="2823" y="896"/>
                    <a:pt x="2822" y="910"/>
                  </a:cubicBezTo>
                  <a:cubicBezTo>
                    <a:pt x="2819" y="930"/>
                    <a:pt x="2810" y="947"/>
                    <a:pt x="2774" y="990"/>
                  </a:cubicBezTo>
                  <a:cubicBezTo>
                    <a:pt x="2712" y="1063"/>
                    <a:pt x="2710" y="1062"/>
                    <a:pt x="2726" y="1072"/>
                  </a:cubicBezTo>
                  <a:cubicBezTo>
                    <a:pt x="2733" y="1077"/>
                    <a:pt x="2740" y="1081"/>
                    <a:pt x="2716" y="1088"/>
                  </a:cubicBezTo>
                  <a:cubicBezTo>
                    <a:pt x="2698" y="1099"/>
                    <a:pt x="2696" y="1119"/>
                    <a:pt x="2684" y="1156"/>
                  </a:cubicBezTo>
                  <a:cubicBezTo>
                    <a:pt x="2681" y="1171"/>
                    <a:pt x="2689" y="1186"/>
                    <a:pt x="2702" y="1191"/>
                  </a:cubicBezTo>
                  <a:cubicBezTo>
                    <a:pt x="2716" y="1201"/>
                    <a:pt x="2716" y="1201"/>
                    <a:pt x="2688" y="1228"/>
                  </a:cubicBezTo>
                  <a:cubicBezTo>
                    <a:pt x="2679" y="1242"/>
                    <a:pt x="2665" y="1252"/>
                    <a:pt x="2656" y="1252"/>
                  </a:cubicBezTo>
                  <a:cubicBezTo>
                    <a:pt x="2655" y="1252"/>
                    <a:pt x="2653" y="1251"/>
                    <a:pt x="2652" y="1251"/>
                  </a:cubicBezTo>
                  <a:cubicBezTo>
                    <a:pt x="2645" y="1245"/>
                    <a:pt x="2656" y="1229"/>
                    <a:pt x="2656" y="1229"/>
                  </a:cubicBezTo>
                  <a:lnTo>
                    <a:pt x="2667" y="1214"/>
                  </a:lnTo>
                  <a:cubicBezTo>
                    <a:pt x="2664" y="1212"/>
                    <a:pt x="2662" y="1211"/>
                    <a:pt x="2659" y="1211"/>
                  </a:cubicBezTo>
                  <a:cubicBezTo>
                    <a:pt x="2653" y="1211"/>
                    <a:pt x="2645" y="1216"/>
                    <a:pt x="2632" y="1236"/>
                  </a:cubicBezTo>
                  <a:cubicBezTo>
                    <a:pt x="2614" y="1247"/>
                    <a:pt x="2604" y="1262"/>
                    <a:pt x="2611" y="1268"/>
                  </a:cubicBezTo>
                  <a:cubicBezTo>
                    <a:pt x="2594" y="1279"/>
                    <a:pt x="2573" y="1310"/>
                    <a:pt x="2550" y="1340"/>
                  </a:cubicBezTo>
                  <a:cubicBezTo>
                    <a:pt x="2528" y="1371"/>
                    <a:pt x="2496" y="1418"/>
                    <a:pt x="2478" y="1428"/>
                  </a:cubicBezTo>
                  <a:cubicBezTo>
                    <a:pt x="2455" y="1458"/>
                    <a:pt x="2443" y="1473"/>
                    <a:pt x="2450" y="1478"/>
                  </a:cubicBezTo>
                  <a:cubicBezTo>
                    <a:pt x="2462" y="1487"/>
                    <a:pt x="2455" y="1499"/>
                    <a:pt x="2448" y="1499"/>
                  </a:cubicBezTo>
                  <a:cubicBezTo>
                    <a:pt x="2448" y="1499"/>
                    <a:pt x="2447" y="1499"/>
                    <a:pt x="2446" y="1499"/>
                  </a:cubicBezTo>
                  <a:cubicBezTo>
                    <a:pt x="2422" y="1504"/>
                    <a:pt x="2264" y="1690"/>
                    <a:pt x="2263" y="1715"/>
                  </a:cubicBezTo>
                  <a:lnTo>
                    <a:pt x="2239" y="1743"/>
                  </a:lnTo>
                  <a:cubicBezTo>
                    <a:pt x="2209" y="1767"/>
                    <a:pt x="2134" y="1852"/>
                    <a:pt x="2127" y="1871"/>
                  </a:cubicBezTo>
                  <a:lnTo>
                    <a:pt x="2089" y="1913"/>
                  </a:lnTo>
                  <a:cubicBezTo>
                    <a:pt x="2081" y="1919"/>
                    <a:pt x="2074" y="1924"/>
                    <a:pt x="2067" y="1929"/>
                  </a:cubicBezTo>
                  <a:lnTo>
                    <a:pt x="2067" y="1929"/>
                  </a:lnTo>
                  <a:cubicBezTo>
                    <a:pt x="2059" y="1914"/>
                    <a:pt x="2051" y="1899"/>
                    <a:pt x="2043" y="1885"/>
                  </a:cubicBezTo>
                  <a:cubicBezTo>
                    <a:pt x="2018" y="1836"/>
                    <a:pt x="2003" y="1803"/>
                    <a:pt x="1999" y="1803"/>
                  </a:cubicBezTo>
                  <a:cubicBezTo>
                    <a:pt x="1999" y="1803"/>
                    <a:pt x="1999" y="1803"/>
                    <a:pt x="1999" y="1803"/>
                  </a:cubicBezTo>
                  <a:cubicBezTo>
                    <a:pt x="1991" y="1786"/>
                    <a:pt x="1985" y="1769"/>
                    <a:pt x="1980" y="1752"/>
                  </a:cubicBezTo>
                  <a:lnTo>
                    <a:pt x="1961" y="1702"/>
                  </a:lnTo>
                  <a:cubicBezTo>
                    <a:pt x="1977" y="1696"/>
                    <a:pt x="1942" y="1614"/>
                    <a:pt x="1922" y="1563"/>
                  </a:cubicBezTo>
                  <a:cubicBezTo>
                    <a:pt x="1912" y="1547"/>
                    <a:pt x="1905" y="1530"/>
                    <a:pt x="1903" y="1511"/>
                  </a:cubicBezTo>
                  <a:cubicBezTo>
                    <a:pt x="1919" y="1509"/>
                    <a:pt x="1910" y="1455"/>
                    <a:pt x="1897" y="1420"/>
                  </a:cubicBezTo>
                  <a:cubicBezTo>
                    <a:pt x="1877" y="1404"/>
                    <a:pt x="1875" y="1386"/>
                    <a:pt x="1892" y="1385"/>
                  </a:cubicBezTo>
                  <a:cubicBezTo>
                    <a:pt x="1908" y="1383"/>
                    <a:pt x="1906" y="1348"/>
                    <a:pt x="1878" y="1314"/>
                  </a:cubicBezTo>
                  <a:cubicBezTo>
                    <a:pt x="1868" y="1296"/>
                    <a:pt x="1867" y="1296"/>
                    <a:pt x="1876" y="1278"/>
                  </a:cubicBezTo>
                  <a:cubicBezTo>
                    <a:pt x="1893" y="1259"/>
                    <a:pt x="1893" y="1241"/>
                    <a:pt x="1884" y="1241"/>
                  </a:cubicBezTo>
                  <a:cubicBezTo>
                    <a:pt x="1867" y="1227"/>
                    <a:pt x="1867" y="1201"/>
                    <a:pt x="1884" y="1187"/>
                  </a:cubicBezTo>
                  <a:cubicBezTo>
                    <a:pt x="1903" y="1151"/>
                    <a:pt x="1903" y="1152"/>
                    <a:pt x="1886" y="1133"/>
                  </a:cubicBezTo>
                  <a:cubicBezTo>
                    <a:pt x="1869" y="1114"/>
                    <a:pt x="1877" y="1040"/>
                    <a:pt x="1896" y="1025"/>
                  </a:cubicBezTo>
                  <a:cubicBezTo>
                    <a:pt x="1898" y="1007"/>
                    <a:pt x="1910" y="990"/>
                    <a:pt x="1901" y="989"/>
                  </a:cubicBezTo>
                  <a:lnTo>
                    <a:pt x="1912" y="974"/>
                  </a:lnTo>
                  <a:cubicBezTo>
                    <a:pt x="1915" y="956"/>
                    <a:pt x="1920" y="938"/>
                    <a:pt x="1920" y="938"/>
                  </a:cubicBezTo>
                  <a:lnTo>
                    <a:pt x="1911" y="937"/>
                  </a:lnTo>
                  <a:cubicBezTo>
                    <a:pt x="1931" y="855"/>
                    <a:pt x="1957" y="775"/>
                    <a:pt x="1986" y="698"/>
                  </a:cubicBezTo>
                  <a:cubicBezTo>
                    <a:pt x="2053" y="538"/>
                    <a:pt x="2082" y="499"/>
                    <a:pt x="2075" y="499"/>
                  </a:cubicBezTo>
                  <a:cubicBezTo>
                    <a:pt x="2074" y="499"/>
                    <a:pt x="2072" y="500"/>
                    <a:pt x="2070" y="501"/>
                  </a:cubicBezTo>
                  <a:cubicBezTo>
                    <a:pt x="2068" y="502"/>
                    <a:pt x="2066" y="502"/>
                    <a:pt x="2064" y="502"/>
                  </a:cubicBezTo>
                  <a:cubicBezTo>
                    <a:pt x="2050" y="502"/>
                    <a:pt x="2067" y="476"/>
                    <a:pt x="2089" y="471"/>
                  </a:cubicBezTo>
                  <a:cubicBezTo>
                    <a:pt x="2098" y="455"/>
                    <a:pt x="2124" y="431"/>
                    <a:pt x="2144" y="403"/>
                  </a:cubicBezTo>
                  <a:cubicBezTo>
                    <a:pt x="2163" y="377"/>
                    <a:pt x="2183" y="353"/>
                    <a:pt x="2191" y="353"/>
                  </a:cubicBezTo>
                  <a:cubicBezTo>
                    <a:pt x="2192" y="353"/>
                    <a:pt x="2193" y="353"/>
                    <a:pt x="2193" y="353"/>
                  </a:cubicBezTo>
                  <a:lnTo>
                    <a:pt x="2205" y="341"/>
                  </a:lnTo>
                  <a:cubicBezTo>
                    <a:pt x="2212" y="303"/>
                    <a:pt x="2288" y="230"/>
                    <a:pt x="2334" y="211"/>
                  </a:cubicBezTo>
                  <a:cubicBezTo>
                    <a:pt x="2357" y="196"/>
                    <a:pt x="2378" y="179"/>
                    <a:pt x="2399" y="161"/>
                  </a:cubicBezTo>
                  <a:cubicBezTo>
                    <a:pt x="2419" y="143"/>
                    <a:pt x="2424" y="140"/>
                    <a:pt x="2433" y="140"/>
                  </a:cubicBezTo>
                  <a:cubicBezTo>
                    <a:pt x="2436" y="140"/>
                    <a:pt x="2439" y="140"/>
                    <a:pt x="2442" y="140"/>
                  </a:cubicBezTo>
                  <a:cubicBezTo>
                    <a:pt x="2443" y="141"/>
                    <a:pt x="2445" y="141"/>
                    <a:pt x="2447" y="141"/>
                  </a:cubicBezTo>
                  <a:cubicBezTo>
                    <a:pt x="2467" y="141"/>
                    <a:pt x="2534" y="125"/>
                    <a:pt x="2532" y="113"/>
                  </a:cubicBezTo>
                  <a:lnTo>
                    <a:pt x="2532" y="113"/>
                  </a:lnTo>
                  <a:lnTo>
                    <a:pt x="2549" y="119"/>
                  </a:lnTo>
                  <a:cubicBezTo>
                    <a:pt x="2552" y="120"/>
                    <a:pt x="2556" y="121"/>
                    <a:pt x="2559" y="121"/>
                  </a:cubicBezTo>
                  <a:cubicBezTo>
                    <a:pt x="2570" y="121"/>
                    <a:pt x="2578" y="113"/>
                    <a:pt x="2578" y="106"/>
                  </a:cubicBezTo>
                  <a:cubicBezTo>
                    <a:pt x="2578" y="99"/>
                    <a:pt x="2581" y="94"/>
                    <a:pt x="2586" y="94"/>
                  </a:cubicBezTo>
                  <a:close/>
                  <a:moveTo>
                    <a:pt x="4304" y="2282"/>
                  </a:moveTo>
                  <a:lnTo>
                    <a:pt x="4304" y="2282"/>
                  </a:lnTo>
                  <a:cubicBezTo>
                    <a:pt x="4304" y="2282"/>
                    <a:pt x="4305" y="2283"/>
                    <a:pt x="4307" y="2284"/>
                  </a:cubicBezTo>
                  <a:lnTo>
                    <a:pt x="4307" y="2284"/>
                  </a:lnTo>
                  <a:cubicBezTo>
                    <a:pt x="4307" y="2284"/>
                    <a:pt x="4307" y="2284"/>
                    <a:pt x="4307" y="2284"/>
                  </a:cubicBezTo>
                  <a:cubicBezTo>
                    <a:pt x="4305" y="2282"/>
                    <a:pt x="4304" y="2282"/>
                    <a:pt x="4304" y="2282"/>
                  </a:cubicBezTo>
                  <a:close/>
                  <a:moveTo>
                    <a:pt x="4380" y="1016"/>
                  </a:moveTo>
                  <a:cubicBezTo>
                    <a:pt x="4381" y="1025"/>
                    <a:pt x="4395" y="1023"/>
                    <a:pt x="4410" y="1024"/>
                  </a:cubicBezTo>
                  <a:cubicBezTo>
                    <a:pt x="4419" y="1021"/>
                    <a:pt x="4431" y="1019"/>
                    <a:pt x="4443" y="1019"/>
                  </a:cubicBezTo>
                  <a:cubicBezTo>
                    <a:pt x="4470" y="1019"/>
                    <a:pt x="4499" y="1027"/>
                    <a:pt x="4497" y="1033"/>
                  </a:cubicBezTo>
                  <a:lnTo>
                    <a:pt x="4511" y="1036"/>
                  </a:lnTo>
                  <a:cubicBezTo>
                    <a:pt x="4515" y="1036"/>
                    <a:pt x="4518" y="1036"/>
                    <a:pt x="4522" y="1036"/>
                  </a:cubicBezTo>
                  <a:cubicBezTo>
                    <a:pt x="4533" y="1036"/>
                    <a:pt x="4543" y="1038"/>
                    <a:pt x="4552" y="1043"/>
                  </a:cubicBezTo>
                  <a:cubicBezTo>
                    <a:pt x="4566" y="1050"/>
                    <a:pt x="4579" y="1054"/>
                    <a:pt x="4594" y="1056"/>
                  </a:cubicBezTo>
                  <a:cubicBezTo>
                    <a:pt x="4604" y="1057"/>
                    <a:pt x="4614" y="1059"/>
                    <a:pt x="4623" y="1066"/>
                  </a:cubicBezTo>
                  <a:cubicBezTo>
                    <a:pt x="4629" y="1070"/>
                    <a:pt x="4627" y="1072"/>
                    <a:pt x="4622" y="1072"/>
                  </a:cubicBezTo>
                  <a:cubicBezTo>
                    <a:pt x="4617" y="1072"/>
                    <a:pt x="4609" y="1071"/>
                    <a:pt x="4601" y="1070"/>
                  </a:cubicBezTo>
                  <a:cubicBezTo>
                    <a:pt x="4597" y="1069"/>
                    <a:pt x="4594" y="1068"/>
                    <a:pt x="4593" y="1068"/>
                  </a:cubicBezTo>
                  <a:cubicBezTo>
                    <a:pt x="4585" y="1068"/>
                    <a:pt x="4613" y="1085"/>
                    <a:pt x="4649" y="1100"/>
                  </a:cubicBezTo>
                  <a:cubicBezTo>
                    <a:pt x="4673" y="1114"/>
                    <a:pt x="4683" y="1119"/>
                    <a:pt x="4681" y="1119"/>
                  </a:cubicBezTo>
                  <a:cubicBezTo>
                    <a:pt x="4679" y="1119"/>
                    <a:pt x="4671" y="1117"/>
                    <a:pt x="4658" y="1112"/>
                  </a:cubicBezTo>
                  <a:cubicBezTo>
                    <a:pt x="4650" y="1109"/>
                    <a:pt x="4643" y="1106"/>
                    <a:pt x="4640" y="1106"/>
                  </a:cubicBezTo>
                  <a:cubicBezTo>
                    <a:pt x="4637" y="1106"/>
                    <a:pt x="4640" y="1109"/>
                    <a:pt x="4652" y="1117"/>
                  </a:cubicBezTo>
                  <a:cubicBezTo>
                    <a:pt x="4652" y="1117"/>
                    <a:pt x="4652" y="1117"/>
                    <a:pt x="4652" y="1117"/>
                  </a:cubicBezTo>
                  <a:cubicBezTo>
                    <a:pt x="4653" y="1117"/>
                    <a:pt x="4667" y="1135"/>
                    <a:pt x="4674" y="1135"/>
                  </a:cubicBezTo>
                  <a:cubicBezTo>
                    <a:pt x="4675" y="1135"/>
                    <a:pt x="4675" y="1134"/>
                    <a:pt x="4676" y="1134"/>
                  </a:cubicBezTo>
                  <a:cubicBezTo>
                    <a:pt x="4685" y="1146"/>
                    <a:pt x="4693" y="1159"/>
                    <a:pt x="4699" y="1171"/>
                  </a:cubicBezTo>
                  <a:cubicBezTo>
                    <a:pt x="4703" y="1191"/>
                    <a:pt x="4708" y="1210"/>
                    <a:pt x="4715" y="1229"/>
                  </a:cubicBezTo>
                  <a:cubicBezTo>
                    <a:pt x="4727" y="1242"/>
                    <a:pt x="4729" y="1242"/>
                    <a:pt x="4724" y="1259"/>
                  </a:cubicBezTo>
                  <a:cubicBezTo>
                    <a:pt x="4716" y="1261"/>
                    <a:pt x="4718" y="1273"/>
                    <a:pt x="4731" y="1273"/>
                  </a:cubicBezTo>
                  <a:cubicBezTo>
                    <a:pt x="4732" y="1273"/>
                    <a:pt x="4734" y="1272"/>
                    <a:pt x="4735" y="1272"/>
                  </a:cubicBezTo>
                  <a:cubicBezTo>
                    <a:pt x="4748" y="1285"/>
                    <a:pt x="4751" y="1303"/>
                    <a:pt x="4744" y="1320"/>
                  </a:cubicBezTo>
                  <a:cubicBezTo>
                    <a:pt x="4727" y="1321"/>
                    <a:pt x="4729" y="1337"/>
                    <a:pt x="4738" y="1337"/>
                  </a:cubicBezTo>
                  <a:cubicBezTo>
                    <a:pt x="4743" y="1346"/>
                    <a:pt x="4747" y="1357"/>
                    <a:pt x="4749" y="1368"/>
                  </a:cubicBezTo>
                  <a:cubicBezTo>
                    <a:pt x="4743" y="1370"/>
                    <a:pt x="4744" y="1407"/>
                    <a:pt x="4739" y="1463"/>
                  </a:cubicBezTo>
                  <a:cubicBezTo>
                    <a:pt x="4732" y="1533"/>
                    <a:pt x="4716" y="1602"/>
                    <a:pt x="4695" y="1669"/>
                  </a:cubicBezTo>
                  <a:cubicBezTo>
                    <a:pt x="4688" y="1686"/>
                    <a:pt x="4690" y="1705"/>
                    <a:pt x="4698" y="1708"/>
                  </a:cubicBezTo>
                  <a:cubicBezTo>
                    <a:pt x="4714" y="1714"/>
                    <a:pt x="4706" y="1712"/>
                    <a:pt x="4692" y="1725"/>
                  </a:cubicBezTo>
                  <a:cubicBezTo>
                    <a:pt x="4664" y="1731"/>
                    <a:pt x="4652" y="1760"/>
                    <a:pt x="4672" y="1760"/>
                  </a:cubicBezTo>
                  <a:cubicBezTo>
                    <a:pt x="4674" y="1760"/>
                    <a:pt x="4677" y="1759"/>
                    <a:pt x="4679" y="1759"/>
                  </a:cubicBezTo>
                  <a:cubicBezTo>
                    <a:pt x="4687" y="1755"/>
                    <a:pt x="4692" y="1752"/>
                    <a:pt x="4694" y="1752"/>
                  </a:cubicBezTo>
                  <a:cubicBezTo>
                    <a:pt x="4697" y="1752"/>
                    <a:pt x="4691" y="1759"/>
                    <a:pt x="4672" y="1776"/>
                  </a:cubicBezTo>
                  <a:cubicBezTo>
                    <a:pt x="4657" y="1788"/>
                    <a:pt x="4657" y="1788"/>
                    <a:pt x="4657" y="1808"/>
                  </a:cubicBezTo>
                  <a:cubicBezTo>
                    <a:pt x="4664" y="1811"/>
                    <a:pt x="4658" y="1825"/>
                    <a:pt x="4652" y="1825"/>
                  </a:cubicBezTo>
                  <a:cubicBezTo>
                    <a:pt x="4652" y="1825"/>
                    <a:pt x="4651" y="1824"/>
                    <a:pt x="4650" y="1824"/>
                  </a:cubicBezTo>
                  <a:cubicBezTo>
                    <a:pt x="4634" y="1837"/>
                    <a:pt x="4620" y="1850"/>
                    <a:pt x="4626" y="1853"/>
                  </a:cubicBezTo>
                  <a:cubicBezTo>
                    <a:pt x="4621" y="1863"/>
                    <a:pt x="4612" y="1873"/>
                    <a:pt x="4602" y="1880"/>
                  </a:cubicBezTo>
                  <a:cubicBezTo>
                    <a:pt x="4586" y="1891"/>
                    <a:pt x="4585" y="1911"/>
                    <a:pt x="4584" y="1932"/>
                  </a:cubicBezTo>
                  <a:cubicBezTo>
                    <a:pt x="4575" y="1970"/>
                    <a:pt x="4566" y="1988"/>
                    <a:pt x="4561" y="1988"/>
                  </a:cubicBezTo>
                  <a:cubicBezTo>
                    <a:pt x="4559" y="1988"/>
                    <a:pt x="4557" y="1985"/>
                    <a:pt x="4556" y="1978"/>
                  </a:cubicBezTo>
                  <a:cubicBezTo>
                    <a:pt x="4555" y="1974"/>
                    <a:pt x="4554" y="1973"/>
                    <a:pt x="4552" y="1973"/>
                  </a:cubicBezTo>
                  <a:cubicBezTo>
                    <a:pt x="4541" y="1973"/>
                    <a:pt x="4511" y="2036"/>
                    <a:pt x="4512" y="2056"/>
                  </a:cubicBezTo>
                  <a:cubicBezTo>
                    <a:pt x="4514" y="2073"/>
                    <a:pt x="4514" y="2079"/>
                    <a:pt x="4512" y="2079"/>
                  </a:cubicBezTo>
                  <a:cubicBezTo>
                    <a:pt x="4511" y="2079"/>
                    <a:pt x="4510" y="2078"/>
                    <a:pt x="4508" y="2076"/>
                  </a:cubicBezTo>
                  <a:cubicBezTo>
                    <a:pt x="4506" y="2075"/>
                    <a:pt x="4505" y="2075"/>
                    <a:pt x="4504" y="2075"/>
                  </a:cubicBezTo>
                  <a:cubicBezTo>
                    <a:pt x="4498" y="2075"/>
                    <a:pt x="4490" y="2085"/>
                    <a:pt x="4490" y="2085"/>
                  </a:cubicBezTo>
                  <a:cubicBezTo>
                    <a:pt x="4481" y="2098"/>
                    <a:pt x="4472" y="2110"/>
                    <a:pt x="4465" y="2110"/>
                  </a:cubicBezTo>
                  <a:cubicBezTo>
                    <a:pt x="4464" y="2110"/>
                    <a:pt x="4463" y="2110"/>
                    <a:pt x="4462" y="2109"/>
                  </a:cubicBezTo>
                  <a:cubicBezTo>
                    <a:pt x="4450" y="2123"/>
                    <a:pt x="4441" y="2138"/>
                    <a:pt x="4432" y="2155"/>
                  </a:cubicBezTo>
                  <a:cubicBezTo>
                    <a:pt x="4423" y="2195"/>
                    <a:pt x="4377" y="2228"/>
                    <a:pt x="4353" y="2228"/>
                  </a:cubicBezTo>
                  <a:lnTo>
                    <a:pt x="4334" y="2260"/>
                  </a:lnTo>
                  <a:cubicBezTo>
                    <a:pt x="4332" y="2279"/>
                    <a:pt x="4327" y="2295"/>
                    <a:pt x="4319" y="2295"/>
                  </a:cubicBezTo>
                  <a:cubicBezTo>
                    <a:pt x="4317" y="2295"/>
                    <a:pt x="4315" y="2293"/>
                    <a:pt x="4312" y="2291"/>
                  </a:cubicBezTo>
                  <a:cubicBezTo>
                    <a:pt x="4310" y="2288"/>
                    <a:pt x="4308" y="2286"/>
                    <a:pt x="4307" y="2284"/>
                  </a:cubicBezTo>
                  <a:lnTo>
                    <a:pt x="4307" y="2284"/>
                  </a:lnTo>
                  <a:cubicBezTo>
                    <a:pt x="4305" y="2306"/>
                    <a:pt x="4260" y="2340"/>
                    <a:pt x="4240" y="2340"/>
                  </a:cubicBezTo>
                  <a:cubicBezTo>
                    <a:pt x="4237" y="2340"/>
                    <a:pt x="4234" y="2339"/>
                    <a:pt x="4233" y="2337"/>
                  </a:cubicBezTo>
                  <a:cubicBezTo>
                    <a:pt x="4230" y="2334"/>
                    <a:pt x="4229" y="2332"/>
                    <a:pt x="4227" y="2332"/>
                  </a:cubicBezTo>
                  <a:cubicBezTo>
                    <a:pt x="4225" y="2332"/>
                    <a:pt x="4221" y="2335"/>
                    <a:pt x="4214" y="2341"/>
                  </a:cubicBezTo>
                  <a:lnTo>
                    <a:pt x="4219" y="2348"/>
                  </a:lnTo>
                  <a:cubicBezTo>
                    <a:pt x="4224" y="2355"/>
                    <a:pt x="4229" y="2361"/>
                    <a:pt x="4215" y="2372"/>
                  </a:cubicBezTo>
                  <a:cubicBezTo>
                    <a:pt x="4203" y="2381"/>
                    <a:pt x="4192" y="2390"/>
                    <a:pt x="4186" y="2390"/>
                  </a:cubicBezTo>
                  <a:cubicBezTo>
                    <a:pt x="4184" y="2390"/>
                    <a:pt x="4182" y="2390"/>
                    <a:pt x="4181" y="2388"/>
                  </a:cubicBezTo>
                  <a:cubicBezTo>
                    <a:pt x="4176" y="2389"/>
                    <a:pt x="4171" y="2389"/>
                    <a:pt x="4166" y="2390"/>
                  </a:cubicBezTo>
                  <a:lnTo>
                    <a:pt x="4166" y="2390"/>
                  </a:lnTo>
                  <a:cubicBezTo>
                    <a:pt x="4151" y="2373"/>
                    <a:pt x="4136" y="2356"/>
                    <a:pt x="4122" y="2339"/>
                  </a:cubicBezTo>
                  <a:cubicBezTo>
                    <a:pt x="4102" y="2317"/>
                    <a:pt x="4092" y="2307"/>
                    <a:pt x="4088" y="2307"/>
                  </a:cubicBezTo>
                  <a:cubicBezTo>
                    <a:pt x="4088" y="2307"/>
                    <a:pt x="4087" y="2307"/>
                    <a:pt x="4087" y="2307"/>
                  </a:cubicBezTo>
                  <a:cubicBezTo>
                    <a:pt x="4086" y="2308"/>
                    <a:pt x="4085" y="2309"/>
                    <a:pt x="4084" y="2309"/>
                  </a:cubicBezTo>
                  <a:cubicBezTo>
                    <a:pt x="4077" y="2309"/>
                    <a:pt x="4066" y="2292"/>
                    <a:pt x="4047" y="2249"/>
                  </a:cubicBezTo>
                  <a:cubicBezTo>
                    <a:pt x="4011" y="2146"/>
                    <a:pt x="4015" y="2146"/>
                    <a:pt x="3998" y="2134"/>
                  </a:cubicBezTo>
                  <a:lnTo>
                    <a:pt x="3998" y="2134"/>
                  </a:lnTo>
                  <a:cubicBezTo>
                    <a:pt x="4006" y="2149"/>
                    <a:pt x="3999" y="2154"/>
                    <a:pt x="3992" y="2157"/>
                  </a:cubicBezTo>
                  <a:cubicBezTo>
                    <a:pt x="3989" y="2159"/>
                    <a:pt x="3986" y="2159"/>
                    <a:pt x="3984" y="2159"/>
                  </a:cubicBezTo>
                  <a:cubicBezTo>
                    <a:pt x="3974" y="2159"/>
                    <a:pt x="3969" y="2145"/>
                    <a:pt x="3975" y="2126"/>
                  </a:cubicBezTo>
                  <a:cubicBezTo>
                    <a:pt x="3983" y="2122"/>
                    <a:pt x="3955" y="2062"/>
                    <a:pt x="3930" y="1999"/>
                  </a:cubicBezTo>
                  <a:cubicBezTo>
                    <a:pt x="3904" y="1937"/>
                    <a:pt x="3883" y="1871"/>
                    <a:pt x="3873" y="1863"/>
                  </a:cubicBezTo>
                  <a:lnTo>
                    <a:pt x="3882" y="1862"/>
                  </a:lnTo>
                  <a:cubicBezTo>
                    <a:pt x="3891" y="1860"/>
                    <a:pt x="3885" y="1843"/>
                    <a:pt x="3876" y="1776"/>
                  </a:cubicBezTo>
                  <a:cubicBezTo>
                    <a:pt x="3873" y="1742"/>
                    <a:pt x="3872" y="1725"/>
                    <a:pt x="3872" y="1725"/>
                  </a:cubicBezTo>
                  <a:cubicBezTo>
                    <a:pt x="3854" y="1725"/>
                    <a:pt x="3862" y="1624"/>
                    <a:pt x="3872" y="1624"/>
                  </a:cubicBezTo>
                  <a:cubicBezTo>
                    <a:pt x="3872" y="1624"/>
                    <a:pt x="3873" y="1624"/>
                    <a:pt x="3873" y="1624"/>
                  </a:cubicBezTo>
                  <a:cubicBezTo>
                    <a:pt x="3882" y="1607"/>
                    <a:pt x="3883" y="1609"/>
                    <a:pt x="3886" y="1575"/>
                  </a:cubicBezTo>
                  <a:cubicBezTo>
                    <a:pt x="3875" y="1524"/>
                    <a:pt x="3906" y="1447"/>
                    <a:pt x="3915" y="1447"/>
                  </a:cubicBezTo>
                  <a:cubicBezTo>
                    <a:pt x="3915" y="1447"/>
                    <a:pt x="3915" y="1447"/>
                    <a:pt x="3915" y="1447"/>
                  </a:cubicBezTo>
                  <a:cubicBezTo>
                    <a:pt x="3915" y="1447"/>
                    <a:pt x="3921" y="1431"/>
                    <a:pt x="3926" y="1416"/>
                  </a:cubicBezTo>
                  <a:cubicBezTo>
                    <a:pt x="3928" y="1393"/>
                    <a:pt x="3934" y="1371"/>
                    <a:pt x="3944" y="1352"/>
                  </a:cubicBezTo>
                  <a:cubicBezTo>
                    <a:pt x="3962" y="1316"/>
                    <a:pt x="3972" y="1300"/>
                    <a:pt x="3968" y="1300"/>
                  </a:cubicBezTo>
                  <a:cubicBezTo>
                    <a:pt x="3967" y="1300"/>
                    <a:pt x="3965" y="1301"/>
                    <a:pt x="3961" y="1303"/>
                  </a:cubicBezTo>
                  <a:cubicBezTo>
                    <a:pt x="3953" y="1299"/>
                    <a:pt x="3946" y="1294"/>
                    <a:pt x="3955" y="1280"/>
                  </a:cubicBezTo>
                  <a:lnTo>
                    <a:pt x="3955" y="1280"/>
                  </a:lnTo>
                  <a:lnTo>
                    <a:pt x="3961" y="1284"/>
                  </a:lnTo>
                  <a:cubicBezTo>
                    <a:pt x="3962" y="1285"/>
                    <a:pt x="3962" y="1285"/>
                    <a:pt x="3962" y="1285"/>
                  </a:cubicBezTo>
                  <a:cubicBezTo>
                    <a:pt x="3972" y="1285"/>
                    <a:pt x="3996" y="1243"/>
                    <a:pt x="4038" y="1196"/>
                  </a:cubicBezTo>
                  <a:cubicBezTo>
                    <a:pt x="4093" y="1134"/>
                    <a:pt x="4122" y="1118"/>
                    <a:pt x="4139" y="1115"/>
                  </a:cubicBezTo>
                  <a:lnTo>
                    <a:pt x="4146" y="1099"/>
                  </a:lnTo>
                  <a:cubicBezTo>
                    <a:pt x="4153" y="1087"/>
                    <a:pt x="4162" y="1078"/>
                    <a:pt x="4168" y="1078"/>
                  </a:cubicBezTo>
                  <a:cubicBezTo>
                    <a:pt x="4170" y="1078"/>
                    <a:pt x="4172" y="1079"/>
                    <a:pt x="4173" y="1081"/>
                  </a:cubicBezTo>
                  <a:cubicBezTo>
                    <a:pt x="4190" y="1080"/>
                    <a:pt x="4245" y="1053"/>
                    <a:pt x="4273" y="1038"/>
                  </a:cubicBezTo>
                  <a:cubicBezTo>
                    <a:pt x="4288" y="1032"/>
                    <a:pt x="4303" y="1029"/>
                    <a:pt x="4303" y="1029"/>
                  </a:cubicBezTo>
                  <a:cubicBezTo>
                    <a:pt x="4312" y="1033"/>
                    <a:pt x="4322" y="1034"/>
                    <a:pt x="4331" y="1034"/>
                  </a:cubicBezTo>
                  <a:cubicBezTo>
                    <a:pt x="4349" y="1034"/>
                    <a:pt x="4366" y="1028"/>
                    <a:pt x="4380" y="1016"/>
                  </a:cubicBezTo>
                  <a:close/>
                  <a:moveTo>
                    <a:pt x="1643" y="2469"/>
                  </a:moveTo>
                  <a:cubicBezTo>
                    <a:pt x="1636" y="2469"/>
                    <a:pt x="1624" y="2479"/>
                    <a:pt x="1611" y="2489"/>
                  </a:cubicBezTo>
                  <a:cubicBezTo>
                    <a:pt x="1576" y="2507"/>
                    <a:pt x="1567" y="2525"/>
                    <a:pt x="1572" y="2532"/>
                  </a:cubicBezTo>
                  <a:cubicBezTo>
                    <a:pt x="1573" y="2533"/>
                    <a:pt x="1574" y="2534"/>
                    <a:pt x="1576" y="2534"/>
                  </a:cubicBezTo>
                  <a:cubicBezTo>
                    <a:pt x="1584" y="2534"/>
                    <a:pt x="1598" y="2523"/>
                    <a:pt x="1622" y="2503"/>
                  </a:cubicBezTo>
                  <a:cubicBezTo>
                    <a:pt x="1632" y="2494"/>
                    <a:pt x="1640" y="2484"/>
                    <a:pt x="1647" y="2471"/>
                  </a:cubicBezTo>
                  <a:cubicBezTo>
                    <a:pt x="1646" y="2470"/>
                    <a:pt x="1644" y="2469"/>
                    <a:pt x="1643" y="2469"/>
                  </a:cubicBezTo>
                  <a:close/>
                  <a:moveTo>
                    <a:pt x="1522" y="2542"/>
                  </a:moveTo>
                  <a:cubicBezTo>
                    <a:pt x="1528" y="2542"/>
                    <a:pt x="1525" y="2552"/>
                    <a:pt x="1507" y="2573"/>
                  </a:cubicBezTo>
                  <a:lnTo>
                    <a:pt x="1477" y="2597"/>
                  </a:lnTo>
                  <a:cubicBezTo>
                    <a:pt x="1471" y="2589"/>
                    <a:pt x="1497" y="2560"/>
                    <a:pt x="1511" y="2547"/>
                  </a:cubicBezTo>
                  <a:cubicBezTo>
                    <a:pt x="1516" y="2544"/>
                    <a:pt x="1520" y="2542"/>
                    <a:pt x="1522" y="2542"/>
                  </a:cubicBezTo>
                  <a:close/>
                  <a:moveTo>
                    <a:pt x="3728" y="2665"/>
                  </a:moveTo>
                  <a:lnTo>
                    <a:pt x="3728" y="2665"/>
                  </a:lnTo>
                  <a:cubicBezTo>
                    <a:pt x="3730" y="2673"/>
                    <a:pt x="3732" y="2682"/>
                    <a:pt x="3714" y="2687"/>
                  </a:cubicBezTo>
                  <a:lnTo>
                    <a:pt x="3695" y="2691"/>
                  </a:lnTo>
                  <a:cubicBezTo>
                    <a:pt x="3694" y="2683"/>
                    <a:pt x="3710" y="2670"/>
                    <a:pt x="3710" y="2670"/>
                  </a:cubicBezTo>
                  <a:lnTo>
                    <a:pt x="3728" y="2665"/>
                  </a:lnTo>
                  <a:close/>
                  <a:moveTo>
                    <a:pt x="2939" y="2672"/>
                  </a:moveTo>
                  <a:cubicBezTo>
                    <a:pt x="2944" y="2672"/>
                    <a:pt x="2949" y="2673"/>
                    <a:pt x="2954" y="2674"/>
                  </a:cubicBezTo>
                  <a:cubicBezTo>
                    <a:pt x="2991" y="2683"/>
                    <a:pt x="2991" y="2683"/>
                    <a:pt x="2989" y="2691"/>
                  </a:cubicBezTo>
                  <a:cubicBezTo>
                    <a:pt x="2988" y="2694"/>
                    <a:pt x="2984" y="2695"/>
                    <a:pt x="2979" y="2695"/>
                  </a:cubicBezTo>
                  <a:cubicBezTo>
                    <a:pt x="2967" y="2695"/>
                    <a:pt x="2944" y="2689"/>
                    <a:pt x="2931" y="2685"/>
                  </a:cubicBezTo>
                  <a:cubicBezTo>
                    <a:pt x="2920" y="2677"/>
                    <a:pt x="2927" y="2672"/>
                    <a:pt x="2939" y="2672"/>
                  </a:cubicBezTo>
                  <a:close/>
                  <a:moveTo>
                    <a:pt x="5942" y="2702"/>
                  </a:moveTo>
                  <a:cubicBezTo>
                    <a:pt x="5948" y="2702"/>
                    <a:pt x="5945" y="2715"/>
                    <a:pt x="5931" y="2736"/>
                  </a:cubicBezTo>
                  <a:cubicBezTo>
                    <a:pt x="5927" y="2749"/>
                    <a:pt x="5925" y="2755"/>
                    <a:pt x="5922" y="2755"/>
                  </a:cubicBezTo>
                  <a:cubicBezTo>
                    <a:pt x="5920" y="2755"/>
                    <a:pt x="5918" y="2751"/>
                    <a:pt x="5914" y="2744"/>
                  </a:cubicBezTo>
                  <a:cubicBezTo>
                    <a:pt x="5911" y="2736"/>
                    <a:pt x="5908" y="2730"/>
                    <a:pt x="5923" y="2720"/>
                  </a:cubicBezTo>
                  <a:cubicBezTo>
                    <a:pt x="5932" y="2708"/>
                    <a:pt x="5939" y="2702"/>
                    <a:pt x="5942" y="2702"/>
                  </a:cubicBezTo>
                  <a:close/>
                  <a:moveTo>
                    <a:pt x="610" y="3008"/>
                  </a:moveTo>
                  <a:cubicBezTo>
                    <a:pt x="607" y="3008"/>
                    <a:pt x="603" y="3009"/>
                    <a:pt x="595" y="3012"/>
                  </a:cubicBezTo>
                  <a:lnTo>
                    <a:pt x="578" y="3018"/>
                  </a:lnTo>
                  <a:lnTo>
                    <a:pt x="598" y="3020"/>
                  </a:lnTo>
                  <a:lnTo>
                    <a:pt x="615" y="3015"/>
                  </a:lnTo>
                  <a:cubicBezTo>
                    <a:pt x="614" y="3010"/>
                    <a:pt x="613" y="3008"/>
                    <a:pt x="610" y="3008"/>
                  </a:cubicBezTo>
                  <a:close/>
                  <a:moveTo>
                    <a:pt x="585" y="3062"/>
                  </a:moveTo>
                  <a:cubicBezTo>
                    <a:pt x="589" y="3062"/>
                    <a:pt x="592" y="3064"/>
                    <a:pt x="593" y="3067"/>
                  </a:cubicBezTo>
                  <a:lnTo>
                    <a:pt x="575" y="3072"/>
                  </a:lnTo>
                  <a:cubicBezTo>
                    <a:pt x="574" y="3070"/>
                    <a:pt x="573" y="3070"/>
                    <a:pt x="572" y="3070"/>
                  </a:cubicBezTo>
                  <a:cubicBezTo>
                    <a:pt x="567" y="3070"/>
                    <a:pt x="562" y="3079"/>
                    <a:pt x="577" y="3080"/>
                  </a:cubicBezTo>
                  <a:lnTo>
                    <a:pt x="581" y="3097"/>
                  </a:lnTo>
                  <a:cubicBezTo>
                    <a:pt x="576" y="3099"/>
                    <a:pt x="570" y="3100"/>
                    <a:pt x="565" y="3100"/>
                  </a:cubicBezTo>
                  <a:cubicBezTo>
                    <a:pt x="553" y="3100"/>
                    <a:pt x="543" y="3096"/>
                    <a:pt x="541" y="3089"/>
                  </a:cubicBezTo>
                  <a:lnTo>
                    <a:pt x="541" y="3090"/>
                  </a:lnTo>
                  <a:cubicBezTo>
                    <a:pt x="520" y="3078"/>
                    <a:pt x="520" y="3078"/>
                    <a:pt x="556" y="3069"/>
                  </a:cubicBezTo>
                  <a:cubicBezTo>
                    <a:pt x="566" y="3066"/>
                    <a:pt x="578" y="3062"/>
                    <a:pt x="585" y="3062"/>
                  </a:cubicBezTo>
                  <a:close/>
                  <a:moveTo>
                    <a:pt x="371" y="3105"/>
                  </a:moveTo>
                  <a:cubicBezTo>
                    <a:pt x="376" y="3105"/>
                    <a:pt x="376" y="3107"/>
                    <a:pt x="377" y="3112"/>
                  </a:cubicBezTo>
                  <a:cubicBezTo>
                    <a:pt x="367" y="3118"/>
                    <a:pt x="355" y="3123"/>
                    <a:pt x="341" y="3124"/>
                  </a:cubicBezTo>
                  <a:lnTo>
                    <a:pt x="323" y="3116"/>
                  </a:lnTo>
                  <a:cubicBezTo>
                    <a:pt x="322" y="3107"/>
                    <a:pt x="340" y="3107"/>
                    <a:pt x="358" y="3106"/>
                  </a:cubicBezTo>
                  <a:cubicBezTo>
                    <a:pt x="364" y="3105"/>
                    <a:pt x="368" y="3105"/>
                    <a:pt x="371" y="3105"/>
                  </a:cubicBezTo>
                  <a:close/>
                  <a:moveTo>
                    <a:pt x="2578" y="0"/>
                  </a:moveTo>
                  <a:cubicBezTo>
                    <a:pt x="2571" y="0"/>
                    <a:pt x="2571" y="7"/>
                    <a:pt x="2571" y="12"/>
                  </a:cubicBezTo>
                  <a:cubicBezTo>
                    <a:pt x="2571" y="12"/>
                    <a:pt x="2553" y="15"/>
                    <a:pt x="2534" y="17"/>
                  </a:cubicBezTo>
                  <a:cubicBezTo>
                    <a:pt x="2515" y="20"/>
                    <a:pt x="2497" y="25"/>
                    <a:pt x="2518" y="29"/>
                  </a:cubicBezTo>
                  <a:cubicBezTo>
                    <a:pt x="2519" y="37"/>
                    <a:pt x="2521" y="46"/>
                    <a:pt x="2503" y="49"/>
                  </a:cubicBezTo>
                  <a:cubicBezTo>
                    <a:pt x="2501" y="43"/>
                    <a:pt x="2500" y="35"/>
                    <a:pt x="2491" y="35"/>
                  </a:cubicBezTo>
                  <a:cubicBezTo>
                    <a:pt x="2488" y="35"/>
                    <a:pt x="2485" y="36"/>
                    <a:pt x="2482" y="37"/>
                  </a:cubicBezTo>
                  <a:cubicBezTo>
                    <a:pt x="2477" y="38"/>
                    <a:pt x="2474" y="39"/>
                    <a:pt x="2471" y="39"/>
                  </a:cubicBezTo>
                  <a:cubicBezTo>
                    <a:pt x="2463" y="39"/>
                    <a:pt x="2461" y="34"/>
                    <a:pt x="2461" y="34"/>
                  </a:cubicBezTo>
                  <a:cubicBezTo>
                    <a:pt x="2465" y="28"/>
                    <a:pt x="2463" y="26"/>
                    <a:pt x="2458" y="26"/>
                  </a:cubicBezTo>
                  <a:cubicBezTo>
                    <a:pt x="2443" y="26"/>
                    <a:pt x="2400" y="47"/>
                    <a:pt x="2391" y="61"/>
                  </a:cubicBezTo>
                  <a:cubicBezTo>
                    <a:pt x="2372" y="82"/>
                    <a:pt x="2360" y="93"/>
                    <a:pt x="2351" y="93"/>
                  </a:cubicBezTo>
                  <a:cubicBezTo>
                    <a:pt x="2346" y="93"/>
                    <a:pt x="2343" y="91"/>
                    <a:pt x="2340" y="86"/>
                  </a:cubicBezTo>
                  <a:cubicBezTo>
                    <a:pt x="2339" y="84"/>
                    <a:pt x="2337" y="82"/>
                    <a:pt x="2335" y="82"/>
                  </a:cubicBezTo>
                  <a:cubicBezTo>
                    <a:pt x="2324" y="82"/>
                    <a:pt x="2306" y="111"/>
                    <a:pt x="2306" y="137"/>
                  </a:cubicBezTo>
                  <a:lnTo>
                    <a:pt x="2306" y="168"/>
                  </a:lnTo>
                  <a:lnTo>
                    <a:pt x="2291" y="147"/>
                  </a:lnTo>
                  <a:cubicBezTo>
                    <a:pt x="2279" y="141"/>
                    <a:pt x="2270" y="137"/>
                    <a:pt x="2263" y="137"/>
                  </a:cubicBezTo>
                  <a:cubicBezTo>
                    <a:pt x="2251" y="137"/>
                    <a:pt x="2242" y="148"/>
                    <a:pt x="2223" y="179"/>
                  </a:cubicBezTo>
                  <a:cubicBezTo>
                    <a:pt x="2206" y="201"/>
                    <a:pt x="2202" y="208"/>
                    <a:pt x="2199" y="208"/>
                  </a:cubicBezTo>
                  <a:cubicBezTo>
                    <a:pt x="2197" y="208"/>
                    <a:pt x="2196" y="206"/>
                    <a:pt x="2194" y="204"/>
                  </a:cubicBezTo>
                  <a:cubicBezTo>
                    <a:pt x="2194" y="203"/>
                    <a:pt x="2193" y="203"/>
                    <a:pt x="2191" y="203"/>
                  </a:cubicBezTo>
                  <a:cubicBezTo>
                    <a:pt x="2184" y="203"/>
                    <a:pt x="2167" y="217"/>
                    <a:pt x="2135" y="252"/>
                  </a:cubicBezTo>
                  <a:cubicBezTo>
                    <a:pt x="2097" y="295"/>
                    <a:pt x="2086" y="311"/>
                    <a:pt x="2092" y="316"/>
                  </a:cubicBezTo>
                  <a:cubicBezTo>
                    <a:pt x="2092" y="316"/>
                    <a:pt x="2081" y="331"/>
                    <a:pt x="2070" y="347"/>
                  </a:cubicBezTo>
                  <a:cubicBezTo>
                    <a:pt x="2046" y="351"/>
                    <a:pt x="2033" y="383"/>
                    <a:pt x="2051" y="383"/>
                  </a:cubicBezTo>
                  <a:cubicBezTo>
                    <a:pt x="2052" y="383"/>
                    <a:pt x="2054" y="383"/>
                    <a:pt x="2055" y="382"/>
                  </a:cubicBezTo>
                  <a:lnTo>
                    <a:pt x="2055" y="382"/>
                  </a:lnTo>
                  <a:lnTo>
                    <a:pt x="2034" y="413"/>
                  </a:lnTo>
                  <a:lnTo>
                    <a:pt x="2027" y="408"/>
                  </a:lnTo>
                  <a:cubicBezTo>
                    <a:pt x="2027" y="408"/>
                    <a:pt x="2027" y="408"/>
                    <a:pt x="2026" y="408"/>
                  </a:cubicBezTo>
                  <a:cubicBezTo>
                    <a:pt x="2018" y="408"/>
                    <a:pt x="1993" y="441"/>
                    <a:pt x="1929" y="572"/>
                  </a:cubicBezTo>
                  <a:cubicBezTo>
                    <a:pt x="1906" y="620"/>
                    <a:pt x="1887" y="670"/>
                    <a:pt x="1873" y="721"/>
                  </a:cubicBezTo>
                  <a:cubicBezTo>
                    <a:pt x="1866" y="747"/>
                    <a:pt x="1869" y="753"/>
                    <a:pt x="1877" y="755"/>
                  </a:cubicBezTo>
                  <a:cubicBezTo>
                    <a:pt x="1885" y="776"/>
                    <a:pt x="1883" y="793"/>
                    <a:pt x="1871" y="793"/>
                  </a:cubicBezTo>
                  <a:cubicBezTo>
                    <a:pt x="1869" y="793"/>
                    <a:pt x="1868" y="792"/>
                    <a:pt x="1866" y="792"/>
                  </a:cubicBezTo>
                  <a:cubicBezTo>
                    <a:pt x="1865" y="792"/>
                    <a:pt x="1865" y="792"/>
                    <a:pt x="1864" y="792"/>
                  </a:cubicBezTo>
                  <a:cubicBezTo>
                    <a:pt x="1856" y="792"/>
                    <a:pt x="1846" y="806"/>
                    <a:pt x="1853" y="808"/>
                  </a:cubicBezTo>
                  <a:cubicBezTo>
                    <a:pt x="1849" y="827"/>
                    <a:pt x="1841" y="845"/>
                    <a:pt x="1831" y="860"/>
                  </a:cubicBezTo>
                  <a:cubicBezTo>
                    <a:pt x="1802" y="913"/>
                    <a:pt x="1807" y="934"/>
                    <a:pt x="1815" y="935"/>
                  </a:cubicBezTo>
                  <a:cubicBezTo>
                    <a:pt x="1821" y="932"/>
                    <a:pt x="1824" y="930"/>
                    <a:pt x="1825" y="930"/>
                  </a:cubicBezTo>
                  <a:cubicBezTo>
                    <a:pt x="1829" y="930"/>
                    <a:pt x="1821" y="942"/>
                    <a:pt x="1812" y="955"/>
                  </a:cubicBezTo>
                  <a:cubicBezTo>
                    <a:pt x="1800" y="971"/>
                    <a:pt x="1790" y="989"/>
                    <a:pt x="1797" y="992"/>
                  </a:cubicBezTo>
                  <a:cubicBezTo>
                    <a:pt x="1803" y="1012"/>
                    <a:pt x="1800" y="1125"/>
                    <a:pt x="1785" y="1125"/>
                  </a:cubicBezTo>
                  <a:cubicBezTo>
                    <a:pt x="1785" y="1125"/>
                    <a:pt x="1785" y="1125"/>
                    <a:pt x="1785" y="1125"/>
                  </a:cubicBezTo>
                  <a:lnTo>
                    <a:pt x="1783" y="1163"/>
                  </a:lnTo>
                  <a:cubicBezTo>
                    <a:pt x="1791" y="1164"/>
                    <a:pt x="1790" y="1202"/>
                    <a:pt x="1791" y="1241"/>
                  </a:cubicBezTo>
                  <a:cubicBezTo>
                    <a:pt x="1791" y="1279"/>
                    <a:pt x="1792" y="1298"/>
                    <a:pt x="1783" y="1298"/>
                  </a:cubicBezTo>
                  <a:cubicBezTo>
                    <a:pt x="1780" y="1293"/>
                    <a:pt x="1779" y="1291"/>
                    <a:pt x="1778" y="1291"/>
                  </a:cubicBezTo>
                  <a:cubicBezTo>
                    <a:pt x="1775" y="1291"/>
                    <a:pt x="1778" y="1309"/>
                    <a:pt x="1786" y="1337"/>
                  </a:cubicBezTo>
                  <a:cubicBezTo>
                    <a:pt x="1787" y="1356"/>
                    <a:pt x="1806" y="1374"/>
                    <a:pt x="1807" y="1392"/>
                  </a:cubicBezTo>
                  <a:cubicBezTo>
                    <a:pt x="1815" y="1392"/>
                    <a:pt x="1827" y="1410"/>
                    <a:pt x="1830" y="1428"/>
                  </a:cubicBezTo>
                  <a:lnTo>
                    <a:pt x="1821" y="1429"/>
                  </a:lnTo>
                  <a:lnTo>
                    <a:pt x="1804" y="1431"/>
                  </a:lnTo>
                  <a:cubicBezTo>
                    <a:pt x="1807" y="1450"/>
                    <a:pt x="1810" y="1468"/>
                    <a:pt x="1818" y="1468"/>
                  </a:cubicBezTo>
                  <a:cubicBezTo>
                    <a:pt x="1818" y="1468"/>
                    <a:pt x="1818" y="1468"/>
                    <a:pt x="1819" y="1468"/>
                  </a:cubicBezTo>
                  <a:lnTo>
                    <a:pt x="1819" y="1468"/>
                  </a:lnTo>
                  <a:cubicBezTo>
                    <a:pt x="1812" y="1489"/>
                    <a:pt x="1814" y="1508"/>
                    <a:pt x="1823" y="1545"/>
                  </a:cubicBezTo>
                  <a:cubicBezTo>
                    <a:pt x="1831" y="1582"/>
                    <a:pt x="1839" y="1620"/>
                    <a:pt x="1853" y="1635"/>
                  </a:cubicBezTo>
                  <a:cubicBezTo>
                    <a:pt x="1848" y="1647"/>
                    <a:pt x="1853" y="1680"/>
                    <a:pt x="1862" y="1713"/>
                  </a:cubicBezTo>
                  <a:cubicBezTo>
                    <a:pt x="1874" y="1744"/>
                    <a:pt x="1889" y="1775"/>
                    <a:pt x="1901" y="1781"/>
                  </a:cubicBezTo>
                  <a:cubicBezTo>
                    <a:pt x="1901" y="1781"/>
                    <a:pt x="1902" y="1781"/>
                    <a:pt x="1902" y="1781"/>
                  </a:cubicBezTo>
                  <a:cubicBezTo>
                    <a:pt x="1909" y="1781"/>
                    <a:pt x="1914" y="1798"/>
                    <a:pt x="1914" y="1816"/>
                  </a:cubicBezTo>
                  <a:cubicBezTo>
                    <a:pt x="1913" y="1837"/>
                    <a:pt x="1914" y="1837"/>
                    <a:pt x="1929" y="1852"/>
                  </a:cubicBezTo>
                  <a:cubicBezTo>
                    <a:pt x="1944" y="1865"/>
                    <a:pt x="1944" y="1886"/>
                    <a:pt x="1944" y="1907"/>
                  </a:cubicBezTo>
                  <a:cubicBezTo>
                    <a:pt x="1938" y="1928"/>
                    <a:pt x="1945" y="1951"/>
                    <a:pt x="1963" y="1962"/>
                  </a:cubicBezTo>
                  <a:cubicBezTo>
                    <a:pt x="1976" y="1978"/>
                    <a:pt x="1988" y="1995"/>
                    <a:pt x="1998" y="2009"/>
                  </a:cubicBezTo>
                  <a:lnTo>
                    <a:pt x="1998" y="2009"/>
                  </a:lnTo>
                  <a:cubicBezTo>
                    <a:pt x="1985" y="2022"/>
                    <a:pt x="1967" y="2040"/>
                    <a:pt x="1945" y="2062"/>
                  </a:cubicBezTo>
                  <a:cubicBezTo>
                    <a:pt x="1905" y="2101"/>
                    <a:pt x="1894" y="2111"/>
                    <a:pt x="1900" y="2111"/>
                  </a:cubicBezTo>
                  <a:cubicBezTo>
                    <a:pt x="1901" y="2111"/>
                    <a:pt x="1905" y="2110"/>
                    <a:pt x="1911" y="2108"/>
                  </a:cubicBezTo>
                  <a:lnTo>
                    <a:pt x="1911" y="2108"/>
                  </a:lnTo>
                  <a:cubicBezTo>
                    <a:pt x="1877" y="2149"/>
                    <a:pt x="1864" y="2158"/>
                    <a:pt x="1857" y="2158"/>
                  </a:cubicBezTo>
                  <a:cubicBezTo>
                    <a:pt x="1854" y="2158"/>
                    <a:pt x="1852" y="2157"/>
                    <a:pt x="1850" y="2155"/>
                  </a:cubicBezTo>
                  <a:cubicBezTo>
                    <a:pt x="1851" y="2147"/>
                    <a:pt x="1849" y="2144"/>
                    <a:pt x="1846" y="2144"/>
                  </a:cubicBezTo>
                  <a:cubicBezTo>
                    <a:pt x="1839" y="2144"/>
                    <a:pt x="1826" y="2164"/>
                    <a:pt x="1829" y="2186"/>
                  </a:cubicBezTo>
                  <a:cubicBezTo>
                    <a:pt x="1827" y="2209"/>
                    <a:pt x="1804" y="2232"/>
                    <a:pt x="1795" y="2232"/>
                  </a:cubicBezTo>
                  <a:cubicBezTo>
                    <a:pt x="1794" y="2232"/>
                    <a:pt x="1793" y="2232"/>
                    <a:pt x="1793" y="2231"/>
                  </a:cubicBezTo>
                  <a:cubicBezTo>
                    <a:pt x="1787" y="2224"/>
                    <a:pt x="1801" y="2212"/>
                    <a:pt x="1815" y="2199"/>
                  </a:cubicBezTo>
                  <a:lnTo>
                    <a:pt x="1803" y="2186"/>
                  </a:lnTo>
                  <a:cubicBezTo>
                    <a:pt x="1793" y="2194"/>
                    <a:pt x="1785" y="2205"/>
                    <a:pt x="1782" y="2219"/>
                  </a:cubicBezTo>
                  <a:cubicBezTo>
                    <a:pt x="1772" y="2228"/>
                    <a:pt x="1765" y="2238"/>
                    <a:pt x="1759" y="2250"/>
                  </a:cubicBezTo>
                  <a:cubicBezTo>
                    <a:pt x="1753" y="2264"/>
                    <a:pt x="1754" y="2272"/>
                    <a:pt x="1764" y="2272"/>
                  </a:cubicBezTo>
                  <a:cubicBezTo>
                    <a:pt x="1767" y="2272"/>
                    <a:pt x="1771" y="2271"/>
                    <a:pt x="1776" y="2269"/>
                  </a:cubicBezTo>
                  <a:cubicBezTo>
                    <a:pt x="1780" y="2268"/>
                    <a:pt x="1782" y="2267"/>
                    <a:pt x="1783" y="2267"/>
                  </a:cubicBezTo>
                  <a:cubicBezTo>
                    <a:pt x="1790" y="2267"/>
                    <a:pt x="1779" y="2278"/>
                    <a:pt x="1767" y="2288"/>
                  </a:cubicBezTo>
                  <a:cubicBezTo>
                    <a:pt x="1753" y="2297"/>
                    <a:pt x="1744" y="2300"/>
                    <a:pt x="1739" y="2300"/>
                  </a:cubicBezTo>
                  <a:cubicBezTo>
                    <a:pt x="1731" y="2300"/>
                    <a:pt x="1732" y="2293"/>
                    <a:pt x="1737" y="2283"/>
                  </a:cubicBezTo>
                  <a:cubicBezTo>
                    <a:pt x="1750" y="2269"/>
                    <a:pt x="1745" y="2263"/>
                    <a:pt x="1739" y="2257"/>
                  </a:cubicBezTo>
                  <a:cubicBezTo>
                    <a:pt x="1739" y="2257"/>
                    <a:pt x="1739" y="2257"/>
                    <a:pt x="1738" y="2257"/>
                  </a:cubicBezTo>
                  <a:cubicBezTo>
                    <a:pt x="1730" y="2257"/>
                    <a:pt x="1674" y="2326"/>
                    <a:pt x="1671" y="2351"/>
                  </a:cubicBezTo>
                  <a:lnTo>
                    <a:pt x="1665" y="2344"/>
                  </a:lnTo>
                  <a:cubicBezTo>
                    <a:pt x="1664" y="2344"/>
                    <a:pt x="1663" y="2343"/>
                    <a:pt x="1662" y="2343"/>
                  </a:cubicBezTo>
                  <a:cubicBezTo>
                    <a:pt x="1653" y="2343"/>
                    <a:pt x="1628" y="2365"/>
                    <a:pt x="1602" y="2387"/>
                  </a:cubicBezTo>
                  <a:cubicBezTo>
                    <a:pt x="1573" y="2411"/>
                    <a:pt x="1558" y="2423"/>
                    <a:pt x="1564" y="2430"/>
                  </a:cubicBezTo>
                  <a:cubicBezTo>
                    <a:pt x="1569" y="2436"/>
                    <a:pt x="1574" y="2442"/>
                    <a:pt x="1560" y="2454"/>
                  </a:cubicBezTo>
                  <a:cubicBezTo>
                    <a:pt x="1565" y="2449"/>
                    <a:pt x="1570" y="2448"/>
                    <a:pt x="1573" y="2448"/>
                  </a:cubicBezTo>
                  <a:cubicBezTo>
                    <a:pt x="1579" y="2448"/>
                    <a:pt x="1582" y="2452"/>
                    <a:pt x="1585" y="2456"/>
                  </a:cubicBezTo>
                  <a:cubicBezTo>
                    <a:pt x="1567" y="2464"/>
                    <a:pt x="1549" y="2472"/>
                    <a:pt x="1530" y="2478"/>
                  </a:cubicBezTo>
                  <a:cubicBezTo>
                    <a:pt x="1490" y="2489"/>
                    <a:pt x="1455" y="2505"/>
                    <a:pt x="1395" y="2551"/>
                  </a:cubicBezTo>
                  <a:cubicBezTo>
                    <a:pt x="1365" y="2574"/>
                    <a:pt x="1319" y="2607"/>
                    <a:pt x="1299" y="2611"/>
                  </a:cubicBezTo>
                  <a:cubicBezTo>
                    <a:pt x="1268" y="2633"/>
                    <a:pt x="1253" y="2644"/>
                    <a:pt x="1258" y="2651"/>
                  </a:cubicBezTo>
                  <a:lnTo>
                    <a:pt x="1227" y="2673"/>
                  </a:lnTo>
                  <a:cubicBezTo>
                    <a:pt x="1207" y="2678"/>
                    <a:pt x="1176" y="2698"/>
                    <a:pt x="1180" y="2705"/>
                  </a:cubicBezTo>
                  <a:cubicBezTo>
                    <a:pt x="1169" y="2722"/>
                    <a:pt x="1149" y="2726"/>
                    <a:pt x="1133" y="2736"/>
                  </a:cubicBezTo>
                  <a:cubicBezTo>
                    <a:pt x="1093" y="2743"/>
                    <a:pt x="1093" y="2743"/>
                    <a:pt x="1122" y="2754"/>
                  </a:cubicBezTo>
                  <a:cubicBezTo>
                    <a:pt x="1123" y="2755"/>
                    <a:pt x="1125" y="2756"/>
                    <a:pt x="1128" y="2756"/>
                  </a:cubicBezTo>
                  <a:cubicBezTo>
                    <a:pt x="1139" y="2756"/>
                    <a:pt x="1165" y="2745"/>
                    <a:pt x="1178" y="2737"/>
                  </a:cubicBezTo>
                  <a:lnTo>
                    <a:pt x="1226" y="2705"/>
                  </a:lnTo>
                  <a:lnTo>
                    <a:pt x="1226" y="2705"/>
                  </a:lnTo>
                  <a:lnTo>
                    <a:pt x="1184" y="2744"/>
                  </a:lnTo>
                  <a:cubicBezTo>
                    <a:pt x="1167" y="2754"/>
                    <a:pt x="1140" y="2783"/>
                    <a:pt x="1144" y="2790"/>
                  </a:cubicBezTo>
                  <a:cubicBezTo>
                    <a:pt x="1144" y="2790"/>
                    <a:pt x="1150" y="2797"/>
                    <a:pt x="1133" y="2808"/>
                  </a:cubicBezTo>
                  <a:lnTo>
                    <a:pt x="1124" y="2793"/>
                  </a:lnTo>
                  <a:cubicBezTo>
                    <a:pt x="1136" y="2775"/>
                    <a:pt x="1131" y="2768"/>
                    <a:pt x="1127" y="2761"/>
                  </a:cubicBezTo>
                  <a:cubicBezTo>
                    <a:pt x="1125" y="2760"/>
                    <a:pt x="1123" y="2760"/>
                    <a:pt x="1121" y="2760"/>
                  </a:cubicBezTo>
                  <a:cubicBezTo>
                    <a:pt x="1095" y="2760"/>
                    <a:pt x="1051" y="2782"/>
                    <a:pt x="1059" y="2795"/>
                  </a:cubicBezTo>
                  <a:cubicBezTo>
                    <a:pt x="1049" y="2803"/>
                    <a:pt x="1036" y="2808"/>
                    <a:pt x="1023" y="2808"/>
                  </a:cubicBezTo>
                  <a:cubicBezTo>
                    <a:pt x="1022" y="2806"/>
                    <a:pt x="1021" y="2805"/>
                    <a:pt x="1019" y="2805"/>
                  </a:cubicBezTo>
                  <a:cubicBezTo>
                    <a:pt x="1012" y="2805"/>
                    <a:pt x="1001" y="2815"/>
                    <a:pt x="995" y="2834"/>
                  </a:cubicBezTo>
                  <a:cubicBezTo>
                    <a:pt x="993" y="2852"/>
                    <a:pt x="976" y="2864"/>
                    <a:pt x="958" y="2864"/>
                  </a:cubicBezTo>
                  <a:cubicBezTo>
                    <a:pt x="955" y="2864"/>
                    <a:pt x="951" y="2864"/>
                    <a:pt x="947" y="2863"/>
                  </a:cubicBezTo>
                  <a:cubicBezTo>
                    <a:pt x="907" y="2866"/>
                    <a:pt x="843" y="2900"/>
                    <a:pt x="846" y="2908"/>
                  </a:cubicBezTo>
                  <a:cubicBezTo>
                    <a:pt x="854" y="2923"/>
                    <a:pt x="803" y="2947"/>
                    <a:pt x="783" y="2947"/>
                  </a:cubicBezTo>
                  <a:cubicBezTo>
                    <a:pt x="764" y="2947"/>
                    <a:pt x="746" y="2955"/>
                    <a:pt x="733" y="2969"/>
                  </a:cubicBezTo>
                  <a:cubicBezTo>
                    <a:pt x="732" y="2966"/>
                    <a:pt x="727" y="2964"/>
                    <a:pt x="721" y="2964"/>
                  </a:cubicBezTo>
                  <a:cubicBezTo>
                    <a:pt x="714" y="2964"/>
                    <a:pt x="704" y="2967"/>
                    <a:pt x="697" y="2975"/>
                  </a:cubicBezTo>
                  <a:cubicBezTo>
                    <a:pt x="697" y="2975"/>
                    <a:pt x="680" y="2983"/>
                    <a:pt x="700" y="2984"/>
                  </a:cubicBezTo>
                  <a:cubicBezTo>
                    <a:pt x="700" y="2984"/>
                    <a:pt x="686" y="2998"/>
                    <a:pt x="672" y="3012"/>
                  </a:cubicBezTo>
                  <a:cubicBezTo>
                    <a:pt x="676" y="3011"/>
                    <a:pt x="679" y="3010"/>
                    <a:pt x="682" y="3010"/>
                  </a:cubicBezTo>
                  <a:cubicBezTo>
                    <a:pt x="690" y="3010"/>
                    <a:pt x="692" y="3016"/>
                    <a:pt x="695" y="3022"/>
                  </a:cubicBezTo>
                  <a:cubicBezTo>
                    <a:pt x="697" y="3028"/>
                    <a:pt x="658" y="3040"/>
                    <a:pt x="620" y="3040"/>
                  </a:cubicBezTo>
                  <a:cubicBezTo>
                    <a:pt x="607" y="3040"/>
                    <a:pt x="594" y="3038"/>
                    <a:pt x="582" y="3034"/>
                  </a:cubicBezTo>
                  <a:cubicBezTo>
                    <a:pt x="570" y="3033"/>
                    <a:pt x="557" y="3031"/>
                    <a:pt x="544" y="3028"/>
                  </a:cubicBezTo>
                  <a:lnTo>
                    <a:pt x="544" y="3028"/>
                  </a:lnTo>
                  <a:cubicBezTo>
                    <a:pt x="547" y="3035"/>
                    <a:pt x="549" y="3044"/>
                    <a:pt x="549" y="3044"/>
                  </a:cubicBezTo>
                  <a:cubicBezTo>
                    <a:pt x="538" y="3047"/>
                    <a:pt x="528" y="3050"/>
                    <a:pt x="521" y="3050"/>
                  </a:cubicBezTo>
                  <a:cubicBezTo>
                    <a:pt x="516" y="3050"/>
                    <a:pt x="513" y="3048"/>
                    <a:pt x="512" y="3044"/>
                  </a:cubicBezTo>
                  <a:cubicBezTo>
                    <a:pt x="511" y="3040"/>
                    <a:pt x="510" y="3038"/>
                    <a:pt x="507" y="3038"/>
                  </a:cubicBezTo>
                  <a:cubicBezTo>
                    <a:pt x="504" y="3038"/>
                    <a:pt x="500" y="3039"/>
                    <a:pt x="493" y="3041"/>
                  </a:cubicBezTo>
                  <a:cubicBezTo>
                    <a:pt x="493" y="3041"/>
                    <a:pt x="476" y="3044"/>
                    <a:pt x="477" y="3053"/>
                  </a:cubicBezTo>
                  <a:cubicBezTo>
                    <a:pt x="479" y="3064"/>
                    <a:pt x="480" y="3067"/>
                    <a:pt x="475" y="3067"/>
                  </a:cubicBezTo>
                  <a:cubicBezTo>
                    <a:pt x="472" y="3067"/>
                    <a:pt x="468" y="3066"/>
                    <a:pt x="461" y="3065"/>
                  </a:cubicBezTo>
                  <a:cubicBezTo>
                    <a:pt x="453" y="3059"/>
                    <a:pt x="446" y="3057"/>
                    <a:pt x="439" y="3057"/>
                  </a:cubicBezTo>
                  <a:cubicBezTo>
                    <a:pt x="428" y="3057"/>
                    <a:pt x="418" y="3063"/>
                    <a:pt x="409" y="3074"/>
                  </a:cubicBezTo>
                  <a:cubicBezTo>
                    <a:pt x="410" y="3082"/>
                    <a:pt x="410" y="3087"/>
                    <a:pt x="408" y="3087"/>
                  </a:cubicBezTo>
                  <a:cubicBezTo>
                    <a:pt x="406" y="3087"/>
                    <a:pt x="401" y="3083"/>
                    <a:pt x="392" y="3076"/>
                  </a:cubicBezTo>
                  <a:cubicBezTo>
                    <a:pt x="391" y="3069"/>
                    <a:pt x="377" y="3063"/>
                    <a:pt x="362" y="3063"/>
                  </a:cubicBezTo>
                  <a:cubicBezTo>
                    <a:pt x="360" y="3063"/>
                    <a:pt x="357" y="3063"/>
                    <a:pt x="355" y="3064"/>
                  </a:cubicBezTo>
                  <a:lnTo>
                    <a:pt x="356" y="3071"/>
                  </a:lnTo>
                  <a:cubicBezTo>
                    <a:pt x="357" y="3082"/>
                    <a:pt x="350" y="3086"/>
                    <a:pt x="342" y="3086"/>
                  </a:cubicBezTo>
                  <a:cubicBezTo>
                    <a:pt x="336" y="3086"/>
                    <a:pt x="329" y="3085"/>
                    <a:pt x="322" y="3081"/>
                  </a:cubicBezTo>
                  <a:cubicBezTo>
                    <a:pt x="322" y="3078"/>
                    <a:pt x="318" y="3076"/>
                    <a:pt x="312" y="3076"/>
                  </a:cubicBezTo>
                  <a:cubicBezTo>
                    <a:pt x="303" y="3076"/>
                    <a:pt x="289" y="3079"/>
                    <a:pt x="269" y="3083"/>
                  </a:cubicBezTo>
                  <a:cubicBezTo>
                    <a:pt x="235" y="3081"/>
                    <a:pt x="218" y="3081"/>
                    <a:pt x="219" y="3072"/>
                  </a:cubicBezTo>
                  <a:cubicBezTo>
                    <a:pt x="220" y="3064"/>
                    <a:pt x="220" y="3060"/>
                    <a:pt x="218" y="3060"/>
                  </a:cubicBezTo>
                  <a:cubicBezTo>
                    <a:pt x="215" y="3060"/>
                    <a:pt x="211" y="3063"/>
                    <a:pt x="202" y="3070"/>
                  </a:cubicBezTo>
                  <a:cubicBezTo>
                    <a:pt x="195" y="3073"/>
                    <a:pt x="190" y="3075"/>
                    <a:pt x="185" y="3075"/>
                  </a:cubicBezTo>
                  <a:cubicBezTo>
                    <a:pt x="178" y="3075"/>
                    <a:pt x="170" y="3071"/>
                    <a:pt x="152" y="3064"/>
                  </a:cubicBezTo>
                  <a:cubicBezTo>
                    <a:pt x="143" y="3056"/>
                    <a:pt x="139" y="3053"/>
                    <a:pt x="134" y="3053"/>
                  </a:cubicBezTo>
                  <a:cubicBezTo>
                    <a:pt x="131" y="3053"/>
                    <a:pt x="126" y="3055"/>
                    <a:pt x="119" y="3057"/>
                  </a:cubicBezTo>
                  <a:cubicBezTo>
                    <a:pt x="115" y="3072"/>
                    <a:pt x="112" y="3081"/>
                    <a:pt x="129" y="3085"/>
                  </a:cubicBezTo>
                  <a:cubicBezTo>
                    <a:pt x="147" y="3088"/>
                    <a:pt x="147" y="3088"/>
                    <a:pt x="145" y="3097"/>
                  </a:cubicBezTo>
                  <a:lnTo>
                    <a:pt x="110" y="3089"/>
                  </a:lnTo>
                  <a:cubicBezTo>
                    <a:pt x="88" y="3085"/>
                    <a:pt x="64" y="3080"/>
                    <a:pt x="41" y="3078"/>
                  </a:cubicBezTo>
                  <a:cubicBezTo>
                    <a:pt x="37" y="3078"/>
                    <a:pt x="34" y="3078"/>
                    <a:pt x="31" y="3078"/>
                  </a:cubicBezTo>
                  <a:cubicBezTo>
                    <a:pt x="3" y="3078"/>
                    <a:pt x="1" y="3091"/>
                    <a:pt x="35" y="3094"/>
                  </a:cubicBezTo>
                  <a:lnTo>
                    <a:pt x="50" y="3108"/>
                  </a:lnTo>
                  <a:cubicBezTo>
                    <a:pt x="44" y="3123"/>
                    <a:pt x="56" y="3133"/>
                    <a:pt x="68" y="3133"/>
                  </a:cubicBezTo>
                  <a:cubicBezTo>
                    <a:pt x="75" y="3133"/>
                    <a:pt x="82" y="3129"/>
                    <a:pt x="84" y="3118"/>
                  </a:cubicBezTo>
                  <a:cubicBezTo>
                    <a:pt x="88" y="3106"/>
                    <a:pt x="90" y="3099"/>
                    <a:pt x="92" y="3099"/>
                  </a:cubicBezTo>
                  <a:cubicBezTo>
                    <a:pt x="95" y="3099"/>
                    <a:pt x="98" y="3104"/>
                    <a:pt x="105" y="3114"/>
                  </a:cubicBezTo>
                  <a:cubicBezTo>
                    <a:pt x="100" y="3131"/>
                    <a:pt x="119" y="3135"/>
                    <a:pt x="137" y="3139"/>
                  </a:cubicBezTo>
                  <a:cubicBezTo>
                    <a:pt x="155" y="3142"/>
                    <a:pt x="156" y="3142"/>
                    <a:pt x="154" y="3150"/>
                  </a:cubicBezTo>
                  <a:cubicBezTo>
                    <a:pt x="153" y="3159"/>
                    <a:pt x="171" y="3169"/>
                    <a:pt x="190" y="3171"/>
                  </a:cubicBezTo>
                  <a:cubicBezTo>
                    <a:pt x="197" y="3172"/>
                    <a:pt x="202" y="3173"/>
                    <a:pt x="204" y="3173"/>
                  </a:cubicBezTo>
                  <a:cubicBezTo>
                    <a:pt x="209" y="3173"/>
                    <a:pt x="209" y="3171"/>
                    <a:pt x="210" y="3166"/>
                  </a:cubicBezTo>
                  <a:cubicBezTo>
                    <a:pt x="203" y="3162"/>
                    <a:pt x="204" y="3160"/>
                    <a:pt x="209" y="3160"/>
                  </a:cubicBezTo>
                  <a:cubicBezTo>
                    <a:pt x="217" y="3160"/>
                    <a:pt x="236" y="3165"/>
                    <a:pt x="248" y="3176"/>
                  </a:cubicBezTo>
                  <a:cubicBezTo>
                    <a:pt x="256" y="3179"/>
                    <a:pt x="260" y="3182"/>
                    <a:pt x="263" y="3182"/>
                  </a:cubicBezTo>
                  <a:cubicBezTo>
                    <a:pt x="267" y="3182"/>
                    <a:pt x="267" y="3178"/>
                    <a:pt x="267" y="3168"/>
                  </a:cubicBezTo>
                  <a:cubicBezTo>
                    <a:pt x="268" y="3160"/>
                    <a:pt x="278" y="3155"/>
                    <a:pt x="290" y="3155"/>
                  </a:cubicBezTo>
                  <a:cubicBezTo>
                    <a:pt x="302" y="3155"/>
                    <a:pt x="315" y="3159"/>
                    <a:pt x="324" y="3167"/>
                  </a:cubicBezTo>
                  <a:lnTo>
                    <a:pt x="363" y="3166"/>
                  </a:lnTo>
                  <a:cubicBezTo>
                    <a:pt x="382" y="3162"/>
                    <a:pt x="382" y="3154"/>
                    <a:pt x="381" y="3145"/>
                  </a:cubicBezTo>
                  <a:cubicBezTo>
                    <a:pt x="380" y="3135"/>
                    <a:pt x="380" y="3131"/>
                    <a:pt x="384" y="3131"/>
                  </a:cubicBezTo>
                  <a:cubicBezTo>
                    <a:pt x="387" y="3131"/>
                    <a:pt x="391" y="3133"/>
                    <a:pt x="398" y="3135"/>
                  </a:cubicBezTo>
                  <a:cubicBezTo>
                    <a:pt x="418" y="3141"/>
                    <a:pt x="419" y="3150"/>
                    <a:pt x="419" y="3150"/>
                  </a:cubicBezTo>
                  <a:cubicBezTo>
                    <a:pt x="419" y="3154"/>
                    <a:pt x="424" y="3156"/>
                    <a:pt x="431" y="3156"/>
                  </a:cubicBezTo>
                  <a:cubicBezTo>
                    <a:pt x="438" y="3156"/>
                    <a:pt x="448" y="3154"/>
                    <a:pt x="458" y="3152"/>
                  </a:cubicBezTo>
                  <a:cubicBezTo>
                    <a:pt x="476" y="3149"/>
                    <a:pt x="511" y="3142"/>
                    <a:pt x="513" y="3134"/>
                  </a:cubicBezTo>
                  <a:lnTo>
                    <a:pt x="513" y="3134"/>
                  </a:lnTo>
                  <a:cubicBezTo>
                    <a:pt x="513" y="3136"/>
                    <a:pt x="514" y="3138"/>
                    <a:pt x="514" y="3141"/>
                  </a:cubicBezTo>
                  <a:cubicBezTo>
                    <a:pt x="519" y="3140"/>
                    <a:pt x="523" y="3139"/>
                    <a:pt x="526" y="3139"/>
                  </a:cubicBezTo>
                  <a:cubicBezTo>
                    <a:pt x="530" y="3139"/>
                    <a:pt x="532" y="3140"/>
                    <a:pt x="533" y="3140"/>
                  </a:cubicBezTo>
                  <a:cubicBezTo>
                    <a:pt x="534" y="3140"/>
                    <a:pt x="534" y="3139"/>
                    <a:pt x="533" y="3136"/>
                  </a:cubicBezTo>
                  <a:cubicBezTo>
                    <a:pt x="552" y="3132"/>
                    <a:pt x="571" y="3130"/>
                    <a:pt x="591" y="3130"/>
                  </a:cubicBezTo>
                  <a:cubicBezTo>
                    <a:pt x="630" y="3126"/>
                    <a:pt x="678" y="3094"/>
                    <a:pt x="623" y="3094"/>
                  </a:cubicBezTo>
                  <a:cubicBezTo>
                    <a:pt x="623" y="3094"/>
                    <a:pt x="622" y="3094"/>
                    <a:pt x="621" y="3094"/>
                  </a:cubicBezTo>
                  <a:lnTo>
                    <a:pt x="621" y="3094"/>
                  </a:lnTo>
                  <a:cubicBezTo>
                    <a:pt x="625" y="3092"/>
                    <a:pt x="631" y="3091"/>
                    <a:pt x="639" y="3088"/>
                  </a:cubicBezTo>
                  <a:cubicBezTo>
                    <a:pt x="657" y="3083"/>
                    <a:pt x="654" y="3074"/>
                    <a:pt x="654" y="3074"/>
                  </a:cubicBezTo>
                  <a:cubicBezTo>
                    <a:pt x="651" y="3066"/>
                    <a:pt x="669" y="3059"/>
                    <a:pt x="687" y="3052"/>
                  </a:cubicBezTo>
                  <a:cubicBezTo>
                    <a:pt x="687" y="3052"/>
                    <a:pt x="689" y="3060"/>
                    <a:pt x="692" y="3068"/>
                  </a:cubicBezTo>
                  <a:cubicBezTo>
                    <a:pt x="688" y="3082"/>
                    <a:pt x="694" y="3089"/>
                    <a:pt x="702" y="3089"/>
                  </a:cubicBezTo>
                  <a:cubicBezTo>
                    <a:pt x="712" y="3089"/>
                    <a:pt x="726" y="3079"/>
                    <a:pt x="731" y="3062"/>
                  </a:cubicBezTo>
                  <a:cubicBezTo>
                    <a:pt x="730" y="3060"/>
                    <a:pt x="730" y="3059"/>
                    <a:pt x="730" y="3059"/>
                  </a:cubicBezTo>
                  <a:lnTo>
                    <a:pt x="730" y="3059"/>
                  </a:lnTo>
                  <a:cubicBezTo>
                    <a:pt x="730" y="3059"/>
                    <a:pt x="732" y="3065"/>
                    <a:pt x="734" y="3071"/>
                  </a:cubicBezTo>
                  <a:cubicBezTo>
                    <a:pt x="735" y="3073"/>
                    <a:pt x="737" y="3074"/>
                    <a:pt x="739" y="3074"/>
                  </a:cubicBezTo>
                  <a:cubicBezTo>
                    <a:pt x="747" y="3074"/>
                    <a:pt x="763" y="3066"/>
                    <a:pt x="787" y="3049"/>
                  </a:cubicBezTo>
                  <a:cubicBezTo>
                    <a:pt x="805" y="3041"/>
                    <a:pt x="815" y="3016"/>
                    <a:pt x="811" y="3010"/>
                  </a:cubicBezTo>
                  <a:cubicBezTo>
                    <a:pt x="808" y="3002"/>
                    <a:pt x="825" y="2993"/>
                    <a:pt x="825" y="2993"/>
                  </a:cubicBezTo>
                  <a:cubicBezTo>
                    <a:pt x="834" y="2989"/>
                    <a:pt x="838" y="2987"/>
                    <a:pt x="841" y="2987"/>
                  </a:cubicBezTo>
                  <a:cubicBezTo>
                    <a:pt x="844" y="2987"/>
                    <a:pt x="844" y="2989"/>
                    <a:pt x="846" y="2993"/>
                  </a:cubicBezTo>
                  <a:cubicBezTo>
                    <a:pt x="848" y="2997"/>
                    <a:pt x="852" y="2999"/>
                    <a:pt x="857" y="2999"/>
                  </a:cubicBezTo>
                  <a:cubicBezTo>
                    <a:pt x="870" y="2999"/>
                    <a:pt x="890" y="2985"/>
                    <a:pt x="897" y="2967"/>
                  </a:cubicBezTo>
                  <a:lnTo>
                    <a:pt x="901" y="2975"/>
                  </a:lnTo>
                  <a:cubicBezTo>
                    <a:pt x="902" y="2977"/>
                    <a:pt x="904" y="2979"/>
                    <a:pt x="909" y="2979"/>
                  </a:cubicBezTo>
                  <a:cubicBezTo>
                    <a:pt x="921" y="2979"/>
                    <a:pt x="948" y="2968"/>
                    <a:pt x="1005" y="2928"/>
                  </a:cubicBezTo>
                  <a:cubicBezTo>
                    <a:pt x="1065" y="2893"/>
                    <a:pt x="1110" y="2864"/>
                    <a:pt x="1121" y="2864"/>
                  </a:cubicBezTo>
                  <a:cubicBezTo>
                    <a:pt x="1123" y="2864"/>
                    <a:pt x="1124" y="2864"/>
                    <a:pt x="1124" y="2865"/>
                  </a:cubicBezTo>
                  <a:cubicBezTo>
                    <a:pt x="1125" y="2865"/>
                    <a:pt x="1125" y="2866"/>
                    <a:pt x="1126" y="2866"/>
                  </a:cubicBezTo>
                  <a:cubicBezTo>
                    <a:pt x="1137" y="2866"/>
                    <a:pt x="1186" y="2812"/>
                    <a:pt x="1207" y="2780"/>
                  </a:cubicBezTo>
                  <a:cubicBezTo>
                    <a:pt x="1208" y="2781"/>
                    <a:pt x="1210" y="2782"/>
                    <a:pt x="1212" y="2782"/>
                  </a:cubicBezTo>
                  <a:cubicBezTo>
                    <a:pt x="1219" y="2782"/>
                    <a:pt x="1234" y="2772"/>
                    <a:pt x="1260" y="2755"/>
                  </a:cubicBezTo>
                  <a:cubicBezTo>
                    <a:pt x="1293" y="2732"/>
                    <a:pt x="1302" y="2725"/>
                    <a:pt x="1307" y="2725"/>
                  </a:cubicBezTo>
                  <a:cubicBezTo>
                    <a:pt x="1309" y="2725"/>
                    <a:pt x="1310" y="2726"/>
                    <a:pt x="1312" y="2728"/>
                  </a:cubicBezTo>
                  <a:cubicBezTo>
                    <a:pt x="1309" y="2740"/>
                    <a:pt x="1307" y="2746"/>
                    <a:pt x="1308" y="2746"/>
                  </a:cubicBezTo>
                  <a:cubicBezTo>
                    <a:pt x="1310" y="2746"/>
                    <a:pt x="1315" y="2737"/>
                    <a:pt x="1327" y="2717"/>
                  </a:cubicBezTo>
                  <a:cubicBezTo>
                    <a:pt x="1332" y="2697"/>
                    <a:pt x="1366" y="2676"/>
                    <a:pt x="1385" y="2676"/>
                  </a:cubicBezTo>
                  <a:cubicBezTo>
                    <a:pt x="1389" y="2676"/>
                    <a:pt x="1393" y="2677"/>
                    <a:pt x="1395" y="2680"/>
                  </a:cubicBezTo>
                  <a:cubicBezTo>
                    <a:pt x="1396" y="2681"/>
                    <a:pt x="1397" y="2682"/>
                    <a:pt x="1399" y="2682"/>
                  </a:cubicBezTo>
                  <a:cubicBezTo>
                    <a:pt x="1406" y="2682"/>
                    <a:pt x="1421" y="2671"/>
                    <a:pt x="1446" y="2652"/>
                  </a:cubicBezTo>
                  <a:cubicBezTo>
                    <a:pt x="1456" y="2634"/>
                    <a:pt x="1487" y="2610"/>
                    <a:pt x="1517" y="2587"/>
                  </a:cubicBezTo>
                  <a:cubicBezTo>
                    <a:pt x="1563" y="2552"/>
                    <a:pt x="1563" y="2551"/>
                    <a:pt x="1553" y="2537"/>
                  </a:cubicBezTo>
                  <a:cubicBezTo>
                    <a:pt x="1542" y="2524"/>
                    <a:pt x="1556" y="2513"/>
                    <a:pt x="1586" y="2488"/>
                  </a:cubicBezTo>
                  <a:cubicBezTo>
                    <a:pt x="1598" y="2478"/>
                    <a:pt x="1610" y="2469"/>
                    <a:pt x="1617" y="2469"/>
                  </a:cubicBezTo>
                  <a:cubicBezTo>
                    <a:pt x="1619" y="2469"/>
                    <a:pt x="1620" y="2469"/>
                    <a:pt x="1621" y="2470"/>
                  </a:cubicBezTo>
                  <a:cubicBezTo>
                    <a:pt x="1634" y="2467"/>
                    <a:pt x="1646" y="2461"/>
                    <a:pt x="1656" y="2453"/>
                  </a:cubicBezTo>
                  <a:cubicBezTo>
                    <a:pt x="1669" y="2443"/>
                    <a:pt x="1681" y="2433"/>
                    <a:pt x="1687" y="2433"/>
                  </a:cubicBezTo>
                  <a:cubicBezTo>
                    <a:pt x="1689" y="2433"/>
                    <a:pt x="1690" y="2433"/>
                    <a:pt x="1691" y="2434"/>
                  </a:cubicBezTo>
                  <a:cubicBezTo>
                    <a:pt x="1710" y="2427"/>
                    <a:pt x="1726" y="2417"/>
                    <a:pt x="1740" y="2404"/>
                  </a:cubicBezTo>
                  <a:cubicBezTo>
                    <a:pt x="1766" y="2381"/>
                    <a:pt x="1792" y="2359"/>
                    <a:pt x="1801" y="2359"/>
                  </a:cubicBezTo>
                  <a:cubicBezTo>
                    <a:pt x="1803" y="2359"/>
                    <a:pt x="1803" y="2359"/>
                    <a:pt x="1804" y="2360"/>
                  </a:cubicBezTo>
                  <a:cubicBezTo>
                    <a:pt x="1819" y="2347"/>
                    <a:pt x="1819" y="2347"/>
                    <a:pt x="1813" y="2340"/>
                  </a:cubicBezTo>
                  <a:cubicBezTo>
                    <a:pt x="1807" y="2333"/>
                    <a:pt x="1815" y="2314"/>
                    <a:pt x="1878" y="2268"/>
                  </a:cubicBezTo>
                  <a:cubicBezTo>
                    <a:pt x="1906" y="2243"/>
                    <a:pt x="1948" y="2203"/>
                    <a:pt x="1942" y="2196"/>
                  </a:cubicBezTo>
                  <a:cubicBezTo>
                    <a:pt x="1950" y="2188"/>
                    <a:pt x="1953" y="2185"/>
                    <a:pt x="1956" y="2185"/>
                  </a:cubicBezTo>
                  <a:cubicBezTo>
                    <a:pt x="1957" y="2185"/>
                    <a:pt x="1959" y="2187"/>
                    <a:pt x="1961" y="2190"/>
                  </a:cubicBezTo>
                  <a:cubicBezTo>
                    <a:pt x="1963" y="2192"/>
                    <a:pt x="1966" y="2193"/>
                    <a:pt x="1968" y="2193"/>
                  </a:cubicBezTo>
                  <a:cubicBezTo>
                    <a:pt x="1982" y="2193"/>
                    <a:pt x="2003" y="2169"/>
                    <a:pt x="2016" y="2136"/>
                  </a:cubicBezTo>
                  <a:cubicBezTo>
                    <a:pt x="2010" y="2129"/>
                    <a:pt x="2025" y="2117"/>
                    <a:pt x="2044" y="2108"/>
                  </a:cubicBezTo>
                  <a:cubicBezTo>
                    <a:pt x="2053" y="2099"/>
                    <a:pt x="2060" y="2088"/>
                    <a:pt x="2064" y="2074"/>
                  </a:cubicBezTo>
                  <a:cubicBezTo>
                    <a:pt x="2066" y="2071"/>
                    <a:pt x="2067" y="2068"/>
                    <a:pt x="2068" y="2066"/>
                  </a:cubicBezTo>
                  <a:lnTo>
                    <a:pt x="2068" y="2066"/>
                  </a:lnTo>
                  <a:cubicBezTo>
                    <a:pt x="2073" y="2068"/>
                    <a:pt x="2078" y="2071"/>
                    <a:pt x="2078" y="2071"/>
                  </a:cubicBezTo>
                  <a:cubicBezTo>
                    <a:pt x="2096" y="2087"/>
                    <a:pt x="2100" y="2095"/>
                    <a:pt x="2098" y="2095"/>
                  </a:cubicBezTo>
                  <a:cubicBezTo>
                    <a:pt x="2097" y="2095"/>
                    <a:pt x="2093" y="2092"/>
                    <a:pt x="2089" y="2086"/>
                  </a:cubicBezTo>
                  <a:cubicBezTo>
                    <a:pt x="2079" y="2077"/>
                    <a:pt x="2073" y="2073"/>
                    <a:pt x="2071" y="2073"/>
                  </a:cubicBezTo>
                  <a:cubicBezTo>
                    <a:pt x="2067" y="2073"/>
                    <a:pt x="2072" y="2084"/>
                    <a:pt x="2074" y="2097"/>
                  </a:cubicBezTo>
                  <a:cubicBezTo>
                    <a:pt x="2079" y="2117"/>
                    <a:pt x="2101" y="2147"/>
                    <a:pt x="2113" y="2163"/>
                  </a:cubicBezTo>
                  <a:cubicBezTo>
                    <a:pt x="2124" y="2178"/>
                    <a:pt x="2150" y="2206"/>
                    <a:pt x="2162" y="2221"/>
                  </a:cubicBezTo>
                  <a:cubicBezTo>
                    <a:pt x="2188" y="2263"/>
                    <a:pt x="2202" y="2278"/>
                    <a:pt x="2209" y="2278"/>
                  </a:cubicBezTo>
                  <a:cubicBezTo>
                    <a:pt x="2211" y="2278"/>
                    <a:pt x="2212" y="2278"/>
                    <a:pt x="2212" y="2277"/>
                  </a:cubicBezTo>
                  <a:cubicBezTo>
                    <a:pt x="2220" y="2271"/>
                    <a:pt x="2223" y="2268"/>
                    <a:pt x="2223" y="2268"/>
                  </a:cubicBezTo>
                  <a:lnTo>
                    <a:pt x="2223" y="2268"/>
                  </a:lnTo>
                  <a:cubicBezTo>
                    <a:pt x="2223" y="2268"/>
                    <a:pt x="2221" y="2269"/>
                    <a:pt x="2219" y="2272"/>
                  </a:cubicBezTo>
                  <a:cubicBezTo>
                    <a:pt x="2217" y="2299"/>
                    <a:pt x="2368" y="2434"/>
                    <a:pt x="2402" y="2434"/>
                  </a:cubicBezTo>
                  <a:cubicBezTo>
                    <a:pt x="2403" y="2434"/>
                    <a:pt x="2403" y="2434"/>
                    <a:pt x="2404" y="2434"/>
                  </a:cubicBezTo>
                  <a:lnTo>
                    <a:pt x="2404" y="2434"/>
                  </a:lnTo>
                  <a:cubicBezTo>
                    <a:pt x="2403" y="2436"/>
                    <a:pt x="2401" y="2438"/>
                    <a:pt x="2399" y="2441"/>
                  </a:cubicBezTo>
                  <a:cubicBezTo>
                    <a:pt x="2394" y="2448"/>
                    <a:pt x="2409" y="2460"/>
                    <a:pt x="2440" y="2482"/>
                  </a:cubicBezTo>
                  <a:cubicBezTo>
                    <a:pt x="2457" y="2493"/>
                    <a:pt x="2524" y="2530"/>
                    <a:pt x="2575" y="2555"/>
                  </a:cubicBezTo>
                  <a:cubicBezTo>
                    <a:pt x="2633" y="2590"/>
                    <a:pt x="2681" y="2610"/>
                    <a:pt x="2694" y="2610"/>
                  </a:cubicBezTo>
                  <a:cubicBezTo>
                    <a:pt x="2696" y="2610"/>
                    <a:pt x="2697" y="2610"/>
                    <a:pt x="2697" y="2609"/>
                  </a:cubicBezTo>
                  <a:cubicBezTo>
                    <a:pt x="2715" y="2617"/>
                    <a:pt x="2715" y="2617"/>
                    <a:pt x="2712" y="2625"/>
                  </a:cubicBezTo>
                  <a:cubicBezTo>
                    <a:pt x="2711" y="2625"/>
                    <a:pt x="2710" y="2625"/>
                    <a:pt x="2709" y="2625"/>
                  </a:cubicBezTo>
                  <a:cubicBezTo>
                    <a:pt x="2692" y="2625"/>
                    <a:pt x="2708" y="2634"/>
                    <a:pt x="2725" y="2641"/>
                  </a:cubicBezTo>
                  <a:cubicBezTo>
                    <a:pt x="2730" y="2642"/>
                    <a:pt x="2734" y="2643"/>
                    <a:pt x="2737" y="2643"/>
                  </a:cubicBezTo>
                  <a:cubicBezTo>
                    <a:pt x="2745" y="2643"/>
                    <a:pt x="2747" y="2637"/>
                    <a:pt x="2750" y="2632"/>
                  </a:cubicBezTo>
                  <a:cubicBezTo>
                    <a:pt x="2751" y="2630"/>
                    <a:pt x="2753" y="2628"/>
                    <a:pt x="2756" y="2628"/>
                  </a:cubicBezTo>
                  <a:cubicBezTo>
                    <a:pt x="2764" y="2628"/>
                    <a:pt x="2779" y="2636"/>
                    <a:pt x="2802" y="2653"/>
                  </a:cubicBezTo>
                  <a:cubicBezTo>
                    <a:pt x="2835" y="2673"/>
                    <a:pt x="2908" y="2699"/>
                    <a:pt x="2947" y="2699"/>
                  </a:cubicBezTo>
                  <a:cubicBezTo>
                    <a:pt x="2966" y="2703"/>
                    <a:pt x="2984" y="2708"/>
                    <a:pt x="2982" y="2717"/>
                  </a:cubicBezTo>
                  <a:cubicBezTo>
                    <a:pt x="3001" y="2731"/>
                    <a:pt x="3025" y="2740"/>
                    <a:pt x="3049" y="2740"/>
                  </a:cubicBezTo>
                  <a:cubicBezTo>
                    <a:pt x="3058" y="2740"/>
                    <a:pt x="3067" y="2738"/>
                    <a:pt x="3076" y="2736"/>
                  </a:cubicBezTo>
                  <a:cubicBezTo>
                    <a:pt x="3095" y="2739"/>
                    <a:pt x="3095" y="2739"/>
                    <a:pt x="3093" y="2748"/>
                  </a:cubicBezTo>
                  <a:cubicBezTo>
                    <a:pt x="3104" y="2755"/>
                    <a:pt x="3108" y="2761"/>
                    <a:pt x="3115" y="2761"/>
                  </a:cubicBezTo>
                  <a:cubicBezTo>
                    <a:pt x="3118" y="2761"/>
                    <a:pt x="3123" y="2759"/>
                    <a:pt x="3131" y="2754"/>
                  </a:cubicBezTo>
                  <a:cubicBezTo>
                    <a:pt x="3139" y="2754"/>
                    <a:pt x="3146" y="2753"/>
                    <a:pt x="3154" y="2753"/>
                  </a:cubicBezTo>
                  <a:cubicBezTo>
                    <a:pt x="3191" y="2753"/>
                    <a:pt x="3228" y="2758"/>
                    <a:pt x="3265" y="2767"/>
                  </a:cubicBezTo>
                  <a:cubicBezTo>
                    <a:pt x="3269" y="2767"/>
                    <a:pt x="3273" y="2767"/>
                    <a:pt x="3276" y="2767"/>
                  </a:cubicBezTo>
                  <a:cubicBezTo>
                    <a:pt x="3292" y="2767"/>
                    <a:pt x="3304" y="2767"/>
                    <a:pt x="3304" y="2760"/>
                  </a:cubicBezTo>
                  <a:cubicBezTo>
                    <a:pt x="3304" y="2757"/>
                    <a:pt x="3304" y="2754"/>
                    <a:pt x="3304" y="2752"/>
                  </a:cubicBezTo>
                  <a:lnTo>
                    <a:pt x="3304" y="2752"/>
                  </a:lnTo>
                  <a:cubicBezTo>
                    <a:pt x="3314" y="2761"/>
                    <a:pt x="3318" y="2765"/>
                    <a:pt x="3323" y="2765"/>
                  </a:cubicBezTo>
                  <a:cubicBezTo>
                    <a:pt x="3328" y="2765"/>
                    <a:pt x="3333" y="2761"/>
                    <a:pt x="3342" y="2753"/>
                  </a:cubicBezTo>
                  <a:cubicBezTo>
                    <a:pt x="3342" y="2748"/>
                    <a:pt x="3347" y="2746"/>
                    <a:pt x="3352" y="2746"/>
                  </a:cubicBezTo>
                  <a:cubicBezTo>
                    <a:pt x="3357" y="2746"/>
                    <a:pt x="3361" y="2748"/>
                    <a:pt x="3361" y="2752"/>
                  </a:cubicBezTo>
                  <a:cubicBezTo>
                    <a:pt x="3373" y="2757"/>
                    <a:pt x="3387" y="2760"/>
                    <a:pt x="3399" y="2760"/>
                  </a:cubicBezTo>
                  <a:cubicBezTo>
                    <a:pt x="3469" y="2753"/>
                    <a:pt x="3538" y="2743"/>
                    <a:pt x="3607" y="2728"/>
                  </a:cubicBezTo>
                  <a:cubicBezTo>
                    <a:pt x="3757" y="2699"/>
                    <a:pt x="3810" y="2674"/>
                    <a:pt x="3806" y="2668"/>
                  </a:cubicBezTo>
                  <a:cubicBezTo>
                    <a:pt x="3818" y="2657"/>
                    <a:pt x="3821" y="2654"/>
                    <a:pt x="3829" y="2654"/>
                  </a:cubicBezTo>
                  <a:cubicBezTo>
                    <a:pt x="3833" y="2654"/>
                    <a:pt x="3837" y="2655"/>
                    <a:pt x="3842" y="2655"/>
                  </a:cubicBezTo>
                  <a:cubicBezTo>
                    <a:pt x="3844" y="2655"/>
                    <a:pt x="3846" y="2655"/>
                    <a:pt x="3848" y="2655"/>
                  </a:cubicBezTo>
                  <a:cubicBezTo>
                    <a:pt x="3866" y="2655"/>
                    <a:pt x="3883" y="2651"/>
                    <a:pt x="3898" y="2642"/>
                  </a:cubicBezTo>
                  <a:cubicBezTo>
                    <a:pt x="3911" y="2637"/>
                    <a:pt x="3924" y="2632"/>
                    <a:pt x="3931" y="2632"/>
                  </a:cubicBezTo>
                  <a:cubicBezTo>
                    <a:pt x="3934" y="2632"/>
                    <a:pt x="3937" y="2633"/>
                    <a:pt x="3938" y="2635"/>
                  </a:cubicBezTo>
                  <a:cubicBezTo>
                    <a:pt x="3946" y="2625"/>
                    <a:pt x="3957" y="2617"/>
                    <a:pt x="3969" y="2611"/>
                  </a:cubicBezTo>
                  <a:cubicBezTo>
                    <a:pt x="3970" y="2614"/>
                    <a:pt x="3972" y="2614"/>
                    <a:pt x="3974" y="2614"/>
                  </a:cubicBezTo>
                  <a:cubicBezTo>
                    <a:pt x="3981" y="2614"/>
                    <a:pt x="3993" y="2607"/>
                    <a:pt x="4003" y="2595"/>
                  </a:cubicBezTo>
                  <a:cubicBezTo>
                    <a:pt x="4008" y="2582"/>
                    <a:pt x="4010" y="2576"/>
                    <a:pt x="4013" y="2576"/>
                  </a:cubicBezTo>
                  <a:cubicBezTo>
                    <a:pt x="4014" y="2576"/>
                    <a:pt x="4016" y="2580"/>
                    <a:pt x="4020" y="2587"/>
                  </a:cubicBezTo>
                  <a:cubicBezTo>
                    <a:pt x="4020" y="2588"/>
                    <a:pt x="4023" y="2589"/>
                    <a:pt x="4026" y="2589"/>
                  </a:cubicBezTo>
                  <a:cubicBezTo>
                    <a:pt x="4040" y="2589"/>
                    <a:pt x="4073" y="2577"/>
                    <a:pt x="4059" y="2577"/>
                  </a:cubicBezTo>
                  <a:cubicBezTo>
                    <a:pt x="4059" y="2577"/>
                    <a:pt x="4058" y="2577"/>
                    <a:pt x="4058" y="2577"/>
                  </a:cubicBezTo>
                  <a:cubicBezTo>
                    <a:pt x="4054" y="2569"/>
                    <a:pt x="4087" y="2550"/>
                    <a:pt x="4099" y="2533"/>
                  </a:cubicBezTo>
                  <a:cubicBezTo>
                    <a:pt x="4111" y="2525"/>
                    <a:pt x="4124" y="2518"/>
                    <a:pt x="4131" y="2518"/>
                  </a:cubicBezTo>
                  <a:cubicBezTo>
                    <a:pt x="4133" y="2518"/>
                    <a:pt x="4135" y="2519"/>
                    <a:pt x="4136" y="2521"/>
                  </a:cubicBezTo>
                  <a:cubicBezTo>
                    <a:pt x="4142" y="2520"/>
                    <a:pt x="4151" y="2515"/>
                    <a:pt x="4161" y="2509"/>
                  </a:cubicBezTo>
                  <a:lnTo>
                    <a:pt x="4161" y="2509"/>
                  </a:lnTo>
                  <a:cubicBezTo>
                    <a:pt x="4240" y="2585"/>
                    <a:pt x="4299" y="2625"/>
                    <a:pt x="4308" y="2625"/>
                  </a:cubicBezTo>
                  <a:cubicBezTo>
                    <a:pt x="4309" y="2625"/>
                    <a:pt x="4309" y="2625"/>
                    <a:pt x="4309" y="2625"/>
                  </a:cubicBezTo>
                  <a:cubicBezTo>
                    <a:pt x="4319" y="2633"/>
                    <a:pt x="4328" y="2643"/>
                    <a:pt x="4334" y="2655"/>
                  </a:cubicBezTo>
                  <a:cubicBezTo>
                    <a:pt x="4329" y="2661"/>
                    <a:pt x="4341" y="2669"/>
                    <a:pt x="4360" y="2669"/>
                  </a:cubicBezTo>
                  <a:cubicBezTo>
                    <a:pt x="4363" y="2669"/>
                    <a:pt x="4366" y="2669"/>
                    <a:pt x="4370" y="2669"/>
                  </a:cubicBezTo>
                  <a:cubicBezTo>
                    <a:pt x="4374" y="2669"/>
                    <a:pt x="4378" y="2670"/>
                    <a:pt x="4382" y="2670"/>
                  </a:cubicBezTo>
                  <a:cubicBezTo>
                    <a:pt x="4384" y="2670"/>
                    <a:pt x="4387" y="2669"/>
                    <a:pt x="4388" y="2669"/>
                  </a:cubicBezTo>
                  <a:cubicBezTo>
                    <a:pt x="4392" y="2669"/>
                    <a:pt x="4391" y="2671"/>
                    <a:pt x="4385" y="2679"/>
                  </a:cubicBezTo>
                  <a:cubicBezTo>
                    <a:pt x="4382" y="2684"/>
                    <a:pt x="4411" y="2710"/>
                    <a:pt x="4478" y="2745"/>
                  </a:cubicBezTo>
                  <a:cubicBezTo>
                    <a:pt x="4522" y="2769"/>
                    <a:pt x="4579" y="2798"/>
                    <a:pt x="4595" y="2798"/>
                  </a:cubicBezTo>
                  <a:cubicBezTo>
                    <a:pt x="4598" y="2798"/>
                    <a:pt x="4599" y="2798"/>
                    <a:pt x="4600" y="2797"/>
                  </a:cubicBezTo>
                  <a:cubicBezTo>
                    <a:pt x="4638" y="2803"/>
                    <a:pt x="4638" y="2803"/>
                    <a:pt x="4618" y="2804"/>
                  </a:cubicBezTo>
                  <a:cubicBezTo>
                    <a:pt x="4593" y="2810"/>
                    <a:pt x="4675" y="2859"/>
                    <a:pt x="4736" y="2859"/>
                  </a:cubicBezTo>
                  <a:cubicBezTo>
                    <a:pt x="4736" y="2859"/>
                    <a:pt x="4737" y="2859"/>
                    <a:pt x="4738" y="2859"/>
                  </a:cubicBezTo>
                  <a:cubicBezTo>
                    <a:pt x="4755" y="2865"/>
                    <a:pt x="4773" y="2871"/>
                    <a:pt x="4771" y="2880"/>
                  </a:cubicBezTo>
                  <a:cubicBezTo>
                    <a:pt x="4801" y="2890"/>
                    <a:pt x="4833" y="2895"/>
                    <a:pt x="4864" y="2897"/>
                  </a:cubicBezTo>
                  <a:cubicBezTo>
                    <a:pt x="4883" y="2901"/>
                    <a:pt x="4957" y="2920"/>
                    <a:pt x="4994" y="2924"/>
                  </a:cubicBezTo>
                  <a:cubicBezTo>
                    <a:pt x="5009" y="2926"/>
                    <a:pt x="5023" y="2927"/>
                    <a:pt x="5037" y="2927"/>
                  </a:cubicBezTo>
                  <a:cubicBezTo>
                    <a:pt x="5048" y="2927"/>
                    <a:pt x="5060" y="2927"/>
                    <a:pt x="5071" y="2926"/>
                  </a:cubicBezTo>
                  <a:cubicBezTo>
                    <a:pt x="5084" y="2928"/>
                    <a:pt x="5098" y="2930"/>
                    <a:pt x="5098" y="2930"/>
                  </a:cubicBezTo>
                  <a:cubicBezTo>
                    <a:pt x="5097" y="2930"/>
                    <a:pt x="5095" y="2930"/>
                    <a:pt x="5090" y="2929"/>
                  </a:cubicBezTo>
                  <a:lnTo>
                    <a:pt x="5090" y="2929"/>
                  </a:lnTo>
                  <a:cubicBezTo>
                    <a:pt x="5089" y="2936"/>
                    <a:pt x="5156" y="2946"/>
                    <a:pt x="5257" y="2946"/>
                  </a:cubicBezTo>
                  <a:cubicBezTo>
                    <a:pt x="5275" y="2946"/>
                    <a:pt x="5295" y="2945"/>
                    <a:pt x="5316" y="2945"/>
                  </a:cubicBezTo>
                  <a:cubicBezTo>
                    <a:pt x="5349" y="2943"/>
                    <a:pt x="5381" y="2943"/>
                    <a:pt x="5411" y="2940"/>
                  </a:cubicBezTo>
                  <a:lnTo>
                    <a:pt x="5491" y="2930"/>
                  </a:lnTo>
                  <a:cubicBezTo>
                    <a:pt x="5534" y="2927"/>
                    <a:pt x="5565" y="2922"/>
                    <a:pt x="5578" y="2922"/>
                  </a:cubicBezTo>
                  <a:cubicBezTo>
                    <a:pt x="5579" y="2922"/>
                    <a:pt x="5580" y="2922"/>
                    <a:pt x="5581" y="2922"/>
                  </a:cubicBezTo>
                  <a:cubicBezTo>
                    <a:pt x="5595" y="2919"/>
                    <a:pt x="5606" y="2913"/>
                    <a:pt x="5617" y="2905"/>
                  </a:cubicBezTo>
                  <a:cubicBezTo>
                    <a:pt x="5626" y="2891"/>
                    <a:pt x="5642" y="2883"/>
                    <a:pt x="5658" y="2883"/>
                  </a:cubicBezTo>
                  <a:cubicBezTo>
                    <a:pt x="5662" y="2883"/>
                    <a:pt x="5666" y="2883"/>
                    <a:pt x="5670" y="2884"/>
                  </a:cubicBezTo>
                  <a:cubicBezTo>
                    <a:pt x="5674" y="2887"/>
                    <a:pt x="5680" y="2888"/>
                    <a:pt x="5687" y="2888"/>
                  </a:cubicBezTo>
                  <a:cubicBezTo>
                    <a:pt x="5717" y="2888"/>
                    <a:pt x="5767" y="2867"/>
                    <a:pt x="5777" y="2849"/>
                  </a:cubicBezTo>
                  <a:lnTo>
                    <a:pt x="5781" y="2857"/>
                  </a:lnTo>
                  <a:cubicBezTo>
                    <a:pt x="5784" y="2859"/>
                    <a:pt x="5789" y="2860"/>
                    <a:pt x="5793" y="2860"/>
                  </a:cubicBezTo>
                  <a:cubicBezTo>
                    <a:pt x="5819" y="2860"/>
                    <a:pt x="5856" y="2834"/>
                    <a:pt x="5865" y="2813"/>
                  </a:cubicBezTo>
                  <a:cubicBezTo>
                    <a:pt x="5868" y="2814"/>
                    <a:pt x="5872" y="2814"/>
                    <a:pt x="5875" y="2814"/>
                  </a:cubicBezTo>
                  <a:cubicBezTo>
                    <a:pt x="5892" y="2814"/>
                    <a:pt x="5909" y="2811"/>
                    <a:pt x="5920" y="2798"/>
                  </a:cubicBezTo>
                  <a:cubicBezTo>
                    <a:pt x="5927" y="2795"/>
                    <a:pt x="5931" y="2793"/>
                    <a:pt x="5934" y="2793"/>
                  </a:cubicBezTo>
                  <a:cubicBezTo>
                    <a:pt x="5938" y="2793"/>
                    <a:pt x="5940" y="2797"/>
                    <a:pt x="5945" y="2806"/>
                  </a:cubicBezTo>
                  <a:cubicBezTo>
                    <a:pt x="5947" y="2811"/>
                    <a:pt x="5950" y="2816"/>
                    <a:pt x="5957" y="2816"/>
                  </a:cubicBezTo>
                  <a:cubicBezTo>
                    <a:pt x="5960" y="2816"/>
                    <a:pt x="5964" y="2815"/>
                    <a:pt x="5969" y="2812"/>
                  </a:cubicBezTo>
                  <a:cubicBezTo>
                    <a:pt x="5986" y="2802"/>
                    <a:pt x="5983" y="2794"/>
                    <a:pt x="5978" y="2788"/>
                  </a:cubicBezTo>
                  <a:lnTo>
                    <a:pt x="6012" y="2767"/>
                  </a:lnTo>
                  <a:cubicBezTo>
                    <a:pt x="6012" y="2767"/>
                    <a:pt x="6028" y="2757"/>
                    <a:pt x="6024" y="2751"/>
                  </a:cubicBezTo>
                  <a:cubicBezTo>
                    <a:pt x="6020" y="2743"/>
                    <a:pt x="6035" y="2734"/>
                    <a:pt x="6052" y="2724"/>
                  </a:cubicBezTo>
                  <a:cubicBezTo>
                    <a:pt x="6053" y="2725"/>
                    <a:pt x="6054" y="2726"/>
                    <a:pt x="6055" y="2726"/>
                  </a:cubicBezTo>
                  <a:cubicBezTo>
                    <a:pt x="6060" y="2726"/>
                    <a:pt x="6063" y="2717"/>
                    <a:pt x="6051" y="2717"/>
                  </a:cubicBezTo>
                  <a:cubicBezTo>
                    <a:pt x="6050" y="2717"/>
                    <a:pt x="6049" y="2717"/>
                    <a:pt x="6048" y="2717"/>
                  </a:cubicBezTo>
                  <a:cubicBezTo>
                    <a:pt x="6043" y="2709"/>
                    <a:pt x="6039" y="2702"/>
                    <a:pt x="6055" y="2693"/>
                  </a:cubicBezTo>
                  <a:lnTo>
                    <a:pt x="6046" y="2679"/>
                  </a:lnTo>
                  <a:cubicBezTo>
                    <a:pt x="6040" y="2669"/>
                    <a:pt x="6035" y="2663"/>
                    <a:pt x="6022" y="2663"/>
                  </a:cubicBezTo>
                  <a:cubicBezTo>
                    <a:pt x="6016" y="2663"/>
                    <a:pt x="6008" y="2664"/>
                    <a:pt x="5996" y="2668"/>
                  </a:cubicBezTo>
                  <a:cubicBezTo>
                    <a:pt x="5930" y="2698"/>
                    <a:pt x="5881" y="2715"/>
                    <a:pt x="5887" y="2729"/>
                  </a:cubicBezTo>
                  <a:cubicBezTo>
                    <a:pt x="5878" y="2738"/>
                    <a:pt x="5868" y="2746"/>
                    <a:pt x="5858" y="2752"/>
                  </a:cubicBezTo>
                  <a:cubicBezTo>
                    <a:pt x="5846" y="2756"/>
                    <a:pt x="5834" y="2758"/>
                    <a:pt x="5821" y="2758"/>
                  </a:cubicBezTo>
                  <a:cubicBezTo>
                    <a:pt x="5821" y="2757"/>
                    <a:pt x="5820" y="2757"/>
                    <a:pt x="5818" y="2757"/>
                  </a:cubicBezTo>
                  <a:cubicBezTo>
                    <a:pt x="5812" y="2757"/>
                    <a:pt x="5797" y="2763"/>
                    <a:pt x="5776" y="2770"/>
                  </a:cubicBezTo>
                  <a:cubicBezTo>
                    <a:pt x="5748" y="2779"/>
                    <a:pt x="5710" y="2791"/>
                    <a:pt x="5667" y="2806"/>
                  </a:cubicBezTo>
                  <a:cubicBezTo>
                    <a:pt x="5585" y="2826"/>
                    <a:pt x="5535" y="2837"/>
                    <a:pt x="5508" y="2837"/>
                  </a:cubicBezTo>
                  <a:cubicBezTo>
                    <a:pt x="5501" y="2837"/>
                    <a:pt x="5495" y="2836"/>
                    <a:pt x="5491" y="2835"/>
                  </a:cubicBezTo>
                  <a:cubicBezTo>
                    <a:pt x="5483" y="2832"/>
                    <a:pt x="5474" y="2831"/>
                    <a:pt x="5465" y="2831"/>
                  </a:cubicBezTo>
                  <a:cubicBezTo>
                    <a:pt x="5462" y="2831"/>
                    <a:pt x="5459" y="2831"/>
                    <a:pt x="5455" y="2831"/>
                  </a:cubicBezTo>
                  <a:cubicBezTo>
                    <a:pt x="5455" y="2835"/>
                    <a:pt x="5430" y="2841"/>
                    <a:pt x="5388" y="2847"/>
                  </a:cubicBezTo>
                  <a:cubicBezTo>
                    <a:pt x="5348" y="2850"/>
                    <a:pt x="5308" y="2852"/>
                    <a:pt x="5268" y="2852"/>
                  </a:cubicBezTo>
                  <a:cubicBezTo>
                    <a:pt x="5254" y="2852"/>
                    <a:pt x="5239" y="2852"/>
                    <a:pt x="5224" y="2851"/>
                  </a:cubicBezTo>
                  <a:lnTo>
                    <a:pt x="5132" y="2848"/>
                  </a:lnTo>
                  <a:lnTo>
                    <a:pt x="5053" y="2839"/>
                  </a:lnTo>
                  <a:cubicBezTo>
                    <a:pt x="5020" y="2836"/>
                    <a:pt x="4994" y="2833"/>
                    <a:pt x="4982" y="2833"/>
                  </a:cubicBezTo>
                  <a:cubicBezTo>
                    <a:pt x="4977" y="2833"/>
                    <a:pt x="4975" y="2834"/>
                    <a:pt x="4974" y="2835"/>
                  </a:cubicBezTo>
                  <a:lnTo>
                    <a:pt x="4939" y="2827"/>
                  </a:lnTo>
                  <a:cubicBezTo>
                    <a:pt x="4941" y="2818"/>
                    <a:pt x="4906" y="2810"/>
                    <a:pt x="4871" y="2802"/>
                  </a:cubicBezTo>
                  <a:cubicBezTo>
                    <a:pt x="4847" y="2802"/>
                    <a:pt x="4823" y="2798"/>
                    <a:pt x="4800" y="2790"/>
                  </a:cubicBezTo>
                  <a:cubicBezTo>
                    <a:pt x="4803" y="2782"/>
                    <a:pt x="4786" y="2776"/>
                    <a:pt x="4751" y="2766"/>
                  </a:cubicBezTo>
                  <a:cubicBezTo>
                    <a:pt x="4727" y="2758"/>
                    <a:pt x="4712" y="2751"/>
                    <a:pt x="4704" y="2751"/>
                  </a:cubicBezTo>
                  <a:cubicBezTo>
                    <a:pt x="4701" y="2751"/>
                    <a:pt x="4699" y="2752"/>
                    <a:pt x="4698" y="2755"/>
                  </a:cubicBezTo>
                  <a:lnTo>
                    <a:pt x="4620" y="2721"/>
                  </a:lnTo>
                  <a:cubicBezTo>
                    <a:pt x="4586" y="2705"/>
                    <a:pt x="4555" y="2685"/>
                    <a:pt x="4524" y="2663"/>
                  </a:cubicBezTo>
                  <a:cubicBezTo>
                    <a:pt x="4513" y="2647"/>
                    <a:pt x="4492" y="2648"/>
                    <a:pt x="4473" y="2645"/>
                  </a:cubicBezTo>
                  <a:cubicBezTo>
                    <a:pt x="4471" y="2648"/>
                    <a:pt x="4467" y="2649"/>
                    <a:pt x="4462" y="2649"/>
                  </a:cubicBezTo>
                  <a:cubicBezTo>
                    <a:pt x="4454" y="2649"/>
                    <a:pt x="4444" y="2646"/>
                    <a:pt x="4435" y="2639"/>
                  </a:cubicBezTo>
                  <a:cubicBezTo>
                    <a:pt x="4435" y="2639"/>
                    <a:pt x="4439" y="2633"/>
                    <a:pt x="4444" y="2625"/>
                  </a:cubicBezTo>
                  <a:cubicBezTo>
                    <a:pt x="4449" y="2626"/>
                    <a:pt x="4452" y="2626"/>
                    <a:pt x="4455" y="2626"/>
                  </a:cubicBezTo>
                  <a:cubicBezTo>
                    <a:pt x="4461" y="2626"/>
                    <a:pt x="4455" y="2622"/>
                    <a:pt x="4434" y="2608"/>
                  </a:cubicBezTo>
                  <a:lnTo>
                    <a:pt x="4403" y="2589"/>
                  </a:lnTo>
                  <a:cubicBezTo>
                    <a:pt x="4403" y="2590"/>
                    <a:pt x="4402" y="2590"/>
                    <a:pt x="4401" y="2590"/>
                  </a:cubicBezTo>
                  <a:cubicBezTo>
                    <a:pt x="4388" y="2590"/>
                    <a:pt x="4317" y="2541"/>
                    <a:pt x="4234" y="2461"/>
                  </a:cubicBezTo>
                  <a:cubicBezTo>
                    <a:pt x="4232" y="2459"/>
                    <a:pt x="4230" y="2457"/>
                    <a:pt x="4228" y="2455"/>
                  </a:cubicBezTo>
                  <a:lnTo>
                    <a:pt x="4228" y="2455"/>
                  </a:lnTo>
                  <a:cubicBezTo>
                    <a:pt x="4234" y="2448"/>
                    <a:pt x="4239" y="2443"/>
                    <a:pt x="4241" y="2439"/>
                  </a:cubicBezTo>
                  <a:cubicBezTo>
                    <a:pt x="4237" y="2433"/>
                    <a:pt x="4246" y="2424"/>
                    <a:pt x="4252" y="2424"/>
                  </a:cubicBezTo>
                  <a:cubicBezTo>
                    <a:pt x="4254" y="2424"/>
                    <a:pt x="4255" y="2425"/>
                    <a:pt x="4256" y="2426"/>
                  </a:cubicBezTo>
                  <a:cubicBezTo>
                    <a:pt x="4257" y="2428"/>
                    <a:pt x="4259" y="2428"/>
                    <a:pt x="4260" y="2428"/>
                  </a:cubicBezTo>
                  <a:cubicBezTo>
                    <a:pt x="4267" y="2428"/>
                    <a:pt x="4280" y="2419"/>
                    <a:pt x="4291" y="2410"/>
                  </a:cubicBezTo>
                  <a:cubicBezTo>
                    <a:pt x="4296" y="2401"/>
                    <a:pt x="4299" y="2398"/>
                    <a:pt x="4302" y="2398"/>
                  </a:cubicBezTo>
                  <a:cubicBezTo>
                    <a:pt x="4306" y="2398"/>
                    <a:pt x="4308" y="2402"/>
                    <a:pt x="4311" y="2405"/>
                  </a:cubicBezTo>
                  <a:cubicBezTo>
                    <a:pt x="4308" y="2411"/>
                    <a:pt x="4308" y="2414"/>
                    <a:pt x="4310" y="2414"/>
                  </a:cubicBezTo>
                  <a:cubicBezTo>
                    <a:pt x="4314" y="2414"/>
                    <a:pt x="4328" y="2404"/>
                    <a:pt x="4346" y="2386"/>
                  </a:cubicBezTo>
                  <a:cubicBezTo>
                    <a:pt x="4355" y="2367"/>
                    <a:pt x="4412" y="2316"/>
                    <a:pt x="4451" y="2274"/>
                  </a:cubicBezTo>
                  <a:cubicBezTo>
                    <a:pt x="4518" y="2204"/>
                    <a:pt x="4522" y="2182"/>
                    <a:pt x="4532" y="2143"/>
                  </a:cubicBezTo>
                  <a:lnTo>
                    <a:pt x="4531" y="2117"/>
                  </a:lnTo>
                  <a:lnTo>
                    <a:pt x="4545" y="2127"/>
                  </a:lnTo>
                  <a:cubicBezTo>
                    <a:pt x="4547" y="2129"/>
                    <a:pt x="4552" y="2130"/>
                    <a:pt x="4557" y="2130"/>
                  </a:cubicBezTo>
                  <a:cubicBezTo>
                    <a:pt x="4566" y="2130"/>
                    <a:pt x="4576" y="2128"/>
                    <a:pt x="4576" y="2128"/>
                  </a:cubicBezTo>
                  <a:cubicBezTo>
                    <a:pt x="4587" y="2112"/>
                    <a:pt x="4580" y="2107"/>
                    <a:pt x="4574" y="2102"/>
                  </a:cubicBezTo>
                  <a:cubicBezTo>
                    <a:pt x="4566" y="2097"/>
                    <a:pt x="4579" y="2083"/>
                    <a:pt x="4606" y="2056"/>
                  </a:cubicBezTo>
                  <a:cubicBezTo>
                    <a:pt x="4634" y="2028"/>
                    <a:pt x="4644" y="2012"/>
                    <a:pt x="4648" y="1992"/>
                  </a:cubicBezTo>
                  <a:cubicBezTo>
                    <a:pt x="4657" y="1974"/>
                    <a:pt x="4668" y="1960"/>
                    <a:pt x="4683" y="1946"/>
                  </a:cubicBezTo>
                  <a:cubicBezTo>
                    <a:pt x="4693" y="1929"/>
                    <a:pt x="4693" y="1929"/>
                    <a:pt x="4685" y="1926"/>
                  </a:cubicBezTo>
                  <a:cubicBezTo>
                    <a:pt x="4677" y="1922"/>
                    <a:pt x="4686" y="1905"/>
                    <a:pt x="4703" y="1892"/>
                  </a:cubicBezTo>
                  <a:cubicBezTo>
                    <a:pt x="4726" y="1883"/>
                    <a:pt x="4750" y="1831"/>
                    <a:pt x="4742" y="1827"/>
                  </a:cubicBezTo>
                  <a:cubicBezTo>
                    <a:pt x="4734" y="1823"/>
                    <a:pt x="4743" y="1806"/>
                    <a:pt x="4750" y="1789"/>
                  </a:cubicBezTo>
                  <a:cubicBezTo>
                    <a:pt x="4758" y="1771"/>
                    <a:pt x="4762" y="1752"/>
                    <a:pt x="4762" y="1732"/>
                  </a:cubicBezTo>
                  <a:lnTo>
                    <a:pt x="4776" y="1697"/>
                  </a:lnTo>
                  <a:cubicBezTo>
                    <a:pt x="4777" y="1692"/>
                    <a:pt x="4779" y="1690"/>
                    <a:pt x="4779" y="1690"/>
                  </a:cubicBezTo>
                  <a:cubicBezTo>
                    <a:pt x="4782" y="1690"/>
                    <a:pt x="4782" y="1704"/>
                    <a:pt x="4777" y="1717"/>
                  </a:cubicBezTo>
                  <a:lnTo>
                    <a:pt x="4791" y="1703"/>
                  </a:lnTo>
                  <a:cubicBezTo>
                    <a:pt x="4803" y="1666"/>
                    <a:pt x="4808" y="1648"/>
                    <a:pt x="4805" y="1628"/>
                  </a:cubicBezTo>
                  <a:cubicBezTo>
                    <a:pt x="4796" y="1611"/>
                    <a:pt x="4794" y="1607"/>
                    <a:pt x="4799" y="1607"/>
                  </a:cubicBezTo>
                  <a:cubicBezTo>
                    <a:pt x="4801" y="1607"/>
                    <a:pt x="4804" y="1608"/>
                    <a:pt x="4809" y="1609"/>
                  </a:cubicBezTo>
                  <a:cubicBezTo>
                    <a:pt x="4810" y="1609"/>
                    <a:pt x="4810" y="1609"/>
                    <a:pt x="4811" y="1609"/>
                  </a:cubicBezTo>
                  <a:cubicBezTo>
                    <a:pt x="4820" y="1609"/>
                    <a:pt x="4829" y="1593"/>
                    <a:pt x="4825" y="1574"/>
                  </a:cubicBezTo>
                  <a:cubicBezTo>
                    <a:pt x="4813" y="1553"/>
                    <a:pt x="4823" y="1537"/>
                    <a:pt x="4830" y="1537"/>
                  </a:cubicBezTo>
                  <a:cubicBezTo>
                    <a:pt x="4831" y="1537"/>
                    <a:pt x="4831" y="1537"/>
                    <a:pt x="4832" y="1537"/>
                  </a:cubicBezTo>
                  <a:cubicBezTo>
                    <a:pt x="4836" y="1544"/>
                    <a:pt x="4840" y="1549"/>
                    <a:pt x="4842" y="1549"/>
                  </a:cubicBezTo>
                  <a:cubicBezTo>
                    <a:pt x="4845" y="1549"/>
                    <a:pt x="4844" y="1531"/>
                    <a:pt x="4838" y="1480"/>
                  </a:cubicBezTo>
                  <a:cubicBezTo>
                    <a:pt x="4843" y="1441"/>
                    <a:pt x="4836" y="1365"/>
                    <a:pt x="4828" y="1310"/>
                  </a:cubicBezTo>
                  <a:cubicBezTo>
                    <a:pt x="4819" y="1235"/>
                    <a:pt x="4804" y="1201"/>
                    <a:pt x="4806" y="1180"/>
                  </a:cubicBezTo>
                  <a:cubicBezTo>
                    <a:pt x="4807" y="1180"/>
                    <a:pt x="4808" y="1179"/>
                    <a:pt x="4809" y="1179"/>
                  </a:cubicBezTo>
                  <a:lnTo>
                    <a:pt x="4809" y="1179"/>
                  </a:lnTo>
                  <a:cubicBezTo>
                    <a:pt x="4809" y="1179"/>
                    <a:pt x="4809" y="1179"/>
                    <a:pt x="4809" y="1179"/>
                  </a:cubicBezTo>
                  <a:cubicBezTo>
                    <a:pt x="4811" y="1179"/>
                    <a:pt x="4813" y="1178"/>
                    <a:pt x="4815" y="1178"/>
                  </a:cubicBezTo>
                  <a:cubicBezTo>
                    <a:pt x="4815" y="1176"/>
                    <a:pt x="4815" y="1175"/>
                    <a:pt x="4815" y="1173"/>
                  </a:cubicBezTo>
                  <a:lnTo>
                    <a:pt x="4815" y="1173"/>
                  </a:lnTo>
                  <a:cubicBezTo>
                    <a:pt x="4814" y="1175"/>
                    <a:pt x="4812" y="1177"/>
                    <a:pt x="4809" y="1179"/>
                  </a:cubicBezTo>
                  <a:lnTo>
                    <a:pt x="4809" y="1179"/>
                  </a:lnTo>
                  <a:cubicBezTo>
                    <a:pt x="4796" y="1178"/>
                    <a:pt x="4790" y="1159"/>
                    <a:pt x="4767" y="1116"/>
                  </a:cubicBezTo>
                  <a:cubicBezTo>
                    <a:pt x="4745" y="1064"/>
                    <a:pt x="4712" y="1042"/>
                    <a:pt x="4693" y="1035"/>
                  </a:cubicBezTo>
                  <a:lnTo>
                    <a:pt x="4693" y="1035"/>
                  </a:lnTo>
                  <a:cubicBezTo>
                    <a:pt x="4702" y="1044"/>
                    <a:pt x="4709" y="1052"/>
                    <a:pt x="4717" y="1062"/>
                  </a:cubicBezTo>
                  <a:cubicBezTo>
                    <a:pt x="4714" y="1065"/>
                    <a:pt x="4711" y="1066"/>
                    <a:pt x="4709" y="1066"/>
                  </a:cubicBezTo>
                  <a:cubicBezTo>
                    <a:pt x="4699" y="1066"/>
                    <a:pt x="4690" y="1052"/>
                    <a:pt x="4674" y="1030"/>
                  </a:cubicBezTo>
                  <a:cubicBezTo>
                    <a:pt x="4660" y="1019"/>
                    <a:pt x="4666" y="1012"/>
                    <a:pt x="4671" y="1005"/>
                  </a:cubicBezTo>
                  <a:cubicBezTo>
                    <a:pt x="4676" y="998"/>
                    <a:pt x="4667" y="980"/>
                    <a:pt x="4650" y="970"/>
                  </a:cubicBezTo>
                  <a:cubicBezTo>
                    <a:pt x="4640" y="964"/>
                    <a:pt x="4630" y="958"/>
                    <a:pt x="4627" y="958"/>
                  </a:cubicBezTo>
                  <a:cubicBezTo>
                    <a:pt x="4624" y="958"/>
                    <a:pt x="4625" y="960"/>
                    <a:pt x="4630" y="967"/>
                  </a:cubicBezTo>
                  <a:cubicBezTo>
                    <a:pt x="4628" y="971"/>
                    <a:pt x="4627" y="973"/>
                    <a:pt x="4624" y="973"/>
                  </a:cubicBezTo>
                  <a:cubicBezTo>
                    <a:pt x="4621" y="973"/>
                    <a:pt x="4617" y="970"/>
                    <a:pt x="4609" y="966"/>
                  </a:cubicBezTo>
                  <a:cubicBezTo>
                    <a:pt x="4594" y="957"/>
                    <a:pt x="4578" y="952"/>
                    <a:pt x="4560" y="952"/>
                  </a:cubicBezTo>
                  <a:cubicBezTo>
                    <a:pt x="4559" y="952"/>
                    <a:pt x="4557" y="952"/>
                    <a:pt x="4555" y="952"/>
                  </a:cubicBezTo>
                  <a:cubicBezTo>
                    <a:pt x="4554" y="955"/>
                    <a:pt x="4551" y="956"/>
                    <a:pt x="4547" y="956"/>
                  </a:cubicBezTo>
                  <a:cubicBezTo>
                    <a:pt x="4540" y="956"/>
                    <a:pt x="4529" y="953"/>
                    <a:pt x="4518" y="951"/>
                  </a:cubicBezTo>
                  <a:cubicBezTo>
                    <a:pt x="4503" y="938"/>
                    <a:pt x="4466" y="933"/>
                    <a:pt x="4466" y="933"/>
                  </a:cubicBezTo>
                  <a:cubicBezTo>
                    <a:pt x="4466" y="936"/>
                    <a:pt x="4466" y="936"/>
                    <a:pt x="4466" y="936"/>
                  </a:cubicBezTo>
                  <a:cubicBezTo>
                    <a:pt x="4466" y="936"/>
                    <a:pt x="4466" y="931"/>
                    <a:pt x="4467" y="924"/>
                  </a:cubicBezTo>
                  <a:cubicBezTo>
                    <a:pt x="4468" y="916"/>
                    <a:pt x="4450" y="906"/>
                    <a:pt x="4450" y="906"/>
                  </a:cubicBezTo>
                  <a:cubicBezTo>
                    <a:pt x="4448" y="906"/>
                    <a:pt x="4446" y="906"/>
                    <a:pt x="4445" y="906"/>
                  </a:cubicBezTo>
                  <a:cubicBezTo>
                    <a:pt x="4431" y="906"/>
                    <a:pt x="4431" y="913"/>
                    <a:pt x="4431" y="913"/>
                  </a:cubicBezTo>
                  <a:cubicBezTo>
                    <a:pt x="4430" y="915"/>
                    <a:pt x="4402" y="915"/>
                    <a:pt x="4359" y="920"/>
                  </a:cubicBezTo>
                  <a:cubicBezTo>
                    <a:pt x="4306" y="927"/>
                    <a:pt x="4253" y="941"/>
                    <a:pt x="4204" y="961"/>
                  </a:cubicBezTo>
                  <a:cubicBezTo>
                    <a:pt x="4091" y="1005"/>
                    <a:pt x="3998" y="1098"/>
                    <a:pt x="3980" y="1119"/>
                  </a:cubicBezTo>
                  <a:cubicBezTo>
                    <a:pt x="3951" y="1139"/>
                    <a:pt x="3921" y="1178"/>
                    <a:pt x="3928" y="1178"/>
                  </a:cubicBezTo>
                  <a:cubicBezTo>
                    <a:pt x="3929" y="1178"/>
                    <a:pt x="3930" y="1178"/>
                    <a:pt x="3932" y="1177"/>
                  </a:cubicBezTo>
                  <a:lnTo>
                    <a:pt x="3932" y="1177"/>
                  </a:lnTo>
                  <a:cubicBezTo>
                    <a:pt x="3940" y="1182"/>
                    <a:pt x="3879" y="1256"/>
                    <a:pt x="3839" y="1361"/>
                  </a:cubicBezTo>
                  <a:cubicBezTo>
                    <a:pt x="3790" y="1484"/>
                    <a:pt x="3783" y="1579"/>
                    <a:pt x="3792" y="1579"/>
                  </a:cubicBezTo>
                  <a:cubicBezTo>
                    <a:pt x="3789" y="1598"/>
                    <a:pt x="3787" y="1616"/>
                    <a:pt x="3786" y="1635"/>
                  </a:cubicBezTo>
                  <a:cubicBezTo>
                    <a:pt x="3784" y="1673"/>
                    <a:pt x="3794" y="1710"/>
                    <a:pt x="3795" y="1729"/>
                  </a:cubicBezTo>
                  <a:cubicBezTo>
                    <a:pt x="3802" y="1741"/>
                    <a:pt x="3805" y="1754"/>
                    <a:pt x="3802" y="1754"/>
                  </a:cubicBezTo>
                  <a:cubicBezTo>
                    <a:pt x="3801" y="1754"/>
                    <a:pt x="3799" y="1752"/>
                    <a:pt x="3796" y="1747"/>
                  </a:cubicBezTo>
                  <a:cubicBezTo>
                    <a:pt x="3787" y="1747"/>
                    <a:pt x="3780" y="1748"/>
                    <a:pt x="3781" y="1767"/>
                  </a:cubicBezTo>
                  <a:cubicBezTo>
                    <a:pt x="3783" y="1797"/>
                    <a:pt x="3791" y="1802"/>
                    <a:pt x="3798" y="1802"/>
                  </a:cubicBezTo>
                  <a:cubicBezTo>
                    <a:pt x="3799" y="1802"/>
                    <a:pt x="3801" y="1802"/>
                    <a:pt x="3802" y="1802"/>
                  </a:cubicBezTo>
                  <a:cubicBezTo>
                    <a:pt x="3802" y="1801"/>
                    <a:pt x="3802" y="1801"/>
                    <a:pt x="3803" y="1801"/>
                  </a:cubicBezTo>
                  <a:cubicBezTo>
                    <a:pt x="3811" y="1801"/>
                    <a:pt x="3813" y="1819"/>
                    <a:pt x="3813" y="1819"/>
                  </a:cubicBezTo>
                  <a:cubicBezTo>
                    <a:pt x="3815" y="1837"/>
                    <a:pt x="3817" y="1837"/>
                    <a:pt x="3808" y="1839"/>
                  </a:cubicBezTo>
                  <a:lnTo>
                    <a:pt x="3791" y="1841"/>
                  </a:lnTo>
                  <a:lnTo>
                    <a:pt x="3794" y="1860"/>
                  </a:lnTo>
                  <a:cubicBezTo>
                    <a:pt x="3794" y="1860"/>
                    <a:pt x="3795" y="1860"/>
                    <a:pt x="3795" y="1860"/>
                  </a:cubicBezTo>
                  <a:cubicBezTo>
                    <a:pt x="3803" y="1860"/>
                    <a:pt x="3806" y="1877"/>
                    <a:pt x="3806" y="1877"/>
                  </a:cubicBezTo>
                  <a:cubicBezTo>
                    <a:pt x="3810" y="1895"/>
                    <a:pt x="3810" y="1895"/>
                    <a:pt x="3794" y="1898"/>
                  </a:cubicBezTo>
                  <a:cubicBezTo>
                    <a:pt x="3777" y="1902"/>
                    <a:pt x="3781" y="1922"/>
                    <a:pt x="3802" y="1935"/>
                  </a:cubicBezTo>
                  <a:lnTo>
                    <a:pt x="3821" y="1970"/>
                  </a:lnTo>
                  <a:cubicBezTo>
                    <a:pt x="3810" y="1992"/>
                    <a:pt x="3839" y="2025"/>
                    <a:pt x="3854" y="2038"/>
                  </a:cubicBezTo>
                  <a:cubicBezTo>
                    <a:pt x="3842" y="2058"/>
                    <a:pt x="3852" y="2084"/>
                    <a:pt x="3875" y="2091"/>
                  </a:cubicBezTo>
                  <a:cubicBezTo>
                    <a:pt x="3876" y="2091"/>
                    <a:pt x="3876" y="2090"/>
                    <a:pt x="3877" y="2090"/>
                  </a:cubicBezTo>
                  <a:cubicBezTo>
                    <a:pt x="3884" y="2090"/>
                    <a:pt x="3889" y="2106"/>
                    <a:pt x="3889" y="2126"/>
                  </a:cubicBezTo>
                  <a:cubicBezTo>
                    <a:pt x="3889" y="2146"/>
                    <a:pt x="3898" y="2163"/>
                    <a:pt x="3916" y="2196"/>
                  </a:cubicBezTo>
                  <a:cubicBezTo>
                    <a:pt x="3933" y="2208"/>
                    <a:pt x="3992" y="2321"/>
                    <a:pt x="4088" y="2431"/>
                  </a:cubicBezTo>
                  <a:lnTo>
                    <a:pt x="4088" y="2431"/>
                  </a:lnTo>
                  <a:cubicBezTo>
                    <a:pt x="4076" y="2438"/>
                    <a:pt x="4064" y="2446"/>
                    <a:pt x="4052" y="2452"/>
                  </a:cubicBezTo>
                  <a:cubicBezTo>
                    <a:pt x="4043" y="2465"/>
                    <a:pt x="4019" y="2481"/>
                    <a:pt x="4010" y="2481"/>
                  </a:cubicBezTo>
                  <a:cubicBezTo>
                    <a:pt x="4008" y="2481"/>
                    <a:pt x="4007" y="2480"/>
                    <a:pt x="4006" y="2479"/>
                  </a:cubicBezTo>
                  <a:cubicBezTo>
                    <a:pt x="3989" y="2487"/>
                    <a:pt x="3975" y="2498"/>
                    <a:pt x="3961" y="2510"/>
                  </a:cubicBezTo>
                  <a:cubicBezTo>
                    <a:pt x="3938" y="2522"/>
                    <a:pt x="3923" y="2530"/>
                    <a:pt x="3915" y="2530"/>
                  </a:cubicBezTo>
                  <a:cubicBezTo>
                    <a:pt x="3913" y="2530"/>
                    <a:pt x="3911" y="2529"/>
                    <a:pt x="3910" y="2527"/>
                  </a:cubicBezTo>
                  <a:cubicBezTo>
                    <a:pt x="3908" y="2524"/>
                    <a:pt x="3907" y="2522"/>
                    <a:pt x="3906" y="2522"/>
                  </a:cubicBezTo>
                  <a:cubicBezTo>
                    <a:pt x="3904" y="2522"/>
                    <a:pt x="3901" y="2526"/>
                    <a:pt x="3894" y="2534"/>
                  </a:cubicBezTo>
                  <a:cubicBezTo>
                    <a:pt x="3897" y="2542"/>
                    <a:pt x="3880" y="2549"/>
                    <a:pt x="3864" y="2555"/>
                  </a:cubicBezTo>
                  <a:lnTo>
                    <a:pt x="3831" y="2569"/>
                  </a:lnTo>
                  <a:cubicBezTo>
                    <a:pt x="3833" y="2577"/>
                    <a:pt x="3835" y="2578"/>
                    <a:pt x="3817" y="2583"/>
                  </a:cubicBezTo>
                  <a:cubicBezTo>
                    <a:pt x="3800" y="2589"/>
                    <a:pt x="3746" y="2598"/>
                    <a:pt x="3729" y="2604"/>
                  </a:cubicBezTo>
                  <a:cubicBezTo>
                    <a:pt x="3677" y="2617"/>
                    <a:pt x="3677" y="2617"/>
                    <a:pt x="3698" y="2620"/>
                  </a:cubicBezTo>
                  <a:cubicBezTo>
                    <a:pt x="3701" y="2620"/>
                    <a:pt x="3704" y="2619"/>
                    <a:pt x="3706" y="2619"/>
                  </a:cubicBezTo>
                  <a:cubicBezTo>
                    <a:pt x="3714" y="2619"/>
                    <a:pt x="3709" y="2625"/>
                    <a:pt x="3680" y="2625"/>
                  </a:cubicBezTo>
                  <a:cubicBezTo>
                    <a:pt x="3663" y="2631"/>
                    <a:pt x="3608" y="2634"/>
                    <a:pt x="3556" y="2643"/>
                  </a:cubicBezTo>
                  <a:cubicBezTo>
                    <a:pt x="3486" y="2653"/>
                    <a:pt x="3486" y="2651"/>
                    <a:pt x="3487" y="2660"/>
                  </a:cubicBezTo>
                  <a:cubicBezTo>
                    <a:pt x="3497" y="2668"/>
                    <a:pt x="3497" y="2672"/>
                    <a:pt x="3491" y="2672"/>
                  </a:cubicBezTo>
                  <a:cubicBezTo>
                    <a:pt x="3487" y="2672"/>
                    <a:pt x="3478" y="2669"/>
                    <a:pt x="3469" y="2662"/>
                  </a:cubicBezTo>
                  <a:cubicBezTo>
                    <a:pt x="3448" y="2655"/>
                    <a:pt x="3434" y="2651"/>
                    <a:pt x="3425" y="2651"/>
                  </a:cubicBezTo>
                  <a:cubicBezTo>
                    <a:pt x="3418" y="2651"/>
                    <a:pt x="3414" y="2653"/>
                    <a:pt x="3415" y="2657"/>
                  </a:cubicBezTo>
                  <a:cubicBezTo>
                    <a:pt x="3405" y="2663"/>
                    <a:pt x="3395" y="2667"/>
                    <a:pt x="3384" y="2667"/>
                  </a:cubicBezTo>
                  <a:cubicBezTo>
                    <a:pt x="3382" y="2667"/>
                    <a:pt x="3381" y="2667"/>
                    <a:pt x="3379" y="2666"/>
                  </a:cubicBezTo>
                  <a:cubicBezTo>
                    <a:pt x="3379" y="2662"/>
                    <a:pt x="3375" y="2661"/>
                    <a:pt x="3368" y="2661"/>
                  </a:cubicBezTo>
                  <a:cubicBezTo>
                    <a:pt x="3359" y="2661"/>
                    <a:pt x="3345" y="2663"/>
                    <a:pt x="3325" y="2668"/>
                  </a:cubicBezTo>
                  <a:cubicBezTo>
                    <a:pt x="3307" y="2666"/>
                    <a:pt x="3307" y="2666"/>
                    <a:pt x="3307" y="2659"/>
                  </a:cubicBezTo>
                  <a:lnTo>
                    <a:pt x="3272" y="2656"/>
                  </a:lnTo>
                  <a:cubicBezTo>
                    <a:pt x="3263" y="2661"/>
                    <a:pt x="3248" y="2663"/>
                    <a:pt x="3231" y="2663"/>
                  </a:cubicBezTo>
                  <a:cubicBezTo>
                    <a:pt x="3185" y="2663"/>
                    <a:pt x="3124" y="2649"/>
                    <a:pt x="3112" y="2639"/>
                  </a:cubicBezTo>
                  <a:cubicBezTo>
                    <a:pt x="3107" y="2639"/>
                    <a:pt x="3103" y="2638"/>
                    <a:pt x="3098" y="2638"/>
                  </a:cubicBezTo>
                  <a:cubicBezTo>
                    <a:pt x="3090" y="2638"/>
                    <a:pt x="3083" y="2639"/>
                    <a:pt x="3076" y="2641"/>
                  </a:cubicBezTo>
                  <a:cubicBezTo>
                    <a:pt x="3067" y="2646"/>
                    <a:pt x="3058" y="2649"/>
                    <a:pt x="3052" y="2649"/>
                  </a:cubicBezTo>
                  <a:cubicBezTo>
                    <a:pt x="3043" y="2649"/>
                    <a:pt x="3038" y="2644"/>
                    <a:pt x="3040" y="2635"/>
                  </a:cubicBezTo>
                  <a:cubicBezTo>
                    <a:pt x="3042" y="2626"/>
                    <a:pt x="3043" y="2622"/>
                    <a:pt x="3040" y="2622"/>
                  </a:cubicBezTo>
                  <a:cubicBezTo>
                    <a:pt x="3037" y="2622"/>
                    <a:pt x="3032" y="2625"/>
                    <a:pt x="3022" y="2631"/>
                  </a:cubicBezTo>
                  <a:cubicBezTo>
                    <a:pt x="3021" y="2631"/>
                    <a:pt x="3019" y="2631"/>
                    <a:pt x="3017" y="2631"/>
                  </a:cubicBezTo>
                  <a:cubicBezTo>
                    <a:pt x="2991" y="2631"/>
                    <a:pt x="2917" y="2612"/>
                    <a:pt x="2938" y="2600"/>
                  </a:cubicBezTo>
                  <a:lnTo>
                    <a:pt x="2943" y="2583"/>
                  </a:lnTo>
                  <a:lnTo>
                    <a:pt x="2943" y="2583"/>
                  </a:lnTo>
                  <a:cubicBezTo>
                    <a:pt x="2940" y="2584"/>
                    <a:pt x="2937" y="2584"/>
                    <a:pt x="2933" y="2584"/>
                  </a:cubicBezTo>
                  <a:cubicBezTo>
                    <a:pt x="2924" y="2584"/>
                    <a:pt x="2915" y="2583"/>
                    <a:pt x="2907" y="2580"/>
                  </a:cubicBezTo>
                  <a:cubicBezTo>
                    <a:pt x="2906" y="2582"/>
                    <a:pt x="2904" y="2584"/>
                    <a:pt x="2900" y="2584"/>
                  </a:cubicBezTo>
                  <a:cubicBezTo>
                    <a:pt x="2890" y="2584"/>
                    <a:pt x="2871" y="2578"/>
                    <a:pt x="2836" y="2565"/>
                  </a:cubicBezTo>
                  <a:cubicBezTo>
                    <a:pt x="2802" y="2553"/>
                    <a:pt x="2733" y="2534"/>
                    <a:pt x="2700" y="2516"/>
                  </a:cubicBezTo>
                  <a:cubicBezTo>
                    <a:pt x="2668" y="2503"/>
                    <a:pt x="2621" y="2475"/>
                    <a:pt x="2610" y="2459"/>
                  </a:cubicBezTo>
                  <a:cubicBezTo>
                    <a:pt x="2588" y="2447"/>
                    <a:pt x="2567" y="2436"/>
                    <a:pt x="2544" y="2429"/>
                  </a:cubicBezTo>
                  <a:cubicBezTo>
                    <a:pt x="2524" y="2426"/>
                    <a:pt x="2494" y="2406"/>
                    <a:pt x="2498" y="2399"/>
                  </a:cubicBezTo>
                  <a:lnTo>
                    <a:pt x="2484" y="2389"/>
                  </a:lnTo>
                  <a:cubicBezTo>
                    <a:pt x="2467" y="2383"/>
                    <a:pt x="2451" y="2374"/>
                    <a:pt x="2436" y="2364"/>
                  </a:cubicBezTo>
                  <a:cubicBezTo>
                    <a:pt x="2441" y="2357"/>
                    <a:pt x="2432" y="2339"/>
                    <a:pt x="2412" y="2334"/>
                  </a:cubicBezTo>
                  <a:cubicBezTo>
                    <a:pt x="2411" y="2336"/>
                    <a:pt x="2409" y="2337"/>
                    <a:pt x="2408" y="2337"/>
                  </a:cubicBezTo>
                  <a:cubicBezTo>
                    <a:pt x="2400" y="2337"/>
                    <a:pt x="2388" y="2325"/>
                    <a:pt x="2366" y="2306"/>
                  </a:cubicBezTo>
                  <a:cubicBezTo>
                    <a:pt x="2354" y="2293"/>
                    <a:pt x="2238" y="2185"/>
                    <a:pt x="2151" y="2061"/>
                  </a:cubicBezTo>
                  <a:cubicBezTo>
                    <a:pt x="2142" y="2048"/>
                    <a:pt x="2134" y="2036"/>
                    <a:pt x="2125" y="2023"/>
                  </a:cubicBezTo>
                  <a:lnTo>
                    <a:pt x="2125" y="2023"/>
                  </a:lnTo>
                  <a:cubicBezTo>
                    <a:pt x="2129" y="2019"/>
                    <a:pt x="2133" y="2015"/>
                    <a:pt x="2137" y="2011"/>
                  </a:cubicBezTo>
                  <a:cubicBezTo>
                    <a:pt x="2157" y="1978"/>
                    <a:pt x="2299" y="1821"/>
                    <a:pt x="2317" y="1810"/>
                  </a:cubicBezTo>
                  <a:cubicBezTo>
                    <a:pt x="2319" y="1797"/>
                    <a:pt x="2325" y="1785"/>
                    <a:pt x="2335" y="1776"/>
                  </a:cubicBezTo>
                  <a:cubicBezTo>
                    <a:pt x="2360" y="1772"/>
                    <a:pt x="2366" y="1752"/>
                    <a:pt x="2354" y="1741"/>
                  </a:cubicBezTo>
                  <a:lnTo>
                    <a:pt x="2354" y="1741"/>
                  </a:lnTo>
                  <a:lnTo>
                    <a:pt x="2340" y="1756"/>
                  </a:lnTo>
                  <a:lnTo>
                    <a:pt x="2328" y="1770"/>
                  </a:lnTo>
                  <a:cubicBezTo>
                    <a:pt x="2318" y="1761"/>
                    <a:pt x="2342" y="1728"/>
                    <a:pt x="2362" y="1728"/>
                  </a:cubicBezTo>
                  <a:cubicBezTo>
                    <a:pt x="2365" y="1728"/>
                    <a:pt x="2369" y="1729"/>
                    <a:pt x="2372" y="1732"/>
                  </a:cubicBezTo>
                  <a:cubicBezTo>
                    <a:pt x="2396" y="1727"/>
                    <a:pt x="2396" y="1727"/>
                    <a:pt x="2395" y="1702"/>
                  </a:cubicBezTo>
                  <a:cubicBezTo>
                    <a:pt x="2392" y="1679"/>
                    <a:pt x="2409" y="1658"/>
                    <a:pt x="2432" y="1657"/>
                  </a:cubicBezTo>
                  <a:cubicBezTo>
                    <a:pt x="2437" y="1661"/>
                    <a:pt x="2440" y="1663"/>
                    <a:pt x="2442" y="1663"/>
                  </a:cubicBezTo>
                  <a:cubicBezTo>
                    <a:pt x="2444" y="1663"/>
                    <a:pt x="2444" y="1657"/>
                    <a:pt x="2443" y="1642"/>
                  </a:cubicBezTo>
                  <a:cubicBezTo>
                    <a:pt x="2443" y="1599"/>
                    <a:pt x="2461" y="1555"/>
                    <a:pt x="2483" y="1555"/>
                  </a:cubicBezTo>
                  <a:cubicBezTo>
                    <a:pt x="2487" y="1555"/>
                    <a:pt x="2492" y="1557"/>
                    <a:pt x="2496" y="1560"/>
                  </a:cubicBezTo>
                  <a:cubicBezTo>
                    <a:pt x="2500" y="1563"/>
                    <a:pt x="2504" y="1564"/>
                    <a:pt x="2508" y="1564"/>
                  </a:cubicBezTo>
                  <a:cubicBezTo>
                    <a:pt x="2519" y="1564"/>
                    <a:pt x="2531" y="1556"/>
                    <a:pt x="2539" y="1546"/>
                  </a:cubicBezTo>
                  <a:cubicBezTo>
                    <a:pt x="2550" y="1530"/>
                    <a:pt x="2543" y="1524"/>
                    <a:pt x="2537" y="1520"/>
                  </a:cubicBezTo>
                  <a:cubicBezTo>
                    <a:pt x="2534" y="1520"/>
                    <a:pt x="2531" y="1521"/>
                    <a:pt x="2529" y="1521"/>
                  </a:cubicBezTo>
                  <a:cubicBezTo>
                    <a:pt x="2515" y="1521"/>
                    <a:pt x="2527" y="1506"/>
                    <a:pt x="2560" y="1489"/>
                  </a:cubicBezTo>
                  <a:cubicBezTo>
                    <a:pt x="2614" y="1457"/>
                    <a:pt x="2636" y="1426"/>
                    <a:pt x="2656" y="1368"/>
                  </a:cubicBezTo>
                  <a:cubicBezTo>
                    <a:pt x="2676" y="1317"/>
                    <a:pt x="2697" y="1279"/>
                    <a:pt x="2703" y="1279"/>
                  </a:cubicBezTo>
                  <a:cubicBezTo>
                    <a:pt x="2705" y="1279"/>
                    <a:pt x="2704" y="1286"/>
                    <a:pt x="2699" y="1305"/>
                  </a:cubicBezTo>
                  <a:cubicBezTo>
                    <a:pt x="2695" y="1326"/>
                    <a:pt x="2693" y="1336"/>
                    <a:pt x="2694" y="1336"/>
                  </a:cubicBezTo>
                  <a:cubicBezTo>
                    <a:pt x="2695" y="1336"/>
                    <a:pt x="2699" y="1327"/>
                    <a:pt x="2706" y="1309"/>
                  </a:cubicBezTo>
                  <a:cubicBezTo>
                    <a:pt x="2727" y="1277"/>
                    <a:pt x="2749" y="1245"/>
                    <a:pt x="2759" y="1228"/>
                  </a:cubicBezTo>
                  <a:cubicBezTo>
                    <a:pt x="2770" y="1213"/>
                    <a:pt x="2772" y="1191"/>
                    <a:pt x="2765" y="1187"/>
                  </a:cubicBezTo>
                  <a:cubicBezTo>
                    <a:pt x="2797" y="1174"/>
                    <a:pt x="2819" y="1144"/>
                    <a:pt x="2823" y="1109"/>
                  </a:cubicBezTo>
                  <a:lnTo>
                    <a:pt x="2843" y="1077"/>
                  </a:lnTo>
                  <a:cubicBezTo>
                    <a:pt x="2851" y="1066"/>
                    <a:pt x="2855" y="1053"/>
                    <a:pt x="2855" y="1039"/>
                  </a:cubicBezTo>
                  <a:cubicBezTo>
                    <a:pt x="2857" y="1019"/>
                    <a:pt x="2874" y="1006"/>
                    <a:pt x="2891" y="994"/>
                  </a:cubicBezTo>
                  <a:cubicBezTo>
                    <a:pt x="2908" y="981"/>
                    <a:pt x="2925" y="969"/>
                    <a:pt x="2918" y="965"/>
                  </a:cubicBezTo>
                  <a:cubicBezTo>
                    <a:pt x="2910" y="960"/>
                    <a:pt x="2922" y="923"/>
                    <a:pt x="2924" y="902"/>
                  </a:cubicBezTo>
                  <a:cubicBezTo>
                    <a:pt x="2924" y="888"/>
                    <a:pt x="2932" y="878"/>
                    <a:pt x="2936" y="878"/>
                  </a:cubicBezTo>
                  <a:cubicBezTo>
                    <a:pt x="2939" y="878"/>
                    <a:pt x="2941" y="881"/>
                    <a:pt x="2940" y="888"/>
                  </a:cubicBezTo>
                  <a:cubicBezTo>
                    <a:pt x="2942" y="890"/>
                    <a:pt x="2944" y="891"/>
                    <a:pt x="2945" y="891"/>
                  </a:cubicBezTo>
                  <a:cubicBezTo>
                    <a:pt x="2950" y="891"/>
                    <a:pt x="2955" y="884"/>
                    <a:pt x="2973" y="863"/>
                  </a:cubicBezTo>
                  <a:cubicBezTo>
                    <a:pt x="2982" y="846"/>
                    <a:pt x="2998" y="810"/>
                    <a:pt x="2991" y="806"/>
                  </a:cubicBezTo>
                  <a:cubicBezTo>
                    <a:pt x="2984" y="803"/>
                    <a:pt x="3029" y="698"/>
                    <a:pt x="3041" y="682"/>
                  </a:cubicBezTo>
                  <a:cubicBezTo>
                    <a:pt x="3041" y="682"/>
                    <a:pt x="3048" y="664"/>
                    <a:pt x="3053" y="645"/>
                  </a:cubicBezTo>
                  <a:cubicBezTo>
                    <a:pt x="3058" y="627"/>
                    <a:pt x="3056" y="606"/>
                    <a:pt x="3060" y="588"/>
                  </a:cubicBezTo>
                  <a:cubicBezTo>
                    <a:pt x="3063" y="574"/>
                    <a:pt x="3063" y="562"/>
                    <a:pt x="3059" y="548"/>
                  </a:cubicBezTo>
                  <a:cubicBezTo>
                    <a:pt x="3063" y="531"/>
                    <a:pt x="3066" y="513"/>
                    <a:pt x="3073" y="513"/>
                  </a:cubicBezTo>
                  <a:cubicBezTo>
                    <a:pt x="3074" y="513"/>
                    <a:pt x="3074" y="513"/>
                    <a:pt x="3074" y="513"/>
                  </a:cubicBezTo>
                  <a:cubicBezTo>
                    <a:pt x="3059" y="491"/>
                    <a:pt x="3059" y="492"/>
                    <a:pt x="3078" y="474"/>
                  </a:cubicBezTo>
                  <a:cubicBezTo>
                    <a:pt x="3083" y="475"/>
                    <a:pt x="3086" y="475"/>
                    <a:pt x="3088" y="475"/>
                  </a:cubicBezTo>
                  <a:cubicBezTo>
                    <a:pt x="3094" y="475"/>
                    <a:pt x="3091" y="472"/>
                    <a:pt x="3080" y="456"/>
                  </a:cubicBezTo>
                  <a:cubicBezTo>
                    <a:pt x="3071" y="436"/>
                    <a:pt x="3072" y="437"/>
                    <a:pt x="3080" y="418"/>
                  </a:cubicBezTo>
                  <a:cubicBezTo>
                    <a:pt x="3088" y="418"/>
                    <a:pt x="3087" y="399"/>
                    <a:pt x="3079" y="399"/>
                  </a:cubicBezTo>
                  <a:cubicBezTo>
                    <a:pt x="3079" y="399"/>
                    <a:pt x="3079" y="399"/>
                    <a:pt x="3078" y="399"/>
                  </a:cubicBezTo>
                  <a:cubicBezTo>
                    <a:pt x="3062" y="380"/>
                    <a:pt x="3044" y="330"/>
                    <a:pt x="3059" y="326"/>
                  </a:cubicBezTo>
                  <a:cubicBezTo>
                    <a:pt x="3056" y="314"/>
                    <a:pt x="3049" y="303"/>
                    <a:pt x="3041" y="293"/>
                  </a:cubicBezTo>
                  <a:cubicBezTo>
                    <a:pt x="3019" y="281"/>
                    <a:pt x="3019" y="283"/>
                    <a:pt x="3035" y="276"/>
                  </a:cubicBezTo>
                  <a:cubicBezTo>
                    <a:pt x="3045" y="252"/>
                    <a:pt x="3035" y="234"/>
                    <a:pt x="3012" y="227"/>
                  </a:cubicBezTo>
                  <a:cubicBezTo>
                    <a:pt x="3002" y="219"/>
                    <a:pt x="2995" y="209"/>
                    <a:pt x="2993" y="196"/>
                  </a:cubicBezTo>
                  <a:cubicBezTo>
                    <a:pt x="2981" y="170"/>
                    <a:pt x="2965" y="146"/>
                    <a:pt x="2944" y="127"/>
                  </a:cubicBezTo>
                  <a:cubicBezTo>
                    <a:pt x="2929" y="111"/>
                    <a:pt x="2914" y="101"/>
                    <a:pt x="2908" y="101"/>
                  </a:cubicBezTo>
                  <a:cubicBezTo>
                    <a:pt x="2905" y="101"/>
                    <a:pt x="2904" y="103"/>
                    <a:pt x="2905" y="106"/>
                  </a:cubicBezTo>
                  <a:lnTo>
                    <a:pt x="2874" y="86"/>
                  </a:lnTo>
                  <a:cubicBezTo>
                    <a:pt x="2848" y="62"/>
                    <a:pt x="2831" y="55"/>
                    <a:pt x="2812" y="55"/>
                  </a:cubicBezTo>
                  <a:cubicBezTo>
                    <a:pt x="2811" y="55"/>
                    <a:pt x="2809" y="55"/>
                    <a:pt x="2808" y="55"/>
                  </a:cubicBezTo>
                  <a:lnTo>
                    <a:pt x="2788" y="56"/>
                  </a:lnTo>
                  <a:cubicBezTo>
                    <a:pt x="2790" y="48"/>
                    <a:pt x="2777" y="34"/>
                    <a:pt x="2758" y="29"/>
                  </a:cubicBezTo>
                  <a:cubicBezTo>
                    <a:pt x="2750" y="27"/>
                    <a:pt x="2745" y="26"/>
                    <a:pt x="2743" y="26"/>
                  </a:cubicBezTo>
                  <a:cubicBezTo>
                    <a:pt x="2739" y="26"/>
                    <a:pt x="2739" y="28"/>
                    <a:pt x="2737" y="32"/>
                  </a:cubicBezTo>
                  <a:cubicBezTo>
                    <a:pt x="2745" y="39"/>
                    <a:pt x="2745" y="41"/>
                    <a:pt x="2741" y="41"/>
                  </a:cubicBezTo>
                  <a:cubicBezTo>
                    <a:pt x="2736" y="41"/>
                    <a:pt x="2727" y="39"/>
                    <a:pt x="2718" y="37"/>
                  </a:cubicBezTo>
                  <a:cubicBezTo>
                    <a:pt x="2700" y="35"/>
                    <a:pt x="2684" y="22"/>
                    <a:pt x="2685" y="15"/>
                  </a:cubicBezTo>
                  <a:lnTo>
                    <a:pt x="2666" y="13"/>
                  </a:lnTo>
                  <a:cubicBezTo>
                    <a:pt x="2664" y="23"/>
                    <a:pt x="2658" y="26"/>
                    <a:pt x="2654" y="26"/>
                  </a:cubicBezTo>
                  <a:cubicBezTo>
                    <a:pt x="2649" y="26"/>
                    <a:pt x="2646" y="24"/>
                    <a:pt x="2647" y="20"/>
                  </a:cubicBezTo>
                  <a:cubicBezTo>
                    <a:pt x="2632" y="14"/>
                    <a:pt x="2617" y="10"/>
                    <a:pt x="2602" y="10"/>
                  </a:cubicBezTo>
                  <a:cubicBezTo>
                    <a:pt x="2598" y="10"/>
                    <a:pt x="2594" y="11"/>
                    <a:pt x="2590" y="11"/>
                  </a:cubicBezTo>
                  <a:lnTo>
                    <a:pt x="2590" y="3"/>
                  </a:lnTo>
                  <a:cubicBezTo>
                    <a:pt x="2585" y="1"/>
                    <a:pt x="2581" y="0"/>
                    <a:pt x="2578" y="0"/>
                  </a:cubicBezTo>
                  <a:close/>
                  <a:moveTo>
                    <a:pt x="327" y="3235"/>
                  </a:moveTo>
                  <a:lnTo>
                    <a:pt x="307" y="3236"/>
                  </a:lnTo>
                  <a:cubicBezTo>
                    <a:pt x="307" y="3236"/>
                    <a:pt x="285" y="3245"/>
                    <a:pt x="285" y="3254"/>
                  </a:cubicBezTo>
                  <a:lnTo>
                    <a:pt x="307" y="3253"/>
                  </a:lnTo>
                  <a:cubicBezTo>
                    <a:pt x="328" y="3252"/>
                    <a:pt x="327" y="3244"/>
                    <a:pt x="327" y="32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33"/>
            <p:cNvSpPr/>
            <p:nvPr/>
          </p:nvSpPr>
          <p:spPr>
            <a:xfrm>
              <a:off x="2993507" y="2515115"/>
              <a:ext cx="64630" cy="77117"/>
            </a:xfrm>
            <a:custGeom>
              <a:avLst/>
              <a:gdLst/>
              <a:ahLst/>
              <a:cxnLst/>
              <a:rect l="l" t="t" r="r" b="b"/>
              <a:pathLst>
                <a:path w="647" h="772" extrusionOk="0">
                  <a:moveTo>
                    <a:pt x="124" y="0"/>
                  </a:moveTo>
                  <a:lnTo>
                    <a:pt x="124" y="0"/>
                  </a:lnTo>
                  <a:lnTo>
                    <a:pt x="124" y="0"/>
                  </a:lnTo>
                  <a:cubicBezTo>
                    <a:pt x="124" y="0"/>
                    <a:pt x="124" y="0"/>
                    <a:pt x="124" y="0"/>
                  </a:cubicBezTo>
                  <a:close/>
                  <a:moveTo>
                    <a:pt x="124" y="0"/>
                  </a:moveTo>
                  <a:cubicBezTo>
                    <a:pt x="127" y="3"/>
                    <a:pt x="0" y="772"/>
                    <a:pt x="0" y="772"/>
                  </a:cubicBezTo>
                  <a:lnTo>
                    <a:pt x="646" y="306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33"/>
            <p:cNvSpPr/>
            <p:nvPr/>
          </p:nvSpPr>
          <p:spPr>
            <a:xfrm>
              <a:off x="3282704" y="2459673"/>
              <a:ext cx="65629" cy="59136"/>
            </a:xfrm>
            <a:custGeom>
              <a:avLst/>
              <a:gdLst/>
              <a:ahLst/>
              <a:cxnLst/>
              <a:rect l="l" t="t" r="r" b="b"/>
              <a:pathLst>
                <a:path w="657" h="59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43" y="565"/>
                    <a:pt x="608" y="591"/>
                  </a:cubicBezTo>
                  <a:lnTo>
                    <a:pt x="657" y="292"/>
                  </a:lnTo>
                  <a:lnTo>
                    <a:pt x="657" y="292"/>
                  </a:lnTo>
                  <a:cubicBezTo>
                    <a:pt x="657" y="292"/>
                    <a:pt x="641" y="295"/>
                    <a:pt x="613" y="295"/>
                  </a:cubicBezTo>
                  <a:cubicBezTo>
                    <a:pt x="521" y="295"/>
                    <a:pt x="294" y="26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33"/>
            <p:cNvSpPr/>
            <p:nvPr/>
          </p:nvSpPr>
          <p:spPr>
            <a:xfrm>
              <a:off x="2964638" y="2207238"/>
              <a:ext cx="153335" cy="156132"/>
            </a:xfrm>
            <a:custGeom>
              <a:avLst/>
              <a:gdLst/>
              <a:ahLst/>
              <a:cxnLst/>
              <a:rect l="l" t="t" r="r" b="b"/>
              <a:pathLst>
                <a:path w="1535" h="1563" extrusionOk="0">
                  <a:moveTo>
                    <a:pt x="533" y="53"/>
                  </a:moveTo>
                  <a:lnTo>
                    <a:pt x="533" y="53"/>
                  </a:lnTo>
                  <a:cubicBezTo>
                    <a:pt x="535" y="60"/>
                    <a:pt x="537" y="67"/>
                    <a:pt x="531" y="68"/>
                  </a:cubicBezTo>
                  <a:lnTo>
                    <a:pt x="525" y="63"/>
                  </a:lnTo>
                  <a:lnTo>
                    <a:pt x="528" y="56"/>
                  </a:lnTo>
                  <a:lnTo>
                    <a:pt x="533" y="53"/>
                  </a:lnTo>
                  <a:close/>
                  <a:moveTo>
                    <a:pt x="722" y="53"/>
                  </a:moveTo>
                  <a:cubicBezTo>
                    <a:pt x="728" y="53"/>
                    <a:pt x="728" y="60"/>
                    <a:pt x="728" y="60"/>
                  </a:cubicBezTo>
                  <a:cubicBezTo>
                    <a:pt x="728" y="60"/>
                    <a:pt x="728" y="67"/>
                    <a:pt x="723" y="68"/>
                  </a:cubicBezTo>
                  <a:cubicBezTo>
                    <a:pt x="720" y="63"/>
                    <a:pt x="718" y="59"/>
                    <a:pt x="717" y="54"/>
                  </a:cubicBezTo>
                  <a:lnTo>
                    <a:pt x="722" y="53"/>
                  </a:lnTo>
                  <a:close/>
                  <a:moveTo>
                    <a:pt x="674" y="72"/>
                  </a:moveTo>
                  <a:cubicBezTo>
                    <a:pt x="676" y="72"/>
                    <a:pt x="677" y="73"/>
                    <a:pt x="677" y="78"/>
                  </a:cubicBezTo>
                  <a:lnTo>
                    <a:pt x="672" y="79"/>
                  </a:lnTo>
                  <a:lnTo>
                    <a:pt x="666" y="72"/>
                  </a:lnTo>
                  <a:lnTo>
                    <a:pt x="671" y="72"/>
                  </a:lnTo>
                  <a:cubicBezTo>
                    <a:pt x="672" y="72"/>
                    <a:pt x="673" y="72"/>
                    <a:pt x="674" y="72"/>
                  </a:cubicBezTo>
                  <a:close/>
                  <a:moveTo>
                    <a:pt x="622" y="80"/>
                  </a:moveTo>
                  <a:cubicBezTo>
                    <a:pt x="624" y="80"/>
                    <a:pt x="624" y="81"/>
                    <a:pt x="626" y="86"/>
                  </a:cubicBezTo>
                  <a:lnTo>
                    <a:pt x="620" y="87"/>
                  </a:lnTo>
                  <a:lnTo>
                    <a:pt x="613" y="81"/>
                  </a:lnTo>
                  <a:lnTo>
                    <a:pt x="619" y="80"/>
                  </a:lnTo>
                  <a:cubicBezTo>
                    <a:pt x="620" y="80"/>
                    <a:pt x="621" y="80"/>
                    <a:pt x="622" y="80"/>
                  </a:cubicBezTo>
                  <a:close/>
                  <a:moveTo>
                    <a:pt x="660" y="84"/>
                  </a:moveTo>
                  <a:cubicBezTo>
                    <a:pt x="660" y="84"/>
                    <a:pt x="659" y="85"/>
                    <a:pt x="657" y="88"/>
                  </a:cubicBezTo>
                  <a:cubicBezTo>
                    <a:pt x="661" y="87"/>
                    <a:pt x="662" y="84"/>
                    <a:pt x="660" y="84"/>
                  </a:cubicBezTo>
                  <a:close/>
                  <a:moveTo>
                    <a:pt x="939" y="72"/>
                  </a:moveTo>
                  <a:cubicBezTo>
                    <a:pt x="940" y="72"/>
                    <a:pt x="940" y="72"/>
                    <a:pt x="940" y="75"/>
                  </a:cubicBezTo>
                  <a:cubicBezTo>
                    <a:pt x="938" y="79"/>
                    <a:pt x="935" y="84"/>
                    <a:pt x="931" y="87"/>
                  </a:cubicBezTo>
                  <a:cubicBezTo>
                    <a:pt x="931" y="87"/>
                    <a:pt x="928" y="89"/>
                    <a:pt x="927" y="89"/>
                  </a:cubicBezTo>
                  <a:cubicBezTo>
                    <a:pt x="926" y="89"/>
                    <a:pt x="925" y="88"/>
                    <a:pt x="926" y="86"/>
                  </a:cubicBezTo>
                  <a:lnTo>
                    <a:pt x="927" y="79"/>
                  </a:lnTo>
                  <a:cubicBezTo>
                    <a:pt x="932" y="75"/>
                    <a:pt x="937" y="72"/>
                    <a:pt x="939" y="72"/>
                  </a:cubicBezTo>
                  <a:close/>
                  <a:moveTo>
                    <a:pt x="471" y="83"/>
                  </a:moveTo>
                  <a:cubicBezTo>
                    <a:pt x="472" y="83"/>
                    <a:pt x="473" y="85"/>
                    <a:pt x="475" y="89"/>
                  </a:cubicBezTo>
                  <a:cubicBezTo>
                    <a:pt x="475" y="89"/>
                    <a:pt x="478" y="95"/>
                    <a:pt x="472" y="97"/>
                  </a:cubicBezTo>
                  <a:lnTo>
                    <a:pt x="465" y="94"/>
                  </a:lnTo>
                  <a:cubicBezTo>
                    <a:pt x="463" y="90"/>
                    <a:pt x="464" y="87"/>
                    <a:pt x="468" y="85"/>
                  </a:cubicBezTo>
                  <a:cubicBezTo>
                    <a:pt x="469" y="84"/>
                    <a:pt x="470" y="83"/>
                    <a:pt x="471" y="83"/>
                  </a:cubicBezTo>
                  <a:close/>
                  <a:moveTo>
                    <a:pt x="584" y="84"/>
                  </a:moveTo>
                  <a:cubicBezTo>
                    <a:pt x="586" y="84"/>
                    <a:pt x="587" y="85"/>
                    <a:pt x="588" y="88"/>
                  </a:cubicBezTo>
                  <a:cubicBezTo>
                    <a:pt x="590" y="95"/>
                    <a:pt x="590" y="95"/>
                    <a:pt x="584" y="96"/>
                  </a:cubicBezTo>
                  <a:cubicBezTo>
                    <a:pt x="581" y="97"/>
                    <a:pt x="579" y="97"/>
                    <a:pt x="578" y="97"/>
                  </a:cubicBezTo>
                  <a:cubicBezTo>
                    <a:pt x="576" y="97"/>
                    <a:pt x="576" y="95"/>
                    <a:pt x="579" y="90"/>
                  </a:cubicBezTo>
                  <a:lnTo>
                    <a:pt x="577" y="90"/>
                  </a:lnTo>
                  <a:cubicBezTo>
                    <a:pt x="579" y="86"/>
                    <a:pt x="582" y="84"/>
                    <a:pt x="584" y="84"/>
                  </a:cubicBezTo>
                  <a:close/>
                  <a:moveTo>
                    <a:pt x="610" y="111"/>
                  </a:moveTo>
                  <a:cubicBezTo>
                    <a:pt x="610" y="113"/>
                    <a:pt x="611" y="115"/>
                    <a:pt x="611" y="117"/>
                  </a:cubicBezTo>
                  <a:cubicBezTo>
                    <a:pt x="612" y="118"/>
                    <a:pt x="613" y="118"/>
                    <a:pt x="613" y="119"/>
                  </a:cubicBezTo>
                  <a:lnTo>
                    <a:pt x="613" y="119"/>
                  </a:lnTo>
                  <a:cubicBezTo>
                    <a:pt x="612" y="117"/>
                    <a:pt x="611" y="115"/>
                    <a:pt x="610" y="111"/>
                  </a:cubicBezTo>
                  <a:close/>
                  <a:moveTo>
                    <a:pt x="613" y="119"/>
                  </a:moveTo>
                  <a:cubicBezTo>
                    <a:pt x="614" y="121"/>
                    <a:pt x="614" y="121"/>
                    <a:pt x="615" y="121"/>
                  </a:cubicBezTo>
                  <a:cubicBezTo>
                    <a:pt x="615" y="121"/>
                    <a:pt x="614" y="120"/>
                    <a:pt x="613" y="119"/>
                  </a:cubicBezTo>
                  <a:close/>
                  <a:moveTo>
                    <a:pt x="1116" y="114"/>
                  </a:moveTo>
                  <a:cubicBezTo>
                    <a:pt x="1120" y="116"/>
                    <a:pt x="1120" y="116"/>
                    <a:pt x="1118" y="123"/>
                  </a:cubicBezTo>
                  <a:cubicBezTo>
                    <a:pt x="1116" y="127"/>
                    <a:pt x="1111" y="130"/>
                    <a:pt x="1106" y="130"/>
                  </a:cubicBezTo>
                  <a:cubicBezTo>
                    <a:pt x="1104" y="130"/>
                    <a:pt x="1103" y="130"/>
                    <a:pt x="1101" y="130"/>
                  </a:cubicBezTo>
                  <a:cubicBezTo>
                    <a:pt x="1097" y="127"/>
                    <a:pt x="1102" y="115"/>
                    <a:pt x="1116" y="114"/>
                  </a:cubicBezTo>
                  <a:close/>
                  <a:moveTo>
                    <a:pt x="256" y="218"/>
                  </a:moveTo>
                  <a:lnTo>
                    <a:pt x="256" y="218"/>
                  </a:lnTo>
                  <a:cubicBezTo>
                    <a:pt x="256" y="218"/>
                    <a:pt x="257" y="218"/>
                    <a:pt x="258" y="220"/>
                  </a:cubicBezTo>
                  <a:lnTo>
                    <a:pt x="258" y="220"/>
                  </a:lnTo>
                  <a:cubicBezTo>
                    <a:pt x="258" y="220"/>
                    <a:pt x="258" y="219"/>
                    <a:pt x="258" y="219"/>
                  </a:cubicBezTo>
                  <a:cubicBezTo>
                    <a:pt x="256" y="218"/>
                    <a:pt x="256" y="218"/>
                    <a:pt x="256" y="218"/>
                  </a:cubicBezTo>
                  <a:close/>
                  <a:moveTo>
                    <a:pt x="156" y="404"/>
                  </a:moveTo>
                  <a:cubicBezTo>
                    <a:pt x="161" y="408"/>
                    <a:pt x="168" y="411"/>
                    <a:pt x="165" y="416"/>
                  </a:cubicBezTo>
                  <a:lnTo>
                    <a:pt x="162" y="420"/>
                  </a:lnTo>
                  <a:cubicBezTo>
                    <a:pt x="158" y="417"/>
                    <a:pt x="155" y="413"/>
                    <a:pt x="153" y="409"/>
                  </a:cubicBezTo>
                  <a:lnTo>
                    <a:pt x="156" y="404"/>
                  </a:lnTo>
                  <a:close/>
                  <a:moveTo>
                    <a:pt x="80" y="601"/>
                  </a:moveTo>
                  <a:cubicBezTo>
                    <a:pt x="81" y="601"/>
                    <a:pt x="83" y="601"/>
                    <a:pt x="85" y="602"/>
                  </a:cubicBezTo>
                  <a:cubicBezTo>
                    <a:pt x="92" y="603"/>
                    <a:pt x="89" y="613"/>
                    <a:pt x="88" y="619"/>
                  </a:cubicBezTo>
                  <a:cubicBezTo>
                    <a:pt x="87" y="619"/>
                    <a:pt x="86" y="620"/>
                    <a:pt x="84" y="620"/>
                  </a:cubicBezTo>
                  <a:cubicBezTo>
                    <a:pt x="79" y="620"/>
                    <a:pt x="75" y="615"/>
                    <a:pt x="76" y="610"/>
                  </a:cubicBezTo>
                  <a:cubicBezTo>
                    <a:pt x="78" y="603"/>
                    <a:pt x="78" y="601"/>
                    <a:pt x="80" y="601"/>
                  </a:cubicBezTo>
                  <a:close/>
                  <a:moveTo>
                    <a:pt x="1500" y="732"/>
                  </a:moveTo>
                  <a:cubicBezTo>
                    <a:pt x="1506" y="732"/>
                    <a:pt x="1513" y="732"/>
                    <a:pt x="1514" y="738"/>
                  </a:cubicBezTo>
                  <a:cubicBezTo>
                    <a:pt x="1521" y="743"/>
                    <a:pt x="1521" y="745"/>
                    <a:pt x="1517" y="745"/>
                  </a:cubicBezTo>
                  <a:cubicBezTo>
                    <a:pt x="1514" y="745"/>
                    <a:pt x="1507" y="743"/>
                    <a:pt x="1500" y="738"/>
                  </a:cubicBezTo>
                  <a:cubicBezTo>
                    <a:pt x="1486" y="733"/>
                    <a:pt x="1486" y="733"/>
                    <a:pt x="1500" y="732"/>
                  </a:cubicBezTo>
                  <a:close/>
                  <a:moveTo>
                    <a:pt x="1376" y="845"/>
                  </a:moveTo>
                  <a:lnTo>
                    <a:pt x="1376" y="850"/>
                  </a:lnTo>
                  <a:cubicBezTo>
                    <a:pt x="1375" y="854"/>
                    <a:pt x="1382" y="855"/>
                    <a:pt x="1389" y="857"/>
                  </a:cubicBezTo>
                  <a:lnTo>
                    <a:pt x="1390" y="851"/>
                  </a:lnTo>
                  <a:cubicBezTo>
                    <a:pt x="1385" y="849"/>
                    <a:pt x="1381" y="846"/>
                    <a:pt x="1376" y="845"/>
                  </a:cubicBezTo>
                  <a:close/>
                  <a:moveTo>
                    <a:pt x="1483" y="869"/>
                  </a:moveTo>
                  <a:cubicBezTo>
                    <a:pt x="1489" y="870"/>
                    <a:pt x="1488" y="874"/>
                    <a:pt x="1487" y="880"/>
                  </a:cubicBezTo>
                  <a:cubicBezTo>
                    <a:pt x="1487" y="884"/>
                    <a:pt x="1487" y="885"/>
                    <a:pt x="1485" y="885"/>
                  </a:cubicBezTo>
                  <a:cubicBezTo>
                    <a:pt x="1484" y="885"/>
                    <a:pt x="1483" y="885"/>
                    <a:pt x="1480" y="885"/>
                  </a:cubicBezTo>
                  <a:cubicBezTo>
                    <a:pt x="1480" y="885"/>
                    <a:pt x="1474" y="878"/>
                    <a:pt x="1475" y="873"/>
                  </a:cubicBezTo>
                  <a:lnTo>
                    <a:pt x="1483" y="869"/>
                  </a:lnTo>
                  <a:close/>
                  <a:moveTo>
                    <a:pt x="1475" y="929"/>
                  </a:moveTo>
                  <a:cubicBezTo>
                    <a:pt x="1479" y="929"/>
                    <a:pt x="1479" y="932"/>
                    <a:pt x="1477" y="938"/>
                  </a:cubicBezTo>
                  <a:cubicBezTo>
                    <a:pt x="1475" y="943"/>
                    <a:pt x="1474" y="948"/>
                    <a:pt x="1469" y="948"/>
                  </a:cubicBezTo>
                  <a:cubicBezTo>
                    <a:pt x="1468" y="948"/>
                    <a:pt x="1468" y="947"/>
                    <a:pt x="1467" y="947"/>
                  </a:cubicBezTo>
                  <a:lnTo>
                    <a:pt x="1468" y="942"/>
                  </a:lnTo>
                  <a:cubicBezTo>
                    <a:pt x="1469" y="942"/>
                    <a:pt x="1469" y="942"/>
                    <a:pt x="1470" y="942"/>
                  </a:cubicBezTo>
                  <a:cubicBezTo>
                    <a:pt x="1473" y="942"/>
                    <a:pt x="1472" y="939"/>
                    <a:pt x="1468" y="939"/>
                  </a:cubicBezTo>
                  <a:cubicBezTo>
                    <a:pt x="1466" y="939"/>
                    <a:pt x="1465" y="940"/>
                    <a:pt x="1463" y="941"/>
                  </a:cubicBezTo>
                  <a:lnTo>
                    <a:pt x="1449" y="937"/>
                  </a:lnTo>
                  <a:cubicBezTo>
                    <a:pt x="1451" y="933"/>
                    <a:pt x="1455" y="930"/>
                    <a:pt x="1461" y="930"/>
                  </a:cubicBezTo>
                  <a:cubicBezTo>
                    <a:pt x="1462" y="930"/>
                    <a:pt x="1463" y="930"/>
                    <a:pt x="1465" y="931"/>
                  </a:cubicBezTo>
                  <a:cubicBezTo>
                    <a:pt x="1469" y="930"/>
                    <a:pt x="1473" y="929"/>
                    <a:pt x="1475" y="929"/>
                  </a:cubicBezTo>
                  <a:close/>
                  <a:moveTo>
                    <a:pt x="1507" y="957"/>
                  </a:moveTo>
                  <a:lnTo>
                    <a:pt x="1498" y="961"/>
                  </a:lnTo>
                  <a:lnTo>
                    <a:pt x="1497" y="966"/>
                  </a:lnTo>
                  <a:cubicBezTo>
                    <a:pt x="1499" y="967"/>
                    <a:pt x="1501" y="967"/>
                    <a:pt x="1502" y="967"/>
                  </a:cubicBezTo>
                  <a:cubicBezTo>
                    <a:pt x="1504" y="967"/>
                    <a:pt x="1504" y="966"/>
                    <a:pt x="1505" y="962"/>
                  </a:cubicBezTo>
                  <a:lnTo>
                    <a:pt x="1507" y="957"/>
                  </a:lnTo>
                  <a:close/>
                  <a:moveTo>
                    <a:pt x="89" y="968"/>
                  </a:moveTo>
                  <a:cubicBezTo>
                    <a:pt x="91" y="968"/>
                    <a:pt x="93" y="969"/>
                    <a:pt x="94" y="972"/>
                  </a:cubicBezTo>
                  <a:lnTo>
                    <a:pt x="89" y="979"/>
                  </a:lnTo>
                  <a:lnTo>
                    <a:pt x="82" y="975"/>
                  </a:lnTo>
                  <a:lnTo>
                    <a:pt x="79" y="970"/>
                  </a:lnTo>
                  <a:cubicBezTo>
                    <a:pt x="83" y="969"/>
                    <a:pt x="86" y="968"/>
                    <a:pt x="89" y="968"/>
                  </a:cubicBezTo>
                  <a:close/>
                  <a:moveTo>
                    <a:pt x="73" y="1048"/>
                  </a:moveTo>
                  <a:cubicBezTo>
                    <a:pt x="75" y="1048"/>
                    <a:pt x="77" y="1048"/>
                    <a:pt x="77" y="1051"/>
                  </a:cubicBezTo>
                  <a:lnTo>
                    <a:pt x="79" y="1056"/>
                  </a:lnTo>
                  <a:cubicBezTo>
                    <a:pt x="78" y="1057"/>
                    <a:pt x="75" y="1057"/>
                    <a:pt x="73" y="1057"/>
                  </a:cubicBezTo>
                  <a:cubicBezTo>
                    <a:pt x="70" y="1057"/>
                    <a:pt x="67" y="1056"/>
                    <a:pt x="65" y="1055"/>
                  </a:cubicBezTo>
                  <a:lnTo>
                    <a:pt x="63" y="1051"/>
                  </a:lnTo>
                  <a:cubicBezTo>
                    <a:pt x="67" y="1049"/>
                    <a:pt x="71" y="1048"/>
                    <a:pt x="73" y="1048"/>
                  </a:cubicBezTo>
                  <a:close/>
                  <a:moveTo>
                    <a:pt x="160" y="1110"/>
                  </a:moveTo>
                  <a:cubicBezTo>
                    <a:pt x="161" y="1110"/>
                    <a:pt x="163" y="1110"/>
                    <a:pt x="165" y="1110"/>
                  </a:cubicBezTo>
                  <a:cubicBezTo>
                    <a:pt x="167" y="1113"/>
                    <a:pt x="152" y="1116"/>
                    <a:pt x="147" y="1119"/>
                  </a:cubicBezTo>
                  <a:cubicBezTo>
                    <a:pt x="143" y="1115"/>
                    <a:pt x="143" y="1115"/>
                    <a:pt x="150" y="1111"/>
                  </a:cubicBezTo>
                  <a:cubicBezTo>
                    <a:pt x="153" y="1110"/>
                    <a:pt x="156" y="1110"/>
                    <a:pt x="160" y="1110"/>
                  </a:cubicBezTo>
                  <a:close/>
                  <a:moveTo>
                    <a:pt x="1325" y="1183"/>
                  </a:moveTo>
                  <a:cubicBezTo>
                    <a:pt x="1329" y="1189"/>
                    <a:pt x="1330" y="1198"/>
                    <a:pt x="1326" y="1204"/>
                  </a:cubicBezTo>
                  <a:cubicBezTo>
                    <a:pt x="1325" y="1205"/>
                    <a:pt x="1325" y="1205"/>
                    <a:pt x="1324" y="1205"/>
                  </a:cubicBezTo>
                  <a:cubicBezTo>
                    <a:pt x="1321" y="1205"/>
                    <a:pt x="1318" y="1201"/>
                    <a:pt x="1319" y="1191"/>
                  </a:cubicBezTo>
                  <a:lnTo>
                    <a:pt x="1325" y="1183"/>
                  </a:lnTo>
                  <a:close/>
                  <a:moveTo>
                    <a:pt x="228" y="1210"/>
                  </a:moveTo>
                  <a:cubicBezTo>
                    <a:pt x="230" y="1210"/>
                    <a:pt x="231" y="1211"/>
                    <a:pt x="232" y="1212"/>
                  </a:cubicBezTo>
                  <a:lnTo>
                    <a:pt x="230" y="1220"/>
                  </a:lnTo>
                  <a:lnTo>
                    <a:pt x="221" y="1220"/>
                  </a:lnTo>
                  <a:lnTo>
                    <a:pt x="218" y="1215"/>
                  </a:lnTo>
                  <a:cubicBezTo>
                    <a:pt x="222" y="1213"/>
                    <a:pt x="225" y="1210"/>
                    <a:pt x="228" y="1210"/>
                  </a:cubicBezTo>
                  <a:close/>
                  <a:moveTo>
                    <a:pt x="1297" y="1201"/>
                  </a:moveTo>
                  <a:cubicBezTo>
                    <a:pt x="1294" y="1201"/>
                    <a:pt x="1291" y="1205"/>
                    <a:pt x="1286" y="1211"/>
                  </a:cubicBezTo>
                  <a:cubicBezTo>
                    <a:pt x="1283" y="1214"/>
                    <a:pt x="1284" y="1222"/>
                    <a:pt x="1284" y="1222"/>
                  </a:cubicBezTo>
                  <a:cubicBezTo>
                    <a:pt x="1286" y="1224"/>
                    <a:pt x="1288" y="1224"/>
                    <a:pt x="1289" y="1224"/>
                  </a:cubicBezTo>
                  <a:cubicBezTo>
                    <a:pt x="1292" y="1224"/>
                    <a:pt x="1294" y="1222"/>
                    <a:pt x="1297" y="1219"/>
                  </a:cubicBezTo>
                  <a:cubicBezTo>
                    <a:pt x="1309" y="1217"/>
                    <a:pt x="1306" y="1208"/>
                    <a:pt x="1301" y="1203"/>
                  </a:cubicBezTo>
                  <a:cubicBezTo>
                    <a:pt x="1299" y="1202"/>
                    <a:pt x="1298" y="1201"/>
                    <a:pt x="1297" y="1201"/>
                  </a:cubicBezTo>
                  <a:close/>
                  <a:moveTo>
                    <a:pt x="669" y="1322"/>
                  </a:moveTo>
                  <a:cubicBezTo>
                    <a:pt x="667" y="1322"/>
                    <a:pt x="664" y="1325"/>
                    <a:pt x="660" y="1332"/>
                  </a:cubicBezTo>
                  <a:cubicBezTo>
                    <a:pt x="658" y="1339"/>
                    <a:pt x="658" y="1339"/>
                    <a:pt x="663" y="1339"/>
                  </a:cubicBezTo>
                  <a:cubicBezTo>
                    <a:pt x="666" y="1336"/>
                    <a:pt x="668" y="1331"/>
                    <a:pt x="669" y="1327"/>
                  </a:cubicBezTo>
                  <a:cubicBezTo>
                    <a:pt x="670" y="1324"/>
                    <a:pt x="670" y="1322"/>
                    <a:pt x="669" y="1322"/>
                  </a:cubicBezTo>
                  <a:close/>
                  <a:moveTo>
                    <a:pt x="1156" y="1384"/>
                  </a:moveTo>
                  <a:lnTo>
                    <a:pt x="1165" y="1386"/>
                  </a:lnTo>
                  <a:cubicBezTo>
                    <a:pt x="1169" y="1393"/>
                    <a:pt x="1164" y="1395"/>
                    <a:pt x="1160" y="1398"/>
                  </a:cubicBezTo>
                  <a:lnTo>
                    <a:pt x="1156" y="1392"/>
                  </a:lnTo>
                  <a:lnTo>
                    <a:pt x="1156" y="1384"/>
                  </a:lnTo>
                  <a:close/>
                  <a:moveTo>
                    <a:pt x="1134" y="1366"/>
                  </a:moveTo>
                  <a:lnTo>
                    <a:pt x="1132" y="1383"/>
                  </a:lnTo>
                  <a:cubicBezTo>
                    <a:pt x="1132" y="1396"/>
                    <a:pt x="1133" y="1402"/>
                    <a:pt x="1131" y="1402"/>
                  </a:cubicBezTo>
                  <a:cubicBezTo>
                    <a:pt x="1130" y="1402"/>
                    <a:pt x="1129" y="1399"/>
                    <a:pt x="1126" y="1394"/>
                  </a:cubicBezTo>
                  <a:cubicBezTo>
                    <a:pt x="1120" y="1387"/>
                    <a:pt x="1120" y="1378"/>
                    <a:pt x="1125" y="1371"/>
                  </a:cubicBezTo>
                  <a:cubicBezTo>
                    <a:pt x="1129" y="1368"/>
                    <a:pt x="1134" y="1366"/>
                    <a:pt x="1134" y="1366"/>
                  </a:cubicBezTo>
                  <a:close/>
                  <a:moveTo>
                    <a:pt x="486" y="1426"/>
                  </a:moveTo>
                  <a:cubicBezTo>
                    <a:pt x="486" y="1426"/>
                    <a:pt x="487" y="1426"/>
                    <a:pt x="488" y="1426"/>
                  </a:cubicBezTo>
                  <a:lnTo>
                    <a:pt x="490" y="1434"/>
                  </a:lnTo>
                  <a:lnTo>
                    <a:pt x="482" y="1439"/>
                  </a:lnTo>
                  <a:lnTo>
                    <a:pt x="478" y="1436"/>
                  </a:lnTo>
                  <a:cubicBezTo>
                    <a:pt x="480" y="1431"/>
                    <a:pt x="482" y="1426"/>
                    <a:pt x="486" y="1426"/>
                  </a:cubicBezTo>
                  <a:close/>
                  <a:moveTo>
                    <a:pt x="987" y="1440"/>
                  </a:moveTo>
                  <a:lnTo>
                    <a:pt x="987" y="1440"/>
                  </a:lnTo>
                  <a:cubicBezTo>
                    <a:pt x="988" y="1445"/>
                    <a:pt x="987" y="1450"/>
                    <a:pt x="986" y="1454"/>
                  </a:cubicBezTo>
                  <a:lnTo>
                    <a:pt x="980" y="1457"/>
                  </a:lnTo>
                  <a:cubicBezTo>
                    <a:pt x="979" y="1450"/>
                    <a:pt x="977" y="1443"/>
                    <a:pt x="981" y="1442"/>
                  </a:cubicBezTo>
                  <a:lnTo>
                    <a:pt x="987" y="1440"/>
                  </a:lnTo>
                  <a:close/>
                  <a:moveTo>
                    <a:pt x="518" y="1439"/>
                  </a:moveTo>
                  <a:cubicBezTo>
                    <a:pt x="519" y="1439"/>
                    <a:pt x="520" y="1439"/>
                    <a:pt x="521" y="1440"/>
                  </a:cubicBezTo>
                  <a:cubicBezTo>
                    <a:pt x="522" y="1444"/>
                    <a:pt x="524" y="1449"/>
                    <a:pt x="521" y="1454"/>
                  </a:cubicBezTo>
                  <a:cubicBezTo>
                    <a:pt x="521" y="1456"/>
                    <a:pt x="520" y="1458"/>
                    <a:pt x="518" y="1458"/>
                  </a:cubicBezTo>
                  <a:cubicBezTo>
                    <a:pt x="517" y="1458"/>
                    <a:pt x="515" y="1454"/>
                    <a:pt x="515" y="1444"/>
                  </a:cubicBezTo>
                  <a:cubicBezTo>
                    <a:pt x="516" y="1440"/>
                    <a:pt x="517" y="1439"/>
                    <a:pt x="518" y="1439"/>
                  </a:cubicBezTo>
                  <a:close/>
                  <a:moveTo>
                    <a:pt x="882" y="1447"/>
                  </a:moveTo>
                  <a:cubicBezTo>
                    <a:pt x="883" y="1447"/>
                    <a:pt x="883" y="1448"/>
                    <a:pt x="884" y="1450"/>
                  </a:cubicBezTo>
                  <a:cubicBezTo>
                    <a:pt x="889" y="1450"/>
                    <a:pt x="880" y="1458"/>
                    <a:pt x="875" y="1459"/>
                  </a:cubicBezTo>
                  <a:lnTo>
                    <a:pt x="874" y="1452"/>
                  </a:lnTo>
                  <a:cubicBezTo>
                    <a:pt x="878" y="1451"/>
                    <a:pt x="880" y="1447"/>
                    <a:pt x="882" y="1447"/>
                  </a:cubicBezTo>
                  <a:close/>
                  <a:moveTo>
                    <a:pt x="605" y="1455"/>
                  </a:moveTo>
                  <a:cubicBezTo>
                    <a:pt x="607" y="1455"/>
                    <a:pt x="609" y="1460"/>
                    <a:pt x="613" y="1461"/>
                  </a:cubicBezTo>
                  <a:cubicBezTo>
                    <a:pt x="615" y="1466"/>
                    <a:pt x="616" y="1468"/>
                    <a:pt x="614" y="1468"/>
                  </a:cubicBezTo>
                  <a:cubicBezTo>
                    <a:pt x="613" y="1468"/>
                    <a:pt x="611" y="1467"/>
                    <a:pt x="607" y="1466"/>
                  </a:cubicBezTo>
                  <a:cubicBezTo>
                    <a:pt x="601" y="1465"/>
                    <a:pt x="603" y="1458"/>
                    <a:pt x="603" y="1458"/>
                  </a:cubicBezTo>
                  <a:cubicBezTo>
                    <a:pt x="604" y="1456"/>
                    <a:pt x="604" y="1455"/>
                    <a:pt x="605" y="1455"/>
                  </a:cubicBezTo>
                  <a:close/>
                  <a:moveTo>
                    <a:pt x="1034" y="1445"/>
                  </a:moveTo>
                  <a:cubicBezTo>
                    <a:pt x="1038" y="1445"/>
                    <a:pt x="1035" y="1454"/>
                    <a:pt x="1035" y="1467"/>
                  </a:cubicBezTo>
                  <a:cubicBezTo>
                    <a:pt x="1032" y="1471"/>
                    <a:pt x="1030" y="1474"/>
                    <a:pt x="1029" y="1474"/>
                  </a:cubicBezTo>
                  <a:cubicBezTo>
                    <a:pt x="1027" y="1474"/>
                    <a:pt x="1027" y="1470"/>
                    <a:pt x="1027" y="1462"/>
                  </a:cubicBezTo>
                  <a:lnTo>
                    <a:pt x="1033" y="1445"/>
                  </a:lnTo>
                  <a:cubicBezTo>
                    <a:pt x="1033" y="1445"/>
                    <a:pt x="1034" y="1445"/>
                    <a:pt x="1034" y="1445"/>
                  </a:cubicBezTo>
                  <a:close/>
                  <a:moveTo>
                    <a:pt x="701" y="1469"/>
                  </a:moveTo>
                  <a:cubicBezTo>
                    <a:pt x="706" y="1469"/>
                    <a:pt x="711" y="1477"/>
                    <a:pt x="711" y="1477"/>
                  </a:cubicBezTo>
                  <a:cubicBezTo>
                    <a:pt x="710" y="1484"/>
                    <a:pt x="704" y="1484"/>
                    <a:pt x="704" y="1484"/>
                  </a:cubicBezTo>
                  <a:cubicBezTo>
                    <a:pt x="700" y="1482"/>
                    <a:pt x="694" y="1482"/>
                    <a:pt x="695" y="1476"/>
                  </a:cubicBezTo>
                  <a:cubicBezTo>
                    <a:pt x="695" y="1476"/>
                    <a:pt x="695" y="1469"/>
                    <a:pt x="701" y="1469"/>
                  </a:cubicBezTo>
                  <a:close/>
                  <a:moveTo>
                    <a:pt x="794" y="1499"/>
                  </a:moveTo>
                  <a:lnTo>
                    <a:pt x="800" y="1506"/>
                  </a:lnTo>
                  <a:lnTo>
                    <a:pt x="795" y="1506"/>
                  </a:lnTo>
                  <a:cubicBezTo>
                    <a:pt x="789" y="1506"/>
                    <a:pt x="789" y="1506"/>
                    <a:pt x="789" y="1499"/>
                  </a:cubicBezTo>
                  <a:close/>
                  <a:moveTo>
                    <a:pt x="847" y="1490"/>
                  </a:moveTo>
                  <a:cubicBezTo>
                    <a:pt x="848" y="1497"/>
                    <a:pt x="849" y="1504"/>
                    <a:pt x="843" y="1504"/>
                  </a:cubicBezTo>
                  <a:cubicBezTo>
                    <a:pt x="842" y="1506"/>
                    <a:pt x="841" y="1507"/>
                    <a:pt x="839" y="1507"/>
                  </a:cubicBezTo>
                  <a:cubicBezTo>
                    <a:pt x="836" y="1507"/>
                    <a:pt x="833" y="1501"/>
                    <a:pt x="837" y="1490"/>
                  </a:cubicBezTo>
                  <a:close/>
                  <a:moveTo>
                    <a:pt x="927" y="1512"/>
                  </a:moveTo>
                  <a:lnTo>
                    <a:pt x="931" y="1525"/>
                  </a:lnTo>
                  <a:lnTo>
                    <a:pt x="931" y="1525"/>
                  </a:lnTo>
                  <a:lnTo>
                    <a:pt x="930" y="1518"/>
                  </a:lnTo>
                  <a:lnTo>
                    <a:pt x="927" y="1512"/>
                  </a:lnTo>
                  <a:close/>
                  <a:moveTo>
                    <a:pt x="735" y="1512"/>
                  </a:moveTo>
                  <a:cubicBezTo>
                    <a:pt x="730" y="1512"/>
                    <a:pt x="729" y="1518"/>
                    <a:pt x="729" y="1518"/>
                  </a:cubicBezTo>
                  <a:cubicBezTo>
                    <a:pt x="729" y="1518"/>
                    <a:pt x="729" y="1525"/>
                    <a:pt x="735" y="1526"/>
                  </a:cubicBezTo>
                  <a:lnTo>
                    <a:pt x="740" y="1526"/>
                  </a:lnTo>
                  <a:cubicBezTo>
                    <a:pt x="739" y="1521"/>
                    <a:pt x="738" y="1516"/>
                    <a:pt x="735" y="1512"/>
                  </a:cubicBezTo>
                  <a:close/>
                  <a:moveTo>
                    <a:pt x="768" y="1"/>
                  </a:moveTo>
                  <a:cubicBezTo>
                    <a:pt x="762" y="1"/>
                    <a:pt x="756" y="5"/>
                    <a:pt x="755" y="12"/>
                  </a:cubicBezTo>
                  <a:cubicBezTo>
                    <a:pt x="755" y="5"/>
                    <a:pt x="748" y="5"/>
                    <a:pt x="742" y="5"/>
                  </a:cubicBezTo>
                  <a:cubicBezTo>
                    <a:pt x="737" y="9"/>
                    <a:pt x="728" y="11"/>
                    <a:pt x="721" y="11"/>
                  </a:cubicBezTo>
                  <a:cubicBezTo>
                    <a:pt x="714" y="11"/>
                    <a:pt x="709" y="9"/>
                    <a:pt x="709" y="6"/>
                  </a:cubicBezTo>
                  <a:lnTo>
                    <a:pt x="703" y="7"/>
                  </a:lnTo>
                  <a:cubicBezTo>
                    <a:pt x="699" y="12"/>
                    <a:pt x="693" y="15"/>
                    <a:pt x="686" y="15"/>
                  </a:cubicBezTo>
                  <a:cubicBezTo>
                    <a:pt x="680" y="15"/>
                    <a:pt x="674" y="19"/>
                    <a:pt x="671" y="24"/>
                  </a:cubicBezTo>
                  <a:cubicBezTo>
                    <a:pt x="668" y="28"/>
                    <a:pt x="665" y="31"/>
                    <a:pt x="660" y="32"/>
                  </a:cubicBezTo>
                  <a:cubicBezTo>
                    <a:pt x="660" y="32"/>
                    <a:pt x="660" y="32"/>
                    <a:pt x="660" y="32"/>
                  </a:cubicBezTo>
                  <a:cubicBezTo>
                    <a:pt x="655" y="32"/>
                    <a:pt x="660" y="25"/>
                    <a:pt x="664" y="19"/>
                  </a:cubicBezTo>
                  <a:cubicBezTo>
                    <a:pt x="668" y="15"/>
                    <a:pt x="668" y="13"/>
                    <a:pt x="666" y="13"/>
                  </a:cubicBezTo>
                  <a:cubicBezTo>
                    <a:pt x="662" y="13"/>
                    <a:pt x="651" y="18"/>
                    <a:pt x="643" y="28"/>
                  </a:cubicBezTo>
                  <a:cubicBezTo>
                    <a:pt x="635" y="36"/>
                    <a:pt x="632" y="39"/>
                    <a:pt x="631" y="39"/>
                  </a:cubicBezTo>
                  <a:cubicBezTo>
                    <a:pt x="631" y="39"/>
                    <a:pt x="633" y="36"/>
                    <a:pt x="637" y="29"/>
                  </a:cubicBezTo>
                  <a:cubicBezTo>
                    <a:pt x="640" y="23"/>
                    <a:pt x="643" y="18"/>
                    <a:pt x="641" y="18"/>
                  </a:cubicBezTo>
                  <a:cubicBezTo>
                    <a:pt x="641" y="18"/>
                    <a:pt x="639" y="19"/>
                    <a:pt x="636" y="22"/>
                  </a:cubicBezTo>
                  <a:cubicBezTo>
                    <a:pt x="636" y="22"/>
                    <a:pt x="625" y="24"/>
                    <a:pt x="626" y="31"/>
                  </a:cubicBezTo>
                  <a:cubicBezTo>
                    <a:pt x="620" y="31"/>
                    <a:pt x="614" y="32"/>
                    <a:pt x="610" y="33"/>
                  </a:cubicBezTo>
                  <a:cubicBezTo>
                    <a:pt x="605" y="32"/>
                    <a:pt x="600" y="31"/>
                    <a:pt x="595" y="31"/>
                  </a:cubicBezTo>
                  <a:cubicBezTo>
                    <a:pt x="592" y="31"/>
                    <a:pt x="589" y="31"/>
                    <a:pt x="586" y="32"/>
                  </a:cubicBezTo>
                  <a:cubicBezTo>
                    <a:pt x="584" y="36"/>
                    <a:pt x="583" y="38"/>
                    <a:pt x="581" y="38"/>
                  </a:cubicBezTo>
                  <a:cubicBezTo>
                    <a:pt x="580" y="38"/>
                    <a:pt x="578" y="37"/>
                    <a:pt x="575" y="35"/>
                  </a:cubicBezTo>
                  <a:cubicBezTo>
                    <a:pt x="574" y="33"/>
                    <a:pt x="573" y="31"/>
                    <a:pt x="572" y="31"/>
                  </a:cubicBezTo>
                  <a:cubicBezTo>
                    <a:pt x="570" y="31"/>
                    <a:pt x="569" y="35"/>
                    <a:pt x="572" y="43"/>
                  </a:cubicBezTo>
                  <a:cubicBezTo>
                    <a:pt x="569" y="48"/>
                    <a:pt x="566" y="50"/>
                    <a:pt x="563" y="50"/>
                  </a:cubicBezTo>
                  <a:cubicBezTo>
                    <a:pt x="560" y="50"/>
                    <a:pt x="558" y="49"/>
                    <a:pt x="555" y="47"/>
                  </a:cubicBezTo>
                  <a:cubicBezTo>
                    <a:pt x="553" y="40"/>
                    <a:pt x="551" y="37"/>
                    <a:pt x="549" y="37"/>
                  </a:cubicBezTo>
                  <a:cubicBezTo>
                    <a:pt x="548" y="37"/>
                    <a:pt x="547" y="39"/>
                    <a:pt x="547" y="42"/>
                  </a:cubicBezTo>
                  <a:cubicBezTo>
                    <a:pt x="546" y="45"/>
                    <a:pt x="543" y="49"/>
                    <a:pt x="538" y="51"/>
                  </a:cubicBezTo>
                  <a:cubicBezTo>
                    <a:pt x="538" y="50"/>
                    <a:pt x="537" y="50"/>
                    <a:pt x="534" y="50"/>
                  </a:cubicBezTo>
                  <a:cubicBezTo>
                    <a:pt x="522" y="50"/>
                    <a:pt x="481" y="62"/>
                    <a:pt x="442" y="81"/>
                  </a:cubicBezTo>
                  <a:cubicBezTo>
                    <a:pt x="436" y="86"/>
                    <a:pt x="434" y="93"/>
                    <a:pt x="437" y="99"/>
                  </a:cubicBezTo>
                  <a:cubicBezTo>
                    <a:pt x="440" y="105"/>
                    <a:pt x="441" y="106"/>
                    <a:pt x="440" y="106"/>
                  </a:cubicBezTo>
                  <a:cubicBezTo>
                    <a:pt x="440" y="106"/>
                    <a:pt x="437" y="103"/>
                    <a:pt x="432" y="102"/>
                  </a:cubicBezTo>
                  <a:cubicBezTo>
                    <a:pt x="426" y="95"/>
                    <a:pt x="421" y="92"/>
                    <a:pt x="418" y="92"/>
                  </a:cubicBezTo>
                  <a:cubicBezTo>
                    <a:pt x="414" y="92"/>
                    <a:pt x="414" y="97"/>
                    <a:pt x="423" y="106"/>
                  </a:cubicBezTo>
                  <a:cubicBezTo>
                    <a:pt x="429" y="111"/>
                    <a:pt x="431" y="114"/>
                    <a:pt x="430" y="114"/>
                  </a:cubicBezTo>
                  <a:cubicBezTo>
                    <a:pt x="429" y="114"/>
                    <a:pt x="425" y="112"/>
                    <a:pt x="417" y="108"/>
                  </a:cubicBezTo>
                  <a:cubicBezTo>
                    <a:pt x="414" y="107"/>
                    <a:pt x="412" y="106"/>
                    <a:pt x="411" y="106"/>
                  </a:cubicBezTo>
                  <a:cubicBezTo>
                    <a:pt x="409" y="106"/>
                    <a:pt x="408" y="108"/>
                    <a:pt x="407" y="114"/>
                  </a:cubicBezTo>
                  <a:cubicBezTo>
                    <a:pt x="409" y="117"/>
                    <a:pt x="408" y="120"/>
                    <a:pt x="406" y="120"/>
                  </a:cubicBezTo>
                  <a:cubicBezTo>
                    <a:pt x="405" y="120"/>
                    <a:pt x="404" y="119"/>
                    <a:pt x="402" y="116"/>
                  </a:cubicBezTo>
                  <a:cubicBezTo>
                    <a:pt x="398" y="114"/>
                    <a:pt x="393" y="113"/>
                    <a:pt x="391" y="113"/>
                  </a:cubicBezTo>
                  <a:cubicBezTo>
                    <a:pt x="388" y="113"/>
                    <a:pt x="388" y="114"/>
                    <a:pt x="389" y="116"/>
                  </a:cubicBezTo>
                  <a:cubicBezTo>
                    <a:pt x="387" y="117"/>
                    <a:pt x="385" y="118"/>
                    <a:pt x="383" y="118"/>
                  </a:cubicBezTo>
                  <a:cubicBezTo>
                    <a:pt x="381" y="118"/>
                    <a:pt x="378" y="117"/>
                    <a:pt x="377" y="116"/>
                  </a:cubicBezTo>
                  <a:cubicBezTo>
                    <a:pt x="375" y="116"/>
                    <a:pt x="374" y="115"/>
                    <a:pt x="373" y="115"/>
                  </a:cubicBezTo>
                  <a:cubicBezTo>
                    <a:pt x="367" y="115"/>
                    <a:pt x="366" y="123"/>
                    <a:pt x="365" y="131"/>
                  </a:cubicBezTo>
                  <a:cubicBezTo>
                    <a:pt x="361" y="143"/>
                    <a:pt x="357" y="148"/>
                    <a:pt x="355" y="148"/>
                  </a:cubicBezTo>
                  <a:cubicBezTo>
                    <a:pt x="353" y="148"/>
                    <a:pt x="352" y="145"/>
                    <a:pt x="351" y="140"/>
                  </a:cubicBezTo>
                  <a:cubicBezTo>
                    <a:pt x="350" y="136"/>
                    <a:pt x="348" y="134"/>
                    <a:pt x="346" y="134"/>
                  </a:cubicBezTo>
                  <a:cubicBezTo>
                    <a:pt x="339" y="134"/>
                    <a:pt x="328" y="149"/>
                    <a:pt x="332" y="161"/>
                  </a:cubicBezTo>
                  <a:cubicBezTo>
                    <a:pt x="334" y="170"/>
                    <a:pt x="335" y="173"/>
                    <a:pt x="334" y="173"/>
                  </a:cubicBezTo>
                  <a:cubicBezTo>
                    <a:pt x="333" y="173"/>
                    <a:pt x="332" y="172"/>
                    <a:pt x="331" y="170"/>
                  </a:cubicBezTo>
                  <a:cubicBezTo>
                    <a:pt x="330" y="168"/>
                    <a:pt x="328" y="167"/>
                    <a:pt x="326" y="167"/>
                  </a:cubicBezTo>
                  <a:cubicBezTo>
                    <a:pt x="325" y="167"/>
                    <a:pt x="324" y="167"/>
                    <a:pt x="323" y="168"/>
                  </a:cubicBezTo>
                  <a:cubicBezTo>
                    <a:pt x="320" y="169"/>
                    <a:pt x="317" y="171"/>
                    <a:pt x="314" y="171"/>
                  </a:cubicBezTo>
                  <a:cubicBezTo>
                    <a:pt x="313" y="171"/>
                    <a:pt x="311" y="170"/>
                    <a:pt x="309" y="169"/>
                  </a:cubicBezTo>
                  <a:cubicBezTo>
                    <a:pt x="305" y="172"/>
                    <a:pt x="302" y="178"/>
                    <a:pt x="300" y="183"/>
                  </a:cubicBezTo>
                  <a:cubicBezTo>
                    <a:pt x="300" y="195"/>
                    <a:pt x="290" y="203"/>
                    <a:pt x="280" y="203"/>
                  </a:cubicBezTo>
                  <a:cubicBezTo>
                    <a:pt x="277" y="203"/>
                    <a:pt x="273" y="202"/>
                    <a:pt x="270" y="200"/>
                  </a:cubicBezTo>
                  <a:lnTo>
                    <a:pt x="266" y="213"/>
                  </a:lnTo>
                  <a:cubicBezTo>
                    <a:pt x="269" y="222"/>
                    <a:pt x="270" y="229"/>
                    <a:pt x="268" y="229"/>
                  </a:cubicBezTo>
                  <a:cubicBezTo>
                    <a:pt x="267" y="229"/>
                    <a:pt x="265" y="228"/>
                    <a:pt x="262" y="225"/>
                  </a:cubicBezTo>
                  <a:cubicBezTo>
                    <a:pt x="261" y="223"/>
                    <a:pt x="259" y="221"/>
                    <a:pt x="258" y="220"/>
                  </a:cubicBezTo>
                  <a:lnTo>
                    <a:pt x="258" y="220"/>
                  </a:lnTo>
                  <a:cubicBezTo>
                    <a:pt x="261" y="230"/>
                    <a:pt x="251" y="238"/>
                    <a:pt x="241" y="238"/>
                  </a:cubicBezTo>
                  <a:cubicBezTo>
                    <a:pt x="238" y="238"/>
                    <a:pt x="234" y="236"/>
                    <a:pt x="232" y="234"/>
                  </a:cubicBezTo>
                  <a:cubicBezTo>
                    <a:pt x="229" y="231"/>
                    <a:pt x="228" y="230"/>
                    <a:pt x="227" y="230"/>
                  </a:cubicBezTo>
                  <a:cubicBezTo>
                    <a:pt x="226" y="230"/>
                    <a:pt x="224" y="231"/>
                    <a:pt x="223" y="233"/>
                  </a:cubicBezTo>
                  <a:lnTo>
                    <a:pt x="227" y="237"/>
                  </a:lnTo>
                  <a:cubicBezTo>
                    <a:pt x="232" y="243"/>
                    <a:pt x="238" y="247"/>
                    <a:pt x="233" y="251"/>
                  </a:cubicBezTo>
                  <a:cubicBezTo>
                    <a:pt x="231" y="254"/>
                    <a:pt x="228" y="257"/>
                    <a:pt x="225" y="257"/>
                  </a:cubicBezTo>
                  <a:cubicBezTo>
                    <a:pt x="224" y="257"/>
                    <a:pt x="222" y="257"/>
                    <a:pt x="221" y="255"/>
                  </a:cubicBezTo>
                  <a:cubicBezTo>
                    <a:pt x="218" y="255"/>
                    <a:pt x="215" y="255"/>
                    <a:pt x="213" y="255"/>
                  </a:cubicBezTo>
                  <a:cubicBezTo>
                    <a:pt x="208" y="255"/>
                    <a:pt x="205" y="256"/>
                    <a:pt x="208" y="259"/>
                  </a:cubicBezTo>
                  <a:cubicBezTo>
                    <a:pt x="206" y="260"/>
                    <a:pt x="202" y="262"/>
                    <a:pt x="199" y="262"/>
                  </a:cubicBezTo>
                  <a:cubicBezTo>
                    <a:pt x="198" y="262"/>
                    <a:pt x="197" y="262"/>
                    <a:pt x="196" y="262"/>
                  </a:cubicBezTo>
                  <a:lnTo>
                    <a:pt x="180" y="279"/>
                  </a:lnTo>
                  <a:cubicBezTo>
                    <a:pt x="181" y="285"/>
                    <a:pt x="177" y="293"/>
                    <a:pt x="172" y="293"/>
                  </a:cubicBezTo>
                  <a:cubicBezTo>
                    <a:pt x="171" y="293"/>
                    <a:pt x="170" y="293"/>
                    <a:pt x="169" y="292"/>
                  </a:cubicBezTo>
                  <a:cubicBezTo>
                    <a:pt x="166" y="297"/>
                    <a:pt x="164" y="303"/>
                    <a:pt x="165" y="309"/>
                  </a:cubicBezTo>
                  <a:cubicBezTo>
                    <a:pt x="159" y="316"/>
                    <a:pt x="156" y="320"/>
                    <a:pt x="152" y="320"/>
                  </a:cubicBezTo>
                  <a:cubicBezTo>
                    <a:pt x="151" y="320"/>
                    <a:pt x="150" y="320"/>
                    <a:pt x="149" y="319"/>
                  </a:cubicBezTo>
                  <a:cubicBezTo>
                    <a:pt x="147" y="317"/>
                    <a:pt x="145" y="316"/>
                    <a:pt x="145" y="316"/>
                  </a:cubicBezTo>
                  <a:cubicBezTo>
                    <a:pt x="144" y="316"/>
                    <a:pt x="144" y="318"/>
                    <a:pt x="146" y="324"/>
                  </a:cubicBezTo>
                  <a:cubicBezTo>
                    <a:pt x="150" y="327"/>
                    <a:pt x="147" y="332"/>
                    <a:pt x="143" y="336"/>
                  </a:cubicBezTo>
                  <a:lnTo>
                    <a:pt x="137" y="345"/>
                  </a:lnTo>
                  <a:cubicBezTo>
                    <a:pt x="142" y="349"/>
                    <a:pt x="142" y="349"/>
                    <a:pt x="139" y="354"/>
                  </a:cubicBezTo>
                  <a:cubicBezTo>
                    <a:pt x="137" y="358"/>
                    <a:pt x="122" y="370"/>
                    <a:pt x="119" y="374"/>
                  </a:cubicBezTo>
                  <a:cubicBezTo>
                    <a:pt x="112" y="386"/>
                    <a:pt x="110" y="388"/>
                    <a:pt x="114" y="388"/>
                  </a:cubicBezTo>
                  <a:cubicBezTo>
                    <a:pt x="115" y="388"/>
                    <a:pt x="117" y="388"/>
                    <a:pt x="119" y="388"/>
                  </a:cubicBezTo>
                  <a:cubicBezTo>
                    <a:pt x="120" y="386"/>
                    <a:pt x="121" y="385"/>
                    <a:pt x="122" y="385"/>
                  </a:cubicBezTo>
                  <a:cubicBezTo>
                    <a:pt x="124" y="385"/>
                    <a:pt x="124" y="388"/>
                    <a:pt x="115" y="392"/>
                  </a:cubicBezTo>
                  <a:cubicBezTo>
                    <a:pt x="113" y="397"/>
                    <a:pt x="97" y="408"/>
                    <a:pt x="91" y="422"/>
                  </a:cubicBezTo>
                  <a:cubicBezTo>
                    <a:pt x="81" y="444"/>
                    <a:pt x="81" y="444"/>
                    <a:pt x="86" y="446"/>
                  </a:cubicBezTo>
                  <a:cubicBezTo>
                    <a:pt x="101" y="447"/>
                    <a:pt x="98" y="452"/>
                    <a:pt x="84" y="452"/>
                  </a:cubicBezTo>
                  <a:cubicBezTo>
                    <a:pt x="66" y="455"/>
                    <a:pt x="64" y="461"/>
                    <a:pt x="70" y="464"/>
                  </a:cubicBezTo>
                  <a:cubicBezTo>
                    <a:pt x="74" y="472"/>
                    <a:pt x="74" y="472"/>
                    <a:pt x="72" y="476"/>
                  </a:cubicBezTo>
                  <a:cubicBezTo>
                    <a:pt x="70" y="476"/>
                    <a:pt x="69" y="476"/>
                    <a:pt x="69" y="476"/>
                  </a:cubicBezTo>
                  <a:cubicBezTo>
                    <a:pt x="64" y="476"/>
                    <a:pt x="63" y="481"/>
                    <a:pt x="65" y="492"/>
                  </a:cubicBezTo>
                  <a:cubicBezTo>
                    <a:pt x="64" y="495"/>
                    <a:pt x="63" y="496"/>
                    <a:pt x="62" y="496"/>
                  </a:cubicBezTo>
                  <a:cubicBezTo>
                    <a:pt x="61" y="496"/>
                    <a:pt x="59" y="496"/>
                    <a:pt x="57" y="494"/>
                  </a:cubicBezTo>
                  <a:cubicBezTo>
                    <a:pt x="57" y="494"/>
                    <a:pt x="55" y="500"/>
                    <a:pt x="52" y="505"/>
                  </a:cubicBezTo>
                  <a:cubicBezTo>
                    <a:pt x="61" y="521"/>
                    <a:pt x="42" y="549"/>
                    <a:pt x="36" y="554"/>
                  </a:cubicBezTo>
                  <a:cubicBezTo>
                    <a:pt x="35" y="558"/>
                    <a:pt x="36" y="563"/>
                    <a:pt x="39" y="566"/>
                  </a:cubicBezTo>
                  <a:cubicBezTo>
                    <a:pt x="48" y="573"/>
                    <a:pt x="49" y="578"/>
                    <a:pt x="42" y="578"/>
                  </a:cubicBezTo>
                  <a:cubicBezTo>
                    <a:pt x="41" y="578"/>
                    <a:pt x="38" y="578"/>
                    <a:pt x="36" y="577"/>
                  </a:cubicBezTo>
                  <a:cubicBezTo>
                    <a:pt x="31" y="576"/>
                    <a:pt x="28" y="575"/>
                    <a:pt x="27" y="575"/>
                  </a:cubicBezTo>
                  <a:cubicBezTo>
                    <a:pt x="25" y="575"/>
                    <a:pt x="28" y="577"/>
                    <a:pt x="35" y="583"/>
                  </a:cubicBezTo>
                  <a:cubicBezTo>
                    <a:pt x="39" y="589"/>
                    <a:pt x="34" y="610"/>
                    <a:pt x="25" y="610"/>
                  </a:cubicBezTo>
                  <a:cubicBezTo>
                    <a:pt x="24" y="610"/>
                    <a:pt x="22" y="610"/>
                    <a:pt x="21" y="609"/>
                  </a:cubicBezTo>
                  <a:lnTo>
                    <a:pt x="8" y="605"/>
                  </a:lnTo>
                  <a:lnTo>
                    <a:pt x="8" y="605"/>
                  </a:lnTo>
                  <a:cubicBezTo>
                    <a:pt x="10" y="609"/>
                    <a:pt x="12" y="613"/>
                    <a:pt x="11" y="618"/>
                  </a:cubicBezTo>
                  <a:cubicBezTo>
                    <a:pt x="18" y="619"/>
                    <a:pt x="17" y="624"/>
                    <a:pt x="14" y="641"/>
                  </a:cubicBezTo>
                  <a:cubicBezTo>
                    <a:pt x="12" y="652"/>
                    <a:pt x="15" y="676"/>
                    <a:pt x="13" y="687"/>
                  </a:cubicBezTo>
                  <a:cubicBezTo>
                    <a:pt x="11" y="698"/>
                    <a:pt x="11" y="715"/>
                    <a:pt x="3" y="720"/>
                  </a:cubicBezTo>
                  <a:cubicBezTo>
                    <a:pt x="3" y="729"/>
                    <a:pt x="4" y="736"/>
                    <a:pt x="9" y="743"/>
                  </a:cubicBezTo>
                  <a:cubicBezTo>
                    <a:pt x="15" y="749"/>
                    <a:pt x="14" y="760"/>
                    <a:pt x="8" y="760"/>
                  </a:cubicBezTo>
                  <a:lnTo>
                    <a:pt x="8" y="766"/>
                  </a:lnTo>
                  <a:cubicBezTo>
                    <a:pt x="11" y="771"/>
                    <a:pt x="13" y="777"/>
                    <a:pt x="14" y="782"/>
                  </a:cubicBezTo>
                  <a:cubicBezTo>
                    <a:pt x="8" y="782"/>
                    <a:pt x="1" y="788"/>
                    <a:pt x="8" y="794"/>
                  </a:cubicBezTo>
                  <a:cubicBezTo>
                    <a:pt x="14" y="794"/>
                    <a:pt x="14" y="799"/>
                    <a:pt x="15" y="811"/>
                  </a:cubicBezTo>
                  <a:cubicBezTo>
                    <a:pt x="12" y="816"/>
                    <a:pt x="12" y="865"/>
                    <a:pt x="20" y="913"/>
                  </a:cubicBezTo>
                  <a:cubicBezTo>
                    <a:pt x="29" y="959"/>
                    <a:pt x="43" y="1002"/>
                    <a:pt x="47" y="1002"/>
                  </a:cubicBezTo>
                  <a:cubicBezTo>
                    <a:pt x="47" y="1002"/>
                    <a:pt x="47" y="1002"/>
                    <a:pt x="47" y="1002"/>
                  </a:cubicBezTo>
                  <a:lnTo>
                    <a:pt x="52" y="1018"/>
                  </a:lnTo>
                  <a:lnTo>
                    <a:pt x="58" y="1035"/>
                  </a:lnTo>
                  <a:cubicBezTo>
                    <a:pt x="46" y="1039"/>
                    <a:pt x="60" y="1064"/>
                    <a:pt x="74" y="1076"/>
                  </a:cubicBezTo>
                  <a:cubicBezTo>
                    <a:pt x="79" y="1078"/>
                    <a:pt x="85" y="1083"/>
                    <a:pt x="87" y="1089"/>
                  </a:cubicBezTo>
                  <a:cubicBezTo>
                    <a:pt x="75" y="1094"/>
                    <a:pt x="82" y="1110"/>
                    <a:pt x="93" y="1117"/>
                  </a:cubicBezTo>
                  <a:cubicBezTo>
                    <a:pt x="94" y="1117"/>
                    <a:pt x="95" y="1117"/>
                    <a:pt x="96" y="1117"/>
                  </a:cubicBezTo>
                  <a:cubicBezTo>
                    <a:pt x="108" y="1117"/>
                    <a:pt x="109" y="1122"/>
                    <a:pt x="97" y="1127"/>
                  </a:cubicBezTo>
                  <a:cubicBezTo>
                    <a:pt x="85" y="1134"/>
                    <a:pt x="89" y="1144"/>
                    <a:pt x="114" y="1144"/>
                  </a:cubicBezTo>
                  <a:cubicBezTo>
                    <a:pt x="123" y="1145"/>
                    <a:pt x="123" y="1145"/>
                    <a:pt x="120" y="1153"/>
                  </a:cubicBezTo>
                  <a:cubicBezTo>
                    <a:pt x="113" y="1162"/>
                    <a:pt x="113" y="1167"/>
                    <a:pt x="116" y="1167"/>
                  </a:cubicBezTo>
                  <a:cubicBezTo>
                    <a:pt x="117" y="1167"/>
                    <a:pt x="118" y="1167"/>
                    <a:pt x="120" y="1166"/>
                  </a:cubicBezTo>
                  <a:cubicBezTo>
                    <a:pt x="122" y="1166"/>
                    <a:pt x="124" y="1166"/>
                    <a:pt x="126" y="1166"/>
                  </a:cubicBezTo>
                  <a:cubicBezTo>
                    <a:pt x="135" y="1166"/>
                    <a:pt x="135" y="1170"/>
                    <a:pt x="128" y="1181"/>
                  </a:cubicBezTo>
                  <a:cubicBezTo>
                    <a:pt x="124" y="1193"/>
                    <a:pt x="122" y="1196"/>
                    <a:pt x="128" y="1196"/>
                  </a:cubicBezTo>
                  <a:cubicBezTo>
                    <a:pt x="130" y="1196"/>
                    <a:pt x="133" y="1196"/>
                    <a:pt x="137" y="1195"/>
                  </a:cubicBezTo>
                  <a:cubicBezTo>
                    <a:pt x="138" y="1195"/>
                    <a:pt x="138" y="1195"/>
                    <a:pt x="139" y="1195"/>
                  </a:cubicBezTo>
                  <a:cubicBezTo>
                    <a:pt x="153" y="1195"/>
                    <a:pt x="162" y="1210"/>
                    <a:pt x="156" y="1222"/>
                  </a:cubicBezTo>
                  <a:cubicBezTo>
                    <a:pt x="158" y="1226"/>
                    <a:pt x="157" y="1232"/>
                    <a:pt x="160" y="1232"/>
                  </a:cubicBezTo>
                  <a:cubicBezTo>
                    <a:pt x="161" y="1232"/>
                    <a:pt x="161" y="1232"/>
                    <a:pt x="162" y="1231"/>
                  </a:cubicBezTo>
                  <a:lnTo>
                    <a:pt x="162" y="1231"/>
                  </a:lnTo>
                  <a:lnTo>
                    <a:pt x="160" y="1240"/>
                  </a:lnTo>
                  <a:lnTo>
                    <a:pt x="167" y="1249"/>
                  </a:lnTo>
                  <a:lnTo>
                    <a:pt x="173" y="1245"/>
                  </a:lnTo>
                  <a:cubicBezTo>
                    <a:pt x="186" y="1268"/>
                    <a:pt x="201" y="1290"/>
                    <a:pt x="218" y="1310"/>
                  </a:cubicBezTo>
                  <a:cubicBezTo>
                    <a:pt x="252" y="1343"/>
                    <a:pt x="266" y="1355"/>
                    <a:pt x="270" y="1355"/>
                  </a:cubicBezTo>
                  <a:cubicBezTo>
                    <a:pt x="272" y="1355"/>
                    <a:pt x="272" y="1353"/>
                    <a:pt x="272" y="1351"/>
                  </a:cubicBezTo>
                  <a:cubicBezTo>
                    <a:pt x="274" y="1346"/>
                    <a:pt x="276" y="1344"/>
                    <a:pt x="278" y="1344"/>
                  </a:cubicBezTo>
                  <a:cubicBezTo>
                    <a:pt x="282" y="1344"/>
                    <a:pt x="284" y="1350"/>
                    <a:pt x="280" y="1359"/>
                  </a:cubicBezTo>
                  <a:cubicBezTo>
                    <a:pt x="286" y="1367"/>
                    <a:pt x="291" y="1375"/>
                    <a:pt x="298" y="1382"/>
                  </a:cubicBezTo>
                  <a:cubicBezTo>
                    <a:pt x="307" y="1388"/>
                    <a:pt x="316" y="1396"/>
                    <a:pt x="313" y="1401"/>
                  </a:cubicBezTo>
                  <a:lnTo>
                    <a:pt x="317" y="1404"/>
                  </a:lnTo>
                  <a:cubicBezTo>
                    <a:pt x="318" y="1404"/>
                    <a:pt x="319" y="1404"/>
                    <a:pt x="320" y="1404"/>
                  </a:cubicBezTo>
                  <a:cubicBezTo>
                    <a:pt x="337" y="1404"/>
                    <a:pt x="363" y="1420"/>
                    <a:pt x="373" y="1434"/>
                  </a:cubicBezTo>
                  <a:cubicBezTo>
                    <a:pt x="381" y="1440"/>
                    <a:pt x="390" y="1443"/>
                    <a:pt x="400" y="1443"/>
                  </a:cubicBezTo>
                  <a:cubicBezTo>
                    <a:pt x="403" y="1443"/>
                    <a:pt x="405" y="1443"/>
                    <a:pt x="407" y="1443"/>
                  </a:cubicBezTo>
                  <a:cubicBezTo>
                    <a:pt x="414" y="1443"/>
                    <a:pt x="414" y="1444"/>
                    <a:pt x="416" y="1451"/>
                  </a:cubicBezTo>
                  <a:cubicBezTo>
                    <a:pt x="413" y="1455"/>
                    <a:pt x="429" y="1469"/>
                    <a:pt x="439" y="1469"/>
                  </a:cubicBezTo>
                  <a:cubicBezTo>
                    <a:pt x="442" y="1469"/>
                    <a:pt x="445" y="1468"/>
                    <a:pt x="446" y="1466"/>
                  </a:cubicBezTo>
                  <a:lnTo>
                    <a:pt x="448" y="1475"/>
                  </a:lnTo>
                  <a:cubicBezTo>
                    <a:pt x="449" y="1478"/>
                    <a:pt x="451" y="1479"/>
                    <a:pt x="453" y="1479"/>
                  </a:cubicBezTo>
                  <a:cubicBezTo>
                    <a:pt x="456" y="1479"/>
                    <a:pt x="460" y="1477"/>
                    <a:pt x="461" y="1473"/>
                  </a:cubicBezTo>
                  <a:cubicBezTo>
                    <a:pt x="463" y="1469"/>
                    <a:pt x="465" y="1466"/>
                    <a:pt x="467" y="1466"/>
                  </a:cubicBezTo>
                  <a:cubicBezTo>
                    <a:pt x="469" y="1466"/>
                    <a:pt x="470" y="1472"/>
                    <a:pt x="469" y="1485"/>
                  </a:cubicBezTo>
                  <a:cubicBezTo>
                    <a:pt x="465" y="1493"/>
                    <a:pt x="466" y="1496"/>
                    <a:pt x="468" y="1496"/>
                  </a:cubicBezTo>
                  <a:cubicBezTo>
                    <a:pt x="469" y="1496"/>
                    <a:pt x="470" y="1495"/>
                    <a:pt x="471" y="1493"/>
                  </a:cubicBezTo>
                  <a:cubicBezTo>
                    <a:pt x="475" y="1490"/>
                    <a:pt x="480" y="1488"/>
                    <a:pt x="483" y="1488"/>
                  </a:cubicBezTo>
                  <a:cubicBezTo>
                    <a:pt x="486" y="1488"/>
                    <a:pt x="489" y="1489"/>
                    <a:pt x="490" y="1493"/>
                  </a:cubicBezTo>
                  <a:cubicBezTo>
                    <a:pt x="492" y="1493"/>
                    <a:pt x="494" y="1494"/>
                    <a:pt x="495" y="1494"/>
                  </a:cubicBezTo>
                  <a:cubicBezTo>
                    <a:pt x="499" y="1494"/>
                    <a:pt x="502" y="1492"/>
                    <a:pt x="505" y="1484"/>
                  </a:cubicBezTo>
                  <a:cubicBezTo>
                    <a:pt x="506" y="1481"/>
                    <a:pt x="508" y="1480"/>
                    <a:pt x="511" y="1480"/>
                  </a:cubicBezTo>
                  <a:cubicBezTo>
                    <a:pt x="513" y="1480"/>
                    <a:pt x="515" y="1480"/>
                    <a:pt x="518" y="1481"/>
                  </a:cubicBezTo>
                  <a:cubicBezTo>
                    <a:pt x="516" y="1488"/>
                    <a:pt x="516" y="1488"/>
                    <a:pt x="508" y="1492"/>
                  </a:cubicBezTo>
                  <a:lnTo>
                    <a:pt x="508" y="1492"/>
                  </a:lnTo>
                  <a:cubicBezTo>
                    <a:pt x="507" y="1492"/>
                    <a:pt x="506" y="1492"/>
                    <a:pt x="506" y="1492"/>
                  </a:cubicBezTo>
                  <a:lnTo>
                    <a:pt x="506" y="1492"/>
                  </a:lnTo>
                  <a:cubicBezTo>
                    <a:pt x="506" y="1492"/>
                    <a:pt x="506" y="1492"/>
                    <a:pt x="508" y="1493"/>
                  </a:cubicBezTo>
                  <a:cubicBezTo>
                    <a:pt x="508" y="1493"/>
                    <a:pt x="508" y="1493"/>
                    <a:pt x="508" y="1492"/>
                  </a:cubicBezTo>
                  <a:lnTo>
                    <a:pt x="508" y="1492"/>
                  </a:lnTo>
                  <a:cubicBezTo>
                    <a:pt x="510" y="1493"/>
                    <a:pt x="514" y="1494"/>
                    <a:pt x="518" y="1496"/>
                  </a:cubicBezTo>
                  <a:cubicBezTo>
                    <a:pt x="524" y="1498"/>
                    <a:pt x="533" y="1508"/>
                    <a:pt x="530" y="1515"/>
                  </a:cubicBezTo>
                  <a:cubicBezTo>
                    <a:pt x="532" y="1519"/>
                    <a:pt x="534" y="1522"/>
                    <a:pt x="536" y="1522"/>
                  </a:cubicBezTo>
                  <a:cubicBezTo>
                    <a:pt x="537" y="1522"/>
                    <a:pt x="539" y="1518"/>
                    <a:pt x="538" y="1511"/>
                  </a:cubicBezTo>
                  <a:cubicBezTo>
                    <a:pt x="540" y="1502"/>
                    <a:pt x="541" y="1499"/>
                    <a:pt x="545" y="1499"/>
                  </a:cubicBezTo>
                  <a:cubicBezTo>
                    <a:pt x="547" y="1499"/>
                    <a:pt x="549" y="1500"/>
                    <a:pt x="553" y="1500"/>
                  </a:cubicBezTo>
                  <a:cubicBezTo>
                    <a:pt x="558" y="1503"/>
                    <a:pt x="563" y="1504"/>
                    <a:pt x="562" y="1511"/>
                  </a:cubicBezTo>
                  <a:cubicBezTo>
                    <a:pt x="560" y="1517"/>
                    <a:pt x="560" y="1517"/>
                    <a:pt x="571" y="1519"/>
                  </a:cubicBezTo>
                  <a:cubicBezTo>
                    <a:pt x="573" y="1520"/>
                    <a:pt x="575" y="1520"/>
                    <a:pt x="577" y="1520"/>
                  </a:cubicBezTo>
                  <a:cubicBezTo>
                    <a:pt x="592" y="1520"/>
                    <a:pt x="610" y="1507"/>
                    <a:pt x="617" y="1497"/>
                  </a:cubicBezTo>
                  <a:cubicBezTo>
                    <a:pt x="618" y="1490"/>
                    <a:pt x="618" y="1487"/>
                    <a:pt x="619" y="1487"/>
                  </a:cubicBezTo>
                  <a:cubicBezTo>
                    <a:pt x="620" y="1487"/>
                    <a:pt x="620" y="1491"/>
                    <a:pt x="621" y="1498"/>
                  </a:cubicBezTo>
                  <a:cubicBezTo>
                    <a:pt x="620" y="1505"/>
                    <a:pt x="626" y="1505"/>
                    <a:pt x="631" y="1506"/>
                  </a:cubicBezTo>
                  <a:cubicBezTo>
                    <a:pt x="632" y="1504"/>
                    <a:pt x="632" y="1503"/>
                    <a:pt x="633" y="1503"/>
                  </a:cubicBezTo>
                  <a:cubicBezTo>
                    <a:pt x="634" y="1503"/>
                    <a:pt x="635" y="1506"/>
                    <a:pt x="632" y="1506"/>
                  </a:cubicBezTo>
                  <a:cubicBezTo>
                    <a:pt x="632" y="1506"/>
                    <a:pt x="632" y="1506"/>
                    <a:pt x="631" y="1506"/>
                  </a:cubicBezTo>
                  <a:cubicBezTo>
                    <a:pt x="630" y="1511"/>
                    <a:pt x="627" y="1512"/>
                    <a:pt x="623" y="1512"/>
                  </a:cubicBezTo>
                  <a:cubicBezTo>
                    <a:pt x="622" y="1512"/>
                    <a:pt x="620" y="1512"/>
                    <a:pt x="619" y="1512"/>
                  </a:cubicBezTo>
                  <a:lnTo>
                    <a:pt x="618" y="1518"/>
                  </a:lnTo>
                  <a:cubicBezTo>
                    <a:pt x="619" y="1526"/>
                    <a:pt x="621" y="1529"/>
                    <a:pt x="624" y="1529"/>
                  </a:cubicBezTo>
                  <a:cubicBezTo>
                    <a:pt x="627" y="1529"/>
                    <a:pt x="630" y="1526"/>
                    <a:pt x="635" y="1521"/>
                  </a:cubicBezTo>
                  <a:cubicBezTo>
                    <a:pt x="638" y="1518"/>
                    <a:pt x="639" y="1517"/>
                    <a:pt x="640" y="1517"/>
                  </a:cubicBezTo>
                  <a:cubicBezTo>
                    <a:pt x="642" y="1517"/>
                    <a:pt x="642" y="1519"/>
                    <a:pt x="645" y="1523"/>
                  </a:cubicBezTo>
                  <a:cubicBezTo>
                    <a:pt x="648" y="1528"/>
                    <a:pt x="651" y="1533"/>
                    <a:pt x="653" y="1533"/>
                  </a:cubicBezTo>
                  <a:cubicBezTo>
                    <a:pt x="654" y="1533"/>
                    <a:pt x="655" y="1533"/>
                    <a:pt x="655" y="1531"/>
                  </a:cubicBezTo>
                  <a:cubicBezTo>
                    <a:pt x="662" y="1532"/>
                    <a:pt x="667" y="1535"/>
                    <a:pt x="671" y="1541"/>
                  </a:cubicBezTo>
                  <a:cubicBezTo>
                    <a:pt x="675" y="1541"/>
                    <a:pt x="678" y="1542"/>
                    <a:pt x="681" y="1542"/>
                  </a:cubicBezTo>
                  <a:cubicBezTo>
                    <a:pt x="686" y="1542"/>
                    <a:pt x="689" y="1541"/>
                    <a:pt x="689" y="1536"/>
                  </a:cubicBezTo>
                  <a:cubicBezTo>
                    <a:pt x="689" y="1532"/>
                    <a:pt x="692" y="1530"/>
                    <a:pt x="696" y="1530"/>
                  </a:cubicBezTo>
                  <a:cubicBezTo>
                    <a:pt x="698" y="1530"/>
                    <a:pt x="699" y="1530"/>
                    <a:pt x="701" y="1531"/>
                  </a:cubicBezTo>
                  <a:cubicBezTo>
                    <a:pt x="706" y="1531"/>
                    <a:pt x="712" y="1531"/>
                    <a:pt x="712" y="1524"/>
                  </a:cubicBezTo>
                  <a:cubicBezTo>
                    <a:pt x="713" y="1517"/>
                    <a:pt x="720" y="1511"/>
                    <a:pt x="728" y="1511"/>
                  </a:cubicBezTo>
                  <a:cubicBezTo>
                    <a:pt x="728" y="1511"/>
                    <a:pt x="729" y="1512"/>
                    <a:pt x="730" y="1512"/>
                  </a:cubicBezTo>
                  <a:cubicBezTo>
                    <a:pt x="734" y="1509"/>
                    <a:pt x="737" y="1508"/>
                    <a:pt x="739" y="1508"/>
                  </a:cubicBezTo>
                  <a:cubicBezTo>
                    <a:pt x="742" y="1508"/>
                    <a:pt x="743" y="1511"/>
                    <a:pt x="746" y="1519"/>
                  </a:cubicBezTo>
                  <a:cubicBezTo>
                    <a:pt x="746" y="1526"/>
                    <a:pt x="751" y="1526"/>
                    <a:pt x="757" y="1527"/>
                  </a:cubicBezTo>
                  <a:cubicBezTo>
                    <a:pt x="761" y="1527"/>
                    <a:pt x="765" y="1531"/>
                    <a:pt x="768" y="1534"/>
                  </a:cubicBezTo>
                  <a:cubicBezTo>
                    <a:pt x="770" y="1536"/>
                    <a:pt x="771" y="1537"/>
                    <a:pt x="772" y="1537"/>
                  </a:cubicBezTo>
                  <a:cubicBezTo>
                    <a:pt x="774" y="1537"/>
                    <a:pt x="774" y="1532"/>
                    <a:pt x="774" y="1527"/>
                  </a:cubicBezTo>
                  <a:lnTo>
                    <a:pt x="774" y="1514"/>
                  </a:lnTo>
                  <a:cubicBezTo>
                    <a:pt x="778" y="1514"/>
                    <a:pt x="784" y="1527"/>
                    <a:pt x="785" y="1534"/>
                  </a:cubicBezTo>
                  <a:cubicBezTo>
                    <a:pt x="788" y="1541"/>
                    <a:pt x="789" y="1544"/>
                    <a:pt x="790" y="1544"/>
                  </a:cubicBezTo>
                  <a:cubicBezTo>
                    <a:pt x="791" y="1544"/>
                    <a:pt x="791" y="1541"/>
                    <a:pt x="791" y="1534"/>
                  </a:cubicBezTo>
                  <a:cubicBezTo>
                    <a:pt x="791" y="1529"/>
                    <a:pt x="793" y="1524"/>
                    <a:pt x="799" y="1524"/>
                  </a:cubicBezTo>
                  <a:cubicBezTo>
                    <a:pt x="801" y="1524"/>
                    <a:pt x="803" y="1524"/>
                    <a:pt x="806" y="1526"/>
                  </a:cubicBezTo>
                  <a:cubicBezTo>
                    <a:pt x="809" y="1526"/>
                    <a:pt x="812" y="1526"/>
                    <a:pt x="815" y="1526"/>
                  </a:cubicBezTo>
                  <a:cubicBezTo>
                    <a:pt x="823" y="1526"/>
                    <a:pt x="829" y="1527"/>
                    <a:pt x="830" y="1532"/>
                  </a:cubicBezTo>
                  <a:cubicBezTo>
                    <a:pt x="831" y="1534"/>
                    <a:pt x="833" y="1535"/>
                    <a:pt x="835" y="1535"/>
                  </a:cubicBezTo>
                  <a:cubicBezTo>
                    <a:pt x="837" y="1535"/>
                    <a:pt x="839" y="1534"/>
                    <a:pt x="841" y="1532"/>
                  </a:cubicBezTo>
                  <a:cubicBezTo>
                    <a:pt x="844" y="1528"/>
                    <a:pt x="847" y="1526"/>
                    <a:pt x="853" y="1526"/>
                  </a:cubicBezTo>
                  <a:cubicBezTo>
                    <a:pt x="856" y="1526"/>
                    <a:pt x="861" y="1527"/>
                    <a:pt x="868" y="1528"/>
                  </a:cubicBezTo>
                  <a:cubicBezTo>
                    <a:pt x="882" y="1533"/>
                    <a:pt x="889" y="1535"/>
                    <a:pt x="893" y="1535"/>
                  </a:cubicBezTo>
                  <a:cubicBezTo>
                    <a:pt x="898" y="1535"/>
                    <a:pt x="897" y="1531"/>
                    <a:pt x="896" y="1524"/>
                  </a:cubicBezTo>
                  <a:cubicBezTo>
                    <a:pt x="895" y="1520"/>
                    <a:pt x="895" y="1516"/>
                    <a:pt x="896" y="1516"/>
                  </a:cubicBezTo>
                  <a:cubicBezTo>
                    <a:pt x="897" y="1516"/>
                    <a:pt x="898" y="1518"/>
                    <a:pt x="902" y="1523"/>
                  </a:cubicBezTo>
                  <a:cubicBezTo>
                    <a:pt x="903" y="1525"/>
                    <a:pt x="905" y="1525"/>
                    <a:pt x="907" y="1525"/>
                  </a:cubicBezTo>
                  <a:cubicBezTo>
                    <a:pt x="911" y="1525"/>
                    <a:pt x="916" y="1519"/>
                    <a:pt x="923" y="1513"/>
                  </a:cubicBezTo>
                  <a:cubicBezTo>
                    <a:pt x="925" y="1504"/>
                    <a:pt x="925" y="1495"/>
                    <a:pt x="923" y="1485"/>
                  </a:cubicBezTo>
                  <a:cubicBezTo>
                    <a:pt x="921" y="1477"/>
                    <a:pt x="920" y="1474"/>
                    <a:pt x="923" y="1474"/>
                  </a:cubicBezTo>
                  <a:cubicBezTo>
                    <a:pt x="925" y="1474"/>
                    <a:pt x="928" y="1475"/>
                    <a:pt x="932" y="1476"/>
                  </a:cubicBezTo>
                  <a:cubicBezTo>
                    <a:pt x="932" y="1476"/>
                    <a:pt x="933" y="1476"/>
                    <a:pt x="933" y="1476"/>
                  </a:cubicBezTo>
                  <a:cubicBezTo>
                    <a:pt x="938" y="1476"/>
                    <a:pt x="943" y="1481"/>
                    <a:pt x="945" y="1487"/>
                  </a:cubicBezTo>
                  <a:cubicBezTo>
                    <a:pt x="947" y="1490"/>
                    <a:pt x="944" y="1494"/>
                    <a:pt x="941" y="1495"/>
                  </a:cubicBezTo>
                  <a:lnTo>
                    <a:pt x="936" y="1496"/>
                  </a:lnTo>
                  <a:cubicBezTo>
                    <a:pt x="937" y="1502"/>
                    <a:pt x="938" y="1508"/>
                    <a:pt x="946" y="1508"/>
                  </a:cubicBezTo>
                  <a:cubicBezTo>
                    <a:pt x="947" y="1508"/>
                    <a:pt x="948" y="1507"/>
                    <a:pt x="950" y="1507"/>
                  </a:cubicBezTo>
                  <a:cubicBezTo>
                    <a:pt x="953" y="1509"/>
                    <a:pt x="955" y="1510"/>
                    <a:pt x="957" y="1510"/>
                  </a:cubicBezTo>
                  <a:cubicBezTo>
                    <a:pt x="960" y="1510"/>
                    <a:pt x="962" y="1508"/>
                    <a:pt x="961" y="1504"/>
                  </a:cubicBezTo>
                  <a:lnTo>
                    <a:pt x="961" y="1504"/>
                  </a:lnTo>
                  <a:cubicBezTo>
                    <a:pt x="964" y="1506"/>
                    <a:pt x="967" y="1507"/>
                    <a:pt x="971" y="1507"/>
                  </a:cubicBezTo>
                  <a:cubicBezTo>
                    <a:pt x="977" y="1507"/>
                    <a:pt x="983" y="1505"/>
                    <a:pt x="989" y="1504"/>
                  </a:cubicBezTo>
                  <a:cubicBezTo>
                    <a:pt x="997" y="1501"/>
                    <a:pt x="1008" y="1498"/>
                    <a:pt x="1016" y="1498"/>
                  </a:cubicBezTo>
                  <a:cubicBezTo>
                    <a:pt x="1019" y="1498"/>
                    <a:pt x="1022" y="1498"/>
                    <a:pt x="1024" y="1499"/>
                  </a:cubicBezTo>
                  <a:cubicBezTo>
                    <a:pt x="1035" y="1496"/>
                    <a:pt x="1040" y="1494"/>
                    <a:pt x="1037" y="1487"/>
                  </a:cubicBezTo>
                  <a:cubicBezTo>
                    <a:pt x="1035" y="1479"/>
                    <a:pt x="1036" y="1475"/>
                    <a:pt x="1038" y="1475"/>
                  </a:cubicBezTo>
                  <a:cubicBezTo>
                    <a:pt x="1039" y="1475"/>
                    <a:pt x="1040" y="1477"/>
                    <a:pt x="1041" y="1479"/>
                  </a:cubicBezTo>
                  <a:cubicBezTo>
                    <a:pt x="1043" y="1481"/>
                    <a:pt x="1047" y="1482"/>
                    <a:pt x="1052" y="1482"/>
                  </a:cubicBezTo>
                  <a:cubicBezTo>
                    <a:pt x="1075" y="1482"/>
                    <a:pt x="1121" y="1464"/>
                    <a:pt x="1120" y="1451"/>
                  </a:cubicBezTo>
                  <a:lnTo>
                    <a:pt x="1131" y="1447"/>
                  </a:lnTo>
                  <a:cubicBezTo>
                    <a:pt x="1131" y="1447"/>
                    <a:pt x="1131" y="1447"/>
                    <a:pt x="1132" y="1447"/>
                  </a:cubicBezTo>
                  <a:cubicBezTo>
                    <a:pt x="1146" y="1447"/>
                    <a:pt x="1173" y="1429"/>
                    <a:pt x="1174" y="1421"/>
                  </a:cubicBezTo>
                  <a:lnTo>
                    <a:pt x="1189" y="1412"/>
                  </a:lnTo>
                  <a:cubicBezTo>
                    <a:pt x="1190" y="1412"/>
                    <a:pt x="1191" y="1412"/>
                    <a:pt x="1193" y="1412"/>
                  </a:cubicBezTo>
                  <a:cubicBezTo>
                    <a:pt x="1203" y="1412"/>
                    <a:pt x="1207" y="1408"/>
                    <a:pt x="1207" y="1399"/>
                  </a:cubicBezTo>
                  <a:cubicBezTo>
                    <a:pt x="1208" y="1393"/>
                    <a:pt x="1206" y="1388"/>
                    <a:pt x="1206" y="1388"/>
                  </a:cubicBezTo>
                  <a:lnTo>
                    <a:pt x="1206" y="1388"/>
                  </a:lnTo>
                  <a:cubicBezTo>
                    <a:pt x="1207" y="1388"/>
                    <a:pt x="1207" y="1389"/>
                    <a:pt x="1208" y="1390"/>
                  </a:cubicBezTo>
                  <a:cubicBezTo>
                    <a:pt x="1209" y="1392"/>
                    <a:pt x="1210" y="1392"/>
                    <a:pt x="1212" y="1392"/>
                  </a:cubicBezTo>
                  <a:cubicBezTo>
                    <a:pt x="1217" y="1392"/>
                    <a:pt x="1226" y="1386"/>
                    <a:pt x="1239" y="1376"/>
                  </a:cubicBezTo>
                  <a:cubicBezTo>
                    <a:pt x="1257" y="1362"/>
                    <a:pt x="1257" y="1362"/>
                    <a:pt x="1248" y="1361"/>
                  </a:cubicBezTo>
                  <a:cubicBezTo>
                    <a:pt x="1255" y="1350"/>
                    <a:pt x="1260" y="1346"/>
                    <a:pt x="1263" y="1346"/>
                  </a:cubicBezTo>
                  <a:cubicBezTo>
                    <a:pt x="1266" y="1346"/>
                    <a:pt x="1268" y="1349"/>
                    <a:pt x="1270" y="1351"/>
                  </a:cubicBezTo>
                  <a:cubicBezTo>
                    <a:pt x="1271" y="1356"/>
                    <a:pt x="1273" y="1359"/>
                    <a:pt x="1275" y="1359"/>
                  </a:cubicBezTo>
                  <a:cubicBezTo>
                    <a:pt x="1278" y="1359"/>
                    <a:pt x="1280" y="1351"/>
                    <a:pt x="1274" y="1339"/>
                  </a:cubicBezTo>
                  <a:cubicBezTo>
                    <a:pt x="1270" y="1327"/>
                    <a:pt x="1274" y="1321"/>
                    <a:pt x="1279" y="1321"/>
                  </a:cubicBezTo>
                  <a:cubicBezTo>
                    <a:pt x="1280" y="1321"/>
                    <a:pt x="1281" y="1321"/>
                    <a:pt x="1282" y="1322"/>
                  </a:cubicBezTo>
                  <a:cubicBezTo>
                    <a:pt x="1286" y="1328"/>
                    <a:pt x="1282" y="1331"/>
                    <a:pt x="1277" y="1336"/>
                  </a:cubicBezTo>
                  <a:cubicBezTo>
                    <a:pt x="1277" y="1336"/>
                    <a:pt x="1282" y="1340"/>
                    <a:pt x="1286" y="1346"/>
                  </a:cubicBezTo>
                  <a:cubicBezTo>
                    <a:pt x="1291" y="1341"/>
                    <a:pt x="1291" y="1341"/>
                    <a:pt x="1291" y="1332"/>
                  </a:cubicBezTo>
                  <a:cubicBezTo>
                    <a:pt x="1294" y="1329"/>
                    <a:pt x="1295" y="1324"/>
                    <a:pt x="1294" y="1320"/>
                  </a:cubicBezTo>
                  <a:cubicBezTo>
                    <a:pt x="1294" y="1312"/>
                    <a:pt x="1289" y="1305"/>
                    <a:pt x="1281" y="1305"/>
                  </a:cubicBezTo>
                  <a:cubicBezTo>
                    <a:pt x="1272" y="1304"/>
                    <a:pt x="1276" y="1301"/>
                    <a:pt x="1280" y="1296"/>
                  </a:cubicBezTo>
                  <a:cubicBezTo>
                    <a:pt x="1282" y="1296"/>
                    <a:pt x="1284" y="1296"/>
                    <a:pt x="1286" y="1296"/>
                  </a:cubicBezTo>
                  <a:cubicBezTo>
                    <a:pt x="1295" y="1296"/>
                    <a:pt x="1298" y="1300"/>
                    <a:pt x="1298" y="1307"/>
                  </a:cubicBezTo>
                  <a:cubicBezTo>
                    <a:pt x="1294" y="1311"/>
                    <a:pt x="1299" y="1316"/>
                    <a:pt x="1303" y="1321"/>
                  </a:cubicBezTo>
                  <a:cubicBezTo>
                    <a:pt x="1304" y="1321"/>
                    <a:pt x="1304" y="1322"/>
                    <a:pt x="1305" y="1322"/>
                  </a:cubicBezTo>
                  <a:cubicBezTo>
                    <a:pt x="1310" y="1322"/>
                    <a:pt x="1318" y="1295"/>
                    <a:pt x="1312" y="1283"/>
                  </a:cubicBezTo>
                  <a:lnTo>
                    <a:pt x="1312" y="1283"/>
                  </a:lnTo>
                  <a:lnTo>
                    <a:pt x="1317" y="1287"/>
                  </a:lnTo>
                  <a:cubicBezTo>
                    <a:pt x="1318" y="1288"/>
                    <a:pt x="1319" y="1289"/>
                    <a:pt x="1320" y="1289"/>
                  </a:cubicBezTo>
                  <a:cubicBezTo>
                    <a:pt x="1325" y="1289"/>
                    <a:pt x="1332" y="1282"/>
                    <a:pt x="1337" y="1276"/>
                  </a:cubicBezTo>
                  <a:cubicBezTo>
                    <a:pt x="1345" y="1267"/>
                    <a:pt x="1349" y="1264"/>
                    <a:pt x="1344" y="1259"/>
                  </a:cubicBezTo>
                  <a:cubicBezTo>
                    <a:pt x="1338" y="1255"/>
                    <a:pt x="1334" y="1250"/>
                    <a:pt x="1337" y="1246"/>
                  </a:cubicBezTo>
                  <a:lnTo>
                    <a:pt x="1337" y="1246"/>
                  </a:lnTo>
                  <a:cubicBezTo>
                    <a:pt x="1336" y="1247"/>
                    <a:pt x="1335" y="1248"/>
                    <a:pt x="1333" y="1248"/>
                  </a:cubicBezTo>
                  <a:cubicBezTo>
                    <a:pt x="1330" y="1248"/>
                    <a:pt x="1326" y="1244"/>
                    <a:pt x="1322" y="1241"/>
                  </a:cubicBezTo>
                  <a:cubicBezTo>
                    <a:pt x="1330" y="1239"/>
                    <a:pt x="1337" y="1238"/>
                    <a:pt x="1344" y="1238"/>
                  </a:cubicBezTo>
                  <a:cubicBezTo>
                    <a:pt x="1362" y="1238"/>
                    <a:pt x="1377" y="1230"/>
                    <a:pt x="1386" y="1214"/>
                  </a:cubicBezTo>
                  <a:cubicBezTo>
                    <a:pt x="1394" y="1207"/>
                    <a:pt x="1403" y="1192"/>
                    <a:pt x="1412" y="1191"/>
                  </a:cubicBezTo>
                  <a:cubicBezTo>
                    <a:pt x="1418" y="1182"/>
                    <a:pt x="1421" y="1176"/>
                    <a:pt x="1414" y="1173"/>
                  </a:cubicBezTo>
                  <a:lnTo>
                    <a:pt x="1421" y="1164"/>
                  </a:lnTo>
                  <a:cubicBezTo>
                    <a:pt x="1430" y="1162"/>
                    <a:pt x="1436" y="1153"/>
                    <a:pt x="1430" y="1149"/>
                  </a:cubicBezTo>
                  <a:cubicBezTo>
                    <a:pt x="1427" y="1140"/>
                    <a:pt x="1436" y="1139"/>
                    <a:pt x="1438" y="1135"/>
                  </a:cubicBezTo>
                  <a:cubicBezTo>
                    <a:pt x="1455" y="1131"/>
                    <a:pt x="1455" y="1131"/>
                    <a:pt x="1435" y="1126"/>
                  </a:cubicBezTo>
                  <a:cubicBezTo>
                    <a:pt x="1434" y="1125"/>
                    <a:pt x="1433" y="1125"/>
                    <a:pt x="1432" y="1125"/>
                  </a:cubicBezTo>
                  <a:cubicBezTo>
                    <a:pt x="1426" y="1125"/>
                    <a:pt x="1417" y="1131"/>
                    <a:pt x="1414" y="1135"/>
                  </a:cubicBezTo>
                  <a:lnTo>
                    <a:pt x="1406" y="1148"/>
                  </a:lnTo>
                  <a:lnTo>
                    <a:pt x="1406" y="1148"/>
                  </a:lnTo>
                  <a:lnTo>
                    <a:pt x="1409" y="1131"/>
                  </a:lnTo>
                  <a:cubicBezTo>
                    <a:pt x="1412" y="1124"/>
                    <a:pt x="1411" y="1116"/>
                    <a:pt x="1404" y="1110"/>
                  </a:cubicBezTo>
                  <a:cubicBezTo>
                    <a:pt x="1404" y="1110"/>
                    <a:pt x="1399" y="1107"/>
                    <a:pt x="1401" y="1102"/>
                  </a:cubicBezTo>
                  <a:lnTo>
                    <a:pt x="1401" y="1102"/>
                  </a:lnTo>
                  <a:lnTo>
                    <a:pt x="1413" y="1109"/>
                  </a:lnTo>
                  <a:cubicBezTo>
                    <a:pt x="1417" y="1116"/>
                    <a:pt x="1422" y="1120"/>
                    <a:pt x="1429" y="1124"/>
                  </a:cubicBezTo>
                  <a:cubicBezTo>
                    <a:pt x="1430" y="1124"/>
                    <a:pt x="1430" y="1124"/>
                    <a:pt x="1431" y="1124"/>
                  </a:cubicBezTo>
                  <a:cubicBezTo>
                    <a:pt x="1445" y="1124"/>
                    <a:pt x="1456" y="1112"/>
                    <a:pt x="1445" y="1107"/>
                  </a:cubicBezTo>
                  <a:cubicBezTo>
                    <a:pt x="1447" y="1101"/>
                    <a:pt x="1447" y="1101"/>
                    <a:pt x="1456" y="1099"/>
                  </a:cubicBezTo>
                  <a:cubicBezTo>
                    <a:pt x="1457" y="1099"/>
                    <a:pt x="1458" y="1100"/>
                    <a:pt x="1459" y="1100"/>
                  </a:cubicBezTo>
                  <a:cubicBezTo>
                    <a:pt x="1462" y="1100"/>
                    <a:pt x="1462" y="1095"/>
                    <a:pt x="1455" y="1086"/>
                  </a:cubicBezTo>
                  <a:cubicBezTo>
                    <a:pt x="1446" y="1076"/>
                    <a:pt x="1447" y="1072"/>
                    <a:pt x="1457" y="1072"/>
                  </a:cubicBezTo>
                  <a:cubicBezTo>
                    <a:pt x="1459" y="1072"/>
                    <a:pt x="1460" y="1072"/>
                    <a:pt x="1461" y="1072"/>
                  </a:cubicBezTo>
                  <a:cubicBezTo>
                    <a:pt x="1478" y="1066"/>
                    <a:pt x="1486" y="1045"/>
                    <a:pt x="1480" y="1043"/>
                  </a:cubicBezTo>
                  <a:cubicBezTo>
                    <a:pt x="1467" y="1038"/>
                    <a:pt x="1474" y="1023"/>
                    <a:pt x="1482" y="1019"/>
                  </a:cubicBezTo>
                  <a:cubicBezTo>
                    <a:pt x="1489" y="1016"/>
                    <a:pt x="1492" y="1011"/>
                    <a:pt x="1487" y="1003"/>
                  </a:cubicBezTo>
                  <a:lnTo>
                    <a:pt x="1487" y="1003"/>
                  </a:lnTo>
                  <a:cubicBezTo>
                    <a:pt x="1489" y="1004"/>
                    <a:pt x="1490" y="1004"/>
                    <a:pt x="1491" y="1004"/>
                  </a:cubicBezTo>
                  <a:cubicBezTo>
                    <a:pt x="1497" y="1004"/>
                    <a:pt x="1502" y="1001"/>
                    <a:pt x="1497" y="994"/>
                  </a:cubicBezTo>
                  <a:cubicBezTo>
                    <a:pt x="1497" y="994"/>
                    <a:pt x="1498" y="992"/>
                    <a:pt x="1495" y="992"/>
                  </a:cubicBezTo>
                  <a:cubicBezTo>
                    <a:pt x="1494" y="992"/>
                    <a:pt x="1493" y="992"/>
                    <a:pt x="1491" y="993"/>
                  </a:cubicBezTo>
                  <a:lnTo>
                    <a:pt x="1480" y="979"/>
                  </a:lnTo>
                  <a:cubicBezTo>
                    <a:pt x="1480" y="981"/>
                    <a:pt x="1478" y="982"/>
                    <a:pt x="1475" y="982"/>
                  </a:cubicBezTo>
                  <a:cubicBezTo>
                    <a:pt x="1473" y="982"/>
                    <a:pt x="1469" y="981"/>
                    <a:pt x="1466" y="980"/>
                  </a:cubicBezTo>
                  <a:cubicBezTo>
                    <a:pt x="1459" y="978"/>
                    <a:pt x="1472" y="960"/>
                    <a:pt x="1494" y="954"/>
                  </a:cubicBezTo>
                  <a:lnTo>
                    <a:pt x="1511" y="946"/>
                  </a:lnTo>
                  <a:lnTo>
                    <a:pt x="1497" y="943"/>
                  </a:lnTo>
                  <a:cubicBezTo>
                    <a:pt x="1498" y="938"/>
                    <a:pt x="1499" y="933"/>
                    <a:pt x="1504" y="933"/>
                  </a:cubicBezTo>
                  <a:cubicBezTo>
                    <a:pt x="1504" y="933"/>
                    <a:pt x="1505" y="934"/>
                    <a:pt x="1506" y="934"/>
                  </a:cubicBezTo>
                  <a:cubicBezTo>
                    <a:pt x="1508" y="934"/>
                    <a:pt x="1510" y="935"/>
                    <a:pt x="1511" y="935"/>
                  </a:cubicBezTo>
                  <a:cubicBezTo>
                    <a:pt x="1513" y="935"/>
                    <a:pt x="1513" y="933"/>
                    <a:pt x="1514" y="929"/>
                  </a:cubicBezTo>
                  <a:cubicBezTo>
                    <a:pt x="1515" y="926"/>
                    <a:pt x="1513" y="923"/>
                    <a:pt x="1509" y="923"/>
                  </a:cubicBezTo>
                  <a:cubicBezTo>
                    <a:pt x="1496" y="920"/>
                    <a:pt x="1496" y="920"/>
                    <a:pt x="1503" y="916"/>
                  </a:cubicBezTo>
                  <a:cubicBezTo>
                    <a:pt x="1518" y="913"/>
                    <a:pt x="1519" y="907"/>
                    <a:pt x="1506" y="899"/>
                  </a:cubicBezTo>
                  <a:cubicBezTo>
                    <a:pt x="1493" y="897"/>
                    <a:pt x="1493" y="897"/>
                    <a:pt x="1507" y="895"/>
                  </a:cubicBezTo>
                  <a:cubicBezTo>
                    <a:pt x="1508" y="895"/>
                    <a:pt x="1509" y="895"/>
                    <a:pt x="1509" y="895"/>
                  </a:cubicBezTo>
                  <a:cubicBezTo>
                    <a:pt x="1514" y="895"/>
                    <a:pt x="1520" y="891"/>
                    <a:pt x="1522" y="886"/>
                  </a:cubicBezTo>
                  <a:lnTo>
                    <a:pt x="1515" y="885"/>
                  </a:lnTo>
                  <a:cubicBezTo>
                    <a:pt x="1502" y="882"/>
                    <a:pt x="1503" y="877"/>
                    <a:pt x="1511" y="872"/>
                  </a:cubicBezTo>
                  <a:lnTo>
                    <a:pt x="1511" y="872"/>
                  </a:lnTo>
                  <a:cubicBezTo>
                    <a:pt x="1511" y="872"/>
                    <a:pt x="1512" y="872"/>
                    <a:pt x="1512" y="872"/>
                  </a:cubicBezTo>
                  <a:cubicBezTo>
                    <a:pt x="1517" y="872"/>
                    <a:pt x="1517" y="867"/>
                    <a:pt x="1513" y="855"/>
                  </a:cubicBezTo>
                  <a:cubicBezTo>
                    <a:pt x="1514" y="845"/>
                    <a:pt x="1514" y="840"/>
                    <a:pt x="1521" y="840"/>
                  </a:cubicBezTo>
                  <a:cubicBezTo>
                    <a:pt x="1525" y="840"/>
                    <a:pt x="1528" y="840"/>
                    <a:pt x="1529" y="840"/>
                  </a:cubicBezTo>
                  <a:cubicBezTo>
                    <a:pt x="1533" y="840"/>
                    <a:pt x="1531" y="839"/>
                    <a:pt x="1522" y="834"/>
                  </a:cubicBezTo>
                  <a:cubicBezTo>
                    <a:pt x="1515" y="828"/>
                    <a:pt x="1515" y="828"/>
                    <a:pt x="1522" y="817"/>
                  </a:cubicBezTo>
                  <a:cubicBezTo>
                    <a:pt x="1530" y="813"/>
                    <a:pt x="1530" y="813"/>
                    <a:pt x="1523" y="806"/>
                  </a:cubicBezTo>
                  <a:cubicBezTo>
                    <a:pt x="1510" y="806"/>
                    <a:pt x="1503" y="806"/>
                    <a:pt x="1503" y="811"/>
                  </a:cubicBezTo>
                  <a:cubicBezTo>
                    <a:pt x="1502" y="816"/>
                    <a:pt x="1502" y="816"/>
                    <a:pt x="1495" y="816"/>
                  </a:cubicBezTo>
                  <a:lnTo>
                    <a:pt x="1496" y="805"/>
                  </a:lnTo>
                  <a:cubicBezTo>
                    <a:pt x="1497" y="797"/>
                    <a:pt x="1495" y="790"/>
                    <a:pt x="1491" y="784"/>
                  </a:cubicBezTo>
                  <a:cubicBezTo>
                    <a:pt x="1487" y="779"/>
                    <a:pt x="1482" y="776"/>
                    <a:pt x="1479" y="776"/>
                  </a:cubicBezTo>
                  <a:cubicBezTo>
                    <a:pt x="1475" y="776"/>
                    <a:pt x="1473" y="779"/>
                    <a:pt x="1476" y="784"/>
                  </a:cubicBezTo>
                  <a:lnTo>
                    <a:pt x="1469" y="788"/>
                  </a:lnTo>
                  <a:cubicBezTo>
                    <a:pt x="1449" y="788"/>
                    <a:pt x="1448" y="798"/>
                    <a:pt x="1468" y="799"/>
                  </a:cubicBezTo>
                  <a:cubicBezTo>
                    <a:pt x="1488" y="799"/>
                    <a:pt x="1488" y="799"/>
                    <a:pt x="1475" y="805"/>
                  </a:cubicBezTo>
                  <a:cubicBezTo>
                    <a:pt x="1474" y="805"/>
                    <a:pt x="1473" y="805"/>
                    <a:pt x="1472" y="805"/>
                  </a:cubicBezTo>
                  <a:cubicBezTo>
                    <a:pt x="1461" y="805"/>
                    <a:pt x="1461" y="810"/>
                    <a:pt x="1460" y="814"/>
                  </a:cubicBezTo>
                  <a:cubicBezTo>
                    <a:pt x="1460" y="818"/>
                    <a:pt x="1460" y="819"/>
                    <a:pt x="1458" y="819"/>
                  </a:cubicBezTo>
                  <a:cubicBezTo>
                    <a:pt x="1457" y="819"/>
                    <a:pt x="1456" y="819"/>
                    <a:pt x="1454" y="818"/>
                  </a:cubicBezTo>
                  <a:cubicBezTo>
                    <a:pt x="1447" y="818"/>
                    <a:pt x="1440" y="823"/>
                    <a:pt x="1439" y="827"/>
                  </a:cubicBezTo>
                  <a:cubicBezTo>
                    <a:pt x="1439" y="833"/>
                    <a:pt x="1439" y="833"/>
                    <a:pt x="1446" y="833"/>
                  </a:cubicBezTo>
                  <a:cubicBezTo>
                    <a:pt x="1447" y="832"/>
                    <a:pt x="1448" y="832"/>
                    <a:pt x="1449" y="832"/>
                  </a:cubicBezTo>
                  <a:cubicBezTo>
                    <a:pt x="1453" y="832"/>
                    <a:pt x="1450" y="839"/>
                    <a:pt x="1439" y="843"/>
                  </a:cubicBezTo>
                  <a:cubicBezTo>
                    <a:pt x="1431" y="846"/>
                    <a:pt x="1431" y="846"/>
                    <a:pt x="1445" y="849"/>
                  </a:cubicBezTo>
                  <a:cubicBezTo>
                    <a:pt x="1458" y="850"/>
                    <a:pt x="1457" y="860"/>
                    <a:pt x="1442" y="863"/>
                  </a:cubicBezTo>
                  <a:lnTo>
                    <a:pt x="1440" y="873"/>
                  </a:lnTo>
                  <a:cubicBezTo>
                    <a:pt x="1440" y="878"/>
                    <a:pt x="1447" y="879"/>
                    <a:pt x="1454" y="880"/>
                  </a:cubicBezTo>
                  <a:cubicBezTo>
                    <a:pt x="1467" y="882"/>
                    <a:pt x="1467" y="882"/>
                    <a:pt x="1459" y="887"/>
                  </a:cubicBezTo>
                  <a:cubicBezTo>
                    <a:pt x="1456" y="888"/>
                    <a:pt x="1453" y="889"/>
                    <a:pt x="1449" y="889"/>
                  </a:cubicBezTo>
                  <a:cubicBezTo>
                    <a:pt x="1448" y="889"/>
                    <a:pt x="1446" y="889"/>
                    <a:pt x="1445" y="889"/>
                  </a:cubicBezTo>
                  <a:cubicBezTo>
                    <a:pt x="1444" y="889"/>
                    <a:pt x="1443" y="889"/>
                    <a:pt x="1443" y="889"/>
                  </a:cubicBezTo>
                  <a:cubicBezTo>
                    <a:pt x="1438" y="889"/>
                    <a:pt x="1438" y="893"/>
                    <a:pt x="1437" y="898"/>
                  </a:cubicBezTo>
                  <a:cubicBezTo>
                    <a:pt x="1436" y="903"/>
                    <a:pt x="1435" y="913"/>
                    <a:pt x="1441" y="914"/>
                  </a:cubicBezTo>
                  <a:lnTo>
                    <a:pt x="1435" y="913"/>
                  </a:lnTo>
                  <a:cubicBezTo>
                    <a:pt x="1433" y="917"/>
                    <a:pt x="1427" y="916"/>
                    <a:pt x="1433" y="917"/>
                  </a:cubicBezTo>
                  <a:cubicBezTo>
                    <a:pt x="1430" y="923"/>
                    <a:pt x="1427" y="927"/>
                    <a:pt x="1422" y="931"/>
                  </a:cubicBezTo>
                  <a:cubicBezTo>
                    <a:pt x="1415" y="937"/>
                    <a:pt x="1419" y="949"/>
                    <a:pt x="1429" y="949"/>
                  </a:cubicBezTo>
                  <a:cubicBezTo>
                    <a:pt x="1432" y="949"/>
                    <a:pt x="1435" y="948"/>
                    <a:pt x="1439" y="945"/>
                  </a:cubicBezTo>
                  <a:cubicBezTo>
                    <a:pt x="1440" y="943"/>
                    <a:pt x="1440" y="942"/>
                    <a:pt x="1441" y="942"/>
                  </a:cubicBezTo>
                  <a:lnTo>
                    <a:pt x="1441" y="942"/>
                  </a:lnTo>
                  <a:cubicBezTo>
                    <a:pt x="1441" y="942"/>
                    <a:pt x="1440" y="945"/>
                    <a:pt x="1438" y="951"/>
                  </a:cubicBezTo>
                  <a:cubicBezTo>
                    <a:pt x="1437" y="955"/>
                    <a:pt x="1443" y="957"/>
                    <a:pt x="1443" y="957"/>
                  </a:cubicBezTo>
                  <a:cubicBezTo>
                    <a:pt x="1450" y="959"/>
                    <a:pt x="1449" y="964"/>
                    <a:pt x="1447" y="969"/>
                  </a:cubicBezTo>
                  <a:lnTo>
                    <a:pt x="1435" y="965"/>
                  </a:lnTo>
                  <a:cubicBezTo>
                    <a:pt x="1428" y="961"/>
                    <a:pt x="1423" y="960"/>
                    <a:pt x="1419" y="960"/>
                  </a:cubicBezTo>
                  <a:cubicBezTo>
                    <a:pt x="1413" y="960"/>
                    <a:pt x="1413" y="966"/>
                    <a:pt x="1426" y="973"/>
                  </a:cubicBezTo>
                  <a:lnTo>
                    <a:pt x="1419" y="971"/>
                  </a:lnTo>
                  <a:cubicBezTo>
                    <a:pt x="1418" y="971"/>
                    <a:pt x="1417" y="970"/>
                    <a:pt x="1416" y="970"/>
                  </a:cubicBezTo>
                  <a:cubicBezTo>
                    <a:pt x="1412" y="970"/>
                    <a:pt x="1411" y="976"/>
                    <a:pt x="1414" y="986"/>
                  </a:cubicBezTo>
                  <a:cubicBezTo>
                    <a:pt x="1412" y="990"/>
                    <a:pt x="1423" y="999"/>
                    <a:pt x="1430" y="1001"/>
                  </a:cubicBezTo>
                  <a:cubicBezTo>
                    <a:pt x="1436" y="1003"/>
                    <a:pt x="1435" y="1009"/>
                    <a:pt x="1435" y="1009"/>
                  </a:cubicBezTo>
                  <a:cubicBezTo>
                    <a:pt x="1433" y="1012"/>
                    <a:pt x="1433" y="1013"/>
                    <a:pt x="1431" y="1013"/>
                  </a:cubicBezTo>
                  <a:cubicBezTo>
                    <a:pt x="1430" y="1013"/>
                    <a:pt x="1428" y="1012"/>
                    <a:pt x="1426" y="1011"/>
                  </a:cubicBezTo>
                  <a:cubicBezTo>
                    <a:pt x="1423" y="1011"/>
                    <a:pt x="1421" y="1010"/>
                    <a:pt x="1420" y="1010"/>
                  </a:cubicBezTo>
                  <a:cubicBezTo>
                    <a:pt x="1412" y="1010"/>
                    <a:pt x="1412" y="1018"/>
                    <a:pt x="1420" y="1026"/>
                  </a:cubicBezTo>
                  <a:lnTo>
                    <a:pt x="1414" y="1024"/>
                  </a:lnTo>
                  <a:cubicBezTo>
                    <a:pt x="1413" y="1023"/>
                    <a:pt x="1412" y="1023"/>
                    <a:pt x="1410" y="1023"/>
                  </a:cubicBezTo>
                  <a:cubicBezTo>
                    <a:pt x="1405" y="1023"/>
                    <a:pt x="1400" y="1029"/>
                    <a:pt x="1396" y="1048"/>
                  </a:cubicBezTo>
                  <a:cubicBezTo>
                    <a:pt x="1388" y="1065"/>
                    <a:pt x="1382" y="1078"/>
                    <a:pt x="1377" y="1078"/>
                  </a:cubicBezTo>
                  <a:cubicBezTo>
                    <a:pt x="1376" y="1078"/>
                    <a:pt x="1376" y="1078"/>
                    <a:pt x="1375" y="1078"/>
                  </a:cubicBezTo>
                  <a:cubicBezTo>
                    <a:pt x="1375" y="1077"/>
                    <a:pt x="1374" y="1077"/>
                    <a:pt x="1374" y="1077"/>
                  </a:cubicBezTo>
                  <a:cubicBezTo>
                    <a:pt x="1369" y="1077"/>
                    <a:pt x="1373" y="1100"/>
                    <a:pt x="1378" y="1115"/>
                  </a:cubicBezTo>
                  <a:cubicBezTo>
                    <a:pt x="1377" y="1114"/>
                    <a:pt x="1376" y="1113"/>
                    <a:pt x="1375" y="1113"/>
                  </a:cubicBezTo>
                  <a:cubicBezTo>
                    <a:pt x="1371" y="1113"/>
                    <a:pt x="1368" y="1117"/>
                    <a:pt x="1365" y="1124"/>
                  </a:cubicBezTo>
                  <a:cubicBezTo>
                    <a:pt x="1359" y="1132"/>
                    <a:pt x="1357" y="1135"/>
                    <a:pt x="1355" y="1135"/>
                  </a:cubicBezTo>
                  <a:cubicBezTo>
                    <a:pt x="1353" y="1135"/>
                    <a:pt x="1352" y="1135"/>
                    <a:pt x="1350" y="1134"/>
                  </a:cubicBezTo>
                  <a:cubicBezTo>
                    <a:pt x="1346" y="1128"/>
                    <a:pt x="1344" y="1126"/>
                    <a:pt x="1343" y="1126"/>
                  </a:cubicBezTo>
                  <a:lnTo>
                    <a:pt x="1343" y="1126"/>
                  </a:lnTo>
                  <a:cubicBezTo>
                    <a:pt x="1343" y="1126"/>
                    <a:pt x="1344" y="1130"/>
                    <a:pt x="1348" y="1138"/>
                  </a:cubicBezTo>
                  <a:cubicBezTo>
                    <a:pt x="1355" y="1146"/>
                    <a:pt x="1349" y="1153"/>
                    <a:pt x="1340" y="1153"/>
                  </a:cubicBezTo>
                  <a:cubicBezTo>
                    <a:pt x="1337" y="1153"/>
                    <a:pt x="1334" y="1152"/>
                    <a:pt x="1331" y="1150"/>
                  </a:cubicBezTo>
                  <a:cubicBezTo>
                    <a:pt x="1330" y="1150"/>
                    <a:pt x="1329" y="1149"/>
                    <a:pt x="1328" y="1149"/>
                  </a:cubicBezTo>
                  <a:cubicBezTo>
                    <a:pt x="1324" y="1149"/>
                    <a:pt x="1322" y="1153"/>
                    <a:pt x="1317" y="1159"/>
                  </a:cubicBezTo>
                  <a:cubicBezTo>
                    <a:pt x="1320" y="1167"/>
                    <a:pt x="1313" y="1175"/>
                    <a:pt x="1308" y="1183"/>
                  </a:cubicBezTo>
                  <a:cubicBezTo>
                    <a:pt x="1299" y="1195"/>
                    <a:pt x="1299" y="1195"/>
                    <a:pt x="1309" y="1203"/>
                  </a:cubicBezTo>
                  <a:cubicBezTo>
                    <a:pt x="1320" y="1212"/>
                    <a:pt x="1317" y="1217"/>
                    <a:pt x="1310" y="1224"/>
                  </a:cubicBezTo>
                  <a:cubicBezTo>
                    <a:pt x="1308" y="1227"/>
                    <a:pt x="1305" y="1230"/>
                    <a:pt x="1302" y="1230"/>
                  </a:cubicBezTo>
                  <a:cubicBezTo>
                    <a:pt x="1301" y="1230"/>
                    <a:pt x="1299" y="1229"/>
                    <a:pt x="1298" y="1228"/>
                  </a:cubicBezTo>
                  <a:cubicBezTo>
                    <a:pt x="1298" y="1228"/>
                    <a:pt x="1296" y="1228"/>
                    <a:pt x="1295" y="1228"/>
                  </a:cubicBezTo>
                  <a:cubicBezTo>
                    <a:pt x="1292" y="1228"/>
                    <a:pt x="1288" y="1228"/>
                    <a:pt x="1285" y="1230"/>
                  </a:cubicBezTo>
                  <a:cubicBezTo>
                    <a:pt x="1283" y="1233"/>
                    <a:pt x="1281" y="1236"/>
                    <a:pt x="1278" y="1236"/>
                  </a:cubicBezTo>
                  <a:cubicBezTo>
                    <a:pt x="1277" y="1236"/>
                    <a:pt x="1276" y="1235"/>
                    <a:pt x="1274" y="1233"/>
                  </a:cubicBezTo>
                  <a:cubicBezTo>
                    <a:pt x="1268" y="1233"/>
                    <a:pt x="1263" y="1236"/>
                    <a:pt x="1258" y="1240"/>
                  </a:cubicBezTo>
                  <a:cubicBezTo>
                    <a:pt x="1253" y="1245"/>
                    <a:pt x="1248" y="1251"/>
                    <a:pt x="1244" y="1251"/>
                  </a:cubicBezTo>
                  <a:cubicBezTo>
                    <a:pt x="1243" y="1251"/>
                    <a:pt x="1242" y="1250"/>
                    <a:pt x="1240" y="1249"/>
                  </a:cubicBezTo>
                  <a:lnTo>
                    <a:pt x="1240" y="1249"/>
                  </a:lnTo>
                  <a:cubicBezTo>
                    <a:pt x="1237" y="1253"/>
                    <a:pt x="1237" y="1253"/>
                    <a:pt x="1242" y="1258"/>
                  </a:cubicBezTo>
                  <a:cubicBezTo>
                    <a:pt x="1246" y="1263"/>
                    <a:pt x="1247" y="1270"/>
                    <a:pt x="1227" y="1279"/>
                  </a:cubicBezTo>
                  <a:cubicBezTo>
                    <a:pt x="1219" y="1286"/>
                    <a:pt x="1208" y="1296"/>
                    <a:pt x="1212" y="1301"/>
                  </a:cubicBezTo>
                  <a:cubicBezTo>
                    <a:pt x="1211" y="1302"/>
                    <a:pt x="1210" y="1303"/>
                    <a:pt x="1209" y="1303"/>
                  </a:cubicBezTo>
                  <a:cubicBezTo>
                    <a:pt x="1208" y="1303"/>
                    <a:pt x="1207" y="1302"/>
                    <a:pt x="1205" y="1300"/>
                  </a:cubicBezTo>
                  <a:cubicBezTo>
                    <a:pt x="1202" y="1296"/>
                    <a:pt x="1199" y="1295"/>
                    <a:pt x="1196" y="1295"/>
                  </a:cubicBezTo>
                  <a:cubicBezTo>
                    <a:pt x="1192" y="1295"/>
                    <a:pt x="1189" y="1301"/>
                    <a:pt x="1189" y="1312"/>
                  </a:cubicBezTo>
                  <a:cubicBezTo>
                    <a:pt x="1191" y="1315"/>
                    <a:pt x="1190" y="1318"/>
                    <a:pt x="1185" y="1318"/>
                  </a:cubicBezTo>
                  <a:cubicBezTo>
                    <a:pt x="1184" y="1318"/>
                    <a:pt x="1182" y="1318"/>
                    <a:pt x="1180" y="1318"/>
                  </a:cubicBezTo>
                  <a:cubicBezTo>
                    <a:pt x="1178" y="1321"/>
                    <a:pt x="1175" y="1324"/>
                    <a:pt x="1176" y="1329"/>
                  </a:cubicBezTo>
                  <a:cubicBezTo>
                    <a:pt x="1176" y="1338"/>
                    <a:pt x="1176" y="1338"/>
                    <a:pt x="1164" y="1338"/>
                  </a:cubicBezTo>
                  <a:cubicBezTo>
                    <a:pt x="1162" y="1336"/>
                    <a:pt x="1161" y="1335"/>
                    <a:pt x="1159" y="1335"/>
                  </a:cubicBezTo>
                  <a:cubicBezTo>
                    <a:pt x="1157" y="1335"/>
                    <a:pt x="1155" y="1337"/>
                    <a:pt x="1152" y="1339"/>
                  </a:cubicBezTo>
                  <a:cubicBezTo>
                    <a:pt x="1148" y="1349"/>
                    <a:pt x="1104" y="1375"/>
                    <a:pt x="1093" y="1375"/>
                  </a:cubicBezTo>
                  <a:cubicBezTo>
                    <a:pt x="1092" y="1375"/>
                    <a:pt x="1092" y="1375"/>
                    <a:pt x="1091" y="1375"/>
                  </a:cubicBezTo>
                  <a:cubicBezTo>
                    <a:pt x="1090" y="1383"/>
                    <a:pt x="1090" y="1383"/>
                    <a:pt x="1086" y="1385"/>
                  </a:cubicBezTo>
                  <a:cubicBezTo>
                    <a:pt x="1082" y="1382"/>
                    <a:pt x="1079" y="1380"/>
                    <a:pt x="1078" y="1380"/>
                  </a:cubicBezTo>
                  <a:cubicBezTo>
                    <a:pt x="1074" y="1380"/>
                    <a:pt x="1075" y="1387"/>
                    <a:pt x="1079" y="1395"/>
                  </a:cubicBezTo>
                  <a:lnTo>
                    <a:pt x="1083" y="1393"/>
                  </a:lnTo>
                  <a:lnTo>
                    <a:pt x="1089" y="1390"/>
                  </a:lnTo>
                  <a:lnTo>
                    <a:pt x="1089" y="1390"/>
                  </a:lnTo>
                  <a:cubicBezTo>
                    <a:pt x="1092" y="1397"/>
                    <a:pt x="1089" y="1403"/>
                    <a:pt x="1084" y="1403"/>
                  </a:cubicBezTo>
                  <a:cubicBezTo>
                    <a:pt x="1080" y="1403"/>
                    <a:pt x="1076" y="1399"/>
                    <a:pt x="1072" y="1392"/>
                  </a:cubicBezTo>
                  <a:cubicBezTo>
                    <a:pt x="1067" y="1387"/>
                    <a:pt x="1064" y="1385"/>
                    <a:pt x="1063" y="1385"/>
                  </a:cubicBezTo>
                  <a:cubicBezTo>
                    <a:pt x="1061" y="1385"/>
                    <a:pt x="1061" y="1388"/>
                    <a:pt x="1062" y="1396"/>
                  </a:cubicBezTo>
                  <a:cubicBezTo>
                    <a:pt x="1063" y="1404"/>
                    <a:pt x="1061" y="1408"/>
                    <a:pt x="1058" y="1408"/>
                  </a:cubicBezTo>
                  <a:cubicBezTo>
                    <a:pt x="1056" y="1408"/>
                    <a:pt x="1053" y="1406"/>
                    <a:pt x="1049" y="1402"/>
                  </a:cubicBezTo>
                  <a:cubicBezTo>
                    <a:pt x="1046" y="1396"/>
                    <a:pt x="1045" y="1393"/>
                    <a:pt x="1044" y="1393"/>
                  </a:cubicBezTo>
                  <a:lnTo>
                    <a:pt x="1044" y="1393"/>
                  </a:lnTo>
                  <a:cubicBezTo>
                    <a:pt x="1043" y="1393"/>
                    <a:pt x="1044" y="1396"/>
                    <a:pt x="1044" y="1404"/>
                  </a:cubicBezTo>
                  <a:cubicBezTo>
                    <a:pt x="1046" y="1423"/>
                    <a:pt x="1041" y="1434"/>
                    <a:pt x="1035" y="1434"/>
                  </a:cubicBezTo>
                  <a:cubicBezTo>
                    <a:pt x="1031" y="1434"/>
                    <a:pt x="1027" y="1430"/>
                    <a:pt x="1023" y="1420"/>
                  </a:cubicBezTo>
                  <a:cubicBezTo>
                    <a:pt x="1019" y="1409"/>
                    <a:pt x="1012" y="1404"/>
                    <a:pt x="1007" y="1404"/>
                  </a:cubicBezTo>
                  <a:cubicBezTo>
                    <a:pt x="1007" y="1404"/>
                    <a:pt x="1006" y="1404"/>
                    <a:pt x="1006" y="1404"/>
                  </a:cubicBezTo>
                  <a:cubicBezTo>
                    <a:pt x="1001" y="1406"/>
                    <a:pt x="1004" y="1412"/>
                    <a:pt x="1006" y="1419"/>
                  </a:cubicBezTo>
                  <a:cubicBezTo>
                    <a:pt x="1012" y="1425"/>
                    <a:pt x="1012" y="1428"/>
                    <a:pt x="1009" y="1428"/>
                  </a:cubicBezTo>
                  <a:cubicBezTo>
                    <a:pt x="1007" y="1428"/>
                    <a:pt x="1003" y="1426"/>
                    <a:pt x="997" y="1422"/>
                  </a:cubicBezTo>
                  <a:cubicBezTo>
                    <a:pt x="988" y="1416"/>
                    <a:pt x="981" y="1413"/>
                    <a:pt x="976" y="1413"/>
                  </a:cubicBezTo>
                  <a:cubicBezTo>
                    <a:pt x="968" y="1413"/>
                    <a:pt x="962" y="1418"/>
                    <a:pt x="956" y="1428"/>
                  </a:cubicBezTo>
                  <a:cubicBezTo>
                    <a:pt x="947" y="1438"/>
                    <a:pt x="938" y="1443"/>
                    <a:pt x="934" y="1443"/>
                  </a:cubicBezTo>
                  <a:cubicBezTo>
                    <a:pt x="932" y="1443"/>
                    <a:pt x="932" y="1440"/>
                    <a:pt x="936" y="1432"/>
                  </a:cubicBezTo>
                  <a:cubicBezTo>
                    <a:pt x="940" y="1424"/>
                    <a:pt x="942" y="1420"/>
                    <a:pt x="941" y="1420"/>
                  </a:cubicBezTo>
                  <a:lnTo>
                    <a:pt x="941" y="1420"/>
                  </a:lnTo>
                  <a:cubicBezTo>
                    <a:pt x="941" y="1420"/>
                    <a:pt x="939" y="1422"/>
                    <a:pt x="935" y="1426"/>
                  </a:cubicBezTo>
                  <a:lnTo>
                    <a:pt x="911" y="1432"/>
                  </a:lnTo>
                  <a:cubicBezTo>
                    <a:pt x="905" y="1435"/>
                    <a:pt x="903" y="1441"/>
                    <a:pt x="904" y="1448"/>
                  </a:cubicBezTo>
                  <a:cubicBezTo>
                    <a:pt x="899" y="1440"/>
                    <a:pt x="894" y="1435"/>
                    <a:pt x="889" y="1435"/>
                  </a:cubicBezTo>
                  <a:cubicBezTo>
                    <a:pt x="885" y="1435"/>
                    <a:pt x="881" y="1438"/>
                    <a:pt x="878" y="1444"/>
                  </a:cubicBezTo>
                  <a:lnTo>
                    <a:pt x="868" y="1445"/>
                  </a:lnTo>
                  <a:cubicBezTo>
                    <a:pt x="862" y="1447"/>
                    <a:pt x="862" y="1447"/>
                    <a:pt x="859" y="1453"/>
                  </a:cubicBezTo>
                  <a:cubicBezTo>
                    <a:pt x="857" y="1456"/>
                    <a:pt x="856" y="1457"/>
                    <a:pt x="854" y="1457"/>
                  </a:cubicBezTo>
                  <a:cubicBezTo>
                    <a:pt x="851" y="1457"/>
                    <a:pt x="847" y="1453"/>
                    <a:pt x="843" y="1449"/>
                  </a:cubicBezTo>
                  <a:cubicBezTo>
                    <a:pt x="839" y="1445"/>
                    <a:pt x="835" y="1440"/>
                    <a:pt x="833" y="1440"/>
                  </a:cubicBezTo>
                  <a:cubicBezTo>
                    <a:pt x="833" y="1440"/>
                    <a:pt x="832" y="1441"/>
                    <a:pt x="832" y="1443"/>
                  </a:cubicBezTo>
                  <a:cubicBezTo>
                    <a:pt x="833" y="1450"/>
                    <a:pt x="823" y="1457"/>
                    <a:pt x="819" y="1465"/>
                  </a:cubicBezTo>
                  <a:cubicBezTo>
                    <a:pt x="817" y="1466"/>
                    <a:pt x="816" y="1467"/>
                    <a:pt x="815" y="1467"/>
                  </a:cubicBezTo>
                  <a:cubicBezTo>
                    <a:pt x="812" y="1467"/>
                    <a:pt x="810" y="1463"/>
                    <a:pt x="813" y="1458"/>
                  </a:cubicBezTo>
                  <a:cubicBezTo>
                    <a:pt x="813" y="1451"/>
                    <a:pt x="813" y="1451"/>
                    <a:pt x="803" y="1444"/>
                  </a:cubicBezTo>
                  <a:cubicBezTo>
                    <a:pt x="797" y="1444"/>
                    <a:pt x="787" y="1445"/>
                    <a:pt x="787" y="1452"/>
                  </a:cubicBezTo>
                  <a:cubicBezTo>
                    <a:pt x="788" y="1456"/>
                    <a:pt x="780" y="1458"/>
                    <a:pt x="771" y="1458"/>
                  </a:cubicBezTo>
                  <a:cubicBezTo>
                    <a:pt x="764" y="1458"/>
                    <a:pt x="755" y="1456"/>
                    <a:pt x="752" y="1452"/>
                  </a:cubicBezTo>
                  <a:lnTo>
                    <a:pt x="742" y="1451"/>
                  </a:lnTo>
                  <a:cubicBezTo>
                    <a:pt x="738" y="1451"/>
                    <a:pt x="733" y="1457"/>
                    <a:pt x="729" y="1457"/>
                  </a:cubicBezTo>
                  <a:cubicBezTo>
                    <a:pt x="728" y="1457"/>
                    <a:pt x="728" y="1457"/>
                    <a:pt x="728" y="1457"/>
                  </a:cubicBezTo>
                  <a:cubicBezTo>
                    <a:pt x="723" y="1458"/>
                    <a:pt x="719" y="1460"/>
                    <a:pt x="717" y="1463"/>
                  </a:cubicBezTo>
                  <a:cubicBezTo>
                    <a:pt x="712" y="1463"/>
                    <a:pt x="706" y="1462"/>
                    <a:pt x="708" y="1456"/>
                  </a:cubicBezTo>
                  <a:lnTo>
                    <a:pt x="708" y="1456"/>
                  </a:lnTo>
                  <a:cubicBezTo>
                    <a:pt x="704" y="1462"/>
                    <a:pt x="703" y="1466"/>
                    <a:pt x="701" y="1466"/>
                  </a:cubicBezTo>
                  <a:cubicBezTo>
                    <a:pt x="700" y="1466"/>
                    <a:pt x="699" y="1462"/>
                    <a:pt x="697" y="1456"/>
                  </a:cubicBezTo>
                  <a:cubicBezTo>
                    <a:pt x="698" y="1448"/>
                    <a:pt x="698" y="1444"/>
                    <a:pt x="698" y="1444"/>
                  </a:cubicBezTo>
                  <a:lnTo>
                    <a:pt x="698" y="1444"/>
                  </a:lnTo>
                  <a:cubicBezTo>
                    <a:pt x="697" y="1444"/>
                    <a:pt x="695" y="1448"/>
                    <a:pt x="692" y="1454"/>
                  </a:cubicBezTo>
                  <a:cubicBezTo>
                    <a:pt x="689" y="1457"/>
                    <a:pt x="688" y="1458"/>
                    <a:pt x="687" y="1458"/>
                  </a:cubicBezTo>
                  <a:cubicBezTo>
                    <a:pt x="685" y="1458"/>
                    <a:pt x="684" y="1456"/>
                    <a:pt x="682" y="1452"/>
                  </a:cubicBezTo>
                  <a:cubicBezTo>
                    <a:pt x="682" y="1449"/>
                    <a:pt x="682" y="1447"/>
                    <a:pt x="680" y="1447"/>
                  </a:cubicBezTo>
                  <a:cubicBezTo>
                    <a:pt x="679" y="1447"/>
                    <a:pt x="678" y="1449"/>
                    <a:pt x="677" y="1452"/>
                  </a:cubicBezTo>
                  <a:cubicBezTo>
                    <a:pt x="673" y="1459"/>
                    <a:pt x="666" y="1464"/>
                    <a:pt x="661" y="1464"/>
                  </a:cubicBezTo>
                  <a:cubicBezTo>
                    <a:pt x="658" y="1464"/>
                    <a:pt x="655" y="1461"/>
                    <a:pt x="656" y="1456"/>
                  </a:cubicBezTo>
                  <a:cubicBezTo>
                    <a:pt x="652" y="1456"/>
                    <a:pt x="648" y="1457"/>
                    <a:pt x="645" y="1460"/>
                  </a:cubicBezTo>
                  <a:cubicBezTo>
                    <a:pt x="641" y="1466"/>
                    <a:pt x="639" y="1469"/>
                    <a:pt x="638" y="1469"/>
                  </a:cubicBezTo>
                  <a:cubicBezTo>
                    <a:pt x="637" y="1469"/>
                    <a:pt x="638" y="1466"/>
                    <a:pt x="639" y="1459"/>
                  </a:cubicBezTo>
                  <a:cubicBezTo>
                    <a:pt x="638" y="1452"/>
                    <a:pt x="636" y="1448"/>
                    <a:pt x="634" y="1448"/>
                  </a:cubicBezTo>
                  <a:cubicBezTo>
                    <a:pt x="631" y="1448"/>
                    <a:pt x="628" y="1451"/>
                    <a:pt x="625" y="1457"/>
                  </a:cubicBezTo>
                  <a:cubicBezTo>
                    <a:pt x="623" y="1458"/>
                    <a:pt x="622" y="1458"/>
                    <a:pt x="621" y="1458"/>
                  </a:cubicBezTo>
                  <a:cubicBezTo>
                    <a:pt x="618" y="1458"/>
                    <a:pt x="615" y="1457"/>
                    <a:pt x="614" y="1454"/>
                  </a:cubicBezTo>
                  <a:cubicBezTo>
                    <a:pt x="608" y="1447"/>
                    <a:pt x="593" y="1438"/>
                    <a:pt x="585" y="1438"/>
                  </a:cubicBezTo>
                  <a:cubicBezTo>
                    <a:pt x="582" y="1438"/>
                    <a:pt x="579" y="1440"/>
                    <a:pt x="580" y="1444"/>
                  </a:cubicBezTo>
                  <a:lnTo>
                    <a:pt x="570" y="1442"/>
                  </a:lnTo>
                  <a:cubicBezTo>
                    <a:pt x="564" y="1436"/>
                    <a:pt x="561" y="1433"/>
                    <a:pt x="557" y="1433"/>
                  </a:cubicBezTo>
                  <a:cubicBezTo>
                    <a:pt x="555" y="1433"/>
                    <a:pt x="553" y="1434"/>
                    <a:pt x="551" y="1435"/>
                  </a:cubicBezTo>
                  <a:lnTo>
                    <a:pt x="544" y="1440"/>
                  </a:lnTo>
                  <a:cubicBezTo>
                    <a:pt x="546" y="1434"/>
                    <a:pt x="544" y="1428"/>
                    <a:pt x="538" y="1424"/>
                  </a:cubicBezTo>
                  <a:cubicBezTo>
                    <a:pt x="537" y="1423"/>
                    <a:pt x="536" y="1423"/>
                    <a:pt x="535" y="1423"/>
                  </a:cubicBezTo>
                  <a:cubicBezTo>
                    <a:pt x="533" y="1423"/>
                    <a:pt x="533" y="1424"/>
                    <a:pt x="531" y="1429"/>
                  </a:cubicBezTo>
                  <a:cubicBezTo>
                    <a:pt x="533" y="1433"/>
                    <a:pt x="532" y="1434"/>
                    <a:pt x="530" y="1434"/>
                  </a:cubicBezTo>
                  <a:cubicBezTo>
                    <a:pt x="528" y="1434"/>
                    <a:pt x="526" y="1434"/>
                    <a:pt x="524" y="1433"/>
                  </a:cubicBezTo>
                  <a:cubicBezTo>
                    <a:pt x="518" y="1430"/>
                    <a:pt x="517" y="1422"/>
                    <a:pt x="519" y="1416"/>
                  </a:cubicBezTo>
                  <a:lnTo>
                    <a:pt x="515" y="1415"/>
                  </a:lnTo>
                  <a:cubicBezTo>
                    <a:pt x="512" y="1422"/>
                    <a:pt x="509" y="1424"/>
                    <a:pt x="507" y="1424"/>
                  </a:cubicBezTo>
                  <a:cubicBezTo>
                    <a:pt x="506" y="1424"/>
                    <a:pt x="506" y="1422"/>
                    <a:pt x="507" y="1420"/>
                  </a:cubicBezTo>
                  <a:cubicBezTo>
                    <a:pt x="506" y="1414"/>
                    <a:pt x="501" y="1408"/>
                    <a:pt x="496" y="1407"/>
                  </a:cubicBezTo>
                  <a:cubicBezTo>
                    <a:pt x="495" y="1409"/>
                    <a:pt x="494" y="1409"/>
                    <a:pt x="494" y="1409"/>
                  </a:cubicBezTo>
                  <a:cubicBezTo>
                    <a:pt x="493" y="1409"/>
                    <a:pt x="492" y="1407"/>
                    <a:pt x="494" y="1407"/>
                  </a:cubicBezTo>
                  <a:cubicBezTo>
                    <a:pt x="495" y="1407"/>
                    <a:pt x="495" y="1407"/>
                    <a:pt x="496" y="1407"/>
                  </a:cubicBezTo>
                  <a:lnTo>
                    <a:pt x="498" y="1401"/>
                  </a:lnTo>
                  <a:cubicBezTo>
                    <a:pt x="497" y="1398"/>
                    <a:pt x="497" y="1397"/>
                    <a:pt x="496" y="1397"/>
                  </a:cubicBezTo>
                  <a:cubicBezTo>
                    <a:pt x="494" y="1397"/>
                    <a:pt x="493" y="1401"/>
                    <a:pt x="491" y="1405"/>
                  </a:cubicBezTo>
                  <a:lnTo>
                    <a:pt x="482" y="1401"/>
                  </a:lnTo>
                  <a:cubicBezTo>
                    <a:pt x="480" y="1400"/>
                    <a:pt x="478" y="1398"/>
                    <a:pt x="476" y="1398"/>
                  </a:cubicBezTo>
                  <a:cubicBezTo>
                    <a:pt x="475" y="1398"/>
                    <a:pt x="474" y="1400"/>
                    <a:pt x="474" y="1404"/>
                  </a:cubicBezTo>
                  <a:cubicBezTo>
                    <a:pt x="472" y="1410"/>
                    <a:pt x="470" y="1415"/>
                    <a:pt x="466" y="1415"/>
                  </a:cubicBezTo>
                  <a:cubicBezTo>
                    <a:pt x="466" y="1415"/>
                    <a:pt x="465" y="1414"/>
                    <a:pt x="464" y="1414"/>
                  </a:cubicBezTo>
                  <a:cubicBezTo>
                    <a:pt x="463" y="1416"/>
                    <a:pt x="462" y="1417"/>
                    <a:pt x="462" y="1417"/>
                  </a:cubicBezTo>
                  <a:cubicBezTo>
                    <a:pt x="461" y="1417"/>
                    <a:pt x="461" y="1414"/>
                    <a:pt x="463" y="1414"/>
                  </a:cubicBezTo>
                  <a:cubicBezTo>
                    <a:pt x="463" y="1414"/>
                    <a:pt x="464" y="1414"/>
                    <a:pt x="464" y="1414"/>
                  </a:cubicBezTo>
                  <a:cubicBezTo>
                    <a:pt x="466" y="1408"/>
                    <a:pt x="470" y="1402"/>
                    <a:pt x="465" y="1399"/>
                  </a:cubicBezTo>
                  <a:cubicBezTo>
                    <a:pt x="461" y="1397"/>
                    <a:pt x="464" y="1392"/>
                    <a:pt x="464" y="1392"/>
                  </a:cubicBezTo>
                  <a:cubicBezTo>
                    <a:pt x="471" y="1384"/>
                    <a:pt x="463" y="1381"/>
                    <a:pt x="454" y="1381"/>
                  </a:cubicBezTo>
                  <a:cubicBezTo>
                    <a:pt x="451" y="1381"/>
                    <a:pt x="447" y="1381"/>
                    <a:pt x="445" y="1383"/>
                  </a:cubicBezTo>
                  <a:cubicBezTo>
                    <a:pt x="440" y="1385"/>
                    <a:pt x="436" y="1386"/>
                    <a:pt x="433" y="1386"/>
                  </a:cubicBezTo>
                  <a:cubicBezTo>
                    <a:pt x="428" y="1386"/>
                    <a:pt x="428" y="1382"/>
                    <a:pt x="433" y="1375"/>
                  </a:cubicBezTo>
                  <a:cubicBezTo>
                    <a:pt x="435" y="1370"/>
                    <a:pt x="435" y="1368"/>
                    <a:pt x="432" y="1368"/>
                  </a:cubicBezTo>
                  <a:cubicBezTo>
                    <a:pt x="428" y="1368"/>
                    <a:pt x="419" y="1374"/>
                    <a:pt x="409" y="1384"/>
                  </a:cubicBezTo>
                  <a:lnTo>
                    <a:pt x="393" y="1398"/>
                  </a:lnTo>
                  <a:lnTo>
                    <a:pt x="405" y="1382"/>
                  </a:lnTo>
                  <a:cubicBezTo>
                    <a:pt x="411" y="1363"/>
                    <a:pt x="414" y="1358"/>
                    <a:pt x="406" y="1358"/>
                  </a:cubicBezTo>
                  <a:cubicBezTo>
                    <a:pt x="403" y="1358"/>
                    <a:pt x="399" y="1358"/>
                    <a:pt x="393" y="1359"/>
                  </a:cubicBezTo>
                  <a:cubicBezTo>
                    <a:pt x="381" y="1359"/>
                    <a:pt x="381" y="1359"/>
                    <a:pt x="386" y="1353"/>
                  </a:cubicBezTo>
                  <a:cubicBezTo>
                    <a:pt x="389" y="1348"/>
                    <a:pt x="385" y="1346"/>
                    <a:pt x="372" y="1336"/>
                  </a:cubicBezTo>
                  <a:cubicBezTo>
                    <a:pt x="365" y="1330"/>
                    <a:pt x="360" y="1327"/>
                    <a:pt x="357" y="1327"/>
                  </a:cubicBezTo>
                  <a:cubicBezTo>
                    <a:pt x="355" y="1327"/>
                    <a:pt x="353" y="1327"/>
                    <a:pt x="352" y="1329"/>
                  </a:cubicBezTo>
                  <a:lnTo>
                    <a:pt x="344" y="1323"/>
                  </a:lnTo>
                  <a:cubicBezTo>
                    <a:pt x="346" y="1316"/>
                    <a:pt x="344" y="1312"/>
                    <a:pt x="341" y="1312"/>
                  </a:cubicBezTo>
                  <a:cubicBezTo>
                    <a:pt x="338" y="1312"/>
                    <a:pt x="334" y="1315"/>
                    <a:pt x="332" y="1322"/>
                  </a:cubicBezTo>
                  <a:lnTo>
                    <a:pt x="324" y="1315"/>
                  </a:lnTo>
                  <a:lnTo>
                    <a:pt x="328" y="1311"/>
                  </a:lnTo>
                  <a:cubicBezTo>
                    <a:pt x="332" y="1305"/>
                    <a:pt x="325" y="1299"/>
                    <a:pt x="295" y="1270"/>
                  </a:cubicBezTo>
                  <a:cubicBezTo>
                    <a:pt x="272" y="1248"/>
                    <a:pt x="264" y="1239"/>
                    <a:pt x="258" y="1239"/>
                  </a:cubicBezTo>
                  <a:cubicBezTo>
                    <a:pt x="256" y="1239"/>
                    <a:pt x="253" y="1241"/>
                    <a:pt x="250" y="1244"/>
                  </a:cubicBezTo>
                  <a:cubicBezTo>
                    <a:pt x="246" y="1245"/>
                    <a:pt x="243" y="1246"/>
                    <a:pt x="241" y="1246"/>
                  </a:cubicBezTo>
                  <a:cubicBezTo>
                    <a:pt x="236" y="1246"/>
                    <a:pt x="236" y="1242"/>
                    <a:pt x="243" y="1236"/>
                  </a:cubicBezTo>
                  <a:cubicBezTo>
                    <a:pt x="248" y="1232"/>
                    <a:pt x="249" y="1225"/>
                    <a:pt x="247" y="1225"/>
                  </a:cubicBezTo>
                  <a:cubicBezTo>
                    <a:pt x="247" y="1225"/>
                    <a:pt x="246" y="1226"/>
                    <a:pt x="245" y="1227"/>
                  </a:cubicBezTo>
                  <a:cubicBezTo>
                    <a:pt x="241" y="1223"/>
                    <a:pt x="240" y="1217"/>
                    <a:pt x="240" y="1211"/>
                  </a:cubicBezTo>
                  <a:cubicBezTo>
                    <a:pt x="241" y="1197"/>
                    <a:pt x="238" y="1193"/>
                    <a:pt x="234" y="1193"/>
                  </a:cubicBezTo>
                  <a:cubicBezTo>
                    <a:pt x="232" y="1193"/>
                    <a:pt x="230" y="1194"/>
                    <a:pt x="229" y="1195"/>
                  </a:cubicBezTo>
                  <a:cubicBezTo>
                    <a:pt x="226" y="1200"/>
                    <a:pt x="224" y="1201"/>
                    <a:pt x="224" y="1201"/>
                  </a:cubicBezTo>
                  <a:cubicBezTo>
                    <a:pt x="222" y="1201"/>
                    <a:pt x="224" y="1196"/>
                    <a:pt x="225" y="1191"/>
                  </a:cubicBezTo>
                  <a:cubicBezTo>
                    <a:pt x="227" y="1184"/>
                    <a:pt x="229" y="1178"/>
                    <a:pt x="227" y="1178"/>
                  </a:cubicBezTo>
                  <a:cubicBezTo>
                    <a:pt x="227" y="1178"/>
                    <a:pt x="226" y="1178"/>
                    <a:pt x="225" y="1178"/>
                  </a:cubicBezTo>
                  <a:cubicBezTo>
                    <a:pt x="216" y="1178"/>
                    <a:pt x="193" y="1158"/>
                    <a:pt x="204" y="1150"/>
                  </a:cubicBezTo>
                  <a:cubicBezTo>
                    <a:pt x="204" y="1150"/>
                    <a:pt x="202" y="1146"/>
                    <a:pt x="199" y="1141"/>
                  </a:cubicBezTo>
                  <a:cubicBezTo>
                    <a:pt x="199" y="1142"/>
                    <a:pt x="198" y="1142"/>
                    <a:pt x="197" y="1142"/>
                  </a:cubicBezTo>
                  <a:cubicBezTo>
                    <a:pt x="192" y="1142"/>
                    <a:pt x="187" y="1136"/>
                    <a:pt x="184" y="1128"/>
                  </a:cubicBezTo>
                  <a:cubicBezTo>
                    <a:pt x="178" y="1119"/>
                    <a:pt x="176" y="1115"/>
                    <a:pt x="181" y="1111"/>
                  </a:cubicBezTo>
                  <a:lnTo>
                    <a:pt x="181" y="1111"/>
                  </a:lnTo>
                  <a:cubicBezTo>
                    <a:pt x="182" y="1111"/>
                    <a:pt x="183" y="1111"/>
                    <a:pt x="184" y="1111"/>
                  </a:cubicBezTo>
                  <a:cubicBezTo>
                    <a:pt x="189" y="1111"/>
                    <a:pt x="186" y="1107"/>
                    <a:pt x="176" y="1103"/>
                  </a:cubicBezTo>
                  <a:cubicBezTo>
                    <a:pt x="174" y="1099"/>
                    <a:pt x="159" y="1100"/>
                    <a:pt x="158" y="1095"/>
                  </a:cubicBezTo>
                  <a:cubicBezTo>
                    <a:pt x="156" y="1097"/>
                    <a:pt x="153" y="1097"/>
                    <a:pt x="151" y="1097"/>
                  </a:cubicBezTo>
                  <a:cubicBezTo>
                    <a:pt x="147" y="1097"/>
                    <a:pt x="143" y="1096"/>
                    <a:pt x="141" y="1093"/>
                  </a:cubicBezTo>
                  <a:lnTo>
                    <a:pt x="147" y="1090"/>
                  </a:lnTo>
                  <a:lnTo>
                    <a:pt x="159" y="1083"/>
                  </a:lnTo>
                  <a:cubicBezTo>
                    <a:pt x="157" y="1080"/>
                    <a:pt x="156" y="1076"/>
                    <a:pt x="153" y="1076"/>
                  </a:cubicBezTo>
                  <a:cubicBezTo>
                    <a:pt x="151" y="1076"/>
                    <a:pt x="150" y="1077"/>
                    <a:pt x="149" y="1078"/>
                  </a:cubicBezTo>
                  <a:cubicBezTo>
                    <a:pt x="152" y="1070"/>
                    <a:pt x="150" y="1065"/>
                    <a:pt x="147" y="1056"/>
                  </a:cubicBezTo>
                  <a:cubicBezTo>
                    <a:pt x="142" y="1047"/>
                    <a:pt x="138" y="1038"/>
                    <a:pt x="130" y="1036"/>
                  </a:cubicBezTo>
                  <a:cubicBezTo>
                    <a:pt x="141" y="1026"/>
                    <a:pt x="131" y="998"/>
                    <a:pt x="116" y="997"/>
                  </a:cubicBezTo>
                  <a:cubicBezTo>
                    <a:pt x="115" y="997"/>
                    <a:pt x="114" y="997"/>
                    <a:pt x="113" y="997"/>
                  </a:cubicBezTo>
                  <a:cubicBezTo>
                    <a:pt x="109" y="997"/>
                    <a:pt x="109" y="993"/>
                    <a:pt x="113" y="988"/>
                  </a:cubicBezTo>
                  <a:cubicBezTo>
                    <a:pt x="118" y="981"/>
                    <a:pt x="118" y="981"/>
                    <a:pt x="110" y="978"/>
                  </a:cubicBezTo>
                  <a:cubicBezTo>
                    <a:pt x="102" y="974"/>
                    <a:pt x="107" y="968"/>
                    <a:pt x="113" y="961"/>
                  </a:cubicBezTo>
                  <a:cubicBezTo>
                    <a:pt x="124" y="953"/>
                    <a:pt x="123" y="949"/>
                    <a:pt x="115" y="945"/>
                  </a:cubicBezTo>
                  <a:cubicBezTo>
                    <a:pt x="110" y="938"/>
                    <a:pt x="105" y="931"/>
                    <a:pt x="103" y="922"/>
                  </a:cubicBezTo>
                  <a:cubicBezTo>
                    <a:pt x="97" y="916"/>
                    <a:pt x="94" y="912"/>
                    <a:pt x="92" y="912"/>
                  </a:cubicBezTo>
                  <a:cubicBezTo>
                    <a:pt x="90" y="912"/>
                    <a:pt x="89" y="913"/>
                    <a:pt x="87" y="915"/>
                  </a:cubicBezTo>
                  <a:cubicBezTo>
                    <a:pt x="83" y="915"/>
                    <a:pt x="77" y="915"/>
                    <a:pt x="74" y="913"/>
                  </a:cubicBezTo>
                  <a:cubicBezTo>
                    <a:pt x="68" y="907"/>
                    <a:pt x="69" y="904"/>
                    <a:pt x="70" y="904"/>
                  </a:cubicBezTo>
                  <a:cubicBezTo>
                    <a:pt x="71" y="904"/>
                    <a:pt x="72" y="905"/>
                    <a:pt x="73" y="907"/>
                  </a:cubicBezTo>
                  <a:cubicBezTo>
                    <a:pt x="76" y="911"/>
                    <a:pt x="78" y="912"/>
                    <a:pt x="79" y="912"/>
                  </a:cubicBezTo>
                  <a:cubicBezTo>
                    <a:pt x="81" y="912"/>
                    <a:pt x="83" y="909"/>
                    <a:pt x="86" y="905"/>
                  </a:cubicBezTo>
                  <a:cubicBezTo>
                    <a:pt x="91" y="898"/>
                    <a:pt x="92" y="890"/>
                    <a:pt x="89" y="883"/>
                  </a:cubicBezTo>
                  <a:lnTo>
                    <a:pt x="87" y="863"/>
                  </a:lnTo>
                  <a:cubicBezTo>
                    <a:pt x="91" y="849"/>
                    <a:pt x="91" y="843"/>
                    <a:pt x="85" y="843"/>
                  </a:cubicBezTo>
                  <a:cubicBezTo>
                    <a:pt x="85" y="843"/>
                    <a:pt x="84" y="843"/>
                    <a:pt x="84" y="843"/>
                  </a:cubicBezTo>
                  <a:cubicBezTo>
                    <a:pt x="77" y="844"/>
                    <a:pt x="74" y="844"/>
                    <a:pt x="73" y="844"/>
                  </a:cubicBezTo>
                  <a:cubicBezTo>
                    <a:pt x="72" y="844"/>
                    <a:pt x="74" y="844"/>
                    <a:pt x="77" y="843"/>
                  </a:cubicBezTo>
                  <a:cubicBezTo>
                    <a:pt x="91" y="837"/>
                    <a:pt x="88" y="782"/>
                    <a:pt x="75" y="777"/>
                  </a:cubicBezTo>
                  <a:lnTo>
                    <a:pt x="82" y="777"/>
                  </a:lnTo>
                  <a:cubicBezTo>
                    <a:pt x="88" y="777"/>
                    <a:pt x="88" y="772"/>
                    <a:pt x="89" y="762"/>
                  </a:cubicBezTo>
                  <a:cubicBezTo>
                    <a:pt x="87" y="749"/>
                    <a:pt x="85" y="735"/>
                    <a:pt x="85" y="721"/>
                  </a:cubicBezTo>
                  <a:cubicBezTo>
                    <a:pt x="85" y="701"/>
                    <a:pt x="89" y="686"/>
                    <a:pt x="83" y="685"/>
                  </a:cubicBezTo>
                  <a:cubicBezTo>
                    <a:pt x="83" y="682"/>
                    <a:pt x="83" y="681"/>
                    <a:pt x="85" y="681"/>
                  </a:cubicBezTo>
                  <a:cubicBezTo>
                    <a:pt x="86" y="681"/>
                    <a:pt x="87" y="681"/>
                    <a:pt x="89" y="682"/>
                  </a:cubicBezTo>
                  <a:cubicBezTo>
                    <a:pt x="92" y="683"/>
                    <a:pt x="93" y="684"/>
                    <a:pt x="94" y="684"/>
                  </a:cubicBezTo>
                  <a:cubicBezTo>
                    <a:pt x="96" y="684"/>
                    <a:pt x="97" y="680"/>
                    <a:pt x="97" y="677"/>
                  </a:cubicBezTo>
                  <a:cubicBezTo>
                    <a:pt x="98" y="673"/>
                    <a:pt x="92" y="671"/>
                    <a:pt x="85" y="670"/>
                  </a:cubicBezTo>
                  <a:cubicBezTo>
                    <a:pt x="78" y="669"/>
                    <a:pt x="79" y="664"/>
                    <a:pt x="87" y="655"/>
                  </a:cubicBezTo>
                  <a:cubicBezTo>
                    <a:pt x="96" y="643"/>
                    <a:pt x="98" y="629"/>
                    <a:pt x="96" y="615"/>
                  </a:cubicBezTo>
                  <a:cubicBezTo>
                    <a:pt x="97" y="610"/>
                    <a:pt x="98" y="606"/>
                    <a:pt x="103" y="606"/>
                  </a:cubicBezTo>
                  <a:cubicBezTo>
                    <a:pt x="104" y="606"/>
                    <a:pt x="104" y="606"/>
                    <a:pt x="105" y="606"/>
                  </a:cubicBezTo>
                  <a:cubicBezTo>
                    <a:pt x="116" y="604"/>
                    <a:pt x="121" y="590"/>
                    <a:pt x="112" y="582"/>
                  </a:cubicBezTo>
                  <a:cubicBezTo>
                    <a:pt x="113" y="579"/>
                    <a:pt x="113" y="578"/>
                    <a:pt x="114" y="578"/>
                  </a:cubicBezTo>
                  <a:cubicBezTo>
                    <a:pt x="115" y="578"/>
                    <a:pt x="117" y="579"/>
                    <a:pt x="120" y="579"/>
                  </a:cubicBezTo>
                  <a:cubicBezTo>
                    <a:pt x="128" y="576"/>
                    <a:pt x="133" y="578"/>
                    <a:pt x="123" y="569"/>
                  </a:cubicBezTo>
                  <a:cubicBezTo>
                    <a:pt x="120" y="557"/>
                    <a:pt x="125" y="545"/>
                    <a:pt x="135" y="537"/>
                  </a:cubicBezTo>
                  <a:cubicBezTo>
                    <a:pt x="137" y="532"/>
                    <a:pt x="139" y="528"/>
                    <a:pt x="132" y="526"/>
                  </a:cubicBezTo>
                  <a:lnTo>
                    <a:pt x="125" y="522"/>
                  </a:lnTo>
                  <a:lnTo>
                    <a:pt x="125" y="522"/>
                  </a:lnTo>
                  <a:cubicBezTo>
                    <a:pt x="129" y="523"/>
                    <a:pt x="132" y="523"/>
                    <a:pt x="134" y="523"/>
                  </a:cubicBezTo>
                  <a:cubicBezTo>
                    <a:pt x="139" y="523"/>
                    <a:pt x="137" y="521"/>
                    <a:pt x="130" y="513"/>
                  </a:cubicBezTo>
                  <a:cubicBezTo>
                    <a:pt x="125" y="511"/>
                    <a:pt x="125" y="508"/>
                    <a:pt x="128" y="508"/>
                  </a:cubicBezTo>
                  <a:cubicBezTo>
                    <a:pt x="128" y="508"/>
                    <a:pt x="130" y="508"/>
                    <a:pt x="131" y="509"/>
                  </a:cubicBezTo>
                  <a:cubicBezTo>
                    <a:pt x="135" y="508"/>
                    <a:pt x="140" y="505"/>
                    <a:pt x="142" y="502"/>
                  </a:cubicBezTo>
                  <a:cubicBezTo>
                    <a:pt x="147" y="484"/>
                    <a:pt x="153" y="466"/>
                    <a:pt x="160" y="448"/>
                  </a:cubicBezTo>
                  <a:cubicBezTo>
                    <a:pt x="181" y="413"/>
                    <a:pt x="190" y="401"/>
                    <a:pt x="185" y="397"/>
                  </a:cubicBezTo>
                  <a:cubicBezTo>
                    <a:pt x="181" y="389"/>
                    <a:pt x="181" y="389"/>
                    <a:pt x="189" y="389"/>
                  </a:cubicBezTo>
                  <a:cubicBezTo>
                    <a:pt x="196" y="389"/>
                    <a:pt x="202" y="385"/>
                    <a:pt x="205" y="380"/>
                  </a:cubicBezTo>
                  <a:cubicBezTo>
                    <a:pt x="207" y="377"/>
                    <a:pt x="209" y="375"/>
                    <a:pt x="212" y="375"/>
                  </a:cubicBezTo>
                  <a:cubicBezTo>
                    <a:pt x="213" y="375"/>
                    <a:pt x="215" y="375"/>
                    <a:pt x="216" y="376"/>
                  </a:cubicBezTo>
                  <a:cubicBezTo>
                    <a:pt x="214" y="367"/>
                    <a:pt x="214" y="367"/>
                    <a:pt x="217" y="364"/>
                  </a:cubicBezTo>
                  <a:cubicBezTo>
                    <a:pt x="219" y="365"/>
                    <a:pt x="220" y="365"/>
                    <a:pt x="221" y="365"/>
                  </a:cubicBezTo>
                  <a:cubicBezTo>
                    <a:pt x="223" y="365"/>
                    <a:pt x="225" y="362"/>
                    <a:pt x="223" y="356"/>
                  </a:cubicBezTo>
                  <a:cubicBezTo>
                    <a:pt x="219" y="349"/>
                    <a:pt x="217" y="345"/>
                    <a:pt x="218" y="345"/>
                  </a:cubicBezTo>
                  <a:cubicBezTo>
                    <a:pt x="219" y="345"/>
                    <a:pt x="221" y="348"/>
                    <a:pt x="226" y="352"/>
                  </a:cubicBezTo>
                  <a:cubicBezTo>
                    <a:pt x="228" y="353"/>
                    <a:pt x="229" y="353"/>
                    <a:pt x="231" y="353"/>
                  </a:cubicBezTo>
                  <a:cubicBezTo>
                    <a:pt x="237" y="353"/>
                    <a:pt x="244" y="348"/>
                    <a:pt x="238" y="348"/>
                  </a:cubicBezTo>
                  <a:cubicBezTo>
                    <a:pt x="232" y="344"/>
                    <a:pt x="239" y="335"/>
                    <a:pt x="236" y="327"/>
                  </a:cubicBezTo>
                  <a:cubicBezTo>
                    <a:pt x="239" y="325"/>
                    <a:pt x="242" y="323"/>
                    <a:pt x="244" y="323"/>
                  </a:cubicBezTo>
                  <a:cubicBezTo>
                    <a:pt x="246" y="323"/>
                    <a:pt x="247" y="323"/>
                    <a:pt x="249" y="325"/>
                  </a:cubicBezTo>
                  <a:cubicBezTo>
                    <a:pt x="258" y="325"/>
                    <a:pt x="270" y="302"/>
                    <a:pt x="269" y="293"/>
                  </a:cubicBezTo>
                  <a:cubicBezTo>
                    <a:pt x="265" y="290"/>
                    <a:pt x="265" y="287"/>
                    <a:pt x="268" y="287"/>
                  </a:cubicBezTo>
                  <a:cubicBezTo>
                    <a:pt x="269" y="287"/>
                    <a:pt x="270" y="288"/>
                    <a:pt x="272" y="290"/>
                  </a:cubicBezTo>
                  <a:cubicBezTo>
                    <a:pt x="274" y="292"/>
                    <a:pt x="275" y="292"/>
                    <a:pt x="277" y="292"/>
                  </a:cubicBezTo>
                  <a:cubicBezTo>
                    <a:pt x="279" y="292"/>
                    <a:pt x="281" y="290"/>
                    <a:pt x="284" y="288"/>
                  </a:cubicBezTo>
                  <a:cubicBezTo>
                    <a:pt x="283" y="284"/>
                    <a:pt x="284" y="283"/>
                    <a:pt x="285" y="283"/>
                  </a:cubicBezTo>
                  <a:cubicBezTo>
                    <a:pt x="287" y="283"/>
                    <a:pt x="290" y="286"/>
                    <a:pt x="293" y="289"/>
                  </a:cubicBezTo>
                  <a:cubicBezTo>
                    <a:pt x="293" y="292"/>
                    <a:pt x="294" y="293"/>
                    <a:pt x="295" y="293"/>
                  </a:cubicBezTo>
                  <a:cubicBezTo>
                    <a:pt x="297" y="293"/>
                    <a:pt x="300" y="291"/>
                    <a:pt x="305" y="287"/>
                  </a:cubicBezTo>
                  <a:cubicBezTo>
                    <a:pt x="304" y="279"/>
                    <a:pt x="318" y="265"/>
                    <a:pt x="330" y="255"/>
                  </a:cubicBezTo>
                  <a:cubicBezTo>
                    <a:pt x="344" y="247"/>
                    <a:pt x="352" y="231"/>
                    <a:pt x="350" y="215"/>
                  </a:cubicBezTo>
                  <a:lnTo>
                    <a:pt x="346" y="200"/>
                  </a:lnTo>
                  <a:lnTo>
                    <a:pt x="346" y="200"/>
                  </a:lnTo>
                  <a:lnTo>
                    <a:pt x="354" y="211"/>
                  </a:lnTo>
                  <a:cubicBezTo>
                    <a:pt x="359" y="217"/>
                    <a:pt x="364" y="222"/>
                    <a:pt x="370" y="225"/>
                  </a:cubicBezTo>
                  <a:cubicBezTo>
                    <a:pt x="374" y="222"/>
                    <a:pt x="370" y="216"/>
                    <a:pt x="367" y="211"/>
                  </a:cubicBezTo>
                  <a:cubicBezTo>
                    <a:pt x="362" y="206"/>
                    <a:pt x="367" y="203"/>
                    <a:pt x="379" y="201"/>
                  </a:cubicBezTo>
                  <a:cubicBezTo>
                    <a:pt x="391" y="201"/>
                    <a:pt x="396" y="199"/>
                    <a:pt x="397" y="191"/>
                  </a:cubicBezTo>
                  <a:cubicBezTo>
                    <a:pt x="400" y="189"/>
                    <a:pt x="404" y="188"/>
                    <a:pt x="407" y="188"/>
                  </a:cubicBezTo>
                  <a:cubicBezTo>
                    <a:pt x="409" y="188"/>
                    <a:pt x="411" y="188"/>
                    <a:pt x="413" y="189"/>
                  </a:cubicBezTo>
                  <a:cubicBezTo>
                    <a:pt x="417" y="187"/>
                    <a:pt x="417" y="187"/>
                    <a:pt x="414" y="181"/>
                  </a:cubicBezTo>
                  <a:cubicBezTo>
                    <a:pt x="411" y="177"/>
                    <a:pt x="413" y="174"/>
                    <a:pt x="416" y="174"/>
                  </a:cubicBezTo>
                  <a:cubicBezTo>
                    <a:pt x="418" y="174"/>
                    <a:pt x="420" y="175"/>
                    <a:pt x="423" y="176"/>
                  </a:cubicBezTo>
                  <a:cubicBezTo>
                    <a:pt x="426" y="179"/>
                    <a:pt x="430" y="180"/>
                    <a:pt x="433" y="180"/>
                  </a:cubicBezTo>
                  <a:cubicBezTo>
                    <a:pt x="440" y="180"/>
                    <a:pt x="445" y="175"/>
                    <a:pt x="444" y="171"/>
                  </a:cubicBezTo>
                  <a:cubicBezTo>
                    <a:pt x="441" y="166"/>
                    <a:pt x="445" y="163"/>
                    <a:pt x="450" y="161"/>
                  </a:cubicBezTo>
                  <a:cubicBezTo>
                    <a:pt x="455" y="159"/>
                    <a:pt x="460" y="154"/>
                    <a:pt x="461" y="149"/>
                  </a:cubicBezTo>
                  <a:lnTo>
                    <a:pt x="470" y="144"/>
                  </a:lnTo>
                  <a:cubicBezTo>
                    <a:pt x="470" y="144"/>
                    <a:pt x="471" y="144"/>
                    <a:pt x="471" y="144"/>
                  </a:cubicBezTo>
                  <a:cubicBezTo>
                    <a:pt x="474" y="144"/>
                    <a:pt x="473" y="150"/>
                    <a:pt x="469" y="152"/>
                  </a:cubicBezTo>
                  <a:lnTo>
                    <a:pt x="475" y="157"/>
                  </a:lnTo>
                  <a:cubicBezTo>
                    <a:pt x="485" y="152"/>
                    <a:pt x="490" y="150"/>
                    <a:pt x="491" y="142"/>
                  </a:cubicBezTo>
                  <a:cubicBezTo>
                    <a:pt x="491" y="134"/>
                    <a:pt x="491" y="130"/>
                    <a:pt x="492" y="130"/>
                  </a:cubicBezTo>
                  <a:cubicBezTo>
                    <a:pt x="492" y="130"/>
                    <a:pt x="493" y="133"/>
                    <a:pt x="496" y="140"/>
                  </a:cubicBezTo>
                  <a:cubicBezTo>
                    <a:pt x="498" y="143"/>
                    <a:pt x="501" y="146"/>
                    <a:pt x="504" y="146"/>
                  </a:cubicBezTo>
                  <a:cubicBezTo>
                    <a:pt x="506" y="146"/>
                    <a:pt x="507" y="145"/>
                    <a:pt x="508" y="142"/>
                  </a:cubicBezTo>
                  <a:cubicBezTo>
                    <a:pt x="508" y="135"/>
                    <a:pt x="510" y="132"/>
                    <a:pt x="512" y="132"/>
                  </a:cubicBezTo>
                  <a:cubicBezTo>
                    <a:pt x="514" y="132"/>
                    <a:pt x="517" y="135"/>
                    <a:pt x="518" y="139"/>
                  </a:cubicBezTo>
                  <a:cubicBezTo>
                    <a:pt x="518" y="145"/>
                    <a:pt x="518" y="149"/>
                    <a:pt x="519" y="149"/>
                  </a:cubicBezTo>
                  <a:cubicBezTo>
                    <a:pt x="521" y="149"/>
                    <a:pt x="525" y="144"/>
                    <a:pt x="533" y="133"/>
                  </a:cubicBezTo>
                  <a:cubicBezTo>
                    <a:pt x="542" y="131"/>
                    <a:pt x="558" y="116"/>
                    <a:pt x="573" y="113"/>
                  </a:cubicBezTo>
                  <a:cubicBezTo>
                    <a:pt x="586" y="110"/>
                    <a:pt x="594" y="108"/>
                    <a:pt x="601" y="108"/>
                  </a:cubicBezTo>
                  <a:cubicBezTo>
                    <a:pt x="605" y="108"/>
                    <a:pt x="607" y="108"/>
                    <a:pt x="610" y="111"/>
                  </a:cubicBezTo>
                  <a:cubicBezTo>
                    <a:pt x="610" y="111"/>
                    <a:pt x="610" y="111"/>
                    <a:pt x="610" y="111"/>
                  </a:cubicBezTo>
                  <a:lnTo>
                    <a:pt x="610" y="111"/>
                  </a:lnTo>
                  <a:cubicBezTo>
                    <a:pt x="610" y="103"/>
                    <a:pt x="616" y="102"/>
                    <a:pt x="628" y="99"/>
                  </a:cubicBezTo>
                  <a:cubicBezTo>
                    <a:pt x="631" y="100"/>
                    <a:pt x="633" y="101"/>
                    <a:pt x="636" y="101"/>
                  </a:cubicBezTo>
                  <a:cubicBezTo>
                    <a:pt x="645" y="101"/>
                    <a:pt x="653" y="96"/>
                    <a:pt x="657" y="88"/>
                  </a:cubicBezTo>
                  <a:lnTo>
                    <a:pt x="657" y="88"/>
                  </a:lnTo>
                  <a:cubicBezTo>
                    <a:pt x="653" y="89"/>
                    <a:pt x="647" y="89"/>
                    <a:pt x="647" y="89"/>
                  </a:cubicBezTo>
                  <a:cubicBezTo>
                    <a:pt x="646" y="81"/>
                    <a:pt x="647" y="78"/>
                    <a:pt x="652" y="78"/>
                  </a:cubicBezTo>
                  <a:cubicBezTo>
                    <a:pt x="654" y="78"/>
                    <a:pt x="657" y="79"/>
                    <a:pt x="662" y="80"/>
                  </a:cubicBezTo>
                  <a:cubicBezTo>
                    <a:pt x="667" y="80"/>
                    <a:pt x="667" y="87"/>
                    <a:pt x="668" y="94"/>
                  </a:cubicBezTo>
                  <a:cubicBezTo>
                    <a:pt x="669" y="100"/>
                    <a:pt x="674" y="105"/>
                    <a:pt x="679" y="105"/>
                  </a:cubicBezTo>
                  <a:cubicBezTo>
                    <a:pt x="680" y="105"/>
                    <a:pt x="680" y="105"/>
                    <a:pt x="681" y="105"/>
                  </a:cubicBezTo>
                  <a:cubicBezTo>
                    <a:pt x="685" y="105"/>
                    <a:pt x="691" y="104"/>
                    <a:pt x="684" y="98"/>
                  </a:cubicBezTo>
                  <a:cubicBezTo>
                    <a:pt x="684" y="91"/>
                    <a:pt x="684" y="91"/>
                    <a:pt x="689" y="90"/>
                  </a:cubicBezTo>
                  <a:cubicBezTo>
                    <a:pt x="695" y="90"/>
                    <a:pt x="700" y="87"/>
                    <a:pt x="703" y="82"/>
                  </a:cubicBezTo>
                  <a:cubicBezTo>
                    <a:pt x="703" y="76"/>
                    <a:pt x="708" y="75"/>
                    <a:pt x="713" y="75"/>
                  </a:cubicBezTo>
                  <a:cubicBezTo>
                    <a:pt x="718" y="79"/>
                    <a:pt x="723" y="81"/>
                    <a:pt x="729" y="81"/>
                  </a:cubicBezTo>
                  <a:cubicBezTo>
                    <a:pt x="729" y="79"/>
                    <a:pt x="729" y="79"/>
                    <a:pt x="729" y="79"/>
                  </a:cubicBezTo>
                  <a:cubicBezTo>
                    <a:pt x="729" y="79"/>
                    <a:pt x="729" y="83"/>
                    <a:pt x="730" y="88"/>
                  </a:cubicBezTo>
                  <a:cubicBezTo>
                    <a:pt x="730" y="93"/>
                    <a:pt x="732" y="97"/>
                    <a:pt x="736" y="102"/>
                  </a:cubicBezTo>
                  <a:cubicBezTo>
                    <a:pt x="740" y="100"/>
                    <a:pt x="740" y="94"/>
                    <a:pt x="740" y="94"/>
                  </a:cubicBezTo>
                  <a:cubicBezTo>
                    <a:pt x="740" y="90"/>
                    <a:pt x="756" y="89"/>
                    <a:pt x="778" y="89"/>
                  </a:cubicBezTo>
                  <a:cubicBezTo>
                    <a:pt x="815" y="89"/>
                    <a:pt x="868" y="93"/>
                    <a:pt x="877" y="97"/>
                  </a:cubicBezTo>
                  <a:cubicBezTo>
                    <a:pt x="882" y="102"/>
                    <a:pt x="889" y="104"/>
                    <a:pt x="893" y="104"/>
                  </a:cubicBezTo>
                  <a:cubicBezTo>
                    <a:pt x="897" y="104"/>
                    <a:pt x="899" y="103"/>
                    <a:pt x="897" y="99"/>
                  </a:cubicBezTo>
                  <a:cubicBezTo>
                    <a:pt x="898" y="97"/>
                    <a:pt x="900" y="96"/>
                    <a:pt x="904" y="96"/>
                  </a:cubicBezTo>
                  <a:cubicBezTo>
                    <a:pt x="914" y="96"/>
                    <a:pt x="932" y="101"/>
                    <a:pt x="953" y="107"/>
                  </a:cubicBezTo>
                  <a:cubicBezTo>
                    <a:pt x="980" y="113"/>
                    <a:pt x="1000" y="122"/>
                    <a:pt x="1009" y="122"/>
                  </a:cubicBezTo>
                  <a:cubicBezTo>
                    <a:pt x="1011" y="122"/>
                    <a:pt x="1013" y="121"/>
                    <a:pt x="1014" y="120"/>
                  </a:cubicBezTo>
                  <a:lnTo>
                    <a:pt x="1028" y="125"/>
                  </a:lnTo>
                  <a:cubicBezTo>
                    <a:pt x="1037" y="128"/>
                    <a:pt x="1050" y="127"/>
                    <a:pt x="1054" y="130"/>
                  </a:cubicBezTo>
                  <a:cubicBezTo>
                    <a:pt x="1057" y="128"/>
                    <a:pt x="1060" y="127"/>
                    <a:pt x="1061" y="127"/>
                  </a:cubicBezTo>
                  <a:cubicBezTo>
                    <a:pt x="1064" y="127"/>
                    <a:pt x="1064" y="129"/>
                    <a:pt x="1060" y="132"/>
                  </a:cubicBezTo>
                  <a:cubicBezTo>
                    <a:pt x="1056" y="137"/>
                    <a:pt x="1054" y="144"/>
                    <a:pt x="1059" y="146"/>
                  </a:cubicBezTo>
                  <a:cubicBezTo>
                    <a:pt x="1061" y="148"/>
                    <a:pt x="1063" y="148"/>
                    <a:pt x="1064" y="148"/>
                  </a:cubicBezTo>
                  <a:cubicBezTo>
                    <a:pt x="1069" y="148"/>
                    <a:pt x="1071" y="144"/>
                    <a:pt x="1073" y="139"/>
                  </a:cubicBezTo>
                  <a:cubicBezTo>
                    <a:pt x="1075" y="135"/>
                    <a:pt x="1077" y="135"/>
                    <a:pt x="1079" y="135"/>
                  </a:cubicBezTo>
                  <a:cubicBezTo>
                    <a:pt x="1080" y="135"/>
                    <a:pt x="1081" y="135"/>
                    <a:pt x="1081" y="135"/>
                  </a:cubicBezTo>
                  <a:cubicBezTo>
                    <a:pt x="1086" y="137"/>
                    <a:pt x="1086" y="137"/>
                    <a:pt x="1082" y="143"/>
                  </a:cubicBezTo>
                  <a:lnTo>
                    <a:pt x="1077" y="155"/>
                  </a:lnTo>
                  <a:lnTo>
                    <a:pt x="1081" y="158"/>
                  </a:lnTo>
                  <a:cubicBezTo>
                    <a:pt x="1083" y="155"/>
                    <a:pt x="1085" y="154"/>
                    <a:pt x="1087" y="154"/>
                  </a:cubicBezTo>
                  <a:cubicBezTo>
                    <a:pt x="1088" y="154"/>
                    <a:pt x="1089" y="154"/>
                    <a:pt x="1089" y="154"/>
                  </a:cubicBezTo>
                  <a:cubicBezTo>
                    <a:pt x="1093" y="157"/>
                    <a:pt x="1093" y="157"/>
                    <a:pt x="1087" y="168"/>
                  </a:cubicBezTo>
                  <a:cubicBezTo>
                    <a:pt x="1083" y="175"/>
                    <a:pt x="1084" y="179"/>
                    <a:pt x="1086" y="179"/>
                  </a:cubicBezTo>
                  <a:cubicBezTo>
                    <a:pt x="1088" y="179"/>
                    <a:pt x="1092" y="177"/>
                    <a:pt x="1096" y="173"/>
                  </a:cubicBezTo>
                  <a:lnTo>
                    <a:pt x="1108" y="172"/>
                  </a:lnTo>
                  <a:lnTo>
                    <a:pt x="1108" y="172"/>
                  </a:lnTo>
                  <a:cubicBezTo>
                    <a:pt x="1107" y="179"/>
                    <a:pt x="1110" y="181"/>
                    <a:pt x="1114" y="181"/>
                  </a:cubicBezTo>
                  <a:cubicBezTo>
                    <a:pt x="1119" y="181"/>
                    <a:pt x="1125" y="179"/>
                    <a:pt x="1129" y="178"/>
                  </a:cubicBezTo>
                  <a:lnTo>
                    <a:pt x="1129" y="178"/>
                  </a:lnTo>
                  <a:cubicBezTo>
                    <a:pt x="1128" y="186"/>
                    <a:pt x="1129" y="191"/>
                    <a:pt x="1133" y="191"/>
                  </a:cubicBezTo>
                  <a:cubicBezTo>
                    <a:pt x="1135" y="191"/>
                    <a:pt x="1138" y="189"/>
                    <a:pt x="1143" y="186"/>
                  </a:cubicBezTo>
                  <a:cubicBezTo>
                    <a:pt x="1144" y="184"/>
                    <a:pt x="1145" y="183"/>
                    <a:pt x="1147" y="183"/>
                  </a:cubicBezTo>
                  <a:cubicBezTo>
                    <a:pt x="1149" y="183"/>
                    <a:pt x="1151" y="186"/>
                    <a:pt x="1152" y="191"/>
                  </a:cubicBezTo>
                  <a:cubicBezTo>
                    <a:pt x="1152" y="199"/>
                    <a:pt x="1156" y="201"/>
                    <a:pt x="1164" y="208"/>
                  </a:cubicBezTo>
                  <a:cubicBezTo>
                    <a:pt x="1164" y="208"/>
                    <a:pt x="1165" y="208"/>
                    <a:pt x="1165" y="208"/>
                  </a:cubicBezTo>
                  <a:cubicBezTo>
                    <a:pt x="1174" y="208"/>
                    <a:pt x="1203" y="227"/>
                    <a:pt x="1233" y="255"/>
                  </a:cubicBezTo>
                  <a:cubicBezTo>
                    <a:pt x="1265" y="283"/>
                    <a:pt x="1283" y="306"/>
                    <a:pt x="1290" y="306"/>
                  </a:cubicBezTo>
                  <a:cubicBezTo>
                    <a:pt x="1291" y="306"/>
                    <a:pt x="1292" y="306"/>
                    <a:pt x="1292" y="306"/>
                  </a:cubicBezTo>
                  <a:cubicBezTo>
                    <a:pt x="1295" y="309"/>
                    <a:pt x="1295" y="309"/>
                    <a:pt x="1293" y="318"/>
                  </a:cubicBezTo>
                  <a:cubicBezTo>
                    <a:pt x="1290" y="321"/>
                    <a:pt x="1291" y="323"/>
                    <a:pt x="1295" y="323"/>
                  </a:cubicBezTo>
                  <a:cubicBezTo>
                    <a:pt x="1297" y="323"/>
                    <a:pt x="1300" y="322"/>
                    <a:pt x="1306" y="320"/>
                  </a:cubicBezTo>
                  <a:cubicBezTo>
                    <a:pt x="1310" y="320"/>
                    <a:pt x="1313" y="319"/>
                    <a:pt x="1314" y="319"/>
                  </a:cubicBezTo>
                  <a:cubicBezTo>
                    <a:pt x="1315" y="319"/>
                    <a:pt x="1314" y="320"/>
                    <a:pt x="1309" y="325"/>
                  </a:cubicBezTo>
                  <a:cubicBezTo>
                    <a:pt x="1304" y="329"/>
                    <a:pt x="1310" y="337"/>
                    <a:pt x="1322" y="354"/>
                  </a:cubicBezTo>
                  <a:cubicBezTo>
                    <a:pt x="1330" y="365"/>
                    <a:pt x="1341" y="379"/>
                    <a:pt x="1347" y="379"/>
                  </a:cubicBezTo>
                  <a:cubicBezTo>
                    <a:pt x="1348" y="379"/>
                    <a:pt x="1349" y="379"/>
                    <a:pt x="1349" y="379"/>
                  </a:cubicBezTo>
                  <a:cubicBezTo>
                    <a:pt x="1357" y="383"/>
                    <a:pt x="1359" y="384"/>
                    <a:pt x="1358" y="384"/>
                  </a:cubicBezTo>
                  <a:cubicBezTo>
                    <a:pt x="1357" y="384"/>
                    <a:pt x="1355" y="383"/>
                    <a:pt x="1353" y="383"/>
                  </a:cubicBezTo>
                  <a:lnTo>
                    <a:pt x="1353" y="383"/>
                  </a:lnTo>
                  <a:cubicBezTo>
                    <a:pt x="1338" y="386"/>
                    <a:pt x="1346" y="412"/>
                    <a:pt x="1365" y="418"/>
                  </a:cubicBezTo>
                  <a:cubicBezTo>
                    <a:pt x="1367" y="422"/>
                    <a:pt x="1371" y="427"/>
                    <a:pt x="1364" y="430"/>
                  </a:cubicBezTo>
                  <a:cubicBezTo>
                    <a:pt x="1369" y="438"/>
                    <a:pt x="1375" y="444"/>
                    <a:pt x="1383" y="449"/>
                  </a:cubicBezTo>
                  <a:lnTo>
                    <a:pt x="1399" y="482"/>
                  </a:lnTo>
                  <a:cubicBezTo>
                    <a:pt x="1399" y="483"/>
                    <a:pt x="1399" y="483"/>
                    <a:pt x="1400" y="484"/>
                  </a:cubicBezTo>
                  <a:lnTo>
                    <a:pt x="1400" y="484"/>
                  </a:lnTo>
                  <a:cubicBezTo>
                    <a:pt x="1395" y="482"/>
                    <a:pt x="1390" y="480"/>
                    <a:pt x="1385" y="480"/>
                  </a:cubicBezTo>
                  <a:cubicBezTo>
                    <a:pt x="1363" y="480"/>
                    <a:pt x="1342" y="502"/>
                    <a:pt x="1354" y="528"/>
                  </a:cubicBezTo>
                  <a:cubicBezTo>
                    <a:pt x="1360" y="542"/>
                    <a:pt x="1372" y="548"/>
                    <a:pt x="1383" y="548"/>
                  </a:cubicBezTo>
                  <a:cubicBezTo>
                    <a:pt x="1397" y="548"/>
                    <a:pt x="1412" y="538"/>
                    <a:pt x="1416" y="524"/>
                  </a:cubicBezTo>
                  <a:lnTo>
                    <a:pt x="1416" y="524"/>
                  </a:lnTo>
                  <a:cubicBezTo>
                    <a:pt x="1419" y="534"/>
                    <a:pt x="1424" y="548"/>
                    <a:pt x="1430" y="564"/>
                  </a:cubicBezTo>
                  <a:cubicBezTo>
                    <a:pt x="1439" y="597"/>
                    <a:pt x="1446" y="628"/>
                    <a:pt x="1441" y="634"/>
                  </a:cubicBezTo>
                  <a:cubicBezTo>
                    <a:pt x="1442" y="638"/>
                    <a:pt x="1446" y="641"/>
                    <a:pt x="1449" y="643"/>
                  </a:cubicBezTo>
                  <a:cubicBezTo>
                    <a:pt x="1464" y="646"/>
                    <a:pt x="1464" y="651"/>
                    <a:pt x="1458" y="657"/>
                  </a:cubicBezTo>
                  <a:cubicBezTo>
                    <a:pt x="1446" y="665"/>
                    <a:pt x="1448" y="684"/>
                    <a:pt x="1463" y="688"/>
                  </a:cubicBezTo>
                  <a:lnTo>
                    <a:pt x="1456" y="688"/>
                  </a:lnTo>
                  <a:cubicBezTo>
                    <a:pt x="1443" y="695"/>
                    <a:pt x="1452" y="710"/>
                    <a:pt x="1465" y="713"/>
                  </a:cubicBezTo>
                  <a:cubicBezTo>
                    <a:pt x="1459" y="720"/>
                    <a:pt x="1452" y="724"/>
                    <a:pt x="1459" y="730"/>
                  </a:cubicBezTo>
                  <a:cubicBezTo>
                    <a:pt x="1459" y="734"/>
                    <a:pt x="1459" y="734"/>
                    <a:pt x="1446" y="735"/>
                  </a:cubicBezTo>
                  <a:cubicBezTo>
                    <a:pt x="1439" y="735"/>
                    <a:pt x="1432" y="736"/>
                    <a:pt x="1432" y="741"/>
                  </a:cubicBezTo>
                  <a:cubicBezTo>
                    <a:pt x="1432" y="745"/>
                    <a:pt x="1439" y="745"/>
                    <a:pt x="1446" y="745"/>
                  </a:cubicBezTo>
                  <a:lnTo>
                    <a:pt x="1447" y="756"/>
                  </a:lnTo>
                  <a:cubicBezTo>
                    <a:pt x="1447" y="756"/>
                    <a:pt x="1447" y="760"/>
                    <a:pt x="1454" y="760"/>
                  </a:cubicBezTo>
                  <a:cubicBezTo>
                    <a:pt x="1460" y="760"/>
                    <a:pt x="1460" y="766"/>
                    <a:pt x="1460" y="770"/>
                  </a:cubicBezTo>
                  <a:cubicBezTo>
                    <a:pt x="1456" y="770"/>
                    <a:pt x="1458" y="773"/>
                    <a:pt x="1461" y="773"/>
                  </a:cubicBezTo>
                  <a:cubicBezTo>
                    <a:pt x="1463" y="773"/>
                    <a:pt x="1465" y="772"/>
                    <a:pt x="1467" y="770"/>
                  </a:cubicBezTo>
                  <a:cubicBezTo>
                    <a:pt x="1475" y="770"/>
                    <a:pt x="1482" y="770"/>
                    <a:pt x="1482" y="776"/>
                  </a:cubicBezTo>
                  <a:lnTo>
                    <a:pt x="1495" y="776"/>
                  </a:lnTo>
                  <a:cubicBezTo>
                    <a:pt x="1509" y="776"/>
                    <a:pt x="1515" y="776"/>
                    <a:pt x="1522" y="765"/>
                  </a:cubicBezTo>
                  <a:cubicBezTo>
                    <a:pt x="1528" y="742"/>
                    <a:pt x="1534" y="725"/>
                    <a:pt x="1520" y="725"/>
                  </a:cubicBezTo>
                  <a:cubicBezTo>
                    <a:pt x="1520" y="725"/>
                    <a:pt x="1513" y="721"/>
                    <a:pt x="1513" y="715"/>
                  </a:cubicBezTo>
                  <a:cubicBezTo>
                    <a:pt x="1513" y="710"/>
                    <a:pt x="1520" y="704"/>
                    <a:pt x="1520" y="704"/>
                  </a:cubicBezTo>
                  <a:cubicBezTo>
                    <a:pt x="1526" y="703"/>
                    <a:pt x="1523" y="680"/>
                    <a:pt x="1520" y="652"/>
                  </a:cubicBezTo>
                  <a:cubicBezTo>
                    <a:pt x="1515" y="619"/>
                    <a:pt x="1510" y="603"/>
                    <a:pt x="1515" y="596"/>
                  </a:cubicBezTo>
                  <a:cubicBezTo>
                    <a:pt x="1519" y="592"/>
                    <a:pt x="1520" y="587"/>
                    <a:pt x="1520" y="583"/>
                  </a:cubicBezTo>
                  <a:lnTo>
                    <a:pt x="1520" y="583"/>
                  </a:lnTo>
                  <a:cubicBezTo>
                    <a:pt x="1520" y="583"/>
                    <a:pt x="1519" y="583"/>
                    <a:pt x="1519" y="583"/>
                  </a:cubicBezTo>
                  <a:cubicBezTo>
                    <a:pt x="1512" y="583"/>
                    <a:pt x="1506" y="550"/>
                    <a:pt x="1492" y="514"/>
                  </a:cubicBezTo>
                  <a:cubicBezTo>
                    <a:pt x="1480" y="477"/>
                    <a:pt x="1462" y="442"/>
                    <a:pt x="1455" y="442"/>
                  </a:cubicBezTo>
                  <a:cubicBezTo>
                    <a:pt x="1455" y="442"/>
                    <a:pt x="1455" y="443"/>
                    <a:pt x="1455" y="443"/>
                  </a:cubicBezTo>
                  <a:lnTo>
                    <a:pt x="1450" y="432"/>
                  </a:lnTo>
                  <a:cubicBezTo>
                    <a:pt x="1457" y="430"/>
                    <a:pt x="1451" y="419"/>
                    <a:pt x="1447" y="409"/>
                  </a:cubicBezTo>
                  <a:cubicBezTo>
                    <a:pt x="1440" y="406"/>
                    <a:pt x="1433" y="400"/>
                    <a:pt x="1429" y="393"/>
                  </a:cubicBezTo>
                  <a:cubicBezTo>
                    <a:pt x="1436" y="390"/>
                    <a:pt x="1432" y="384"/>
                    <a:pt x="1427" y="375"/>
                  </a:cubicBezTo>
                  <a:cubicBezTo>
                    <a:pt x="1422" y="367"/>
                    <a:pt x="1419" y="363"/>
                    <a:pt x="1416" y="363"/>
                  </a:cubicBezTo>
                  <a:cubicBezTo>
                    <a:pt x="1414" y="363"/>
                    <a:pt x="1413" y="363"/>
                    <a:pt x="1412" y="364"/>
                  </a:cubicBezTo>
                  <a:cubicBezTo>
                    <a:pt x="1401" y="346"/>
                    <a:pt x="1391" y="328"/>
                    <a:pt x="1382" y="309"/>
                  </a:cubicBezTo>
                  <a:cubicBezTo>
                    <a:pt x="1384" y="300"/>
                    <a:pt x="1375" y="299"/>
                    <a:pt x="1366" y="299"/>
                  </a:cubicBezTo>
                  <a:cubicBezTo>
                    <a:pt x="1364" y="301"/>
                    <a:pt x="1361" y="302"/>
                    <a:pt x="1358" y="302"/>
                  </a:cubicBezTo>
                  <a:cubicBezTo>
                    <a:pt x="1355" y="302"/>
                    <a:pt x="1351" y="301"/>
                    <a:pt x="1349" y="299"/>
                  </a:cubicBezTo>
                  <a:lnTo>
                    <a:pt x="1359" y="290"/>
                  </a:lnTo>
                  <a:cubicBezTo>
                    <a:pt x="1368" y="290"/>
                    <a:pt x="1368" y="290"/>
                    <a:pt x="1362" y="281"/>
                  </a:cubicBezTo>
                  <a:lnTo>
                    <a:pt x="1354" y="273"/>
                  </a:lnTo>
                  <a:cubicBezTo>
                    <a:pt x="1353" y="274"/>
                    <a:pt x="1353" y="274"/>
                    <a:pt x="1352" y="274"/>
                  </a:cubicBezTo>
                  <a:cubicBezTo>
                    <a:pt x="1345" y="274"/>
                    <a:pt x="1328" y="253"/>
                    <a:pt x="1303" y="227"/>
                  </a:cubicBezTo>
                  <a:cubicBezTo>
                    <a:pt x="1271" y="198"/>
                    <a:pt x="1257" y="185"/>
                    <a:pt x="1251" y="185"/>
                  </a:cubicBezTo>
                  <a:cubicBezTo>
                    <a:pt x="1250" y="185"/>
                    <a:pt x="1249" y="186"/>
                    <a:pt x="1248" y="187"/>
                  </a:cubicBezTo>
                  <a:cubicBezTo>
                    <a:pt x="1247" y="188"/>
                    <a:pt x="1246" y="189"/>
                    <a:pt x="1244" y="189"/>
                  </a:cubicBezTo>
                  <a:cubicBezTo>
                    <a:pt x="1241" y="189"/>
                    <a:pt x="1237" y="184"/>
                    <a:pt x="1230" y="173"/>
                  </a:cubicBezTo>
                  <a:cubicBezTo>
                    <a:pt x="1219" y="144"/>
                    <a:pt x="1216" y="138"/>
                    <a:pt x="1211" y="138"/>
                  </a:cubicBezTo>
                  <a:cubicBezTo>
                    <a:pt x="1210" y="138"/>
                    <a:pt x="1209" y="138"/>
                    <a:pt x="1207" y="139"/>
                  </a:cubicBezTo>
                  <a:cubicBezTo>
                    <a:pt x="1211" y="142"/>
                    <a:pt x="1208" y="148"/>
                    <a:pt x="1203" y="152"/>
                  </a:cubicBezTo>
                  <a:cubicBezTo>
                    <a:pt x="1200" y="157"/>
                    <a:pt x="1198" y="159"/>
                    <a:pt x="1196" y="159"/>
                  </a:cubicBezTo>
                  <a:cubicBezTo>
                    <a:pt x="1193" y="159"/>
                    <a:pt x="1192" y="154"/>
                    <a:pt x="1194" y="145"/>
                  </a:cubicBezTo>
                  <a:cubicBezTo>
                    <a:pt x="1201" y="137"/>
                    <a:pt x="1144" y="104"/>
                    <a:pt x="1122" y="104"/>
                  </a:cubicBezTo>
                  <a:cubicBezTo>
                    <a:pt x="1119" y="104"/>
                    <a:pt x="1116" y="104"/>
                    <a:pt x="1115" y="106"/>
                  </a:cubicBezTo>
                  <a:cubicBezTo>
                    <a:pt x="1113" y="108"/>
                    <a:pt x="1113" y="110"/>
                    <a:pt x="1113" y="110"/>
                  </a:cubicBezTo>
                  <a:cubicBezTo>
                    <a:pt x="1112" y="110"/>
                    <a:pt x="1114" y="107"/>
                    <a:pt x="1117" y="99"/>
                  </a:cubicBezTo>
                  <a:cubicBezTo>
                    <a:pt x="1120" y="94"/>
                    <a:pt x="1116" y="91"/>
                    <a:pt x="1096" y="81"/>
                  </a:cubicBezTo>
                  <a:lnTo>
                    <a:pt x="1080" y="74"/>
                  </a:lnTo>
                  <a:cubicBezTo>
                    <a:pt x="1079" y="76"/>
                    <a:pt x="1076" y="77"/>
                    <a:pt x="1074" y="77"/>
                  </a:cubicBezTo>
                  <a:cubicBezTo>
                    <a:pt x="1064" y="77"/>
                    <a:pt x="1047" y="64"/>
                    <a:pt x="1049" y="60"/>
                  </a:cubicBezTo>
                  <a:cubicBezTo>
                    <a:pt x="1045" y="52"/>
                    <a:pt x="1045" y="52"/>
                    <a:pt x="1035" y="48"/>
                  </a:cubicBezTo>
                  <a:cubicBezTo>
                    <a:pt x="1032" y="49"/>
                    <a:pt x="1028" y="49"/>
                    <a:pt x="1024" y="49"/>
                  </a:cubicBezTo>
                  <a:cubicBezTo>
                    <a:pt x="1007" y="49"/>
                    <a:pt x="990" y="38"/>
                    <a:pt x="991" y="32"/>
                  </a:cubicBezTo>
                  <a:lnTo>
                    <a:pt x="980" y="30"/>
                  </a:lnTo>
                  <a:cubicBezTo>
                    <a:pt x="977" y="31"/>
                    <a:pt x="973" y="32"/>
                    <a:pt x="969" y="32"/>
                  </a:cubicBezTo>
                  <a:cubicBezTo>
                    <a:pt x="965" y="32"/>
                    <a:pt x="961" y="31"/>
                    <a:pt x="957" y="30"/>
                  </a:cubicBezTo>
                  <a:cubicBezTo>
                    <a:pt x="949" y="28"/>
                    <a:pt x="943" y="26"/>
                    <a:pt x="940" y="26"/>
                  </a:cubicBezTo>
                  <a:cubicBezTo>
                    <a:pt x="937" y="26"/>
                    <a:pt x="936" y="28"/>
                    <a:pt x="939" y="32"/>
                  </a:cubicBezTo>
                  <a:cubicBezTo>
                    <a:pt x="938" y="38"/>
                    <a:pt x="936" y="44"/>
                    <a:pt x="931" y="44"/>
                  </a:cubicBezTo>
                  <a:cubicBezTo>
                    <a:pt x="931" y="44"/>
                    <a:pt x="930" y="44"/>
                    <a:pt x="930" y="44"/>
                  </a:cubicBezTo>
                  <a:lnTo>
                    <a:pt x="932" y="38"/>
                  </a:lnTo>
                  <a:cubicBezTo>
                    <a:pt x="933" y="31"/>
                    <a:pt x="917" y="26"/>
                    <a:pt x="895" y="23"/>
                  </a:cubicBezTo>
                  <a:cubicBezTo>
                    <a:pt x="867" y="19"/>
                    <a:pt x="856" y="17"/>
                    <a:pt x="850" y="10"/>
                  </a:cubicBezTo>
                  <a:lnTo>
                    <a:pt x="844" y="15"/>
                  </a:lnTo>
                  <a:cubicBezTo>
                    <a:pt x="841" y="19"/>
                    <a:pt x="838" y="20"/>
                    <a:pt x="836" y="20"/>
                  </a:cubicBezTo>
                  <a:cubicBezTo>
                    <a:pt x="834" y="20"/>
                    <a:pt x="833" y="19"/>
                    <a:pt x="833" y="15"/>
                  </a:cubicBezTo>
                  <a:cubicBezTo>
                    <a:pt x="830" y="11"/>
                    <a:pt x="822" y="9"/>
                    <a:pt x="813" y="9"/>
                  </a:cubicBezTo>
                  <a:cubicBezTo>
                    <a:pt x="806" y="9"/>
                    <a:pt x="799" y="10"/>
                    <a:pt x="794" y="13"/>
                  </a:cubicBezTo>
                  <a:lnTo>
                    <a:pt x="783" y="12"/>
                  </a:lnTo>
                  <a:cubicBezTo>
                    <a:pt x="781" y="5"/>
                    <a:pt x="774" y="1"/>
                    <a:pt x="768" y="1"/>
                  </a:cubicBezTo>
                  <a:close/>
                  <a:moveTo>
                    <a:pt x="622" y="1553"/>
                  </a:moveTo>
                  <a:lnTo>
                    <a:pt x="622" y="1553"/>
                  </a:lnTo>
                  <a:cubicBezTo>
                    <a:pt x="620" y="1560"/>
                    <a:pt x="620" y="1560"/>
                    <a:pt x="627" y="1561"/>
                  </a:cubicBezTo>
                  <a:cubicBezTo>
                    <a:pt x="631" y="1562"/>
                    <a:pt x="633" y="1562"/>
                    <a:pt x="635" y="1562"/>
                  </a:cubicBezTo>
                  <a:cubicBezTo>
                    <a:pt x="637" y="1562"/>
                    <a:pt x="636" y="1561"/>
                    <a:pt x="634" y="1555"/>
                  </a:cubicBezTo>
                  <a:lnTo>
                    <a:pt x="622" y="155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33"/>
            <p:cNvSpPr/>
            <p:nvPr/>
          </p:nvSpPr>
          <p:spPr>
            <a:xfrm>
              <a:off x="3119475" y="2276765"/>
              <a:ext cx="153235" cy="156032"/>
            </a:xfrm>
            <a:custGeom>
              <a:avLst/>
              <a:gdLst/>
              <a:ahLst/>
              <a:cxnLst/>
              <a:rect l="l" t="t" r="r" b="b"/>
              <a:pathLst>
                <a:path w="1534" h="1562" extrusionOk="0">
                  <a:moveTo>
                    <a:pt x="722" y="53"/>
                  </a:moveTo>
                  <a:cubicBezTo>
                    <a:pt x="727" y="53"/>
                    <a:pt x="728" y="60"/>
                    <a:pt x="728" y="60"/>
                  </a:cubicBezTo>
                  <a:cubicBezTo>
                    <a:pt x="728" y="60"/>
                    <a:pt x="728" y="66"/>
                    <a:pt x="722" y="66"/>
                  </a:cubicBezTo>
                  <a:cubicBezTo>
                    <a:pt x="719" y="63"/>
                    <a:pt x="718" y="58"/>
                    <a:pt x="717" y="53"/>
                  </a:cubicBezTo>
                  <a:close/>
                  <a:moveTo>
                    <a:pt x="533" y="53"/>
                  </a:moveTo>
                  <a:cubicBezTo>
                    <a:pt x="535" y="60"/>
                    <a:pt x="537" y="65"/>
                    <a:pt x="532" y="67"/>
                  </a:cubicBezTo>
                  <a:lnTo>
                    <a:pt x="524" y="63"/>
                  </a:lnTo>
                  <a:lnTo>
                    <a:pt x="527" y="55"/>
                  </a:lnTo>
                  <a:lnTo>
                    <a:pt x="533" y="53"/>
                  </a:lnTo>
                  <a:close/>
                  <a:moveTo>
                    <a:pt x="674" y="71"/>
                  </a:moveTo>
                  <a:cubicBezTo>
                    <a:pt x="675" y="71"/>
                    <a:pt x="676" y="73"/>
                    <a:pt x="676" y="78"/>
                  </a:cubicBezTo>
                  <a:lnTo>
                    <a:pt x="671" y="79"/>
                  </a:lnTo>
                  <a:lnTo>
                    <a:pt x="665" y="72"/>
                  </a:lnTo>
                  <a:lnTo>
                    <a:pt x="671" y="72"/>
                  </a:lnTo>
                  <a:cubicBezTo>
                    <a:pt x="672" y="72"/>
                    <a:pt x="673" y="71"/>
                    <a:pt x="674" y="71"/>
                  </a:cubicBezTo>
                  <a:close/>
                  <a:moveTo>
                    <a:pt x="622" y="79"/>
                  </a:moveTo>
                  <a:cubicBezTo>
                    <a:pt x="624" y="79"/>
                    <a:pt x="624" y="81"/>
                    <a:pt x="625" y="85"/>
                  </a:cubicBezTo>
                  <a:lnTo>
                    <a:pt x="620" y="86"/>
                  </a:lnTo>
                  <a:lnTo>
                    <a:pt x="614" y="81"/>
                  </a:lnTo>
                  <a:lnTo>
                    <a:pt x="618" y="80"/>
                  </a:lnTo>
                  <a:cubicBezTo>
                    <a:pt x="620" y="79"/>
                    <a:pt x="621" y="79"/>
                    <a:pt x="622" y="79"/>
                  </a:cubicBezTo>
                  <a:close/>
                  <a:moveTo>
                    <a:pt x="661" y="84"/>
                  </a:moveTo>
                  <a:cubicBezTo>
                    <a:pt x="660" y="84"/>
                    <a:pt x="659" y="85"/>
                    <a:pt x="657" y="88"/>
                  </a:cubicBezTo>
                  <a:cubicBezTo>
                    <a:pt x="660" y="87"/>
                    <a:pt x="661" y="84"/>
                    <a:pt x="661" y="84"/>
                  </a:cubicBezTo>
                  <a:close/>
                  <a:moveTo>
                    <a:pt x="938" y="71"/>
                  </a:moveTo>
                  <a:cubicBezTo>
                    <a:pt x="939" y="71"/>
                    <a:pt x="940" y="72"/>
                    <a:pt x="939" y="74"/>
                  </a:cubicBezTo>
                  <a:cubicBezTo>
                    <a:pt x="938" y="79"/>
                    <a:pt x="934" y="83"/>
                    <a:pt x="931" y="86"/>
                  </a:cubicBezTo>
                  <a:cubicBezTo>
                    <a:pt x="931" y="86"/>
                    <a:pt x="929" y="88"/>
                    <a:pt x="927" y="88"/>
                  </a:cubicBezTo>
                  <a:cubicBezTo>
                    <a:pt x="926" y="88"/>
                    <a:pt x="925" y="87"/>
                    <a:pt x="926" y="84"/>
                  </a:cubicBezTo>
                  <a:lnTo>
                    <a:pt x="928" y="78"/>
                  </a:lnTo>
                  <a:cubicBezTo>
                    <a:pt x="931" y="75"/>
                    <a:pt x="936" y="71"/>
                    <a:pt x="938" y="71"/>
                  </a:cubicBezTo>
                  <a:close/>
                  <a:moveTo>
                    <a:pt x="585" y="83"/>
                  </a:moveTo>
                  <a:cubicBezTo>
                    <a:pt x="586" y="83"/>
                    <a:pt x="587" y="84"/>
                    <a:pt x="588" y="86"/>
                  </a:cubicBezTo>
                  <a:cubicBezTo>
                    <a:pt x="590" y="93"/>
                    <a:pt x="590" y="93"/>
                    <a:pt x="584" y="94"/>
                  </a:cubicBezTo>
                  <a:cubicBezTo>
                    <a:pt x="581" y="96"/>
                    <a:pt x="578" y="96"/>
                    <a:pt x="577" y="96"/>
                  </a:cubicBezTo>
                  <a:cubicBezTo>
                    <a:pt x="575" y="96"/>
                    <a:pt x="576" y="95"/>
                    <a:pt x="578" y="90"/>
                  </a:cubicBezTo>
                  <a:cubicBezTo>
                    <a:pt x="580" y="85"/>
                    <a:pt x="582" y="83"/>
                    <a:pt x="585" y="83"/>
                  </a:cubicBezTo>
                  <a:close/>
                  <a:moveTo>
                    <a:pt x="471" y="83"/>
                  </a:moveTo>
                  <a:cubicBezTo>
                    <a:pt x="473" y="83"/>
                    <a:pt x="473" y="84"/>
                    <a:pt x="475" y="89"/>
                  </a:cubicBezTo>
                  <a:cubicBezTo>
                    <a:pt x="475" y="89"/>
                    <a:pt x="477" y="94"/>
                    <a:pt x="472" y="97"/>
                  </a:cubicBezTo>
                  <a:lnTo>
                    <a:pt x="464" y="93"/>
                  </a:lnTo>
                  <a:cubicBezTo>
                    <a:pt x="462" y="90"/>
                    <a:pt x="463" y="85"/>
                    <a:pt x="467" y="84"/>
                  </a:cubicBezTo>
                  <a:cubicBezTo>
                    <a:pt x="469" y="83"/>
                    <a:pt x="470" y="83"/>
                    <a:pt x="471" y="83"/>
                  </a:cubicBezTo>
                  <a:close/>
                  <a:moveTo>
                    <a:pt x="1116" y="113"/>
                  </a:moveTo>
                  <a:cubicBezTo>
                    <a:pt x="1121" y="116"/>
                    <a:pt x="1121" y="116"/>
                    <a:pt x="1117" y="121"/>
                  </a:cubicBezTo>
                  <a:cubicBezTo>
                    <a:pt x="1115" y="127"/>
                    <a:pt x="1109" y="129"/>
                    <a:pt x="1104" y="129"/>
                  </a:cubicBezTo>
                  <a:cubicBezTo>
                    <a:pt x="1103" y="129"/>
                    <a:pt x="1103" y="129"/>
                    <a:pt x="1102" y="129"/>
                  </a:cubicBezTo>
                  <a:cubicBezTo>
                    <a:pt x="1096" y="127"/>
                    <a:pt x="1103" y="115"/>
                    <a:pt x="1116" y="113"/>
                  </a:cubicBezTo>
                  <a:close/>
                  <a:moveTo>
                    <a:pt x="255" y="217"/>
                  </a:moveTo>
                  <a:lnTo>
                    <a:pt x="255" y="217"/>
                  </a:lnTo>
                  <a:cubicBezTo>
                    <a:pt x="255" y="217"/>
                    <a:pt x="256" y="218"/>
                    <a:pt x="257" y="219"/>
                  </a:cubicBezTo>
                  <a:lnTo>
                    <a:pt x="257" y="219"/>
                  </a:lnTo>
                  <a:cubicBezTo>
                    <a:pt x="257" y="219"/>
                    <a:pt x="257" y="219"/>
                    <a:pt x="257" y="219"/>
                  </a:cubicBezTo>
                  <a:cubicBezTo>
                    <a:pt x="256" y="218"/>
                    <a:pt x="255" y="217"/>
                    <a:pt x="255" y="217"/>
                  </a:cubicBezTo>
                  <a:close/>
                  <a:moveTo>
                    <a:pt x="156" y="403"/>
                  </a:moveTo>
                  <a:cubicBezTo>
                    <a:pt x="162" y="407"/>
                    <a:pt x="167" y="411"/>
                    <a:pt x="165" y="415"/>
                  </a:cubicBezTo>
                  <a:lnTo>
                    <a:pt x="162" y="420"/>
                  </a:lnTo>
                  <a:cubicBezTo>
                    <a:pt x="158" y="416"/>
                    <a:pt x="155" y="413"/>
                    <a:pt x="153" y="407"/>
                  </a:cubicBezTo>
                  <a:lnTo>
                    <a:pt x="156" y="403"/>
                  </a:lnTo>
                  <a:close/>
                  <a:moveTo>
                    <a:pt x="81" y="600"/>
                  </a:moveTo>
                  <a:cubicBezTo>
                    <a:pt x="82" y="600"/>
                    <a:pt x="83" y="601"/>
                    <a:pt x="85" y="601"/>
                  </a:cubicBezTo>
                  <a:cubicBezTo>
                    <a:pt x="92" y="603"/>
                    <a:pt x="89" y="613"/>
                    <a:pt x="88" y="618"/>
                  </a:cubicBezTo>
                  <a:cubicBezTo>
                    <a:pt x="86" y="619"/>
                    <a:pt x="85" y="619"/>
                    <a:pt x="84" y="619"/>
                  </a:cubicBezTo>
                  <a:cubicBezTo>
                    <a:pt x="79" y="619"/>
                    <a:pt x="75" y="615"/>
                    <a:pt x="76" y="609"/>
                  </a:cubicBezTo>
                  <a:cubicBezTo>
                    <a:pt x="78" y="602"/>
                    <a:pt x="78" y="600"/>
                    <a:pt x="81" y="600"/>
                  </a:cubicBezTo>
                  <a:close/>
                  <a:moveTo>
                    <a:pt x="1505" y="731"/>
                  </a:moveTo>
                  <a:cubicBezTo>
                    <a:pt x="1510" y="731"/>
                    <a:pt x="1513" y="732"/>
                    <a:pt x="1513" y="736"/>
                  </a:cubicBezTo>
                  <a:cubicBezTo>
                    <a:pt x="1521" y="742"/>
                    <a:pt x="1521" y="745"/>
                    <a:pt x="1517" y="745"/>
                  </a:cubicBezTo>
                  <a:cubicBezTo>
                    <a:pt x="1514" y="745"/>
                    <a:pt x="1507" y="742"/>
                    <a:pt x="1500" y="737"/>
                  </a:cubicBezTo>
                  <a:cubicBezTo>
                    <a:pt x="1486" y="733"/>
                    <a:pt x="1486" y="733"/>
                    <a:pt x="1500" y="732"/>
                  </a:cubicBezTo>
                  <a:cubicBezTo>
                    <a:pt x="1502" y="732"/>
                    <a:pt x="1504" y="731"/>
                    <a:pt x="1505" y="731"/>
                  </a:cubicBezTo>
                  <a:close/>
                  <a:moveTo>
                    <a:pt x="1376" y="845"/>
                  </a:moveTo>
                  <a:lnTo>
                    <a:pt x="1375" y="849"/>
                  </a:lnTo>
                  <a:cubicBezTo>
                    <a:pt x="1374" y="854"/>
                    <a:pt x="1381" y="854"/>
                    <a:pt x="1388" y="855"/>
                  </a:cubicBezTo>
                  <a:lnTo>
                    <a:pt x="1389" y="850"/>
                  </a:lnTo>
                  <a:cubicBezTo>
                    <a:pt x="1385" y="847"/>
                    <a:pt x="1381" y="846"/>
                    <a:pt x="1376" y="845"/>
                  </a:cubicBezTo>
                  <a:close/>
                  <a:moveTo>
                    <a:pt x="1483" y="868"/>
                  </a:moveTo>
                  <a:cubicBezTo>
                    <a:pt x="1490" y="868"/>
                    <a:pt x="1489" y="874"/>
                    <a:pt x="1488" y="880"/>
                  </a:cubicBezTo>
                  <a:cubicBezTo>
                    <a:pt x="1487" y="883"/>
                    <a:pt x="1487" y="885"/>
                    <a:pt x="1484" y="885"/>
                  </a:cubicBezTo>
                  <a:cubicBezTo>
                    <a:pt x="1483" y="885"/>
                    <a:pt x="1482" y="884"/>
                    <a:pt x="1480" y="884"/>
                  </a:cubicBezTo>
                  <a:cubicBezTo>
                    <a:pt x="1480" y="884"/>
                    <a:pt x="1474" y="877"/>
                    <a:pt x="1475" y="872"/>
                  </a:cubicBezTo>
                  <a:lnTo>
                    <a:pt x="1483" y="868"/>
                  </a:lnTo>
                  <a:close/>
                  <a:moveTo>
                    <a:pt x="1475" y="928"/>
                  </a:moveTo>
                  <a:cubicBezTo>
                    <a:pt x="1479" y="928"/>
                    <a:pt x="1479" y="930"/>
                    <a:pt x="1476" y="938"/>
                  </a:cubicBezTo>
                  <a:cubicBezTo>
                    <a:pt x="1475" y="942"/>
                    <a:pt x="1474" y="946"/>
                    <a:pt x="1470" y="946"/>
                  </a:cubicBezTo>
                  <a:cubicBezTo>
                    <a:pt x="1469" y="946"/>
                    <a:pt x="1468" y="946"/>
                    <a:pt x="1467" y="946"/>
                  </a:cubicBezTo>
                  <a:lnTo>
                    <a:pt x="1468" y="941"/>
                  </a:lnTo>
                  <a:cubicBezTo>
                    <a:pt x="1469" y="941"/>
                    <a:pt x="1469" y="941"/>
                    <a:pt x="1470" y="941"/>
                  </a:cubicBezTo>
                  <a:cubicBezTo>
                    <a:pt x="1473" y="941"/>
                    <a:pt x="1471" y="938"/>
                    <a:pt x="1466" y="938"/>
                  </a:cubicBezTo>
                  <a:cubicBezTo>
                    <a:pt x="1465" y="938"/>
                    <a:pt x="1463" y="938"/>
                    <a:pt x="1462" y="939"/>
                  </a:cubicBezTo>
                  <a:lnTo>
                    <a:pt x="1448" y="937"/>
                  </a:lnTo>
                  <a:cubicBezTo>
                    <a:pt x="1451" y="931"/>
                    <a:pt x="1456" y="929"/>
                    <a:pt x="1462" y="929"/>
                  </a:cubicBezTo>
                  <a:cubicBezTo>
                    <a:pt x="1463" y="929"/>
                    <a:pt x="1464" y="929"/>
                    <a:pt x="1465" y="929"/>
                  </a:cubicBezTo>
                  <a:cubicBezTo>
                    <a:pt x="1470" y="928"/>
                    <a:pt x="1473" y="928"/>
                    <a:pt x="1475" y="928"/>
                  </a:cubicBezTo>
                  <a:close/>
                  <a:moveTo>
                    <a:pt x="1507" y="956"/>
                  </a:moveTo>
                  <a:lnTo>
                    <a:pt x="1499" y="960"/>
                  </a:lnTo>
                  <a:lnTo>
                    <a:pt x="1498" y="965"/>
                  </a:lnTo>
                  <a:cubicBezTo>
                    <a:pt x="1500" y="966"/>
                    <a:pt x="1502" y="966"/>
                    <a:pt x="1503" y="966"/>
                  </a:cubicBezTo>
                  <a:cubicBezTo>
                    <a:pt x="1505" y="966"/>
                    <a:pt x="1505" y="965"/>
                    <a:pt x="1505" y="961"/>
                  </a:cubicBezTo>
                  <a:lnTo>
                    <a:pt x="1507" y="956"/>
                  </a:lnTo>
                  <a:close/>
                  <a:moveTo>
                    <a:pt x="90" y="968"/>
                  </a:moveTo>
                  <a:cubicBezTo>
                    <a:pt x="92" y="968"/>
                    <a:pt x="94" y="968"/>
                    <a:pt x="94" y="970"/>
                  </a:cubicBezTo>
                  <a:lnTo>
                    <a:pt x="89" y="978"/>
                  </a:lnTo>
                  <a:lnTo>
                    <a:pt x="81" y="975"/>
                  </a:lnTo>
                  <a:lnTo>
                    <a:pt x="80" y="969"/>
                  </a:lnTo>
                  <a:cubicBezTo>
                    <a:pt x="83" y="969"/>
                    <a:pt x="87" y="968"/>
                    <a:pt x="90" y="968"/>
                  </a:cubicBezTo>
                  <a:close/>
                  <a:moveTo>
                    <a:pt x="73" y="1047"/>
                  </a:moveTo>
                  <a:cubicBezTo>
                    <a:pt x="75" y="1047"/>
                    <a:pt x="76" y="1048"/>
                    <a:pt x="77" y="1050"/>
                  </a:cubicBezTo>
                  <a:lnTo>
                    <a:pt x="80" y="1055"/>
                  </a:lnTo>
                  <a:cubicBezTo>
                    <a:pt x="77" y="1056"/>
                    <a:pt x="74" y="1056"/>
                    <a:pt x="72" y="1056"/>
                  </a:cubicBezTo>
                  <a:cubicBezTo>
                    <a:pt x="70" y="1056"/>
                    <a:pt x="67" y="1056"/>
                    <a:pt x="65" y="1055"/>
                  </a:cubicBezTo>
                  <a:lnTo>
                    <a:pt x="63" y="1050"/>
                  </a:lnTo>
                  <a:cubicBezTo>
                    <a:pt x="67" y="1048"/>
                    <a:pt x="70" y="1047"/>
                    <a:pt x="73" y="1047"/>
                  </a:cubicBezTo>
                  <a:close/>
                  <a:moveTo>
                    <a:pt x="164" y="1108"/>
                  </a:moveTo>
                  <a:cubicBezTo>
                    <a:pt x="167" y="1113"/>
                    <a:pt x="153" y="1115"/>
                    <a:pt x="146" y="1119"/>
                  </a:cubicBezTo>
                  <a:cubicBezTo>
                    <a:pt x="144" y="1114"/>
                    <a:pt x="144" y="1114"/>
                    <a:pt x="149" y="1111"/>
                  </a:cubicBezTo>
                  <a:cubicBezTo>
                    <a:pt x="154" y="1108"/>
                    <a:pt x="159" y="1108"/>
                    <a:pt x="164" y="1108"/>
                  </a:cubicBezTo>
                  <a:close/>
                  <a:moveTo>
                    <a:pt x="1325" y="1182"/>
                  </a:moveTo>
                  <a:cubicBezTo>
                    <a:pt x="1329" y="1188"/>
                    <a:pt x="1329" y="1197"/>
                    <a:pt x="1326" y="1203"/>
                  </a:cubicBezTo>
                  <a:cubicBezTo>
                    <a:pt x="1325" y="1204"/>
                    <a:pt x="1324" y="1204"/>
                    <a:pt x="1323" y="1204"/>
                  </a:cubicBezTo>
                  <a:cubicBezTo>
                    <a:pt x="1320" y="1204"/>
                    <a:pt x="1317" y="1200"/>
                    <a:pt x="1318" y="1190"/>
                  </a:cubicBezTo>
                  <a:lnTo>
                    <a:pt x="1325" y="1182"/>
                  </a:lnTo>
                  <a:close/>
                  <a:moveTo>
                    <a:pt x="228" y="1209"/>
                  </a:moveTo>
                  <a:cubicBezTo>
                    <a:pt x="230" y="1209"/>
                    <a:pt x="230" y="1210"/>
                    <a:pt x="231" y="1211"/>
                  </a:cubicBezTo>
                  <a:lnTo>
                    <a:pt x="230" y="1219"/>
                  </a:lnTo>
                  <a:lnTo>
                    <a:pt x="221" y="1219"/>
                  </a:lnTo>
                  <a:lnTo>
                    <a:pt x="218" y="1215"/>
                  </a:lnTo>
                  <a:cubicBezTo>
                    <a:pt x="222" y="1212"/>
                    <a:pt x="226" y="1209"/>
                    <a:pt x="228" y="1209"/>
                  </a:cubicBezTo>
                  <a:close/>
                  <a:moveTo>
                    <a:pt x="1297" y="1201"/>
                  </a:moveTo>
                  <a:cubicBezTo>
                    <a:pt x="1294" y="1201"/>
                    <a:pt x="1290" y="1205"/>
                    <a:pt x="1286" y="1209"/>
                  </a:cubicBezTo>
                  <a:cubicBezTo>
                    <a:pt x="1282" y="1214"/>
                    <a:pt x="1284" y="1222"/>
                    <a:pt x="1284" y="1222"/>
                  </a:cubicBezTo>
                  <a:cubicBezTo>
                    <a:pt x="1286" y="1223"/>
                    <a:pt x="1287" y="1224"/>
                    <a:pt x="1288" y="1224"/>
                  </a:cubicBezTo>
                  <a:cubicBezTo>
                    <a:pt x="1291" y="1224"/>
                    <a:pt x="1293" y="1221"/>
                    <a:pt x="1296" y="1218"/>
                  </a:cubicBezTo>
                  <a:cubicBezTo>
                    <a:pt x="1308" y="1216"/>
                    <a:pt x="1306" y="1206"/>
                    <a:pt x="1300" y="1203"/>
                  </a:cubicBezTo>
                  <a:cubicBezTo>
                    <a:pt x="1299" y="1201"/>
                    <a:pt x="1298" y="1201"/>
                    <a:pt x="1297" y="1201"/>
                  </a:cubicBezTo>
                  <a:close/>
                  <a:moveTo>
                    <a:pt x="668" y="1321"/>
                  </a:moveTo>
                  <a:cubicBezTo>
                    <a:pt x="666" y="1321"/>
                    <a:pt x="663" y="1324"/>
                    <a:pt x="660" y="1332"/>
                  </a:cubicBezTo>
                  <a:cubicBezTo>
                    <a:pt x="659" y="1338"/>
                    <a:pt x="659" y="1338"/>
                    <a:pt x="663" y="1338"/>
                  </a:cubicBezTo>
                  <a:cubicBezTo>
                    <a:pt x="666" y="1335"/>
                    <a:pt x="669" y="1331"/>
                    <a:pt x="670" y="1326"/>
                  </a:cubicBezTo>
                  <a:cubicBezTo>
                    <a:pt x="670" y="1323"/>
                    <a:pt x="670" y="1321"/>
                    <a:pt x="668" y="1321"/>
                  </a:cubicBezTo>
                  <a:close/>
                  <a:moveTo>
                    <a:pt x="1157" y="1383"/>
                  </a:moveTo>
                  <a:lnTo>
                    <a:pt x="1164" y="1386"/>
                  </a:lnTo>
                  <a:cubicBezTo>
                    <a:pt x="1169" y="1391"/>
                    <a:pt x="1163" y="1394"/>
                    <a:pt x="1159" y="1397"/>
                  </a:cubicBezTo>
                  <a:lnTo>
                    <a:pt x="1155" y="1391"/>
                  </a:lnTo>
                  <a:lnTo>
                    <a:pt x="1157" y="1383"/>
                  </a:lnTo>
                  <a:close/>
                  <a:moveTo>
                    <a:pt x="1133" y="1365"/>
                  </a:moveTo>
                  <a:lnTo>
                    <a:pt x="1131" y="1382"/>
                  </a:lnTo>
                  <a:cubicBezTo>
                    <a:pt x="1132" y="1395"/>
                    <a:pt x="1132" y="1401"/>
                    <a:pt x="1131" y="1401"/>
                  </a:cubicBezTo>
                  <a:cubicBezTo>
                    <a:pt x="1130" y="1401"/>
                    <a:pt x="1128" y="1398"/>
                    <a:pt x="1125" y="1393"/>
                  </a:cubicBezTo>
                  <a:cubicBezTo>
                    <a:pt x="1121" y="1387"/>
                    <a:pt x="1120" y="1378"/>
                    <a:pt x="1124" y="1370"/>
                  </a:cubicBezTo>
                  <a:lnTo>
                    <a:pt x="1133" y="1365"/>
                  </a:lnTo>
                  <a:close/>
                  <a:moveTo>
                    <a:pt x="485" y="1424"/>
                  </a:moveTo>
                  <a:cubicBezTo>
                    <a:pt x="486" y="1424"/>
                    <a:pt x="486" y="1424"/>
                    <a:pt x="487" y="1425"/>
                  </a:cubicBezTo>
                  <a:lnTo>
                    <a:pt x="489" y="1434"/>
                  </a:lnTo>
                  <a:lnTo>
                    <a:pt x="481" y="1437"/>
                  </a:lnTo>
                  <a:lnTo>
                    <a:pt x="477" y="1435"/>
                  </a:lnTo>
                  <a:cubicBezTo>
                    <a:pt x="480" y="1430"/>
                    <a:pt x="482" y="1424"/>
                    <a:pt x="485" y="1424"/>
                  </a:cubicBezTo>
                  <a:close/>
                  <a:moveTo>
                    <a:pt x="986" y="1439"/>
                  </a:moveTo>
                  <a:lnTo>
                    <a:pt x="986" y="1439"/>
                  </a:lnTo>
                  <a:cubicBezTo>
                    <a:pt x="987" y="1444"/>
                    <a:pt x="987" y="1449"/>
                    <a:pt x="985" y="1454"/>
                  </a:cubicBezTo>
                  <a:lnTo>
                    <a:pt x="980" y="1456"/>
                  </a:lnTo>
                  <a:cubicBezTo>
                    <a:pt x="978" y="1449"/>
                    <a:pt x="977" y="1443"/>
                    <a:pt x="982" y="1442"/>
                  </a:cubicBezTo>
                  <a:lnTo>
                    <a:pt x="986" y="1439"/>
                  </a:lnTo>
                  <a:close/>
                  <a:moveTo>
                    <a:pt x="518" y="1438"/>
                  </a:moveTo>
                  <a:cubicBezTo>
                    <a:pt x="519" y="1438"/>
                    <a:pt x="520" y="1438"/>
                    <a:pt x="522" y="1438"/>
                  </a:cubicBezTo>
                  <a:cubicBezTo>
                    <a:pt x="523" y="1444"/>
                    <a:pt x="523" y="1448"/>
                    <a:pt x="522" y="1453"/>
                  </a:cubicBezTo>
                  <a:cubicBezTo>
                    <a:pt x="521" y="1455"/>
                    <a:pt x="520" y="1456"/>
                    <a:pt x="518" y="1456"/>
                  </a:cubicBezTo>
                  <a:cubicBezTo>
                    <a:pt x="516" y="1456"/>
                    <a:pt x="514" y="1452"/>
                    <a:pt x="514" y="1443"/>
                  </a:cubicBezTo>
                  <a:cubicBezTo>
                    <a:pt x="515" y="1439"/>
                    <a:pt x="516" y="1438"/>
                    <a:pt x="518" y="1438"/>
                  </a:cubicBezTo>
                  <a:close/>
                  <a:moveTo>
                    <a:pt x="882" y="1447"/>
                  </a:moveTo>
                  <a:cubicBezTo>
                    <a:pt x="883" y="1447"/>
                    <a:pt x="884" y="1447"/>
                    <a:pt x="884" y="1449"/>
                  </a:cubicBezTo>
                  <a:cubicBezTo>
                    <a:pt x="884" y="1449"/>
                    <a:pt x="884" y="1449"/>
                    <a:pt x="885" y="1449"/>
                  </a:cubicBezTo>
                  <a:cubicBezTo>
                    <a:pt x="887" y="1449"/>
                    <a:pt x="879" y="1457"/>
                    <a:pt x="875" y="1457"/>
                  </a:cubicBezTo>
                  <a:lnTo>
                    <a:pt x="874" y="1451"/>
                  </a:lnTo>
                  <a:cubicBezTo>
                    <a:pt x="877" y="1451"/>
                    <a:pt x="880" y="1447"/>
                    <a:pt x="882" y="1447"/>
                  </a:cubicBezTo>
                  <a:close/>
                  <a:moveTo>
                    <a:pt x="605" y="1455"/>
                  </a:moveTo>
                  <a:cubicBezTo>
                    <a:pt x="607" y="1455"/>
                    <a:pt x="609" y="1459"/>
                    <a:pt x="613" y="1460"/>
                  </a:cubicBezTo>
                  <a:cubicBezTo>
                    <a:pt x="615" y="1465"/>
                    <a:pt x="616" y="1467"/>
                    <a:pt x="614" y="1467"/>
                  </a:cubicBezTo>
                  <a:cubicBezTo>
                    <a:pt x="613" y="1467"/>
                    <a:pt x="611" y="1466"/>
                    <a:pt x="607" y="1465"/>
                  </a:cubicBezTo>
                  <a:cubicBezTo>
                    <a:pt x="601" y="1464"/>
                    <a:pt x="602" y="1457"/>
                    <a:pt x="602" y="1457"/>
                  </a:cubicBezTo>
                  <a:cubicBezTo>
                    <a:pt x="603" y="1455"/>
                    <a:pt x="604" y="1455"/>
                    <a:pt x="605" y="1455"/>
                  </a:cubicBezTo>
                  <a:close/>
                  <a:moveTo>
                    <a:pt x="714" y="74"/>
                  </a:moveTo>
                  <a:cubicBezTo>
                    <a:pt x="716" y="78"/>
                    <a:pt x="721" y="80"/>
                    <a:pt x="726" y="80"/>
                  </a:cubicBezTo>
                  <a:cubicBezTo>
                    <a:pt x="727" y="80"/>
                    <a:pt x="728" y="80"/>
                    <a:pt x="729" y="80"/>
                  </a:cubicBezTo>
                  <a:lnTo>
                    <a:pt x="729" y="86"/>
                  </a:lnTo>
                  <a:cubicBezTo>
                    <a:pt x="730" y="92"/>
                    <a:pt x="731" y="97"/>
                    <a:pt x="735" y="100"/>
                  </a:cubicBezTo>
                  <a:cubicBezTo>
                    <a:pt x="740" y="100"/>
                    <a:pt x="739" y="93"/>
                    <a:pt x="739" y="93"/>
                  </a:cubicBezTo>
                  <a:cubicBezTo>
                    <a:pt x="739" y="89"/>
                    <a:pt x="756" y="88"/>
                    <a:pt x="779" y="88"/>
                  </a:cubicBezTo>
                  <a:cubicBezTo>
                    <a:pt x="816" y="88"/>
                    <a:pt x="867" y="92"/>
                    <a:pt x="876" y="95"/>
                  </a:cubicBezTo>
                  <a:cubicBezTo>
                    <a:pt x="881" y="101"/>
                    <a:pt x="889" y="104"/>
                    <a:pt x="893" y="104"/>
                  </a:cubicBezTo>
                  <a:cubicBezTo>
                    <a:pt x="896" y="104"/>
                    <a:pt x="898" y="102"/>
                    <a:pt x="896" y="99"/>
                  </a:cubicBezTo>
                  <a:cubicBezTo>
                    <a:pt x="897" y="97"/>
                    <a:pt x="899" y="96"/>
                    <a:pt x="904" y="96"/>
                  </a:cubicBezTo>
                  <a:cubicBezTo>
                    <a:pt x="914" y="96"/>
                    <a:pt x="932" y="100"/>
                    <a:pt x="952" y="106"/>
                  </a:cubicBezTo>
                  <a:cubicBezTo>
                    <a:pt x="979" y="113"/>
                    <a:pt x="1000" y="122"/>
                    <a:pt x="1008" y="122"/>
                  </a:cubicBezTo>
                  <a:cubicBezTo>
                    <a:pt x="1011" y="122"/>
                    <a:pt x="1013" y="121"/>
                    <a:pt x="1013" y="119"/>
                  </a:cubicBezTo>
                  <a:lnTo>
                    <a:pt x="1028" y="125"/>
                  </a:lnTo>
                  <a:cubicBezTo>
                    <a:pt x="1038" y="128"/>
                    <a:pt x="1050" y="126"/>
                    <a:pt x="1055" y="129"/>
                  </a:cubicBezTo>
                  <a:cubicBezTo>
                    <a:pt x="1058" y="127"/>
                    <a:pt x="1060" y="127"/>
                    <a:pt x="1062" y="127"/>
                  </a:cubicBezTo>
                  <a:cubicBezTo>
                    <a:pt x="1064" y="127"/>
                    <a:pt x="1064" y="129"/>
                    <a:pt x="1059" y="131"/>
                  </a:cubicBezTo>
                  <a:cubicBezTo>
                    <a:pt x="1057" y="137"/>
                    <a:pt x="1053" y="144"/>
                    <a:pt x="1058" y="146"/>
                  </a:cubicBezTo>
                  <a:cubicBezTo>
                    <a:pt x="1060" y="147"/>
                    <a:pt x="1062" y="147"/>
                    <a:pt x="1063" y="147"/>
                  </a:cubicBezTo>
                  <a:cubicBezTo>
                    <a:pt x="1068" y="147"/>
                    <a:pt x="1071" y="142"/>
                    <a:pt x="1074" y="138"/>
                  </a:cubicBezTo>
                  <a:cubicBezTo>
                    <a:pt x="1075" y="134"/>
                    <a:pt x="1077" y="133"/>
                    <a:pt x="1079" y="133"/>
                  </a:cubicBezTo>
                  <a:cubicBezTo>
                    <a:pt x="1081" y="133"/>
                    <a:pt x="1081" y="134"/>
                    <a:pt x="1081" y="134"/>
                  </a:cubicBezTo>
                  <a:cubicBezTo>
                    <a:pt x="1086" y="137"/>
                    <a:pt x="1086" y="137"/>
                    <a:pt x="1083" y="143"/>
                  </a:cubicBezTo>
                  <a:lnTo>
                    <a:pt x="1077" y="155"/>
                  </a:lnTo>
                  <a:lnTo>
                    <a:pt x="1081" y="157"/>
                  </a:lnTo>
                  <a:cubicBezTo>
                    <a:pt x="1083" y="153"/>
                    <a:pt x="1085" y="152"/>
                    <a:pt x="1087" y="152"/>
                  </a:cubicBezTo>
                  <a:cubicBezTo>
                    <a:pt x="1088" y="152"/>
                    <a:pt x="1089" y="153"/>
                    <a:pt x="1089" y="153"/>
                  </a:cubicBezTo>
                  <a:cubicBezTo>
                    <a:pt x="1094" y="156"/>
                    <a:pt x="1094" y="156"/>
                    <a:pt x="1087" y="167"/>
                  </a:cubicBezTo>
                  <a:cubicBezTo>
                    <a:pt x="1083" y="174"/>
                    <a:pt x="1083" y="178"/>
                    <a:pt x="1086" y="178"/>
                  </a:cubicBezTo>
                  <a:cubicBezTo>
                    <a:pt x="1088" y="178"/>
                    <a:pt x="1091" y="176"/>
                    <a:pt x="1096" y="172"/>
                  </a:cubicBezTo>
                  <a:lnTo>
                    <a:pt x="1108" y="172"/>
                  </a:lnTo>
                  <a:cubicBezTo>
                    <a:pt x="1107" y="179"/>
                    <a:pt x="1110" y="181"/>
                    <a:pt x="1114" y="181"/>
                  </a:cubicBezTo>
                  <a:cubicBezTo>
                    <a:pt x="1119" y="181"/>
                    <a:pt x="1125" y="178"/>
                    <a:pt x="1130" y="176"/>
                  </a:cubicBezTo>
                  <a:lnTo>
                    <a:pt x="1130" y="176"/>
                  </a:lnTo>
                  <a:cubicBezTo>
                    <a:pt x="1128" y="185"/>
                    <a:pt x="1129" y="190"/>
                    <a:pt x="1132" y="190"/>
                  </a:cubicBezTo>
                  <a:cubicBezTo>
                    <a:pt x="1135" y="190"/>
                    <a:pt x="1138" y="188"/>
                    <a:pt x="1142" y="185"/>
                  </a:cubicBezTo>
                  <a:cubicBezTo>
                    <a:pt x="1144" y="183"/>
                    <a:pt x="1145" y="182"/>
                    <a:pt x="1147" y="182"/>
                  </a:cubicBezTo>
                  <a:cubicBezTo>
                    <a:pt x="1149" y="182"/>
                    <a:pt x="1151" y="185"/>
                    <a:pt x="1151" y="190"/>
                  </a:cubicBezTo>
                  <a:cubicBezTo>
                    <a:pt x="1152" y="199"/>
                    <a:pt x="1157" y="201"/>
                    <a:pt x="1164" y="208"/>
                  </a:cubicBezTo>
                  <a:cubicBezTo>
                    <a:pt x="1165" y="208"/>
                    <a:pt x="1165" y="207"/>
                    <a:pt x="1166" y="207"/>
                  </a:cubicBezTo>
                  <a:cubicBezTo>
                    <a:pt x="1174" y="207"/>
                    <a:pt x="1204" y="227"/>
                    <a:pt x="1232" y="254"/>
                  </a:cubicBezTo>
                  <a:cubicBezTo>
                    <a:pt x="1264" y="282"/>
                    <a:pt x="1282" y="305"/>
                    <a:pt x="1289" y="305"/>
                  </a:cubicBezTo>
                  <a:cubicBezTo>
                    <a:pt x="1290" y="305"/>
                    <a:pt x="1291" y="305"/>
                    <a:pt x="1291" y="304"/>
                  </a:cubicBezTo>
                  <a:cubicBezTo>
                    <a:pt x="1295" y="309"/>
                    <a:pt x="1295" y="309"/>
                    <a:pt x="1293" y="316"/>
                  </a:cubicBezTo>
                  <a:cubicBezTo>
                    <a:pt x="1290" y="319"/>
                    <a:pt x="1290" y="322"/>
                    <a:pt x="1295" y="322"/>
                  </a:cubicBezTo>
                  <a:cubicBezTo>
                    <a:pt x="1297" y="322"/>
                    <a:pt x="1301" y="322"/>
                    <a:pt x="1306" y="320"/>
                  </a:cubicBezTo>
                  <a:cubicBezTo>
                    <a:pt x="1310" y="320"/>
                    <a:pt x="1313" y="319"/>
                    <a:pt x="1314" y="319"/>
                  </a:cubicBezTo>
                  <a:cubicBezTo>
                    <a:pt x="1315" y="319"/>
                    <a:pt x="1314" y="320"/>
                    <a:pt x="1309" y="324"/>
                  </a:cubicBezTo>
                  <a:cubicBezTo>
                    <a:pt x="1304" y="328"/>
                    <a:pt x="1310" y="337"/>
                    <a:pt x="1323" y="353"/>
                  </a:cubicBezTo>
                  <a:cubicBezTo>
                    <a:pt x="1331" y="365"/>
                    <a:pt x="1342" y="379"/>
                    <a:pt x="1348" y="379"/>
                  </a:cubicBezTo>
                  <a:cubicBezTo>
                    <a:pt x="1348" y="379"/>
                    <a:pt x="1349" y="378"/>
                    <a:pt x="1350" y="378"/>
                  </a:cubicBezTo>
                  <a:cubicBezTo>
                    <a:pt x="1358" y="382"/>
                    <a:pt x="1360" y="383"/>
                    <a:pt x="1357" y="383"/>
                  </a:cubicBezTo>
                  <a:cubicBezTo>
                    <a:pt x="1356" y="383"/>
                    <a:pt x="1354" y="383"/>
                    <a:pt x="1352" y="383"/>
                  </a:cubicBezTo>
                  <a:lnTo>
                    <a:pt x="1352" y="383"/>
                  </a:lnTo>
                  <a:cubicBezTo>
                    <a:pt x="1338" y="386"/>
                    <a:pt x="1345" y="411"/>
                    <a:pt x="1365" y="417"/>
                  </a:cubicBezTo>
                  <a:cubicBezTo>
                    <a:pt x="1367" y="422"/>
                    <a:pt x="1370" y="426"/>
                    <a:pt x="1364" y="430"/>
                  </a:cubicBezTo>
                  <a:cubicBezTo>
                    <a:pt x="1369" y="436"/>
                    <a:pt x="1375" y="443"/>
                    <a:pt x="1383" y="449"/>
                  </a:cubicBezTo>
                  <a:lnTo>
                    <a:pt x="1398" y="481"/>
                  </a:lnTo>
                  <a:cubicBezTo>
                    <a:pt x="1398" y="482"/>
                    <a:pt x="1399" y="483"/>
                    <a:pt x="1399" y="483"/>
                  </a:cubicBezTo>
                  <a:lnTo>
                    <a:pt x="1399" y="483"/>
                  </a:lnTo>
                  <a:cubicBezTo>
                    <a:pt x="1395" y="481"/>
                    <a:pt x="1390" y="480"/>
                    <a:pt x="1386" y="480"/>
                  </a:cubicBezTo>
                  <a:cubicBezTo>
                    <a:pt x="1365" y="480"/>
                    <a:pt x="1345" y="501"/>
                    <a:pt x="1356" y="526"/>
                  </a:cubicBezTo>
                  <a:cubicBezTo>
                    <a:pt x="1362" y="539"/>
                    <a:pt x="1373" y="545"/>
                    <a:pt x="1384" y="545"/>
                  </a:cubicBezTo>
                  <a:cubicBezTo>
                    <a:pt x="1398" y="545"/>
                    <a:pt x="1412" y="536"/>
                    <a:pt x="1416" y="523"/>
                  </a:cubicBezTo>
                  <a:lnTo>
                    <a:pt x="1416" y="523"/>
                  </a:lnTo>
                  <a:cubicBezTo>
                    <a:pt x="1419" y="533"/>
                    <a:pt x="1424" y="547"/>
                    <a:pt x="1429" y="562"/>
                  </a:cubicBezTo>
                  <a:cubicBezTo>
                    <a:pt x="1439" y="597"/>
                    <a:pt x="1446" y="627"/>
                    <a:pt x="1440" y="633"/>
                  </a:cubicBezTo>
                  <a:cubicBezTo>
                    <a:pt x="1443" y="637"/>
                    <a:pt x="1445" y="641"/>
                    <a:pt x="1449" y="642"/>
                  </a:cubicBezTo>
                  <a:cubicBezTo>
                    <a:pt x="1463" y="645"/>
                    <a:pt x="1464" y="650"/>
                    <a:pt x="1458" y="656"/>
                  </a:cubicBezTo>
                  <a:cubicBezTo>
                    <a:pt x="1445" y="664"/>
                    <a:pt x="1448" y="683"/>
                    <a:pt x="1463" y="687"/>
                  </a:cubicBezTo>
                  <a:cubicBezTo>
                    <a:pt x="1470" y="687"/>
                    <a:pt x="1463" y="687"/>
                    <a:pt x="1456" y="688"/>
                  </a:cubicBezTo>
                  <a:cubicBezTo>
                    <a:pt x="1443" y="694"/>
                    <a:pt x="1452" y="708"/>
                    <a:pt x="1465" y="712"/>
                  </a:cubicBezTo>
                  <a:cubicBezTo>
                    <a:pt x="1458" y="718"/>
                    <a:pt x="1452" y="724"/>
                    <a:pt x="1458" y="728"/>
                  </a:cubicBezTo>
                  <a:cubicBezTo>
                    <a:pt x="1459" y="734"/>
                    <a:pt x="1459" y="734"/>
                    <a:pt x="1446" y="735"/>
                  </a:cubicBezTo>
                  <a:cubicBezTo>
                    <a:pt x="1439" y="735"/>
                    <a:pt x="1431" y="735"/>
                    <a:pt x="1433" y="740"/>
                  </a:cubicBezTo>
                  <a:cubicBezTo>
                    <a:pt x="1433" y="745"/>
                    <a:pt x="1439" y="745"/>
                    <a:pt x="1446" y="745"/>
                  </a:cubicBezTo>
                  <a:cubicBezTo>
                    <a:pt x="1446" y="745"/>
                    <a:pt x="1446" y="749"/>
                    <a:pt x="1446" y="754"/>
                  </a:cubicBezTo>
                  <a:cubicBezTo>
                    <a:pt x="1446" y="754"/>
                    <a:pt x="1446" y="760"/>
                    <a:pt x="1454" y="760"/>
                  </a:cubicBezTo>
                  <a:cubicBezTo>
                    <a:pt x="1461" y="760"/>
                    <a:pt x="1461" y="764"/>
                    <a:pt x="1461" y="770"/>
                  </a:cubicBezTo>
                  <a:cubicBezTo>
                    <a:pt x="1456" y="770"/>
                    <a:pt x="1458" y="772"/>
                    <a:pt x="1461" y="772"/>
                  </a:cubicBezTo>
                  <a:cubicBezTo>
                    <a:pt x="1463" y="772"/>
                    <a:pt x="1465" y="771"/>
                    <a:pt x="1467" y="770"/>
                  </a:cubicBezTo>
                  <a:cubicBezTo>
                    <a:pt x="1474" y="770"/>
                    <a:pt x="1481" y="770"/>
                    <a:pt x="1481" y="775"/>
                  </a:cubicBezTo>
                  <a:lnTo>
                    <a:pt x="1481" y="775"/>
                  </a:lnTo>
                  <a:cubicBezTo>
                    <a:pt x="1480" y="775"/>
                    <a:pt x="1479" y="775"/>
                    <a:pt x="1478" y="775"/>
                  </a:cubicBezTo>
                  <a:cubicBezTo>
                    <a:pt x="1475" y="775"/>
                    <a:pt x="1473" y="777"/>
                    <a:pt x="1476" y="783"/>
                  </a:cubicBezTo>
                  <a:lnTo>
                    <a:pt x="1468" y="788"/>
                  </a:lnTo>
                  <a:cubicBezTo>
                    <a:pt x="1448" y="788"/>
                    <a:pt x="1448" y="798"/>
                    <a:pt x="1468" y="798"/>
                  </a:cubicBezTo>
                  <a:cubicBezTo>
                    <a:pt x="1489" y="799"/>
                    <a:pt x="1489" y="799"/>
                    <a:pt x="1475" y="803"/>
                  </a:cubicBezTo>
                  <a:cubicBezTo>
                    <a:pt x="1461" y="803"/>
                    <a:pt x="1461" y="808"/>
                    <a:pt x="1461" y="813"/>
                  </a:cubicBezTo>
                  <a:cubicBezTo>
                    <a:pt x="1461" y="818"/>
                    <a:pt x="1461" y="818"/>
                    <a:pt x="1454" y="818"/>
                  </a:cubicBezTo>
                  <a:cubicBezTo>
                    <a:pt x="1447" y="818"/>
                    <a:pt x="1439" y="822"/>
                    <a:pt x="1439" y="827"/>
                  </a:cubicBezTo>
                  <a:cubicBezTo>
                    <a:pt x="1439" y="831"/>
                    <a:pt x="1439" y="831"/>
                    <a:pt x="1446" y="832"/>
                  </a:cubicBezTo>
                  <a:cubicBezTo>
                    <a:pt x="1447" y="832"/>
                    <a:pt x="1448" y="831"/>
                    <a:pt x="1449" y="831"/>
                  </a:cubicBezTo>
                  <a:cubicBezTo>
                    <a:pt x="1452" y="831"/>
                    <a:pt x="1450" y="839"/>
                    <a:pt x="1438" y="841"/>
                  </a:cubicBezTo>
                  <a:cubicBezTo>
                    <a:pt x="1431" y="846"/>
                    <a:pt x="1431" y="846"/>
                    <a:pt x="1445" y="847"/>
                  </a:cubicBezTo>
                  <a:cubicBezTo>
                    <a:pt x="1458" y="849"/>
                    <a:pt x="1456" y="859"/>
                    <a:pt x="1442" y="863"/>
                  </a:cubicBezTo>
                  <a:lnTo>
                    <a:pt x="1440" y="873"/>
                  </a:lnTo>
                  <a:cubicBezTo>
                    <a:pt x="1439" y="877"/>
                    <a:pt x="1446" y="878"/>
                    <a:pt x="1453" y="880"/>
                  </a:cubicBezTo>
                  <a:cubicBezTo>
                    <a:pt x="1466" y="882"/>
                    <a:pt x="1466" y="882"/>
                    <a:pt x="1459" y="885"/>
                  </a:cubicBezTo>
                  <a:cubicBezTo>
                    <a:pt x="1455" y="887"/>
                    <a:pt x="1449" y="889"/>
                    <a:pt x="1445" y="889"/>
                  </a:cubicBezTo>
                  <a:cubicBezTo>
                    <a:pt x="1444" y="888"/>
                    <a:pt x="1444" y="888"/>
                    <a:pt x="1443" y="888"/>
                  </a:cubicBezTo>
                  <a:cubicBezTo>
                    <a:pt x="1438" y="888"/>
                    <a:pt x="1437" y="893"/>
                    <a:pt x="1436" y="898"/>
                  </a:cubicBezTo>
                  <a:cubicBezTo>
                    <a:pt x="1436" y="902"/>
                    <a:pt x="1434" y="912"/>
                    <a:pt x="1440" y="913"/>
                  </a:cubicBezTo>
                  <a:lnTo>
                    <a:pt x="1440" y="913"/>
                  </a:lnTo>
                  <a:cubicBezTo>
                    <a:pt x="1439" y="913"/>
                    <a:pt x="1436" y="913"/>
                    <a:pt x="1434" y="912"/>
                  </a:cubicBezTo>
                  <a:cubicBezTo>
                    <a:pt x="1433" y="917"/>
                    <a:pt x="1426" y="915"/>
                    <a:pt x="1433" y="917"/>
                  </a:cubicBezTo>
                  <a:cubicBezTo>
                    <a:pt x="1430" y="922"/>
                    <a:pt x="1427" y="927"/>
                    <a:pt x="1422" y="930"/>
                  </a:cubicBezTo>
                  <a:cubicBezTo>
                    <a:pt x="1416" y="936"/>
                    <a:pt x="1419" y="948"/>
                    <a:pt x="1429" y="948"/>
                  </a:cubicBezTo>
                  <a:cubicBezTo>
                    <a:pt x="1432" y="948"/>
                    <a:pt x="1435" y="947"/>
                    <a:pt x="1439" y="945"/>
                  </a:cubicBezTo>
                  <a:lnTo>
                    <a:pt x="1439" y="945"/>
                  </a:lnTo>
                  <a:cubicBezTo>
                    <a:pt x="1439" y="946"/>
                    <a:pt x="1439" y="947"/>
                    <a:pt x="1438" y="949"/>
                  </a:cubicBezTo>
                  <a:cubicBezTo>
                    <a:pt x="1437" y="955"/>
                    <a:pt x="1444" y="956"/>
                    <a:pt x="1444" y="956"/>
                  </a:cubicBezTo>
                  <a:cubicBezTo>
                    <a:pt x="1449" y="958"/>
                    <a:pt x="1448" y="963"/>
                    <a:pt x="1447" y="968"/>
                  </a:cubicBezTo>
                  <a:lnTo>
                    <a:pt x="1434" y="965"/>
                  </a:lnTo>
                  <a:cubicBezTo>
                    <a:pt x="1428" y="961"/>
                    <a:pt x="1422" y="959"/>
                    <a:pt x="1419" y="959"/>
                  </a:cubicBezTo>
                  <a:cubicBezTo>
                    <a:pt x="1413" y="959"/>
                    <a:pt x="1413" y="965"/>
                    <a:pt x="1425" y="973"/>
                  </a:cubicBezTo>
                  <a:lnTo>
                    <a:pt x="1418" y="970"/>
                  </a:lnTo>
                  <a:cubicBezTo>
                    <a:pt x="1417" y="970"/>
                    <a:pt x="1416" y="970"/>
                    <a:pt x="1415" y="970"/>
                  </a:cubicBezTo>
                  <a:cubicBezTo>
                    <a:pt x="1411" y="970"/>
                    <a:pt x="1412" y="975"/>
                    <a:pt x="1413" y="985"/>
                  </a:cubicBezTo>
                  <a:cubicBezTo>
                    <a:pt x="1412" y="990"/>
                    <a:pt x="1422" y="998"/>
                    <a:pt x="1429" y="1001"/>
                  </a:cubicBezTo>
                  <a:cubicBezTo>
                    <a:pt x="1436" y="1003"/>
                    <a:pt x="1434" y="1007"/>
                    <a:pt x="1434" y="1007"/>
                  </a:cubicBezTo>
                  <a:cubicBezTo>
                    <a:pt x="1433" y="1011"/>
                    <a:pt x="1433" y="1012"/>
                    <a:pt x="1431" y="1012"/>
                  </a:cubicBezTo>
                  <a:cubicBezTo>
                    <a:pt x="1430" y="1012"/>
                    <a:pt x="1428" y="1012"/>
                    <a:pt x="1426" y="1011"/>
                  </a:cubicBezTo>
                  <a:cubicBezTo>
                    <a:pt x="1423" y="1010"/>
                    <a:pt x="1421" y="1009"/>
                    <a:pt x="1419" y="1009"/>
                  </a:cubicBezTo>
                  <a:cubicBezTo>
                    <a:pt x="1412" y="1009"/>
                    <a:pt x="1411" y="1017"/>
                    <a:pt x="1420" y="1024"/>
                  </a:cubicBezTo>
                  <a:lnTo>
                    <a:pt x="1413" y="1022"/>
                  </a:lnTo>
                  <a:cubicBezTo>
                    <a:pt x="1412" y="1022"/>
                    <a:pt x="1411" y="1021"/>
                    <a:pt x="1410" y="1021"/>
                  </a:cubicBezTo>
                  <a:cubicBezTo>
                    <a:pt x="1404" y="1021"/>
                    <a:pt x="1399" y="1027"/>
                    <a:pt x="1397" y="1048"/>
                  </a:cubicBezTo>
                  <a:cubicBezTo>
                    <a:pt x="1389" y="1064"/>
                    <a:pt x="1382" y="1078"/>
                    <a:pt x="1376" y="1078"/>
                  </a:cubicBezTo>
                  <a:cubicBezTo>
                    <a:pt x="1376" y="1078"/>
                    <a:pt x="1375" y="1077"/>
                    <a:pt x="1374" y="1077"/>
                  </a:cubicBezTo>
                  <a:cubicBezTo>
                    <a:pt x="1374" y="1077"/>
                    <a:pt x="1374" y="1077"/>
                    <a:pt x="1373" y="1077"/>
                  </a:cubicBezTo>
                  <a:cubicBezTo>
                    <a:pt x="1369" y="1077"/>
                    <a:pt x="1372" y="1099"/>
                    <a:pt x="1379" y="1113"/>
                  </a:cubicBezTo>
                  <a:cubicBezTo>
                    <a:pt x="1377" y="1112"/>
                    <a:pt x="1376" y="1112"/>
                    <a:pt x="1375" y="1112"/>
                  </a:cubicBezTo>
                  <a:cubicBezTo>
                    <a:pt x="1371" y="1112"/>
                    <a:pt x="1368" y="1116"/>
                    <a:pt x="1364" y="1123"/>
                  </a:cubicBezTo>
                  <a:cubicBezTo>
                    <a:pt x="1359" y="1132"/>
                    <a:pt x="1357" y="1135"/>
                    <a:pt x="1355" y="1135"/>
                  </a:cubicBezTo>
                  <a:cubicBezTo>
                    <a:pt x="1354" y="1135"/>
                    <a:pt x="1353" y="1134"/>
                    <a:pt x="1351" y="1133"/>
                  </a:cubicBezTo>
                  <a:cubicBezTo>
                    <a:pt x="1346" y="1127"/>
                    <a:pt x="1344" y="1124"/>
                    <a:pt x="1344" y="1124"/>
                  </a:cubicBezTo>
                  <a:lnTo>
                    <a:pt x="1344" y="1124"/>
                  </a:lnTo>
                  <a:cubicBezTo>
                    <a:pt x="1343" y="1124"/>
                    <a:pt x="1344" y="1128"/>
                    <a:pt x="1347" y="1136"/>
                  </a:cubicBezTo>
                  <a:cubicBezTo>
                    <a:pt x="1354" y="1146"/>
                    <a:pt x="1348" y="1153"/>
                    <a:pt x="1340" y="1153"/>
                  </a:cubicBezTo>
                  <a:cubicBezTo>
                    <a:pt x="1338" y="1153"/>
                    <a:pt x="1335" y="1152"/>
                    <a:pt x="1332" y="1150"/>
                  </a:cubicBezTo>
                  <a:cubicBezTo>
                    <a:pt x="1330" y="1149"/>
                    <a:pt x="1329" y="1149"/>
                    <a:pt x="1328" y="1149"/>
                  </a:cubicBezTo>
                  <a:cubicBezTo>
                    <a:pt x="1325" y="1149"/>
                    <a:pt x="1322" y="1153"/>
                    <a:pt x="1317" y="1159"/>
                  </a:cubicBezTo>
                  <a:cubicBezTo>
                    <a:pt x="1319" y="1167"/>
                    <a:pt x="1314" y="1175"/>
                    <a:pt x="1307" y="1182"/>
                  </a:cubicBezTo>
                  <a:cubicBezTo>
                    <a:pt x="1298" y="1194"/>
                    <a:pt x="1298" y="1194"/>
                    <a:pt x="1309" y="1203"/>
                  </a:cubicBezTo>
                  <a:cubicBezTo>
                    <a:pt x="1319" y="1212"/>
                    <a:pt x="1317" y="1215"/>
                    <a:pt x="1310" y="1224"/>
                  </a:cubicBezTo>
                  <a:cubicBezTo>
                    <a:pt x="1308" y="1226"/>
                    <a:pt x="1305" y="1228"/>
                    <a:pt x="1303" y="1228"/>
                  </a:cubicBezTo>
                  <a:cubicBezTo>
                    <a:pt x="1301" y="1228"/>
                    <a:pt x="1299" y="1228"/>
                    <a:pt x="1298" y="1226"/>
                  </a:cubicBezTo>
                  <a:cubicBezTo>
                    <a:pt x="1298" y="1226"/>
                    <a:pt x="1289" y="1226"/>
                    <a:pt x="1286" y="1230"/>
                  </a:cubicBezTo>
                  <a:cubicBezTo>
                    <a:pt x="1283" y="1232"/>
                    <a:pt x="1281" y="1235"/>
                    <a:pt x="1278" y="1235"/>
                  </a:cubicBezTo>
                  <a:cubicBezTo>
                    <a:pt x="1276" y="1235"/>
                    <a:pt x="1275" y="1234"/>
                    <a:pt x="1273" y="1233"/>
                  </a:cubicBezTo>
                  <a:cubicBezTo>
                    <a:pt x="1268" y="1233"/>
                    <a:pt x="1262" y="1235"/>
                    <a:pt x="1259" y="1239"/>
                  </a:cubicBezTo>
                  <a:cubicBezTo>
                    <a:pt x="1254" y="1245"/>
                    <a:pt x="1248" y="1251"/>
                    <a:pt x="1244" y="1251"/>
                  </a:cubicBezTo>
                  <a:cubicBezTo>
                    <a:pt x="1242" y="1251"/>
                    <a:pt x="1241" y="1250"/>
                    <a:pt x="1240" y="1249"/>
                  </a:cubicBezTo>
                  <a:lnTo>
                    <a:pt x="1240" y="1249"/>
                  </a:lnTo>
                  <a:cubicBezTo>
                    <a:pt x="1236" y="1252"/>
                    <a:pt x="1236" y="1252"/>
                    <a:pt x="1241" y="1257"/>
                  </a:cubicBezTo>
                  <a:cubicBezTo>
                    <a:pt x="1246" y="1262"/>
                    <a:pt x="1246" y="1270"/>
                    <a:pt x="1227" y="1279"/>
                  </a:cubicBezTo>
                  <a:cubicBezTo>
                    <a:pt x="1219" y="1286"/>
                    <a:pt x="1208" y="1296"/>
                    <a:pt x="1213" y="1300"/>
                  </a:cubicBezTo>
                  <a:cubicBezTo>
                    <a:pt x="1211" y="1302"/>
                    <a:pt x="1209" y="1303"/>
                    <a:pt x="1209" y="1303"/>
                  </a:cubicBezTo>
                  <a:cubicBezTo>
                    <a:pt x="1207" y="1303"/>
                    <a:pt x="1207" y="1302"/>
                    <a:pt x="1205" y="1299"/>
                  </a:cubicBezTo>
                  <a:cubicBezTo>
                    <a:pt x="1202" y="1295"/>
                    <a:pt x="1199" y="1294"/>
                    <a:pt x="1196" y="1294"/>
                  </a:cubicBezTo>
                  <a:cubicBezTo>
                    <a:pt x="1191" y="1294"/>
                    <a:pt x="1188" y="1300"/>
                    <a:pt x="1188" y="1310"/>
                  </a:cubicBezTo>
                  <a:cubicBezTo>
                    <a:pt x="1192" y="1315"/>
                    <a:pt x="1190" y="1318"/>
                    <a:pt x="1185" y="1318"/>
                  </a:cubicBezTo>
                  <a:cubicBezTo>
                    <a:pt x="1183" y="1318"/>
                    <a:pt x="1182" y="1318"/>
                    <a:pt x="1180" y="1317"/>
                  </a:cubicBezTo>
                  <a:cubicBezTo>
                    <a:pt x="1177" y="1319"/>
                    <a:pt x="1176" y="1324"/>
                    <a:pt x="1176" y="1328"/>
                  </a:cubicBezTo>
                  <a:cubicBezTo>
                    <a:pt x="1176" y="1337"/>
                    <a:pt x="1176" y="1337"/>
                    <a:pt x="1163" y="1337"/>
                  </a:cubicBezTo>
                  <a:cubicBezTo>
                    <a:pt x="1162" y="1335"/>
                    <a:pt x="1160" y="1334"/>
                    <a:pt x="1159" y="1334"/>
                  </a:cubicBezTo>
                  <a:cubicBezTo>
                    <a:pt x="1157" y="1334"/>
                    <a:pt x="1154" y="1336"/>
                    <a:pt x="1152" y="1337"/>
                  </a:cubicBezTo>
                  <a:cubicBezTo>
                    <a:pt x="1148" y="1348"/>
                    <a:pt x="1103" y="1375"/>
                    <a:pt x="1093" y="1375"/>
                  </a:cubicBezTo>
                  <a:cubicBezTo>
                    <a:pt x="1092" y="1375"/>
                    <a:pt x="1092" y="1374"/>
                    <a:pt x="1092" y="1374"/>
                  </a:cubicBezTo>
                  <a:cubicBezTo>
                    <a:pt x="1090" y="1382"/>
                    <a:pt x="1090" y="1382"/>
                    <a:pt x="1085" y="1384"/>
                  </a:cubicBezTo>
                  <a:cubicBezTo>
                    <a:pt x="1082" y="1381"/>
                    <a:pt x="1079" y="1380"/>
                    <a:pt x="1078" y="1380"/>
                  </a:cubicBezTo>
                  <a:cubicBezTo>
                    <a:pt x="1075" y="1380"/>
                    <a:pt x="1075" y="1386"/>
                    <a:pt x="1079" y="1394"/>
                  </a:cubicBezTo>
                  <a:lnTo>
                    <a:pt x="1084" y="1392"/>
                  </a:lnTo>
                  <a:lnTo>
                    <a:pt x="1088" y="1390"/>
                  </a:lnTo>
                  <a:lnTo>
                    <a:pt x="1088" y="1390"/>
                  </a:lnTo>
                  <a:cubicBezTo>
                    <a:pt x="1092" y="1397"/>
                    <a:pt x="1089" y="1402"/>
                    <a:pt x="1084" y="1402"/>
                  </a:cubicBezTo>
                  <a:cubicBezTo>
                    <a:pt x="1080" y="1402"/>
                    <a:pt x="1075" y="1399"/>
                    <a:pt x="1071" y="1391"/>
                  </a:cubicBezTo>
                  <a:cubicBezTo>
                    <a:pt x="1067" y="1386"/>
                    <a:pt x="1064" y="1384"/>
                    <a:pt x="1063" y="1384"/>
                  </a:cubicBezTo>
                  <a:cubicBezTo>
                    <a:pt x="1061" y="1384"/>
                    <a:pt x="1062" y="1387"/>
                    <a:pt x="1062" y="1394"/>
                  </a:cubicBezTo>
                  <a:cubicBezTo>
                    <a:pt x="1063" y="1403"/>
                    <a:pt x="1062" y="1407"/>
                    <a:pt x="1058" y="1407"/>
                  </a:cubicBezTo>
                  <a:cubicBezTo>
                    <a:pt x="1056" y="1407"/>
                    <a:pt x="1053" y="1405"/>
                    <a:pt x="1049" y="1401"/>
                  </a:cubicBezTo>
                  <a:cubicBezTo>
                    <a:pt x="1046" y="1395"/>
                    <a:pt x="1045" y="1392"/>
                    <a:pt x="1044" y="1392"/>
                  </a:cubicBezTo>
                  <a:lnTo>
                    <a:pt x="1044" y="1392"/>
                  </a:lnTo>
                  <a:cubicBezTo>
                    <a:pt x="1044" y="1392"/>
                    <a:pt x="1044" y="1396"/>
                    <a:pt x="1044" y="1403"/>
                  </a:cubicBezTo>
                  <a:cubicBezTo>
                    <a:pt x="1045" y="1422"/>
                    <a:pt x="1040" y="1434"/>
                    <a:pt x="1034" y="1434"/>
                  </a:cubicBezTo>
                  <a:cubicBezTo>
                    <a:pt x="1031" y="1434"/>
                    <a:pt x="1027" y="1429"/>
                    <a:pt x="1023" y="1419"/>
                  </a:cubicBezTo>
                  <a:cubicBezTo>
                    <a:pt x="1018" y="1408"/>
                    <a:pt x="1012" y="1403"/>
                    <a:pt x="1008" y="1403"/>
                  </a:cubicBezTo>
                  <a:cubicBezTo>
                    <a:pt x="1007" y="1403"/>
                    <a:pt x="1007" y="1403"/>
                    <a:pt x="1006" y="1403"/>
                  </a:cubicBezTo>
                  <a:cubicBezTo>
                    <a:pt x="1002" y="1406"/>
                    <a:pt x="1004" y="1411"/>
                    <a:pt x="1006" y="1418"/>
                  </a:cubicBezTo>
                  <a:cubicBezTo>
                    <a:pt x="1011" y="1424"/>
                    <a:pt x="1012" y="1427"/>
                    <a:pt x="1009" y="1427"/>
                  </a:cubicBezTo>
                  <a:cubicBezTo>
                    <a:pt x="1007" y="1427"/>
                    <a:pt x="1003" y="1425"/>
                    <a:pt x="996" y="1421"/>
                  </a:cubicBezTo>
                  <a:cubicBezTo>
                    <a:pt x="987" y="1415"/>
                    <a:pt x="981" y="1413"/>
                    <a:pt x="975" y="1413"/>
                  </a:cubicBezTo>
                  <a:cubicBezTo>
                    <a:pt x="968" y="1413"/>
                    <a:pt x="962" y="1418"/>
                    <a:pt x="956" y="1427"/>
                  </a:cubicBezTo>
                  <a:cubicBezTo>
                    <a:pt x="947" y="1437"/>
                    <a:pt x="938" y="1442"/>
                    <a:pt x="934" y="1442"/>
                  </a:cubicBezTo>
                  <a:cubicBezTo>
                    <a:pt x="931" y="1442"/>
                    <a:pt x="931" y="1439"/>
                    <a:pt x="937" y="1431"/>
                  </a:cubicBezTo>
                  <a:cubicBezTo>
                    <a:pt x="940" y="1423"/>
                    <a:pt x="941" y="1419"/>
                    <a:pt x="940" y="1419"/>
                  </a:cubicBezTo>
                  <a:lnTo>
                    <a:pt x="940" y="1419"/>
                  </a:lnTo>
                  <a:cubicBezTo>
                    <a:pt x="940" y="1419"/>
                    <a:pt x="938" y="1421"/>
                    <a:pt x="934" y="1425"/>
                  </a:cubicBezTo>
                  <a:lnTo>
                    <a:pt x="911" y="1431"/>
                  </a:lnTo>
                  <a:cubicBezTo>
                    <a:pt x="905" y="1434"/>
                    <a:pt x="902" y="1440"/>
                    <a:pt x="903" y="1446"/>
                  </a:cubicBezTo>
                  <a:cubicBezTo>
                    <a:pt x="899" y="1439"/>
                    <a:pt x="894" y="1434"/>
                    <a:pt x="889" y="1434"/>
                  </a:cubicBezTo>
                  <a:cubicBezTo>
                    <a:pt x="885" y="1434"/>
                    <a:pt x="881" y="1437"/>
                    <a:pt x="877" y="1444"/>
                  </a:cubicBezTo>
                  <a:lnTo>
                    <a:pt x="867" y="1445"/>
                  </a:lnTo>
                  <a:cubicBezTo>
                    <a:pt x="863" y="1446"/>
                    <a:pt x="863" y="1446"/>
                    <a:pt x="858" y="1453"/>
                  </a:cubicBezTo>
                  <a:cubicBezTo>
                    <a:pt x="857" y="1455"/>
                    <a:pt x="856" y="1456"/>
                    <a:pt x="854" y="1456"/>
                  </a:cubicBezTo>
                  <a:cubicBezTo>
                    <a:pt x="851" y="1456"/>
                    <a:pt x="846" y="1452"/>
                    <a:pt x="843" y="1448"/>
                  </a:cubicBezTo>
                  <a:cubicBezTo>
                    <a:pt x="839" y="1444"/>
                    <a:pt x="835" y="1440"/>
                    <a:pt x="833" y="1440"/>
                  </a:cubicBezTo>
                  <a:cubicBezTo>
                    <a:pt x="832" y="1440"/>
                    <a:pt x="832" y="1441"/>
                    <a:pt x="832" y="1443"/>
                  </a:cubicBezTo>
                  <a:cubicBezTo>
                    <a:pt x="832" y="1449"/>
                    <a:pt x="823" y="1456"/>
                    <a:pt x="819" y="1464"/>
                  </a:cubicBezTo>
                  <a:cubicBezTo>
                    <a:pt x="818" y="1466"/>
                    <a:pt x="816" y="1467"/>
                    <a:pt x="815" y="1467"/>
                  </a:cubicBezTo>
                  <a:cubicBezTo>
                    <a:pt x="812" y="1467"/>
                    <a:pt x="810" y="1462"/>
                    <a:pt x="813" y="1457"/>
                  </a:cubicBezTo>
                  <a:cubicBezTo>
                    <a:pt x="812" y="1451"/>
                    <a:pt x="812" y="1451"/>
                    <a:pt x="802" y="1444"/>
                  </a:cubicBezTo>
                  <a:cubicBezTo>
                    <a:pt x="798" y="1444"/>
                    <a:pt x="788" y="1445"/>
                    <a:pt x="788" y="1452"/>
                  </a:cubicBezTo>
                  <a:cubicBezTo>
                    <a:pt x="788" y="1455"/>
                    <a:pt x="780" y="1457"/>
                    <a:pt x="772" y="1457"/>
                  </a:cubicBezTo>
                  <a:cubicBezTo>
                    <a:pt x="764" y="1457"/>
                    <a:pt x="755" y="1455"/>
                    <a:pt x="753" y="1451"/>
                  </a:cubicBezTo>
                  <a:lnTo>
                    <a:pt x="743" y="1451"/>
                  </a:lnTo>
                  <a:cubicBezTo>
                    <a:pt x="738" y="1451"/>
                    <a:pt x="733" y="1456"/>
                    <a:pt x="727" y="1456"/>
                  </a:cubicBezTo>
                  <a:cubicBezTo>
                    <a:pt x="722" y="1457"/>
                    <a:pt x="719" y="1460"/>
                    <a:pt x="717" y="1463"/>
                  </a:cubicBezTo>
                  <a:cubicBezTo>
                    <a:pt x="711" y="1462"/>
                    <a:pt x="707" y="1462"/>
                    <a:pt x="707" y="1455"/>
                  </a:cubicBezTo>
                  <a:cubicBezTo>
                    <a:pt x="704" y="1462"/>
                    <a:pt x="702" y="1465"/>
                    <a:pt x="701" y="1465"/>
                  </a:cubicBezTo>
                  <a:cubicBezTo>
                    <a:pt x="700" y="1465"/>
                    <a:pt x="698" y="1461"/>
                    <a:pt x="697" y="1454"/>
                  </a:cubicBezTo>
                  <a:cubicBezTo>
                    <a:pt x="698" y="1447"/>
                    <a:pt x="698" y="1444"/>
                    <a:pt x="698" y="1444"/>
                  </a:cubicBezTo>
                  <a:lnTo>
                    <a:pt x="698" y="1444"/>
                  </a:lnTo>
                  <a:cubicBezTo>
                    <a:pt x="697" y="1444"/>
                    <a:pt x="696" y="1447"/>
                    <a:pt x="692" y="1454"/>
                  </a:cubicBezTo>
                  <a:cubicBezTo>
                    <a:pt x="690" y="1457"/>
                    <a:pt x="688" y="1458"/>
                    <a:pt x="687" y="1458"/>
                  </a:cubicBezTo>
                  <a:cubicBezTo>
                    <a:pt x="686" y="1458"/>
                    <a:pt x="685" y="1456"/>
                    <a:pt x="682" y="1452"/>
                  </a:cubicBezTo>
                  <a:cubicBezTo>
                    <a:pt x="683" y="1448"/>
                    <a:pt x="682" y="1447"/>
                    <a:pt x="680" y="1447"/>
                  </a:cubicBezTo>
                  <a:cubicBezTo>
                    <a:pt x="679" y="1447"/>
                    <a:pt x="677" y="1448"/>
                    <a:pt x="676" y="1452"/>
                  </a:cubicBezTo>
                  <a:cubicBezTo>
                    <a:pt x="673" y="1459"/>
                    <a:pt x="666" y="1463"/>
                    <a:pt x="661" y="1463"/>
                  </a:cubicBezTo>
                  <a:cubicBezTo>
                    <a:pt x="658" y="1463"/>
                    <a:pt x="655" y="1461"/>
                    <a:pt x="656" y="1455"/>
                  </a:cubicBezTo>
                  <a:cubicBezTo>
                    <a:pt x="652" y="1455"/>
                    <a:pt x="647" y="1456"/>
                    <a:pt x="645" y="1460"/>
                  </a:cubicBezTo>
                  <a:cubicBezTo>
                    <a:pt x="641" y="1466"/>
                    <a:pt x="639" y="1469"/>
                    <a:pt x="639" y="1469"/>
                  </a:cubicBezTo>
                  <a:cubicBezTo>
                    <a:pt x="638" y="1469"/>
                    <a:pt x="638" y="1465"/>
                    <a:pt x="639" y="1458"/>
                  </a:cubicBezTo>
                  <a:cubicBezTo>
                    <a:pt x="638" y="1451"/>
                    <a:pt x="636" y="1448"/>
                    <a:pt x="634" y="1448"/>
                  </a:cubicBezTo>
                  <a:cubicBezTo>
                    <a:pt x="631" y="1448"/>
                    <a:pt x="629" y="1450"/>
                    <a:pt x="625" y="1456"/>
                  </a:cubicBezTo>
                  <a:cubicBezTo>
                    <a:pt x="624" y="1457"/>
                    <a:pt x="622" y="1458"/>
                    <a:pt x="621" y="1458"/>
                  </a:cubicBezTo>
                  <a:cubicBezTo>
                    <a:pt x="618" y="1458"/>
                    <a:pt x="616" y="1456"/>
                    <a:pt x="615" y="1454"/>
                  </a:cubicBezTo>
                  <a:cubicBezTo>
                    <a:pt x="609" y="1447"/>
                    <a:pt x="594" y="1438"/>
                    <a:pt x="585" y="1438"/>
                  </a:cubicBezTo>
                  <a:cubicBezTo>
                    <a:pt x="582" y="1438"/>
                    <a:pt x="580" y="1439"/>
                    <a:pt x="580" y="1444"/>
                  </a:cubicBezTo>
                  <a:lnTo>
                    <a:pt x="580" y="1444"/>
                  </a:lnTo>
                  <a:lnTo>
                    <a:pt x="570" y="1442"/>
                  </a:lnTo>
                  <a:cubicBezTo>
                    <a:pt x="565" y="1436"/>
                    <a:pt x="561" y="1433"/>
                    <a:pt x="557" y="1433"/>
                  </a:cubicBezTo>
                  <a:cubicBezTo>
                    <a:pt x="555" y="1433"/>
                    <a:pt x="552" y="1433"/>
                    <a:pt x="550" y="1435"/>
                  </a:cubicBezTo>
                  <a:lnTo>
                    <a:pt x="543" y="1439"/>
                  </a:lnTo>
                  <a:cubicBezTo>
                    <a:pt x="545" y="1434"/>
                    <a:pt x="543" y="1427"/>
                    <a:pt x="539" y="1424"/>
                  </a:cubicBezTo>
                  <a:cubicBezTo>
                    <a:pt x="536" y="1423"/>
                    <a:pt x="535" y="1422"/>
                    <a:pt x="534" y="1422"/>
                  </a:cubicBezTo>
                  <a:cubicBezTo>
                    <a:pt x="533" y="1422"/>
                    <a:pt x="532" y="1424"/>
                    <a:pt x="531" y="1428"/>
                  </a:cubicBezTo>
                  <a:cubicBezTo>
                    <a:pt x="533" y="1433"/>
                    <a:pt x="532" y="1434"/>
                    <a:pt x="530" y="1434"/>
                  </a:cubicBezTo>
                  <a:cubicBezTo>
                    <a:pt x="528" y="1434"/>
                    <a:pt x="526" y="1433"/>
                    <a:pt x="524" y="1433"/>
                  </a:cubicBezTo>
                  <a:cubicBezTo>
                    <a:pt x="518" y="1429"/>
                    <a:pt x="516" y="1421"/>
                    <a:pt x="519" y="1416"/>
                  </a:cubicBezTo>
                  <a:lnTo>
                    <a:pt x="514" y="1415"/>
                  </a:lnTo>
                  <a:cubicBezTo>
                    <a:pt x="511" y="1421"/>
                    <a:pt x="509" y="1424"/>
                    <a:pt x="508" y="1424"/>
                  </a:cubicBezTo>
                  <a:cubicBezTo>
                    <a:pt x="506" y="1424"/>
                    <a:pt x="506" y="1422"/>
                    <a:pt x="507" y="1419"/>
                  </a:cubicBezTo>
                  <a:cubicBezTo>
                    <a:pt x="506" y="1412"/>
                    <a:pt x="501" y="1408"/>
                    <a:pt x="496" y="1407"/>
                  </a:cubicBezTo>
                  <a:cubicBezTo>
                    <a:pt x="495" y="1408"/>
                    <a:pt x="494" y="1409"/>
                    <a:pt x="494" y="1409"/>
                  </a:cubicBezTo>
                  <a:cubicBezTo>
                    <a:pt x="493" y="1409"/>
                    <a:pt x="493" y="1406"/>
                    <a:pt x="494" y="1406"/>
                  </a:cubicBezTo>
                  <a:cubicBezTo>
                    <a:pt x="495" y="1406"/>
                    <a:pt x="495" y="1407"/>
                    <a:pt x="496" y="1407"/>
                  </a:cubicBezTo>
                  <a:lnTo>
                    <a:pt x="498" y="1400"/>
                  </a:lnTo>
                  <a:cubicBezTo>
                    <a:pt x="498" y="1397"/>
                    <a:pt x="497" y="1396"/>
                    <a:pt x="496" y="1396"/>
                  </a:cubicBezTo>
                  <a:cubicBezTo>
                    <a:pt x="495" y="1396"/>
                    <a:pt x="493" y="1400"/>
                    <a:pt x="491" y="1405"/>
                  </a:cubicBezTo>
                  <a:lnTo>
                    <a:pt x="481" y="1400"/>
                  </a:lnTo>
                  <a:cubicBezTo>
                    <a:pt x="479" y="1399"/>
                    <a:pt x="477" y="1398"/>
                    <a:pt x="476" y="1398"/>
                  </a:cubicBezTo>
                  <a:cubicBezTo>
                    <a:pt x="474" y="1398"/>
                    <a:pt x="473" y="1399"/>
                    <a:pt x="475" y="1403"/>
                  </a:cubicBezTo>
                  <a:cubicBezTo>
                    <a:pt x="472" y="1409"/>
                    <a:pt x="470" y="1414"/>
                    <a:pt x="466" y="1414"/>
                  </a:cubicBezTo>
                  <a:cubicBezTo>
                    <a:pt x="465" y="1414"/>
                    <a:pt x="464" y="1414"/>
                    <a:pt x="463" y="1414"/>
                  </a:cubicBezTo>
                  <a:cubicBezTo>
                    <a:pt x="463" y="1415"/>
                    <a:pt x="462" y="1416"/>
                    <a:pt x="462" y="1416"/>
                  </a:cubicBezTo>
                  <a:cubicBezTo>
                    <a:pt x="461" y="1416"/>
                    <a:pt x="460" y="1413"/>
                    <a:pt x="462" y="1413"/>
                  </a:cubicBezTo>
                  <a:cubicBezTo>
                    <a:pt x="462" y="1413"/>
                    <a:pt x="463" y="1413"/>
                    <a:pt x="463" y="1414"/>
                  </a:cubicBezTo>
                  <a:cubicBezTo>
                    <a:pt x="467" y="1408"/>
                    <a:pt x="470" y="1401"/>
                    <a:pt x="466" y="1399"/>
                  </a:cubicBezTo>
                  <a:cubicBezTo>
                    <a:pt x="461" y="1397"/>
                    <a:pt x="463" y="1391"/>
                    <a:pt x="463" y="1391"/>
                  </a:cubicBezTo>
                  <a:cubicBezTo>
                    <a:pt x="471" y="1384"/>
                    <a:pt x="463" y="1380"/>
                    <a:pt x="455" y="1380"/>
                  </a:cubicBezTo>
                  <a:cubicBezTo>
                    <a:pt x="451" y="1380"/>
                    <a:pt x="448" y="1381"/>
                    <a:pt x="445" y="1382"/>
                  </a:cubicBezTo>
                  <a:cubicBezTo>
                    <a:pt x="440" y="1384"/>
                    <a:pt x="436" y="1386"/>
                    <a:pt x="433" y="1386"/>
                  </a:cubicBezTo>
                  <a:cubicBezTo>
                    <a:pt x="428" y="1386"/>
                    <a:pt x="428" y="1382"/>
                    <a:pt x="432" y="1374"/>
                  </a:cubicBezTo>
                  <a:cubicBezTo>
                    <a:pt x="434" y="1370"/>
                    <a:pt x="434" y="1368"/>
                    <a:pt x="432" y="1368"/>
                  </a:cubicBezTo>
                  <a:cubicBezTo>
                    <a:pt x="428" y="1368"/>
                    <a:pt x="418" y="1374"/>
                    <a:pt x="408" y="1383"/>
                  </a:cubicBezTo>
                  <a:lnTo>
                    <a:pt x="394" y="1398"/>
                  </a:lnTo>
                  <a:lnTo>
                    <a:pt x="404" y="1381"/>
                  </a:lnTo>
                  <a:cubicBezTo>
                    <a:pt x="411" y="1362"/>
                    <a:pt x="413" y="1357"/>
                    <a:pt x="406" y="1357"/>
                  </a:cubicBezTo>
                  <a:cubicBezTo>
                    <a:pt x="403" y="1357"/>
                    <a:pt x="399" y="1358"/>
                    <a:pt x="394" y="1359"/>
                  </a:cubicBezTo>
                  <a:cubicBezTo>
                    <a:pt x="381" y="1359"/>
                    <a:pt x="381" y="1359"/>
                    <a:pt x="385" y="1353"/>
                  </a:cubicBezTo>
                  <a:cubicBezTo>
                    <a:pt x="389" y="1347"/>
                    <a:pt x="385" y="1345"/>
                    <a:pt x="372" y="1335"/>
                  </a:cubicBezTo>
                  <a:cubicBezTo>
                    <a:pt x="364" y="1329"/>
                    <a:pt x="360" y="1326"/>
                    <a:pt x="357" y="1326"/>
                  </a:cubicBezTo>
                  <a:cubicBezTo>
                    <a:pt x="355" y="1326"/>
                    <a:pt x="354" y="1326"/>
                    <a:pt x="352" y="1328"/>
                  </a:cubicBezTo>
                  <a:lnTo>
                    <a:pt x="344" y="1323"/>
                  </a:lnTo>
                  <a:cubicBezTo>
                    <a:pt x="347" y="1315"/>
                    <a:pt x="345" y="1312"/>
                    <a:pt x="341" y="1312"/>
                  </a:cubicBezTo>
                  <a:cubicBezTo>
                    <a:pt x="338" y="1312"/>
                    <a:pt x="334" y="1315"/>
                    <a:pt x="332" y="1322"/>
                  </a:cubicBezTo>
                  <a:lnTo>
                    <a:pt x="323" y="1315"/>
                  </a:lnTo>
                  <a:lnTo>
                    <a:pt x="328" y="1310"/>
                  </a:lnTo>
                  <a:cubicBezTo>
                    <a:pt x="332" y="1305"/>
                    <a:pt x="325" y="1298"/>
                    <a:pt x="295" y="1270"/>
                  </a:cubicBezTo>
                  <a:cubicBezTo>
                    <a:pt x="272" y="1247"/>
                    <a:pt x="264" y="1238"/>
                    <a:pt x="258" y="1238"/>
                  </a:cubicBezTo>
                  <a:cubicBezTo>
                    <a:pt x="255" y="1238"/>
                    <a:pt x="253" y="1239"/>
                    <a:pt x="250" y="1242"/>
                  </a:cubicBezTo>
                  <a:cubicBezTo>
                    <a:pt x="246" y="1244"/>
                    <a:pt x="242" y="1245"/>
                    <a:pt x="240" y="1245"/>
                  </a:cubicBezTo>
                  <a:cubicBezTo>
                    <a:pt x="236" y="1245"/>
                    <a:pt x="237" y="1241"/>
                    <a:pt x="243" y="1235"/>
                  </a:cubicBezTo>
                  <a:cubicBezTo>
                    <a:pt x="247" y="1232"/>
                    <a:pt x="249" y="1225"/>
                    <a:pt x="247" y="1225"/>
                  </a:cubicBezTo>
                  <a:cubicBezTo>
                    <a:pt x="246" y="1225"/>
                    <a:pt x="246" y="1225"/>
                    <a:pt x="245" y="1226"/>
                  </a:cubicBezTo>
                  <a:cubicBezTo>
                    <a:pt x="241" y="1222"/>
                    <a:pt x="239" y="1216"/>
                    <a:pt x="240" y="1211"/>
                  </a:cubicBezTo>
                  <a:cubicBezTo>
                    <a:pt x="241" y="1197"/>
                    <a:pt x="237" y="1192"/>
                    <a:pt x="233" y="1192"/>
                  </a:cubicBezTo>
                  <a:cubicBezTo>
                    <a:pt x="232" y="1192"/>
                    <a:pt x="230" y="1193"/>
                    <a:pt x="228" y="1195"/>
                  </a:cubicBezTo>
                  <a:cubicBezTo>
                    <a:pt x="225" y="1199"/>
                    <a:pt x="224" y="1201"/>
                    <a:pt x="223" y="1201"/>
                  </a:cubicBezTo>
                  <a:cubicBezTo>
                    <a:pt x="222" y="1201"/>
                    <a:pt x="224" y="1195"/>
                    <a:pt x="226" y="1190"/>
                  </a:cubicBezTo>
                  <a:cubicBezTo>
                    <a:pt x="227" y="1184"/>
                    <a:pt x="229" y="1177"/>
                    <a:pt x="227" y="1177"/>
                  </a:cubicBezTo>
                  <a:cubicBezTo>
                    <a:pt x="226" y="1177"/>
                    <a:pt x="225" y="1177"/>
                    <a:pt x="224" y="1178"/>
                  </a:cubicBezTo>
                  <a:cubicBezTo>
                    <a:pt x="217" y="1178"/>
                    <a:pt x="192" y="1158"/>
                    <a:pt x="204" y="1150"/>
                  </a:cubicBezTo>
                  <a:lnTo>
                    <a:pt x="200" y="1141"/>
                  </a:lnTo>
                  <a:cubicBezTo>
                    <a:pt x="199" y="1142"/>
                    <a:pt x="198" y="1142"/>
                    <a:pt x="197" y="1142"/>
                  </a:cubicBezTo>
                  <a:cubicBezTo>
                    <a:pt x="192" y="1142"/>
                    <a:pt x="188" y="1135"/>
                    <a:pt x="183" y="1127"/>
                  </a:cubicBezTo>
                  <a:cubicBezTo>
                    <a:pt x="178" y="1119"/>
                    <a:pt x="175" y="1114"/>
                    <a:pt x="182" y="1111"/>
                  </a:cubicBezTo>
                  <a:lnTo>
                    <a:pt x="182" y="1111"/>
                  </a:lnTo>
                  <a:cubicBezTo>
                    <a:pt x="183" y="1111"/>
                    <a:pt x="183" y="1111"/>
                    <a:pt x="184" y="1111"/>
                  </a:cubicBezTo>
                  <a:cubicBezTo>
                    <a:pt x="189" y="1111"/>
                    <a:pt x="186" y="1107"/>
                    <a:pt x="176" y="1102"/>
                  </a:cubicBezTo>
                  <a:cubicBezTo>
                    <a:pt x="174" y="1098"/>
                    <a:pt x="159" y="1099"/>
                    <a:pt x="157" y="1095"/>
                  </a:cubicBezTo>
                  <a:cubicBezTo>
                    <a:pt x="155" y="1096"/>
                    <a:pt x="153" y="1097"/>
                    <a:pt x="150" y="1097"/>
                  </a:cubicBezTo>
                  <a:cubicBezTo>
                    <a:pt x="147" y="1097"/>
                    <a:pt x="143" y="1095"/>
                    <a:pt x="140" y="1092"/>
                  </a:cubicBezTo>
                  <a:lnTo>
                    <a:pt x="147" y="1089"/>
                  </a:lnTo>
                  <a:lnTo>
                    <a:pt x="159" y="1083"/>
                  </a:lnTo>
                  <a:cubicBezTo>
                    <a:pt x="158" y="1079"/>
                    <a:pt x="156" y="1076"/>
                    <a:pt x="152" y="1076"/>
                  </a:cubicBezTo>
                  <a:cubicBezTo>
                    <a:pt x="151" y="1076"/>
                    <a:pt x="150" y="1076"/>
                    <a:pt x="148" y="1077"/>
                  </a:cubicBezTo>
                  <a:cubicBezTo>
                    <a:pt x="153" y="1069"/>
                    <a:pt x="150" y="1065"/>
                    <a:pt x="146" y="1056"/>
                  </a:cubicBezTo>
                  <a:cubicBezTo>
                    <a:pt x="141" y="1047"/>
                    <a:pt x="138" y="1038"/>
                    <a:pt x="130" y="1034"/>
                  </a:cubicBezTo>
                  <a:cubicBezTo>
                    <a:pt x="140" y="1024"/>
                    <a:pt x="131" y="997"/>
                    <a:pt x="117" y="996"/>
                  </a:cubicBezTo>
                  <a:cubicBezTo>
                    <a:pt x="116" y="997"/>
                    <a:pt x="114" y="997"/>
                    <a:pt x="114" y="997"/>
                  </a:cubicBezTo>
                  <a:cubicBezTo>
                    <a:pt x="109" y="997"/>
                    <a:pt x="109" y="993"/>
                    <a:pt x="113" y="987"/>
                  </a:cubicBezTo>
                  <a:cubicBezTo>
                    <a:pt x="118" y="979"/>
                    <a:pt x="118" y="981"/>
                    <a:pt x="110" y="977"/>
                  </a:cubicBezTo>
                  <a:cubicBezTo>
                    <a:pt x="102" y="974"/>
                    <a:pt x="108" y="967"/>
                    <a:pt x="112" y="960"/>
                  </a:cubicBezTo>
                  <a:cubicBezTo>
                    <a:pt x="125" y="951"/>
                    <a:pt x="123" y="947"/>
                    <a:pt x="116" y="944"/>
                  </a:cubicBezTo>
                  <a:cubicBezTo>
                    <a:pt x="109" y="938"/>
                    <a:pt x="104" y="930"/>
                    <a:pt x="103" y="921"/>
                  </a:cubicBezTo>
                  <a:cubicBezTo>
                    <a:pt x="96" y="916"/>
                    <a:pt x="94" y="911"/>
                    <a:pt x="92" y="911"/>
                  </a:cubicBezTo>
                  <a:cubicBezTo>
                    <a:pt x="91" y="911"/>
                    <a:pt x="89" y="912"/>
                    <a:pt x="88" y="914"/>
                  </a:cubicBezTo>
                  <a:cubicBezTo>
                    <a:pt x="82" y="914"/>
                    <a:pt x="77" y="913"/>
                    <a:pt x="73" y="912"/>
                  </a:cubicBezTo>
                  <a:cubicBezTo>
                    <a:pt x="68" y="906"/>
                    <a:pt x="69" y="903"/>
                    <a:pt x="70" y="903"/>
                  </a:cubicBezTo>
                  <a:cubicBezTo>
                    <a:pt x="71" y="903"/>
                    <a:pt x="73" y="904"/>
                    <a:pt x="73" y="907"/>
                  </a:cubicBezTo>
                  <a:cubicBezTo>
                    <a:pt x="76" y="910"/>
                    <a:pt x="78" y="911"/>
                    <a:pt x="79" y="911"/>
                  </a:cubicBezTo>
                  <a:cubicBezTo>
                    <a:pt x="81" y="911"/>
                    <a:pt x="82" y="908"/>
                    <a:pt x="86" y="904"/>
                  </a:cubicBezTo>
                  <a:cubicBezTo>
                    <a:pt x="90" y="898"/>
                    <a:pt x="92" y="890"/>
                    <a:pt x="90" y="883"/>
                  </a:cubicBezTo>
                  <a:cubicBezTo>
                    <a:pt x="89" y="877"/>
                    <a:pt x="88" y="867"/>
                    <a:pt x="86" y="863"/>
                  </a:cubicBezTo>
                  <a:cubicBezTo>
                    <a:pt x="91" y="848"/>
                    <a:pt x="91" y="842"/>
                    <a:pt x="86" y="842"/>
                  </a:cubicBezTo>
                  <a:cubicBezTo>
                    <a:pt x="85" y="842"/>
                    <a:pt x="85" y="842"/>
                    <a:pt x="84" y="843"/>
                  </a:cubicBezTo>
                  <a:lnTo>
                    <a:pt x="77" y="843"/>
                  </a:lnTo>
                  <a:cubicBezTo>
                    <a:pt x="91" y="836"/>
                    <a:pt x="89" y="782"/>
                    <a:pt x="75" y="776"/>
                  </a:cubicBezTo>
                  <a:lnTo>
                    <a:pt x="82" y="776"/>
                  </a:lnTo>
                  <a:cubicBezTo>
                    <a:pt x="89" y="776"/>
                    <a:pt x="89" y="771"/>
                    <a:pt x="89" y="761"/>
                  </a:cubicBezTo>
                  <a:cubicBezTo>
                    <a:pt x="86" y="748"/>
                    <a:pt x="85" y="734"/>
                    <a:pt x="85" y="720"/>
                  </a:cubicBezTo>
                  <a:cubicBezTo>
                    <a:pt x="85" y="700"/>
                    <a:pt x="90" y="686"/>
                    <a:pt x="82" y="684"/>
                  </a:cubicBezTo>
                  <a:cubicBezTo>
                    <a:pt x="83" y="680"/>
                    <a:pt x="83" y="680"/>
                    <a:pt x="90" y="680"/>
                  </a:cubicBezTo>
                  <a:cubicBezTo>
                    <a:pt x="92" y="682"/>
                    <a:pt x="93" y="683"/>
                    <a:pt x="94" y="683"/>
                  </a:cubicBezTo>
                  <a:cubicBezTo>
                    <a:pt x="96" y="683"/>
                    <a:pt x="97" y="680"/>
                    <a:pt x="98" y="677"/>
                  </a:cubicBezTo>
                  <a:cubicBezTo>
                    <a:pt x="98" y="671"/>
                    <a:pt x="91" y="670"/>
                    <a:pt x="84" y="670"/>
                  </a:cubicBezTo>
                  <a:cubicBezTo>
                    <a:pt x="79" y="669"/>
                    <a:pt x="79" y="663"/>
                    <a:pt x="88" y="654"/>
                  </a:cubicBezTo>
                  <a:cubicBezTo>
                    <a:pt x="95" y="643"/>
                    <a:pt x="99" y="628"/>
                    <a:pt x="95" y="614"/>
                  </a:cubicBezTo>
                  <a:cubicBezTo>
                    <a:pt x="97" y="610"/>
                    <a:pt x="99" y="606"/>
                    <a:pt x="104" y="606"/>
                  </a:cubicBezTo>
                  <a:cubicBezTo>
                    <a:pt x="104" y="606"/>
                    <a:pt x="105" y="606"/>
                    <a:pt x="105" y="606"/>
                  </a:cubicBezTo>
                  <a:cubicBezTo>
                    <a:pt x="117" y="604"/>
                    <a:pt x="120" y="589"/>
                    <a:pt x="112" y="581"/>
                  </a:cubicBezTo>
                  <a:cubicBezTo>
                    <a:pt x="113" y="579"/>
                    <a:pt x="113" y="577"/>
                    <a:pt x="115" y="577"/>
                  </a:cubicBezTo>
                  <a:cubicBezTo>
                    <a:pt x="116" y="577"/>
                    <a:pt x="117" y="578"/>
                    <a:pt x="120" y="579"/>
                  </a:cubicBezTo>
                  <a:cubicBezTo>
                    <a:pt x="127" y="576"/>
                    <a:pt x="134" y="578"/>
                    <a:pt x="122" y="569"/>
                  </a:cubicBezTo>
                  <a:cubicBezTo>
                    <a:pt x="120" y="557"/>
                    <a:pt x="125" y="544"/>
                    <a:pt x="135" y="536"/>
                  </a:cubicBezTo>
                  <a:cubicBezTo>
                    <a:pt x="137" y="532"/>
                    <a:pt x="138" y="527"/>
                    <a:pt x="132" y="524"/>
                  </a:cubicBezTo>
                  <a:cubicBezTo>
                    <a:pt x="130" y="523"/>
                    <a:pt x="127" y="522"/>
                    <a:pt x="126" y="522"/>
                  </a:cubicBezTo>
                  <a:cubicBezTo>
                    <a:pt x="140" y="522"/>
                    <a:pt x="140" y="522"/>
                    <a:pt x="129" y="513"/>
                  </a:cubicBezTo>
                  <a:cubicBezTo>
                    <a:pt x="124" y="510"/>
                    <a:pt x="124" y="507"/>
                    <a:pt x="128" y="507"/>
                  </a:cubicBezTo>
                  <a:cubicBezTo>
                    <a:pt x="129" y="507"/>
                    <a:pt x="130" y="507"/>
                    <a:pt x="131" y="507"/>
                  </a:cubicBezTo>
                  <a:cubicBezTo>
                    <a:pt x="136" y="507"/>
                    <a:pt x="139" y="505"/>
                    <a:pt x="141" y="502"/>
                  </a:cubicBezTo>
                  <a:cubicBezTo>
                    <a:pt x="147" y="482"/>
                    <a:pt x="153" y="466"/>
                    <a:pt x="160" y="448"/>
                  </a:cubicBezTo>
                  <a:cubicBezTo>
                    <a:pt x="182" y="413"/>
                    <a:pt x="190" y="401"/>
                    <a:pt x="184" y="396"/>
                  </a:cubicBezTo>
                  <a:cubicBezTo>
                    <a:pt x="182" y="388"/>
                    <a:pt x="182" y="388"/>
                    <a:pt x="190" y="387"/>
                  </a:cubicBezTo>
                  <a:cubicBezTo>
                    <a:pt x="195" y="387"/>
                    <a:pt x="201" y="385"/>
                    <a:pt x="204" y="379"/>
                  </a:cubicBezTo>
                  <a:cubicBezTo>
                    <a:pt x="207" y="376"/>
                    <a:pt x="209" y="373"/>
                    <a:pt x="212" y="373"/>
                  </a:cubicBezTo>
                  <a:cubicBezTo>
                    <a:pt x="214" y="373"/>
                    <a:pt x="215" y="374"/>
                    <a:pt x="217" y="375"/>
                  </a:cubicBezTo>
                  <a:cubicBezTo>
                    <a:pt x="213" y="367"/>
                    <a:pt x="213" y="367"/>
                    <a:pt x="217" y="364"/>
                  </a:cubicBezTo>
                  <a:cubicBezTo>
                    <a:pt x="218" y="364"/>
                    <a:pt x="219" y="365"/>
                    <a:pt x="220" y="365"/>
                  </a:cubicBezTo>
                  <a:cubicBezTo>
                    <a:pt x="224" y="365"/>
                    <a:pt x="225" y="361"/>
                    <a:pt x="223" y="355"/>
                  </a:cubicBezTo>
                  <a:cubicBezTo>
                    <a:pt x="219" y="348"/>
                    <a:pt x="217" y="345"/>
                    <a:pt x="218" y="345"/>
                  </a:cubicBezTo>
                  <a:lnTo>
                    <a:pt x="218" y="345"/>
                  </a:lnTo>
                  <a:cubicBezTo>
                    <a:pt x="218" y="345"/>
                    <a:pt x="221" y="347"/>
                    <a:pt x="226" y="351"/>
                  </a:cubicBezTo>
                  <a:cubicBezTo>
                    <a:pt x="227" y="352"/>
                    <a:pt x="228" y="352"/>
                    <a:pt x="230" y="352"/>
                  </a:cubicBezTo>
                  <a:cubicBezTo>
                    <a:pt x="236" y="352"/>
                    <a:pt x="244" y="348"/>
                    <a:pt x="238" y="347"/>
                  </a:cubicBezTo>
                  <a:cubicBezTo>
                    <a:pt x="232" y="342"/>
                    <a:pt x="238" y="334"/>
                    <a:pt x="237" y="327"/>
                  </a:cubicBezTo>
                  <a:cubicBezTo>
                    <a:pt x="239" y="324"/>
                    <a:pt x="241" y="321"/>
                    <a:pt x="245" y="321"/>
                  </a:cubicBezTo>
                  <a:cubicBezTo>
                    <a:pt x="246" y="321"/>
                    <a:pt x="247" y="322"/>
                    <a:pt x="249" y="323"/>
                  </a:cubicBezTo>
                  <a:cubicBezTo>
                    <a:pt x="249" y="323"/>
                    <a:pt x="250" y="323"/>
                    <a:pt x="250" y="323"/>
                  </a:cubicBezTo>
                  <a:cubicBezTo>
                    <a:pt x="259" y="323"/>
                    <a:pt x="269" y="302"/>
                    <a:pt x="268" y="293"/>
                  </a:cubicBezTo>
                  <a:cubicBezTo>
                    <a:pt x="265" y="290"/>
                    <a:pt x="266" y="287"/>
                    <a:pt x="268" y="287"/>
                  </a:cubicBezTo>
                  <a:cubicBezTo>
                    <a:pt x="269" y="287"/>
                    <a:pt x="270" y="288"/>
                    <a:pt x="272" y="290"/>
                  </a:cubicBezTo>
                  <a:cubicBezTo>
                    <a:pt x="273" y="291"/>
                    <a:pt x="275" y="291"/>
                    <a:pt x="276" y="291"/>
                  </a:cubicBezTo>
                  <a:cubicBezTo>
                    <a:pt x="279" y="291"/>
                    <a:pt x="281" y="289"/>
                    <a:pt x="284" y="286"/>
                  </a:cubicBezTo>
                  <a:cubicBezTo>
                    <a:pt x="283" y="283"/>
                    <a:pt x="284" y="282"/>
                    <a:pt x="285" y="282"/>
                  </a:cubicBezTo>
                  <a:cubicBezTo>
                    <a:pt x="286" y="282"/>
                    <a:pt x="289" y="285"/>
                    <a:pt x="293" y="288"/>
                  </a:cubicBezTo>
                  <a:cubicBezTo>
                    <a:pt x="293" y="292"/>
                    <a:pt x="294" y="293"/>
                    <a:pt x="295" y="293"/>
                  </a:cubicBezTo>
                  <a:cubicBezTo>
                    <a:pt x="297" y="293"/>
                    <a:pt x="300" y="290"/>
                    <a:pt x="304" y="286"/>
                  </a:cubicBezTo>
                  <a:cubicBezTo>
                    <a:pt x="304" y="278"/>
                    <a:pt x="319" y="265"/>
                    <a:pt x="330" y="255"/>
                  </a:cubicBezTo>
                  <a:cubicBezTo>
                    <a:pt x="344" y="246"/>
                    <a:pt x="352" y="230"/>
                    <a:pt x="350" y="213"/>
                  </a:cubicBezTo>
                  <a:lnTo>
                    <a:pt x="346" y="200"/>
                  </a:lnTo>
                  <a:lnTo>
                    <a:pt x="355" y="211"/>
                  </a:lnTo>
                  <a:cubicBezTo>
                    <a:pt x="359" y="215"/>
                    <a:pt x="365" y="220"/>
                    <a:pt x="370" y="224"/>
                  </a:cubicBezTo>
                  <a:cubicBezTo>
                    <a:pt x="374" y="221"/>
                    <a:pt x="370" y="215"/>
                    <a:pt x="366" y="210"/>
                  </a:cubicBezTo>
                  <a:cubicBezTo>
                    <a:pt x="362" y="204"/>
                    <a:pt x="367" y="202"/>
                    <a:pt x="379" y="201"/>
                  </a:cubicBezTo>
                  <a:cubicBezTo>
                    <a:pt x="392" y="201"/>
                    <a:pt x="396" y="199"/>
                    <a:pt x="396" y="191"/>
                  </a:cubicBezTo>
                  <a:cubicBezTo>
                    <a:pt x="399" y="188"/>
                    <a:pt x="402" y="187"/>
                    <a:pt x="406" y="187"/>
                  </a:cubicBezTo>
                  <a:cubicBezTo>
                    <a:pt x="408" y="187"/>
                    <a:pt x="411" y="188"/>
                    <a:pt x="413" y="189"/>
                  </a:cubicBezTo>
                  <a:cubicBezTo>
                    <a:pt x="417" y="186"/>
                    <a:pt x="417" y="186"/>
                    <a:pt x="414" y="180"/>
                  </a:cubicBezTo>
                  <a:cubicBezTo>
                    <a:pt x="412" y="176"/>
                    <a:pt x="413" y="174"/>
                    <a:pt x="417" y="174"/>
                  </a:cubicBezTo>
                  <a:cubicBezTo>
                    <a:pt x="418" y="174"/>
                    <a:pt x="420" y="174"/>
                    <a:pt x="423" y="175"/>
                  </a:cubicBezTo>
                  <a:cubicBezTo>
                    <a:pt x="427" y="178"/>
                    <a:pt x="430" y="179"/>
                    <a:pt x="434" y="179"/>
                  </a:cubicBezTo>
                  <a:cubicBezTo>
                    <a:pt x="441" y="179"/>
                    <a:pt x="445" y="174"/>
                    <a:pt x="443" y="171"/>
                  </a:cubicBezTo>
                  <a:cubicBezTo>
                    <a:pt x="441" y="165"/>
                    <a:pt x="445" y="163"/>
                    <a:pt x="450" y="161"/>
                  </a:cubicBezTo>
                  <a:cubicBezTo>
                    <a:pt x="455" y="158"/>
                    <a:pt x="460" y="154"/>
                    <a:pt x="461" y="147"/>
                  </a:cubicBezTo>
                  <a:lnTo>
                    <a:pt x="470" y="144"/>
                  </a:lnTo>
                  <a:cubicBezTo>
                    <a:pt x="471" y="143"/>
                    <a:pt x="471" y="143"/>
                    <a:pt x="471" y="143"/>
                  </a:cubicBezTo>
                  <a:cubicBezTo>
                    <a:pt x="474" y="143"/>
                    <a:pt x="472" y="150"/>
                    <a:pt x="468" y="152"/>
                  </a:cubicBezTo>
                  <a:lnTo>
                    <a:pt x="476" y="156"/>
                  </a:lnTo>
                  <a:cubicBezTo>
                    <a:pt x="485" y="152"/>
                    <a:pt x="489" y="149"/>
                    <a:pt x="491" y="140"/>
                  </a:cubicBezTo>
                  <a:cubicBezTo>
                    <a:pt x="491" y="133"/>
                    <a:pt x="491" y="129"/>
                    <a:pt x="491" y="129"/>
                  </a:cubicBezTo>
                  <a:lnTo>
                    <a:pt x="491" y="129"/>
                  </a:lnTo>
                  <a:cubicBezTo>
                    <a:pt x="492" y="129"/>
                    <a:pt x="493" y="132"/>
                    <a:pt x="496" y="138"/>
                  </a:cubicBezTo>
                  <a:cubicBezTo>
                    <a:pt x="497" y="142"/>
                    <a:pt x="501" y="146"/>
                    <a:pt x="504" y="146"/>
                  </a:cubicBezTo>
                  <a:cubicBezTo>
                    <a:pt x="506" y="146"/>
                    <a:pt x="507" y="144"/>
                    <a:pt x="508" y="141"/>
                  </a:cubicBezTo>
                  <a:cubicBezTo>
                    <a:pt x="508" y="134"/>
                    <a:pt x="510" y="132"/>
                    <a:pt x="512" y="132"/>
                  </a:cubicBezTo>
                  <a:cubicBezTo>
                    <a:pt x="514" y="132"/>
                    <a:pt x="516" y="135"/>
                    <a:pt x="517" y="138"/>
                  </a:cubicBezTo>
                  <a:cubicBezTo>
                    <a:pt x="518" y="144"/>
                    <a:pt x="518" y="148"/>
                    <a:pt x="519" y="148"/>
                  </a:cubicBezTo>
                  <a:cubicBezTo>
                    <a:pt x="521" y="148"/>
                    <a:pt x="524" y="143"/>
                    <a:pt x="532" y="132"/>
                  </a:cubicBezTo>
                  <a:cubicBezTo>
                    <a:pt x="542" y="130"/>
                    <a:pt x="559" y="115"/>
                    <a:pt x="573" y="112"/>
                  </a:cubicBezTo>
                  <a:cubicBezTo>
                    <a:pt x="585" y="109"/>
                    <a:pt x="594" y="107"/>
                    <a:pt x="600" y="107"/>
                  </a:cubicBezTo>
                  <a:cubicBezTo>
                    <a:pt x="604" y="107"/>
                    <a:pt x="607" y="108"/>
                    <a:pt x="609" y="110"/>
                  </a:cubicBezTo>
                  <a:cubicBezTo>
                    <a:pt x="611" y="118"/>
                    <a:pt x="613" y="121"/>
                    <a:pt x="614" y="121"/>
                  </a:cubicBezTo>
                  <a:cubicBezTo>
                    <a:pt x="614" y="121"/>
                    <a:pt x="614" y="119"/>
                    <a:pt x="611" y="117"/>
                  </a:cubicBezTo>
                  <a:cubicBezTo>
                    <a:pt x="608" y="103"/>
                    <a:pt x="613" y="102"/>
                    <a:pt x="628" y="99"/>
                  </a:cubicBezTo>
                  <a:cubicBezTo>
                    <a:pt x="631" y="100"/>
                    <a:pt x="633" y="100"/>
                    <a:pt x="636" y="100"/>
                  </a:cubicBezTo>
                  <a:cubicBezTo>
                    <a:pt x="645" y="100"/>
                    <a:pt x="653" y="95"/>
                    <a:pt x="657" y="88"/>
                  </a:cubicBezTo>
                  <a:lnTo>
                    <a:pt x="657" y="88"/>
                  </a:lnTo>
                  <a:lnTo>
                    <a:pt x="647" y="89"/>
                  </a:lnTo>
                  <a:cubicBezTo>
                    <a:pt x="646" y="80"/>
                    <a:pt x="647" y="77"/>
                    <a:pt x="652" y="77"/>
                  </a:cubicBezTo>
                  <a:cubicBezTo>
                    <a:pt x="654" y="77"/>
                    <a:pt x="657" y="78"/>
                    <a:pt x="662" y="80"/>
                  </a:cubicBezTo>
                  <a:cubicBezTo>
                    <a:pt x="662" y="80"/>
                    <a:pt x="663" y="80"/>
                    <a:pt x="663" y="80"/>
                  </a:cubicBezTo>
                  <a:cubicBezTo>
                    <a:pt x="667" y="80"/>
                    <a:pt x="668" y="86"/>
                    <a:pt x="669" y="92"/>
                  </a:cubicBezTo>
                  <a:cubicBezTo>
                    <a:pt x="670" y="98"/>
                    <a:pt x="675" y="105"/>
                    <a:pt x="679" y="105"/>
                  </a:cubicBezTo>
                  <a:cubicBezTo>
                    <a:pt x="679" y="105"/>
                    <a:pt x="680" y="105"/>
                    <a:pt x="680" y="104"/>
                  </a:cubicBezTo>
                  <a:cubicBezTo>
                    <a:pt x="685" y="103"/>
                    <a:pt x="690" y="103"/>
                    <a:pt x="684" y="97"/>
                  </a:cubicBezTo>
                  <a:cubicBezTo>
                    <a:pt x="683" y="90"/>
                    <a:pt x="683" y="90"/>
                    <a:pt x="689" y="90"/>
                  </a:cubicBezTo>
                  <a:cubicBezTo>
                    <a:pt x="694" y="90"/>
                    <a:pt x="700" y="86"/>
                    <a:pt x="703" y="81"/>
                  </a:cubicBezTo>
                  <a:cubicBezTo>
                    <a:pt x="702" y="74"/>
                    <a:pt x="708" y="74"/>
                    <a:pt x="714" y="74"/>
                  </a:cubicBezTo>
                  <a:close/>
                  <a:moveTo>
                    <a:pt x="1034" y="1445"/>
                  </a:moveTo>
                  <a:cubicBezTo>
                    <a:pt x="1037" y="1445"/>
                    <a:pt x="1035" y="1452"/>
                    <a:pt x="1035" y="1465"/>
                  </a:cubicBezTo>
                  <a:cubicBezTo>
                    <a:pt x="1031" y="1470"/>
                    <a:pt x="1029" y="1472"/>
                    <a:pt x="1028" y="1472"/>
                  </a:cubicBezTo>
                  <a:cubicBezTo>
                    <a:pt x="1027" y="1472"/>
                    <a:pt x="1027" y="1469"/>
                    <a:pt x="1028" y="1461"/>
                  </a:cubicBezTo>
                  <a:lnTo>
                    <a:pt x="1033" y="1445"/>
                  </a:lnTo>
                  <a:cubicBezTo>
                    <a:pt x="1034" y="1445"/>
                    <a:pt x="1034" y="1445"/>
                    <a:pt x="1034" y="1445"/>
                  </a:cubicBezTo>
                  <a:close/>
                  <a:moveTo>
                    <a:pt x="701" y="1469"/>
                  </a:moveTo>
                  <a:cubicBezTo>
                    <a:pt x="706" y="1469"/>
                    <a:pt x="710" y="1475"/>
                    <a:pt x="710" y="1475"/>
                  </a:cubicBezTo>
                  <a:cubicBezTo>
                    <a:pt x="710" y="1481"/>
                    <a:pt x="707" y="1482"/>
                    <a:pt x="705" y="1482"/>
                  </a:cubicBezTo>
                  <a:cubicBezTo>
                    <a:pt x="705" y="1482"/>
                    <a:pt x="705" y="1482"/>
                    <a:pt x="705" y="1482"/>
                  </a:cubicBezTo>
                  <a:cubicBezTo>
                    <a:pt x="699" y="1482"/>
                    <a:pt x="694" y="1482"/>
                    <a:pt x="694" y="1475"/>
                  </a:cubicBezTo>
                  <a:cubicBezTo>
                    <a:pt x="694" y="1475"/>
                    <a:pt x="696" y="1469"/>
                    <a:pt x="701" y="1469"/>
                  </a:cubicBezTo>
                  <a:close/>
                  <a:moveTo>
                    <a:pt x="794" y="1499"/>
                  </a:moveTo>
                  <a:lnTo>
                    <a:pt x="800" y="1506"/>
                  </a:lnTo>
                  <a:lnTo>
                    <a:pt x="794" y="1506"/>
                  </a:lnTo>
                  <a:cubicBezTo>
                    <a:pt x="789" y="1506"/>
                    <a:pt x="789" y="1506"/>
                    <a:pt x="789" y="1499"/>
                  </a:cubicBezTo>
                  <a:close/>
                  <a:moveTo>
                    <a:pt x="847" y="1489"/>
                  </a:moveTo>
                  <a:cubicBezTo>
                    <a:pt x="848" y="1495"/>
                    <a:pt x="848" y="1502"/>
                    <a:pt x="843" y="1503"/>
                  </a:cubicBezTo>
                  <a:cubicBezTo>
                    <a:pt x="841" y="1505"/>
                    <a:pt x="840" y="1506"/>
                    <a:pt x="839" y="1506"/>
                  </a:cubicBezTo>
                  <a:cubicBezTo>
                    <a:pt x="836" y="1506"/>
                    <a:pt x="834" y="1500"/>
                    <a:pt x="837" y="1490"/>
                  </a:cubicBezTo>
                  <a:cubicBezTo>
                    <a:pt x="840" y="1490"/>
                    <a:pt x="844" y="1490"/>
                    <a:pt x="847" y="1489"/>
                  </a:cubicBezTo>
                  <a:close/>
                  <a:moveTo>
                    <a:pt x="927" y="1508"/>
                  </a:moveTo>
                  <a:cubicBezTo>
                    <a:pt x="927" y="1508"/>
                    <a:pt x="928" y="1513"/>
                    <a:pt x="929" y="1518"/>
                  </a:cubicBezTo>
                  <a:lnTo>
                    <a:pt x="928" y="1511"/>
                  </a:lnTo>
                  <a:cubicBezTo>
                    <a:pt x="927" y="1509"/>
                    <a:pt x="927" y="1508"/>
                    <a:pt x="927" y="1508"/>
                  </a:cubicBezTo>
                  <a:close/>
                  <a:moveTo>
                    <a:pt x="735" y="1511"/>
                  </a:moveTo>
                  <a:cubicBezTo>
                    <a:pt x="729" y="1511"/>
                    <a:pt x="729" y="1518"/>
                    <a:pt x="729" y="1518"/>
                  </a:cubicBezTo>
                  <a:cubicBezTo>
                    <a:pt x="729" y="1518"/>
                    <a:pt x="728" y="1525"/>
                    <a:pt x="734" y="1525"/>
                  </a:cubicBezTo>
                  <a:lnTo>
                    <a:pt x="739" y="1526"/>
                  </a:lnTo>
                  <a:cubicBezTo>
                    <a:pt x="739" y="1520"/>
                    <a:pt x="737" y="1516"/>
                    <a:pt x="735" y="1511"/>
                  </a:cubicBezTo>
                  <a:close/>
                  <a:moveTo>
                    <a:pt x="768" y="0"/>
                  </a:moveTo>
                  <a:cubicBezTo>
                    <a:pt x="762" y="0"/>
                    <a:pt x="756" y="4"/>
                    <a:pt x="754" y="11"/>
                  </a:cubicBezTo>
                  <a:cubicBezTo>
                    <a:pt x="754" y="5"/>
                    <a:pt x="748" y="5"/>
                    <a:pt x="743" y="5"/>
                  </a:cubicBezTo>
                  <a:cubicBezTo>
                    <a:pt x="737" y="8"/>
                    <a:pt x="727" y="10"/>
                    <a:pt x="720" y="10"/>
                  </a:cubicBezTo>
                  <a:cubicBezTo>
                    <a:pt x="713" y="10"/>
                    <a:pt x="708" y="9"/>
                    <a:pt x="708" y="6"/>
                  </a:cubicBezTo>
                  <a:lnTo>
                    <a:pt x="702" y="6"/>
                  </a:lnTo>
                  <a:cubicBezTo>
                    <a:pt x="699" y="11"/>
                    <a:pt x="693" y="15"/>
                    <a:pt x="687" y="15"/>
                  </a:cubicBezTo>
                  <a:cubicBezTo>
                    <a:pt x="680" y="15"/>
                    <a:pt x="674" y="18"/>
                    <a:pt x="671" y="24"/>
                  </a:cubicBezTo>
                  <a:cubicBezTo>
                    <a:pt x="669" y="27"/>
                    <a:pt x="664" y="30"/>
                    <a:pt x="660" y="32"/>
                  </a:cubicBezTo>
                  <a:cubicBezTo>
                    <a:pt x="659" y="32"/>
                    <a:pt x="659" y="32"/>
                    <a:pt x="659" y="32"/>
                  </a:cubicBezTo>
                  <a:cubicBezTo>
                    <a:pt x="656" y="32"/>
                    <a:pt x="660" y="24"/>
                    <a:pt x="664" y="17"/>
                  </a:cubicBezTo>
                  <a:cubicBezTo>
                    <a:pt x="668" y="14"/>
                    <a:pt x="668" y="13"/>
                    <a:pt x="666" y="13"/>
                  </a:cubicBezTo>
                  <a:cubicBezTo>
                    <a:pt x="662" y="13"/>
                    <a:pt x="652" y="17"/>
                    <a:pt x="643" y="27"/>
                  </a:cubicBezTo>
                  <a:cubicBezTo>
                    <a:pt x="635" y="35"/>
                    <a:pt x="632" y="39"/>
                    <a:pt x="631" y="39"/>
                  </a:cubicBezTo>
                  <a:cubicBezTo>
                    <a:pt x="631" y="39"/>
                    <a:pt x="633" y="35"/>
                    <a:pt x="637" y="28"/>
                  </a:cubicBezTo>
                  <a:cubicBezTo>
                    <a:pt x="640" y="23"/>
                    <a:pt x="643" y="17"/>
                    <a:pt x="642" y="17"/>
                  </a:cubicBezTo>
                  <a:cubicBezTo>
                    <a:pt x="641" y="17"/>
                    <a:pt x="639" y="19"/>
                    <a:pt x="636" y="21"/>
                  </a:cubicBezTo>
                  <a:cubicBezTo>
                    <a:pt x="636" y="21"/>
                    <a:pt x="625" y="23"/>
                    <a:pt x="626" y="29"/>
                  </a:cubicBezTo>
                  <a:cubicBezTo>
                    <a:pt x="620" y="30"/>
                    <a:pt x="615" y="32"/>
                    <a:pt x="609" y="33"/>
                  </a:cubicBezTo>
                  <a:cubicBezTo>
                    <a:pt x="605" y="31"/>
                    <a:pt x="601" y="30"/>
                    <a:pt x="597" y="30"/>
                  </a:cubicBezTo>
                  <a:cubicBezTo>
                    <a:pt x="593" y="30"/>
                    <a:pt x="589" y="31"/>
                    <a:pt x="586" y="32"/>
                  </a:cubicBezTo>
                  <a:cubicBezTo>
                    <a:pt x="584" y="36"/>
                    <a:pt x="583" y="38"/>
                    <a:pt x="581" y="38"/>
                  </a:cubicBezTo>
                  <a:cubicBezTo>
                    <a:pt x="580" y="38"/>
                    <a:pt x="578" y="36"/>
                    <a:pt x="574" y="34"/>
                  </a:cubicBezTo>
                  <a:cubicBezTo>
                    <a:pt x="574" y="31"/>
                    <a:pt x="573" y="30"/>
                    <a:pt x="572" y="30"/>
                  </a:cubicBezTo>
                  <a:cubicBezTo>
                    <a:pt x="570" y="30"/>
                    <a:pt x="569" y="34"/>
                    <a:pt x="571" y="42"/>
                  </a:cubicBezTo>
                  <a:cubicBezTo>
                    <a:pt x="569" y="46"/>
                    <a:pt x="566" y="49"/>
                    <a:pt x="562" y="49"/>
                  </a:cubicBezTo>
                  <a:cubicBezTo>
                    <a:pt x="560" y="49"/>
                    <a:pt x="558" y="48"/>
                    <a:pt x="555" y="46"/>
                  </a:cubicBezTo>
                  <a:cubicBezTo>
                    <a:pt x="553" y="39"/>
                    <a:pt x="550" y="36"/>
                    <a:pt x="548" y="36"/>
                  </a:cubicBezTo>
                  <a:cubicBezTo>
                    <a:pt x="547" y="36"/>
                    <a:pt x="546" y="38"/>
                    <a:pt x="547" y="40"/>
                  </a:cubicBezTo>
                  <a:cubicBezTo>
                    <a:pt x="545" y="45"/>
                    <a:pt x="543" y="48"/>
                    <a:pt x="539" y="51"/>
                  </a:cubicBezTo>
                  <a:cubicBezTo>
                    <a:pt x="538" y="50"/>
                    <a:pt x="537" y="49"/>
                    <a:pt x="535" y="49"/>
                  </a:cubicBezTo>
                  <a:cubicBezTo>
                    <a:pt x="522" y="49"/>
                    <a:pt x="480" y="62"/>
                    <a:pt x="441" y="81"/>
                  </a:cubicBezTo>
                  <a:cubicBezTo>
                    <a:pt x="436" y="85"/>
                    <a:pt x="434" y="92"/>
                    <a:pt x="438" y="99"/>
                  </a:cubicBezTo>
                  <a:cubicBezTo>
                    <a:pt x="440" y="104"/>
                    <a:pt x="441" y="105"/>
                    <a:pt x="440" y="105"/>
                  </a:cubicBezTo>
                  <a:cubicBezTo>
                    <a:pt x="439" y="105"/>
                    <a:pt x="436" y="103"/>
                    <a:pt x="432" y="101"/>
                  </a:cubicBezTo>
                  <a:cubicBezTo>
                    <a:pt x="426" y="94"/>
                    <a:pt x="421" y="91"/>
                    <a:pt x="418" y="91"/>
                  </a:cubicBezTo>
                  <a:cubicBezTo>
                    <a:pt x="414" y="91"/>
                    <a:pt x="413" y="97"/>
                    <a:pt x="422" y="106"/>
                  </a:cubicBezTo>
                  <a:cubicBezTo>
                    <a:pt x="428" y="111"/>
                    <a:pt x="431" y="113"/>
                    <a:pt x="430" y="113"/>
                  </a:cubicBezTo>
                  <a:cubicBezTo>
                    <a:pt x="429" y="113"/>
                    <a:pt x="425" y="111"/>
                    <a:pt x="417" y="108"/>
                  </a:cubicBezTo>
                  <a:cubicBezTo>
                    <a:pt x="414" y="106"/>
                    <a:pt x="412" y="106"/>
                    <a:pt x="410" y="106"/>
                  </a:cubicBezTo>
                  <a:cubicBezTo>
                    <a:pt x="408" y="106"/>
                    <a:pt x="408" y="108"/>
                    <a:pt x="407" y="112"/>
                  </a:cubicBezTo>
                  <a:cubicBezTo>
                    <a:pt x="409" y="116"/>
                    <a:pt x="408" y="119"/>
                    <a:pt x="406" y="119"/>
                  </a:cubicBezTo>
                  <a:cubicBezTo>
                    <a:pt x="405" y="119"/>
                    <a:pt x="403" y="118"/>
                    <a:pt x="402" y="116"/>
                  </a:cubicBezTo>
                  <a:cubicBezTo>
                    <a:pt x="397" y="114"/>
                    <a:pt x="393" y="112"/>
                    <a:pt x="390" y="112"/>
                  </a:cubicBezTo>
                  <a:cubicBezTo>
                    <a:pt x="388" y="112"/>
                    <a:pt x="388" y="113"/>
                    <a:pt x="389" y="116"/>
                  </a:cubicBezTo>
                  <a:cubicBezTo>
                    <a:pt x="387" y="116"/>
                    <a:pt x="385" y="116"/>
                    <a:pt x="383" y="116"/>
                  </a:cubicBezTo>
                  <a:cubicBezTo>
                    <a:pt x="380" y="116"/>
                    <a:pt x="378" y="116"/>
                    <a:pt x="376" y="116"/>
                  </a:cubicBezTo>
                  <a:cubicBezTo>
                    <a:pt x="375" y="115"/>
                    <a:pt x="374" y="115"/>
                    <a:pt x="373" y="115"/>
                  </a:cubicBezTo>
                  <a:cubicBezTo>
                    <a:pt x="367" y="115"/>
                    <a:pt x="366" y="123"/>
                    <a:pt x="365" y="130"/>
                  </a:cubicBezTo>
                  <a:cubicBezTo>
                    <a:pt x="361" y="142"/>
                    <a:pt x="358" y="147"/>
                    <a:pt x="355" y="147"/>
                  </a:cubicBezTo>
                  <a:cubicBezTo>
                    <a:pt x="353" y="147"/>
                    <a:pt x="351" y="144"/>
                    <a:pt x="350" y="138"/>
                  </a:cubicBezTo>
                  <a:cubicBezTo>
                    <a:pt x="350" y="135"/>
                    <a:pt x="348" y="133"/>
                    <a:pt x="346" y="133"/>
                  </a:cubicBezTo>
                  <a:cubicBezTo>
                    <a:pt x="340" y="133"/>
                    <a:pt x="328" y="148"/>
                    <a:pt x="331" y="159"/>
                  </a:cubicBezTo>
                  <a:cubicBezTo>
                    <a:pt x="333" y="168"/>
                    <a:pt x="334" y="172"/>
                    <a:pt x="333" y="172"/>
                  </a:cubicBezTo>
                  <a:cubicBezTo>
                    <a:pt x="333" y="172"/>
                    <a:pt x="332" y="171"/>
                    <a:pt x="331" y="168"/>
                  </a:cubicBezTo>
                  <a:cubicBezTo>
                    <a:pt x="329" y="167"/>
                    <a:pt x="327" y="166"/>
                    <a:pt x="325" y="166"/>
                  </a:cubicBezTo>
                  <a:cubicBezTo>
                    <a:pt x="324" y="166"/>
                    <a:pt x="323" y="166"/>
                    <a:pt x="322" y="166"/>
                  </a:cubicBezTo>
                  <a:cubicBezTo>
                    <a:pt x="319" y="168"/>
                    <a:pt x="317" y="170"/>
                    <a:pt x="314" y="170"/>
                  </a:cubicBezTo>
                  <a:cubicBezTo>
                    <a:pt x="312" y="170"/>
                    <a:pt x="311" y="169"/>
                    <a:pt x="310" y="167"/>
                  </a:cubicBezTo>
                  <a:cubicBezTo>
                    <a:pt x="305" y="172"/>
                    <a:pt x="302" y="177"/>
                    <a:pt x="300" y="183"/>
                  </a:cubicBezTo>
                  <a:cubicBezTo>
                    <a:pt x="300" y="194"/>
                    <a:pt x="291" y="202"/>
                    <a:pt x="281" y="202"/>
                  </a:cubicBezTo>
                  <a:cubicBezTo>
                    <a:pt x="277" y="202"/>
                    <a:pt x="273" y="201"/>
                    <a:pt x="269" y="199"/>
                  </a:cubicBezTo>
                  <a:lnTo>
                    <a:pt x="266" y="212"/>
                  </a:lnTo>
                  <a:cubicBezTo>
                    <a:pt x="269" y="222"/>
                    <a:pt x="270" y="229"/>
                    <a:pt x="267" y="229"/>
                  </a:cubicBezTo>
                  <a:cubicBezTo>
                    <a:pt x="266" y="229"/>
                    <a:pt x="264" y="227"/>
                    <a:pt x="261" y="224"/>
                  </a:cubicBezTo>
                  <a:cubicBezTo>
                    <a:pt x="260" y="223"/>
                    <a:pt x="258" y="221"/>
                    <a:pt x="257" y="219"/>
                  </a:cubicBezTo>
                  <a:lnTo>
                    <a:pt x="257" y="219"/>
                  </a:lnTo>
                  <a:cubicBezTo>
                    <a:pt x="261" y="230"/>
                    <a:pt x="251" y="237"/>
                    <a:pt x="241" y="237"/>
                  </a:cubicBezTo>
                  <a:cubicBezTo>
                    <a:pt x="238" y="237"/>
                    <a:pt x="234" y="236"/>
                    <a:pt x="231" y="233"/>
                  </a:cubicBezTo>
                  <a:cubicBezTo>
                    <a:pt x="229" y="230"/>
                    <a:pt x="228" y="229"/>
                    <a:pt x="227" y="229"/>
                  </a:cubicBezTo>
                  <a:cubicBezTo>
                    <a:pt x="226" y="229"/>
                    <a:pt x="225" y="230"/>
                    <a:pt x="223" y="232"/>
                  </a:cubicBezTo>
                  <a:lnTo>
                    <a:pt x="228" y="237"/>
                  </a:lnTo>
                  <a:cubicBezTo>
                    <a:pt x="232" y="241"/>
                    <a:pt x="237" y="247"/>
                    <a:pt x="233" y="250"/>
                  </a:cubicBezTo>
                  <a:cubicBezTo>
                    <a:pt x="231" y="253"/>
                    <a:pt x="228" y="256"/>
                    <a:pt x="225" y="256"/>
                  </a:cubicBezTo>
                  <a:cubicBezTo>
                    <a:pt x="224" y="256"/>
                    <a:pt x="223" y="255"/>
                    <a:pt x="221" y="254"/>
                  </a:cubicBezTo>
                  <a:cubicBezTo>
                    <a:pt x="218" y="254"/>
                    <a:pt x="215" y="254"/>
                    <a:pt x="213" y="254"/>
                  </a:cubicBezTo>
                  <a:cubicBezTo>
                    <a:pt x="208" y="254"/>
                    <a:pt x="205" y="254"/>
                    <a:pt x="209" y="257"/>
                  </a:cubicBezTo>
                  <a:cubicBezTo>
                    <a:pt x="204" y="260"/>
                    <a:pt x="200" y="261"/>
                    <a:pt x="195" y="261"/>
                  </a:cubicBezTo>
                  <a:lnTo>
                    <a:pt x="181" y="278"/>
                  </a:lnTo>
                  <a:cubicBezTo>
                    <a:pt x="182" y="285"/>
                    <a:pt x="177" y="292"/>
                    <a:pt x="172" y="292"/>
                  </a:cubicBezTo>
                  <a:cubicBezTo>
                    <a:pt x="171" y="292"/>
                    <a:pt x="170" y="291"/>
                    <a:pt x="169" y="291"/>
                  </a:cubicBezTo>
                  <a:cubicBezTo>
                    <a:pt x="165" y="296"/>
                    <a:pt x="164" y="303"/>
                    <a:pt x="164" y="309"/>
                  </a:cubicBezTo>
                  <a:cubicBezTo>
                    <a:pt x="159" y="316"/>
                    <a:pt x="155" y="320"/>
                    <a:pt x="152" y="320"/>
                  </a:cubicBezTo>
                  <a:cubicBezTo>
                    <a:pt x="151" y="320"/>
                    <a:pt x="149" y="319"/>
                    <a:pt x="148" y="319"/>
                  </a:cubicBezTo>
                  <a:cubicBezTo>
                    <a:pt x="146" y="317"/>
                    <a:pt x="144" y="316"/>
                    <a:pt x="144" y="316"/>
                  </a:cubicBezTo>
                  <a:cubicBezTo>
                    <a:pt x="143" y="316"/>
                    <a:pt x="143" y="318"/>
                    <a:pt x="145" y="323"/>
                  </a:cubicBezTo>
                  <a:cubicBezTo>
                    <a:pt x="150" y="327"/>
                    <a:pt x="147" y="331"/>
                    <a:pt x="144" y="336"/>
                  </a:cubicBezTo>
                  <a:lnTo>
                    <a:pt x="137" y="344"/>
                  </a:lnTo>
                  <a:cubicBezTo>
                    <a:pt x="143" y="349"/>
                    <a:pt x="143" y="349"/>
                    <a:pt x="139" y="353"/>
                  </a:cubicBezTo>
                  <a:cubicBezTo>
                    <a:pt x="136" y="358"/>
                    <a:pt x="121" y="368"/>
                    <a:pt x="119" y="374"/>
                  </a:cubicBezTo>
                  <a:cubicBezTo>
                    <a:pt x="113" y="384"/>
                    <a:pt x="111" y="387"/>
                    <a:pt x="113" y="387"/>
                  </a:cubicBezTo>
                  <a:cubicBezTo>
                    <a:pt x="114" y="387"/>
                    <a:pt x="116" y="387"/>
                    <a:pt x="118" y="386"/>
                  </a:cubicBezTo>
                  <a:cubicBezTo>
                    <a:pt x="119" y="385"/>
                    <a:pt x="120" y="384"/>
                    <a:pt x="121" y="384"/>
                  </a:cubicBezTo>
                  <a:cubicBezTo>
                    <a:pt x="123" y="384"/>
                    <a:pt x="123" y="387"/>
                    <a:pt x="116" y="392"/>
                  </a:cubicBezTo>
                  <a:cubicBezTo>
                    <a:pt x="113" y="396"/>
                    <a:pt x="97" y="406"/>
                    <a:pt x="90" y="422"/>
                  </a:cubicBezTo>
                  <a:cubicBezTo>
                    <a:pt x="80" y="442"/>
                    <a:pt x="80" y="442"/>
                    <a:pt x="86" y="445"/>
                  </a:cubicBezTo>
                  <a:cubicBezTo>
                    <a:pt x="99" y="446"/>
                    <a:pt x="98" y="450"/>
                    <a:pt x="87" y="450"/>
                  </a:cubicBezTo>
                  <a:cubicBezTo>
                    <a:pt x="86" y="450"/>
                    <a:pt x="85" y="450"/>
                    <a:pt x="83" y="450"/>
                  </a:cubicBezTo>
                  <a:cubicBezTo>
                    <a:pt x="66" y="454"/>
                    <a:pt x="64" y="460"/>
                    <a:pt x="70" y="462"/>
                  </a:cubicBezTo>
                  <a:cubicBezTo>
                    <a:pt x="74" y="470"/>
                    <a:pt x="74" y="470"/>
                    <a:pt x="71" y="476"/>
                  </a:cubicBezTo>
                  <a:cubicBezTo>
                    <a:pt x="70" y="475"/>
                    <a:pt x="69" y="475"/>
                    <a:pt x="68" y="475"/>
                  </a:cubicBezTo>
                  <a:cubicBezTo>
                    <a:pt x="64" y="475"/>
                    <a:pt x="62" y="481"/>
                    <a:pt x="65" y="491"/>
                  </a:cubicBezTo>
                  <a:cubicBezTo>
                    <a:pt x="64" y="494"/>
                    <a:pt x="63" y="496"/>
                    <a:pt x="62" y="496"/>
                  </a:cubicBezTo>
                  <a:cubicBezTo>
                    <a:pt x="60" y="496"/>
                    <a:pt x="59" y="495"/>
                    <a:pt x="56" y="494"/>
                  </a:cubicBezTo>
                  <a:lnTo>
                    <a:pt x="53" y="505"/>
                  </a:lnTo>
                  <a:cubicBezTo>
                    <a:pt x="62" y="519"/>
                    <a:pt x="43" y="549"/>
                    <a:pt x="35" y="552"/>
                  </a:cubicBezTo>
                  <a:cubicBezTo>
                    <a:pt x="35" y="558"/>
                    <a:pt x="36" y="562"/>
                    <a:pt x="38" y="565"/>
                  </a:cubicBezTo>
                  <a:cubicBezTo>
                    <a:pt x="48" y="573"/>
                    <a:pt x="49" y="578"/>
                    <a:pt x="42" y="578"/>
                  </a:cubicBezTo>
                  <a:cubicBezTo>
                    <a:pt x="40" y="578"/>
                    <a:pt x="38" y="577"/>
                    <a:pt x="36" y="577"/>
                  </a:cubicBezTo>
                  <a:cubicBezTo>
                    <a:pt x="30" y="575"/>
                    <a:pt x="27" y="574"/>
                    <a:pt x="26" y="574"/>
                  </a:cubicBezTo>
                  <a:cubicBezTo>
                    <a:pt x="25" y="574"/>
                    <a:pt x="28" y="576"/>
                    <a:pt x="35" y="581"/>
                  </a:cubicBezTo>
                  <a:cubicBezTo>
                    <a:pt x="39" y="588"/>
                    <a:pt x="34" y="609"/>
                    <a:pt x="25" y="609"/>
                  </a:cubicBezTo>
                  <a:cubicBezTo>
                    <a:pt x="24" y="609"/>
                    <a:pt x="22" y="608"/>
                    <a:pt x="20" y="607"/>
                  </a:cubicBezTo>
                  <a:lnTo>
                    <a:pt x="7" y="605"/>
                  </a:lnTo>
                  <a:lnTo>
                    <a:pt x="7" y="605"/>
                  </a:lnTo>
                  <a:cubicBezTo>
                    <a:pt x="10" y="608"/>
                    <a:pt x="11" y="613"/>
                    <a:pt x="11" y="617"/>
                  </a:cubicBezTo>
                  <a:cubicBezTo>
                    <a:pt x="17" y="618"/>
                    <a:pt x="17" y="624"/>
                    <a:pt x="14" y="641"/>
                  </a:cubicBezTo>
                  <a:cubicBezTo>
                    <a:pt x="12" y="652"/>
                    <a:pt x="15" y="675"/>
                    <a:pt x="14" y="687"/>
                  </a:cubicBezTo>
                  <a:cubicBezTo>
                    <a:pt x="11" y="698"/>
                    <a:pt x="11" y="715"/>
                    <a:pt x="3" y="719"/>
                  </a:cubicBezTo>
                  <a:cubicBezTo>
                    <a:pt x="2" y="727"/>
                    <a:pt x="5" y="736"/>
                    <a:pt x="9" y="743"/>
                  </a:cubicBezTo>
                  <a:cubicBezTo>
                    <a:pt x="16" y="748"/>
                    <a:pt x="15" y="760"/>
                    <a:pt x="8" y="760"/>
                  </a:cubicBezTo>
                  <a:lnTo>
                    <a:pt x="8" y="765"/>
                  </a:lnTo>
                  <a:cubicBezTo>
                    <a:pt x="10" y="770"/>
                    <a:pt x="12" y="775"/>
                    <a:pt x="14" y="782"/>
                  </a:cubicBezTo>
                  <a:cubicBezTo>
                    <a:pt x="7" y="782"/>
                    <a:pt x="0" y="788"/>
                    <a:pt x="8" y="793"/>
                  </a:cubicBezTo>
                  <a:cubicBezTo>
                    <a:pt x="15" y="793"/>
                    <a:pt x="15" y="799"/>
                    <a:pt x="15" y="809"/>
                  </a:cubicBezTo>
                  <a:cubicBezTo>
                    <a:pt x="11" y="816"/>
                    <a:pt x="11" y="864"/>
                    <a:pt x="20" y="912"/>
                  </a:cubicBezTo>
                  <a:cubicBezTo>
                    <a:pt x="28" y="959"/>
                    <a:pt x="43" y="1002"/>
                    <a:pt x="46" y="1002"/>
                  </a:cubicBezTo>
                  <a:cubicBezTo>
                    <a:pt x="46" y="1002"/>
                    <a:pt x="46" y="1002"/>
                    <a:pt x="46" y="1002"/>
                  </a:cubicBezTo>
                  <a:lnTo>
                    <a:pt x="52" y="1018"/>
                  </a:lnTo>
                  <a:cubicBezTo>
                    <a:pt x="54" y="1023"/>
                    <a:pt x="57" y="1033"/>
                    <a:pt x="57" y="1033"/>
                  </a:cubicBezTo>
                  <a:cubicBezTo>
                    <a:pt x="45" y="1038"/>
                    <a:pt x="61" y="1064"/>
                    <a:pt x="73" y="1076"/>
                  </a:cubicBezTo>
                  <a:cubicBezTo>
                    <a:pt x="80" y="1077"/>
                    <a:pt x="84" y="1082"/>
                    <a:pt x="86" y="1088"/>
                  </a:cubicBezTo>
                  <a:cubicBezTo>
                    <a:pt x="74" y="1094"/>
                    <a:pt x="82" y="1110"/>
                    <a:pt x="92" y="1116"/>
                  </a:cubicBezTo>
                  <a:cubicBezTo>
                    <a:pt x="94" y="1116"/>
                    <a:pt x="95" y="1116"/>
                    <a:pt x="96" y="1116"/>
                  </a:cubicBezTo>
                  <a:cubicBezTo>
                    <a:pt x="107" y="1116"/>
                    <a:pt x="108" y="1120"/>
                    <a:pt x="98" y="1126"/>
                  </a:cubicBezTo>
                  <a:cubicBezTo>
                    <a:pt x="85" y="1133"/>
                    <a:pt x="90" y="1143"/>
                    <a:pt x="113" y="1143"/>
                  </a:cubicBezTo>
                  <a:cubicBezTo>
                    <a:pt x="122" y="1144"/>
                    <a:pt x="122" y="1144"/>
                    <a:pt x="119" y="1152"/>
                  </a:cubicBezTo>
                  <a:cubicBezTo>
                    <a:pt x="112" y="1162"/>
                    <a:pt x="112" y="1167"/>
                    <a:pt x="116" y="1167"/>
                  </a:cubicBezTo>
                  <a:cubicBezTo>
                    <a:pt x="117" y="1167"/>
                    <a:pt x="118" y="1166"/>
                    <a:pt x="119" y="1166"/>
                  </a:cubicBezTo>
                  <a:cubicBezTo>
                    <a:pt x="121" y="1165"/>
                    <a:pt x="123" y="1165"/>
                    <a:pt x="125" y="1165"/>
                  </a:cubicBezTo>
                  <a:cubicBezTo>
                    <a:pt x="134" y="1165"/>
                    <a:pt x="135" y="1170"/>
                    <a:pt x="128" y="1180"/>
                  </a:cubicBezTo>
                  <a:cubicBezTo>
                    <a:pt x="124" y="1193"/>
                    <a:pt x="123" y="1196"/>
                    <a:pt x="128" y="1196"/>
                  </a:cubicBezTo>
                  <a:cubicBezTo>
                    <a:pt x="130" y="1196"/>
                    <a:pt x="133" y="1195"/>
                    <a:pt x="137" y="1195"/>
                  </a:cubicBezTo>
                  <a:cubicBezTo>
                    <a:pt x="138" y="1195"/>
                    <a:pt x="139" y="1195"/>
                    <a:pt x="140" y="1195"/>
                  </a:cubicBezTo>
                  <a:cubicBezTo>
                    <a:pt x="153" y="1195"/>
                    <a:pt x="162" y="1209"/>
                    <a:pt x="156" y="1222"/>
                  </a:cubicBezTo>
                  <a:cubicBezTo>
                    <a:pt x="159" y="1225"/>
                    <a:pt x="158" y="1232"/>
                    <a:pt x="160" y="1232"/>
                  </a:cubicBezTo>
                  <a:cubicBezTo>
                    <a:pt x="161" y="1232"/>
                    <a:pt x="162" y="1232"/>
                    <a:pt x="163" y="1231"/>
                  </a:cubicBezTo>
                  <a:lnTo>
                    <a:pt x="163" y="1231"/>
                  </a:lnTo>
                  <a:lnTo>
                    <a:pt x="160" y="1240"/>
                  </a:lnTo>
                  <a:lnTo>
                    <a:pt x="167" y="1249"/>
                  </a:lnTo>
                  <a:lnTo>
                    <a:pt x="173" y="1244"/>
                  </a:lnTo>
                  <a:cubicBezTo>
                    <a:pt x="185" y="1268"/>
                    <a:pt x="201" y="1289"/>
                    <a:pt x="219" y="1309"/>
                  </a:cubicBezTo>
                  <a:cubicBezTo>
                    <a:pt x="252" y="1342"/>
                    <a:pt x="266" y="1354"/>
                    <a:pt x="270" y="1354"/>
                  </a:cubicBezTo>
                  <a:cubicBezTo>
                    <a:pt x="272" y="1354"/>
                    <a:pt x="273" y="1353"/>
                    <a:pt x="273" y="1351"/>
                  </a:cubicBezTo>
                  <a:cubicBezTo>
                    <a:pt x="274" y="1345"/>
                    <a:pt x="276" y="1343"/>
                    <a:pt x="278" y="1343"/>
                  </a:cubicBezTo>
                  <a:cubicBezTo>
                    <a:pt x="281" y="1343"/>
                    <a:pt x="283" y="1349"/>
                    <a:pt x="280" y="1359"/>
                  </a:cubicBezTo>
                  <a:cubicBezTo>
                    <a:pt x="286" y="1366"/>
                    <a:pt x="292" y="1374"/>
                    <a:pt x="298" y="1381"/>
                  </a:cubicBezTo>
                  <a:cubicBezTo>
                    <a:pt x="307" y="1388"/>
                    <a:pt x="316" y="1394"/>
                    <a:pt x="312" y="1400"/>
                  </a:cubicBezTo>
                  <a:lnTo>
                    <a:pt x="316" y="1403"/>
                  </a:lnTo>
                  <a:cubicBezTo>
                    <a:pt x="318" y="1403"/>
                    <a:pt x="319" y="1403"/>
                    <a:pt x="321" y="1403"/>
                  </a:cubicBezTo>
                  <a:cubicBezTo>
                    <a:pt x="338" y="1403"/>
                    <a:pt x="362" y="1419"/>
                    <a:pt x="372" y="1433"/>
                  </a:cubicBezTo>
                  <a:cubicBezTo>
                    <a:pt x="379" y="1438"/>
                    <a:pt x="388" y="1442"/>
                    <a:pt x="397" y="1442"/>
                  </a:cubicBezTo>
                  <a:cubicBezTo>
                    <a:pt x="398" y="1442"/>
                    <a:pt x="399" y="1442"/>
                    <a:pt x="401" y="1442"/>
                  </a:cubicBezTo>
                  <a:cubicBezTo>
                    <a:pt x="413" y="1442"/>
                    <a:pt x="414" y="1442"/>
                    <a:pt x="415" y="1449"/>
                  </a:cubicBezTo>
                  <a:cubicBezTo>
                    <a:pt x="412" y="1455"/>
                    <a:pt x="429" y="1469"/>
                    <a:pt x="439" y="1469"/>
                  </a:cubicBezTo>
                  <a:cubicBezTo>
                    <a:pt x="442" y="1469"/>
                    <a:pt x="444" y="1468"/>
                    <a:pt x="445" y="1465"/>
                  </a:cubicBezTo>
                  <a:lnTo>
                    <a:pt x="448" y="1474"/>
                  </a:lnTo>
                  <a:cubicBezTo>
                    <a:pt x="449" y="1477"/>
                    <a:pt x="450" y="1479"/>
                    <a:pt x="453" y="1479"/>
                  </a:cubicBezTo>
                  <a:cubicBezTo>
                    <a:pt x="456" y="1479"/>
                    <a:pt x="459" y="1476"/>
                    <a:pt x="461" y="1472"/>
                  </a:cubicBezTo>
                  <a:cubicBezTo>
                    <a:pt x="463" y="1467"/>
                    <a:pt x="465" y="1465"/>
                    <a:pt x="467" y="1465"/>
                  </a:cubicBezTo>
                  <a:cubicBezTo>
                    <a:pt x="469" y="1465"/>
                    <a:pt x="470" y="1471"/>
                    <a:pt x="468" y="1483"/>
                  </a:cubicBezTo>
                  <a:cubicBezTo>
                    <a:pt x="464" y="1492"/>
                    <a:pt x="465" y="1496"/>
                    <a:pt x="467" y="1496"/>
                  </a:cubicBezTo>
                  <a:cubicBezTo>
                    <a:pt x="468" y="1496"/>
                    <a:pt x="470" y="1494"/>
                    <a:pt x="471" y="1492"/>
                  </a:cubicBezTo>
                  <a:cubicBezTo>
                    <a:pt x="476" y="1489"/>
                    <a:pt x="480" y="1487"/>
                    <a:pt x="484" y="1487"/>
                  </a:cubicBezTo>
                  <a:cubicBezTo>
                    <a:pt x="486" y="1487"/>
                    <a:pt x="488" y="1488"/>
                    <a:pt x="489" y="1492"/>
                  </a:cubicBezTo>
                  <a:cubicBezTo>
                    <a:pt x="491" y="1493"/>
                    <a:pt x="493" y="1493"/>
                    <a:pt x="495" y="1493"/>
                  </a:cubicBezTo>
                  <a:cubicBezTo>
                    <a:pt x="498" y="1493"/>
                    <a:pt x="502" y="1491"/>
                    <a:pt x="505" y="1483"/>
                  </a:cubicBezTo>
                  <a:cubicBezTo>
                    <a:pt x="506" y="1480"/>
                    <a:pt x="508" y="1479"/>
                    <a:pt x="510" y="1479"/>
                  </a:cubicBezTo>
                  <a:cubicBezTo>
                    <a:pt x="512" y="1479"/>
                    <a:pt x="515" y="1480"/>
                    <a:pt x="517" y="1481"/>
                  </a:cubicBezTo>
                  <a:cubicBezTo>
                    <a:pt x="515" y="1488"/>
                    <a:pt x="515" y="1488"/>
                    <a:pt x="508" y="1492"/>
                  </a:cubicBezTo>
                  <a:lnTo>
                    <a:pt x="518" y="1495"/>
                  </a:lnTo>
                  <a:cubicBezTo>
                    <a:pt x="524" y="1498"/>
                    <a:pt x="532" y="1508"/>
                    <a:pt x="530" y="1515"/>
                  </a:cubicBezTo>
                  <a:cubicBezTo>
                    <a:pt x="531" y="1518"/>
                    <a:pt x="533" y="1521"/>
                    <a:pt x="535" y="1521"/>
                  </a:cubicBezTo>
                  <a:cubicBezTo>
                    <a:pt x="537" y="1521"/>
                    <a:pt x="538" y="1518"/>
                    <a:pt x="537" y="1510"/>
                  </a:cubicBezTo>
                  <a:cubicBezTo>
                    <a:pt x="540" y="1501"/>
                    <a:pt x="541" y="1499"/>
                    <a:pt x="545" y="1499"/>
                  </a:cubicBezTo>
                  <a:cubicBezTo>
                    <a:pt x="546" y="1499"/>
                    <a:pt x="549" y="1499"/>
                    <a:pt x="552" y="1500"/>
                  </a:cubicBezTo>
                  <a:cubicBezTo>
                    <a:pt x="558" y="1501"/>
                    <a:pt x="563" y="1503"/>
                    <a:pt x="561" y="1510"/>
                  </a:cubicBezTo>
                  <a:cubicBezTo>
                    <a:pt x="560" y="1516"/>
                    <a:pt x="560" y="1516"/>
                    <a:pt x="570" y="1519"/>
                  </a:cubicBezTo>
                  <a:cubicBezTo>
                    <a:pt x="572" y="1520"/>
                    <a:pt x="574" y="1520"/>
                    <a:pt x="576" y="1520"/>
                  </a:cubicBezTo>
                  <a:cubicBezTo>
                    <a:pt x="592" y="1520"/>
                    <a:pt x="609" y="1506"/>
                    <a:pt x="616" y="1495"/>
                  </a:cubicBezTo>
                  <a:cubicBezTo>
                    <a:pt x="618" y="1490"/>
                    <a:pt x="618" y="1486"/>
                    <a:pt x="619" y="1486"/>
                  </a:cubicBezTo>
                  <a:cubicBezTo>
                    <a:pt x="620" y="1486"/>
                    <a:pt x="620" y="1490"/>
                    <a:pt x="622" y="1498"/>
                  </a:cubicBezTo>
                  <a:cubicBezTo>
                    <a:pt x="620" y="1504"/>
                    <a:pt x="626" y="1504"/>
                    <a:pt x="630" y="1506"/>
                  </a:cubicBezTo>
                  <a:cubicBezTo>
                    <a:pt x="631" y="1503"/>
                    <a:pt x="632" y="1503"/>
                    <a:pt x="633" y="1503"/>
                  </a:cubicBezTo>
                  <a:cubicBezTo>
                    <a:pt x="634" y="1503"/>
                    <a:pt x="634" y="1506"/>
                    <a:pt x="632" y="1506"/>
                  </a:cubicBezTo>
                  <a:cubicBezTo>
                    <a:pt x="631" y="1506"/>
                    <a:pt x="631" y="1506"/>
                    <a:pt x="630" y="1506"/>
                  </a:cubicBezTo>
                  <a:cubicBezTo>
                    <a:pt x="630" y="1510"/>
                    <a:pt x="627" y="1511"/>
                    <a:pt x="625" y="1511"/>
                  </a:cubicBezTo>
                  <a:cubicBezTo>
                    <a:pt x="623" y="1511"/>
                    <a:pt x="621" y="1510"/>
                    <a:pt x="619" y="1510"/>
                  </a:cubicBezTo>
                  <a:lnTo>
                    <a:pt x="617" y="1517"/>
                  </a:lnTo>
                  <a:cubicBezTo>
                    <a:pt x="619" y="1525"/>
                    <a:pt x="621" y="1529"/>
                    <a:pt x="624" y="1529"/>
                  </a:cubicBezTo>
                  <a:cubicBezTo>
                    <a:pt x="627" y="1529"/>
                    <a:pt x="630" y="1526"/>
                    <a:pt x="634" y="1520"/>
                  </a:cubicBezTo>
                  <a:cubicBezTo>
                    <a:pt x="637" y="1517"/>
                    <a:pt x="639" y="1516"/>
                    <a:pt x="640" y="1516"/>
                  </a:cubicBezTo>
                  <a:cubicBezTo>
                    <a:pt x="642" y="1516"/>
                    <a:pt x="643" y="1518"/>
                    <a:pt x="645" y="1521"/>
                  </a:cubicBezTo>
                  <a:cubicBezTo>
                    <a:pt x="648" y="1527"/>
                    <a:pt x="652" y="1533"/>
                    <a:pt x="654" y="1533"/>
                  </a:cubicBezTo>
                  <a:cubicBezTo>
                    <a:pt x="654" y="1533"/>
                    <a:pt x="655" y="1532"/>
                    <a:pt x="655" y="1530"/>
                  </a:cubicBezTo>
                  <a:cubicBezTo>
                    <a:pt x="661" y="1531"/>
                    <a:pt x="668" y="1535"/>
                    <a:pt x="671" y="1539"/>
                  </a:cubicBezTo>
                  <a:cubicBezTo>
                    <a:pt x="676" y="1540"/>
                    <a:pt x="680" y="1541"/>
                    <a:pt x="682" y="1541"/>
                  </a:cubicBezTo>
                  <a:cubicBezTo>
                    <a:pt x="686" y="1541"/>
                    <a:pt x="688" y="1540"/>
                    <a:pt x="689" y="1536"/>
                  </a:cubicBezTo>
                  <a:cubicBezTo>
                    <a:pt x="689" y="1531"/>
                    <a:pt x="692" y="1530"/>
                    <a:pt x="695" y="1530"/>
                  </a:cubicBezTo>
                  <a:cubicBezTo>
                    <a:pt x="697" y="1530"/>
                    <a:pt x="698" y="1530"/>
                    <a:pt x="700" y="1530"/>
                  </a:cubicBezTo>
                  <a:cubicBezTo>
                    <a:pt x="706" y="1530"/>
                    <a:pt x="711" y="1530"/>
                    <a:pt x="712" y="1523"/>
                  </a:cubicBezTo>
                  <a:cubicBezTo>
                    <a:pt x="713" y="1516"/>
                    <a:pt x="720" y="1511"/>
                    <a:pt x="727" y="1511"/>
                  </a:cubicBezTo>
                  <a:cubicBezTo>
                    <a:pt x="728" y="1511"/>
                    <a:pt x="729" y="1511"/>
                    <a:pt x="729" y="1511"/>
                  </a:cubicBezTo>
                  <a:cubicBezTo>
                    <a:pt x="734" y="1508"/>
                    <a:pt x="736" y="1507"/>
                    <a:pt x="738" y="1507"/>
                  </a:cubicBezTo>
                  <a:cubicBezTo>
                    <a:pt x="741" y="1507"/>
                    <a:pt x="743" y="1510"/>
                    <a:pt x="746" y="1519"/>
                  </a:cubicBezTo>
                  <a:cubicBezTo>
                    <a:pt x="745" y="1526"/>
                    <a:pt x="751" y="1526"/>
                    <a:pt x="756" y="1526"/>
                  </a:cubicBezTo>
                  <a:cubicBezTo>
                    <a:pt x="761" y="1527"/>
                    <a:pt x="765" y="1530"/>
                    <a:pt x="767" y="1534"/>
                  </a:cubicBezTo>
                  <a:cubicBezTo>
                    <a:pt x="769" y="1536"/>
                    <a:pt x="770" y="1536"/>
                    <a:pt x="771" y="1536"/>
                  </a:cubicBezTo>
                  <a:cubicBezTo>
                    <a:pt x="773" y="1536"/>
                    <a:pt x="773" y="1532"/>
                    <a:pt x="773" y="1527"/>
                  </a:cubicBezTo>
                  <a:lnTo>
                    <a:pt x="773" y="1513"/>
                  </a:lnTo>
                  <a:cubicBezTo>
                    <a:pt x="779" y="1513"/>
                    <a:pt x="784" y="1527"/>
                    <a:pt x="784" y="1534"/>
                  </a:cubicBezTo>
                  <a:cubicBezTo>
                    <a:pt x="787" y="1540"/>
                    <a:pt x="788" y="1544"/>
                    <a:pt x="789" y="1544"/>
                  </a:cubicBezTo>
                  <a:cubicBezTo>
                    <a:pt x="790" y="1544"/>
                    <a:pt x="790" y="1540"/>
                    <a:pt x="790" y="1532"/>
                  </a:cubicBezTo>
                  <a:cubicBezTo>
                    <a:pt x="790" y="1528"/>
                    <a:pt x="793" y="1523"/>
                    <a:pt x="798" y="1523"/>
                  </a:cubicBezTo>
                  <a:cubicBezTo>
                    <a:pt x="801" y="1523"/>
                    <a:pt x="803" y="1524"/>
                    <a:pt x="807" y="1526"/>
                  </a:cubicBezTo>
                  <a:cubicBezTo>
                    <a:pt x="810" y="1525"/>
                    <a:pt x="813" y="1525"/>
                    <a:pt x="816" y="1525"/>
                  </a:cubicBezTo>
                  <a:cubicBezTo>
                    <a:pt x="823" y="1525"/>
                    <a:pt x="829" y="1527"/>
                    <a:pt x="829" y="1531"/>
                  </a:cubicBezTo>
                  <a:cubicBezTo>
                    <a:pt x="831" y="1533"/>
                    <a:pt x="833" y="1534"/>
                    <a:pt x="835" y="1534"/>
                  </a:cubicBezTo>
                  <a:cubicBezTo>
                    <a:pt x="837" y="1534"/>
                    <a:pt x="839" y="1533"/>
                    <a:pt x="840" y="1530"/>
                  </a:cubicBezTo>
                  <a:cubicBezTo>
                    <a:pt x="844" y="1526"/>
                    <a:pt x="847" y="1524"/>
                    <a:pt x="852" y="1524"/>
                  </a:cubicBezTo>
                  <a:cubicBezTo>
                    <a:pt x="856" y="1524"/>
                    <a:pt x="861" y="1525"/>
                    <a:pt x="868" y="1527"/>
                  </a:cubicBezTo>
                  <a:cubicBezTo>
                    <a:pt x="882" y="1532"/>
                    <a:pt x="889" y="1534"/>
                    <a:pt x="893" y="1534"/>
                  </a:cubicBezTo>
                  <a:cubicBezTo>
                    <a:pt x="898" y="1534"/>
                    <a:pt x="898" y="1531"/>
                    <a:pt x="896" y="1523"/>
                  </a:cubicBezTo>
                  <a:cubicBezTo>
                    <a:pt x="896" y="1519"/>
                    <a:pt x="895" y="1515"/>
                    <a:pt x="896" y="1515"/>
                  </a:cubicBezTo>
                  <a:cubicBezTo>
                    <a:pt x="897" y="1515"/>
                    <a:pt x="899" y="1517"/>
                    <a:pt x="902" y="1522"/>
                  </a:cubicBezTo>
                  <a:cubicBezTo>
                    <a:pt x="904" y="1524"/>
                    <a:pt x="905" y="1524"/>
                    <a:pt x="907" y="1524"/>
                  </a:cubicBezTo>
                  <a:cubicBezTo>
                    <a:pt x="911" y="1524"/>
                    <a:pt x="915" y="1519"/>
                    <a:pt x="922" y="1512"/>
                  </a:cubicBezTo>
                  <a:cubicBezTo>
                    <a:pt x="926" y="1503"/>
                    <a:pt x="926" y="1493"/>
                    <a:pt x="922" y="1484"/>
                  </a:cubicBezTo>
                  <a:cubicBezTo>
                    <a:pt x="921" y="1476"/>
                    <a:pt x="920" y="1473"/>
                    <a:pt x="923" y="1473"/>
                  </a:cubicBezTo>
                  <a:cubicBezTo>
                    <a:pt x="924" y="1473"/>
                    <a:pt x="927" y="1474"/>
                    <a:pt x="931" y="1475"/>
                  </a:cubicBezTo>
                  <a:cubicBezTo>
                    <a:pt x="932" y="1475"/>
                    <a:pt x="932" y="1475"/>
                    <a:pt x="933" y="1475"/>
                  </a:cubicBezTo>
                  <a:cubicBezTo>
                    <a:pt x="938" y="1475"/>
                    <a:pt x="944" y="1480"/>
                    <a:pt x="945" y="1486"/>
                  </a:cubicBezTo>
                  <a:cubicBezTo>
                    <a:pt x="946" y="1489"/>
                    <a:pt x="945" y="1493"/>
                    <a:pt x="941" y="1494"/>
                  </a:cubicBezTo>
                  <a:lnTo>
                    <a:pt x="936" y="1495"/>
                  </a:lnTo>
                  <a:cubicBezTo>
                    <a:pt x="937" y="1501"/>
                    <a:pt x="939" y="1506"/>
                    <a:pt x="944" y="1506"/>
                  </a:cubicBezTo>
                  <a:cubicBezTo>
                    <a:pt x="946" y="1506"/>
                    <a:pt x="947" y="1506"/>
                    <a:pt x="949" y="1506"/>
                  </a:cubicBezTo>
                  <a:cubicBezTo>
                    <a:pt x="952" y="1508"/>
                    <a:pt x="955" y="1509"/>
                    <a:pt x="958" y="1509"/>
                  </a:cubicBezTo>
                  <a:cubicBezTo>
                    <a:pt x="960" y="1509"/>
                    <a:pt x="962" y="1507"/>
                    <a:pt x="960" y="1503"/>
                  </a:cubicBezTo>
                  <a:lnTo>
                    <a:pt x="960" y="1503"/>
                  </a:lnTo>
                  <a:cubicBezTo>
                    <a:pt x="963" y="1506"/>
                    <a:pt x="966" y="1506"/>
                    <a:pt x="970" y="1506"/>
                  </a:cubicBezTo>
                  <a:cubicBezTo>
                    <a:pt x="976" y="1506"/>
                    <a:pt x="983" y="1505"/>
                    <a:pt x="989" y="1503"/>
                  </a:cubicBezTo>
                  <a:cubicBezTo>
                    <a:pt x="998" y="1501"/>
                    <a:pt x="1008" y="1497"/>
                    <a:pt x="1017" y="1497"/>
                  </a:cubicBezTo>
                  <a:cubicBezTo>
                    <a:pt x="1020" y="1497"/>
                    <a:pt x="1022" y="1498"/>
                    <a:pt x="1024" y="1499"/>
                  </a:cubicBezTo>
                  <a:cubicBezTo>
                    <a:pt x="1034" y="1494"/>
                    <a:pt x="1040" y="1493"/>
                    <a:pt x="1038" y="1486"/>
                  </a:cubicBezTo>
                  <a:cubicBezTo>
                    <a:pt x="1035" y="1479"/>
                    <a:pt x="1036" y="1475"/>
                    <a:pt x="1037" y="1475"/>
                  </a:cubicBezTo>
                  <a:cubicBezTo>
                    <a:pt x="1038" y="1475"/>
                    <a:pt x="1039" y="1476"/>
                    <a:pt x="1040" y="1479"/>
                  </a:cubicBezTo>
                  <a:cubicBezTo>
                    <a:pt x="1042" y="1481"/>
                    <a:pt x="1046" y="1482"/>
                    <a:pt x="1051" y="1482"/>
                  </a:cubicBezTo>
                  <a:cubicBezTo>
                    <a:pt x="1075" y="1482"/>
                    <a:pt x="1121" y="1462"/>
                    <a:pt x="1120" y="1451"/>
                  </a:cubicBezTo>
                  <a:lnTo>
                    <a:pt x="1131" y="1446"/>
                  </a:lnTo>
                  <a:cubicBezTo>
                    <a:pt x="1143" y="1446"/>
                    <a:pt x="1172" y="1429"/>
                    <a:pt x="1173" y="1420"/>
                  </a:cubicBezTo>
                  <a:lnTo>
                    <a:pt x="1188" y="1411"/>
                  </a:lnTo>
                  <a:cubicBezTo>
                    <a:pt x="1203" y="1411"/>
                    <a:pt x="1206" y="1408"/>
                    <a:pt x="1207" y="1399"/>
                  </a:cubicBezTo>
                  <a:cubicBezTo>
                    <a:pt x="1208" y="1392"/>
                    <a:pt x="1206" y="1388"/>
                    <a:pt x="1206" y="1388"/>
                  </a:cubicBezTo>
                  <a:lnTo>
                    <a:pt x="1206" y="1388"/>
                  </a:lnTo>
                  <a:cubicBezTo>
                    <a:pt x="1206" y="1388"/>
                    <a:pt x="1207" y="1388"/>
                    <a:pt x="1208" y="1390"/>
                  </a:cubicBezTo>
                  <a:cubicBezTo>
                    <a:pt x="1209" y="1391"/>
                    <a:pt x="1210" y="1392"/>
                    <a:pt x="1212" y="1392"/>
                  </a:cubicBezTo>
                  <a:cubicBezTo>
                    <a:pt x="1216" y="1392"/>
                    <a:pt x="1225" y="1386"/>
                    <a:pt x="1238" y="1375"/>
                  </a:cubicBezTo>
                  <a:cubicBezTo>
                    <a:pt x="1258" y="1362"/>
                    <a:pt x="1256" y="1362"/>
                    <a:pt x="1249" y="1360"/>
                  </a:cubicBezTo>
                  <a:cubicBezTo>
                    <a:pt x="1255" y="1349"/>
                    <a:pt x="1260" y="1346"/>
                    <a:pt x="1263" y="1346"/>
                  </a:cubicBezTo>
                  <a:cubicBezTo>
                    <a:pt x="1266" y="1346"/>
                    <a:pt x="1268" y="1348"/>
                    <a:pt x="1270" y="1351"/>
                  </a:cubicBezTo>
                  <a:cubicBezTo>
                    <a:pt x="1272" y="1356"/>
                    <a:pt x="1274" y="1358"/>
                    <a:pt x="1275" y="1358"/>
                  </a:cubicBezTo>
                  <a:cubicBezTo>
                    <a:pt x="1278" y="1358"/>
                    <a:pt x="1280" y="1351"/>
                    <a:pt x="1273" y="1338"/>
                  </a:cubicBezTo>
                  <a:cubicBezTo>
                    <a:pt x="1270" y="1327"/>
                    <a:pt x="1274" y="1320"/>
                    <a:pt x="1278" y="1320"/>
                  </a:cubicBezTo>
                  <a:cubicBezTo>
                    <a:pt x="1279" y="1320"/>
                    <a:pt x="1280" y="1321"/>
                    <a:pt x="1281" y="1322"/>
                  </a:cubicBezTo>
                  <a:cubicBezTo>
                    <a:pt x="1286" y="1327"/>
                    <a:pt x="1282" y="1331"/>
                    <a:pt x="1278" y="1334"/>
                  </a:cubicBezTo>
                  <a:lnTo>
                    <a:pt x="1287" y="1344"/>
                  </a:lnTo>
                  <a:cubicBezTo>
                    <a:pt x="1291" y="1341"/>
                    <a:pt x="1291" y="1341"/>
                    <a:pt x="1290" y="1332"/>
                  </a:cubicBezTo>
                  <a:cubicBezTo>
                    <a:pt x="1293" y="1328"/>
                    <a:pt x="1295" y="1324"/>
                    <a:pt x="1295" y="1319"/>
                  </a:cubicBezTo>
                  <a:cubicBezTo>
                    <a:pt x="1295" y="1311"/>
                    <a:pt x="1288" y="1305"/>
                    <a:pt x="1280" y="1305"/>
                  </a:cubicBezTo>
                  <a:cubicBezTo>
                    <a:pt x="1272" y="1304"/>
                    <a:pt x="1276" y="1299"/>
                    <a:pt x="1280" y="1296"/>
                  </a:cubicBezTo>
                  <a:cubicBezTo>
                    <a:pt x="1282" y="1295"/>
                    <a:pt x="1284" y="1295"/>
                    <a:pt x="1286" y="1295"/>
                  </a:cubicBezTo>
                  <a:cubicBezTo>
                    <a:pt x="1294" y="1295"/>
                    <a:pt x="1297" y="1300"/>
                    <a:pt x="1298" y="1307"/>
                  </a:cubicBezTo>
                  <a:cubicBezTo>
                    <a:pt x="1293" y="1310"/>
                    <a:pt x="1299" y="1316"/>
                    <a:pt x="1304" y="1320"/>
                  </a:cubicBezTo>
                  <a:cubicBezTo>
                    <a:pt x="1304" y="1321"/>
                    <a:pt x="1304" y="1321"/>
                    <a:pt x="1305" y="1321"/>
                  </a:cubicBezTo>
                  <a:cubicBezTo>
                    <a:pt x="1310" y="1321"/>
                    <a:pt x="1318" y="1295"/>
                    <a:pt x="1313" y="1282"/>
                  </a:cubicBezTo>
                  <a:lnTo>
                    <a:pt x="1313" y="1282"/>
                  </a:lnTo>
                  <a:lnTo>
                    <a:pt x="1317" y="1287"/>
                  </a:lnTo>
                  <a:cubicBezTo>
                    <a:pt x="1318" y="1288"/>
                    <a:pt x="1319" y="1288"/>
                    <a:pt x="1320" y="1288"/>
                  </a:cubicBezTo>
                  <a:cubicBezTo>
                    <a:pt x="1325" y="1288"/>
                    <a:pt x="1331" y="1282"/>
                    <a:pt x="1337" y="1274"/>
                  </a:cubicBezTo>
                  <a:cubicBezTo>
                    <a:pt x="1345" y="1267"/>
                    <a:pt x="1348" y="1262"/>
                    <a:pt x="1343" y="1258"/>
                  </a:cubicBezTo>
                  <a:cubicBezTo>
                    <a:pt x="1338" y="1253"/>
                    <a:pt x="1333" y="1250"/>
                    <a:pt x="1337" y="1245"/>
                  </a:cubicBezTo>
                  <a:lnTo>
                    <a:pt x="1337" y="1245"/>
                  </a:lnTo>
                  <a:cubicBezTo>
                    <a:pt x="1336" y="1247"/>
                    <a:pt x="1335" y="1247"/>
                    <a:pt x="1333" y="1247"/>
                  </a:cubicBezTo>
                  <a:cubicBezTo>
                    <a:pt x="1330" y="1247"/>
                    <a:pt x="1327" y="1244"/>
                    <a:pt x="1323" y="1241"/>
                  </a:cubicBezTo>
                  <a:cubicBezTo>
                    <a:pt x="1329" y="1239"/>
                    <a:pt x="1336" y="1237"/>
                    <a:pt x="1344" y="1236"/>
                  </a:cubicBezTo>
                  <a:cubicBezTo>
                    <a:pt x="1345" y="1236"/>
                    <a:pt x="1346" y="1236"/>
                    <a:pt x="1347" y="1236"/>
                  </a:cubicBezTo>
                  <a:cubicBezTo>
                    <a:pt x="1363" y="1236"/>
                    <a:pt x="1378" y="1228"/>
                    <a:pt x="1387" y="1214"/>
                  </a:cubicBezTo>
                  <a:cubicBezTo>
                    <a:pt x="1393" y="1205"/>
                    <a:pt x="1403" y="1191"/>
                    <a:pt x="1411" y="1190"/>
                  </a:cubicBezTo>
                  <a:cubicBezTo>
                    <a:pt x="1417" y="1180"/>
                    <a:pt x="1420" y="1176"/>
                    <a:pt x="1415" y="1172"/>
                  </a:cubicBezTo>
                  <a:lnTo>
                    <a:pt x="1420" y="1162"/>
                  </a:lnTo>
                  <a:cubicBezTo>
                    <a:pt x="1429" y="1161"/>
                    <a:pt x="1435" y="1151"/>
                    <a:pt x="1429" y="1148"/>
                  </a:cubicBezTo>
                  <a:cubicBezTo>
                    <a:pt x="1426" y="1140"/>
                    <a:pt x="1436" y="1139"/>
                    <a:pt x="1438" y="1134"/>
                  </a:cubicBezTo>
                  <a:cubicBezTo>
                    <a:pt x="1455" y="1130"/>
                    <a:pt x="1455" y="1130"/>
                    <a:pt x="1435" y="1125"/>
                  </a:cubicBezTo>
                  <a:cubicBezTo>
                    <a:pt x="1434" y="1125"/>
                    <a:pt x="1432" y="1124"/>
                    <a:pt x="1431" y="1124"/>
                  </a:cubicBezTo>
                  <a:cubicBezTo>
                    <a:pt x="1425" y="1124"/>
                    <a:pt x="1417" y="1129"/>
                    <a:pt x="1415" y="1133"/>
                  </a:cubicBezTo>
                  <a:lnTo>
                    <a:pt x="1406" y="1148"/>
                  </a:lnTo>
                  <a:lnTo>
                    <a:pt x="1409" y="1130"/>
                  </a:lnTo>
                  <a:cubicBezTo>
                    <a:pt x="1412" y="1123"/>
                    <a:pt x="1410" y="1115"/>
                    <a:pt x="1405" y="1110"/>
                  </a:cubicBezTo>
                  <a:cubicBezTo>
                    <a:pt x="1405" y="1110"/>
                    <a:pt x="1399" y="1106"/>
                    <a:pt x="1401" y="1102"/>
                  </a:cubicBezTo>
                  <a:lnTo>
                    <a:pt x="1401" y="1102"/>
                  </a:lnTo>
                  <a:lnTo>
                    <a:pt x="1412" y="1107"/>
                  </a:lnTo>
                  <a:cubicBezTo>
                    <a:pt x="1416" y="1114"/>
                    <a:pt x="1421" y="1120"/>
                    <a:pt x="1428" y="1122"/>
                  </a:cubicBezTo>
                  <a:cubicBezTo>
                    <a:pt x="1429" y="1122"/>
                    <a:pt x="1430" y="1122"/>
                    <a:pt x="1432" y="1122"/>
                  </a:cubicBezTo>
                  <a:cubicBezTo>
                    <a:pt x="1445" y="1122"/>
                    <a:pt x="1455" y="1111"/>
                    <a:pt x="1444" y="1105"/>
                  </a:cubicBezTo>
                  <a:cubicBezTo>
                    <a:pt x="1447" y="1101"/>
                    <a:pt x="1447" y="1101"/>
                    <a:pt x="1455" y="1098"/>
                  </a:cubicBezTo>
                  <a:cubicBezTo>
                    <a:pt x="1456" y="1099"/>
                    <a:pt x="1457" y="1099"/>
                    <a:pt x="1458" y="1099"/>
                  </a:cubicBezTo>
                  <a:cubicBezTo>
                    <a:pt x="1462" y="1099"/>
                    <a:pt x="1462" y="1094"/>
                    <a:pt x="1454" y="1086"/>
                  </a:cubicBezTo>
                  <a:cubicBezTo>
                    <a:pt x="1444" y="1075"/>
                    <a:pt x="1446" y="1070"/>
                    <a:pt x="1462" y="1070"/>
                  </a:cubicBezTo>
                  <a:cubicBezTo>
                    <a:pt x="1479" y="1066"/>
                    <a:pt x="1486" y="1044"/>
                    <a:pt x="1480" y="1042"/>
                  </a:cubicBezTo>
                  <a:cubicBezTo>
                    <a:pt x="1467" y="1037"/>
                    <a:pt x="1473" y="1022"/>
                    <a:pt x="1482" y="1019"/>
                  </a:cubicBezTo>
                  <a:cubicBezTo>
                    <a:pt x="1490" y="1015"/>
                    <a:pt x="1492" y="1010"/>
                    <a:pt x="1488" y="1003"/>
                  </a:cubicBezTo>
                  <a:lnTo>
                    <a:pt x="1488" y="1003"/>
                  </a:lnTo>
                  <a:cubicBezTo>
                    <a:pt x="1489" y="1003"/>
                    <a:pt x="1490" y="1004"/>
                    <a:pt x="1492" y="1004"/>
                  </a:cubicBezTo>
                  <a:cubicBezTo>
                    <a:pt x="1497" y="1004"/>
                    <a:pt x="1501" y="1000"/>
                    <a:pt x="1498" y="994"/>
                  </a:cubicBezTo>
                  <a:cubicBezTo>
                    <a:pt x="1498" y="994"/>
                    <a:pt x="1498" y="991"/>
                    <a:pt x="1495" y="991"/>
                  </a:cubicBezTo>
                  <a:cubicBezTo>
                    <a:pt x="1494" y="991"/>
                    <a:pt x="1493" y="991"/>
                    <a:pt x="1491" y="992"/>
                  </a:cubicBezTo>
                  <a:lnTo>
                    <a:pt x="1481" y="977"/>
                  </a:lnTo>
                  <a:cubicBezTo>
                    <a:pt x="1480" y="980"/>
                    <a:pt x="1478" y="981"/>
                    <a:pt x="1475" y="981"/>
                  </a:cubicBezTo>
                  <a:cubicBezTo>
                    <a:pt x="1473" y="981"/>
                    <a:pt x="1470" y="980"/>
                    <a:pt x="1466" y="979"/>
                  </a:cubicBezTo>
                  <a:cubicBezTo>
                    <a:pt x="1459" y="977"/>
                    <a:pt x="1472" y="958"/>
                    <a:pt x="1494" y="952"/>
                  </a:cubicBezTo>
                  <a:lnTo>
                    <a:pt x="1510" y="946"/>
                  </a:lnTo>
                  <a:lnTo>
                    <a:pt x="1497" y="942"/>
                  </a:lnTo>
                  <a:cubicBezTo>
                    <a:pt x="1499" y="937"/>
                    <a:pt x="1500" y="932"/>
                    <a:pt x="1505" y="932"/>
                  </a:cubicBezTo>
                  <a:cubicBezTo>
                    <a:pt x="1505" y="932"/>
                    <a:pt x="1506" y="932"/>
                    <a:pt x="1507" y="932"/>
                  </a:cubicBezTo>
                  <a:cubicBezTo>
                    <a:pt x="1509" y="933"/>
                    <a:pt x="1511" y="934"/>
                    <a:pt x="1512" y="934"/>
                  </a:cubicBezTo>
                  <a:cubicBezTo>
                    <a:pt x="1513" y="934"/>
                    <a:pt x="1514" y="932"/>
                    <a:pt x="1514" y="929"/>
                  </a:cubicBezTo>
                  <a:cubicBezTo>
                    <a:pt x="1514" y="926"/>
                    <a:pt x="1512" y="922"/>
                    <a:pt x="1509" y="922"/>
                  </a:cubicBezTo>
                  <a:cubicBezTo>
                    <a:pt x="1495" y="919"/>
                    <a:pt x="1495" y="919"/>
                    <a:pt x="1503" y="915"/>
                  </a:cubicBezTo>
                  <a:cubicBezTo>
                    <a:pt x="1518" y="912"/>
                    <a:pt x="1518" y="907"/>
                    <a:pt x="1505" y="899"/>
                  </a:cubicBezTo>
                  <a:cubicBezTo>
                    <a:pt x="1492" y="896"/>
                    <a:pt x="1492" y="896"/>
                    <a:pt x="1507" y="893"/>
                  </a:cubicBezTo>
                  <a:cubicBezTo>
                    <a:pt x="1507" y="893"/>
                    <a:pt x="1508" y="893"/>
                    <a:pt x="1509" y="893"/>
                  </a:cubicBezTo>
                  <a:cubicBezTo>
                    <a:pt x="1515" y="893"/>
                    <a:pt x="1520" y="890"/>
                    <a:pt x="1522" y="884"/>
                  </a:cubicBezTo>
                  <a:lnTo>
                    <a:pt x="1516" y="883"/>
                  </a:lnTo>
                  <a:cubicBezTo>
                    <a:pt x="1502" y="882"/>
                    <a:pt x="1502" y="876"/>
                    <a:pt x="1510" y="872"/>
                  </a:cubicBezTo>
                  <a:lnTo>
                    <a:pt x="1510" y="872"/>
                  </a:lnTo>
                  <a:cubicBezTo>
                    <a:pt x="1511" y="872"/>
                    <a:pt x="1511" y="872"/>
                    <a:pt x="1512" y="872"/>
                  </a:cubicBezTo>
                  <a:cubicBezTo>
                    <a:pt x="1517" y="872"/>
                    <a:pt x="1517" y="866"/>
                    <a:pt x="1513" y="855"/>
                  </a:cubicBezTo>
                  <a:cubicBezTo>
                    <a:pt x="1514" y="845"/>
                    <a:pt x="1514" y="839"/>
                    <a:pt x="1520" y="839"/>
                  </a:cubicBezTo>
                  <a:cubicBezTo>
                    <a:pt x="1520" y="839"/>
                    <a:pt x="1521" y="839"/>
                    <a:pt x="1521" y="839"/>
                  </a:cubicBezTo>
                  <a:cubicBezTo>
                    <a:pt x="1525" y="840"/>
                    <a:pt x="1528" y="840"/>
                    <a:pt x="1529" y="840"/>
                  </a:cubicBezTo>
                  <a:cubicBezTo>
                    <a:pt x="1534" y="840"/>
                    <a:pt x="1531" y="838"/>
                    <a:pt x="1521" y="834"/>
                  </a:cubicBezTo>
                  <a:cubicBezTo>
                    <a:pt x="1514" y="828"/>
                    <a:pt x="1514" y="828"/>
                    <a:pt x="1522" y="817"/>
                  </a:cubicBezTo>
                  <a:cubicBezTo>
                    <a:pt x="1529" y="811"/>
                    <a:pt x="1529" y="811"/>
                    <a:pt x="1523" y="806"/>
                  </a:cubicBezTo>
                  <a:cubicBezTo>
                    <a:pt x="1520" y="806"/>
                    <a:pt x="1516" y="805"/>
                    <a:pt x="1513" y="805"/>
                  </a:cubicBezTo>
                  <a:cubicBezTo>
                    <a:pt x="1506" y="805"/>
                    <a:pt x="1502" y="806"/>
                    <a:pt x="1502" y="810"/>
                  </a:cubicBezTo>
                  <a:cubicBezTo>
                    <a:pt x="1502" y="816"/>
                    <a:pt x="1502" y="816"/>
                    <a:pt x="1495" y="816"/>
                  </a:cubicBezTo>
                  <a:lnTo>
                    <a:pt x="1495" y="804"/>
                  </a:lnTo>
                  <a:cubicBezTo>
                    <a:pt x="1497" y="797"/>
                    <a:pt x="1494" y="789"/>
                    <a:pt x="1490" y="783"/>
                  </a:cubicBezTo>
                  <a:cubicBezTo>
                    <a:pt x="1487" y="779"/>
                    <a:pt x="1484" y="776"/>
                    <a:pt x="1481" y="775"/>
                  </a:cubicBezTo>
                  <a:lnTo>
                    <a:pt x="1494" y="775"/>
                  </a:lnTo>
                  <a:cubicBezTo>
                    <a:pt x="1509" y="775"/>
                    <a:pt x="1516" y="775"/>
                    <a:pt x="1521" y="764"/>
                  </a:cubicBezTo>
                  <a:cubicBezTo>
                    <a:pt x="1528" y="742"/>
                    <a:pt x="1533" y="725"/>
                    <a:pt x="1521" y="725"/>
                  </a:cubicBezTo>
                  <a:cubicBezTo>
                    <a:pt x="1521" y="725"/>
                    <a:pt x="1520" y="725"/>
                    <a:pt x="1520" y="725"/>
                  </a:cubicBezTo>
                  <a:cubicBezTo>
                    <a:pt x="1520" y="725"/>
                    <a:pt x="1513" y="720"/>
                    <a:pt x="1513" y="715"/>
                  </a:cubicBezTo>
                  <a:cubicBezTo>
                    <a:pt x="1512" y="709"/>
                    <a:pt x="1519" y="702"/>
                    <a:pt x="1519" y="702"/>
                  </a:cubicBezTo>
                  <a:cubicBezTo>
                    <a:pt x="1527" y="702"/>
                    <a:pt x="1523" y="680"/>
                    <a:pt x="1519" y="652"/>
                  </a:cubicBezTo>
                  <a:cubicBezTo>
                    <a:pt x="1516" y="618"/>
                    <a:pt x="1510" y="603"/>
                    <a:pt x="1516" y="595"/>
                  </a:cubicBezTo>
                  <a:cubicBezTo>
                    <a:pt x="1518" y="591"/>
                    <a:pt x="1520" y="587"/>
                    <a:pt x="1519" y="582"/>
                  </a:cubicBezTo>
                  <a:lnTo>
                    <a:pt x="1519" y="582"/>
                  </a:lnTo>
                  <a:cubicBezTo>
                    <a:pt x="1519" y="582"/>
                    <a:pt x="1519" y="582"/>
                    <a:pt x="1518" y="582"/>
                  </a:cubicBezTo>
                  <a:cubicBezTo>
                    <a:pt x="1512" y="582"/>
                    <a:pt x="1506" y="549"/>
                    <a:pt x="1492" y="513"/>
                  </a:cubicBezTo>
                  <a:cubicBezTo>
                    <a:pt x="1480" y="476"/>
                    <a:pt x="1462" y="442"/>
                    <a:pt x="1456" y="442"/>
                  </a:cubicBezTo>
                  <a:cubicBezTo>
                    <a:pt x="1455" y="442"/>
                    <a:pt x="1455" y="442"/>
                    <a:pt x="1455" y="442"/>
                  </a:cubicBezTo>
                  <a:cubicBezTo>
                    <a:pt x="1453" y="438"/>
                    <a:pt x="1451" y="432"/>
                    <a:pt x="1451" y="432"/>
                  </a:cubicBezTo>
                  <a:cubicBezTo>
                    <a:pt x="1456" y="429"/>
                    <a:pt x="1452" y="419"/>
                    <a:pt x="1446" y="408"/>
                  </a:cubicBezTo>
                  <a:cubicBezTo>
                    <a:pt x="1439" y="404"/>
                    <a:pt x="1434" y="398"/>
                    <a:pt x="1429" y="393"/>
                  </a:cubicBezTo>
                  <a:cubicBezTo>
                    <a:pt x="1435" y="389"/>
                    <a:pt x="1433" y="384"/>
                    <a:pt x="1426" y="374"/>
                  </a:cubicBezTo>
                  <a:cubicBezTo>
                    <a:pt x="1422" y="367"/>
                    <a:pt x="1419" y="362"/>
                    <a:pt x="1415" y="362"/>
                  </a:cubicBezTo>
                  <a:cubicBezTo>
                    <a:pt x="1414" y="362"/>
                    <a:pt x="1413" y="362"/>
                    <a:pt x="1411" y="364"/>
                  </a:cubicBezTo>
                  <a:cubicBezTo>
                    <a:pt x="1400" y="346"/>
                    <a:pt x="1390" y="327"/>
                    <a:pt x="1382" y="307"/>
                  </a:cubicBezTo>
                  <a:cubicBezTo>
                    <a:pt x="1384" y="300"/>
                    <a:pt x="1375" y="298"/>
                    <a:pt x="1366" y="298"/>
                  </a:cubicBezTo>
                  <a:cubicBezTo>
                    <a:pt x="1364" y="300"/>
                    <a:pt x="1362" y="301"/>
                    <a:pt x="1359" y="301"/>
                  </a:cubicBezTo>
                  <a:cubicBezTo>
                    <a:pt x="1356" y="301"/>
                    <a:pt x="1352" y="300"/>
                    <a:pt x="1350" y="297"/>
                  </a:cubicBezTo>
                  <a:lnTo>
                    <a:pt x="1360" y="290"/>
                  </a:lnTo>
                  <a:cubicBezTo>
                    <a:pt x="1369" y="290"/>
                    <a:pt x="1369" y="290"/>
                    <a:pt x="1361" y="281"/>
                  </a:cubicBezTo>
                  <a:lnTo>
                    <a:pt x="1354" y="272"/>
                  </a:lnTo>
                  <a:cubicBezTo>
                    <a:pt x="1353" y="272"/>
                    <a:pt x="1353" y="272"/>
                    <a:pt x="1352" y="272"/>
                  </a:cubicBezTo>
                  <a:cubicBezTo>
                    <a:pt x="1345" y="272"/>
                    <a:pt x="1328" y="252"/>
                    <a:pt x="1302" y="227"/>
                  </a:cubicBezTo>
                  <a:cubicBezTo>
                    <a:pt x="1271" y="198"/>
                    <a:pt x="1258" y="185"/>
                    <a:pt x="1251" y="185"/>
                  </a:cubicBezTo>
                  <a:cubicBezTo>
                    <a:pt x="1250" y="185"/>
                    <a:pt x="1249" y="185"/>
                    <a:pt x="1249" y="186"/>
                  </a:cubicBezTo>
                  <a:cubicBezTo>
                    <a:pt x="1247" y="188"/>
                    <a:pt x="1246" y="188"/>
                    <a:pt x="1245" y="188"/>
                  </a:cubicBezTo>
                  <a:cubicBezTo>
                    <a:pt x="1241" y="188"/>
                    <a:pt x="1237" y="183"/>
                    <a:pt x="1231" y="172"/>
                  </a:cubicBezTo>
                  <a:cubicBezTo>
                    <a:pt x="1219" y="142"/>
                    <a:pt x="1216" y="136"/>
                    <a:pt x="1211" y="136"/>
                  </a:cubicBezTo>
                  <a:cubicBezTo>
                    <a:pt x="1210" y="136"/>
                    <a:pt x="1209" y="137"/>
                    <a:pt x="1207" y="137"/>
                  </a:cubicBezTo>
                  <a:cubicBezTo>
                    <a:pt x="1212" y="140"/>
                    <a:pt x="1207" y="146"/>
                    <a:pt x="1204" y="152"/>
                  </a:cubicBezTo>
                  <a:cubicBezTo>
                    <a:pt x="1201" y="156"/>
                    <a:pt x="1198" y="158"/>
                    <a:pt x="1196" y="158"/>
                  </a:cubicBezTo>
                  <a:cubicBezTo>
                    <a:pt x="1194" y="158"/>
                    <a:pt x="1193" y="154"/>
                    <a:pt x="1195" y="145"/>
                  </a:cubicBezTo>
                  <a:cubicBezTo>
                    <a:pt x="1202" y="135"/>
                    <a:pt x="1143" y="102"/>
                    <a:pt x="1121" y="102"/>
                  </a:cubicBezTo>
                  <a:cubicBezTo>
                    <a:pt x="1118" y="102"/>
                    <a:pt x="1115" y="103"/>
                    <a:pt x="1114" y="104"/>
                  </a:cubicBezTo>
                  <a:lnTo>
                    <a:pt x="1117" y="99"/>
                  </a:lnTo>
                  <a:cubicBezTo>
                    <a:pt x="1121" y="93"/>
                    <a:pt x="1115" y="90"/>
                    <a:pt x="1095" y="80"/>
                  </a:cubicBezTo>
                  <a:lnTo>
                    <a:pt x="1079" y="73"/>
                  </a:lnTo>
                  <a:cubicBezTo>
                    <a:pt x="1078" y="75"/>
                    <a:pt x="1076" y="76"/>
                    <a:pt x="1073" y="76"/>
                  </a:cubicBezTo>
                  <a:cubicBezTo>
                    <a:pt x="1063" y="76"/>
                    <a:pt x="1046" y="64"/>
                    <a:pt x="1048" y="60"/>
                  </a:cubicBezTo>
                  <a:cubicBezTo>
                    <a:pt x="1046" y="51"/>
                    <a:pt x="1046" y="51"/>
                    <a:pt x="1034" y="47"/>
                  </a:cubicBezTo>
                  <a:cubicBezTo>
                    <a:pt x="1031" y="48"/>
                    <a:pt x="1028" y="49"/>
                    <a:pt x="1024" y="49"/>
                  </a:cubicBezTo>
                  <a:cubicBezTo>
                    <a:pt x="1007" y="49"/>
                    <a:pt x="990" y="36"/>
                    <a:pt x="992" y="32"/>
                  </a:cubicBezTo>
                  <a:lnTo>
                    <a:pt x="980" y="28"/>
                  </a:lnTo>
                  <a:cubicBezTo>
                    <a:pt x="976" y="30"/>
                    <a:pt x="971" y="31"/>
                    <a:pt x="967" y="31"/>
                  </a:cubicBezTo>
                  <a:cubicBezTo>
                    <a:pt x="964" y="31"/>
                    <a:pt x="960" y="31"/>
                    <a:pt x="957" y="29"/>
                  </a:cubicBezTo>
                  <a:cubicBezTo>
                    <a:pt x="949" y="27"/>
                    <a:pt x="943" y="26"/>
                    <a:pt x="940" y="26"/>
                  </a:cubicBezTo>
                  <a:cubicBezTo>
                    <a:pt x="937" y="26"/>
                    <a:pt x="937" y="27"/>
                    <a:pt x="939" y="32"/>
                  </a:cubicBezTo>
                  <a:cubicBezTo>
                    <a:pt x="937" y="38"/>
                    <a:pt x="936" y="44"/>
                    <a:pt x="931" y="44"/>
                  </a:cubicBezTo>
                  <a:cubicBezTo>
                    <a:pt x="931" y="44"/>
                    <a:pt x="930" y="44"/>
                    <a:pt x="930" y="44"/>
                  </a:cubicBezTo>
                  <a:lnTo>
                    <a:pt x="931" y="37"/>
                  </a:lnTo>
                  <a:cubicBezTo>
                    <a:pt x="933" y="29"/>
                    <a:pt x="917" y="26"/>
                    <a:pt x="894" y="23"/>
                  </a:cubicBezTo>
                  <a:cubicBezTo>
                    <a:pt x="866" y="18"/>
                    <a:pt x="855" y="17"/>
                    <a:pt x="850" y="9"/>
                  </a:cubicBezTo>
                  <a:lnTo>
                    <a:pt x="844" y="15"/>
                  </a:lnTo>
                  <a:cubicBezTo>
                    <a:pt x="841" y="18"/>
                    <a:pt x="838" y="20"/>
                    <a:pt x="836" y="20"/>
                  </a:cubicBezTo>
                  <a:cubicBezTo>
                    <a:pt x="834" y="20"/>
                    <a:pt x="832" y="18"/>
                    <a:pt x="832" y="15"/>
                  </a:cubicBezTo>
                  <a:cubicBezTo>
                    <a:pt x="830" y="10"/>
                    <a:pt x="821" y="8"/>
                    <a:pt x="812" y="8"/>
                  </a:cubicBezTo>
                  <a:cubicBezTo>
                    <a:pt x="805" y="8"/>
                    <a:pt x="798" y="9"/>
                    <a:pt x="793" y="11"/>
                  </a:cubicBezTo>
                  <a:lnTo>
                    <a:pt x="782" y="11"/>
                  </a:lnTo>
                  <a:cubicBezTo>
                    <a:pt x="780" y="4"/>
                    <a:pt x="774" y="0"/>
                    <a:pt x="768" y="0"/>
                  </a:cubicBezTo>
                  <a:close/>
                  <a:moveTo>
                    <a:pt x="622" y="1553"/>
                  </a:moveTo>
                  <a:cubicBezTo>
                    <a:pt x="620" y="1559"/>
                    <a:pt x="620" y="1559"/>
                    <a:pt x="626" y="1561"/>
                  </a:cubicBezTo>
                  <a:cubicBezTo>
                    <a:pt x="629" y="1561"/>
                    <a:pt x="632" y="1561"/>
                    <a:pt x="633" y="1561"/>
                  </a:cubicBezTo>
                  <a:cubicBezTo>
                    <a:pt x="637" y="1561"/>
                    <a:pt x="636" y="1559"/>
                    <a:pt x="633" y="1554"/>
                  </a:cubicBezTo>
                  <a:lnTo>
                    <a:pt x="622" y="155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33"/>
            <p:cNvSpPr/>
            <p:nvPr/>
          </p:nvSpPr>
          <p:spPr>
            <a:xfrm>
              <a:off x="3076520" y="2356082"/>
              <a:ext cx="39657" cy="29069"/>
            </a:xfrm>
            <a:custGeom>
              <a:avLst/>
              <a:gdLst/>
              <a:ahLst/>
              <a:cxnLst/>
              <a:rect l="l" t="t" r="r" b="b"/>
              <a:pathLst>
                <a:path w="397" h="291" extrusionOk="0">
                  <a:moveTo>
                    <a:pt x="267" y="1"/>
                  </a:moveTo>
                  <a:cubicBezTo>
                    <a:pt x="266" y="1"/>
                    <a:pt x="267" y="5"/>
                    <a:pt x="267" y="15"/>
                  </a:cubicBezTo>
                  <a:cubicBezTo>
                    <a:pt x="267" y="17"/>
                    <a:pt x="267" y="21"/>
                    <a:pt x="269" y="23"/>
                  </a:cubicBezTo>
                  <a:cubicBezTo>
                    <a:pt x="269" y="23"/>
                    <a:pt x="269" y="15"/>
                    <a:pt x="267" y="6"/>
                  </a:cubicBezTo>
                  <a:cubicBezTo>
                    <a:pt x="267" y="3"/>
                    <a:pt x="267" y="1"/>
                    <a:pt x="267" y="1"/>
                  </a:cubicBezTo>
                  <a:close/>
                  <a:moveTo>
                    <a:pt x="346" y="55"/>
                  </a:moveTo>
                  <a:cubicBezTo>
                    <a:pt x="346" y="55"/>
                    <a:pt x="347" y="63"/>
                    <a:pt x="349" y="71"/>
                  </a:cubicBezTo>
                  <a:lnTo>
                    <a:pt x="350" y="71"/>
                  </a:lnTo>
                  <a:lnTo>
                    <a:pt x="346" y="55"/>
                  </a:lnTo>
                  <a:close/>
                  <a:moveTo>
                    <a:pt x="33" y="121"/>
                  </a:moveTo>
                  <a:cubicBezTo>
                    <a:pt x="33" y="121"/>
                    <a:pt x="33" y="122"/>
                    <a:pt x="32" y="124"/>
                  </a:cubicBezTo>
                  <a:cubicBezTo>
                    <a:pt x="32" y="124"/>
                    <a:pt x="32" y="124"/>
                    <a:pt x="32" y="124"/>
                  </a:cubicBezTo>
                  <a:lnTo>
                    <a:pt x="32" y="124"/>
                  </a:lnTo>
                  <a:cubicBezTo>
                    <a:pt x="33" y="122"/>
                    <a:pt x="33" y="121"/>
                    <a:pt x="33" y="121"/>
                  </a:cubicBezTo>
                  <a:close/>
                  <a:moveTo>
                    <a:pt x="232" y="141"/>
                  </a:moveTo>
                  <a:cubicBezTo>
                    <a:pt x="232" y="141"/>
                    <a:pt x="231" y="143"/>
                    <a:pt x="231" y="147"/>
                  </a:cubicBezTo>
                  <a:cubicBezTo>
                    <a:pt x="232" y="143"/>
                    <a:pt x="232" y="141"/>
                    <a:pt x="232" y="141"/>
                  </a:cubicBezTo>
                  <a:close/>
                  <a:moveTo>
                    <a:pt x="166" y="145"/>
                  </a:moveTo>
                  <a:cubicBezTo>
                    <a:pt x="166" y="145"/>
                    <a:pt x="166" y="148"/>
                    <a:pt x="166" y="152"/>
                  </a:cubicBezTo>
                  <a:lnTo>
                    <a:pt x="166" y="152"/>
                  </a:lnTo>
                  <a:cubicBezTo>
                    <a:pt x="166" y="151"/>
                    <a:pt x="166" y="150"/>
                    <a:pt x="166" y="148"/>
                  </a:cubicBezTo>
                  <a:cubicBezTo>
                    <a:pt x="166" y="146"/>
                    <a:pt x="166" y="145"/>
                    <a:pt x="166" y="145"/>
                  </a:cubicBezTo>
                  <a:close/>
                  <a:moveTo>
                    <a:pt x="336" y="137"/>
                  </a:moveTo>
                  <a:lnTo>
                    <a:pt x="336" y="145"/>
                  </a:lnTo>
                  <a:cubicBezTo>
                    <a:pt x="338" y="153"/>
                    <a:pt x="339" y="153"/>
                    <a:pt x="339" y="153"/>
                  </a:cubicBezTo>
                  <a:cubicBezTo>
                    <a:pt x="340" y="155"/>
                    <a:pt x="340" y="156"/>
                    <a:pt x="340" y="156"/>
                  </a:cubicBezTo>
                  <a:cubicBezTo>
                    <a:pt x="341" y="156"/>
                    <a:pt x="340" y="151"/>
                    <a:pt x="338" y="145"/>
                  </a:cubicBezTo>
                  <a:cubicBezTo>
                    <a:pt x="337" y="137"/>
                    <a:pt x="336" y="137"/>
                    <a:pt x="336" y="137"/>
                  </a:cubicBezTo>
                  <a:close/>
                  <a:moveTo>
                    <a:pt x="267" y="149"/>
                  </a:moveTo>
                  <a:lnTo>
                    <a:pt x="267" y="149"/>
                  </a:lnTo>
                  <a:cubicBezTo>
                    <a:pt x="266" y="149"/>
                    <a:pt x="267" y="154"/>
                    <a:pt x="267" y="160"/>
                  </a:cubicBezTo>
                  <a:lnTo>
                    <a:pt x="267" y="152"/>
                  </a:lnTo>
                  <a:cubicBezTo>
                    <a:pt x="267" y="149"/>
                    <a:pt x="267" y="149"/>
                    <a:pt x="267" y="149"/>
                  </a:cubicBezTo>
                  <a:close/>
                  <a:moveTo>
                    <a:pt x="63" y="151"/>
                  </a:moveTo>
                  <a:cubicBezTo>
                    <a:pt x="62" y="155"/>
                    <a:pt x="60" y="160"/>
                    <a:pt x="60" y="160"/>
                  </a:cubicBezTo>
                  <a:cubicBezTo>
                    <a:pt x="60" y="160"/>
                    <a:pt x="61" y="157"/>
                    <a:pt x="63" y="151"/>
                  </a:cubicBezTo>
                  <a:close/>
                  <a:moveTo>
                    <a:pt x="270" y="160"/>
                  </a:moveTo>
                  <a:cubicBezTo>
                    <a:pt x="270" y="162"/>
                    <a:pt x="270" y="164"/>
                    <a:pt x="270" y="166"/>
                  </a:cubicBezTo>
                  <a:lnTo>
                    <a:pt x="270" y="166"/>
                  </a:lnTo>
                  <a:cubicBezTo>
                    <a:pt x="270" y="164"/>
                    <a:pt x="270" y="162"/>
                    <a:pt x="270" y="160"/>
                  </a:cubicBezTo>
                  <a:close/>
                  <a:moveTo>
                    <a:pt x="343" y="153"/>
                  </a:moveTo>
                  <a:cubicBezTo>
                    <a:pt x="344" y="157"/>
                    <a:pt x="344" y="163"/>
                    <a:pt x="345" y="169"/>
                  </a:cubicBezTo>
                  <a:cubicBezTo>
                    <a:pt x="343" y="163"/>
                    <a:pt x="343" y="158"/>
                    <a:pt x="341" y="153"/>
                  </a:cubicBezTo>
                  <a:close/>
                  <a:moveTo>
                    <a:pt x="318" y="162"/>
                  </a:moveTo>
                  <a:cubicBezTo>
                    <a:pt x="319" y="169"/>
                    <a:pt x="319" y="173"/>
                    <a:pt x="319" y="173"/>
                  </a:cubicBezTo>
                  <a:cubicBezTo>
                    <a:pt x="319" y="173"/>
                    <a:pt x="318" y="169"/>
                    <a:pt x="317" y="162"/>
                  </a:cubicBezTo>
                  <a:close/>
                  <a:moveTo>
                    <a:pt x="119" y="166"/>
                  </a:moveTo>
                  <a:lnTo>
                    <a:pt x="119" y="167"/>
                  </a:lnTo>
                  <a:lnTo>
                    <a:pt x="118" y="175"/>
                  </a:lnTo>
                  <a:cubicBezTo>
                    <a:pt x="118" y="175"/>
                    <a:pt x="117" y="174"/>
                    <a:pt x="119" y="166"/>
                  </a:cubicBezTo>
                  <a:close/>
                  <a:moveTo>
                    <a:pt x="124" y="169"/>
                  </a:moveTo>
                  <a:lnTo>
                    <a:pt x="123" y="176"/>
                  </a:lnTo>
                  <a:cubicBezTo>
                    <a:pt x="123" y="176"/>
                    <a:pt x="122" y="176"/>
                    <a:pt x="124" y="169"/>
                  </a:cubicBezTo>
                  <a:close/>
                  <a:moveTo>
                    <a:pt x="127" y="170"/>
                  </a:moveTo>
                  <a:cubicBezTo>
                    <a:pt x="127" y="170"/>
                    <a:pt x="127" y="170"/>
                    <a:pt x="126" y="178"/>
                  </a:cubicBezTo>
                  <a:lnTo>
                    <a:pt x="125" y="178"/>
                  </a:lnTo>
                  <a:cubicBezTo>
                    <a:pt x="126" y="170"/>
                    <a:pt x="127" y="170"/>
                    <a:pt x="127" y="170"/>
                  </a:cubicBezTo>
                  <a:close/>
                  <a:moveTo>
                    <a:pt x="240" y="165"/>
                  </a:moveTo>
                  <a:lnTo>
                    <a:pt x="242" y="173"/>
                  </a:lnTo>
                  <a:lnTo>
                    <a:pt x="240" y="181"/>
                  </a:lnTo>
                  <a:cubicBezTo>
                    <a:pt x="240" y="173"/>
                    <a:pt x="240" y="165"/>
                    <a:pt x="240" y="165"/>
                  </a:cubicBezTo>
                  <a:close/>
                  <a:moveTo>
                    <a:pt x="125" y="178"/>
                  </a:moveTo>
                  <a:lnTo>
                    <a:pt x="125" y="178"/>
                  </a:lnTo>
                  <a:cubicBezTo>
                    <a:pt x="124" y="181"/>
                    <a:pt x="124" y="183"/>
                    <a:pt x="124" y="183"/>
                  </a:cubicBezTo>
                  <a:cubicBezTo>
                    <a:pt x="124" y="183"/>
                    <a:pt x="124" y="181"/>
                    <a:pt x="125" y="178"/>
                  </a:cubicBezTo>
                  <a:close/>
                  <a:moveTo>
                    <a:pt x="278" y="173"/>
                  </a:moveTo>
                  <a:cubicBezTo>
                    <a:pt x="279" y="173"/>
                    <a:pt x="280" y="176"/>
                    <a:pt x="280" y="176"/>
                  </a:cubicBezTo>
                  <a:cubicBezTo>
                    <a:pt x="280" y="184"/>
                    <a:pt x="280" y="184"/>
                    <a:pt x="280" y="184"/>
                  </a:cubicBezTo>
                  <a:lnTo>
                    <a:pt x="279" y="176"/>
                  </a:lnTo>
                  <a:cubicBezTo>
                    <a:pt x="278" y="174"/>
                    <a:pt x="278" y="173"/>
                    <a:pt x="278" y="173"/>
                  </a:cubicBezTo>
                  <a:close/>
                  <a:moveTo>
                    <a:pt x="99" y="164"/>
                  </a:moveTo>
                  <a:cubicBezTo>
                    <a:pt x="99" y="164"/>
                    <a:pt x="99" y="165"/>
                    <a:pt x="98" y="167"/>
                  </a:cubicBezTo>
                  <a:lnTo>
                    <a:pt x="96" y="175"/>
                  </a:lnTo>
                  <a:cubicBezTo>
                    <a:pt x="94" y="180"/>
                    <a:pt x="93" y="185"/>
                    <a:pt x="93" y="185"/>
                  </a:cubicBezTo>
                  <a:cubicBezTo>
                    <a:pt x="93" y="185"/>
                    <a:pt x="93" y="184"/>
                    <a:pt x="94" y="182"/>
                  </a:cubicBezTo>
                  <a:cubicBezTo>
                    <a:pt x="94" y="182"/>
                    <a:pt x="96" y="174"/>
                    <a:pt x="98" y="166"/>
                  </a:cubicBezTo>
                  <a:cubicBezTo>
                    <a:pt x="98" y="166"/>
                    <a:pt x="99" y="164"/>
                    <a:pt x="99" y="164"/>
                  </a:cubicBezTo>
                  <a:close/>
                  <a:moveTo>
                    <a:pt x="285" y="169"/>
                  </a:moveTo>
                  <a:lnTo>
                    <a:pt x="288" y="178"/>
                  </a:lnTo>
                  <a:cubicBezTo>
                    <a:pt x="288" y="185"/>
                    <a:pt x="288" y="185"/>
                    <a:pt x="288" y="185"/>
                  </a:cubicBezTo>
                  <a:cubicBezTo>
                    <a:pt x="288" y="185"/>
                    <a:pt x="286" y="185"/>
                    <a:pt x="286" y="178"/>
                  </a:cubicBezTo>
                  <a:lnTo>
                    <a:pt x="285" y="169"/>
                  </a:lnTo>
                  <a:close/>
                  <a:moveTo>
                    <a:pt x="310" y="170"/>
                  </a:moveTo>
                  <a:cubicBezTo>
                    <a:pt x="310" y="178"/>
                    <a:pt x="311" y="185"/>
                    <a:pt x="311" y="185"/>
                  </a:cubicBezTo>
                  <a:cubicBezTo>
                    <a:pt x="310" y="178"/>
                    <a:pt x="309" y="170"/>
                    <a:pt x="309" y="170"/>
                  </a:cubicBezTo>
                  <a:close/>
                  <a:moveTo>
                    <a:pt x="322" y="162"/>
                  </a:moveTo>
                  <a:lnTo>
                    <a:pt x="323" y="178"/>
                  </a:lnTo>
                  <a:cubicBezTo>
                    <a:pt x="324" y="181"/>
                    <a:pt x="324" y="183"/>
                    <a:pt x="325" y="185"/>
                  </a:cubicBezTo>
                  <a:cubicBezTo>
                    <a:pt x="322" y="178"/>
                    <a:pt x="321" y="170"/>
                    <a:pt x="321" y="162"/>
                  </a:cubicBezTo>
                  <a:close/>
                  <a:moveTo>
                    <a:pt x="189" y="171"/>
                  </a:moveTo>
                  <a:cubicBezTo>
                    <a:pt x="189" y="176"/>
                    <a:pt x="188" y="182"/>
                    <a:pt x="188" y="188"/>
                  </a:cubicBezTo>
                  <a:cubicBezTo>
                    <a:pt x="187" y="188"/>
                    <a:pt x="187" y="188"/>
                    <a:pt x="187" y="179"/>
                  </a:cubicBezTo>
                  <a:cubicBezTo>
                    <a:pt x="188" y="171"/>
                    <a:pt x="189" y="171"/>
                    <a:pt x="189" y="171"/>
                  </a:cubicBezTo>
                  <a:close/>
                  <a:moveTo>
                    <a:pt x="231" y="163"/>
                  </a:moveTo>
                  <a:cubicBezTo>
                    <a:pt x="231" y="163"/>
                    <a:pt x="230" y="180"/>
                    <a:pt x="230" y="188"/>
                  </a:cubicBezTo>
                  <a:cubicBezTo>
                    <a:pt x="230" y="188"/>
                    <a:pt x="230" y="188"/>
                    <a:pt x="230" y="180"/>
                  </a:cubicBezTo>
                  <a:cubicBezTo>
                    <a:pt x="230" y="171"/>
                    <a:pt x="231" y="163"/>
                    <a:pt x="231" y="163"/>
                  </a:cubicBezTo>
                  <a:close/>
                  <a:moveTo>
                    <a:pt x="376" y="173"/>
                  </a:moveTo>
                  <a:lnTo>
                    <a:pt x="380" y="181"/>
                  </a:lnTo>
                  <a:cubicBezTo>
                    <a:pt x="382" y="189"/>
                    <a:pt x="381" y="189"/>
                    <a:pt x="381" y="189"/>
                  </a:cubicBezTo>
                  <a:cubicBezTo>
                    <a:pt x="380" y="189"/>
                    <a:pt x="380" y="189"/>
                    <a:pt x="380" y="189"/>
                  </a:cubicBezTo>
                  <a:cubicBezTo>
                    <a:pt x="380" y="189"/>
                    <a:pt x="379" y="187"/>
                    <a:pt x="378" y="182"/>
                  </a:cubicBezTo>
                  <a:lnTo>
                    <a:pt x="376" y="173"/>
                  </a:lnTo>
                  <a:close/>
                  <a:moveTo>
                    <a:pt x="114" y="173"/>
                  </a:moveTo>
                  <a:cubicBezTo>
                    <a:pt x="114" y="173"/>
                    <a:pt x="113" y="181"/>
                    <a:pt x="110" y="190"/>
                  </a:cubicBezTo>
                  <a:lnTo>
                    <a:pt x="110" y="189"/>
                  </a:lnTo>
                  <a:cubicBezTo>
                    <a:pt x="110" y="187"/>
                    <a:pt x="111" y="184"/>
                    <a:pt x="111" y="181"/>
                  </a:cubicBezTo>
                  <a:lnTo>
                    <a:pt x="114" y="173"/>
                  </a:lnTo>
                  <a:close/>
                  <a:moveTo>
                    <a:pt x="367" y="158"/>
                  </a:moveTo>
                  <a:cubicBezTo>
                    <a:pt x="367" y="159"/>
                    <a:pt x="369" y="166"/>
                    <a:pt x="372" y="174"/>
                  </a:cubicBezTo>
                  <a:cubicBezTo>
                    <a:pt x="376" y="190"/>
                    <a:pt x="376" y="190"/>
                    <a:pt x="375" y="190"/>
                  </a:cubicBezTo>
                  <a:cubicBezTo>
                    <a:pt x="375" y="190"/>
                    <a:pt x="375" y="190"/>
                    <a:pt x="373" y="182"/>
                  </a:cubicBezTo>
                  <a:lnTo>
                    <a:pt x="373" y="182"/>
                  </a:lnTo>
                  <a:cubicBezTo>
                    <a:pt x="373" y="184"/>
                    <a:pt x="374" y="185"/>
                    <a:pt x="374" y="185"/>
                  </a:cubicBezTo>
                  <a:cubicBezTo>
                    <a:pt x="374" y="185"/>
                    <a:pt x="373" y="180"/>
                    <a:pt x="371" y="174"/>
                  </a:cubicBezTo>
                  <a:lnTo>
                    <a:pt x="367" y="158"/>
                  </a:lnTo>
                  <a:close/>
                  <a:moveTo>
                    <a:pt x="218" y="178"/>
                  </a:moveTo>
                  <a:lnTo>
                    <a:pt x="218" y="185"/>
                  </a:lnTo>
                  <a:lnTo>
                    <a:pt x="217" y="193"/>
                  </a:lnTo>
                  <a:cubicBezTo>
                    <a:pt x="217" y="185"/>
                    <a:pt x="218" y="178"/>
                    <a:pt x="218" y="178"/>
                  </a:cubicBezTo>
                  <a:close/>
                  <a:moveTo>
                    <a:pt x="269" y="184"/>
                  </a:moveTo>
                  <a:lnTo>
                    <a:pt x="270" y="192"/>
                  </a:lnTo>
                  <a:lnTo>
                    <a:pt x="270" y="200"/>
                  </a:lnTo>
                  <a:cubicBezTo>
                    <a:pt x="269" y="192"/>
                    <a:pt x="269" y="184"/>
                    <a:pt x="269" y="184"/>
                  </a:cubicBezTo>
                  <a:close/>
                  <a:moveTo>
                    <a:pt x="272" y="184"/>
                  </a:moveTo>
                  <a:cubicBezTo>
                    <a:pt x="272" y="184"/>
                    <a:pt x="273" y="192"/>
                    <a:pt x="274" y="201"/>
                  </a:cubicBezTo>
                  <a:lnTo>
                    <a:pt x="274" y="201"/>
                  </a:lnTo>
                  <a:cubicBezTo>
                    <a:pt x="274" y="204"/>
                    <a:pt x="274" y="206"/>
                    <a:pt x="274" y="206"/>
                  </a:cubicBezTo>
                  <a:cubicBezTo>
                    <a:pt x="274" y="206"/>
                    <a:pt x="273" y="202"/>
                    <a:pt x="272" y="192"/>
                  </a:cubicBezTo>
                  <a:cubicBezTo>
                    <a:pt x="272" y="184"/>
                    <a:pt x="272" y="184"/>
                    <a:pt x="272" y="184"/>
                  </a:cubicBezTo>
                  <a:close/>
                  <a:moveTo>
                    <a:pt x="78" y="184"/>
                  </a:moveTo>
                  <a:lnTo>
                    <a:pt x="78" y="184"/>
                  </a:lnTo>
                  <a:cubicBezTo>
                    <a:pt x="76" y="192"/>
                    <a:pt x="73" y="200"/>
                    <a:pt x="70" y="208"/>
                  </a:cubicBezTo>
                  <a:cubicBezTo>
                    <a:pt x="70" y="208"/>
                    <a:pt x="70" y="208"/>
                    <a:pt x="72" y="200"/>
                  </a:cubicBezTo>
                  <a:cubicBezTo>
                    <a:pt x="73" y="194"/>
                    <a:pt x="76" y="189"/>
                    <a:pt x="78" y="184"/>
                  </a:cubicBezTo>
                  <a:close/>
                  <a:moveTo>
                    <a:pt x="328" y="193"/>
                  </a:moveTo>
                  <a:lnTo>
                    <a:pt x="330" y="201"/>
                  </a:lnTo>
                  <a:cubicBezTo>
                    <a:pt x="331" y="209"/>
                    <a:pt x="331" y="210"/>
                    <a:pt x="330" y="210"/>
                  </a:cubicBezTo>
                  <a:lnTo>
                    <a:pt x="329" y="201"/>
                  </a:lnTo>
                  <a:lnTo>
                    <a:pt x="328" y="193"/>
                  </a:lnTo>
                  <a:close/>
                  <a:moveTo>
                    <a:pt x="300" y="193"/>
                  </a:moveTo>
                  <a:lnTo>
                    <a:pt x="300" y="193"/>
                  </a:lnTo>
                  <a:cubicBezTo>
                    <a:pt x="301" y="199"/>
                    <a:pt x="302" y="204"/>
                    <a:pt x="302" y="210"/>
                  </a:cubicBezTo>
                  <a:cubicBezTo>
                    <a:pt x="302" y="212"/>
                    <a:pt x="302" y="213"/>
                    <a:pt x="302" y="213"/>
                  </a:cubicBezTo>
                  <a:cubicBezTo>
                    <a:pt x="302" y="213"/>
                    <a:pt x="301" y="206"/>
                    <a:pt x="300" y="193"/>
                  </a:cubicBezTo>
                  <a:close/>
                  <a:moveTo>
                    <a:pt x="356" y="175"/>
                  </a:moveTo>
                  <a:lnTo>
                    <a:pt x="359" y="191"/>
                  </a:lnTo>
                  <a:lnTo>
                    <a:pt x="365" y="216"/>
                  </a:lnTo>
                  <a:lnTo>
                    <a:pt x="365" y="216"/>
                  </a:lnTo>
                  <a:cubicBezTo>
                    <a:pt x="364" y="213"/>
                    <a:pt x="363" y="210"/>
                    <a:pt x="362" y="208"/>
                  </a:cubicBezTo>
                  <a:lnTo>
                    <a:pt x="360" y="208"/>
                  </a:lnTo>
                  <a:lnTo>
                    <a:pt x="359" y="200"/>
                  </a:lnTo>
                  <a:cubicBezTo>
                    <a:pt x="359" y="194"/>
                    <a:pt x="359" y="189"/>
                    <a:pt x="357" y="183"/>
                  </a:cubicBezTo>
                  <a:lnTo>
                    <a:pt x="356" y="175"/>
                  </a:lnTo>
                  <a:close/>
                  <a:moveTo>
                    <a:pt x="317" y="193"/>
                  </a:moveTo>
                  <a:cubicBezTo>
                    <a:pt x="317" y="193"/>
                    <a:pt x="318" y="202"/>
                    <a:pt x="320" y="218"/>
                  </a:cubicBezTo>
                  <a:cubicBezTo>
                    <a:pt x="320" y="221"/>
                    <a:pt x="320" y="223"/>
                    <a:pt x="320" y="223"/>
                  </a:cubicBezTo>
                  <a:cubicBezTo>
                    <a:pt x="320" y="223"/>
                    <a:pt x="319" y="219"/>
                    <a:pt x="318" y="210"/>
                  </a:cubicBezTo>
                  <a:cubicBezTo>
                    <a:pt x="317" y="202"/>
                    <a:pt x="317" y="193"/>
                    <a:pt x="317" y="193"/>
                  </a:cubicBezTo>
                  <a:close/>
                  <a:moveTo>
                    <a:pt x="293" y="218"/>
                  </a:moveTo>
                  <a:cubicBezTo>
                    <a:pt x="293" y="220"/>
                    <a:pt x="293" y="224"/>
                    <a:pt x="294" y="226"/>
                  </a:cubicBezTo>
                  <a:cubicBezTo>
                    <a:pt x="294" y="221"/>
                    <a:pt x="293" y="218"/>
                    <a:pt x="293" y="218"/>
                  </a:cubicBezTo>
                  <a:close/>
                  <a:moveTo>
                    <a:pt x="127" y="212"/>
                  </a:moveTo>
                  <a:lnTo>
                    <a:pt x="126" y="220"/>
                  </a:lnTo>
                  <a:cubicBezTo>
                    <a:pt x="125" y="228"/>
                    <a:pt x="124" y="228"/>
                    <a:pt x="124" y="228"/>
                  </a:cubicBezTo>
                  <a:cubicBezTo>
                    <a:pt x="124" y="228"/>
                    <a:pt x="124" y="228"/>
                    <a:pt x="125" y="220"/>
                  </a:cubicBezTo>
                  <a:cubicBezTo>
                    <a:pt x="126" y="218"/>
                    <a:pt x="126" y="215"/>
                    <a:pt x="127" y="212"/>
                  </a:cubicBezTo>
                  <a:close/>
                  <a:moveTo>
                    <a:pt x="382" y="221"/>
                  </a:moveTo>
                  <a:cubicBezTo>
                    <a:pt x="384" y="229"/>
                    <a:pt x="384" y="229"/>
                    <a:pt x="384" y="229"/>
                  </a:cubicBezTo>
                  <a:lnTo>
                    <a:pt x="385" y="229"/>
                  </a:lnTo>
                  <a:lnTo>
                    <a:pt x="385" y="229"/>
                  </a:lnTo>
                  <a:lnTo>
                    <a:pt x="382" y="221"/>
                  </a:lnTo>
                  <a:close/>
                  <a:moveTo>
                    <a:pt x="131" y="224"/>
                  </a:moveTo>
                  <a:lnTo>
                    <a:pt x="131" y="224"/>
                  </a:lnTo>
                  <a:cubicBezTo>
                    <a:pt x="131" y="224"/>
                    <a:pt x="131" y="226"/>
                    <a:pt x="129" y="230"/>
                  </a:cubicBezTo>
                  <a:cubicBezTo>
                    <a:pt x="130" y="226"/>
                    <a:pt x="131" y="224"/>
                    <a:pt x="131" y="224"/>
                  </a:cubicBezTo>
                  <a:close/>
                  <a:moveTo>
                    <a:pt x="344" y="220"/>
                  </a:moveTo>
                  <a:cubicBezTo>
                    <a:pt x="344" y="220"/>
                    <a:pt x="345" y="221"/>
                    <a:pt x="346" y="225"/>
                  </a:cubicBezTo>
                  <a:cubicBezTo>
                    <a:pt x="347" y="233"/>
                    <a:pt x="346" y="233"/>
                    <a:pt x="346" y="233"/>
                  </a:cubicBezTo>
                  <a:cubicBezTo>
                    <a:pt x="344" y="223"/>
                    <a:pt x="344" y="220"/>
                    <a:pt x="344" y="220"/>
                  </a:cubicBezTo>
                  <a:close/>
                  <a:moveTo>
                    <a:pt x="294" y="226"/>
                  </a:moveTo>
                  <a:cubicBezTo>
                    <a:pt x="294" y="228"/>
                    <a:pt x="294" y="231"/>
                    <a:pt x="295" y="234"/>
                  </a:cubicBezTo>
                  <a:cubicBezTo>
                    <a:pt x="295" y="231"/>
                    <a:pt x="295" y="228"/>
                    <a:pt x="294" y="226"/>
                  </a:cubicBezTo>
                  <a:close/>
                  <a:moveTo>
                    <a:pt x="163" y="236"/>
                  </a:moveTo>
                  <a:lnTo>
                    <a:pt x="163" y="236"/>
                  </a:lnTo>
                  <a:cubicBezTo>
                    <a:pt x="163" y="236"/>
                    <a:pt x="163" y="237"/>
                    <a:pt x="163" y="239"/>
                  </a:cubicBezTo>
                  <a:lnTo>
                    <a:pt x="163" y="239"/>
                  </a:lnTo>
                  <a:cubicBezTo>
                    <a:pt x="162" y="239"/>
                    <a:pt x="163" y="236"/>
                    <a:pt x="163" y="236"/>
                  </a:cubicBezTo>
                  <a:close/>
                  <a:moveTo>
                    <a:pt x="147" y="235"/>
                  </a:moveTo>
                  <a:lnTo>
                    <a:pt x="147" y="235"/>
                  </a:lnTo>
                  <a:cubicBezTo>
                    <a:pt x="147" y="238"/>
                    <a:pt x="146" y="241"/>
                    <a:pt x="146" y="244"/>
                  </a:cubicBezTo>
                  <a:cubicBezTo>
                    <a:pt x="147" y="240"/>
                    <a:pt x="147" y="237"/>
                    <a:pt x="147" y="235"/>
                  </a:cubicBezTo>
                  <a:close/>
                  <a:moveTo>
                    <a:pt x="223" y="227"/>
                  </a:moveTo>
                  <a:cubicBezTo>
                    <a:pt x="223" y="236"/>
                    <a:pt x="221" y="244"/>
                    <a:pt x="221" y="244"/>
                  </a:cubicBezTo>
                  <a:cubicBezTo>
                    <a:pt x="221" y="238"/>
                    <a:pt x="221" y="233"/>
                    <a:pt x="223" y="227"/>
                  </a:cubicBezTo>
                  <a:close/>
                  <a:moveTo>
                    <a:pt x="312" y="234"/>
                  </a:moveTo>
                  <a:cubicBezTo>
                    <a:pt x="312" y="238"/>
                    <a:pt x="312" y="238"/>
                    <a:pt x="313" y="243"/>
                  </a:cubicBezTo>
                  <a:lnTo>
                    <a:pt x="315" y="250"/>
                  </a:lnTo>
                  <a:lnTo>
                    <a:pt x="315" y="250"/>
                  </a:lnTo>
                  <a:lnTo>
                    <a:pt x="312" y="234"/>
                  </a:lnTo>
                  <a:close/>
                  <a:moveTo>
                    <a:pt x="146" y="244"/>
                  </a:moveTo>
                  <a:cubicBezTo>
                    <a:pt x="144" y="252"/>
                    <a:pt x="144" y="252"/>
                    <a:pt x="145" y="252"/>
                  </a:cubicBezTo>
                  <a:lnTo>
                    <a:pt x="146" y="244"/>
                  </a:lnTo>
                  <a:close/>
                  <a:moveTo>
                    <a:pt x="274" y="260"/>
                  </a:moveTo>
                  <a:cubicBezTo>
                    <a:pt x="274" y="262"/>
                    <a:pt x="274" y="263"/>
                    <a:pt x="274" y="265"/>
                  </a:cubicBezTo>
                  <a:cubicBezTo>
                    <a:pt x="274" y="265"/>
                    <a:pt x="274" y="266"/>
                    <a:pt x="274" y="266"/>
                  </a:cubicBezTo>
                  <a:lnTo>
                    <a:pt x="274" y="266"/>
                  </a:lnTo>
                  <a:cubicBezTo>
                    <a:pt x="274" y="265"/>
                    <a:pt x="274" y="263"/>
                    <a:pt x="274" y="260"/>
                  </a:cubicBezTo>
                  <a:close/>
                  <a:moveTo>
                    <a:pt x="274" y="266"/>
                  </a:moveTo>
                  <a:cubicBezTo>
                    <a:pt x="274" y="269"/>
                    <a:pt x="275" y="270"/>
                    <a:pt x="275" y="270"/>
                  </a:cubicBezTo>
                  <a:cubicBezTo>
                    <a:pt x="275" y="270"/>
                    <a:pt x="275" y="269"/>
                    <a:pt x="274" y="266"/>
                  </a:cubicBezTo>
                  <a:close/>
                  <a:moveTo>
                    <a:pt x="46" y="96"/>
                  </a:moveTo>
                  <a:cubicBezTo>
                    <a:pt x="46" y="96"/>
                    <a:pt x="43" y="102"/>
                    <a:pt x="40" y="110"/>
                  </a:cubicBezTo>
                  <a:lnTo>
                    <a:pt x="40" y="109"/>
                  </a:lnTo>
                  <a:cubicBezTo>
                    <a:pt x="40" y="109"/>
                    <a:pt x="39" y="109"/>
                    <a:pt x="35" y="117"/>
                  </a:cubicBezTo>
                  <a:cubicBezTo>
                    <a:pt x="33" y="123"/>
                    <a:pt x="32" y="124"/>
                    <a:pt x="32" y="124"/>
                  </a:cubicBezTo>
                  <a:cubicBezTo>
                    <a:pt x="32" y="124"/>
                    <a:pt x="32" y="124"/>
                    <a:pt x="32" y="124"/>
                  </a:cubicBezTo>
                  <a:lnTo>
                    <a:pt x="32" y="124"/>
                  </a:lnTo>
                  <a:cubicBezTo>
                    <a:pt x="31" y="126"/>
                    <a:pt x="30" y="129"/>
                    <a:pt x="28" y="132"/>
                  </a:cubicBezTo>
                  <a:cubicBezTo>
                    <a:pt x="25" y="138"/>
                    <a:pt x="22" y="146"/>
                    <a:pt x="22" y="146"/>
                  </a:cubicBezTo>
                  <a:lnTo>
                    <a:pt x="15" y="161"/>
                  </a:lnTo>
                  <a:cubicBezTo>
                    <a:pt x="11" y="171"/>
                    <a:pt x="6" y="181"/>
                    <a:pt x="3" y="191"/>
                  </a:cubicBezTo>
                  <a:cubicBezTo>
                    <a:pt x="2" y="196"/>
                    <a:pt x="1" y="201"/>
                    <a:pt x="2" y="201"/>
                  </a:cubicBezTo>
                  <a:cubicBezTo>
                    <a:pt x="2" y="201"/>
                    <a:pt x="3" y="199"/>
                    <a:pt x="6" y="193"/>
                  </a:cubicBezTo>
                  <a:cubicBezTo>
                    <a:pt x="4" y="191"/>
                    <a:pt x="5" y="188"/>
                    <a:pt x="7" y="186"/>
                  </a:cubicBezTo>
                  <a:lnTo>
                    <a:pt x="7" y="186"/>
                  </a:lnTo>
                  <a:cubicBezTo>
                    <a:pt x="6" y="189"/>
                    <a:pt x="5" y="191"/>
                    <a:pt x="5" y="191"/>
                  </a:cubicBezTo>
                  <a:cubicBezTo>
                    <a:pt x="5" y="191"/>
                    <a:pt x="6" y="189"/>
                    <a:pt x="8" y="186"/>
                  </a:cubicBezTo>
                  <a:lnTo>
                    <a:pt x="8" y="186"/>
                  </a:lnTo>
                  <a:cubicBezTo>
                    <a:pt x="8" y="186"/>
                    <a:pt x="7" y="186"/>
                    <a:pt x="7" y="186"/>
                  </a:cubicBezTo>
                  <a:lnTo>
                    <a:pt x="7" y="186"/>
                  </a:lnTo>
                  <a:cubicBezTo>
                    <a:pt x="9" y="182"/>
                    <a:pt x="12" y="176"/>
                    <a:pt x="15" y="170"/>
                  </a:cubicBezTo>
                  <a:lnTo>
                    <a:pt x="15" y="170"/>
                  </a:lnTo>
                  <a:cubicBezTo>
                    <a:pt x="14" y="175"/>
                    <a:pt x="12" y="180"/>
                    <a:pt x="8" y="185"/>
                  </a:cubicBezTo>
                  <a:cubicBezTo>
                    <a:pt x="8" y="186"/>
                    <a:pt x="8" y="186"/>
                    <a:pt x="8" y="186"/>
                  </a:cubicBezTo>
                  <a:lnTo>
                    <a:pt x="8" y="186"/>
                  </a:lnTo>
                  <a:cubicBezTo>
                    <a:pt x="8" y="186"/>
                    <a:pt x="8" y="186"/>
                    <a:pt x="8" y="186"/>
                  </a:cubicBezTo>
                  <a:cubicBezTo>
                    <a:pt x="9" y="186"/>
                    <a:pt x="10" y="186"/>
                    <a:pt x="11" y="187"/>
                  </a:cubicBezTo>
                  <a:cubicBezTo>
                    <a:pt x="15" y="189"/>
                    <a:pt x="13" y="195"/>
                    <a:pt x="8" y="195"/>
                  </a:cubicBezTo>
                  <a:cubicBezTo>
                    <a:pt x="8" y="195"/>
                    <a:pt x="8" y="194"/>
                    <a:pt x="7" y="194"/>
                  </a:cubicBezTo>
                  <a:lnTo>
                    <a:pt x="7" y="194"/>
                  </a:lnTo>
                  <a:cubicBezTo>
                    <a:pt x="5" y="201"/>
                    <a:pt x="6" y="202"/>
                    <a:pt x="8" y="203"/>
                  </a:cubicBezTo>
                  <a:cubicBezTo>
                    <a:pt x="11" y="204"/>
                    <a:pt x="12" y="206"/>
                    <a:pt x="9" y="213"/>
                  </a:cubicBezTo>
                  <a:cubicBezTo>
                    <a:pt x="7" y="221"/>
                    <a:pt x="7" y="221"/>
                    <a:pt x="7" y="221"/>
                  </a:cubicBezTo>
                  <a:cubicBezTo>
                    <a:pt x="9" y="217"/>
                    <a:pt x="11" y="216"/>
                    <a:pt x="12" y="216"/>
                  </a:cubicBezTo>
                  <a:cubicBezTo>
                    <a:pt x="13" y="216"/>
                    <a:pt x="15" y="216"/>
                    <a:pt x="16" y="217"/>
                  </a:cubicBezTo>
                  <a:cubicBezTo>
                    <a:pt x="17" y="218"/>
                    <a:pt x="19" y="218"/>
                    <a:pt x="20" y="218"/>
                  </a:cubicBezTo>
                  <a:cubicBezTo>
                    <a:pt x="22" y="218"/>
                    <a:pt x="23" y="217"/>
                    <a:pt x="25" y="212"/>
                  </a:cubicBezTo>
                  <a:lnTo>
                    <a:pt x="26" y="213"/>
                  </a:lnTo>
                  <a:cubicBezTo>
                    <a:pt x="23" y="221"/>
                    <a:pt x="24" y="221"/>
                    <a:pt x="25" y="221"/>
                  </a:cubicBezTo>
                  <a:cubicBezTo>
                    <a:pt x="28" y="215"/>
                    <a:pt x="30" y="215"/>
                    <a:pt x="30" y="215"/>
                  </a:cubicBezTo>
                  <a:lnTo>
                    <a:pt x="30" y="215"/>
                  </a:lnTo>
                  <a:cubicBezTo>
                    <a:pt x="26" y="222"/>
                    <a:pt x="27" y="222"/>
                    <a:pt x="28" y="224"/>
                  </a:cubicBezTo>
                  <a:cubicBezTo>
                    <a:pt x="28" y="224"/>
                    <a:pt x="30" y="224"/>
                    <a:pt x="32" y="217"/>
                  </a:cubicBezTo>
                  <a:cubicBezTo>
                    <a:pt x="33" y="217"/>
                    <a:pt x="35" y="218"/>
                    <a:pt x="34" y="227"/>
                  </a:cubicBezTo>
                  <a:cubicBezTo>
                    <a:pt x="33" y="229"/>
                    <a:pt x="33" y="230"/>
                    <a:pt x="33" y="230"/>
                  </a:cubicBezTo>
                  <a:cubicBezTo>
                    <a:pt x="34" y="230"/>
                    <a:pt x="36" y="225"/>
                    <a:pt x="39" y="219"/>
                  </a:cubicBezTo>
                  <a:cubicBezTo>
                    <a:pt x="40" y="215"/>
                    <a:pt x="42" y="209"/>
                    <a:pt x="44" y="204"/>
                  </a:cubicBezTo>
                  <a:lnTo>
                    <a:pt x="44" y="204"/>
                  </a:lnTo>
                  <a:cubicBezTo>
                    <a:pt x="44" y="205"/>
                    <a:pt x="42" y="212"/>
                    <a:pt x="39" y="220"/>
                  </a:cubicBezTo>
                  <a:cubicBezTo>
                    <a:pt x="36" y="227"/>
                    <a:pt x="36" y="227"/>
                    <a:pt x="36" y="228"/>
                  </a:cubicBezTo>
                  <a:lnTo>
                    <a:pt x="37" y="228"/>
                  </a:lnTo>
                  <a:cubicBezTo>
                    <a:pt x="39" y="223"/>
                    <a:pt x="41" y="222"/>
                    <a:pt x="42" y="222"/>
                  </a:cubicBezTo>
                  <a:cubicBezTo>
                    <a:pt x="43" y="222"/>
                    <a:pt x="44" y="223"/>
                    <a:pt x="45" y="224"/>
                  </a:cubicBezTo>
                  <a:cubicBezTo>
                    <a:pt x="47" y="224"/>
                    <a:pt x="48" y="224"/>
                    <a:pt x="49" y="224"/>
                  </a:cubicBezTo>
                  <a:cubicBezTo>
                    <a:pt x="51" y="224"/>
                    <a:pt x="52" y="223"/>
                    <a:pt x="53" y="218"/>
                  </a:cubicBezTo>
                  <a:cubicBezTo>
                    <a:pt x="55" y="214"/>
                    <a:pt x="56" y="212"/>
                    <a:pt x="56" y="212"/>
                  </a:cubicBezTo>
                  <a:lnTo>
                    <a:pt x="56" y="212"/>
                  </a:lnTo>
                  <a:cubicBezTo>
                    <a:pt x="56" y="212"/>
                    <a:pt x="56" y="214"/>
                    <a:pt x="55" y="219"/>
                  </a:cubicBezTo>
                  <a:cubicBezTo>
                    <a:pt x="53" y="235"/>
                    <a:pt x="51" y="241"/>
                    <a:pt x="52" y="241"/>
                  </a:cubicBezTo>
                  <a:cubicBezTo>
                    <a:pt x="52" y="241"/>
                    <a:pt x="52" y="239"/>
                    <a:pt x="53" y="236"/>
                  </a:cubicBezTo>
                  <a:cubicBezTo>
                    <a:pt x="54" y="230"/>
                    <a:pt x="56" y="225"/>
                    <a:pt x="58" y="220"/>
                  </a:cubicBezTo>
                  <a:cubicBezTo>
                    <a:pt x="60" y="212"/>
                    <a:pt x="62" y="208"/>
                    <a:pt x="62" y="208"/>
                  </a:cubicBezTo>
                  <a:lnTo>
                    <a:pt x="62" y="208"/>
                  </a:lnTo>
                  <a:cubicBezTo>
                    <a:pt x="62" y="208"/>
                    <a:pt x="61" y="212"/>
                    <a:pt x="59" y="220"/>
                  </a:cubicBezTo>
                  <a:cubicBezTo>
                    <a:pt x="57" y="227"/>
                    <a:pt x="57" y="230"/>
                    <a:pt x="59" y="230"/>
                  </a:cubicBezTo>
                  <a:cubicBezTo>
                    <a:pt x="61" y="230"/>
                    <a:pt x="65" y="225"/>
                    <a:pt x="68" y="216"/>
                  </a:cubicBezTo>
                  <a:lnTo>
                    <a:pt x="68" y="216"/>
                  </a:lnTo>
                  <a:cubicBezTo>
                    <a:pt x="68" y="219"/>
                    <a:pt x="68" y="217"/>
                    <a:pt x="65" y="224"/>
                  </a:cubicBezTo>
                  <a:cubicBezTo>
                    <a:pt x="63" y="231"/>
                    <a:pt x="64" y="231"/>
                    <a:pt x="65" y="233"/>
                  </a:cubicBezTo>
                  <a:lnTo>
                    <a:pt x="68" y="233"/>
                  </a:lnTo>
                  <a:cubicBezTo>
                    <a:pt x="70" y="226"/>
                    <a:pt x="71" y="224"/>
                    <a:pt x="71" y="224"/>
                  </a:cubicBezTo>
                  <a:lnTo>
                    <a:pt x="71" y="224"/>
                  </a:lnTo>
                  <a:cubicBezTo>
                    <a:pt x="72" y="224"/>
                    <a:pt x="71" y="229"/>
                    <a:pt x="70" y="234"/>
                  </a:cubicBezTo>
                  <a:cubicBezTo>
                    <a:pt x="69" y="243"/>
                    <a:pt x="69" y="243"/>
                    <a:pt x="69" y="243"/>
                  </a:cubicBezTo>
                  <a:cubicBezTo>
                    <a:pt x="72" y="236"/>
                    <a:pt x="73" y="234"/>
                    <a:pt x="74" y="234"/>
                  </a:cubicBezTo>
                  <a:lnTo>
                    <a:pt x="74" y="234"/>
                  </a:lnTo>
                  <a:cubicBezTo>
                    <a:pt x="75" y="234"/>
                    <a:pt x="75" y="239"/>
                    <a:pt x="73" y="244"/>
                  </a:cubicBezTo>
                  <a:lnTo>
                    <a:pt x="74" y="245"/>
                  </a:lnTo>
                  <a:cubicBezTo>
                    <a:pt x="77" y="237"/>
                    <a:pt x="78" y="237"/>
                    <a:pt x="78" y="237"/>
                  </a:cubicBezTo>
                  <a:cubicBezTo>
                    <a:pt x="78" y="237"/>
                    <a:pt x="78" y="238"/>
                    <a:pt x="79" y="238"/>
                  </a:cubicBezTo>
                  <a:cubicBezTo>
                    <a:pt x="80" y="238"/>
                    <a:pt x="80" y="236"/>
                    <a:pt x="81" y="230"/>
                  </a:cubicBezTo>
                  <a:cubicBezTo>
                    <a:pt x="82" y="226"/>
                    <a:pt x="83" y="222"/>
                    <a:pt x="85" y="218"/>
                  </a:cubicBezTo>
                  <a:lnTo>
                    <a:pt x="85" y="218"/>
                  </a:lnTo>
                  <a:lnTo>
                    <a:pt x="83" y="222"/>
                  </a:lnTo>
                  <a:cubicBezTo>
                    <a:pt x="82" y="230"/>
                    <a:pt x="83" y="230"/>
                    <a:pt x="85" y="231"/>
                  </a:cubicBezTo>
                  <a:cubicBezTo>
                    <a:pt x="87" y="233"/>
                    <a:pt x="88" y="233"/>
                    <a:pt x="87" y="240"/>
                  </a:cubicBezTo>
                  <a:lnTo>
                    <a:pt x="89" y="233"/>
                  </a:lnTo>
                  <a:cubicBezTo>
                    <a:pt x="90" y="229"/>
                    <a:pt x="91" y="228"/>
                    <a:pt x="91" y="228"/>
                  </a:cubicBezTo>
                  <a:lnTo>
                    <a:pt x="91" y="228"/>
                  </a:lnTo>
                  <a:cubicBezTo>
                    <a:pt x="92" y="228"/>
                    <a:pt x="91" y="230"/>
                    <a:pt x="90" y="234"/>
                  </a:cubicBezTo>
                  <a:cubicBezTo>
                    <a:pt x="89" y="238"/>
                    <a:pt x="89" y="240"/>
                    <a:pt x="90" y="240"/>
                  </a:cubicBezTo>
                  <a:cubicBezTo>
                    <a:pt x="91" y="240"/>
                    <a:pt x="92" y="238"/>
                    <a:pt x="94" y="235"/>
                  </a:cubicBezTo>
                  <a:lnTo>
                    <a:pt x="94" y="235"/>
                  </a:lnTo>
                  <a:cubicBezTo>
                    <a:pt x="92" y="243"/>
                    <a:pt x="92" y="248"/>
                    <a:pt x="92" y="248"/>
                  </a:cubicBezTo>
                  <a:cubicBezTo>
                    <a:pt x="93" y="248"/>
                    <a:pt x="95" y="244"/>
                    <a:pt x="97" y="236"/>
                  </a:cubicBezTo>
                  <a:lnTo>
                    <a:pt x="97" y="236"/>
                  </a:lnTo>
                  <a:cubicBezTo>
                    <a:pt x="95" y="244"/>
                    <a:pt x="95" y="244"/>
                    <a:pt x="96" y="244"/>
                  </a:cubicBezTo>
                  <a:cubicBezTo>
                    <a:pt x="97" y="241"/>
                    <a:pt x="98" y="239"/>
                    <a:pt x="98" y="239"/>
                  </a:cubicBezTo>
                  <a:lnTo>
                    <a:pt x="98" y="239"/>
                  </a:lnTo>
                  <a:cubicBezTo>
                    <a:pt x="99" y="239"/>
                    <a:pt x="99" y="241"/>
                    <a:pt x="98" y="245"/>
                  </a:cubicBezTo>
                  <a:lnTo>
                    <a:pt x="99" y="245"/>
                  </a:lnTo>
                  <a:cubicBezTo>
                    <a:pt x="101" y="239"/>
                    <a:pt x="101" y="238"/>
                    <a:pt x="101" y="238"/>
                  </a:cubicBezTo>
                  <a:cubicBezTo>
                    <a:pt x="101" y="238"/>
                    <a:pt x="101" y="238"/>
                    <a:pt x="101" y="238"/>
                  </a:cubicBezTo>
                  <a:cubicBezTo>
                    <a:pt x="102" y="238"/>
                    <a:pt x="102" y="238"/>
                    <a:pt x="105" y="230"/>
                  </a:cubicBezTo>
                  <a:cubicBezTo>
                    <a:pt x="107" y="222"/>
                    <a:pt x="108" y="222"/>
                    <a:pt x="108" y="222"/>
                  </a:cubicBezTo>
                  <a:lnTo>
                    <a:pt x="108" y="222"/>
                  </a:lnTo>
                  <a:cubicBezTo>
                    <a:pt x="107" y="228"/>
                    <a:pt x="106" y="234"/>
                    <a:pt x="104" y="238"/>
                  </a:cubicBezTo>
                  <a:cubicBezTo>
                    <a:pt x="103" y="242"/>
                    <a:pt x="102" y="244"/>
                    <a:pt x="103" y="244"/>
                  </a:cubicBezTo>
                  <a:cubicBezTo>
                    <a:pt x="103" y="244"/>
                    <a:pt x="104" y="240"/>
                    <a:pt x="107" y="231"/>
                  </a:cubicBezTo>
                  <a:cubicBezTo>
                    <a:pt x="110" y="224"/>
                    <a:pt x="111" y="220"/>
                    <a:pt x="111" y="220"/>
                  </a:cubicBezTo>
                  <a:lnTo>
                    <a:pt x="111" y="220"/>
                  </a:lnTo>
                  <a:cubicBezTo>
                    <a:pt x="111" y="220"/>
                    <a:pt x="110" y="224"/>
                    <a:pt x="108" y="231"/>
                  </a:cubicBezTo>
                  <a:cubicBezTo>
                    <a:pt x="107" y="234"/>
                    <a:pt x="106" y="237"/>
                    <a:pt x="106" y="239"/>
                  </a:cubicBezTo>
                  <a:cubicBezTo>
                    <a:pt x="106" y="239"/>
                    <a:pt x="107" y="239"/>
                    <a:pt x="109" y="231"/>
                  </a:cubicBezTo>
                  <a:lnTo>
                    <a:pt x="110" y="233"/>
                  </a:lnTo>
                  <a:cubicBezTo>
                    <a:pt x="109" y="240"/>
                    <a:pt x="109" y="240"/>
                    <a:pt x="110" y="240"/>
                  </a:cubicBezTo>
                  <a:cubicBezTo>
                    <a:pt x="111" y="237"/>
                    <a:pt x="112" y="235"/>
                    <a:pt x="112" y="235"/>
                  </a:cubicBezTo>
                  <a:lnTo>
                    <a:pt x="112" y="235"/>
                  </a:lnTo>
                  <a:cubicBezTo>
                    <a:pt x="112" y="235"/>
                    <a:pt x="112" y="237"/>
                    <a:pt x="111" y="242"/>
                  </a:cubicBezTo>
                  <a:cubicBezTo>
                    <a:pt x="111" y="245"/>
                    <a:pt x="110" y="247"/>
                    <a:pt x="110" y="247"/>
                  </a:cubicBezTo>
                  <a:cubicBezTo>
                    <a:pt x="111" y="247"/>
                    <a:pt x="112" y="243"/>
                    <a:pt x="114" y="234"/>
                  </a:cubicBezTo>
                  <a:cubicBezTo>
                    <a:pt x="115" y="230"/>
                    <a:pt x="115" y="228"/>
                    <a:pt x="116" y="228"/>
                  </a:cubicBezTo>
                  <a:lnTo>
                    <a:pt x="116" y="228"/>
                  </a:lnTo>
                  <a:cubicBezTo>
                    <a:pt x="116" y="228"/>
                    <a:pt x="115" y="230"/>
                    <a:pt x="115" y="234"/>
                  </a:cubicBezTo>
                  <a:cubicBezTo>
                    <a:pt x="113" y="243"/>
                    <a:pt x="112" y="247"/>
                    <a:pt x="112" y="247"/>
                  </a:cubicBezTo>
                  <a:cubicBezTo>
                    <a:pt x="112" y="247"/>
                    <a:pt x="113" y="245"/>
                    <a:pt x="114" y="242"/>
                  </a:cubicBezTo>
                  <a:cubicBezTo>
                    <a:pt x="115" y="235"/>
                    <a:pt x="116" y="235"/>
                    <a:pt x="116" y="235"/>
                  </a:cubicBezTo>
                  <a:cubicBezTo>
                    <a:pt x="116" y="235"/>
                    <a:pt x="116" y="235"/>
                    <a:pt x="116" y="235"/>
                  </a:cubicBezTo>
                  <a:cubicBezTo>
                    <a:pt x="117" y="229"/>
                    <a:pt x="118" y="224"/>
                    <a:pt x="120" y="219"/>
                  </a:cubicBezTo>
                  <a:lnTo>
                    <a:pt x="120" y="219"/>
                  </a:lnTo>
                  <a:lnTo>
                    <a:pt x="119" y="227"/>
                  </a:lnTo>
                  <a:lnTo>
                    <a:pt x="117" y="235"/>
                  </a:lnTo>
                  <a:lnTo>
                    <a:pt x="116" y="235"/>
                  </a:lnTo>
                  <a:cubicBezTo>
                    <a:pt x="115" y="243"/>
                    <a:pt x="118" y="244"/>
                    <a:pt x="123" y="245"/>
                  </a:cubicBezTo>
                  <a:cubicBezTo>
                    <a:pt x="125" y="240"/>
                    <a:pt x="126" y="235"/>
                    <a:pt x="127" y="229"/>
                  </a:cubicBezTo>
                  <a:lnTo>
                    <a:pt x="127" y="229"/>
                  </a:lnTo>
                  <a:cubicBezTo>
                    <a:pt x="125" y="242"/>
                    <a:pt x="124" y="248"/>
                    <a:pt x="124" y="248"/>
                  </a:cubicBezTo>
                  <a:cubicBezTo>
                    <a:pt x="125" y="248"/>
                    <a:pt x="126" y="242"/>
                    <a:pt x="128" y="230"/>
                  </a:cubicBezTo>
                  <a:lnTo>
                    <a:pt x="128" y="230"/>
                  </a:lnTo>
                  <a:cubicBezTo>
                    <a:pt x="128" y="234"/>
                    <a:pt x="127" y="236"/>
                    <a:pt x="128" y="236"/>
                  </a:cubicBezTo>
                  <a:cubicBezTo>
                    <a:pt x="128" y="236"/>
                    <a:pt x="128" y="234"/>
                    <a:pt x="129" y="230"/>
                  </a:cubicBezTo>
                  <a:lnTo>
                    <a:pt x="129" y="230"/>
                  </a:lnTo>
                  <a:cubicBezTo>
                    <a:pt x="129" y="236"/>
                    <a:pt x="129" y="242"/>
                    <a:pt x="129" y="242"/>
                  </a:cubicBezTo>
                  <a:cubicBezTo>
                    <a:pt x="129" y="242"/>
                    <a:pt x="129" y="241"/>
                    <a:pt x="129" y="238"/>
                  </a:cubicBezTo>
                  <a:cubicBezTo>
                    <a:pt x="129" y="238"/>
                    <a:pt x="129" y="239"/>
                    <a:pt x="129" y="247"/>
                  </a:cubicBezTo>
                  <a:cubicBezTo>
                    <a:pt x="129" y="249"/>
                    <a:pt x="129" y="250"/>
                    <a:pt x="129" y="250"/>
                  </a:cubicBezTo>
                  <a:cubicBezTo>
                    <a:pt x="129" y="250"/>
                    <a:pt x="130" y="245"/>
                    <a:pt x="132" y="239"/>
                  </a:cubicBezTo>
                  <a:cubicBezTo>
                    <a:pt x="134" y="231"/>
                    <a:pt x="135" y="227"/>
                    <a:pt x="135" y="227"/>
                  </a:cubicBezTo>
                  <a:lnTo>
                    <a:pt x="135" y="227"/>
                  </a:lnTo>
                  <a:cubicBezTo>
                    <a:pt x="135" y="227"/>
                    <a:pt x="134" y="231"/>
                    <a:pt x="133" y="239"/>
                  </a:cubicBezTo>
                  <a:cubicBezTo>
                    <a:pt x="131" y="246"/>
                    <a:pt x="131" y="249"/>
                    <a:pt x="132" y="249"/>
                  </a:cubicBezTo>
                  <a:cubicBezTo>
                    <a:pt x="133" y="249"/>
                    <a:pt x="135" y="242"/>
                    <a:pt x="137" y="233"/>
                  </a:cubicBezTo>
                  <a:cubicBezTo>
                    <a:pt x="138" y="233"/>
                    <a:pt x="138" y="233"/>
                    <a:pt x="137" y="242"/>
                  </a:cubicBezTo>
                  <a:cubicBezTo>
                    <a:pt x="137" y="242"/>
                    <a:pt x="137" y="242"/>
                    <a:pt x="140" y="234"/>
                  </a:cubicBezTo>
                  <a:cubicBezTo>
                    <a:pt x="141" y="228"/>
                    <a:pt x="142" y="225"/>
                    <a:pt x="143" y="225"/>
                  </a:cubicBezTo>
                  <a:lnTo>
                    <a:pt x="143" y="225"/>
                  </a:lnTo>
                  <a:cubicBezTo>
                    <a:pt x="144" y="225"/>
                    <a:pt x="143" y="232"/>
                    <a:pt x="142" y="243"/>
                  </a:cubicBezTo>
                  <a:lnTo>
                    <a:pt x="144" y="235"/>
                  </a:lnTo>
                  <a:cubicBezTo>
                    <a:pt x="145" y="225"/>
                    <a:pt x="147" y="218"/>
                    <a:pt x="147" y="218"/>
                  </a:cubicBezTo>
                  <a:lnTo>
                    <a:pt x="147" y="218"/>
                  </a:lnTo>
                  <a:cubicBezTo>
                    <a:pt x="147" y="218"/>
                    <a:pt x="147" y="221"/>
                    <a:pt x="146" y="227"/>
                  </a:cubicBezTo>
                  <a:lnTo>
                    <a:pt x="145" y="235"/>
                  </a:lnTo>
                  <a:cubicBezTo>
                    <a:pt x="146" y="229"/>
                    <a:pt x="147" y="227"/>
                    <a:pt x="147" y="227"/>
                  </a:cubicBezTo>
                  <a:lnTo>
                    <a:pt x="147" y="227"/>
                  </a:lnTo>
                  <a:cubicBezTo>
                    <a:pt x="147" y="227"/>
                    <a:pt x="148" y="230"/>
                    <a:pt x="147" y="235"/>
                  </a:cubicBezTo>
                  <a:lnTo>
                    <a:pt x="147" y="235"/>
                  </a:lnTo>
                  <a:cubicBezTo>
                    <a:pt x="148" y="232"/>
                    <a:pt x="149" y="230"/>
                    <a:pt x="150" y="228"/>
                  </a:cubicBezTo>
                  <a:lnTo>
                    <a:pt x="150" y="228"/>
                  </a:lnTo>
                  <a:cubicBezTo>
                    <a:pt x="150" y="228"/>
                    <a:pt x="150" y="228"/>
                    <a:pt x="148" y="236"/>
                  </a:cubicBezTo>
                  <a:cubicBezTo>
                    <a:pt x="148" y="242"/>
                    <a:pt x="148" y="248"/>
                    <a:pt x="148" y="248"/>
                  </a:cubicBezTo>
                  <a:cubicBezTo>
                    <a:pt x="148" y="248"/>
                    <a:pt x="148" y="247"/>
                    <a:pt x="148" y="245"/>
                  </a:cubicBezTo>
                  <a:cubicBezTo>
                    <a:pt x="148" y="245"/>
                    <a:pt x="148" y="245"/>
                    <a:pt x="148" y="253"/>
                  </a:cubicBezTo>
                  <a:lnTo>
                    <a:pt x="151" y="253"/>
                  </a:lnTo>
                  <a:cubicBezTo>
                    <a:pt x="151" y="249"/>
                    <a:pt x="152" y="247"/>
                    <a:pt x="152" y="247"/>
                  </a:cubicBezTo>
                  <a:lnTo>
                    <a:pt x="152" y="247"/>
                  </a:lnTo>
                  <a:cubicBezTo>
                    <a:pt x="152" y="247"/>
                    <a:pt x="152" y="250"/>
                    <a:pt x="152" y="254"/>
                  </a:cubicBezTo>
                  <a:cubicBezTo>
                    <a:pt x="152" y="254"/>
                    <a:pt x="153" y="254"/>
                    <a:pt x="154" y="246"/>
                  </a:cubicBezTo>
                  <a:cubicBezTo>
                    <a:pt x="155" y="246"/>
                    <a:pt x="155" y="246"/>
                    <a:pt x="154" y="254"/>
                  </a:cubicBezTo>
                  <a:cubicBezTo>
                    <a:pt x="154" y="258"/>
                    <a:pt x="153" y="261"/>
                    <a:pt x="153" y="261"/>
                  </a:cubicBezTo>
                  <a:cubicBezTo>
                    <a:pt x="154" y="261"/>
                    <a:pt x="154" y="258"/>
                    <a:pt x="155" y="254"/>
                  </a:cubicBezTo>
                  <a:cubicBezTo>
                    <a:pt x="156" y="248"/>
                    <a:pt x="156" y="247"/>
                    <a:pt x="157" y="247"/>
                  </a:cubicBezTo>
                  <a:cubicBezTo>
                    <a:pt x="157" y="247"/>
                    <a:pt x="157" y="247"/>
                    <a:pt x="157" y="247"/>
                  </a:cubicBezTo>
                  <a:cubicBezTo>
                    <a:pt x="159" y="239"/>
                    <a:pt x="159" y="239"/>
                    <a:pt x="160" y="239"/>
                  </a:cubicBezTo>
                  <a:cubicBezTo>
                    <a:pt x="160" y="239"/>
                    <a:pt x="161" y="247"/>
                    <a:pt x="161" y="247"/>
                  </a:cubicBezTo>
                  <a:cubicBezTo>
                    <a:pt x="161" y="247"/>
                    <a:pt x="161" y="248"/>
                    <a:pt x="162" y="248"/>
                  </a:cubicBezTo>
                  <a:cubicBezTo>
                    <a:pt x="162" y="248"/>
                    <a:pt x="162" y="246"/>
                    <a:pt x="163" y="239"/>
                  </a:cubicBezTo>
                  <a:lnTo>
                    <a:pt x="163" y="239"/>
                  </a:lnTo>
                  <a:cubicBezTo>
                    <a:pt x="163" y="240"/>
                    <a:pt x="163" y="240"/>
                    <a:pt x="163" y="240"/>
                  </a:cubicBezTo>
                  <a:cubicBezTo>
                    <a:pt x="164" y="240"/>
                    <a:pt x="164" y="248"/>
                    <a:pt x="165" y="248"/>
                  </a:cubicBezTo>
                  <a:cubicBezTo>
                    <a:pt x="166" y="249"/>
                    <a:pt x="166" y="249"/>
                    <a:pt x="167" y="249"/>
                  </a:cubicBezTo>
                  <a:cubicBezTo>
                    <a:pt x="168" y="249"/>
                    <a:pt x="168" y="247"/>
                    <a:pt x="169" y="242"/>
                  </a:cubicBezTo>
                  <a:lnTo>
                    <a:pt x="169" y="242"/>
                  </a:lnTo>
                  <a:cubicBezTo>
                    <a:pt x="168" y="251"/>
                    <a:pt x="168" y="255"/>
                    <a:pt x="169" y="255"/>
                  </a:cubicBezTo>
                  <a:cubicBezTo>
                    <a:pt x="169" y="255"/>
                    <a:pt x="169" y="253"/>
                    <a:pt x="170" y="249"/>
                  </a:cubicBezTo>
                  <a:cubicBezTo>
                    <a:pt x="171" y="242"/>
                    <a:pt x="171" y="242"/>
                    <a:pt x="171" y="242"/>
                  </a:cubicBezTo>
                  <a:lnTo>
                    <a:pt x="171" y="242"/>
                  </a:lnTo>
                  <a:cubicBezTo>
                    <a:pt x="170" y="246"/>
                    <a:pt x="170" y="248"/>
                    <a:pt x="171" y="248"/>
                  </a:cubicBezTo>
                  <a:cubicBezTo>
                    <a:pt x="171" y="248"/>
                    <a:pt x="171" y="246"/>
                    <a:pt x="172" y="243"/>
                  </a:cubicBezTo>
                  <a:cubicBezTo>
                    <a:pt x="173" y="243"/>
                    <a:pt x="173" y="243"/>
                    <a:pt x="172" y="250"/>
                  </a:cubicBezTo>
                  <a:lnTo>
                    <a:pt x="173" y="250"/>
                  </a:lnTo>
                  <a:cubicBezTo>
                    <a:pt x="174" y="244"/>
                    <a:pt x="175" y="242"/>
                    <a:pt x="176" y="242"/>
                  </a:cubicBezTo>
                  <a:cubicBezTo>
                    <a:pt x="177" y="242"/>
                    <a:pt x="178" y="247"/>
                    <a:pt x="178" y="252"/>
                  </a:cubicBezTo>
                  <a:cubicBezTo>
                    <a:pt x="178" y="252"/>
                    <a:pt x="178" y="252"/>
                    <a:pt x="179" y="244"/>
                  </a:cubicBezTo>
                  <a:cubicBezTo>
                    <a:pt x="180" y="236"/>
                    <a:pt x="181" y="232"/>
                    <a:pt x="181" y="232"/>
                  </a:cubicBezTo>
                  <a:lnTo>
                    <a:pt x="181" y="232"/>
                  </a:lnTo>
                  <a:cubicBezTo>
                    <a:pt x="181" y="232"/>
                    <a:pt x="181" y="236"/>
                    <a:pt x="180" y="244"/>
                  </a:cubicBezTo>
                  <a:cubicBezTo>
                    <a:pt x="179" y="252"/>
                    <a:pt x="179" y="256"/>
                    <a:pt x="179" y="256"/>
                  </a:cubicBezTo>
                  <a:cubicBezTo>
                    <a:pt x="179" y="256"/>
                    <a:pt x="180" y="252"/>
                    <a:pt x="181" y="244"/>
                  </a:cubicBezTo>
                  <a:cubicBezTo>
                    <a:pt x="181" y="241"/>
                    <a:pt x="182" y="239"/>
                    <a:pt x="183" y="239"/>
                  </a:cubicBezTo>
                  <a:lnTo>
                    <a:pt x="183" y="239"/>
                  </a:lnTo>
                  <a:cubicBezTo>
                    <a:pt x="183" y="239"/>
                    <a:pt x="183" y="243"/>
                    <a:pt x="182" y="253"/>
                  </a:cubicBezTo>
                  <a:lnTo>
                    <a:pt x="181" y="268"/>
                  </a:lnTo>
                  <a:cubicBezTo>
                    <a:pt x="182" y="261"/>
                    <a:pt x="182" y="261"/>
                    <a:pt x="182" y="261"/>
                  </a:cubicBezTo>
                  <a:cubicBezTo>
                    <a:pt x="183" y="253"/>
                    <a:pt x="183" y="253"/>
                    <a:pt x="186" y="253"/>
                  </a:cubicBezTo>
                  <a:cubicBezTo>
                    <a:pt x="186" y="253"/>
                    <a:pt x="186" y="253"/>
                    <a:pt x="186" y="253"/>
                  </a:cubicBezTo>
                  <a:cubicBezTo>
                    <a:pt x="187" y="253"/>
                    <a:pt x="189" y="246"/>
                    <a:pt x="190" y="246"/>
                  </a:cubicBezTo>
                  <a:cubicBezTo>
                    <a:pt x="190" y="246"/>
                    <a:pt x="192" y="246"/>
                    <a:pt x="192" y="255"/>
                  </a:cubicBezTo>
                  <a:cubicBezTo>
                    <a:pt x="192" y="255"/>
                    <a:pt x="193" y="255"/>
                    <a:pt x="194" y="247"/>
                  </a:cubicBezTo>
                  <a:cubicBezTo>
                    <a:pt x="195" y="243"/>
                    <a:pt x="196" y="241"/>
                    <a:pt x="196" y="241"/>
                  </a:cubicBezTo>
                  <a:lnTo>
                    <a:pt x="196" y="241"/>
                  </a:lnTo>
                  <a:cubicBezTo>
                    <a:pt x="196" y="241"/>
                    <a:pt x="196" y="243"/>
                    <a:pt x="196" y="247"/>
                  </a:cubicBezTo>
                  <a:lnTo>
                    <a:pt x="197" y="247"/>
                  </a:lnTo>
                  <a:cubicBezTo>
                    <a:pt x="198" y="239"/>
                    <a:pt x="198" y="239"/>
                    <a:pt x="198" y="239"/>
                  </a:cubicBezTo>
                  <a:cubicBezTo>
                    <a:pt x="198" y="245"/>
                    <a:pt x="198" y="251"/>
                    <a:pt x="198" y="251"/>
                  </a:cubicBezTo>
                  <a:cubicBezTo>
                    <a:pt x="198" y="251"/>
                    <a:pt x="199" y="250"/>
                    <a:pt x="199" y="248"/>
                  </a:cubicBezTo>
                  <a:cubicBezTo>
                    <a:pt x="199" y="242"/>
                    <a:pt x="200" y="240"/>
                    <a:pt x="200" y="240"/>
                  </a:cubicBezTo>
                  <a:cubicBezTo>
                    <a:pt x="200" y="240"/>
                    <a:pt x="200" y="240"/>
                    <a:pt x="200" y="240"/>
                  </a:cubicBezTo>
                  <a:cubicBezTo>
                    <a:pt x="201" y="245"/>
                    <a:pt x="206" y="248"/>
                    <a:pt x="211" y="248"/>
                  </a:cubicBezTo>
                  <a:cubicBezTo>
                    <a:pt x="214" y="248"/>
                    <a:pt x="217" y="246"/>
                    <a:pt x="217" y="243"/>
                  </a:cubicBezTo>
                  <a:lnTo>
                    <a:pt x="220" y="243"/>
                  </a:lnTo>
                  <a:cubicBezTo>
                    <a:pt x="220" y="250"/>
                    <a:pt x="220" y="253"/>
                    <a:pt x="221" y="253"/>
                  </a:cubicBezTo>
                  <a:cubicBezTo>
                    <a:pt x="222" y="253"/>
                    <a:pt x="223" y="248"/>
                    <a:pt x="224" y="244"/>
                  </a:cubicBezTo>
                  <a:cubicBezTo>
                    <a:pt x="225" y="236"/>
                    <a:pt x="225" y="236"/>
                    <a:pt x="225" y="236"/>
                  </a:cubicBezTo>
                  <a:cubicBezTo>
                    <a:pt x="225" y="245"/>
                    <a:pt x="226" y="249"/>
                    <a:pt x="226" y="249"/>
                  </a:cubicBezTo>
                  <a:cubicBezTo>
                    <a:pt x="227" y="249"/>
                    <a:pt x="227" y="247"/>
                    <a:pt x="227" y="244"/>
                  </a:cubicBezTo>
                  <a:cubicBezTo>
                    <a:pt x="228" y="236"/>
                    <a:pt x="228" y="232"/>
                    <a:pt x="228" y="232"/>
                  </a:cubicBezTo>
                  <a:lnTo>
                    <a:pt x="228" y="232"/>
                  </a:lnTo>
                  <a:cubicBezTo>
                    <a:pt x="229" y="232"/>
                    <a:pt x="229" y="236"/>
                    <a:pt x="228" y="245"/>
                  </a:cubicBezTo>
                  <a:cubicBezTo>
                    <a:pt x="228" y="252"/>
                    <a:pt x="228" y="256"/>
                    <a:pt x="229" y="256"/>
                  </a:cubicBezTo>
                  <a:cubicBezTo>
                    <a:pt x="229" y="256"/>
                    <a:pt x="230" y="250"/>
                    <a:pt x="230" y="237"/>
                  </a:cubicBezTo>
                  <a:cubicBezTo>
                    <a:pt x="231" y="233"/>
                    <a:pt x="231" y="230"/>
                    <a:pt x="231" y="230"/>
                  </a:cubicBezTo>
                  <a:cubicBezTo>
                    <a:pt x="231" y="230"/>
                    <a:pt x="231" y="233"/>
                    <a:pt x="231" y="237"/>
                  </a:cubicBezTo>
                  <a:cubicBezTo>
                    <a:pt x="231" y="246"/>
                    <a:pt x="232" y="250"/>
                    <a:pt x="232" y="250"/>
                  </a:cubicBezTo>
                  <a:cubicBezTo>
                    <a:pt x="232" y="250"/>
                    <a:pt x="233" y="248"/>
                    <a:pt x="233" y="245"/>
                  </a:cubicBezTo>
                  <a:cubicBezTo>
                    <a:pt x="233" y="237"/>
                    <a:pt x="233" y="233"/>
                    <a:pt x="233" y="233"/>
                  </a:cubicBezTo>
                  <a:cubicBezTo>
                    <a:pt x="233" y="233"/>
                    <a:pt x="234" y="237"/>
                    <a:pt x="234" y="245"/>
                  </a:cubicBezTo>
                  <a:cubicBezTo>
                    <a:pt x="234" y="253"/>
                    <a:pt x="235" y="257"/>
                    <a:pt x="235" y="257"/>
                  </a:cubicBezTo>
                  <a:cubicBezTo>
                    <a:pt x="235" y="257"/>
                    <a:pt x="235" y="253"/>
                    <a:pt x="235" y="245"/>
                  </a:cubicBezTo>
                  <a:cubicBezTo>
                    <a:pt x="235" y="237"/>
                    <a:pt x="236" y="233"/>
                    <a:pt x="237" y="233"/>
                  </a:cubicBezTo>
                  <a:cubicBezTo>
                    <a:pt x="237" y="233"/>
                    <a:pt x="238" y="237"/>
                    <a:pt x="238" y="246"/>
                  </a:cubicBezTo>
                  <a:cubicBezTo>
                    <a:pt x="238" y="246"/>
                    <a:pt x="239" y="249"/>
                    <a:pt x="239" y="249"/>
                  </a:cubicBezTo>
                  <a:cubicBezTo>
                    <a:pt x="239" y="249"/>
                    <a:pt x="239" y="249"/>
                    <a:pt x="239" y="246"/>
                  </a:cubicBezTo>
                  <a:lnTo>
                    <a:pt x="239" y="254"/>
                  </a:lnTo>
                  <a:lnTo>
                    <a:pt x="240" y="254"/>
                  </a:lnTo>
                  <a:lnTo>
                    <a:pt x="240" y="246"/>
                  </a:lnTo>
                  <a:cubicBezTo>
                    <a:pt x="240" y="246"/>
                    <a:pt x="244" y="255"/>
                    <a:pt x="247" y="255"/>
                  </a:cubicBezTo>
                  <a:cubicBezTo>
                    <a:pt x="253" y="255"/>
                    <a:pt x="254" y="255"/>
                    <a:pt x="253" y="247"/>
                  </a:cubicBezTo>
                  <a:cubicBezTo>
                    <a:pt x="252" y="239"/>
                    <a:pt x="252" y="235"/>
                    <a:pt x="253" y="235"/>
                  </a:cubicBezTo>
                  <a:lnTo>
                    <a:pt x="253" y="235"/>
                  </a:lnTo>
                  <a:cubicBezTo>
                    <a:pt x="253" y="235"/>
                    <a:pt x="253" y="239"/>
                    <a:pt x="254" y="247"/>
                  </a:cubicBezTo>
                  <a:cubicBezTo>
                    <a:pt x="254" y="247"/>
                    <a:pt x="255" y="256"/>
                    <a:pt x="256" y="256"/>
                  </a:cubicBezTo>
                  <a:cubicBezTo>
                    <a:pt x="257" y="256"/>
                    <a:pt x="258" y="256"/>
                    <a:pt x="258" y="264"/>
                  </a:cubicBezTo>
                  <a:lnTo>
                    <a:pt x="260" y="264"/>
                  </a:lnTo>
                  <a:cubicBezTo>
                    <a:pt x="260" y="255"/>
                    <a:pt x="261" y="251"/>
                    <a:pt x="262" y="251"/>
                  </a:cubicBezTo>
                  <a:cubicBezTo>
                    <a:pt x="263" y="251"/>
                    <a:pt x="264" y="253"/>
                    <a:pt x="264" y="256"/>
                  </a:cubicBezTo>
                  <a:cubicBezTo>
                    <a:pt x="265" y="256"/>
                    <a:pt x="266" y="256"/>
                    <a:pt x="266" y="248"/>
                  </a:cubicBezTo>
                  <a:cubicBezTo>
                    <a:pt x="267" y="244"/>
                    <a:pt x="267" y="242"/>
                    <a:pt x="267" y="242"/>
                  </a:cubicBezTo>
                  <a:cubicBezTo>
                    <a:pt x="267" y="242"/>
                    <a:pt x="267" y="244"/>
                    <a:pt x="267" y="248"/>
                  </a:cubicBezTo>
                  <a:cubicBezTo>
                    <a:pt x="268" y="253"/>
                    <a:pt x="269" y="258"/>
                    <a:pt x="270" y="258"/>
                  </a:cubicBezTo>
                  <a:cubicBezTo>
                    <a:pt x="271" y="258"/>
                    <a:pt x="271" y="255"/>
                    <a:pt x="271" y="248"/>
                  </a:cubicBezTo>
                  <a:lnTo>
                    <a:pt x="271" y="248"/>
                  </a:lnTo>
                  <a:lnTo>
                    <a:pt x="272" y="257"/>
                  </a:lnTo>
                  <a:cubicBezTo>
                    <a:pt x="272" y="260"/>
                    <a:pt x="272" y="260"/>
                    <a:pt x="273" y="260"/>
                  </a:cubicBezTo>
                  <a:cubicBezTo>
                    <a:pt x="273" y="260"/>
                    <a:pt x="273" y="255"/>
                    <a:pt x="272" y="249"/>
                  </a:cubicBezTo>
                  <a:cubicBezTo>
                    <a:pt x="271" y="242"/>
                    <a:pt x="271" y="238"/>
                    <a:pt x="272" y="238"/>
                  </a:cubicBezTo>
                  <a:lnTo>
                    <a:pt x="272" y="238"/>
                  </a:lnTo>
                  <a:cubicBezTo>
                    <a:pt x="272" y="238"/>
                    <a:pt x="273" y="244"/>
                    <a:pt x="274" y="257"/>
                  </a:cubicBezTo>
                  <a:cubicBezTo>
                    <a:pt x="274" y="258"/>
                    <a:pt x="274" y="259"/>
                    <a:pt x="274" y="260"/>
                  </a:cubicBezTo>
                  <a:lnTo>
                    <a:pt x="274" y="260"/>
                  </a:lnTo>
                  <a:cubicBezTo>
                    <a:pt x="274" y="257"/>
                    <a:pt x="274" y="254"/>
                    <a:pt x="275" y="254"/>
                  </a:cubicBezTo>
                  <a:cubicBezTo>
                    <a:pt x="275" y="254"/>
                    <a:pt x="275" y="255"/>
                    <a:pt x="275" y="257"/>
                  </a:cubicBezTo>
                  <a:cubicBezTo>
                    <a:pt x="276" y="257"/>
                    <a:pt x="276" y="257"/>
                    <a:pt x="275" y="242"/>
                  </a:cubicBezTo>
                  <a:cubicBezTo>
                    <a:pt x="275" y="233"/>
                    <a:pt x="275" y="233"/>
                    <a:pt x="276" y="233"/>
                  </a:cubicBezTo>
                  <a:cubicBezTo>
                    <a:pt x="276" y="242"/>
                    <a:pt x="276" y="242"/>
                    <a:pt x="276" y="249"/>
                  </a:cubicBezTo>
                  <a:lnTo>
                    <a:pt x="277" y="249"/>
                  </a:lnTo>
                  <a:cubicBezTo>
                    <a:pt x="279" y="255"/>
                    <a:pt x="280" y="259"/>
                    <a:pt x="280" y="265"/>
                  </a:cubicBezTo>
                  <a:cubicBezTo>
                    <a:pt x="280" y="269"/>
                    <a:pt x="281" y="271"/>
                    <a:pt x="281" y="271"/>
                  </a:cubicBezTo>
                  <a:cubicBezTo>
                    <a:pt x="281" y="271"/>
                    <a:pt x="281" y="267"/>
                    <a:pt x="280" y="257"/>
                  </a:cubicBezTo>
                  <a:cubicBezTo>
                    <a:pt x="279" y="242"/>
                    <a:pt x="279" y="242"/>
                    <a:pt x="280" y="242"/>
                  </a:cubicBezTo>
                  <a:cubicBezTo>
                    <a:pt x="281" y="242"/>
                    <a:pt x="281" y="242"/>
                    <a:pt x="282" y="249"/>
                  </a:cubicBezTo>
                  <a:cubicBezTo>
                    <a:pt x="282" y="257"/>
                    <a:pt x="282" y="257"/>
                    <a:pt x="283" y="257"/>
                  </a:cubicBezTo>
                  <a:cubicBezTo>
                    <a:pt x="284" y="244"/>
                    <a:pt x="284" y="230"/>
                    <a:pt x="283" y="217"/>
                  </a:cubicBezTo>
                  <a:cubicBezTo>
                    <a:pt x="283" y="209"/>
                    <a:pt x="282" y="205"/>
                    <a:pt x="282" y="205"/>
                  </a:cubicBezTo>
                  <a:lnTo>
                    <a:pt x="282" y="205"/>
                  </a:lnTo>
                  <a:cubicBezTo>
                    <a:pt x="283" y="205"/>
                    <a:pt x="283" y="209"/>
                    <a:pt x="284" y="217"/>
                  </a:cubicBezTo>
                  <a:cubicBezTo>
                    <a:pt x="284" y="225"/>
                    <a:pt x="285" y="225"/>
                    <a:pt x="285" y="225"/>
                  </a:cubicBezTo>
                  <a:cubicBezTo>
                    <a:pt x="286" y="234"/>
                    <a:pt x="285" y="234"/>
                    <a:pt x="285" y="234"/>
                  </a:cubicBezTo>
                  <a:lnTo>
                    <a:pt x="285" y="242"/>
                  </a:lnTo>
                  <a:cubicBezTo>
                    <a:pt x="286" y="249"/>
                    <a:pt x="287" y="253"/>
                    <a:pt x="287" y="253"/>
                  </a:cubicBezTo>
                  <a:cubicBezTo>
                    <a:pt x="288" y="253"/>
                    <a:pt x="288" y="249"/>
                    <a:pt x="288" y="242"/>
                  </a:cubicBezTo>
                  <a:cubicBezTo>
                    <a:pt x="288" y="247"/>
                    <a:pt x="290" y="253"/>
                    <a:pt x="290" y="253"/>
                  </a:cubicBezTo>
                  <a:cubicBezTo>
                    <a:pt x="290" y="253"/>
                    <a:pt x="290" y="252"/>
                    <a:pt x="290" y="249"/>
                  </a:cubicBezTo>
                  <a:lnTo>
                    <a:pt x="290" y="249"/>
                  </a:lnTo>
                  <a:cubicBezTo>
                    <a:pt x="290" y="249"/>
                    <a:pt x="291" y="249"/>
                    <a:pt x="292" y="258"/>
                  </a:cubicBezTo>
                  <a:cubicBezTo>
                    <a:pt x="293" y="258"/>
                    <a:pt x="293" y="258"/>
                    <a:pt x="293" y="249"/>
                  </a:cubicBezTo>
                  <a:cubicBezTo>
                    <a:pt x="292" y="242"/>
                    <a:pt x="292" y="242"/>
                    <a:pt x="293" y="242"/>
                  </a:cubicBezTo>
                  <a:cubicBezTo>
                    <a:pt x="293" y="242"/>
                    <a:pt x="294" y="242"/>
                    <a:pt x="293" y="234"/>
                  </a:cubicBezTo>
                  <a:cubicBezTo>
                    <a:pt x="292" y="228"/>
                    <a:pt x="292" y="222"/>
                    <a:pt x="293" y="218"/>
                  </a:cubicBezTo>
                  <a:cubicBezTo>
                    <a:pt x="293" y="214"/>
                    <a:pt x="293" y="212"/>
                    <a:pt x="293" y="212"/>
                  </a:cubicBezTo>
                  <a:cubicBezTo>
                    <a:pt x="294" y="212"/>
                    <a:pt x="294" y="216"/>
                    <a:pt x="295" y="226"/>
                  </a:cubicBezTo>
                  <a:cubicBezTo>
                    <a:pt x="295" y="234"/>
                    <a:pt x="297" y="234"/>
                    <a:pt x="297" y="234"/>
                  </a:cubicBezTo>
                  <a:cubicBezTo>
                    <a:pt x="297" y="234"/>
                    <a:pt x="298" y="234"/>
                    <a:pt x="299" y="242"/>
                  </a:cubicBezTo>
                  <a:cubicBezTo>
                    <a:pt x="299" y="244"/>
                    <a:pt x="299" y="245"/>
                    <a:pt x="299" y="245"/>
                  </a:cubicBezTo>
                  <a:cubicBezTo>
                    <a:pt x="299" y="245"/>
                    <a:pt x="299" y="239"/>
                    <a:pt x="299" y="234"/>
                  </a:cubicBezTo>
                  <a:lnTo>
                    <a:pt x="299" y="234"/>
                  </a:lnTo>
                  <a:cubicBezTo>
                    <a:pt x="299" y="237"/>
                    <a:pt x="300" y="239"/>
                    <a:pt x="300" y="242"/>
                  </a:cubicBezTo>
                  <a:cubicBezTo>
                    <a:pt x="301" y="250"/>
                    <a:pt x="302" y="254"/>
                    <a:pt x="302" y="254"/>
                  </a:cubicBezTo>
                  <a:cubicBezTo>
                    <a:pt x="302" y="254"/>
                    <a:pt x="302" y="250"/>
                    <a:pt x="301" y="242"/>
                  </a:cubicBezTo>
                  <a:cubicBezTo>
                    <a:pt x="300" y="236"/>
                    <a:pt x="299" y="230"/>
                    <a:pt x="300" y="230"/>
                  </a:cubicBezTo>
                  <a:lnTo>
                    <a:pt x="300" y="230"/>
                  </a:lnTo>
                  <a:cubicBezTo>
                    <a:pt x="300" y="230"/>
                    <a:pt x="300" y="231"/>
                    <a:pt x="301" y="234"/>
                  </a:cubicBezTo>
                  <a:cubicBezTo>
                    <a:pt x="302" y="234"/>
                    <a:pt x="303" y="234"/>
                    <a:pt x="304" y="242"/>
                  </a:cubicBezTo>
                  <a:cubicBezTo>
                    <a:pt x="304" y="238"/>
                    <a:pt x="304" y="236"/>
                    <a:pt x="305" y="236"/>
                  </a:cubicBezTo>
                  <a:cubicBezTo>
                    <a:pt x="305" y="236"/>
                    <a:pt x="306" y="238"/>
                    <a:pt x="308" y="242"/>
                  </a:cubicBezTo>
                  <a:cubicBezTo>
                    <a:pt x="310" y="250"/>
                    <a:pt x="311" y="254"/>
                    <a:pt x="311" y="254"/>
                  </a:cubicBezTo>
                  <a:cubicBezTo>
                    <a:pt x="312" y="254"/>
                    <a:pt x="311" y="250"/>
                    <a:pt x="310" y="242"/>
                  </a:cubicBezTo>
                  <a:lnTo>
                    <a:pt x="310" y="242"/>
                  </a:lnTo>
                  <a:cubicBezTo>
                    <a:pt x="311" y="244"/>
                    <a:pt x="311" y="245"/>
                    <a:pt x="311" y="245"/>
                  </a:cubicBezTo>
                  <a:cubicBezTo>
                    <a:pt x="312" y="245"/>
                    <a:pt x="311" y="239"/>
                    <a:pt x="311" y="234"/>
                  </a:cubicBezTo>
                  <a:cubicBezTo>
                    <a:pt x="310" y="226"/>
                    <a:pt x="309" y="210"/>
                    <a:pt x="308" y="201"/>
                  </a:cubicBezTo>
                  <a:cubicBezTo>
                    <a:pt x="306" y="192"/>
                    <a:pt x="306" y="188"/>
                    <a:pt x="306" y="188"/>
                  </a:cubicBezTo>
                  <a:lnTo>
                    <a:pt x="306" y="188"/>
                  </a:lnTo>
                  <a:cubicBezTo>
                    <a:pt x="306" y="188"/>
                    <a:pt x="307" y="190"/>
                    <a:pt x="308" y="193"/>
                  </a:cubicBezTo>
                  <a:cubicBezTo>
                    <a:pt x="309" y="199"/>
                    <a:pt x="310" y="204"/>
                    <a:pt x="310" y="210"/>
                  </a:cubicBezTo>
                  <a:cubicBezTo>
                    <a:pt x="311" y="218"/>
                    <a:pt x="311" y="218"/>
                    <a:pt x="311" y="218"/>
                  </a:cubicBezTo>
                  <a:lnTo>
                    <a:pt x="310" y="218"/>
                  </a:lnTo>
                  <a:cubicBezTo>
                    <a:pt x="311" y="224"/>
                    <a:pt x="312" y="229"/>
                    <a:pt x="313" y="234"/>
                  </a:cubicBezTo>
                  <a:cubicBezTo>
                    <a:pt x="315" y="238"/>
                    <a:pt x="315" y="240"/>
                    <a:pt x="315" y="240"/>
                  </a:cubicBezTo>
                  <a:cubicBezTo>
                    <a:pt x="315" y="240"/>
                    <a:pt x="315" y="238"/>
                    <a:pt x="315" y="234"/>
                  </a:cubicBezTo>
                  <a:lnTo>
                    <a:pt x="315" y="234"/>
                  </a:lnTo>
                  <a:cubicBezTo>
                    <a:pt x="316" y="242"/>
                    <a:pt x="317" y="242"/>
                    <a:pt x="318" y="242"/>
                  </a:cubicBezTo>
                  <a:cubicBezTo>
                    <a:pt x="319" y="242"/>
                    <a:pt x="320" y="242"/>
                    <a:pt x="322" y="250"/>
                  </a:cubicBezTo>
                  <a:cubicBezTo>
                    <a:pt x="323" y="250"/>
                    <a:pt x="323" y="250"/>
                    <a:pt x="322" y="242"/>
                  </a:cubicBezTo>
                  <a:cubicBezTo>
                    <a:pt x="322" y="238"/>
                    <a:pt x="322" y="236"/>
                    <a:pt x="321" y="234"/>
                  </a:cubicBezTo>
                  <a:lnTo>
                    <a:pt x="321" y="234"/>
                  </a:lnTo>
                  <a:cubicBezTo>
                    <a:pt x="323" y="244"/>
                    <a:pt x="327" y="251"/>
                    <a:pt x="329" y="251"/>
                  </a:cubicBezTo>
                  <a:cubicBezTo>
                    <a:pt x="330" y="251"/>
                    <a:pt x="331" y="248"/>
                    <a:pt x="330" y="242"/>
                  </a:cubicBezTo>
                  <a:lnTo>
                    <a:pt x="331" y="242"/>
                  </a:lnTo>
                  <a:cubicBezTo>
                    <a:pt x="332" y="245"/>
                    <a:pt x="334" y="247"/>
                    <a:pt x="335" y="247"/>
                  </a:cubicBezTo>
                  <a:cubicBezTo>
                    <a:pt x="336" y="247"/>
                    <a:pt x="336" y="245"/>
                    <a:pt x="336" y="242"/>
                  </a:cubicBezTo>
                  <a:lnTo>
                    <a:pt x="337" y="242"/>
                  </a:lnTo>
                  <a:cubicBezTo>
                    <a:pt x="338" y="245"/>
                    <a:pt x="339" y="247"/>
                    <a:pt x="339" y="247"/>
                  </a:cubicBezTo>
                  <a:cubicBezTo>
                    <a:pt x="340" y="247"/>
                    <a:pt x="340" y="245"/>
                    <a:pt x="339" y="242"/>
                  </a:cubicBezTo>
                  <a:cubicBezTo>
                    <a:pt x="339" y="239"/>
                    <a:pt x="338" y="236"/>
                    <a:pt x="338" y="234"/>
                  </a:cubicBezTo>
                  <a:lnTo>
                    <a:pt x="338" y="234"/>
                  </a:lnTo>
                  <a:cubicBezTo>
                    <a:pt x="339" y="242"/>
                    <a:pt x="340" y="242"/>
                    <a:pt x="343" y="242"/>
                  </a:cubicBezTo>
                  <a:cubicBezTo>
                    <a:pt x="345" y="242"/>
                    <a:pt x="345" y="242"/>
                    <a:pt x="343" y="234"/>
                  </a:cubicBezTo>
                  <a:cubicBezTo>
                    <a:pt x="343" y="231"/>
                    <a:pt x="343" y="230"/>
                    <a:pt x="343" y="230"/>
                  </a:cubicBezTo>
                  <a:cubicBezTo>
                    <a:pt x="344" y="230"/>
                    <a:pt x="345" y="235"/>
                    <a:pt x="346" y="242"/>
                  </a:cubicBezTo>
                  <a:cubicBezTo>
                    <a:pt x="347" y="248"/>
                    <a:pt x="348" y="252"/>
                    <a:pt x="348" y="252"/>
                  </a:cubicBezTo>
                  <a:cubicBezTo>
                    <a:pt x="348" y="252"/>
                    <a:pt x="348" y="246"/>
                    <a:pt x="346" y="233"/>
                  </a:cubicBezTo>
                  <a:lnTo>
                    <a:pt x="346" y="233"/>
                  </a:lnTo>
                  <a:lnTo>
                    <a:pt x="349" y="249"/>
                  </a:lnTo>
                  <a:cubicBezTo>
                    <a:pt x="349" y="249"/>
                    <a:pt x="349" y="249"/>
                    <a:pt x="348" y="240"/>
                  </a:cubicBezTo>
                  <a:cubicBezTo>
                    <a:pt x="348" y="240"/>
                    <a:pt x="349" y="240"/>
                    <a:pt x="348" y="233"/>
                  </a:cubicBezTo>
                  <a:cubicBezTo>
                    <a:pt x="347" y="225"/>
                    <a:pt x="345" y="217"/>
                    <a:pt x="344" y="209"/>
                  </a:cubicBezTo>
                  <a:cubicBezTo>
                    <a:pt x="341" y="201"/>
                    <a:pt x="341" y="201"/>
                    <a:pt x="343" y="201"/>
                  </a:cubicBezTo>
                  <a:cubicBezTo>
                    <a:pt x="345" y="209"/>
                    <a:pt x="346" y="217"/>
                    <a:pt x="347" y="225"/>
                  </a:cubicBezTo>
                  <a:cubicBezTo>
                    <a:pt x="348" y="230"/>
                    <a:pt x="348" y="236"/>
                    <a:pt x="350" y="240"/>
                  </a:cubicBezTo>
                  <a:cubicBezTo>
                    <a:pt x="351" y="242"/>
                    <a:pt x="351" y="243"/>
                    <a:pt x="351" y="243"/>
                  </a:cubicBezTo>
                  <a:cubicBezTo>
                    <a:pt x="351" y="243"/>
                    <a:pt x="350" y="229"/>
                    <a:pt x="348" y="217"/>
                  </a:cubicBezTo>
                  <a:lnTo>
                    <a:pt x="348" y="217"/>
                  </a:lnTo>
                  <a:cubicBezTo>
                    <a:pt x="349" y="220"/>
                    <a:pt x="348" y="218"/>
                    <a:pt x="349" y="225"/>
                  </a:cubicBezTo>
                  <a:cubicBezTo>
                    <a:pt x="352" y="233"/>
                    <a:pt x="353" y="233"/>
                    <a:pt x="353" y="233"/>
                  </a:cubicBezTo>
                  <a:cubicBezTo>
                    <a:pt x="354" y="233"/>
                    <a:pt x="355" y="233"/>
                    <a:pt x="353" y="225"/>
                  </a:cubicBezTo>
                  <a:cubicBezTo>
                    <a:pt x="352" y="219"/>
                    <a:pt x="350" y="213"/>
                    <a:pt x="350" y="208"/>
                  </a:cubicBezTo>
                  <a:cubicBezTo>
                    <a:pt x="348" y="203"/>
                    <a:pt x="347" y="198"/>
                    <a:pt x="346" y="192"/>
                  </a:cubicBezTo>
                  <a:lnTo>
                    <a:pt x="346" y="192"/>
                  </a:lnTo>
                  <a:lnTo>
                    <a:pt x="352" y="208"/>
                  </a:lnTo>
                  <a:cubicBezTo>
                    <a:pt x="355" y="224"/>
                    <a:pt x="358" y="232"/>
                    <a:pt x="359" y="232"/>
                  </a:cubicBezTo>
                  <a:cubicBezTo>
                    <a:pt x="359" y="232"/>
                    <a:pt x="359" y="231"/>
                    <a:pt x="359" y="231"/>
                  </a:cubicBezTo>
                  <a:cubicBezTo>
                    <a:pt x="360" y="231"/>
                    <a:pt x="363" y="231"/>
                    <a:pt x="365" y="239"/>
                  </a:cubicBezTo>
                  <a:cubicBezTo>
                    <a:pt x="365" y="239"/>
                    <a:pt x="366" y="239"/>
                    <a:pt x="364" y="231"/>
                  </a:cubicBezTo>
                  <a:lnTo>
                    <a:pt x="365" y="231"/>
                  </a:lnTo>
                  <a:cubicBezTo>
                    <a:pt x="366" y="235"/>
                    <a:pt x="367" y="237"/>
                    <a:pt x="367" y="237"/>
                  </a:cubicBezTo>
                  <a:cubicBezTo>
                    <a:pt x="368" y="237"/>
                    <a:pt x="367" y="235"/>
                    <a:pt x="366" y="231"/>
                  </a:cubicBezTo>
                  <a:cubicBezTo>
                    <a:pt x="366" y="229"/>
                    <a:pt x="366" y="228"/>
                    <a:pt x="366" y="228"/>
                  </a:cubicBezTo>
                  <a:lnTo>
                    <a:pt x="366" y="228"/>
                  </a:lnTo>
                  <a:cubicBezTo>
                    <a:pt x="366" y="228"/>
                    <a:pt x="368" y="231"/>
                    <a:pt x="368" y="231"/>
                  </a:cubicBezTo>
                  <a:cubicBezTo>
                    <a:pt x="370" y="238"/>
                    <a:pt x="371" y="242"/>
                    <a:pt x="372" y="242"/>
                  </a:cubicBezTo>
                  <a:cubicBezTo>
                    <a:pt x="372" y="242"/>
                    <a:pt x="370" y="237"/>
                    <a:pt x="367" y="224"/>
                  </a:cubicBezTo>
                  <a:cubicBezTo>
                    <a:pt x="367" y="224"/>
                    <a:pt x="367" y="224"/>
                    <a:pt x="367" y="223"/>
                  </a:cubicBezTo>
                  <a:lnTo>
                    <a:pt x="367" y="223"/>
                  </a:lnTo>
                  <a:cubicBezTo>
                    <a:pt x="369" y="229"/>
                    <a:pt x="370" y="232"/>
                    <a:pt x="370" y="232"/>
                  </a:cubicBezTo>
                  <a:cubicBezTo>
                    <a:pt x="370" y="232"/>
                    <a:pt x="370" y="230"/>
                    <a:pt x="368" y="224"/>
                  </a:cubicBezTo>
                  <a:cubicBezTo>
                    <a:pt x="369" y="224"/>
                    <a:pt x="369" y="224"/>
                    <a:pt x="372" y="231"/>
                  </a:cubicBezTo>
                  <a:cubicBezTo>
                    <a:pt x="372" y="235"/>
                    <a:pt x="373" y="236"/>
                    <a:pt x="373" y="236"/>
                  </a:cubicBezTo>
                  <a:cubicBezTo>
                    <a:pt x="373" y="236"/>
                    <a:pt x="373" y="232"/>
                    <a:pt x="371" y="222"/>
                  </a:cubicBezTo>
                  <a:cubicBezTo>
                    <a:pt x="369" y="215"/>
                    <a:pt x="368" y="211"/>
                    <a:pt x="368" y="211"/>
                  </a:cubicBezTo>
                  <a:lnTo>
                    <a:pt x="368" y="211"/>
                  </a:lnTo>
                  <a:cubicBezTo>
                    <a:pt x="368" y="211"/>
                    <a:pt x="369" y="215"/>
                    <a:pt x="372" y="222"/>
                  </a:cubicBezTo>
                  <a:cubicBezTo>
                    <a:pt x="374" y="232"/>
                    <a:pt x="376" y="235"/>
                    <a:pt x="377" y="235"/>
                  </a:cubicBezTo>
                  <a:cubicBezTo>
                    <a:pt x="377" y="235"/>
                    <a:pt x="377" y="234"/>
                    <a:pt x="376" y="230"/>
                  </a:cubicBezTo>
                  <a:cubicBezTo>
                    <a:pt x="374" y="221"/>
                    <a:pt x="374" y="217"/>
                    <a:pt x="374" y="217"/>
                  </a:cubicBezTo>
                  <a:lnTo>
                    <a:pt x="374" y="217"/>
                  </a:lnTo>
                  <a:cubicBezTo>
                    <a:pt x="375" y="217"/>
                    <a:pt x="375" y="219"/>
                    <a:pt x="376" y="222"/>
                  </a:cubicBezTo>
                  <a:cubicBezTo>
                    <a:pt x="378" y="226"/>
                    <a:pt x="379" y="228"/>
                    <a:pt x="379" y="228"/>
                  </a:cubicBezTo>
                  <a:cubicBezTo>
                    <a:pt x="379" y="228"/>
                    <a:pt x="379" y="226"/>
                    <a:pt x="378" y="222"/>
                  </a:cubicBezTo>
                  <a:lnTo>
                    <a:pt x="378" y="222"/>
                  </a:lnTo>
                  <a:cubicBezTo>
                    <a:pt x="379" y="228"/>
                    <a:pt x="381" y="233"/>
                    <a:pt x="381" y="233"/>
                  </a:cubicBezTo>
                  <a:cubicBezTo>
                    <a:pt x="382" y="233"/>
                    <a:pt x="381" y="232"/>
                    <a:pt x="381" y="229"/>
                  </a:cubicBezTo>
                  <a:cubicBezTo>
                    <a:pt x="381" y="229"/>
                    <a:pt x="382" y="229"/>
                    <a:pt x="380" y="221"/>
                  </a:cubicBezTo>
                  <a:cubicBezTo>
                    <a:pt x="380" y="221"/>
                    <a:pt x="377" y="213"/>
                    <a:pt x="376" y="206"/>
                  </a:cubicBezTo>
                  <a:cubicBezTo>
                    <a:pt x="374" y="201"/>
                    <a:pt x="373" y="196"/>
                    <a:pt x="372" y="190"/>
                  </a:cubicBezTo>
                  <a:cubicBezTo>
                    <a:pt x="371" y="188"/>
                    <a:pt x="371" y="187"/>
                    <a:pt x="371" y="187"/>
                  </a:cubicBezTo>
                  <a:lnTo>
                    <a:pt x="371" y="187"/>
                  </a:lnTo>
                  <a:cubicBezTo>
                    <a:pt x="371" y="187"/>
                    <a:pt x="375" y="196"/>
                    <a:pt x="381" y="213"/>
                  </a:cubicBezTo>
                  <a:lnTo>
                    <a:pt x="385" y="229"/>
                  </a:lnTo>
                  <a:lnTo>
                    <a:pt x="382" y="213"/>
                  </a:lnTo>
                  <a:lnTo>
                    <a:pt x="382" y="213"/>
                  </a:lnTo>
                  <a:cubicBezTo>
                    <a:pt x="382" y="213"/>
                    <a:pt x="382" y="214"/>
                    <a:pt x="384" y="221"/>
                  </a:cubicBezTo>
                  <a:cubicBezTo>
                    <a:pt x="386" y="229"/>
                    <a:pt x="386" y="229"/>
                    <a:pt x="386" y="229"/>
                  </a:cubicBezTo>
                  <a:lnTo>
                    <a:pt x="386" y="229"/>
                  </a:lnTo>
                  <a:cubicBezTo>
                    <a:pt x="386" y="229"/>
                    <a:pt x="387" y="229"/>
                    <a:pt x="385" y="221"/>
                  </a:cubicBezTo>
                  <a:cubicBezTo>
                    <a:pt x="383" y="212"/>
                    <a:pt x="381" y="208"/>
                    <a:pt x="382" y="208"/>
                  </a:cubicBezTo>
                  <a:lnTo>
                    <a:pt x="382" y="208"/>
                  </a:lnTo>
                  <a:cubicBezTo>
                    <a:pt x="382" y="208"/>
                    <a:pt x="383" y="210"/>
                    <a:pt x="384" y="213"/>
                  </a:cubicBezTo>
                  <a:cubicBezTo>
                    <a:pt x="386" y="221"/>
                    <a:pt x="387" y="225"/>
                    <a:pt x="388" y="225"/>
                  </a:cubicBezTo>
                  <a:cubicBezTo>
                    <a:pt x="388" y="225"/>
                    <a:pt x="387" y="221"/>
                    <a:pt x="385" y="212"/>
                  </a:cubicBezTo>
                  <a:lnTo>
                    <a:pt x="385" y="212"/>
                  </a:lnTo>
                  <a:cubicBezTo>
                    <a:pt x="386" y="218"/>
                    <a:pt x="389" y="224"/>
                    <a:pt x="391" y="228"/>
                  </a:cubicBezTo>
                  <a:lnTo>
                    <a:pt x="389" y="220"/>
                  </a:lnTo>
                  <a:cubicBezTo>
                    <a:pt x="386" y="211"/>
                    <a:pt x="385" y="207"/>
                    <a:pt x="386" y="207"/>
                  </a:cubicBezTo>
                  <a:lnTo>
                    <a:pt x="386" y="207"/>
                  </a:lnTo>
                  <a:cubicBezTo>
                    <a:pt x="386" y="207"/>
                    <a:pt x="386" y="209"/>
                    <a:pt x="387" y="212"/>
                  </a:cubicBezTo>
                  <a:cubicBezTo>
                    <a:pt x="389" y="216"/>
                    <a:pt x="389" y="218"/>
                    <a:pt x="389" y="218"/>
                  </a:cubicBezTo>
                  <a:cubicBezTo>
                    <a:pt x="389" y="218"/>
                    <a:pt x="389" y="216"/>
                    <a:pt x="389" y="212"/>
                  </a:cubicBezTo>
                  <a:cubicBezTo>
                    <a:pt x="390" y="212"/>
                    <a:pt x="390" y="212"/>
                    <a:pt x="392" y="220"/>
                  </a:cubicBezTo>
                  <a:cubicBezTo>
                    <a:pt x="394" y="228"/>
                    <a:pt x="395" y="232"/>
                    <a:pt x="395" y="232"/>
                  </a:cubicBezTo>
                  <a:lnTo>
                    <a:pt x="395" y="232"/>
                  </a:lnTo>
                  <a:cubicBezTo>
                    <a:pt x="396" y="232"/>
                    <a:pt x="395" y="228"/>
                    <a:pt x="393" y="220"/>
                  </a:cubicBezTo>
                  <a:cubicBezTo>
                    <a:pt x="392" y="216"/>
                    <a:pt x="391" y="214"/>
                    <a:pt x="391" y="214"/>
                  </a:cubicBezTo>
                  <a:lnTo>
                    <a:pt x="391" y="214"/>
                  </a:lnTo>
                  <a:cubicBezTo>
                    <a:pt x="392" y="214"/>
                    <a:pt x="392" y="216"/>
                    <a:pt x="394" y="220"/>
                  </a:cubicBezTo>
                  <a:cubicBezTo>
                    <a:pt x="395" y="224"/>
                    <a:pt x="396" y="226"/>
                    <a:pt x="396" y="226"/>
                  </a:cubicBezTo>
                  <a:cubicBezTo>
                    <a:pt x="397" y="226"/>
                    <a:pt x="396" y="224"/>
                    <a:pt x="395" y="220"/>
                  </a:cubicBezTo>
                  <a:cubicBezTo>
                    <a:pt x="391" y="204"/>
                    <a:pt x="389" y="197"/>
                    <a:pt x="389" y="197"/>
                  </a:cubicBezTo>
                  <a:cubicBezTo>
                    <a:pt x="387" y="197"/>
                    <a:pt x="387" y="197"/>
                    <a:pt x="385" y="189"/>
                  </a:cubicBezTo>
                  <a:lnTo>
                    <a:pt x="386" y="189"/>
                  </a:lnTo>
                  <a:cubicBezTo>
                    <a:pt x="387" y="189"/>
                    <a:pt x="387" y="189"/>
                    <a:pt x="386" y="181"/>
                  </a:cubicBezTo>
                  <a:cubicBezTo>
                    <a:pt x="385" y="174"/>
                    <a:pt x="382" y="163"/>
                    <a:pt x="382" y="163"/>
                  </a:cubicBezTo>
                  <a:lnTo>
                    <a:pt x="382" y="163"/>
                  </a:lnTo>
                  <a:cubicBezTo>
                    <a:pt x="382" y="163"/>
                    <a:pt x="382" y="164"/>
                    <a:pt x="382" y="165"/>
                  </a:cubicBezTo>
                  <a:lnTo>
                    <a:pt x="380" y="157"/>
                  </a:lnTo>
                  <a:cubicBezTo>
                    <a:pt x="376" y="146"/>
                    <a:pt x="374" y="140"/>
                    <a:pt x="374" y="140"/>
                  </a:cubicBezTo>
                  <a:lnTo>
                    <a:pt x="374" y="140"/>
                  </a:lnTo>
                  <a:cubicBezTo>
                    <a:pt x="374" y="140"/>
                    <a:pt x="375" y="146"/>
                    <a:pt x="378" y="157"/>
                  </a:cubicBezTo>
                  <a:cubicBezTo>
                    <a:pt x="379" y="160"/>
                    <a:pt x="380" y="163"/>
                    <a:pt x="381" y="165"/>
                  </a:cubicBezTo>
                  <a:cubicBezTo>
                    <a:pt x="376" y="150"/>
                    <a:pt x="375" y="150"/>
                    <a:pt x="375" y="150"/>
                  </a:cubicBezTo>
                  <a:cubicBezTo>
                    <a:pt x="375" y="150"/>
                    <a:pt x="375" y="150"/>
                    <a:pt x="373" y="142"/>
                  </a:cubicBezTo>
                  <a:cubicBezTo>
                    <a:pt x="371" y="134"/>
                    <a:pt x="367" y="126"/>
                    <a:pt x="367" y="126"/>
                  </a:cubicBezTo>
                  <a:lnTo>
                    <a:pt x="367" y="126"/>
                  </a:lnTo>
                  <a:cubicBezTo>
                    <a:pt x="367" y="126"/>
                    <a:pt x="367" y="126"/>
                    <a:pt x="369" y="134"/>
                  </a:cubicBezTo>
                  <a:cubicBezTo>
                    <a:pt x="370" y="137"/>
                    <a:pt x="371" y="139"/>
                    <a:pt x="371" y="139"/>
                  </a:cubicBezTo>
                  <a:cubicBezTo>
                    <a:pt x="370" y="139"/>
                    <a:pt x="369" y="135"/>
                    <a:pt x="366" y="126"/>
                  </a:cubicBezTo>
                  <a:cubicBezTo>
                    <a:pt x="365" y="123"/>
                    <a:pt x="365" y="121"/>
                    <a:pt x="365" y="121"/>
                  </a:cubicBezTo>
                  <a:lnTo>
                    <a:pt x="365" y="121"/>
                  </a:lnTo>
                  <a:cubicBezTo>
                    <a:pt x="364" y="121"/>
                    <a:pt x="365" y="125"/>
                    <a:pt x="367" y="134"/>
                  </a:cubicBezTo>
                  <a:cubicBezTo>
                    <a:pt x="369" y="142"/>
                    <a:pt x="371" y="146"/>
                    <a:pt x="370" y="146"/>
                  </a:cubicBezTo>
                  <a:cubicBezTo>
                    <a:pt x="370" y="146"/>
                    <a:pt x="369" y="142"/>
                    <a:pt x="366" y="134"/>
                  </a:cubicBezTo>
                  <a:lnTo>
                    <a:pt x="366" y="134"/>
                  </a:lnTo>
                  <a:cubicBezTo>
                    <a:pt x="366" y="134"/>
                    <a:pt x="367" y="142"/>
                    <a:pt x="369" y="150"/>
                  </a:cubicBezTo>
                  <a:cubicBezTo>
                    <a:pt x="372" y="159"/>
                    <a:pt x="373" y="163"/>
                    <a:pt x="373" y="163"/>
                  </a:cubicBezTo>
                  <a:cubicBezTo>
                    <a:pt x="373" y="163"/>
                    <a:pt x="373" y="161"/>
                    <a:pt x="372" y="158"/>
                  </a:cubicBezTo>
                  <a:lnTo>
                    <a:pt x="366" y="143"/>
                  </a:lnTo>
                  <a:cubicBezTo>
                    <a:pt x="365" y="135"/>
                    <a:pt x="364" y="135"/>
                    <a:pt x="364" y="135"/>
                  </a:cubicBezTo>
                  <a:lnTo>
                    <a:pt x="364" y="135"/>
                  </a:lnTo>
                  <a:cubicBezTo>
                    <a:pt x="364" y="135"/>
                    <a:pt x="363" y="135"/>
                    <a:pt x="365" y="143"/>
                  </a:cubicBezTo>
                  <a:lnTo>
                    <a:pt x="363" y="135"/>
                  </a:lnTo>
                  <a:cubicBezTo>
                    <a:pt x="363" y="135"/>
                    <a:pt x="362" y="131"/>
                    <a:pt x="361" y="131"/>
                  </a:cubicBezTo>
                  <a:lnTo>
                    <a:pt x="361" y="131"/>
                  </a:lnTo>
                  <a:cubicBezTo>
                    <a:pt x="361" y="131"/>
                    <a:pt x="361" y="132"/>
                    <a:pt x="362" y="135"/>
                  </a:cubicBezTo>
                  <a:cubicBezTo>
                    <a:pt x="362" y="135"/>
                    <a:pt x="362" y="135"/>
                    <a:pt x="359" y="127"/>
                  </a:cubicBezTo>
                  <a:cubicBezTo>
                    <a:pt x="359" y="126"/>
                    <a:pt x="358" y="125"/>
                    <a:pt x="358" y="125"/>
                  </a:cubicBezTo>
                  <a:lnTo>
                    <a:pt x="358" y="125"/>
                  </a:lnTo>
                  <a:cubicBezTo>
                    <a:pt x="357" y="125"/>
                    <a:pt x="360" y="138"/>
                    <a:pt x="364" y="151"/>
                  </a:cubicBezTo>
                  <a:lnTo>
                    <a:pt x="365" y="158"/>
                  </a:lnTo>
                  <a:cubicBezTo>
                    <a:pt x="367" y="166"/>
                    <a:pt x="366" y="166"/>
                    <a:pt x="366" y="166"/>
                  </a:cubicBezTo>
                  <a:lnTo>
                    <a:pt x="366" y="166"/>
                  </a:lnTo>
                  <a:cubicBezTo>
                    <a:pt x="366" y="166"/>
                    <a:pt x="364" y="158"/>
                    <a:pt x="363" y="151"/>
                  </a:cubicBezTo>
                  <a:cubicBezTo>
                    <a:pt x="359" y="137"/>
                    <a:pt x="357" y="129"/>
                    <a:pt x="357" y="129"/>
                  </a:cubicBezTo>
                  <a:lnTo>
                    <a:pt x="357" y="129"/>
                  </a:lnTo>
                  <a:cubicBezTo>
                    <a:pt x="356" y="129"/>
                    <a:pt x="357" y="133"/>
                    <a:pt x="359" y="143"/>
                  </a:cubicBezTo>
                  <a:cubicBezTo>
                    <a:pt x="358" y="138"/>
                    <a:pt x="358" y="139"/>
                    <a:pt x="357" y="135"/>
                  </a:cubicBezTo>
                  <a:cubicBezTo>
                    <a:pt x="357" y="131"/>
                    <a:pt x="356" y="129"/>
                    <a:pt x="356" y="129"/>
                  </a:cubicBezTo>
                  <a:lnTo>
                    <a:pt x="356" y="129"/>
                  </a:lnTo>
                  <a:cubicBezTo>
                    <a:pt x="355" y="129"/>
                    <a:pt x="355" y="131"/>
                    <a:pt x="356" y="135"/>
                  </a:cubicBezTo>
                  <a:cubicBezTo>
                    <a:pt x="356" y="135"/>
                    <a:pt x="359" y="151"/>
                    <a:pt x="362" y="158"/>
                  </a:cubicBezTo>
                  <a:cubicBezTo>
                    <a:pt x="364" y="167"/>
                    <a:pt x="363" y="167"/>
                    <a:pt x="363" y="167"/>
                  </a:cubicBezTo>
                  <a:cubicBezTo>
                    <a:pt x="363" y="167"/>
                    <a:pt x="363" y="167"/>
                    <a:pt x="360" y="160"/>
                  </a:cubicBezTo>
                  <a:cubicBezTo>
                    <a:pt x="359" y="151"/>
                    <a:pt x="358" y="147"/>
                    <a:pt x="357" y="147"/>
                  </a:cubicBezTo>
                  <a:lnTo>
                    <a:pt x="357" y="147"/>
                  </a:lnTo>
                  <a:cubicBezTo>
                    <a:pt x="357" y="147"/>
                    <a:pt x="358" y="152"/>
                    <a:pt x="359" y="160"/>
                  </a:cubicBezTo>
                  <a:lnTo>
                    <a:pt x="357" y="152"/>
                  </a:lnTo>
                  <a:cubicBezTo>
                    <a:pt x="356" y="146"/>
                    <a:pt x="354" y="141"/>
                    <a:pt x="353" y="141"/>
                  </a:cubicBezTo>
                  <a:cubicBezTo>
                    <a:pt x="353" y="141"/>
                    <a:pt x="353" y="142"/>
                    <a:pt x="353" y="144"/>
                  </a:cubicBezTo>
                  <a:cubicBezTo>
                    <a:pt x="352" y="144"/>
                    <a:pt x="350" y="144"/>
                    <a:pt x="348" y="136"/>
                  </a:cubicBezTo>
                  <a:cubicBezTo>
                    <a:pt x="348" y="135"/>
                    <a:pt x="348" y="134"/>
                    <a:pt x="348" y="134"/>
                  </a:cubicBezTo>
                  <a:lnTo>
                    <a:pt x="348" y="134"/>
                  </a:lnTo>
                  <a:cubicBezTo>
                    <a:pt x="348" y="134"/>
                    <a:pt x="349" y="147"/>
                    <a:pt x="352" y="160"/>
                  </a:cubicBezTo>
                  <a:cubicBezTo>
                    <a:pt x="349" y="152"/>
                    <a:pt x="349" y="152"/>
                    <a:pt x="348" y="152"/>
                  </a:cubicBezTo>
                  <a:cubicBezTo>
                    <a:pt x="347" y="152"/>
                    <a:pt x="347" y="152"/>
                    <a:pt x="345" y="144"/>
                  </a:cubicBezTo>
                  <a:lnTo>
                    <a:pt x="345" y="144"/>
                  </a:lnTo>
                  <a:cubicBezTo>
                    <a:pt x="346" y="150"/>
                    <a:pt x="346" y="152"/>
                    <a:pt x="346" y="152"/>
                  </a:cubicBezTo>
                  <a:cubicBezTo>
                    <a:pt x="346" y="152"/>
                    <a:pt x="344" y="146"/>
                    <a:pt x="341" y="136"/>
                  </a:cubicBezTo>
                  <a:cubicBezTo>
                    <a:pt x="339" y="128"/>
                    <a:pt x="339" y="128"/>
                    <a:pt x="338" y="128"/>
                  </a:cubicBezTo>
                  <a:cubicBezTo>
                    <a:pt x="340" y="136"/>
                    <a:pt x="339" y="136"/>
                    <a:pt x="338" y="136"/>
                  </a:cubicBezTo>
                  <a:cubicBezTo>
                    <a:pt x="337" y="136"/>
                    <a:pt x="337" y="136"/>
                    <a:pt x="340" y="153"/>
                  </a:cubicBezTo>
                  <a:cubicBezTo>
                    <a:pt x="344" y="169"/>
                    <a:pt x="343" y="169"/>
                    <a:pt x="343" y="169"/>
                  </a:cubicBezTo>
                  <a:cubicBezTo>
                    <a:pt x="343" y="169"/>
                    <a:pt x="341" y="169"/>
                    <a:pt x="340" y="161"/>
                  </a:cubicBezTo>
                  <a:lnTo>
                    <a:pt x="337" y="153"/>
                  </a:lnTo>
                  <a:cubicBezTo>
                    <a:pt x="337" y="153"/>
                    <a:pt x="337" y="153"/>
                    <a:pt x="335" y="145"/>
                  </a:cubicBezTo>
                  <a:cubicBezTo>
                    <a:pt x="335" y="145"/>
                    <a:pt x="332" y="137"/>
                    <a:pt x="332" y="137"/>
                  </a:cubicBezTo>
                  <a:cubicBezTo>
                    <a:pt x="331" y="137"/>
                    <a:pt x="330" y="137"/>
                    <a:pt x="329" y="129"/>
                  </a:cubicBezTo>
                  <a:lnTo>
                    <a:pt x="329" y="129"/>
                  </a:lnTo>
                  <a:cubicBezTo>
                    <a:pt x="329" y="130"/>
                    <a:pt x="329" y="131"/>
                    <a:pt x="330" y="137"/>
                  </a:cubicBezTo>
                  <a:cubicBezTo>
                    <a:pt x="331" y="143"/>
                    <a:pt x="332" y="148"/>
                    <a:pt x="331" y="148"/>
                  </a:cubicBezTo>
                  <a:cubicBezTo>
                    <a:pt x="331" y="148"/>
                    <a:pt x="330" y="147"/>
                    <a:pt x="329" y="145"/>
                  </a:cubicBezTo>
                  <a:cubicBezTo>
                    <a:pt x="329" y="145"/>
                    <a:pt x="328" y="145"/>
                    <a:pt x="329" y="153"/>
                  </a:cubicBezTo>
                  <a:cubicBezTo>
                    <a:pt x="329" y="153"/>
                    <a:pt x="329" y="153"/>
                    <a:pt x="327" y="145"/>
                  </a:cubicBezTo>
                  <a:cubicBezTo>
                    <a:pt x="326" y="137"/>
                    <a:pt x="325" y="133"/>
                    <a:pt x="325" y="133"/>
                  </a:cubicBezTo>
                  <a:lnTo>
                    <a:pt x="325" y="133"/>
                  </a:lnTo>
                  <a:cubicBezTo>
                    <a:pt x="324" y="133"/>
                    <a:pt x="325" y="137"/>
                    <a:pt x="326" y="145"/>
                  </a:cubicBezTo>
                  <a:cubicBezTo>
                    <a:pt x="326" y="149"/>
                    <a:pt x="327" y="151"/>
                    <a:pt x="326" y="151"/>
                  </a:cubicBezTo>
                  <a:cubicBezTo>
                    <a:pt x="326" y="151"/>
                    <a:pt x="326" y="149"/>
                    <a:pt x="325" y="145"/>
                  </a:cubicBezTo>
                  <a:lnTo>
                    <a:pt x="325" y="145"/>
                  </a:lnTo>
                  <a:cubicBezTo>
                    <a:pt x="325" y="145"/>
                    <a:pt x="325" y="145"/>
                    <a:pt x="326" y="153"/>
                  </a:cubicBezTo>
                  <a:cubicBezTo>
                    <a:pt x="326" y="157"/>
                    <a:pt x="326" y="159"/>
                    <a:pt x="325" y="159"/>
                  </a:cubicBezTo>
                  <a:cubicBezTo>
                    <a:pt x="325" y="159"/>
                    <a:pt x="325" y="157"/>
                    <a:pt x="323" y="153"/>
                  </a:cubicBezTo>
                  <a:cubicBezTo>
                    <a:pt x="322" y="145"/>
                    <a:pt x="321" y="145"/>
                    <a:pt x="321" y="145"/>
                  </a:cubicBezTo>
                  <a:lnTo>
                    <a:pt x="321" y="145"/>
                  </a:lnTo>
                  <a:cubicBezTo>
                    <a:pt x="322" y="149"/>
                    <a:pt x="321" y="151"/>
                    <a:pt x="320" y="151"/>
                  </a:cubicBezTo>
                  <a:cubicBezTo>
                    <a:pt x="318" y="151"/>
                    <a:pt x="317" y="149"/>
                    <a:pt x="316" y="145"/>
                  </a:cubicBezTo>
                  <a:lnTo>
                    <a:pt x="316" y="145"/>
                  </a:lnTo>
                  <a:cubicBezTo>
                    <a:pt x="317" y="153"/>
                    <a:pt x="317" y="153"/>
                    <a:pt x="317" y="153"/>
                  </a:cubicBezTo>
                  <a:cubicBezTo>
                    <a:pt x="315" y="147"/>
                    <a:pt x="315" y="144"/>
                    <a:pt x="315" y="144"/>
                  </a:cubicBezTo>
                  <a:lnTo>
                    <a:pt x="315" y="144"/>
                  </a:lnTo>
                  <a:cubicBezTo>
                    <a:pt x="314" y="144"/>
                    <a:pt x="315" y="147"/>
                    <a:pt x="315" y="152"/>
                  </a:cubicBezTo>
                  <a:lnTo>
                    <a:pt x="315" y="152"/>
                  </a:lnTo>
                  <a:cubicBezTo>
                    <a:pt x="314" y="145"/>
                    <a:pt x="313" y="141"/>
                    <a:pt x="313" y="141"/>
                  </a:cubicBezTo>
                  <a:lnTo>
                    <a:pt x="313" y="141"/>
                  </a:lnTo>
                  <a:cubicBezTo>
                    <a:pt x="313" y="141"/>
                    <a:pt x="313" y="145"/>
                    <a:pt x="315" y="153"/>
                  </a:cubicBezTo>
                  <a:cubicBezTo>
                    <a:pt x="316" y="161"/>
                    <a:pt x="316" y="166"/>
                    <a:pt x="316" y="166"/>
                  </a:cubicBezTo>
                  <a:cubicBezTo>
                    <a:pt x="315" y="166"/>
                    <a:pt x="315" y="161"/>
                    <a:pt x="313" y="153"/>
                  </a:cubicBezTo>
                  <a:cubicBezTo>
                    <a:pt x="312" y="145"/>
                    <a:pt x="312" y="141"/>
                    <a:pt x="312" y="141"/>
                  </a:cubicBezTo>
                  <a:lnTo>
                    <a:pt x="312" y="141"/>
                  </a:lnTo>
                  <a:cubicBezTo>
                    <a:pt x="311" y="141"/>
                    <a:pt x="312" y="145"/>
                    <a:pt x="312" y="153"/>
                  </a:cubicBezTo>
                  <a:cubicBezTo>
                    <a:pt x="315" y="171"/>
                    <a:pt x="316" y="182"/>
                    <a:pt x="316" y="182"/>
                  </a:cubicBezTo>
                  <a:cubicBezTo>
                    <a:pt x="315" y="182"/>
                    <a:pt x="314" y="176"/>
                    <a:pt x="312" y="162"/>
                  </a:cubicBezTo>
                  <a:cubicBezTo>
                    <a:pt x="310" y="145"/>
                    <a:pt x="308" y="137"/>
                    <a:pt x="308" y="137"/>
                  </a:cubicBezTo>
                  <a:lnTo>
                    <a:pt x="308" y="137"/>
                  </a:lnTo>
                  <a:cubicBezTo>
                    <a:pt x="308" y="137"/>
                    <a:pt x="308" y="145"/>
                    <a:pt x="309" y="153"/>
                  </a:cubicBezTo>
                  <a:cubicBezTo>
                    <a:pt x="306" y="140"/>
                    <a:pt x="305" y="134"/>
                    <a:pt x="304" y="134"/>
                  </a:cubicBezTo>
                  <a:lnTo>
                    <a:pt x="304" y="134"/>
                  </a:lnTo>
                  <a:cubicBezTo>
                    <a:pt x="304" y="134"/>
                    <a:pt x="304" y="138"/>
                    <a:pt x="304" y="145"/>
                  </a:cubicBezTo>
                  <a:cubicBezTo>
                    <a:pt x="304" y="153"/>
                    <a:pt x="304" y="157"/>
                    <a:pt x="304" y="157"/>
                  </a:cubicBezTo>
                  <a:cubicBezTo>
                    <a:pt x="303" y="157"/>
                    <a:pt x="303" y="153"/>
                    <a:pt x="302" y="145"/>
                  </a:cubicBezTo>
                  <a:cubicBezTo>
                    <a:pt x="302" y="136"/>
                    <a:pt x="301" y="132"/>
                    <a:pt x="301" y="132"/>
                  </a:cubicBezTo>
                  <a:cubicBezTo>
                    <a:pt x="301" y="132"/>
                    <a:pt x="301" y="134"/>
                    <a:pt x="301" y="137"/>
                  </a:cubicBezTo>
                  <a:lnTo>
                    <a:pt x="300" y="137"/>
                  </a:lnTo>
                  <a:cubicBezTo>
                    <a:pt x="300" y="137"/>
                    <a:pt x="300" y="145"/>
                    <a:pt x="301" y="153"/>
                  </a:cubicBezTo>
                  <a:cubicBezTo>
                    <a:pt x="300" y="143"/>
                    <a:pt x="298" y="136"/>
                    <a:pt x="298" y="136"/>
                  </a:cubicBezTo>
                  <a:cubicBezTo>
                    <a:pt x="297" y="136"/>
                    <a:pt x="297" y="139"/>
                    <a:pt x="298" y="145"/>
                  </a:cubicBezTo>
                  <a:lnTo>
                    <a:pt x="297" y="145"/>
                  </a:lnTo>
                  <a:cubicBezTo>
                    <a:pt x="297" y="145"/>
                    <a:pt x="297" y="145"/>
                    <a:pt x="297" y="153"/>
                  </a:cubicBezTo>
                  <a:cubicBezTo>
                    <a:pt x="297" y="155"/>
                    <a:pt x="297" y="156"/>
                    <a:pt x="297" y="156"/>
                  </a:cubicBezTo>
                  <a:cubicBezTo>
                    <a:pt x="297" y="156"/>
                    <a:pt x="296" y="151"/>
                    <a:pt x="294" y="145"/>
                  </a:cubicBezTo>
                  <a:cubicBezTo>
                    <a:pt x="294" y="142"/>
                    <a:pt x="293" y="139"/>
                    <a:pt x="293" y="137"/>
                  </a:cubicBezTo>
                  <a:lnTo>
                    <a:pt x="293" y="137"/>
                  </a:lnTo>
                  <a:lnTo>
                    <a:pt x="294" y="161"/>
                  </a:lnTo>
                  <a:cubicBezTo>
                    <a:pt x="295" y="163"/>
                    <a:pt x="295" y="164"/>
                    <a:pt x="295" y="164"/>
                  </a:cubicBezTo>
                  <a:cubicBezTo>
                    <a:pt x="295" y="164"/>
                    <a:pt x="294" y="158"/>
                    <a:pt x="293" y="153"/>
                  </a:cubicBezTo>
                  <a:cubicBezTo>
                    <a:pt x="293" y="147"/>
                    <a:pt x="292" y="142"/>
                    <a:pt x="291" y="137"/>
                  </a:cubicBezTo>
                  <a:cubicBezTo>
                    <a:pt x="291" y="137"/>
                    <a:pt x="290" y="137"/>
                    <a:pt x="290" y="145"/>
                  </a:cubicBezTo>
                  <a:cubicBezTo>
                    <a:pt x="290" y="149"/>
                    <a:pt x="290" y="151"/>
                    <a:pt x="290" y="151"/>
                  </a:cubicBezTo>
                  <a:cubicBezTo>
                    <a:pt x="289" y="151"/>
                    <a:pt x="288" y="149"/>
                    <a:pt x="288" y="145"/>
                  </a:cubicBezTo>
                  <a:lnTo>
                    <a:pt x="286" y="145"/>
                  </a:lnTo>
                  <a:lnTo>
                    <a:pt x="286" y="153"/>
                  </a:lnTo>
                  <a:cubicBezTo>
                    <a:pt x="286" y="153"/>
                    <a:pt x="286" y="153"/>
                    <a:pt x="286" y="161"/>
                  </a:cubicBezTo>
                  <a:cubicBezTo>
                    <a:pt x="286" y="161"/>
                    <a:pt x="285" y="161"/>
                    <a:pt x="284" y="153"/>
                  </a:cubicBezTo>
                  <a:lnTo>
                    <a:pt x="284" y="153"/>
                  </a:lnTo>
                  <a:cubicBezTo>
                    <a:pt x="284" y="153"/>
                    <a:pt x="284" y="153"/>
                    <a:pt x="284" y="153"/>
                  </a:cubicBezTo>
                  <a:cubicBezTo>
                    <a:pt x="283" y="144"/>
                    <a:pt x="283" y="140"/>
                    <a:pt x="282" y="140"/>
                  </a:cubicBezTo>
                  <a:lnTo>
                    <a:pt x="282" y="140"/>
                  </a:lnTo>
                  <a:cubicBezTo>
                    <a:pt x="282" y="140"/>
                    <a:pt x="283" y="144"/>
                    <a:pt x="283" y="153"/>
                  </a:cubicBezTo>
                  <a:cubicBezTo>
                    <a:pt x="283" y="149"/>
                    <a:pt x="282" y="147"/>
                    <a:pt x="282" y="147"/>
                  </a:cubicBezTo>
                  <a:cubicBezTo>
                    <a:pt x="282" y="147"/>
                    <a:pt x="282" y="149"/>
                    <a:pt x="282" y="153"/>
                  </a:cubicBezTo>
                  <a:cubicBezTo>
                    <a:pt x="283" y="163"/>
                    <a:pt x="283" y="169"/>
                    <a:pt x="283" y="169"/>
                  </a:cubicBezTo>
                  <a:cubicBezTo>
                    <a:pt x="282" y="169"/>
                    <a:pt x="282" y="167"/>
                    <a:pt x="281" y="161"/>
                  </a:cubicBezTo>
                  <a:cubicBezTo>
                    <a:pt x="281" y="161"/>
                    <a:pt x="281" y="161"/>
                    <a:pt x="281" y="169"/>
                  </a:cubicBezTo>
                  <a:cubicBezTo>
                    <a:pt x="280" y="161"/>
                    <a:pt x="279" y="157"/>
                    <a:pt x="279" y="157"/>
                  </a:cubicBezTo>
                  <a:lnTo>
                    <a:pt x="279" y="157"/>
                  </a:lnTo>
                  <a:cubicBezTo>
                    <a:pt x="279" y="157"/>
                    <a:pt x="279" y="161"/>
                    <a:pt x="280" y="169"/>
                  </a:cubicBezTo>
                  <a:cubicBezTo>
                    <a:pt x="280" y="169"/>
                    <a:pt x="280" y="172"/>
                    <a:pt x="279" y="172"/>
                  </a:cubicBezTo>
                  <a:cubicBezTo>
                    <a:pt x="279" y="172"/>
                    <a:pt x="279" y="171"/>
                    <a:pt x="279" y="169"/>
                  </a:cubicBezTo>
                  <a:cubicBezTo>
                    <a:pt x="278" y="164"/>
                    <a:pt x="277" y="159"/>
                    <a:pt x="276" y="159"/>
                  </a:cubicBezTo>
                  <a:cubicBezTo>
                    <a:pt x="275" y="159"/>
                    <a:pt x="275" y="162"/>
                    <a:pt x="275" y="169"/>
                  </a:cubicBezTo>
                  <a:cubicBezTo>
                    <a:pt x="274" y="165"/>
                    <a:pt x="274" y="163"/>
                    <a:pt x="273" y="163"/>
                  </a:cubicBezTo>
                  <a:cubicBezTo>
                    <a:pt x="273" y="163"/>
                    <a:pt x="273" y="165"/>
                    <a:pt x="273" y="169"/>
                  </a:cubicBezTo>
                  <a:lnTo>
                    <a:pt x="273" y="176"/>
                  </a:lnTo>
                  <a:cubicBezTo>
                    <a:pt x="273" y="169"/>
                    <a:pt x="271" y="161"/>
                    <a:pt x="271" y="161"/>
                  </a:cubicBezTo>
                  <a:lnTo>
                    <a:pt x="271" y="161"/>
                  </a:lnTo>
                  <a:cubicBezTo>
                    <a:pt x="271" y="161"/>
                    <a:pt x="271" y="161"/>
                    <a:pt x="272" y="169"/>
                  </a:cubicBezTo>
                  <a:cubicBezTo>
                    <a:pt x="272" y="176"/>
                    <a:pt x="272" y="176"/>
                    <a:pt x="272" y="176"/>
                  </a:cubicBezTo>
                  <a:cubicBezTo>
                    <a:pt x="272" y="176"/>
                    <a:pt x="271" y="172"/>
                    <a:pt x="270" y="166"/>
                  </a:cubicBezTo>
                  <a:lnTo>
                    <a:pt x="270" y="166"/>
                  </a:lnTo>
                  <a:cubicBezTo>
                    <a:pt x="270" y="171"/>
                    <a:pt x="270" y="174"/>
                    <a:pt x="270" y="174"/>
                  </a:cubicBezTo>
                  <a:cubicBezTo>
                    <a:pt x="270" y="174"/>
                    <a:pt x="270" y="172"/>
                    <a:pt x="270" y="169"/>
                  </a:cubicBezTo>
                  <a:cubicBezTo>
                    <a:pt x="269" y="160"/>
                    <a:pt x="267" y="160"/>
                    <a:pt x="267" y="160"/>
                  </a:cubicBezTo>
                  <a:lnTo>
                    <a:pt x="266" y="160"/>
                  </a:lnTo>
                  <a:cubicBezTo>
                    <a:pt x="266" y="160"/>
                    <a:pt x="265" y="160"/>
                    <a:pt x="266" y="167"/>
                  </a:cubicBezTo>
                  <a:cubicBezTo>
                    <a:pt x="266" y="176"/>
                    <a:pt x="266" y="184"/>
                    <a:pt x="266" y="184"/>
                  </a:cubicBezTo>
                  <a:cubicBezTo>
                    <a:pt x="266" y="176"/>
                    <a:pt x="265" y="167"/>
                    <a:pt x="265" y="167"/>
                  </a:cubicBezTo>
                  <a:lnTo>
                    <a:pt x="264" y="160"/>
                  </a:lnTo>
                  <a:cubicBezTo>
                    <a:pt x="264" y="153"/>
                    <a:pt x="264" y="151"/>
                    <a:pt x="264" y="151"/>
                  </a:cubicBezTo>
                  <a:cubicBezTo>
                    <a:pt x="263" y="151"/>
                    <a:pt x="263" y="155"/>
                    <a:pt x="263" y="160"/>
                  </a:cubicBezTo>
                  <a:cubicBezTo>
                    <a:pt x="263" y="167"/>
                    <a:pt x="263" y="171"/>
                    <a:pt x="263" y="171"/>
                  </a:cubicBezTo>
                  <a:cubicBezTo>
                    <a:pt x="263" y="171"/>
                    <a:pt x="262" y="167"/>
                    <a:pt x="262" y="160"/>
                  </a:cubicBezTo>
                  <a:cubicBezTo>
                    <a:pt x="261" y="155"/>
                    <a:pt x="261" y="153"/>
                    <a:pt x="261" y="153"/>
                  </a:cubicBezTo>
                  <a:lnTo>
                    <a:pt x="261" y="153"/>
                  </a:lnTo>
                  <a:cubicBezTo>
                    <a:pt x="261" y="153"/>
                    <a:pt x="261" y="166"/>
                    <a:pt x="262" y="183"/>
                  </a:cubicBezTo>
                  <a:lnTo>
                    <a:pt x="262" y="208"/>
                  </a:lnTo>
                  <a:lnTo>
                    <a:pt x="261" y="183"/>
                  </a:lnTo>
                  <a:cubicBezTo>
                    <a:pt x="260" y="164"/>
                    <a:pt x="260" y="156"/>
                    <a:pt x="259" y="156"/>
                  </a:cubicBezTo>
                  <a:cubicBezTo>
                    <a:pt x="259" y="156"/>
                    <a:pt x="259" y="160"/>
                    <a:pt x="258" y="167"/>
                  </a:cubicBezTo>
                  <a:cubicBezTo>
                    <a:pt x="258" y="171"/>
                    <a:pt x="258" y="173"/>
                    <a:pt x="258" y="173"/>
                  </a:cubicBezTo>
                  <a:cubicBezTo>
                    <a:pt x="258" y="173"/>
                    <a:pt x="258" y="171"/>
                    <a:pt x="257" y="167"/>
                  </a:cubicBezTo>
                  <a:cubicBezTo>
                    <a:pt x="257" y="158"/>
                    <a:pt x="257" y="158"/>
                    <a:pt x="256" y="158"/>
                  </a:cubicBezTo>
                  <a:cubicBezTo>
                    <a:pt x="255" y="158"/>
                    <a:pt x="254" y="158"/>
                    <a:pt x="254" y="166"/>
                  </a:cubicBezTo>
                  <a:cubicBezTo>
                    <a:pt x="254" y="160"/>
                    <a:pt x="253" y="158"/>
                    <a:pt x="253" y="158"/>
                  </a:cubicBezTo>
                  <a:lnTo>
                    <a:pt x="253" y="158"/>
                  </a:lnTo>
                  <a:cubicBezTo>
                    <a:pt x="252" y="158"/>
                    <a:pt x="252" y="164"/>
                    <a:pt x="253" y="174"/>
                  </a:cubicBezTo>
                  <a:lnTo>
                    <a:pt x="252" y="174"/>
                  </a:lnTo>
                  <a:lnTo>
                    <a:pt x="252" y="166"/>
                  </a:lnTo>
                  <a:cubicBezTo>
                    <a:pt x="252" y="158"/>
                    <a:pt x="251" y="158"/>
                    <a:pt x="247" y="157"/>
                  </a:cubicBezTo>
                  <a:cubicBezTo>
                    <a:pt x="244" y="157"/>
                    <a:pt x="244" y="157"/>
                    <a:pt x="244" y="173"/>
                  </a:cubicBezTo>
                  <a:cubicBezTo>
                    <a:pt x="244" y="181"/>
                    <a:pt x="244" y="186"/>
                    <a:pt x="243" y="186"/>
                  </a:cubicBezTo>
                  <a:cubicBezTo>
                    <a:pt x="243" y="186"/>
                    <a:pt x="243" y="181"/>
                    <a:pt x="243" y="173"/>
                  </a:cubicBezTo>
                  <a:cubicBezTo>
                    <a:pt x="243" y="170"/>
                    <a:pt x="243" y="167"/>
                    <a:pt x="243" y="165"/>
                  </a:cubicBezTo>
                  <a:cubicBezTo>
                    <a:pt x="243" y="165"/>
                    <a:pt x="242" y="165"/>
                    <a:pt x="240" y="157"/>
                  </a:cubicBezTo>
                  <a:cubicBezTo>
                    <a:pt x="240" y="150"/>
                    <a:pt x="240" y="147"/>
                    <a:pt x="240" y="147"/>
                  </a:cubicBezTo>
                  <a:cubicBezTo>
                    <a:pt x="239" y="147"/>
                    <a:pt x="239" y="152"/>
                    <a:pt x="239" y="156"/>
                  </a:cubicBezTo>
                  <a:cubicBezTo>
                    <a:pt x="239" y="151"/>
                    <a:pt x="238" y="145"/>
                    <a:pt x="238" y="145"/>
                  </a:cubicBezTo>
                  <a:cubicBezTo>
                    <a:pt x="238" y="145"/>
                    <a:pt x="238" y="146"/>
                    <a:pt x="238" y="148"/>
                  </a:cubicBezTo>
                  <a:cubicBezTo>
                    <a:pt x="238" y="153"/>
                    <a:pt x="237" y="157"/>
                    <a:pt x="236" y="157"/>
                  </a:cubicBezTo>
                  <a:cubicBezTo>
                    <a:pt x="235" y="157"/>
                    <a:pt x="235" y="155"/>
                    <a:pt x="235" y="148"/>
                  </a:cubicBezTo>
                  <a:cubicBezTo>
                    <a:pt x="235" y="156"/>
                    <a:pt x="234" y="156"/>
                    <a:pt x="233" y="156"/>
                  </a:cubicBezTo>
                  <a:cubicBezTo>
                    <a:pt x="233" y="155"/>
                    <a:pt x="231" y="155"/>
                    <a:pt x="231" y="147"/>
                  </a:cubicBezTo>
                  <a:lnTo>
                    <a:pt x="229" y="163"/>
                  </a:lnTo>
                  <a:cubicBezTo>
                    <a:pt x="229" y="172"/>
                    <a:pt x="228" y="180"/>
                    <a:pt x="228" y="180"/>
                  </a:cubicBezTo>
                  <a:lnTo>
                    <a:pt x="228" y="172"/>
                  </a:lnTo>
                  <a:cubicBezTo>
                    <a:pt x="229" y="163"/>
                    <a:pt x="229" y="155"/>
                    <a:pt x="229" y="155"/>
                  </a:cubicBezTo>
                  <a:lnTo>
                    <a:pt x="229" y="155"/>
                  </a:lnTo>
                  <a:cubicBezTo>
                    <a:pt x="229" y="155"/>
                    <a:pt x="228" y="155"/>
                    <a:pt x="228" y="163"/>
                  </a:cubicBezTo>
                  <a:cubicBezTo>
                    <a:pt x="228" y="155"/>
                    <a:pt x="227" y="155"/>
                    <a:pt x="226" y="155"/>
                  </a:cubicBezTo>
                  <a:cubicBezTo>
                    <a:pt x="226" y="155"/>
                    <a:pt x="226" y="155"/>
                    <a:pt x="226" y="155"/>
                  </a:cubicBezTo>
                  <a:cubicBezTo>
                    <a:pt x="225" y="155"/>
                    <a:pt x="225" y="156"/>
                    <a:pt x="224" y="163"/>
                  </a:cubicBezTo>
                  <a:cubicBezTo>
                    <a:pt x="224" y="154"/>
                    <a:pt x="223" y="150"/>
                    <a:pt x="222" y="150"/>
                  </a:cubicBezTo>
                  <a:cubicBezTo>
                    <a:pt x="222" y="150"/>
                    <a:pt x="221" y="154"/>
                    <a:pt x="221" y="162"/>
                  </a:cubicBezTo>
                  <a:cubicBezTo>
                    <a:pt x="221" y="166"/>
                    <a:pt x="221" y="168"/>
                    <a:pt x="220" y="168"/>
                  </a:cubicBezTo>
                  <a:cubicBezTo>
                    <a:pt x="220" y="168"/>
                    <a:pt x="220" y="166"/>
                    <a:pt x="220" y="162"/>
                  </a:cubicBezTo>
                  <a:cubicBezTo>
                    <a:pt x="220" y="158"/>
                    <a:pt x="220" y="156"/>
                    <a:pt x="220" y="156"/>
                  </a:cubicBezTo>
                  <a:cubicBezTo>
                    <a:pt x="220" y="156"/>
                    <a:pt x="220" y="158"/>
                    <a:pt x="219" y="162"/>
                  </a:cubicBezTo>
                  <a:cubicBezTo>
                    <a:pt x="219" y="164"/>
                    <a:pt x="219" y="165"/>
                    <a:pt x="218" y="165"/>
                  </a:cubicBezTo>
                  <a:cubicBezTo>
                    <a:pt x="218" y="165"/>
                    <a:pt x="218" y="159"/>
                    <a:pt x="218" y="153"/>
                  </a:cubicBezTo>
                  <a:cubicBezTo>
                    <a:pt x="218" y="144"/>
                    <a:pt x="218" y="140"/>
                    <a:pt x="218" y="140"/>
                  </a:cubicBezTo>
                  <a:cubicBezTo>
                    <a:pt x="218" y="140"/>
                    <a:pt x="217" y="142"/>
                    <a:pt x="217" y="145"/>
                  </a:cubicBezTo>
                  <a:cubicBezTo>
                    <a:pt x="216" y="153"/>
                    <a:pt x="215" y="153"/>
                    <a:pt x="215" y="153"/>
                  </a:cubicBezTo>
                  <a:cubicBezTo>
                    <a:pt x="214" y="157"/>
                    <a:pt x="214" y="163"/>
                    <a:pt x="214" y="169"/>
                  </a:cubicBezTo>
                  <a:cubicBezTo>
                    <a:pt x="214" y="176"/>
                    <a:pt x="212" y="184"/>
                    <a:pt x="212" y="184"/>
                  </a:cubicBezTo>
                  <a:cubicBezTo>
                    <a:pt x="212" y="180"/>
                    <a:pt x="214" y="174"/>
                    <a:pt x="212" y="169"/>
                  </a:cubicBezTo>
                  <a:cubicBezTo>
                    <a:pt x="212" y="161"/>
                    <a:pt x="211" y="160"/>
                    <a:pt x="211" y="160"/>
                  </a:cubicBezTo>
                  <a:lnTo>
                    <a:pt x="210" y="160"/>
                  </a:lnTo>
                  <a:cubicBezTo>
                    <a:pt x="210" y="156"/>
                    <a:pt x="209" y="154"/>
                    <a:pt x="209" y="154"/>
                  </a:cubicBezTo>
                  <a:cubicBezTo>
                    <a:pt x="209" y="154"/>
                    <a:pt x="208" y="156"/>
                    <a:pt x="208" y="160"/>
                  </a:cubicBezTo>
                  <a:cubicBezTo>
                    <a:pt x="208" y="166"/>
                    <a:pt x="208" y="164"/>
                    <a:pt x="208" y="167"/>
                  </a:cubicBezTo>
                  <a:cubicBezTo>
                    <a:pt x="208" y="159"/>
                    <a:pt x="207" y="155"/>
                    <a:pt x="205" y="155"/>
                  </a:cubicBezTo>
                  <a:cubicBezTo>
                    <a:pt x="205" y="155"/>
                    <a:pt x="204" y="156"/>
                    <a:pt x="203" y="158"/>
                  </a:cubicBezTo>
                  <a:lnTo>
                    <a:pt x="203" y="158"/>
                  </a:lnTo>
                  <a:cubicBezTo>
                    <a:pt x="203" y="151"/>
                    <a:pt x="203" y="151"/>
                    <a:pt x="202" y="150"/>
                  </a:cubicBezTo>
                  <a:cubicBezTo>
                    <a:pt x="202" y="150"/>
                    <a:pt x="200" y="157"/>
                    <a:pt x="199" y="157"/>
                  </a:cubicBezTo>
                  <a:cubicBezTo>
                    <a:pt x="199" y="157"/>
                    <a:pt x="198" y="157"/>
                    <a:pt x="198" y="157"/>
                  </a:cubicBezTo>
                  <a:cubicBezTo>
                    <a:pt x="196" y="157"/>
                    <a:pt x="195" y="158"/>
                    <a:pt x="194" y="165"/>
                  </a:cubicBezTo>
                  <a:cubicBezTo>
                    <a:pt x="194" y="165"/>
                    <a:pt x="194" y="164"/>
                    <a:pt x="196" y="156"/>
                  </a:cubicBezTo>
                  <a:cubicBezTo>
                    <a:pt x="197" y="148"/>
                    <a:pt x="196" y="148"/>
                    <a:pt x="196" y="148"/>
                  </a:cubicBezTo>
                  <a:cubicBezTo>
                    <a:pt x="196" y="148"/>
                    <a:pt x="194" y="156"/>
                    <a:pt x="193" y="164"/>
                  </a:cubicBezTo>
                  <a:cubicBezTo>
                    <a:pt x="193" y="168"/>
                    <a:pt x="193" y="170"/>
                    <a:pt x="193" y="170"/>
                  </a:cubicBezTo>
                  <a:cubicBezTo>
                    <a:pt x="193" y="170"/>
                    <a:pt x="192" y="168"/>
                    <a:pt x="192" y="164"/>
                  </a:cubicBezTo>
                  <a:cubicBezTo>
                    <a:pt x="192" y="160"/>
                    <a:pt x="192" y="158"/>
                    <a:pt x="191" y="158"/>
                  </a:cubicBezTo>
                  <a:cubicBezTo>
                    <a:pt x="191" y="158"/>
                    <a:pt x="190" y="159"/>
                    <a:pt x="189" y="163"/>
                  </a:cubicBezTo>
                  <a:cubicBezTo>
                    <a:pt x="189" y="163"/>
                    <a:pt x="189" y="163"/>
                    <a:pt x="189" y="155"/>
                  </a:cubicBezTo>
                  <a:cubicBezTo>
                    <a:pt x="190" y="151"/>
                    <a:pt x="190" y="146"/>
                    <a:pt x="189" y="146"/>
                  </a:cubicBezTo>
                  <a:lnTo>
                    <a:pt x="189" y="146"/>
                  </a:lnTo>
                  <a:cubicBezTo>
                    <a:pt x="189" y="146"/>
                    <a:pt x="189" y="148"/>
                    <a:pt x="188" y="155"/>
                  </a:cubicBezTo>
                  <a:cubicBezTo>
                    <a:pt x="188" y="155"/>
                    <a:pt x="187" y="154"/>
                    <a:pt x="188" y="146"/>
                  </a:cubicBezTo>
                  <a:cubicBezTo>
                    <a:pt x="188" y="142"/>
                    <a:pt x="188" y="137"/>
                    <a:pt x="188" y="137"/>
                  </a:cubicBezTo>
                  <a:lnTo>
                    <a:pt x="188" y="137"/>
                  </a:lnTo>
                  <a:cubicBezTo>
                    <a:pt x="188" y="137"/>
                    <a:pt x="188" y="140"/>
                    <a:pt x="187" y="146"/>
                  </a:cubicBezTo>
                  <a:cubicBezTo>
                    <a:pt x="186" y="150"/>
                    <a:pt x="186" y="152"/>
                    <a:pt x="185" y="152"/>
                  </a:cubicBezTo>
                  <a:cubicBezTo>
                    <a:pt x="185" y="152"/>
                    <a:pt x="184" y="150"/>
                    <a:pt x="184" y="145"/>
                  </a:cubicBezTo>
                  <a:cubicBezTo>
                    <a:pt x="184" y="145"/>
                    <a:pt x="183" y="145"/>
                    <a:pt x="182" y="154"/>
                  </a:cubicBezTo>
                  <a:cubicBezTo>
                    <a:pt x="182" y="157"/>
                    <a:pt x="182" y="157"/>
                    <a:pt x="181" y="162"/>
                  </a:cubicBezTo>
                  <a:cubicBezTo>
                    <a:pt x="180" y="166"/>
                    <a:pt x="180" y="168"/>
                    <a:pt x="180" y="168"/>
                  </a:cubicBezTo>
                  <a:cubicBezTo>
                    <a:pt x="180" y="168"/>
                    <a:pt x="180" y="165"/>
                    <a:pt x="180" y="161"/>
                  </a:cubicBezTo>
                  <a:cubicBezTo>
                    <a:pt x="181" y="153"/>
                    <a:pt x="180" y="153"/>
                    <a:pt x="180" y="153"/>
                  </a:cubicBezTo>
                  <a:cubicBezTo>
                    <a:pt x="180" y="153"/>
                    <a:pt x="178" y="160"/>
                    <a:pt x="176" y="160"/>
                  </a:cubicBezTo>
                  <a:cubicBezTo>
                    <a:pt x="176" y="160"/>
                    <a:pt x="176" y="160"/>
                    <a:pt x="175" y="160"/>
                  </a:cubicBezTo>
                  <a:cubicBezTo>
                    <a:pt x="174" y="159"/>
                    <a:pt x="174" y="159"/>
                    <a:pt x="173" y="159"/>
                  </a:cubicBezTo>
                  <a:cubicBezTo>
                    <a:pt x="171" y="159"/>
                    <a:pt x="171" y="161"/>
                    <a:pt x="170" y="166"/>
                  </a:cubicBezTo>
                  <a:cubicBezTo>
                    <a:pt x="169" y="170"/>
                    <a:pt x="169" y="172"/>
                    <a:pt x="169" y="172"/>
                  </a:cubicBezTo>
                  <a:cubicBezTo>
                    <a:pt x="169" y="172"/>
                    <a:pt x="169" y="170"/>
                    <a:pt x="169" y="166"/>
                  </a:cubicBezTo>
                  <a:cubicBezTo>
                    <a:pt x="170" y="158"/>
                    <a:pt x="169" y="158"/>
                    <a:pt x="169" y="158"/>
                  </a:cubicBezTo>
                  <a:cubicBezTo>
                    <a:pt x="169" y="158"/>
                    <a:pt x="168" y="157"/>
                    <a:pt x="169" y="150"/>
                  </a:cubicBezTo>
                  <a:lnTo>
                    <a:pt x="169" y="150"/>
                  </a:lnTo>
                  <a:cubicBezTo>
                    <a:pt x="168" y="157"/>
                    <a:pt x="168" y="157"/>
                    <a:pt x="168" y="157"/>
                  </a:cubicBezTo>
                  <a:lnTo>
                    <a:pt x="168" y="157"/>
                  </a:lnTo>
                  <a:cubicBezTo>
                    <a:pt x="168" y="153"/>
                    <a:pt x="168" y="151"/>
                    <a:pt x="168" y="151"/>
                  </a:cubicBezTo>
                  <a:lnTo>
                    <a:pt x="168" y="151"/>
                  </a:lnTo>
                  <a:cubicBezTo>
                    <a:pt x="168" y="151"/>
                    <a:pt x="167" y="153"/>
                    <a:pt x="166" y="157"/>
                  </a:cubicBezTo>
                  <a:cubicBezTo>
                    <a:pt x="165" y="165"/>
                    <a:pt x="164" y="169"/>
                    <a:pt x="164" y="169"/>
                  </a:cubicBezTo>
                  <a:cubicBezTo>
                    <a:pt x="164" y="169"/>
                    <a:pt x="164" y="165"/>
                    <a:pt x="165" y="157"/>
                  </a:cubicBezTo>
                  <a:cubicBezTo>
                    <a:pt x="166" y="155"/>
                    <a:pt x="166" y="154"/>
                    <a:pt x="166" y="152"/>
                  </a:cubicBezTo>
                  <a:lnTo>
                    <a:pt x="166" y="152"/>
                  </a:lnTo>
                  <a:cubicBezTo>
                    <a:pt x="165" y="157"/>
                    <a:pt x="164" y="157"/>
                    <a:pt x="163" y="164"/>
                  </a:cubicBezTo>
                  <a:cubicBezTo>
                    <a:pt x="163" y="164"/>
                    <a:pt x="162" y="164"/>
                    <a:pt x="163" y="156"/>
                  </a:cubicBezTo>
                  <a:cubicBezTo>
                    <a:pt x="163" y="154"/>
                    <a:pt x="163" y="153"/>
                    <a:pt x="163" y="153"/>
                  </a:cubicBezTo>
                  <a:cubicBezTo>
                    <a:pt x="162" y="153"/>
                    <a:pt x="160" y="159"/>
                    <a:pt x="159" y="164"/>
                  </a:cubicBezTo>
                  <a:cubicBezTo>
                    <a:pt x="158" y="168"/>
                    <a:pt x="158" y="170"/>
                    <a:pt x="158" y="170"/>
                  </a:cubicBezTo>
                  <a:cubicBezTo>
                    <a:pt x="158" y="170"/>
                    <a:pt x="158" y="168"/>
                    <a:pt x="159" y="163"/>
                  </a:cubicBezTo>
                  <a:cubicBezTo>
                    <a:pt x="160" y="155"/>
                    <a:pt x="159" y="155"/>
                    <a:pt x="159" y="155"/>
                  </a:cubicBezTo>
                  <a:lnTo>
                    <a:pt x="159" y="155"/>
                  </a:lnTo>
                  <a:cubicBezTo>
                    <a:pt x="159" y="153"/>
                    <a:pt x="159" y="150"/>
                    <a:pt x="160" y="147"/>
                  </a:cubicBezTo>
                  <a:cubicBezTo>
                    <a:pt x="162" y="139"/>
                    <a:pt x="161" y="139"/>
                    <a:pt x="161" y="138"/>
                  </a:cubicBezTo>
                  <a:lnTo>
                    <a:pt x="161" y="138"/>
                  </a:lnTo>
                  <a:cubicBezTo>
                    <a:pt x="159" y="146"/>
                    <a:pt x="157" y="146"/>
                    <a:pt x="156" y="146"/>
                  </a:cubicBezTo>
                  <a:cubicBezTo>
                    <a:pt x="156" y="146"/>
                    <a:pt x="156" y="146"/>
                    <a:pt x="156" y="146"/>
                  </a:cubicBezTo>
                  <a:cubicBezTo>
                    <a:pt x="154" y="146"/>
                    <a:pt x="152" y="154"/>
                    <a:pt x="148" y="169"/>
                  </a:cubicBezTo>
                  <a:lnTo>
                    <a:pt x="152" y="145"/>
                  </a:lnTo>
                  <a:lnTo>
                    <a:pt x="152" y="145"/>
                  </a:lnTo>
                  <a:cubicBezTo>
                    <a:pt x="152" y="145"/>
                    <a:pt x="151" y="153"/>
                    <a:pt x="148" y="161"/>
                  </a:cubicBezTo>
                  <a:cubicBezTo>
                    <a:pt x="148" y="165"/>
                    <a:pt x="148" y="166"/>
                    <a:pt x="148" y="166"/>
                  </a:cubicBezTo>
                  <a:cubicBezTo>
                    <a:pt x="147" y="166"/>
                    <a:pt x="147" y="164"/>
                    <a:pt x="147" y="160"/>
                  </a:cubicBezTo>
                  <a:cubicBezTo>
                    <a:pt x="148" y="156"/>
                    <a:pt x="148" y="154"/>
                    <a:pt x="148" y="154"/>
                  </a:cubicBezTo>
                  <a:lnTo>
                    <a:pt x="148" y="154"/>
                  </a:lnTo>
                  <a:cubicBezTo>
                    <a:pt x="148" y="154"/>
                    <a:pt x="147" y="156"/>
                    <a:pt x="146" y="160"/>
                  </a:cubicBezTo>
                  <a:cubicBezTo>
                    <a:pt x="146" y="160"/>
                    <a:pt x="145" y="160"/>
                    <a:pt x="146" y="151"/>
                  </a:cubicBezTo>
                  <a:lnTo>
                    <a:pt x="146" y="151"/>
                  </a:lnTo>
                  <a:cubicBezTo>
                    <a:pt x="146" y="151"/>
                    <a:pt x="146" y="151"/>
                    <a:pt x="145" y="158"/>
                  </a:cubicBezTo>
                  <a:cubicBezTo>
                    <a:pt x="144" y="163"/>
                    <a:pt x="143" y="165"/>
                    <a:pt x="143" y="165"/>
                  </a:cubicBezTo>
                  <a:cubicBezTo>
                    <a:pt x="143" y="165"/>
                    <a:pt x="143" y="163"/>
                    <a:pt x="144" y="158"/>
                  </a:cubicBezTo>
                  <a:cubicBezTo>
                    <a:pt x="145" y="149"/>
                    <a:pt x="145" y="145"/>
                    <a:pt x="145" y="145"/>
                  </a:cubicBezTo>
                  <a:lnTo>
                    <a:pt x="145" y="145"/>
                  </a:lnTo>
                  <a:cubicBezTo>
                    <a:pt x="145" y="145"/>
                    <a:pt x="144" y="147"/>
                    <a:pt x="144" y="151"/>
                  </a:cubicBezTo>
                  <a:cubicBezTo>
                    <a:pt x="142" y="157"/>
                    <a:pt x="142" y="157"/>
                    <a:pt x="142" y="157"/>
                  </a:cubicBezTo>
                  <a:cubicBezTo>
                    <a:pt x="142" y="157"/>
                    <a:pt x="142" y="157"/>
                    <a:pt x="142" y="157"/>
                  </a:cubicBezTo>
                  <a:cubicBezTo>
                    <a:pt x="142" y="157"/>
                    <a:pt x="141" y="157"/>
                    <a:pt x="138" y="165"/>
                  </a:cubicBezTo>
                  <a:lnTo>
                    <a:pt x="140" y="157"/>
                  </a:lnTo>
                  <a:lnTo>
                    <a:pt x="141" y="150"/>
                  </a:lnTo>
                  <a:cubicBezTo>
                    <a:pt x="141" y="150"/>
                    <a:pt x="141" y="149"/>
                    <a:pt x="140" y="149"/>
                  </a:cubicBezTo>
                  <a:cubicBezTo>
                    <a:pt x="140" y="149"/>
                    <a:pt x="139" y="150"/>
                    <a:pt x="137" y="156"/>
                  </a:cubicBezTo>
                  <a:cubicBezTo>
                    <a:pt x="139" y="151"/>
                    <a:pt x="140" y="145"/>
                    <a:pt x="140" y="145"/>
                  </a:cubicBezTo>
                  <a:lnTo>
                    <a:pt x="140" y="145"/>
                  </a:lnTo>
                  <a:cubicBezTo>
                    <a:pt x="139" y="145"/>
                    <a:pt x="139" y="146"/>
                    <a:pt x="138" y="148"/>
                  </a:cubicBezTo>
                  <a:cubicBezTo>
                    <a:pt x="137" y="155"/>
                    <a:pt x="136" y="157"/>
                    <a:pt x="136" y="157"/>
                  </a:cubicBezTo>
                  <a:cubicBezTo>
                    <a:pt x="136" y="157"/>
                    <a:pt x="137" y="153"/>
                    <a:pt x="137" y="148"/>
                  </a:cubicBezTo>
                  <a:cubicBezTo>
                    <a:pt x="139" y="140"/>
                    <a:pt x="140" y="136"/>
                    <a:pt x="140" y="136"/>
                  </a:cubicBezTo>
                  <a:lnTo>
                    <a:pt x="140" y="136"/>
                  </a:lnTo>
                  <a:cubicBezTo>
                    <a:pt x="139" y="136"/>
                    <a:pt x="138" y="140"/>
                    <a:pt x="136" y="147"/>
                  </a:cubicBezTo>
                  <a:cubicBezTo>
                    <a:pt x="135" y="147"/>
                    <a:pt x="133" y="154"/>
                    <a:pt x="132" y="154"/>
                  </a:cubicBezTo>
                  <a:cubicBezTo>
                    <a:pt x="132" y="154"/>
                    <a:pt x="132" y="154"/>
                    <a:pt x="132" y="154"/>
                  </a:cubicBezTo>
                  <a:cubicBezTo>
                    <a:pt x="129" y="154"/>
                    <a:pt x="128" y="153"/>
                    <a:pt x="131" y="145"/>
                  </a:cubicBezTo>
                  <a:cubicBezTo>
                    <a:pt x="133" y="136"/>
                    <a:pt x="133" y="132"/>
                    <a:pt x="133" y="132"/>
                  </a:cubicBezTo>
                  <a:lnTo>
                    <a:pt x="133" y="132"/>
                  </a:lnTo>
                  <a:cubicBezTo>
                    <a:pt x="133" y="132"/>
                    <a:pt x="132" y="134"/>
                    <a:pt x="132" y="137"/>
                  </a:cubicBezTo>
                  <a:cubicBezTo>
                    <a:pt x="128" y="153"/>
                    <a:pt x="128" y="153"/>
                    <a:pt x="127" y="153"/>
                  </a:cubicBezTo>
                  <a:cubicBezTo>
                    <a:pt x="127" y="150"/>
                    <a:pt x="127" y="149"/>
                    <a:pt x="127" y="149"/>
                  </a:cubicBezTo>
                  <a:cubicBezTo>
                    <a:pt x="126" y="149"/>
                    <a:pt x="124" y="154"/>
                    <a:pt x="123" y="160"/>
                  </a:cubicBezTo>
                  <a:lnTo>
                    <a:pt x="124" y="160"/>
                  </a:lnTo>
                  <a:cubicBezTo>
                    <a:pt x="122" y="169"/>
                    <a:pt x="121" y="173"/>
                    <a:pt x="120" y="173"/>
                  </a:cubicBezTo>
                  <a:cubicBezTo>
                    <a:pt x="120" y="173"/>
                    <a:pt x="120" y="171"/>
                    <a:pt x="120" y="167"/>
                  </a:cubicBezTo>
                  <a:cubicBezTo>
                    <a:pt x="120" y="167"/>
                    <a:pt x="122" y="160"/>
                    <a:pt x="124" y="152"/>
                  </a:cubicBezTo>
                  <a:cubicBezTo>
                    <a:pt x="125" y="144"/>
                    <a:pt x="126" y="135"/>
                    <a:pt x="126" y="135"/>
                  </a:cubicBezTo>
                  <a:lnTo>
                    <a:pt x="126" y="135"/>
                  </a:lnTo>
                  <a:cubicBezTo>
                    <a:pt x="126" y="135"/>
                    <a:pt x="126" y="135"/>
                    <a:pt x="124" y="143"/>
                  </a:cubicBezTo>
                  <a:cubicBezTo>
                    <a:pt x="123" y="151"/>
                    <a:pt x="122" y="151"/>
                    <a:pt x="122" y="151"/>
                  </a:cubicBezTo>
                  <a:cubicBezTo>
                    <a:pt x="122" y="151"/>
                    <a:pt x="122" y="151"/>
                    <a:pt x="119" y="158"/>
                  </a:cubicBezTo>
                  <a:cubicBezTo>
                    <a:pt x="117" y="166"/>
                    <a:pt x="116" y="166"/>
                    <a:pt x="116" y="166"/>
                  </a:cubicBezTo>
                  <a:cubicBezTo>
                    <a:pt x="118" y="157"/>
                    <a:pt x="117" y="157"/>
                    <a:pt x="117" y="157"/>
                  </a:cubicBezTo>
                  <a:cubicBezTo>
                    <a:pt x="118" y="153"/>
                    <a:pt x="118" y="154"/>
                    <a:pt x="119" y="150"/>
                  </a:cubicBezTo>
                  <a:cubicBezTo>
                    <a:pt x="120" y="142"/>
                    <a:pt x="123" y="134"/>
                    <a:pt x="123" y="134"/>
                  </a:cubicBezTo>
                  <a:lnTo>
                    <a:pt x="123" y="134"/>
                  </a:lnTo>
                  <a:lnTo>
                    <a:pt x="120" y="142"/>
                  </a:lnTo>
                  <a:cubicBezTo>
                    <a:pt x="119" y="145"/>
                    <a:pt x="117" y="146"/>
                    <a:pt x="114" y="146"/>
                  </a:cubicBezTo>
                  <a:cubicBezTo>
                    <a:pt x="112" y="146"/>
                    <a:pt x="109" y="145"/>
                    <a:pt x="108" y="145"/>
                  </a:cubicBezTo>
                  <a:cubicBezTo>
                    <a:pt x="109" y="141"/>
                    <a:pt x="109" y="139"/>
                    <a:pt x="108" y="139"/>
                  </a:cubicBezTo>
                  <a:lnTo>
                    <a:pt x="108" y="139"/>
                  </a:lnTo>
                  <a:cubicBezTo>
                    <a:pt x="108" y="139"/>
                    <a:pt x="107" y="140"/>
                    <a:pt x="106" y="144"/>
                  </a:cubicBezTo>
                  <a:cubicBezTo>
                    <a:pt x="105" y="150"/>
                    <a:pt x="104" y="151"/>
                    <a:pt x="102" y="151"/>
                  </a:cubicBezTo>
                  <a:cubicBezTo>
                    <a:pt x="101" y="151"/>
                    <a:pt x="101" y="151"/>
                    <a:pt x="100" y="151"/>
                  </a:cubicBezTo>
                  <a:cubicBezTo>
                    <a:pt x="99" y="150"/>
                    <a:pt x="98" y="150"/>
                    <a:pt x="97" y="150"/>
                  </a:cubicBezTo>
                  <a:cubicBezTo>
                    <a:pt x="96" y="150"/>
                    <a:pt x="95" y="151"/>
                    <a:pt x="94" y="156"/>
                  </a:cubicBezTo>
                  <a:lnTo>
                    <a:pt x="92" y="156"/>
                  </a:lnTo>
                  <a:cubicBezTo>
                    <a:pt x="92" y="156"/>
                    <a:pt x="92" y="156"/>
                    <a:pt x="92" y="156"/>
                  </a:cubicBezTo>
                  <a:cubicBezTo>
                    <a:pt x="91" y="156"/>
                    <a:pt x="88" y="163"/>
                    <a:pt x="88" y="163"/>
                  </a:cubicBezTo>
                  <a:cubicBezTo>
                    <a:pt x="86" y="167"/>
                    <a:pt x="85" y="168"/>
                    <a:pt x="85" y="168"/>
                  </a:cubicBezTo>
                  <a:cubicBezTo>
                    <a:pt x="85" y="168"/>
                    <a:pt x="86" y="166"/>
                    <a:pt x="87" y="163"/>
                  </a:cubicBezTo>
                  <a:cubicBezTo>
                    <a:pt x="89" y="155"/>
                    <a:pt x="91" y="146"/>
                    <a:pt x="91" y="146"/>
                  </a:cubicBezTo>
                  <a:lnTo>
                    <a:pt x="91" y="146"/>
                  </a:lnTo>
                  <a:cubicBezTo>
                    <a:pt x="90" y="150"/>
                    <a:pt x="89" y="153"/>
                    <a:pt x="87" y="156"/>
                  </a:cubicBezTo>
                  <a:lnTo>
                    <a:pt x="87" y="156"/>
                  </a:lnTo>
                  <a:cubicBezTo>
                    <a:pt x="89" y="150"/>
                    <a:pt x="90" y="146"/>
                    <a:pt x="90" y="146"/>
                  </a:cubicBezTo>
                  <a:lnTo>
                    <a:pt x="89" y="146"/>
                  </a:lnTo>
                  <a:cubicBezTo>
                    <a:pt x="87" y="152"/>
                    <a:pt x="87" y="153"/>
                    <a:pt x="87" y="153"/>
                  </a:cubicBezTo>
                  <a:cubicBezTo>
                    <a:pt x="87" y="153"/>
                    <a:pt x="87" y="153"/>
                    <a:pt x="87" y="153"/>
                  </a:cubicBezTo>
                  <a:cubicBezTo>
                    <a:pt x="88" y="148"/>
                    <a:pt x="89" y="143"/>
                    <a:pt x="91" y="137"/>
                  </a:cubicBezTo>
                  <a:cubicBezTo>
                    <a:pt x="94" y="129"/>
                    <a:pt x="95" y="125"/>
                    <a:pt x="94" y="125"/>
                  </a:cubicBezTo>
                  <a:lnTo>
                    <a:pt x="94" y="125"/>
                  </a:lnTo>
                  <a:cubicBezTo>
                    <a:pt x="94" y="125"/>
                    <a:pt x="93" y="129"/>
                    <a:pt x="90" y="137"/>
                  </a:cubicBezTo>
                  <a:lnTo>
                    <a:pt x="87" y="145"/>
                  </a:lnTo>
                  <a:cubicBezTo>
                    <a:pt x="88" y="140"/>
                    <a:pt x="89" y="138"/>
                    <a:pt x="88" y="138"/>
                  </a:cubicBezTo>
                  <a:lnTo>
                    <a:pt x="88" y="138"/>
                  </a:lnTo>
                  <a:cubicBezTo>
                    <a:pt x="88" y="138"/>
                    <a:pt x="85" y="146"/>
                    <a:pt x="83" y="152"/>
                  </a:cubicBezTo>
                  <a:cubicBezTo>
                    <a:pt x="86" y="144"/>
                    <a:pt x="87" y="140"/>
                    <a:pt x="87" y="140"/>
                  </a:cubicBezTo>
                  <a:lnTo>
                    <a:pt x="87" y="140"/>
                  </a:lnTo>
                  <a:cubicBezTo>
                    <a:pt x="86" y="140"/>
                    <a:pt x="85" y="143"/>
                    <a:pt x="82" y="151"/>
                  </a:cubicBezTo>
                  <a:cubicBezTo>
                    <a:pt x="81" y="155"/>
                    <a:pt x="80" y="157"/>
                    <a:pt x="80" y="157"/>
                  </a:cubicBezTo>
                  <a:cubicBezTo>
                    <a:pt x="80" y="157"/>
                    <a:pt x="80" y="155"/>
                    <a:pt x="81" y="151"/>
                  </a:cubicBezTo>
                  <a:cubicBezTo>
                    <a:pt x="83" y="143"/>
                    <a:pt x="83" y="143"/>
                    <a:pt x="82" y="143"/>
                  </a:cubicBezTo>
                  <a:cubicBezTo>
                    <a:pt x="80" y="147"/>
                    <a:pt x="79" y="148"/>
                    <a:pt x="77" y="148"/>
                  </a:cubicBezTo>
                  <a:cubicBezTo>
                    <a:pt x="76" y="148"/>
                    <a:pt x="75" y="148"/>
                    <a:pt x="73" y="147"/>
                  </a:cubicBezTo>
                  <a:cubicBezTo>
                    <a:pt x="72" y="146"/>
                    <a:pt x="71" y="146"/>
                    <a:pt x="70" y="146"/>
                  </a:cubicBezTo>
                  <a:cubicBezTo>
                    <a:pt x="68" y="146"/>
                    <a:pt x="67" y="147"/>
                    <a:pt x="65" y="152"/>
                  </a:cubicBezTo>
                  <a:cubicBezTo>
                    <a:pt x="65" y="152"/>
                    <a:pt x="65" y="152"/>
                    <a:pt x="68" y="144"/>
                  </a:cubicBezTo>
                  <a:cubicBezTo>
                    <a:pt x="69" y="141"/>
                    <a:pt x="69" y="139"/>
                    <a:pt x="69" y="139"/>
                  </a:cubicBezTo>
                  <a:lnTo>
                    <a:pt x="69" y="139"/>
                  </a:lnTo>
                  <a:cubicBezTo>
                    <a:pt x="69" y="139"/>
                    <a:pt x="67" y="142"/>
                    <a:pt x="63" y="151"/>
                  </a:cubicBezTo>
                  <a:cubicBezTo>
                    <a:pt x="67" y="143"/>
                    <a:pt x="65" y="143"/>
                    <a:pt x="63" y="142"/>
                  </a:cubicBezTo>
                  <a:cubicBezTo>
                    <a:pt x="63" y="142"/>
                    <a:pt x="63" y="142"/>
                    <a:pt x="62" y="142"/>
                  </a:cubicBezTo>
                  <a:cubicBezTo>
                    <a:pt x="62" y="142"/>
                    <a:pt x="60" y="142"/>
                    <a:pt x="59" y="148"/>
                  </a:cubicBezTo>
                  <a:cubicBezTo>
                    <a:pt x="57" y="152"/>
                    <a:pt x="56" y="153"/>
                    <a:pt x="56" y="153"/>
                  </a:cubicBezTo>
                  <a:cubicBezTo>
                    <a:pt x="56" y="153"/>
                    <a:pt x="56" y="152"/>
                    <a:pt x="58" y="148"/>
                  </a:cubicBezTo>
                  <a:cubicBezTo>
                    <a:pt x="62" y="138"/>
                    <a:pt x="63" y="132"/>
                    <a:pt x="62" y="132"/>
                  </a:cubicBezTo>
                  <a:lnTo>
                    <a:pt x="62" y="132"/>
                  </a:lnTo>
                  <a:cubicBezTo>
                    <a:pt x="62" y="132"/>
                    <a:pt x="60" y="134"/>
                    <a:pt x="58" y="139"/>
                  </a:cubicBezTo>
                  <a:cubicBezTo>
                    <a:pt x="58" y="139"/>
                    <a:pt x="58" y="138"/>
                    <a:pt x="60" y="132"/>
                  </a:cubicBezTo>
                  <a:cubicBezTo>
                    <a:pt x="60" y="132"/>
                    <a:pt x="60" y="132"/>
                    <a:pt x="60" y="132"/>
                  </a:cubicBezTo>
                  <a:cubicBezTo>
                    <a:pt x="60" y="132"/>
                    <a:pt x="59" y="132"/>
                    <a:pt x="55" y="137"/>
                  </a:cubicBezTo>
                  <a:lnTo>
                    <a:pt x="53" y="136"/>
                  </a:lnTo>
                  <a:cubicBezTo>
                    <a:pt x="52" y="136"/>
                    <a:pt x="49" y="143"/>
                    <a:pt x="49" y="143"/>
                  </a:cubicBezTo>
                  <a:cubicBezTo>
                    <a:pt x="51" y="135"/>
                    <a:pt x="50" y="134"/>
                    <a:pt x="46" y="133"/>
                  </a:cubicBezTo>
                  <a:cubicBezTo>
                    <a:pt x="44" y="132"/>
                    <a:pt x="42" y="130"/>
                    <a:pt x="44" y="123"/>
                  </a:cubicBezTo>
                  <a:cubicBezTo>
                    <a:pt x="44" y="123"/>
                    <a:pt x="44" y="123"/>
                    <a:pt x="44" y="123"/>
                  </a:cubicBezTo>
                  <a:cubicBezTo>
                    <a:pt x="44" y="123"/>
                    <a:pt x="43" y="123"/>
                    <a:pt x="41" y="129"/>
                  </a:cubicBezTo>
                  <a:cubicBezTo>
                    <a:pt x="37" y="138"/>
                    <a:pt x="35" y="141"/>
                    <a:pt x="35" y="141"/>
                  </a:cubicBezTo>
                  <a:cubicBezTo>
                    <a:pt x="35" y="141"/>
                    <a:pt x="35" y="139"/>
                    <a:pt x="36" y="136"/>
                  </a:cubicBezTo>
                  <a:cubicBezTo>
                    <a:pt x="39" y="128"/>
                    <a:pt x="40" y="124"/>
                    <a:pt x="40" y="124"/>
                  </a:cubicBezTo>
                  <a:lnTo>
                    <a:pt x="40" y="124"/>
                  </a:lnTo>
                  <a:cubicBezTo>
                    <a:pt x="39" y="124"/>
                    <a:pt x="37" y="128"/>
                    <a:pt x="34" y="135"/>
                  </a:cubicBezTo>
                  <a:lnTo>
                    <a:pt x="37" y="127"/>
                  </a:lnTo>
                  <a:cubicBezTo>
                    <a:pt x="40" y="121"/>
                    <a:pt x="40" y="119"/>
                    <a:pt x="40" y="119"/>
                  </a:cubicBezTo>
                  <a:lnTo>
                    <a:pt x="40" y="119"/>
                  </a:lnTo>
                  <a:cubicBezTo>
                    <a:pt x="40" y="119"/>
                    <a:pt x="37" y="125"/>
                    <a:pt x="33" y="134"/>
                  </a:cubicBezTo>
                  <a:cubicBezTo>
                    <a:pt x="35" y="128"/>
                    <a:pt x="37" y="123"/>
                    <a:pt x="37" y="123"/>
                  </a:cubicBezTo>
                  <a:lnTo>
                    <a:pt x="37" y="123"/>
                  </a:lnTo>
                  <a:cubicBezTo>
                    <a:pt x="37" y="123"/>
                    <a:pt x="36" y="124"/>
                    <a:pt x="35" y="126"/>
                  </a:cubicBezTo>
                  <a:cubicBezTo>
                    <a:pt x="36" y="120"/>
                    <a:pt x="39" y="116"/>
                    <a:pt x="41" y="110"/>
                  </a:cubicBezTo>
                  <a:cubicBezTo>
                    <a:pt x="44" y="104"/>
                    <a:pt x="46" y="96"/>
                    <a:pt x="46" y="96"/>
                  </a:cubicBezTo>
                  <a:close/>
                  <a:moveTo>
                    <a:pt x="290" y="282"/>
                  </a:moveTo>
                  <a:cubicBezTo>
                    <a:pt x="291" y="290"/>
                    <a:pt x="291" y="290"/>
                    <a:pt x="291" y="291"/>
                  </a:cubicBezTo>
                  <a:cubicBezTo>
                    <a:pt x="292" y="291"/>
                    <a:pt x="292" y="291"/>
                    <a:pt x="291" y="28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33"/>
            <p:cNvSpPr/>
            <p:nvPr/>
          </p:nvSpPr>
          <p:spPr>
            <a:xfrm>
              <a:off x="3109186" y="2271771"/>
              <a:ext cx="45951" cy="27770"/>
            </a:xfrm>
            <a:custGeom>
              <a:avLst/>
              <a:gdLst/>
              <a:ahLst/>
              <a:cxnLst/>
              <a:rect l="l" t="t" r="r" b="b"/>
              <a:pathLst>
                <a:path w="460" h="278" extrusionOk="0">
                  <a:moveTo>
                    <a:pt x="60" y="10"/>
                  </a:moveTo>
                  <a:lnTo>
                    <a:pt x="59" y="15"/>
                  </a:lnTo>
                  <a:lnTo>
                    <a:pt x="59" y="16"/>
                  </a:lnTo>
                  <a:cubicBezTo>
                    <a:pt x="62" y="10"/>
                    <a:pt x="62" y="10"/>
                    <a:pt x="62" y="10"/>
                  </a:cubicBezTo>
                  <a:close/>
                  <a:moveTo>
                    <a:pt x="177" y="15"/>
                  </a:moveTo>
                  <a:cubicBezTo>
                    <a:pt x="177" y="15"/>
                    <a:pt x="176" y="16"/>
                    <a:pt x="175" y="21"/>
                  </a:cubicBezTo>
                  <a:lnTo>
                    <a:pt x="176" y="22"/>
                  </a:lnTo>
                  <a:cubicBezTo>
                    <a:pt x="178" y="15"/>
                    <a:pt x="178" y="15"/>
                    <a:pt x="178" y="15"/>
                  </a:cubicBezTo>
                  <a:cubicBezTo>
                    <a:pt x="178" y="15"/>
                    <a:pt x="178" y="15"/>
                    <a:pt x="177" y="15"/>
                  </a:cubicBezTo>
                  <a:close/>
                  <a:moveTo>
                    <a:pt x="139" y="33"/>
                  </a:moveTo>
                  <a:lnTo>
                    <a:pt x="137" y="39"/>
                  </a:lnTo>
                  <a:cubicBezTo>
                    <a:pt x="136" y="40"/>
                    <a:pt x="136" y="40"/>
                    <a:pt x="136" y="41"/>
                  </a:cubicBezTo>
                  <a:lnTo>
                    <a:pt x="136" y="41"/>
                  </a:lnTo>
                  <a:lnTo>
                    <a:pt x="139" y="33"/>
                  </a:lnTo>
                  <a:close/>
                  <a:moveTo>
                    <a:pt x="136" y="41"/>
                  </a:moveTo>
                  <a:lnTo>
                    <a:pt x="135" y="44"/>
                  </a:lnTo>
                  <a:lnTo>
                    <a:pt x="135" y="44"/>
                  </a:lnTo>
                  <a:cubicBezTo>
                    <a:pt x="136" y="43"/>
                    <a:pt x="136" y="42"/>
                    <a:pt x="136" y="41"/>
                  </a:cubicBezTo>
                  <a:close/>
                  <a:moveTo>
                    <a:pt x="135" y="44"/>
                  </a:moveTo>
                  <a:cubicBezTo>
                    <a:pt x="135" y="44"/>
                    <a:pt x="135" y="45"/>
                    <a:pt x="134" y="46"/>
                  </a:cubicBezTo>
                  <a:lnTo>
                    <a:pt x="135" y="44"/>
                  </a:lnTo>
                  <a:close/>
                  <a:moveTo>
                    <a:pt x="47" y="44"/>
                  </a:moveTo>
                  <a:cubicBezTo>
                    <a:pt x="47" y="44"/>
                    <a:pt x="46" y="45"/>
                    <a:pt x="46" y="47"/>
                  </a:cubicBezTo>
                  <a:lnTo>
                    <a:pt x="46" y="47"/>
                  </a:lnTo>
                  <a:lnTo>
                    <a:pt x="46" y="47"/>
                  </a:lnTo>
                  <a:cubicBezTo>
                    <a:pt x="46" y="45"/>
                    <a:pt x="47" y="44"/>
                    <a:pt x="47" y="44"/>
                  </a:cubicBezTo>
                  <a:close/>
                  <a:moveTo>
                    <a:pt x="42" y="38"/>
                  </a:moveTo>
                  <a:cubicBezTo>
                    <a:pt x="44" y="39"/>
                    <a:pt x="44" y="39"/>
                    <a:pt x="41" y="44"/>
                  </a:cubicBezTo>
                  <a:cubicBezTo>
                    <a:pt x="41" y="44"/>
                    <a:pt x="38" y="51"/>
                    <a:pt x="38" y="51"/>
                  </a:cubicBezTo>
                  <a:lnTo>
                    <a:pt x="39" y="44"/>
                  </a:lnTo>
                  <a:cubicBezTo>
                    <a:pt x="41" y="38"/>
                    <a:pt x="42" y="38"/>
                    <a:pt x="42" y="38"/>
                  </a:cubicBezTo>
                  <a:close/>
                  <a:moveTo>
                    <a:pt x="72" y="31"/>
                  </a:moveTo>
                  <a:cubicBezTo>
                    <a:pt x="72" y="33"/>
                    <a:pt x="72" y="35"/>
                    <a:pt x="72" y="37"/>
                  </a:cubicBezTo>
                  <a:lnTo>
                    <a:pt x="73" y="38"/>
                  </a:lnTo>
                  <a:lnTo>
                    <a:pt x="69" y="43"/>
                  </a:lnTo>
                  <a:cubicBezTo>
                    <a:pt x="66" y="47"/>
                    <a:pt x="65" y="50"/>
                    <a:pt x="63" y="55"/>
                  </a:cubicBezTo>
                  <a:lnTo>
                    <a:pt x="65" y="48"/>
                  </a:lnTo>
                  <a:lnTo>
                    <a:pt x="72" y="31"/>
                  </a:lnTo>
                  <a:close/>
                  <a:moveTo>
                    <a:pt x="103" y="53"/>
                  </a:moveTo>
                  <a:cubicBezTo>
                    <a:pt x="104" y="53"/>
                    <a:pt x="104" y="53"/>
                    <a:pt x="104" y="53"/>
                  </a:cubicBezTo>
                  <a:lnTo>
                    <a:pt x="102" y="59"/>
                  </a:lnTo>
                  <a:lnTo>
                    <a:pt x="99" y="66"/>
                  </a:lnTo>
                  <a:lnTo>
                    <a:pt x="101" y="59"/>
                  </a:lnTo>
                  <a:cubicBezTo>
                    <a:pt x="102" y="54"/>
                    <a:pt x="103" y="53"/>
                    <a:pt x="103" y="53"/>
                  </a:cubicBezTo>
                  <a:close/>
                  <a:moveTo>
                    <a:pt x="47" y="41"/>
                  </a:move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9" y="41"/>
                    <a:pt x="47" y="48"/>
                  </a:cubicBezTo>
                  <a:lnTo>
                    <a:pt x="46" y="47"/>
                  </a:lnTo>
                  <a:lnTo>
                    <a:pt x="46" y="47"/>
                  </a:lnTo>
                  <a:cubicBezTo>
                    <a:pt x="45" y="48"/>
                    <a:pt x="44" y="51"/>
                    <a:pt x="44" y="53"/>
                  </a:cubicBezTo>
                  <a:cubicBezTo>
                    <a:pt x="41" y="60"/>
                    <a:pt x="39" y="67"/>
                    <a:pt x="39" y="67"/>
                  </a:cubicBezTo>
                  <a:cubicBezTo>
                    <a:pt x="40" y="61"/>
                    <a:pt x="41" y="58"/>
                    <a:pt x="42" y="53"/>
                  </a:cubicBezTo>
                  <a:cubicBezTo>
                    <a:pt x="46" y="43"/>
                    <a:pt x="47" y="41"/>
                    <a:pt x="47" y="41"/>
                  </a:cubicBezTo>
                  <a:close/>
                  <a:moveTo>
                    <a:pt x="150" y="55"/>
                  </a:moveTo>
                  <a:cubicBezTo>
                    <a:pt x="148" y="60"/>
                    <a:pt x="146" y="67"/>
                    <a:pt x="146" y="67"/>
                  </a:cubicBezTo>
                  <a:cubicBezTo>
                    <a:pt x="147" y="67"/>
                    <a:pt x="149" y="61"/>
                    <a:pt x="149" y="61"/>
                  </a:cubicBezTo>
                  <a:cubicBezTo>
                    <a:pt x="150" y="59"/>
                    <a:pt x="150" y="57"/>
                    <a:pt x="151" y="55"/>
                  </a:cubicBezTo>
                  <a:close/>
                  <a:moveTo>
                    <a:pt x="121" y="49"/>
                  </a:moveTo>
                  <a:cubicBezTo>
                    <a:pt x="121" y="49"/>
                    <a:pt x="120" y="52"/>
                    <a:pt x="117" y="60"/>
                  </a:cubicBezTo>
                  <a:lnTo>
                    <a:pt x="111" y="71"/>
                  </a:lnTo>
                  <a:cubicBezTo>
                    <a:pt x="113" y="66"/>
                    <a:pt x="117" y="59"/>
                    <a:pt x="119" y="53"/>
                  </a:cubicBezTo>
                  <a:cubicBezTo>
                    <a:pt x="120" y="51"/>
                    <a:pt x="121" y="49"/>
                    <a:pt x="121" y="49"/>
                  </a:cubicBezTo>
                  <a:close/>
                  <a:moveTo>
                    <a:pt x="138" y="70"/>
                  </a:moveTo>
                  <a:cubicBezTo>
                    <a:pt x="139" y="70"/>
                    <a:pt x="139" y="70"/>
                    <a:pt x="136" y="77"/>
                  </a:cubicBezTo>
                  <a:lnTo>
                    <a:pt x="138" y="70"/>
                  </a:lnTo>
                  <a:close/>
                  <a:moveTo>
                    <a:pt x="135" y="66"/>
                  </a:moveTo>
                  <a:cubicBezTo>
                    <a:pt x="135" y="66"/>
                    <a:pt x="133" y="72"/>
                    <a:pt x="129" y="82"/>
                  </a:cubicBezTo>
                  <a:lnTo>
                    <a:pt x="128" y="80"/>
                  </a:lnTo>
                  <a:cubicBezTo>
                    <a:pt x="130" y="76"/>
                    <a:pt x="131" y="73"/>
                    <a:pt x="133" y="68"/>
                  </a:cubicBezTo>
                  <a:cubicBezTo>
                    <a:pt x="134" y="67"/>
                    <a:pt x="135" y="66"/>
                    <a:pt x="135" y="66"/>
                  </a:cubicBezTo>
                  <a:close/>
                  <a:moveTo>
                    <a:pt x="68" y="74"/>
                  </a:moveTo>
                  <a:cubicBezTo>
                    <a:pt x="68" y="78"/>
                    <a:pt x="66" y="82"/>
                    <a:pt x="64" y="86"/>
                  </a:cubicBezTo>
                  <a:lnTo>
                    <a:pt x="63" y="85"/>
                  </a:lnTo>
                  <a:cubicBezTo>
                    <a:pt x="64" y="82"/>
                    <a:pt x="66" y="77"/>
                    <a:pt x="68" y="74"/>
                  </a:cubicBezTo>
                  <a:close/>
                  <a:moveTo>
                    <a:pt x="102" y="64"/>
                  </a:moveTo>
                  <a:cubicBezTo>
                    <a:pt x="103" y="64"/>
                    <a:pt x="101" y="68"/>
                    <a:pt x="99" y="74"/>
                  </a:cubicBezTo>
                  <a:cubicBezTo>
                    <a:pt x="96" y="79"/>
                    <a:pt x="94" y="86"/>
                    <a:pt x="91" y="92"/>
                  </a:cubicBezTo>
                  <a:lnTo>
                    <a:pt x="90" y="92"/>
                  </a:lnTo>
                  <a:lnTo>
                    <a:pt x="95" y="79"/>
                  </a:lnTo>
                  <a:cubicBezTo>
                    <a:pt x="100" y="69"/>
                    <a:pt x="102" y="64"/>
                    <a:pt x="102" y="64"/>
                  </a:cubicBezTo>
                  <a:close/>
                  <a:moveTo>
                    <a:pt x="113" y="80"/>
                  </a:moveTo>
                  <a:cubicBezTo>
                    <a:pt x="112" y="85"/>
                    <a:pt x="110" y="89"/>
                    <a:pt x="108" y="93"/>
                  </a:cubicBezTo>
                  <a:lnTo>
                    <a:pt x="113" y="80"/>
                  </a:lnTo>
                  <a:close/>
                  <a:moveTo>
                    <a:pt x="231" y="83"/>
                  </a:moveTo>
                  <a:cubicBezTo>
                    <a:pt x="229" y="87"/>
                    <a:pt x="228" y="90"/>
                    <a:pt x="224" y="95"/>
                  </a:cubicBezTo>
                  <a:lnTo>
                    <a:pt x="230" y="83"/>
                  </a:lnTo>
                  <a:close/>
                  <a:moveTo>
                    <a:pt x="67" y="84"/>
                  </a:moveTo>
                  <a:cubicBezTo>
                    <a:pt x="66" y="84"/>
                    <a:pt x="64" y="89"/>
                    <a:pt x="63" y="93"/>
                  </a:cubicBezTo>
                  <a:cubicBezTo>
                    <a:pt x="60" y="99"/>
                    <a:pt x="62" y="99"/>
                    <a:pt x="62" y="101"/>
                  </a:cubicBezTo>
                  <a:cubicBezTo>
                    <a:pt x="63" y="101"/>
                    <a:pt x="65" y="94"/>
                    <a:pt x="65" y="94"/>
                  </a:cubicBezTo>
                  <a:cubicBezTo>
                    <a:pt x="68" y="88"/>
                    <a:pt x="67" y="87"/>
                    <a:pt x="67" y="87"/>
                  </a:cubicBezTo>
                  <a:cubicBezTo>
                    <a:pt x="67" y="85"/>
                    <a:pt x="67" y="84"/>
                    <a:pt x="67" y="84"/>
                  </a:cubicBezTo>
                  <a:close/>
                  <a:moveTo>
                    <a:pt x="162" y="86"/>
                  </a:moveTo>
                  <a:cubicBezTo>
                    <a:pt x="162" y="86"/>
                    <a:pt x="161" y="89"/>
                    <a:pt x="158" y="97"/>
                  </a:cubicBezTo>
                  <a:cubicBezTo>
                    <a:pt x="156" y="103"/>
                    <a:pt x="156" y="103"/>
                    <a:pt x="156" y="103"/>
                  </a:cubicBezTo>
                  <a:cubicBezTo>
                    <a:pt x="156" y="103"/>
                    <a:pt x="158" y="96"/>
                    <a:pt x="160" y="90"/>
                  </a:cubicBezTo>
                  <a:cubicBezTo>
                    <a:pt x="161" y="88"/>
                    <a:pt x="162" y="86"/>
                    <a:pt x="162" y="86"/>
                  </a:cubicBezTo>
                  <a:close/>
                  <a:moveTo>
                    <a:pt x="164" y="92"/>
                  </a:moveTo>
                  <a:lnTo>
                    <a:pt x="165" y="93"/>
                  </a:lnTo>
                  <a:cubicBezTo>
                    <a:pt x="163" y="96"/>
                    <a:pt x="161" y="101"/>
                    <a:pt x="158" y="105"/>
                  </a:cubicBezTo>
                  <a:lnTo>
                    <a:pt x="160" y="98"/>
                  </a:lnTo>
                  <a:lnTo>
                    <a:pt x="164" y="92"/>
                  </a:lnTo>
                  <a:close/>
                  <a:moveTo>
                    <a:pt x="162" y="103"/>
                  </a:moveTo>
                  <a:cubicBezTo>
                    <a:pt x="162" y="103"/>
                    <a:pt x="161" y="105"/>
                    <a:pt x="160" y="105"/>
                  </a:cubicBezTo>
                  <a:cubicBezTo>
                    <a:pt x="161" y="103"/>
                    <a:pt x="162" y="103"/>
                    <a:pt x="162" y="103"/>
                  </a:cubicBezTo>
                  <a:close/>
                  <a:moveTo>
                    <a:pt x="138" y="94"/>
                  </a:moveTo>
                  <a:cubicBezTo>
                    <a:pt x="139" y="94"/>
                    <a:pt x="139" y="94"/>
                    <a:pt x="137" y="101"/>
                  </a:cubicBezTo>
                  <a:cubicBezTo>
                    <a:pt x="137" y="101"/>
                    <a:pt x="135" y="106"/>
                    <a:pt x="134" y="106"/>
                  </a:cubicBezTo>
                  <a:cubicBezTo>
                    <a:pt x="134" y="106"/>
                    <a:pt x="133" y="106"/>
                    <a:pt x="133" y="106"/>
                  </a:cubicBezTo>
                  <a:cubicBezTo>
                    <a:pt x="134" y="104"/>
                    <a:pt x="134" y="102"/>
                    <a:pt x="136" y="99"/>
                  </a:cubicBezTo>
                  <a:cubicBezTo>
                    <a:pt x="138" y="94"/>
                    <a:pt x="138" y="94"/>
                    <a:pt x="138" y="94"/>
                  </a:cubicBezTo>
                  <a:close/>
                  <a:moveTo>
                    <a:pt x="147" y="98"/>
                  </a:moveTo>
                  <a:lnTo>
                    <a:pt x="147" y="98"/>
                  </a:lnTo>
                  <a:cubicBezTo>
                    <a:pt x="147" y="101"/>
                    <a:pt x="146" y="103"/>
                    <a:pt x="145" y="105"/>
                  </a:cubicBezTo>
                  <a:cubicBezTo>
                    <a:pt x="144" y="107"/>
                    <a:pt x="144" y="108"/>
                    <a:pt x="144" y="108"/>
                  </a:cubicBezTo>
                  <a:cubicBezTo>
                    <a:pt x="144" y="108"/>
                    <a:pt x="145" y="105"/>
                    <a:pt x="145" y="104"/>
                  </a:cubicBezTo>
                  <a:lnTo>
                    <a:pt x="145" y="105"/>
                  </a:lnTo>
                  <a:cubicBezTo>
                    <a:pt x="147" y="98"/>
                    <a:pt x="147" y="98"/>
                    <a:pt x="147" y="98"/>
                  </a:cubicBezTo>
                  <a:close/>
                  <a:moveTo>
                    <a:pt x="115" y="104"/>
                  </a:moveTo>
                  <a:lnTo>
                    <a:pt x="112" y="111"/>
                  </a:lnTo>
                  <a:cubicBezTo>
                    <a:pt x="112" y="108"/>
                    <a:pt x="113" y="106"/>
                    <a:pt x="115" y="104"/>
                  </a:cubicBezTo>
                  <a:close/>
                  <a:moveTo>
                    <a:pt x="153" y="112"/>
                  </a:moveTo>
                  <a:cubicBezTo>
                    <a:pt x="153" y="112"/>
                    <a:pt x="153" y="112"/>
                    <a:pt x="153" y="113"/>
                  </a:cubicBezTo>
                  <a:lnTo>
                    <a:pt x="153" y="113"/>
                  </a:lnTo>
                  <a:cubicBezTo>
                    <a:pt x="153" y="112"/>
                    <a:pt x="153" y="112"/>
                    <a:pt x="153" y="112"/>
                  </a:cubicBezTo>
                  <a:close/>
                  <a:moveTo>
                    <a:pt x="188" y="121"/>
                  </a:moveTo>
                  <a:lnTo>
                    <a:pt x="189" y="122"/>
                  </a:lnTo>
                  <a:cubicBezTo>
                    <a:pt x="188" y="125"/>
                    <a:pt x="186" y="130"/>
                    <a:pt x="184" y="134"/>
                  </a:cubicBezTo>
                  <a:lnTo>
                    <a:pt x="186" y="128"/>
                  </a:lnTo>
                  <a:lnTo>
                    <a:pt x="188" y="121"/>
                  </a:lnTo>
                  <a:close/>
                  <a:moveTo>
                    <a:pt x="220" y="123"/>
                  </a:moveTo>
                  <a:lnTo>
                    <a:pt x="220" y="123"/>
                  </a:lnTo>
                  <a:cubicBezTo>
                    <a:pt x="219" y="128"/>
                    <a:pt x="216" y="132"/>
                    <a:pt x="214" y="135"/>
                  </a:cubicBezTo>
                  <a:lnTo>
                    <a:pt x="216" y="129"/>
                  </a:lnTo>
                  <a:lnTo>
                    <a:pt x="220" y="123"/>
                  </a:lnTo>
                  <a:close/>
                  <a:moveTo>
                    <a:pt x="327" y="132"/>
                  </a:moveTo>
                  <a:lnTo>
                    <a:pt x="327" y="132"/>
                  </a:lnTo>
                  <a:cubicBezTo>
                    <a:pt x="325" y="137"/>
                    <a:pt x="324" y="139"/>
                    <a:pt x="324" y="139"/>
                  </a:cubicBezTo>
                  <a:cubicBezTo>
                    <a:pt x="324" y="139"/>
                    <a:pt x="325" y="136"/>
                    <a:pt x="327" y="132"/>
                  </a:cubicBezTo>
                  <a:close/>
                  <a:moveTo>
                    <a:pt x="203" y="121"/>
                  </a:moveTo>
                  <a:lnTo>
                    <a:pt x="203" y="122"/>
                  </a:lnTo>
                  <a:cubicBezTo>
                    <a:pt x="203" y="122"/>
                    <a:pt x="203" y="122"/>
                    <a:pt x="201" y="128"/>
                  </a:cubicBezTo>
                  <a:lnTo>
                    <a:pt x="194" y="140"/>
                  </a:lnTo>
                  <a:cubicBezTo>
                    <a:pt x="194" y="140"/>
                    <a:pt x="200" y="128"/>
                    <a:pt x="203" y="121"/>
                  </a:cubicBezTo>
                  <a:close/>
                  <a:moveTo>
                    <a:pt x="339" y="132"/>
                  </a:moveTo>
                  <a:cubicBezTo>
                    <a:pt x="338" y="136"/>
                    <a:pt x="335" y="140"/>
                    <a:pt x="333" y="144"/>
                  </a:cubicBezTo>
                  <a:lnTo>
                    <a:pt x="335" y="138"/>
                  </a:lnTo>
                  <a:lnTo>
                    <a:pt x="339" y="132"/>
                  </a:lnTo>
                  <a:close/>
                  <a:moveTo>
                    <a:pt x="7" y="133"/>
                  </a:moveTo>
                  <a:lnTo>
                    <a:pt x="1" y="145"/>
                  </a:lnTo>
                  <a:lnTo>
                    <a:pt x="2" y="147"/>
                  </a:lnTo>
                  <a:cubicBezTo>
                    <a:pt x="4" y="142"/>
                    <a:pt x="5" y="138"/>
                    <a:pt x="7" y="133"/>
                  </a:cubicBezTo>
                  <a:close/>
                  <a:moveTo>
                    <a:pt x="330" y="134"/>
                  </a:moveTo>
                  <a:cubicBezTo>
                    <a:pt x="331" y="134"/>
                    <a:pt x="331" y="134"/>
                    <a:pt x="327" y="141"/>
                  </a:cubicBezTo>
                  <a:cubicBezTo>
                    <a:pt x="327" y="141"/>
                    <a:pt x="324" y="147"/>
                    <a:pt x="324" y="147"/>
                  </a:cubicBezTo>
                  <a:lnTo>
                    <a:pt x="326" y="140"/>
                  </a:lnTo>
                  <a:cubicBezTo>
                    <a:pt x="330" y="134"/>
                    <a:pt x="330" y="134"/>
                    <a:pt x="330" y="134"/>
                  </a:cubicBezTo>
                  <a:close/>
                  <a:moveTo>
                    <a:pt x="252" y="142"/>
                  </a:moveTo>
                  <a:cubicBezTo>
                    <a:pt x="252" y="142"/>
                    <a:pt x="252" y="142"/>
                    <a:pt x="250" y="149"/>
                  </a:cubicBezTo>
                  <a:cubicBezTo>
                    <a:pt x="247" y="154"/>
                    <a:pt x="246" y="154"/>
                    <a:pt x="246" y="154"/>
                  </a:cubicBezTo>
                  <a:cubicBezTo>
                    <a:pt x="247" y="150"/>
                    <a:pt x="249" y="145"/>
                    <a:pt x="252" y="142"/>
                  </a:cubicBezTo>
                  <a:close/>
                  <a:moveTo>
                    <a:pt x="274" y="148"/>
                  </a:moveTo>
                  <a:cubicBezTo>
                    <a:pt x="272" y="152"/>
                    <a:pt x="270" y="156"/>
                    <a:pt x="268" y="159"/>
                  </a:cubicBezTo>
                  <a:lnTo>
                    <a:pt x="267" y="159"/>
                  </a:lnTo>
                  <a:cubicBezTo>
                    <a:pt x="270" y="153"/>
                    <a:pt x="274" y="148"/>
                    <a:pt x="274" y="148"/>
                  </a:cubicBezTo>
                  <a:close/>
                  <a:moveTo>
                    <a:pt x="281" y="169"/>
                  </a:moveTo>
                  <a:cubicBezTo>
                    <a:pt x="281" y="169"/>
                    <a:pt x="281" y="171"/>
                    <a:pt x="279" y="174"/>
                  </a:cubicBezTo>
                  <a:cubicBezTo>
                    <a:pt x="280" y="171"/>
                    <a:pt x="281" y="169"/>
                    <a:pt x="281" y="169"/>
                  </a:cubicBezTo>
                  <a:close/>
                  <a:moveTo>
                    <a:pt x="323" y="172"/>
                  </a:moveTo>
                  <a:lnTo>
                    <a:pt x="323" y="172"/>
                  </a:lnTo>
                  <a:cubicBezTo>
                    <a:pt x="323" y="172"/>
                    <a:pt x="322" y="174"/>
                    <a:pt x="321" y="177"/>
                  </a:cubicBezTo>
                  <a:cubicBezTo>
                    <a:pt x="318" y="182"/>
                    <a:pt x="318" y="182"/>
                    <a:pt x="317" y="182"/>
                  </a:cubicBezTo>
                  <a:cubicBezTo>
                    <a:pt x="316" y="182"/>
                    <a:pt x="316" y="182"/>
                    <a:pt x="321" y="176"/>
                  </a:cubicBezTo>
                  <a:lnTo>
                    <a:pt x="321" y="177"/>
                  </a:lnTo>
                  <a:cubicBezTo>
                    <a:pt x="322" y="174"/>
                    <a:pt x="323" y="172"/>
                    <a:pt x="323" y="172"/>
                  </a:cubicBezTo>
                  <a:close/>
                  <a:moveTo>
                    <a:pt x="323" y="178"/>
                  </a:moveTo>
                  <a:lnTo>
                    <a:pt x="324" y="179"/>
                  </a:lnTo>
                  <a:cubicBezTo>
                    <a:pt x="324" y="179"/>
                    <a:pt x="324" y="179"/>
                    <a:pt x="321" y="185"/>
                  </a:cubicBezTo>
                  <a:lnTo>
                    <a:pt x="323" y="178"/>
                  </a:lnTo>
                  <a:close/>
                  <a:moveTo>
                    <a:pt x="339" y="172"/>
                  </a:moveTo>
                  <a:lnTo>
                    <a:pt x="339" y="172"/>
                  </a:lnTo>
                  <a:cubicBezTo>
                    <a:pt x="339" y="175"/>
                    <a:pt x="338" y="177"/>
                    <a:pt x="336" y="179"/>
                  </a:cubicBezTo>
                  <a:cubicBezTo>
                    <a:pt x="336" y="179"/>
                    <a:pt x="333" y="185"/>
                    <a:pt x="333" y="185"/>
                  </a:cubicBezTo>
                  <a:cubicBezTo>
                    <a:pt x="333" y="185"/>
                    <a:pt x="335" y="178"/>
                    <a:pt x="339" y="172"/>
                  </a:cubicBezTo>
                  <a:close/>
                  <a:moveTo>
                    <a:pt x="329" y="181"/>
                  </a:moveTo>
                  <a:cubicBezTo>
                    <a:pt x="329" y="181"/>
                    <a:pt x="329" y="181"/>
                    <a:pt x="325" y="188"/>
                  </a:cubicBezTo>
                  <a:lnTo>
                    <a:pt x="327" y="181"/>
                  </a:lnTo>
                  <a:close/>
                  <a:moveTo>
                    <a:pt x="386" y="170"/>
                  </a:moveTo>
                  <a:cubicBezTo>
                    <a:pt x="386" y="170"/>
                    <a:pt x="386" y="170"/>
                    <a:pt x="382" y="177"/>
                  </a:cubicBezTo>
                  <a:cubicBezTo>
                    <a:pt x="380" y="180"/>
                    <a:pt x="378" y="185"/>
                    <a:pt x="375" y="188"/>
                  </a:cubicBezTo>
                  <a:cubicBezTo>
                    <a:pt x="378" y="181"/>
                    <a:pt x="381" y="176"/>
                    <a:pt x="386" y="170"/>
                  </a:cubicBezTo>
                  <a:close/>
                  <a:moveTo>
                    <a:pt x="322" y="190"/>
                  </a:moveTo>
                  <a:lnTo>
                    <a:pt x="322" y="190"/>
                  </a:lnTo>
                  <a:cubicBezTo>
                    <a:pt x="322" y="190"/>
                    <a:pt x="322" y="191"/>
                    <a:pt x="321" y="193"/>
                  </a:cubicBezTo>
                  <a:cubicBezTo>
                    <a:pt x="321" y="193"/>
                    <a:pt x="323" y="190"/>
                    <a:pt x="322" y="190"/>
                  </a:cubicBezTo>
                  <a:close/>
                  <a:moveTo>
                    <a:pt x="359" y="182"/>
                  </a:moveTo>
                  <a:cubicBezTo>
                    <a:pt x="359" y="182"/>
                    <a:pt x="359" y="183"/>
                    <a:pt x="358" y="185"/>
                  </a:cubicBezTo>
                  <a:lnTo>
                    <a:pt x="351" y="196"/>
                  </a:lnTo>
                  <a:cubicBezTo>
                    <a:pt x="351" y="196"/>
                    <a:pt x="349" y="198"/>
                    <a:pt x="349" y="198"/>
                  </a:cubicBezTo>
                  <a:cubicBezTo>
                    <a:pt x="348" y="198"/>
                    <a:pt x="349" y="198"/>
                    <a:pt x="350" y="196"/>
                  </a:cubicBezTo>
                  <a:lnTo>
                    <a:pt x="353" y="190"/>
                  </a:lnTo>
                  <a:cubicBezTo>
                    <a:pt x="355" y="186"/>
                    <a:pt x="358" y="182"/>
                    <a:pt x="359" y="182"/>
                  </a:cubicBezTo>
                  <a:close/>
                  <a:moveTo>
                    <a:pt x="311" y="200"/>
                  </a:moveTo>
                  <a:cubicBezTo>
                    <a:pt x="310" y="202"/>
                    <a:pt x="309" y="204"/>
                    <a:pt x="307" y="207"/>
                  </a:cubicBezTo>
                  <a:cubicBezTo>
                    <a:pt x="306" y="210"/>
                    <a:pt x="305" y="212"/>
                    <a:pt x="305" y="212"/>
                  </a:cubicBezTo>
                  <a:cubicBezTo>
                    <a:pt x="305" y="212"/>
                    <a:pt x="307" y="209"/>
                    <a:pt x="311" y="202"/>
                  </a:cubicBezTo>
                  <a:cubicBezTo>
                    <a:pt x="311" y="201"/>
                    <a:pt x="311" y="200"/>
                    <a:pt x="311" y="200"/>
                  </a:cubicBezTo>
                  <a:close/>
                  <a:moveTo>
                    <a:pt x="454" y="203"/>
                  </a:moveTo>
                  <a:cubicBezTo>
                    <a:pt x="455" y="203"/>
                    <a:pt x="450" y="211"/>
                    <a:pt x="444" y="219"/>
                  </a:cubicBezTo>
                  <a:cubicBezTo>
                    <a:pt x="440" y="225"/>
                    <a:pt x="438" y="228"/>
                    <a:pt x="438" y="228"/>
                  </a:cubicBezTo>
                  <a:cubicBezTo>
                    <a:pt x="438" y="228"/>
                    <a:pt x="440" y="225"/>
                    <a:pt x="444" y="218"/>
                  </a:cubicBezTo>
                  <a:cubicBezTo>
                    <a:pt x="445" y="215"/>
                    <a:pt x="449" y="211"/>
                    <a:pt x="451" y="207"/>
                  </a:cubicBezTo>
                  <a:cubicBezTo>
                    <a:pt x="453" y="204"/>
                    <a:pt x="454" y="203"/>
                    <a:pt x="454" y="203"/>
                  </a:cubicBezTo>
                  <a:close/>
                  <a:moveTo>
                    <a:pt x="357" y="224"/>
                  </a:moveTo>
                  <a:cubicBezTo>
                    <a:pt x="353" y="230"/>
                    <a:pt x="351" y="233"/>
                    <a:pt x="352" y="233"/>
                  </a:cubicBezTo>
                  <a:cubicBezTo>
                    <a:pt x="352" y="233"/>
                    <a:pt x="353" y="230"/>
                    <a:pt x="357" y="224"/>
                  </a:cubicBezTo>
                  <a:close/>
                  <a:moveTo>
                    <a:pt x="92" y="223"/>
                  </a:moveTo>
                  <a:lnTo>
                    <a:pt x="86" y="235"/>
                  </a:lnTo>
                  <a:cubicBezTo>
                    <a:pt x="85" y="238"/>
                    <a:pt x="85" y="239"/>
                    <a:pt x="85" y="239"/>
                  </a:cubicBezTo>
                  <a:cubicBezTo>
                    <a:pt x="85" y="239"/>
                    <a:pt x="86" y="236"/>
                    <a:pt x="90" y="230"/>
                  </a:cubicBezTo>
                  <a:cubicBezTo>
                    <a:pt x="93" y="223"/>
                    <a:pt x="93" y="223"/>
                    <a:pt x="92" y="223"/>
                  </a:cubicBezTo>
                  <a:close/>
                  <a:moveTo>
                    <a:pt x="52" y="1"/>
                  </a:moveTo>
                  <a:cubicBezTo>
                    <a:pt x="52" y="1"/>
                    <a:pt x="51" y="4"/>
                    <a:pt x="48" y="10"/>
                  </a:cubicBezTo>
                  <a:cubicBezTo>
                    <a:pt x="47" y="13"/>
                    <a:pt x="46" y="15"/>
                    <a:pt x="46" y="15"/>
                  </a:cubicBezTo>
                  <a:cubicBezTo>
                    <a:pt x="46" y="15"/>
                    <a:pt x="46" y="13"/>
                    <a:pt x="47" y="10"/>
                  </a:cubicBezTo>
                  <a:cubicBezTo>
                    <a:pt x="48" y="6"/>
                    <a:pt x="49" y="5"/>
                    <a:pt x="48" y="5"/>
                  </a:cubicBezTo>
                  <a:lnTo>
                    <a:pt x="48" y="5"/>
                  </a:lnTo>
                  <a:cubicBezTo>
                    <a:pt x="48" y="5"/>
                    <a:pt x="47" y="6"/>
                    <a:pt x="46" y="9"/>
                  </a:cubicBezTo>
                  <a:cubicBezTo>
                    <a:pt x="44" y="15"/>
                    <a:pt x="41" y="22"/>
                    <a:pt x="39" y="29"/>
                  </a:cubicBezTo>
                  <a:cubicBezTo>
                    <a:pt x="40" y="29"/>
                    <a:pt x="40" y="29"/>
                    <a:pt x="38" y="36"/>
                  </a:cubicBezTo>
                  <a:lnTo>
                    <a:pt x="37" y="34"/>
                  </a:lnTo>
                  <a:cubicBezTo>
                    <a:pt x="36" y="34"/>
                    <a:pt x="36" y="34"/>
                    <a:pt x="32" y="40"/>
                  </a:cubicBezTo>
                  <a:cubicBezTo>
                    <a:pt x="30" y="45"/>
                    <a:pt x="25" y="55"/>
                    <a:pt x="26" y="55"/>
                  </a:cubicBezTo>
                  <a:cubicBezTo>
                    <a:pt x="26" y="55"/>
                    <a:pt x="26" y="54"/>
                    <a:pt x="27" y="53"/>
                  </a:cubicBezTo>
                  <a:lnTo>
                    <a:pt x="27" y="53"/>
                  </a:lnTo>
                  <a:lnTo>
                    <a:pt x="26" y="60"/>
                  </a:lnTo>
                  <a:cubicBezTo>
                    <a:pt x="22" y="70"/>
                    <a:pt x="21" y="75"/>
                    <a:pt x="21" y="75"/>
                  </a:cubicBezTo>
                  <a:cubicBezTo>
                    <a:pt x="21" y="75"/>
                    <a:pt x="23" y="70"/>
                    <a:pt x="27" y="60"/>
                  </a:cubicBezTo>
                  <a:cubicBezTo>
                    <a:pt x="30" y="50"/>
                    <a:pt x="32" y="45"/>
                    <a:pt x="32" y="45"/>
                  </a:cubicBezTo>
                  <a:lnTo>
                    <a:pt x="32" y="45"/>
                  </a:lnTo>
                  <a:cubicBezTo>
                    <a:pt x="32" y="45"/>
                    <a:pt x="31" y="48"/>
                    <a:pt x="29" y="55"/>
                  </a:cubicBezTo>
                  <a:cubicBezTo>
                    <a:pt x="25" y="67"/>
                    <a:pt x="25" y="67"/>
                    <a:pt x="26" y="67"/>
                  </a:cubicBezTo>
                  <a:cubicBezTo>
                    <a:pt x="26" y="68"/>
                    <a:pt x="26" y="68"/>
                    <a:pt x="23" y="74"/>
                  </a:cubicBezTo>
                  <a:cubicBezTo>
                    <a:pt x="22" y="78"/>
                    <a:pt x="20" y="83"/>
                    <a:pt x="20" y="87"/>
                  </a:cubicBezTo>
                  <a:cubicBezTo>
                    <a:pt x="20" y="87"/>
                    <a:pt x="20" y="87"/>
                    <a:pt x="22" y="82"/>
                  </a:cubicBezTo>
                  <a:cubicBezTo>
                    <a:pt x="23" y="79"/>
                    <a:pt x="24" y="77"/>
                    <a:pt x="24" y="77"/>
                  </a:cubicBezTo>
                  <a:lnTo>
                    <a:pt x="24" y="77"/>
                  </a:lnTo>
                  <a:cubicBezTo>
                    <a:pt x="24" y="77"/>
                    <a:pt x="24" y="80"/>
                    <a:pt x="21" y="88"/>
                  </a:cubicBezTo>
                  <a:cubicBezTo>
                    <a:pt x="20" y="91"/>
                    <a:pt x="20" y="93"/>
                    <a:pt x="20" y="93"/>
                  </a:cubicBezTo>
                  <a:cubicBezTo>
                    <a:pt x="20" y="93"/>
                    <a:pt x="21" y="89"/>
                    <a:pt x="25" y="82"/>
                  </a:cubicBezTo>
                  <a:cubicBezTo>
                    <a:pt x="27" y="75"/>
                    <a:pt x="28" y="72"/>
                    <a:pt x="28" y="72"/>
                  </a:cubicBezTo>
                  <a:lnTo>
                    <a:pt x="28" y="72"/>
                  </a:lnTo>
                  <a:cubicBezTo>
                    <a:pt x="29" y="72"/>
                    <a:pt x="28" y="76"/>
                    <a:pt x="26" y="83"/>
                  </a:cubicBezTo>
                  <a:lnTo>
                    <a:pt x="27" y="83"/>
                  </a:lnTo>
                  <a:cubicBezTo>
                    <a:pt x="29" y="79"/>
                    <a:pt x="30" y="75"/>
                    <a:pt x="31" y="70"/>
                  </a:cubicBezTo>
                  <a:cubicBezTo>
                    <a:pt x="34" y="63"/>
                    <a:pt x="35" y="60"/>
                    <a:pt x="35" y="60"/>
                  </a:cubicBezTo>
                  <a:lnTo>
                    <a:pt x="35" y="60"/>
                  </a:lnTo>
                  <a:cubicBezTo>
                    <a:pt x="35" y="60"/>
                    <a:pt x="35" y="62"/>
                    <a:pt x="35" y="65"/>
                  </a:cubicBezTo>
                  <a:lnTo>
                    <a:pt x="30" y="77"/>
                  </a:lnTo>
                  <a:cubicBezTo>
                    <a:pt x="28" y="84"/>
                    <a:pt x="28" y="84"/>
                    <a:pt x="29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30" y="84"/>
                    <a:pt x="31" y="83"/>
                    <a:pt x="32" y="78"/>
                  </a:cubicBezTo>
                  <a:lnTo>
                    <a:pt x="32" y="78"/>
                  </a:lnTo>
                  <a:cubicBezTo>
                    <a:pt x="31" y="82"/>
                    <a:pt x="31" y="82"/>
                    <a:pt x="30" y="85"/>
                  </a:cubicBezTo>
                  <a:cubicBezTo>
                    <a:pt x="31" y="85"/>
                    <a:pt x="30" y="88"/>
                    <a:pt x="30" y="88"/>
                  </a:cubicBezTo>
                  <a:cubicBezTo>
                    <a:pt x="30" y="88"/>
                    <a:pt x="30" y="87"/>
                    <a:pt x="31" y="85"/>
                  </a:cubicBezTo>
                  <a:lnTo>
                    <a:pt x="31" y="85"/>
                  </a:lnTo>
                  <a:cubicBezTo>
                    <a:pt x="31" y="85"/>
                    <a:pt x="31" y="85"/>
                    <a:pt x="30" y="92"/>
                  </a:cubicBezTo>
                  <a:cubicBezTo>
                    <a:pt x="30" y="93"/>
                    <a:pt x="30" y="94"/>
                    <a:pt x="30" y="94"/>
                  </a:cubicBezTo>
                  <a:cubicBezTo>
                    <a:pt x="31" y="94"/>
                    <a:pt x="35" y="84"/>
                    <a:pt x="38" y="74"/>
                  </a:cubicBezTo>
                  <a:cubicBezTo>
                    <a:pt x="39" y="74"/>
                    <a:pt x="41" y="67"/>
                    <a:pt x="41" y="67"/>
                  </a:cubicBezTo>
                  <a:cubicBezTo>
                    <a:pt x="44" y="61"/>
                    <a:pt x="44" y="61"/>
                    <a:pt x="45" y="61"/>
                  </a:cubicBezTo>
                  <a:lnTo>
                    <a:pt x="39" y="74"/>
                  </a:lnTo>
                  <a:cubicBezTo>
                    <a:pt x="35" y="85"/>
                    <a:pt x="33" y="92"/>
                    <a:pt x="34" y="92"/>
                  </a:cubicBezTo>
                  <a:cubicBezTo>
                    <a:pt x="34" y="92"/>
                    <a:pt x="34" y="91"/>
                    <a:pt x="35" y="88"/>
                  </a:cubicBezTo>
                  <a:lnTo>
                    <a:pt x="35" y="88"/>
                  </a:lnTo>
                  <a:cubicBezTo>
                    <a:pt x="34" y="91"/>
                    <a:pt x="34" y="92"/>
                    <a:pt x="34" y="92"/>
                  </a:cubicBezTo>
                  <a:cubicBezTo>
                    <a:pt x="34" y="92"/>
                    <a:pt x="35" y="91"/>
                    <a:pt x="37" y="88"/>
                  </a:cubicBezTo>
                  <a:cubicBezTo>
                    <a:pt x="40" y="82"/>
                    <a:pt x="44" y="76"/>
                    <a:pt x="46" y="69"/>
                  </a:cubicBezTo>
                  <a:cubicBezTo>
                    <a:pt x="48" y="64"/>
                    <a:pt x="48" y="63"/>
                    <a:pt x="48" y="63"/>
                  </a:cubicBezTo>
                  <a:cubicBezTo>
                    <a:pt x="48" y="63"/>
                    <a:pt x="48" y="64"/>
                    <a:pt x="48" y="64"/>
                  </a:cubicBezTo>
                  <a:cubicBezTo>
                    <a:pt x="48" y="64"/>
                    <a:pt x="48" y="64"/>
                    <a:pt x="46" y="70"/>
                  </a:cubicBezTo>
                  <a:cubicBezTo>
                    <a:pt x="44" y="76"/>
                    <a:pt x="43" y="80"/>
                    <a:pt x="43" y="80"/>
                  </a:cubicBezTo>
                  <a:cubicBezTo>
                    <a:pt x="44" y="80"/>
                    <a:pt x="45" y="76"/>
                    <a:pt x="48" y="70"/>
                  </a:cubicBezTo>
                  <a:lnTo>
                    <a:pt x="48" y="70"/>
                  </a:lnTo>
                  <a:lnTo>
                    <a:pt x="46" y="77"/>
                  </a:lnTo>
                  <a:cubicBezTo>
                    <a:pt x="43" y="82"/>
                    <a:pt x="42" y="86"/>
                    <a:pt x="43" y="86"/>
                  </a:cubicBezTo>
                  <a:cubicBezTo>
                    <a:pt x="44" y="86"/>
                    <a:pt x="45" y="86"/>
                    <a:pt x="46" y="85"/>
                  </a:cubicBezTo>
                  <a:cubicBezTo>
                    <a:pt x="48" y="86"/>
                    <a:pt x="49" y="86"/>
                    <a:pt x="47" y="93"/>
                  </a:cubicBezTo>
                  <a:cubicBezTo>
                    <a:pt x="47" y="94"/>
                    <a:pt x="46" y="95"/>
                    <a:pt x="47" y="95"/>
                  </a:cubicBezTo>
                  <a:cubicBezTo>
                    <a:pt x="47" y="95"/>
                    <a:pt x="53" y="85"/>
                    <a:pt x="57" y="75"/>
                  </a:cubicBezTo>
                  <a:lnTo>
                    <a:pt x="57" y="75"/>
                  </a:lnTo>
                  <a:cubicBezTo>
                    <a:pt x="55" y="82"/>
                    <a:pt x="55" y="82"/>
                    <a:pt x="56" y="82"/>
                  </a:cubicBezTo>
                  <a:cubicBezTo>
                    <a:pt x="57" y="83"/>
                    <a:pt x="57" y="83"/>
                    <a:pt x="55" y="89"/>
                  </a:cubicBezTo>
                  <a:cubicBezTo>
                    <a:pt x="57" y="85"/>
                    <a:pt x="58" y="83"/>
                    <a:pt x="58" y="83"/>
                  </a:cubicBezTo>
                  <a:lnTo>
                    <a:pt x="58" y="83"/>
                  </a:lnTo>
                  <a:cubicBezTo>
                    <a:pt x="59" y="83"/>
                    <a:pt x="58" y="88"/>
                    <a:pt x="55" y="96"/>
                  </a:cubicBezTo>
                  <a:cubicBezTo>
                    <a:pt x="53" y="103"/>
                    <a:pt x="53" y="103"/>
                    <a:pt x="54" y="104"/>
                  </a:cubicBezTo>
                  <a:cubicBezTo>
                    <a:pt x="56" y="99"/>
                    <a:pt x="57" y="98"/>
                    <a:pt x="57" y="98"/>
                  </a:cubicBezTo>
                  <a:cubicBezTo>
                    <a:pt x="58" y="98"/>
                    <a:pt x="58" y="98"/>
                    <a:pt x="58" y="98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61" y="99"/>
                    <a:pt x="61" y="96"/>
                    <a:pt x="65" y="86"/>
                  </a:cubicBezTo>
                  <a:cubicBezTo>
                    <a:pt x="68" y="77"/>
                    <a:pt x="70" y="74"/>
                    <a:pt x="70" y="74"/>
                  </a:cubicBezTo>
                  <a:cubicBezTo>
                    <a:pt x="70" y="74"/>
                    <a:pt x="71" y="75"/>
                    <a:pt x="71" y="75"/>
                  </a:cubicBezTo>
                  <a:cubicBezTo>
                    <a:pt x="72" y="75"/>
                    <a:pt x="72" y="75"/>
                    <a:pt x="69" y="82"/>
                  </a:cubicBezTo>
                  <a:cubicBezTo>
                    <a:pt x="69" y="84"/>
                    <a:pt x="68" y="86"/>
                    <a:pt x="68" y="88"/>
                  </a:cubicBezTo>
                  <a:cubicBezTo>
                    <a:pt x="68" y="88"/>
                    <a:pt x="69" y="88"/>
                    <a:pt x="67" y="95"/>
                  </a:cubicBezTo>
                  <a:cubicBezTo>
                    <a:pt x="67" y="95"/>
                    <a:pt x="65" y="102"/>
                    <a:pt x="66" y="102"/>
                  </a:cubicBezTo>
                  <a:cubicBezTo>
                    <a:pt x="67" y="102"/>
                    <a:pt x="67" y="103"/>
                    <a:pt x="65" y="110"/>
                  </a:cubicBezTo>
                  <a:cubicBezTo>
                    <a:pt x="66" y="110"/>
                    <a:pt x="66" y="110"/>
                    <a:pt x="68" y="103"/>
                  </a:cubicBezTo>
                  <a:cubicBezTo>
                    <a:pt x="70" y="98"/>
                    <a:pt x="72" y="94"/>
                    <a:pt x="73" y="94"/>
                  </a:cubicBezTo>
                  <a:cubicBezTo>
                    <a:pt x="73" y="94"/>
                    <a:pt x="73" y="95"/>
                    <a:pt x="73" y="97"/>
                  </a:cubicBezTo>
                  <a:cubicBezTo>
                    <a:pt x="73" y="98"/>
                    <a:pt x="74" y="98"/>
                    <a:pt x="74" y="98"/>
                  </a:cubicBezTo>
                  <a:cubicBezTo>
                    <a:pt x="75" y="98"/>
                    <a:pt x="76" y="97"/>
                    <a:pt x="77" y="93"/>
                  </a:cubicBezTo>
                  <a:cubicBezTo>
                    <a:pt x="78" y="93"/>
                    <a:pt x="78" y="93"/>
                    <a:pt x="76" y="99"/>
                  </a:cubicBezTo>
                  <a:cubicBezTo>
                    <a:pt x="73" y="106"/>
                    <a:pt x="72" y="109"/>
                    <a:pt x="73" y="109"/>
                  </a:cubicBezTo>
                  <a:cubicBezTo>
                    <a:pt x="73" y="109"/>
                    <a:pt x="75" y="106"/>
                    <a:pt x="77" y="101"/>
                  </a:cubicBezTo>
                  <a:cubicBezTo>
                    <a:pt x="78" y="97"/>
                    <a:pt x="79" y="96"/>
                    <a:pt x="79" y="96"/>
                  </a:cubicBezTo>
                  <a:lnTo>
                    <a:pt x="79" y="96"/>
                  </a:lnTo>
                  <a:cubicBezTo>
                    <a:pt x="80" y="96"/>
                    <a:pt x="79" y="97"/>
                    <a:pt x="78" y="101"/>
                  </a:cubicBezTo>
                  <a:cubicBezTo>
                    <a:pt x="78" y="101"/>
                    <a:pt x="79" y="101"/>
                    <a:pt x="82" y="95"/>
                  </a:cubicBezTo>
                  <a:cubicBezTo>
                    <a:pt x="83" y="92"/>
                    <a:pt x="84" y="90"/>
                    <a:pt x="84" y="90"/>
                  </a:cubicBezTo>
                  <a:lnTo>
                    <a:pt x="84" y="90"/>
                  </a:lnTo>
                  <a:cubicBezTo>
                    <a:pt x="85" y="90"/>
                    <a:pt x="84" y="92"/>
                    <a:pt x="83" y="95"/>
                  </a:cubicBezTo>
                  <a:cubicBezTo>
                    <a:pt x="81" y="102"/>
                    <a:pt x="82" y="102"/>
                    <a:pt x="82" y="102"/>
                  </a:cubicBezTo>
                  <a:cubicBezTo>
                    <a:pt x="83" y="100"/>
                    <a:pt x="84" y="99"/>
                    <a:pt x="86" y="99"/>
                  </a:cubicBezTo>
                  <a:cubicBezTo>
                    <a:pt x="88" y="99"/>
                    <a:pt x="90" y="101"/>
                    <a:pt x="88" y="105"/>
                  </a:cubicBezTo>
                  <a:cubicBezTo>
                    <a:pt x="92" y="100"/>
                    <a:pt x="92" y="99"/>
                    <a:pt x="92" y="99"/>
                  </a:cubicBezTo>
                  <a:lnTo>
                    <a:pt x="92" y="99"/>
                  </a:lnTo>
                  <a:cubicBezTo>
                    <a:pt x="90" y="105"/>
                    <a:pt x="90" y="107"/>
                    <a:pt x="90" y="107"/>
                  </a:cubicBezTo>
                  <a:cubicBezTo>
                    <a:pt x="90" y="107"/>
                    <a:pt x="92" y="101"/>
                    <a:pt x="95" y="94"/>
                  </a:cubicBezTo>
                  <a:lnTo>
                    <a:pt x="94" y="94"/>
                  </a:lnTo>
                  <a:cubicBezTo>
                    <a:pt x="97" y="88"/>
                    <a:pt x="98" y="85"/>
                    <a:pt x="98" y="85"/>
                  </a:cubicBezTo>
                  <a:lnTo>
                    <a:pt x="98" y="85"/>
                  </a:lnTo>
                  <a:cubicBezTo>
                    <a:pt x="99" y="85"/>
                    <a:pt x="97" y="90"/>
                    <a:pt x="93" y="101"/>
                  </a:cubicBezTo>
                  <a:cubicBezTo>
                    <a:pt x="91" y="107"/>
                    <a:pt x="90" y="110"/>
                    <a:pt x="90" y="110"/>
                  </a:cubicBezTo>
                  <a:cubicBezTo>
                    <a:pt x="90" y="110"/>
                    <a:pt x="91" y="107"/>
                    <a:pt x="94" y="101"/>
                  </a:cubicBezTo>
                  <a:cubicBezTo>
                    <a:pt x="97" y="95"/>
                    <a:pt x="98" y="91"/>
                    <a:pt x="98" y="91"/>
                  </a:cubicBezTo>
                  <a:lnTo>
                    <a:pt x="98" y="91"/>
                  </a:lnTo>
                  <a:cubicBezTo>
                    <a:pt x="99" y="91"/>
                    <a:pt x="97" y="95"/>
                    <a:pt x="95" y="102"/>
                  </a:cubicBezTo>
                  <a:cubicBezTo>
                    <a:pt x="93" y="108"/>
                    <a:pt x="92" y="111"/>
                    <a:pt x="92" y="111"/>
                  </a:cubicBezTo>
                  <a:cubicBezTo>
                    <a:pt x="92" y="111"/>
                    <a:pt x="94" y="108"/>
                    <a:pt x="96" y="102"/>
                  </a:cubicBezTo>
                  <a:cubicBezTo>
                    <a:pt x="102" y="88"/>
                    <a:pt x="106" y="80"/>
                    <a:pt x="107" y="80"/>
                  </a:cubicBezTo>
                  <a:lnTo>
                    <a:pt x="107" y="80"/>
                  </a:lnTo>
                  <a:cubicBezTo>
                    <a:pt x="107" y="80"/>
                    <a:pt x="105" y="86"/>
                    <a:pt x="101" y="97"/>
                  </a:cubicBezTo>
                  <a:cubicBezTo>
                    <a:pt x="97" y="103"/>
                    <a:pt x="95" y="110"/>
                    <a:pt x="94" y="116"/>
                  </a:cubicBezTo>
                  <a:cubicBezTo>
                    <a:pt x="96" y="112"/>
                    <a:pt x="99" y="108"/>
                    <a:pt x="100" y="104"/>
                  </a:cubicBezTo>
                  <a:cubicBezTo>
                    <a:pt x="102" y="97"/>
                    <a:pt x="103" y="94"/>
                    <a:pt x="104" y="94"/>
                  </a:cubicBezTo>
                  <a:lnTo>
                    <a:pt x="104" y="94"/>
                  </a:lnTo>
                  <a:cubicBezTo>
                    <a:pt x="104" y="94"/>
                    <a:pt x="103" y="98"/>
                    <a:pt x="101" y="104"/>
                  </a:cubicBezTo>
                  <a:cubicBezTo>
                    <a:pt x="97" y="116"/>
                    <a:pt x="96" y="120"/>
                    <a:pt x="97" y="120"/>
                  </a:cubicBezTo>
                  <a:cubicBezTo>
                    <a:pt x="97" y="120"/>
                    <a:pt x="99" y="118"/>
                    <a:pt x="102" y="113"/>
                  </a:cubicBezTo>
                  <a:cubicBezTo>
                    <a:pt x="105" y="107"/>
                    <a:pt x="107" y="104"/>
                    <a:pt x="108" y="104"/>
                  </a:cubicBezTo>
                  <a:lnTo>
                    <a:pt x="108" y="104"/>
                  </a:lnTo>
                  <a:cubicBezTo>
                    <a:pt x="109" y="104"/>
                    <a:pt x="108" y="108"/>
                    <a:pt x="104" y="114"/>
                  </a:cubicBezTo>
                  <a:cubicBezTo>
                    <a:pt x="103" y="116"/>
                    <a:pt x="102" y="118"/>
                    <a:pt x="101" y="120"/>
                  </a:cubicBezTo>
                  <a:lnTo>
                    <a:pt x="101" y="120"/>
                  </a:lnTo>
                  <a:lnTo>
                    <a:pt x="103" y="121"/>
                  </a:lnTo>
                  <a:cubicBezTo>
                    <a:pt x="105" y="118"/>
                    <a:pt x="107" y="116"/>
                    <a:pt x="108" y="113"/>
                  </a:cubicBezTo>
                  <a:lnTo>
                    <a:pt x="108" y="113"/>
                  </a:lnTo>
                  <a:cubicBezTo>
                    <a:pt x="106" y="119"/>
                    <a:pt x="105" y="123"/>
                    <a:pt x="106" y="123"/>
                  </a:cubicBezTo>
                  <a:cubicBezTo>
                    <a:pt x="106" y="123"/>
                    <a:pt x="107" y="121"/>
                    <a:pt x="110" y="116"/>
                  </a:cubicBezTo>
                  <a:lnTo>
                    <a:pt x="110" y="117"/>
                  </a:lnTo>
                  <a:cubicBezTo>
                    <a:pt x="111" y="117"/>
                    <a:pt x="111" y="117"/>
                    <a:pt x="114" y="111"/>
                  </a:cubicBezTo>
                  <a:cubicBezTo>
                    <a:pt x="115" y="109"/>
                    <a:pt x="115" y="109"/>
                    <a:pt x="115" y="109"/>
                  </a:cubicBezTo>
                  <a:lnTo>
                    <a:pt x="115" y="109"/>
                  </a:lnTo>
                  <a:cubicBezTo>
                    <a:pt x="115" y="109"/>
                    <a:pt x="114" y="114"/>
                    <a:pt x="113" y="119"/>
                  </a:cubicBezTo>
                  <a:cubicBezTo>
                    <a:pt x="111" y="123"/>
                    <a:pt x="110" y="127"/>
                    <a:pt x="110" y="127"/>
                  </a:cubicBezTo>
                  <a:cubicBezTo>
                    <a:pt x="110" y="127"/>
                    <a:pt x="110" y="127"/>
                    <a:pt x="111" y="125"/>
                  </a:cubicBezTo>
                  <a:cubicBezTo>
                    <a:pt x="113" y="119"/>
                    <a:pt x="118" y="113"/>
                    <a:pt x="120" y="106"/>
                  </a:cubicBezTo>
                  <a:cubicBezTo>
                    <a:pt x="121" y="105"/>
                    <a:pt x="121" y="104"/>
                    <a:pt x="121" y="104"/>
                  </a:cubicBezTo>
                  <a:lnTo>
                    <a:pt x="121" y="104"/>
                  </a:lnTo>
                  <a:cubicBezTo>
                    <a:pt x="122" y="104"/>
                    <a:pt x="120" y="109"/>
                    <a:pt x="118" y="113"/>
                  </a:cubicBezTo>
                  <a:cubicBezTo>
                    <a:pt x="117" y="117"/>
                    <a:pt x="114" y="122"/>
                    <a:pt x="114" y="126"/>
                  </a:cubicBezTo>
                  <a:cubicBezTo>
                    <a:pt x="114" y="126"/>
                    <a:pt x="114" y="126"/>
                    <a:pt x="114" y="126"/>
                  </a:cubicBezTo>
                  <a:cubicBezTo>
                    <a:pt x="115" y="126"/>
                    <a:pt x="116" y="126"/>
                    <a:pt x="118" y="121"/>
                  </a:cubicBezTo>
                  <a:cubicBezTo>
                    <a:pt x="119" y="118"/>
                    <a:pt x="120" y="117"/>
                    <a:pt x="121" y="117"/>
                  </a:cubicBezTo>
                  <a:cubicBezTo>
                    <a:pt x="122" y="117"/>
                    <a:pt x="122" y="119"/>
                    <a:pt x="121" y="122"/>
                  </a:cubicBezTo>
                  <a:lnTo>
                    <a:pt x="122" y="123"/>
                  </a:lnTo>
                  <a:cubicBezTo>
                    <a:pt x="122" y="123"/>
                    <a:pt x="125" y="117"/>
                    <a:pt x="125" y="117"/>
                  </a:cubicBezTo>
                  <a:cubicBezTo>
                    <a:pt x="125" y="117"/>
                    <a:pt x="127" y="117"/>
                    <a:pt x="130" y="112"/>
                  </a:cubicBezTo>
                  <a:lnTo>
                    <a:pt x="130" y="112"/>
                  </a:lnTo>
                  <a:cubicBezTo>
                    <a:pt x="130" y="112"/>
                    <a:pt x="130" y="112"/>
                    <a:pt x="128" y="119"/>
                  </a:cubicBezTo>
                  <a:cubicBezTo>
                    <a:pt x="131" y="112"/>
                    <a:pt x="132" y="109"/>
                    <a:pt x="132" y="109"/>
                  </a:cubicBezTo>
                  <a:lnTo>
                    <a:pt x="132" y="109"/>
                  </a:lnTo>
                  <a:cubicBezTo>
                    <a:pt x="132" y="109"/>
                    <a:pt x="131" y="112"/>
                    <a:pt x="129" y="119"/>
                  </a:cubicBezTo>
                  <a:cubicBezTo>
                    <a:pt x="130" y="116"/>
                    <a:pt x="131" y="114"/>
                    <a:pt x="131" y="114"/>
                  </a:cubicBezTo>
                  <a:lnTo>
                    <a:pt x="131" y="114"/>
                  </a:lnTo>
                  <a:cubicBezTo>
                    <a:pt x="132" y="114"/>
                    <a:pt x="131" y="116"/>
                    <a:pt x="130" y="120"/>
                  </a:cubicBezTo>
                  <a:cubicBezTo>
                    <a:pt x="129" y="123"/>
                    <a:pt x="128" y="124"/>
                    <a:pt x="128" y="124"/>
                  </a:cubicBezTo>
                  <a:cubicBezTo>
                    <a:pt x="129" y="124"/>
                    <a:pt x="129" y="123"/>
                    <a:pt x="131" y="120"/>
                  </a:cubicBezTo>
                  <a:cubicBezTo>
                    <a:pt x="135" y="112"/>
                    <a:pt x="137" y="107"/>
                    <a:pt x="138" y="107"/>
                  </a:cubicBezTo>
                  <a:lnTo>
                    <a:pt x="138" y="107"/>
                  </a:lnTo>
                  <a:cubicBezTo>
                    <a:pt x="138" y="107"/>
                    <a:pt x="137" y="109"/>
                    <a:pt x="136" y="114"/>
                  </a:cubicBezTo>
                  <a:cubicBezTo>
                    <a:pt x="136" y="114"/>
                    <a:pt x="136" y="114"/>
                    <a:pt x="136" y="114"/>
                  </a:cubicBezTo>
                  <a:cubicBezTo>
                    <a:pt x="136" y="114"/>
                    <a:pt x="136" y="113"/>
                    <a:pt x="139" y="108"/>
                  </a:cubicBezTo>
                  <a:lnTo>
                    <a:pt x="139" y="108"/>
                  </a:lnTo>
                  <a:cubicBezTo>
                    <a:pt x="137" y="115"/>
                    <a:pt x="136" y="119"/>
                    <a:pt x="136" y="119"/>
                  </a:cubicBezTo>
                  <a:cubicBezTo>
                    <a:pt x="136" y="119"/>
                    <a:pt x="137" y="116"/>
                    <a:pt x="140" y="110"/>
                  </a:cubicBezTo>
                  <a:cubicBezTo>
                    <a:pt x="140" y="110"/>
                    <a:pt x="141" y="107"/>
                    <a:pt x="142" y="107"/>
                  </a:cubicBezTo>
                  <a:lnTo>
                    <a:pt x="142" y="107"/>
                  </a:lnTo>
                  <a:cubicBezTo>
                    <a:pt x="142" y="107"/>
                    <a:pt x="142" y="108"/>
                    <a:pt x="141" y="111"/>
                  </a:cubicBezTo>
                  <a:cubicBezTo>
                    <a:pt x="141" y="115"/>
                    <a:pt x="140" y="119"/>
                    <a:pt x="141" y="119"/>
                  </a:cubicBezTo>
                  <a:cubicBezTo>
                    <a:pt x="142" y="119"/>
                    <a:pt x="143" y="117"/>
                    <a:pt x="145" y="112"/>
                  </a:cubicBezTo>
                  <a:lnTo>
                    <a:pt x="146" y="113"/>
                  </a:lnTo>
                  <a:cubicBezTo>
                    <a:pt x="145" y="116"/>
                    <a:pt x="144" y="118"/>
                    <a:pt x="145" y="118"/>
                  </a:cubicBezTo>
                  <a:cubicBezTo>
                    <a:pt x="145" y="118"/>
                    <a:pt x="146" y="116"/>
                    <a:pt x="148" y="113"/>
                  </a:cubicBezTo>
                  <a:lnTo>
                    <a:pt x="150" y="107"/>
                  </a:lnTo>
                  <a:lnTo>
                    <a:pt x="150" y="107"/>
                  </a:lnTo>
                  <a:cubicBezTo>
                    <a:pt x="149" y="112"/>
                    <a:pt x="147" y="116"/>
                    <a:pt x="147" y="121"/>
                  </a:cubicBezTo>
                  <a:cubicBezTo>
                    <a:pt x="147" y="121"/>
                    <a:pt x="147" y="121"/>
                    <a:pt x="149" y="114"/>
                  </a:cubicBezTo>
                  <a:cubicBezTo>
                    <a:pt x="151" y="108"/>
                    <a:pt x="152" y="108"/>
                    <a:pt x="152" y="108"/>
                  </a:cubicBezTo>
                  <a:lnTo>
                    <a:pt x="152" y="108"/>
                  </a:lnTo>
                  <a:cubicBezTo>
                    <a:pt x="151" y="113"/>
                    <a:pt x="150" y="117"/>
                    <a:pt x="148" y="122"/>
                  </a:cubicBezTo>
                  <a:lnTo>
                    <a:pt x="149" y="122"/>
                  </a:lnTo>
                  <a:cubicBezTo>
                    <a:pt x="150" y="121"/>
                    <a:pt x="150" y="119"/>
                    <a:pt x="150" y="118"/>
                  </a:cubicBezTo>
                  <a:lnTo>
                    <a:pt x="150" y="118"/>
                  </a:lnTo>
                  <a:cubicBezTo>
                    <a:pt x="149" y="122"/>
                    <a:pt x="150" y="123"/>
                    <a:pt x="150" y="123"/>
                  </a:cubicBezTo>
                  <a:cubicBezTo>
                    <a:pt x="151" y="121"/>
                    <a:pt x="152" y="120"/>
                    <a:pt x="152" y="120"/>
                  </a:cubicBezTo>
                  <a:lnTo>
                    <a:pt x="152" y="120"/>
                  </a:lnTo>
                  <a:cubicBezTo>
                    <a:pt x="152" y="120"/>
                    <a:pt x="151" y="123"/>
                    <a:pt x="150" y="123"/>
                  </a:cubicBezTo>
                  <a:lnTo>
                    <a:pt x="148" y="129"/>
                  </a:lnTo>
                  <a:cubicBezTo>
                    <a:pt x="147" y="131"/>
                    <a:pt x="147" y="132"/>
                    <a:pt x="147" y="132"/>
                  </a:cubicBezTo>
                  <a:cubicBezTo>
                    <a:pt x="147" y="132"/>
                    <a:pt x="149" y="128"/>
                    <a:pt x="151" y="123"/>
                  </a:cubicBezTo>
                  <a:lnTo>
                    <a:pt x="152" y="123"/>
                  </a:lnTo>
                  <a:cubicBezTo>
                    <a:pt x="152" y="123"/>
                    <a:pt x="152" y="124"/>
                    <a:pt x="152" y="124"/>
                  </a:cubicBezTo>
                  <a:cubicBezTo>
                    <a:pt x="153" y="124"/>
                    <a:pt x="153" y="122"/>
                    <a:pt x="155" y="117"/>
                  </a:cubicBezTo>
                  <a:cubicBezTo>
                    <a:pt x="157" y="113"/>
                    <a:pt x="158" y="110"/>
                    <a:pt x="160" y="105"/>
                  </a:cubicBezTo>
                  <a:lnTo>
                    <a:pt x="160" y="105"/>
                  </a:lnTo>
                  <a:cubicBezTo>
                    <a:pt x="159" y="110"/>
                    <a:pt x="157" y="114"/>
                    <a:pt x="156" y="119"/>
                  </a:cubicBezTo>
                  <a:cubicBezTo>
                    <a:pt x="156" y="121"/>
                    <a:pt x="155" y="122"/>
                    <a:pt x="154" y="124"/>
                  </a:cubicBezTo>
                  <a:cubicBezTo>
                    <a:pt x="151" y="130"/>
                    <a:pt x="151" y="132"/>
                    <a:pt x="151" y="132"/>
                  </a:cubicBezTo>
                  <a:cubicBezTo>
                    <a:pt x="152" y="132"/>
                    <a:pt x="154" y="129"/>
                    <a:pt x="156" y="125"/>
                  </a:cubicBezTo>
                  <a:cubicBezTo>
                    <a:pt x="159" y="120"/>
                    <a:pt x="160" y="117"/>
                    <a:pt x="161" y="117"/>
                  </a:cubicBezTo>
                  <a:lnTo>
                    <a:pt x="161" y="117"/>
                  </a:lnTo>
                  <a:cubicBezTo>
                    <a:pt x="161" y="117"/>
                    <a:pt x="160" y="120"/>
                    <a:pt x="157" y="126"/>
                  </a:cubicBezTo>
                  <a:cubicBezTo>
                    <a:pt x="155" y="130"/>
                    <a:pt x="155" y="131"/>
                    <a:pt x="155" y="131"/>
                  </a:cubicBezTo>
                  <a:cubicBezTo>
                    <a:pt x="155" y="131"/>
                    <a:pt x="161" y="121"/>
                    <a:pt x="167" y="108"/>
                  </a:cubicBezTo>
                  <a:lnTo>
                    <a:pt x="167" y="108"/>
                  </a:lnTo>
                  <a:cubicBezTo>
                    <a:pt x="161" y="124"/>
                    <a:pt x="159" y="130"/>
                    <a:pt x="159" y="130"/>
                  </a:cubicBezTo>
                  <a:cubicBezTo>
                    <a:pt x="159" y="130"/>
                    <a:pt x="161" y="127"/>
                    <a:pt x="164" y="122"/>
                  </a:cubicBezTo>
                  <a:cubicBezTo>
                    <a:pt x="165" y="119"/>
                    <a:pt x="166" y="118"/>
                    <a:pt x="166" y="118"/>
                  </a:cubicBezTo>
                  <a:lnTo>
                    <a:pt x="166" y="118"/>
                  </a:lnTo>
                  <a:cubicBezTo>
                    <a:pt x="166" y="118"/>
                    <a:pt x="166" y="120"/>
                    <a:pt x="165" y="123"/>
                  </a:cubicBezTo>
                  <a:cubicBezTo>
                    <a:pt x="161" y="129"/>
                    <a:pt x="163" y="129"/>
                    <a:pt x="164" y="130"/>
                  </a:cubicBezTo>
                  <a:cubicBezTo>
                    <a:pt x="164" y="130"/>
                    <a:pt x="164" y="130"/>
                    <a:pt x="165" y="130"/>
                  </a:cubicBezTo>
                  <a:cubicBezTo>
                    <a:pt x="165" y="130"/>
                    <a:pt x="167" y="129"/>
                    <a:pt x="168" y="124"/>
                  </a:cubicBezTo>
                  <a:lnTo>
                    <a:pt x="169" y="125"/>
                  </a:lnTo>
                  <a:cubicBezTo>
                    <a:pt x="167" y="130"/>
                    <a:pt x="166" y="132"/>
                    <a:pt x="167" y="132"/>
                  </a:cubicBezTo>
                  <a:cubicBezTo>
                    <a:pt x="167" y="132"/>
                    <a:pt x="170" y="127"/>
                    <a:pt x="173" y="120"/>
                  </a:cubicBezTo>
                  <a:lnTo>
                    <a:pt x="174" y="120"/>
                  </a:lnTo>
                  <a:lnTo>
                    <a:pt x="170" y="126"/>
                  </a:lnTo>
                  <a:cubicBezTo>
                    <a:pt x="168" y="132"/>
                    <a:pt x="169" y="133"/>
                    <a:pt x="173" y="135"/>
                  </a:cubicBezTo>
                  <a:cubicBezTo>
                    <a:pt x="174" y="136"/>
                    <a:pt x="175" y="137"/>
                    <a:pt x="176" y="137"/>
                  </a:cubicBezTo>
                  <a:cubicBezTo>
                    <a:pt x="178" y="137"/>
                    <a:pt x="179" y="134"/>
                    <a:pt x="183" y="125"/>
                  </a:cubicBezTo>
                  <a:cubicBezTo>
                    <a:pt x="185" y="119"/>
                    <a:pt x="187" y="116"/>
                    <a:pt x="187" y="116"/>
                  </a:cubicBezTo>
                  <a:lnTo>
                    <a:pt x="187" y="116"/>
                  </a:lnTo>
                  <a:cubicBezTo>
                    <a:pt x="188" y="116"/>
                    <a:pt x="187" y="119"/>
                    <a:pt x="184" y="125"/>
                  </a:cubicBezTo>
                  <a:cubicBezTo>
                    <a:pt x="181" y="130"/>
                    <a:pt x="180" y="135"/>
                    <a:pt x="180" y="135"/>
                  </a:cubicBezTo>
                  <a:cubicBezTo>
                    <a:pt x="180" y="135"/>
                    <a:pt x="181" y="134"/>
                    <a:pt x="182" y="132"/>
                  </a:cubicBezTo>
                  <a:lnTo>
                    <a:pt x="182" y="132"/>
                  </a:lnTo>
                  <a:cubicBezTo>
                    <a:pt x="182" y="132"/>
                    <a:pt x="183" y="133"/>
                    <a:pt x="180" y="139"/>
                  </a:cubicBezTo>
                  <a:cubicBezTo>
                    <a:pt x="178" y="145"/>
                    <a:pt x="178" y="147"/>
                    <a:pt x="178" y="147"/>
                  </a:cubicBezTo>
                  <a:cubicBezTo>
                    <a:pt x="179" y="147"/>
                    <a:pt x="180" y="144"/>
                    <a:pt x="182" y="140"/>
                  </a:cubicBezTo>
                  <a:cubicBezTo>
                    <a:pt x="184" y="135"/>
                    <a:pt x="185" y="133"/>
                    <a:pt x="185" y="133"/>
                  </a:cubicBezTo>
                  <a:lnTo>
                    <a:pt x="185" y="133"/>
                  </a:lnTo>
                  <a:cubicBezTo>
                    <a:pt x="185" y="133"/>
                    <a:pt x="184" y="137"/>
                    <a:pt x="183" y="141"/>
                  </a:cubicBezTo>
                  <a:cubicBezTo>
                    <a:pt x="181" y="145"/>
                    <a:pt x="179" y="150"/>
                    <a:pt x="180" y="150"/>
                  </a:cubicBezTo>
                  <a:cubicBezTo>
                    <a:pt x="180" y="150"/>
                    <a:pt x="180" y="149"/>
                    <a:pt x="180" y="148"/>
                  </a:cubicBezTo>
                  <a:cubicBezTo>
                    <a:pt x="182" y="144"/>
                    <a:pt x="185" y="141"/>
                    <a:pt x="186" y="141"/>
                  </a:cubicBezTo>
                  <a:cubicBezTo>
                    <a:pt x="187" y="141"/>
                    <a:pt x="186" y="143"/>
                    <a:pt x="184" y="149"/>
                  </a:cubicBezTo>
                  <a:lnTo>
                    <a:pt x="185" y="150"/>
                  </a:lnTo>
                  <a:cubicBezTo>
                    <a:pt x="187" y="145"/>
                    <a:pt x="188" y="144"/>
                    <a:pt x="189" y="144"/>
                  </a:cubicBezTo>
                  <a:cubicBezTo>
                    <a:pt x="189" y="144"/>
                    <a:pt x="189" y="144"/>
                    <a:pt x="189" y="144"/>
                  </a:cubicBezTo>
                  <a:cubicBezTo>
                    <a:pt x="191" y="144"/>
                    <a:pt x="191" y="145"/>
                    <a:pt x="188" y="151"/>
                  </a:cubicBezTo>
                  <a:cubicBezTo>
                    <a:pt x="187" y="155"/>
                    <a:pt x="186" y="156"/>
                    <a:pt x="186" y="156"/>
                  </a:cubicBezTo>
                  <a:cubicBezTo>
                    <a:pt x="186" y="156"/>
                    <a:pt x="187" y="155"/>
                    <a:pt x="188" y="152"/>
                  </a:cubicBezTo>
                  <a:cubicBezTo>
                    <a:pt x="189" y="152"/>
                    <a:pt x="195" y="140"/>
                    <a:pt x="196" y="140"/>
                  </a:cubicBezTo>
                  <a:cubicBezTo>
                    <a:pt x="197" y="136"/>
                    <a:pt x="200" y="132"/>
                    <a:pt x="202" y="129"/>
                  </a:cubicBezTo>
                  <a:lnTo>
                    <a:pt x="202" y="129"/>
                  </a:lnTo>
                  <a:lnTo>
                    <a:pt x="200" y="134"/>
                  </a:lnTo>
                  <a:lnTo>
                    <a:pt x="194" y="147"/>
                  </a:lnTo>
                  <a:cubicBezTo>
                    <a:pt x="194" y="147"/>
                    <a:pt x="194" y="147"/>
                    <a:pt x="194" y="147"/>
                  </a:cubicBezTo>
                  <a:cubicBezTo>
                    <a:pt x="195" y="147"/>
                    <a:pt x="196" y="146"/>
                    <a:pt x="197" y="141"/>
                  </a:cubicBezTo>
                  <a:lnTo>
                    <a:pt x="197" y="141"/>
                  </a:lnTo>
                  <a:cubicBezTo>
                    <a:pt x="195" y="148"/>
                    <a:pt x="196" y="148"/>
                    <a:pt x="196" y="149"/>
                  </a:cubicBezTo>
                  <a:cubicBezTo>
                    <a:pt x="196" y="149"/>
                    <a:pt x="197" y="149"/>
                    <a:pt x="197" y="149"/>
                  </a:cubicBezTo>
                  <a:cubicBezTo>
                    <a:pt x="198" y="149"/>
                    <a:pt x="199" y="148"/>
                    <a:pt x="202" y="143"/>
                  </a:cubicBezTo>
                  <a:lnTo>
                    <a:pt x="202" y="143"/>
                  </a:lnTo>
                  <a:cubicBezTo>
                    <a:pt x="199" y="150"/>
                    <a:pt x="198" y="154"/>
                    <a:pt x="199" y="154"/>
                  </a:cubicBezTo>
                  <a:cubicBezTo>
                    <a:pt x="200" y="154"/>
                    <a:pt x="203" y="151"/>
                    <a:pt x="205" y="145"/>
                  </a:cubicBezTo>
                  <a:cubicBezTo>
                    <a:pt x="207" y="143"/>
                    <a:pt x="208" y="141"/>
                    <a:pt x="208" y="141"/>
                  </a:cubicBezTo>
                  <a:lnTo>
                    <a:pt x="208" y="141"/>
                  </a:lnTo>
                  <a:cubicBezTo>
                    <a:pt x="208" y="141"/>
                    <a:pt x="207" y="143"/>
                    <a:pt x="206" y="147"/>
                  </a:cubicBezTo>
                  <a:cubicBezTo>
                    <a:pt x="205" y="150"/>
                    <a:pt x="205" y="151"/>
                    <a:pt x="205" y="151"/>
                  </a:cubicBezTo>
                  <a:cubicBezTo>
                    <a:pt x="205" y="151"/>
                    <a:pt x="206" y="150"/>
                    <a:pt x="207" y="147"/>
                  </a:cubicBezTo>
                  <a:cubicBezTo>
                    <a:pt x="208" y="145"/>
                    <a:pt x="209" y="144"/>
                    <a:pt x="209" y="144"/>
                  </a:cubicBezTo>
                  <a:lnTo>
                    <a:pt x="209" y="144"/>
                  </a:lnTo>
                  <a:cubicBezTo>
                    <a:pt x="210" y="144"/>
                    <a:pt x="208" y="149"/>
                    <a:pt x="206" y="153"/>
                  </a:cubicBezTo>
                  <a:cubicBezTo>
                    <a:pt x="203" y="161"/>
                    <a:pt x="202" y="165"/>
                    <a:pt x="202" y="165"/>
                  </a:cubicBezTo>
                  <a:cubicBezTo>
                    <a:pt x="202" y="165"/>
                    <a:pt x="203" y="163"/>
                    <a:pt x="204" y="161"/>
                  </a:cubicBezTo>
                  <a:cubicBezTo>
                    <a:pt x="208" y="156"/>
                    <a:pt x="208" y="156"/>
                    <a:pt x="210" y="156"/>
                  </a:cubicBezTo>
                  <a:cubicBezTo>
                    <a:pt x="212" y="152"/>
                    <a:pt x="214" y="149"/>
                    <a:pt x="216" y="144"/>
                  </a:cubicBezTo>
                  <a:lnTo>
                    <a:pt x="222" y="132"/>
                  </a:lnTo>
                  <a:cubicBezTo>
                    <a:pt x="223" y="130"/>
                    <a:pt x="224" y="130"/>
                    <a:pt x="224" y="130"/>
                  </a:cubicBezTo>
                  <a:lnTo>
                    <a:pt x="224" y="130"/>
                  </a:lnTo>
                  <a:cubicBezTo>
                    <a:pt x="225" y="130"/>
                    <a:pt x="223" y="132"/>
                    <a:pt x="223" y="132"/>
                  </a:cubicBezTo>
                  <a:cubicBezTo>
                    <a:pt x="223" y="132"/>
                    <a:pt x="223" y="132"/>
                    <a:pt x="223" y="132"/>
                  </a:cubicBezTo>
                  <a:cubicBezTo>
                    <a:pt x="220" y="136"/>
                    <a:pt x="219" y="140"/>
                    <a:pt x="217" y="144"/>
                  </a:cubicBezTo>
                  <a:cubicBezTo>
                    <a:pt x="215" y="151"/>
                    <a:pt x="215" y="152"/>
                    <a:pt x="216" y="152"/>
                  </a:cubicBezTo>
                  <a:lnTo>
                    <a:pt x="217" y="153"/>
                  </a:lnTo>
                  <a:cubicBezTo>
                    <a:pt x="217" y="157"/>
                    <a:pt x="217" y="159"/>
                    <a:pt x="217" y="159"/>
                  </a:cubicBezTo>
                  <a:cubicBezTo>
                    <a:pt x="217" y="159"/>
                    <a:pt x="218" y="157"/>
                    <a:pt x="220" y="154"/>
                  </a:cubicBezTo>
                  <a:lnTo>
                    <a:pt x="223" y="148"/>
                  </a:lnTo>
                  <a:lnTo>
                    <a:pt x="223" y="148"/>
                  </a:lnTo>
                  <a:cubicBezTo>
                    <a:pt x="220" y="155"/>
                    <a:pt x="220" y="159"/>
                    <a:pt x="222" y="159"/>
                  </a:cubicBezTo>
                  <a:cubicBezTo>
                    <a:pt x="223" y="159"/>
                    <a:pt x="226" y="156"/>
                    <a:pt x="229" y="151"/>
                  </a:cubicBezTo>
                  <a:lnTo>
                    <a:pt x="229" y="151"/>
                  </a:lnTo>
                  <a:lnTo>
                    <a:pt x="225" y="158"/>
                  </a:lnTo>
                  <a:cubicBezTo>
                    <a:pt x="223" y="163"/>
                    <a:pt x="223" y="163"/>
                    <a:pt x="224" y="165"/>
                  </a:cubicBezTo>
                  <a:cubicBezTo>
                    <a:pt x="224" y="165"/>
                    <a:pt x="230" y="160"/>
                    <a:pt x="231" y="160"/>
                  </a:cubicBezTo>
                  <a:cubicBezTo>
                    <a:pt x="231" y="160"/>
                    <a:pt x="232" y="161"/>
                    <a:pt x="233" y="161"/>
                  </a:cubicBezTo>
                  <a:cubicBezTo>
                    <a:pt x="234" y="161"/>
                    <a:pt x="235" y="160"/>
                    <a:pt x="237" y="157"/>
                  </a:cubicBezTo>
                  <a:cubicBezTo>
                    <a:pt x="238" y="157"/>
                    <a:pt x="238" y="157"/>
                    <a:pt x="234" y="162"/>
                  </a:cubicBezTo>
                  <a:cubicBezTo>
                    <a:pt x="231" y="169"/>
                    <a:pt x="231" y="169"/>
                    <a:pt x="232" y="169"/>
                  </a:cubicBezTo>
                  <a:cubicBezTo>
                    <a:pt x="234" y="166"/>
                    <a:pt x="237" y="161"/>
                    <a:pt x="238" y="157"/>
                  </a:cubicBezTo>
                  <a:cubicBezTo>
                    <a:pt x="239" y="154"/>
                    <a:pt x="240" y="153"/>
                    <a:pt x="240" y="153"/>
                  </a:cubicBezTo>
                  <a:lnTo>
                    <a:pt x="240" y="153"/>
                  </a:lnTo>
                  <a:cubicBezTo>
                    <a:pt x="241" y="153"/>
                    <a:pt x="240" y="154"/>
                    <a:pt x="240" y="158"/>
                  </a:cubicBezTo>
                  <a:cubicBezTo>
                    <a:pt x="239" y="162"/>
                    <a:pt x="238" y="164"/>
                    <a:pt x="239" y="164"/>
                  </a:cubicBezTo>
                  <a:cubicBezTo>
                    <a:pt x="240" y="164"/>
                    <a:pt x="241" y="162"/>
                    <a:pt x="243" y="160"/>
                  </a:cubicBezTo>
                  <a:lnTo>
                    <a:pt x="243" y="160"/>
                  </a:lnTo>
                  <a:cubicBezTo>
                    <a:pt x="243" y="160"/>
                    <a:pt x="244" y="161"/>
                    <a:pt x="241" y="167"/>
                  </a:cubicBezTo>
                  <a:cubicBezTo>
                    <a:pt x="240" y="171"/>
                    <a:pt x="238" y="175"/>
                    <a:pt x="239" y="175"/>
                  </a:cubicBezTo>
                  <a:cubicBezTo>
                    <a:pt x="239" y="175"/>
                    <a:pt x="241" y="173"/>
                    <a:pt x="243" y="168"/>
                  </a:cubicBezTo>
                  <a:lnTo>
                    <a:pt x="243" y="168"/>
                  </a:lnTo>
                  <a:cubicBezTo>
                    <a:pt x="243" y="169"/>
                    <a:pt x="243" y="169"/>
                    <a:pt x="241" y="175"/>
                  </a:cubicBezTo>
                  <a:cubicBezTo>
                    <a:pt x="240" y="178"/>
                    <a:pt x="238" y="182"/>
                    <a:pt x="238" y="182"/>
                  </a:cubicBezTo>
                  <a:cubicBezTo>
                    <a:pt x="238" y="182"/>
                    <a:pt x="239" y="180"/>
                    <a:pt x="242" y="175"/>
                  </a:cubicBezTo>
                  <a:cubicBezTo>
                    <a:pt x="244" y="172"/>
                    <a:pt x="245" y="171"/>
                    <a:pt x="245" y="171"/>
                  </a:cubicBezTo>
                  <a:lnTo>
                    <a:pt x="245" y="171"/>
                  </a:lnTo>
                  <a:cubicBezTo>
                    <a:pt x="246" y="171"/>
                    <a:pt x="246" y="173"/>
                    <a:pt x="244" y="177"/>
                  </a:cubicBezTo>
                  <a:cubicBezTo>
                    <a:pt x="245" y="177"/>
                    <a:pt x="245" y="177"/>
                    <a:pt x="245" y="177"/>
                  </a:cubicBezTo>
                  <a:cubicBezTo>
                    <a:pt x="246" y="177"/>
                    <a:pt x="246" y="176"/>
                    <a:pt x="249" y="171"/>
                  </a:cubicBezTo>
                  <a:lnTo>
                    <a:pt x="252" y="166"/>
                  </a:lnTo>
                  <a:lnTo>
                    <a:pt x="252" y="166"/>
                  </a:lnTo>
                  <a:cubicBezTo>
                    <a:pt x="252" y="166"/>
                    <a:pt x="252" y="166"/>
                    <a:pt x="252" y="166"/>
                  </a:cubicBezTo>
                  <a:cubicBezTo>
                    <a:pt x="254" y="163"/>
                    <a:pt x="255" y="161"/>
                    <a:pt x="255" y="161"/>
                  </a:cubicBezTo>
                  <a:lnTo>
                    <a:pt x="255" y="161"/>
                  </a:lnTo>
                  <a:cubicBezTo>
                    <a:pt x="255" y="161"/>
                    <a:pt x="254" y="163"/>
                    <a:pt x="253" y="166"/>
                  </a:cubicBezTo>
                  <a:cubicBezTo>
                    <a:pt x="251" y="172"/>
                    <a:pt x="251" y="172"/>
                    <a:pt x="251" y="172"/>
                  </a:cubicBezTo>
                  <a:cubicBezTo>
                    <a:pt x="251" y="172"/>
                    <a:pt x="251" y="173"/>
                    <a:pt x="251" y="173"/>
                  </a:cubicBezTo>
                  <a:cubicBezTo>
                    <a:pt x="252" y="173"/>
                    <a:pt x="255" y="170"/>
                    <a:pt x="258" y="170"/>
                  </a:cubicBezTo>
                  <a:cubicBezTo>
                    <a:pt x="258" y="170"/>
                    <a:pt x="259" y="170"/>
                    <a:pt x="259" y="170"/>
                  </a:cubicBezTo>
                  <a:cubicBezTo>
                    <a:pt x="260" y="171"/>
                    <a:pt x="261" y="172"/>
                    <a:pt x="262" y="172"/>
                  </a:cubicBezTo>
                  <a:cubicBezTo>
                    <a:pt x="264" y="172"/>
                    <a:pt x="265" y="170"/>
                    <a:pt x="267" y="167"/>
                  </a:cubicBezTo>
                  <a:cubicBezTo>
                    <a:pt x="269" y="164"/>
                    <a:pt x="269" y="163"/>
                    <a:pt x="269" y="163"/>
                  </a:cubicBezTo>
                  <a:lnTo>
                    <a:pt x="269" y="163"/>
                  </a:lnTo>
                  <a:cubicBezTo>
                    <a:pt x="270" y="163"/>
                    <a:pt x="269" y="164"/>
                    <a:pt x="268" y="167"/>
                  </a:cubicBezTo>
                  <a:cubicBezTo>
                    <a:pt x="266" y="174"/>
                    <a:pt x="266" y="174"/>
                    <a:pt x="266" y="175"/>
                  </a:cubicBezTo>
                  <a:cubicBezTo>
                    <a:pt x="267" y="175"/>
                    <a:pt x="267" y="175"/>
                    <a:pt x="265" y="180"/>
                  </a:cubicBezTo>
                  <a:cubicBezTo>
                    <a:pt x="267" y="176"/>
                    <a:pt x="268" y="175"/>
                    <a:pt x="268" y="175"/>
                  </a:cubicBezTo>
                  <a:cubicBezTo>
                    <a:pt x="268" y="175"/>
                    <a:pt x="268" y="175"/>
                    <a:pt x="268" y="176"/>
                  </a:cubicBezTo>
                  <a:cubicBezTo>
                    <a:pt x="266" y="179"/>
                    <a:pt x="266" y="180"/>
                    <a:pt x="266" y="180"/>
                  </a:cubicBezTo>
                  <a:cubicBezTo>
                    <a:pt x="266" y="180"/>
                    <a:pt x="267" y="179"/>
                    <a:pt x="269" y="176"/>
                  </a:cubicBezTo>
                  <a:lnTo>
                    <a:pt x="269" y="176"/>
                  </a:lnTo>
                  <a:cubicBezTo>
                    <a:pt x="268" y="178"/>
                    <a:pt x="267" y="181"/>
                    <a:pt x="267" y="182"/>
                  </a:cubicBezTo>
                  <a:cubicBezTo>
                    <a:pt x="269" y="179"/>
                    <a:pt x="272" y="175"/>
                    <a:pt x="275" y="171"/>
                  </a:cubicBezTo>
                  <a:lnTo>
                    <a:pt x="275" y="171"/>
                  </a:lnTo>
                  <a:cubicBezTo>
                    <a:pt x="275" y="171"/>
                    <a:pt x="276" y="172"/>
                    <a:pt x="272" y="178"/>
                  </a:cubicBezTo>
                  <a:cubicBezTo>
                    <a:pt x="272" y="180"/>
                    <a:pt x="272" y="181"/>
                    <a:pt x="272" y="181"/>
                  </a:cubicBezTo>
                  <a:cubicBezTo>
                    <a:pt x="273" y="181"/>
                    <a:pt x="276" y="177"/>
                    <a:pt x="279" y="174"/>
                  </a:cubicBezTo>
                  <a:lnTo>
                    <a:pt x="279" y="174"/>
                  </a:lnTo>
                  <a:cubicBezTo>
                    <a:pt x="276" y="180"/>
                    <a:pt x="277" y="180"/>
                    <a:pt x="277" y="180"/>
                  </a:cubicBezTo>
                  <a:cubicBezTo>
                    <a:pt x="278" y="179"/>
                    <a:pt x="278" y="178"/>
                    <a:pt x="278" y="178"/>
                  </a:cubicBezTo>
                  <a:lnTo>
                    <a:pt x="278" y="178"/>
                  </a:lnTo>
                  <a:cubicBezTo>
                    <a:pt x="279" y="178"/>
                    <a:pt x="276" y="183"/>
                    <a:pt x="275" y="187"/>
                  </a:cubicBezTo>
                  <a:cubicBezTo>
                    <a:pt x="271" y="193"/>
                    <a:pt x="271" y="194"/>
                    <a:pt x="272" y="194"/>
                  </a:cubicBezTo>
                  <a:cubicBezTo>
                    <a:pt x="274" y="190"/>
                    <a:pt x="276" y="189"/>
                    <a:pt x="277" y="189"/>
                  </a:cubicBezTo>
                  <a:cubicBezTo>
                    <a:pt x="278" y="189"/>
                    <a:pt x="279" y="190"/>
                    <a:pt x="279" y="190"/>
                  </a:cubicBezTo>
                  <a:cubicBezTo>
                    <a:pt x="279" y="190"/>
                    <a:pt x="280" y="190"/>
                    <a:pt x="280" y="190"/>
                  </a:cubicBezTo>
                  <a:cubicBezTo>
                    <a:pt x="282" y="190"/>
                    <a:pt x="285" y="185"/>
                    <a:pt x="292" y="174"/>
                  </a:cubicBezTo>
                  <a:lnTo>
                    <a:pt x="298" y="162"/>
                  </a:lnTo>
                  <a:lnTo>
                    <a:pt x="292" y="175"/>
                  </a:lnTo>
                  <a:lnTo>
                    <a:pt x="284" y="193"/>
                  </a:lnTo>
                  <a:cubicBezTo>
                    <a:pt x="286" y="189"/>
                    <a:pt x="288" y="185"/>
                    <a:pt x="290" y="180"/>
                  </a:cubicBezTo>
                  <a:cubicBezTo>
                    <a:pt x="291" y="178"/>
                    <a:pt x="292" y="176"/>
                    <a:pt x="293" y="176"/>
                  </a:cubicBezTo>
                  <a:lnTo>
                    <a:pt x="293" y="176"/>
                  </a:lnTo>
                  <a:cubicBezTo>
                    <a:pt x="293" y="176"/>
                    <a:pt x="293" y="178"/>
                    <a:pt x="292" y="181"/>
                  </a:cubicBezTo>
                  <a:cubicBezTo>
                    <a:pt x="290" y="185"/>
                    <a:pt x="290" y="187"/>
                    <a:pt x="290" y="187"/>
                  </a:cubicBezTo>
                  <a:cubicBezTo>
                    <a:pt x="290" y="187"/>
                    <a:pt x="291" y="185"/>
                    <a:pt x="293" y="182"/>
                  </a:cubicBezTo>
                  <a:lnTo>
                    <a:pt x="293" y="182"/>
                  </a:lnTo>
                  <a:cubicBezTo>
                    <a:pt x="294" y="182"/>
                    <a:pt x="294" y="184"/>
                    <a:pt x="292" y="189"/>
                  </a:cubicBezTo>
                  <a:cubicBezTo>
                    <a:pt x="292" y="190"/>
                    <a:pt x="292" y="190"/>
                    <a:pt x="292" y="190"/>
                  </a:cubicBezTo>
                  <a:cubicBezTo>
                    <a:pt x="292" y="190"/>
                    <a:pt x="292" y="188"/>
                    <a:pt x="295" y="184"/>
                  </a:cubicBezTo>
                  <a:cubicBezTo>
                    <a:pt x="296" y="181"/>
                    <a:pt x="297" y="180"/>
                    <a:pt x="298" y="180"/>
                  </a:cubicBezTo>
                  <a:lnTo>
                    <a:pt x="298" y="180"/>
                  </a:lnTo>
                  <a:cubicBezTo>
                    <a:pt x="298" y="180"/>
                    <a:pt x="297" y="181"/>
                    <a:pt x="296" y="185"/>
                  </a:cubicBezTo>
                  <a:cubicBezTo>
                    <a:pt x="293" y="192"/>
                    <a:pt x="292" y="196"/>
                    <a:pt x="292" y="196"/>
                  </a:cubicBezTo>
                  <a:cubicBezTo>
                    <a:pt x="293" y="196"/>
                    <a:pt x="294" y="194"/>
                    <a:pt x="295" y="191"/>
                  </a:cubicBezTo>
                  <a:cubicBezTo>
                    <a:pt x="297" y="186"/>
                    <a:pt x="298" y="186"/>
                    <a:pt x="298" y="186"/>
                  </a:cubicBezTo>
                  <a:cubicBezTo>
                    <a:pt x="299" y="186"/>
                    <a:pt x="299" y="186"/>
                    <a:pt x="299" y="186"/>
                  </a:cubicBezTo>
                  <a:cubicBezTo>
                    <a:pt x="300" y="186"/>
                    <a:pt x="300" y="185"/>
                    <a:pt x="303" y="181"/>
                  </a:cubicBezTo>
                  <a:lnTo>
                    <a:pt x="304" y="181"/>
                  </a:lnTo>
                  <a:cubicBezTo>
                    <a:pt x="303" y="184"/>
                    <a:pt x="302" y="186"/>
                    <a:pt x="300" y="187"/>
                  </a:cubicBezTo>
                  <a:lnTo>
                    <a:pt x="297" y="194"/>
                  </a:lnTo>
                  <a:cubicBezTo>
                    <a:pt x="297" y="194"/>
                    <a:pt x="298" y="194"/>
                    <a:pt x="298" y="194"/>
                  </a:cubicBezTo>
                  <a:cubicBezTo>
                    <a:pt x="299" y="194"/>
                    <a:pt x="300" y="193"/>
                    <a:pt x="303" y="189"/>
                  </a:cubicBezTo>
                  <a:lnTo>
                    <a:pt x="303" y="189"/>
                  </a:lnTo>
                  <a:cubicBezTo>
                    <a:pt x="300" y="193"/>
                    <a:pt x="298" y="198"/>
                    <a:pt x="299" y="198"/>
                  </a:cubicBezTo>
                  <a:cubicBezTo>
                    <a:pt x="299" y="198"/>
                    <a:pt x="300" y="197"/>
                    <a:pt x="300" y="196"/>
                  </a:cubicBezTo>
                  <a:cubicBezTo>
                    <a:pt x="303" y="191"/>
                    <a:pt x="305" y="189"/>
                    <a:pt x="305" y="189"/>
                  </a:cubicBezTo>
                  <a:lnTo>
                    <a:pt x="305" y="189"/>
                  </a:lnTo>
                  <a:cubicBezTo>
                    <a:pt x="305" y="189"/>
                    <a:pt x="304" y="193"/>
                    <a:pt x="302" y="196"/>
                  </a:cubicBezTo>
                  <a:cubicBezTo>
                    <a:pt x="298" y="202"/>
                    <a:pt x="296" y="205"/>
                    <a:pt x="297" y="205"/>
                  </a:cubicBezTo>
                  <a:cubicBezTo>
                    <a:pt x="297" y="205"/>
                    <a:pt x="299" y="203"/>
                    <a:pt x="303" y="197"/>
                  </a:cubicBezTo>
                  <a:cubicBezTo>
                    <a:pt x="304" y="197"/>
                    <a:pt x="307" y="194"/>
                    <a:pt x="310" y="194"/>
                  </a:cubicBezTo>
                  <a:cubicBezTo>
                    <a:pt x="310" y="194"/>
                    <a:pt x="310" y="194"/>
                    <a:pt x="311" y="194"/>
                  </a:cubicBezTo>
                  <a:cubicBezTo>
                    <a:pt x="312" y="195"/>
                    <a:pt x="313" y="195"/>
                    <a:pt x="311" y="200"/>
                  </a:cubicBezTo>
                  <a:lnTo>
                    <a:pt x="311" y="200"/>
                  </a:lnTo>
                  <a:cubicBezTo>
                    <a:pt x="313" y="197"/>
                    <a:pt x="314" y="197"/>
                    <a:pt x="314" y="197"/>
                  </a:cubicBezTo>
                  <a:cubicBezTo>
                    <a:pt x="315" y="197"/>
                    <a:pt x="315" y="197"/>
                    <a:pt x="315" y="197"/>
                  </a:cubicBezTo>
                  <a:cubicBezTo>
                    <a:pt x="314" y="199"/>
                    <a:pt x="314" y="200"/>
                    <a:pt x="315" y="200"/>
                  </a:cubicBezTo>
                  <a:cubicBezTo>
                    <a:pt x="316" y="200"/>
                    <a:pt x="318" y="196"/>
                    <a:pt x="321" y="193"/>
                  </a:cubicBezTo>
                  <a:lnTo>
                    <a:pt x="320" y="191"/>
                  </a:lnTo>
                  <a:cubicBezTo>
                    <a:pt x="323" y="185"/>
                    <a:pt x="325" y="182"/>
                    <a:pt x="325" y="182"/>
                  </a:cubicBezTo>
                  <a:lnTo>
                    <a:pt x="325" y="182"/>
                  </a:lnTo>
                  <a:cubicBezTo>
                    <a:pt x="326" y="182"/>
                    <a:pt x="325" y="184"/>
                    <a:pt x="324" y="187"/>
                  </a:cubicBezTo>
                  <a:cubicBezTo>
                    <a:pt x="323" y="191"/>
                    <a:pt x="321" y="195"/>
                    <a:pt x="318" y="199"/>
                  </a:cubicBezTo>
                  <a:cubicBezTo>
                    <a:pt x="316" y="203"/>
                    <a:pt x="314" y="207"/>
                    <a:pt x="313" y="212"/>
                  </a:cubicBezTo>
                  <a:cubicBezTo>
                    <a:pt x="314" y="212"/>
                    <a:pt x="314" y="212"/>
                    <a:pt x="317" y="206"/>
                  </a:cubicBezTo>
                  <a:cubicBezTo>
                    <a:pt x="319" y="201"/>
                    <a:pt x="319" y="200"/>
                    <a:pt x="320" y="200"/>
                  </a:cubicBezTo>
                  <a:cubicBezTo>
                    <a:pt x="320" y="200"/>
                    <a:pt x="320" y="200"/>
                    <a:pt x="321" y="200"/>
                  </a:cubicBezTo>
                  <a:cubicBezTo>
                    <a:pt x="321" y="200"/>
                    <a:pt x="322" y="200"/>
                    <a:pt x="325" y="195"/>
                  </a:cubicBezTo>
                  <a:cubicBezTo>
                    <a:pt x="328" y="189"/>
                    <a:pt x="329" y="189"/>
                    <a:pt x="329" y="189"/>
                  </a:cubicBezTo>
                  <a:lnTo>
                    <a:pt x="329" y="189"/>
                  </a:lnTo>
                  <a:cubicBezTo>
                    <a:pt x="326" y="196"/>
                    <a:pt x="327" y="196"/>
                    <a:pt x="327" y="196"/>
                  </a:cubicBezTo>
                  <a:cubicBezTo>
                    <a:pt x="325" y="199"/>
                    <a:pt x="325" y="199"/>
                    <a:pt x="324" y="203"/>
                  </a:cubicBezTo>
                  <a:lnTo>
                    <a:pt x="318" y="215"/>
                  </a:lnTo>
                  <a:cubicBezTo>
                    <a:pt x="318" y="215"/>
                    <a:pt x="322" y="209"/>
                    <a:pt x="322" y="209"/>
                  </a:cubicBezTo>
                  <a:cubicBezTo>
                    <a:pt x="323" y="207"/>
                    <a:pt x="325" y="206"/>
                    <a:pt x="327" y="206"/>
                  </a:cubicBezTo>
                  <a:cubicBezTo>
                    <a:pt x="331" y="206"/>
                    <a:pt x="336" y="210"/>
                    <a:pt x="336" y="211"/>
                  </a:cubicBezTo>
                  <a:cubicBezTo>
                    <a:pt x="335" y="214"/>
                    <a:pt x="335" y="216"/>
                    <a:pt x="336" y="216"/>
                  </a:cubicBezTo>
                  <a:cubicBezTo>
                    <a:pt x="336" y="216"/>
                    <a:pt x="337" y="215"/>
                    <a:pt x="339" y="212"/>
                  </a:cubicBezTo>
                  <a:cubicBezTo>
                    <a:pt x="340" y="209"/>
                    <a:pt x="342" y="208"/>
                    <a:pt x="343" y="208"/>
                  </a:cubicBezTo>
                  <a:cubicBezTo>
                    <a:pt x="344" y="208"/>
                    <a:pt x="345" y="208"/>
                    <a:pt x="346" y="209"/>
                  </a:cubicBezTo>
                  <a:cubicBezTo>
                    <a:pt x="348" y="210"/>
                    <a:pt x="349" y="211"/>
                    <a:pt x="351" y="211"/>
                  </a:cubicBezTo>
                  <a:cubicBezTo>
                    <a:pt x="352" y="211"/>
                    <a:pt x="354" y="210"/>
                    <a:pt x="355" y="207"/>
                  </a:cubicBezTo>
                  <a:lnTo>
                    <a:pt x="357" y="207"/>
                  </a:lnTo>
                  <a:cubicBezTo>
                    <a:pt x="357" y="207"/>
                    <a:pt x="357" y="207"/>
                    <a:pt x="357" y="207"/>
                  </a:cubicBezTo>
                  <a:cubicBezTo>
                    <a:pt x="358" y="207"/>
                    <a:pt x="361" y="203"/>
                    <a:pt x="362" y="203"/>
                  </a:cubicBezTo>
                  <a:cubicBezTo>
                    <a:pt x="364" y="200"/>
                    <a:pt x="365" y="199"/>
                    <a:pt x="365" y="199"/>
                  </a:cubicBezTo>
                  <a:lnTo>
                    <a:pt x="365" y="199"/>
                  </a:lnTo>
                  <a:cubicBezTo>
                    <a:pt x="365" y="199"/>
                    <a:pt x="364" y="201"/>
                    <a:pt x="362" y="204"/>
                  </a:cubicBezTo>
                  <a:cubicBezTo>
                    <a:pt x="360" y="207"/>
                    <a:pt x="358" y="212"/>
                    <a:pt x="357" y="216"/>
                  </a:cubicBezTo>
                  <a:cubicBezTo>
                    <a:pt x="358" y="216"/>
                    <a:pt x="361" y="211"/>
                    <a:pt x="363" y="204"/>
                  </a:cubicBezTo>
                  <a:cubicBezTo>
                    <a:pt x="367" y="198"/>
                    <a:pt x="368" y="198"/>
                    <a:pt x="368" y="198"/>
                  </a:cubicBezTo>
                  <a:lnTo>
                    <a:pt x="368" y="198"/>
                  </a:lnTo>
                  <a:cubicBezTo>
                    <a:pt x="368" y="199"/>
                    <a:pt x="368" y="199"/>
                    <a:pt x="364" y="205"/>
                  </a:cubicBezTo>
                  <a:lnTo>
                    <a:pt x="358" y="217"/>
                  </a:lnTo>
                  <a:lnTo>
                    <a:pt x="359" y="217"/>
                  </a:lnTo>
                  <a:cubicBezTo>
                    <a:pt x="362" y="212"/>
                    <a:pt x="362" y="212"/>
                    <a:pt x="362" y="212"/>
                  </a:cubicBezTo>
                  <a:lnTo>
                    <a:pt x="362" y="212"/>
                  </a:lnTo>
                  <a:cubicBezTo>
                    <a:pt x="362" y="212"/>
                    <a:pt x="362" y="212"/>
                    <a:pt x="357" y="224"/>
                  </a:cubicBezTo>
                  <a:lnTo>
                    <a:pt x="361" y="219"/>
                  </a:lnTo>
                  <a:lnTo>
                    <a:pt x="361" y="219"/>
                  </a:lnTo>
                  <a:cubicBezTo>
                    <a:pt x="359" y="223"/>
                    <a:pt x="359" y="224"/>
                    <a:pt x="359" y="224"/>
                  </a:cubicBezTo>
                  <a:cubicBezTo>
                    <a:pt x="359" y="224"/>
                    <a:pt x="364" y="218"/>
                    <a:pt x="367" y="214"/>
                  </a:cubicBezTo>
                  <a:lnTo>
                    <a:pt x="367" y="214"/>
                  </a:lnTo>
                  <a:cubicBezTo>
                    <a:pt x="363" y="220"/>
                    <a:pt x="362" y="223"/>
                    <a:pt x="362" y="223"/>
                  </a:cubicBezTo>
                  <a:cubicBezTo>
                    <a:pt x="363" y="223"/>
                    <a:pt x="365" y="220"/>
                    <a:pt x="368" y="215"/>
                  </a:cubicBezTo>
                  <a:cubicBezTo>
                    <a:pt x="369" y="212"/>
                    <a:pt x="370" y="211"/>
                    <a:pt x="370" y="211"/>
                  </a:cubicBezTo>
                  <a:lnTo>
                    <a:pt x="370" y="211"/>
                  </a:lnTo>
                  <a:cubicBezTo>
                    <a:pt x="371" y="211"/>
                    <a:pt x="370" y="213"/>
                    <a:pt x="369" y="216"/>
                  </a:cubicBezTo>
                  <a:cubicBezTo>
                    <a:pt x="366" y="222"/>
                    <a:pt x="366" y="222"/>
                    <a:pt x="367" y="223"/>
                  </a:cubicBezTo>
                  <a:cubicBezTo>
                    <a:pt x="369" y="220"/>
                    <a:pt x="370" y="219"/>
                    <a:pt x="372" y="219"/>
                  </a:cubicBezTo>
                  <a:cubicBezTo>
                    <a:pt x="373" y="219"/>
                    <a:pt x="375" y="221"/>
                    <a:pt x="377" y="222"/>
                  </a:cubicBezTo>
                  <a:cubicBezTo>
                    <a:pt x="379" y="223"/>
                    <a:pt x="381" y="224"/>
                    <a:pt x="383" y="224"/>
                  </a:cubicBezTo>
                  <a:cubicBezTo>
                    <a:pt x="384" y="224"/>
                    <a:pt x="385" y="223"/>
                    <a:pt x="387" y="221"/>
                  </a:cubicBezTo>
                  <a:cubicBezTo>
                    <a:pt x="388" y="221"/>
                    <a:pt x="388" y="221"/>
                    <a:pt x="385" y="226"/>
                  </a:cubicBezTo>
                  <a:cubicBezTo>
                    <a:pt x="383" y="229"/>
                    <a:pt x="382" y="231"/>
                    <a:pt x="383" y="231"/>
                  </a:cubicBezTo>
                  <a:cubicBezTo>
                    <a:pt x="383" y="231"/>
                    <a:pt x="385" y="228"/>
                    <a:pt x="389" y="222"/>
                  </a:cubicBezTo>
                  <a:lnTo>
                    <a:pt x="389" y="222"/>
                  </a:lnTo>
                  <a:cubicBezTo>
                    <a:pt x="386" y="227"/>
                    <a:pt x="387" y="228"/>
                    <a:pt x="389" y="230"/>
                  </a:cubicBezTo>
                  <a:cubicBezTo>
                    <a:pt x="390" y="230"/>
                    <a:pt x="390" y="230"/>
                    <a:pt x="390" y="230"/>
                  </a:cubicBezTo>
                  <a:cubicBezTo>
                    <a:pt x="391" y="230"/>
                    <a:pt x="393" y="229"/>
                    <a:pt x="395" y="225"/>
                  </a:cubicBezTo>
                  <a:cubicBezTo>
                    <a:pt x="397" y="223"/>
                    <a:pt x="398" y="222"/>
                    <a:pt x="398" y="222"/>
                  </a:cubicBezTo>
                  <a:lnTo>
                    <a:pt x="398" y="222"/>
                  </a:lnTo>
                  <a:cubicBezTo>
                    <a:pt x="398" y="222"/>
                    <a:pt x="398" y="223"/>
                    <a:pt x="396" y="226"/>
                  </a:cubicBezTo>
                  <a:cubicBezTo>
                    <a:pt x="391" y="234"/>
                    <a:pt x="388" y="240"/>
                    <a:pt x="390" y="240"/>
                  </a:cubicBezTo>
                  <a:cubicBezTo>
                    <a:pt x="390" y="240"/>
                    <a:pt x="392" y="238"/>
                    <a:pt x="395" y="234"/>
                  </a:cubicBezTo>
                  <a:cubicBezTo>
                    <a:pt x="396" y="234"/>
                    <a:pt x="396" y="234"/>
                    <a:pt x="392" y="241"/>
                  </a:cubicBezTo>
                  <a:cubicBezTo>
                    <a:pt x="394" y="241"/>
                    <a:pt x="394" y="241"/>
                    <a:pt x="398" y="236"/>
                  </a:cubicBezTo>
                  <a:lnTo>
                    <a:pt x="401" y="239"/>
                  </a:lnTo>
                  <a:cubicBezTo>
                    <a:pt x="403" y="239"/>
                    <a:pt x="406" y="234"/>
                    <a:pt x="406" y="234"/>
                  </a:cubicBezTo>
                  <a:lnTo>
                    <a:pt x="407" y="234"/>
                  </a:lnTo>
                  <a:cubicBezTo>
                    <a:pt x="404" y="240"/>
                    <a:pt x="406" y="241"/>
                    <a:pt x="408" y="243"/>
                  </a:cubicBezTo>
                  <a:cubicBezTo>
                    <a:pt x="412" y="245"/>
                    <a:pt x="414" y="248"/>
                    <a:pt x="412" y="253"/>
                  </a:cubicBezTo>
                  <a:cubicBezTo>
                    <a:pt x="412" y="253"/>
                    <a:pt x="412" y="253"/>
                    <a:pt x="412" y="253"/>
                  </a:cubicBezTo>
                  <a:cubicBezTo>
                    <a:pt x="412" y="253"/>
                    <a:pt x="412" y="253"/>
                    <a:pt x="415" y="249"/>
                  </a:cubicBezTo>
                  <a:cubicBezTo>
                    <a:pt x="419" y="242"/>
                    <a:pt x="421" y="239"/>
                    <a:pt x="422" y="239"/>
                  </a:cubicBezTo>
                  <a:lnTo>
                    <a:pt x="422" y="239"/>
                  </a:lnTo>
                  <a:cubicBezTo>
                    <a:pt x="422" y="239"/>
                    <a:pt x="421" y="241"/>
                    <a:pt x="421" y="243"/>
                  </a:cubicBezTo>
                  <a:cubicBezTo>
                    <a:pt x="417" y="250"/>
                    <a:pt x="416" y="253"/>
                    <a:pt x="416" y="253"/>
                  </a:cubicBezTo>
                  <a:cubicBezTo>
                    <a:pt x="417" y="253"/>
                    <a:pt x="419" y="251"/>
                    <a:pt x="423" y="245"/>
                  </a:cubicBezTo>
                  <a:lnTo>
                    <a:pt x="423" y="245"/>
                  </a:lnTo>
                  <a:cubicBezTo>
                    <a:pt x="421" y="249"/>
                    <a:pt x="422" y="248"/>
                    <a:pt x="419" y="251"/>
                  </a:cubicBezTo>
                  <a:cubicBezTo>
                    <a:pt x="417" y="256"/>
                    <a:pt x="416" y="258"/>
                    <a:pt x="416" y="258"/>
                  </a:cubicBezTo>
                  <a:cubicBezTo>
                    <a:pt x="417" y="258"/>
                    <a:pt x="420" y="254"/>
                    <a:pt x="425" y="246"/>
                  </a:cubicBezTo>
                  <a:lnTo>
                    <a:pt x="425" y="246"/>
                  </a:lnTo>
                  <a:cubicBezTo>
                    <a:pt x="423" y="251"/>
                    <a:pt x="421" y="255"/>
                    <a:pt x="421" y="255"/>
                  </a:cubicBezTo>
                  <a:cubicBezTo>
                    <a:pt x="421" y="255"/>
                    <a:pt x="422" y="255"/>
                    <a:pt x="423" y="253"/>
                  </a:cubicBezTo>
                  <a:lnTo>
                    <a:pt x="423" y="253"/>
                  </a:lnTo>
                  <a:cubicBezTo>
                    <a:pt x="423" y="254"/>
                    <a:pt x="423" y="254"/>
                    <a:pt x="416" y="265"/>
                  </a:cubicBezTo>
                  <a:cubicBezTo>
                    <a:pt x="414" y="270"/>
                    <a:pt x="412" y="273"/>
                    <a:pt x="410" y="278"/>
                  </a:cubicBezTo>
                  <a:cubicBezTo>
                    <a:pt x="413" y="274"/>
                    <a:pt x="415" y="270"/>
                    <a:pt x="417" y="267"/>
                  </a:cubicBezTo>
                  <a:lnTo>
                    <a:pt x="418" y="267"/>
                  </a:lnTo>
                  <a:cubicBezTo>
                    <a:pt x="418" y="267"/>
                    <a:pt x="418" y="267"/>
                    <a:pt x="422" y="261"/>
                  </a:cubicBezTo>
                  <a:cubicBezTo>
                    <a:pt x="424" y="257"/>
                    <a:pt x="425" y="256"/>
                    <a:pt x="426" y="256"/>
                  </a:cubicBezTo>
                  <a:cubicBezTo>
                    <a:pt x="426" y="256"/>
                    <a:pt x="426" y="256"/>
                    <a:pt x="426" y="257"/>
                  </a:cubicBezTo>
                  <a:cubicBezTo>
                    <a:pt x="425" y="258"/>
                    <a:pt x="425" y="259"/>
                    <a:pt x="425" y="259"/>
                  </a:cubicBezTo>
                  <a:cubicBezTo>
                    <a:pt x="425" y="259"/>
                    <a:pt x="428" y="255"/>
                    <a:pt x="429" y="250"/>
                  </a:cubicBezTo>
                  <a:cubicBezTo>
                    <a:pt x="432" y="246"/>
                    <a:pt x="434" y="242"/>
                    <a:pt x="437" y="239"/>
                  </a:cubicBezTo>
                  <a:lnTo>
                    <a:pt x="444" y="227"/>
                  </a:lnTo>
                  <a:cubicBezTo>
                    <a:pt x="449" y="219"/>
                    <a:pt x="453" y="212"/>
                    <a:pt x="456" y="203"/>
                  </a:cubicBezTo>
                  <a:cubicBezTo>
                    <a:pt x="458" y="199"/>
                    <a:pt x="459" y="194"/>
                    <a:pt x="458" y="194"/>
                  </a:cubicBezTo>
                  <a:lnTo>
                    <a:pt x="458" y="194"/>
                  </a:lnTo>
                  <a:cubicBezTo>
                    <a:pt x="458" y="194"/>
                    <a:pt x="456" y="196"/>
                    <a:pt x="453" y="200"/>
                  </a:cubicBezTo>
                  <a:cubicBezTo>
                    <a:pt x="453" y="200"/>
                    <a:pt x="450" y="206"/>
                    <a:pt x="450" y="206"/>
                  </a:cubicBezTo>
                  <a:cubicBezTo>
                    <a:pt x="450" y="204"/>
                    <a:pt x="451" y="202"/>
                    <a:pt x="452" y="199"/>
                  </a:cubicBezTo>
                  <a:cubicBezTo>
                    <a:pt x="455" y="194"/>
                    <a:pt x="453" y="193"/>
                    <a:pt x="451" y="190"/>
                  </a:cubicBezTo>
                  <a:cubicBezTo>
                    <a:pt x="449" y="189"/>
                    <a:pt x="447" y="188"/>
                    <a:pt x="450" y="181"/>
                  </a:cubicBezTo>
                  <a:cubicBezTo>
                    <a:pt x="453" y="176"/>
                    <a:pt x="453" y="175"/>
                    <a:pt x="453" y="175"/>
                  </a:cubicBezTo>
                  <a:lnTo>
                    <a:pt x="453" y="175"/>
                  </a:lnTo>
                  <a:cubicBezTo>
                    <a:pt x="451" y="178"/>
                    <a:pt x="450" y="179"/>
                    <a:pt x="448" y="179"/>
                  </a:cubicBezTo>
                  <a:cubicBezTo>
                    <a:pt x="446" y="179"/>
                    <a:pt x="445" y="178"/>
                    <a:pt x="443" y="177"/>
                  </a:cubicBezTo>
                  <a:cubicBezTo>
                    <a:pt x="442" y="176"/>
                    <a:pt x="440" y="174"/>
                    <a:pt x="439" y="174"/>
                  </a:cubicBezTo>
                  <a:cubicBezTo>
                    <a:pt x="437" y="174"/>
                    <a:pt x="436" y="175"/>
                    <a:pt x="434" y="178"/>
                  </a:cubicBezTo>
                  <a:lnTo>
                    <a:pt x="433" y="178"/>
                  </a:lnTo>
                  <a:cubicBezTo>
                    <a:pt x="436" y="172"/>
                    <a:pt x="435" y="171"/>
                    <a:pt x="434" y="170"/>
                  </a:cubicBezTo>
                  <a:lnTo>
                    <a:pt x="434" y="170"/>
                  </a:lnTo>
                  <a:cubicBezTo>
                    <a:pt x="431" y="176"/>
                    <a:pt x="429" y="176"/>
                    <a:pt x="429" y="176"/>
                  </a:cubicBezTo>
                  <a:cubicBezTo>
                    <a:pt x="433" y="169"/>
                    <a:pt x="432" y="169"/>
                    <a:pt x="432" y="168"/>
                  </a:cubicBezTo>
                  <a:cubicBezTo>
                    <a:pt x="431" y="168"/>
                    <a:pt x="429" y="168"/>
                    <a:pt x="426" y="174"/>
                  </a:cubicBezTo>
                  <a:cubicBezTo>
                    <a:pt x="426" y="174"/>
                    <a:pt x="423" y="171"/>
                    <a:pt x="425" y="165"/>
                  </a:cubicBezTo>
                  <a:cubicBezTo>
                    <a:pt x="426" y="162"/>
                    <a:pt x="426" y="161"/>
                    <a:pt x="426" y="161"/>
                  </a:cubicBezTo>
                  <a:lnTo>
                    <a:pt x="426" y="161"/>
                  </a:lnTo>
                  <a:cubicBezTo>
                    <a:pt x="426" y="161"/>
                    <a:pt x="423" y="165"/>
                    <a:pt x="421" y="169"/>
                  </a:cubicBezTo>
                  <a:cubicBezTo>
                    <a:pt x="418" y="174"/>
                    <a:pt x="416" y="177"/>
                    <a:pt x="413" y="180"/>
                  </a:cubicBezTo>
                  <a:lnTo>
                    <a:pt x="419" y="168"/>
                  </a:lnTo>
                  <a:cubicBezTo>
                    <a:pt x="423" y="162"/>
                    <a:pt x="423" y="162"/>
                    <a:pt x="423" y="162"/>
                  </a:cubicBezTo>
                  <a:lnTo>
                    <a:pt x="422" y="161"/>
                  </a:lnTo>
                  <a:cubicBezTo>
                    <a:pt x="420" y="165"/>
                    <a:pt x="419" y="166"/>
                    <a:pt x="417" y="166"/>
                  </a:cubicBezTo>
                  <a:cubicBezTo>
                    <a:pt x="416" y="166"/>
                    <a:pt x="414" y="165"/>
                    <a:pt x="413" y="163"/>
                  </a:cubicBezTo>
                  <a:cubicBezTo>
                    <a:pt x="411" y="162"/>
                    <a:pt x="409" y="162"/>
                    <a:pt x="408" y="162"/>
                  </a:cubicBezTo>
                  <a:cubicBezTo>
                    <a:pt x="407" y="162"/>
                    <a:pt x="405" y="163"/>
                    <a:pt x="404" y="166"/>
                  </a:cubicBezTo>
                  <a:cubicBezTo>
                    <a:pt x="402" y="169"/>
                    <a:pt x="401" y="170"/>
                    <a:pt x="401" y="170"/>
                  </a:cubicBezTo>
                  <a:cubicBezTo>
                    <a:pt x="401" y="170"/>
                    <a:pt x="401" y="168"/>
                    <a:pt x="403" y="165"/>
                  </a:cubicBezTo>
                  <a:cubicBezTo>
                    <a:pt x="407" y="152"/>
                    <a:pt x="408" y="148"/>
                    <a:pt x="408" y="148"/>
                  </a:cubicBezTo>
                  <a:lnTo>
                    <a:pt x="408" y="148"/>
                  </a:lnTo>
                  <a:cubicBezTo>
                    <a:pt x="408" y="148"/>
                    <a:pt x="407" y="149"/>
                    <a:pt x="406" y="151"/>
                  </a:cubicBezTo>
                  <a:cubicBezTo>
                    <a:pt x="404" y="156"/>
                    <a:pt x="401" y="159"/>
                    <a:pt x="399" y="163"/>
                  </a:cubicBezTo>
                  <a:cubicBezTo>
                    <a:pt x="396" y="169"/>
                    <a:pt x="394" y="172"/>
                    <a:pt x="394" y="172"/>
                  </a:cubicBezTo>
                  <a:cubicBezTo>
                    <a:pt x="394" y="172"/>
                    <a:pt x="395" y="169"/>
                    <a:pt x="398" y="162"/>
                  </a:cubicBezTo>
                  <a:cubicBezTo>
                    <a:pt x="401" y="157"/>
                    <a:pt x="401" y="154"/>
                    <a:pt x="398" y="154"/>
                  </a:cubicBezTo>
                  <a:cubicBezTo>
                    <a:pt x="396" y="154"/>
                    <a:pt x="392" y="158"/>
                    <a:pt x="388" y="163"/>
                  </a:cubicBezTo>
                  <a:cubicBezTo>
                    <a:pt x="389" y="161"/>
                    <a:pt x="388" y="162"/>
                    <a:pt x="391" y="158"/>
                  </a:cubicBezTo>
                  <a:cubicBezTo>
                    <a:pt x="395" y="152"/>
                    <a:pt x="394" y="151"/>
                    <a:pt x="392" y="150"/>
                  </a:cubicBezTo>
                  <a:lnTo>
                    <a:pt x="391" y="149"/>
                  </a:lnTo>
                  <a:cubicBezTo>
                    <a:pt x="389" y="154"/>
                    <a:pt x="387" y="155"/>
                    <a:pt x="386" y="155"/>
                  </a:cubicBezTo>
                  <a:cubicBezTo>
                    <a:pt x="385" y="155"/>
                    <a:pt x="386" y="151"/>
                    <a:pt x="388" y="148"/>
                  </a:cubicBezTo>
                  <a:cubicBezTo>
                    <a:pt x="391" y="141"/>
                    <a:pt x="391" y="141"/>
                    <a:pt x="390" y="141"/>
                  </a:cubicBezTo>
                  <a:cubicBezTo>
                    <a:pt x="387" y="145"/>
                    <a:pt x="386" y="146"/>
                    <a:pt x="385" y="146"/>
                  </a:cubicBezTo>
                  <a:cubicBezTo>
                    <a:pt x="383" y="146"/>
                    <a:pt x="385" y="142"/>
                    <a:pt x="387" y="138"/>
                  </a:cubicBezTo>
                  <a:lnTo>
                    <a:pt x="386" y="138"/>
                  </a:lnTo>
                  <a:cubicBezTo>
                    <a:pt x="383" y="142"/>
                    <a:pt x="382" y="142"/>
                    <a:pt x="381" y="142"/>
                  </a:cubicBezTo>
                  <a:cubicBezTo>
                    <a:pt x="381" y="142"/>
                    <a:pt x="380" y="142"/>
                    <a:pt x="380" y="142"/>
                  </a:cubicBezTo>
                  <a:cubicBezTo>
                    <a:pt x="380" y="142"/>
                    <a:pt x="380" y="142"/>
                    <a:pt x="379" y="142"/>
                  </a:cubicBezTo>
                  <a:cubicBezTo>
                    <a:pt x="379" y="142"/>
                    <a:pt x="378" y="143"/>
                    <a:pt x="376" y="148"/>
                  </a:cubicBezTo>
                  <a:cubicBezTo>
                    <a:pt x="375" y="151"/>
                    <a:pt x="371" y="156"/>
                    <a:pt x="369" y="159"/>
                  </a:cubicBezTo>
                  <a:lnTo>
                    <a:pt x="372" y="153"/>
                  </a:lnTo>
                  <a:cubicBezTo>
                    <a:pt x="376" y="147"/>
                    <a:pt x="375" y="147"/>
                    <a:pt x="372" y="145"/>
                  </a:cubicBezTo>
                  <a:cubicBezTo>
                    <a:pt x="370" y="143"/>
                    <a:pt x="369" y="143"/>
                    <a:pt x="372" y="136"/>
                  </a:cubicBezTo>
                  <a:lnTo>
                    <a:pt x="372" y="136"/>
                  </a:lnTo>
                  <a:lnTo>
                    <a:pt x="368" y="142"/>
                  </a:lnTo>
                  <a:cubicBezTo>
                    <a:pt x="366" y="145"/>
                    <a:pt x="365" y="146"/>
                    <a:pt x="365" y="146"/>
                  </a:cubicBezTo>
                  <a:cubicBezTo>
                    <a:pt x="365" y="146"/>
                    <a:pt x="366" y="145"/>
                    <a:pt x="367" y="142"/>
                  </a:cubicBezTo>
                  <a:cubicBezTo>
                    <a:pt x="369" y="138"/>
                    <a:pt x="369" y="136"/>
                    <a:pt x="368" y="136"/>
                  </a:cubicBezTo>
                  <a:cubicBezTo>
                    <a:pt x="367" y="136"/>
                    <a:pt x="366" y="137"/>
                    <a:pt x="364" y="140"/>
                  </a:cubicBezTo>
                  <a:cubicBezTo>
                    <a:pt x="363" y="140"/>
                    <a:pt x="363" y="139"/>
                    <a:pt x="363" y="139"/>
                  </a:cubicBezTo>
                  <a:cubicBezTo>
                    <a:pt x="366" y="132"/>
                    <a:pt x="367" y="129"/>
                    <a:pt x="367" y="129"/>
                  </a:cubicBezTo>
                  <a:lnTo>
                    <a:pt x="367" y="129"/>
                  </a:lnTo>
                  <a:cubicBezTo>
                    <a:pt x="366" y="129"/>
                    <a:pt x="365" y="131"/>
                    <a:pt x="362" y="135"/>
                  </a:cubicBezTo>
                  <a:lnTo>
                    <a:pt x="362" y="135"/>
                  </a:lnTo>
                  <a:cubicBezTo>
                    <a:pt x="364" y="132"/>
                    <a:pt x="363" y="131"/>
                    <a:pt x="363" y="131"/>
                  </a:cubicBezTo>
                  <a:lnTo>
                    <a:pt x="363" y="131"/>
                  </a:lnTo>
                  <a:cubicBezTo>
                    <a:pt x="361" y="133"/>
                    <a:pt x="360" y="134"/>
                    <a:pt x="359" y="134"/>
                  </a:cubicBezTo>
                  <a:cubicBezTo>
                    <a:pt x="358" y="134"/>
                    <a:pt x="358" y="132"/>
                    <a:pt x="360" y="129"/>
                  </a:cubicBezTo>
                  <a:lnTo>
                    <a:pt x="360" y="129"/>
                  </a:lnTo>
                  <a:cubicBezTo>
                    <a:pt x="357" y="134"/>
                    <a:pt x="355" y="134"/>
                    <a:pt x="355" y="134"/>
                  </a:cubicBezTo>
                  <a:cubicBezTo>
                    <a:pt x="355" y="134"/>
                    <a:pt x="355" y="134"/>
                    <a:pt x="355" y="134"/>
                  </a:cubicBezTo>
                  <a:cubicBezTo>
                    <a:pt x="354" y="134"/>
                    <a:pt x="353" y="135"/>
                    <a:pt x="351" y="139"/>
                  </a:cubicBezTo>
                  <a:cubicBezTo>
                    <a:pt x="348" y="144"/>
                    <a:pt x="347" y="144"/>
                    <a:pt x="347" y="144"/>
                  </a:cubicBezTo>
                  <a:cubicBezTo>
                    <a:pt x="347" y="144"/>
                    <a:pt x="346" y="144"/>
                    <a:pt x="346" y="144"/>
                  </a:cubicBezTo>
                  <a:cubicBezTo>
                    <a:pt x="349" y="141"/>
                    <a:pt x="351" y="136"/>
                    <a:pt x="353" y="133"/>
                  </a:cubicBezTo>
                  <a:cubicBezTo>
                    <a:pt x="355" y="131"/>
                    <a:pt x="356" y="129"/>
                    <a:pt x="356" y="129"/>
                  </a:cubicBezTo>
                  <a:lnTo>
                    <a:pt x="356" y="129"/>
                  </a:lnTo>
                  <a:cubicBezTo>
                    <a:pt x="355" y="129"/>
                    <a:pt x="353" y="131"/>
                    <a:pt x="349" y="138"/>
                  </a:cubicBezTo>
                  <a:cubicBezTo>
                    <a:pt x="345" y="143"/>
                    <a:pt x="343" y="146"/>
                    <a:pt x="343" y="146"/>
                  </a:cubicBezTo>
                  <a:cubicBezTo>
                    <a:pt x="343" y="146"/>
                    <a:pt x="344" y="143"/>
                    <a:pt x="348" y="138"/>
                  </a:cubicBezTo>
                  <a:cubicBezTo>
                    <a:pt x="351" y="133"/>
                    <a:pt x="354" y="129"/>
                    <a:pt x="353" y="129"/>
                  </a:cubicBezTo>
                  <a:lnTo>
                    <a:pt x="353" y="129"/>
                  </a:lnTo>
                  <a:cubicBezTo>
                    <a:pt x="353" y="129"/>
                    <a:pt x="352" y="130"/>
                    <a:pt x="351" y="131"/>
                  </a:cubicBezTo>
                  <a:cubicBezTo>
                    <a:pt x="351" y="131"/>
                    <a:pt x="350" y="131"/>
                    <a:pt x="348" y="136"/>
                  </a:cubicBezTo>
                  <a:lnTo>
                    <a:pt x="345" y="136"/>
                  </a:lnTo>
                  <a:cubicBezTo>
                    <a:pt x="348" y="130"/>
                    <a:pt x="348" y="129"/>
                    <a:pt x="346" y="129"/>
                  </a:cubicBezTo>
                  <a:cubicBezTo>
                    <a:pt x="347" y="126"/>
                    <a:pt x="348" y="124"/>
                    <a:pt x="348" y="124"/>
                  </a:cubicBezTo>
                  <a:lnTo>
                    <a:pt x="348" y="124"/>
                  </a:lnTo>
                  <a:cubicBezTo>
                    <a:pt x="348" y="124"/>
                    <a:pt x="346" y="127"/>
                    <a:pt x="342" y="134"/>
                  </a:cubicBezTo>
                  <a:cubicBezTo>
                    <a:pt x="340" y="137"/>
                    <a:pt x="340" y="138"/>
                    <a:pt x="339" y="138"/>
                  </a:cubicBezTo>
                  <a:cubicBezTo>
                    <a:pt x="339" y="138"/>
                    <a:pt x="340" y="137"/>
                    <a:pt x="341" y="133"/>
                  </a:cubicBezTo>
                  <a:cubicBezTo>
                    <a:pt x="345" y="126"/>
                    <a:pt x="346" y="123"/>
                    <a:pt x="346" y="123"/>
                  </a:cubicBezTo>
                  <a:lnTo>
                    <a:pt x="346" y="123"/>
                  </a:lnTo>
                  <a:cubicBezTo>
                    <a:pt x="346" y="123"/>
                    <a:pt x="345" y="124"/>
                    <a:pt x="344" y="126"/>
                  </a:cubicBezTo>
                  <a:cubicBezTo>
                    <a:pt x="340" y="132"/>
                    <a:pt x="340" y="132"/>
                    <a:pt x="340" y="132"/>
                  </a:cubicBezTo>
                  <a:cubicBezTo>
                    <a:pt x="343" y="126"/>
                    <a:pt x="339" y="123"/>
                    <a:pt x="334" y="121"/>
                  </a:cubicBezTo>
                  <a:cubicBezTo>
                    <a:pt x="332" y="124"/>
                    <a:pt x="330" y="129"/>
                    <a:pt x="327" y="132"/>
                  </a:cubicBezTo>
                  <a:cubicBezTo>
                    <a:pt x="331" y="123"/>
                    <a:pt x="333" y="118"/>
                    <a:pt x="333" y="118"/>
                  </a:cubicBezTo>
                  <a:lnTo>
                    <a:pt x="333" y="118"/>
                  </a:lnTo>
                  <a:cubicBezTo>
                    <a:pt x="333" y="118"/>
                    <a:pt x="331" y="123"/>
                    <a:pt x="326" y="132"/>
                  </a:cubicBezTo>
                  <a:cubicBezTo>
                    <a:pt x="324" y="138"/>
                    <a:pt x="322" y="141"/>
                    <a:pt x="322" y="141"/>
                  </a:cubicBezTo>
                  <a:cubicBezTo>
                    <a:pt x="322" y="141"/>
                    <a:pt x="323" y="138"/>
                    <a:pt x="325" y="131"/>
                  </a:cubicBezTo>
                  <a:lnTo>
                    <a:pt x="325" y="131"/>
                  </a:lnTo>
                  <a:cubicBezTo>
                    <a:pt x="323" y="134"/>
                    <a:pt x="322" y="135"/>
                    <a:pt x="322" y="135"/>
                  </a:cubicBezTo>
                  <a:cubicBezTo>
                    <a:pt x="322" y="135"/>
                    <a:pt x="322" y="134"/>
                    <a:pt x="324" y="131"/>
                  </a:cubicBezTo>
                  <a:cubicBezTo>
                    <a:pt x="326" y="126"/>
                    <a:pt x="328" y="121"/>
                    <a:pt x="328" y="121"/>
                  </a:cubicBezTo>
                  <a:lnTo>
                    <a:pt x="328" y="121"/>
                  </a:lnTo>
                  <a:cubicBezTo>
                    <a:pt x="328" y="121"/>
                    <a:pt x="327" y="122"/>
                    <a:pt x="326" y="124"/>
                  </a:cubicBezTo>
                  <a:cubicBezTo>
                    <a:pt x="326" y="124"/>
                    <a:pt x="326" y="123"/>
                    <a:pt x="329" y="117"/>
                  </a:cubicBezTo>
                  <a:cubicBezTo>
                    <a:pt x="329" y="115"/>
                    <a:pt x="329" y="114"/>
                    <a:pt x="329" y="114"/>
                  </a:cubicBezTo>
                  <a:lnTo>
                    <a:pt x="329" y="114"/>
                  </a:lnTo>
                  <a:cubicBezTo>
                    <a:pt x="329" y="114"/>
                    <a:pt x="326" y="118"/>
                    <a:pt x="324" y="122"/>
                  </a:cubicBezTo>
                  <a:cubicBezTo>
                    <a:pt x="320" y="128"/>
                    <a:pt x="318" y="130"/>
                    <a:pt x="318" y="130"/>
                  </a:cubicBezTo>
                  <a:cubicBezTo>
                    <a:pt x="318" y="130"/>
                    <a:pt x="320" y="128"/>
                    <a:pt x="323" y="122"/>
                  </a:cubicBezTo>
                  <a:cubicBezTo>
                    <a:pt x="326" y="117"/>
                    <a:pt x="326" y="115"/>
                    <a:pt x="326" y="115"/>
                  </a:cubicBezTo>
                  <a:lnTo>
                    <a:pt x="326" y="115"/>
                  </a:lnTo>
                  <a:cubicBezTo>
                    <a:pt x="325" y="115"/>
                    <a:pt x="321" y="119"/>
                    <a:pt x="317" y="126"/>
                  </a:cubicBezTo>
                  <a:cubicBezTo>
                    <a:pt x="316" y="129"/>
                    <a:pt x="315" y="131"/>
                    <a:pt x="314" y="132"/>
                  </a:cubicBezTo>
                  <a:lnTo>
                    <a:pt x="314" y="132"/>
                  </a:lnTo>
                  <a:cubicBezTo>
                    <a:pt x="317" y="125"/>
                    <a:pt x="316" y="125"/>
                    <a:pt x="316" y="125"/>
                  </a:cubicBezTo>
                  <a:cubicBezTo>
                    <a:pt x="316" y="125"/>
                    <a:pt x="315" y="125"/>
                    <a:pt x="318" y="119"/>
                  </a:cubicBezTo>
                  <a:lnTo>
                    <a:pt x="318" y="119"/>
                  </a:lnTo>
                  <a:cubicBezTo>
                    <a:pt x="318" y="119"/>
                    <a:pt x="318" y="119"/>
                    <a:pt x="314" y="124"/>
                  </a:cubicBezTo>
                  <a:cubicBezTo>
                    <a:pt x="312" y="128"/>
                    <a:pt x="310" y="130"/>
                    <a:pt x="310" y="130"/>
                  </a:cubicBezTo>
                  <a:cubicBezTo>
                    <a:pt x="309" y="130"/>
                    <a:pt x="310" y="124"/>
                    <a:pt x="314" y="116"/>
                  </a:cubicBezTo>
                  <a:lnTo>
                    <a:pt x="314" y="116"/>
                  </a:lnTo>
                  <a:lnTo>
                    <a:pt x="311" y="122"/>
                  </a:lnTo>
                  <a:cubicBezTo>
                    <a:pt x="306" y="129"/>
                    <a:pt x="304" y="134"/>
                    <a:pt x="303" y="134"/>
                  </a:cubicBezTo>
                  <a:cubicBezTo>
                    <a:pt x="303" y="134"/>
                    <a:pt x="304" y="132"/>
                    <a:pt x="306" y="128"/>
                  </a:cubicBezTo>
                  <a:cubicBezTo>
                    <a:pt x="308" y="124"/>
                    <a:pt x="308" y="124"/>
                    <a:pt x="309" y="121"/>
                  </a:cubicBezTo>
                  <a:lnTo>
                    <a:pt x="309" y="121"/>
                  </a:lnTo>
                  <a:cubicBezTo>
                    <a:pt x="307" y="125"/>
                    <a:pt x="306" y="127"/>
                    <a:pt x="305" y="127"/>
                  </a:cubicBezTo>
                  <a:cubicBezTo>
                    <a:pt x="304" y="127"/>
                    <a:pt x="306" y="121"/>
                    <a:pt x="311" y="114"/>
                  </a:cubicBezTo>
                  <a:cubicBezTo>
                    <a:pt x="313" y="107"/>
                    <a:pt x="313" y="107"/>
                    <a:pt x="313" y="107"/>
                  </a:cubicBezTo>
                  <a:lnTo>
                    <a:pt x="313" y="107"/>
                  </a:lnTo>
                  <a:lnTo>
                    <a:pt x="309" y="113"/>
                  </a:lnTo>
                  <a:cubicBezTo>
                    <a:pt x="308" y="117"/>
                    <a:pt x="306" y="122"/>
                    <a:pt x="303" y="125"/>
                  </a:cubicBezTo>
                  <a:cubicBezTo>
                    <a:pt x="303" y="125"/>
                    <a:pt x="303" y="124"/>
                    <a:pt x="305" y="119"/>
                  </a:cubicBezTo>
                  <a:cubicBezTo>
                    <a:pt x="307" y="114"/>
                    <a:pt x="309" y="110"/>
                    <a:pt x="309" y="110"/>
                  </a:cubicBezTo>
                  <a:lnTo>
                    <a:pt x="309" y="110"/>
                  </a:lnTo>
                  <a:cubicBezTo>
                    <a:pt x="309" y="110"/>
                    <a:pt x="308" y="110"/>
                    <a:pt x="307" y="112"/>
                  </a:cubicBezTo>
                  <a:cubicBezTo>
                    <a:pt x="307" y="112"/>
                    <a:pt x="307" y="112"/>
                    <a:pt x="309" y="105"/>
                  </a:cubicBezTo>
                  <a:lnTo>
                    <a:pt x="307" y="104"/>
                  </a:lnTo>
                  <a:cubicBezTo>
                    <a:pt x="306" y="107"/>
                    <a:pt x="305" y="108"/>
                    <a:pt x="304" y="108"/>
                  </a:cubicBezTo>
                  <a:cubicBezTo>
                    <a:pt x="304" y="108"/>
                    <a:pt x="304" y="106"/>
                    <a:pt x="306" y="103"/>
                  </a:cubicBezTo>
                  <a:lnTo>
                    <a:pt x="306" y="103"/>
                  </a:lnTo>
                  <a:cubicBezTo>
                    <a:pt x="306" y="103"/>
                    <a:pt x="305" y="103"/>
                    <a:pt x="302" y="108"/>
                  </a:cubicBezTo>
                  <a:cubicBezTo>
                    <a:pt x="300" y="108"/>
                    <a:pt x="300" y="107"/>
                    <a:pt x="304" y="102"/>
                  </a:cubicBezTo>
                  <a:cubicBezTo>
                    <a:pt x="305" y="98"/>
                    <a:pt x="306" y="97"/>
                    <a:pt x="305" y="97"/>
                  </a:cubicBezTo>
                  <a:lnTo>
                    <a:pt x="305" y="97"/>
                  </a:lnTo>
                  <a:cubicBezTo>
                    <a:pt x="305" y="97"/>
                    <a:pt x="304" y="98"/>
                    <a:pt x="303" y="102"/>
                  </a:cubicBezTo>
                  <a:cubicBezTo>
                    <a:pt x="299" y="107"/>
                    <a:pt x="299" y="107"/>
                    <a:pt x="299" y="107"/>
                  </a:cubicBezTo>
                  <a:lnTo>
                    <a:pt x="298" y="106"/>
                  </a:lnTo>
                  <a:cubicBezTo>
                    <a:pt x="296" y="111"/>
                    <a:pt x="295" y="112"/>
                    <a:pt x="295" y="112"/>
                  </a:cubicBezTo>
                  <a:cubicBezTo>
                    <a:pt x="295" y="112"/>
                    <a:pt x="295" y="112"/>
                    <a:pt x="295" y="112"/>
                  </a:cubicBezTo>
                  <a:cubicBezTo>
                    <a:pt x="294" y="112"/>
                    <a:pt x="296" y="105"/>
                    <a:pt x="295" y="105"/>
                  </a:cubicBezTo>
                  <a:cubicBezTo>
                    <a:pt x="295" y="105"/>
                    <a:pt x="294" y="105"/>
                    <a:pt x="294" y="105"/>
                  </a:cubicBezTo>
                  <a:cubicBezTo>
                    <a:pt x="294" y="105"/>
                    <a:pt x="293" y="106"/>
                    <a:pt x="292" y="111"/>
                  </a:cubicBezTo>
                  <a:cubicBezTo>
                    <a:pt x="292" y="111"/>
                    <a:pt x="291" y="113"/>
                    <a:pt x="290" y="113"/>
                  </a:cubicBezTo>
                  <a:cubicBezTo>
                    <a:pt x="290" y="113"/>
                    <a:pt x="290" y="112"/>
                    <a:pt x="290" y="110"/>
                  </a:cubicBezTo>
                  <a:cubicBezTo>
                    <a:pt x="290" y="110"/>
                    <a:pt x="292" y="103"/>
                    <a:pt x="290" y="102"/>
                  </a:cubicBezTo>
                  <a:cubicBezTo>
                    <a:pt x="290" y="101"/>
                    <a:pt x="290" y="101"/>
                    <a:pt x="290" y="101"/>
                  </a:cubicBezTo>
                  <a:cubicBezTo>
                    <a:pt x="289" y="101"/>
                    <a:pt x="288" y="103"/>
                    <a:pt x="286" y="107"/>
                  </a:cubicBezTo>
                  <a:cubicBezTo>
                    <a:pt x="283" y="113"/>
                    <a:pt x="282" y="116"/>
                    <a:pt x="282" y="116"/>
                  </a:cubicBezTo>
                  <a:cubicBezTo>
                    <a:pt x="281" y="116"/>
                    <a:pt x="282" y="113"/>
                    <a:pt x="285" y="106"/>
                  </a:cubicBezTo>
                  <a:cubicBezTo>
                    <a:pt x="288" y="99"/>
                    <a:pt x="289" y="96"/>
                    <a:pt x="289" y="96"/>
                  </a:cubicBezTo>
                  <a:lnTo>
                    <a:pt x="289" y="96"/>
                  </a:lnTo>
                  <a:cubicBezTo>
                    <a:pt x="289" y="96"/>
                    <a:pt x="288" y="97"/>
                    <a:pt x="287" y="99"/>
                  </a:cubicBezTo>
                  <a:cubicBezTo>
                    <a:pt x="284" y="105"/>
                    <a:pt x="284" y="105"/>
                    <a:pt x="283" y="105"/>
                  </a:cubicBezTo>
                  <a:cubicBezTo>
                    <a:pt x="284" y="102"/>
                    <a:pt x="285" y="100"/>
                    <a:pt x="285" y="100"/>
                  </a:cubicBezTo>
                  <a:lnTo>
                    <a:pt x="285" y="100"/>
                  </a:lnTo>
                  <a:cubicBezTo>
                    <a:pt x="285" y="100"/>
                    <a:pt x="283" y="101"/>
                    <a:pt x="281" y="104"/>
                  </a:cubicBezTo>
                  <a:cubicBezTo>
                    <a:pt x="281" y="104"/>
                    <a:pt x="281" y="104"/>
                    <a:pt x="284" y="98"/>
                  </a:cubicBezTo>
                  <a:lnTo>
                    <a:pt x="283" y="97"/>
                  </a:lnTo>
                  <a:cubicBezTo>
                    <a:pt x="280" y="102"/>
                    <a:pt x="278" y="103"/>
                    <a:pt x="278" y="103"/>
                  </a:cubicBezTo>
                  <a:cubicBezTo>
                    <a:pt x="277" y="103"/>
                    <a:pt x="278" y="99"/>
                    <a:pt x="279" y="95"/>
                  </a:cubicBezTo>
                  <a:lnTo>
                    <a:pt x="279" y="95"/>
                  </a:lnTo>
                  <a:cubicBezTo>
                    <a:pt x="279" y="95"/>
                    <a:pt x="278" y="95"/>
                    <a:pt x="275" y="101"/>
                  </a:cubicBezTo>
                  <a:cubicBezTo>
                    <a:pt x="272" y="106"/>
                    <a:pt x="270" y="109"/>
                    <a:pt x="270" y="109"/>
                  </a:cubicBezTo>
                  <a:cubicBezTo>
                    <a:pt x="270" y="109"/>
                    <a:pt x="271" y="106"/>
                    <a:pt x="274" y="99"/>
                  </a:cubicBezTo>
                  <a:lnTo>
                    <a:pt x="274" y="99"/>
                  </a:lnTo>
                  <a:cubicBezTo>
                    <a:pt x="272" y="102"/>
                    <a:pt x="271" y="103"/>
                    <a:pt x="271" y="103"/>
                  </a:cubicBezTo>
                  <a:cubicBezTo>
                    <a:pt x="270" y="103"/>
                    <a:pt x="270" y="99"/>
                    <a:pt x="275" y="92"/>
                  </a:cubicBezTo>
                  <a:lnTo>
                    <a:pt x="280" y="79"/>
                  </a:lnTo>
                  <a:lnTo>
                    <a:pt x="280" y="79"/>
                  </a:lnTo>
                  <a:cubicBezTo>
                    <a:pt x="278" y="84"/>
                    <a:pt x="277" y="85"/>
                    <a:pt x="276" y="85"/>
                  </a:cubicBezTo>
                  <a:cubicBezTo>
                    <a:pt x="276" y="85"/>
                    <a:pt x="276" y="85"/>
                    <a:pt x="276" y="85"/>
                  </a:cubicBezTo>
                  <a:cubicBezTo>
                    <a:pt x="274" y="90"/>
                    <a:pt x="273" y="91"/>
                    <a:pt x="272" y="91"/>
                  </a:cubicBezTo>
                  <a:cubicBezTo>
                    <a:pt x="272" y="91"/>
                    <a:pt x="272" y="91"/>
                    <a:pt x="271" y="9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0" y="90"/>
                    <a:pt x="266" y="94"/>
                    <a:pt x="265" y="94"/>
                  </a:cubicBezTo>
                  <a:cubicBezTo>
                    <a:pt x="265" y="94"/>
                    <a:pt x="265" y="94"/>
                    <a:pt x="265" y="94"/>
                  </a:cubicBezTo>
                  <a:cubicBezTo>
                    <a:pt x="263" y="94"/>
                    <a:pt x="262" y="93"/>
                    <a:pt x="265" y="86"/>
                  </a:cubicBezTo>
                  <a:lnTo>
                    <a:pt x="265" y="86"/>
                  </a:lnTo>
                  <a:cubicBezTo>
                    <a:pt x="265" y="86"/>
                    <a:pt x="263" y="86"/>
                    <a:pt x="260" y="92"/>
                  </a:cubicBezTo>
                  <a:cubicBezTo>
                    <a:pt x="258" y="94"/>
                    <a:pt x="257" y="96"/>
                    <a:pt x="257" y="96"/>
                  </a:cubicBezTo>
                  <a:cubicBezTo>
                    <a:pt x="257" y="96"/>
                    <a:pt x="257" y="94"/>
                    <a:pt x="259" y="90"/>
                  </a:cubicBezTo>
                  <a:lnTo>
                    <a:pt x="258" y="90"/>
                  </a:lnTo>
                  <a:cubicBezTo>
                    <a:pt x="254" y="96"/>
                    <a:pt x="253" y="96"/>
                    <a:pt x="253" y="96"/>
                  </a:cubicBezTo>
                  <a:cubicBezTo>
                    <a:pt x="256" y="91"/>
                    <a:pt x="258" y="87"/>
                    <a:pt x="257" y="87"/>
                  </a:cubicBezTo>
                  <a:lnTo>
                    <a:pt x="257" y="87"/>
                  </a:lnTo>
                  <a:cubicBezTo>
                    <a:pt x="257" y="87"/>
                    <a:pt x="257" y="87"/>
                    <a:pt x="256" y="89"/>
                  </a:cubicBezTo>
                  <a:cubicBezTo>
                    <a:pt x="254" y="93"/>
                    <a:pt x="253" y="94"/>
                    <a:pt x="252" y="94"/>
                  </a:cubicBezTo>
                  <a:cubicBezTo>
                    <a:pt x="252" y="94"/>
                    <a:pt x="251" y="94"/>
                    <a:pt x="251" y="94"/>
                  </a:cubicBezTo>
                  <a:cubicBezTo>
                    <a:pt x="253" y="89"/>
                    <a:pt x="244" y="82"/>
                    <a:pt x="239" y="82"/>
                  </a:cubicBezTo>
                  <a:cubicBezTo>
                    <a:pt x="237" y="82"/>
                    <a:pt x="236" y="83"/>
                    <a:pt x="235" y="85"/>
                  </a:cubicBezTo>
                  <a:lnTo>
                    <a:pt x="233" y="84"/>
                  </a:lnTo>
                  <a:lnTo>
                    <a:pt x="232" y="84"/>
                  </a:lnTo>
                  <a:cubicBezTo>
                    <a:pt x="235" y="78"/>
                    <a:pt x="235" y="76"/>
                    <a:pt x="234" y="76"/>
                  </a:cubicBezTo>
                  <a:lnTo>
                    <a:pt x="234" y="76"/>
                  </a:lnTo>
                  <a:cubicBezTo>
                    <a:pt x="233" y="76"/>
                    <a:pt x="231" y="79"/>
                    <a:pt x="229" y="82"/>
                  </a:cubicBezTo>
                  <a:cubicBezTo>
                    <a:pt x="226" y="85"/>
                    <a:pt x="226" y="87"/>
                    <a:pt x="225" y="87"/>
                  </a:cubicBezTo>
                  <a:cubicBezTo>
                    <a:pt x="225" y="87"/>
                    <a:pt x="225" y="86"/>
                    <a:pt x="224" y="86"/>
                  </a:cubicBezTo>
                  <a:cubicBezTo>
                    <a:pt x="228" y="79"/>
                    <a:pt x="228" y="76"/>
                    <a:pt x="228" y="76"/>
                  </a:cubicBezTo>
                  <a:lnTo>
                    <a:pt x="228" y="76"/>
                  </a:lnTo>
                  <a:cubicBezTo>
                    <a:pt x="228" y="76"/>
                    <a:pt x="227" y="77"/>
                    <a:pt x="225" y="79"/>
                  </a:cubicBezTo>
                  <a:cubicBezTo>
                    <a:pt x="222" y="85"/>
                    <a:pt x="220" y="88"/>
                    <a:pt x="220" y="88"/>
                  </a:cubicBezTo>
                  <a:cubicBezTo>
                    <a:pt x="220" y="88"/>
                    <a:pt x="221" y="85"/>
                    <a:pt x="224" y="78"/>
                  </a:cubicBezTo>
                  <a:cubicBezTo>
                    <a:pt x="227" y="73"/>
                    <a:pt x="228" y="69"/>
                    <a:pt x="228" y="69"/>
                  </a:cubicBezTo>
                  <a:lnTo>
                    <a:pt x="228" y="69"/>
                  </a:lnTo>
                  <a:cubicBezTo>
                    <a:pt x="227" y="69"/>
                    <a:pt x="225" y="74"/>
                    <a:pt x="220" y="84"/>
                  </a:cubicBezTo>
                  <a:cubicBezTo>
                    <a:pt x="218" y="86"/>
                    <a:pt x="217" y="88"/>
                    <a:pt x="217" y="88"/>
                  </a:cubicBezTo>
                  <a:cubicBezTo>
                    <a:pt x="217" y="88"/>
                    <a:pt x="217" y="86"/>
                    <a:pt x="219" y="83"/>
                  </a:cubicBezTo>
                  <a:cubicBezTo>
                    <a:pt x="221" y="75"/>
                    <a:pt x="222" y="72"/>
                    <a:pt x="222" y="72"/>
                  </a:cubicBezTo>
                  <a:lnTo>
                    <a:pt x="222" y="72"/>
                  </a:lnTo>
                  <a:cubicBezTo>
                    <a:pt x="222" y="72"/>
                    <a:pt x="221" y="74"/>
                    <a:pt x="220" y="76"/>
                  </a:cubicBezTo>
                  <a:cubicBezTo>
                    <a:pt x="217" y="82"/>
                    <a:pt x="215" y="85"/>
                    <a:pt x="215" y="85"/>
                  </a:cubicBezTo>
                  <a:cubicBezTo>
                    <a:pt x="215" y="85"/>
                    <a:pt x="216" y="82"/>
                    <a:pt x="219" y="76"/>
                  </a:cubicBezTo>
                  <a:cubicBezTo>
                    <a:pt x="221" y="69"/>
                    <a:pt x="222" y="66"/>
                    <a:pt x="222" y="66"/>
                  </a:cubicBezTo>
                  <a:lnTo>
                    <a:pt x="222" y="66"/>
                  </a:lnTo>
                  <a:cubicBezTo>
                    <a:pt x="222" y="66"/>
                    <a:pt x="220" y="69"/>
                    <a:pt x="217" y="75"/>
                  </a:cubicBezTo>
                  <a:cubicBezTo>
                    <a:pt x="214" y="81"/>
                    <a:pt x="212" y="83"/>
                    <a:pt x="212" y="83"/>
                  </a:cubicBezTo>
                  <a:cubicBezTo>
                    <a:pt x="211" y="83"/>
                    <a:pt x="212" y="80"/>
                    <a:pt x="214" y="74"/>
                  </a:cubicBezTo>
                  <a:cubicBezTo>
                    <a:pt x="214" y="73"/>
                    <a:pt x="215" y="70"/>
                    <a:pt x="215" y="70"/>
                  </a:cubicBezTo>
                  <a:lnTo>
                    <a:pt x="215" y="70"/>
                  </a:lnTo>
                  <a:cubicBezTo>
                    <a:pt x="215" y="70"/>
                    <a:pt x="214" y="70"/>
                    <a:pt x="213" y="73"/>
                  </a:cubicBezTo>
                  <a:lnTo>
                    <a:pt x="215" y="66"/>
                  </a:lnTo>
                  <a:lnTo>
                    <a:pt x="215" y="66"/>
                  </a:lnTo>
                  <a:lnTo>
                    <a:pt x="212" y="71"/>
                  </a:lnTo>
                  <a:cubicBezTo>
                    <a:pt x="212" y="71"/>
                    <a:pt x="212" y="64"/>
                    <a:pt x="208" y="61"/>
                  </a:cubicBezTo>
                  <a:cubicBezTo>
                    <a:pt x="206" y="60"/>
                    <a:pt x="204" y="60"/>
                    <a:pt x="203" y="60"/>
                  </a:cubicBezTo>
                  <a:cubicBezTo>
                    <a:pt x="202" y="60"/>
                    <a:pt x="201" y="61"/>
                    <a:pt x="200" y="65"/>
                  </a:cubicBezTo>
                  <a:cubicBezTo>
                    <a:pt x="197" y="71"/>
                    <a:pt x="196" y="74"/>
                    <a:pt x="196" y="74"/>
                  </a:cubicBezTo>
                  <a:cubicBezTo>
                    <a:pt x="195" y="74"/>
                    <a:pt x="196" y="71"/>
                    <a:pt x="198" y="65"/>
                  </a:cubicBezTo>
                  <a:cubicBezTo>
                    <a:pt x="198" y="64"/>
                    <a:pt x="200" y="57"/>
                    <a:pt x="200" y="57"/>
                  </a:cubicBezTo>
                  <a:cubicBezTo>
                    <a:pt x="198" y="57"/>
                    <a:pt x="197" y="56"/>
                    <a:pt x="200" y="49"/>
                  </a:cubicBezTo>
                  <a:lnTo>
                    <a:pt x="200" y="49"/>
                  </a:lnTo>
                  <a:cubicBezTo>
                    <a:pt x="196" y="55"/>
                    <a:pt x="194" y="58"/>
                    <a:pt x="192" y="58"/>
                  </a:cubicBezTo>
                  <a:cubicBezTo>
                    <a:pt x="191" y="58"/>
                    <a:pt x="191" y="56"/>
                    <a:pt x="192" y="52"/>
                  </a:cubicBezTo>
                  <a:cubicBezTo>
                    <a:pt x="191" y="52"/>
                    <a:pt x="189" y="52"/>
                    <a:pt x="186" y="58"/>
                  </a:cubicBezTo>
                  <a:cubicBezTo>
                    <a:pt x="184" y="61"/>
                    <a:pt x="184" y="62"/>
                    <a:pt x="183" y="62"/>
                  </a:cubicBezTo>
                  <a:cubicBezTo>
                    <a:pt x="183" y="62"/>
                    <a:pt x="184" y="60"/>
                    <a:pt x="185" y="57"/>
                  </a:cubicBezTo>
                  <a:cubicBezTo>
                    <a:pt x="186" y="53"/>
                    <a:pt x="187" y="48"/>
                    <a:pt x="186" y="48"/>
                  </a:cubicBezTo>
                  <a:lnTo>
                    <a:pt x="186" y="48"/>
                  </a:lnTo>
                  <a:cubicBezTo>
                    <a:pt x="185" y="48"/>
                    <a:pt x="184" y="50"/>
                    <a:pt x="182" y="56"/>
                  </a:cubicBezTo>
                  <a:lnTo>
                    <a:pt x="184" y="49"/>
                  </a:lnTo>
                  <a:cubicBezTo>
                    <a:pt x="185" y="47"/>
                    <a:pt x="185" y="46"/>
                    <a:pt x="185" y="46"/>
                  </a:cubicBezTo>
                  <a:lnTo>
                    <a:pt x="185" y="46"/>
                  </a:lnTo>
                  <a:cubicBezTo>
                    <a:pt x="185" y="46"/>
                    <a:pt x="183" y="50"/>
                    <a:pt x="180" y="55"/>
                  </a:cubicBezTo>
                  <a:cubicBezTo>
                    <a:pt x="178" y="60"/>
                    <a:pt x="177" y="63"/>
                    <a:pt x="176" y="63"/>
                  </a:cubicBezTo>
                  <a:cubicBezTo>
                    <a:pt x="176" y="63"/>
                    <a:pt x="178" y="58"/>
                    <a:pt x="183" y="48"/>
                  </a:cubicBezTo>
                  <a:cubicBezTo>
                    <a:pt x="185" y="40"/>
                    <a:pt x="186" y="37"/>
                    <a:pt x="186" y="37"/>
                  </a:cubicBezTo>
                  <a:lnTo>
                    <a:pt x="186" y="37"/>
                  </a:lnTo>
                  <a:cubicBezTo>
                    <a:pt x="186" y="37"/>
                    <a:pt x="186" y="38"/>
                    <a:pt x="185" y="41"/>
                  </a:cubicBezTo>
                  <a:cubicBezTo>
                    <a:pt x="183" y="45"/>
                    <a:pt x="180" y="50"/>
                    <a:pt x="180" y="50"/>
                  </a:cubicBezTo>
                  <a:cubicBezTo>
                    <a:pt x="180" y="50"/>
                    <a:pt x="180" y="49"/>
                    <a:pt x="180" y="47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0" y="47"/>
                    <a:pt x="179" y="48"/>
                    <a:pt x="174" y="59"/>
                  </a:cubicBezTo>
                  <a:cubicBezTo>
                    <a:pt x="171" y="65"/>
                    <a:pt x="171" y="65"/>
                    <a:pt x="170" y="65"/>
                  </a:cubicBezTo>
                  <a:cubicBezTo>
                    <a:pt x="173" y="60"/>
                    <a:pt x="174" y="56"/>
                    <a:pt x="176" y="52"/>
                  </a:cubicBezTo>
                  <a:lnTo>
                    <a:pt x="175" y="51"/>
                  </a:lnTo>
                  <a:cubicBezTo>
                    <a:pt x="176" y="47"/>
                    <a:pt x="177" y="42"/>
                    <a:pt x="179" y="38"/>
                  </a:cubicBezTo>
                  <a:cubicBezTo>
                    <a:pt x="180" y="35"/>
                    <a:pt x="181" y="34"/>
                    <a:pt x="180" y="34"/>
                  </a:cubicBezTo>
                  <a:lnTo>
                    <a:pt x="180" y="34"/>
                  </a:lnTo>
                  <a:cubicBezTo>
                    <a:pt x="180" y="34"/>
                    <a:pt x="179" y="37"/>
                    <a:pt x="176" y="44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69" y="56"/>
                    <a:pt x="169" y="56"/>
                    <a:pt x="171" y="50"/>
                  </a:cubicBezTo>
                  <a:cubicBezTo>
                    <a:pt x="174" y="43"/>
                    <a:pt x="174" y="43"/>
                    <a:pt x="174" y="42"/>
                  </a:cubicBezTo>
                  <a:lnTo>
                    <a:pt x="174" y="42"/>
                  </a:lnTo>
                  <a:cubicBezTo>
                    <a:pt x="167" y="52"/>
                    <a:pt x="161" y="61"/>
                    <a:pt x="157" y="73"/>
                  </a:cubicBezTo>
                  <a:cubicBezTo>
                    <a:pt x="154" y="79"/>
                    <a:pt x="153" y="82"/>
                    <a:pt x="153" y="82"/>
                  </a:cubicBezTo>
                  <a:cubicBezTo>
                    <a:pt x="152" y="82"/>
                    <a:pt x="154" y="79"/>
                    <a:pt x="156" y="73"/>
                  </a:cubicBezTo>
                  <a:cubicBezTo>
                    <a:pt x="159" y="66"/>
                    <a:pt x="158" y="66"/>
                    <a:pt x="158" y="66"/>
                  </a:cubicBezTo>
                  <a:lnTo>
                    <a:pt x="158" y="66"/>
                  </a:lnTo>
                  <a:cubicBezTo>
                    <a:pt x="157" y="68"/>
                    <a:pt x="157" y="68"/>
                    <a:pt x="157" y="68"/>
                  </a:cubicBezTo>
                  <a:cubicBezTo>
                    <a:pt x="156" y="68"/>
                    <a:pt x="157" y="66"/>
                    <a:pt x="158" y="66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60" y="59"/>
                    <a:pt x="161" y="59"/>
                    <a:pt x="161" y="59"/>
                  </a:cubicBezTo>
                  <a:lnTo>
                    <a:pt x="164" y="53"/>
                  </a:lnTo>
                  <a:cubicBezTo>
                    <a:pt x="166" y="47"/>
                    <a:pt x="168" y="43"/>
                    <a:pt x="167" y="43"/>
                  </a:cubicBezTo>
                  <a:lnTo>
                    <a:pt x="167" y="43"/>
                  </a:lnTo>
                  <a:cubicBezTo>
                    <a:pt x="167" y="43"/>
                    <a:pt x="165" y="46"/>
                    <a:pt x="163" y="52"/>
                  </a:cubicBezTo>
                  <a:cubicBezTo>
                    <a:pt x="161" y="56"/>
                    <a:pt x="160" y="57"/>
                    <a:pt x="160" y="57"/>
                  </a:cubicBezTo>
                  <a:cubicBezTo>
                    <a:pt x="160" y="57"/>
                    <a:pt x="160" y="56"/>
                    <a:pt x="161" y="52"/>
                  </a:cubicBezTo>
                  <a:cubicBezTo>
                    <a:pt x="162" y="50"/>
                    <a:pt x="163" y="47"/>
                    <a:pt x="164" y="46"/>
                  </a:cubicBezTo>
                  <a:cubicBezTo>
                    <a:pt x="164" y="46"/>
                    <a:pt x="163" y="44"/>
                    <a:pt x="165" y="38"/>
                  </a:cubicBezTo>
                  <a:cubicBezTo>
                    <a:pt x="164" y="38"/>
                    <a:pt x="164" y="38"/>
                    <a:pt x="160" y="43"/>
                  </a:cubicBezTo>
                  <a:cubicBezTo>
                    <a:pt x="159" y="48"/>
                    <a:pt x="158" y="50"/>
                    <a:pt x="157" y="50"/>
                  </a:cubicBezTo>
                  <a:cubicBezTo>
                    <a:pt x="157" y="50"/>
                    <a:pt x="157" y="49"/>
                    <a:pt x="157" y="49"/>
                  </a:cubicBezTo>
                  <a:cubicBezTo>
                    <a:pt x="157" y="49"/>
                    <a:pt x="156" y="49"/>
                    <a:pt x="154" y="56"/>
                  </a:cubicBezTo>
                  <a:cubicBezTo>
                    <a:pt x="151" y="61"/>
                    <a:pt x="148" y="67"/>
                    <a:pt x="147" y="67"/>
                  </a:cubicBezTo>
                  <a:cubicBezTo>
                    <a:pt x="147" y="67"/>
                    <a:pt x="147" y="67"/>
                    <a:pt x="147" y="67"/>
                  </a:cubicBezTo>
                  <a:cubicBezTo>
                    <a:pt x="145" y="69"/>
                    <a:pt x="145" y="71"/>
                    <a:pt x="144" y="71"/>
                  </a:cubicBezTo>
                  <a:cubicBezTo>
                    <a:pt x="144" y="71"/>
                    <a:pt x="145" y="68"/>
                    <a:pt x="148" y="60"/>
                  </a:cubicBezTo>
                  <a:cubicBezTo>
                    <a:pt x="150" y="53"/>
                    <a:pt x="150" y="53"/>
                    <a:pt x="149" y="53"/>
                  </a:cubicBezTo>
                  <a:cubicBezTo>
                    <a:pt x="149" y="53"/>
                    <a:pt x="149" y="53"/>
                    <a:pt x="151" y="47"/>
                  </a:cubicBezTo>
                  <a:cubicBezTo>
                    <a:pt x="152" y="45"/>
                    <a:pt x="152" y="44"/>
                    <a:pt x="152" y="44"/>
                  </a:cubicBezTo>
                  <a:lnTo>
                    <a:pt x="152" y="44"/>
                  </a:lnTo>
                  <a:cubicBezTo>
                    <a:pt x="152" y="44"/>
                    <a:pt x="149" y="48"/>
                    <a:pt x="148" y="52"/>
                  </a:cubicBezTo>
                  <a:lnTo>
                    <a:pt x="143" y="65"/>
                  </a:lnTo>
                  <a:cubicBezTo>
                    <a:pt x="145" y="59"/>
                    <a:pt x="147" y="52"/>
                    <a:pt x="150" y="46"/>
                  </a:cubicBezTo>
                  <a:cubicBezTo>
                    <a:pt x="152" y="39"/>
                    <a:pt x="154" y="36"/>
                    <a:pt x="153" y="36"/>
                  </a:cubicBezTo>
                  <a:lnTo>
                    <a:pt x="153" y="36"/>
                  </a:lnTo>
                  <a:cubicBezTo>
                    <a:pt x="153" y="36"/>
                    <a:pt x="152" y="39"/>
                    <a:pt x="149" y="46"/>
                  </a:cubicBezTo>
                  <a:cubicBezTo>
                    <a:pt x="148" y="50"/>
                    <a:pt x="145" y="54"/>
                    <a:pt x="145" y="54"/>
                  </a:cubicBezTo>
                  <a:cubicBezTo>
                    <a:pt x="145" y="54"/>
                    <a:pt x="145" y="53"/>
                    <a:pt x="146" y="51"/>
                  </a:cubicBezTo>
                  <a:cubicBezTo>
                    <a:pt x="145" y="50"/>
                    <a:pt x="143" y="50"/>
                    <a:pt x="146" y="43"/>
                  </a:cubicBezTo>
                  <a:cubicBezTo>
                    <a:pt x="146" y="42"/>
                    <a:pt x="147" y="41"/>
                    <a:pt x="146" y="41"/>
                  </a:cubicBezTo>
                  <a:lnTo>
                    <a:pt x="146" y="41"/>
                  </a:lnTo>
                  <a:cubicBezTo>
                    <a:pt x="146" y="41"/>
                    <a:pt x="145" y="43"/>
                    <a:pt x="145" y="43"/>
                  </a:cubicBezTo>
                  <a:cubicBezTo>
                    <a:pt x="143" y="46"/>
                    <a:pt x="143" y="47"/>
                    <a:pt x="142" y="47"/>
                  </a:cubicBezTo>
                  <a:cubicBezTo>
                    <a:pt x="142" y="47"/>
                    <a:pt x="142" y="46"/>
                    <a:pt x="142" y="42"/>
                  </a:cubicBezTo>
                  <a:cubicBezTo>
                    <a:pt x="144" y="35"/>
                    <a:pt x="145" y="31"/>
                    <a:pt x="145" y="31"/>
                  </a:cubicBezTo>
                  <a:lnTo>
                    <a:pt x="145" y="31"/>
                  </a:lnTo>
                  <a:cubicBezTo>
                    <a:pt x="144" y="31"/>
                    <a:pt x="143" y="35"/>
                    <a:pt x="140" y="41"/>
                  </a:cubicBezTo>
                  <a:cubicBezTo>
                    <a:pt x="139" y="44"/>
                    <a:pt x="137" y="48"/>
                    <a:pt x="137" y="48"/>
                  </a:cubicBezTo>
                  <a:cubicBezTo>
                    <a:pt x="137" y="48"/>
                    <a:pt x="138" y="46"/>
                    <a:pt x="140" y="40"/>
                  </a:cubicBezTo>
                  <a:cubicBezTo>
                    <a:pt x="140" y="38"/>
                    <a:pt x="140" y="38"/>
                    <a:pt x="140" y="38"/>
                  </a:cubicBezTo>
                  <a:lnTo>
                    <a:pt x="140" y="38"/>
                  </a:lnTo>
                  <a:cubicBezTo>
                    <a:pt x="140" y="38"/>
                    <a:pt x="138" y="42"/>
                    <a:pt x="136" y="46"/>
                  </a:cubicBezTo>
                  <a:cubicBezTo>
                    <a:pt x="132" y="52"/>
                    <a:pt x="127" y="65"/>
                    <a:pt x="124" y="70"/>
                  </a:cubicBezTo>
                  <a:cubicBezTo>
                    <a:pt x="121" y="78"/>
                    <a:pt x="120" y="81"/>
                    <a:pt x="120" y="81"/>
                  </a:cubicBezTo>
                  <a:cubicBezTo>
                    <a:pt x="120" y="81"/>
                    <a:pt x="120" y="80"/>
                    <a:pt x="121" y="77"/>
                  </a:cubicBezTo>
                  <a:cubicBezTo>
                    <a:pt x="122" y="73"/>
                    <a:pt x="123" y="68"/>
                    <a:pt x="125" y="64"/>
                  </a:cubicBezTo>
                  <a:cubicBezTo>
                    <a:pt x="127" y="59"/>
                    <a:pt x="128" y="58"/>
                    <a:pt x="128" y="58"/>
                  </a:cubicBezTo>
                  <a:cubicBezTo>
                    <a:pt x="128" y="58"/>
                    <a:pt x="128" y="58"/>
                    <a:pt x="128" y="58"/>
                  </a:cubicBezTo>
                  <a:lnTo>
                    <a:pt x="129" y="58"/>
                  </a:lnTo>
                  <a:cubicBezTo>
                    <a:pt x="131" y="51"/>
                    <a:pt x="133" y="46"/>
                    <a:pt x="132" y="44"/>
                  </a:cubicBezTo>
                  <a:cubicBezTo>
                    <a:pt x="133" y="38"/>
                    <a:pt x="133" y="37"/>
                    <a:pt x="132" y="37"/>
                  </a:cubicBezTo>
                  <a:cubicBezTo>
                    <a:pt x="131" y="36"/>
                    <a:pt x="130" y="36"/>
                    <a:pt x="131" y="29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130" y="28"/>
                    <a:pt x="129" y="30"/>
                    <a:pt x="128" y="34"/>
                  </a:cubicBezTo>
                  <a:cubicBezTo>
                    <a:pt x="125" y="41"/>
                    <a:pt x="123" y="45"/>
                    <a:pt x="123" y="45"/>
                  </a:cubicBezTo>
                  <a:cubicBezTo>
                    <a:pt x="123" y="45"/>
                    <a:pt x="123" y="43"/>
                    <a:pt x="124" y="40"/>
                  </a:cubicBezTo>
                  <a:cubicBezTo>
                    <a:pt x="127" y="32"/>
                    <a:pt x="127" y="24"/>
                    <a:pt x="124" y="24"/>
                  </a:cubicBezTo>
                  <a:cubicBezTo>
                    <a:pt x="123" y="24"/>
                    <a:pt x="122" y="26"/>
                    <a:pt x="120" y="30"/>
                  </a:cubicBezTo>
                  <a:lnTo>
                    <a:pt x="119" y="30"/>
                  </a:lnTo>
                  <a:cubicBezTo>
                    <a:pt x="119" y="26"/>
                    <a:pt x="119" y="24"/>
                    <a:pt x="118" y="24"/>
                  </a:cubicBezTo>
                  <a:cubicBezTo>
                    <a:pt x="117" y="24"/>
                    <a:pt x="116" y="25"/>
                    <a:pt x="114" y="28"/>
                  </a:cubicBezTo>
                  <a:lnTo>
                    <a:pt x="113" y="27"/>
                  </a:lnTo>
                  <a:cubicBezTo>
                    <a:pt x="114" y="23"/>
                    <a:pt x="114" y="21"/>
                    <a:pt x="114" y="21"/>
                  </a:cubicBezTo>
                  <a:lnTo>
                    <a:pt x="114" y="21"/>
                  </a:lnTo>
                  <a:cubicBezTo>
                    <a:pt x="113" y="21"/>
                    <a:pt x="113" y="23"/>
                    <a:pt x="111" y="25"/>
                  </a:cubicBezTo>
                  <a:cubicBezTo>
                    <a:pt x="109" y="30"/>
                    <a:pt x="107" y="35"/>
                    <a:pt x="107" y="35"/>
                  </a:cubicBezTo>
                  <a:cubicBezTo>
                    <a:pt x="107" y="35"/>
                    <a:pt x="107" y="34"/>
                    <a:pt x="108" y="32"/>
                  </a:cubicBezTo>
                  <a:cubicBezTo>
                    <a:pt x="111" y="25"/>
                    <a:pt x="110" y="25"/>
                    <a:pt x="108" y="24"/>
                  </a:cubicBezTo>
                  <a:cubicBezTo>
                    <a:pt x="107" y="24"/>
                    <a:pt x="106" y="24"/>
                    <a:pt x="106" y="24"/>
                  </a:cubicBezTo>
                  <a:cubicBezTo>
                    <a:pt x="105" y="24"/>
                    <a:pt x="105" y="25"/>
                    <a:pt x="104" y="30"/>
                  </a:cubicBezTo>
                  <a:cubicBezTo>
                    <a:pt x="103" y="31"/>
                    <a:pt x="102" y="32"/>
                    <a:pt x="102" y="32"/>
                  </a:cubicBezTo>
                  <a:cubicBezTo>
                    <a:pt x="101" y="32"/>
                    <a:pt x="103" y="27"/>
                    <a:pt x="104" y="22"/>
                  </a:cubicBezTo>
                  <a:cubicBezTo>
                    <a:pt x="107" y="17"/>
                    <a:pt x="108" y="14"/>
                    <a:pt x="108" y="14"/>
                  </a:cubicBezTo>
                  <a:lnTo>
                    <a:pt x="108" y="14"/>
                  </a:lnTo>
                  <a:cubicBezTo>
                    <a:pt x="107" y="14"/>
                    <a:pt x="105" y="18"/>
                    <a:pt x="101" y="29"/>
                  </a:cubicBezTo>
                  <a:cubicBezTo>
                    <a:pt x="98" y="36"/>
                    <a:pt x="96" y="38"/>
                    <a:pt x="96" y="38"/>
                  </a:cubicBezTo>
                  <a:cubicBezTo>
                    <a:pt x="95" y="38"/>
                    <a:pt x="96" y="37"/>
                    <a:pt x="97" y="34"/>
                  </a:cubicBezTo>
                  <a:cubicBezTo>
                    <a:pt x="100" y="28"/>
                    <a:pt x="100" y="28"/>
                    <a:pt x="101" y="28"/>
                  </a:cubicBezTo>
                  <a:cubicBezTo>
                    <a:pt x="101" y="28"/>
                    <a:pt x="103" y="22"/>
                    <a:pt x="105" y="15"/>
                  </a:cubicBezTo>
                  <a:lnTo>
                    <a:pt x="105" y="15"/>
                  </a:lnTo>
                  <a:cubicBezTo>
                    <a:pt x="105" y="15"/>
                    <a:pt x="104" y="15"/>
                    <a:pt x="102" y="21"/>
                  </a:cubicBezTo>
                  <a:cubicBezTo>
                    <a:pt x="102" y="21"/>
                    <a:pt x="101" y="21"/>
                    <a:pt x="99" y="28"/>
                  </a:cubicBezTo>
                  <a:cubicBezTo>
                    <a:pt x="95" y="33"/>
                    <a:pt x="93" y="40"/>
                    <a:pt x="91" y="47"/>
                  </a:cubicBezTo>
                  <a:cubicBezTo>
                    <a:pt x="90" y="52"/>
                    <a:pt x="88" y="52"/>
                    <a:pt x="88" y="52"/>
                  </a:cubicBezTo>
                  <a:cubicBezTo>
                    <a:pt x="90" y="46"/>
                    <a:pt x="92" y="39"/>
                    <a:pt x="95" y="33"/>
                  </a:cubicBezTo>
                  <a:cubicBezTo>
                    <a:pt x="97" y="29"/>
                    <a:pt x="99" y="25"/>
                    <a:pt x="101" y="21"/>
                  </a:cubicBezTo>
                  <a:cubicBezTo>
                    <a:pt x="101" y="20"/>
                    <a:pt x="101" y="19"/>
                    <a:pt x="101" y="19"/>
                  </a:cubicBezTo>
                  <a:lnTo>
                    <a:pt x="101" y="19"/>
                  </a:lnTo>
                  <a:cubicBezTo>
                    <a:pt x="100" y="19"/>
                    <a:pt x="97" y="23"/>
                    <a:pt x="94" y="29"/>
                  </a:cubicBezTo>
                  <a:lnTo>
                    <a:pt x="94" y="29"/>
                  </a:lnTo>
                  <a:cubicBezTo>
                    <a:pt x="95" y="25"/>
                    <a:pt x="94" y="25"/>
                    <a:pt x="93" y="24"/>
                  </a:cubicBezTo>
                  <a:cubicBezTo>
                    <a:pt x="92" y="24"/>
                    <a:pt x="92" y="24"/>
                    <a:pt x="90" y="30"/>
                  </a:cubicBezTo>
                  <a:cubicBezTo>
                    <a:pt x="87" y="34"/>
                    <a:pt x="86" y="39"/>
                    <a:pt x="84" y="42"/>
                  </a:cubicBezTo>
                  <a:cubicBezTo>
                    <a:pt x="83" y="47"/>
                    <a:pt x="82" y="51"/>
                    <a:pt x="79" y="56"/>
                  </a:cubicBezTo>
                  <a:cubicBezTo>
                    <a:pt x="79" y="56"/>
                    <a:pt x="81" y="49"/>
                    <a:pt x="83" y="42"/>
                  </a:cubicBezTo>
                  <a:cubicBezTo>
                    <a:pt x="86" y="29"/>
                    <a:pt x="88" y="22"/>
                    <a:pt x="86" y="21"/>
                  </a:cubicBezTo>
                  <a:cubicBezTo>
                    <a:pt x="85" y="21"/>
                    <a:pt x="84" y="20"/>
                    <a:pt x="85" y="13"/>
                  </a:cubicBezTo>
                  <a:lnTo>
                    <a:pt x="85" y="13"/>
                  </a:lnTo>
                  <a:cubicBezTo>
                    <a:pt x="85" y="13"/>
                    <a:pt x="84" y="13"/>
                    <a:pt x="82" y="19"/>
                  </a:cubicBezTo>
                  <a:lnTo>
                    <a:pt x="81" y="19"/>
                  </a:lnTo>
                  <a:cubicBezTo>
                    <a:pt x="82" y="15"/>
                    <a:pt x="82" y="13"/>
                    <a:pt x="82" y="13"/>
                  </a:cubicBezTo>
                  <a:lnTo>
                    <a:pt x="82" y="13"/>
                  </a:lnTo>
                  <a:cubicBezTo>
                    <a:pt x="81" y="13"/>
                    <a:pt x="81" y="14"/>
                    <a:pt x="79" y="18"/>
                  </a:cubicBezTo>
                  <a:cubicBezTo>
                    <a:pt x="78" y="20"/>
                    <a:pt x="78" y="21"/>
                    <a:pt x="78" y="21"/>
                  </a:cubicBezTo>
                  <a:cubicBezTo>
                    <a:pt x="77" y="21"/>
                    <a:pt x="78" y="17"/>
                    <a:pt x="78" y="16"/>
                  </a:cubicBezTo>
                  <a:cubicBezTo>
                    <a:pt x="80" y="11"/>
                    <a:pt x="81" y="8"/>
                    <a:pt x="81" y="8"/>
                  </a:cubicBezTo>
                  <a:lnTo>
                    <a:pt x="81" y="8"/>
                  </a:lnTo>
                  <a:cubicBezTo>
                    <a:pt x="80" y="8"/>
                    <a:pt x="79" y="13"/>
                    <a:pt x="75" y="23"/>
                  </a:cubicBezTo>
                  <a:cubicBezTo>
                    <a:pt x="75" y="23"/>
                    <a:pt x="75" y="24"/>
                    <a:pt x="75" y="24"/>
                  </a:cubicBezTo>
                  <a:lnTo>
                    <a:pt x="75" y="24"/>
                  </a:lnTo>
                  <a:cubicBezTo>
                    <a:pt x="76" y="19"/>
                    <a:pt x="77" y="16"/>
                    <a:pt x="76" y="16"/>
                  </a:cubicBezTo>
                  <a:lnTo>
                    <a:pt x="76" y="16"/>
                  </a:lnTo>
                  <a:cubicBezTo>
                    <a:pt x="76" y="16"/>
                    <a:pt x="75" y="18"/>
                    <a:pt x="73" y="22"/>
                  </a:cubicBezTo>
                  <a:cubicBezTo>
                    <a:pt x="73" y="22"/>
                    <a:pt x="73" y="22"/>
                    <a:pt x="75" y="15"/>
                  </a:cubicBezTo>
                  <a:cubicBezTo>
                    <a:pt x="76" y="12"/>
                    <a:pt x="76" y="11"/>
                    <a:pt x="76" y="11"/>
                  </a:cubicBezTo>
                  <a:lnTo>
                    <a:pt x="76" y="11"/>
                  </a:lnTo>
                  <a:cubicBezTo>
                    <a:pt x="76" y="11"/>
                    <a:pt x="74" y="14"/>
                    <a:pt x="72" y="21"/>
                  </a:cubicBezTo>
                  <a:cubicBezTo>
                    <a:pt x="69" y="27"/>
                    <a:pt x="67" y="30"/>
                    <a:pt x="67" y="30"/>
                  </a:cubicBezTo>
                  <a:cubicBezTo>
                    <a:pt x="66" y="30"/>
                    <a:pt x="67" y="27"/>
                    <a:pt x="69" y="21"/>
                  </a:cubicBezTo>
                  <a:cubicBezTo>
                    <a:pt x="72" y="13"/>
                    <a:pt x="72" y="9"/>
                    <a:pt x="72" y="9"/>
                  </a:cubicBezTo>
                  <a:lnTo>
                    <a:pt x="72" y="9"/>
                  </a:lnTo>
                  <a:cubicBezTo>
                    <a:pt x="71" y="9"/>
                    <a:pt x="70" y="10"/>
                    <a:pt x="69" y="13"/>
                  </a:cubicBezTo>
                  <a:cubicBezTo>
                    <a:pt x="67" y="20"/>
                    <a:pt x="65" y="23"/>
                    <a:pt x="64" y="23"/>
                  </a:cubicBezTo>
                  <a:cubicBezTo>
                    <a:pt x="64" y="23"/>
                    <a:pt x="64" y="21"/>
                    <a:pt x="65" y="18"/>
                  </a:cubicBezTo>
                  <a:cubicBezTo>
                    <a:pt x="66" y="15"/>
                    <a:pt x="66" y="13"/>
                    <a:pt x="66" y="13"/>
                  </a:cubicBezTo>
                  <a:lnTo>
                    <a:pt x="66" y="13"/>
                  </a:lnTo>
                  <a:cubicBezTo>
                    <a:pt x="66" y="13"/>
                    <a:pt x="65" y="14"/>
                    <a:pt x="64" y="18"/>
                  </a:cubicBezTo>
                  <a:cubicBezTo>
                    <a:pt x="65" y="13"/>
                    <a:pt x="66" y="8"/>
                    <a:pt x="66" y="8"/>
                  </a:cubicBezTo>
                  <a:lnTo>
                    <a:pt x="66" y="8"/>
                  </a:lnTo>
                  <a:cubicBezTo>
                    <a:pt x="66" y="8"/>
                    <a:pt x="66" y="9"/>
                    <a:pt x="65" y="11"/>
                  </a:cubicBezTo>
                  <a:cubicBezTo>
                    <a:pt x="65" y="11"/>
                    <a:pt x="64" y="11"/>
                    <a:pt x="63" y="16"/>
                  </a:cubicBezTo>
                  <a:cubicBezTo>
                    <a:pt x="63" y="16"/>
                    <a:pt x="59" y="23"/>
                    <a:pt x="57" y="29"/>
                  </a:cubicBezTo>
                  <a:cubicBezTo>
                    <a:pt x="56" y="33"/>
                    <a:pt x="55" y="38"/>
                    <a:pt x="53" y="42"/>
                  </a:cubicBezTo>
                  <a:cubicBezTo>
                    <a:pt x="52" y="44"/>
                    <a:pt x="52" y="45"/>
                    <a:pt x="51" y="45"/>
                  </a:cubicBezTo>
                  <a:cubicBezTo>
                    <a:pt x="51" y="45"/>
                    <a:pt x="52" y="37"/>
                    <a:pt x="57" y="22"/>
                  </a:cubicBezTo>
                  <a:lnTo>
                    <a:pt x="60" y="9"/>
                  </a:lnTo>
                  <a:lnTo>
                    <a:pt x="60" y="9"/>
                  </a:lnTo>
                  <a:cubicBezTo>
                    <a:pt x="58" y="15"/>
                    <a:pt x="56" y="21"/>
                    <a:pt x="56" y="21"/>
                  </a:cubicBezTo>
                  <a:cubicBezTo>
                    <a:pt x="55" y="21"/>
                    <a:pt x="55" y="21"/>
                    <a:pt x="57" y="14"/>
                  </a:cubicBezTo>
                  <a:cubicBezTo>
                    <a:pt x="59" y="7"/>
                    <a:pt x="59" y="7"/>
                    <a:pt x="59" y="7"/>
                  </a:cubicBezTo>
                  <a:lnTo>
                    <a:pt x="59" y="7"/>
                  </a:lnTo>
                  <a:cubicBezTo>
                    <a:pt x="59" y="7"/>
                    <a:pt x="58" y="7"/>
                    <a:pt x="56" y="14"/>
                  </a:cubicBezTo>
                  <a:cubicBezTo>
                    <a:pt x="53" y="21"/>
                    <a:pt x="52" y="24"/>
                    <a:pt x="52" y="24"/>
                  </a:cubicBezTo>
                  <a:cubicBezTo>
                    <a:pt x="52" y="24"/>
                    <a:pt x="53" y="23"/>
                    <a:pt x="54" y="20"/>
                  </a:cubicBezTo>
                  <a:cubicBezTo>
                    <a:pt x="55" y="14"/>
                    <a:pt x="56" y="10"/>
                    <a:pt x="56" y="10"/>
                  </a:cubicBezTo>
                  <a:lnTo>
                    <a:pt x="56" y="10"/>
                  </a:lnTo>
                  <a:cubicBezTo>
                    <a:pt x="56" y="10"/>
                    <a:pt x="54" y="13"/>
                    <a:pt x="51" y="20"/>
                  </a:cubicBezTo>
                  <a:cubicBezTo>
                    <a:pt x="49" y="26"/>
                    <a:pt x="48" y="29"/>
                    <a:pt x="48" y="29"/>
                  </a:cubicBezTo>
                  <a:cubicBezTo>
                    <a:pt x="48" y="29"/>
                    <a:pt x="49" y="26"/>
                    <a:pt x="51" y="19"/>
                  </a:cubicBezTo>
                  <a:cubicBezTo>
                    <a:pt x="54" y="15"/>
                    <a:pt x="55" y="11"/>
                    <a:pt x="55" y="6"/>
                  </a:cubicBezTo>
                  <a:lnTo>
                    <a:pt x="55" y="6"/>
                  </a:lnTo>
                  <a:lnTo>
                    <a:pt x="53" y="12"/>
                  </a:lnTo>
                  <a:cubicBezTo>
                    <a:pt x="50" y="20"/>
                    <a:pt x="49" y="23"/>
                    <a:pt x="49" y="23"/>
                  </a:cubicBezTo>
                  <a:cubicBezTo>
                    <a:pt x="48" y="23"/>
                    <a:pt x="49" y="21"/>
                    <a:pt x="49" y="19"/>
                  </a:cubicBezTo>
                  <a:cubicBezTo>
                    <a:pt x="50" y="15"/>
                    <a:pt x="51" y="13"/>
                    <a:pt x="51" y="13"/>
                  </a:cubicBezTo>
                  <a:lnTo>
                    <a:pt x="51" y="13"/>
                  </a:lnTo>
                  <a:cubicBezTo>
                    <a:pt x="51" y="13"/>
                    <a:pt x="50" y="15"/>
                    <a:pt x="48" y="18"/>
                  </a:cubicBezTo>
                  <a:cubicBezTo>
                    <a:pt x="47" y="18"/>
                    <a:pt x="47" y="16"/>
                    <a:pt x="49" y="11"/>
                  </a:cubicBezTo>
                  <a:cubicBezTo>
                    <a:pt x="51" y="4"/>
                    <a:pt x="53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33"/>
            <p:cNvSpPr/>
            <p:nvPr/>
          </p:nvSpPr>
          <p:spPr>
            <a:xfrm>
              <a:off x="3260328" y="2327812"/>
              <a:ext cx="69625" cy="29169"/>
            </a:xfrm>
            <a:custGeom>
              <a:avLst/>
              <a:gdLst/>
              <a:ahLst/>
              <a:cxnLst/>
              <a:rect l="l" t="t" r="r" b="b"/>
              <a:pathLst>
                <a:path w="697" h="292" extrusionOk="0">
                  <a:moveTo>
                    <a:pt x="61" y="11"/>
                  </a:moveTo>
                  <a:lnTo>
                    <a:pt x="60" y="17"/>
                  </a:lnTo>
                  <a:lnTo>
                    <a:pt x="61" y="17"/>
                  </a:lnTo>
                  <a:cubicBezTo>
                    <a:pt x="63" y="11"/>
                    <a:pt x="63" y="11"/>
                    <a:pt x="62" y="11"/>
                  </a:cubicBezTo>
                  <a:close/>
                  <a:moveTo>
                    <a:pt x="227" y="23"/>
                  </a:moveTo>
                  <a:cubicBezTo>
                    <a:pt x="227" y="23"/>
                    <a:pt x="226" y="24"/>
                    <a:pt x="225" y="29"/>
                  </a:cubicBezTo>
                  <a:lnTo>
                    <a:pt x="225" y="29"/>
                  </a:lnTo>
                  <a:lnTo>
                    <a:pt x="224" y="29"/>
                  </a:lnTo>
                  <a:lnTo>
                    <a:pt x="224" y="30"/>
                  </a:lnTo>
                  <a:cubicBezTo>
                    <a:pt x="225" y="29"/>
                    <a:pt x="225" y="29"/>
                    <a:pt x="225" y="29"/>
                  </a:cubicBezTo>
                  <a:lnTo>
                    <a:pt x="225" y="29"/>
                  </a:lnTo>
                  <a:lnTo>
                    <a:pt x="227" y="30"/>
                  </a:lnTo>
                  <a:cubicBezTo>
                    <a:pt x="229" y="23"/>
                    <a:pt x="229" y="23"/>
                    <a:pt x="228" y="23"/>
                  </a:cubicBezTo>
                  <a:cubicBezTo>
                    <a:pt x="228" y="23"/>
                    <a:pt x="227" y="23"/>
                    <a:pt x="227" y="23"/>
                  </a:cubicBezTo>
                  <a:close/>
                  <a:moveTo>
                    <a:pt x="40" y="39"/>
                  </a:moveTo>
                  <a:cubicBezTo>
                    <a:pt x="40" y="39"/>
                    <a:pt x="41" y="39"/>
                    <a:pt x="41" y="39"/>
                  </a:cubicBezTo>
                  <a:cubicBezTo>
                    <a:pt x="42" y="39"/>
                    <a:pt x="42" y="39"/>
                    <a:pt x="39" y="46"/>
                  </a:cubicBezTo>
                  <a:cubicBezTo>
                    <a:pt x="39" y="46"/>
                    <a:pt x="36" y="51"/>
                    <a:pt x="36" y="51"/>
                  </a:cubicBezTo>
                  <a:lnTo>
                    <a:pt x="37" y="44"/>
                  </a:lnTo>
                  <a:cubicBezTo>
                    <a:pt x="39" y="39"/>
                    <a:pt x="40" y="39"/>
                    <a:pt x="40" y="39"/>
                  </a:cubicBezTo>
                  <a:close/>
                  <a:moveTo>
                    <a:pt x="177" y="41"/>
                  </a:moveTo>
                  <a:lnTo>
                    <a:pt x="177" y="41"/>
                  </a:lnTo>
                  <a:cubicBezTo>
                    <a:pt x="177" y="45"/>
                    <a:pt x="175" y="49"/>
                    <a:pt x="175" y="52"/>
                  </a:cubicBezTo>
                  <a:lnTo>
                    <a:pt x="175" y="52"/>
                  </a:lnTo>
                  <a:cubicBezTo>
                    <a:pt x="175" y="50"/>
                    <a:pt x="175" y="50"/>
                    <a:pt x="176" y="48"/>
                  </a:cubicBezTo>
                  <a:lnTo>
                    <a:pt x="177" y="41"/>
                  </a:lnTo>
                  <a:close/>
                  <a:moveTo>
                    <a:pt x="175" y="52"/>
                  </a:moveTo>
                  <a:lnTo>
                    <a:pt x="175" y="52"/>
                  </a:lnTo>
                  <a:cubicBezTo>
                    <a:pt x="174" y="52"/>
                    <a:pt x="174" y="53"/>
                    <a:pt x="174" y="53"/>
                  </a:cubicBezTo>
                  <a:cubicBezTo>
                    <a:pt x="174" y="53"/>
                    <a:pt x="174" y="53"/>
                    <a:pt x="175" y="52"/>
                  </a:cubicBezTo>
                  <a:close/>
                  <a:moveTo>
                    <a:pt x="48" y="42"/>
                  </a:move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51" y="42"/>
                    <a:pt x="48" y="49"/>
                  </a:cubicBezTo>
                  <a:lnTo>
                    <a:pt x="47" y="49"/>
                  </a:lnTo>
                  <a:cubicBezTo>
                    <a:pt x="48" y="47"/>
                    <a:pt x="48" y="46"/>
                    <a:pt x="48" y="46"/>
                  </a:cubicBezTo>
                  <a:lnTo>
                    <a:pt x="48" y="46"/>
                  </a:lnTo>
                  <a:cubicBezTo>
                    <a:pt x="48" y="46"/>
                    <a:pt x="47" y="50"/>
                    <a:pt x="45" y="54"/>
                  </a:cubicBezTo>
                  <a:lnTo>
                    <a:pt x="41" y="68"/>
                  </a:lnTo>
                  <a:cubicBezTo>
                    <a:pt x="42" y="63"/>
                    <a:pt x="42" y="59"/>
                    <a:pt x="44" y="54"/>
                  </a:cubicBezTo>
                  <a:cubicBezTo>
                    <a:pt x="46" y="44"/>
                    <a:pt x="47" y="42"/>
                    <a:pt x="48" y="42"/>
                  </a:cubicBezTo>
                  <a:close/>
                  <a:moveTo>
                    <a:pt x="132" y="60"/>
                  </a:moveTo>
                  <a:lnTo>
                    <a:pt x="130" y="67"/>
                  </a:lnTo>
                  <a:lnTo>
                    <a:pt x="128" y="72"/>
                  </a:lnTo>
                  <a:lnTo>
                    <a:pt x="129" y="66"/>
                  </a:lnTo>
                  <a:cubicBezTo>
                    <a:pt x="131" y="60"/>
                    <a:pt x="131" y="60"/>
                    <a:pt x="132" y="60"/>
                  </a:cubicBezTo>
                  <a:close/>
                  <a:moveTo>
                    <a:pt x="200" y="63"/>
                  </a:moveTo>
                  <a:cubicBezTo>
                    <a:pt x="199" y="68"/>
                    <a:pt x="198" y="72"/>
                    <a:pt x="196" y="77"/>
                  </a:cubicBezTo>
                  <a:cubicBezTo>
                    <a:pt x="198" y="77"/>
                    <a:pt x="200" y="70"/>
                    <a:pt x="200" y="70"/>
                  </a:cubicBezTo>
                  <a:cubicBezTo>
                    <a:pt x="200" y="70"/>
                    <a:pt x="201" y="63"/>
                    <a:pt x="201" y="63"/>
                  </a:cubicBezTo>
                  <a:close/>
                  <a:moveTo>
                    <a:pt x="156" y="58"/>
                  </a:moveTo>
                  <a:cubicBezTo>
                    <a:pt x="156" y="58"/>
                    <a:pt x="155" y="61"/>
                    <a:pt x="153" y="68"/>
                  </a:cubicBezTo>
                  <a:cubicBezTo>
                    <a:pt x="150" y="74"/>
                    <a:pt x="147" y="80"/>
                    <a:pt x="147" y="80"/>
                  </a:cubicBezTo>
                  <a:cubicBezTo>
                    <a:pt x="149" y="74"/>
                    <a:pt x="152" y="67"/>
                    <a:pt x="154" y="61"/>
                  </a:cubicBezTo>
                  <a:cubicBezTo>
                    <a:pt x="155" y="59"/>
                    <a:pt x="156" y="58"/>
                    <a:pt x="156" y="58"/>
                  </a:cubicBezTo>
                  <a:close/>
                  <a:moveTo>
                    <a:pt x="43" y="84"/>
                  </a:moveTo>
                  <a:cubicBezTo>
                    <a:pt x="43" y="84"/>
                    <a:pt x="42" y="85"/>
                    <a:pt x="42" y="85"/>
                  </a:cubicBezTo>
                  <a:lnTo>
                    <a:pt x="42" y="85"/>
                  </a:lnTo>
                  <a:cubicBezTo>
                    <a:pt x="42" y="85"/>
                    <a:pt x="43" y="84"/>
                    <a:pt x="43" y="84"/>
                  </a:cubicBezTo>
                  <a:close/>
                  <a:moveTo>
                    <a:pt x="186" y="80"/>
                  </a:moveTo>
                  <a:cubicBezTo>
                    <a:pt x="187" y="80"/>
                    <a:pt x="187" y="80"/>
                    <a:pt x="185" y="87"/>
                  </a:cubicBezTo>
                  <a:lnTo>
                    <a:pt x="184" y="87"/>
                  </a:lnTo>
                  <a:lnTo>
                    <a:pt x="185" y="80"/>
                  </a:lnTo>
                  <a:close/>
                  <a:moveTo>
                    <a:pt x="87" y="79"/>
                  </a:moveTo>
                  <a:lnTo>
                    <a:pt x="87" y="79"/>
                  </a:lnTo>
                  <a:cubicBezTo>
                    <a:pt x="85" y="84"/>
                    <a:pt x="84" y="88"/>
                    <a:pt x="81" y="92"/>
                  </a:cubicBezTo>
                  <a:lnTo>
                    <a:pt x="80" y="90"/>
                  </a:lnTo>
                  <a:cubicBezTo>
                    <a:pt x="81" y="86"/>
                    <a:pt x="83" y="83"/>
                    <a:pt x="87" y="79"/>
                  </a:cubicBezTo>
                  <a:close/>
                  <a:moveTo>
                    <a:pt x="181" y="75"/>
                  </a:moveTo>
                  <a:cubicBezTo>
                    <a:pt x="181" y="75"/>
                    <a:pt x="180" y="82"/>
                    <a:pt x="176" y="92"/>
                  </a:cubicBezTo>
                  <a:lnTo>
                    <a:pt x="175" y="90"/>
                  </a:lnTo>
                  <a:cubicBezTo>
                    <a:pt x="175" y="86"/>
                    <a:pt x="177" y="81"/>
                    <a:pt x="180" y="78"/>
                  </a:cubicBezTo>
                  <a:cubicBezTo>
                    <a:pt x="180" y="76"/>
                    <a:pt x="181" y="75"/>
                    <a:pt x="181" y="75"/>
                  </a:cubicBezTo>
                  <a:close/>
                  <a:moveTo>
                    <a:pt x="133" y="72"/>
                  </a:moveTo>
                  <a:cubicBezTo>
                    <a:pt x="133" y="72"/>
                    <a:pt x="132" y="75"/>
                    <a:pt x="130" y="81"/>
                  </a:cubicBezTo>
                  <a:cubicBezTo>
                    <a:pt x="128" y="88"/>
                    <a:pt x="126" y="94"/>
                    <a:pt x="122" y="100"/>
                  </a:cubicBezTo>
                  <a:lnTo>
                    <a:pt x="121" y="99"/>
                  </a:lnTo>
                  <a:cubicBezTo>
                    <a:pt x="121" y="99"/>
                    <a:pt x="124" y="94"/>
                    <a:pt x="127" y="87"/>
                  </a:cubicBezTo>
                  <a:cubicBezTo>
                    <a:pt x="131" y="77"/>
                    <a:pt x="133" y="72"/>
                    <a:pt x="133" y="72"/>
                  </a:cubicBezTo>
                  <a:close/>
                  <a:moveTo>
                    <a:pt x="153" y="89"/>
                  </a:moveTo>
                  <a:lnTo>
                    <a:pt x="153" y="89"/>
                  </a:lnTo>
                  <a:cubicBezTo>
                    <a:pt x="153" y="94"/>
                    <a:pt x="150" y="98"/>
                    <a:pt x="148" y="103"/>
                  </a:cubicBezTo>
                  <a:lnTo>
                    <a:pt x="147" y="102"/>
                  </a:lnTo>
                  <a:cubicBezTo>
                    <a:pt x="149" y="98"/>
                    <a:pt x="150" y="94"/>
                    <a:pt x="153" y="89"/>
                  </a:cubicBezTo>
                  <a:close/>
                  <a:moveTo>
                    <a:pt x="86" y="90"/>
                  </a:moveTo>
                  <a:cubicBezTo>
                    <a:pt x="85" y="90"/>
                    <a:pt x="84" y="95"/>
                    <a:pt x="82" y="99"/>
                  </a:cubicBezTo>
                  <a:cubicBezTo>
                    <a:pt x="80" y="105"/>
                    <a:pt x="81" y="106"/>
                    <a:pt x="82" y="106"/>
                  </a:cubicBezTo>
                  <a:cubicBezTo>
                    <a:pt x="83" y="106"/>
                    <a:pt x="85" y="100"/>
                    <a:pt x="85" y="100"/>
                  </a:cubicBezTo>
                  <a:cubicBezTo>
                    <a:pt x="88" y="94"/>
                    <a:pt x="88" y="94"/>
                    <a:pt x="87" y="94"/>
                  </a:cubicBezTo>
                  <a:cubicBezTo>
                    <a:pt x="87" y="91"/>
                    <a:pt x="86" y="90"/>
                    <a:pt x="86" y="90"/>
                  </a:cubicBezTo>
                  <a:close/>
                  <a:moveTo>
                    <a:pt x="323" y="93"/>
                  </a:moveTo>
                  <a:lnTo>
                    <a:pt x="323" y="94"/>
                  </a:lnTo>
                  <a:cubicBezTo>
                    <a:pt x="323" y="98"/>
                    <a:pt x="321" y="102"/>
                    <a:pt x="319" y="106"/>
                  </a:cubicBezTo>
                  <a:cubicBezTo>
                    <a:pt x="320" y="102"/>
                    <a:pt x="321" y="97"/>
                    <a:pt x="323" y="93"/>
                  </a:cubicBezTo>
                  <a:close/>
                  <a:moveTo>
                    <a:pt x="226" y="97"/>
                  </a:moveTo>
                  <a:cubicBezTo>
                    <a:pt x="226" y="97"/>
                    <a:pt x="225" y="100"/>
                    <a:pt x="223" y="108"/>
                  </a:cubicBezTo>
                  <a:cubicBezTo>
                    <a:pt x="222" y="115"/>
                    <a:pt x="222" y="115"/>
                    <a:pt x="221" y="115"/>
                  </a:cubicBezTo>
                  <a:cubicBezTo>
                    <a:pt x="221" y="114"/>
                    <a:pt x="222" y="107"/>
                    <a:pt x="224" y="102"/>
                  </a:cubicBezTo>
                  <a:cubicBezTo>
                    <a:pt x="225" y="99"/>
                    <a:pt x="225" y="97"/>
                    <a:pt x="226" y="97"/>
                  </a:cubicBezTo>
                  <a:close/>
                  <a:moveTo>
                    <a:pt x="231" y="104"/>
                  </a:moveTo>
                  <a:cubicBezTo>
                    <a:pt x="230" y="108"/>
                    <a:pt x="229" y="113"/>
                    <a:pt x="227" y="116"/>
                  </a:cubicBezTo>
                  <a:lnTo>
                    <a:pt x="228" y="109"/>
                  </a:lnTo>
                  <a:lnTo>
                    <a:pt x="230" y="104"/>
                  </a:lnTo>
                  <a:close/>
                  <a:moveTo>
                    <a:pt x="231" y="114"/>
                  </a:moveTo>
                  <a:lnTo>
                    <a:pt x="231" y="114"/>
                  </a:lnTo>
                  <a:cubicBezTo>
                    <a:pt x="232" y="114"/>
                    <a:pt x="231" y="117"/>
                    <a:pt x="230" y="117"/>
                  </a:cubicBezTo>
                  <a:cubicBezTo>
                    <a:pt x="231" y="115"/>
                    <a:pt x="231" y="114"/>
                    <a:pt x="231" y="114"/>
                  </a:cubicBezTo>
                  <a:close/>
                  <a:moveTo>
                    <a:pt x="193" y="105"/>
                  </a:moveTo>
                  <a:cubicBezTo>
                    <a:pt x="193" y="105"/>
                    <a:pt x="193" y="105"/>
                    <a:pt x="193" y="105"/>
                  </a:cubicBezTo>
                  <a:cubicBezTo>
                    <a:pt x="194" y="105"/>
                    <a:pt x="195" y="105"/>
                    <a:pt x="193" y="112"/>
                  </a:cubicBezTo>
                  <a:cubicBezTo>
                    <a:pt x="193" y="112"/>
                    <a:pt x="191" y="117"/>
                    <a:pt x="191" y="117"/>
                  </a:cubicBezTo>
                  <a:cubicBezTo>
                    <a:pt x="191" y="117"/>
                    <a:pt x="191" y="117"/>
                    <a:pt x="191" y="117"/>
                  </a:cubicBezTo>
                  <a:cubicBezTo>
                    <a:pt x="190" y="117"/>
                    <a:pt x="191" y="111"/>
                    <a:pt x="191" y="111"/>
                  </a:cubicBezTo>
                  <a:cubicBezTo>
                    <a:pt x="193" y="106"/>
                    <a:pt x="193" y="105"/>
                    <a:pt x="193" y="105"/>
                  </a:cubicBezTo>
                  <a:close/>
                  <a:moveTo>
                    <a:pt x="208" y="109"/>
                  </a:moveTo>
                  <a:cubicBezTo>
                    <a:pt x="209" y="111"/>
                    <a:pt x="207" y="116"/>
                    <a:pt x="207" y="116"/>
                  </a:cubicBezTo>
                  <a:cubicBezTo>
                    <a:pt x="206" y="118"/>
                    <a:pt x="206" y="119"/>
                    <a:pt x="206" y="119"/>
                  </a:cubicBezTo>
                  <a:cubicBezTo>
                    <a:pt x="206" y="119"/>
                    <a:pt x="206" y="116"/>
                    <a:pt x="205" y="116"/>
                  </a:cubicBezTo>
                  <a:cubicBezTo>
                    <a:pt x="207" y="109"/>
                    <a:pt x="207" y="109"/>
                    <a:pt x="208" y="109"/>
                  </a:cubicBezTo>
                  <a:close/>
                  <a:moveTo>
                    <a:pt x="163" y="115"/>
                  </a:moveTo>
                  <a:lnTo>
                    <a:pt x="161" y="122"/>
                  </a:lnTo>
                  <a:cubicBezTo>
                    <a:pt x="160" y="122"/>
                    <a:pt x="160" y="122"/>
                    <a:pt x="160" y="122"/>
                  </a:cubicBezTo>
                  <a:cubicBezTo>
                    <a:pt x="160" y="122"/>
                    <a:pt x="159" y="124"/>
                    <a:pt x="158" y="124"/>
                  </a:cubicBezTo>
                  <a:cubicBezTo>
                    <a:pt x="158" y="124"/>
                    <a:pt x="159" y="123"/>
                    <a:pt x="159" y="121"/>
                  </a:cubicBezTo>
                  <a:cubicBezTo>
                    <a:pt x="158" y="121"/>
                    <a:pt x="162" y="115"/>
                    <a:pt x="163" y="115"/>
                  </a:cubicBezTo>
                  <a:close/>
                  <a:moveTo>
                    <a:pt x="411" y="116"/>
                  </a:moveTo>
                  <a:cubicBezTo>
                    <a:pt x="410" y="123"/>
                    <a:pt x="409" y="126"/>
                    <a:pt x="409" y="126"/>
                  </a:cubicBezTo>
                  <a:cubicBezTo>
                    <a:pt x="408" y="126"/>
                    <a:pt x="409" y="123"/>
                    <a:pt x="411" y="116"/>
                  </a:cubicBezTo>
                  <a:close/>
                  <a:moveTo>
                    <a:pt x="476" y="140"/>
                  </a:moveTo>
                  <a:lnTo>
                    <a:pt x="476" y="140"/>
                  </a:lnTo>
                  <a:cubicBezTo>
                    <a:pt x="475" y="143"/>
                    <a:pt x="475" y="145"/>
                    <a:pt x="474" y="145"/>
                  </a:cubicBezTo>
                  <a:cubicBezTo>
                    <a:pt x="474" y="145"/>
                    <a:pt x="475" y="143"/>
                    <a:pt x="476" y="140"/>
                  </a:cubicBezTo>
                  <a:close/>
                  <a:moveTo>
                    <a:pt x="6" y="134"/>
                  </a:moveTo>
                  <a:cubicBezTo>
                    <a:pt x="3" y="139"/>
                    <a:pt x="2" y="142"/>
                    <a:pt x="0" y="146"/>
                  </a:cubicBezTo>
                  <a:lnTo>
                    <a:pt x="1" y="148"/>
                  </a:lnTo>
                  <a:cubicBezTo>
                    <a:pt x="3" y="143"/>
                    <a:pt x="6" y="139"/>
                    <a:pt x="7" y="134"/>
                  </a:cubicBezTo>
                  <a:close/>
                  <a:moveTo>
                    <a:pt x="277" y="134"/>
                  </a:moveTo>
                  <a:cubicBezTo>
                    <a:pt x="276" y="139"/>
                    <a:pt x="275" y="143"/>
                    <a:pt x="273" y="148"/>
                  </a:cubicBezTo>
                  <a:lnTo>
                    <a:pt x="274" y="141"/>
                  </a:lnTo>
                  <a:lnTo>
                    <a:pt x="276" y="134"/>
                  </a:lnTo>
                  <a:close/>
                  <a:moveTo>
                    <a:pt x="322" y="135"/>
                  </a:moveTo>
                  <a:lnTo>
                    <a:pt x="322" y="136"/>
                  </a:lnTo>
                  <a:cubicBezTo>
                    <a:pt x="322" y="141"/>
                    <a:pt x="320" y="145"/>
                    <a:pt x="318" y="149"/>
                  </a:cubicBezTo>
                  <a:lnTo>
                    <a:pt x="319" y="142"/>
                  </a:lnTo>
                  <a:lnTo>
                    <a:pt x="322" y="135"/>
                  </a:lnTo>
                  <a:close/>
                  <a:moveTo>
                    <a:pt x="496" y="140"/>
                  </a:moveTo>
                  <a:lnTo>
                    <a:pt x="497" y="141"/>
                  </a:lnTo>
                  <a:cubicBezTo>
                    <a:pt x="496" y="145"/>
                    <a:pt x="495" y="149"/>
                    <a:pt x="493" y="153"/>
                  </a:cubicBezTo>
                  <a:lnTo>
                    <a:pt x="494" y="146"/>
                  </a:lnTo>
                  <a:lnTo>
                    <a:pt x="496" y="140"/>
                  </a:lnTo>
                  <a:close/>
                  <a:moveTo>
                    <a:pt x="296" y="134"/>
                  </a:moveTo>
                  <a:cubicBezTo>
                    <a:pt x="297" y="134"/>
                    <a:pt x="297" y="134"/>
                    <a:pt x="295" y="141"/>
                  </a:cubicBezTo>
                  <a:cubicBezTo>
                    <a:pt x="294" y="145"/>
                    <a:pt x="293" y="150"/>
                    <a:pt x="291" y="154"/>
                  </a:cubicBezTo>
                  <a:cubicBezTo>
                    <a:pt x="293" y="148"/>
                    <a:pt x="294" y="141"/>
                    <a:pt x="296" y="134"/>
                  </a:cubicBezTo>
                  <a:close/>
                  <a:moveTo>
                    <a:pt x="485" y="143"/>
                  </a:moveTo>
                  <a:cubicBezTo>
                    <a:pt x="486" y="144"/>
                    <a:pt x="486" y="144"/>
                    <a:pt x="484" y="150"/>
                  </a:cubicBezTo>
                  <a:cubicBezTo>
                    <a:pt x="484" y="150"/>
                    <a:pt x="482" y="157"/>
                    <a:pt x="481" y="157"/>
                  </a:cubicBezTo>
                  <a:lnTo>
                    <a:pt x="482" y="150"/>
                  </a:lnTo>
                  <a:cubicBezTo>
                    <a:pt x="485" y="143"/>
                    <a:pt x="485" y="143"/>
                    <a:pt x="485" y="143"/>
                  </a:cubicBezTo>
                  <a:close/>
                  <a:moveTo>
                    <a:pt x="376" y="154"/>
                  </a:moveTo>
                  <a:cubicBezTo>
                    <a:pt x="377" y="155"/>
                    <a:pt x="377" y="155"/>
                    <a:pt x="375" y="162"/>
                  </a:cubicBezTo>
                  <a:cubicBezTo>
                    <a:pt x="374" y="167"/>
                    <a:pt x="372" y="168"/>
                    <a:pt x="372" y="168"/>
                  </a:cubicBezTo>
                  <a:cubicBezTo>
                    <a:pt x="372" y="168"/>
                    <a:pt x="371" y="168"/>
                    <a:pt x="371" y="168"/>
                  </a:cubicBezTo>
                  <a:cubicBezTo>
                    <a:pt x="371" y="163"/>
                    <a:pt x="373" y="159"/>
                    <a:pt x="376" y="154"/>
                  </a:cubicBezTo>
                  <a:close/>
                  <a:moveTo>
                    <a:pt x="410" y="160"/>
                  </a:moveTo>
                  <a:lnTo>
                    <a:pt x="410" y="160"/>
                  </a:lnTo>
                  <a:cubicBezTo>
                    <a:pt x="408" y="164"/>
                    <a:pt x="407" y="169"/>
                    <a:pt x="405" y="172"/>
                  </a:cubicBezTo>
                  <a:lnTo>
                    <a:pt x="404" y="172"/>
                  </a:lnTo>
                  <a:cubicBezTo>
                    <a:pt x="406" y="168"/>
                    <a:pt x="407" y="163"/>
                    <a:pt x="410" y="160"/>
                  </a:cubicBezTo>
                  <a:close/>
                  <a:moveTo>
                    <a:pt x="491" y="183"/>
                  </a:moveTo>
                  <a:cubicBezTo>
                    <a:pt x="491" y="183"/>
                    <a:pt x="491" y="185"/>
                    <a:pt x="490" y="188"/>
                  </a:cubicBezTo>
                  <a:cubicBezTo>
                    <a:pt x="488" y="195"/>
                    <a:pt x="488" y="195"/>
                    <a:pt x="487" y="195"/>
                  </a:cubicBezTo>
                  <a:cubicBezTo>
                    <a:pt x="486" y="194"/>
                    <a:pt x="486" y="194"/>
                    <a:pt x="488" y="188"/>
                  </a:cubicBezTo>
                  <a:cubicBezTo>
                    <a:pt x="490" y="185"/>
                    <a:pt x="491" y="183"/>
                    <a:pt x="491" y="183"/>
                  </a:cubicBezTo>
                  <a:close/>
                  <a:moveTo>
                    <a:pt x="514" y="182"/>
                  </a:moveTo>
                  <a:cubicBezTo>
                    <a:pt x="515" y="183"/>
                    <a:pt x="513" y="189"/>
                    <a:pt x="513" y="189"/>
                  </a:cubicBezTo>
                  <a:cubicBezTo>
                    <a:pt x="513" y="189"/>
                    <a:pt x="511" y="196"/>
                    <a:pt x="511" y="196"/>
                  </a:cubicBezTo>
                  <a:cubicBezTo>
                    <a:pt x="511" y="191"/>
                    <a:pt x="512" y="187"/>
                    <a:pt x="513" y="182"/>
                  </a:cubicBezTo>
                  <a:close/>
                  <a:moveTo>
                    <a:pt x="495" y="190"/>
                  </a:moveTo>
                  <a:cubicBezTo>
                    <a:pt x="496" y="190"/>
                    <a:pt x="496" y="190"/>
                    <a:pt x="494" y="197"/>
                  </a:cubicBezTo>
                  <a:lnTo>
                    <a:pt x="493" y="197"/>
                  </a:lnTo>
                  <a:lnTo>
                    <a:pt x="494" y="190"/>
                  </a:lnTo>
                  <a:close/>
                  <a:moveTo>
                    <a:pt x="579" y="178"/>
                  </a:moveTo>
                  <a:cubicBezTo>
                    <a:pt x="580" y="178"/>
                    <a:pt x="580" y="178"/>
                    <a:pt x="578" y="185"/>
                  </a:cubicBezTo>
                  <a:cubicBezTo>
                    <a:pt x="577" y="189"/>
                    <a:pt x="576" y="194"/>
                    <a:pt x="572" y="197"/>
                  </a:cubicBezTo>
                  <a:cubicBezTo>
                    <a:pt x="573" y="190"/>
                    <a:pt x="576" y="183"/>
                    <a:pt x="579" y="178"/>
                  </a:cubicBezTo>
                  <a:close/>
                  <a:moveTo>
                    <a:pt x="503" y="192"/>
                  </a:moveTo>
                  <a:cubicBezTo>
                    <a:pt x="503" y="194"/>
                    <a:pt x="503" y="194"/>
                    <a:pt x="502" y="199"/>
                  </a:cubicBezTo>
                  <a:lnTo>
                    <a:pt x="500" y="199"/>
                  </a:lnTo>
                  <a:lnTo>
                    <a:pt x="502" y="192"/>
                  </a:lnTo>
                  <a:close/>
                  <a:moveTo>
                    <a:pt x="498" y="202"/>
                  </a:moveTo>
                  <a:cubicBezTo>
                    <a:pt x="498" y="202"/>
                    <a:pt x="497" y="203"/>
                    <a:pt x="496" y="205"/>
                  </a:cubicBezTo>
                  <a:cubicBezTo>
                    <a:pt x="497" y="205"/>
                    <a:pt x="498" y="202"/>
                    <a:pt x="498" y="202"/>
                  </a:cubicBezTo>
                  <a:close/>
                  <a:moveTo>
                    <a:pt x="546" y="192"/>
                  </a:moveTo>
                  <a:cubicBezTo>
                    <a:pt x="546" y="192"/>
                    <a:pt x="546" y="193"/>
                    <a:pt x="545" y="195"/>
                  </a:cubicBezTo>
                  <a:cubicBezTo>
                    <a:pt x="544" y="198"/>
                    <a:pt x="543" y="203"/>
                    <a:pt x="541" y="207"/>
                  </a:cubicBezTo>
                  <a:lnTo>
                    <a:pt x="540" y="207"/>
                  </a:lnTo>
                  <a:lnTo>
                    <a:pt x="542" y="200"/>
                  </a:lnTo>
                  <a:cubicBezTo>
                    <a:pt x="544" y="196"/>
                    <a:pt x="546" y="192"/>
                    <a:pt x="546" y="192"/>
                  </a:cubicBezTo>
                  <a:close/>
                  <a:moveTo>
                    <a:pt x="485" y="215"/>
                  </a:moveTo>
                  <a:lnTo>
                    <a:pt x="485" y="215"/>
                  </a:lnTo>
                  <a:cubicBezTo>
                    <a:pt x="484" y="217"/>
                    <a:pt x="483" y="219"/>
                    <a:pt x="482" y="222"/>
                  </a:cubicBezTo>
                  <a:cubicBezTo>
                    <a:pt x="482" y="224"/>
                    <a:pt x="482" y="226"/>
                    <a:pt x="482" y="226"/>
                  </a:cubicBezTo>
                  <a:cubicBezTo>
                    <a:pt x="482" y="226"/>
                    <a:pt x="483" y="223"/>
                    <a:pt x="485" y="215"/>
                  </a:cubicBezTo>
                  <a:close/>
                  <a:moveTo>
                    <a:pt x="693" y="209"/>
                  </a:moveTo>
                  <a:cubicBezTo>
                    <a:pt x="693" y="209"/>
                    <a:pt x="690" y="218"/>
                    <a:pt x="686" y="226"/>
                  </a:cubicBezTo>
                  <a:cubicBezTo>
                    <a:pt x="683" y="233"/>
                    <a:pt x="681" y="236"/>
                    <a:pt x="681" y="236"/>
                  </a:cubicBezTo>
                  <a:cubicBezTo>
                    <a:pt x="681" y="236"/>
                    <a:pt x="682" y="233"/>
                    <a:pt x="684" y="226"/>
                  </a:cubicBezTo>
                  <a:cubicBezTo>
                    <a:pt x="686" y="222"/>
                    <a:pt x="688" y="217"/>
                    <a:pt x="690" y="214"/>
                  </a:cubicBezTo>
                  <a:cubicBezTo>
                    <a:pt x="692" y="210"/>
                    <a:pt x="692" y="209"/>
                    <a:pt x="693" y="209"/>
                  </a:cubicBezTo>
                  <a:close/>
                  <a:moveTo>
                    <a:pt x="165" y="238"/>
                  </a:moveTo>
                  <a:cubicBezTo>
                    <a:pt x="163" y="243"/>
                    <a:pt x="162" y="247"/>
                    <a:pt x="161" y="252"/>
                  </a:cubicBezTo>
                  <a:cubicBezTo>
                    <a:pt x="160" y="254"/>
                    <a:pt x="159" y="256"/>
                    <a:pt x="159" y="256"/>
                  </a:cubicBezTo>
                  <a:cubicBezTo>
                    <a:pt x="160" y="256"/>
                    <a:pt x="161" y="253"/>
                    <a:pt x="164" y="245"/>
                  </a:cubicBezTo>
                  <a:cubicBezTo>
                    <a:pt x="166" y="238"/>
                    <a:pt x="166" y="238"/>
                    <a:pt x="165" y="238"/>
                  </a:cubicBezTo>
                  <a:close/>
                  <a:moveTo>
                    <a:pt x="47" y="1"/>
                  </a:moveTo>
                  <a:cubicBezTo>
                    <a:pt x="47" y="1"/>
                    <a:pt x="46" y="4"/>
                    <a:pt x="43" y="11"/>
                  </a:cubicBezTo>
                  <a:cubicBezTo>
                    <a:pt x="42" y="13"/>
                    <a:pt x="41" y="15"/>
                    <a:pt x="40" y="15"/>
                  </a:cubicBezTo>
                  <a:cubicBezTo>
                    <a:pt x="40" y="15"/>
                    <a:pt x="40" y="13"/>
                    <a:pt x="41" y="10"/>
                  </a:cubicBezTo>
                  <a:cubicBezTo>
                    <a:pt x="42" y="6"/>
                    <a:pt x="42" y="4"/>
                    <a:pt x="42" y="4"/>
                  </a:cubicBezTo>
                  <a:lnTo>
                    <a:pt x="42" y="4"/>
                  </a:lnTo>
                  <a:cubicBezTo>
                    <a:pt x="42" y="4"/>
                    <a:pt x="41" y="6"/>
                    <a:pt x="39" y="8"/>
                  </a:cubicBezTo>
                  <a:cubicBezTo>
                    <a:pt x="36" y="15"/>
                    <a:pt x="35" y="22"/>
                    <a:pt x="34" y="29"/>
                  </a:cubicBezTo>
                  <a:cubicBezTo>
                    <a:pt x="34" y="29"/>
                    <a:pt x="34" y="29"/>
                    <a:pt x="32" y="35"/>
                  </a:cubicBezTo>
                  <a:lnTo>
                    <a:pt x="30" y="34"/>
                  </a:lnTo>
                  <a:cubicBezTo>
                    <a:pt x="29" y="34"/>
                    <a:pt x="29" y="34"/>
                    <a:pt x="25" y="40"/>
                  </a:cubicBezTo>
                  <a:cubicBezTo>
                    <a:pt x="22" y="45"/>
                    <a:pt x="19" y="54"/>
                    <a:pt x="19" y="54"/>
                  </a:cubicBezTo>
                  <a:cubicBezTo>
                    <a:pt x="19" y="54"/>
                    <a:pt x="20" y="53"/>
                    <a:pt x="20" y="52"/>
                  </a:cubicBezTo>
                  <a:lnTo>
                    <a:pt x="20" y="52"/>
                  </a:lnTo>
                  <a:lnTo>
                    <a:pt x="19" y="59"/>
                  </a:lnTo>
                  <a:cubicBezTo>
                    <a:pt x="16" y="69"/>
                    <a:pt x="14" y="74"/>
                    <a:pt x="15" y="74"/>
                  </a:cubicBezTo>
                  <a:cubicBezTo>
                    <a:pt x="15" y="74"/>
                    <a:pt x="17" y="69"/>
                    <a:pt x="20" y="60"/>
                  </a:cubicBezTo>
                  <a:cubicBezTo>
                    <a:pt x="24" y="49"/>
                    <a:pt x="26" y="44"/>
                    <a:pt x="26" y="44"/>
                  </a:cubicBezTo>
                  <a:lnTo>
                    <a:pt x="26" y="44"/>
                  </a:lnTo>
                  <a:cubicBezTo>
                    <a:pt x="26" y="44"/>
                    <a:pt x="25" y="47"/>
                    <a:pt x="24" y="53"/>
                  </a:cubicBezTo>
                  <a:cubicBezTo>
                    <a:pt x="19" y="67"/>
                    <a:pt x="20" y="67"/>
                    <a:pt x="20" y="67"/>
                  </a:cubicBezTo>
                  <a:cubicBezTo>
                    <a:pt x="21" y="67"/>
                    <a:pt x="21" y="67"/>
                    <a:pt x="19" y="74"/>
                  </a:cubicBezTo>
                  <a:cubicBezTo>
                    <a:pt x="17" y="78"/>
                    <a:pt x="17" y="83"/>
                    <a:pt x="17" y="87"/>
                  </a:cubicBezTo>
                  <a:cubicBezTo>
                    <a:pt x="17" y="87"/>
                    <a:pt x="17" y="88"/>
                    <a:pt x="17" y="88"/>
                  </a:cubicBezTo>
                  <a:cubicBezTo>
                    <a:pt x="17" y="88"/>
                    <a:pt x="18" y="86"/>
                    <a:pt x="19" y="81"/>
                  </a:cubicBezTo>
                  <a:cubicBezTo>
                    <a:pt x="20" y="79"/>
                    <a:pt x="20" y="77"/>
                    <a:pt x="21" y="77"/>
                  </a:cubicBezTo>
                  <a:lnTo>
                    <a:pt x="21" y="77"/>
                  </a:lnTo>
                  <a:cubicBezTo>
                    <a:pt x="21" y="77"/>
                    <a:pt x="21" y="80"/>
                    <a:pt x="19" y="88"/>
                  </a:cubicBezTo>
                  <a:cubicBezTo>
                    <a:pt x="18" y="91"/>
                    <a:pt x="18" y="93"/>
                    <a:pt x="18" y="93"/>
                  </a:cubicBezTo>
                  <a:cubicBezTo>
                    <a:pt x="18" y="93"/>
                    <a:pt x="19" y="90"/>
                    <a:pt x="21" y="83"/>
                  </a:cubicBezTo>
                  <a:cubicBezTo>
                    <a:pt x="24" y="76"/>
                    <a:pt x="25" y="73"/>
                    <a:pt x="25" y="73"/>
                  </a:cubicBezTo>
                  <a:lnTo>
                    <a:pt x="25" y="73"/>
                  </a:lnTo>
                  <a:cubicBezTo>
                    <a:pt x="26" y="73"/>
                    <a:pt x="25" y="76"/>
                    <a:pt x="24" y="83"/>
                  </a:cubicBezTo>
                  <a:lnTo>
                    <a:pt x="26" y="84"/>
                  </a:lnTo>
                  <a:cubicBezTo>
                    <a:pt x="28" y="79"/>
                    <a:pt x="29" y="76"/>
                    <a:pt x="30" y="71"/>
                  </a:cubicBezTo>
                  <a:cubicBezTo>
                    <a:pt x="33" y="63"/>
                    <a:pt x="34" y="60"/>
                    <a:pt x="34" y="60"/>
                  </a:cubicBezTo>
                  <a:lnTo>
                    <a:pt x="34" y="60"/>
                  </a:lnTo>
                  <a:cubicBezTo>
                    <a:pt x="35" y="60"/>
                    <a:pt x="34" y="62"/>
                    <a:pt x="34" y="65"/>
                  </a:cubicBezTo>
                  <a:cubicBezTo>
                    <a:pt x="33" y="69"/>
                    <a:pt x="32" y="74"/>
                    <a:pt x="30" y="78"/>
                  </a:cubicBezTo>
                  <a:cubicBezTo>
                    <a:pt x="28" y="85"/>
                    <a:pt x="28" y="85"/>
                    <a:pt x="29" y="85"/>
                  </a:cubicBezTo>
                  <a:cubicBezTo>
                    <a:pt x="30" y="85"/>
                    <a:pt x="30" y="85"/>
                    <a:pt x="30" y="85"/>
                  </a:cubicBezTo>
                  <a:cubicBezTo>
                    <a:pt x="31" y="85"/>
                    <a:pt x="32" y="84"/>
                    <a:pt x="34" y="79"/>
                  </a:cubicBezTo>
                  <a:lnTo>
                    <a:pt x="34" y="79"/>
                  </a:lnTo>
                  <a:lnTo>
                    <a:pt x="32" y="86"/>
                  </a:lnTo>
                  <a:cubicBezTo>
                    <a:pt x="32" y="86"/>
                    <a:pt x="32" y="89"/>
                    <a:pt x="32" y="89"/>
                  </a:cubicBezTo>
                  <a:cubicBezTo>
                    <a:pt x="32" y="89"/>
                    <a:pt x="32" y="88"/>
                    <a:pt x="33" y="86"/>
                  </a:cubicBezTo>
                  <a:cubicBezTo>
                    <a:pt x="33" y="86"/>
                    <a:pt x="33" y="87"/>
                    <a:pt x="33" y="94"/>
                  </a:cubicBezTo>
                  <a:cubicBezTo>
                    <a:pt x="32" y="95"/>
                    <a:pt x="33" y="96"/>
                    <a:pt x="33" y="96"/>
                  </a:cubicBezTo>
                  <a:cubicBezTo>
                    <a:pt x="34" y="96"/>
                    <a:pt x="39" y="86"/>
                    <a:pt x="41" y="75"/>
                  </a:cubicBezTo>
                  <a:lnTo>
                    <a:pt x="42" y="76"/>
                  </a:lnTo>
                  <a:cubicBezTo>
                    <a:pt x="42" y="76"/>
                    <a:pt x="44" y="69"/>
                    <a:pt x="44" y="69"/>
                  </a:cubicBezTo>
                  <a:cubicBezTo>
                    <a:pt x="46" y="64"/>
                    <a:pt x="47" y="63"/>
                    <a:pt x="47" y="63"/>
                  </a:cubicBezTo>
                  <a:cubicBezTo>
                    <a:pt x="47" y="63"/>
                    <a:pt x="47" y="63"/>
                    <a:pt x="47" y="63"/>
                  </a:cubicBezTo>
                  <a:lnTo>
                    <a:pt x="44" y="76"/>
                  </a:lnTo>
                  <a:cubicBezTo>
                    <a:pt x="39" y="87"/>
                    <a:pt x="37" y="95"/>
                    <a:pt x="38" y="95"/>
                  </a:cubicBezTo>
                  <a:cubicBezTo>
                    <a:pt x="38" y="95"/>
                    <a:pt x="39" y="93"/>
                    <a:pt x="40" y="91"/>
                  </a:cubicBezTo>
                  <a:lnTo>
                    <a:pt x="40" y="91"/>
                  </a:lnTo>
                  <a:cubicBezTo>
                    <a:pt x="39" y="93"/>
                    <a:pt x="39" y="94"/>
                    <a:pt x="40" y="94"/>
                  </a:cubicBezTo>
                  <a:cubicBezTo>
                    <a:pt x="40" y="94"/>
                    <a:pt x="41" y="93"/>
                    <a:pt x="43" y="90"/>
                  </a:cubicBezTo>
                  <a:cubicBezTo>
                    <a:pt x="46" y="85"/>
                    <a:pt x="48" y="78"/>
                    <a:pt x="51" y="71"/>
                  </a:cubicBezTo>
                  <a:cubicBezTo>
                    <a:pt x="53" y="66"/>
                    <a:pt x="54" y="66"/>
                    <a:pt x="54" y="66"/>
                  </a:cubicBezTo>
                  <a:lnTo>
                    <a:pt x="54" y="66"/>
                  </a:lnTo>
                  <a:cubicBezTo>
                    <a:pt x="54" y="66"/>
                    <a:pt x="54" y="66"/>
                    <a:pt x="52" y="72"/>
                  </a:cubicBezTo>
                  <a:cubicBezTo>
                    <a:pt x="50" y="79"/>
                    <a:pt x="49" y="83"/>
                    <a:pt x="50" y="83"/>
                  </a:cubicBezTo>
                  <a:cubicBezTo>
                    <a:pt x="50" y="83"/>
                    <a:pt x="52" y="80"/>
                    <a:pt x="54" y="74"/>
                  </a:cubicBezTo>
                  <a:lnTo>
                    <a:pt x="54" y="74"/>
                  </a:lnTo>
                  <a:lnTo>
                    <a:pt x="53" y="80"/>
                  </a:lnTo>
                  <a:cubicBezTo>
                    <a:pt x="51" y="85"/>
                    <a:pt x="49" y="90"/>
                    <a:pt x="52" y="90"/>
                  </a:cubicBezTo>
                  <a:cubicBezTo>
                    <a:pt x="52" y="90"/>
                    <a:pt x="54" y="89"/>
                    <a:pt x="55" y="88"/>
                  </a:cubicBezTo>
                  <a:cubicBezTo>
                    <a:pt x="57" y="89"/>
                    <a:pt x="60" y="90"/>
                    <a:pt x="58" y="97"/>
                  </a:cubicBezTo>
                  <a:cubicBezTo>
                    <a:pt x="58" y="98"/>
                    <a:pt x="58" y="99"/>
                    <a:pt x="58" y="99"/>
                  </a:cubicBezTo>
                  <a:cubicBezTo>
                    <a:pt x="59" y="99"/>
                    <a:pt x="64" y="89"/>
                    <a:pt x="69" y="79"/>
                  </a:cubicBezTo>
                  <a:lnTo>
                    <a:pt x="69" y="79"/>
                  </a:lnTo>
                  <a:cubicBezTo>
                    <a:pt x="66" y="86"/>
                    <a:pt x="67" y="86"/>
                    <a:pt x="69" y="86"/>
                  </a:cubicBezTo>
                  <a:cubicBezTo>
                    <a:pt x="71" y="87"/>
                    <a:pt x="71" y="87"/>
                    <a:pt x="70" y="94"/>
                  </a:cubicBezTo>
                  <a:cubicBezTo>
                    <a:pt x="72" y="89"/>
                    <a:pt x="73" y="88"/>
                    <a:pt x="74" y="88"/>
                  </a:cubicBezTo>
                  <a:lnTo>
                    <a:pt x="74" y="88"/>
                  </a:lnTo>
                  <a:cubicBezTo>
                    <a:pt x="75" y="88"/>
                    <a:pt x="74" y="94"/>
                    <a:pt x="71" y="102"/>
                  </a:cubicBezTo>
                  <a:cubicBezTo>
                    <a:pt x="69" y="108"/>
                    <a:pt x="70" y="108"/>
                    <a:pt x="71" y="109"/>
                  </a:cubicBezTo>
                  <a:cubicBezTo>
                    <a:pt x="73" y="104"/>
                    <a:pt x="75" y="104"/>
                    <a:pt x="76" y="104"/>
                  </a:cubicBezTo>
                  <a:cubicBezTo>
                    <a:pt x="76" y="104"/>
                    <a:pt x="77" y="104"/>
                    <a:pt x="78" y="104"/>
                  </a:cubicBezTo>
                  <a:cubicBezTo>
                    <a:pt x="78" y="104"/>
                    <a:pt x="78" y="104"/>
                    <a:pt x="79" y="104"/>
                  </a:cubicBezTo>
                  <a:cubicBezTo>
                    <a:pt x="80" y="104"/>
                    <a:pt x="81" y="102"/>
                    <a:pt x="83" y="92"/>
                  </a:cubicBezTo>
                  <a:cubicBezTo>
                    <a:pt x="87" y="82"/>
                    <a:pt x="88" y="80"/>
                    <a:pt x="89" y="80"/>
                  </a:cubicBezTo>
                  <a:cubicBezTo>
                    <a:pt x="89" y="80"/>
                    <a:pt x="90" y="80"/>
                    <a:pt x="90" y="80"/>
                  </a:cubicBezTo>
                  <a:cubicBezTo>
                    <a:pt x="91" y="80"/>
                    <a:pt x="91" y="80"/>
                    <a:pt x="89" y="87"/>
                  </a:cubicBezTo>
                  <a:cubicBezTo>
                    <a:pt x="89" y="87"/>
                    <a:pt x="88" y="94"/>
                    <a:pt x="89" y="94"/>
                  </a:cubicBezTo>
                  <a:cubicBezTo>
                    <a:pt x="90" y="95"/>
                    <a:pt x="90" y="95"/>
                    <a:pt x="89" y="102"/>
                  </a:cubicBezTo>
                  <a:cubicBezTo>
                    <a:pt x="89" y="102"/>
                    <a:pt x="87" y="108"/>
                    <a:pt x="89" y="108"/>
                  </a:cubicBezTo>
                  <a:cubicBezTo>
                    <a:pt x="90" y="109"/>
                    <a:pt x="91" y="109"/>
                    <a:pt x="90" y="116"/>
                  </a:cubicBezTo>
                  <a:cubicBezTo>
                    <a:pt x="90" y="116"/>
                    <a:pt x="90" y="116"/>
                    <a:pt x="92" y="109"/>
                  </a:cubicBezTo>
                  <a:cubicBezTo>
                    <a:pt x="94" y="106"/>
                    <a:pt x="95" y="101"/>
                    <a:pt x="96" y="101"/>
                  </a:cubicBezTo>
                  <a:cubicBezTo>
                    <a:pt x="97" y="101"/>
                    <a:pt x="97" y="102"/>
                    <a:pt x="98" y="105"/>
                  </a:cubicBezTo>
                  <a:cubicBezTo>
                    <a:pt x="98" y="105"/>
                    <a:pt x="99" y="105"/>
                    <a:pt x="99" y="105"/>
                  </a:cubicBezTo>
                  <a:cubicBezTo>
                    <a:pt x="101" y="105"/>
                    <a:pt x="103" y="104"/>
                    <a:pt x="104" y="99"/>
                  </a:cubicBezTo>
                  <a:lnTo>
                    <a:pt x="104" y="99"/>
                  </a:lnTo>
                  <a:cubicBezTo>
                    <a:pt x="104" y="100"/>
                    <a:pt x="104" y="100"/>
                    <a:pt x="102" y="106"/>
                  </a:cubicBezTo>
                  <a:cubicBezTo>
                    <a:pt x="100" y="113"/>
                    <a:pt x="100" y="117"/>
                    <a:pt x="101" y="117"/>
                  </a:cubicBezTo>
                  <a:cubicBezTo>
                    <a:pt x="101" y="117"/>
                    <a:pt x="103" y="114"/>
                    <a:pt x="106" y="107"/>
                  </a:cubicBezTo>
                  <a:cubicBezTo>
                    <a:pt x="107" y="105"/>
                    <a:pt x="107" y="103"/>
                    <a:pt x="108" y="103"/>
                  </a:cubicBezTo>
                  <a:lnTo>
                    <a:pt x="108" y="103"/>
                  </a:lnTo>
                  <a:cubicBezTo>
                    <a:pt x="108" y="103"/>
                    <a:pt x="108" y="105"/>
                    <a:pt x="108" y="108"/>
                  </a:cubicBezTo>
                  <a:cubicBezTo>
                    <a:pt x="108" y="108"/>
                    <a:pt x="108" y="108"/>
                    <a:pt x="111" y="103"/>
                  </a:cubicBezTo>
                  <a:cubicBezTo>
                    <a:pt x="112" y="99"/>
                    <a:pt x="113" y="98"/>
                    <a:pt x="113" y="98"/>
                  </a:cubicBezTo>
                  <a:cubicBezTo>
                    <a:pt x="113" y="98"/>
                    <a:pt x="113" y="99"/>
                    <a:pt x="113" y="103"/>
                  </a:cubicBezTo>
                  <a:cubicBezTo>
                    <a:pt x="111" y="109"/>
                    <a:pt x="112" y="111"/>
                    <a:pt x="112" y="111"/>
                  </a:cubicBezTo>
                  <a:cubicBezTo>
                    <a:pt x="114" y="108"/>
                    <a:pt x="116" y="107"/>
                    <a:pt x="118" y="107"/>
                  </a:cubicBezTo>
                  <a:cubicBezTo>
                    <a:pt x="121" y="107"/>
                    <a:pt x="124" y="110"/>
                    <a:pt x="124" y="114"/>
                  </a:cubicBezTo>
                  <a:cubicBezTo>
                    <a:pt x="126" y="108"/>
                    <a:pt x="126" y="108"/>
                    <a:pt x="127" y="108"/>
                  </a:cubicBezTo>
                  <a:cubicBezTo>
                    <a:pt x="126" y="114"/>
                    <a:pt x="125" y="116"/>
                    <a:pt x="126" y="116"/>
                  </a:cubicBezTo>
                  <a:cubicBezTo>
                    <a:pt x="126" y="116"/>
                    <a:pt x="128" y="110"/>
                    <a:pt x="130" y="103"/>
                  </a:cubicBezTo>
                  <a:lnTo>
                    <a:pt x="129" y="103"/>
                  </a:lnTo>
                  <a:lnTo>
                    <a:pt x="129" y="102"/>
                  </a:lnTo>
                  <a:cubicBezTo>
                    <a:pt x="131" y="96"/>
                    <a:pt x="132" y="94"/>
                    <a:pt x="132" y="94"/>
                  </a:cubicBezTo>
                  <a:lnTo>
                    <a:pt x="132" y="94"/>
                  </a:lnTo>
                  <a:cubicBezTo>
                    <a:pt x="133" y="94"/>
                    <a:pt x="132" y="99"/>
                    <a:pt x="129" y="109"/>
                  </a:cubicBezTo>
                  <a:cubicBezTo>
                    <a:pt x="127" y="116"/>
                    <a:pt x="127" y="120"/>
                    <a:pt x="127" y="120"/>
                  </a:cubicBezTo>
                  <a:lnTo>
                    <a:pt x="127" y="120"/>
                  </a:lnTo>
                  <a:cubicBezTo>
                    <a:pt x="127" y="120"/>
                    <a:pt x="128" y="116"/>
                    <a:pt x="130" y="109"/>
                  </a:cubicBezTo>
                  <a:cubicBezTo>
                    <a:pt x="133" y="103"/>
                    <a:pt x="134" y="100"/>
                    <a:pt x="135" y="100"/>
                  </a:cubicBezTo>
                  <a:lnTo>
                    <a:pt x="135" y="100"/>
                  </a:lnTo>
                  <a:cubicBezTo>
                    <a:pt x="135" y="100"/>
                    <a:pt x="134" y="104"/>
                    <a:pt x="132" y="111"/>
                  </a:cubicBezTo>
                  <a:cubicBezTo>
                    <a:pt x="131" y="117"/>
                    <a:pt x="130" y="121"/>
                    <a:pt x="130" y="121"/>
                  </a:cubicBezTo>
                  <a:cubicBezTo>
                    <a:pt x="130" y="121"/>
                    <a:pt x="131" y="117"/>
                    <a:pt x="134" y="111"/>
                  </a:cubicBezTo>
                  <a:cubicBezTo>
                    <a:pt x="139" y="97"/>
                    <a:pt x="143" y="89"/>
                    <a:pt x="143" y="89"/>
                  </a:cubicBezTo>
                  <a:lnTo>
                    <a:pt x="143" y="89"/>
                  </a:lnTo>
                  <a:cubicBezTo>
                    <a:pt x="144" y="89"/>
                    <a:pt x="143" y="94"/>
                    <a:pt x="139" y="106"/>
                  </a:cubicBezTo>
                  <a:cubicBezTo>
                    <a:pt x="137" y="113"/>
                    <a:pt x="136" y="120"/>
                    <a:pt x="135" y="126"/>
                  </a:cubicBezTo>
                  <a:cubicBezTo>
                    <a:pt x="137" y="122"/>
                    <a:pt x="139" y="117"/>
                    <a:pt x="140" y="113"/>
                  </a:cubicBezTo>
                  <a:cubicBezTo>
                    <a:pt x="141" y="107"/>
                    <a:pt x="142" y="104"/>
                    <a:pt x="143" y="104"/>
                  </a:cubicBezTo>
                  <a:lnTo>
                    <a:pt x="143" y="104"/>
                  </a:lnTo>
                  <a:cubicBezTo>
                    <a:pt x="143" y="104"/>
                    <a:pt x="143" y="107"/>
                    <a:pt x="141" y="114"/>
                  </a:cubicBezTo>
                  <a:cubicBezTo>
                    <a:pt x="140" y="126"/>
                    <a:pt x="139" y="131"/>
                    <a:pt x="140" y="131"/>
                  </a:cubicBezTo>
                  <a:cubicBezTo>
                    <a:pt x="141" y="131"/>
                    <a:pt x="143" y="128"/>
                    <a:pt x="146" y="123"/>
                  </a:cubicBezTo>
                  <a:cubicBezTo>
                    <a:pt x="149" y="117"/>
                    <a:pt x="151" y="114"/>
                    <a:pt x="152" y="114"/>
                  </a:cubicBezTo>
                  <a:lnTo>
                    <a:pt x="152" y="114"/>
                  </a:lnTo>
                  <a:cubicBezTo>
                    <a:pt x="153" y="114"/>
                    <a:pt x="152" y="118"/>
                    <a:pt x="148" y="124"/>
                  </a:cubicBezTo>
                  <a:cubicBezTo>
                    <a:pt x="146" y="131"/>
                    <a:pt x="144" y="134"/>
                    <a:pt x="144" y="134"/>
                  </a:cubicBezTo>
                  <a:cubicBezTo>
                    <a:pt x="144" y="134"/>
                    <a:pt x="145" y="133"/>
                    <a:pt x="147" y="131"/>
                  </a:cubicBezTo>
                  <a:lnTo>
                    <a:pt x="150" y="132"/>
                  </a:lnTo>
                  <a:cubicBezTo>
                    <a:pt x="153" y="129"/>
                    <a:pt x="155" y="124"/>
                    <a:pt x="156" y="120"/>
                  </a:cubicBezTo>
                  <a:lnTo>
                    <a:pt x="156" y="120"/>
                  </a:lnTo>
                  <a:cubicBezTo>
                    <a:pt x="154" y="128"/>
                    <a:pt x="153" y="134"/>
                    <a:pt x="154" y="134"/>
                  </a:cubicBezTo>
                  <a:cubicBezTo>
                    <a:pt x="155" y="134"/>
                    <a:pt x="156" y="132"/>
                    <a:pt x="158" y="127"/>
                  </a:cubicBezTo>
                  <a:lnTo>
                    <a:pt x="159" y="127"/>
                  </a:lnTo>
                  <a:cubicBezTo>
                    <a:pt x="160" y="128"/>
                    <a:pt x="160" y="128"/>
                    <a:pt x="160" y="128"/>
                  </a:cubicBezTo>
                  <a:cubicBezTo>
                    <a:pt x="161" y="128"/>
                    <a:pt x="161" y="127"/>
                    <a:pt x="163" y="122"/>
                  </a:cubicBezTo>
                  <a:cubicBezTo>
                    <a:pt x="163" y="120"/>
                    <a:pt x="164" y="119"/>
                    <a:pt x="164" y="119"/>
                  </a:cubicBezTo>
                  <a:lnTo>
                    <a:pt x="164" y="119"/>
                  </a:lnTo>
                  <a:cubicBezTo>
                    <a:pt x="164" y="119"/>
                    <a:pt x="164" y="125"/>
                    <a:pt x="163" y="130"/>
                  </a:cubicBezTo>
                  <a:cubicBezTo>
                    <a:pt x="162" y="134"/>
                    <a:pt x="161" y="139"/>
                    <a:pt x="162" y="139"/>
                  </a:cubicBezTo>
                  <a:cubicBezTo>
                    <a:pt x="162" y="139"/>
                    <a:pt x="162" y="138"/>
                    <a:pt x="163" y="136"/>
                  </a:cubicBezTo>
                  <a:cubicBezTo>
                    <a:pt x="165" y="130"/>
                    <a:pt x="167" y="124"/>
                    <a:pt x="171" y="117"/>
                  </a:cubicBezTo>
                  <a:cubicBezTo>
                    <a:pt x="172" y="116"/>
                    <a:pt x="172" y="115"/>
                    <a:pt x="172" y="115"/>
                  </a:cubicBezTo>
                  <a:lnTo>
                    <a:pt x="172" y="115"/>
                  </a:lnTo>
                  <a:cubicBezTo>
                    <a:pt x="173" y="115"/>
                    <a:pt x="172" y="120"/>
                    <a:pt x="170" y="124"/>
                  </a:cubicBezTo>
                  <a:cubicBezTo>
                    <a:pt x="168" y="129"/>
                    <a:pt x="167" y="133"/>
                    <a:pt x="167" y="137"/>
                  </a:cubicBezTo>
                  <a:cubicBezTo>
                    <a:pt x="168" y="138"/>
                    <a:pt x="168" y="138"/>
                    <a:pt x="168" y="138"/>
                  </a:cubicBezTo>
                  <a:cubicBezTo>
                    <a:pt x="169" y="138"/>
                    <a:pt x="170" y="137"/>
                    <a:pt x="172" y="132"/>
                  </a:cubicBezTo>
                  <a:cubicBezTo>
                    <a:pt x="173" y="129"/>
                    <a:pt x="174" y="128"/>
                    <a:pt x="175" y="128"/>
                  </a:cubicBezTo>
                  <a:cubicBezTo>
                    <a:pt x="177" y="128"/>
                    <a:pt x="178" y="130"/>
                    <a:pt x="177" y="134"/>
                  </a:cubicBezTo>
                  <a:lnTo>
                    <a:pt x="178" y="135"/>
                  </a:lnTo>
                  <a:cubicBezTo>
                    <a:pt x="180" y="135"/>
                    <a:pt x="182" y="130"/>
                    <a:pt x="183" y="130"/>
                  </a:cubicBezTo>
                  <a:cubicBezTo>
                    <a:pt x="183" y="130"/>
                    <a:pt x="183" y="130"/>
                    <a:pt x="183" y="130"/>
                  </a:cubicBezTo>
                  <a:cubicBezTo>
                    <a:pt x="183" y="130"/>
                    <a:pt x="183" y="130"/>
                    <a:pt x="186" y="123"/>
                  </a:cubicBezTo>
                  <a:lnTo>
                    <a:pt x="186" y="123"/>
                  </a:lnTo>
                  <a:cubicBezTo>
                    <a:pt x="187" y="123"/>
                    <a:pt x="187" y="124"/>
                    <a:pt x="185" y="131"/>
                  </a:cubicBezTo>
                  <a:cubicBezTo>
                    <a:pt x="188" y="124"/>
                    <a:pt x="189" y="121"/>
                    <a:pt x="190" y="121"/>
                  </a:cubicBezTo>
                  <a:lnTo>
                    <a:pt x="190" y="121"/>
                  </a:lnTo>
                  <a:cubicBezTo>
                    <a:pt x="190" y="121"/>
                    <a:pt x="189" y="124"/>
                    <a:pt x="187" y="131"/>
                  </a:cubicBezTo>
                  <a:cubicBezTo>
                    <a:pt x="185" y="137"/>
                    <a:pt x="184" y="141"/>
                    <a:pt x="184" y="141"/>
                  </a:cubicBezTo>
                  <a:cubicBezTo>
                    <a:pt x="184" y="141"/>
                    <a:pt x="186" y="137"/>
                    <a:pt x="189" y="131"/>
                  </a:cubicBezTo>
                  <a:cubicBezTo>
                    <a:pt x="190" y="128"/>
                    <a:pt x="190" y="127"/>
                    <a:pt x="190" y="127"/>
                  </a:cubicBezTo>
                  <a:lnTo>
                    <a:pt x="190" y="127"/>
                  </a:lnTo>
                  <a:cubicBezTo>
                    <a:pt x="191" y="127"/>
                    <a:pt x="190" y="128"/>
                    <a:pt x="190" y="132"/>
                  </a:cubicBezTo>
                  <a:cubicBezTo>
                    <a:pt x="189" y="135"/>
                    <a:pt x="188" y="137"/>
                    <a:pt x="189" y="137"/>
                  </a:cubicBezTo>
                  <a:cubicBezTo>
                    <a:pt x="189" y="137"/>
                    <a:pt x="190" y="135"/>
                    <a:pt x="191" y="132"/>
                  </a:cubicBezTo>
                  <a:cubicBezTo>
                    <a:pt x="194" y="124"/>
                    <a:pt x="196" y="119"/>
                    <a:pt x="197" y="119"/>
                  </a:cubicBezTo>
                  <a:lnTo>
                    <a:pt x="197" y="119"/>
                  </a:lnTo>
                  <a:cubicBezTo>
                    <a:pt x="197" y="119"/>
                    <a:pt x="197" y="121"/>
                    <a:pt x="195" y="126"/>
                  </a:cubicBezTo>
                  <a:cubicBezTo>
                    <a:pt x="195" y="126"/>
                    <a:pt x="196" y="126"/>
                    <a:pt x="199" y="121"/>
                  </a:cubicBezTo>
                  <a:cubicBezTo>
                    <a:pt x="201" y="114"/>
                    <a:pt x="202" y="111"/>
                    <a:pt x="202" y="111"/>
                  </a:cubicBezTo>
                  <a:lnTo>
                    <a:pt x="202" y="111"/>
                  </a:lnTo>
                  <a:cubicBezTo>
                    <a:pt x="202" y="111"/>
                    <a:pt x="201" y="114"/>
                    <a:pt x="200" y="121"/>
                  </a:cubicBezTo>
                  <a:cubicBezTo>
                    <a:pt x="198" y="128"/>
                    <a:pt x="198" y="131"/>
                    <a:pt x="198" y="131"/>
                  </a:cubicBezTo>
                  <a:cubicBezTo>
                    <a:pt x="198" y="131"/>
                    <a:pt x="200" y="128"/>
                    <a:pt x="202" y="122"/>
                  </a:cubicBezTo>
                  <a:cubicBezTo>
                    <a:pt x="202" y="122"/>
                    <a:pt x="203" y="119"/>
                    <a:pt x="203" y="119"/>
                  </a:cubicBezTo>
                  <a:lnTo>
                    <a:pt x="203" y="119"/>
                  </a:lnTo>
                  <a:cubicBezTo>
                    <a:pt x="204" y="119"/>
                    <a:pt x="204" y="120"/>
                    <a:pt x="203" y="122"/>
                  </a:cubicBezTo>
                  <a:cubicBezTo>
                    <a:pt x="203" y="127"/>
                    <a:pt x="204" y="131"/>
                    <a:pt x="205" y="131"/>
                  </a:cubicBezTo>
                  <a:cubicBezTo>
                    <a:pt x="206" y="131"/>
                    <a:pt x="207" y="129"/>
                    <a:pt x="209" y="124"/>
                  </a:cubicBezTo>
                  <a:lnTo>
                    <a:pt x="210" y="125"/>
                  </a:lnTo>
                  <a:cubicBezTo>
                    <a:pt x="210" y="129"/>
                    <a:pt x="210" y="130"/>
                    <a:pt x="211" y="130"/>
                  </a:cubicBezTo>
                  <a:cubicBezTo>
                    <a:pt x="211" y="130"/>
                    <a:pt x="212" y="129"/>
                    <a:pt x="213" y="126"/>
                  </a:cubicBezTo>
                  <a:lnTo>
                    <a:pt x="216" y="120"/>
                  </a:lnTo>
                  <a:lnTo>
                    <a:pt x="216" y="120"/>
                  </a:lnTo>
                  <a:cubicBezTo>
                    <a:pt x="214" y="124"/>
                    <a:pt x="213" y="129"/>
                    <a:pt x="213" y="133"/>
                  </a:cubicBezTo>
                  <a:cubicBezTo>
                    <a:pt x="214" y="133"/>
                    <a:pt x="214" y="133"/>
                    <a:pt x="217" y="127"/>
                  </a:cubicBezTo>
                  <a:cubicBezTo>
                    <a:pt x="218" y="121"/>
                    <a:pt x="219" y="121"/>
                    <a:pt x="219" y="121"/>
                  </a:cubicBezTo>
                  <a:lnTo>
                    <a:pt x="219" y="121"/>
                  </a:lnTo>
                  <a:cubicBezTo>
                    <a:pt x="219" y="125"/>
                    <a:pt x="219" y="130"/>
                    <a:pt x="217" y="134"/>
                  </a:cubicBezTo>
                  <a:lnTo>
                    <a:pt x="218" y="134"/>
                  </a:lnTo>
                  <a:cubicBezTo>
                    <a:pt x="220" y="127"/>
                    <a:pt x="221" y="124"/>
                    <a:pt x="221" y="124"/>
                  </a:cubicBezTo>
                  <a:lnTo>
                    <a:pt x="221" y="124"/>
                  </a:lnTo>
                  <a:cubicBezTo>
                    <a:pt x="221" y="124"/>
                    <a:pt x="221" y="126"/>
                    <a:pt x="220" y="129"/>
                  </a:cubicBezTo>
                  <a:cubicBezTo>
                    <a:pt x="219" y="135"/>
                    <a:pt x="220" y="135"/>
                    <a:pt x="221" y="135"/>
                  </a:cubicBezTo>
                  <a:cubicBezTo>
                    <a:pt x="221" y="134"/>
                    <a:pt x="222" y="133"/>
                    <a:pt x="222" y="133"/>
                  </a:cubicBezTo>
                  <a:lnTo>
                    <a:pt x="222" y="133"/>
                  </a:lnTo>
                  <a:cubicBezTo>
                    <a:pt x="222" y="133"/>
                    <a:pt x="221" y="135"/>
                    <a:pt x="221" y="135"/>
                  </a:cubicBezTo>
                  <a:cubicBezTo>
                    <a:pt x="221" y="135"/>
                    <a:pt x="221" y="135"/>
                    <a:pt x="221" y="135"/>
                  </a:cubicBezTo>
                  <a:lnTo>
                    <a:pt x="219" y="142"/>
                  </a:lnTo>
                  <a:cubicBezTo>
                    <a:pt x="219" y="144"/>
                    <a:pt x="219" y="145"/>
                    <a:pt x="219" y="145"/>
                  </a:cubicBezTo>
                  <a:cubicBezTo>
                    <a:pt x="219" y="145"/>
                    <a:pt x="220" y="140"/>
                    <a:pt x="221" y="136"/>
                  </a:cubicBezTo>
                  <a:lnTo>
                    <a:pt x="223" y="136"/>
                  </a:lnTo>
                  <a:cubicBezTo>
                    <a:pt x="223" y="136"/>
                    <a:pt x="223" y="136"/>
                    <a:pt x="224" y="136"/>
                  </a:cubicBezTo>
                  <a:cubicBezTo>
                    <a:pt x="224" y="136"/>
                    <a:pt x="225" y="136"/>
                    <a:pt x="226" y="131"/>
                  </a:cubicBezTo>
                  <a:cubicBezTo>
                    <a:pt x="227" y="126"/>
                    <a:pt x="228" y="122"/>
                    <a:pt x="230" y="117"/>
                  </a:cubicBezTo>
                  <a:lnTo>
                    <a:pt x="230" y="117"/>
                  </a:lnTo>
                  <a:cubicBezTo>
                    <a:pt x="229" y="122"/>
                    <a:pt x="228" y="126"/>
                    <a:pt x="227" y="131"/>
                  </a:cubicBezTo>
                  <a:cubicBezTo>
                    <a:pt x="228" y="131"/>
                    <a:pt x="226" y="137"/>
                    <a:pt x="226" y="137"/>
                  </a:cubicBezTo>
                  <a:cubicBezTo>
                    <a:pt x="224" y="143"/>
                    <a:pt x="224" y="145"/>
                    <a:pt x="224" y="145"/>
                  </a:cubicBezTo>
                  <a:cubicBezTo>
                    <a:pt x="226" y="145"/>
                    <a:pt x="228" y="142"/>
                    <a:pt x="229" y="139"/>
                  </a:cubicBezTo>
                  <a:cubicBezTo>
                    <a:pt x="232" y="133"/>
                    <a:pt x="233" y="129"/>
                    <a:pt x="234" y="129"/>
                  </a:cubicBezTo>
                  <a:lnTo>
                    <a:pt x="234" y="129"/>
                  </a:lnTo>
                  <a:cubicBezTo>
                    <a:pt x="234" y="129"/>
                    <a:pt x="234" y="133"/>
                    <a:pt x="231" y="140"/>
                  </a:cubicBezTo>
                  <a:cubicBezTo>
                    <a:pt x="230" y="143"/>
                    <a:pt x="230" y="145"/>
                    <a:pt x="230" y="145"/>
                  </a:cubicBezTo>
                  <a:cubicBezTo>
                    <a:pt x="231" y="145"/>
                    <a:pt x="235" y="134"/>
                    <a:pt x="239" y="121"/>
                  </a:cubicBezTo>
                  <a:lnTo>
                    <a:pt x="246" y="102"/>
                  </a:lnTo>
                  <a:lnTo>
                    <a:pt x="240" y="121"/>
                  </a:lnTo>
                  <a:cubicBezTo>
                    <a:pt x="236" y="137"/>
                    <a:pt x="235" y="143"/>
                    <a:pt x="235" y="143"/>
                  </a:cubicBezTo>
                  <a:cubicBezTo>
                    <a:pt x="235" y="143"/>
                    <a:pt x="237" y="140"/>
                    <a:pt x="239" y="135"/>
                  </a:cubicBezTo>
                  <a:cubicBezTo>
                    <a:pt x="241" y="132"/>
                    <a:pt x="242" y="131"/>
                    <a:pt x="242" y="131"/>
                  </a:cubicBezTo>
                  <a:lnTo>
                    <a:pt x="242" y="131"/>
                  </a:lnTo>
                  <a:cubicBezTo>
                    <a:pt x="242" y="131"/>
                    <a:pt x="242" y="132"/>
                    <a:pt x="241" y="135"/>
                  </a:cubicBezTo>
                  <a:cubicBezTo>
                    <a:pt x="239" y="142"/>
                    <a:pt x="240" y="143"/>
                    <a:pt x="242" y="143"/>
                  </a:cubicBezTo>
                  <a:cubicBezTo>
                    <a:pt x="243" y="143"/>
                    <a:pt x="244" y="144"/>
                    <a:pt x="244" y="144"/>
                  </a:cubicBezTo>
                  <a:cubicBezTo>
                    <a:pt x="245" y="144"/>
                    <a:pt x="246" y="142"/>
                    <a:pt x="247" y="137"/>
                  </a:cubicBezTo>
                  <a:cubicBezTo>
                    <a:pt x="247" y="137"/>
                    <a:pt x="248" y="139"/>
                    <a:pt x="249" y="139"/>
                  </a:cubicBezTo>
                  <a:cubicBezTo>
                    <a:pt x="248" y="144"/>
                    <a:pt x="248" y="146"/>
                    <a:pt x="248" y="146"/>
                  </a:cubicBezTo>
                  <a:cubicBezTo>
                    <a:pt x="248" y="146"/>
                    <a:pt x="250" y="141"/>
                    <a:pt x="253" y="133"/>
                  </a:cubicBezTo>
                  <a:lnTo>
                    <a:pt x="254" y="133"/>
                  </a:lnTo>
                  <a:lnTo>
                    <a:pt x="251" y="140"/>
                  </a:lnTo>
                  <a:cubicBezTo>
                    <a:pt x="250" y="146"/>
                    <a:pt x="251" y="146"/>
                    <a:pt x="258" y="149"/>
                  </a:cubicBezTo>
                  <a:cubicBezTo>
                    <a:pt x="260" y="149"/>
                    <a:pt x="262" y="150"/>
                    <a:pt x="263" y="150"/>
                  </a:cubicBezTo>
                  <a:cubicBezTo>
                    <a:pt x="265" y="150"/>
                    <a:pt x="266" y="148"/>
                    <a:pt x="269" y="139"/>
                  </a:cubicBezTo>
                  <a:cubicBezTo>
                    <a:pt x="272" y="132"/>
                    <a:pt x="273" y="129"/>
                    <a:pt x="273" y="129"/>
                  </a:cubicBezTo>
                  <a:lnTo>
                    <a:pt x="273" y="129"/>
                  </a:lnTo>
                  <a:cubicBezTo>
                    <a:pt x="273" y="129"/>
                    <a:pt x="272" y="132"/>
                    <a:pt x="270" y="139"/>
                  </a:cubicBezTo>
                  <a:cubicBezTo>
                    <a:pt x="269" y="143"/>
                    <a:pt x="268" y="148"/>
                    <a:pt x="268" y="148"/>
                  </a:cubicBezTo>
                  <a:cubicBezTo>
                    <a:pt x="268" y="148"/>
                    <a:pt x="269" y="147"/>
                    <a:pt x="269" y="145"/>
                  </a:cubicBezTo>
                  <a:cubicBezTo>
                    <a:pt x="269" y="145"/>
                    <a:pt x="270" y="146"/>
                    <a:pt x="270" y="153"/>
                  </a:cubicBezTo>
                  <a:cubicBezTo>
                    <a:pt x="269" y="159"/>
                    <a:pt x="270" y="161"/>
                    <a:pt x="270" y="161"/>
                  </a:cubicBezTo>
                  <a:cubicBezTo>
                    <a:pt x="271" y="161"/>
                    <a:pt x="272" y="158"/>
                    <a:pt x="273" y="154"/>
                  </a:cubicBezTo>
                  <a:cubicBezTo>
                    <a:pt x="274" y="149"/>
                    <a:pt x="275" y="147"/>
                    <a:pt x="275" y="147"/>
                  </a:cubicBezTo>
                  <a:lnTo>
                    <a:pt x="275" y="147"/>
                  </a:lnTo>
                  <a:cubicBezTo>
                    <a:pt x="275" y="147"/>
                    <a:pt x="274" y="150"/>
                    <a:pt x="274" y="154"/>
                  </a:cubicBezTo>
                  <a:cubicBezTo>
                    <a:pt x="273" y="159"/>
                    <a:pt x="272" y="164"/>
                    <a:pt x="273" y="164"/>
                  </a:cubicBezTo>
                  <a:cubicBezTo>
                    <a:pt x="273" y="164"/>
                    <a:pt x="273" y="164"/>
                    <a:pt x="274" y="162"/>
                  </a:cubicBezTo>
                  <a:cubicBezTo>
                    <a:pt x="275" y="159"/>
                    <a:pt x="278" y="156"/>
                    <a:pt x="279" y="156"/>
                  </a:cubicBezTo>
                  <a:cubicBezTo>
                    <a:pt x="280" y="156"/>
                    <a:pt x="280" y="158"/>
                    <a:pt x="278" y="163"/>
                  </a:cubicBezTo>
                  <a:lnTo>
                    <a:pt x="281" y="164"/>
                  </a:lnTo>
                  <a:cubicBezTo>
                    <a:pt x="281" y="160"/>
                    <a:pt x="283" y="158"/>
                    <a:pt x="284" y="158"/>
                  </a:cubicBezTo>
                  <a:cubicBezTo>
                    <a:pt x="284" y="158"/>
                    <a:pt x="285" y="158"/>
                    <a:pt x="285" y="159"/>
                  </a:cubicBezTo>
                  <a:cubicBezTo>
                    <a:pt x="287" y="159"/>
                    <a:pt x="287" y="160"/>
                    <a:pt x="286" y="166"/>
                  </a:cubicBezTo>
                  <a:cubicBezTo>
                    <a:pt x="284" y="169"/>
                    <a:pt x="284" y="171"/>
                    <a:pt x="284" y="171"/>
                  </a:cubicBezTo>
                  <a:cubicBezTo>
                    <a:pt x="285" y="171"/>
                    <a:pt x="286" y="169"/>
                    <a:pt x="287" y="167"/>
                  </a:cubicBezTo>
                  <a:cubicBezTo>
                    <a:pt x="288" y="167"/>
                    <a:pt x="293" y="154"/>
                    <a:pt x="293" y="154"/>
                  </a:cubicBezTo>
                  <a:cubicBezTo>
                    <a:pt x="294" y="150"/>
                    <a:pt x="296" y="145"/>
                    <a:pt x="299" y="142"/>
                  </a:cubicBezTo>
                  <a:lnTo>
                    <a:pt x="299" y="142"/>
                  </a:lnTo>
                  <a:lnTo>
                    <a:pt x="296" y="149"/>
                  </a:lnTo>
                  <a:lnTo>
                    <a:pt x="293" y="161"/>
                  </a:lnTo>
                  <a:cubicBezTo>
                    <a:pt x="293" y="161"/>
                    <a:pt x="293" y="162"/>
                    <a:pt x="294" y="162"/>
                  </a:cubicBezTo>
                  <a:cubicBezTo>
                    <a:pt x="294" y="162"/>
                    <a:pt x="295" y="160"/>
                    <a:pt x="296" y="155"/>
                  </a:cubicBezTo>
                  <a:lnTo>
                    <a:pt x="296" y="155"/>
                  </a:lnTo>
                  <a:cubicBezTo>
                    <a:pt x="295" y="162"/>
                    <a:pt x="296" y="162"/>
                    <a:pt x="297" y="163"/>
                  </a:cubicBezTo>
                  <a:cubicBezTo>
                    <a:pt x="298" y="163"/>
                    <a:pt x="298" y="163"/>
                    <a:pt x="299" y="163"/>
                  </a:cubicBezTo>
                  <a:cubicBezTo>
                    <a:pt x="300" y="163"/>
                    <a:pt x="301" y="163"/>
                    <a:pt x="303" y="158"/>
                  </a:cubicBezTo>
                  <a:lnTo>
                    <a:pt x="303" y="158"/>
                  </a:lnTo>
                  <a:cubicBezTo>
                    <a:pt x="302" y="165"/>
                    <a:pt x="303" y="169"/>
                    <a:pt x="304" y="169"/>
                  </a:cubicBezTo>
                  <a:cubicBezTo>
                    <a:pt x="306" y="169"/>
                    <a:pt x="308" y="166"/>
                    <a:pt x="310" y="160"/>
                  </a:cubicBezTo>
                  <a:cubicBezTo>
                    <a:pt x="310" y="157"/>
                    <a:pt x="311" y="155"/>
                    <a:pt x="311" y="155"/>
                  </a:cubicBezTo>
                  <a:lnTo>
                    <a:pt x="311" y="155"/>
                  </a:lnTo>
                  <a:cubicBezTo>
                    <a:pt x="311" y="155"/>
                    <a:pt x="311" y="157"/>
                    <a:pt x="311" y="161"/>
                  </a:cubicBezTo>
                  <a:cubicBezTo>
                    <a:pt x="310" y="164"/>
                    <a:pt x="310" y="166"/>
                    <a:pt x="310" y="166"/>
                  </a:cubicBezTo>
                  <a:cubicBezTo>
                    <a:pt x="311" y="166"/>
                    <a:pt x="311" y="164"/>
                    <a:pt x="313" y="161"/>
                  </a:cubicBezTo>
                  <a:cubicBezTo>
                    <a:pt x="314" y="159"/>
                    <a:pt x="314" y="158"/>
                    <a:pt x="314" y="158"/>
                  </a:cubicBezTo>
                  <a:lnTo>
                    <a:pt x="314" y="158"/>
                  </a:lnTo>
                  <a:cubicBezTo>
                    <a:pt x="315" y="158"/>
                    <a:pt x="314" y="164"/>
                    <a:pt x="313" y="169"/>
                  </a:cubicBezTo>
                  <a:cubicBezTo>
                    <a:pt x="311" y="177"/>
                    <a:pt x="311" y="180"/>
                    <a:pt x="311" y="180"/>
                  </a:cubicBezTo>
                  <a:cubicBezTo>
                    <a:pt x="311" y="180"/>
                    <a:pt x="312" y="178"/>
                    <a:pt x="313" y="176"/>
                  </a:cubicBezTo>
                  <a:cubicBezTo>
                    <a:pt x="315" y="172"/>
                    <a:pt x="317" y="171"/>
                    <a:pt x="318" y="171"/>
                  </a:cubicBezTo>
                  <a:cubicBezTo>
                    <a:pt x="318" y="171"/>
                    <a:pt x="319" y="171"/>
                    <a:pt x="319" y="171"/>
                  </a:cubicBezTo>
                  <a:cubicBezTo>
                    <a:pt x="322" y="167"/>
                    <a:pt x="324" y="162"/>
                    <a:pt x="324" y="158"/>
                  </a:cubicBezTo>
                  <a:cubicBezTo>
                    <a:pt x="325" y="153"/>
                    <a:pt x="328" y="150"/>
                    <a:pt x="329" y="145"/>
                  </a:cubicBezTo>
                  <a:cubicBezTo>
                    <a:pt x="330" y="143"/>
                    <a:pt x="331" y="143"/>
                    <a:pt x="331" y="143"/>
                  </a:cubicBezTo>
                  <a:lnTo>
                    <a:pt x="331" y="143"/>
                  </a:lnTo>
                  <a:cubicBezTo>
                    <a:pt x="331" y="143"/>
                    <a:pt x="331" y="145"/>
                    <a:pt x="330" y="145"/>
                  </a:cubicBezTo>
                  <a:cubicBezTo>
                    <a:pt x="328" y="150"/>
                    <a:pt x="327" y="154"/>
                    <a:pt x="327" y="159"/>
                  </a:cubicBezTo>
                  <a:cubicBezTo>
                    <a:pt x="325" y="166"/>
                    <a:pt x="327" y="166"/>
                    <a:pt x="328" y="167"/>
                  </a:cubicBezTo>
                  <a:lnTo>
                    <a:pt x="330" y="168"/>
                  </a:lnTo>
                  <a:cubicBezTo>
                    <a:pt x="331" y="171"/>
                    <a:pt x="331" y="173"/>
                    <a:pt x="331" y="173"/>
                  </a:cubicBezTo>
                  <a:cubicBezTo>
                    <a:pt x="332" y="173"/>
                    <a:pt x="332" y="172"/>
                    <a:pt x="333" y="169"/>
                  </a:cubicBezTo>
                  <a:cubicBezTo>
                    <a:pt x="336" y="163"/>
                    <a:pt x="334" y="164"/>
                    <a:pt x="336" y="162"/>
                  </a:cubicBezTo>
                  <a:lnTo>
                    <a:pt x="336" y="162"/>
                  </a:lnTo>
                  <a:cubicBezTo>
                    <a:pt x="334" y="170"/>
                    <a:pt x="336" y="174"/>
                    <a:pt x="338" y="174"/>
                  </a:cubicBezTo>
                  <a:cubicBezTo>
                    <a:pt x="341" y="174"/>
                    <a:pt x="344" y="171"/>
                    <a:pt x="346" y="166"/>
                  </a:cubicBezTo>
                  <a:lnTo>
                    <a:pt x="346" y="166"/>
                  </a:lnTo>
                  <a:cubicBezTo>
                    <a:pt x="345" y="169"/>
                    <a:pt x="345" y="169"/>
                    <a:pt x="343" y="172"/>
                  </a:cubicBezTo>
                  <a:cubicBezTo>
                    <a:pt x="341" y="179"/>
                    <a:pt x="342" y="179"/>
                    <a:pt x="343" y="179"/>
                  </a:cubicBezTo>
                  <a:cubicBezTo>
                    <a:pt x="343" y="179"/>
                    <a:pt x="344" y="179"/>
                    <a:pt x="344" y="179"/>
                  </a:cubicBezTo>
                  <a:cubicBezTo>
                    <a:pt x="346" y="179"/>
                    <a:pt x="350" y="175"/>
                    <a:pt x="352" y="175"/>
                  </a:cubicBezTo>
                  <a:cubicBezTo>
                    <a:pt x="353" y="175"/>
                    <a:pt x="354" y="175"/>
                    <a:pt x="355" y="175"/>
                  </a:cubicBezTo>
                  <a:cubicBezTo>
                    <a:pt x="356" y="175"/>
                    <a:pt x="358" y="174"/>
                    <a:pt x="359" y="170"/>
                  </a:cubicBezTo>
                  <a:lnTo>
                    <a:pt x="359" y="170"/>
                  </a:lnTo>
                  <a:cubicBezTo>
                    <a:pt x="360" y="171"/>
                    <a:pt x="360" y="171"/>
                    <a:pt x="358" y="177"/>
                  </a:cubicBezTo>
                  <a:cubicBezTo>
                    <a:pt x="356" y="183"/>
                    <a:pt x="356" y="183"/>
                    <a:pt x="357" y="183"/>
                  </a:cubicBezTo>
                  <a:cubicBezTo>
                    <a:pt x="359" y="180"/>
                    <a:pt x="360" y="176"/>
                    <a:pt x="361" y="171"/>
                  </a:cubicBezTo>
                  <a:cubicBezTo>
                    <a:pt x="362" y="168"/>
                    <a:pt x="363" y="166"/>
                    <a:pt x="363" y="166"/>
                  </a:cubicBezTo>
                  <a:cubicBezTo>
                    <a:pt x="364" y="166"/>
                    <a:pt x="364" y="168"/>
                    <a:pt x="364" y="172"/>
                  </a:cubicBezTo>
                  <a:cubicBezTo>
                    <a:pt x="364" y="176"/>
                    <a:pt x="365" y="178"/>
                    <a:pt x="366" y="178"/>
                  </a:cubicBezTo>
                  <a:cubicBezTo>
                    <a:pt x="367" y="178"/>
                    <a:pt x="369" y="177"/>
                    <a:pt x="370" y="175"/>
                  </a:cubicBezTo>
                  <a:lnTo>
                    <a:pt x="370" y="175"/>
                  </a:lnTo>
                  <a:cubicBezTo>
                    <a:pt x="370" y="175"/>
                    <a:pt x="371" y="175"/>
                    <a:pt x="369" y="181"/>
                  </a:cubicBezTo>
                  <a:cubicBezTo>
                    <a:pt x="369" y="185"/>
                    <a:pt x="368" y="189"/>
                    <a:pt x="369" y="189"/>
                  </a:cubicBezTo>
                  <a:cubicBezTo>
                    <a:pt x="370" y="189"/>
                    <a:pt x="371" y="187"/>
                    <a:pt x="374" y="182"/>
                  </a:cubicBezTo>
                  <a:cubicBezTo>
                    <a:pt x="375" y="182"/>
                    <a:pt x="375" y="182"/>
                    <a:pt x="373" y="189"/>
                  </a:cubicBezTo>
                  <a:cubicBezTo>
                    <a:pt x="372" y="193"/>
                    <a:pt x="371" y="197"/>
                    <a:pt x="371" y="197"/>
                  </a:cubicBezTo>
                  <a:cubicBezTo>
                    <a:pt x="371" y="197"/>
                    <a:pt x="372" y="195"/>
                    <a:pt x="374" y="190"/>
                  </a:cubicBezTo>
                  <a:cubicBezTo>
                    <a:pt x="375" y="187"/>
                    <a:pt x="377" y="186"/>
                    <a:pt x="377" y="186"/>
                  </a:cubicBezTo>
                  <a:cubicBezTo>
                    <a:pt x="379" y="186"/>
                    <a:pt x="379" y="188"/>
                    <a:pt x="379" y="191"/>
                  </a:cubicBezTo>
                  <a:cubicBezTo>
                    <a:pt x="380" y="192"/>
                    <a:pt x="380" y="192"/>
                    <a:pt x="380" y="192"/>
                  </a:cubicBezTo>
                  <a:cubicBezTo>
                    <a:pt x="381" y="192"/>
                    <a:pt x="381" y="191"/>
                    <a:pt x="383" y="186"/>
                  </a:cubicBezTo>
                  <a:cubicBezTo>
                    <a:pt x="384" y="182"/>
                    <a:pt x="384" y="183"/>
                    <a:pt x="385" y="179"/>
                  </a:cubicBezTo>
                  <a:lnTo>
                    <a:pt x="385" y="179"/>
                  </a:lnTo>
                  <a:cubicBezTo>
                    <a:pt x="383" y="186"/>
                    <a:pt x="382" y="189"/>
                    <a:pt x="383" y="189"/>
                  </a:cubicBezTo>
                  <a:cubicBezTo>
                    <a:pt x="383" y="189"/>
                    <a:pt x="384" y="186"/>
                    <a:pt x="386" y="180"/>
                  </a:cubicBezTo>
                  <a:cubicBezTo>
                    <a:pt x="387" y="177"/>
                    <a:pt x="388" y="175"/>
                    <a:pt x="388" y="175"/>
                  </a:cubicBezTo>
                  <a:lnTo>
                    <a:pt x="388" y="175"/>
                  </a:lnTo>
                  <a:cubicBezTo>
                    <a:pt x="388" y="175"/>
                    <a:pt x="388" y="177"/>
                    <a:pt x="387" y="180"/>
                  </a:cubicBezTo>
                  <a:cubicBezTo>
                    <a:pt x="386" y="187"/>
                    <a:pt x="386" y="187"/>
                    <a:pt x="386" y="187"/>
                  </a:cubicBezTo>
                  <a:cubicBezTo>
                    <a:pt x="386" y="187"/>
                    <a:pt x="386" y="187"/>
                    <a:pt x="386" y="187"/>
                  </a:cubicBezTo>
                  <a:cubicBezTo>
                    <a:pt x="388" y="187"/>
                    <a:pt x="392" y="183"/>
                    <a:pt x="396" y="183"/>
                  </a:cubicBezTo>
                  <a:cubicBezTo>
                    <a:pt x="396" y="183"/>
                    <a:pt x="397" y="183"/>
                    <a:pt x="397" y="183"/>
                  </a:cubicBezTo>
                  <a:cubicBezTo>
                    <a:pt x="400" y="184"/>
                    <a:pt x="401" y="185"/>
                    <a:pt x="403" y="185"/>
                  </a:cubicBezTo>
                  <a:cubicBezTo>
                    <a:pt x="405" y="185"/>
                    <a:pt x="406" y="184"/>
                    <a:pt x="407" y="180"/>
                  </a:cubicBezTo>
                  <a:cubicBezTo>
                    <a:pt x="408" y="177"/>
                    <a:pt x="409" y="175"/>
                    <a:pt x="409" y="175"/>
                  </a:cubicBezTo>
                  <a:lnTo>
                    <a:pt x="409" y="175"/>
                  </a:lnTo>
                  <a:cubicBezTo>
                    <a:pt x="409" y="175"/>
                    <a:pt x="409" y="177"/>
                    <a:pt x="408" y="180"/>
                  </a:cubicBezTo>
                  <a:cubicBezTo>
                    <a:pt x="407" y="188"/>
                    <a:pt x="408" y="188"/>
                    <a:pt x="410" y="188"/>
                  </a:cubicBezTo>
                  <a:cubicBezTo>
                    <a:pt x="410" y="188"/>
                    <a:pt x="411" y="189"/>
                    <a:pt x="408" y="195"/>
                  </a:cubicBezTo>
                  <a:cubicBezTo>
                    <a:pt x="412" y="189"/>
                    <a:pt x="412" y="189"/>
                    <a:pt x="412" y="189"/>
                  </a:cubicBezTo>
                  <a:lnTo>
                    <a:pt x="412" y="189"/>
                  </a:lnTo>
                  <a:cubicBezTo>
                    <a:pt x="411" y="192"/>
                    <a:pt x="411" y="194"/>
                    <a:pt x="411" y="194"/>
                  </a:cubicBezTo>
                  <a:cubicBezTo>
                    <a:pt x="412" y="194"/>
                    <a:pt x="412" y="192"/>
                    <a:pt x="414" y="189"/>
                  </a:cubicBezTo>
                  <a:cubicBezTo>
                    <a:pt x="416" y="183"/>
                    <a:pt x="417" y="180"/>
                    <a:pt x="418" y="180"/>
                  </a:cubicBezTo>
                  <a:lnTo>
                    <a:pt x="418" y="180"/>
                  </a:lnTo>
                  <a:cubicBezTo>
                    <a:pt x="418" y="180"/>
                    <a:pt x="417" y="183"/>
                    <a:pt x="415" y="190"/>
                  </a:cubicBezTo>
                  <a:cubicBezTo>
                    <a:pt x="414" y="195"/>
                    <a:pt x="413" y="200"/>
                    <a:pt x="413" y="200"/>
                  </a:cubicBezTo>
                  <a:cubicBezTo>
                    <a:pt x="414" y="200"/>
                    <a:pt x="414" y="199"/>
                    <a:pt x="414" y="197"/>
                  </a:cubicBezTo>
                  <a:cubicBezTo>
                    <a:pt x="416" y="190"/>
                    <a:pt x="417" y="191"/>
                    <a:pt x="421" y="185"/>
                  </a:cubicBezTo>
                  <a:lnTo>
                    <a:pt x="421" y="185"/>
                  </a:lnTo>
                  <a:cubicBezTo>
                    <a:pt x="421" y="185"/>
                    <a:pt x="422" y="186"/>
                    <a:pt x="420" y="191"/>
                  </a:cubicBezTo>
                  <a:cubicBezTo>
                    <a:pt x="419" y="194"/>
                    <a:pt x="420" y="195"/>
                    <a:pt x="421" y="195"/>
                  </a:cubicBezTo>
                  <a:cubicBezTo>
                    <a:pt x="422" y="195"/>
                    <a:pt x="425" y="191"/>
                    <a:pt x="428" y="187"/>
                  </a:cubicBezTo>
                  <a:cubicBezTo>
                    <a:pt x="428" y="184"/>
                    <a:pt x="429" y="182"/>
                    <a:pt x="429" y="182"/>
                  </a:cubicBezTo>
                  <a:lnTo>
                    <a:pt x="429" y="182"/>
                  </a:lnTo>
                  <a:cubicBezTo>
                    <a:pt x="429" y="182"/>
                    <a:pt x="429" y="184"/>
                    <a:pt x="429" y="188"/>
                  </a:cubicBezTo>
                  <a:cubicBezTo>
                    <a:pt x="426" y="194"/>
                    <a:pt x="428" y="195"/>
                    <a:pt x="428" y="195"/>
                  </a:cubicBezTo>
                  <a:cubicBezTo>
                    <a:pt x="429" y="193"/>
                    <a:pt x="429" y="192"/>
                    <a:pt x="429" y="192"/>
                  </a:cubicBezTo>
                  <a:lnTo>
                    <a:pt x="429" y="192"/>
                  </a:lnTo>
                  <a:cubicBezTo>
                    <a:pt x="430" y="192"/>
                    <a:pt x="428" y="197"/>
                    <a:pt x="426" y="201"/>
                  </a:cubicBezTo>
                  <a:cubicBezTo>
                    <a:pt x="424" y="208"/>
                    <a:pt x="425" y="208"/>
                    <a:pt x="426" y="208"/>
                  </a:cubicBezTo>
                  <a:cubicBezTo>
                    <a:pt x="428" y="204"/>
                    <a:pt x="430" y="204"/>
                    <a:pt x="432" y="204"/>
                  </a:cubicBezTo>
                  <a:cubicBezTo>
                    <a:pt x="433" y="204"/>
                    <a:pt x="434" y="204"/>
                    <a:pt x="434" y="204"/>
                  </a:cubicBezTo>
                  <a:cubicBezTo>
                    <a:pt x="435" y="204"/>
                    <a:pt x="435" y="204"/>
                    <a:pt x="436" y="204"/>
                  </a:cubicBezTo>
                  <a:cubicBezTo>
                    <a:pt x="439" y="204"/>
                    <a:pt x="442" y="198"/>
                    <a:pt x="447" y="187"/>
                  </a:cubicBezTo>
                  <a:lnTo>
                    <a:pt x="447" y="187"/>
                  </a:lnTo>
                  <a:lnTo>
                    <a:pt x="442" y="207"/>
                  </a:lnTo>
                  <a:cubicBezTo>
                    <a:pt x="444" y="203"/>
                    <a:pt x="445" y="198"/>
                    <a:pt x="447" y="194"/>
                  </a:cubicBezTo>
                  <a:cubicBezTo>
                    <a:pt x="448" y="191"/>
                    <a:pt x="448" y="190"/>
                    <a:pt x="449" y="190"/>
                  </a:cubicBezTo>
                  <a:cubicBezTo>
                    <a:pt x="449" y="190"/>
                    <a:pt x="449" y="191"/>
                    <a:pt x="449" y="195"/>
                  </a:cubicBezTo>
                  <a:cubicBezTo>
                    <a:pt x="449" y="199"/>
                    <a:pt x="449" y="201"/>
                    <a:pt x="449" y="201"/>
                  </a:cubicBezTo>
                  <a:cubicBezTo>
                    <a:pt x="450" y="201"/>
                    <a:pt x="451" y="199"/>
                    <a:pt x="452" y="196"/>
                  </a:cubicBezTo>
                  <a:cubicBezTo>
                    <a:pt x="453" y="196"/>
                    <a:pt x="453" y="197"/>
                    <a:pt x="452" y="204"/>
                  </a:cubicBezTo>
                  <a:cubicBezTo>
                    <a:pt x="453" y="204"/>
                    <a:pt x="453" y="204"/>
                    <a:pt x="456" y="197"/>
                  </a:cubicBezTo>
                  <a:cubicBezTo>
                    <a:pt x="456" y="194"/>
                    <a:pt x="457" y="192"/>
                    <a:pt x="457" y="192"/>
                  </a:cubicBezTo>
                  <a:lnTo>
                    <a:pt x="457" y="192"/>
                  </a:lnTo>
                  <a:cubicBezTo>
                    <a:pt x="457" y="192"/>
                    <a:pt x="457" y="194"/>
                    <a:pt x="457" y="198"/>
                  </a:cubicBezTo>
                  <a:cubicBezTo>
                    <a:pt x="455" y="206"/>
                    <a:pt x="455" y="209"/>
                    <a:pt x="455" y="209"/>
                  </a:cubicBezTo>
                  <a:cubicBezTo>
                    <a:pt x="456" y="209"/>
                    <a:pt x="457" y="208"/>
                    <a:pt x="458" y="205"/>
                  </a:cubicBezTo>
                  <a:cubicBezTo>
                    <a:pt x="460" y="199"/>
                    <a:pt x="460" y="199"/>
                    <a:pt x="461" y="199"/>
                  </a:cubicBezTo>
                  <a:cubicBezTo>
                    <a:pt x="461" y="199"/>
                    <a:pt x="462" y="199"/>
                    <a:pt x="462" y="199"/>
                  </a:cubicBezTo>
                  <a:cubicBezTo>
                    <a:pt x="463" y="199"/>
                    <a:pt x="463" y="199"/>
                    <a:pt x="466" y="194"/>
                  </a:cubicBezTo>
                  <a:lnTo>
                    <a:pt x="467" y="195"/>
                  </a:lnTo>
                  <a:cubicBezTo>
                    <a:pt x="468" y="195"/>
                    <a:pt x="465" y="200"/>
                    <a:pt x="465" y="200"/>
                  </a:cubicBezTo>
                  <a:lnTo>
                    <a:pt x="463" y="207"/>
                  </a:lnTo>
                  <a:cubicBezTo>
                    <a:pt x="464" y="207"/>
                    <a:pt x="464" y="208"/>
                    <a:pt x="464" y="208"/>
                  </a:cubicBezTo>
                  <a:cubicBezTo>
                    <a:pt x="465" y="208"/>
                    <a:pt x="466" y="206"/>
                    <a:pt x="468" y="201"/>
                  </a:cubicBezTo>
                  <a:cubicBezTo>
                    <a:pt x="470" y="195"/>
                    <a:pt x="471" y="192"/>
                    <a:pt x="471" y="192"/>
                  </a:cubicBezTo>
                  <a:lnTo>
                    <a:pt x="471" y="192"/>
                  </a:lnTo>
                  <a:cubicBezTo>
                    <a:pt x="472" y="192"/>
                    <a:pt x="471" y="196"/>
                    <a:pt x="469" y="203"/>
                  </a:cubicBezTo>
                  <a:cubicBezTo>
                    <a:pt x="467" y="207"/>
                    <a:pt x="466" y="211"/>
                    <a:pt x="467" y="211"/>
                  </a:cubicBezTo>
                  <a:cubicBezTo>
                    <a:pt x="468" y="211"/>
                    <a:pt x="468" y="211"/>
                    <a:pt x="469" y="209"/>
                  </a:cubicBezTo>
                  <a:cubicBezTo>
                    <a:pt x="471" y="204"/>
                    <a:pt x="472" y="202"/>
                    <a:pt x="472" y="202"/>
                  </a:cubicBezTo>
                  <a:lnTo>
                    <a:pt x="472" y="202"/>
                  </a:lnTo>
                  <a:cubicBezTo>
                    <a:pt x="472" y="202"/>
                    <a:pt x="471" y="206"/>
                    <a:pt x="470" y="209"/>
                  </a:cubicBezTo>
                  <a:cubicBezTo>
                    <a:pt x="468" y="216"/>
                    <a:pt x="467" y="220"/>
                    <a:pt x="467" y="220"/>
                  </a:cubicBezTo>
                  <a:cubicBezTo>
                    <a:pt x="467" y="220"/>
                    <a:pt x="469" y="216"/>
                    <a:pt x="472" y="210"/>
                  </a:cubicBezTo>
                  <a:cubicBezTo>
                    <a:pt x="472" y="211"/>
                    <a:pt x="473" y="211"/>
                    <a:pt x="473" y="211"/>
                  </a:cubicBezTo>
                  <a:cubicBezTo>
                    <a:pt x="474" y="211"/>
                    <a:pt x="478" y="207"/>
                    <a:pt x="481" y="207"/>
                  </a:cubicBezTo>
                  <a:cubicBezTo>
                    <a:pt x="481" y="207"/>
                    <a:pt x="481" y="207"/>
                    <a:pt x="481" y="207"/>
                  </a:cubicBezTo>
                  <a:cubicBezTo>
                    <a:pt x="485" y="208"/>
                    <a:pt x="486" y="208"/>
                    <a:pt x="485" y="215"/>
                  </a:cubicBezTo>
                  <a:cubicBezTo>
                    <a:pt x="485" y="215"/>
                    <a:pt x="485" y="215"/>
                    <a:pt x="485" y="215"/>
                  </a:cubicBezTo>
                  <a:lnTo>
                    <a:pt x="485" y="215"/>
                  </a:lnTo>
                  <a:cubicBezTo>
                    <a:pt x="487" y="210"/>
                    <a:pt x="487" y="209"/>
                    <a:pt x="488" y="209"/>
                  </a:cubicBezTo>
                  <a:cubicBezTo>
                    <a:pt x="489" y="209"/>
                    <a:pt x="489" y="209"/>
                    <a:pt x="489" y="209"/>
                  </a:cubicBezTo>
                  <a:cubicBezTo>
                    <a:pt x="490" y="212"/>
                    <a:pt x="490" y="213"/>
                    <a:pt x="491" y="213"/>
                  </a:cubicBezTo>
                  <a:cubicBezTo>
                    <a:pt x="493" y="213"/>
                    <a:pt x="494" y="209"/>
                    <a:pt x="496" y="205"/>
                  </a:cubicBezTo>
                  <a:cubicBezTo>
                    <a:pt x="496" y="205"/>
                    <a:pt x="495" y="204"/>
                    <a:pt x="495" y="204"/>
                  </a:cubicBezTo>
                  <a:cubicBezTo>
                    <a:pt x="497" y="197"/>
                    <a:pt x="498" y="194"/>
                    <a:pt x="499" y="194"/>
                  </a:cubicBezTo>
                  <a:cubicBezTo>
                    <a:pt x="499" y="194"/>
                    <a:pt x="499" y="195"/>
                    <a:pt x="499" y="198"/>
                  </a:cubicBezTo>
                  <a:cubicBezTo>
                    <a:pt x="498" y="203"/>
                    <a:pt x="497" y="207"/>
                    <a:pt x="496" y="212"/>
                  </a:cubicBezTo>
                  <a:cubicBezTo>
                    <a:pt x="494" y="216"/>
                    <a:pt x="494" y="221"/>
                    <a:pt x="494" y="225"/>
                  </a:cubicBezTo>
                  <a:cubicBezTo>
                    <a:pt x="494" y="225"/>
                    <a:pt x="494" y="226"/>
                    <a:pt x="494" y="226"/>
                  </a:cubicBezTo>
                  <a:cubicBezTo>
                    <a:pt x="495" y="226"/>
                    <a:pt x="495" y="224"/>
                    <a:pt x="496" y="219"/>
                  </a:cubicBezTo>
                  <a:cubicBezTo>
                    <a:pt x="498" y="213"/>
                    <a:pt x="498" y="213"/>
                    <a:pt x="499" y="213"/>
                  </a:cubicBezTo>
                  <a:cubicBezTo>
                    <a:pt x="499" y="213"/>
                    <a:pt x="499" y="213"/>
                    <a:pt x="500" y="213"/>
                  </a:cubicBezTo>
                  <a:cubicBezTo>
                    <a:pt x="500" y="213"/>
                    <a:pt x="501" y="212"/>
                    <a:pt x="503" y="207"/>
                  </a:cubicBezTo>
                  <a:cubicBezTo>
                    <a:pt x="504" y="202"/>
                    <a:pt x="505" y="201"/>
                    <a:pt x="506" y="201"/>
                  </a:cubicBezTo>
                  <a:cubicBezTo>
                    <a:pt x="507" y="201"/>
                    <a:pt x="507" y="201"/>
                    <a:pt x="507" y="201"/>
                  </a:cubicBezTo>
                  <a:cubicBezTo>
                    <a:pt x="505" y="208"/>
                    <a:pt x="507" y="208"/>
                    <a:pt x="507" y="208"/>
                  </a:cubicBezTo>
                  <a:cubicBezTo>
                    <a:pt x="506" y="213"/>
                    <a:pt x="506" y="212"/>
                    <a:pt x="505" y="215"/>
                  </a:cubicBezTo>
                  <a:cubicBezTo>
                    <a:pt x="504" y="219"/>
                    <a:pt x="503" y="224"/>
                    <a:pt x="502" y="228"/>
                  </a:cubicBezTo>
                  <a:cubicBezTo>
                    <a:pt x="503" y="228"/>
                    <a:pt x="505" y="223"/>
                    <a:pt x="505" y="223"/>
                  </a:cubicBezTo>
                  <a:cubicBezTo>
                    <a:pt x="505" y="221"/>
                    <a:pt x="508" y="220"/>
                    <a:pt x="511" y="220"/>
                  </a:cubicBezTo>
                  <a:cubicBezTo>
                    <a:pt x="517" y="220"/>
                    <a:pt x="526" y="223"/>
                    <a:pt x="527" y="224"/>
                  </a:cubicBezTo>
                  <a:cubicBezTo>
                    <a:pt x="527" y="228"/>
                    <a:pt x="528" y="230"/>
                    <a:pt x="529" y="230"/>
                  </a:cubicBezTo>
                  <a:cubicBezTo>
                    <a:pt x="529" y="230"/>
                    <a:pt x="530" y="228"/>
                    <a:pt x="531" y="225"/>
                  </a:cubicBezTo>
                  <a:cubicBezTo>
                    <a:pt x="531" y="221"/>
                    <a:pt x="533" y="220"/>
                    <a:pt x="535" y="220"/>
                  </a:cubicBezTo>
                  <a:cubicBezTo>
                    <a:pt x="537" y="220"/>
                    <a:pt x="539" y="221"/>
                    <a:pt x="541" y="222"/>
                  </a:cubicBezTo>
                  <a:cubicBezTo>
                    <a:pt x="543" y="222"/>
                    <a:pt x="546" y="223"/>
                    <a:pt x="547" y="223"/>
                  </a:cubicBezTo>
                  <a:cubicBezTo>
                    <a:pt x="549" y="223"/>
                    <a:pt x="551" y="222"/>
                    <a:pt x="552" y="218"/>
                  </a:cubicBezTo>
                  <a:lnTo>
                    <a:pt x="554" y="219"/>
                  </a:lnTo>
                  <a:cubicBezTo>
                    <a:pt x="555" y="219"/>
                    <a:pt x="560" y="214"/>
                    <a:pt x="560" y="214"/>
                  </a:cubicBezTo>
                  <a:cubicBezTo>
                    <a:pt x="561" y="211"/>
                    <a:pt x="562" y="209"/>
                    <a:pt x="563" y="209"/>
                  </a:cubicBezTo>
                  <a:lnTo>
                    <a:pt x="563" y="209"/>
                  </a:lnTo>
                  <a:cubicBezTo>
                    <a:pt x="563" y="209"/>
                    <a:pt x="562" y="211"/>
                    <a:pt x="561" y="214"/>
                  </a:cubicBezTo>
                  <a:cubicBezTo>
                    <a:pt x="559" y="218"/>
                    <a:pt x="558" y="223"/>
                    <a:pt x="558" y="227"/>
                  </a:cubicBezTo>
                  <a:cubicBezTo>
                    <a:pt x="558" y="227"/>
                    <a:pt x="558" y="227"/>
                    <a:pt x="558" y="227"/>
                  </a:cubicBezTo>
                  <a:cubicBezTo>
                    <a:pt x="559" y="227"/>
                    <a:pt x="561" y="221"/>
                    <a:pt x="563" y="215"/>
                  </a:cubicBezTo>
                  <a:cubicBezTo>
                    <a:pt x="565" y="208"/>
                    <a:pt x="567" y="208"/>
                    <a:pt x="567" y="208"/>
                  </a:cubicBezTo>
                  <a:lnTo>
                    <a:pt x="567" y="208"/>
                  </a:lnTo>
                  <a:cubicBezTo>
                    <a:pt x="567" y="209"/>
                    <a:pt x="567" y="209"/>
                    <a:pt x="564" y="216"/>
                  </a:cubicBezTo>
                  <a:lnTo>
                    <a:pt x="561" y="228"/>
                  </a:lnTo>
                  <a:lnTo>
                    <a:pt x="562" y="228"/>
                  </a:lnTo>
                  <a:cubicBezTo>
                    <a:pt x="563" y="223"/>
                    <a:pt x="564" y="223"/>
                    <a:pt x="564" y="223"/>
                  </a:cubicBezTo>
                  <a:cubicBezTo>
                    <a:pt x="566" y="223"/>
                    <a:pt x="566" y="223"/>
                    <a:pt x="561" y="236"/>
                  </a:cubicBezTo>
                  <a:cubicBezTo>
                    <a:pt x="559" y="243"/>
                    <a:pt x="558" y="246"/>
                    <a:pt x="559" y="246"/>
                  </a:cubicBezTo>
                  <a:cubicBezTo>
                    <a:pt x="559" y="246"/>
                    <a:pt x="561" y="243"/>
                    <a:pt x="563" y="236"/>
                  </a:cubicBezTo>
                  <a:lnTo>
                    <a:pt x="567" y="231"/>
                  </a:lnTo>
                  <a:lnTo>
                    <a:pt x="567" y="231"/>
                  </a:lnTo>
                  <a:cubicBezTo>
                    <a:pt x="566" y="235"/>
                    <a:pt x="565" y="237"/>
                    <a:pt x="566" y="237"/>
                  </a:cubicBezTo>
                  <a:cubicBezTo>
                    <a:pt x="567" y="237"/>
                    <a:pt x="570" y="230"/>
                    <a:pt x="571" y="225"/>
                  </a:cubicBezTo>
                  <a:lnTo>
                    <a:pt x="571" y="225"/>
                  </a:lnTo>
                  <a:cubicBezTo>
                    <a:pt x="569" y="232"/>
                    <a:pt x="569" y="235"/>
                    <a:pt x="569" y="235"/>
                  </a:cubicBezTo>
                  <a:cubicBezTo>
                    <a:pt x="570" y="235"/>
                    <a:pt x="571" y="232"/>
                    <a:pt x="573" y="226"/>
                  </a:cubicBezTo>
                  <a:cubicBezTo>
                    <a:pt x="574" y="223"/>
                    <a:pt x="575" y="221"/>
                    <a:pt x="576" y="221"/>
                  </a:cubicBezTo>
                  <a:lnTo>
                    <a:pt x="576" y="221"/>
                  </a:lnTo>
                  <a:cubicBezTo>
                    <a:pt x="576" y="221"/>
                    <a:pt x="576" y="223"/>
                    <a:pt x="576" y="226"/>
                  </a:cubicBezTo>
                  <a:cubicBezTo>
                    <a:pt x="574" y="234"/>
                    <a:pt x="574" y="234"/>
                    <a:pt x="577" y="234"/>
                  </a:cubicBezTo>
                  <a:cubicBezTo>
                    <a:pt x="578" y="231"/>
                    <a:pt x="580" y="230"/>
                    <a:pt x="582" y="230"/>
                  </a:cubicBezTo>
                  <a:cubicBezTo>
                    <a:pt x="584" y="230"/>
                    <a:pt x="587" y="232"/>
                    <a:pt x="590" y="233"/>
                  </a:cubicBezTo>
                  <a:cubicBezTo>
                    <a:pt x="594" y="234"/>
                    <a:pt x="597" y="235"/>
                    <a:pt x="599" y="235"/>
                  </a:cubicBezTo>
                  <a:cubicBezTo>
                    <a:pt x="601" y="235"/>
                    <a:pt x="603" y="234"/>
                    <a:pt x="604" y="231"/>
                  </a:cubicBezTo>
                  <a:cubicBezTo>
                    <a:pt x="605" y="231"/>
                    <a:pt x="605" y="231"/>
                    <a:pt x="604" y="237"/>
                  </a:cubicBezTo>
                  <a:cubicBezTo>
                    <a:pt x="603" y="240"/>
                    <a:pt x="602" y="242"/>
                    <a:pt x="603" y="242"/>
                  </a:cubicBezTo>
                  <a:cubicBezTo>
                    <a:pt x="603" y="242"/>
                    <a:pt x="604" y="239"/>
                    <a:pt x="607" y="232"/>
                  </a:cubicBezTo>
                  <a:cubicBezTo>
                    <a:pt x="609" y="228"/>
                    <a:pt x="610" y="224"/>
                    <a:pt x="611" y="224"/>
                  </a:cubicBezTo>
                  <a:lnTo>
                    <a:pt x="611" y="224"/>
                  </a:lnTo>
                  <a:cubicBezTo>
                    <a:pt x="611" y="224"/>
                    <a:pt x="610" y="226"/>
                    <a:pt x="608" y="232"/>
                  </a:cubicBezTo>
                  <a:cubicBezTo>
                    <a:pt x="606" y="238"/>
                    <a:pt x="607" y="238"/>
                    <a:pt x="610" y="241"/>
                  </a:cubicBezTo>
                  <a:cubicBezTo>
                    <a:pt x="611" y="241"/>
                    <a:pt x="612" y="241"/>
                    <a:pt x="613" y="241"/>
                  </a:cubicBezTo>
                  <a:cubicBezTo>
                    <a:pt x="614" y="241"/>
                    <a:pt x="617" y="240"/>
                    <a:pt x="618" y="236"/>
                  </a:cubicBezTo>
                  <a:lnTo>
                    <a:pt x="618" y="236"/>
                  </a:lnTo>
                  <a:cubicBezTo>
                    <a:pt x="615" y="244"/>
                    <a:pt x="615" y="251"/>
                    <a:pt x="617" y="251"/>
                  </a:cubicBezTo>
                  <a:cubicBezTo>
                    <a:pt x="618" y="251"/>
                    <a:pt x="620" y="249"/>
                    <a:pt x="622" y="245"/>
                  </a:cubicBezTo>
                  <a:cubicBezTo>
                    <a:pt x="623" y="245"/>
                    <a:pt x="624" y="245"/>
                    <a:pt x="622" y="252"/>
                  </a:cubicBezTo>
                  <a:cubicBezTo>
                    <a:pt x="623" y="252"/>
                    <a:pt x="623" y="252"/>
                    <a:pt x="627" y="246"/>
                  </a:cubicBezTo>
                  <a:lnTo>
                    <a:pt x="633" y="249"/>
                  </a:lnTo>
                  <a:cubicBezTo>
                    <a:pt x="633" y="249"/>
                    <a:pt x="633" y="249"/>
                    <a:pt x="633" y="249"/>
                  </a:cubicBezTo>
                  <a:cubicBezTo>
                    <a:pt x="635" y="249"/>
                    <a:pt x="638" y="244"/>
                    <a:pt x="638" y="244"/>
                  </a:cubicBezTo>
                  <a:lnTo>
                    <a:pt x="638" y="244"/>
                  </a:lnTo>
                  <a:cubicBezTo>
                    <a:pt x="636" y="251"/>
                    <a:pt x="641" y="252"/>
                    <a:pt x="645" y="254"/>
                  </a:cubicBezTo>
                  <a:cubicBezTo>
                    <a:pt x="651" y="256"/>
                    <a:pt x="655" y="259"/>
                    <a:pt x="654" y="265"/>
                  </a:cubicBezTo>
                  <a:cubicBezTo>
                    <a:pt x="654" y="265"/>
                    <a:pt x="655" y="265"/>
                    <a:pt x="657" y="259"/>
                  </a:cubicBezTo>
                  <a:cubicBezTo>
                    <a:pt x="661" y="252"/>
                    <a:pt x="662" y="249"/>
                    <a:pt x="663" y="249"/>
                  </a:cubicBezTo>
                  <a:lnTo>
                    <a:pt x="663" y="249"/>
                  </a:lnTo>
                  <a:cubicBezTo>
                    <a:pt x="663" y="249"/>
                    <a:pt x="663" y="250"/>
                    <a:pt x="662" y="253"/>
                  </a:cubicBezTo>
                  <a:cubicBezTo>
                    <a:pt x="660" y="260"/>
                    <a:pt x="660" y="264"/>
                    <a:pt x="661" y="264"/>
                  </a:cubicBezTo>
                  <a:cubicBezTo>
                    <a:pt x="663" y="264"/>
                    <a:pt x="664" y="261"/>
                    <a:pt x="666" y="255"/>
                  </a:cubicBezTo>
                  <a:lnTo>
                    <a:pt x="666" y="255"/>
                  </a:lnTo>
                  <a:cubicBezTo>
                    <a:pt x="665" y="259"/>
                    <a:pt x="666" y="259"/>
                    <a:pt x="664" y="262"/>
                  </a:cubicBezTo>
                  <a:cubicBezTo>
                    <a:pt x="663" y="267"/>
                    <a:pt x="663" y="270"/>
                    <a:pt x="664" y="270"/>
                  </a:cubicBezTo>
                  <a:cubicBezTo>
                    <a:pt x="665" y="270"/>
                    <a:pt x="668" y="264"/>
                    <a:pt x="671" y="256"/>
                  </a:cubicBezTo>
                  <a:lnTo>
                    <a:pt x="671" y="256"/>
                  </a:lnTo>
                  <a:cubicBezTo>
                    <a:pt x="670" y="261"/>
                    <a:pt x="669" y="267"/>
                    <a:pt x="669" y="267"/>
                  </a:cubicBezTo>
                  <a:cubicBezTo>
                    <a:pt x="670" y="267"/>
                    <a:pt x="670" y="266"/>
                    <a:pt x="671" y="264"/>
                  </a:cubicBezTo>
                  <a:cubicBezTo>
                    <a:pt x="672" y="264"/>
                    <a:pt x="672" y="264"/>
                    <a:pt x="668" y="278"/>
                  </a:cubicBezTo>
                  <a:cubicBezTo>
                    <a:pt x="665" y="282"/>
                    <a:pt x="664" y="286"/>
                    <a:pt x="663" y="291"/>
                  </a:cubicBezTo>
                  <a:cubicBezTo>
                    <a:pt x="665" y="287"/>
                    <a:pt x="668" y="282"/>
                    <a:pt x="669" y="278"/>
                  </a:cubicBezTo>
                  <a:lnTo>
                    <a:pt x="670" y="279"/>
                  </a:lnTo>
                  <a:cubicBezTo>
                    <a:pt x="670" y="279"/>
                    <a:pt x="671" y="279"/>
                    <a:pt x="673" y="272"/>
                  </a:cubicBezTo>
                  <a:cubicBezTo>
                    <a:pt x="675" y="267"/>
                    <a:pt x="677" y="266"/>
                    <a:pt x="677" y="266"/>
                  </a:cubicBezTo>
                  <a:lnTo>
                    <a:pt x="677" y="266"/>
                  </a:lnTo>
                  <a:cubicBezTo>
                    <a:pt x="676" y="269"/>
                    <a:pt x="676" y="270"/>
                    <a:pt x="676" y="270"/>
                  </a:cubicBezTo>
                  <a:cubicBezTo>
                    <a:pt x="676" y="270"/>
                    <a:pt x="678" y="265"/>
                    <a:pt x="679" y="261"/>
                  </a:cubicBezTo>
                  <a:cubicBezTo>
                    <a:pt x="680" y="256"/>
                    <a:pt x="682" y="252"/>
                    <a:pt x="684" y="247"/>
                  </a:cubicBezTo>
                  <a:cubicBezTo>
                    <a:pt x="684" y="247"/>
                    <a:pt x="687" y="242"/>
                    <a:pt x="689" y="235"/>
                  </a:cubicBezTo>
                  <a:cubicBezTo>
                    <a:pt x="692" y="226"/>
                    <a:pt x="695" y="217"/>
                    <a:pt x="697" y="208"/>
                  </a:cubicBezTo>
                  <a:cubicBezTo>
                    <a:pt x="696" y="204"/>
                    <a:pt x="696" y="199"/>
                    <a:pt x="695" y="199"/>
                  </a:cubicBezTo>
                  <a:cubicBezTo>
                    <a:pt x="694" y="199"/>
                    <a:pt x="693" y="201"/>
                    <a:pt x="691" y="206"/>
                  </a:cubicBezTo>
                  <a:cubicBezTo>
                    <a:pt x="691" y="206"/>
                    <a:pt x="688" y="213"/>
                    <a:pt x="687" y="213"/>
                  </a:cubicBezTo>
                  <a:cubicBezTo>
                    <a:pt x="687" y="212"/>
                    <a:pt x="688" y="205"/>
                    <a:pt x="688" y="205"/>
                  </a:cubicBezTo>
                  <a:cubicBezTo>
                    <a:pt x="690" y="199"/>
                    <a:pt x="687" y="197"/>
                    <a:pt x="683" y="196"/>
                  </a:cubicBezTo>
                  <a:cubicBezTo>
                    <a:pt x="678" y="194"/>
                    <a:pt x="675" y="194"/>
                    <a:pt x="678" y="186"/>
                  </a:cubicBezTo>
                  <a:cubicBezTo>
                    <a:pt x="679" y="179"/>
                    <a:pt x="678" y="179"/>
                    <a:pt x="678" y="179"/>
                  </a:cubicBezTo>
                  <a:cubicBezTo>
                    <a:pt x="677" y="182"/>
                    <a:pt x="675" y="183"/>
                    <a:pt x="673" y="183"/>
                  </a:cubicBezTo>
                  <a:cubicBezTo>
                    <a:pt x="671" y="183"/>
                    <a:pt x="668" y="182"/>
                    <a:pt x="665" y="181"/>
                  </a:cubicBezTo>
                  <a:cubicBezTo>
                    <a:pt x="663" y="180"/>
                    <a:pt x="660" y="179"/>
                    <a:pt x="657" y="179"/>
                  </a:cubicBezTo>
                  <a:cubicBezTo>
                    <a:pt x="655" y="179"/>
                    <a:pt x="653" y="180"/>
                    <a:pt x="652" y="183"/>
                  </a:cubicBezTo>
                  <a:lnTo>
                    <a:pt x="651" y="183"/>
                  </a:lnTo>
                  <a:cubicBezTo>
                    <a:pt x="653" y="177"/>
                    <a:pt x="652" y="176"/>
                    <a:pt x="650" y="176"/>
                  </a:cubicBezTo>
                  <a:cubicBezTo>
                    <a:pt x="647" y="180"/>
                    <a:pt x="645" y="180"/>
                    <a:pt x="645" y="180"/>
                  </a:cubicBezTo>
                  <a:cubicBezTo>
                    <a:pt x="644" y="180"/>
                    <a:pt x="644" y="180"/>
                    <a:pt x="644" y="180"/>
                  </a:cubicBezTo>
                  <a:cubicBezTo>
                    <a:pt x="646" y="175"/>
                    <a:pt x="646" y="173"/>
                    <a:pt x="644" y="173"/>
                  </a:cubicBezTo>
                  <a:cubicBezTo>
                    <a:pt x="644" y="173"/>
                    <a:pt x="643" y="173"/>
                    <a:pt x="643" y="173"/>
                  </a:cubicBezTo>
                  <a:cubicBezTo>
                    <a:pt x="642" y="173"/>
                    <a:pt x="641" y="174"/>
                    <a:pt x="640" y="179"/>
                  </a:cubicBezTo>
                  <a:cubicBezTo>
                    <a:pt x="636" y="177"/>
                    <a:pt x="633" y="173"/>
                    <a:pt x="633" y="169"/>
                  </a:cubicBezTo>
                  <a:cubicBezTo>
                    <a:pt x="633" y="167"/>
                    <a:pt x="634" y="166"/>
                    <a:pt x="633" y="166"/>
                  </a:cubicBezTo>
                  <a:lnTo>
                    <a:pt x="633" y="166"/>
                  </a:lnTo>
                  <a:cubicBezTo>
                    <a:pt x="633" y="166"/>
                    <a:pt x="631" y="171"/>
                    <a:pt x="629" y="175"/>
                  </a:cubicBezTo>
                  <a:cubicBezTo>
                    <a:pt x="628" y="179"/>
                    <a:pt x="626" y="183"/>
                    <a:pt x="623" y="187"/>
                  </a:cubicBezTo>
                  <a:cubicBezTo>
                    <a:pt x="623" y="187"/>
                    <a:pt x="625" y="180"/>
                    <a:pt x="627" y="175"/>
                  </a:cubicBezTo>
                  <a:cubicBezTo>
                    <a:pt x="631" y="168"/>
                    <a:pt x="631" y="168"/>
                    <a:pt x="628" y="168"/>
                  </a:cubicBezTo>
                  <a:lnTo>
                    <a:pt x="627" y="167"/>
                  </a:lnTo>
                  <a:cubicBezTo>
                    <a:pt x="626" y="170"/>
                    <a:pt x="624" y="171"/>
                    <a:pt x="622" y="171"/>
                  </a:cubicBezTo>
                  <a:cubicBezTo>
                    <a:pt x="621" y="171"/>
                    <a:pt x="619" y="171"/>
                    <a:pt x="616" y="170"/>
                  </a:cubicBezTo>
                  <a:cubicBezTo>
                    <a:pt x="613" y="168"/>
                    <a:pt x="610" y="167"/>
                    <a:pt x="609" y="167"/>
                  </a:cubicBezTo>
                  <a:cubicBezTo>
                    <a:pt x="607" y="167"/>
                    <a:pt x="605" y="169"/>
                    <a:pt x="605" y="172"/>
                  </a:cubicBezTo>
                  <a:cubicBezTo>
                    <a:pt x="604" y="176"/>
                    <a:pt x="603" y="177"/>
                    <a:pt x="602" y="177"/>
                  </a:cubicBezTo>
                  <a:cubicBezTo>
                    <a:pt x="602" y="177"/>
                    <a:pt x="601" y="175"/>
                    <a:pt x="601" y="171"/>
                  </a:cubicBezTo>
                  <a:cubicBezTo>
                    <a:pt x="602" y="158"/>
                    <a:pt x="602" y="153"/>
                    <a:pt x="602" y="153"/>
                  </a:cubicBezTo>
                  <a:lnTo>
                    <a:pt x="602" y="153"/>
                  </a:lnTo>
                  <a:cubicBezTo>
                    <a:pt x="602" y="153"/>
                    <a:pt x="601" y="154"/>
                    <a:pt x="600" y="157"/>
                  </a:cubicBezTo>
                  <a:cubicBezTo>
                    <a:pt x="599" y="161"/>
                    <a:pt x="598" y="166"/>
                    <a:pt x="597" y="170"/>
                  </a:cubicBezTo>
                  <a:cubicBezTo>
                    <a:pt x="595" y="176"/>
                    <a:pt x="593" y="179"/>
                    <a:pt x="593" y="179"/>
                  </a:cubicBezTo>
                  <a:cubicBezTo>
                    <a:pt x="592" y="179"/>
                    <a:pt x="593" y="176"/>
                    <a:pt x="595" y="169"/>
                  </a:cubicBezTo>
                  <a:cubicBezTo>
                    <a:pt x="597" y="163"/>
                    <a:pt x="595" y="160"/>
                    <a:pt x="592" y="160"/>
                  </a:cubicBezTo>
                  <a:cubicBezTo>
                    <a:pt x="588" y="160"/>
                    <a:pt x="583" y="164"/>
                    <a:pt x="580" y="171"/>
                  </a:cubicBezTo>
                  <a:cubicBezTo>
                    <a:pt x="581" y="168"/>
                    <a:pt x="581" y="170"/>
                    <a:pt x="582" y="164"/>
                  </a:cubicBezTo>
                  <a:cubicBezTo>
                    <a:pt x="585" y="158"/>
                    <a:pt x="583" y="158"/>
                    <a:pt x="580" y="157"/>
                  </a:cubicBezTo>
                  <a:lnTo>
                    <a:pt x="578" y="155"/>
                  </a:lnTo>
                  <a:cubicBezTo>
                    <a:pt x="577" y="161"/>
                    <a:pt x="575" y="162"/>
                    <a:pt x="574" y="162"/>
                  </a:cubicBezTo>
                  <a:cubicBezTo>
                    <a:pt x="573" y="162"/>
                    <a:pt x="572" y="157"/>
                    <a:pt x="573" y="153"/>
                  </a:cubicBezTo>
                  <a:cubicBezTo>
                    <a:pt x="574" y="146"/>
                    <a:pt x="574" y="146"/>
                    <a:pt x="573" y="146"/>
                  </a:cubicBezTo>
                  <a:cubicBezTo>
                    <a:pt x="571" y="151"/>
                    <a:pt x="569" y="153"/>
                    <a:pt x="568" y="153"/>
                  </a:cubicBezTo>
                  <a:cubicBezTo>
                    <a:pt x="566" y="153"/>
                    <a:pt x="566" y="148"/>
                    <a:pt x="567" y="144"/>
                  </a:cubicBezTo>
                  <a:lnTo>
                    <a:pt x="566" y="143"/>
                  </a:lnTo>
                  <a:cubicBezTo>
                    <a:pt x="563" y="148"/>
                    <a:pt x="562" y="149"/>
                    <a:pt x="561" y="149"/>
                  </a:cubicBezTo>
                  <a:cubicBezTo>
                    <a:pt x="560" y="149"/>
                    <a:pt x="560" y="149"/>
                    <a:pt x="560" y="149"/>
                  </a:cubicBezTo>
                  <a:cubicBezTo>
                    <a:pt x="559" y="148"/>
                    <a:pt x="559" y="148"/>
                    <a:pt x="558" y="148"/>
                  </a:cubicBezTo>
                  <a:cubicBezTo>
                    <a:pt x="558" y="148"/>
                    <a:pt x="557" y="150"/>
                    <a:pt x="557" y="154"/>
                  </a:cubicBezTo>
                  <a:cubicBezTo>
                    <a:pt x="555" y="159"/>
                    <a:pt x="553" y="163"/>
                    <a:pt x="551" y="167"/>
                  </a:cubicBezTo>
                  <a:lnTo>
                    <a:pt x="553" y="161"/>
                  </a:lnTo>
                  <a:cubicBezTo>
                    <a:pt x="555" y="154"/>
                    <a:pt x="553" y="153"/>
                    <a:pt x="550" y="152"/>
                  </a:cubicBezTo>
                  <a:cubicBezTo>
                    <a:pt x="546" y="151"/>
                    <a:pt x="544" y="150"/>
                    <a:pt x="545" y="143"/>
                  </a:cubicBezTo>
                  <a:lnTo>
                    <a:pt x="545" y="143"/>
                  </a:lnTo>
                  <a:lnTo>
                    <a:pt x="543" y="150"/>
                  </a:lnTo>
                  <a:cubicBezTo>
                    <a:pt x="541" y="153"/>
                    <a:pt x="541" y="154"/>
                    <a:pt x="540" y="154"/>
                  </a:cubicBezTo>
                  <a:cubicBezTo>
                    <a:pt x="540" y="154"/>
                    <a:pt x="540" y="152"/>
                    <a:pt x="541" y="149"/>
                  </a:cubicBezTo>
                  <a:cubicBezTo>
                    <a:pt x="541" y="145"/>
                    <a:pt x="541" y="143"/>
                    <a:pt x="540" y="143"/>
                  </a:cubicBezTo>
                  <a:cubicBezTo>
                    <a:pt x="539" y="143"/>
                    <a:pt x="538" y="144"/>
                    <a:pt x="536" y="146"/>
                  </a:cubicBezTo>
                  <a:lnTo>
                    <a:pt x="534" y="146"/>
                  </a:lnTo>
                  <a:cubicBezTo>
                    <a:pt x="536" y="139"/>
                    <a:pt x="536" y="136"/>
                    <a:pt x="535" y="136"/>
                  </a:cubicBezTo>
                  <a:lnTo>
                    <a:pt x="535" y="136"/>
                  </a:lnTo>
                  <a:cubicBezTo>
                    <a:pt x="535" y="136"/>
                    <a:pt x="533" y="139"/>
                    <a:pt x="531" y="145"/>
                  </a:cubicBezTo>
                  <a:cubicBezTo>
                    <a:pt x="532" y="139"/>
                    <a:pt x="532" y="139"/>
                    <a:pt x="531" y="137"/>
                  </a:cubicBezTo>
                  <a:cubicBezTo>
                    <a:pt x="529" y="141"/>
                    <a:pt x="528" y="142"/>
                    <a:pt x="527" y="142"/>
                  </a:cubicBezTo>
                  <a:cubicBezTo>
                    <a:pt x="525" y="142"/>
                    <a:pt x="525" y="140"/>
                    <a:pt x="526" y="136"/>
                  </a:cubicBezTo>
                  <a:lnTo>
                    <a:pt x="525" y="136"/>
                  </a:lnTo>
                  <a:cubicBezTo>
                    <a:pt x="523" y="142"/>
                    <a:pt x="522" y="142"/>
                    <a:pt x="521" y="142"/>
                  </a:cubicBezTo>
                  <a:cubicBezTo>
                    <a:pt x="521" y="142"/>
                    <a:pt x="521" y="141"/>
                    <a:pt x="520" y="141"/>
                  </a:cubicBezTo>
                  <a:cubicBezTo>
                    <a:pt x="520" y="141"/>
                    <a:pt x="519" y="143"/>
                    <a:pt x="517" y="148"/>
                  </a:cubicBezTo>
                  <a:cubicBezTo>
                    <a:pt x="514" y="153"/>
                    <a:pt x="514" y="153"/>
                    <a:pt x="514" y="153"/>
                  </a:cubicBezTo>
                  <a:cubicBezTo>
                    <a:pt x="514" y="149"/>
                    <a:pt x="516" y="144"/>
                    <a:pt x="518" y="141"/>
                  </a:cubicBezTo>
                  <a:cubicBezTo>
                    <a:pt x="520" y="138"/>
                    <a:pt x="520" y="136"/>
                    <a:pt x="520" y="136"/>
                  </a:cubicBezTo>
                  <a:lnTo>
                    <a:pt x="520" y="136"/>
                  </a:lnTo>
                  <a:cubicBezTo>
                    <a:pt x="519" y="136"/>
                    <a:pt x="517" y="139"/>
                    <a:pt x="513" y="145"/>
                  </a:cubicBezTo>
                  <a:cubicBezTo>
                    <a:pt x="514" y="141"/>
                    <a:pt x="516" y="137"/>
                    <a:pt x="515" y="137"/>
                  </a:cubicBezTo>
                  <a:lnTo>
                    <a:pt x="515" y="137"/>
                  </a:lnTo>
                  <a:cubicBezTo>
                    <a:pt x="515" y="137"/>
                    <a:pt x="515" y="137"/>
                    <a:pt x="514" y="139"/>
                  </a:cubicBezTo>
                  <a:cubicBezTo>
                    <a:pt x="514" y="139"/>
                    <a:pt x="513" y="139"/>
                    <a:pt x="511" y="145"/>
                  </a:cubicBezTo>
                  <a:lnTo>
                    <a:pt x="508" y="144"/>
                  </a:lnTo>
                  <a:cubicBezTo>
                    <a:pt x="508" y="137"/>
                    <a:pt x="508" y="136"/>
                    <a:pt x="507" y="136"/>
                  </a:cubicBezTo>
                  <a:cubicBezTo>
                    <a:pt x="506" y="140"/>
                    <a:pt x="505" y="141"/>
                    <a:pt x="505" y="141"/>
                  </a:cubicBezTo>
                  <a:cubicBezTo>
                    <a:pt x="505" y="141"/>
                    <a:pt x="505" y="140"/>
                    <a:pt x="506" y="136"/>
                  </a:cubicBezTo>
                  <a:cubicBezTo>
                    <a:pt x="507" y="134"/>
                    <a:pt x="507" y="132"/>
                    <a:pt x="507" y="132"/>
                  </a:cubicBezTo>
                  <a:lnTo>
                    <a:pt x="507" y="132"/>
                  </a:lnTo>
                  <a:cubicBezTo>
                    <a:pt x="506" y="132"/>
                    <a:pt x="505" y="135"/>
                    <a:pt x="503" y="142"/>
                  </a:cubicBezTo>
                  <a:cubicBezTo>
                    <a:pt x="502" y="145"/>
                    <a:pt x="501" y="147"/>
                    <a:pt x="500" y="147"/>
                  </a:cubicBezTo>
                  <a:cubicBezTo>
                    <a:pt x="500" y="147"/>
                    <a:pt x="500" y="145"/>
                    <a:pt x="500" y="141"/>
                  </a:cubicBezTo>
                  <a:cubicBezTo>
                    <a:pt x="503" y="133"/>
                    <a:pt x="504" y="131"/>
                    <a:pt x="503" y="131"/>
                  </a:cubicBezTo>
                  <a:lnTo>
                    <a:pt x="503" y="131"/>
                  </a:lnTo>
                  <a:cubicBezTo>
                    <a:pt x="503" y="131"/>
                    <a:pt x="502" y="132"/>
                    <a:pt x="502" y="134"/>
                  </a:cubicBezTo>
                  <a:cubicBezTo>
                    <a:pt x="499" y="141"/>
                    <a:pt x="498" y="141"/>
                    <a:pt x="498" y="141"/>
                  </a:cubicBezTo>
                  <a:cubicBezTo>
                    <a:pt x="500" y="134"/>
                    <a:pt x="494" y="132"/>
                    <a:pt x="486" y="129"/>
                  </a:cubicBezTo>
                  <a:cubicBezTo>
                    <a:pt x="484" y="133"/>
                    <a:pt x="481" y="137"/>
                    <a:pt x="481" y="142"/>
                  </a:cubicBezTo>
                  <a:cubicBezTo>
                    <a:pt x="480" y="147"/>
                    <a:pt x="479" y="149"/>
                    <a:pt x="479" y="149"/>
                  </a:cubicBezTo>
                  <a:cubicBezTo>
                    <a:pt x="479" y="149"/>
                    <a:pt x="480" y="145"/>
                    <a:pt x="480" y="141"/>
                  </a:cubicBezTo>
                  <a:cubicBezTo>
                    <a:pt x="483" y="131"/>
                    <a:pt x="483" y="126"/>
                    <a:pt x="483" y="126"/>
                  </a:cubicBezTo>
                  <a:lnTo>
                    <a:pt x="483" y="126"/>
                  </a:lnTo>
                  <a:cubicBezTo>
                    <a:pt x="483" y="126"/>
                    <a:pt x="481" y="131"/>
                    <a:pt x="479" y="141"/>
                  </a:cubicBezTo>
                  <a:cubicBezTo>
                    <a:pt x="477" y="148"/>
                    <a:pt x="477" y="151"/>
                    <a:pt x="476" y="151"/>
                  </a:cubicBezTo>
                  <a:cubicBezTo>
                    <a:pt x="476" y="151"/>
                    <a:pt x="477" y="148"/>
                    <a:pt x="478" y="141"/>
                  </a:cubicBezTo>
                  <a:cubicBezTo>
                    <a:pt x="479" y="137"/>
                    <a:pt x="479" y="135"/>
                    <a:pt x="479" y="135"/>
                  </a:cubicBezTo>
                  <a:lnTo>
                    <a:pt x="479" y="135"/>
                  </a:lnTo>
                  <a:cubicBezTo>
                    <a:pt x="478" y="135"/>
                    <a:pt x="477" y="137"/>
                    <a:pt x="476" y="140"/>
                  </a:cubicBezTo>
                  <a:cubicBezTo>
                    <a:pt x="477" y="135"/>
                    <a:pt x="477" y="130"/>
                    <a:pt x="477" y="130"/>
                  </a:cubicBezTo>
                  <a:lnTo>
                    <a:pt x="477" y="130"/>
                  </a:lnTo>
                  <a:cubicBezTo>
                    <a:pt x="477" y="130"/>
                    <a:pt x="476" y="130"/>
                    <a:pt x="476" y="132"/>
                  </a:cubicBezTo>
                  <a:cubicBezTo>
                    <a:pt x="476" y="132"/>
                    <a:pt x="475" y="132"/>
                    <a:pt x="476" y="125"/>
                  </a:cubicBezTo>
                  <a:cubicBezTo>
                    <a:pt x="476" y="123"/>
                    <a:pt x="476" y="122"/>
                    <a:pt x="476" y="122"/>
                  </a:cubicBezTo>
                  <a:lnTo>
                    <a:pt x="476" y="122"/>
                  </a:lnTo>
                  <a:cubicBezTo>
                    <a:pt x="476" y="122"/>
                    <a:pt x="474" y="127"/>
                    <a:pt x="472" y="131"/>
                  </a:cubicBezTo>
                  <a:cubicBezTo>
                    <a:pt x="469" y="137"/>
                    <a:pt x="467" y="140"/>
                    <a:pt x="467" y="140"/>
                  </a:cubicBezTo>
                  <a:cubicBezTo>
                    <a:pt x="467" y="140"/>
                    <a:pt x="468" y="137"/>
                    <a:pt x="470" y="130"/>
                  </a:cubicBezTo>
                  <a:cubicBezTo>
                    <a:pt x="472" y="125"/>
                    <a:pt x="472" y="123"/>
                    <a:pt x="471" y="123"/>
                  </a:cubicBezTo>
                  <a:cubicBezTo>
                    <a:pt x="470" y="123"/>
                    <a:pt x="466" y="128"/>
                    <a:pt x="463" y="135"/>
                  </a:cubicBezTo>
                  <a:cubicBezTo>
                    <a:pt x="463" y="137"/>
                    <a:pt x="463" y="138"/>
                    <a:pt x="462" y="139"/>
                  </a:cubicBezTo>
                  <a:lnTo>
                    <a:pt x="462" y="139"/>
                  </a:lnTo>
                  <a:cubicBezTo>
                    <a:pt x="463" y="135"/>
                    <a:pt x="462" y="135"/>
                    <a:pt x="462" y="135"/>
                  </a:cubicBezTo>
                  <a:cubicBezTo>
                    <a:pt x="461" y="134"/>
                    <a:pt x="461" y="134"/>
                    <a:pt x="462" y="127"/>
                  </a:cubicBezTo>
                  <a:lnTo>
                    <a:pt x="462" y="127"/>
                  </a:lnTo>
                  <a:cubicBezTo>
                    <a:pt x="462" y="127"/>
                    <a:pt x="462" y="127"/>
                    <a:pt x="459" y="133"/>
                  </a:cubicBezTo>
                  <a:cubicBezTo>
                    <a:pt x="457" y="138"/>
                    <a:pt x="455" y="140"/>
                    <a:pt x="455" y="140"/>
                  </a:cubicBezTo>
                  <a:cubicBezTo>
                    <a:pt x="453" y="140"/>
                    <a:pt x="453" y="134"/>
                    <a:pt x="456" y="125"/>
                  </a:cubicBezTo>
                  <a:lnTo>
                    <a:pt x="456" y="125"/>
                  </a:lnTo>
                  <a:lnTo>
                    <a:pt x="452" y="131"/>
                  </a:lnTo>
                  <a:cubicBezTo>
                    <a:pt x="449" y="139"/>
                    <a:pt x="448" y="144"/>
                    <a:pt x="447" y="144"/>
                  </a:cubicBezTo>
                  <a:cubicBezTo>
                    <a:pt x="447" y="144"/>
                    <a:pt x="448" y="142"/>
                    <a:pt x="449" y="137"/>
                  </a:cubicBezTo>
                  <a:cubicBezTo>
                    <a:pt x="450" y="134"/>
                    <a:pt x="450" y="134"/>
                    <a:pt x="451" y="131"/>
                  </a:cubicBezTo>
                  <a:lnTo>
                    <a:pt x="451" y="131"/>
                  </a:lnTo>
                  <a:cubicBezTo>
                    <a:pt x="449" y="135"/>
                    <a:pt x="448" y="137"/>
                    <a:pt x="448" y="137"/>
                  </a:cubicBezTo>
                  <a:cubicBezTo>
                    <a:pt x="446" y="137"/>
                    <a:pt x="447" y="131"/>
                    <a:pt x="449" y="123"/>
                  </a:cubicBezTo>
                  <a:cubicBezTo>
                    <a:pt x="451" y="116"/>
                    <a:pt x="451" y="116"/>
                    <a:pt x="450" y="116"/>
                  </a:cubicBezTo>
                  <a:lnTo>
                    <a:pt x="448" y="123"/>
                  </a:lnTo>
                  <a:cubicBezTo>
                    <a:pt x="447" y="127"/>
                    <a:pt x="445" y="131"/>
                    <a:pt x="443" y="135"/>
                  </a:cubicBezTo>
                  <a:cubicBezTo>
                    <a:pt x="442" y="135"/>
                    <a:pt x="442" y="135"/>
                    <a:pt x="443" y="129"/>
                  </a:cubicBezTo>
                  <a:cubicBezTo>
                    <a:pt x="444" y="124"/>
                    <a:pt x="445" y="119"/>
                    <a:pt x="445" y="119"/>
                  </a:cubicBezTo>
                  <a:lnTo>
                    <a:pt x="445" y="119"/>
                  </a:lnTo>
                  <a:cubicBezTo>
                    <a:pt x="445" y="119"/>
                    <a:pt x="445" y="119"/>
                    <a:pt x="444" y="121"/>
                  </a:cubicBezTo>
                  <a:cubicBezTo>
                    <a:pt x="444" y="121"/>
                    <a:pt x="443" y="121"/>
                    <a:pt x="444" y="114"/>
                  </a:cubicBezTo>
                  <a:lnTo>
                    <a:pt x="441" y="113"/>
                  </a:lnTo>
                  <a:cubicBezTo>
                    <a:pt x="440" y="116"/>
                    <a:pt x="439" y="117"/>
                    <a:pt x="439" y="117"/>
                  </a:cubicBezTo>
                  <a:cubicBezTo>
                    <a:pt x="438" y="117"/>
                    <a:pt x="438" y="115"/>
                    <a:pt x="439" y="112"/>
                  </a:cubicBezTo>
                  <a:lnTo>
                    <a:pt x="439" y="112"/>
                  </a:lnTo>
                  <a:cubicBezTo>
                    <a:pt x="439" y="112"/>
                    <a:pt x="438" y="112"/>
                    <a:pt x="434" y="117"/>
                  </a:cubicBezTo>
                  <a:cubicBezTo>
                    <a:pt x="433" y="117"/>
                    <a:pt x="432" y="117"/>
                    <a:pt x="434" y="111"/>
                  </a:cubicBezTo>
                  <a:cubicBezTo>
                    <a:pt x="435" y="107"/>
                    <a:pt x="436" y="106"/>
                    <a:pt x="436" y="106"/>
                  </a:cubicBezTo>
                  <a:lnTo>
                    <a:pt x="436" y="106"/>
                  </a:lnTo>
                  <a:cubicBezTo>
                    <a:pt x="436" y="106"/>
                    <a:pt x="435" y="107"/>
                    <a:pt x="433" y="111"/>
                  </a:cubicBezTo>
                  <a:cubicBezTo>
                    <a:pt x="432" y="116"/>
                    <a:pt x="431" y="116"/>
                    <a:pt x="430" y="116"/>
                  </a:cubicBezTo>
                  <a:lnTo>
                    <a:pt x="429" y="115"/>
                  </a:lnTo>
                  <a:cubicBezTo>
                    <a:pt x="426" y="122"/>
                    <a:pt x="426" y="122"/>
                    <a:pt x="426" y="122"/>
                  </a:cubicBezTo>
                  <a:cubicBezTo>
                    <a:pt x="425" y="122"/>
                    <a:pt x="425" y="114"/>
                    <a:pt x="424" y="114"/>
                  </a:cubicBezTo>
                  <a:cubicBezTo>
                    <a:pt x="424" y="114"/>
                    <a:pt x="423" y="113"/>
                    <a:pt x="423" y="113"/>
                  </a:cubicBezTo>
                  <a:cubicBezTo>
                    <a:pt x="422" y="113"/>
                    <a:pt x="422" y="115"/>
                    <a:pt x="421" y="120"/>
                  </a:cubicBezTo>
                  <a:cubicBezTo>
                    <a:pt x="421" y="120"/>
                    <a:pt x="420" y="123"/>
                    <a:pt x="420" y="123"/>
                  </a:cubicBezTo>
                  <a:cubicBezTo>
                    <a:pt x="420" y="123"/>
                    <a:pt x="420" y="122"/>
                    <a:pt x="420" y="120"/>
                  </a:cubicBezTo>
                  <a:cubicBezTo>
                    <a:pt x="419" y="120"/>
                    <a:pt x="419" y="112"/>
                    <a:pt x="416" y="112"/>
                  </a:cubicBezTo>
                  <a:cubicBezTo>
                    <a:pt x="415" y="111"/>
                    <a:pt x="415" y="111"/>
                    <a:pt x="414" y="111"/>
                  </a:cubicBezTo>
                  <a:cubicBezTo>
                    <a:pt x="413" y="111"/>
                    <a:pt x="412" y="112"/>
                    <a:pt x="411" y="116"/>
                  </a:cubicBezTo>
                  <a:cubicBezTo>
                    <a:pt x="412" y="108"/>
                    <a:pt x="412" y="105"/>
                    <a:pt x="412" y="105"/>
                  </a:cubicBezTo>
                  <a:lnTo>
                    <a:pt x="412" y="105"/>
                  </a:lnTo>
                  <a:cubicBezTo>
                    <a:pt x="411" y="105"/>
                    <a:pt x="411" y="107"/>
                    <a:pt x="410" y="109"/>
                  </a:cubicBezTo>
                  <a:cubicBezTo>
                    <a:pt x="407" y="115"/>
                    <a:pt x="407" y="115"/>
                    <a:pt x="406" y="115"/>
                  </a:cubicBezTo>
                  <a:cubicBezTo>
                    <a:pt x="407" y="112"/>
                    <a:pt x="408" y="110"/>
                    <a:pt x="407" y="110"/>
                  </a:cubicBezTo>
                  <a:lnTo>
                    <a:pt x="407" y="110"/>
                  </a:lnTo>
                  <a:cubicBezTo>
                    <a:pt x="407" y="110"/>
                    <a:pt x="406" y="111"/>
                    <a:pt x="404" y="114"/>
                  </a:cubicBezTo>
                  <a:cubicBezTo>
                    <a:pt x="404" y="114"/>
                    <a:pt x="404" y="114"/>
                    <a:pt x="405" y="107"/>
                  </a:cubicBezTo>
                  <a:lnTo>
                    <a:pt x="404" y="107"/>
                  </a:lnTo>
                  <a:cubicBezTo>
                    <a:pt x="402" y="112"/>
                    <a:pt x="400" y="114"/>
                    <a:pt x="399" y="114"/>
                  </a:cubicBezTo>
                  <a:cubicBezTo>
                    <a:pt x="397" y="114"/>
                    <a:pt x="397" y="109"/>
                    <a:pt x="397" y="105"/>
                  </a:cubicBezTo>
                  <a:cubicBezTo>
                    <a:pt x="397" y="105"/>
                    <a:pt x="397" y="105"/>
                    <a:pt x="397" y="105"/>
                  </a:cubicBezTo>
                  <a:cubicBezTo>
                    <a:pt x="397" y="105"/>
                    <a:pt x="396" y="106"/>
                    <a:pt x="394" y="111"/>
                  </a:cubicBezTo>
                  <a:cubicBezTo>
                    <a:pt x="392" y="117"/>
                    <a:pt x="390" y="120"/>
                    <a:pt x="390" y="120"/>
                  </a:cubicBezTo>
                  <a:cubicBezTo>
                    <a:pt x="389" y="120"/>
                    <a:pt x="390" y="116"/>
                    <a:pt x="392" y="109"/>
                  </a:cubicBezTo>
                  <a:lnTo>
                    <a:pt x="392" y="109"/>
                  </a:lnTo>
                  <a:cubicBezTo>
                    <a:pt x="390" y="112"/>
                    <a:pt x="389" y="113"/>
                    <a:pt x="388" y="113"/>
                  </a:cubicBezTo>
                  <a:cubicBezTo>
                    <a:pt x="387" y="113"/>
                    <a:pt x="387" y="110"/>
                    <a:pt x="389" y="102"/>
                  </a:cubicBezTo>
                  <a:cubicBezTo>
                    <a:pt x="390" y="95"/>
                    <a:pt x="393" y="88"/>
                    <a:pt x="393" y="88"/>
                  </a:cubicBezTo>
                  <a:lnTo>
                    <a:pt x="393" y="88"/>
                  </a:lnTo>
                  <a:cubicBezTo>
                    <a:pt x="391" y="95"/>
                    <a:pt x="389" y="95"/>
                    <a:pt x="389" y="95"/>
                  </a:cubicBezTo>
                  <a:cubicBezTo>
                    <a:pt x="388" y="100"/>
                    <a:pt x="387" y="101"/>
                    <a:pt x="386" y="101"/>
                  </a:cubicBezTo>
                  <a:cubicBezTo>
                    <a:pt x="386" y="101"/>
                    <a:pt x="385" y="100"/>
                    <a:pt x="385" y="100"/>
                  </a:cubicBezTo>
                  <a:cubicBezTo>
                    <a:pt x="385" y="100"/>
                    <a:pt x="384" y="100"/>
                    <a:pt x="384" y="100"/>
                  </a:cubicBezTo>
                  <a:cubicBezTo>
                    <a:pt x="382" y="100"/>
                    <a:pt x="378" y="105"/>
                    <a:pt x="376" y="105"/>
                  </a:cubicBezTo>
                  <a:cubicBezTo>
                    <a:pt x="375" y="104"/>
                    <a:pt x="373" y="103"/>
                    <a:pt x="374" y="96"/>
                  </a:cubicBezTo>
                  <a:cubicBezTo>
                    <a:pt x="373" y="96"/>
                    <a:pt x="373" y="96"/>
                    <a:pt x="369" y="102"/>
                  </a:cubicBezTo>
                  <a:cubicBezTo>
                    <a:pt x="368" y="105"/>
                    <a:pt x="367" y="106"/>
                    <a:pt x="366" y="106"/>
                  </a:cubicBezTo>
                  <a:cubicBezTo>
                    <a:pt x="365" y="106"/>
                    <a:pt x="365" y="104"/>
                    <a:pt x="366" y="100"/>
                  </a:cubicBezTo>
                  <a:lnTo>
                    <a:pt x="366" y="100"/>
                  </a:lnTo>
                  <a:cubicBezTo>
                    <a:pt x="362" y="106"/>
                    <a:pt x="361" y="106"/>
                    <a:pt x="361" y="106"/>
                  </a:cubicBezTo>
                  <a:cubicBezTo>
                    <a:pt x="363" y="101"/>
                    <a:pt x="364" y="97"/>
                    <a:pt x="363" y="97"/>
                  </a:cubicBezTo>
                  <a:lnTo>
                    <a:pt x="363" y="97"/>
                  </a:lnTo>
                  <a:cubicBezTo>
                    <a:pt x="363" y="97"/>
                    <a:pt x="362" y="97"/>
                    <a:pt x="361" y="99"/>
                  </a:cubicBezTo>
                  <a:cubicBezTo>
                    <a:pt x="361" y="104"/>
                    <a:pt x="360" y="106"/>
                    <a:pt x="359" y="106"/>
                  </a:cubicBezTo>
                  <a:cubicBezTo>
                    <a:pt x="359" y="106"/>
                    <a:pt x="358" y="105"/>
                    <a:pt x="358" y="105"/>
                  </a:cubicBezTo>
                  <a:cubicBezTo>
                    <a:pt x="358" y="100"/>
                    <a:pt x="343" y="94"/>
                    <a:pt x="336" y="94"/>
                  </a:cubicBezTo>
                  <a:cubicBezTo>
                    <a:pt x="333" y="94"/>
                    <a:pt x="331" y="94"/>
                    <a:pt x="331" y="96"/>
                  </a:cubicBezTo>
                  <a:lnTo>
                    <a:pt x="329" y="95"/>
                  </a:lnTo>
                  <a:lnTo>
                    <a:pt x="325" y="94"/>
                  </a:lnTo>
                  <a:cubicBezTo>
                    <a:pt x="328" y="88"/>
                    <a:pt x="327" y="86"/>
                    <a:pt x="326" y="86"/>
                  </a:cubicBezTo>
                  <a:cubicBezTo>
                    <a:pt x="325" y="86"/>
                    <a:pt x="322" y="89"/>
                    <a:pt x="320" y="92"/>
                  </a:cubicBezTo>
                  <a:cubicBezTo>
                    <a:pt x="318" y="96"/>
                    <a:pt x="317" y="98"/>
                    <a:pt x="316" y="98"/>
                  </a:cubicBezTo>
                  <a:cubicBezTo>
                    <a:pt x="316" y="98"/>
                    <a:pt x="316" y="97"/>
                    <a:pt x="315" y="97"/>
                  </a:cubicBezTo>
                  <a:cubicBezTo>
                    <a:pt x="318" y="89"/>
                    <a:pt x="318" y="86"/>
                    <a:pt x="316" y="86"/>
                  </a:cubicBezTo>
                  <a:cubicBezTo>
                    <a:pt x="316" y="86"/>
                    <a:pt x="314" y="87"/>
                    <a:pt x="313" y="89"/>
                  </a:cubicBezTo>
                  <a:cubicBezTo>
                    <a:pt x="311" y="96"/>
                    <a:pt x="310" y="99"/>
                    <a:pt x="310" y="99"/>
                  </a:cubicBezTo>
                  <a:cubicBezTo>
                    <a:pt x="309" y="99"/>
                    <a:pt x="310" y="96"/>
                    <a:pt x="312" y="89"/>
                  </a:cubicBezTo>
                  <a:cubicBezTo>
                    <a:pt x="314" y="83"/>
                    <a:pt x="314" y="80"/>
                    <a:pt x="314" y="80"/>
                  </a:cubicBezTo>
                  <a:lnTo>
                    <a:pt x="314" y="80"/>
                  </a:lnTo>
                  <a:cubicBezTo>
                    <a:pt x="313" y="80"/>
                    <a:pt x="311" y="85"/>
                    <a:pt x="307" y="95"/>
                  </a:cubicBezTo>
                  <a:cubicBezTo>
                    <a:pt x="306" y="98"/>
                    <a:pt x="305" y="99"/>
                    <a:pt x="305" y="99"/>
                  </a:cubicBezTo>
                  <a:cubicBezTo>
                    <a:pt x="304" y="99"/>
                    <a:pt x="305" y="97"/>
                    <a:pt x="305" y="94"/>
                  </a:cubicBezTo>
                  <a:cubicBezTo>
                    <a:pt x="307" y="86"/>
                    <a:pt x="308" y="83"/>
                    <a:pt x="307" y="83"/>
                  </a:cubicBezTo>
                  <a:lnTo>
                    <a:pt x="307" y="83"/>
                  </a:lnTo>
                  <a:cubicBezTo>
                    <a:pt x="307" y="83"/>
                    <a:pt x="307" y="84"/>
                    <a:pt x="306" y="87"/>
                  </a:cubicBezTo>
                  <a:cubicBezTo>
                    <a:pt x="304" y="93"/>
                    <a:pt x="303" y="96"/>
                    <a:pt x="302" y="96"/>
                  </a:cubicBezTo>
                  <a:cubicBezTo>
                    <a:pt x="302" y="96"/>
                    <a:pt x="302" y="93"/>
                    <a:pt x="304" y="86"/>
                  </a:cubicBezTo>
                  <a:cubicBezTo>
                    <a:pt x="305" y="79"/>
                    <a:pt x="306" y="76"/>
                    <a:pt x="306" y="76"/>
                  </a:cubicBezTo>
                  <a:lnTo>
                    <a:pt x="306" y="76"/>
                  </a:lnTo>
                  <a:cubicBezTo>
                    <a:pt x="305" y="76"/>
                    <a:pt x="304" y="79"/>
                    <a:pt x="302" y="85"/>
                  </a:cubicBezTo>
                  <a:cubicBezTo>
                    <a:pt x="299" y="91"/>
                    <a:pt x="297" y="94"/>
                    <a:pt x="296" y="94"/>
                  </a:cubicBezTo>
                  <a:cubicBezTo>
                    <a:pt x="295" y="94"/>
                    <a:pt x="295" y="91"/>
                    <a:pt x="296" y="84"/>
                  </a:cubicBezTo>
                  <a:cubicBezTo>
                    <a:pt x="296" y="84"/>
                    <a:pt x="297" y="80"/>
                    <a:pt x="296" y="80"/>
                  </a:cubicBezTo>
                  <a:lnTo>
                    <a:pt x="296" y="80"/>
                  </a:lnTo>
                  <a:cubicBezTo>
                    <a:pt x="296" y="80"/>
                    <a:pt x="296" y="81"/>
                    <a:pt x="295" y="83"/>
                  </a:cubicBezTo>
                  <a:lnTo>
                    <a:pt x="296" y="76"/>
                  </a:lnTo>
                  <a:lnTo>
                    <a:pt x="295" y="76"/>
                  </a:lnTo>
                  <a:lnTo>
                    <a:pt x="293" y="83"/>
                  </a:lnTo>
                  <a:cubicBezTo>
                    <a:pt x="292" y="83"/>
                    <a:pt x="290" y="74"/>
                    <a:pt x="284" y="72"/>
                  </a:cubicBezTo>
                  <a:cubicBezTo>
                    <a:pt x="280" y="71"/>
                    <a:pt x="278" y="70"/>
                    <a:pt x="276" y="70"/>
                  </a:cubicBezTo>
                  <a:cubicBezTo>
                    <a:pt x="274" y="70"/>
                    <a:pt x="273" y="71"/>
                    <a:pt x="273" y="75"/>
                  </a:cubicBezTo>
                  <a:cubicBezTo>
                    <a:pt x="272" y="81"/>
                    <a:pt x="270" y="85"/>
                    <a:pt x="270" y="85"/>
                  </a:cubicBezTo>
                  <a:lnTo>
                    <a:pt x="270" y="85"/>
                  </a:lnTo>
                  <a:cubicBezTo>
                    <a:pt x="270" y="85"/>
                    <a:pt x="270" y="81"/>
                    <a:pt x="272" y="75"/>
                  </a:cubicBezTo>
                  <a:cubicBezTo>
                    <a:pt x="270" y="75"/>
                    <a:pt x="272" y="67"/>
                    <a:pt x="269" y="67"/>
                  </a:cubicBezTo>
                  <a:cubicBezTo>
                    <a:pt x="268" y="66"/>
                    <a:pt x="266" y="66"/>
                    <a:pt x="268" y="59"/>
                  </a:cubicBezTo>
                  <a:lnTo>
                    <a:pt x="267" y="59"/>
                  </a:lnTo>
                  <a:cubicBezTo>
                    <a:pt x="265" y="65"/>
                    <a:pt x="262" y="68"/>
                    <a:pt x="260" y="68"/>
                  </a:cubicBezTo>
                  <a:cubicBezTo>
                    <a:pt x="259" y="68"/>
                    <a:pt x="258" y="66"/>
                    <a:pt x="257" y="62"/>
                  </a:cubicBezTo>
                  <a:cubicBezTo>
                    <a:pt x="257" y="62"/>
                    <a:pt x="256" y="62"/>
                    <a:pt x="256" y="62"/>
                  </a:cubicBezTo>
                  <a:cubicBezTo>
                    <a:pt x="255" y="62"/>
                    <a:pt x="254" y="63"/>
                    <a:pt x="251" y="68"/>
                  </a:cubicBezTo>
                  <a:cubicBezTo>
                    <a:pt x="250" y="71"/>
                    <a:pt x="249" y="72"/>
                    <a:pt x="249" y="72"/>
                  </a:cubicBezTo>
                  <a:cubicBezTo>
                    <a:pt x="248" y="72"/>
                    <a:pt x="249" y="70"/>
                    <a:pt x="249" y="67"/>
                  </a:cubicBezTo>
                  <a:cubicBezTo>
                    <a:pt x="251" y="63"/>
                    <a:pt x="250" y="58"/>
                    <a:pt x="248" y="58"/>
                  </a:cubicBezTo>
                  <a:cubicBezTo>
                    <a:pt x="247" y="58"/>
                    <a:pt x="246" y="60"/>
                    <a:pt x="245" y="65"/>
                  </a:cubicBezTo>
                  <a:lnTo>
                    <a:pt x="246" y="58"/>
                  </a:lnTo>
                  <a:cubicBezTo>
                    <a:pt x="246" y="56"/>
                    <a:pt x="246" y="55"/>
                    <a:pt x="246" y="55"/>
                  </a:cubicBezTo>
                  <a:lnTo>
                    <a:pt x="246" y="55"/>
                  </a:lnTo>
                  <a:cubicBezTo>
                    <a:pt x="246" y="55"/>
                    <a:pt x="244" y="60"/>
                    <a:pt x="242" y="65"/>
                  </a:cubicBezTo>
                  <a:cubicBezTo>
                    <a:pt x="241" y="70"/>
                    <a:pt x="240" y="73"/>
                    <a:pt x="240" y="73"/>
                  </a:cubicBezTo>
                  <a:cubicBezTo>
                    <a:pt x="239" y="73"/>
                    <a:pt x="240" y="68"/>
                    <a:pt x="242" y="57"/>
                  </a:cubicBezTo>
                  <a:cubicBezTo>
                    <a:pt x="245" y="49"/>
                    <a:pt x="246" y="46"/>
                    <a:pt x="245" y="46"/>
                  </a:cubicBezTo>
                  <a:lnTo>
                    <a:pt x="245" y="46"/>
                  </a:lnTo>
                  <a:cubicBezTo>
                    <a:pt x="245" y="46"/>
                    <a:pt x="244" y="47"/>
                    <a:pt x="244" y="50"/>
                  </a:cubicBezTo>
                  <a:cubicBezTo>
                    <a:pt x="242" y="55"/>
                    <a:pt x="240" y="59"/>
                    <a:pt x="240" y="59"/>
                  </a:cubicBezTo>
                  <a:cubicBezTo>
                    <a:pt x="240" y="59"/>
                    <a:pt x="240" y="58"/>
                    <a:pt x="240" y="56"/>
                  </a:cubicBezTo>
                  <a:cubicBezTo>
                    <a:pt x="239" y="56"/>
                    <a:pt x="238" y="56"/>
                    <a:pt x="235" y="69"/>
                  </a:cubicBezTo>
                  <a:cubicBezTo>
                    <a:pt x="232" y="75"/>
                    <a:pt x="231" y="75"/>
                    <a:pt x="231" y="75"/>
                  </a:cubicBezTo>
                  <a:cubicBezTo>
                    <a:pt x="232" y="70"/>
                    <a:pt x="233" y="66"/>
                    <a:pt x="236" y="61"/>
                  </a:cubicBezTo>
                  <a:lnTo>
                    <a:pt x="233" y="61"/>
                  </a:lnTo>
                  <a:cubicBezTo>
                    <a:pt x="233" y="57"/>
                    <a:pt x="233" y="52"/>
                    <a:pt x="236" y="48"/>
                  </a:cubicBezTo>
                  <a:cubicBezTo>
                    <a:pt x="236" y="45"/>
                    <a:pt x="236" y="43"/>
                    <a:pt x="236" y="43"/>
                  </a:cubicBezTo>
                  <a:lnTo>
                    <a:pt x="236" y="43"/>
                  </a:lnTo>
                  <a:cubicBezTo>
                    <a:pt x="235" y="43"/>
                    <a:pt x="234" y="46"/>
                    <a:pt x="232" y="53"/>
                  </a:cubicBezTo>
                  <a:cubicBezTo>
                    <a:pt x="230" y="64"/>
                    <a:pt x="229" y="66"/>
                    <a:pt x="228" y="66"/>
                  </a:cubicBezTo>
                  <a:cubicBezTo>
                    <a:pt x="228" y="66"/>
                    <a:pt x="228" y="66"/>
                    <a:pt x="228" y="66"/>
                  </a:cubicBezTo>
                  <a:cubicBezTo>
                    <a:pt x="227" y="66"/>
                    <a:pt x="226" y="66"/>
                    <a:pt x="228" y="59"/>
                  </a:cubicBezTo>
                  <a:cubicBezTo>
                    <a:pt x="230" y="52"/>
                    <a:pt x="230" y="52"/>
                    <a:pt x="228" y="52"/>
                  </a:cubicBezTo>
                  <a:cubicBezTo>
                    <a:pt x="228" y="52"/>
                    <a:pt x="228" y="52"/>
                    <a:pt x="228" y="52"/>
                  </a:cubicBezTo>
                  <a:cubicBezTo>
                    <a:pt x="225" y="52"/>
                    <a:pt x="218" y="71"/>
                    <a:pt x="213" y="83"/>
                  </a:cubicBezTo>
                  <a:cubicBezTo>
                    <a:pt x="212" y="89"/>
                    <a:pt x="211" y="93"/>
                    <a:pt x="211" y="93"/>
                  </a:cubicBezTo>
                  <a:cubicBezTo>
                    <a:pt x="210" y="93"/>
                    <a:pt x="211" y="89"/>
                    <a:pt x="212" y="83"/>
                  </a:cubicBezTo>
                  <a:cubicBezTo>
                    <a:pt x="214" y="76"/>
                    <a:pt x="213" y="76"/>
                    <a:pt x="213" y="76"/>
                  </a:cubicBezTo>
                  <a:lnTo>
                    <a:pt x="213" y="76"/>
                  </a:lnTo>
                  <a:cubicBezTo>
                    <a:pt x="213" y="77"/>
                    <a:pt x="212" y="78"/>
                    <a:pt x="212" y="78"/>
                  </a:cubicBezTo>
                  <a:cubicBezTo>
                    <a:pt x="212" y="78"/>
                    <a:pt x="212" y="76"/>
                    <a:pt x="213" y="76"/>
                  </a:cubicBezTo>
                  <a:cubicBezTo>
                    <a:pt x="213" y="76"/>
                    <a:pt x="213" y="76"/>
                    <a:pt x="213" y="76"/>
                  </a:cubicBezTo>
                  <a:cubicBezTo>
                    <a:pt x="216" y="69"/>
                    <a:pt x="216" y="69"/>
                    <a:pt x="217" y="69"/>
                  </a:cubicBezTo>
                  <a:lnTo>
                    <a:pt x="219" y="62"/>
                  </a:lnTo>
                  <a:cubicBezTo>
                    <a:pt x="220" y="56"/>
                    <a:pt x="221" y="53"/>
                    <a:pt x="220" y="53"/>
                  </a:cubicBezTo>
                  <a:lnTo>
                    <a:pt x="220" y="53"/>
                  </a:lnTo>
                  <a:cubicBezTo>
                    <a:pt x="220" y="53"/>
                    <a:pt x="219" y="56"/>
                    <a:pt x="217" y="62"/>
                  </a:cubicBezTo>
                  <a:cubicBezTo>
                    <a:pt x="215" y="65"/>
                    <a:pt x="214" y="66"/>
                    <a:pt x="214" y="66"/>
                  </a:cubicBezTo>
                  <a:cubicBezTo>
                    <a:pt x="214" y="66"/>
                    <a:pt x="214" y="65"/>
                    <a:pt x="214" y="61"/>
                  </a:cubicBezTo>
                  <a:cubicBezTo>
                    <a:pt x="215" y="59"/>
                    <a:pt x="215" y="56"/>
                    <a:pt x="216" y="54"/>
                  </a:cubicBezTo>
                  <a:lnTo>
                    <a:pt x="216" y="54"/>
                  </a:lnTo>
                  <a:cubicBezTo>
                    <a:pt x="216" y="54"/>
                    <a:pt x="213" y="53"/>
                    <a:pt x="214" y="47"/>
                  </a:cubicBezTo>
                  <a:cubicBezTo>
                    <a:pt x="213" y="47"/>
                    <a:pt x="212" y="47"/>
                    <a:pt x="210" y="52"/>
                  </a:cubicBezTo>
                  <a:cubicBezTo>
                    <a:pt x="209" y="59"/>
                    <a:pt x="208" y="59"/>
                    <a:pt x="207" y="59"/>
                  </a:cubicBezTo>
                  <a:cubicBezTo>
                    <a:pt x="207" y="59"/>
                    <a:pt x="206" y="59"/>
                    <a:pt x="206" y="59"/>
                  </a:cubicBezTo>
                  <a:cubicBezTo>
                    <a:pt x="206" y="59"/>
                    <a:pt x="205" y="60"/>
                    <a:pt x="203" y="65"/>
                  </a:cubicBezTo>
                  <a:cubicBezTo>
                    <a:pt x="202" y="71"/>
                    <a:pt x="199" y="77"/>
                    <a:pt x="198" y="77"/>
                  </a:cubicBezTo>
                  <a:cubicBezTo>
                    <a:pt x="196" y="79"/>
                    <a:pt x="195" y="80"/>
                    <a:pt x="195" y="80"/>
                  </a:cubicBezTo>
                  <a:cubicBezTo>
                    <a:pt x="195" y="80"/>
                    <a:pt x="196" y="77"/>
                    <a:pt x="198" y="69"/>
                  </a:cubicBezTo>
                  <a:cubicBezTo>
                    <a:pt x="199" y="63"/>
                    <a:pt x="199" y="62"/>
                    <a:pt x="198" y="62"/>
                  </a:cubicBezTo>
                  <a:cubicBezTo>
                    <a:pt x="198" y="62"/>
                    <a:pt x="196" y="62"/>
                    <a:pt x="198" y="56"/>
                  </a:cubicBezTo>
                  <a:cubicBezTo>
                    <a:pt x="198" y="54"/>
                    <a:pt x="198" y="53"/>
                    <a:pt x="198" y="53"/>
                  </a:cubicBezTo>
                  <a:lnTo>
                    <a:pt x="198" y="53"/>
                  </a:lnTo>
                  <a:cubicBezTo>
                    <a:pt x="198" y="53"/>
                    <a:pt x="197" y="57"/>
                    <a:pt x="195" y="61"/>
                  </a:cubicBezTo>
                  <a:lnTo>
                    <a:pt x="191" y="75"/>
                  </a:lnTo>
                  <a:cubicBezTo>
                    <a:pt x="192" y="68"/>
                    <a:pt x="193" y="61"/>
                    <a:pt x="195" y="55"/>
                  </a:cubicBezTo>
                  <a:lnTo>
                    <a:pt x="195" y="55"/>
                  </a:lnTo>
                  <a:cubicBezTo>
                    <a:pt x="194" y="59"/>
                    <a:pt x="192" y="63"/>
                    <a:pt x="191" y="63"/>
                  </a:cubicBezTo>
                  <a:cubicBezTo>
                    <a:pt x="191" y="63"/>
                    <a:pt x="190" y="62"/>
                    <a:pt x="191" y="60"/>
                  </a:cubicBezTo>
                  <a:cubicBezTo>
                    <a:pt x="189" y="60"/>
                    <a:pt x="187" y="59"/>
                    <a:pt x="190" y="52"/>
                  </a:cubicBezTo>
                  <a:cubicBezTo>
                    <a:pt x="190" y="50"/>
                    <a:pt x="190" y="49"/>
                    <a:pt x="190" y="49"/>
                  </a:cubicBezTo>
                  <a:cubicBezTo>
                    <a:pt x="189" y="49"/>
                    <a:pt x="187" y="52"/>
                    <a:pt x="187" y="52"/>
                  </a:cubicBezTo>
                  <a:cubicBezTo>
                    <a:pt x="186" y="55"/>
                    <a:pt x="186" y="56"/>
                    <a:pt x="185" y="56"/>
                  </a:cubicBezTo>
                  <a:cubicBezTo>
                    <a:pt x="184" y="56"/>
                    <a:pt x="184" y="54"/>
                    <a:pt x="184" y="50"/>
                  </a:cubicBezTo>
                  <a:cubicBezTo>
                    <a:pt x="184" y="43"/>
                    <a:pt x="184" y="40"/>
                    <a:pt x="184" y="40"/>
                  </a:cubicBezTo>
                  <a:cubicBezTo>
                    <a:pt x="183" y="40"/>
                    <a:pt x="182" y="43"/>
                    <a:pt x="181" y="49"/>
                  </a:cubicBezTo>
                  <a:cubicBezTo>
                    <a:pt x="179" y="53"/>
                    <a:pt x="178" y="57"/>
                    <a:pt x="178" y="57"/>
                  </a:cubicBezTo>
                  <a:cubicBezTo>
                    <a:pt x="178" y="57"/>
                    <a:pt x="178" y="55"/>
                    <a:pt x="180" y="49"/>
                  </a:cubicBezTo>
                  <a:cubicBezTo>
                    <a:pt x="180" y="47"/>
                    <a:pt x="180" y="46"/>
                    <a:pt x="180" y="46"/>
                  </a:cubicBezTo>
                  <a:lnTo>
                    <a:pt x="180" y="46"/>
                  </a:lnTo>
                  <a:cubicBezTo>
                    <a:pt x="179" y="46"/>
                    <a:pt x="177" y="50"/>
                    <a:pt x="175" y="54"/>
                  </a:cubicBezTo>
                  <a:cubicBezTo>
                    <a:pt x="172" y="60"/>
                    <a:pt x="168" y="74"/>
                    <a:pt x="166" y="80"/>
                  </a:cubicBezTo>
                  <a:cubicBezTo>
                    <a:pt x="164" y="87"/>
                    <a:pt x="162" y="90"/>
                    <a:pt x="162" y="90"/>
                  </a:cubicBezTo>
                  <a:cubicBezTo>
                    <a:pt x="162" y="90"/>
                    <a:pt x="162" y="89"/>
                    <a:pt x="163" y="86"/>
                  </a:cubicBezTo>
                  <a:cubicBezTo>
                    <a:pt x="163" y="81"/>
                    <a:pt x="163" y="77"/>
                    <a:pt x="165" y="72"/>
                  </a:cubicBezTo>
                  <a:cubicBezTo>
                    <a:pt x="167" y="66"/>
                    <a:pt x="167" y="66"/>
                    <a:pt x="167" y="66"/>
                  </a:cubicBezTo>
                  <a:lnTo>
                    <a:pt x="168" y="67"/>
                  </a:lnTo>
                  <a:cubicBezTo>
                    <a:pt x="171" y="60"/>
                    <a:pt x="173" y="53"/>
                    <a:pt x="171" y="53"/>
                  </a:cubicBezTo>
                  <a:cubicBezTo>
                    <a:pt x="171" y="49"/>
                    <a:pt x="171" y="47"/>
                    <a:pt x="171" y="47"/>
                  </a:cubicBezTo>
                  <a:lnTo>
                    <a:pt x="171" y="47"/>
                  </a:lnTo>
                  <a:cubicBezTo>
                    <a:pt x="171" y="47"/>
                    <a:pt x="171" y="49"/>
                    <a:pt x="170" y="52"/>
                  </a:cubicBezTo>
                  <a:cubicBezTo>
                    <a:pt x="171" y="46"/>
                    <a:pt x="170" y="44"/>
                    <a:pt x="167" y="44"/>
                  </a:cubicBezTo>
                  <a:cubicBezTo>
                    <a:pt x="166" y="43"/>
                    <a:pt x="164" y="43"/>
                    <a:pt x="165" y="37"/>
                  </a:cubicBezTo>
                  <a:cubicBezTo>
                    <a:pt x="165" y="36"/>
                    <a:pt x="164" y="36"/>
                    <a:pt x="164" y="36"/>
                  </a:cubicBezTo>
                  <a:cubicBezTo>
                    <a:pt x="163" y="36"/>
                    <a:pt x="162" y="37"/>
                    <a:pt x="161" y="42"/>
                  </a:cubicBezTo>
                  <a:cubicBezTo>
                    <a:pt x="159" y="49"/>
                    <a:pt x="157" y="52"/>
                    <a:pt x="157" y="52"/>
                  </a:cubicBezTo>
                  <a:cubicBezTo>
                    <a:pt x="157" y="52"/>
                    <a:pt x="157" y="51"/>
                    <a:pt x="158" y="48"/>
                  </a:cubicBezTo>
                  <a:cubicBezTo>
                    <a:pt x="161" y="39"/>
                    <a:pt x="158" y="31"/>
                    <a:pt x="154" y="31"/>
                  </a:cubicBezTo>
                  <a:cubicBezTo>
                    <a:pt x="152" y="31"/>
                    <a:pt x="150" y="33"/>
                    <a:pt x="148" y="38"/>
                  </a:cubicBezTo>
                  <a:lnTo>
                    <a:pt x="147" y="37"/>
                  </a:lnTo>
                  <a:cubicBezTo>
                    <a:pt x="148" y="33"/>
                    <a:pt x="146" y="30"/>
                    <a:pt x="145" y="30"/>
                  </a:cubicBezTo>
                  <a:cubicBezTo>
                    <a:pt x="143" y="30"/>
                    <a:pt x="142" y="31"/>
                    <a:pt x="140" y="34"/>
                  </a:cubicBezTo>
                  <a:lnTo>
                    <a:pt x="138" y="33"/>
                  </a:lnTo>
                  <a:cubicBezTo>
                    <a:pt x="139" y="30"/>
                    <a:pt x="139" y="28"/>
                    <a:pt x="138" y="28"/>
                  </a:cubicBezTo>
                  <a:cubicBezTo>
                    <a:pt x="137" y="28"/>
                    <a:pt x="136" y="29"/>
                    <a:pt x="135" y="32"/>
                  </a:cubicBezTo>
                  <a:cubicBezTo>
                    <a:pt x="134" y="34"/>
                    <a:pt x="134" y="36"/>
                    <a:pt x="133" y="37"/>
                  </a:cubicBezTo>
                  <a:lnTo>
                    <a:pt x="133" y="37"/>
                  </a:lnTo>
                  <a:cubicBezTo>
                    <a:pt x="134" y="32"/>
                    <a:pt x="132" y="31"/>
                    <a:pt x="130" y="30"/>
                  </a:cubicBezTo>
                  <a:cubicBezTo>
                    <a:pt x="129" y="29"/>
                    <a:pt x="129" y="29"/>
                    <a:pt x="128" y="29"/>
                  </a:cubicBezTo>
                  <a:cubicBezTo>
                    <a:pt x="127" y="29"/>
                    <a:pt x="127" y="31"/>
                    <a:pt x="126" y="35"/>
                  </a:cubicBezTo>
                  <a:cubicBezTo>
                    <a:pt x="125" y="37"/>
                    <a:pt x="124" y="38"/>
                    <a:pt x="123" y="38"/>
                  </a:cubicBezTo>
                  <a:cubicBezTo>
                    <a:pt x="122" y="38"/>
                    <a:pt x="123" y="33"/>
                    <a:pt x="125" y="29"/>
                  </a:cubicBezTo>
                  <a:cubicBezTo>
                    <a:pt x="127" y="23"/>
                    <a:pt x="128" y="19"/>
                    <a:pt x="127" y="19"/>
                  </a:cubicBezTo>
                  <a:lnTo>
                    <a:pt x="127" y="19"/>
                  </a:lnTo>
                  <a:cubicBezTo>
                    <a:pt x="127" y="19"/>
                    <a:pt x="125" y="24"/>
                    <a:pt x="121" y="34"/>
                  </a:cubicBezTo>
                  <a:cubicBezTo>
                    <a:pt x="119" y="41"/>
                    <a:pt x="117" y="44"/>
                    <a:pt x="116" y="44"/>
                  </a:cubicBezTo>
                  <a:cubicBezTo>
                    <a:pt x="116" y="44"/>
                    <a:pt x="116" y="43"/>
                    <a:pt x="117" y="40"/>
                  </a:cubicBezTo>
                  <a:cubicBezTo>
                    <a:pt x="118" y="35"/>
                    <a:pt x="119" y="34"/>
                    <a:pt x="120" y="34"/>
                  </a:cubicBezTo>
                  <a:cubicBezTo>
                    <a:pt x="120" y="34"/>
                    <a:pt x="120" y="34"/>
                    <a:pt x="120" y="34"/>
                  </a:cubicBezTo>
                  <a:lnTo>
                    <a:pt x="125" y="21"/>
                  </a:lnTo>
                  <a:cubicBezTo>
                    <a:pt x="124" y="21"/>
                    <a:pt x="124" y="21"/>
                    <a:pt x="121" y="26"/>
                  </a:cubicBezTo>
                  <a:cubicBezTo>
                    <a:pt x="121" y="26"/>
                    <a:pt x="120" y="26"/>
                    <a:pt x="118" y="33"/>
                  </a:cubicBezTo>
                  <a:cubicBezTo>
                    <a:pt x="115" y="39"/>
                    <a:pt x="112" y="46"/>
                    <a:pt x="111" y="52"/>
                  </a:cubicBezTo>
                  <a:cubicBezTo>
                    <a:pt x="110" y="57"/>
                    <a:pt x="110" y="58"/>
                    <a:pt x="109" y="58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09" y="51"/>
                    <a:pt x="111" y="44"/>
                    <a:pt x="113" y="39"/>
                  </a:cubicBezTo>
                  <a:cubicBezTo>
                    <a:pt x="116" y="34"/>
                    <a:pt x="118" y="30"/>
                    <a:pt x="119" y="25"/>
                  </a:cubicBezTo>
                  <a:cubicBezTo>
                    <a:pt x="119" y="24"/>
                    <a:pt x="120" y="24"/>
                    <a:pt x="119" y="24"/>
                  </a:cubicBezTo>
                  <a:lnTo>
                    <a:pt x="119" y="24"/>
                  </a:lnTo>
                  <a:cubicBezTo>
                    <a:pt x="119" y="24"/>
                    <a:pt x="114" y="31"/>
                    <a:pt x="109" y="40"/>
                  </a:cubicBezTo>
                  <a:lnTo>
                    <a:pt x="109" y="40"/>
                  </a:lnTo>
                  <a:cubicBezTo>
                    <a:pt x="110" y="39"/>
                    <a:pt x="110" y="38"/>
                    <a:pt x="110" y="37"/>
                  </a:cubicBezTo>
                  <a:cubicBezTo>
                    <a:pt x="112" y="31"/>
                    <a:pt x="111" y="30"/>
                    <a:pt x="109" y="30"/>
                  </a:cubicBezTo>
                  <a:cubicBezTo>
                    <a:pt x="109" y="29"/>
                    <a:pt x="108" y="29"/>
                    <a:pt x="108" y="29"/>
                  </a:cubicBezTo>
                  <a:cubicBezTo>
                    <a:pt x="107" y="29"/>
                    <a:pt x="106" y="31"/>
                    <a:pt x="104" y="35"/>
                  </a:cubicBezTo>
                  <a:cubicBezTo>
                    <a:pt x="104" y="40"/>
                    <a:pt x="102" y="43"/>
                    <a:pt x="100" y="48"/>
                  </a:cubicBezTo>
                  <a:cubicBezTo>
                    <a:pt x="100" y="52"/>
                    <a:pt x="99" y="57"/>
                    <a:pt x="97" y="61"/>
                  </a:cubicBezTo>
                  <a:lnTo>
                    <a:pt x="99" y="47"/>
                  </a:lnTo>
                  <a:cubicBezTo>
                    <a:pt x="101" y="33"/>
                    <a:pt x="102" y="26"/>
                    <a:pt x="99" y="25"/>
                  </a:cubicBezTo>
                  <a:cubicBezTo>
                    <a:pt x="98" y="24"/>
                    <a:pt x="95" y="24"/>
                    <a:pt x="97" y="17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5" y="17"/>
                    <a:pt x="94" y="18"/>
                    <a:pt x="92" y="23"/>
                  </a:cubicBezTo>
                  <a:lnTo>
                    <a:pt x="91" y="22"/>
                  </a:lnTo>
                  <a:cubicBezTo>
                    <a:pt x="92" y="18"/>
                    <a:pt x="92" y="17"/>
                    <a:pt x="91" y="17"/>
                  </a:cubicBezTo>
                  <a:lnTo>
                    <a:pt x="91" y="17"/>
                  </a:lnTo>
                  <a:cubicBezTo>
                    <a:pt x="91" y="17"/>
                    <a:pt x="90" y="18"/>
                    <a:pt x="89" y="21"/>
                  </a:cubicBezTo>
                  <a:cubicBezTo>
                    <a:pt x="88" y="23"/>
                    <a:pt x="87" y="24"/>
                    <a:pt x="87" y="24"/>
                  </a:cubicBezTo>
                  <a:cubicBezTo>
                    <a:pt x="86" y="24"/>
                    <a:pt x="87" y="21"/>
                    <a:pt x="87" y="21"/>
                  </a:cubicBezTo>
                  <a:cubicBezTo>
                    <a:pt x="88" y="15"/>
                    <a:pt x="88" y="11"/>
                    <a:pt x="88" y="11"/>
                  </a:cubicBezTo>
                  <a:lnTo>
                    <a:pt x="88" y="11"/>
                  </a:lnTo>
                  <a:cubicBezTo>
                    <a:pt x="88" y="11"/>
                    <a:pt x="86" y="16"/>
                    <a:pt x="83" y="26"/>
                  </a:cubicBezTo>
                  <a:cubicBezTo>
                    <a:pt x="82" y="31"/>
                    <a:pt x="81" y="35"/>
                    <a:pt x="82" y="40"/>
                  </a:cubicBezTo>
                  <a:lnTo>
                    <a:pt x="84" y="41"/>
                  </a:lnTo>
                  <a:lnTo>
                    <a:pt x="80" y="47"/>
                  </a:lnTo>
                  <a:cubicBezTo>
                    <a:pt x="76" y="50"/>
                    <a:pt x="74" y="54"/>
                    <a:pt x="73" y="59"/>
                  </a:cubicBezTo>
                  <a:cubicBezTo>
                    <a:pt x="73" y="59"/>
                    <a:pt x="71" y="65"/>
                    <a:pt x="70" y="6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70" y="65"/>
                    <a:pt x="72" y="59"/>
                    <a:pt x="74" y="52"/>
                  </a:cubicBezTo>
                  <a:cubicBezTo>
                    <a:pt x="78" y="46"/>
                    <a:pt x="80" y="40"/>
                    <a:pt x="81" y="33"/>
                  </a:cubicBezTo>
                  <a:cubicBezTo>
                    <a:pt x="83" y="25"/>
                    <a:pt x="84" y="19"/>
                    <a:pt x="83" y="19"/>
                  </a:cubicBezTo>
                  <a:lnTo>
                    <a:pt x="83" y="19"/>
                  </a:lnTo>
                  <a:cubicBezTo>
                    <a:pt x="83" y="19"/>
                    <a:pt x="82" y="21"/>
                    <a:pt x="81" y="25"/>
                  </a:cubicBezTo>
                  <a:cubicBezTo>
                    <a:pt x="80" y="25"/>
                    <a:pt x="80" y="25"/>
                    <a:pt x="81" y="19"/>
                  </a:cubicBezTo>
                  <a:cubicBezTo>
                    <a:pt x="82" y="16"/>
                    <a:pt x="82" y="14"/>
                    <a:pt x="82" y="14"/>
                  </a:cubicBezTo>
                  <a:lnTo>
                    <a:pt x="82" y="14"/>
                  </a:lnTo>
                  <a:cubicBezTo>
                    <a:pt x="82" y="14"/>
                    <a:pt x="80" y="17"/>
                    <a:pt x="78" y="24"/>
                  </a:cubicBezTo>
                  <a:cubicBezTo>
                    <a:pt x="75" y="30"/>
                    <a:pt x="74" y="33"/>
                    <a:pt x="73" y="33"/>
                  </a:cubicBezTo>
                  <a:cubicBezTo>
                    <a:pt x="73" y="33"/>
                    <a:pt x="74" y="30"/>
                    <a:pt x="75" y="23"/>
                  </a:cubicBezTo>
                  <a:cubicBezTo>
                    <a:pt x="77" y="15"/>
                    <a:pt x="76" y="11"/>
                    <a:pt x="75" y="11"/>
                  </a:cubicBezTo>
                  <a:lnTo>
                    <a:pt x="75" y="11"/>
                  </a:lnTo>
                  <a:cubicBezTo>
                    <a:pt x="75" y="11"/>
                    <a:pt x="74" y="13"/>
                    <a:pt x="73" y="15"/>
                  </a:cubicBezTo>
                  <a:cubicBezTo>
                    <a:pt x="70" y="22"/>
                    <a:pt x="69" y="25"/>
                    <a:pt x="68" y="25"/>
                  </a:cubicBezTo>
                  <a:cubicBezTo>
                    <a:pt x="67" y="25"/>
                    <a:pt x="67" y="24"/>
                    <a:pt x="67" y="21"/>
                  </a:cubicBezTo>
                  <a:cubicBezTo>
                    <a:pt x="69" y="17"/>
                    <a:pt x="69" y="15"/>
                    <a:pt x="68" y="15"/>
                  </a:cubicBezTo>
                  <a:lnTo>
                    <a:pt x="68" y="15"/>
                  </a:lnTo>
                  <a:cubicBezTo>
                    <a:pt x="68" y="15"/>
                    <a:pt x="67" y="17"/>
                    <a:pt x="65" y="20"/>
                  </a:cubicBezTo>
                  <a:cubicBezTo>
                    <a:pt x="67" y="15"/>
                    <a:pt x="68" y="10"/>
                    <a:pt x="68" y="10"/>
                  </a:cubicBezTo>
                  <a:lnTo>
                    <a:pt x="68" y="10"/>
                  </a:lnTo>
                  <a:cubicBezTo>
                    <a:pt x="68" y="10"/>
                    <a:pt x="67" y="11"/>
                    <a:pt x="66" y="13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6" y="13"/>
                    <a:pt x="65" y="14"/>
                    <a:pt x="64" y="19"/>
                  </a:cubicBezTo>
                  <a:lnTo>
                    <a:pt x="58" y="31"/>
                  </a:lnTo>
                  <a:cubicBezTo>
                    <a:pt x="58" y="35"/>
                    <a:pt x="56" y="40"/>
                    <a:pt x="55" y="44"/>
                  </a:cubicBezTo>
                  <a:cubicBezTo>
                    <a:pt x="55" y="46"/>
                    <a:pt x="54" y="47"/>
                    <a:pt x="54" y="47"/>
                  </a:cubicBezTo>
                  <a:cubicBezTo>
                    <a:pt x="53" y="47"/>
                    <a:pt x="53" y="39"/>
                    <a:pt x="57" y="23"/>
                  </a:cubicBezTo>
                  <a:lnTo>
                    <a:pt x="60" y="10"/>
                  </a:lnTo>
                  <a:lnTo>
                    <a:pt x="60" y="10"/>
                  </a:lnTo>
                  <a:cubicBezTo>
                    <a:pt x="57" y="16"/>
                    <a:pt x="55" y="23"/>
                    <a:pt x="55" y="23"/>
                  </a:cubicBezTo>
                  <a:cubicBezTo>
                    <a:pt x="55" y="22"/>
                    <a:pt x="54" y="22"/>
                    <a:pt x="56" y="15"/>
                  </a:cubicBezTo>
                  <a:cubicBezTo>
                    <a:pt x="58" y="10"/>
                    <a:pt x="58" y="10"/>
                    <a:pt x="57" y="8"/>
                  </a:cubicBezTo>
                  <a:lnTo>
                    <a:pt x="57" y="8"/>
                  </a:lnTo>
                  <a:cubicBezTo>
                    <a:pt x="57" y="8"/>
                    <a:pt x="57" y="9"/>
                    <a:pt x="55" y="15"/>
                  </a:cubicBezTo>
                  <a:cubicBezTo>
                    <a:pt x="53" y="22"/>
                    <a:pt x="51" y="25"/>
                    <a:pt x="51" y="25"/>
                  </a:cubicBezTo>
                  <a:cubicBezTo>
                    <a:pt x="51" y="25"/>
                    <a:pt x="51" y="24"/>
                    <a:pt x="52" y="21"/>
                  </a:cubicBezTo>
                  <a:cubicBezTo>
                    <a:pt x="53" y="15"/>
                    <a:pt x="54" y="11"/>
                    <a:pt x="54" y="11"/>
                  </a:cubicBezTo>
                  <a:lnTo>
                    <a:pt x="54" y="11"/>
                  </a:lnTo>
                  <a:cubicBezTo>
                    <a:pt x="54" y="11"/>
                    <a:pt x="52" y="14"/>
                    <a:pt x="49" y="21"/>
                  </a:cubicBezTo>
                  <a:cubicBezTo>
                    <a:pt x="47" y="27"/>
                    <a:pt x="46" y="30"/>
                    <a:pt x="46" y="30"/>
                  </a:cubicBezTo>
                  <a:cubicBezTo>
                    <a:pt x="46" y="30"/>
                    <a:pt x="47" y="27"/>
                    <a:pt x="48" y="20"/>
                  </a:cubicBezTo>
                  <a:cubicBezTo>
                    <a:pt x="51" y="15"/>
                    <a:pt x="52" y="11"/>
                    <a:pt x="52" y="6"/>
                  </a:cubicBezTo>
                  <a:lnTo>
                    <a:pt x="52" y="6"/>
                  </a:lnTo>
                  <a:lnTo>
                    <a:pt x="49" y="13"/>
                  </a:lnTo>
                  <a:cubicBezTo>
                    <a:pt x="47" y="20"/>
                    <a:pt x="45" y="23"/>
                    <a:pt x="45" y="23"/>
                  </a:cubicBezTo>
                  <a:cubicBezTo>
                    <a:pt x="45" y="23"/>
                    <a:pt x="45" y="21"/>
                    <a:pt x="46" y="19"/>
                  </a:cubicBezTo>
                  <a:cubicBezTo>
                    <a:pt x="47" y="15"/>
                    <a:pt x="48" y="13"/>
                    <a:pt x="47" y="13"/>
                  </a:cubicBezTo>
                  <a:lnTo>
                    <a:pt x="47" y="13"/>
                  </a:lnTo>
                  <a:cubicBezTo>
                    <a:pt x="47" y="13"/>
                    <a:pt x="45" y="15"/>
                    <a:pt x="44" y="17"/>
                  </a:cubicBezTo>
                  <a:cubicBezTo>
                    <a:pt x="42" y="17"/>
                    <a:pt x="42" y="17"/>
                    <a:pt x="44" y="11"/>
                  </a:cubicBezTo>
                  <a:cubicBezTo>
                    <a:pt x="46" y="4"/>
                    <a:pt x="47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33"/>
            <p:cNvSpPr/>
            <p:nvPr/>
          </p:nvSpPr>
          <p:spPr>
            <a:xfrm>
              <a:off x="2337395" y="1452331"/>
              <a:ext cx="140449" cy="30367"/>
            </a:xfrm>
            <a:custGeom>
              <a:avLst/>
              <a:gdLst/>
              <a:ahLst/>
              <a:cxnLst/>
              <a:rect l="l" t="t" r="r" b="b"/>
              <a:pathLst>
                <a:path w="1406" h="304" extrusionOk="0">
                  <a:moveTo>
                    <a:pt x="392" y="0"/>
                  </a:moveTo>
                  <a:cubicBezTo>
                    <a:pt x="388" y="0"/>
                    <a:pt x="388" y="0"/>
                    <a:pt x="391" y="8"/>
                  </a:cubicBezTo>
                  <a:lnTo>
                    <a:pt x="394" y="9"/>
                  </a:lnTo>
                  <a:cubicBezTo>
                    <a:pt x="394" y="0"/>
                    <a:pt x="394" y="0"/>
                    <a:pt x="392" y="0"/>
                  </a:cubicBezTo>
                  <a:close/>
                  <a:moveTo>
                    <a:pt x="55" y="46"/>
                  </a:moveTo>
                  <a:lnTo>
                    <a:pt x="56" y="55"/>
                  </a:lnTo>
                  <a:lnTo>
                    <a:pt x="58" y="55"/>
                  </a:lnTo>
                  <a:cubicBezTo>
                    <a:pt x="58" y="47"/>
                    <a:pt x="58" y="47"/>
                    <a:pt x="56" y="46"/>
                  </a:cubicBezTo>
                  <a:close/>
                  <a:moveTo>
                    <a:pt x="983" y="48"/>
                  </a:moveTo>
                  <a:cubicBezTo>
                    <a:pt x="983" y="57"/>
                    <a:pt x="983" y="65"/>
                    <a:pt x="982" y="65"/>
                  </a:cubicBezTo>
                  <a:lnTo>
                    <a:pt x="979" y="56"/>
                  </a:lnTo>
                  <a:lnTo>
                    <a:pt x="982" y="48"/>
                  </a:lnTo>
                  <a:close/>
                  <a:moveTo>
                    <a:pt x="619" y="52"/>
                  </a:moveTo>
                  <a:cubicBezTo>
                    <a:pt x="619" y="60"/>
                    <a:pt x="619" y="69"/>
                    <a:pt x="618" y="69"/>
                  </a:cubicBezTo>
                  <a:lnTo>
                    <a:pt x="616" y="69"/>
                  </a:lnTo>
                  <a:cubicBezTo>
                    <a:pt x="617" y="63"/>
                    <a:pt x="617" y="57"/>
                    <a:pt x="618" y="52"/>
                  </a:cubicBezTo>
                  <a:close/>
                  <a:moveTo>
                    <a:pt x="394" y="69"/>
                  </a:moveTo>
                  <a:cubicBezTo>
                    <a:pt x="394" y="71"/>
                    <a:pt x="394" y="72"/>
                    <a:pt x="393" y="72"/>
                  </a:cubicBezTo>
                  <a:cubicBezTo>
                    <a:pt x="393" y="72"/>
                    <a:pt x="392" y="69"/>
                    <a:pt x="394" y="69"/>
                  </a:cubicBezTo>
                  <a:close/>
                  <a:moveTo>
                    <a:pt x="962" y="56"/>
                  </a:moveTo>
                  <a:cubicBezTo>
                    <a:pt x="964" y="56"/>
                    <a:pt x="964" y="56"/>
                    <a:pt x="964" y="64"/>
                  </a:cubicBezTo>
                  <a:cubicBezTo>
                    <a:pt x="964" y="64"/>
                    <a:pt x="964" y="73"/>
                    <a:pt x="962" y="73"/>
                  </a:cubicBezTo>
                  <a:lnTo>
                    <a:pt x="960" y="64"/>
                  </a:lnTo>
                  <a:cubicBezTo>
                    <a:pt x="960" y="56"/>
                    <a:pt x="962" y="56"/>
                    <a:pt x="962" y="56"/>
                  </a:cubicBezTo>
                  <a:close/>
                  <a:moveTo>
                    <a:pt x="360" y="58"/>
                  </a:moveTo>
                  <a:cubicBezTo>
                    <a:pt x="360" y="64"/>
                    <a:pt x="361" y="70"/>
                    <a:pt x="362" y="75"/>
                  </a:cubicBezTo>
                  <a:cubicBezTo>
                    <a:pt x="364" y="75"/>
                    <a:pt x="364" y="67"/>
                    <a:pt x="364" y="67"/>
                  </a:cubicBezTo>
                  <a:cubicBezTo>
                    <a:pt x="364" y="67"/>
                    <a:pt x="364" y="58"/>
                    <a:pt x="362" y="58"/>
                  </a:cubicBezTo>
                  <a:close/>
                  <a:moveTo>
                    <a:pt x="1161" y="64"/>
                  </a:moveTo>
                  <a:cubicBezTo>
                    <a:pt x="1163" y="64"/>
                    <a:pt x="1163" y="64"/>
                    <a:pt x="1163" y="72"/>
                  </a:cubicBezTo>
                  <a:cubicBezTo>
                    <a:pt x="1163" y="81"/>
                    <a:pt x="1161" y="89"/>
                    <a:pt x="1160" y="89"/>
                  </a:cubicBezTo>
                  <a:cubicBezTo>
                    <a:pt x="1158" y="81"/>
                    <a:pt x="1159" y="72"/>
                    <a:pt x="1161" y="64"/>
                  </a:cubicBezTo>
                  <a:close/>
                  <a:moveTo>
                    <a:pt x="345" y="83"/>
                  </a:moveTo>
                  <a:cubicBezTo>
                    <a:pt x="346" y="83"/>
                    <a:pt x="346" y="83"/>
                    <a:pt x="346" y="92"/>
                  </a:cubicBezTo>
                  <a:lnTo>
                    <a:pt x="345" y="92"/>
                  </a:lnTo>
                  <a:lnTo>
                    <a:pt x="342" y="83"/>
                  </a:lnTo>
                  <a:close/>
                  <a:moveTo>
                    <a:pt x="1395" y="57"/>
                  </a:moveTo>
                  <a:cubicBezTo>
                    <a:pt x="1396" y="57"/>
                    <a:pt x="1396" y="69"/>
                    <a:pt x="1393" y="81"/>
                  </a:cubicBezTo>
                  <a:cubicBezTo>
                    <a:pt x="1392" y="89"/>
                    <a:pt x="1392" y="94"/>
                    <a:pt x="1391" y="94"/>
                  </a:cubicBezTo>
                  <a:cubicBezTo>
                    <a:pt x="1391" y="94"/>
                    <a:pt x="1391" y="89"/>
                    <a:pt x="1391" y="81"/>
                  </a:cubicBezTo>
                  <a:cubicBezTo>
                    <a:pt x="1391" y="73"/>
                    <a:pt x="1391" y="64"/>
                    <a:pt x="1393" y="64"/>
                  </a:cubicBezTo>
                  <a:cubicBezTo>
                    <a:pt x="1394" y="59"/>
                    <a:pt x="1395" y="57"/>
                    <a:pt x="1395" y="57"/>
                  </a:cubicBezTo>
                  <a:close/>
                  <a:moveTo>
                    <a:pt x="227" y="79"/>
                  </a:moveTo>
                  <a:lnTo>
                    <a:pt x="227" y="88"/>
                  </a:lnTo>
                  <a:lnTo>
                    <a:pt x="226" y="96"/>
                  </a:lnTo>
                  <a:lnTo>
                    <a:pt x="223" y="88"/>
                  </a:lnTo>
                  <a:cubicBezTo>
                    <a:pt x="223" y="79"/>
                    <a:pt x="226" y="79"/>
                    <a:pt x="227" y="79"/>
                  </a:cubicBezTo>
                  <a:close/>
                  <a:moveTo>
                    <a:pt x="272" y="66"/>
                  </a:moveTo>
                  <a:cubicBezTo>
                    <a:pt x="273" y="66"/>
                    <a:pt x="272" y="70"/>
                    <a:pt x="272" y="81"/>
                  </a:cubicBezTo>
                  <a:lnTo>
                    <a:pt x="268" y="98"/>
                  </a:lnTo>
                  <a:cubicBezTo>
                    <a:pt x="266" y="98"/>
                    <a:pt x="268" y="89"/>
                    <a:pt x="269" y="72"/>
                  </a:cubicBezTo>
                  <a:cubicBezTo>
                    <a:pt x="271" y="68"/>
                    <a:pt x="272" y="66"/>
                    <a:pt x="272" y="66"/>
                  </a:cubicBezTo>
                  <a:close/>
                  <a:moveTo>
                    <a:pt x="330" y="80"/>
                  </a:moveTo>
                  <a:cubicBezTo>
                    <a:pt x="332" y="80"/>
                    <a:pt x="332" y="88"/>
                    <a:pt x="331" y="100"/>
                  </a:cubicBezTo>
                  <a:lnTo>
                    <a:pt x="328" y="100"/>
                  </a:lnTo>
                  <a:cubicBezTo>
                    <a:pt x="328" y="91"/>
                    <a:pt x="328" y="83"/>
                    <a:pt x="329" y="83"/>
                  </a:cubicBezTo>
                  <a:cubicBezTo>
                    <a:pt x="329" y="81"/>
                    <a:pt x="330" y="80"/>
                    <a:pt x="330" y="80"/>
                  </a:cubicBezTo>
                  <a:close/>
                  <a:moveTo>
                    <a:pt x="33" y="89"/>
                  </a:moveTo>
                  <a:cubicBezTo>
                    <a:pt x="33" y="89"/>
                    <a:pt x="33" y="89"/>
                    <a:pt x="34" y="89"/>
                  </a:cubicBezTo>
                  <a:cubicBezTo>
                    <a:pt x="35" y="89"/>
                    <a:pt x="35" y="89"/>
                    <a:pt x="35" y="97"/>
                  </a:cubicBezTo>
                  <a:cubicBezTo>
                    <a:pt x="35" y="97"/>
                    <a:pt x="34" y="106"/>
                    <a:pt x="32" y="106"/>
                  </a:cubicBezTo>
                  <a:lnTo>
                    <a:pt x="30" y="97"/>
                  </a:lnTo>
                  <a:cubicBezTo>
                    <a:pt x="30" y="89"/>
                    <a:pt x="31" y="89"/>
                    <a:pt x="33" y="89"/>
                  </a:cubicBezTo>
                  <a:close/>
                  <a:moveTo>
                    <a:pt x="1039" y="93"/>
                  </a:moveTo>
                  <a:cubicBezTo>
                    <a:pt x="1041" y="93"/>
                    <a:pt x="1041" y="101"/>
                    <a:pt x="1041" y="101"/>
                  </a:cubicBezTo>
                  <a:cubicBezTo>
                    <a:pt x="1041" y="101"/>
                    <a:pt x="1041" y="110"/>
                    <a:pt x="1039" y="110"/>
                  </a:cubicBezTo>
                  <a:cubicBezTo>
                    <a:pt x="1038" y="104"/>
                    <a:pt x="1038" y="99"/>
                    <a:pt x="1038" y="93"/>
                  </a:cubicBezTo>
                  <a:close/>
                  <a:moveTo>
                    <a:pt x="431" y="90"/>
                  </a:moveTo>
                  <a:cubicBezTo>
                    <a:pt x="431" y="90"/>
                    <a:pt x="433" y="94"/>
                    <a:pt x="433" y="103"/>
                  </a:cubicBezTo>
                  <a:cubicBezTo>
                    <a:pt x="433" y="112"/>
                    <a:pt x="433" y="112"/>
                    <a:pt x="432" y="112"/>
                  </a:cubicBezTo>
                  <a:cubicBezTo>
                    <a:pt x="431" y="107"/>
                    <a:pt x="430" y="101"/>
                    <a:pt x="430" y="96"/>
                  </a:cubicBezTo>
                  <a:cubicBezTo>
                    <a:pt x="430" y="92"/>
                    <a:pt x="430" y="90"/>
                    <a:pt x="431" y="90"/>
                  </a:cubicBezTo>
                  <a:close/>
                  <a:moveTo>
                    <a:pt x="444" y="96"/>
                  </a:moveTo>
                  <a:cubicBezTo>
                    <a:pt x="444" y="104"/>
                    <a:pt x="444" y="112"/>
                    <a:pt x="443" y="112"/>
                  </a:cubicBezTo>
                  <a:lnTo>
                    <a:pt x="441" y="104"/>
                  </a:lnTo>
                  <a:lnTo>
                    <a:pt x="443" y="96"/>
                  </a:lnTo>
                  <a:close/>
                  <a:moveTo>
                    <a:pt x="1107" y="92"/>
                  </a:moveTo>
                  <a:cubicBezTo>
                    <a:pt x="1107" y="92"/>
                    <a:pt x="1107" y="93"/>
                    <a:pt x="1107" y="96"/>
                  </a:cubicBezTo>
                  <a:cubicBezTo>
                    <a:pt x="1107" y="101"/>
                    <a:pt x="1106" y="107"/>
                    <a:pt x="1105" y="112"/>
                  </a:cubicBezTo>
                  <a:cubicBezTo>
                    <a:pt x="1105" y="112"/>
                    <a:pt x="1105" y="116"/>
                    <a:pt x="1104" y="116"/>
                  </a:cubicBezTo>
                  <a:cubicBezTo>
                    <a:pt x="1104" y="116"/>
                    <a:pt x="1104" y="115"/>
                    <a:pt x="1104" y="112"/>
                  </a:cubicBezTo>
                  <a:lnTo>
                    <a:pt x="1104" y="104"/>
                  </a:lnTo>
                  <a:cubicBezTo>
                    <a:pt x="1105" y="98"/>
                    <a:pt x="1106" y="92"/>
                    <a:pt x="1107" y="92"/>
                  </a:cubicBezTo>
                  <a:close/>
                  <a:moveTo>
                    <a:pt x="995" y="102"/>
                  </a:moveTo>
                  <a:cubicBezTo>
                    <a:pt x="996" y="102"/>
                    <a:pt x="996" y="104"/>
                    <a:pt x="996" y="109"/>
                  </a:cubicBezTo>
                  <a:cubicBezTo>
                    <a:pt x="996" y="117"/>
                    <a:pt x="996" y="117"/>
                    <a:pt x="995" y="117"/>
                  </a:cubicBezTo>
                  <a:cubicBezTo>
                    <a:pt x="992" y="117"/>
                    <a:pt x="992" y="117"/>
                    <a:pt x="993" y="108"/>
                  </a:cubicBezTo>
                  <a:cubicBezTo>
                    <a:pt x="994" y="104"/>
                    <a:pt x="995" y="102"/>
                    <a:pt x="995" y="102"/>
                  </a:cubicBezTo>
                  <a:close/>
                  <a:moveTo>
                    <a:pt x="1006" y="109"/>
                  </a:moveTo>
                  <a:cubicBezTo>
                    <a:pt x="1008" y="109"/>
                    <a:pt x="1008" y="109"/>
                    <a:pt x="1008" y="117"/>
                  </a:cubicBezTo>
                  <a:lnTo>
                    <a:pt x="1006" y="117"/>
                  </a:lnTo>
                  <a:lnTo>
                    <a:pt x="1004" y="109"/>
                  </a:lnTo>
                  <a:close/>
                  <a:moveTo>
                    <a:pt x="1023" y="109"/>
                  </a:moveTo>
                  <a:cubicBezTo>
                    <a:pt x="1024" y="109"/>
                    <a:pt x="1024" y="109"/>
                    <a:pt x="1024" y="118"/>
                  </a:cubicBezTo>
                  <a:lnTo>
                    <a:pt x="1023" y="118"/>
                  </a:lnTo>
                  <a:lnTo>
                    <a:pt x="1021" y="109"/>
                  </a:lnTo>
                  <a:close/>
                  <a:moveTo>
                    <a:pt x="825" y="102"/>
                  </a:moveTo>
                  <a:cubicBezTo>
                    <a:pt x="825" y="110"/>
                    <a:pt x="825" y="119"/>
                    <a:pt x="822" y="119"/>
                  </a:cubicBezTo>
                  <a:lnTo>
                    <a:pt x="821" y="119"/>
                  </a:lnTo>
                  <a:cubicBezTo>
                    <a:pt x="821" y="113"/>
                    <a:pt x="822" y="108"/>
                    <a:pt x="824" y="102"/>
                  </a:cubicBezTo>
                  <a:close/>
                  <a:moveTo>
                    <a:pt x="642" y="103"/>
                  </a:moveTo>
                  <a:cubicBezTo>
                    <a:pt x="642" y="112"/>
                    <a:pt x="642" y="120"/>
                    <a:pt x="640" y="120"/>
                  </a:cubicBezTo>
                  <a:lnTo>
                    <a:pt x="638" y="111"/>
                  </a:lnTo>
                  <a:lnTo>
                    <a:pt x="640" y="103"/>
                  </a:lnTo>
                  <a:close/>
                  <a:moveTo>
                    <a:pt x="52" y="89"/>
                  </a:moveTo>
                  <a:cubicBezTo>
                    <a:pt x="53" y="89"/>
                    <a:pt x="55" y="89"/>
                    <a:pt x="55" y="98"/>
                  </a:cubicBezTo>
                  <a:lnTo>
                    <a:pt x="53" y="98"/>
                  </a:lnTo>
                  <a:cubicBezTo>
                    <a:pt x="53" y="95"/>
                    <a:pt x="53" y="94"/>
                    <a:pt x="53" y="94"/>
                  </a:cubicBezTo>
                  <a:lnTo>
                    <a:pt x="53" y="94"/>
                  </a:lnTo>
                  <a:cubicBezTo>
                    <a:pt x="52" y="94"/>
                    <a:pt x="52" y="100"/>
                    <a:pt x="53" y="106"/>
                  </a:cubicBezTo>
                  <a:lnTo>
                    <a:pt x="53" y="124"/>
                  </a:lnTo>
                  <a:cubicBezTo>
                    <a:pt x="52" y="124"/>
                    <a:pt x="50" y="115"/>
                    <a:pt x="50" y="106"/>
                  </a:cubicBezTo>
                  <a:cubicBezTo>
                    <a:pt x="48" y="89"/>
                    <a:pt x="48" y="89"/>
                    <a:pt x="52" y="89"/>
                  </a:cubicBezTo>
                  <a:close/>
                  <a:moveTo>
                    <a:pt x="285" y="107"/>
                  </a:moveTo>
                  <a:cubicBezTo>
                    <a:pt x="285" y="115"/>
                    <a:pt x="285" y="124"/>
                    <a:pt x="283" y="124"/>
                  </a:cubicBezTo>
                  <a:lnTo>
                    <a:pt x="282" y="124"/>
                  </a:lnTo>
                  <a:cubicBezTo>
                    <a:pt x="282" y="118"/>
                    <a:pt x="282" y="112"/>
                    <a:pt x="283" y="107"/>
                  </a:cubicBezTo>
                  <a:close/>
                  <a:moveTo>
                    <a:pt x="404" y="111"/>
                  </a:moveTo>
                  <a:cubicBezTo>
                    <a:pt x="405" y="111"/>
                    <a:pt x="405" y="120"/>
                    <a:pt x="405" y="120"/>
                  </a:cubicBezTo>
                  <a:cubicBezTo>
                    <a:pt x="405" y="123"/>
                    <a:pt x="405" y="124"/>
                    <a:pt x="404" y="124"/>
                  </a:cubicBezTo>
                  <a:cubicBezTo>
                    <a:pt x="404" y="124"/>
                    <a:pt x="402" y="120"/>
                    <a:pt x="402" y="120"/>
                  </a:cubicBezTo>
                  <a:lnTo>
                    <a:pt x="402" y="119"/>
                  </a:lnTo>
                  <a:cubicBezTo>
                    <a:pt x="401" y="111"/>
                    <a:pt x="401" y="111"/>
                    <a:pt x="404" y="111"/>
                  </a:cubicBezTo>
                  <a:close/>
                  <a:moveTo>
                    <a:pt x="755" y="108"/>
                  </a:moveTo>
                  <a:cubicBezTo>
                    <a:pt x="758" y="108"/>
                    <a:pt x="758" y="108"/>
                    <a:pt x="758" y="117"/>
                  </a:cubicBezTo>
                  <a:cubicBezTo>
                    <a:pt x="758" y="125"/>
                    <a:pt x="755" y="125"/>
                    <a:pt x="754" y="125"/>
                  </a:cubicBezTo>
                  <a:cubicBezTo>
                    <a:pt x="752" y="116"/>
                    <a:pt x="754" y="108"/>
                    <a:pt x="755" y="108"/>
                  </a:cubicBezTo>
                  <a:close/>
                  <a:moveTo>
                    <a:pt x="1019" y="122"/>
                  </a:moveTo>
                  <a:cubicBezTo>
                    <a:pt x="1019" y="122"/>
                    <a:pt x="1019" y="123"/>
                    <a:pt x="1019" y="126"/>
                  </a:cubicBezTo>
                  <a:cubicBezTo>
                    <a:pt x="1019" y="126"/>
                    <a:pt x="1020" y="122"/>
                    <a:pt x="1019" y="122"/>
                  </a:cubicBezTo>
                  <a:close/>
                  <a:moveTo>
                    <a:pt x="373" y="110"/>
                  </a:moveTo>
                  <a:cubicBezTo>
                    <a:pt x="374" y="110"/>
                    <a:pt x="375" y="110"/>
                    <a:pt x="375" y="119"/>
                  </a:cubicBezTo>
                  <a:cubicBezTo>
                    <a:pt x="375" y="119"/>
                    <a:pt x="375" y="127"/>
                    <a:pt x="374" y="127"/>
                  </a:cubicBezTo>
                  <a:cubicBezTo>
                    <a:pt x="373" y="127"/>
                    <a:pt x="370" y="118"/>
                    <a:pt x="370" y="118"/>
                  </a:cubicBezTo>
                  <a:cubicBezTo>
                    <a:pt x="370" y="110"/>
                    <a:pt x="373" y="110"/>
                    <a:pt x="373" y="110"/>
                  </a:cubicBezTo>
                  <a:close/>
                  <a:moveTo>
                    <a:pt x="234" y="93"/>
                  </a:moveTo>
                  <a:cubicBezTo>
                    <a:pt x="235" y="93"/>
                    <a:pt x="235" y="97"/>
                    <a:pt x="235" y="104"/>
                  </a:cubicBezTo>
                  <a:cubicBezTo>
                    <a:pt x="236" y="113"/>
                    <a:pt x="235" y="122"/>
                    <a:pt x="231" y="130"/>
                  </a:cubicBezTo>
                  <a:lnTo>
                    <a:pt x="228" y="130"/>
                  </a:lnTo>
                  <a:cubicBezTo>
                    <a:pt x="228" y="130"/>
                    <a:pt x="230" y="121"/>
                    <a:pt x="231" y="113"/>
                  </a:cubicBezTo>
                  <a:cubicBezTo>
                    <a:pt x="233" y="99"/>
                    <a:pt x="234" y="93"/>
                    <a:pt x="234" y="93"/>
                  </a:cubicBezTo>
                  <a:close/>
                  <a:moveTo>
                    <a:pt x="552" y="117"/>
                  </a:moveTo>
                  <a:cubicBezTo>
                    <a:pt x="552" y="126"/>
                    <a:pt x="552" y="134"/>
                    <a:pt x="551" y="134"/>
                  </a:cubicBezTo>
                  <a:lnTo>
                    <a:pt x="549" y="125"/>
                  </a:lnTo>
                  <a:lnTo>
                    <a:pt x="551" y="117"/>
                  </a:lnTo>
                  <a:close/>
                  <a:moveTo>
                    <a:pt x="147" y="118"/>
                  </a:moveTo>
                  <a:cubicBezTo>
                    <a:pt x="149" y="118"/>
                    <a:pt x="149" y="127"/>
                    <a:pt x="146" y="135"/>
                  </a:cubicBezTo>
                  <a:lnTo>
                    <a:pt x="143" y="135"/>
                  </a:lnTo>
                  <a:cubicBezTo>
                    <a:pt x="143" y="127"/>
                    <a:pt x="146" y="118"/>
                    <a:pt x="147" y="118"/>
                  </a:cubicBezTo>
                  <a:close/>
                  <a:moveTo>
                    <a:pt x="590" y="110"/>
                  </a:moveTo>
                  <a:cubicBezTo>
                    <a:pt x="591" y="110"/>
                    <a:pt x="591" y="110"/>
                    <a:pt x="591" y="118"/>
                  </a:cubicBezTo>
                  <a:cubicBezTo>
                    <a:pt x="591" y="124"/>
                    <a:pt x="591" y="130"/>
                    <a:pt x="590" y="136"/>
                  </a:cubicBezTo>
                  <a:cubicBezTo>
                    <a:pt x="589" y="127"/>
                    <a:pt x="589" y="118"/>
                    <a:pt x="590" y="110"/>
                  </a:cubicBezTo>
                  <a:close/>
                  <a:moveTo>
                    <a:pt x="318" y="134"/>
                  </a:moveTo>
                  <a:lnTo>
                    <a:pt x="318" y="141"/>
                  </a:lnTo>
                  <a:cubicBezTo>
                    <a:pt x="316" y="141"/>
                    <a:pt x="315" y="145"/>
                    <a:pt x="315" y="145"/>
                  </a:cubicBezTo>
                  <a:cubicBezTo>
                    <a:pt x="314" y="145"/>
                    <a:pt x="314" y="144"/>
                    <a:pt x="314" y="141"/>
                  </a:cubicBezTo>
                  <a:cubicBezTo>
                    <a:pt x="313" y="141"/>
                    <a:pt x="315" y="134"/>
                    <a:pt x="318" y="134"/>
                  </a:cubicBezTo>
                  <a:close/>
                  <a:moveTo>
                    <a:pt x="155" y="132"/>
                  </a:moveTo>
                  <a:cubicBezTo>
                    <a:pt x="153" y="132"/>
                    <a:pt x="153" y="138"/>
                    <a:pt x="153" y="144"/>
                  </a:cubicBezTo>
                  <a:cubicBezTo>
                    <a:pt x="153" y="153"/>
                    <a:pt x="154" y="153"/>
                    <a:pt x="157" y="153"/>
                  </a:cubicBezTo>
                  <a:cubicBezTo>
                    <a:pt x="158" y="153"/>
                    <a:pt x="161" y="145"/>
                    <a:pt x="161" y="145"/>
                  </a:cubicBezTo>
                  <a:cubicBezTo>
                    <a:pt x="161" y="136"/>
                    <a:pt x="158" y="136"/>
                    <a:pt x="157" y="136"/>
                  </a:cubicBezTo>
                  <a:cubicBezTo>
                    <a:pt x="156" y="133"/>
                    <a:pt x="155" y="132"/>
                    <a:pt x="155" y="132"/>
                  </a:cubicBezTo>
                  <a:close/>
                  <a:moveTo>
                    <a:pt x="1002" y="147"/>
                  </a:moveTo>
                  <a:cubicBezTo>
                    <a:pt x="1002" y="148"/>
                    <a:pt x="1002" y="150"/>
                    <a:pt x="1002" y="152"/>
                  </a:cubicBezTo>
                  <a:cubicBezTo>
                    <a:pt x="1002" y="152"/>
                    <a:pt x="1002" y="153"/>
                    <a:pt x="1002" y="153"/>
                  </a:cubicBezTo>
                  <a:lnTo>
                    <a:pt x="1002" y="153"/>
                  </a:lnTo>
                  <a:cubicBezTo>
                    <a:pt x="1002" y="152"/>
                    <a:pt x="1002" y="150"/>
                    <a:pt x="1002" y="147"/>
                  </a:cubicBezTo>
                  <a:close/>
                  <a:moveTo>
                    <a:pt x="1002" y="153"/>
                  </a:moveTo>
                  <a:cubicBezTo>
                    <a:pt x="1002" y="156"/>
                    <a:pt x="1002" y="157"/>
                    <a:pt x="1002" y="157"/>
                  </a:cubicBezTo>
                  <a:cubicBezTo>
                    <a:pt x="1002" y="157"/>
                    <a:pt x="1002" y="155"/>
                    <a:pt x="1002" y="153"/>
                  </a:cubicBezTo>
                  <a:close/>
                  <a:moveTo>
                    <a:pt x="420" y="21"/>
                  </a:moveTo>
                  <a:cubicBezTo>
                    <a:pt x="420" y="21"/>
                    <a:pt x="420" y="25"/>
                    <a:pt x="421" y="35"/>
                  </a:cubicBezTo>
                  <a:cubicBezTo>
                    <a:pt x="421" y="52"/>
                    <a:pt x="421" y="52"/>
                    <a:pt x="417" y="52"/>
                  </a:cubicBezTo>
                  <a:cubicBezTo>
                    <a:pt x="415" y="52"/>
                    <a:pt x="414" y="52"/>
                    <a:pt x="414" y="44"/>
                  </a:cubicBezTo>
                  <a:cubicBezTo>
                    <a:pt x="414" y="35"/>
                    <a:pt x="414" y="35"/>
                    <a:pt x="411" y="35"/>
                  </a:cubicBezTo>
                  <a:cubicBezTo>
                    <a:pt x="405" y="35"/>
                    <a:pt x="401" y="60"/>
                    <a:pt x="398" y="76"/>
                  </a:cubicBezTo>
                  <a:cubicBezTo>
                    <a:pt x="398" y="85"/>
                    <a:pt x="398" y="90"/>
                    <a:pt x="398" y="90"/>
                  </a:cubicBezTo>
                  <a:cubicBezTo>
                    <a:pt x="398" y="90"/>
                    <a:pt x="398" y="85"/>
                    <a:pt x="397" y="76"/>
                  </a:cubicBezTo>
                  <a:cubicBezTo>
                    <a:pt x="397" y="69"/>
                    <a:pt x="395" y="69"/>
                    <a:pt x="394" y="69"/>
                  </a:cubicBezTo>
                  <a:cubicBezTo>
                    <a:pt x="394" y="60"/>
                    <a:pt x="395" y="60"/>
                    <a:pt x="397" y="60"/>
                  </a:cubicBezTo>
                  <a:lnTo>
                    <a:pt x="397" y="52"/>
                  </a:lnTo>
                  <a:cubicBezTo>
                    <a:pt x="396" y="43"/>
                    <a:pt x="395" y="38"/>
                    <a:pt x="394" y="38"/>
                  </a:cubicBezTo>
                  <a:cubicBezTo>
                    <a:pt x="394" y="38"/>
                    <a:pt x="393" y="42"/>
                    <a:pt x="392" y="51"/>
                  </a:cubicBezTo>
                  <a:cubicBezTo>
                    <a:pt x="391" y="55"/>
                    <a:pt x="391" y="57"/>
                    <a:pt x="391" y="57"/>
                  </a:cubicBezTo>
                  <a:cubicBezTo>
                    <a:pt x="390" y="57"/>
                    <a:pt x="390" y="55"/>
                    <a:pt x="389" y="51"/>
                  </a:cubicBezTo>
                  <a:cubicBezTo>
                    <a:pt x="388" y="45"/>
                    <a:pt x="387" y="39"/>
                    <a:pt x="386" y="39"/>
                  </a:cubicBezTo>
                  <a:cubicBezTo>
                    <a:pt x="386" y="39"/>
                    <a:pt x="386" y="40"/>
                    <a:pt x="386" y="43"/>
                  </a:cubicBezTo>
                  <a:cubicBezTo>
                    <a:pt x="386" y="43"/>
                    <a:pt x="383" y="42"/>
                    <a:pt x="380" y="34"/>
                  </a:cubicBezTo>
                  <a:cubicBezTo>
                    <a:pt x="377" y="34"/>
                    <a:pt x="376" y="34"/>
                    <a:pt x="376" y="42"/>
                  </a:cubicBezTo>
                  <a:cubicBezTo>
                    <a:pt x="376" y="51"/>
                    <a:pt x="374" y="51"/>
                    <a:pt x="373" y="51"/>
                  </a:cubicBezTo>
                  <a:cubicBezTo>
                    <a:pt x="370" y="51"/>
                    <a:pt x="369" y="51"/>
                    <a:pt x="369" y="58"/>
                  </a:cubicBezTo>
                  <a:cubicBezTo>
                    <a:pt x="369" y="67"/>
                    <a:pt x="367" y="75"/>
                    <a:pt x="364" y="75"/>
                  </a:cubicBezTo>
                  <a:cubicBezTo>
                    <a:pt x="362" y="79"/>
                    <a:pt x="361" y="81"/>
                    <a:pt x="361" y="81"/>
                  </a:cubicBezTo>
                  <a:cubicBezTo>
                    <a:pt x="360" y="81"/>
                    <a:pt x="360" y="77"/>
                    <a:pt x="359" y="67"/>
                  </a:cubicBezTo>
                  <a:cubicBezTo>
                    <a:pt x="359" y="58"/>
                    <a:pt x="358" y="58"/>
                    <a:pt x="356" y="58"/>
                  </a:cubicBezTo>
                  <a:cubicBezTo>
                    <a:pt x="356" y="58"/>
                    <a:pt x="355" y="58"/>
                    <a:pt x="352" y="50"/>
                  </a:cubicBezTo>
                  <a:cubicBezTo>
                    <a:pt x="352" y="47"/>
                    <a:pt x="352" y="46"/>
                    <a:pt x="352" y="46"/>
                  </a:cubicBezTo>
                  <a:cubicBezTo>
                    <a:pt x="351" y="46"/>
                    <a:pt x="351" y="52"/>
                    <a:pt x="351" y="58"/>
                  </a:cubicBezTo>
                  <a:cubicBezTo>
                    <a:pt x="351" y="66"/>
                    <a:pt x="351" y="75"/>
                    <a:pt x="351" y="75"/>
                  </a:cubicBezTo>
                  <a:cubicBezTo>
                    <a:pt x="348" y="66"/>
                    <a:pt x="347" y="58"/>
                    <a:pt x="348" y="50"/>
                  </a:cubicBezTo>
                  <a:cubicBezTo>
                    <a:pt x="347" y="41"/>
                    <a:pt x="346" y="37"/>
                    <a:pt x="346" y="37"/>
                  </a:cubicBezTo>
                  <a:cubicBezTo>
                    <a:pt x="346" y="37"/>
                    <a:pt x="346" y="41"/>
                    <a:pt x="346" y="50"/>
                  </a:cubicBezTo>
                  <a:cubicBezTo>
                    <a:pt x="346" y="55"/>
                    <a:pt x="345" y="61"/>
                    <a:pt x="344" y="61"/>
                  </a:cubicBezTo>
                  <a:cubicBezTo>
                    <a:pt x="343" y="61"/>
                    <a:pt x="342" y="60"/>
                    <a:pt x="341" y="57"/>
                  </a:cubicBezTo>
                  <a:cubicBezTo>
                    <a:pt x="338" y="57"/>
                    <a:pt x="334" y="57"/>
                    <a:pt x="334" y="48"/>
                  </a:cubicBezTo>
                  <a:cubicBezTo>
                    <a:pt x="334" y="46"/>
                    <a:pt x="333" y="45"/>
                    <a:pt x="333" y="45"/>
                  </a:cubicBezTo>
                  <a:cubicBezTo>
                    <a:pt x="332" y="45"/>
                    <a:pt x="331" y="48"/>
                    <a:pt x="331" y="48"/>
                  </a:cubicBezTo>
                  <a:cubicBezTo>
                    <a:pt x="330" y="53"/>
                    <a:pt x="329" y="55"/>
                    <a:pt x="328" y="55"/>
                  </a:cubicBezTo>
                  <a:cubicBezTo>
                    <a:pt x="327" y="55"/>
                    <a:pt x="325" y="53"/>
                    <a:pt x="323" y="48"/>
                  </a:cubicBezTo>
                  <a:cubicBezTo>
                    <a:pt x="319" y="40"/>
                    <a:pt x="316" y="36"/>
                    <a:pt x="315" y="36"/>
                  </a:cubicBezTo>
                  <a:cubicBezTo>
                    <a:pt x="314" y="36"/>
                    <a:pt x="314" y="40"/>
                    <a:pt x="314" y="48"/>
                  </a:cubicBezTo>
                  <a:cubicBezTo>
                    <a:pt x="314" y="53"/>
                    <a:pt x="314" y="58"/>
                    <a:pt x="314" y="58"/>
                  </a:cubicBezTo>
                  <a:cubicBezTo>
                    <a:pt x="314" y="58"/>
                    <a:pt x="314" y="55"/>
                    <a:pt x="313" y="48"/>
                  </a:cubicBezTo>
                  <a:cubicBezTo>
                    <a:pt x="312" y="46"/>
                    <a:pt x="312" y="45"/>
                    <a:pt x="311" y="45"/>
                  </a:cubicBezTo>
                  <a:cubicBezTo>
                    <a:pt x="310" y="45"/>
                    <a:pt x="309" y="51"/>
                    <a:pt x="306" y="56"/>
                  </a:cubicBezTo>
                  <a:cubicBezTo>
                    <a:pt x="305" y="67"/>
                    <a:pt x="304" y="79"/>
                    <a:pt x="304" y="90"/>
                  </a:cubicBezTo>
                  <a:cubicBezTo>
                    <a:pt x="304" y="100"/>
                    <a:pt x="304" y="105"/>
                    <a:pt x="303" y="105"/>
                  </a:cubicBezTo>
                  <a:cubicBezTo>
                    <a:pt x="303" y="105"/>
                    <a:pt x="302" y="103"/>
                    <a:pt x="301" y="99"/>
                  </a:cubicBezTo>
                  <a:cubicBezTo>
                    <a:pt x="300" y="99"/>
                    <a:pt x="297" y="90"/>
                    <a:pt x="297" y="82"/>
                  </a:cubicBezTo>
                  <a:cubicBezTo>
                    <a:pt x="297" y="73"/>
                    <a:pt x="300" y="73"/>
                    <a:pt x="300" y="73"/>
                  </a:cubicBezTo>
                  <a:lnTo>
                    <a:pt x="301" y="73"/>
                  </a:lnTo>
                  <a:cubicBezTo>
                    <a:pt x="301" y="65"/>
                    <a:pt x="301" y="56"/>
                    <a:pt x="299" y="56"/>
                  </a:cubicBezTo>
                  <a:cubicBezTo>
                    <a:pt x="297" y="52"/>
                    <a:pt x="297" y="50"/>
                    <a:pt x="296" y="50"/>
                  </a:cubicBezTo>
                  <a:cubicBezTo>
                    <a:pt x="295" y="50"/>
                    <a:pt x="295" y="52"/>
                    <a:pt x="295" y="56"/>
                  </a:cubicBezTo>
                  <a:cubicBezTo>
                    <a:pt x="293" y="47"/>
                    <a:pt x="290" y="47"/>
                    <a:pt x="286" y="47"/>
                  </a:cubicBezTo>
                  <a:cubicBezTo>
                    <a:pt x="283" y="47"/>
                    <a:pt x="278" y="47"/>
                    <a:pt x="276" y="38"/>
                  </a:cubicBezTo>
                  <a:cubicBezTo>
                    <a:pt x="273" y="38"/>
                    <a:pt x="272" y="38"/>
                    <a:pt x="272" y="46"/>
                  </a:cubicBezTo>
                  <a:cubicBezTo>
                    <a:pt x="272" y="57"/>
                    <a:pt x="271" y="61"/>
                    <a:pt x="270" y="61"/>
                  </a:cubicBezTo>
                  <a:cubicBezTo>
                    <a:pt x="270" y="61"/>
                    <a:pt x="269" y="58"/>
                    <a:pt x="269" y="55"/>
                  </a:cubicBezTo>
                  <a:cubicBezTo>
                    <a:pt x="269" y="44"/>
                    <a:pt x="260" y="36"/>
                    <a:pt x="253" y="36"/>
                  </a:cubicBezTo>
                  <a:cubicBezTo>
                    <a:pt x="249" y="36"/>
                    <a:pt x="246" y="39"/>
                    <a:pt x="245" y="45"/>
                  </a:cubicBezTo>
                  <a:lnTo>
                    <a:pt x="241" y="45"/>
                  </a:lnTo>
                  <a:cubicBezTo>
                    <a:pt x="240" y="41"/>
                    <a:pt x="237" y="39"/>
                    <a:pt x="234" y="39"/>
                  </a:cubicBezTo>
                  <a:cubicBezTo>
                    <a:pt x="231" y="39"/>
                    <a:pt x="228" y="41"/>
                    <a:pt x="227" y="45"/>
                  </a:cubicBezTo>
                  <a:lnTo>
                    <a:pt x="222" y="45"/>
                  </a:lnTo>
                  <a:cubicBezTo>
                    <a:pt x="221" y="40"/>
                    <a:pt x="219" y="38"/>
                    <a:pt x="218" y="38"/>
                  </a:cubicBezTo>
                  <a:cubicBezTo>
                    <a:pt x="217" y="38"/>
                    <a:pt x="216" y="40"/>
                    <a:pt x="216" y="44"/>
                  </a:cubicBezTo>
                  <a:cubicBezTo>
                    <a:pt x="214" y="50"/>
                    <a:pt x="213" y="56"/>
                    <a:pt x="213" y="56"/>
                  </a:cubicBezTo>
                  <a:cubicBezTo>
                    <a:pt x="213" y="56"/>
                    <a:pt x="213" y="55"/>
                    <a:pt x="213" y="53"/>
                  </a:cubicBezTo>
                  <a:cubicBezTo>
                    <a:pt x="213" y="44"/>
                    <a:pt x="210" y="44"/>
                    <a:pt x="204" y="44"/>
                  </a:cubicBezTo>
                  <a:cubicBezTo>
                    <a:pt x="198" y="44"/>
                    <a:pt x="198" y="44"/>
                    <a:pt x="199" y="52"/>
                  </a:cubicBezTo>
                  <a:cubicBezTo>
                    <a:pt x="197" y="54"/>
                    <a:pt x="195" y="56"/>
                    <a:pt x="194" y="56"/>
                  </a:cubicBezTo>
                  <a:cubicBezTo>
                    <a:pt x="192" y="56"/>
                    <a:pt x="192" y="49"/>
                    <a:pt x="192" y="44"/>
                  </a:cubicBezTo>
                  <a:cubicBezTo>
                    <a:pt x="193" y="36"/>
                    <a:pt x="193" y="31"/>
                    <a:pt x="192" y="31"/>
                  </a:cubicBezTo>
                  <a:lnTo>
                    <a:pt x="192" y="31"/>
                  </a:lnTo>
                  <a:cubicBezTo>
                    <a:pt x="191" y="31"/>
                    <a:pt x="190" y="38"/>
                    <a:pt x="189" y="52"/>
                  </a:cubicBezTo>
                  <a:cubicBezTo>
                    <a:pt x="188" y="62"/>
                    <a:pt x="186" y="66"/>
                    <a:pt x="185" y="66"/>
                  </a:cubicBezTo>
                  <a:cubicBezTo>
                    <a:pt x="185" y="66"/>
                    <a:pt x="184" y="64"/>
                    <a:pt x="184" y="61"/>
                  </a:cubicBezTo>
                  <a:cubicBezTo>
                    <a:pt x="184" y="52"/>
                    <a:pt x="185" y="52"/>
                    <a:pt x="187" y="52"/>
                  </a:cubicBezTo>
                  <a:lnTo>
                    <a:pt x="187" y="35"/>
                  </a:lnTo>
                  <a:cubicBezTo>
                    <a:pt x="185" y="35"/>
                    <a:pt x="185" y="35"/>
                    <a:pt x="184" y="43"/>
                  </a:cubicBezTo>
                  <a:cubicBezTo>
                    <a:pt x="184" y="43"/>
                    <a:pt x="182" y="43"/>
                    <a:pt x="181" y="52"/>
                  </a:cubicBezTo>
                  <a:cubicBezTo>
                    <a:pt x="179" y="60"/>
                    <a:pt x="179" y="69"/>
                    <a:pt x="181" y="78"/>
                  </a:cubicBezTo>
                  <a:cubicBezTo>
                    <a:pt x="182" y="85"/>
                    <a:pt x="181" y="85"/>
                    <a:pt x="179" y="85"/>
                  </a:cubicBezTo>
                  <a:cubicBezTo>
                    <a:pt x="176" y="78"/>
                    <a:pt x="175" y="69"/>
                    <a:pt x="177" y="60"/>
                  </a:cubicBezTo>
                  <a:cubicBezTo>
                    <a:pt x="180" y="60"/>
                    <a:pt x="180" y="52"/>
                    <a:pt x="180" y="43"/>
                  </a:cubicBezTo>
                  <a:cubicBezTo>
                    <a:pt x="180" y="41"/>
                    <a:pt x="179" y="41"/>
                    <a:pt x="179" y="41"/>
                  </a:cubicBezTo>
                  <a:cubicBezTo>
                    <a:pt x="177" y="41"/>
                    <a:pt x="170" y="54"/>
                    <a:pt x="170" y="69"/>
                  </a:cubicBezTo>
                  <a:lnTo>
                    <a:pt x="170" y="60"/>
                  </a:lnTo>
                  <a:cubicBezTo>
                    <a:pt x="170" y="51"/>
                    <a:pt x="166" y="51"/>
                    <a:pt x="163" y="51"/>
                  </a:cubicBezTo>
                  <a:cubicBezTo>
                    <a:pt x="159" y="51"/>
                    <a:pt x="157" y="51"/>
                    <a:pt x="157" y="60"/>
                  </a:cubicBezTo>
                  <a:cubicBezTo>
                    <a:pt x="157" y="67"/>
                    <a:pt x="157" y="76"/>
                    <a:pt x="156" y="76"/>
                  </a:cubicBezTo>
                  <a:cubicBezTo>
                    <a:pt x="157" y="76"/>
                    <a:pt x="157" y="84"/>
                    <a:pt x="157" y="93"/>
                  </a:cubicBezTo>
                  <a:cubicBezTo>
                    <a:pt x="155" y="88"/>
                    <a:pt x="154" y="82"/>
                    <a:pt x="153" y="76"/>
                  </a:cubicBezTo>
                  <a:cubicBezTo>
                    <a:pt x="149" y="58"/>
                    <a:pt x="146" y="51"/>
                    <a:pt x="139" y="50"/>
                  </a:cubicBezTo>
                  <a:cubicBezTo>
                    <a:pt x="136" y="50"/>
                    <a:pt x="131" y="50"/>
                    <a:pt x="129" y="41"/>
                  </a:cubicBezTo>
                  <a:cubicBezTo>
                    <a:pt x="126" y="41"/>
                    <a:pt x="125" y="41"/>
                    <a:pt x="125" y="50"/>
                  </a:cubicBezTo>
                  <a:lnTo>
                    <a:pt x="121" y="50"/>
                  </a:lnTo>
                  <a:cubicBezTo>
                    <a:pt x="121" y="45"/>
                    <a:pt x="120" y="43"/>
                    <a:pt x="119" y="43"/>
                  </a:cubicBezTo>
                  <a:cubicBezTo>
                    <a:pt x="118" y="43"/>
                    <a:pt x="117" y="45"/>
                    <a:pt x="117" y="50"/>
                  </a:cubicBezTo>
                  <a:cubicBezTo>
                    <a:pt x="116" y="52"/>
                    <a:pt x="115" y="53"/>
                    <a:pt x="115" y="53"/>
                  </a:cubicBezTo>
                  <a:cubicBezTo>
                    <a:pt x="114" y="53"/>
                    <a:pt x="113" y="50"/>
                    <a:pt x="111" y="50"/>
                  </a:cubicBezTo>
                  <a:cubicBezTo>
                    <a:pt x="110" y="41"/>
                    <a:pt x="109" y="37"/>
                    <a:pt x="109" y="37"/>
                  </a:cubicBezTo>
                  <a:lnTo>
                    <a:pt x="109" y="37"/>
                  </a:lnTo>
                  <a:cubicBezTo>
                    <a:pt x="108" y="37"/>
                    <a:pt x="109" y="43"/>
                    <a:pt x="110" y="57"/>
                  </a:cubicBezTo>
                  <a:cubicBezTo>
                    <a:pt x="110" y="66"/>
                    <a:pt x="113" y="74"/>
                    <a:pt x="115" y="74"/>
                  </a:cubicBezTo>
                  <a:lnTo>
                    <a:pt x="119" y="75"/>
                  </a:lnTo>
                  <a:lnTo>
                    <a:pt x="115" y="83"/>
                  </a:lnTo>
                  <a:cubicBezTo>
                    <a:pt x="113" y="83"/>
                    <a:pt x="110" y="91"/>
                    <a:pt x="110" y="100"/>
                  </a:cubicBezTo>
                  <a:cubicBezTo>
                    <a:pt x="110" y="100"/>
                    <a:pt x="110" y="108"/>
                    <a:pt x="108" y="108"/>
                  </a:cubicBezTo>
                  <a:cubicBezTo>
                    <a:pt x="108" y="108"/>
                    <a:pt x="108" y="108"/>
                    <a:pt x="108" y="108"/>
                  </a:cubicBezTo>
                  <a:lnTo>
                    <a:pt x="108" y="91"/>
                  </a:lnTo>
                  <a:cubicBezTo>
                    <a:pt x="109" y="83"/>
                    <a:pt x="110" y="74"/>
                    <a:pt x="110" y="66"/>
                  </a:cubicBezTo>
                  <a:cubicBezTo>
                    <a:pt x="109" y="55"/>
                    <a:pt x="106" y="48"/>
                    <a:pt x="105" y="48"/>
                  </a:cubicBezTo>
                  <a:cubicBezTo>
                    <a:pt x="104" y="48"/>
                    <a:pt x="103" y="51"/>
                    <a:pt x="103" y="57"/>
                  </a:cubicBezTo>
                  <a:cubicBezTo>
                    <a:pt x="101" y="57"/>
                    <a:pt x="101" y="57"/>
                    <a:pt x="100" y="48"/>
                  </a:cubicBezTo>
                  <a:cubicBezTo>
                    <a:pt x="100" y="45"/>
                    <a:pt x="100" y="42"/>
                    <a:pt x="99" y="42"/>
                  </a:cubicBezTo>
                  <a:cubicBezTo>
                    <a:pt x="98" y="42"/>
                    <a:pt x="97" y="47"/>
                    <a:pt x="97" y="57"/>
                  </a:cubicBezTo>
                  <a:cubicBezTo>
                    <a:pt x="96" y="66"/>
                    <a:pt x="95" y="70"/>
                    <a:pt x="94" y="70"/>
                  </a:cubicBezTo>
                  <a:cubicBezTo>
                    <a:pt x="93" y="70"/>
                    <a:pt x="92" y="65"/>
                    <a:pt x="91" y="56"/>
                  </a:cubicBezTo>
                  <a:cubicBezTo>
                    <a:pt x="90" y="46"/>
                    <a:pt x="87" y="42"/>
                    <a:pt x="85" y="42"/>
                  </a:cubicBezTo>
                  <a:cubicBezTo>
                    <a:pt x="83" y="42"/>
                    <a:pt x="82" y="44"/>
                    <a:pt x="82" y="47"/>
                  </a:cubicBezTo>
                  <a:cubicBezTo>
                    <a:pt x="82" y="58"/>
                    <a:pt x="80" y="62"/>
                    <a:pt x="78" y="62"/>
                  </a:cubicBezTo>
                  <a:cubicBezTo>
                    <a:pt x="77" y="62"/>
                    <a:pt x="76" y="60"/>
                    <a:pt x="75" y="56"/>
                  </a:cubicBezTo>
                  <a:cubicBezTo>
                    <a:pt x="74" y="52"/>
                    <a:pt x="73" y="50"/>
                    <a:pt x="73" y="50"/>
                  </a:cubicBezTo>
                  <a:cubicBezTo>
                    <a:pt x="72" y="50"/>
                    <a:pt x="71" y="52"/>
                    <a:pt x="70" y="56"/>
                  </a:cubicBezTo>
                  <a:cubicBezTo>
                    <a:pt x="70" y="50"/>
                    <a:pt x="69" y="44"/>
                    <a:pt x="68" y="44"/>
                  </a:cubicBezTo>
                  <a:cubicBezTo>
                    <a:pt x="68" y="44"/>
                    <a:pt x="67" y="45"/>
                    <a:pt x="66" y="47"/>
                  </a:cubicBezTo>
                  <a:cubicBezTo>
                    <a:pt x="66" y="47"/>
                    <a:pt x="65" y="47"/>
                    <a:pt x="66" y="56"/>
                  </a:cubicBezTo>
                  <a:cubicBezTo>
                    <a:pt x="66" y="56"/>
                    <a:pt x="65" y="64"/>
                    <a:pt x="63" y="73"/>
                  </a:cubicBezTo>
                  <a:cubicBezTo>
                    <a:pt x="65" y="73"/>
                    <a:pt x="65" y="81"/>
                    <a:pt x="65" y="90"/>
                  </a:cubicBezTo>
                  <a:cubicBezTo>
                    <a:pt x="65" y="92"/>
                    <a:pt x="65" y="93"/>
                    <a:pt x="64" y="93"/>
                  </a:cubicBezTo>
                  <a:cubicBezTo>
                    <a:pt x="62" y="93"/>
                    <a:pt x="58" y="84"/>
                    <a:pt x="55" y="64"/>
                  </a:cubicBezTo>
                  <a:lnTo>
                    <a:pt x="52" y="46"/>
                  </a:lnTo>
                  <a:lnTo>
                    <a:pt x="52" y="64"/>
                  </a:lnTo>
                  <a:cubicBezTo>
                    <a:pt x="51" y="64"/>
                    <a:pt x="48" y="63"/>
                    <a:pt x="48" y="55"/>
                  </a:cubicBezTo>
                  <a:cubicBezTo>
                    <a:pt x="48" y="46"/>
                    <a:pt x="48" y="46"/>
                    <a:pt x="47" y="46"/>
                  </a:cubicBezTo>
                  <a:cubicBezTo>
                    <a:pt x="47" y="46"/>
                    <a:pt x="45" y="46"/>
                    <a:pt x="45" y="55"/>
                  </a:cubicBezTo>
                  <a:cubicBezTo>
                    <a:pt x="45" y="65"/>
                    <a:pt x="45" y="69"/>
                    <a:pt x="45" y="69"/>
                  </a:cubicBezTo>
                  <a:cubicBezTo>
                    <a:pt x="45" y="69"/>
                    <a:pt x="44" y="67"/>
                    <a:pt x="44" y="63"/>
                  </a:cubicBezTo>
                  <a:cubicBezTo>
                    <a:pt x="43" y="55"/>
                    <a:pt x="42" y="50"/>
                    <a:pt x="41" y="50"/>
                  </a:cubicBezTo>
                  <a:cubicBezTo>
                    <a:pt x="40" y="50"/>
                    <a:pt x="39" y="55"/>
                    <a:pt x="38" y="63"/>
                  </a:cubicBezTo>
                  <a:cubicBezTo>
                    <a:pt x="38" y="71"/>
                    <a:pt x="38" y="76"/>
                    <a:pt x="38" y="76"/>
                  </a:cubicBezTo>
                  <a:cubicBezTo>
                    <a:pt x="38" y="76"/>
                    <a:pt x="38" y="71"/>
                    <a:pt x="37" y="63"/>
                  </a:cubicBezTo>
                  <a:cubicBezTo>
                    <a:pt x="37" y="54"/>
                    <a:pt x="35" y="46"/>
                    <a:pt x="34" y="46"/>
                  </a:cubicBezTo>
                  <a:lnTo>
                    <a:pt x="34" y="54"/>
                  </a:lnTo>
                  <a:cubicBezTo>
                    <a:pt x="34" y="64"/>
                    <a:pt x="33" y="68"/>
                    <a:pt x="33" y="68"/>
                  </a:cubicBezTo>
                  <a:cubicBezTo>
                    <a:pt x="32" y="68"/>
                    <a:pt x="31" y="66"/>
                    <a:pt x="30" y="63"/>
                  </a:cubicBezTo>
                  <a:cubicBezTo>
                    <a:pt x="30" y="58"/>
                    <a:pt x="30" y="56"/>
                    <a:pt x="29" y="56"/>
                  </a:cubicBezTo>
                  <a:cubicBezTo>
                    <a:pt x="29" y="56"/>
                    <a:pt x="28" y="58"/>
                    <a:pt x="26" y="63"/>
                  </a:cubicBezTo>
                  <a:cubicBezTo>
                    <a:pt x="23" y="63"/>
                    <a:pt x="20" y="63"/>
                    <a:pt x="20" y="54"/>
                  </a:cubicBezTo>
                  <a:cubicBezTo>
                    <a:pt x="20" y="46"/>
                    <a:pt x="20" y="41"/>
                    <a:pt x="20" y="41"/>
                  </a:cubicBezTo>
                  <a:cubicBezTo>
                    <a:pt x="20" y="41"/>
                    <a:pt x="20" y="46"/>
                    <a:pt x="19" y="54"/>
                  </a:cubicBezTo>
                  <a:cubicBezTo>
                    <a:pt x="18" y="58"/>
                    <a:pt x="18" y="60"/>
                    <a:pt x="17" y="60"/>
                  </a:cubicBezTo>
                  <a:cubicBezTo>
                    <a:pt x="16" y="60"/>
                    <a:pt x="15" y="58"/>
                    <a:pt x="14" y="54"/>
                  </a:cubicBezTo>
                  <a:cubicBezTo>
                    <a:pt x="13" y="50"/>
                    <a:pt x="13" y="47"/>
                    <a:pt x="12" y="47"/>
                  </a:cubicBezTo>
                  <a:cubicBezTo>
                    <a:pt x="12" y="47"/>
                    <a:pt x="11" y="50"/>
                    <a:pt x="10" y="54"/>
                  </a:cubicBezTo>
                  <a:cubicBezTo>
                    <a:pt x="10" y="71"/>
                    <a:pt x="10" y="79"/>
                    <a:pt x="12" y="79"/>
                  </a:cubicBezTo>
                  <a:cubicBezTo>
                    <a:pt x="14" y="79"/>
                    <a:pt x="14" y="79"/>
                    <a:pt x="14" y="88"/>
                  </a:cubicBezTo>
                  <a:lnTo>
                    <a:pt x="10" y="88"/>
                  </a:lnTo>
                  <a:cubicBezTo>
                    <a:pt x="9" y="88"/>
                    <a:pt x="7" y="88"/>
                    <a:pt x="4" y="96"/>
                  </a:cubicBezTo>
                  <a:cubicBezTo>
                    <a:pt x="1" y="103"/>
                    <a:pt x="0" y="115"/>
                    <a:pt x="2" y="115"/>
                  </a:cubicBezTo>
                  <a:cubicBezTo>
                    <a:pt x="2" y="115"/>
                    <a:pt x="3" y="114"/>
                    <a:pt x="4" y="112"/>
                  </a:cubicBezTo>
                  <a:lnTo>
                    <a:pt x="6" y="121"/>
                  </a:lnTo>
                  <a:cubicBezTo>
                    <a:pt x="6" y="134"/>
                    <a:pt x="7" y="141"/>
                    <a:pt x="7" y="141"/>
                  </a:cubicBezTo>
                  <a:cubicBezTo>
                    <a:pt x="8" y="141"/>
                    <a:pt x="9" y="134"/>
                    <a:pt x="9" y="121"/>
                  </a:cubicBezTo>
                  <a:cubicBezTo>
                    <a:pt x="9" y="107"/>
                    <a:pt x="9" y="101"/>
                    <a:pt x="9" y="101"/>
                  </a:cubicBezTo>
                  <a:cubicBezTo>
                    <a:pt x="9" y="101"/>
                    <a:pt x="10" y="105"/>
                    <a:pt x="10" y="113"/>
                  </a:cubicBezTo>
                  <a:cubicBezTo>
                    <a:pt x="10" y="130"/>
                    <a:pt x="11" y="130"/>
                    <a:pt x="14" y="130"/>
                  </a:cubicBezTo>
                  <a:cubicBezTo>
                    <a:pt x="15" y="130"/>
                    <a:pt x="15" y="130"/>
                    <a:pt x="15" y="139"/>
                  </a:cubicBezTo>
                  <a:cubicBezTo>
                    <a:pt x="15" y="147"/>
                    <a:pt x="17" y="156"/>
                    <a:pt x="18" y="156"/>
                  </a:cubicBezTo>
                  <a:cubicBezTo>
                    <a:pt x="20" y="156"/>
                    <a:pt x="20" y="156"/>
                    <a:pt x="20" y="147"/>
                  </a:cubicBezTo>
                  <a:cubicBezTo>
                    <a:pt x="19" y="144"/>
                    <a:pt x="19" y="142"/>
                    <a:pt x="20" y="142"/>
                  </a:cubicBezTo>
                  <a:lnTo>
                    <a:pt x="20" y="142"/>
                  </a:lnTo>
                  <a:cubicBezTo>
                    <a:pt x="21" y="142"/>
                    <a:pt x="22" y="146"/>
                    <a:pt x="24" y="156"/>
                  </a:cubicBezTo>
                  <a:cubicBezTo>
                    <a:pt x="24" y="160"/>
                    <a:pt x="24" y="162"/>
                    <a:pt x="25" y="162"/>
                  </a:cubicBezTo>
                  <a:cubicBezTo>
                    <a:pt x="25" y="162"/>
                    <a:pt x="25" y="158"/>
                    <a:pt x="25" y="148"/>
                  </a:cubicBezTo>
                  <a:cubicBezTo>
                    <a:pt x="25" y="139"/>
                    <a:pt x="26" y="135"/>
                    <a:pt x="27" y="135"/>
                  </a:cubicBezTo>
                  <a:cubicBezTo>
                    <a:pt x="28" y="135"/>
                    <a:pt x="29" y="140"/>
                    <a:pt x="30" y="148"/>
                  </a:cubicBezTo>
                  <a:lnTo>
                    <a:pt x="34" y="148"/>
                  </a:lnTo>
                  <a:cubicBezTo>
                    <a:pt x="35" y="148"/>
                    <a:pt x="35" y="139"/>
                    <a:pt x="35" y="131"/>
                  </a:cubicBezTo>
                  <a:cubicBezTo>
                    <a:pt x="35" y="121"/>
                    <a:pt x="35" y="117"/>
                    <a:pt x="35" y="117"/>
                  </a:cubicBezTo>
                  <a:cubicBezTo>
                    <a:pt x="36" y="117"/>
                    <a:pt x="36" y="119"/>
                    <a:pt x="37" y="122"/>
                  </a:cubicBezTo>
                  <a:cubicBezTo>
                    <a:pt x="37" y="128"/>
                    <a:pt x="38" y="134"/>
                    <a:pt x="38" y="139"/>
                  </a:cubicBezTo>
                  <a:cubicBezTo>
                    <a:pt x="38" y="148"/>
                    <a:pt x="41" y="148"/>
                    <a:pt x="42" y="148"/>
                  </a:cubicBezTo>
                  <a:cubicBezTo>
                    <a:pt x="43" y="148"/>
                    <a:pt x="46" y="148"/>
                    <a:pt x="46" y="140"/>
                  </a:cubicBezTo>
                  <a:lnTo>
                    <a:pt x="46" y="148"/>
                  </a:lnTo>
                  <a:cubicBezTo>
                    <a:pt x="48" y="148"/>
                    <a:pt x="48" y="152"/>
                    <a:pt x="48" y="152"/>
                  </a:cubicBezTo>
                  <a:cubicBezTo>
                    <a:pt x="48" y="152"/>
                    <a:pt x="48" y="151"/>
                    <a:pt x="48" y="148"/>
                  </a:cubicBezTo>
                  <a:cubicBezTo>
                    <a:pt x="48" y="148"/>
                    <a:pt x="50" y="148"/>
                    <a:pt x="53" y="157"/>
                  </a:cubicBezTo>
                  <a:cubicBezTo>
                    <a:pt x="54" y="159"/>
                    <a:pt x="54" y="160"/>
                    <a:pt x="55" y="160"/>
                  </a:cubicBezTo>
                  <a:cubicBezTo>
                    <a:pt x="58" y="160"/>
                    <a:pt x="61" y="146"/>
                    <a:pt x="56" y="133"/>
                  </a:cubicBezTo>
                  <a:lnTo>
                    <a:pt x="58" y="133"/>
                  </a:lnTo>
                  <a:cubicBezTo>
                    <a:pt x="60" y="133"/>
                    <a:pt x="60" y="124"/>
                    <a:pt x="60" y="124"/>
                  </a:cubicBezTo>
                  <a:cubicBezTo>
                    <a:pt x="60" y="116"/>
                    <a:pt x="61" y="116"/>
                    <a:pt x="62" y="116"/>
                  </a:cubicBezTo>
                  <a:cubicBezTo>
                    <a:pt x="62" y="116"/>
                    <a:pt x="63" y="116"/>
                    <a:pt x="63" y="116"/>
                  </a:cubicBezTo>
                  <a:lnTo>
                    <a:pt x="63" y="133"/>
                  </a:lnTo>
                  <a:cubicBezTo>
                    <a:pt x="62" y="147"/>
                    <a:pt x="63" y="156"/>
                    <a:pt x="64" y="156"/>
                  </a:cubicBezTo>
                  <a:cubicBezTo>
                    <a:pt x="65" y="156"/>
                    <a:pt x="66" y="151"/>
                    <a:pt x="66" y="140"/>
                  </a:cubicBezTo>
                  <a:lnTo>
                    <a:pt x="66" y="149"/>
                  </a:lnTo>
                  <a:cubicBezTo>
                    <a:pt x="66" y="154"/>
                    <a:pt x="67" y="156"/>
                    <a:pt x="68" y="156"/>
                  </a:cubicBezTo>
                  <a:cubicBezTo>
                    <a:pt x="69" y="156"/>
                    <a:pt x="70" y="154"/>
                    <a:pt x="72" y="149"/>
                  </a:cubicBezTo>
                  <a:cubicBezTo>
                    <a:pt x="74" y="141"/>
                    <a:pt x="75" y="133"/>
                    <a:pt x="74" y="125"/>
                  </a:cubicBezTo>
                  <a:cubicBezTo>
                    <a:pt x="74" y="116"/>
                    <a:pt x="76" y="116"/>
                    <a:pt x="76" y="116"/>
                  </a:cubicBezTo>
                  <a:cubicBezTo>
                    <a:pt x="78" y="116"/>
                    <a:pt x="78" y="116"/>
                    <a:pt x="78" y="125"/>
                  </a:cubicBezTo>
                  <a:cubicBezTo>
                    <a:pt x="78" y="133"/>
                    <a:pt x="78" y="137"/>
                    <a:pt x="80" y="137"/>
                  </a:cubicBezTo>
                  <a:cubicBezTo>
                    <a:pt x="81" y="137"/>
                    <a:pt x="82" y="133"/>
                    <a:pt x="83" y="125"/>
                  </a:cubicBezTo>
                  <a:lnTo>
                    <a:pt x="83" y="133"/>
                  </a:lnTo>
                  <a:cubicBezTo>
                    <a:pt x="83" y="139"/>
                    <a:pt x="84" y="145"/>
                    <a:pt x="87" y="145"/>
                  </a:cubicBezTo>
                  <a:cubicBezTo>
                    <a:pt x="89" y="145"/>
                    <a:pt x="91" y="144"/>
                    <a:pt x="93" y="141"/>
                  </a:cubicBezTo>
                  <a:cubicBezTo>
                    <a:pt x="100" y="143"/>
                    <a:pt x="104" y="143"/>
                    <a:pt x="104" y="150"/>
                  </a:cubicBezTo>
                  <a:cubicBezTo>
                    <a:pt x="104" y="152"/>
                    <a:pt x="105" y="153"/>
                    <a:pt x="105" y="153"/>
                  </a:cubicBezTo>
                  <a:cubicBezTo>
                    <a:pt x="107" y="153"/>
                    <a:pt x="112" y="139"/>
                    <a:pt x="115" y="126"/>
                  </a:cubicBezTo>
                  <a:cubicBezTo>
                    <a:pt x="115" y="134"/>
                    <a:pt x="116" y="135"/>
                    <a:pt x="119" y="135"/>
                  </a:cubicBezTo>
                  <a:cubicBezTo>
                    <a:pt x="125" y="135"/>
                    <a:pt x="125" y="135"/>
                    <a:pt x="125" y="143"/>
                  </a:cubicBezTo>
                  <a:cubicBezTo>
                    <a:pt x="124" y="152"/>
                    <a:pt x="123" y="156"/>
                    <a:pt x="123" y="156"/>
                  </a:cubicBezTo>
                  <a:cubicBezTo>
                    <a:pt x="123" y="156"/>
                    <a:pt x="124" y="152"/>
                    <a:pt x="126" y="143"/>
                  </a:cubicBezTo>
                  <a:cubicBezTo>
                    <a:pt x="127" y="136"/>
                    <a:pt x="128" y="134"/>
                    <a:pt x="129" y="134"/>
                  </a:cubicBezTo>
                  <a:cubicBezTo>
                    <a:pt x="131" y="134"/>
                    <a:pt x="133" y="141"/>
                    <a:pt x="133" y="152"/>
                  </a:cubicBezTo>
                  <a:cubicBezTo>
                    <a:pt x="133" y="161"/>
                    <a:pt x="134" y="161"/>
                    <a:pt x="137" y="161"/>
                  </a:cubicBezTo>
                  <a:cubicBezTo>
                    <a:pt x="139" y="153"/>
                    <a:pt x="143" y="153"/>
                    <a:pt x="146" y="153"/>
                  </a:cubicBezTo>
                  <a:cubicBezTo>
                    <a:pt x="150" y="153"/>
                    <a:pt x="150" y="153"/>
                    <a:pt x="150" y="136"/>
                  </a:cubicBezTo>
                  <a:cubicBezTo>
                    <a:pt x="150" y="119"/>
                    <a:pt x="153" y="119"/>
                    <a:pt x="156" y="119"/>
                  </a:cubicBezTo>
                  <a:cubicBezTo>
                    <a:pt x="157" y="119"/>
                    <a:pt x="159" y="119"/>
                    <a:pt x="159" y="127"/>
                  </a:cubicBezTo>
                  <a:cubicBezTo>
                    <a:pt x="159" y="127"/>
                    <a:pt x="161" y="136"/>
                    <a:pt x="163" y="136"/>
                  </a:cubicBezTo>
                  <a:cubicBezTo>
                    <a:pt x="164" y="136"/>
                    <a:pt x="165" y="136"/>
                    <a:pt x="165" y="145"/>
                  </a:cubicBezTo>
                  <a:cubicBezTo>
                    <a:pt x="165" y="145"/>
                    <a:pt x="167" y="153"/>
                    <a:pt x="171" y="154"/>
                  </a:cubicBezTo>
                  <a:cubicBezTo>
                    <a:pt x="174" y="154"/>
                    <a:pt x="177" y="154"/>
                    <a:pt x="177" y="162"/>
                  </a:cubicBezTo>
                  <a:cubicBezTo>
                    <a:pt x="179" y="162"/>
                    <a:pt x="179" y="162"/>
                    <a:pt x="179" y="154"/>
                  </a:cubicBezTo>
                  <a:cubicBezTo>
                    <a:pt x="179" y="148"/>
                    <a:pt x="180" y="142"/>
                    <a:pt x="182" y="142"/>
                  </a:cubicBezTo>
                  <a:cubicBezTo>
                    <a:pt x="184" y="142"/>
                    <a:pt x="185" y="143"/>
                    <a:pt x="187" y="146"/>
                  </a:cubicBezTo>
                  <a:cubicBezTo>
                    <a:pt x="191" y="146"/>
                    <a:pt x="195" y="146"/>
                    <a:pt x="195" y="137"/>
                  </a:cubicBezTo>
                  <a:cubicBezTo>
                    <a:pt x="196" y="137"/>
                    <a:pt x="196" y="137"/>
                    <a:pt x="196" y="146"/>
                  </a:cubicBezTo>
                  <a:cubicBezTo>
                    <a:pt x="196" y="154"/>
                    <a:pt x="197" y="159"/>
                    <a:pt x="199" y="159"/>
                  </a:cubicBezTo>
                  <a:cubicBezTo>
                    <a:pt x="200" y="159"/>
                    <a:pt x="202" y="154"/>
                    <a:pt x="203" y="146"/>
                  </a:cubicBezTo>
                  <a:cubicBezTo>
                    <a:pt x="203" y="142"/>
                    <a:pt x="204" y="140"/>
                    <a:pt x="204" y="140"/>
                  </a:cubicBezTo>
                  <a:cubicBezTo>
                    <a:pt x="205" y="140"/>
                    <a:pt x="206" y="142"/>
                    <a:pt x="207" y="146"/>
                  </a:cubicBezTo>
                  <a:cubicBezTo>
                    <a:pt x="207" y="146"/>
                    <a:pt x="209" y="146"/>
                    <a:pt x="210" y="138"/>
                  </a:cubicBezTo>
                  <a:cubicBezTo>
                    <a:pt x="211" y="134"/>
                    <a:pt x="212" y="131"/>
                    <a:pt x="212" y="131"/>
                  </a:cubicBezTo>
                  <a:cubicBezTo>
                    <a:pt x="213" y="131"/>
                    <a:pt x="214" y="134"/>
                    <a:pt x="216" y="138"/>
                  </a:cubicBezTo>
                  <a:cubicBezTo>
                    <a:pt x="216" y="147"/>
                    <a:pt x="217" y="147"/>
                    <a:pt x="219" y="147"/>
                  </a:cubicBezTo>
                  <a:cubicBezTo>
                    <a:pt x="221" y="143"/>
                    <a:pt x="226" y="141"/>
                    <a:pt x="230" y="141"/>
                  </a:cubicBezTo>
                  <a:cubicBezTo>
                    <a:pt x="236" y="141"/>
                    <a:pt x="241" y="143"/>
                    <a:pt x="241" y="147"/>
                  </a:cubicBezTo>
                  <a:cubicBezTo>
                    <a:pt x="244" y="139"/>
                    <a:pt x="244" y="139"/>
                    <a:pt x="245" y="139"/>
                  </a:cubicBezTo>
                  <a:cubicBezTo>
                    <a:pt x="246" y="146"/>
                    <a:pt x="246" y="149"/>
                    <a:pt x="247" y="149"/>
                  </a:cubicBezTo>
                  <a:cubicBezTo>
                    <a:pt x="248" y="149"/>
                    <a:pt x="248" y="141"/>
                    <a:pt x="248" y="130"/>
                  </a:cubicBezTo>
                  <a:lnTo>
                    <a:pt x="245" y="130"/>
                  </a:lnTo>
                  <a:cubicBezTo>
                    <a:pt x="245" y="123"/>
                    <a:pt x="246" y="119"/>
                    <a:pt x="247" y="119"/>
                  </a:cubicBezTo>
                  <a:cubicBezTo>
                    <a:pt x="249" y="119"/>
                    <a:pt x="250" y="125"/>
                    <a:pt x="250" y="139"/>
                  </a:cubicBezTo>
                  <a:cubicBezTo>
                    <a:pt x="251" y="148"/>
                    <a:pt x="251" y="152"/>
                    <a:pt x="252" y="152"/>
                  </a:cubicBezTo>
                  <a:cubicBezTo>
                    <a:pt x="252" y="152"/>
                    <a:pt x="253" y="148"/>
                    <a:pt x="254" y="139"/>
                  </a:cubicBezTo>
                  <a:cubicBezTo>
                    <a:pt x="254" y="131"/>
                    <a:pt x="255" y="127"/>
                    <a:pt x="255" y="127"/>
                  </a:cubicBezTo>
                  <a:cubicBezTo>
                    <a:pt x="256" y="127"/>
                    <a:pt x="257" y="131"/>
                    <a:pt x="258" y="139"/>
                  </a:cubicBezTo>
                  <a:cubicBezTo>
                    <a:pt x="258" y="148"/>
                    <a:pt x="258" y="153"/>
                    <a:pt x="258" y="153"/>
                  </a:cubicBezTo>
                  <a:cubicBezTo>
                    <a:pt x="258" y="153"/>
                    <a:pt x="259" y="148"/>
                    <a:pt x="259" y="139"/>
                  </a:cubicBezTo>
                  <a:cubicBezTo>
                    <a:pt x="261" y="120"/>
                    <a:pt x="264" y="110"/>
                    <a:pt x="266" y="110"/>
                  </a:cubicBezTo>
                  <a:cubicBezTo>
                    <a:pt x="267" y="110"/>
                    <a:pt x="268" y="117"/>
                    <a:pt x="268" y="131"/>
                  </a:cubicBezTo>
                  <a:cubicBezTo>
                    <a:pt x="268" y="148"/>
                    <a:pt x="269" y="157"/>
                    <a:pt x="272" y="157"/>
                  </a:cubicBezTo>
                  <a:cubicBezTo>
                    <a:pt x="273" y="157"/>
                    <a:pt x="273" y="149"/>
                    <a:pt x="273" y="140"/>
                  </a:cubicBezTo>
                  <a:cubicBezTo>
                    <a:pt x="272" y="132"/>
                    <a:pt x="272" y="128"/>
                    <a:pt x="273" y="128"/>
                  </a:cubicBezTo>
                  <a:cubicBezTo>
                    <a:pt x="273" y="128"/>
                    <a:pt x="274" y="132"/>
                    <a:pt x="276" y="140"/>
                  </a:cubicBezTo>
                  <a:cubicBezTo>
                    <a:pt x="279" y="155"/>
                    <a:pt x="281" y="161"/>
                    <a:pt x="283" y="161"/>
                  </a:cubicBezTo>
                  <a:cubicBezTo>
                    <a:pt x="285" y="161"/>
                    <a:pt x="287" y="157"/>
                    <a:pt x="290" y="149"/>
                  </a:cubicBezTo>
                  <a:cubicBezTo>
                    <a:pt x="293" y="141"/>
                    <a:pt x="296" y="137"/>
                    <a:pt x="297" y="137"/>
                  </a:cubicBezTo>
                  <a:cubicBezTo>
                    <a:pt x="299" y="137"/>
                    <a:pt x="299" y="141"/>
                    <a:pt x="296" y="149"/>
                  </a:cubicBezTo>
                  <a:cubicBezTo>
                    <a:pt x="294" y="159"/>
                    <a:pt x="293" y="163"/>
                    <a:pt x="294" y="163"/>
                  </a:cubicBezTo>
                  <a:cubicBezTo>
                    <a:pt x="294" y="163"/>
                    <a:pt x="295" y="162"/>
                    <a:pt x="296" y="158"/>
                  </a:cubicBezTo>
                  <a:lnTo>
                    <a:pt x="304" y="158"/>
                  </a:lnTo>
                  <a:cubicBezTo>
                    <a:pt x="306" y="158"/>
                    <a:pt x="308" y="150"/>
                    <a:pt x="308" y="141"/>
                  </a:cubicBezTo>
                  <a:cubicBezTo>
                    <a:pt x="309" y="152"/>
                    <a:pt x="311" y="159"/>
                    <a:pt x="312" y="159"/>
                  </a:cubicBezTo>
                  <a:cubicBezTo>
                    <a:pt x="314" y="159"/>
                    <a:pt x="315" y="157"/>
                    <a:pt x="315" y="150"/>
                  </a:cubicBezTo>
                  <a:lnTo>
                    <a:pt x="319" y="150"/>
                  </a:lnTo>
                  <a:cubicBezTo>
                    <a:pt x="321" y="150"/>
                    <a:pt x="321" y="150"/>
                    <a:pt x="322" y="143"/>
                  </a:cubicBezTo>
                  <a:cubicBezTo>
                    <a:pt x="323" y="140"/>
                    <a:pt x="323" y="139"/>
                    <a:pt x="324" y="139"/>
                  </a:cubicBezTo>
                  <a:cubicBezTo>
                    <a:pt x="325" y="139"/>
                    <a:pt x="326" y="145"/>
                    <a:pt x="328" y="150"/>
                  </a:cubicBezTo>
                  <a:cubicBezTo>
                    <a:pt x="329" y="157"/>
                    <a:pt x="330" y="163"/>
                    <a:pt x="331" y="163"/>
                  </a:cubicBezTo>
                  <a:cubicBezTo>
                    <a:pt x="331" y="163"/>
                    <a:pt x="331" y="162"/>
                    <a:pt x="331" y="159"/>
                  </a:cubicBezTo>
                  <a:cubicBezTo>
                    <a:pt x="331" y="150"/>
                    <a:pt x="333" y="143"/>
                    <a:pt x="336" y="134"/>
                  </a:cubicBezTo>
                  <a:cubicBezTo>
                    <a:pt x="336" y="132"/>
                    <a:pt x="337" y="131"/>
                    <a:pt x="337" y="131"/>
                  </a:cubicBezTo>
                  <a:cubicBezTo>
                    <a:pt x="338" y="131"/>
                    <a:pt x="339" y="137"/>
                    <a:pt x="338" y="143"/>
                  </a:cubicBezTo>
                  <a:cubicBezTo>
                    <a:pt x="337" y="148"/>
                    <a:pt x="338" y="155"/>
                    <a:pt x="341" y="159"/>
                  </a:cubicBezTo>
                  <a:cubicBezTo>
                    <a:pt x="341" y="160"/>
                    <a:pt x="342" y="160"/>
                    <a:pt x="342" y="160"/>
                  </a:cubicBezTo>
                  <a:cubicBezTo>
                    <a:pt x="344" y="160"/>
                    <a:pt x="346" y="158"/>
                    <a:pt x="346" y="152"/>
                  </a:cubicBezTo>
                  <a:cubicBezTo>
                    <a:pt x="346" y="147"/>
                    <a:pt x="348" y="145"/>
                    <a:pt x="351" y="145"/>
                  </a:cubicBezTo>
                  <a:cubicBezTo>
                    <a:pt x="353" y="145"/>
                    <a:pt x="356" y="148"/>
                    <a:pt x="357" y="152"/>
                  </a:cubicBezTo>
                  <a:lnTo>
                    <a:pt x="360" y="153"/>
                  </a:lnTo>
                  <a:cubicBezTo>
                    <a:pt x="362" y="153"/>
                    <a:pt x="364" y="144"/>
                    <a:pt x="366" y="144"/>
                  </a:cubicBezTo>
                  <a:cubicBezTo>
                    <a:pt x="366" y="144"/>
                    <a:pt x="367" y="144"/>
                    <a:pt x="369" y="136"/>
                  </a:cubicBezTo>
                  <a:cubicBezTo>
                    <a:pt x="370" y="136"/>
                    <a:pt x="373" y="136"/>
                    <a:pt x="373" y="144"/>
                  </a:cubicBezTo>
                  <a:cubicBezTo>
                    <a:pt x="373" y="135"/>
                    <a:pt x="373" y="131"/>
                    <a:pt x="374" y="131"/>
                  </a:cubicBezTo>
                  <a:cubicBezTo>
                    <a:pt x="374" y="131"/>
                    <a:pt x="375" y="135"/>
                    <a:pt x="376" y="144"/>
                  </a:cubicBezTo>
                  <a:cubicBezTo>
                    <a:pt x="376" y="153"/>
                    <a:pt x="376" y="157"/>
                    <a:pt x="376" y="157"/>
                  </a:cubicBezTo>
                  <a:cubicBezTo>
                    <a:pt x="376" y="157"/>
                    <a:pt x="377" y="153"/>
                    <a:pt x="377" y="144"/>
                  </a:cubicBezTo>
                  <a:cubicBezTo>
                    <a:pt x="378" y="140"/>
                    <a:pt x="378" y="138"/>
                    <a:pt x="378" y="138"/>
                  </a:cubicBezTo>
                  <a:cubicBezTo>
                    <a:pt x="379" y="138"/>
                    <a:pt x="379" y="140"/>
                    <a:pt x="380" y="145"/>
                  </a:cubicBezTo>
                  <a:cubicBezTo>
                    <a:pt x="380" y="149"/>
                    <a:pt x="381" y="151"/>
                    <a:pt x="381" y="151"/>
                  </a:cubicBezTo>
                  <a:cubicBezTo>
                    <a:pt x="381" y="151"/>
                    <a:pt x="382" y="149"/>
                    <a:pt x="382" y="145"/>
                  </a:cubicBezTo>
                  <a:cubicBezTo>
                    <a:pt x="383" y="134"/>
                    <a:pt x="385" y="127"/>
                    <a:pt x="387" y="127"/>
                  </a:cubicBezTo>
                  <a:cubicBezTo>
                    <a:pt x="388" y="127"/>
                    <a:pt x="388" y="129"/>
                    <a:pt x="388" y="136"/>
                  </a:cubicBezTo>
                  <a:cubicBezTo>
                    <a:pt x="388" y="136"/>
                    <a:pt x="391" y="136"/>
                    <a:pt x="392" y="128"/>
                  </a:cubicBezTo>
                  <a:cubicBezTo>
                    <a:pt x="393" y="120"/>
                    <a:pt x="393" y="115"/>
                    <a:pt x="394" y="115"/>
                  </a:cubicBezTo>
                  <a:cubicBezTo>
                    <a:pt x="394" y="115"/>
                    <a:pt x="394" y="120"/>
                    <a:pt x="394" y="128"/>
                  </a:cubicBezTo>
                  <a:cubicBezTo>
                    <a:pt x="394" y="136"/>
                    <a:pt x="395" y="141"/>
                    <a:pt x="396" y="141"/>
                  </a:cubicBezTo>
                  <a:cubicBezTo>
                    <a:pt x="397" y="141"/>
                    <a:pt x="398" y="136"/>
                    <a:pt x="398" y="128"/>
                  </a:cubicBezTo>
                  <a:cubicBezTo>
                    <a:pt x="398" y="128"/>
                    <a:pt x="399" y="124"/>
                    <a:pt x="400" y="124"/>
                  </a:cubicBezTo>
                  <a:cubicBezTo>
                    <a:pt x="401" y="124"/>
                    <a:pt x="401" y="125"/>
                    <a:pt x="402" y="128"/>
                  </a:cubicBezTo>
                  <a:cubicBezTo>
                    <a:pt x="404" y="133"/>
                    <a:pt x="408" y="138"/>
                    <a:pt x="411" y="138"/>
                  </a:cubicBezTo>
                  <a:cubicBezTo>
                    <a:pt x="413" y="138"/>
                    <a:pt x="414" y="136"/>
                    <a:pt x="413" y="128"/>
                  </a:cubicBezTo>
                  <a:lnTo>
                    <a:pt x="413" y="128"/>
                  </a:lnTo>
                  <a:lnTo>
                    <a:pt x="416" y="129"/>
                  </a:lnTo>
                  <a:cubicBezTo>
                    <a:pt x="418" y="133"/>
                    <a:pt x="419" y="135"/>
                    <a:pt x="421" y="135"/>
                  </a:cubicBezTo>
                  <a:cubicBezTo>
                    <a:pt x="422" y="135"/>
                    <a:pt x="423" y="133"/>
                    <a:pt x="423" y="129"/>
                  </a:cubicBezTo>
                  <a:lnTo>
                    <a:pt x="425" y="120"/>
                  </a:lnTo>
                  <a:cubicBezTo>
                    <a:pt x="425" y="129"/>
                    <a:pt x="426" y="138"/>
                    <a:pt x="429" y="138"/>
                  </a:cubicBezTo>
                  <a:cubicBezTo>
                    <a:pt x="430" y="138"/>
                    <a:pt x="430" y="138"/>
                    <a:pt x="430" y="129"/>
                  </a:cubicBezTo>
                  <a:cubicBezTo>
                    <a:pt x="429" y="122"/>
                    <a:pt x="429" y="121"/>
                    <a:pt x="431" y="121"/>
                  </a:cubicBezTo>
                  <a:cubicBezTo>
                    <a:pt x="431" y="121"/>
                    <a:pt x="432" y="121"/>
                    <a:pt x="432" y="121"/>
                  </a:cubicBezTo>
                  <a:cubicBezTo>
                    <a:pt x="433" y="121"/>
                    <a:pt x="435" y="129"/>
                    <a:pt x="435" y="138"/>
                  </a:cubicBezTo>
                  <a:lnTo>
                    <a:pt x="437" y="138"/>
                  </a:lnTo>
                  <a:cubicBezTo>
                    <a:pt x="437" y="128"/>
                    <a:pt x="437" y="124"/>
                    <a:pt x="437" y="124"/>
                  </a:cubicBezTo>
                  <a:cubicBezTo>
                    <a:pt x="437" y="124"/>
                    <a:pt x="438" y="126"/>
                    <a:pt x="438" y="129"/>
                  </a:cubicBezTo>
                  <a:cubicBezTo>
                    <a:pt x="440" y="138"/>
                    <a:pt x="441" y="138"/>
                    <a:pt x="443" y="138"/>
                  </a:cubicBezTo>
                  <a:cubicBezTo>
                    <a:pt x="443" y="136"/>
                    <a:pt x="443" y="135"/>
                    <a:pt x="444" y="135"/>
                  </a:cubicBezTo>
                  <a:lnTo>
                    <a:pt x="444" y="135"/>
                  </a:lnTo>
                  <a:cubicBezTo>
                    <a:pt x="444" y="135"/>
                    <a:pt x="444" y="138"/>
                    <a:pt x="443" y="138"/>
                  </a:cubicBezTo>
                  <a:lnTo>
                    <a:pt x="443" y="147"/>
                  </a:lnTo>
                  <a:cubicBezTo>
                    <a:pt x="444" y="149"/>
                    <a:pt x="444" y="150"/>
                    <a:pt x="444" y="150"/>
                  </a:cubicBezTo>
                  <a:cubicBezTo>
                    <a:pt x="444" y="150"/>
                    <a:pt x="444" y="145"/>
                    <a:pt x="444" y="138"/>
                  </a:cubicBezTo>
                  <a:lnTo>
                    <a:pt x="448" y="138"/>
                  </a:lnTo>
                  <a:cubicBezTo>
                    <a:pt x="448" y="138"/>
                    <a:pt x="449" y="138"/>
                    <a:pt x="449" y="138"/>
                  </a:cubicBezTo>
                  <a:cubicBezTo>
                    <a:pt x="450" y="138"/>
                    <a:pt x="451" y="137"/>
                    <a:pt x="450" y="130"/>
                  </a:cubicBezTo>
                  <a:cubicBezTo>
                    <a:pt x="450" y="121"/>
                    <a:pt x="450" y="113"/>
                    <a:pt x="451" y="113"/>
                  </a:cubicBezTo>
                  <a:cubicBezTo>
                    <a:pt x="451" y="110"/>
                    <a:pt x="451" y="109"/>
                    <a:pt x="452" y="109"/>
                  </a:cubicBezTo>
                  <a:lnTo>
                    <a:pt x="452" y="109"/>
                  </a:lnTo>
                  <a:cubicBezTo>
                    <a:pt x="452" y="109"/>
                    <a:pt x="453" y="113"/>
                    <a:pt x="451" y="113"/>
                  </a:cubicBezTo>
                  <a:cubicBezTo>
                    <a:pt x="451" y="121"/>
                    <a:pt x="451" y="130"/>
                    <a:pt x="453" y="130"/>
                  </a:cubicBezTo>
                  <a:cubicBezTo>
                    <a:pt x="454" y="130"/>
                    <a:pt x="454" y="139"/>
                    <a:pt x="454" y="139"/>
                  </a:cubicBezTo>
                  <a:cubicBezTo>
                    <a:pt x="454" y="146"/>
                    <a:pt x="455" y="149"/>
                    <a:pt x="456" y="149"/>
                  </a:cubicBezTo>
                  <a:cubicBezTo>
                    <a:pt x="458" y="149"/>
                    <a:pt x="461" y="144"/>
                    <a:pt x="461" y="139"/>
                  </a:cubicBezTo>
                  <a:cubicBezTo>
                    <a:pt x="463" y="131"/>
                    <a:pt x="464" y="127"/>
                    <a:pt x="465" y="127"/>
                  </a:cubicBezTo>
                  <a:cubicBezTo>
                    <a:pt x="466" y="127"/>
                    <a:pt x="467" y="131"/>
                    <a:pt x="467" y="139"/>
                  </a:cubicBezTo>
                  <a:cubicBezTo>
                    <a:pt x="467" y="144"/>
                    <a:pt x="467" y="146"/>
                    <a:pt x="467" y="146"/>
                  </a:cubicBezTo>
                  <a:cubicBezTo>
                    <a:pt x="468" y="146"/>
                    <a:pt x="470" y="132"/>
                    <a:pt x="471" y="113"/>
                  </a:cubicBezTo>
                  <a:lnTo>
                    <a:pt x="472" y="89"/>
                  </a:lnTo>
                  <a:lnTo>
                    <a:pt x="472" y="115"/>
                  </a:lnTo>
                  <a:cubicBezTo>
                    <a:pt x="474" y="134"/>
                    <a:pt x="474" y="142"/>
                    <a:pt x="475" y="142"/>
                  </a:cubicBezTo>
                  <a:cubicBezTo>
                    <a:pt x="476" y="142"/>
                    <a:pt x="477" y="138"/>
                    <a:pt x="479" y="131"/>
                  </a:cubicBezTo>
                  <a:cubicBezTo>
                    <a:pt x="481" y="127"/>
                    <a:pt x="482" y="125"/>
                    <a:pt x="482" y="125"/>
                  </a:cubicBezTo>
                  <a:cubicBezTo>
                    <a:pt x="483" y="125"/>
                    <a:pt x="483" y="127"/>
                    <a:pt x="483" y="131"/>
                  </a:cubicBezTo>
                  <a:cubicBezTo>
                    <a:pt x="483" y="140"/>
                    <a:pt x="485" y="140"/>
                    <a:pt x="489" y="140"/>
                  </a:cubicBezTo>
                  <a:cubicBezTo>
                    <a:pt x="495" y="140"/>
                    <a:pt x="496" y="140"/>
                    <a:pt x="496" y="133"/>
                  </a:cubicBezTo>
                  <a:lnTo>
                    <a:pt x="499" y="133"/>
                  </a:lnTo>
                  <a:cubicBezTo>
                    <a:pt x="500" y="139"/>
                    <a:pt x="501" y="142"/>
                    <a:pt x="501" y="142"/>
                  </a:cubicBezTo>
                  <a:cubicBezTo>
                    <a:pt x="502" y="142"/>
                    <a:pt x="503" y="134"/>
                    <a:pt x="503" y="124"/>
                  </a:cubicBezTo>
                  <a:lnTo>
                    <a:pt x="506" y="124"/>
                  </a:lnTo>
                  <a:lnTo>
                    <a:pt x="506" y="133"/>
                  </a:lnTo>
                  <a:cubicBezTo>
                    <a:pt x="506" y="140"/>
                    <a:pt x="509" y="141"/>
                    <a:pt x="523" y="141"/>
                  </a:cubicBezTo>
                  <a:cubicBezTo>
                    <a:pt x="526" y="142"/>
                    <a:pt x="528" y="142"/>
                    <a:pt x="530" y="142"/>
                  </a:cubicBezTo>
                  <a:cubicBezTo>
                    <a:pt x="538" y="142"/>
                    <a:pt x="539" y="139"/>
                    <a:pt x="539" y="125"/>
                  </a:cubicBezTo>
                  <a:cubicBezTo>
                    <a:pt x="540" y="116"/>
                    <a:pt x="541" y="112"/>
                    <a:pt x="541" y="112"/>
                  </a:cubicBezTo>
                  <a:cubicBezTo>
                    <a:pt x="542" y="112"/>
                    <a:pt x="542" y="116"/>
                    <a:pt x="542" y="125"/>
                  </a:cubicBezTo>
                  <a:cubicBezTo>
                    <a:pt x="542" y="131"/>
                    <a:pt x="543" y="137"/>
                    <a:pt x="544" y="137"/>
                  </a:cubicBezTo>
                  <a:cubicBezTo>
                    <a:pt x="544" y="137"/>
                    <a:pt x="544" y="136"/>
                    <a:pt x="544" y="134"/>
                  </a:cubicBezTo>
                  <a:cubicBezTo>
                    <a:pt x="544" y="134"/>
                    <a:pt x="548" y="134"/>
                    <a:pt x="549" y="143"/>
                  </a:cubicBezTo>
                  <a:cubicBezTo>
                    <a:pt x="551" y="150"/>
                    <a:pt x="553" y="153"/>
                    <a:pt x="554" y="153"/>
                  </a:cubicBezTo>
                  <a:cubicBezTo>
                    <a:pt x="555" y="153"/>
                    <a:pt x="555" y="148"/>
                    <a:pt x="555" y="143"/>
                  </a:cubicBezTo>
                  <a:cubicBezTo>
                    <a:pt x="555" y="136"/>
                    <a:pt x="555" y="133"/>
                    <a:pt x="555" y="133"/>
                  </a:cubicBezTo>
                  <a:lnTo>
                    <a:pt x="555" y="133"/>
                  </a:lnTo>
                  <a:cubicBezTo>
                    <a:pt x="555" y="133"/>
                    <a:pt x="556" y="138"/>
                    <a:pt x="558" y="143"/>
                  </a:cubicBezTo>
                  <a:cubicBezTo>
                    <a:pt x="558" y="149"/>
                    <a:pt x="559" y="155"/>
                    <a:pt x="560" y="155"/>
                  </a:cubicBezTo>
                  <a:cubicBezTo>
                    <a:pt x="560" y="155"/>
                    <a:pt x="561" y="154"/>
                    <a:pt x="561" y="152"/>
                  </a:cubicBezTo>
                  <a:cubicBezTo>
                    <a:pt x="562" y="146"/>
                    <a:pt x="565" y="142"/>
                    <a:pt x="568" y="142"/>
                  </a:cubicBezTo>
                  <a:cubicBezTo>
                    <a:pt x="570" y="142"/>
                    <a:pt x="572" y="144"/>
                    <a:pt x="572" y="152"/>
                  </a:cubicBezTo>
                  <a:lnTo>
                    <a:pt x="576" y="152"/>
                  </a:lnTo>
                  <a:cubicBezTo>
                    <a:pt x="576" y="144"/>
                    <a:pt x="579" y="144"/>
                    <a:pt x="582" y="144"/>
                  </a:cubicBezTo>
                  <a:cubicBezTo>
                    <a:pt x="586" y="144"/>
                    <a:pt x="587" y="144"/>
                    <a:pt x="587" y="153"/>
                  </a:cubicBezTo>
                  <a:cubicBezTo>
                    <a:pt x="586" y="157"/>
                    <a:pt x="586" y="159"/>
                    <a:pt x="587" y="159"/>
                  </a:cubicBezTo>
                  <a:cubicBezTo>
                    <a:pt x="587" y="159"/>
                    <a:pt x="589" y="157"/>
                    <a:pt x="590" y="153"/>
                  </a:cubicBezTo>
                  <a:cubicBezTo>
                    <a:pt x="591" y="153"/>
                    <a:pt x="594" y="136"/>
                    <a:pt x="595" y="136"/>
                  </a:cubicBezTo>
                  <a:cubicBezTo>
                    <a:pt x="595" y="127"/>
                    <a:pt x="597" y="119"/>
                    <a:pt x="598" y="119"/>
                  </a:cubicBezTo>
                  <a:lnTo>
                    <a:pt x="598" y="127"/>
                  </a:lnTo>
                  <a:lnTo>
                    <a:pt x="598" y="145"/>
                  </a:lnTo>
                  <a:cubicBezTo>
                    <a:pt x="600" y="145"/>
                    <a:pt x="601" y="145"/>
                    <a:pt x="601" y="136"/>
                  </a:cubicBezTo>
                  <a:cubicBezTo>
                    <a:pt x="604" y="145"/>
                    <a:pt x="605" y="145"/>
                    <a:pt x="608" y="145"/>
                  </a:cubicBezTo>
                  <a:cubicBezTo>
                    <a:pt x="612" y="145"/>
                    <a:pt x="615" y="145"/>
                    <a:pt x="617" y="137"/>
                  </a:cubicBezTo>
                  <a:cubicBezTo>
                    <a:pt x="618" y="145"/>
                    <a:pt x="620" y="150"/>
                    <a:pt x="623" y="150"/>
                  </a:cubicBezTo>
                  <a:cubicBezTo>
                    <a:pt x="626" y="150"/>
                    <a:pt x="629" y="145"/>
                    <a:pt x="629" y="137"/>
                  </a:cubicBezTo>
                  <a:cubicBezTo>
                    <a:pt x="629" y="133"/>
                    <a:pt x="630" y="131"/>
                    <a:pt x="631" y="131"/>
                  </a:cubicBezTo>
                  <a:cubicBezTo>
                    <a:pt x="631" y="131"/>
                    <a:pt x="632" y="133"/>
                    <a:pt x="633" y="137"/>
                  </a:cubicBezTo>
                  <a:cubicBezTo>
                    <a:pt x="634" y="141"/>
                    <a:pt x="635" y="144"/>
                    <a:pt x="635" y="144"/>
                  </a:cubicBezTo>
                  <a:cubicBezTo>
                    <a:pt x="635" y="144"/>
                    <a:pt x="636" y="141"/>
                    <a:pt x="636" y="137"/>
                  </a:cubicBezTo>
                  <a:cubicBezTo>
                    <a:pt x="637" y="135"/>
                    <a:pt x="637" y="134"/>
                    <a:pt x="638" y="134"/>
                  </a:cubicBezTo>
                  <a:cubicBezTo>
                    <a:pt x="639" y="134"/>
                    <a:pt x="640" y="140"/>
                    <a:pt x="642" y="146"/>
                  </a:cubicBezTo>
                  <a:cubicBezTo>
                    <a:pt x="642" y="156"/>
                    <a:pt x="644" y="160"/>
                    <a:pt x="645" y="160"/>
                  </a:cubicBezTo>
                  <a:cubicBezTo>
                    <a:pt x="645" y="160"/>
                    <a:pt x="646" y="158"/>
                    <a:pt x="646" y="155"/>
                  </a:cubicBezTo>
                  <a:cubicBezTo>
                    <a:pt x="650" y="146"/>
                    <a:pt x="653" y="146"/>
                    <a:pt x="654" y="146"/>
                  </a:cubicBezTo>
                  <a:cubicBezTo>
                    <a:pt x="658" y="138"/>
                    <a:pt x="660" y="138"/>
                    <a:pt x="658" y="129"/>
                  </a:cubicBezTo>
                  <a:cubicBezTo>
                    <a:pt x="659" y="124"/>
                    <a:pt x="659" y="118"/>
                    <a:pt x="660" y="112"/>
                  </a:cubicBezTo>
                  <a:cubicBezTo>
                    <a:pt x="661" y="110"/>
                    <a:pt x="662" y="109"/>
                    <a:pt x="662" y="109"/>
                  </a:cubicBezTo>
                  <a:lnTo>
                    <a:pt x="662" y="109"/>
                  </a:lnTo>
                  <a:cubicBezTo>
                    <a:pt x="663" y="109"/>
                    <a:pt x="662" y="112"/>
                    <a:pt x="661" y="112"/>
                  </a:cubicBezTo>
                  <a:cubicBezTo>
                    <a:pt x="658" y="121"/>
                    <a:pt x="660" y="121"/>
                    <a:pt x="661" y="129"/>
                  </a:cubicBezTo>
                  <a:cubicBezTo>
                    <a:pt x="663" y="138"/>
                    <a:pt x="666" y="138"/>
                    <a:pt x="668" y="138"/>
                  </a:cubicBezTo>
                  <a:lnTo>
                    <a:pt x="674" y="138"/>
                  </a:lnTo>
                  <a:cubicBezTo>
                    <a:pt x="677" y="143"/>
                    <a:pt x="679" y="145"/>
                    <a:pt x="680" y="145"/>
                  </a:cubicBezTo>
                  <a:cubicBezTo>
                    <a:pt x="681" y="145"/>
                    <a:pt x="681" y="143"/>
                    <a:pt x="681" y="139"/>
                  </a:cubicBezTo>
                  <a:lnTo>
                    <a:pt x="681" y="130"/>
                  </a:lnTo>
                  <a:cubicBezTo>
                    <a:pt x="682" y="139"/>
                    <a:pt x="688" y="143"/>
                    <a:pt x="693" y="143"/>
                  </a:cubicBezTo>
                  <a:cubicBezTo>
                    <a:pt x="697" y="143"/>
                    <a:pt x="702" y="140"/>
                    <a:pt x="702" y="131"/>
                  </a:cubicBezTo>
                  <a:lnTo>
                    <a:pt x="702" y="139"/>
                  </a:lnTo>
                  <a:cubicBezTo>
                    <a:pt x="702" y="148"/>
                    <a:pt x="705" y="148"/>
                    <a:pt x="708" y="148"/>
                  </a:cubicBezTo>
                  <a:cubicBezTo>
                    <a:pt x="709" y="148"/>
                    <a:pt x="716" y="140"/>
                    <a:pt x="720" y="140"/>
                  </a:cubicBezTo>
                  <a:cubicBezTo>
                    <a:pt x="727" y="140"/>
                    <a:pt x="733" y="140"/>
                    <a:pt x="733" y="133"/>
                  </a:cubicBezTo>
                  <a:cubicBezTo>
                    <a:pt x="734" y="133"/>
                    <a:pt x="734" y="133"/>
                    <a:pt x="734" y="141"/>
                  </a:cubicBezTo>
                  <a:cubicBezTo>
                    <a:pt x="733" y="149"/>
                    <a:pt x="734" y="149"/>
                    <a:pt x="736" y="149"/>
                  </a:cubicBezTo>
                  <a:cubicBezTo>
                    <a:pt x="737" y="149"/>
                    <a:pt x="737" y="141"/>
                    <a:pt x="737" y="133"/>
                  </a:cubicBezTo>
                  <a:cubicBezTo>
                    <a:pt x="737" y="128"/>
                    <a:pt x="738" y="126"/>
                    <a:pt x="739" y="126"/>
                  </a:cubicBezTo>
                  <a:cubicBezTo>
                    <a:pt x="740" y="126"/>
                    <a:pt x="741" y="128"/>
                    <a:pt x="743" y="133"/>
                  </a:cubicBezTo>
                  <a:cubicBezTo>
                    <a:pt x="745" y="137"/>
                    <a:pt x="747" y="139"/>
                    <a:pt x="749" y="139"/>
                  </a:cubicBezTo>
                  <a:cubicBezTo>
                    <a:pt x="751" y="139"/>
                    <a:pt x="753" y="137"/>
                    <a:pt x="755" y="134"/>
                  </a:cubicBezTo>
                  <a:cubicBezTo>
                    <a:pt x="757" y="134"/>
                    <a:pt x="758" y="134"/>
                    <a:pt x="758" y="141"/>
                  </a:cubicBezTo>
                  <a:cubicBezTo>
                    <a:pt x="760" y="147"/>
                    <a:pt x="762" y="152"/>
                    <a:pt x="763" y="152"/>
                  </a:cubicBezTo>
                  <a:cubicBezTo>
                    <a:pt x="765" y="152"/>
                    <a:pt x="766" y="150"/>
                    <a:pt x="767" y="143"/>
                  </a:cubicBezTo>
                  <a:cubicBezTo>
                    <a:pt x="769" y="143"/>
                    <a:pt x="769" y="143"/>
                    <a:pt x="769" y="150"/>
                  </a:cubicBezTo>
                  <a:cubicBezTo>
                    <a:pt x="770" y="156"/>
                    <a:pt x="770" y="161"/>
                    <a:pt x="771" y="161"/>
                  </a:cubicBezTo>
                  <a:cubicBezTo>
                    <a:pt x="771" y="161"/>
                    <a:pt x="771" y="158"/>
                    <a:pt x="772" y="150"/>
                  </a:cubicBezTo>
                  <a:cubicBezTo>
                    <a:pt x="774" y="147"/>
                    <a:pt x="775" y="145"/>
                    <a:pt x="777" y="145"/>
                  </a:cubicBezTo>
                  <a:cubicBezTo>
                    <a:pt x="779" y="145"/>
                    <a:pt x="781" y="147"/>
                    <a:pt x="783" y="152"/>
                  </a:cubicBezTo>
                  <a:cubicBezTo>
                    <a:pt x="785" y="152"/>
                    <a:pt x="787" y="152"/>
                    <a:pt x="787" y="143"/>
                  </a:cubicBezTo>
                  <a:lnTo>
                    <a:pt x="787" y="135"/>
                  </a:lnTo>
                  <a:cubicBezTo>
                    <a:pt x="788" y="143"/>
                    <a:pt x="788" y="147"/>
                    <a:pt x="789" y="147"/>
                  </a:cubicBezTo>
                  <a:cubicBezTo>
                    <a:pt x="789" y="147"/>
                    <a:pt x="789" y="143"/>
                    <a:pt x="790" y="135"/>
                  </a:cubicBezTo>
                  <a:cubicBezTo>
                    <a:pt x="790" y="130"/>
                    <a:pt x="790" y="128"/>
                    <a:pt x="791" y="128"/>
                  </a:cubicBezTo>
                  <a:cubicBezTo>
                    <a:pt x="792" y="128"/>
                    <a:pt x="792" y="130"/>
                    <a:pt x="792" y="135"/>
                  </a:cubicBezTo>
                  <a:cubicBezTo>
                    <a:pt x="793" y="144"/>
                    <a:pt x="795" y="144"/>
                    <a:pt x="795" y="144"/>
                  </a:cubicBezTo>
                  <a:cubicBezTo>
                    <a:pt x="797" y="144"/>
                    <a:pt x="805" y="136"/>
                    <a:pt x="812" y="136"/>
                  </a:cubicBezTo>
                  <a:cubicBezTo>
                    <a:pt x="813" y="136"/>
                    <a:pt x="813" y="136"/>
                    <a:pt x="813" y="136"/>
                  </a:cubicBezTo>
                  <a:cubicBezTo>
                    <a:pt x="827" y="136"/>
                    <a:pt x="831" y="136"/>
                    <a:pt x="831" y="128"/>
                  </a:cubicBezTo>
                  <a:cubicBezTo>
                    <a:pt x="833" y="124"/>
                    <a:pt x="833" y="121"/>
                    <a:pt x="833" y="121"/>
                  </a:cubicBezTo>
                  <a:cubicBezTo>
                    <a:pt x="834" y="121"/>
                    <a:pt x="834" y="124"/>
                    <a:pt x="835" y="128"/>
                  </a:cubicBezTo>
                  <a:cubicBezTo>
                    <a:pt x="837" y="136"/>
                    <a:pt x="838" y="136"/>
                    <a:pt x="840" y="137"/>
                  </a:cubicBezTo>
                  <a:cubicBezTo>
                    <a:pt x="841" y="137"/>
                    <a:pt x="843" y="137"/>
                    <a:pt x="843" y="145"/>
                  </a:cubicBezTo>
                  <a:cubicBezTo>
                    <a:pt x="845" y="137"/>
                    <a:pt x="845" y="137"/>
                    <a:pt x="846" y="137"/>
                  </a:cubicBezTo>
                  <a:cubicBezTo>
                    <a:pt x="846" y="141"/>
                    <a:pt x="847" y="143"/>
                    <a:pt x="847" y="143"/>
                  </a:cubicBezTo>
                  <a:cubicBezTo>
                    <a:pt x="848" y="143"/>
                    <a:pt x="849" y="141"/>
                    <a:pt x="849" y="137"/>
                  </a:cubicBezTo>
                  <a:cubicBezTo>
                    <a:pt x="850" y="129"/>
                    <a:pt x="851" y="124"/>
                    <a:pt x="851" y="124"/>
                  </a:cubicBezTo>
                  <a:cubicBezTo>
                    <a:pt x="852" y="124"/>
                    <a:pt x="852" y="129"/>
                    <a:pt x="852" y="137"/>
                  </a:cubicBezTo>
                  <a:cubicBezTo>
                    <a:pt x="852" y="143"/>
                    <a:pt x="854" y="149"/>
                    <a:pt x="855" y="149"/>
                  </a:cubicBezTo>
                  <a:cubicBezTo>
                    <a:pt x="855" y="149"/>
                    <a:pt x="855" y="148"/>
                    <a:pt x="855" y="146"/>
                  </a:cubicBezTo>
                  <a:cubicBezTo>
                    <a:pt x="855" y="137"/>
                    <a:pt x="858" y="137"/>
                    <a:pt x="859" y="129"/>
                  </a:cubicBezTo>
                  <a:cubicBezTo>
                    <a:pt x="862" y="129"/>
                    <a:pt x="863" y="129"/>
                    <a:pt x="863" y="137"/>
                  </a:cubicBezTo>
                  <a:cubicBezTo>
                    <a:pt x="864" y="140"/>
                    <a:pt x="865" y="141"/>
                    <a:pt x="866" y="141"/>
                  </a:cubicBezTo>
                  <a:cubicBezTo>
                    <a:pt x="869" y="141"/>
                    <a:pt x="873" y="135"/>
                    <a:pt x="874" y="129"/>
                  </a:cubicBezTo>
                  <a:cubicBezTo>
                    <a:pt x="874" y="125"/>
                    <a:pt x="875" y="123"/>
                    <a:pt x="875" y="123"/>
                  </a:cubicBezTo>
                  <a:cubicBezTo>
                    <a:pt x="876" y="123"/>
                    <a:pt x="876" y="125"/>
                    <a:pt x="876" y="129"/>
                  </a:cubicBezTo>
                  <a:cubicBezTo>
                    <a:pt x="876" y="138"/>
                    <a:pt x="877" y="138"/>
                    <a:pt x="880" y="138"/>
                  </a:cubicBezTo>
                  <a:cubicBezTo>
                    <a:pt x="880" y="135"/>
                    <a:pt x="880" y="134"/>
                    <a:pt x="880" y="134"/>
                  </a:cubicBezTo>
                  <a:cubicBezTo>
                    <a:pt x="881" y="134"/>
                    <a:pt x="881" y="140"/>
                    <a:pt x="881" y="146"/>
                  </a:cubicBezTo>
                  <a:cubicBezTo>
                    <a:pt x="880" y="155"/>
                    <a:pt x="881" y="155"/>
                    <a:pt x="884" y="155"/>
                  </a:cubicBezTo>
                  <a:cubicBezTo>
                    <a:pt x="886" y="147"/>
                    <a:pt x="893" y="147"/>
                    <a:pt x="898" y="147"/>
                  </a:cubicBezTo>
                  <a:cubicBezTo>
                    <a:pt x="905" y="147"/>
                    <a:pt x="908" y="139"/>
                    <a:pt x="911" y="122"/>
                  </a:cubicBezTo>
                  <a:lnTo>
                    <a:pt x="912" y="106"/>
                  </a:lnTo>
                  <a:lnTo>
                    <a:pt x="912" y="122"/>
                  </a:lnTo>
                  <a:cubicBezTo>
                    <a:pt x="912" y="130"/>
                    <a:pt x="914" y="148"/>
                    <a:pt x="914" y="148"/>
                  </a:cubicBezTo>
                  <a:cubicBezTo>
                    <a:pt x="916" y="148"/>
                    <a:pt x="916" y="139"/>
                    <a:pt x="916" y="130"/>
                  </a:cubicBezTo>
                  <a:cubicBezTo>
                    <a:pt x="916" y="126"/>
                    <a:pt x="916" y="125"/>
                    <a:pt x="917" y="125"/>
                  </a:cubicBezTo>
                  <a:cubicBezTo>
                    <a:pt x="918" y="125"/>
                    <a:pt x="919" y="127"/>
                    <a:pt x="921" y="131"/>
                  </a:cubicBezTo>
                  <a:cubicBezTo>
                    <a:pt x="923" y="135"/>
                    <a:pt x="924" y="137"/>
                    <a:pt x="925" y="137"/>
                  </a:cubicBezTo>
                  <a:cubicBezTo>
                    <a:pt x="926" y="137"/>
                    <a:pt x="927" y="135"/>
                    <a:pt x="928" y="131"/>
                  </a:cubicBezTo>
                  <a:cubicBezTo>
                    <a:pt x="929" y="131"/>
                    <a:pt x="931" y="131"/>
                    <a:pt x="932" y="140"/>
                  </a:cubicBezTo>
                  <a:cubicBezTo>
                    <a:pt x="933" y="140"/>
                    <a:pt x="933" y="140"/>
                    <a:pt x="933" y="131"/>
                  </a:cubicBezTo>
                  <a:cubicBezTo>
                    <a:pt x="933" y="127"/>
                    <a:pt x="934" y="126"/>
                    <a:pt x="935" y="126"/>
                  </a:cubicBezTo>
                  <a:cubicBezTo>
                    <a:pt x="935" y="126"/>
                    <a:pt x="936" y="127"/>
                    <a:pt x="937" y="131"/>
                  </a:cubicBezTo>
                  <a:cubicBezTo>
                    <a:pt x="938" y="141"/>
                    <a:pt x="940" y="146"/>
                    <a:pt x="942" y="146"/>
                  </a:cubicBezTo>
                  <a:cubicBezTo>
                    <a:pt x="943" y="146"/>
                    <a:pt x="944" y="144"/>
                    <a:pt x="944" y="140"/>
                  </a:cubicBezTo>
                  <a:cubicBezTo>
                    <a:pt x="944" y="133"/>
                    <a:pt x="945" y="132"/>
                    <a:pt x="946" y="132"/>
                  </a:cubicBezTo>
                  <a:cubicBezTo>
                    <a:pt x="946" y="132"/>
                    <a:pt x="947" y="133"/>
                    <a:pt x="947" y="133"/>
                  </a:cubicBezTo>
                  <a:cubicBezTo>
                    <a:pt x="949" y="133"/>
                    <a:pt x="950" y="133"/>
                    <a:pt x="953" y="124"/>
                  </a:cubicBezTo>
                  <a:lnTo>
                    <a:pt x="956" y="124"/>
                  </a:lnTo>
                  <a:cubicBezTo>
                    <a:pt x="957" y="124"/>
                    <a:pt x="956" y="133"/>
                    <a:pt x="954" y="133"/>
                  </a:cubicBezTo>
                  <a:lnTo>
                    <a:pt x="956" y="140"/>
                  </a:lnTo>
                  <a:cubicBezTo>
                    <a:pt x="957" y="140"/>
                    <a:pt x="957" y="140"/>
                    <a:pt x="958" y="140"/>
                  </a:cubicBezTo>
                  <a:cubicBezTo>
                    <a:pt x="960" y="140"/>
                    <a:pt x="961" y="140"/>
                    <a:pt x="963" y="133"/>
                  </a:cubicBezTo>
                  <a:cubicBezTo>
                    <a:pt x="963" y="124"/>
                    <a:pt x="963" y="120"/>
                    <a:pt x="964" y="120"/>
                  </a:cubicBezTo>
                  <a:cubicBezTo>
                    <a:pt x="964" y="120"/>
                    <a:pt x="964" y="124"/>
                    <a:pt x="964" y="133"/>
                  </a:cubicBezTo>
                  <a:cubicBezTo>
                    <a:pt x="964" y="139"/>
                    <a:pt x="964" y="145"/>
                    <a:pt x="965" y="145"/>
                  </a:cubicBezTo>
                  <a:cubicBezTo>
                    <a:pt x="966" y="145"/>
                    <a:pt x="966" y="144"/>
                    <a:pt x="967" y="141"/>
                  </a:cubicBezTo>
                  <a:cubicBezTo>
                    <a:pt x="968" y="134"/>
                    <a:pt x="968" y="132"/>
                    <a:pt x="969" y="132"/>
                  </a:cubicBezTo>
                  <a:cubicBezTo>
                    <a:pt x="970" y="132"/>
                    <a:pt x="970" y="136"/>
                    <a:pt x="970" y="141"/>
                  </a:cubicBezTo>
                  <a:cubicBezTo>
                    <a:pt x="969" y="150"/>
                    <a:pt x="969" y="154"/>
                    <a:pt x="969" y="154"/>
                  </a:cubicBezTo>
                  <a:cubicBezTo>
                    <a:pt x="970" y="154"/>
                    <a:pt x="972" y="150"/>
                    <a:pt x="975" y="141"/>
                  </a:cubicBezTo>
                  <a:cubicBezTo>
                    <a:pt x="978" y="141"/>
                    <a:pt x="985" y="134"/>
                    <a:pt x="991" y="134"/>
                  </a:cubicBezTo>
                  <a:cubicBezTo>
                    <a:pt x="996" y="134"/>
                    <a:pt x="1000" y="134"/>
                    <a:pt x="1002" y="143"/>
                  </a:cubicBezTo>
                  <a:cubicBezTo>
                    <a:pt x="1002" y="144"/>
                    <a:pt x="1002" y="146"/>
                    <a:pt x="1002" y="147"/>
                  </a:cubicBezTo>
                  <a:lnTo>
                    <a:pt x="1002" y="147"/>
                  </a:lnTo>
                  <a:cubicBezTo>
                    <a:pt x="1002" y="137"/>
                    <a:pt x="1003" y="134"/>
                    <a:pt x="1006" y="134"/>
                  </a:cubicBezTo>
                  <a:cubicBezTo>
                    <a:pt x="1007" y="134"/>
                    <a:pt x="1008" y="135"/>
                    <a:pt x="1009" y="135"/>
                  </a:cubicBezTo>
                  <a:cubicBezTo>
                    <a:pt x="1010" y="137"/>
                    <a:pt x="1011" y="138"/>
                    <a:pt x="1012" y="138"/>
                  </a:cubicBezTo>
                  <a:cubicBezTo>
                    <a:pt x="1015" y="138"/>
                    <a:pt x="1017" y="132"/>
                    <a:pt x="1019" y="126"/>
                  </a:cubicBezTo>
                  <a:lnTo>
                    <a:pt x="1015" y="126"/>
                  </a:lnTo>
                  <a:cubicBezTo>
                    <a:pt x="1015" y="116"/>
                    <a:pt x="1016" y="112"/>
                    <a:pt x="1017" y="112"/>
                  </a:cubicBezTo>
                  <a:cubicBezTo>
                    <a:pt x="1017" y="112"/>
                    <a:pt x="1018" y="114"/>
                    <a:pt x="1020" y="118"/>
                  </a:cubicBezTo>
                  <a:cubicBezTo>
                    <a:pt x="1022" y="118"/>
                    <a:pt x="1022" y="126"/>
                    <a:pt x="1022" y="135"/>
                  </a:cubicBezTo>
                  <a:cubicBezTo>
                    <a:pt x="1022" y="144"/>
                    <a:pt x="1023" y="152"/>
                    <a:pt x="1024" y="152"/>
                  </a:cubicBezTo>
                  <a:cubicBezTo>
                    <a:pt x="1027" y="152"/>
                    <a:pt x="1028" y="152"/>
                    <a:pt x="1027" y="144"/>
                  </a:cubicBezTo>
                  <a:cubicBezTo>
                    <a:pt x="1027" y="135"/>
                    <a:pt x="1027" y="135"/>
                    <a:pt x="1028" y="135"/>
                  </a:cubicBezTo>
                  <a:cubicBezTo>
                    <a:pt x="1030" y="135"/>
                    <a:pt x="1031" y="135"/>
                    <a:pt x="1033" y="127"/>
                  </a:cubicBezTo>
                  <a:cubicBezTo>
                    <a:pt x="1033" y="118"/>
                    <a:pt x="1034" y="118"/>
                    <a:pt x="1037" y="118"/>
                  </a:cubicBezTo>
                  <a:cubicBezTo>
                    <a:pt x="1038" y="127"/>
                    <a:pt x="1041" y="127"/>
                    <a:pt x="1041" y="127"/>
                  </a:cubicBezTo>
                  <a:lnTo>
                    <a:pt x="1041" y="136"/>
                  </a:lnTo>
                  <a:cubicBezTo>
                    <a:pt x="1041" y="141"/>
                    <a:pt x="1042" y="147"/>
                    <a:pt x="1043" y="153"/>
                  </a:cubicBezTo>
                  <a:cubicBezTo>
                    <a:pt x="1045" y="153"/>
                    <a:pt x="1045" y="144"/>
                    <a:pt x="1045" y="144"/>
                  </a:cubicBezTo>
                  <a:cubicBezTo>
                    <a:pt x="1045" y="138"/>
                    <a:pt x="1069" y="137"/>
                    <a:pt x="1082" y="137"/>
                  </a:cubicBezTo>
                  <a:cubicBezTo>
                    <a:pt x="1086" y="137"/>
                    <a:pt x="1088" y="137"/>
                    <a:pt x="1089" y="137"/>
                  </a:cubicBezTo>
                  <a:cubicBezTo>
                    <a:pt x="1091" y="142"/>
                    <a:pt x="1093" y="144"/>
                    <a:pt x="1095" y="144"/>
                  </a:cubicBezTo>
                  <a:cubicBezTo>
                    <a:pt x="1096" y="144"/>
                    <a:pt x="1097" y="142"/>
                    <a:pt x="1096" y="138"/>
                  </a:cubicBezTo>
                  <a:cubicBezTo>
                    <a:pt x="1096" y="132"/>
                    <a:pt x="1100" y="130"/>
                    <a:pt x="1107" y="130"/>
                  </a:cubicBezTo>
                  <a:cubicBezTo>
                    <a:pt x="1109" y="130"/>
                    <a:pt x="1111" y="130"/>
                    <a:pt x="1114" y="130"/>
                  </a:cubicBezTo>
                  <a:cubicBezTo>
                    <a:pt x="1125" y="130"/>
                    <a:pt x="1134" y="130"/>
                    <a:pt x="1134" y="122"/>
                  </a:cubicBezTo>
                  <a:lnTo>
                    <a:pt x="1139" y="122"/>
                  </a:lnTo>
                  <a:cubicBezTo>
                    <a:pt x="1142" y="122"/>
                    <a:pt x="1145" y="115"/>
                    <a:pt x="1148" y="115"/>
                  </a:cubicBezTo>
                  <a:cubicBezTo>
                    <a:pt x="1148" y="110"/>
                    <a:pt x="1149" y="108"/>
                    <a:pt x="1150" y="108"/>
                  </a:cubicBezTo>
                  <a:lnTo>
                    <a:pt x="1150" y="108"/>
                  </a:lnTo>
                  <a:cubicBezTo>
                    <a:pt x="1150" y="108"/>
                    <a:pt x="1150" y="110"/>
                    <a:pt x="1149" y="115"/>
                  </a:cubicBezTo>
                  <a:cubicBezTo>
                    <a:pt x="1149" y="122"/>
                    <a:pt x="1149" y="131"/>
                    <a:pt x="1150" y="131"/>
                  </a:cubicBezTo>
                  <a:cubicBezTo>
                    <a:pt x="1153" y="131"/>
                    <a:pt x="1153" y="122"/>
                    <a:pt x="1153" y="115"/>
                  </a:cubicBezTo>
                  <a:cubicBezTo>
                    <a:pt x="1153" y="106"/>
                    <a:pt x="1156" y="106"/>
                    <a:pt x="1156" y="106"/>
                  </a:cubicBezTo>
                  <a:cubicBezTo>
                    <a:pt x="1157" y="106"/>
                    <a:pt x="1157" y="106"/>
                    <a:pt x="1157" y="115"/>
                  </a:cubicBezTo>
                  <a:lnTo>
                    <a:pt x="1157" y="131"/>
                  </a:lnTo>
                  <a:lnTo>
                    <a:pt x="1159" y="131"/>
                  </a:lnTo>
                  <a:cubicBezTo>
                    <a:pt x="1159" y="124"/>
                    <a:pt x="1160" y="124"/>
                    <a:pt x="1160" y="124"/>
                  </a:cubicBezTo>
                  <a:cubicBezTo>
                    <a:pt x="1162" y="124"/>
                    <a:pt x="1162" y="124"/>
                    <a:pt x="1162" y="140"/>
                  </a:cubicBezTo>
                  <a:cubicBezTo>
                    <a:pt x="1162" y="149"/>
                    <a:pt x="1163" y="153"/>
                    <a:pt x="1163" y="153"/>
                  </a:cubicBezTo>
                  <a:cubicBezTo>
                    <a:pt x="1164" y="153"/>
                    <a:pt x="1165" y="149"/>
                    <a:pt x="1166" y="140"/>
                  </a:cubicBezTo>
                  <a:lnTo>
                    <a:pt x="1169" y="131"/>
                  </a:lnTo>
                  <a:cubicBezTo>
                    <a:pt x="1169" y="137"/>
                    <a:pt x="1170" y="139"/>
                    <a:pt x="1171" y="139"/>
                  </a:cubicBezTo>
                  <a:cubicBezTo>
                    <a:pt x="1172" y="139"/>
                    <a:pt x="1174" y="130"/>
                    <a:pt x="1176" y="124"/>
                  </a:cubicBezTo>
                  <a:cubicBezTo>
                    <a:pt x="1176" y="132"/>
                    <a:pt x="1177" y="136"/>
                    <a:pt x="1178" y="136"/>
                  </a:cubicBezTo>
                  <a:cubicBezTo>
                    <a:pt x="1179" y="136"/>
                    <a:pt x="1180" y="132"/>
                    <a:pt x="1180" y="124"/>
                  </a:cubicBezTo>
                  <a:cubicBezTo>
                    <a:pt x="1180" y="120"/>
                    <a:pt x="1181" y="118"/>
                    <a:pt x="1181" y="118"/>
                  </a:cubicBezTo>
                  <a:cubicBezTo>
                    <a:pt x="1182" y="118"/>
                    <a:pt x="1183" y="120"/>
                    <a:pt x="1184" y="124"/>
                  </a:cubicBezTo>
                  <a:cubicBezTo>
                    <a:pt x="1185" y="133"/>
                    <a:pt x="1187" y="133"/>
                    <a:pt x="1190" y="133"/>
                  </a:cubicBezTo>
                  <a:cubicBezTo>
                    <a:pt x="1191" y="127"/>
                    <a:pt x="1198" y="125"/>
                    <a:pt x="1206" y="125"/>
                  </a:cubicBezTo>
                  <a:cubicBezTo>
                    <a:pt x="1209" y="125"/>
                    <a:pt x="1213" y="125"/>
                    <a:pt x="1216" y="126"/>
                  </a:cubicBezTo>
                  <a:cubicBezTo>
                    <a:pt x="1232" y="126"/>
                    <a:pt x="1241" y="126"/>
                    <a:pt x="1242" y="118"/>
                  </a:cubicBezTo>
                  <a:cubicBezTo>
                    <a:pt x="1243" y="118"/>
                    <a:pt x="1243" y="118"/>
                    <a:pt x="1244" y="126"/>
                  </a:cubicBezTo>
                  <a:cubicBezTo>
                    <a:pt x="1244" y="130"/>
                    <a:pt x="1245" y="132"/>
                    <a:pt x="1245" y="132"/>
                  </a:cubicBezTo>
                  <a:cubicBezTo>
                    <a:pt x="1246" y="132"/>
                    <a:pt x="1247" y="128"/>
                    <a:pt x="1248" y="118"/>
                  </a:cubicBezTo>
                  <a:cubicBezTo>
                    <a:pt x="1249" y="113"/>
                    <a:pt x="1249" y="108"/>
                    <a:pt x="1250" y="108"/>
                  </a:cubicBezTo>
                  <a:cubicBezTo>
                    <a:pt x="1250" y="108"/>
                    <a:pt x="1250" y="111"/>
                    <a:pt x="1250" y="118"/>
                  </a:cubicBezTo>
                  <a:cubicBezTo>
                    <a:pt x="1250" y="127"/>
                    <a:pt x="1253" y="127"/>
                    <a:pt x="1260" y="127"/>
                  </a:cubicBezTo>
                  <a:cubicBezTo>
                    <a:pt x="1264" y="127"/>
                    <a:pt x="1271" y="127"/>
                    <a:pt x="1271" y="119"/>
                  </a:cubicBezTo>
                  <a:cubicBezTo>
                    <a:pt x="1273" y="115"/>
                    <a:pt x="1274" y="112"/>
                    <a:pt x="1274" y="112"/>
                  </a:cubicBezTo>
                  <a:lnTo>
                    <a:pt x="1274" y="112"/>
                  </a:lnTo>
                  <a:cubicBezTo>
                    <a:pt x="1274" y="112"/>
                    <a:pt x="1273" y="115"/>
                    <a:pt x="1272" y="119"/>
                  </a:cubicBezTo>
                  <a:cubicBezTo>
                    <a:pt x="1272" y="130"/>
                    <a:pt x="1274" y="137"/>
                    <a:pt x="1278" y="137"/>
                  </a:cubicBezTo>
                  <a:cubicBezTo>
                    <a:pt x="1280" y="137"/>
                    <a:pt x="1282" y="134"/>
                    <a:pt x="1285" y="128"/>
                  </a:cubicBezTo>
                  <a:cubicBezTo>
                    <a:pt x="1286" y="128"/>
                    <a:pt x="1288" y="128"/>
                    <a:pt x="1288" y="136"/>
                  </a:cubicBezTo>
                  <a:cubicBezTo>
                    <a:pt x="1288" y="136"/>
                    <a:pt x="1288" y="136"/>
                    <a:pt x="1289" y="136"/>
                  </a:cubicBezTo>
                  <a:cubicBezTo>
                    <a:pt x="1290" y="136"/>
                    <a:pt x="1292" y="135"/>
                    <a:pt x="1296" y="128"/>
                  </a:cubicBezTo>
                  <a:lnTo>
                    <a:pt x="1307" y="129"/>
                  </a:lnTo>
                  <a:cubicBezTo>
                    <a:pt x="1310" y="129"/>
                    <a:pt x="1314" y="120"/>
                    <a:pt x="1314" y="120"/>
                  </a:cubicBezTo>
                  <a:lnTo>
                    <a:pt x="1316" y="120"/>
                  </a:lnTo>
                  <a:cubicBezTo>
                    <a:pt x="1316" y="129"/>
                    <a:pt x="1324" y="129"/>
                    <a:pt x="1335" y="129"/>
                  </a:cubicBezTo>
                  <a:cubicBezTo>
                    <a:pt x="1347" y="130"/>
                    <a:pt x="1358" y="130"/>
                    <a:pt x="1359" y="139"/>
                  </a:cubicBezTo>
                  <a:cubicBezTo>
                    <a:pt x="1359" y="139"/>
                    <a:pt x="1360" y="139"/>
                    <a:pt x="1362" y="130"/>
                  </a:cubicBezTo>
                  <a:cubicBezTo>
                    <a:pt x="1363" y="121"/>
                    <a:pt x="1364" y="116"/>
                    <a:pt x="1365" y="116"/>
                  </a:cubicBezTo>
                  <a:cubicBezTo>
                    <a:pt x="1365" y="116"/>
                    <a:pt x="1366" y="119"/>
                    <a:pt x="1366" y="122"/>
                  </a:cubicBezTo>
                  <a:cubicBezTo>
                    <a:pt x="1368" y="131"/>
                    <a:pt x="1370" y="135"/>
                    <a:pt x="1372" y="135"/>
                  </a:cubicBezTo>
                  <a:cubicBezTo>
                    <a:pt x="1374" y="135"/>
                    <a:pt x="1376" y="131"/>
                    <a:pt x="1377" y="122"/>
                  </a:cubicBezTo>
                  <a:lnTo>
                    <a:pt x="1377" y="131"/>
                  </a:lnTo>
                  <a:cubicBezTo>
                    <a:pt x="1377" y="138"/>
                    <a:pt x="1379" y="141"/>
                    <a:pt x="1380" y="141"/>
                  </a:cubicBezTo>
                  <a:cubicBezTo>
                    <a:pt x="1382" y="141"/>
                    <a:pt x="1384" y="134"/>
                    <a:pt x="1386" y="124"/>
                  </a:cubicBezTo>
                  <a:cubicBezTo>
                    <a:pt x="1386" y="129"/>
                    <a:pt x="1387" y="135"/>
                    <a:pt x="1388" y="135"/>
                  </a:cubicBezTo>
                  <a:cubicBezTo>
                    <a:pt x="1389" y="135"/>
                    <a:pt x="1389" y="134"/>
                    <a:pt x="1390" y="131"/>
                  </a:cubicBezTo>
                  <a:cubicBezTo>
                    <a:pt x="1391" y="131"/>
                    <a:pt x="1391" y="131"/>
                    <a:pt x="1391" y="149"/>
                  </a:cubicBezTo>
                  <a:cubicBezTo>
                    <a:pt x="1391" y="157"/>
                    <a:pt x="1391" y="166"/>
                    <a:pt x="1393" y="166"/>
                  </a:cubicBezTo>
                  <a:cubicBezTo>
                    <a:pt x="1395" y="166"/>
                    <a:pt x="1395" y="157"/>
                    <a:pt x="1395" y="149"/>
                  </a:cubicBezTo>
                  <a:lnTo>
                    <a:pt x="1398" y="149"/>
                  </a:lnTo>
                  <a:cubicBezTo>
                    <a:pt x="1398" y="149"/>
                    <a:pt x="1400" y="149"/>
                    <a:pt x="1400" y="140"/>
                  </a:cubicBezTo>
                  <a:cubicBezTo>
                    <a:pt x="1400" y="133"/>
                    <a:pt x="1401" y="133"/>
                    <a:pt x="1403" y="133"/>
                  </a:cubicBezTo>
                  <a:cubicBezTo>
                    <a:pt x="1403" y="135"/>
                    <a:pt x="1404" y="136"/>
                    <a:pt x="1404" y="136"/>
                  </a:cubicBezTo>
                  <a:cubicBezTo>
                    <a:pt x="1404" y="136"/>
                    <a:pt x="1404" y="130"/>
                    <a:pt x="1403" y="124"/>
                  </a:cubicBezTo>
                  <a:cubicBezTo>
                    <a:pt x="1403" y="116"/>
                    <a:pt x="1403" y="107"/>
                    <a:pt x="1405" y="107"/>
                  </a:cubicBezTo>
                  <a:lnTo>
                    <a:pt x="1405" y="90"/>
                  </a:lnTo>
                  <a:cubicBezTo>
                    <a:pt x="1406" y="79"/>
                    <a:pt x="1405" y="66"/>
                    <a:pt x="1401" y="55"/>
                  </a:cubicBezTo>
                  <a:cubicBezTo>
                    <a:pt x="1397" y="51"/>
                    <a:pt x="1394" y="46"/>
                    <a:pt x="1392" y="46"/>
                  </a:cubicBezTo>
                  <a:cubicBezTo>
                    <a:pt x="1391" y="46"/>
                    <a:pt x="1390" y="48"/>
                    <a:pt x="1390" y="55"/>
                  </a:cubicBezTo>
                  <a:cubicBezTo>
                    <a:pt x="1390" y="55"/>
                    <a:pt x="1389" y="63"/>
                    <a:pt x="1387" y="63"/>
                  </a:cubicBezTo>
                  <a:cubicBezTo>
                    <a:pt x="1386" y="63"/>
                    <a:pt x="1383" y="55"/>
                    <a:pt x="1383" y="55"/>
                  </a:cubicBezTo>
                  <a:cubicBezTo>
                    <a:pt x="1383" y="46"/>
                    <a:pt x="1377" y="46"/>
                    <a:pt x="1369" y="46"/>
                  </a:cubicBezTo>
                  <a:cubicBezTo>
                    <a:pt x="1359" y="45"/>
                    <a:pt x="1354" y="45"/>
                    <a:pt x="1352" y="37"/>
                  </a:cubicBezTo>
                  <a:cubicBezTo>
                    <a:pt x="1351" y="28"/>
                    <a:pt x="1349" y="28"/>
                    <a:pt x="1349" y="28"/>
                  </a:cubicBezTo>
                  <a:cubicBezTo>
                    <a:pt x="1349" y="36"/>
                    <a:pt x="1338" y="36"/>
                    <a:pt x="1327" y="36"/>
                  </a:cubicBezTo>
                  <a:cubicBezTo>
                    <a:pt x="1324" y="36"/>
                    <a:pt x="1321" y="36"/>
                    <a:pt x="1318" y="36"/>
                  </a:cubicBezTo>
                  <a:cubicBezTo>
                    <a:pt x="1310" y="36"/>
                    <a:pt x="1304" y="37"/>
                    <a:pt x="1304" y="43"/>
                  </a:cubicBezTo>
                  <a:lnTo>
                    <a:pt x="1301" y="43"/>
                  </a:lnTo>
                  <a:cubicBezTo>
                    <a:pt x="1301" y="35"/>
                    <a:pt x="1298" y="35"/>
                    <a:pt x="1295" y="35"/>
                  </a:cubicBezTo>
                  <a:cubicBezTo>
                    <a:pt x="1291" y="43"/>
                    <a:pt x="1288" y="43"/>
                    <a:pt x="1288" y="43"/>
                  </a:cubicBezTo>
                  <a:cubicBezTo>
                    <a:pt x="1288" y="34"/>
                    <a:pt x="1286" y="34"/>
                    <a:pt x="1282" y="34"/>
                  </a:cubicBezTo>
                  <a:cubicBezTo>
                    <a:pt x="1279" y="34"/>
                    <a:pt x="1278" y="34"/>
                    <a:pt x="1278" y="43"/>
                  </a:cubicBezTo>
                  <a:cubicBezTo>
                    <a:pt x="1271" y="43"/>
                    <a:pt x="1263" y="39"/>
                    <a:pt x="1260" y="33"/>
                  </a:cubicBezTo>
                  <a:cubicBezTo>
                    <a:pt x="1259" y="30"/>
                    <a:pt x="1259" y="29"/>
                    <a:pt x="1258" y="29"/>
                  </a:cubicBezTo>
                  <a:cubicBezTo>
                    <a:pt x="1257" y="29"/>
                    <a:pt x="1256" y="35"/>
                    <a:pt x="1254" y="42"/>
                  </a:cubicBezTo>
                  <a:cubicBezTo>
                    <a:pt x="1254" y="50"/>
                    <a:pt x="1253" y="58"/>
                    <a:pt x="1251" y="58"/>
                  </a:cubicBezTo>
                  <a:lnTo>
                    <a:pt x="1251" y="42"/>
                  </a:lnTo>
                  <a:cubicBezTo>
                    <a:pt x="1253" y="33"/>
                    <a:pt x="1253" y="33"/>
                    <a:pt x="1250" y="33"/>
                  </a:cubicBezTo>
                  <a:lnTo>
                    <a:pt x="1246" y="33"/>
                  </a:lnTo>
                  <a:cubicBezTo>
                    <a:pt x="1246" y="41"/>
                    <a:pt x="1239" y="41"/>
                    <a:pt x="1226" y="41"/>
                  </a:cubicBezTo>
                  <a:cubicBezTo>
                    <a:pt x="1222" y="40"/>
                    <a:pt x="1219" y="40"/>
                    <a:pt x="1217" y="40"/>
                  </a:cubicBezTo>
                  <a:cubicBezTo>
                    <a:pt x="1210" y="40"/>
                    <a:pt x="1207" y="42"/>
                    <a:pt x="1207" y="48"/>
                  </a:cubicBezTo>
                  <a:cubicBezTo>
                    <a:pt x="1207" y="52"/>
                    <a:pt x="1207" y="54"/>
                    <a:pt x="1206" y="54"/>
                  </a:cubicBezTo>
                  <a:cubicBezTo>
                    <a:pt x="1204" y="54"/>
                    <a:pt x="1203" y="52"/>
                    <a:pt x="1200" y="47"/>
                  </a:cubicBezTo>
                  <a:cubicBezTo>
                    <a:pt x="1194" y="31"/>
                    <a:pt x="1192" y="25"/>
                    <a:pt x="1190" y="25"/>
                  </a:cubicBezTo>
                  <a:cubicBezTo>
                    <a:pt x="1189" y="25"/>
                    <a:pt x="1189" y="27"/>
                    <a:pt x="1188" y="30"/>
                  </a:cubicBezTo>
                  <a:cubicBezTo>
                    <a:pt x="1190" y="30"/>
                    <a:pt x="1190" y="39"/>
                    <a:pt x="1190" y="47"/>
                  </a:cubicBezTo>
                  <a:cubicBezTo>
                    <a:pt x="1190" y="56"/>
                    <a:pt x="1190" y="60"/>
                    <a:pt x="1189" y="60"/>
                  </a:cubicBezTo>
                  <a:cubicBezTo>
                    <a:pt x="1188" y="60"/>
                    <a:pt x="1188" y="56"/>
                    <a:pt x="1187" y="47"/>
                  </a:cubicBezTo>
                  <a:cubicBezTo>
                    <a:pt x="1187" y="41"/>
                    <a:pt x="1183" y="38"/>
                    <a:pt x="1179" y="38"/>
                  </a:cubicBezTo>
                  <a:cubicBezTo>
                    <a:pt x="1171" y="38"/>
                    <a:pt x="1161" y="45"/>
                    <a:pt x="1160" y="55"/>
                  </a:cubicBezTo>
                  <a:lnTo>
                    <a:pt x="1160" y="46"/>
                  </a:lnTo>
                  <a:cubicBezTo>
                    <a:pt x="1160" y="38"/>
                    <a:pt x="1159" y="37"/>
                    <a:pt x="1152" y="37"/>
                  </a:cubicBezTo>
                  <a:lnTo>
                    <a:pt x="1148" y="37"/>
                  </a:lnTo>
                  <a:cubicBezTo>
                    <a:pt x="1148" y="44"/>
                    <a:pt x="1146" y="47"/>
                    <a:pt x="1144" y="47"/>
                  </a:cubicBezTo>
                  <a:cubicBezTo>
                    <a:pt x="1141" y="47"/>
                    <a:pt x="1138" y="42"/>
                    <a:pt x="1138" y="37"/>
                  </a:cubicBezTo>
                  <a:cubicBezTo>
                    <a:pt x="1135" y="28"/>
                    <a:pt x="1135" y="28"/>
                    <a:pt x="1132" y="28"/>
                  </a:cubicBezTo>
                  <a:cubicBezTo>
                    <a:pt x="1130" y="35"/>
                    <a:pt x="1128" y="38"/>
                    <a:pt x="1126" y="38"/>
                  </a:cubicBezTo>
                  <a:cubicBezTo>
                    <a:pt x="1122" y="38"/>
                    <a:pt x="1120" y="32"/>
                    <a:pt x="1120" y="27"/>
                  </a:cubicBezTo>
                  <a:lnTo>
                    <a:pt x="1116" y="27"/>
                  </a:lnTo>
                  <a:cubicBezTo>
                    <a:pt x="1114" y="36"/>
                    <a:pt x="1111" y="36"/>
                    <a:pt x="1110" y="36"/>
                  </a:cubicBezTo>
                  <a:cubicBezTo>
                    <a:pt x="1104" y="36"/>
                    <a:pt x="1103" y="36"/>
                    <a:pt x="1104" y="44"/>
                  </a:cubicBezTo>
                  <a:cubicBezTo>
                    <a:pt x="1104" y="53"/>
                    <a:pt x="1104" y="61"/>
                    <a:pt x="1103" y="61"/>
                  </a:cubicBezTo>
                  <a:lnTo>
                    <a:pt x="1103" y="53"/>
                  </a:lnTo>
                  <a:cubicBezTo>
                    <a:pt x="1103" y="44"/>
                    <a:pt x="1097" y="44"/>
                    <a:pt x="1091" y="44"/>
                  </a:cubicBezTo>
                  <a:cubicBezTo>
                    <a:pt x="1083" y="43"/>
                    <a:pt x="1079" y="43"/>
                    <a:pt x="1078" y="35"/>
                  </a:cubicBezTo>
                  <a:lnTo>
                    <a:pt x="1076" y="43"/>
                  </a:lnTo>
                  <a:cubicBezTo>
                    <a:pt x="1075" y="47"/>
                    <a:pt x="1075" y="50"/>
                    <a:pt x="1074" y="50"/>
                  </a:cubicBezTo>
                  <a:cubicBezTo>
                    <a:pt x="1073" y="50"/>
                    <a:pt x="1073" y="47"/>
                    <a:pt x="1073" y="43"/>
                  </a:cubicBezTo>
                  <a:cubicBezTo>
                    <a:pt x="1072" y="38"/>
                    <a:pt x="1070" y="36"/>
                    <a:pt x="1068" y="36"/>
                  </a:cubicBezTo>
                  <a:cubicBezTo>
                    <a:pt x="1066" y="36"/>
                    <a:pt x="1063" y="38"/>
                    <a:pt x="1061" y="43"/>
                  </a:cubicBezTo>
                  <a:lnTo>
                    <a:pt x="1058" y="43"/>
                  </a:lnTo>
                  <a:cubicBezTo>
                    <a:pt x="1057" y="34"/>
                    <a:pt x="1056" y="29"/>
                    <a:pt x="1054" y="29"/>
                  </a:cubicBezTo>
                  <a:cubicBezTo>
                    <a:pt x="1052" y="29"/>
                    <a:pt x="1051" y="33"/>
                    <a:pt x="1050" y="42"/>
                  </a:cubicBezTo>
                  <a:cubicBezTo>
                    <a:pt x="1050" y="34"/>
                    <a:pt x="1048" y="34"/>
                    <a:pt x="1047" y="34"/>
                  </a:cubicBezTo>
                  <a:cubicBezTo>
                    <a:pt x="1045" y="38"/>
                    <a:pt x="1043" y="40"/>
                    <a:pt x="1041" y="40"/>
                  </a:cubicBezTo>
                  <a:cubicBezTo>
                    <a:pt x="1038" y="40"/>
                    <a:pt x="1037" y="37"/>
                    <a:pt x="1037" y="33"/>
                  </a:cubicBezTo>
                  <a:lnTo>
                    <a:pt x="1034" y="33"/>
                  </a:lnTo>
                  <a:cubicBezTo>
                    <a:pt x="1033" y="42"/>
                    <a:pt x="1031" y="42"/>
                    <a:pt x="1030" y="42"/>
                  </a:cubicBezTo>
                  <a:cubicBezTo>
                    <a:pt x="1029" y="42"/>
                    <a:pt x="1027" y="42"/>
                    <a:pt x="1025" y="50"/>
                  </a:cubicBezTo>
                  <a:cubicBezTo>
                    <a:pt x="1023" y="58"/>
                    <a:pt x="1022" y="58"/>
                    <a:pt x="1022" y="58"/>
                  </a:cubicBezTo>
                  <a:cubicBezTo>
                    <a:pt x="1020" y="57"/>
                    <a:pt x="1022" y="50"/>
                    <a:pt x="1023" y="41"/>
                  </a:cubicBezTo>
                  <a:cubicBezTo>
                    <a:pt x="1025" y="37"/>
                    <a:pt x="1025" y="35"/>
                    <a:pt x="1024" y="35"/>
                  </a:cubicBezTo>
                  <a:cubicBezTo>
                    <a:pt x="1023" y="35"/>
                    <a:pt x="1020" y="40"/>
                    <a:pt x="1016" y="50"/>
                  </a:cubicBezTo>
                  <a:cubicBezTo>
                    <a:pt x="1014" y="58"/>
                    <a:pt x="1013" y="62"/>
                    <a:pt x="1013" y="62"/>
                  </a:cubicBezTo>
                  <a:cubicBezTo>
                    <a:pt x="1013" y="62"/>
                    <a:pt x="1014" y="58"/>
                    <a:pt x="1015" y="50"/>
                  </a:cubicBezTo>
                  <a:cubicBezTo>
                    <a:pt x="1016" y="43"/>
                    <a:pt x="1018" y="37"/>
                    <a:pt x="1017" y="37"/>
                  </a:cubicBezTo>
                  <a:lnTo>
                    <a:pt x="1017" y="37"/>
                  </a:lnTo>
                  <a:cubicBezTo>
                    <a:pt x="1017" y="37"/>
                    <a:pt x="1016" y="38"/>
                    <a:pt x="1015" y="41"/>
                  </a:cubicBezTo>
                  <a:cubicBezTo>
                    <a:pt x="1015" y="41"/>
                    <a:pt x="1012" y="41"/>
                    <a:pt x="1012" y="50"/>
                  </a:cubicBezTo>
                  <a:lnTo>
                    <a:pt x="1006" y="50"/>
                  </a:lnTo>
                  <a:cubicBezTo>
                    <a:pt x="1003" y="41"/>
                    <a:pt x="1002" y="41"/>
                    <a:pt x="1000" y="41"/>
                  </a:cubicBezTo>
                  <a:cubicBezTo>
                    <a:pt x="999" y="44"/>
                    <a:pt x="999" y="46"/>
                    <a:pt x="999" y="46"/>
                  </a:cubicBezTo>
                  <a:cubicBezTo>
                    <a:pt x="998" y="46"/>
                    <a:pt x="998" y="44"/>
                    <a:pt x="997" y="41"/>
                  </a:cubicBezTo>
                  <a:cubicBezTo>
                    <a:pt x="997" y="37"/>
                    <a:pt x="997" y="35"/>
                    <a:pt x="997" y="35"/>
                  </a:cubicBezTo>
                  <a:cubicBezTo>
                    <a:pt x="996" y="35"/>
                    <a:pt x="995" y="39"/>
                    <a:pt x="995" y="48"/>
                  </a:cubicBezTo>
                  <a:cubicBezTo>
                    <a:pt x="995" y="53"/>
                    <a:pt x="994" y="55"/>
                    <a:pt x="993" y="55"/>
                  </a:cubicBezTo>
                  <a:cubicBezTo>
                    <a:pt x="992" y="55"/>
                    <a:pt x="991" y="53"/>
                    <a:pt x="991" y="48"/>
                  </a:cubicBezTo>
                  <a:cubicBezTo>
                    <a:pt x="991" y="38"/>
                    <a:pt x="990" y="34"/>
                    <a:pt x="989" y="34"/>
                  </a:cubicBezTo>
                  <a:cubicBezTo>
                    <a:pt x="989" y="34"/>
                    <a:pt x="988" y="36"/>
                    <a:pt x="988" y="39"/>
                  </a:cubicBezTo>
                  <a:cubicBezTo>
                    <a:pt x="987" y="48"/>
                    <a:pt x="985" y="48"/>
                    <a:pt x="985" y="48"/>
                  </a:cubicBezTo>
                  <a:cubicBezTo>
                    <a:pt x="985" y="39"/>
                    <a:pt x="970" y="39"/>
                    <a:pt x="956" y="38"/>
                  </a:cubicBezTo>
                  <a:cubicBezTo>
                    <a:pt x="954" y="38"/>
                    <a:pt x="953" y="47"/>
                    <a:pt x="953" y="55"/>
                  </a:cubicBezTo>
                  <a:cubicBezTo>
                    <a:pt x="953" y="62"/>
                    <a:pt x="953" y="65"/>
                    <a:pt x="952" y="65"/>
                  </a:cubicBezTo>
                  <a:cubicBezTo>
                    <a:pt x="952" y="65"/>
                    <a:pt x="952" y="60"/>
                    <a:pt x="950" y="55"/>
                  </a:cubicBezTo>
                  <a:cubicBezTo>
                    <a:pt x="950" y="42"/>
                    <a:pt x="949" y="36"/>
                    <a:pt x="948" y="36"/>
                  </a:cubicBezTo>
                  <a:cubicBezTo>
                    <a:pt x="947" y="36"/>
                    <a:pt x="946" y="42"/>
                    <a:pt x="947" y="55"/>
                  </a:cubicBezTo>
                  <a:cubicBezTo>
                    <a:pt x="948" y="64"/>
                    <a:pt x="949" y="68"/>
                    <a:pt x="948" y="68"/>
                  </a:cubicBezTo>
                  <a:cubicBezTo>
                    <a:pt x="948" y="68"/>
                    <a:pt x="947" y="64"/>
                    <a:pt x="946" y="55"/>
                  </a:cubicBezTo>
                  <a:cubicBezTo>
                    <a:pt x="945" y="51"/>
                    <a:pt x="944" y="48"/>
                    <a:pt x="944" y="48"/>
                  </a:cubicBezTo>
                  <a:cubicBezTo>
                    <a:pt x="943" y="48"/>
                    <a:pt x="943" y="51"/>
                    <a:pt x="942" y="55"/>
                  </a:cubicBezTo>
                  <a:cubicBezTo>
                    <a:pt x="942" y="59"/>
                    <a:pt x="942" y="61"/>
                    <a:pt x="941" y="61"/>
                  </a:cubicBezTo>
                  <a:cubicBezTo>
                    <a:pt x="941" y="61"/>
                    <a:pt x="940" y="59"/>
                    <a:pt x="940" y="55"/>
                  </a:cubicBezTo>
                  <a:cubicBezTo>
                    <a:pt x="939" y="49"/>
                    <a:pt x="939" y="43"/>
                    <a:pt x="938" y="43"/>
                  </a:cubicBezTo>
                  <a:cubicBezTo>
                    <a:pt x="937" y="43"/>
                    <a:pt x="937" y="44"/>
                    <a:pt x="937" y="46"/>
                  </a:cubicBezTo>
                  <a:cubicBezTo>
                    <a:pt x="937" y="46"/>
                    <a:pt x="936" y="46"/>
                    <a:pt x="935" y="37"/>
                  </a:cubicBezTo>
                  <a:cubicBezTo>
                    <a:pt x="934" y="35"/>
                    <a:pt x="933" y="34"/>
                    <a:pt x="933" y="34"/>
                  </a:cubicBezTo>
                  <a:cubicBezTo>
                    <a:pt x="932" y="34"/>
                    <a:pt x="931" y="40"/>
                    <a:pt x="929" y="46"/>
                  </a:cubicBezTo>
                  <a:cubicBezTo>
                    <a:pt x="927" y="55"/>
                    <a:pt x="925" y="59"/>
                    <a:pt x="924" y="59"/>
                  </a:cubicBezTo>
                  <a:cubicBezTo>
                    <a:pt x="923" y="59"/>
                    <a:pt x="923" y="55"/>
                    <a:pt x="924" y="46"/>
                  </a:cubicBezTo>
                  <a:cubicBezTo>
                    <a:pt x="925" y="40"/>
                    <a:pt x="924" y="37"/>
                    <a:pt x="923" y="37"/>
                  </a:cubicBezTo>
                  <a:cubicBezTo>
                    <a:pt x="920" y="37"/>
                    <a:pt x="917" y="44"/>
                    <a:pt x="916" y="54"/>
                  </a:cubicBezTo>
                  <a:cubicBezTo>
                    <a:pt x="915" y="64"/>
                    <a:pt x="915" y="68"/>
                    <a:pt x="914" y="68"/>
                  </a:cubicBezTo>
                  <a:cubicBezTo>
                    <a:pt x="914" y="68"/>
                    <a:pt x="914" y="66"/>
                    <a:pt x="914" y="63"/>
                  </a:cubicBezTo>
                  <a:cubicBezTo>
                    <a:pt x="914" y="54"/>
                    <a:pt x="912" y="54"/>
                    <a:pt x="912" y="54"/>
                  </a:cubicBezTo>
                  <a:cubicBezTo>
                    <a:pt x="911" y="54"/>
                    <a:pt x="909" y="54"/>
                    <a:pt x="909" y="45"/>
                  </a:cubicBezTo>
                  <a:cubicBezTo>
                    <a:pt x="909" y="45"/>
                    <a:pt x="908" y="45"/>
                    <a:pt x="904" y="54"/>
                  </a:cubicBezTo>
                  <a:cubicBezTo>
                    <a:pt x="903" y="60"/>
                    <a:pt x="902" y="63"/>
                    <a:pt x="900" y="63"/>
                  </a:cubicBezTo>
                  <a:cubicBezTo>
                    <a:pt x="898" y="63"/>
                    <a:pt x="896" y="56"/>
                    <a:pt x="894" y="45"/>
                  </a:cubicBezTo>
                  <a:lnTo>
                    <a:pt x="891" y="53"/>
                  </a:lnTo>
                  <a:cubicBezTo>
                    <a:pt x="890" y="63"/>
                    <a:pt x="889" y="71"/>
                    <a:pt x="888" y="71"/>
                  </a:cubicBezTo>
                  <a:cubicBezTo>
                    <a:pt x="888" y="71"/>
                    <a:pt x="887" y="68"/>
                    <a:pt x="887" y="62"/>
                  </a:cubicBezTo>
                  <a:lnTo>
                    <a:pt x="887" y="53"/>
                  </a:lnTo>
                  <a:cubicBezTo>
                    <a:pt x="887" y="59"/>
                    <a:pt x="886" y="62"/>
                    <a:pt x="885" y="62"/>
                  </a:cubicBezTo>
                  <a:cubicBezTo>
                    <a:pt x="882" y="62"/>
                    <a:pt x="880" y="54"/>
                    <a:pt x="880" y="44"/>
                  </a:cubicBezTo>
                  <a:cubicBezTo>
                    <a:pt x="880" y="36"/>
                    <a:pt x="880" y="36"/>
                    <a:pt x="877" y="36"/>
                  </a:cubicBezTo>
                  <a:lnTo>
                    <a:pt x="877" y="44"/>
                  </a:lnTo>
                  <a:cubicBezTo>
                    <a:pt x="877" y="53"/>
                    <a:pt x="877" y="61"/>
                    <a:pt x="876" y="61"/>
                  </a:cubicBezTo>
                  <a:cubicBezTo>
                    <a:pt x="874" y="61"/>
                    <a:pt x="873" y="61"/>
                    <a:pt x="873" y="53"/>
                  </a:cubicBezTo>
                  <a:cubicBezTo>
                    <a:pt x="872" y="47"/>
                    <a:pt x="871" y="40"/>
                    <a:pt x="870" y="40"/>
                  </a:cubicBezTo>
                  <a:cubicBezTo>
                    <a:pt x="870" y="40"/>
                    <a:pt x="870" y="41"/>
                    <a:pt x="870" y="44"/>
                  </a:cubicBezTo>
                  <a:cubicBezTo>
                    <a:pt x="870" y="44"/>
                    <a:pt x="868" y="44"/>
                    <a:pt x="866" y="35"/>
                  </a:cubicBezTo>
                  <a:lnTo>
                    <a:pt x="859" y="35"/>
                  </a:lnTo>
                  <a:cubicBezTo>
                    <a:pt x="859" y="39"/>
                    <a:pt x="858" y="41"/>
                    <a:pt x="857" y="41"/>
                  </a:cubicBezTo>
                  <a:cubicBezTo>
                    <a:pt x="856" y="41"/>
                    <a:pt x="855" y="39"/>
                    <a:pt x="855" y="35"/>
                  </a:cubicBezTo>
                  <a:cubicBezTo>
                    <a:pt x="855" y="35"/>
                    <a:pt x="852" y="35"/>
                    <a:pt x="849" y="43"/>
                  </a:cubicBezTo>
                  <a:cubicBezTo>
                    <a:pt x="846" y="43"/>
                    <a:pt x="845" y="43"/>
                    <a:pt x="845" y="34"/>
                  </a:cubicBezTo>
                  <a:cubicBezTo>
                    <a:pt x="845" y="30"/>
                    <a:pt x="845" y="28"/>
                    <a:pt x="845" y="28"/>
                  </a:cubicBezTo>
                  <a:cubicBezTo>
                    <a:pt x="845" y="28"/>
                    <a:pt x="844" y="30"/>
                    <a:pt x="844" y="34"/>
                  </a:cubicBezTo>
                  <a:cubicBezTo>
                    <a:pt x="844" y="43"/>
                    <a:pt x="841" y="43"/>
                    <a:pt x="840" y="43"/>
                  </a:cubicBezTo>
                  <a:lnTo>
                    <a:pt x="837" y="43"/>
                  </a:lnTo>
                  <a:cubicBezTo>
                    <a:pt x="837" y="51"/>
                    <a:pt x="837" y="51"/>
                    <a:pt x="835" y="51"/>
                  </a:cubicBezTo>
                  <a:cubicBezTo>
                    <a:pt x="834" y="51"/>
                    <a:pt x="828" y="42"/>
                    <a:pt x="827" y="42"/>
                  </a:cubicBezTo>
                  <a:cubicBezTo>
                    <a:pt x="821" y="42"/>
                    <a:pt x="821" y="42"/>
                    <a:pt x="824" y="51"/>
                  </a:cubicBezTo>
                  <a:cubicBezTo>
                    <a:pt x="824" y="51"/>
                    <a:pt x="825" y="55"/>
                    <a:pt x="824" y="55"/>
                  </a:cubicBezTo>
                  <a:cubicBezTo>
                    <a:pt x="823" y="55"/>
                    <a:pt x="822" y="54"/>
                    <a:pt x="821" y="51"/>
                  </a:cubicBezTo>
                  <a:cubicBezTo>
                    <a:pt x="820" y="51"/>
                    <a:pt x="816" y="42"/>
                    <a:pt x="810" y="42"/>
                  </a:cubicBezTo>
                  <a:cubicBezTo>
                    <a:pt x="803" y="42"/>
                    <a:pt x="803" y="42"/>
                    <a:pt x="803" y="50"/>
                  </a:cubicBezTo>
                  <a:cubicBezTo>
                    <a:pt x="804" y="58"/>
                    <a:pt x="804" y="62"/>
                    <a:pt x="804" y="62"/>
                  </a:cubicBezTo>
                  <a:cubicBezTo>
                    <a:pt x="804" y="62"/>
                    <a:pt x="803" y="58"/>
                    <a:pt x="802" y="50"/>
                  </a:cubicBezTo>
                  <a:cubicBezTo>
                    <a:pt x="800" y="40"/>
                    <a:pt x="799" y="35"/>
                    <a:pt x="798" y="35"/>
                  </a:cubicBezTo>
                  <a:cubicBezTo>
                    <a:pt x="797" y="35"/>
                    <a:pt x="797" y="37"/>
                    <a:pt x="797" y="41"/>
                  </a:cubicBezTo>
                  <a:cubicBezTo>
                    <a:pt x="795" y="50"/>
                    <a:pt x="795" y="50"/>
                    <a:pt x="793" y="50"/>
                  </a:cubicBezTo>
                  <a:cubicBezTo>
                    <a:pt x="793" y="45"/>
                    <a:pt x="793" y="43"/>
                    <a:pt x="792" y="43"/>
                  </a:cubicBezTo>
                  <a:cubicBezTo>
                    <a:pt x="792" y="43"/>
                    <a:pt x="790" y="45"/>
                    <a:pt x="789" y="50"/>
                  </a:cubicBezTo>
                  <a:cubicBezTo>
                    <a:pt x="787" y="50"/>
                    <a:pt x="787" y="50"/>
                    <a:pt x="787" y="41"/>
                  </a:cubicBezTo>
                  <a:lnTo>
                    <a:pt x="784" y="41"/>
                  </a:lnTo>
                  <a:cubicBezTo>
                    <a:pt x="783" y="48"/>
                    <a:pt x="780" y="50"/>
                    <a:pt x="778" y="50"/>
                  </a:cubicBezTo>
                  <a:cubicBezTo>
                    <a:pt x="774" y="50"/>
                    <a:pt x="770" y="45"/>
                    <a:pt x="769" y="41"/>
                  </a:cubicBezTo>
                  <a:cubicBezTo>
                    <a:pt x="769" y="41"/>
                    <a:pt x="769" y="40"/>
                    <a:pt x="768" y="40"/>
                  </a:cubicBezTo>
                  <a:cubicBezTo>
                    <a:pt x="768" y="40"/>
                    <a:pt x="767" y="41"/>
                    <a:pt x="765" y="48"/>
                  </a:cubicBezTo>
                  <a:cubicBezTo>
                    <a:pt x="765" y="57"/>
                    <a:pt x="764" y="61"/>
                    <a:pt x="763" y="61"/>
                  </a:cubicBezTo>
                  <a:cubicBezTo>
                    <a:pt x="762" y="61"/>
                    <a:pt x="762" y="57"/>
                    <a:pt x="762" y="48"/>
                  </a:cubicBezTo>
                  <a:cubicBezTo>
                    <a:pt x="762" y="40"/>
                    <a:pt x="762" y="36"/>
                    <a:pt x="762" y="36"/>
                  </a:cubicBezTo>
                  <a:cubicBezTo>
                    <a:pt x="762" y="36"/>
                    <a:pt x="761" y="40"/>
                    <a:pt x="761" y="48"/>
                  </a:cubicBezTo>
                  <a:cubicBezTo>
                    <a:pt x="760" y="52"/>
                    <a:pt x="758" y="53"/>
                    <a:pt x="756" y="53"/>
                  </a:cubicBezTo>
                  <a:cubicBezTo>
                    <a:pt x="754" y="53"/>
                    <a:pt x="752" y="49"/>
                    <a:pt x="753" y="39"/>
                  </a:cubicBezTo>
                  <a:lnTo>
                    <a:pt x="753" y="23"/>
                  </a:lnTo>
                  <a:cubicBezTo>
                    <a:pt x="751" y="30"/>
                    <a:pt x="750" y="30"/>
                    <a:pt x="750" y="30"/>
                  </a:cubicBezTo>
                  <a:cubicBezTo>
                    <a:pt x="750" y="39"/>
                    <a:pt x="747" y="39"/>
                    <a:pt x="743" y="39"/>
                  </a:cubicBezTo>
                  <a:cubicBezTo>
                    <a:pt x="739" y="39"/>
                    <a:pt x="733" y="47"/>
                    <a:pt x="729" y="47"/>
                  </a:cubicBezTo>
                  <a:cubicBezTo>
                    <a:pt x="726" y="47"/>
                    <a:pt x="721" y="47"/>
                    <a:pt x="719" y="38"/>
                  </a:cubicBezTo>
                  <a:cubicBezTo>
                    <a:pt x="718" y="38"/>
                    <a:pt x="716" y="38"/>
                    <a:pt x="712" y="46"/>
                  </a:cubicBezTo>
                  <a:cubicBezTo>
                    <a:pt x="712" y="51"/>
                    <a:pt x="711" y="53"/>
                    <a:pt x="710" y="53"/>
                  </a:cubicBezTo>
                  <a:cubicBezTo>
                    <a:pt x="709" y="53"/>
                    <a:pt x="708" y="51"/>
                    <a:pt x="708" y="46"/>
                  </a:cubicBezTo>
                  <a:lnTo>
                    <a:pt x="706" y="46"/>
                  </a:lnTo>
                  <a:cubicBezTo>
                    <a:pt x="702" y="55"/>
                    <a:pt x="701" y="55"/>
                    <a:pt x="701" y="55"/>
                  </a:cubicBezTo>
                  <a:cubicBezTo>
                    <a:pt x="701" y="49"/>
                    <a:pt x="700" y="42"/>
                    <a:pt x="699" y="42"/>
                  </a:cubicBezTo>
                  <a:cubicBezTo>
                    <a:pt x="699" y="42"/>
                    <a:pt x="698" y="44"/>
                    <a:pt x="698" y="46"/>
                  </a:cubicBezTo>
                  <a:cubicBezTo>
                    <a:pt x="698" y="54"/>
                    <a:pt x="696" y="54"/>
                    <a:pt x="693" y="54"/>
                  </a:cubicBezTo>
                  <a:cubicBezTo>
                    <a:pt x="691" y="50"/>
                    <a:pt x="673" y="47"/>
                    <a:pt x="657" y="47"/>
                  </a:cubicBezTo>
                  <a:cubicBezTo>
                    <a:pt x="645" y="47"/>
                    <a:pt x="635" y="48"/>
                    <a:pt x="635" y="52"/>
                  </a:cubicBezTo>
                  <a:lnTo>
                    <a:pt x="625" y="52"/>
                  </a:lnTo>
                  <a:cubicBezTo>
                    <a:pt x="625" y="44"/>
                    <a:pt x="623" y="42"/>
                    <a:pt x="621" y="42"/>
                  </a:cubicBezTo>
                  <a:cubicBezTo>
                    <a:pt x="619" y="42"/>
                    <a:pt x="615" y="46"/>
                    <a:pt x="612" y="51"/>
                  </a:cubicBezTo>
                  <a:cubicBezTo>
                    <a:pt x="610" y="60"/>
                    <a:pt x="608" y="60"/>
                    <a:pt x="607" y="60"/>
                  </a:cubicBezTo>
                  <a:cubicBezTo>
                    <a:pt x="607" y="50"/>
                    <a:pt x="605" y="46"/>
                    <a:pt x="603" y="46"/>
                  </a:cubicBezTo>
                  <a:cubicBezTo>
                    <a:pt x="602" y="46"/>
                    <a:pt x="601" y="47"/>
                    <a:pt x="599" y="51"/>
                  </a:cubicBezTo>
                  <a:cubicBezTo>
                    <a:pt x="598" y="59"/>
                    <a:pt x="597" y="63"/>
                    <a:pt x="597" y="63"/>
                  </a:cubicBezTo>
                  <a:cubicBezTo>
                    <a:pt x="596" y="63"/>
                    <a:pt x="596" y="59"/>
                    <a:pt x="596" y="51"/>
                  </a:cubicBezTo>
                  <a:cubicBezTo>
                    <a:pt x="596" y="43"/>
                    <a:pt x="595" y="39"/>
                    <a:pt x="594" y="39"/>
                  </a:cubicBezTo>
                  <a:cubicBezTo>
                    <a:pt x="593" y="39"/>
                    <a:pt x="591" y="45"/>
                    <a:pt x="589" y="58"/>
                  </a:cubicBezTo>
                  <a:cubicBezTo>
                    <a:pt x="588" y="63"/>
                    <a:pt x="587" y="65"/>
                    <a:pt x="587" y="65"/>
                  </a:cubicBezTo>
                  <a:cubicBezTo>
                    <a:pt x="587" y="65"/>
                    <a:pt x="586" y="63"/>
                    <a:pt x="586" y="58"/>
                  </a:cubicBezTo>
                  <a:cubicBezTo>
                    <a:pt x="584" y="48"/>
                    <a:pt x="583" y="44"/>
                    <a:pt x="583" y="44"/>
                  </a:cubicBezTo>
                  <a:cubicBezTo>
                    <a:pt x="583" y="44"/>
                    <a:pt x="582" y="46"/>
                    <a:pt x="582" y="50"/>
                  </a:cubicBezTo>
                  <a:cubicBezTo>
                    <a:pt x="581" y="58"/>
                    <a:pt x="580" y="63"/>
                    <a:pt x="580" y="63"/>
                  </a:cubicBezTo>
                  <a:cubicBezTo>
                    <a:pt x="579" y="63"/>
                    <a:pt x="578" y="58"/>
                    <a:pt x="577" y="50"/>
                  </a:cubicBezTo>
                  <a:cubicBezTo>
                    <a:pt x="576" y="41"/>
                    <a:pt x="575" y="37"/>
                    <a:pt x="575" y="37"/>
                  </a:cubicBezTo>
                  <a:cubicBezTo>
                    <a:pt x="574" y="37"/>
                    <a:pt x="573" y="41"/>
                    <a:pt x="572" y="50"/>
                  </a:cubicBezTo>
                  <a:cubicBezTo>
                    <a:pt x="572" y="58"/>
                    <a:pt x="570" y="62"/>
                    <a:pt x="568" y="62"/>
                  </a:cubicBezTo>
                  <a:cubicBezTo>
                    <a:pt x="566" y="62"/>
                    <a:pt x="563" y="58"/>
                    <a:pt x="562" y="50"/>
                  </a:cubicBezTo>
                  <a:cubicBezTo>
                    <a:pt x="561" y="50"/>
                    <a:pt x="560" y="46"/>
                    <a:pt x="559" y="46"/>
                  </a:cubicBezTo>
                  <a:cubicBezTo>
                    <a:pt x="559" y="46"/>
                    <a:pt x="559" y="47"/>
                    <a:pt x="559" y="50"/>
                  </a:cubicBezTo>
                  <a:lnTo>
                    <a:pt x="558" y="41"/>
                  </a:lnTo>
                  <a:lnTo>
                    <a:pt x="554" y="41"/>
                  </a:lnTo>
                  <a:lnTo>
                    <a:pt x="554" y="48"/>
                  </a:lnTo>
                  <a:cubicBezTo>
                    <a:pt x="548" y="44"/>
                    <a:pt x="540" y="41"/>
                    <a:pt x="531" y="39"/>
                  </a:cubicBezTo>
                  <a:cubicBezTo>
                    <a:pt x="526" y="39"/>
                    <a:pt x="522" y="39"/>
                    <a:pt x="520" y="39"/>
                  </a:cubicBezTo>
                  <a:cubicBezTo>
                    <a:pt x="511" y="39"/>
                    <a:pt x="510" y="41"/>
                    <a:pt x="512" y="47"/>
                  </a:cubicBezTo>
                  <a:cubicBezTo>
                    <a:pt x="512" y="56"/>
                    <a:pt x="512" y="60"/>
                    <a:pt x="511" y="60"/>
                  </a:cubicBezTo>
                  <a:cubicBezTo>
                    <a:pt x="510" y="60"/>
                    <a:pt x="509" y="56"/>
                    <a:pt x="508" y="47"/>
                  </a:cubicBezTo>
                  <a:cubicBezTo>
                    <a:pt x="506" y="47"/>
                    <a:pt x="503" y="38"/>
                    <a:pt x="499" y="38"/>
                  </a:cubicBezTo>
                  <a:cubicBezTo>
                    <a:pt x="496" y="38"/>
                    <a:pt x="493" y="38"/>
                    <a:pt x="493" y="29"/>
                  </a:cubicBezTo>
                  <a:lnTo>
                    <a:pt x="491" y="29"/>
                  </a:lnTo>
                  <a:cubicBezTo>
                    <a:pt x="490" y="39"/>
                    <a:pt x="485" y="43"/>
                    <a:pt x="481" y="43"/>
                  </a:cubicBezTo>
                  <a:cubicBezTo>
                    <a:pt x="478" y="43"/>
                    <a:pt x="475" y="41"/>
                    <a:pt x="474" y="37"/>
                  </a:cubicBezTo>
                  <a:cubicBezTo>
                    <a:pt x="470" y="37"/>
                    <a:pt x="468" y="37"/>
                    <a:pt x="465" y="45"/>
                  </a:cubicBezTo>
                  <a:cubicBezTo>
                    <a:pt x="463" y="50"/>
                    <a:pt x="462" y="52"/>
                    <a:pt x="461" y="52"/>
                  </a:cubicBezTo>
                  <a:cubicBezTo>
                    <a:pt x="461" y="52"/>
                    <a:pt x="461" y="50"/>
                    <a:pt x="460" y="45"/>
                  </a:cubicBezTo>
                  <a:cubicBezTo>
                    <a:pt x="460" y="40"/>
                    <a:pt x="457" y="35"/>
                    <a:pt x="454" y="35"/>
                  </a:cubicBezTo>
                  <a:cubicBezTo>
                    <a:pt x="452" y="35"/>
                    <a:pt x="450" y="38"/>
                    <a:pt x="450" y="45"/>
                  </a:cubicBezTo>
                  <a:lnTo>
                    <a:pt x="449" y="36"/>
                  </a:lnTo>
                  <a:cubicBezTo>
                    <a:pt x="448" y="34"/>
                    <a:pt x="448" y="33"/>
                    <a:pt x="447" y="33"/>
                  </a:cubicBezTo>
                  <a:cubicBezTo>
                    <a:pt x="446" y="33"/>
                    <a:pt x="445" y="39"/>
                    <a:pt x="445" y="45"/>
                  </a:cubicBezTo>
                  <a:cubicBezTo>
                    <a:pt x="445" y="53"/>
                    <a:pt x="445" y="57"/>
                    <a:pt x="444" y="57"/>
                  </a:cubicBezTo>
                  <a:cubicBezTo>
                    <a:pt x="444" y="57"/>
                    <a:pt x="443" y="50"/>
                    <a:pt x="442" y="36"/>
                  </a:cubicBezTo>
                  <a:cubicBezTo>
                    <a:pt x="442" y="26"/>
                    <a:pt x="441" y="22"/>
                    <a:pt x="441" y="22"/>
                  </a:cubicBezTo>
                  <a:cubicBezTo>
                    <a:pt x="440" y="22"/>
                    <a:pt x="440" y="24"/>
                    <a:pt x="440" y="27"/>
                  </a:cubicBezTo>
                  <a:cubicBezTo>
                    <a:pt x="439" y="33"/>
                    <a:pt x="438" y="39"/>
                    <a:pt x="437" y="39"/>
                  </a:cubicBezTo>
                  <a:cubicBezTo>
                    <a:pt x="436" y="39"/>
                    <a:pt x="436" y="38"/>
                    <a:pt x="435" y="36"/>
                  </a:cubicBezTo>
                  <a:cubicBezTo>
                    <a:pt x="433" y="36"/>
                    <a:pt x="432" y="36"/>
                    <a:pt x="432" y="53"/>
                  </a:cubicBezTo>
                  <a:cubicBezTo>
                    <a:pt x="432" y="61"/>
                    <a:pt x="430" y="61"/>
                    <a:pt x="429" y="61"/>
                  </a:cubicBezTo>
                  <a:cubicBezTo>
                    <a:pt x="429" y="55"/>
                    <a:pt x="429" y="50"/>
                    <a:pt x="430" y="44"/>
                  </a:cubicBezTo>
                  <a:lnTo>
                    <a:pt x="426" y="44"/>
                  </a:lnTo>
                  <a:cubicBezTo>
                    <a:pt x="425" y="44"/>
                    <a:pt x="422" y="35"/>
                    <a:pt x="422" y="27"/>
                  </a:cubicBezTo>
                  <a:cubicBezTo>
                    <a:pt x="421" y="23"/>
                    <a:pt x="421" y="21"/>
                    <a:pt x="420" y="21"/>
                  </a:cubicBezTo>
                  <a:close/>
                  <a:moveTo>
                    <a:pt x="28" y="217"/>
                  </a:moveTo>
                  <a:cubicBezTo>
                    <a:pt x="27" y="221"/>
                    <a:pt x="27" y="228"/>
                    <a:pt x="26" y="233"/>
                  </a:cubicBezTo>
                  <a:lnTo>
                    <a:pt x="28" y="233"/>
                  </a:lnTo>
                  <a:cubicBezTo>
                    <a:pt x="30" y="233"/>
                    <a:pt x="30" y="225"/>
                    <a:pt x="30" y="217"/>
                  </a:cubicBezTo>
                  <a:close/>
                  <a:moveTo>
                    <a:pt x="393" y="282"/>
                  </a:moveTo>
                  <a:cubicBezTo>
                    <a:pt x="392" y="287"/>
                    <a:pt x="392" y="293"/>
                    <a:pt x="392" y="299"/>
                  </a:cubicBezTo>
                  <a:cubicBezTo>
                    <a:pt x="392" y="302"/>
                    <a:pt x="392" y="304"/>
                    <a:pt x="392" y="304"/>
                  </a:cubicBezTo>
                  <a:cubicBezTo>
                    <a:pt x="393" y="304"/>
                    <a:pt x="394" y="300"/>
                    <a:pt x="395" y="290"/>
                  </a:cubicBezTo>
                  <a:cubicBezTo>
                    <a:pt x="395" y="282"/>
                    <a:pt x="395" y="282"/>
                    <a:pt x="393" y="28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33"/>
            <p:cNvSpPr/>
            <p:nvPr/>
          </p:nvSpPr>
          <p:spPr>
            <a:xfrm>
              <a:off x="1835222" y="951257"/>
              <a:ext cx="30667" cy="114677"/>
            </a:xfrm>
            <a:custGeom>
              <a:avLst/>
              <a:gdLst/>
              <a:ahLst/>
              <a:cxnLst/>
              <a:rect l="l" t="t" r="r" b="b"/>
              <a:pathLst>
                <a:path w="307" h="1148" extrusionOk="0">
                  <a:moveTo>
                    <a:pt x="60" y="12"/>
                  </a:moveTo>
                  <a:cubicBezTo>
                    <a:pt x="64" y="12"/>
                    <a:pt x="73" y="12"/>
                    <a:pt x="81" y="14"/>
                  </a:cubicBezTo>
                  <a:cubicBezTo>
                    <a:pt x="98" y="15"/>
                    <a:pt x="98" y="15"/>
                    <a:pt x="81" y="15"/>
                  </a:cubicBezTo>
                  <a:cubicBezTo>
                    <a:pt x="72" y="15"/>
                    <a:pt x="64" y="15"/>
                    <a:pt x="64" y="14"/>
                  </a:cubicBezTo>
                  <a:cubicBezTo>
                    <a:pt x="56" y="12"/>
                    <a:pt x="56" y="12"/>
                    <a:pt x="60" y="12"/>
                  </a:cubicBezTo>
                  <a:close/>
                  <a:moveTo>
                    <a:pt x="72" y="201"/>
                  </a:moveTo>
                  <a:cubicBezTo>
                    <a:pt x="81" y="201"/>
                    <a:pt x="89" y="203"/>
                    <a:pt x="89" y="204"/>
                  </a:cubicBezTo>
                  <a:cubicBezTo>
                    <a:pt x="86" y="204"/>
                    <a:pt x="82" y="204"/>
                    <a:pt x="79" y="204"/>
                  </a:cubicBezTo>
                  <a:cubicBezTo>
                    <a:pt x="74" y="204"/>
                    <a:pt x="69" y="204"/>
                    <a:pt x="64" y="203"/>
                  </a:cubicBezTo>
                  <a:cubicBezTo>
                    <a:pt x="64" y="201"/>
                    <a:pt x="64" y="201"/>
                    <a:pt x="72" y="201"/>
                  </a:cubicBezTo>
                  <a:close/>
                  <a:moveTo>
                    <a:pt x="96" y="246"/>
                  </a:moveTo>
                  <a:cubicBezTo>
                    <a:pt x="87" y="246"/>
                    <a:pt x="96" y="249"/>
                    <a:pt x="105" y="250"/>
                  </a:cubicBezTo>
                  <a:lnTo>
                    <a:pt x="113" y="250"/>
                  </a:lnTo>
                  <a:cubicBezTo>
                    <a:pt x="122" y="250"/>
                    <a:pt x="113" y="249"/>
                    <a:pt x="113" y="249"/>
                  </a:cubicBezTo>
                  <a:cubicBezTo>
                    <a:pt x="107" y="247"/>
                    <a:pt x="101" y="247"/>
                    <a:pt x="96" y="246"/>
                  </a:cubicBezTo>
                  <a:close/>
                  <a:moveTo>
                    <a:pt x="101" y="300"/>
                  </a:moveTo>
                  <a:cubicBezTo>
                    <a:pt x="101" y="300"/>
                    <a:pt x="94" y="300"/>
                    <a:pt x="94" y="302"/>
                  </a:cubicBezTo>
                  <a:lnTo>
                    <a:pt x="94" y="304"/>
                  </a:lnTo>
                  <a:cubicBezTo>
                    <a:pt x="99" y="304"/>
                    <a:pt x="105" y="302"/>
                    <a:pt x="110" y="302"/>
                  </a:cubicBezTo>
                  <a:cubicBezTo>
                    <a:pt x="110" y="300"/>
                    <a:pt x="101" y="300"/>
                    <a:pt x="101" y="300"/>
                  </a:cubicBezTo>
                  <a:close/>
                  <a:moveTo>
                    <a:pt x="117" y="327"/>
                  </a:moveTo>
                  <a:lnTo>
                    <a:pt x="117" y="329"/>
                  </a:lnTo>
                  <a:lnTo>
                    <a:pt x="109" y="330"/>
                  </a:lnTo>
                  <a:lnTo>
                    <a:pt x="109" y="329"/>
                  </a:lnTo>
                  <a:cubicBezTo>
                    <a:pt x="109" y="327"/>
                    <a:pt x="109" y="327"/>
                    <a:pt x="117" y="327"/>
                  </a:cubicBezTo>
                  <a:close/>
                  <a:moveTo>
                    <a:pt x="108" y="337"/>
                  </a:moveTo>
                  <a:cubicBezTo>
                    <a:pt x="117" y="337"/>
                    <a:pt x="117" y="337"/>
                    <a:pt x="117" y="338"/>
                  </a:cubicBezTo>
                  <a:cubicBezTo>
                    <a:pt x="117" y="340"/>
                    <a:pt x="117" y="340"/>
                    <a:pt x="115" y="340"/>
                  </a:cubicBezTo>
                  <a:cubicBezTo>
                    <a:pt x="114" y="340"/>
                    <a:pt x="112" y="340"/>
                    <a:pt x="108" y="339"/>
                  </a:cubicBezTo>
                  <a:cubicBezTo>
                    <a:pt x="100" y="338"/>
                    <a:pt x="100" y="337"/>
                    <a:pt x="108" y="337"/>
                  </a:cubicBezTo>
                  <a:close/>
                  <a:moveTo>
                    <a:pt x="49" y="347"/>
                  </a:moveTo>
                  <a:cubicBezTo>
                    <a:pt x="57" y="347"/>
                    <a:pt x="66" y="347"/>
                    <a:pt x="66" y="350"/>
                  </a:cubicBezTo>
                  <a:lnTo>
                    <a:pt x="57" y="351"/>
                  </a:lnTo>
                  <a:lnTo>
                    <a:pt x="49" y="350"/>
                  </a:lnTo>
                  <a:lnTo>
                    <a:pt x="49" y="347"/>
                  </a:lnTo>
                  <a:close/>
                  <a:moveTo>
                    <a:pt x="64" y="364"/>
                  </a:moveTo>
                  <a:cubicBezTo>
                    <a:pt x="64" y="364"/>
                    <a:pt x="73" y="364"/>
                    <a:pt x="73" y="365"/>
                  </a:cubicBezTo>
                  <a:lnTo>
                    <a:pt x="64" y="366"/>
                  </a:lnTo>
                  <a:cubicBezTo>
                    <a:pt x="57" y="366"/>
                    <a:pt x="57" y="365"/>
                    <a:pt x="57" y="365"/>
                  </a:cubicBezTo>
                  <a:cubicBezTo>
                    <a:pt x="57" y="364"/>
                    <a:pt x="57" y="364"/>
                    <a:pt x="64" y="364"/>
                  </a:cubicBezTo>
                  <a:close/>
                  <a:moveTo>
                    <a:pt x="101" y="477"/>
                  </a:moveTo>
                  <a:cubicBezTo>
                    <a:pt x="110" y="477"/>
                    <a:pt x="119" y="477"/>
                    <a:pt x="119" y="479"/>
                  </a:cubicBezTo>
                  <a:lnTo>
                    <a:pt x="119" y="480"/>
                  </a:lnTo>
                  <a:cubicBezTo>
                    <a:pt x="114" y="480"/>
                    <a:pt x="107" y="480"/>
                    <a:pt x="101" y="479"/>
                  </a:cubicBezTo>
                  <a:lnTo>
                    <a:pt x="101" y="477"/>
                  </a:lnTo>
                  <a:close/>
                  <a:moveTo>
                    <a:pt x="116" y="531"/>
                  </a:moveTo>
                  <a:cubicBezTo>
                    <a:pt x="125" y="531"/>
                    <a:pt x="125" y="534"/>
                    <a:pt x="125" y="535"/>
                  </a:cubicBezTo>
                  <a:cubicBezTo>
                    <a:pt x="122" y="535"/>
                    <a:pt x="120" y="535"/>
                    <a:pt x="118" y="535"/>
                  </a:cubicBezTo>
                  <a:cubicBezTo>
                    <a:pt x="112" y="535"/>
                    <a:pt x="108" y="534"/>
                    <a:pt x="108" y="534"/>
                  </a:cubicBezTo>
                  <a:cubicBezTo>
                    <a:pt x="108" y="531"/>
                    <a:pt x="108" y="531"/>
                    <a:pt x="116" y="531"/>
                  </a:cubicBezTo>
                  <a:close/>
                  <a:moveTo>
                    <a:pt x="104" y="627"/>
                  </a:moveTo>
                  <a:cubicBezTo>
                    <a:pt x="112" y="627"/>
                    <a:pt x="120" y="627"/>
                    <a:pt x="120" y="628"/>
                  </a:cubicBezTo>
                  <a:lnTo>
                    <a:pt x="112" y="629"/>
                  </a:lnTo>
                  <a:lnTo>
                    <a:pt x="104" y="628"/>
                  </a:lnTo>
                  <a:lnTo>
                    <a:pt x="104" y="627"/>
                  </a:lnTo>
                  <a:close/>
                  <a:moveTo>
                    <a:pt x="51" y="643"/>
                  </a:moveTo>
                  <a:cubicBezTo>
                    <a:pt x="60" y="643"/>
                    <a:pt x="69" y="643"/>
                    <a:pt x="69" y="646"/>
                  </a:cubicBezTo>
                  <a:lnTo>
                    <a:pt x="69" y="647"/>
                  </a:lnTo>
                  <a:cubicBezTo>
                    <a:pt x="62" y="647"/>
                    <a:pt x="57" y="646"/>
                    <a:pt x="51" y="646"/>
                  </a:cubicBezTo>
                  <a:lnTo>
                    <a:pt x="51" y="643"/>
                  </a:lnTo>
                  <a:close/>
                  <a:moveTo>
                    <a:pt x="118" y="667"/>
                  </a:moveTo>
                  <a:cubicBezTo>
                    <a:pt x="124" y="667"/>
                    <a:pt x="129" y="667"/>
                    <a:pt x="135" y="668"/>
                  </a:cubicBezTo>
                  <a:cubicBezTo>
                    <a:pt x="131" y="669"/>
                    <a:pt x="127" y="669"/>
                    <a:pt x="123" y="669"/>
                  </a:cubicBezTo>
                  <a:cubicBezTo>
                    <a:pt x="119" y="669"/>
                    <a:pt x="114" y="669"/>
                    <a:pt x="110" y="668"/>
                  </a:cubicBezTo>
                  <a:cubicBezTo>
                    <a:pt x="110" y="667"/>
                    <a:pt x="110" y="667"/>
                    <a:pt x="118" y="667"/>
                  </a:cubicBezTo>
                  <a:close/>
                  <a:moveTo>
                    <a:pt x="117" y="700"/>
                  </a:moveTo>
                  <a:cubicBezTo>
                    <a:pt x="125" y="700"/>
                    <a:pt x="134" y="700"/>
                    <a:pt x="134" y="701"/>
                  </a:cubicBezTo>
                  <a:lnTo>
                    <a:pt x="125" y="702"/>
                  </a:lnTo>
                  <a:lnTo>
                    <a:pt x="117" y="701"/>
                  </a:lnTo>
                  <a:lnTo>
                    <a:pt x="117" y="700"/>
                  </a:lnTo>
                  <a:close/>
                  <a:moveTo>
                    <a:pt x="96" y="787"/>
                  </a:moveTo>
                  <a:cubicBezTo>
                    <a:pt x="105" y="787"/>
                    <a:pt x="113" y="787"/>
                    <a:pt x="113" y="788"/>
                  </a:cubicBezTo>
                  <a:lnTo>
                    <a:pt x="104" y="789"/>
                  </a:lnTo>
                  <a:lnTo>
                    <a:pt x="96" y="788"/>
                  </a:lnTo>
                  <a:lnTo>
                    <a:pt x="96" y="787"/>
                  </a:lnTo>
                  <a:close/>
                  <a:moveTo>
                    <a:pt x="104" y="796"/>
                  </a:moveTo>
                  <a:cubicBezTo>
                    <a:pt x="113" y="796"/>
                    <a:pt x="113" y="796"/>
                    <a:pt x="113" y="797"/>
                  </a:cubicBezTo>
                  <a:cubicBezTo>
                    <a:pt x="107" y="798"/>
                    <a:pt x="101" y="798"/>
                    <a:pt x="96" y="798"/>
                  </a:cubicBezTo>
                  <a:lnTo>
                    <a:pt x="95" y="798"/>
                  </a:lnTo>
                  <a:cubicBezTo>
                    <a:pt x="87" y="798"/>
                    <a:pt x="87" y="797"/>
                    <a:pt x="104" y="796"/>
                  </a:cubicBezTo>
                  <a:close/>
                  <a:moveTo>
                    <a:pt x="119" y="818"/>
                  </a:moveTo>
                  <a:cubicBezTo>
                    <a:pt x="128" y="820"/>
                    <a:pt x="119" y="821"/>
                    <a:pt x="119" y="822"/>
                  </a:cubicBezTo>
                  <a:cubicBezTo>
                    <a:pt x="116" y="822"/>
                    <a:pt x="114" y="823"/>
                    <a:pt x="113" y="823"/>
                  </a:cubicBezTo>
                  <a:cubicBezTo>
                    <a:pt x="112" y="823"/>
                    <a:pt x="112" y="822"/>
                    <a:pt x="112" y="821"/>
                  </a:cubicBezTo>
                  <a:cubicBezTo>
                    <a:pt x="112" y="818"/>
                    <a:pt x="119" y="818"/>
                    <a:pt x="119" y="818"/>
                  </a:cubicBezTo>
                  <a:close/>
                  <a:moveTo>
                    <a:pt x="290" y="827"/>
                  </a:moveTo>
                  <a:cubicBezTo>
                    <a:pt x="281" y="827"/>
                    <a:pt x="281" y="827"/>
                    <a:pt x="281" y="829"/>
                  </a:cubicBezTo>
                  <a:cubicBezTo>
                    <a:pt x="287" y="830"/>
                    <a:pt x="292" y="830"/>
                    <a:pt x="299" y="830"/>
                  </a:cubicBezTo>
                  <a:cubicBezTo>
                    <a:pt x="307" y="830"/>
                    <a:pt x="307" y="829"/>
                    <a:pt x="290" y="827"/>
                  </a:cubicBezTo>
                  <a:close/>
                  <a:moveTo>
                    <a:pt x="8" y="829"/>
                  </a:moveTo>
                  <a:cubicBezTo>
                    <a:pt x="0" y="829"/>
                    <a:pt x="0" y="829"/>
                    <a:pt x="0" y="830"/>
                  </a:cubicBezTo>
                  <a:cubicBezTo>
                    <a:pt x="0" y="831"/>
                    <a:pt x="0" y="832"/>
                    <a:pt x="2" y="832"/>
                  </a:cubicBezTo>
                  <a:cubicBezTo>
                    <a:pt x="3" y="832"/>
                    <a:pt x="5" y="831"/>
                    <a:pt x="8" y="831"/>
                  </a:cubicBezTo>
                  <a:lnTo>
                    <a:pt x="8" y="829"/>
                  </a:lnTo>
                  <a:close/>
                  <a:moveTo>
                    <a:pt x="118" y="843"/>
                  </a:moveTo>
                  <a:cubicBezTo>
                    <a:pt x="118" y="843"/>
                    <a:pt x="127" y="843"/>
                    <a:pt x="127" y="844"/>
                  </a:cubicBezTo>
                  <a:cubicBezTo>
                    <a:pt x="127" y="846"/>
                    <a:pt x="118" y="848"/>
                    <a:pt x="118" y="848"/>
                  </a:cubicBezTo>
                  <a:cubicBezTo>
                    <a:pt x="110" y="848"/>
                    <a:pt x="110" y="845"/>
                    <a:pt x="110" y="845"/>
                  </a:cubicBezTo>
                  <a:cubicBezTo>
                    <a:pt x="110" y="844"/>
                    <a:pt x="110" y="843"/>
                    <a:pt x="118" y="843"/>
                  </a:cubicBezTo>
                  <a:close/>
                  <a:moveTo>
                    <a:pt x="92" y="868"/>
                  </a:moveTo>
                  <a:lnTo>
                    <a:pt x="92" y="869"/>
                  </a:lnTo>
                  <a:lnTo>
                    <a:pt x="83" y="870"/>
                  </a:lnTo>
                  <a:lnTo>
                    <a:pt x="83" y="869"/>
                  </a:lnTo>
                  <a:cubicBezTo>
                    <a:pt x="83" y="868"/>
                    <a:pt x="83" y="868"/>
                    <a:pt x="92" y="868"/>
                  </a:cubicBezTo>
                  <a:close/>
                  <a:moveTo>
                    <a:pt x="89" y="879"/>
                  </a:moveTo>
                  <a:cubicBezTo>
                    <a:pt x="92" y="879"/>
                    <a:pt x="96" y="879"/>
                    <a:pt x="100" y="879"/>
                  </a:cubicBezTo>
                  <a:lnTo>
                    <a:pt x="100" y="882"/>
                  </a:lnTo>
                  <a:cubicBezTo>
                    <a:pt x="91" y="882"/>
                    <a:pt x="82" y="882"/>
                    <a:pt x="82" y="881"/>
                  </a:cubicBezTo>
                  <a:cubicBezTo>
                    <a:pt x="77" y="880"/>
                    <a:pt x="80" y="879"/>
                    <a:pt x="89" y="879"/>
                  </a:cubicBezTo>
                  <a:close/>
                  <a:moveTo>
                    <a:pt x="142" y="890"/>
                  </a:moveTo>
                  <a:cubicBezTo>
                    <a:pt x="142" y="891"/>
                    <a:pt x="151" y="894"/>
                    <a:pt x="142" y="894"/>
                  </a:cubicBezTo>
                  <a:cubicBezTo>
                    <a:pt x="142" y="894"/>
                    <a:pt x="142" y="894"/>
                    <a:pt x="141" y="894"/>
                  </a:cubicBezTo>
                  <a:cubicBezTo>
                    <a:pt x="140" y="894"/>
                    <a:pt x="134" y="891"/>
                    <a:pt x="134" y="890"/>
                  </a:cubicBezTo>
                  <a:close/>
                  <a:moveTo>
                    <a:pt x="107" y="917"/>
                  </a:moveTo>
                  <a:cubicBezTo>
                    <a:pt x="115" y="917"/>
                    <a:pt x="124" y="917"/>
                    <a:pt x="124" y="918"/>
                  </a:cubicBezTo>
                  <a:lnTo>
                    <a:pt x="124" y="919"/>
                  </a:lnTo>
                  <a:cubicBezTo>
                    <a:pt x="118" y="919"/>
                    <a:pt x="113" y="919"/>
                    <a:pt x="107" y="918"/>
                  </a:cubicBezTo>
                  <a:lnTo>
                    <a:pt x="107" y="917"/>
                  </a:lnTo>
                  <a:close/>
                  <a:moveTo>
                    <a:pt x="67" y="927"/>
                  </a:moveTo>
                  <a:cubicBezTo>
                    <a:pt x="68" y="927"/>
                    <a:pt x="73" y="927"/>
                    <a:pt x="80" y="928"/>
                  </a:cubicBezTo>
                  <a:lnTo>
                    <a:pt x="98" y="931"/>
                  </a:lnTo>
                  <a:cubicBezTo>
                    <a:pt x="98" y="931"/>
                    <a:pt x="97" y="931"/>
                    <a:pt x="96" y="931"/>
                  </a:cubicBezTo>
                  <a:cubicBezTo>
                    <a:pt x="92" y="931"/>
                    <a:pt x="84" y="930"/>
                    <a:pt x="72" y="930"/>
                  </a:cubicBezTo>
                  <a:cubicBezTo>
                    <a:pt x="67" y="928"/>
                    <a:pt x="65" y="927"/>
                    <a:pt x="67" y="927"/>
                  </a:cubicBezTo>
                  <a:close/>
                  <a:moveTo>
                    <a:pt x="105" y="958"/>
                  </a:moveTo>
                  <a:cubicBezTo>
                    <a:pt x="114" y="958"/>
                    <a:pt x="122" y="958"/>
                    <a:pt x="131" y="960"/>
                  </a:cubicBezTo>
                  <a:cubicBezTo>
                    <a:pt x="131" y="962"/>
                    <a:pt x="131" y="963"/>
                    <a:pt x="131" y="963"/>
                  </a:cubicBezTo>
                  <a:lnTo>
                    <a:pt x="113" y="960"/>
                  </a:lnTo>
                  <a:cubicBezTo>
                    <a:pt x="88" y="958"/>
                    <a:pt x="88" y="958"/>
                    <a:pt x="105" y="958"/>
                  </a:cubicBezTo>
                  <a:close/>
                  <a:moveTo>
                    <a:pt x="87" y="964"/>
                  </a:moveTo>
                  <a:lnTo>
                    <a:pt x="96" y="965"/>
                  </a:lnTo>
                  <a:lnTo>
                    <a:pt x="87" y="967"/>
                  </a:lnTo>
                  <a:cubicBezTo>
                    <a:pt x="79" y="967"/>
                    <a:pt x="79" y="965"/>
                    <a:pt x="79" y="964"/>
                  </a:cubicBezTo>
                  <a:close/>
                  <a:moveTo>
                    <a:pt x="144" y="1018"/>
                  </a:moveTo>
                  <a:cubicBezTo>
                    <a:pt x="136" y="1018"/>
                    <a:pt x="136" y="1019"/>
                    <a:pt x="136" y="1021"/>
                  </a:cubicBezTo>
                  <a:cubicBezTo>
                    <a:pt x="127" y="1024"/>
                    <a:pt x="136" y="1025"/>
                    <a:pt x="144" y="1025"/>
                  </a:cubicBezTo>
                  <a:cubicBezTo>
                    <a:pt x="153" y="1025"/>
                    <a:pt x="153" y="1024"/>
                    <a:pt x="153" y="1021"/>
                  </a:cubicBezTo>
                  <a:cubicBezTo>
                    <a:pt x="153" y="1019"/>
                    <a:pt x="144" y="1018"/>
                    <a:pt x="144" y="1018"/>
                  </a:cubicBezTo>
                  <a:close/>
                  <a:moveTo>
                    <a:pt x="123" y="1028"/>
                  </a:moveTo>
                  <a:cubicBezTo>
                    <a:pt x="126" y="1028"/>
                    <a:pt x="131" y="1029"/>
                    <a:pt x="135" y="1030"/>
                  </a:cubicBezTo>
                  <a:lnTo>
                    <a:pt x="135" y="1033"/>
                  </a:lnTo>
                  <a:cubicBezTo>
                    <a:pt x="127" y="1033"/>
                    <a:pt x="118" y="1030"/>
                    <a:pt x="118" y="1029"/>
                  </a:cubicBezTo>
                  <a:cubicBezTo>
                    <a:pt x="118" y="1028"/>
                    <a:pt x="120" y="1028"/>
                    <a:pt x="123" y="1028"/>
                  </a:cubicBezTo>
                  <a:close/>
                  <a:moveTo>
                    <a:pt x="76" y="1050"/>
                  </a:moveTo>
                  <a:lnTo>
                    <a:pt x="83" y="1054"/>
                  </a:lnTo>
                  <a:cubicBezTo>
                    <a:pt x="83" y="1055"/>
                    <a:pt x="91" y="1057"/>
                    <a:pt x="100" y="1057"/>
                  </a:cubicBezTo>
                  <a:cubicBezTo>
                    <a:pt x="100" y="1057"/>
                    <a:pt x="109" y="1057"/>
                    <a:pt x="109" y="1060"/>
                  </a:cubicBezTo>
                  <a:lnTo>
                    <a:pt x="91" y="1060"/>
                  </a:lnTo>
                  <a:cubicBezTo>
                    <a:pt x="83" y="1059"/>
                    <a:pt x="74" y="1057"/>
                    <a:pt x="67" y="1057"/>
                  </a:cubicBezTo>
                  <a:cubicBezTo>
                    <a:pt x="66" y="1057"/>
                    <a:pt x="66" y="1057"/>
                    <a:pt x="66" y="1057"/>
                  </a:cubicBezTo>
                  <a:lnTo>
                    <a:pt x="66" y="1057"/>
                  </a:lnTo>
                  <a:cubicBezTo>
                    <a:pt x="69" y="1057"/>
                    <a:pt x="72" y="1056"/>
                    <a:pt x="74" y="1054"/>
                  </a:cubicBezTo>
                  <a:lnTo>
                    <a:pt x="76" y="1050"/>
                  </a:lnTo>
                  <a:close/>
                  <a:moveTo>
                    <a:pt x="55" y="1101"/>
                  </a:moveTo>
                  <a:cubicBezTo>
                    <a:pt x="46" y="1101"/>
                    <a:pt x="46" y="1101"/>
                    <a:pt x="46" y="1103"/>
                  </a:cubicBezTo>
                  <a:lnTo>
                    <a:pt x="46" y="1105"/>
                  </a:lnTo>
                  <a:lnTo>
                    <a:pt x="55" y="1103"/>
                  </a:lnTo>
                  <a:lnTo>
                    <a:pt x="55" y="1101"/>
                  </a:lnTo>
                  <a:close/>
                  <a:moveTo>
                    <a:pt x="98" y="1105"/>
                  </a:moveTo>
                  <a:lnTo>
                    <a:pt x="98" y="1106"/>
                  </a:lnTo>
                  <a:cubicBezTo>
                    <a:pt x="92" y="1106"/>
                    <a:pt x="94" y="1106"/>
                    <a:pt x="98" y="1106"/>
                  </a:cubicBezTo>
                  <a:cubicBezTo>
                    <a:pt x="101" y="1106"/>
                    <a:pt x="103" y="1106"/>
                    <a:pt x="106" y="1106"/>
                  </a:cubicBezTo>
                  <a:lnTo>
                    <a:pt x="124" y="1106"/>
                  </a:lnTo>
                  <a:cubicBezTo>
                    <a:pt x="124" y="1107"/>
                    <a:pt x="115" y="1109"/>
                    <a:pt x="106" y="1109"/>
                  </a:cubicBezTo>
                  <a:lnTo>
                    <a:pt x="106" y="1108"/>
                  </a:lnTo>
                  <a:cubicBezTo>
                    <a:pt x="98" y="1109"/>
                    <a:pt x="94" y="1109"/>
                    <a:pt x="92" y="1109"/>
                  </a:cubicBezTo>
                  <a:cubicBezTo>
                    <a:pt x="89" y="1109"/>
                    <a:pt x="89" y="1109"/>
                    <a:pt x="89" y="1107"/>
                  </a:cubicBezTo>
                  <a:cubicBezTo>
                    <a:pt x="89" y="1106"/>
                    <a:pt x="89" y="1105"/>
                    <a:pt x="98" y="1105"/>
                  </a:cubicBezTo>
                  <a:close/>
                  <a:moveTo>
                    <a:pt x="97" y="1120"/>
                  </a:moveTo>
                  <a:cubicBezTo>
                    <a:pt x="97" y="1120"/>
                    <a:pt x="106" y="1121"/>
                    <a:pt x="106" y="1124"/>
                  </a:cubicBezTo>
                  <a:lnTo>
                    <a:pt x="97" y="1125"/>
                  </a:lnTo>
                  <a:cubicBezTo>
                    <a:pt x="88" y="1125"/>
                    <a:pt x="88" y="1124"/>
                    <a:pt x="88" y="1121"/>
                  </a:cubicBezTo>
                  <a:cubicBezTo>
                    <a:pt x="88" y="1120"/>
                    <a:pt x="88" y="1120"/>
                    <a:pt x="97" y="1120"/>
                  </a:cubicBezTo>
                  <a:close/>
                  <a:moveTo>
                    <a:pt x="216" y="1125"/>
                  </a:moveTo>
                  <a:lnTo>
                    <a:pt x="216" y="1126"/>
                  </a:lnTo>
                  <a:cubicBezTo>
                    <a:pt x="221" y="1127"/>
                    <a:pt x="227" y="1127"/>
                    <a:pt x="233" y="1128"/>
                  </a:cubicBezTo>
                  <a:lnTo>
                    <a:pt x="233" y="1127"/>
                  </a:lnTo>
                  <a:lnTo>
                    <a:pt x="233" y="1126"/>
                  </a:lnTo>
                  <a:cubicBezTo>
                    <a:pt x="233" y="1125"/>
                    <a:pt x="225" y="1125"/>
                    <a:pt x="216" y="1125"/>
                  </a:cubicBezTo>
                  <a:close/>
                  <a:moveTo>
                    <a:pt x="89" y="1"/>
                  </a:moveTo>
                  <a:cubicBezTo>
                    <a:pt x="78" y="1"/>
                    <a:pt x="67" y="1"/>
                    <a:pt x="55" y="4"/>
                  </a:cubicBezTo>
                  <a:cubicBezTo>
                    <a:pt x="46" y="10"/>
                    <a:pt x="37" y="13"/>
                    <a:pt x="55" y="13"/>
                  </a:cubicBezTo>
                  <a:cubicBezTo>
                    <a:pt x="55" y="13"/>
                    <a:pt x="63" y="14"/>
                    <a:pt x="63" y="16"/>
                  </a:cubicBezTo>
                  <a:cubicBezTo>
                    <a:pt x="63" y="17"/>
                    <a:pt x="54" y="19"/>
                    <a:pt x="54" y="19"/>
                  </a:cubicBezTo>
                  <a:cubicBezTo>
                    <a:pt x="46" y="19"/>
                    <a:pt x="45" y="24"/>
                    <a:pt x="45" y="31"/>
                  </a:cubicBezTo>
                  <a:cubicBezTo>
                    <a:pt x="45" y="39"/>
                    <a:pt x="45" y="43"/>
                    <a:pt x="36" y="44"/>
                  </a:cubicBezTo>
                  <a:cubicBezTo>
                    <a:pt x="27" y="46"/>
                    <a:pt x="27" y="47"/>
                    <a:pt x="27" y="47"/>
                  </a:cubicBezTo>
                  <a:cubicBezTo>
                    <a:pt x="36" y="47"/>
                    <a:pt x="36" y="55"/>
                    <a:pt x="35" y="65"/>
                  </a:cubicBezTo>
                  <a:cubicBezTo>
                    <a:pt x="35" y="74"/>
                    <a:pt x="34" y="84"/>
                    <a:pt x="43" y="84"/>
                  </a:cubicBezTo>
                  <a:lnTo>
                    <a:pt x="43" y="86"/>
                  </a:lnTo>
                  <a:cubicBezTo>
                    <a:pt x="34" y="86"/>
                    <a:pt x="34" y="88"/>
                    <a:pt x="34" y="92"/>
                  </a:cubicBezTo>
                  <a:cubicBezTo>
                    <a:pt x="43" y="94"/>
                    <a:pt x="42" y="97"/>
                    <a:pt x="42" y="97"/>
                  </a:cubicBezTo>
                  <a:cubicBezTo>
                    <a:pt x="34" y="97"/>
                    <a:pt x="34" y="98"/>
                    <a:pt x="34" y="101"/>
                  </a:cubicBezTo>
                  <a:cubicBezTo>
                    <a:pt x="34" y="104"/>
                    <a:pt x="33" y="105"/>
                    <a:pt x="42" y="105"/>
                  </a:cubicBezTo>
                  <a:cubicBezTo>
                    <a:pt x="42" y="111"/>
                    <a:pt x="39" y="116"/>
                    <a:pt x="33" y="120"/>
                  </a:cubicBezTo>
                  <a:cubicBezTo>
                    <a:pt x="24" y="121"/>
                    <a:pt x="33" y="122"/>
                    <a:pt x="41" y="124"/>
                  </a:cubicBezTo>
                  <a:cubicBezTo>
                    <a:pt x="50" y="124"/>
                    <a:pt x="58" y="125"/>
                    <a:pt x="58" y="126"/>
                  </a:cubicBezTo>
                  <a:lnTo>
                    <a:pt x="41" y="126"/>
                  </a:lnTo>
                  <a:cubicBezTo>
                    <a:pt x="38" y="126"/>
                    <a:pt x="36" y="126"/>
                    <a:pt x="35" y="126"/>
                  </a:cubicBezTo>
                  <a:cubicBezTo>
                    <a:pt x="33" y="126"/>
                    <a:pt x="33" y="126"/>
                    <a:pt x="33" y="127"/>
                  </a:cubicBezTo>
                  <a:lnTo>
                    <a:pt x="32" y="131"/>
                  </a:lnTo>
                  <a:cubicBezTo>
                    <a:pt x="41" y="131"/>
                    <a:pt x="41" y="138"/>
                    <a:pt x="40" y="146"/>
                  </a:cubicBezTo>
                  <a:cubicBezTo>
                    <a:pt x="40" y="159"/>
                    <a:pt x="40" y="162"/>
                    <a:pt x="48" y="162"/>
                  </a:cubicBezTo>
                  <a:cubicBezTo>
                    <a:pt x="57" y="162"/>
                    <a:pt x="57" y="164"/>
                    <a:pt x="48" y="168"/>
                  </a:cubicBezTo>
                  <a:cubicBezTo>
                    <a:pt x="22" y="176"/>
                    <a:pt x="22" y="176"/>
                    <a:pt x="30" y="178"/>
                  </a:cubicBezTo>
                  <a:cubicBezTo>
                    <a:pt x="30" y="176"/>
                    <a:pt x="39" y="176"/>
                    <a:pt x="48" y="176"/>
                  </a:cubicBezTo>
                  <a:cubicBezTo>
                    <a:pt x="64" y="176"/>
                    <a:pt x="64" y="178"/>
                    <a:pt x="48" y="179"/>
                  </a:cubicBezTo>
                  <a:cubicBezTo>
                    <a:pt x="30" y="179"/>
                    <a:pt x="37" y="199"/>
                    <a:pt x="54" y="200"/>
                  </a:cubicBezTo>
                  <a:lnTo>
                    <a:pt x="46" y="200"/>
                  </a:lnTo>
                  <a:cubicBezTo>
                    <a:pt x="37" y="200"/>
                    <a:pt x="37" y="201"/>
                    <a:pt x="37" y="207"/>
                  </a:cubicBezTo>
                  <a:cubicBezTo>
                    <a:pt x="37" y="209"/>
                    <a:pt x="37" y="212"/>
                    <a:pt x="37" y="212"/>
                  </a:cubicBezTo>
                  <a:cubicBezTo>
                    <a:pt x="54" y="212"/>
                    <a:pt x="45" y="219"/>
                    <a:pt x="36" y="219"/>
                  </a:cubicBezTo>
                  <a:cubicBezTo>
                    <a:pt x="29" y="221"/>
                    <a:pt x="29" y="221"/>
                    <a:pt x="27" y="223"/>
                  </a:cubicBezTo>
                  <a:cubicBezTo>
                    <a:pt x="44" y="227"/>
                    <a:pt x="36" y="234"/>
                    <a:pt x="27" y="234"/>
                  </a:cubicBezTo>
                  <a:lnTo>
                    <a:pt x="27" y="236"/>
                  </a:lnTo>
                  <a:cubicBezTo>
                    <a:pt x="35" y="238"/>
                    <a:pt x="35" y="241"/>
                    <a:pt x="35" y="242"/>
                  </a:cubicBezTo>
                  <a:cubicBezTo>
                    <a:pt x="35" y="245"/>
                    <a:pt x="35" y="247"/>
                    <a:pt x="39" y="247"/>
                  </a:cubicBezTo>
                  <a:cubicBezTo>
                    <a:pt x="40" y="247"/>
                    <a:pt x="42" y="247"/>
                    <a:pt x="44" y="246"/>
                  </a:cubicBezTo>
                  <a:cubicBezTo>
                    <a:pt x="52" y="246"/>
                    <a:pt x="61" y="246"/>
                    <a:pt x="61" y="247"/>
                  </a:cubicBezTo>
                  <a:lnTo>
                    <a:pt x="52" y="247"/>
                  </a:lnTo>
                  <a:cubicBezTo>
                    <a:pt x="44" y="247"/>
                    <a:pt x="43" y="252"/>
                    <a:pt x="43" y="256"/>
                  </a:cubicBezTo>
                  <a:cubicBezTo>
                    <a:pt x="43" y="263"/>
                    <a:pt x="43" y="267"/>
                    <a:pt x="34" y="268"/>
                  </a:cubicBezTo>
                  <a:lnTo>
                    <a:pt x="43" y="269"/>
                  </a:lnTo>
                  <a:cubicBezTo>
                    <a:pt x="51" y="270"/>
                    <a:pt x="51" y="272"/>
                    <a:pt x="43" y="272"/>
                  </a:cubicBezTo>
                  <a:cubicBezTo>
                    <a:pt x="34" y="273"/>
                    <a:pt x="34" y="279"/>
                    <a:pt x="42" y="281"/>
                  </a:cubicBezTo>
                  <a:lnTo>
                    <a:pt x="42" y="283"/>
                  </a:lnTo>
                  <a:cubicBezTo>
                    <a:pt x="25" y="286"/>
                    <a:pt x="25" y="289"/>
                    <a:pt x="42" y="290"/>
                  </a:cubicBezTo>
                  <a:cubicBezTo>
                    <a:pt x="33" y="290"/>
                    <a:pt x="33" y="292"/>
                    <a:pt x="33" y="293"/>
                  </a:cubicBezTo>
                  <a:cubicBezTo>
                    <a:pt x="42" y="296"/>
                    <a:pt x="41" y="301"/>
                    <a:pt x="33" y="301"/>
                  </a:cubicBezTo>
                  <a:lnTo>
                    <a:pt x="33" y="302"/>
                  </a:lnTo>
                  <a:cubicBezTo>
                    <a:pt x="41" y="305"/>
                    <a:pt x="41" y="306"/>
                    <a:pt x="41" y="307"/>
                  </a:cubicBezTo>
                  <a:cubicBezTo>
                    <a:pt x="41" y="308"/>
                    <a:pt x="41" y="309"/>
                    <a:pt x="50" y="310"/>
                  </a:cubicBezTo>
                  <a:cubicBezTo>
                    <a:pt x="58" y="313"/>
                    <a:pt x="58" y="314"/>
                    <a:pt x="58" y="314"/>
                  </a:cubicBezTo>
                  <a:cubicBezTo>
                    <a:pt x="58" y="314"/>
                    <a:pt x="57" y="314"/>
                    <a:pt x="56" y="314"/>
                  </a:cubicBezTo>
                  <a:cubicBezTo>
                    <a:pt x="53" y="314"/>
                    <a:pt x="47" y="313"/>
                    <a:pt x="41" y="313"/>
                  </a:cubicBezTo>
                  <a:cubicBezTo>
                    <a:pt x="39" y="312"/>
                    <a:pt x="37" y="311"/>
                    <a:pt x="36" y="311"/>
                  </a:cubicBezTo>
                  <a:cubicBezTo>
                    <a:pt x="34" y="311"/>
                    <a:pt x="36" y="314"/>
                    <a:pt x="49" y="317"/>
                  </a:cubicBezTo>
                  <a:cubicBezTo>
                    <a:pt x="59" y="320"/>
                    <a:pt x="63" y="321"/>
                    <a:pt x="61" y="321"/>
                  </a:cubicBezTo>
                  <a:cubicBezTo>
                    <a:pt x="60" y="321"/>
                    <a:pt x="56" y="320"/>
                    <a:pt x="49" y="319"/>
                  </a:cubicBezTo>
                  <a:cubicBezTo>
                    <a:pt x="44" y="318"/>
                    <a:pt x="40" y="317"/>
                    <a:pt x="38" y="317"/>
                  </a:cubicBezTo>
                  <a:cubicBezTo>
                    <a:pt x="36" y="317"/>
                    <a:pt x="37" y="318"/>
                    <a:pt x="41" y="319"/>
                  </a:cubicBezTo>
                  <a:cubicBezTo>
                    <a:pt x="41" y="319"/>
                    <a:pt x="41" y="321"/>
                    <a:pt x="49" y="321"/>
                  </a:cubicBezTo>
                  <a:cubicBezTo>
                    <a:pt x="49" y="323"/>
                    <a:pt x="49" y="325"/>
                    <a:pt x="49" y="326"/>
                  </a:cubicBezTo>
                  <a:cubicBezTo>
                    <a:pt x="40" y="328"/>
                    <a:pt x="40" y="329"/>
                    <a:pt x="40" y="330"/>
                  </a:cubicBezTo>
                  <a:cubicBezTo>
                    <a:pt x="49" y="333"/>
                    <a:pt x="49" y="333"/>
                    <a:pt x="40" y="334"/>
                  </a:cubicBezTo>
                  <a:cubicBezTo>
                    <a:pt x="32" y="334"/>
                    <a:pt x="32" y="335"/>
                    <a:pt x="49" y="335"/>
                  </a:cubicBezTo>
                  <a:cubicBezTo>
                    <a:pt x="57" y="336"/>
                    <a:pt x="57" y="338"/>
                    <a:pt x="49" y="339"/>
                  </a:cubicBezTo>
                  <a:cubicBezTo>
                    <a:pt x="31" y="339"/>
                    <a:pt x="31" y="341"/>
                    <a:pt x="40" y="341"/>
                  </a:cubicBezTo>
                  <a:cubicBezTo>
                    <a:pt x="48" y="342"/>
                    <a:pt x="48" y="343"/>
                    <a:pt x="48" y="343"/>
                  </a:cubicBezTo>
                  <a:cubicBezTo>
                    <a:pt x="40" y="343"/>
                    <a:pt x="39" y="355"/>
                    <a:pt x="39" y="367"/>
                  </a:cubicBezTo>
                  <a:cubicBezTo>
                    <a:pt x="39" y="369"/>
                    <a:pt x="46" y="370"/>
                    <a:pt x="55" y="370"/>
                  </a:cubicBezTo>
                  <a:cubicBezTo>
                    <a:pt x="72" y="370"/>
                    <a:pt x="63" y="370"/>
                    <a:pt x="55" y="372"/>
                  </a:cubicBezTo>
                  <a:cubicBezTo>
                    <a:pt x="35" y="373"/>
                    <a:pt x="31" y="375"/>
                    <a:pt x="43" y="375"/>
                  </a:cubicBezTo>
                  <a:cubicBezTo>
                    <a:pt x="47" y="375"/>
                    <a:pt x="51" y="374"/>
                    <a:pt x="55" y="374"/>
                  </a:cubicBezTo>
                  <a:cubicBezTo>
                    <a:pt x="62" y="374"/>
                    <a:pt x="66" y="373"/>
                    <a:pt x="68" y="373"/>
                  </a:cubicBezTo>
                  <a:cubicBezTo>
                    <a:pt x="69" y="373"/>
                    <a:pt x="65" y="374"/>
                    <a:pt x="55" y="375"/>
                  </a:cubicBezTo>
                  <a:cubicBezTo>
                    <a:pt x="46" y="376"/>
                    <a:pt x="46" y="376"/>
                    <a:pt x="55" y="379"/>
                  </a:cubicBezTo>
                  <a:cubicBezTo>
                    <a:pt x="63" y="379"/>
                    <a:pt x="63" y="380"/>
                    <a:pt x="55" y="380"/>
                  </a:cubicBezTo>
                  <a:cubicBezTo>
                    <a:pt x="46" y="381"/>
                    <a:pt x="37" y="382"/>
                    <a:pt x="46" y="382"/>
                  </a:cubicBezTo>
                  <a:cubicBezTo>
                    <a:pt x="46" y="382"/>
                    <a:pt x="46" y="384"/>
                    <a:pt x="37" y="385"/>
                  </a:cubicBezTo>
                  <a:cubicBezTo>
                    <a:pt x="29" y="387"/>
                    <a:pt x="37" y="388"/>
                    <a:pt x="46" y="389"/>
                  </a:cubicBezTo>
                  <a:cubicBezTo>
                    <a:pt x="59" y="392"/>
                    <a:pt x="62" y="394"/>
                    <a:pt x="55" y="394"/>
                  </a:cubicBezTo>
                  <a:cubicBezTo>
                    <a:pt x="53" y="394"/>
                    <a:pt x="50" y="394"/>
                    <a:pt x="45" y="393"/>
                  </a:cubicBezTo>
                  <a:cubicBezTo>
                    <a:pt x="44" y="393"/>
                    <a:pt x="43" y="393"/>
                    <a:pt x="42" y="393"/>
                  </a:cubicBezTo>
                  <a:cubicBezTo>
                    <a:pt x="30" y="393"/>
                    <a:pt x="39" y="399"/>
                    <a:pt x="54" y="400"/>
                  </a:cubicBezTo>
                  <a:cubicBezTo>
                    <a:pt x="71" y="401"/>
                    <a:pt x="71" y="401"/>
                    <a:pt x="62" y="401"/>
                  </a:cubicBezTo>
                  <a:cubicBezTo>
                    <a:pt x="54" y="401"/>
                    <a:pt x="54" y="402"/>
                    <a:pt x="54" y="402"/>
                  </a:cubicBezTo>
                  <a:cubicBezTo>
                    <a:pt x="54" y="405"/>
                    <a:pt x="53" y="406"/>
                    <a:pt x="45" y="406"/>
                  </a:cubicBezTo>
                  <a:cubicBezTo>
                    <a:pt x="45" y="406"/>
                    <a:pt x="45" y="407"/>
                    <a:pt x="53" y="409"/>
                  </a:cubicBezTo>
                  <a:cubicBezTo>
                    <a:pt x="70" y="412"/>
                    <a:pt x="62" y="416"/>
                    <a:pt x="44" y="418"/>
                  </a:cubicBezTo>
                  <a:lnTo>
                    <a:pt x="53" y="420"/>
                  </a:lnTo>
                  <a:cubicBezTo>
                    <a:pt x="70" y="421"/>
                    <a:pt x="79" y="422"/>
                    <a:pt x="61" y="422"/>
                  </a:cubicBezTo>
                  <a:lnTo>
                    <a:pt x="53" y="422"/>
                  </a:lnTo>
                  <a:cubicBezTo>
                    <a:pt x="70" y="425"/>
                    <a:pt x="61" y="429"/>
                    <a:pt x="44" y="429"/>
                  </a:cubicBezTo>
                  <a:cubicBezTo>
                    <a:pt x="35" y="429"/>
                    <a:pt x="35" y="429"/>
                    <a:pt x="35" y="431"/>
                  </a:cubicBezTo>
                  <a:lnTo>
                    <a:pt x="44" y="431"/>
                  </a:lnTo>
                  <a:cubicBezTo>
                    <a:pt x="52" y="431"/>
                    <a:pt x="61" y="431"/>
                    <a:pt x="61" y="433"/>
                  </a:cubicBezTo>
                  <a:cubicBezTo>
                    <a:pt x="61" y="434"/>
                    <a:pt x="61" y="435"/>
                    <a:pt x="52" y="435"/>
                  </a:cubicBezTo>
                  <a:cubicBezTo>
                    <a:pt x="44" y="437"/>
                    <a:pt x="35" y="438"/>
                    <a:pt x="44" y="438"/>
                  </a:cubicBezTo>
                  <a:cubicBezTo>
                    <a:pt x="44" y="438"/>
                    <a:pt x="44" y="439"/>
                    <a:pt x="35" y="440"/>
                  </a:cubicBezTo>
                  <a:cubicBezTo>
                    <a:pt x="35" y="442"/>
                    <a:pt x="35" y="444"/>
                    <a:pt x="35" y="446"/>
                  </a:cubicBezTo>
                  <a:cubicBezTo>
                    <a:pt x="43" y="447"/>
                    <a:pt x="43" y="451"/>
                    <a:pt x="34" y="451"/>
                  </a:cubicBezTo>
                  <a:cubicBezTo>
                    <a:pt x="34" y="451"/>
                    <a:pt x="34" y="453"/>
                    <a:pt x="43" y="454"/>
                  </a:cubicBezTo>
                  <a:cubicBezTo>
                    <a:pt x="43" y="457"/>
                    <a:pt x="43" y="458"/>
                    <a:pt x="34" y="458"/>
                  </a:cubicBezTo>
                  <a:cubicBezTo>
                    <a:pt x="26" y="458"/>
                    <a:pt x="26" y="458"/>
                    <a:pt x="34" y="459"/>
                  </a:cubicBezTo>
                  <a:cubicBezTo>
                    <a:pt x="43" y="459"/>
                    <a:pt x="43" y="461"/>
                    <a:pt x="43" y="462"/>
                  </a:cubicBezTo>
                  <a:lnTo>
                    <a:pt x="43" y="465"/>
                  </a:lnTo>
                  <a:cubicBezTo>
                    <a:pt x="51" y="465"/>
                    <a:pt x="51" y="465"/>
                    <a:pt x="51" y="466"/>
                  </a:cubicBezTo>
                  <a:cubicBezTo>
                    <a:pt x="51" y="467"/>
                    <a:pt x="42" y="472"/>
                    <a:pt x="42" y="473"/>
                  </a:cubicBezTo>
                  <a:cubicBezTo>
                    <a:pt x="42" y="476"/>
                    <a:pt x="42" y="477"/>
                    <a:pt x="44" y="477"/>
                  </a:cubicBezTo>
                  <a:cubicBezTo>
                    <a:pt x="45" y="477"/>
                    <a:pt x="47" y="476"/>
                    <a:pt x="51" y="475"/>
                  </a:cubicBezTo>
                  <a:cubicBezTo>
                    <a:pt x="51" y="475"/>
                    <a:pt x="52" y="475"/>
                    <a:pt x="53" y="475"/>
                  </a:cubicBezTo>
                  <a:cubicBezTo>
                    <a:pt x="55" y="475"/>
                    <a:pt x="56" y="475"/>
                    <a:pt x="51" y="477"/>
                  </a:cubicBezTo>
                  <a:cubicBezTo>
                    <a:pt x="51" y="479"/>
                    <a:pt x="42" y="482"/>
                    <a:pt x="42" y="486"/>
                  </a:cubicBezTo>
                  <a:cubicBezTo>
                    <a:pt x="41" y="492"/>
                    <a:pt x="41" y="492"/>
                    <a:pt x="50" y="492"/>
                  </a:cubicBezTo>
                  <a:cubicBezTo>
                    <a:pt x="55" y="492"/>
                    <a:pt x="58" y="492"/>
                    <a:pt x="60" y="492"/>
                  </a:cubicBezTo>
                  <a:cubicBezTo>
                    <a:pt x="65" y="492"/>
                    <a:pt x="62" y="492"/>
                    <a:pt x="50" y="493"/>
                  </a:cubicBezTo>
                  <a:cubicBezTo>
                    <a:pt x="33" y="495"/>
                    <a:pt x="33" y="498"/>
                    <a:pt x="41" y="498"/>
                  </a:cubicBezTo>
                  <a:cubicBezTo>
                    <a:pt x="50" y="499"/>
                    <a:pt x="50" y="499"/>
                    <a:pt x="50" y="500"/>
                  </a:cubicBezTo>
                  <a:cubicBezTo>
                    <a:pt x="41" y="500"/>
                    <a:pt x="41" y="501"/>
                    <a:pt x="50" y="504"/>
                  </a:cubicBezTo>
                  <a:cubicBezTo>
                    <a:pt x="50" y="505"/>
                    <a:pt x="50" y="505"/>
                    <a:pt x="41" y="505"/>
                  </a:cubicBezTo>
                  <a:cubicBezTo>
                    <a:pt x="41" y="505"/>
                    <a:pt x="41" y="507"/>
                    <a:pt x="41" y="508"/>
                  </a:cubicBezTo>
                  <a:cubicBezTo>
                    <a:pt x="58" y="511"/>
                    <a:pt x="49" y="519"/>
                    <a:pt x="40" y="520"/>
                  </a:cubicBezTo>
                  <a:cubicBezTo>
                    <a:pt x="40" y="520"/>
                    <a:pt x="40" y="521"/>
                    <a:pt x="49" y="523"/>
                  </a:cubicBezTo>
                  <a:cubicBezTo>
                    <a:pt x="66" y="525"/>
                    <a:pt x="66" y="526"/>
                    <a:pt x="49" y="526"/>
                  </a:cubicBezTo>
                  <a:cubicBezTo>
                    <a:pt x="32" y="526"/>
                    <a:pt x="32" y="526"/>
                    <a:pt x="49" y="527"/>
                  </a:cubicBezTo>
                  <a:cubicBezTo>
                    <a:pt x="56" y="528"/>
                    <a:pt x="57" y="534"/>
                    <a:pt x="43" y="534"/>
                  </a:cubicBezTo>
                  <a:cubicBezTo>
                    <a:pt x="42" y="534"/>
                    <a:pt x="41" y="534"/>
                    <a:pt x="40" y="534"/>
                  </a:cubicBezTo>
                  <a:lnTo>
                    <a:pt x="23" y="534"/>
                  </a:lnTo>
                  <a:cubicBezTo>
                    <a:pt x="31" y="535"/>
                    <a:pt x="31" y="537"/>
                    <a:pt x="31" y="537"/>
                  </a:cubicBezTo>
                  <a:cubicBezTo>
                    <a:pt x="40" y="537"/>
                    <a:pt x="40" y="538"/>
                    <a:pt x="40" y="541"/>
                  </a:cubicBezTo>
                  <a:cubicBezTo>
                    <a:pt x="40" y="545"/>
                    <a:pt x="48" y="550"/>
                    <a:pt x="48" y="553"/>
                  </a:cubicBezTo>
                  <a:cubicBezTo>
                    <a:pt x="48" y="555"/>
                    <a:pt x="46" y="559"/>
                    <a:pt x="39" y="560"/>
                  </a:cubicBezTo>
                  <a:cubicBezTo>
                    <a:pt x="39" y="562"/>
                    <a:pt x="39" y="564"/>
                    <a:pt x="46" y="566"/>
                  </a:cubicBezTo>
                  <a:cubicBezTo>
                    <a:pt x="55" y="567"/>
                    <a:pt x="55" y="571"/>
                    <a:pt x="46" y="571"/>
                  </a:cubicBezTo>
                  <a:lnTo>
                    <a:pt x="46" y="572"/>
                  </a:lnTo>
                  <a:cubicBezTo>
                    <a:pt x="55" y="574"/>
                    <a:pt x="54" y="575"/>
                    <a:pt x="54" y="575"/>
                  </a:cubicBezTo>
                  <a:cubicBezTo>
                    <a:pt x="46" y="575"/>
                    <a:pt x="37" y="577"/>
                    <a:pt x="46" y="578"/>
                  </a:cubicBezTo>
                  <a:cubicBezTo>
                    <a:pt x="54" y="578"/>
                    <a:pt x="54" y="580"/>
                    <a:pt x="54" y="582"/>
                  </a:cubicBezTo>
                  <a:cubicBezTo>
                    <a:pt x="45" y="585"/>
                    <a:pt x="44" y="629"/>
                    <a:pt x="52" y="629"/>
                  </a:cubicBezTo>
                  <a:lnTo>
                    <a:pt x="52" y="633"/>
                  </a:lnTo>
                  <a:cubicBezTo>
                    <a:pt x="52" y="634"/>
                    <a:pt x="52" y="638"/>
                    <a:pt x="52" y="638"/>
                  </a:cubicBezTo>
                  <a:cubicBezTo>
                    <a:pt x="35" y="638"/>
                    <a:pt x="43" y="645"/>
                    <a:pt x="51" y="648"/>
                  </a:cubicBezTo>
                  <a:cubicBezTo>
                    <a:pt x="60" y="649"/>
                    <a:pt x="60" y="651"/>
                    <a:pt x="60" y="652"/>
                  </a:cubicBezTo>
                  <a:cubicBezTo>
                    <a:pt x="43" y="652"/>
                    <a:pt x="42" y="656"/>
                    <a:pt x="51" y="659"/>
                  </a:cubicBezTo>
                  <a:cubicBezTo>
                    <a:pt x="68" y="660"/>
                    <a:pt x="68" y="661"/>
                    <a:pt x="51" y="661"/>
                  </a:cubicBezTo>
                  <a:cubicBezTo>
                    <a:pt x="34" y="661"/>
                    <a:pt x="34" y="665"/>
                    <a:pt x="59" y="667"/>
                  </a:cubicBezTo>
                  <a:cubicBezTo>
                    <a:pt x="68" y="668"/>
                    <a:pt x="68" y="668"/>
                    <a:pt x="59" y="669"/>
                  </a:cubicBezTo>
                  <a:cubicBezTo>
                    <a:pt x="42" y="671"/>
                    <a:pt x="42" y="673"/>
                    <a:pt x="50" y="673"/>
                  </a:cubicBezTo>
                  <a:cubicBezTo>
                    <a:pt x="68" y="674"/>
                    <a:pt x="67" y="675"/>
                    <a:pt x="50" y="676"/>
                  </a:cubicBezTo>
                  <a:cubicBezTo>
                    <a:pt x="33" y="679"/>
                    <a:pt x="33" y="679"/>
                    <a:pt x="50" y="680"/>
                  </a:cubicBezTo>
                  <a:cubicBezTo>
                    <a:pt x="67" y="682"/>
                    <a:pt x="67" y="687"/>
                    <a:pt x="50" y="688"/>
                  </a:cubicBezTo>
                  <a:cubicBezTo>
                    <a:pt x="50" y="689"/>
                    <a:pt x="41" y="692"/>
                    <a:pt x="50" y="692"/>
                  </a:cubicBezTo>
                  <a:lnTo>
                    <a:pt x="41" y="693"/>
                  </a:lnTo>
                  <a:lnTo>
                    <a:pt x="41" y="695"/>
                  </a:lnTo>
                  <a:lnTo>
                    <a:pt x="49" y="695"/>
                  </a:lnTo>
                  <a:cubicBezTo>
                    <a:pt x="49" y="696"/>
                    <a:pt x="40" y="705"/>
                    <a:pt x="40" y="714"/>
                  </a:cubicBezTo>
                  <a:cubicBezTo>
                    <a:pt x="39" y="726"/>
                    <a:pt x="39" y="730"/>
                    <a:pt x="43" y="730"/>
                  </a:cubicBezTo>
                  <a:cubicBezTo>
                    <a:pt x="45" y="730"/>
                    <a:pt x="46" y="730"/>
                    <a:pt x="48" y="730"/>
                  </a:cubicBezTo>
                  <a:cubicBezTo>
                    <a:pt x="50" y="730"/>
                    <a:pt x="52" y="730"/>
                    <a:pt x="54" y="730"/>
                  </a:cubicBezTo>
                  <a:cubicBezTo>
                    <a:pt x="64" y="730"/>
                    <a:pt x="62" y="732"/>
                    <a:pt x="48" y="733"/>
                  </a:cubicBezTo>
                  <a:cubicBezTo>
                    <a:pt x="48" y="734"/>
                    <a:pt x="39" y="737"/>
                    <a:pt x="39" y="740"/>
                  </a:cubicBezTo>
                  <a:cubicBezTo>
                    <a:pt x="39" y="742"/>
                    <a:pt x="39" y="746"/>
                    <a:pt x="30" y="746"/>
                  </a:cubicBezTo>
                  <a:lnTo>
                    <a:pt x="30" y="747"/>
                  </a:lnTo>
                  <a:cubicBezTo>
                    <a:pt x="46" y="749"/>
                    <a:pt x="46" y="757"/>
                    <a:pt x="37" y="761"/>
                  </a:cubicBezTo>
                  <a:cubicBezTo>
                    <a:pt x="37" y="763"/>
                    <a:pt x="37" y="766"/>
                    <a:pt x="45" y="768"/>
                  </a:cubicBezTo>
                  <a:cubicBezTo>
                    <a:pt x="54" y="771"/>
                    <a:pt x="54" y="771"/>
                    <a:pt x="45" y="772"/>
                  </a:cubicBezTo>
                  <a:cubicBezTo>
                    <a:pt x="37" y="772"/>
                    <a:pt x="29" y="780"/>
                    <a:pt x="45" y="780"/>
                  </a:cubicBezTo>
                  <a:lnTo>
                    <a:pt x="36" y="781"/>
                  </a:lnTo>
                  <a:cubicBezTo>
                    <a:pt x="29" y="783"/>
                    <a:pt x="36" y="785"/>
                    <a:pt x="45" y="785"/>
                  </a:cubicBezTo>
                  <a:cubicBezTo>
                    <a:pt x="62" y="785"/>
                    <a:pt x="62" y="786"/>
                    <a:pt x="36" y="787"/>
                  </a:cubicBezTo>
                  <a:cubicBezTo>
                    <a:pt x="20" y="787"/>
                    <a:pt x="20" y="788"/>
                    <a:pt x="27" y="788"/>
                  </a:cubicBezTo>
                  <a:cubicBezTo>
                    <a:pt x="36" y="789"/>
                    <a:pt x="44" y="792"/>
                    <a:pt x="36" y="793"/>
                  </a:cubicBezTo>
                  <a:cubicBezTo>
                    <a:pt x="36" y="794"/>
                    <a:pt x="36" y="795"/>
                    <a:pt x="53" y="795"/>
                  </a:cubicBezTo>
                  <a:cubicBezTo>
                    <a:pt x="61" y="795"/>
                    <a:pt x="61" y="796"/>
                    <a:pt x="61" y="798"/>
                  </a:cubicBezTo>
                  <a:cubicBezTo>
                    <a:pt x="55" y="798"/>
                    <a:pt x="50" y="797"/>
                    <a:pt x="44" y="796"/>
                  </a:cubicBezTo>
                  <a:cubicBezTo>
                    <a:pt x="44" y="797"/>
                    <a:pt x="44" y="798"/>
                    <a:pt x="44" y="799"/>
                  </a:cubicBezTo>
                  <a:cubicBezTo>
                    <a:pt x="41" y="801"/>
                    <a:pt x="35" y="803"/>
                    <a:pt x="31" y="803"/>
                  </a:cubicBezTo>
                  <a:cubicBezTo>
                    <a:pt x="29" y="803"/>
                    <a:pt x="28" y="803"/>
                    <a:pt x="27" y="803"/>
                  </a:cubicBezTo>
                  <a:cubicBezTo>
                    <a:pt x="21" y="804"/>
                    <a:pt x="19" y="805"/>
                    <a:pt x="25" y="805"/>
                  </a:cubicBezTo>
                  <a:cubicBezTo>
                    <a:pt x="27" y="805"/>
                    <a:pt x="31" y="805"/>
                    <a:pt x="35" y="805"/>
                  </a:cubicBezTo>
                  <a:cubicBezTo>
                    <a:pt x="52" y="805"/>
                    <a:pt x="52" y="805"/>
                    <a:pt x="52" y="807"/>
                  </a:cubicBezTo>
                  <a:cubicBezTo>
                    <a:pt x="52" y="808"/>
                    <a:pt x="52" y="809"/>
                    <a:pt x="44" y="809"/>
                  </a:cubicBezTo>
                  <a:cubicBezTo>
                    <a:pt x="35" y="809"/>
                    <a:pt x="35" y="809"/>
                    <a:pt x="35" y="813"/>
                  </a:cubicBezTo>
                  <a:cubicBezTo>
                    <a:pt x="35" y="816"/>
                    <a:pt x="60" y="821"/>
                    <a:pt x="77" y="822"/>
                  </a:cubicBezTo>
                  <a:cubicBezTo>
                    <a:pt x="95" y="822"/>
                    <a:pt x="95" y="822"/>
                    <a:pt x="77" y="823"/>
                  </a:cubicBezTo>
                  <a:cubicBezTo>
                    <a:pt x="69" y="823"/>
                    <a:pt x="69" y="825"/>
                    <a:pt x="69" y="826"/>
                  </a:cubicBezTo>
                  <a:cubicBezTo>
                    <a:pt x="74" y="826"/>
                    <a:pt x="72" y="827"/>
                    <a:pt x="71" y="827"/>
                  </a:cubicBezTo>
                  <a:cubicBezTo>
                    <a:pt x="70" y="827"/>
                    <a:pt x="69" y="827"/>
                    <a:pt x="69" y="826"/>
                  </a:cubicBezTo>
                  <a:cubicBezTo>
                    <a:pt x="60" y="826"/>
                    <a:pt x="60" y="825"/>
                    <a:pt x="60" y="823"/>
                  </a:cubicBezTo>
                  <a:lnTo>
                    <a:pt x="52" y="823"/>
                  </a:lnTo>
                  <a:cubicBezTo>
                    <a:pt x="34" y="825"/>
                    <a:pt x="34" y="826"/>
                    <a:pt x="51" y="827"/>
                  </a:cubicBezTo>
                  <a:cubicBezTo>
                    <a:pt x="60" y="829"/>
                    <a:pt x="60" y="829"/>
                    <a:pt x="51" y="830"/>
                  </a:cubicBezTo>
                  <a:cubicBezTo>
                    <a:pt x="43" y="832"/>
                    <a:pt x="34" y="833"/>
                    <a:pt x="43" y="833"/>
                  </a:cubicBezTo>
                  <a:cubicBezTo>
                    <a:pt x="43" y="833"/>
                    <a:pt x="43" y="835"/>
                    <a:pt x="34" y="836"/>
                  </a:cubicBezTo>
                  <a:cubicBezTo>
                    <a:pt x="34" y="840"/>
                    <a:pt x="34" y="841"/>
                    <a:pt x="42" y="841"/>
                  </a:cubicBezTo>
                  <a:cubicBezTo>
                    <a:pt x="51" y="841"/>
                    <a:pt x="51" y="842"/>
                    <a:pt x="51" y="843"/>
                  </a:cubicBezTo>
                  <a:cubicBezTo>
                    <a:pt x="51" y="845"/>
                    <a:pt x="51" y="846"/>
                    <a:pt x="59" y="846"/>
                  </a:cubicBezTo>
                  <a:cubicBezTo>
                    <a:pt x="68" y="846"/>
                    <a:pt x="77" y="848"/>
                    <a:pt x="76" y="850"/>
                  </a:cubicBezTo>
                  <a:cubicBezTo>
                    <a:pt x="83" y="853"/>
                    <a:pt x="84" y="853"/>
                    <a:pt x="75" y="854"/>
                  </a:cubicBezTo>
                  <a:lnTo>
                    <a:pt x="75" y="854"/>
                  </a:lnTo>
                  <a:cubicBezTo>
                    <a:pt x="74" y="852"/>
                    <a:pt x="68" y="852"/>
                    <a:pt x="68" y="852"/>
                  </a:cubicBezTo>
                  <a:cubicBezTo>
                    <a:pt x="68" y="852"/>
                    <a:pt x="59" y="852"/>
                    <a:pt x="59" y="854"/>
                  </a:cubicBezTo>
                  <a:lnTo>
                    <a:pt x="59" y="855"/>
                  </a:lnTo>
                  <a:cubicBezTo>
                    <a:pt x="59" y="855"/>
                    <a:pt x="59" y="855"/>
                    <a:pt x="59" y="855"/>
                  </a:cubicBezTo>
                  <a:lnTo>
                    <a:pt x="59" y="855"/>
                  </a:lnTo>
                  <a:cubicBezTo>
                    <a:pt x="59" y="856"/>
                    <a:pt x="59" y="856"/>
                    <a:pt x="59" y="857"/>
                  </a:cubicBezTo>
                  <a:cubicBezTo>
                    <a:pt x="59" y="857"/>
                    <a:pt x="59" y="859"/>
                    <a:pt x="50" y="860"/>
                  </a:cubicBezTo>
                  <a:cubicBezTo>
                    <a:pt x="42" y="861"/>
                    <a:pt x="50" y="861"/>
                    <a:pt x="59" y="861"/>
                  </a:cubicBezTo>
                  <a:lnTo>
                    <a:pt x="76" y="861"/>
                  </a:lnTo>
                  <a:cubicBezTo>
                    <a:pt x="69" y="863"/>
                    <a:pt x="63" y="864"/>
                    <a:pt x="57" y="864"/>
                  </a:cubicBezTo>
                  <a:cubicBezTo>
                    <a:pt x="55" y="864"/>
                    <a:pt x="52" y="864"/>
                    <a:pt x="50" y="863"/>
                  </a:cubicBezTo>
                  <a:cubicBezTo>
                    <a:pt x="33" y="866"/>
                    <a:pt x="33" y="866"/>
                    <a:pt x="50" y="866"/>
                  </a:cubicBezTo>
                  <a:cubicBezTo>
                    <a:pt x="59" y="866"/>
                    <a:pt x="67" y="867"/>
                    <a:pt x="58" y="869"/>
                  </a:cubicBezTo>
                  <a:cubicBezTo>
                    <a:pt x="58" y="872"/>
                    <a:pt x="58" y="875"/>
                    <a:pt x="50" y="875"/>
                  </a:cubicBezTo>
                  <a:cubicBezTo>
                    <a:pt x="41" y="876"/>
                    <a:pt x="49" y="878"/>
                    <a:pt x="49" y="878"/>
                  </a:cubicBezTo>
                  <a:cubicBezTo>
                    <a:pt x="58" y="879"/>
                    <a:pt x="58" y="880"/>
                    <a:pt x="49" y="885"/>
                  </a:cubicBezTo>
                  <a:cubicBezTo>
                    <a:pt x="32" y="890"/>
                    <a:pt x="32" y="890"/>
                    <a:pt x="49" y="890"/>
                  </a:cubicBezTo>
                  <a:cubicBezTo>
                    <a:pt x="58" y="890"/>
                    <a:pt x="66" y="890"/>
                    <a:pt x="49" y="892"/>
                  </a:cubicBezTo>
                  <a:cubicBezTo>
                    <a:pt x="40" y="894"/>
                    <a:pt x="49" y="895"/>
                    <a:pt x="57" y="898"/>
                  </a:cubicBezTo>
                  <a:cubicBezTo>
                    <a:pt x="68" y="899"/>
                    <a:pt x="79" y="899"/>
                    <a:pt x="91" y="899"/>
                  </a:cubicBezTo>
                  <a:cubicBezTo>
                    <a:pt x="108" y="899"/>
                    <a:pt x="108" y="899"/>
                    <a:pt x="99" y="901"/>
                  </a:cubicBezTo>
                  <a:cubicBezTo>
                    <a:pt x="99" y="903"/>
                    <a:pt x="90" y="905"/>
                    <a:pt x="82" y="905"/>
                  </a:cubicBezTo>
                  <a:cubicBezTo>
                    <a:pt x="73" y="905"/>
                    <a:pt x="73" y="903"/>
                    <a:pt x="73" y="903"/>
                  </a:cubicBezTo>
                  <a:lnTo>
                    <a:pt x="73" y="901"/>
                  </a:lnTo>
                  <a:cubicBezTo>
                    <a:pt x="66" y="901"/>
                    <a:pt x="57" y="901"/>
                    <a:pt x="57" y="904"/>
                  </a:cubicBezTo>
                  <a:cubicBezTo>
                    <a:pt x="48" y="906"/>
                    <a:pt x="48" y="907"/>
                    <a:pt x="57" y="907"/>
                  </a:cubicBezTo>
                  <a:cubicBezTo>
                    <a:pt x="48" y="908"/>
                    <a:pt x="48" y="910"/>
                    <a:pt x="48" y="914"/>
                  </a:cubicBezTo>
                  <a:cubicBezTo>
                    <a:pt x="48" y="916"/>
                    <a:pt x="48" y="921"/>
                    <a:pt x="39" y="922"/>
                  </a:cubicBezTo>
                  <a:cubicBezTo>
                    <a:pt x="39" y="924"/>
                    <a:pt x="39" y="926"/>
                    <a:pt x="48" y="926"/>
                  </a:cubicBezTo>
                  <a:cubicBezTo>
                    <a:pt x="64" y="926"/>
                    <a:pt x="64" y="927"/>
                    <a:pt x="55" y="927"/>
                  </a:cubicBezTo>
                  <a:cubicBezTo>
                    <a:pt x="39" y="928"/>
                    <a:pt x="29" y="946"/>
                    <a:pt x="46" y="947"/>
                  </a:cubicBezTo>
                  <a:lnTo>
                    <a:pt x="45" y="950"/>
                  </a:lnTo>
                  <a:cubicBezTo>
                    <a:pt x="37" y="953"/>
                    <a:pt x="36" y="961"/>
                    <a:pt x="45" y="962"/>
                  </a:cubicBezTo>
                  <a:cubicBezTo>
                    <a:pt x="45" y="962"/>
                    <a:pt x="45" y="963"/>
                    <a:pt x="45" y="967"/>
                  </a:cubicBezTo>
                  <a:cubicBezTo>
                    <a:pt x="36" y="969"/>
                    <a:pt x="36" y="970"/>
                    <a:pt x="45" y="972"/>
                  </a:cubicBezTo>
                  <a:cubicBezTo>
                    <a:pt x="53" y="973"/>
                    <a:pt x="62" y="973"/>
                    <a:pt x="53" y="973"/>
                  </a:cubicBezTo>
                  <a:cubicBezTo>
                    <a:pt x="44" y="973"/>
                    <a:pt x="44" y="975"/>
                    <a:pt x="44" y="981"/>
                  </a:cubicBezTo>
                  <a:cubicBezTo>
                    <a:pt x="44" y="985"/>
                    <a:pt x="44" y="986"/>
                    <a:pt x="47" y="986"/>
                  </a:cubicBezTo>
                  <a:cubicBezTo>
                    <a:pt x="48" y="986"/>
                    <a:pt x="50" y="986"/>
                    <a:pt x="53" y="986"/>
                  </a:cubicBezTo>
                  <a:lnTo>
                    <a:pt x="53" y="986"/>
                  </a:lnTo>
                  <a:cubicBezTo>
                    <a:pt x="61" y="990"/>
                    <a:pt x="52" y="990"/>
                    <a:pt x="44" y="990"/>
                  </a:cubicBezTo>
                  <a:cubicBezTo>
                    <a:pt x="42" y="990"/>
                    <a:pt x="40" y="990"/>
                    <a:pt x="38" y="990"/>
                  </a:cubicBezTo>
                  <a:cubicBezTo>
                    <a:pt x="28" y="990"/>
                    <a:pt x="30" y="992"/>
                    <a:pt x="52" y="993"/>
                  </a:cubicBezTo>
                  <a:cubicBezTo>
                    <a:pt x="69" y="995"/>
                    <a:pt x="69" y="997"/>
                    <a:pt x="61" y="997"/>
                  </a:cubicBezTo>
                  <a:cubicBezTo>
                    <a:pt x="52" y="997"/>
                    <a:pt x="52" y="996"/>
                    <a:pt x="52" y="995"/>
                  </a:cubicBezTo>
                  <a:lnTo>
                    <a:pt x="35" y="995"/>
                  </a:lnTo>
                  <a:cubicBezTo>
                    <a:pt x="35" y="996"/>
                    <a:pt x="35" y="996"/>
                    <a:pt x="43" y="997"/>
                  </a:cubicBezTo>
                  <a:cubicBezTo>
                    <a:pt x="43" y="997"/>
                    <a:pt x="43" y="999"/>
                    <a:pt x="52" y="1000"/>
                  </a:cubicBezTo>
                  <a:cubicBezTo>
                    <a:pt x="56" y="1001"/>
                    <a:pt x="60" y="1001"/>
                    <a:pt x="65" y="1001"/>
                  </a:cubicBezTo>
                  <a:cubicBezTo>
                    <a:pt x="69" y="1001"/>
                    <a:pt x="73" y="1001"/>
                    <a:pt x="78" y="1000"/>
                  </a:cubicBezTo>
                  <a:cubicBezTo>
                    <a:pt x="80" y="1000"/>
                    <a:pt x="82" y="1000"/>
                    <a:pt x="83" y="1000"/>
                  </a:cubicBezTo>
                  <a:cubicBezTo>
                    <a:pt x="86" y="1000"/>
                    <a:pt x="86" y="1001"/>
                    <a:pt x="86" y="1001"/>
                  </a:cubicBezTo>
                  <a:cubicBezTo>
                    <a:pt x="81" y="1003"/>
                    <a:pt x="76" y="1004"/>
                    <a:pt x="70" y="1004"/>
                  </a:cubicBezTo>
                  <a:cubicBezTo>
                    <a:pt x="67" y="1004"/>
                    <a:pt x="63" y="1003"/>
                    <a:pt x="60" y="1002"/>
                  </a:cubicBezTo>
                  <a:cubicBezTo>
                    <a:pt x="60" y="1001"/>
                    <a:pt x="52" y="1001"/>
                    <a:pt x="43" y="1001"/>
                  </a:cubicBezTo>
                  <a:cubicBezTo>
                    <a:pt x="35" y="1001"/>
                    <a:pt x="52" y="1008"/>
                    <a:pt x="69" y="1009"/>
                  </a:cubicBezTo>
                  <a:lnTo>
                    <a:pt x="60" y="1009"/>
                  </a:lnTo>
                  <a:cubicBezTo>
                    <a:pt x="52" y="1009"/>
                    <a:pt x="51" y="1013"/>
                    <a:pt x="51" y="1015"/>
                  </a:cubicBezTo>
                  <a:cubicBezTo>
                    <a:pt x="51" y="1017"/>
                    <a:pt x="51" y="1019"/>
                    <a:pt x="60" y="1019"/>
                  </a:cubicBezTo>
                  <a:cubicBezTo>
                    <a:pt x="68" y="1019"/>
                    <a:pt x="77" y="1019"/>
                    <a:pt x="77" y="1020"/>
                  </a:cubicBezTo>
                  <a:cubicBezTo>
                    <a:pt x="77" y="1019"/>
                    <a:pt x="86" y="1019"/>
                    <a:pt x="94" y="1019"/>
                  </a:cubicBezTo>
                  <a:cubicBezTo>
                    <a:pt x="88" y="1020"/>
                    <a:pt x="82" y="1021"/>
                    <a:pt x="77" y="1023"/>
                  </a:cubicBezTo>
                  <a:cubicBezTo>
                    <a:pt x="59" y="1026"/>
                    <a:pt x="51" y="1028"/>
                    <a:pt x="51" y="1034"/>
                  </a:cubicBezTo>
                  <a:cubicBezTo>
                    <a:pt x="50" y="1036"/>
                    <a:pt x="50" y="1041"/>
                    <a:pt x="42" y="1042"/>
                  </a:cubicBezTo>
                  <a:cubicBezTo>
                    <a:pt x="42" y="1044"/>
                    <a:pt x="41" y="1046"/>
                    <a:pt x="50" y="1046"/>
                  </a:cubicBezTo>
                  <a:lnTo>
                    <a:pt x="50" y="1048"/>
                  </a:lnTo>
                  <a:cubicBezTo>
                    <a:pt x="41" y="1050"/>
                    <a:pt x="41" y="1053"/>
                    <a:pt x="50" y="1053"/>
                  </a:cubicBezTo>
                  <a:cubicBezTo>
                    <a:pt x="58" y="1054"/>
                    <a:pt x="50" y="1055"/>
                    <a:pt x="50" y="1056"/>
                  </a:cubicBezTo>
                  <a:cubicBezTo>
                    <a:pt x="40" y="1058"/>
                    <a:pt x="35" y="1059"/>
                    <a:pt x="38" y="1059"/>
                  </a:cubicBezTo>
                  <a:cubicBezTo>
                    <a:pt x="40" y="1059"/>
                    <a:pt x="46" y="1058"/>
                    <a:pt x="58" y="1057"/>
                  </a:cubicBezTo>
                  <a:cubicBezTo>
                    <a:pt x="59" y="1058"/>
                    <a:pt x="61" y="1058"/>
                    <a:pt x="62" y="1058"/>
                  </a:cubicBezTo>
                  <a:cubicBezTo>
                    <a:pt x="63" y="1058"/>
                    <a:pt x="63" y="1058"/>
                    <a:pt x="64" y="1058"/>
                  </a:cubicBezTo>
                  <a:lnTo>
                    <a:pt x="64" y="1058"/>
                  </a:lnTo>
                  <a:cubicBezTo>
                    <a:pt x="48" y="1060"/>
                    <a:pt x="42" y="1063"/>
                    <a:pt x="58" y="1063"/>
                  </a:cubicBezTo>
                  <a:cubicBezTo>
                    <a:pt x="58" y="1065"/>
                    <a:pt x="58" y="1065"/>
                    <a:pt x="49" y="1066"/>
                  </a:cubicBezTo>
                  <a:cubicBezTo>
                    <a:pt x="41" y="1066"/>
                    <a:pt x="40" y="1067"/>
                    <a:pt x="58" y="1069"/>
                  </a:cubicBezTo>
                  <a:cubicBezTo>
                    <a:pt x="74" y="1070"/>
                    <a:pt x="74" y="1071"/>
                    <a:pt x="57" y="1073"/>
                  </a:cubicBezTo>
                  <a:cubicBezTo>
                    <a:pt x="40" y="1075"/>
                    <a:pt x="40" y="1081"/>
                    <a:pt x="49" y="1081"/>
                  </a:cubicBezTo>
                  <a:cubicBezTo>
                    <a:pt x="66" y="1081"/>
                    <a:pt x="66" y="1084"/>
                    <a:pt x="57" y="1087"/>
                  </a:cubicBezTo>
                  <a:cubicBezTo>
                    <a:pt x="48" y="1088"/>
                    <a:pt x="48" y="1089"/>
                    <a:pt x="57" y="1090"/>
                  </a:cubicBezTo>
                  <a:cubicBezTo>
                    <a:pt x="48" y="1090"/>
                    <a:pt x="39" y="1091"/>
                    <a:pt x="48" y="1093"/>
                  </a:cubicBezTo>
                  <a:cubicBezTo>
                    <a:pt x="48" y="1093"/>
                    <a:pt x="48" y="1094"/>
                    <a:pt x="50" y="1094"/>
                  </a:cubicBezTo>
                  <a:cubicBezTo>
                    <a:pt x="52" y="1094"/>
                    <a:pt x="54" y="1094"/>
                    <a:pt x="57" y="1093"/>
                  </a:cubicBezTo>
                  <a:lnTo>
                    <a:pt x="73" y="1096"/>
                  </a:lnTo>
                  <a:cubicBezTo>
                    <a:pt x="73" y="1094"/>
                    <a:pt x="81" y="1094"/>
                    <a:pt x="90" y="1094"/>
                  </a:cubicBezTo>
                  <a:cubicBezTo>
                    <a:pt x="99" y="1094"/>
                    <a:pt x="90" y="1100"/>
                    <a:pt x="64" y="1102"/>
                  </a:cubicBezTo>
                  <a:lnTo>
                    <a:pt x="46" y="1105"/>
                  </a:lnTo>
                  <a:lnTo>
                    <a:pt x="64" y="1105"/>
                  </a:lnTo>
                  <a:cubicBezTo>
                    <a:pt x="64" y="1107"/>
                    <a:pt x="64" y="1108"/>
                    <a:pt x="55" y="1108"/>
                  </a:cubicBezTo>
                  <a:cubicBezTo>
                    <a:pt x="46" y="1108"/>
                    <a:pt x="46" y="1108"/>
                    <a:pt x="46" y="1109"/>
                  </a:cubicBezTo>
                  <a:cubicBezTo>
                    <a:pt x="46" y="1109"/>
                    <a:pt x="46" y="1110"/>
                    <a:pt x="55" y="1110"/>
                  </a:cubicBezTo>
                  <a:cubicBezTo>
                    <a:pt x="72" y="1110"/>
                    <a:pt x="72" y="1110"/>
                    <a:pt x="63" y="1112"/>
                  </a:cubicBezTo>
                  <a:cubicBezTo>
                    <a:pt x="46" y="1113"/>
                    <a:pt x="46" y="1115"/>
                    <a:pt x="63" y="1116"/>
                  </a:cubicBezTo>
                  <a:cubicBezTo>
                    <a:pt x="80" y="1116"/>
                    <a:pt x="80" y="1116"/>
                    <a:pt x="63" y="1117"/>
                  </a:cubicBezTo>
                  <a:cubicBezTo>
                    <a:pt x="55" y="1117"/>
                    <a:pt x="46" y="1119"/>
                    <a:pt x="46" y="1120"/>
                  </a:cubicBezTo>
                  <a:lnTo>
                    <a:pt x="54" y="1120"/>
                  </a:lnTo>
                  <a:cubicBezTo>
                    <a:pt x="72" y="1120"/>
                    <a:pt x="72" y="1121"/>
                    <a:pt x="63" y="1122"/>
                  </a:cubicBezTo>
                  <a:cubicBezTo>
                    <a:pt x="54" y="1122"/>
                    <a:pt x="54" y="1124"/>
                    <a:pt x="63" y="1127"/>
                  </a:cubicBezTo>
                  <a:cubicBezTo>
                    <a:pt x="63" y="1129"/>
                    <a:pt x="63" y="1130"/>
                    <a:pt x="54" y="1130"/>
                  </a:cubicBezTo>
                  <a:cubicBezTo>
                    <a:pt x="37" y="1130"/>
                    <a:pt x="37" y="1130"/>
                    <a:pt x="54" y="1133"/>
                  </a:cubicBezTo>
                  <a:cubicBezTo>
                    <a:pt x="63" y="1134"/>
                    <a:pt x="63" y="1134"/>
                    <a:pt x="54" y="1136"/>
                  </a:cubicBezTo>
                  <a:cubicBezTo>
                    <a:pt x="45" y="1137"/>
                    <a:pt x="45" y="1137"/>
                    <a:pt x="54" y="1139"/>
                  </a:cubicBezTo>
                  <a:cubicBezTo>
                    <a:pt x="71" y="1139"/>
                    <a:pt x="80" y="1139"/>
                    <a:pt x="80" y="1137"/>
                  </a:cubicBezTo>
                  <a:cubicBezTo>
                    <a:pt x="80" y="1136"/>
                    <a:pt x="80" y="1136"/>
                    <a:pt x="88" y="1136"/>
                  </a:cubicBezTo>
                  <a:cubicBezTo>
                    <a:pt x="88" y="1136"/>
                    <a:pt x="88" y="1137"/>
                    <a:pt x="88" y="1139"/>
                  </a:cubicBezTo>
                  <a:cubicBezTo>
                    <a:pt x="88" y="1140"/>
                    <a:pt x="88" y="1142"/>
                    <a:pt x="96" y="1144"/>
                  </a:cubicBezTo>
                  <a:cubicBezTo>
                    <a:pt x="102" y="1146"/>
                    <a:pt x="111" y="1148"/>
                    <a:pt x="114" y="1148"/>
                  </a:cubicBezTo>
                  <a:cubicBezTo>
                    <a:pt x="116" y="1148"/>
                    <a:pt x="116" y="1147"/>
                    <a:pt x="113" y="1146"/>
                  </a:cubicBezTo>
                  <a:lnTo>
                    <a:pt x="122" y="1145"/>
                  </a:lnTo>
                  <a:cubicBezTo>
                    <a:pt x="147" y="1145"/>
                    <a:pt x="147" y="1142"/>
                    <a:pt x="122" y="1142"/>
                  </a:cubicBezTo>
                  <a:cubicBezTo>
                    <a:pt x="96" y="1142"/>
                    <a:pt x="96" y="1142"/>
                    <a:pt x="113" y="1140"/>
                  </a:cubicBezTo>
                  <a:cubicBezTo>
                    <a:pt x="131" y="1140"/>
                    <a:pt x="131" y="1139"/>
                    <a:pt x="131" y="1138"/>
                  </a:cubicBezTo>
                  <a:cubicBezTo>
                    <a:pt x="131" y="1137"/>
                    <a:pt x="131" y="1137"/>
                    <a:pt x="138" y="1137"/>
                  </a:cubicBezTo>
                  <a:cubicBezTo>
                    <a:pt x="147" y="1137"/>
                    <a:pt x="156" y="1135"/>
                    <a:pt x="156" y="1134"/>
                  </a:cubicBezTo>
                  <a:cubicBezTo>
                    <a:pt x="156" y="1133"/>
                    <a:pt x="156" y="1133"/>
                    <a:pt x="147" y="1133"/>
                  </a:cubicBezTo>
                  <a:cubicBezTo>
                    <a:pt x="146" y="1133"/>
                    <a:pt x="145" y="1133"/>
                    <a:pt x="144" y="1133"/>
                  </a:cubicBezTo>
                  <a:cubicBezTo>
                    <a:pt x="140" y="1133"/>
                    <a:pt x="143" y="1131"/>
                    <a:pt x="156" y="1130"/>
                  </a:cubicBezTo>
                  <a:cubicBezTo>
                    <a:pt x="165" y="1128"/>
                    <a:pt x="165" y="1128"/>
                    <a:pt x="147" y="1128"/>
                  </a:cubicBezTo>
                  <a:cubicBezTo>
                    <a:pt x="131" y="1128"/>
                    <a:pt x="131" y="1126"/>
                    <a:pt x="149" y="1125"/>
                  </a:cubicBezTo>
                  <a:lnTo>
                    <a:pt x="149" y="1121"/>
                  </a:lnTo>
                  <a:cubicBezTo>
                    <a:pt x="149" y="1120"/>
                    <a:pt x="140" y="1120"/>
                    <a:pt x="132" y="1120"/>
                  </a:cubicBezTo>
                  <a:cubicBezTo>
                    <a:pt x="114" y="1120"/>
                    <a:pt x="114" y="1120"/>
                    <a:pt x="123" y="1119"/>
                  </a:cubicBezTo>
                  <a:cubicBezTo>
                    <a:pt x="128" y="1118"/>
                    <a:pt x="134" y="1118"/>
                    <a:pt x="140" y="1118"/>
                  </a:cubicBezTo>
                  <a:cubicBezTo>
                    <a:pt x="149" y="1118"/>
                    <a:pt x="149" y="1116"/>
                    <a:pt x="149" y="1115"/>
                  </a:cubicBezTo>
                  <a:cubicBezTo>
                    <a:pt x="149" y="1113"/>
                    <a:pt x="149" y="1111"/>
                    <a:pt x="141" y="1111"/>
                  </a:cubicBezTo>
                  <a:lnTo>
                    <a:pt x="149" y="1111"/>
                  </a:lnTo>
                  <a:cubicBezTo>
                    <a:pt x="149" y="1109"/>
                    <a:pt x="158" y="1109"/>
                    <a:pt x="149" y="1109"/>
                  </a:cubicBezTo>
                  <a:cubicBezTo>
                    <a:pt x="149" y="1109"/>
                    <a:pt x="149" y="1108"/>
                    <a:pt x="158" y="1106"/>
                  </a:cubicBezTo>
                  <a:cubicBezTo>
                    <a:pt x="164" y="1103"/>
                    <a:pt x="157" y="1101"/>
                    <a:pt x="147" y="1101"/>
                  </a:cubicBezTo>
                  <a:cubicBezTo>
                    <a:pt x="142" y="1101"/>
                    <a:pt x="137" y="1101"/>
                    <a:pt x="132" y="1102"/>
                  </a:cubicBezTo>
                  <a:lnTo>
                    <a:pt x="132" y="1101"/>
                  </a:lnTo>
                  <a:cubicBezTo>
                    <a:pt x="132" y="1100"/>
                    <a:pt x="124" y="1100"/>
                    <a:pt x="124" y="1100"/>
                  </a:cubicBezTo>
                  <a:cubicBezTo>
                    <a:pt x="115" y="1100"/>
                    <a:pt x="115" y="1098"/>
                    <a:pt x="115" y="1097"/>
                  </a:cubicBezTo>
                  <a:lnTo>
                    <a:pt x="132" y="1097"/>
                  </a:lnTo>
                  <a:cubicBezTo>
                    <a:pt x="138" y="1097"/>
                    <a:pt x="143" y="1097"/>
                    <a:pt x="147" y="1097"/>
                  </a:cubicBezTo>
                  <a:cubicBezTo>
                    <a:pt x="160" y="1097"/>
                    <a:pt x="160" y="1095"/>
                    <a:pt x="141" y="1094"/>
                  </a:cubicBezTo>
                  <a:lnTo>
                    <a:pt x="150" y="1094"/>
                  </a:lnTo>
                  <a:cubicBezTo>
                    <a:pt x="158" y="1094"/>
                    <a:pt x="158" y="1093"/>
                    <a:pt x="150" y="1090"/>
                  </a:cubicBezTo>
                  <a:cubicBezTo>
                    <a:pt x="142" y="1088"/>
                    <a:pt x="133" y="1088"/>
                    <a:pt x="124" y="1088"/>
                  </a:cubicBezTo>
                  <a:cubicBezTo>
                    <a:pt x="116" y="1088"/>
                    <a:pt x="116" y="1087"/>
                    <a:pt x="116" y="1087"/>
                  </a:cubicBezTo>
                  <a:cubicBezTo>
                    <a:pt x="116" y="1084"/>
                    <a:pt x="116" y="1084"/>
                    <a:pt x="124" y="1084"/>
                  </a:cubicBezTo>
                  <a:cubicBezTo>
                    <a:pt x="142" y="1084"/>
                    <a:pt x="142" y="1082"/>
                    <a:pt x="125" y="1081"/>
                  </a:cubicBezTo>
                  <a:lnTo>
                    <a:pt x="133" y="1081"/>
                  </a:lnTo>
                  <a:cubicBezTo>
                    <a:pt x="142" y="1081"/>
                    <a:pt x="150" y="1080"/>
                    <a:pt x="142" y="1073"/>
                  </a:cubicBezTo>
                  <a:cubicBezTo>
                    <a:pt x="142" y="1067"/>
                    <a:pt x="143" y="1063"/>
                    <a:pt x="151" y="1063"/>
                  </a:cubicBezTo>
                  <a:cubicBezTo>
                    <a:pt x="160" y="1063"/>
                    <a:pt x="143" y="1057"/>
                    <a:pt x="126" y="1055"/>
                  </a:cubicBezTo>
                  <a:cubicBezTo>
                    <a:pt x="134" y="1055"/>
                    <a:pt x="134" y="1054"/>
                    <a:pt x="134" y="1051"/>
                  </a:cubicBezTo>
                  <a:cubicBezTo>
                    <a:pt x="135" y="1047"/>
                    <a:pt x="135" y="1047"/>
                    <a:pt x="143" y="1047"/>
                  </a:cubicBezTo>
                  <a:cubicBezTo>
                    <a:pt x="150" y="1048"/>
                    <a:pt x="154" y="1048"/>
                    <a:pt x="155" y="1048"/>
                  </a:cubicBezTo>
                  <a:cubicBezTo>
                    <a:pt x="157" y="1048"/>
                    <a:pt x="153" y="1047"/>
                    <a:pt x="143" y="1046"/>
                  </a:cubicBezTo>
                  <a:cubicBezTo>
                    <a:pt x="126" y="1044"/>
                    <a:pt x="135" y="1041"/>
                    <a:pt x="152" y="1041"/>
                  </a:cubicBezTo>
                  <a:cubicBezTo>
                    <a:pt x="161" y="1041"/>
                    <a:pt x="161" y="1039"/>
                    <a:pt x="161" y="1036"/>
                  </a:cubicBezTo>
                  <a:cubicBezTo>
                    <a:pt x="152" y="1035"/>
                    <a:pt x="152" y="1033"/>
                    <a:pt x="152" y="1029"/>
                  </a:cubicBezTo>
                  <a:cubicBezTo>
                    <a:pt x="153" y="1026"/>
                    <a:pt x="153" y="1026"/>
                    <a:pt x="135" y="1026"/>
                  </a:cubicBezTo>
                  <a:cubicBezTo>
                    <a:pt x="118" y="1026"/>
                    <a:pt x="118" y="1024"/>
                    <a:pt x="118" y="1021"/>
                  </a:cubicBezTo>
                  <a:cubicBezTo>
                    <a:pt x="118" y="1020"/>
                    <a:pt x="119" y="1019"/>
                    <a:pt x="127" y="1019"/>
                  </a:cubicBezTo>
                  <a:cubicBezTo>
                    <a:pt x="127" y="1019"/>
                    <a:pt x="136" y="1017"/>
                    <a:pt x="136" y="1016"/>
                  </a:cubicBezTo>
                  <a:cubicBezTo>
                    <a:pt x="136" y="1015"/>
                    <a:pt x="136" y="1014"/>
                    <a:pt x="145" y="1014"/>
                  </a:cubicBezTo>
                  <a:cubicBezTo>
                    <a:pt x="145" y="1014"/>
                    <a:pt x="153" y="1013"/>
                    <a:pt x="153" y="1009"/>
                  </a:cubicBezTo>
                  <a:cubicBezTo>
                    <a:pt x="153" y="1007"/>
                    <a:pt x="154" y="1004"/>
                    <a:pt x="162" y="1004"/>
                  </a:cubicBezTo>
                  <a:cubicBezTo>
                    <a:pt x="162" y="1002"/>
                    <a:pt x="162" y="1002"/>
                    <a:pt x="154" y="1002"/>
                  </a:cubicBezTo>
                  <a:cubicBezTo>
                    <a:pt x="145" y="1002"/>
                    <a:pt x="136" y="1001"/>
                    <a:pt x="145" y="996"/>
                  </a:cubicBezTo>
                  <a:cubicBezTo>
                    <a:pt x="145" y="993"/>
                    <a:pt x="146" y="989"/>
                    <a:pt x="137" y="989"/>
                  </a:cubicBezTo>
                  <a:cubicBezTo>
                    <a:pt x="137" y="988"/>
                    <a:pt x="137" y="988"/>
                    <a:pt x="146" y="988"/>
                  </a:cubicBezTo>
                  <a:cubicBezTo>
                    <a:pt x="163" y="988"/>
                    <a:pt x="163" y="986"/>
                    <a:pt x="146" y="982"/>
                  </a:cubicBezTo>
                  <a:cubicBezTo>
                    <a:pt x="137" y="982"/>
                    <a:pt x="137" y="981"/>
                    <a:pt x="146" y="980"/>
                  </a:cubicBezTo>
                  <a:cubicBezTo>
                    <a:pt x="146" y="980"/>
                    <a:pt x="146" y="978"/>
                    <a:pt x="137" y="977"/>
                  </a:cubicBezTo>
                  <a:cubicBezTo>
                    <a:pt x="129" y="975"/>
                    <a:pt x="129" y="975"/>
                    <a:pt x="138" y="973"/>
                  </a:cubicBezTo>
                  <a:cubicBezTo>
                    <a:pt x="146" y="973"/>
                    <a:pt x="146" y="972"/>
                    <a:pt x="146" y="970"/>
                  </a:cubicBezTo>
                  <a:cubicBezTo>
                    <a:pt x="138" y="968"/>
                    <a:pt x="140" y="953"/>
                    <a:pt x="147" y="952"/>
                  </a:cubicBezTo>
                  <a:cubicBezTo>
                    <a:pt x="140" y="950"/>
                    <a:pt x="140" y="950"/>
                    <a:pt x="140" y="949"/>
                  </a:cubicBezTo>
                  <a:cubicBezTo>
                    <a:pt x="156" y="947"/>
                    <a:pt x="147" y="946"/>
                    <a:pt x="131" y="946"/>
                  </a:cubicBezTo>
                  <a:lnTo>
                    <a:pt x="131" y="947"/>
                  </a:lnTo>
                  <a:lnTo>
                    <a:pt x="131" y="949"/>
                  </a:lnTo>
                  <a:cubicBezTo>
                    <a:pt x="114" y="949"/>
                    <a:pt x="114" y="945"/>
                    <a:pt x="140" y="945"/>
                  </a:cubicBezTo>
                  <a:cubicBezTo>
                    <a:pt x="156" y="943"/>
                    <a:pt x="156" y="943"/>
                    <a:pt x="140" y="942"/>
                  </a:cubicBezTo>
                  <a:cubicBezTo>
                    <a:pt x="123" y="941"/>
                    <a:pt x="123" y="940"/>
                    <a:pt x="140" y="938"/>
                  </a:cubicBezTo>
                  <a:cubicBezTo>
                    <a:pt x="156" y="938"/>
                    <a:pt x="156" y="938"/>
                    <a:pt x="140" y="936"/>
                  </a:cubicBezTo>
                  <a:cubicBezTo>
                    <a:pt x="106" y="934"/>
                    <a:pt x="98" y="930"/>
                    <a:pt x="132" y="930"/>
                  </a:cubicBezTo>
                  <a:cubicBezTo>
                    <a:pt x="149" y="930"/>
                    <a:pt x="158" y="928"/>
                    <a:pt x="158" y="927"/>
                  </a:cubicBezTo>
                  <a:cubicBezTo>
                    <a:pt x="158" y="926"/>
                    <a:pt x="149" y="926"/>
                    <a:pt x="141" y="926"/>
                  </a:cubicBezTo>
                  <a:cubicBezTo>
                    <a:pt x="136" y="926"/>
                    <a:pt x="133" y="927"/>
                    <a:pt x="131" y="927"/>
                  </a:cubicBezTo>
                  <a:cubicBezTo>
                    <a:pt x="124" y="927"/>
                    <a:pt x="127" y="925"/>
                    <a:pt x="141" y="923"/>
                  </a:cubicBezTo>
                  <a:cubicBezTo>
                    <a:pt x="166" y="919"/>
                    <a:pt x="166" y="916"/>
                    <a:pt x="150" y="913"/>
                  </a:cubicBezTo>
                  <a:cubicBezTo>
                    <a:pt x="138" y="909"/>
                    <a:pt x="134" y="905"/>
                    <a:pt x="139" y="905"/>
                  </a:cubicBezTo>
                  <a:cubicBezTo>
                    <a:pt x="141" y="905"/>
                    <a:pt x="145" y="906"/>
                    <a:pt x="150" y="907"/>
                  </a:cubicBezTo>
                  <a:cubicBezTo>
                    <a:pt x="158" y="908"/>
                    <a:pt x="162" y="909"/>
                    <a:pt x="163" y="909"/>
                  </a:cubicBezTo>
                  <a:cubicBezTo>
                    <a:pt x="165" y="909"/>
                    <a:pt x="163" y="908"/>
                    <a:pt x="159" y="907"/>
                  </a:cubicBezTo>
                  <a:cubicBezTo>
                    <a:pt x="159" y="905"/>
                    <a:pt x="159" y="901"/>
                    <a:pt x="159" y="900"/>
                  </a:cubicBezTo>
                  <a:cubicBezTo>
                    <a:pt x="159" y="899"/>
                    <a:pt x="150" y="898"/>
                    <a:pt x="142" y="897"/>
                  </a:cubicBezTo>
                  <a:cubicBezTo>
                    <a:pt x="159" y="896"/>
                    <a:pt x="168" y="894"/>
                    <a:pt x="151" y="891"/>
                  </a:cubicBezTo>
                  <a:lnTo>
                    <a:pt x="151" y="888"/>
                  </a:lnTo>
                  <a:cubicBezTo>
                    <a:pt x="151" y="887"/>
                    <a:pt x="151" y="887"/>
                    <a:pt x="142" y="886"/>
                  </a:cubicBezTo>
                  <a:cubicBezTo>
                    <a:pt x="134" y="885"/>
                    <a:pt x="142" y="882"/>
                    <a:pt x="151" y="881"/>
                  </a:cubicBezTo>
                  <a:cubicBezTo>
                    <a:pt x="160" y="880"/>
                    <a:pt x="168" y="879"/>
                    <a:pt x="160" y="879"/>
                  </a:cubicBezTo>
                  <a:cubicBezTo>
                    <a:pt x="151" y="878"/>
                    <a:pt x="143" y="877"/>
                    <a:pt x="134" y="875"/>
                  </a:cubicBezTo>
                  <a:cubicBezTo>
                    <a:pt x="128" y="874"/>
                    <a:pt x="131" y="873"/>
                    <a:pt x="136" y="873"/>
                  </a:cubicBezTo>
                  <a:cubicBezTo>
                    <a:pt x="138" y="873"/>
                    <a:pt x="140" y="873"/>
                    <a:pt x="143" y="873"/>
                  </a:cubicBezTo>
                  <a:cubicBezTo>
                    <a:pt x="149" y="873"/>
                    <a:pt x="154" y="872"/>
                    <a:pt x="160" y="871"/>
                  </a:cubicBezTo>
                  <a:cubicBezTo>
                    <a:pt x="160" y="869"/>
                    <a:pt x="160" y="867"/>
                    <a:pt x="152" y="867"/>
                  </a:cubicBezTo>
                  <a:cubicBezTo>
                    <a:pt x="143" y="867"/>
                    <a:pt x="143" y="859"/>
                    <a:pt x="152" y="858"/>
                  </a:cubicBezTo>
                  <a:lnTo>
                    <a:pt x="152" y="854"/>
                  </a:lnTo>
                  <a:cubicBezTo>
                    <a:pt x="152" y="853"/>
                    <a:pt x="144" y="852"/>
                    <a:pt x="144" y="850"/>
                  </a:cubicBezTo>
                  <a:cubicBezTo>
                    <a:pt x="144" y="850"/>
                    <a:pt x="144" y="849"/>
                    <a:pt x="135" y="848"/>
                  </a:cubicBezTo>
                  <a:cubicBezTo>
                    <a:pt x="135" y="846"/>
                    <a:pt x="135" y="845"/>
                    <a:pt x="144" y="845"/>
                  </a:cubicBezTo>
                  <a:cubicBezTo>
                    <a:pt x="127" y="843"/>
                    <a:pt x="127" y="843"/>
                    <a:pt x="144" y="842"/>
                  </a:cubicBezTo>
                  <a:cubicBezTo>
                    <a:pt x="161" y="842"/>
                    <a:pt x="161" y="842"/>
                    <a:pt x="144" y="841"/>
                  </a:cubicBezTo>
                  <a:cubicBezTo>
                    <a:pt x="136" y="840"/>
                    <a:pt x="136" y="840"/>
                    <a:pt x="144" y="839"/>
                  </a:cubicBezTo>
                  <a:cubicBezTo>
                    <a:pt x="153" y="839"/>
                    <a:pt x="153" y="836"/>
                    <a:pt x="144" y="836"/>
                  </a:cubicBezTo>
                  <a:cubicBezTo>
                    <a:pt x="127" y="835"/>
                    <a:pt x="119" y="832"/>
                    <a:pt x="136" y="832"/>
                  </a:cubicBezTo>
                  <a:cubicBezTo>
                    <a:pt x="136" y="832"/>
                    <a:pt x="136" y="830"/>
                    <a:pt x="127" y="829"/>
                  </a:cubicBezTo>
                  <a:cubicBezTo>
                    <a:pt x="110" y="827"/>
                    <a:pt x="110" y="827"/>
                    <a:pt x="127" y="827"/>
                  </a:cubicBezTo>
                  <a:cubicBezTo>
                    <a:pt x="145" y="826"/>
                    <a:pt x="145" y="825"/>
                    <a:pt x="128" y="823"/>
                  </a:cubicBezTo>
                  <a:cubicBezTo>
                    <a:pt x="128" y="823"/>
                    <a:pt x="119" y="822"/>
                    <a:pt x="128" y="821"/>
                  </a:cubicBezTo>
                  <a:cubicBezTo>
                    <a:pt x="135" y="819"/>
                    <a:pt x="143" y="811"/>
                    <a:pt x="133" y="811"/>
                  </a:cubicBezTo>
                  <a:cubicBezTo>
                    <a:pt x="132" y="811"/>
                    <a:pt x="130" y="811"/>
                    <a:pt x="128" y="812"/>
                  </a:cubicBezTo>
                  <a:lnTo>
                    <a:pt x="128" y="808"/>
                  </a:lnTo>
                  <a:cubicBezTo>
                    <a:pt x="137" y="806"/>
                    <a:pt x="137" y="805"/>
                    <a:pt x="128" y="803"/>
                  </a:cubicBezTo>
                  <a:lnTo>
                    <a:pt x="120" y="802"/>
                  </a:lnTo>
                  <a:cubicBezTo>
                    <a:pt x="129" y="802"/>
                    <a:pt x="137" y="800"/>
                    <a:pt x="137" y="799"/>
                  </a:cubicBezTo>
                  <a:cubicBezTo>
                    <a:pt x="137" y="797"/>
                    <a:pt x="137" y="797"/>
                    <a:pt x="129" y="797"/>
                  </a:cubicBezTo>
                  <a:cubicBezTo>
                    <a:pt x="127" y="798"/>
                    <a:pt x="125" y="798"/>
                    <a:pt x="123" y="798"/>
                  </a:cubicBezTo>
                  <a:cubicBezTo>
                    <a:pt x="120" y="798"/>
                    <a:pt x="120" y="797"/>
                    <a:pt x="120" y="796"/>
                  </a:cubicBezTo>
                  <a:cubicBezTo>
                    <a:pt x="120" y="795"/>
                    <a:pt x="129" y="794"/>
                    <a:pt x="138" y="794"/>
                  </a:cubicBezTo>
                  <a:lnTo>
                    <a:pt x="138" y="793"/>
                  </a:lnTo>
                  <a:cubicBezTo>
                    <a:pt x="120" y="793"/>
                    <a:pt x="120" y="790"/>
                    <a:pt x="129" y="790"/>
                  </a:cubicBezTo>
                  <a:cubicBezTo>
                    <a:pt x="138" y="789"/>
                    <a:pt x="138" y="788"/>
                    <a:pt x="138" y="787"/>
                  </a:cubicBezTo>
                  <a:cubicBezTo>
                    <a:pt x="132" y="787"/>
                    <a:pt x="134" y="787"/>
                    <a:pt x="136" y="787"/>
                  </a:cubicBezTo>
                  <a:cubicBezTo>
                    <a:pt x="137" y="787"/>
                    <a:pt x="138" y="787"/>
                    <a:pt x="138" y="787"/>
                  </a:cubicBezTo>
                  <a:lnTo>
                    <a:pt x="146" y="787"/>
                  </a:lnTo>
                  <a:cubicBezTo>
                    <a:pt x="155" y="785"/>
                    <a:pt x="146" y="785"/>
                    <a:pt x="138" y="785"/>
                  </a:cubicBezTo>
                  <a:cubicBezTo>
                    <a:pt x="138" y="785"/>
                    <a:pt x="138" y="784"/>
                    <a:pt x="138" y="783"/>
                  </a:cubicBezTo>
                  <a:cubicBezTo>
                    <a:pt x="138" y="782"/>
                    <a:pt x="138" y="781"/>
                    <a:pt x="136" y="781"/>
                  </a:cubicBezTo>
                  <a:cubicBezTo>
                    <a:pt x="135" y="781"/>
                    <a:pt x="133" y="781"/>
                    <a:pt x="131" y="781"/>
                  </a:cubicBezTo>
                  <a:cubicBezTo>
                    <a:pt x="122" y="781"/>
                    <a:pt x="113" y="781"/>
                    <a:pt x="113" y="780"/>
                  </a:cubicBezTo>
                  <a:cubicBezTo>
                    <a:pt x="107" y="780"/>
                    <a:pt x="109" y="779"/>
                    <a:pt x="111" y="779"/>
                  </a:cubicBezTo>
                  <a:cubicBezTo>
                    <a:pt x="112" y="779"/>
                    <a:pt x="113" y="780"/>
                    <a:pt x="113" y="780"/>
                  </a:cubicBezTo>
                  <a:cubicBezTo>
                    <a:pt x="122" y="780"/>
                    <a:pt x="131" y="780"/>
                    <a:pt x="131" y="778"/>
                  </a:cubicBezTo>
                  <a:cubicBezTo>
                    <a:pt x="131" y="777"/>
                    <a:pt x="138" y="777"/>
                    <a:pt x="138" y="777"/>
                  </a:cubicBezTo>
                  <a:cubicBezTo>
                    <a:pt x="140" y="777"/>
                    <a:pt x="141" y="777"/>
                    <a:pt x="142" y="777"/>
                  </a:cubicBezTo>
                  <a:cubicBezTo>
                    <a:pt x="154" y="777"/>
                    <a:pt x="147" y="772"/>
                    <a:pt x="140" y="771"/>
                  </a:cubicBezTo>
                  <a:cubicBezTo>
                    <a:pt x="122" y="769"/>
                    <a:pt x="123" y="768"/>
                    <a:pt x="140" y="768"/>
                  </a:cubicBezTo>
                  <a:cubicBezTo>
                    <a:pt x="156" y="768"/>
                    <a:pt x="140" y="765"/>
                    <a:pt x="114" y="763"/>
                  </a:cubicBezTo>
                  <a:lnTo>
                    <a:pt x="88" y="762"/>
                  </a:lnTo>
                  <a:lnTo>
                    <a:pt x="114" y="762"/>
                  </a:lnTo>
                  <a:cubicBezTo>
                    <a:pt x="149" y="761"/>
                    <a:pt x="149" y="761"/>
                    <a:pt x="132" y="757"/>
                  </a:cubicBezTo>
                  <a:cubicBezTo>
                    <a:pt x="123" y="755"/>
                    <a:pt x="123" y="755"/>
                    <a:pt x="132" y="755"/>
                  </a:cubicBezTo>
                  <a:cubicBezTo>
                    <a:pt x="140" y="755"/>
                    <a:pt x="140" y="752"/>
                    <a:pt x="140" y="749"/>
                  </a:cubicBezTo>
                  <a:cubicBezTo>
                    <a:pt x="141" y="744"/>
                    <a:pt x="141" y="743"/>
                    <a:pt x="132" y="743"/>
                  </a:cubicBezTo>
                  <a:lnTo>
                    <a:pt x="132" y="741"/>
                  </a:lnTo>
                  <a:cubicBezTo>
                    <a:pt x="145" y="739"/>
                    <a:pt x="143" y="737"/>
                    <a:pt x="132" y="737"/>
                  </a:cubicBezTo>
                  <a:cubicBezTo>
                    <a:pt x="130" y="737"/>
                    <a:pt x="127" y="737"/>
                    <a:pt x="124" y="738"/>
                  </a:cubicBezTo>
                  <a:lnTo>
                    <a:pt x="124" y="735"/>
                  </a:lnTo>
                  <a:lnTo>
                    <a:pt x="132" y="735"/>
                  </a:lnTo>
                  <a:cubicBezTo>
                    <a:pt x="141" y="735"/>
                    <a:pt x="141" y="732"/>
                    <a:pt x="142" y="722"/>
                  </a:cubicBezTo>
                  <a:cubicBezTo>
                    <a:pt x="142" y="710"/>
                    <a:pt x="142" y="709"/>
                    <a:pt x="125" y="709"/>
                  </a:cubicBezTo>
                  <a:cubicBezTo>
                    <a:pt x="108" y="707"/>
                    <a:pt x="108" y="705"/>
                    <a:pt x="125" y="705"/>
                  </a:cubicBezTo>
                  <a:cubicBezTo>
                    <a:pt x="134" y="705"/>
                    <a:pt x="142" y="704"/>
                    <a:pt x="134" y="704"/>
                  </a:cubicBezTo>
                  <a:cubicBezTo>
                    <a:pt x="134" y="704"/>
                    <a:pt x="134" y="702"/>
                    <a:pt x="143" y="701"/>
                  </a:cubicBezTo>
                  <a:cubicBezTo>
                    <a:pt x="160" y="696"/>
                    <a:pt x="151" y="695"/>
                    <a:pt x="143" y="695"/>
                  </a:cubicBezTo>
                  <a:cubicBezTo>
                    <a:pt x="138" y="695"/>
                    <a:pt x="135" y="695"/>
                    <a:pt x="134" y="695"/>
                  </a:cubicBezTo>
                  <a:cubicBezTo>
                    <a:pt x="130" y="695"/>
                    <a:pt x="136" y="694"/>
                    <a:pt x="143" y="693"/>
                  </a:cubicBezTo>
                  <a:cubicBezTo>
                    <a:pt x="151" y="692"/>
                    <a:pt x="160" y="691"/>
                    <a:pt x="151" y="691"/>
                  </a:cubicBezTo>
                  <a:cubicBezTo>
                    <a:pt x="143" y="689"/>
                    <a:pt x="135" y="682"/>
                    <a:pt x="152" y="682"/>
                  </a:cubicBezTo>
                  <a:lnTo>
                    <a:pt x="152" y="678"/>
                  </a:lnTo>
                  <a:cubicBezTo>
                    <a:pt x="143" y="678"/>
                    <a:pt x="143" y="676"/>
                    <a:pt x="144" y="673"/>
                  </a:cubicBezTo>
                  <a:cubicBezTo>
                    <a:pt x="144" y="670"/>
                    <a:pt x="144" y="669"/>
                    <a:pt x="152" y="669"/>
                  </a:cubicBezTo>
                  <a:cubicBezTo>
                    <a:pt x="154" y="670"/>
                    <a:pt x="156" y="670"/>
                    <a:pt x="157" y="670"/>
                  </a:cubicBezTo>
                  <a:cubicBezTo>
                    <a:pt x="160" y="670"/>
                    <a:pt x="159" y="668"/>
                    <a:pt x="152" y="666"/>
                  </a:cubicBezTo>
                  <a:cubicBezTo>
                    <a:pt x="152" y="665"/>
                    <a:pt x="135" y="664"/>
                    <a:pt x="135" y="663"/>
                  </a:cubicBezTo>
                  <a:cubicBezTo>
                    <a:pt x="127" y="663"/>
                    <a:pt x="118" y="661"/>
                    <a:pt x="118" y="659"/>
                  </a:cubicBezTo>
                  <a:lnTo>
                    <a:pt x="144" y="659"/>
                  </a:lnTo>
                  <a:cubicBezTo>
                    <a:pt x="144" y="658"/>
                    <a:pt x="144" y="657"/>
                    <a:pt x="136" y="657"/>
                  </a:cubicBezTo>
                  <a:cubicBezTo>
                    <a:pt x="144" y="656"/>
                    <a:pt x="144" y="655"/>
                    <a:pt x="145" y="651"/>
                  </a:cubicBezTo>
                  <a:cubicBezTo>
                    <a:pt x="145" y="649"/>
                    <a:pt x="145" y="646"/>
                    <a:pt x="136" y="645"/>
                  </a:cubicBezTo>
                  <a:cubicBezTo>
                    <a:pt x="153" y="643"/>
                    <a:pt x="154" y="636"/>
                    <a:pt x="137" y="634"/>
                  </a:cubicBezTo>
                  <a:cubicBezTo>
                    <a:pt x="128" y="634"/>
                    <a:pt x="128" y="632"/>
                    <a:pt x="137" y="631"/>
                  </a:cubicBezTo>
                  <a:cubicBezTo>
                    <a:pt x="145" y="630"/>
                    <a:pt x="145" y="630"/>
                    <a:pt x="137" y="629"/>
                  </a:cubicBezTo>
                  <a:cubicBezTo>
                    <a:pt x="128" y="628"/>
                    <a:pt x="137" y="625"/>
                    <a:pt x="146" y="624"/>
                  </a:cubicBezTo>
                  <a:cubicBezTo>
                    <a:pt x="163" y="623"/>
                    <a:pt x="163" y="622"/>
                    <a:pt x="154" y="621"/>
                  </a:cubicBezTo>
                  <a:cubicBezTo>
                    <a:pt x="146" y="618"/>
                    <a:pt x="146" y="615"/>
                    <a:pt x="146" y="614"/>
                  </a:cubicBezTo>
                  <a:cubicBezTo>
                    <a:pt x="140" y="612"/>
                    <a:pt x="139" y="610"/>
                    <a:pt x="135" y="610"/>
                  </a:cubicBezTo>
                  <a:cubicBezTo>
                    <a:pt x="133" y="610"/>
                    <a:pt x="132" y="611"/>
                    <a:pt x="129" y="611"/>
                  </a:cubicBezTo>
                  <a:cubicBezTo>
                    <a:pt x="124" y="611"/>
                    <a:pt x="118" y="611"/>
                    <a:pt x="113" y="610"/>
                  </a:cubicBezTo>
                  <a:cubicBezTo>
                    <a:pt x="107" y="608"/>
                    <a:pt x="108" y="608"/>
                    <a:pt x="110" y="608"/>
                  </a:cubicBezTo>
                  <a:cubicBezTo>
                    <a:pt x="111" y="608"/>
                    <a:pt x="113" y="608"/>
                    <a:pt x="113" y="609"/>
                  </a:cubicBezTo>
                  <a:cubicBezTo>
                    <a:pt x="116" y="610"/>
                    <a:pt x="118" y="610"/>
                    <a:pt x="120" y="610"/>
                  </a:cubicBezTo>
                  <a:cubicBezTo>
                    <a:pt x="122" y="610"/>
                    <a:pt x="124" y="609"/>
                    <a:pt x="129" y="609"/>
                  </a:cubicBezTo>
                  <a:cubicBezTo>
                    <a:pt x="138" y="606"/>
                    <a:pt x="138" y="604"/>
                    <a:pt x="138" y="603"/>
                  </a:cubicBezTo>
                  <a:cubicBezTo>
                    <a:pt x="138" y="602"/>
                    <a:pt x="138" y="599"/>
                    <a:pt x="138" y="597"/>
                  </a:cubicBezTo>
                  <a:cubicBezTo>
                    <a:pt x="147" y="594"/>
                    <a:pt x="147" y="592"/>
                    <a:pt x="138" y="592"/>
                  </a:cubicBezTo>
                  <a:lnTo>
                    <a:pt x="131" y="592"/>
                  </a:lnTo>
                  <a:cubicBezTo>
                    <a:pt x="147" y="591"/>
                    <a:pt x="149" y="576"/>
                    <a:pt x="132" y="575"/>
                  </a:cubicBezTo>
                  <a:lnTo>
                    <a:pt x="140" y="575"/>
                  </a:lnTo>
                  <a:cubicBezTo>
                    <a:pt x="149" y="575"/>
                    <a:pt x="149" y="573"/>
                    <a:pt x="149" y="571"/>
                  </a:cubicBezTo>
                  <a:cubicBezTo>
                    <a:pt x="149" y="569"/>
                    <a:pt x="141" y="564"/>
                    <a:pt x="141" y="560"/>
                  </a:cubicBezTo>
                  <a:cubicBezTo>
                    <a:pt x="141" y="555"/>
                    <a:pt x="141" y="550"/>
                    <a:pt x="133" y="550"/>
                  </a:cubicBezTo>
                  <a:cubicBezTo>
                    <a:pt x="133" y="549"/>
                    <a:pt x="133" y="549"/>
                    <a:pt x="141" y="549"/>
                  </a:cubicBezTo>
                  <a:cubicBezTo>
                    <a:pt x="143" y="550"/>
                    <a:pt x="145" y="550"/>
                    <a:pt x="146" y="550"/>
                  </a:cubicBezTo>
                  <a:cubicBezTo>
                    <a:pt x="150" y="550"/>
                    <a:pt x="150" y="549"/>
                    <a:pt x="150" y="548"/>
                  </a:cubicBezTo>
                  <a:cubicBezTo>
                    <a:pt x="150" y="547"/>
                    <a:pt x="141" y="546"/>
                    <a:pt x="133" y="546"/>
                  </a:cubicBezTo>
                  <a:cubicBezTo>
                    <a:pt x="124" y="546"/>
                    <a:pt x="124" y="545"/>
                    <a:pt x="133" y="542"/>
                  </a:cubicBezTo>
                  <a:cubicBezTo>
                    <a:pt x="142" y="539"/>
                    <a:pt x="142" y="535"/>
                    <a:pt x="133" y="531"/>
                  </a:cubicBezTo>
                  <a:cubicBezTo>
                    <a:pt x="133" y="530"/>
                    <a:pt x="133" y="529"/>
                    <a:pt x="142" y="529"/>
                  </a:cubicBezTo>
                  <a:cubicBezTo>
                    <a:pt x="151" y="528"/>
                    <a:pt x="159" y="525"/>
                    <a:pt x="142" y="522"/>
                  </a:cubicBezTo>
                  <a:cubicBezTo>
                    <a:pt x="142" y="521"/>
                    <a:pt x="142" y="521"/>
                    <a:pt x="151" y="521"/>
                  </a:cubicBezTo>
                  <a:cubicBezTo>
                    <a:pt x="160" y="519"/>
                    <a:pt x="168" y="519"/>
                    <a:pt x="151" y="518"/>
                  </a:cubicBezTo>
                  <a:cubicBezTo>
                    <a:pt x="143" y="516"/>
                    <a:pt x="143" y="511"/>
                    <a:pt x="152" y="509"/>
                  </a:cubicBezTo>
                  <a:cubicBezTo>
                    <a:pt x="152" y="508"/>
                    <a:pt x="152" y="505"/>
                    <a:pt x="143" y="505"/>
                  </a:cubicBezTo>
                  <a:lnTo>
                    <a:pt x="134" y="505"/>
                  </a:lnTo>
                  <a:cubicBezTo>
                    <a:pt x="152" y="504"/>
                    <a:pt x="152" y="504"/>
                    <a:pt x="135" y="503"/>
                  </a:cubicBezTo>
                  <a:cubicBezTo>
                    <a:pt x="126" y="503"/>
                    <a:pt x="126" y="502"/>
                    <a:pt x="135" y="502"/>
                  </a:cubicBezTo>
                  <a:cubicBezTo>
                    <a:pt x="143" y="501"/>
                    <a:pt x="143" y="499"/>
                    <a:pt x="143" y="499"/>
                  </a:cubicBezTo>
                  <a:cubicBezTo>
                    <a:pt x="143" y="498"/>
                    <a:pt x="135" y="491"/>
                    <a:pt x="135" y="484"/>
                  </a:cubicBezTo>
                  <a:cubicBezTo>
                    <a:pt x="136" y="474"/>
                    <a:pt x="136" y="470"/>
                    <a:pt x="127" y="470"/>
                  </a:cubicBezTo>
                  <a:cubicBezTo>
                    <a:pt x="119" y="468"/>
                    <a:pt x="119" y="468"/>
                    <a:pt x="127" y="467"/>
                  </a:cubicBezTo>
                  <a:cubicBezTo>
                    <a:pt x="136" y="465"/>
                    <a:pt x="136" y="464"/>
                    <a:pt x="136" y="463"/>
                  </a:cubicBezTo>
                  <a:cubicBezTo>
                    <a:pt x="136" y="462"/>
                    <a:pt x="136" y="461"/>
                    <a:pt x="145" y="461"/>
                  </a:cubicBezTo>
                  <a:cubicBezTo>
                    <a:pt x="136" y="458"/>
                    <a:pt x="136" y="458"/>
                    <a:pt x="136" y="457"/>
                  </a:cubicBezTo>
                  <a:cubicBezTo>
                    <a:pt x="145" y="457"/>
                    <a:pt x="145" y="456"/>
                    <a:pt x="136" y="455"/>
                  </a:cubicBezTo>
                  <a:cubicBezTo>
                    <a:pt x="119" y="454"/>
                    <a:pt x="119" y="454"/>
                    <a:pt x="136" y="454"/>
                  </a:cubicBezTo>
                  <a:cubicBezTo>
                    <a:pt x="144" y="454"/>
                    <a:pt x="152" y="450"/>
                    <a:pt x="148" y="450"/>
                  </a:cubicBezTo>
                  <a:cubicBezTo>
                    <a:pt x="147" y="450"/>
                    <a:pt x="146" y="450"/>
                    <a:pt x="145" y="451"/>
                  </a:cubicBezTo>
                  <a:cubicBezTo>
                    <a:pt x="137" y="451"/>
                    <a:pt x="137" y="448"/>
                    <a:pt x="128" y="447"/>
                  </a:cubicBezTo>
                  <a:cubicBezTo>
                    <a:pt x="128" y="445"/>
                    <a:pt x="128" y="444"/>
                    <a:pt x="137" y="444"/>
                  </a:cubicBezTo>
                  <a:cubicBezTo>
                    <a:pt x="146" y="443"/>
                    <a:pt x="137" y="436"/>
                    <a:pt x="129" y="435"/>
                  </a:cubicBezTo>
                  <a:cubicBezTo>
                    <a:pt x="120" y="435"/>
                    <a:pt x="120" y="433"/>
                    <a:pt x="129" y="433"/>
                  </a:cubicBezTo>
                  <a:cubicBezTo>
                    <a:pt x="137" y="433"/>
                    <a:pt x="137" y="431"/>
                    <a:pt x="137" y="430"/>
                  </a:cubicBezTo>
                  <a:cubicBezTo>
                    <a:pt x="129" y="429"/>
                    <a:pt x="137" y="429"/>
                    <a:pt x="146" y="429"/>
                  </a:cubicBezTo>
                  <a:cubicBezTo>
                    <a:pt x="149" y="429"/>
                    <a:pt x="150" y="430"/>
                    <a:pt x="151" y="430"/>
                  </a:cubicBezTo>
                  <a:cubicBezTo>
                    <a:pt x="155" y="430"/>
                    <a:pt x="155" y="428"/>
                    <a:pt x="155" y="426"/>
                  </a:cubicBezTo>
                  <a:cubicBezTo>
                    <a:pt x="146" y="425"/>
                    <a:pt x="146" y="419"/>
                    <a:pt x="147" y="416"/>
                  </a:cubicBezTo>
                  <a:cubicBezTo>
                    <a:pt x="147" y="409"/>
                    <a:pt x="138" y="408"/>
                    <a:pt x="122" y="405"/>
                  </a:cubicBezTo>
                  <a:lnTo>
                    <a:pt x="105" y="403"/>
                  </a:lnTo>
                  <a:lnTo>
                    <a:pt x="122" y="403"/>
                  </a:lnTo>
                  <a:cubicBezTo>
                    <a:pt x="131" y="403"/>
                    <a:pt x="147" y="402"/>
                    <a:pt x="147" y="402"/>
                  </a:cubicBezTo>
                  <a:cubicBezTo>
                    <a:pt x="147" y="401"/>
                    <a:pt x="140" y="401"/>
                    <a:pt x="131" y="401"/>
                  </a:cubicBezTo>
                  <a:cubicBezTo>
                    <a:pt x="122" y="401"/>
                    <a:pt x="123" y="399"/>
                    <a:pt x="131" y="397"/>
                  </a:cubicBezTo>
                  <a:cubicBezTo>
                    <a:pt x="140" y="394"/>
                    <a:pt x="140" y="392"/>
                    <a:pt x="131" y="391"/>
                  </a:cubicBezTo>
                  <a:cubicBezTo>
                    <a:pt x="131" y="390"/>
                    <a:pt x="132" y="389"/>
                    <a:pt x="140" y="388"/>
                  </a:cubicBezTo>
                  <a:cubicBezTo>
                    <a:pt x="140" y="385"/>
                    <a:pt x="140" y="385"/>
                    <a:pt x="132" y="385"/>
                  </a:cubicBezTo>
                  <a:cubicBezTo>
                    <a:pt x="123" y="385"/>
                    <a:pt x="123" y="384"/>
                    <a:pt x="132" y="383"/>
                  </a:cubicBezTo>
                  <a:cubicBezTo>
                    <a:pt x="149" y="382"/>
                    <a:pt x="149" y="378"/>
                    <a:pt x="141" y="378"/>
                  </a:cubicBezTo>
                  <a:cubicBezTo>
                    <a:pt x="132" y="378"/>
                    <a:pt x="132" y="376"/>
                    <a:pt x="132" y="375"/>
                  </a:cubicBezTo>
                  <a:cubicBezTo>
                    <a:pt x="132" y="374"/>
                    <a:pt x="132" y="372"/>
                    <a:pt x="124" y="371"/>
                  </a:cubicBezTo>
                  <a:lnTo>
                    <a:pt x="124" y="369"/>
                  </a:lnTo>
                  <a:cubicBezTo>
                    <a:pt x="124" y="368"/>
                    <a:pt x="125" y="368"/>
                    <a:pt x="126" y="368"/>
                  </a:cubicBezTo>
                  <a:cubicBezTo>
                    <a:pt x="128" y="368"/>
                    <a:pt x="132" y="369"/>
                    <a:pt x="132" y="370"/>
                  </a:cubicBezTo>
                  <a:lnTo>
                    <a:pt x="141" y="369"/>
                  </a:lnTo>
                  <a:cubicBezTo>
                    <a:pt x="141" y="365"/>
                    <a:pt x="141" y="364"/>
                    <a:pt x="133" y="363"/>
                  </a:cubicBezTo>
                  <a:cubicBezTo>
                    <a:pt x="115" y="362"/>
                    <a:pt x="115" y="362"/>
                    <a:pt x="133" y="362"/>
                  </a:cubicBezTo>
                  <a:cubicBezTo>
                    <a:pt x="141" y="362"/>
                    <a:pt x="150" y="360"/>
                    <a:pt x="141" y="359"/>
                  </a:cubicBezTo>
                  <a:cubicBezTo>
                    <a:pt x="124" y="357"/>
                    <a:pt x="133" y="356"/>
                    <a:pt x="141" y="356"/>
                  </a:cubicBezTo>
                  <a:cubicBezTo>
                    <a:pt x="146" y="357"/>
                    <a:pt x="150" y="357"/>
                    <a:pt x="152" y="357"/>
                  </a:cubicBezTo>
                  <a:cubicBezTo>
                    <a:pt x="157" y="357"/>
                    <a:pt x="153" y="356"/>
                    <a:pt x="142" y="352"/>
                  </a:cubicBezTo>
                  <a:cubicBezTo>
                    <a:pt x="142" y="350"/>
                    <a:pt x="133" y="344"/>
                    <a:pt x="134" y="339"/>
                  </a:cubicBezTo>
                  <a:cubicBezTo>
                    <a:pt x="134" y="335"/>
                    <a:pt x="134" y="332"/>
                    <a:pt x="142" y="330"/>
                  </a:cubicBezTo>
                  <a:cubicBezTo>
                    <a:pt x="55" y="325"/>
                    <a:pt x="54" y="208"/>
                    <a:pt x="125" y="188"/>
                  </a:cubicBezTo>
                  <a:lnTo>
                    <a:pt x="125" y="188"/>
                  </a:lnTo>
                  <a:cubicBezTo>
                    <a:pt x="125" y="188"/>
                    <a:pt x="124" y="188"/>
                    <a:pt x="124" y="188"/>
                  </a:cubicBezTo>
                  <a:cubicBezTo>
                    <a:pt x="126" y="188"/>
                    <a:pt x="127" y="188"/>
                    <a:pt x="128" y="188"/>
                  </a:cubicBezTo>
                  <a:lnTo>
                    <a:pt x="128" y="188"/>
                  </a:lnTo>
                  <a:cubicBezTo>
                    <a:pt x="127" y="188"/>
                    <a:pt x="126" y="188"/>
                    <a:pt x="125" y="188"/>
                  </a:cubicBezTo>
                  <a:lnTo>
                    <a:pt x="125" y="188"/>
                  </a:lnTo>
                  <a:cubicBezTo>
                    <a:pt x="134" y="191"/>
                    <a:pt x="148" y="193"/>
                    <a:pt x="132" y="194"/>
                  </a:cubicBezTo>
                  <a:lnTo>
                    <a:pt x="141" y="197"/>
                  </a:lnTo>
                  <a:cubicBezTo>
                    <a:pt x="158" y="198"/>
                    <a:pt x="158" y="199"/>
                    <a:pt x="140" y="199"/>
                  </a:cubicBezTo>
                  <a:cubicBezTo>
                    <a:pt x="123" y="199"/>
                    <a:pt x="123" y="199"/>
                    <a:pt x="123" y="200"/>
                  </a:cubicBezTo>
                  <a:cubicBezTo>
                    <a:pt x="123" y="200"/>
                    <a:pt x="123" y="203"/>
                    <a:pt x="132" y="203"/>
                  </a:cubicBezTo>
                  <a:lnTo>
                    <a:pt x="132" y="204"/>
                  </a:lnTo>
                  <a:lnTo>
                    <a:pt x="114" y="204"/>
                  </a:lnTo>
                  <a:cubicBezTo>
                    <a:pt x="106" y="204"/>
                    <a:pt x="106" y="204"/>
                    <a:pt x="106" y="205"/>
                  </a:cubicBezTo>
                  <a:cubicBezTo>
                    <a:pt x="106" y="205"/>
                    <a:pt x="106" y="206"/>
                    <a:pt x="114" y="206"/>
                  </a:cubicBezTo>
                  <a:cubicBezTo>
                    <a:pt x="123" y="206"/>
                    <a:pt x="132" y="206"/>
                    <a:pt x="131" y="209"/>
                  </a:cubicBezTo>
                  <a:cubicBezTo>
                    <a:pt x="131" y="210"/>
                    <a:pt x="123" y="210"/>
                    <a:pt x="114" y="210"/>
                  </a:cubicBezTo>
                  <a:cubicBezTo>
                    <a:pt x="111" y="210"/>
                    <a:pt x="110" y="210"/>
                    <a:pt x="109" y="210"/>
                  </a:cubicBezTo>
                  <a:cubicBezTo>
                    <a:pt x="107" y="210"/>
                    <a:pt x="108" y="211"/>
                    <a:pt x="114" y="212"/>
                  </a:cubicBezTo>
                  <a:cubicBezTo>
                    <a:pt x="114" y="213"/>
                    <a:pt x="123" y="216"/>
                    <a:pt x="122" y="218"/>
                  </a:cubicBezTo>
                  <a:cubicBezTo>
                    <a:pt x="122" y="221"/>
                    <a:pt x="122" y="223"/>
                    <a:pt x="122" y="223"/>
                  </a:cubicBezTo>
                  <a:cubicBezTo>
                    <a:pt x="131" y="223"/>
                    <a:pt x="131" y="230"/>
                    <a:pt x="129" y="238"/>
                  </a:cubicBezTo>
                  <a:cubicBezTo>
                    <a:pt x="129" y="246"/>
                    <a:pt x="129" y="253"/>
                    <a:pt x="137" y="253"/>
                  </a:cubicBezTo>
                  <a:cubicBezTo>
                    <a:pt x="138" y="253"/>
                    <a:pt x="139" y="253"/>
                    <a:pt x="140" y="253"/>
                  </a:cubicBezTo>
                  <a:cubicBezTo>
                    <a:pt x="146" y="253"/>
                    <a:pt x="145" y="257"/>
                    <a:pt x="137" y="259"/>
                  </a:cubicBezTo>
                  <a:cubicBezTo>
                    <a:pt x="137" y="263"/>
                    <a:pt x="135" y="296"/>
                    <a:pt x="144" y="296"/>
                  </a:cubicBezTo>
                  <a:cubicBezTo>
                    <a:pt x="144" y="296"/>
                    <a:pt x="153" y="296"/>
                    <a:pt x="153" y="297"/>
                  </a:cubicBezTo>
                  <a:cubicBezTo>
                    <a:pt x="146" y="298"/>
                    <a:pt x="141" y="298"/>
                    <a:pt x="135" y="298"/>
                  </a:cubicBezTo>
                  <a:lnTo>
                    <a:pt x="127" y="298"/>
                  </a:lnTo>
                  <a:cubicBezTo>
                    <a:pt x="127" y="298"/>
                    <a:pt x="127" y="300"/>
                    <a:pt x="118" y="302"/>
                  </a:cubicBezTo>
                  <a:cubicBezTo>
                    <a:pt x="118" y="304"/>
                    <a:pt x="118" y="305"/>
                    <a:pt x="126" y="305"/>
                  </a:cubicBezTo>
                  <a:cubicBezTo>
                    <a:pt x="135" y="306"/>
                    <a:pt x="135" y="307"/>
                    <a:pt x="135" y="309"/>
                  </a:cubicBezTo>
                  <a:cubicBezTo>
                    <a:pt x="135" y="310"/>
                    <a:pt x="135" y="310"/>
                    <a:pt x="143" y="310"/>
                  </a:cubicBezTo>
                  <a:cubicBezTo>
                    <a:pt x="146" y="310"/>
                    <a:pt x="147" y="310"/>
                    <a:pt x="149" y="310"/>
                  </a:cubicBezTo>
                  <a:cubicBezTo>
                    <a:pt x="152" y="310"/>
                    <a:pt x="152" y="311"/>
                    <a:pt x="152" y="311"/>
                  </a:cubicBezTo>
                  <a:cubicBezTo>
                    <a:pt x="152" y="313"/>
                    <a:pt x="143" y="315"/>
                    <a:pt x="135" y="315"/>
                  </a:cubicBezTo>
                  <a:cubicBezTo>
                    <a:pt x="128" y="315"/>
                    <a:pt x="121" y="315"/>
                    <a:pt x="118" y="315"/>
                  </a:cubicBezTo>
                  <a:lnTo>
                    <a:pt x="118" y="315"/>
                  </a:lnTo>
                  <a:lnTo>
                    <a:pt x="118" y="314"/>
                  </a:lnTo>
                  <a:cubicBezTo>
                    <a:pt x="109" y="314"/>
                    <a:pt x="109" y="314"/>
                    <a:pt x="109" y="316"/>
                  </a:cubicBezTo>
                  <a:lnTo>
                    <a:pt x="109" y="317"/>
                  </a:lnTo>
                  <a:lnTo>
                    <a:pt x="116" y="316"/>
                  </a:lnTo>
                  <a:lnTo>
                    <a:pt x="116" y="316"/>
                  </a:lnTo>
                  <a:cubicBezTo>
                    <a:pt x="109" y="318"/>
                    <a:pt x="110" y="319"/>
                    <a:pt x="126" y="319"/>
                  </a:cubicBezTo>
                  <a:lnTo>
                    <a:pt x="126" y="317"/>
                  </a:lnTo>
                  <a:cubicBezTo>
                    <a:pt x="122" y="316"/>
                    <a:pt x="122" y="316"/>
                    <a:pt x="123" y="316"/>
                  </a:cubicBezTo>
                  <a:cubicBezTo>
                    <a:pt x="124" y="316"/>
                    <a:pt x="126" y="316"/>
                    <a:pt x="126" y="317"/>
                  </a:cubicBezTo>
                  <a:cubicBezTo>
                    <a:pt x="134" y="318"/>
                    <a:pt x="143" y="321"/>
                    <a:pt x="134" y="325"/>
                  </a:cubicBezTo>
                  <a:cubicBezTo>
                    <a:pt x="134" y="329"/>
                    <a:pt x="134" y="330"/>
                    <a:pt x="151" y="330"/>
                  </a:cubicBezTo>
                  <a:cubicBezTo>
                    <a:pt x="190" y="328"/>
                    <a:pt x="220" y="296"/>
                    <a:pt x="219" y="256"/>
                  </a:cubicBezTo>
                  <a:cubicBezTo>
                    <a:pt x="218" y="217"/>
                    <a:pt x="186" y="186"/>
                    <a:pt x="146" y="186"/>
                  </a:cubicBezTo>
                  <a:cubicBezTo>
                    <a:pt x="143" y="186"/>
                    <a:pt x="140" y="186"/>
                    <a:pt x="136" y="186"/>
                  </a:cubicBezTo>
                  <a:lnTo>
                    <a:pt x="136" y="186"/>
                  </a:lnTo>
                  <a:cubicBezTo>
                    <a:pt x="137" y="187"/>
                    <a:pt x="134" y="187"/>
                    <a:pt x="128" y="188"/>
                  </a:cubicBezTo>
                  <a:lnTo>
                    <a:pt x="128" y="188"/>
                  </a:lnTo>
                  <a:cubicBezTo>
                    <a:pt x="131" y="187"/>
                    <a:pt x="134" y="187"/>
                    <a:pt x="136" y="186"/>
                  </a:cubicBezTo>
                  <a:lnTo>
                    <a:pt x="136" y="186"/>
                  </a:lnTo>
                  <a:cubicBezTo>
                    <a:pt x="136" y="186"/>
                    <a:pt x="132" y="185"/>
                    <a:pt x="124" y="185"/>
                  </a:cubicBezTo>
                  <a:cubicBezTo>
                    <a:pt x="115" y="185"/>
                    <a:pt x="115" y="184"/>
                    <a:pt x="124" y="181"/>
                  </a:cubicBezTo>
                  <a:cubicBezTo>
                    <a:pt x="133" y="180"/>
                    <a:pt x="133" y="179"/>
                    <a:pt x="133" y="177"/>
                  </a:cubicBezTo>
                  <a:cubicBezTo>
                    <a:pt x="124" y="175"/>
                    <a:pt x="125" y="166"/>
                    <a:pt x="125" y="154"/>
                  </a:cubicBezTo>
                  <a:cubicBezTo>
                    <a:pt x="126" y="143"/>
                    <a:pt x="126" y="134"/>
                    <a:pt x="117" y="134"/>
                  </a:cubicBezTo>
                  <a:cubicBezTo>
                    <a:pt x="117" y="133"/>
                    <a:pt x="117" y="133"/>
                    <a:pt x="126" y="132"/>
                  </a:cubicBezTo>
                  <a:cubicBezTo>
                    <a:pt x="135" y="132"/>
                    <a:pt x="135" y="131"/>
                    <a:pt x="118" y="130"/>
                  </a:cubicBezTo>
                  <a:cubicBezTo>
                    <a:pt x="109" y="127"/>
                    <a:pt x="100" y="127"/>
                    <a:pt x="118" y="127"/>
                  </a:cubicBezTo>
                  <a:cubicBezTo>
                    <a:pt x="126" y="127"/>
                    <a:pt x="126" y="125"/>
                    <a:pt x="126" y="120"/>
                  </a:cubicBezTo>
                  <a:cubicBezTo>
                    <a:pt x="127" y="116"/>
                    <a:pt x="127" y="111"/>
                    <a:pt x="118" y="111"/>
                  </a:cubicBezTo>
                  <a:cubicBezTo>
                    <a:pt x="114" y="109"/>
                    <a:pt x="112" y="108"/>
                    <a:pt x="112" y="108"/>
                  </a:cubicBezTo>
                  <a:cubicBezTo>
                    <a:pt x="113" y="108"/>
                    <a:pt x="115" y="108"/>
                    <a:pt x="118" y="109"/>
                  </a:cubicBezTo>
                  <a:cubicBezTo>
                    <a:pt x="120" y="110"/>
                    <a:pt x="121" y="110"/>
                    <a:pt x="122" y="110"/>
                  </a:cubicBezTo>
                  <a:cubicBezTo>
                    <a:pt x="136" y="110"/>
                    <a:pt x="143" y="104"/>
                    <a:pt x="127" y="99"/>
                  </a:cubicBezTo>
                  <a:cubicBezTo>
                    <a:pt x="127" y="98"/>
                    <a:pt x="127" y="97"/>
                    <a:pt x="136" y="97"/>
                  </a:cubicBezTo>
                  <a:cubicBezTo>
                    <a:pt x="136" y="96"/>
                    <a:pt x="136" y="94"/>
                    <a:pt x="128" y="90"/>
                  </a:cubicBezTo>
                  <a:cubicBezTo>
                    <a:pt x="128" y="89"/>
                    <a:pt x="128" y="84"/>
                    <a:pt x="128" y="80"/>
                  </a:cubicBezTo>
                  <a:cubicBezTo>
                    <a:pt x="128" y="78"/>
                    <a:pt x="120" y="76"/>
                    <a:pt x="120" y="76"/>
                  </a:cubicBezTo>
                  <a:lnTo>
                    <a:pt x="120" y="74"/>
                  </a:lnTo>
                  <a:cubicBezTo>
                    <a:pt x="128" y="74"/>
                    <a:pt x="129" y="67"/>
                    <a:pt x="129" y="58"/>
                  </a:cubicBezTo>
                  <a:cubicBezTo>
                    <a:pt x="129" y="49"/>
                    <a:pt x="131" y="40"/>
                    <a:pt x="138" y="39"/>
                  </a:cubicBezTo>
                  <a:cubicBezTo>
                    <a:pt x="138" y="39"/>
                    <a:pt x="138" y="38"/>
                    <a:pt x="131" y="37"/>
                  </a:cubicBezTo>
                  <a:cubicBezTo>
                    <a:pt x="114" y="34"/>
                    <a:pt x="114" y="33"/>
                    <a:pt x="122" y="32"/>
                  </a:cubicBezTo>
                  <a:cubicBezTo>
                    <a:pt x="140" y="31"/>
                    <a:pt x="140" y="25"/>
                    <a:pt x="123" y="24"/>
                  </a:cubicBezTo>
                  <a:lnTo>
                    <a:pt x="131" y="24"/>
                  </a:lnTo>
                  <a:cubicBezTo>
                    <a:pt x="149" y="23"/>
                    <a:pt x="140" y="19"/>
                    <a:pt x="123" y="17"/>
                  </a:cubicBezTo>
                  <a:cubicBezTo>
                    <a:pt x="132" y="16"/>
                    <a:pt x="140" y="15"/>
                    <a:pt x="132" y="13"/>
                  </a:cubicBezTo>
                  <a:cubicBezTo>
                    <a:pt x="132" y="12"/>
                    <a:pt x="132" y="12"/>
                    <a:pt x="149" y="12"/>
                  </a:cubicBezTo>
                  <a:cubicBezTo>
                    <a:pt x="158" y="12"/>
                    <a:pt x="165" y="12"/>
                    <a:pt x="165" y="11"/>
                  </a:cubicBezTo>
                  <a:cubicBezTo>
                    <a:pt x="165" y="10"/>
                    <a:pt x="158" y="10"/>
                    <a:pt x="149" y="10"/>
                  </a:cubicBezTo>
                  <a:lnTo>
                    <a:pt x="149" y="6"/>
                  </a:lnTo>
                  <a:cubicBezTo>
                    <a:pt x="149" y="6"/>
                    <a:pt x="149" y="5"/>
                    <a:pt x="141" y="5"/>
                  </a:cubicBezTo>
                  <a:cubicBezTo>
                    <a:pt x="132" y="5"/>
                    <a:pt x="132" y="4"/>
                    <a:pt x="132" y="3"/>
                  </a:cubicBezTo>
                  <a:cubicBezTo>
                    <a:pt x="138" y="3"/>
                    <a:pt x="136" y="2"/>
                    <a:pt x="131" y="2"/>
                  </a:cubicBezTo>
                  <a:cubicBezTo>
                    <a:pt x="129" y="2"/>
                    <a:pt x="126" y="2"/>
                    <a:pt x="124" y="3"/>
                  </a:cubicBezTo>
                  <a:cubicBezTo>
                    <a:pt x="115" y="3"/>
                    <a:pt x="107" y="3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33"/>
            <p:cNvSpPr/>
            <p:nvPr/>
          </p:nvSpPr>
          <p:spPr>
            <a:xfrm>
              <a:off x="1244241" y="1495086"/>
              <a:ext cx="147741" cy="30367"/>
            </a:xfrm>
            <a:custGeom>
              <a:avLst/>
              <a:gdLst/>
              <a:ahLst/>
              <a:cxnLst/>
              <a:rect l="l" t="t" r="r" b="b"/>
              <a:pathLst>
                <a:path w="1479" h="304" extrusionOk="0">
                  <a:moveTo>
                    <a:pt x="1066" y="0"/>
                  </a:moveTo>
                  <a:cubicBezTo>
                    <a:pt x="1066" y="0"/>
                    <a:pt x="1065" y="4"/>
                    <a:pt x="1064" y="14"/>
                  </a:cubicBezTo>
                  <a:cubicBezTo>
                    <a:pt x="1064" y="23"/>
                    <a:pt x="1064" y="23"/>
                    <a:pt x="1066" y="23"/>
                  </a:cubicBezTo>
                  <a:cubicBezTo>
                    <a:pt x="1067" y="18"/>
                    <a:pt x="1067" y="12"/>
                    <a:pt x="1067" y="6"/>
                  </a:cubicBezTo>
                  <a:cubicBezTo>
                    <a:pt x="1067" y="2"/>
                    <a:pt x="1067" y="0"/>
                    <a:pt x="1066" y="0"/>
                  </a:cubicBezTo>
                  <a:close/>
                  <a:moveTo>
                    <a:pt x="1450" y="71"/>
                  </a:moveTo>
                  <a:cubicBezTo>
                    <a:pt x="1447" y="71"/>
                    <a:pt x="1447" y="79"/>
                    <a:pt x="1447" y="88"/>
                  </a:cubicBezTo>
                  <a:lnTo>
                    <a:pt x="1448" y="88"/>
                  </a:lnTo>
                  <a:cubicBezTo>
                    <a:pt x="1450" y="83"/>
                    <a:pt x="1451" y="77"/>
                    <a:pt x="1451" y="71"/>
                  </a:cubicBezTo>
                  <a:close/>
                  <a:moveTo>
                    <a:pt x="424" y="147"/>
                  </a:moveTo>
                  <a:cubicBezTo>
                    <a:pt x="424" y="147"/>
                    <a:pt x="424" y="149"/>
                    <a:pt x="425" y="152"/>
                  </a:cubicBezTo>
                  <a:lnTo>
                    <a:pt x="425" y="152"/>
                  </a:lnTo>
                  <a:cubicBezTo>
                    <a:pt x="425" y="149"/>
                    <a:pt x="425" y="147"/>
                    <a:pt x="424" y="147"/>
                  </a:cubicBezTo>
                  <a:close/>
                  <a:moveTo>
                    <a:pt x="425" y="152"/>
                  </a:moveTo>
                  <a:cubicBezTo>
                    <a:pt x="425" y="153"/>
                    <a:pt x="425" y="155"/>
                    <a:pt x="425" y="157"/>
                  </a:cubicBezTo>
                  <a:lnTo>
                    <a:pt x="425" y="157"/>
                  </a:lnTo>
                  <a:cubicBezTo>
                    <a:pt x="425" y="156"/>
                    <a:pt x="425" y="155"/>
                    <a:pt x="425" y="153"/>
                  </a:cubicBezTo>
                  <a:cubicBezTo>
                    <a:pt x="425" y="153"/>
                    <a:pt x="425" y="152"/>
                    <a:pt x="425" y="152"/>
                  </a:cubicBezTo>
                  <a:close/>
                  <a:moveTo>
                    <a:pt x="1087" y="160"/>
                  </a:moveTo>
                  <a:cubicBezTo>
                    <a:pt x="1087" y="160"/>
                    <a:pt x="1087" y="160"/>
                    <a:pt x="1087" y="160"/>
                  </a:cubicBezTo>
                  <a:cubicBezTo>
                    <a:pt x="1087" y="160"/>
                    <a:pt x="1087" y="160"/>
                    <a:pt x="1087" y="160"/>
                  </a:cubicBezTo>
                  <a:close/>
                  <a:moveTo>
                    <a:pt x="1013" y="166"/>
                  </a:moveTo>
                  <a:cubicBezTo>
                    <a:pt x="1013" y="169"/>
                    <a:pt x="1013" y="170"/>
                    <a:pt x="1013" y="170"/>
                  </a:cubicBezTo>
                  <a:cubicBezTo>
                    <a:pt x="1012" y="170"/>
                    <a:pt x="1012" y="166"/>
                    <a:pt x="1013" y="166"/>
                  </a:cubicBezTo>
                  <a:close/>
                  <a:moveTo>
                    <a:pt x="1148" y="158"/>
                  </a:moveTo>
                  <a:cubicBezTo>
                    <a:pt x="1149" y="158"/>
                    <a:pt x="1149" y="159"/>
                    <a:pt x="1149" y="162"/>
                  </a:cubicBezTo>
                  <a:cubicBezTo>
                    <a:pt x="1150" y="162"/>
                    <a:pt x="1147" y="171"/>
                    <a:pt x="1146" y="171"/>
                  </a:cubicBezTo>
                  <a:lnTo>
                    <a:pt x="1146" y="162"/>
                  </a:lnTo>
                  <a:cubicBezTo>
                    <a:pt x="1146" y="162"/>
                    <a:pt x="1148" y="158"/>
                    <a:pt x="1148" y="158"/>
                  </a:cubicBezTo>
                  <a:close/>
                  <a:moveTo>
                    <a:pt x="1314" y="151"/>
                  </a:moveTo>
                  <a:cubicBezTo>
                    <a:pt x="1312" y="151"/>
                    <a:pt x="1310" y="160"/>
                    <a:pt x="1310" y="160"/>
                  </a:cubicBezTo>
                  <a:cubicBezTo>
                    <a:pt x="1310" y="168"/>
                    <a:pt x="1312" y="168"/>
                    <a:pt x="1314" y="168"/>
                  </a:cubicBezTo>
                  <a:cubicBezTo>
                    <a:pt x="1315" y="170"/>
                    <a:pt x="1316" y="172"/>
                    <a:pt x="1316" y="172"/>
                  </a:cubicBezTo>
                  <a:cubicBezTo>
                    <a:pt x="1318" y="172"/>
                    <a:pt x="1318" y="165"/>
                    <a:pt x="1318" y="160"/>
                  </a:cubicBezTo>
                  <a:cubicBezTo>
                    <a:pt x="1318" y="151"/>
                    <a:pt x="1317" y="151"/>
                    <a:pt x="1314" y="151"/>
                  </a:cubicBezTo>
                  <a:close/>
                  <a:moveTo>
                    <a:pt x="407" y="178"/>
                  </a:moveTo>
                  <a:cubicBezTo>
                    <a:pt x="407" y="178"/>
                    <a:pt x="406" y="181"/>
                    <a:pt x="407" y="181"/>
                  </a:cubicBezTo>
                  <a:cubicBezTo>
                    <a:pt x="407" y="181"/>
                    <a:pt x="407" y="181"/>
                    <a:pt x="407" y="178"/>
                  </a:cubicBezTo>
                  <a:close/>
                  <a:moveTo>
                    <a:pt x="1330" y="169"/>
                  </a:moveTo>
                  <a:cubicBezTo>
                    <a:pt x="1330" y="178"/>
                    <a:pt x="1326" y="186"/>
                    <a:pt x="1324" y="186"/>
                  </a:cubicBezTo>
                  <a:cubicBezTo>
                    <a:pt x="1322" y="186"/>
                    <a:pt x="1322" y="177"/>
                    <a:pt x="1326" y="169"/>
                  </a:cubicBezTo>
                  <a:close/>
                  <a:moveTo>
                    <a:pt x="900" y="170"/>
                  </a:moveTo>
                  <a:lnTo>
                    <a:pt x="902" y="179"/>
                  </a:lnTo>
                  <a:lnTo>
                    <a:pt x="900" y="187"/>
                  </a:lnTo>
                  <a:lnTo>
                    <a:pt x="899" y="187"/>
                  </a:lnTo>
                  <a:cubicBezTo>
                    <a:pt x="899" y="179"/>
                    <a:pt x="899" y="170"/>
                    <a:pt x="900" y="170"/>
                  </a:cubicBezTo>
                  <a:close/>
                  <a:moveTo>
                    <a:pt x="1054" y="181"/>
                  </a:moveTo>
                  <a:cubicBezTo>
                    <a:pt x="1054" y="181"/>
                    <a:pt x="1055" y="185"/>
                    <a:pt x="1057" y="185"/>
                  </a:cubicBezTo>
                  <a:cubicBezTo>
                    <a:pt x="1058" y="192"/>
                    <a:pt x="1058" y="192"/>
                    <a:pt x="1055" y="192"/>
                  </a:cubicBezTo>
                  <a:cubicBezTo>
                    <a:pt x="1054" y="192"/>
                    <a:pt x="1054" y="185"/>
                    <a:pt x="1054" y="185"/>
                  </a:cubicBezTo>
                  <a:cubicBezTo>
                    <a:pt x="1054" y="182"/>
                    <a:pt x="1054" y="181"/>
                    <a:pt x="1054" y="181"/>
                  </a:cubicBezTo>
                  <a:close/>
                  <a:moveTo>
                    <a:pt x="858" y="169"/>
                  </a:moveTo>
                  <a:cubicBezTo>
                    <a:pt x="859" y="177"/>
                    <a:pt x="859" y="186"/>
                    <a:pt x="858" y="194"/>
                  </a:cubicBezTo>
                  <a:cubicBezTo>
                    <a:pt x="857" y="194"/>
                    <a:pt x="857" y="194"/>
                    <a:pt x="857" y="186"/>
                  </a:cubicBezTo>
                  <a:cubicBezTo>
                    <a:pt x="857" y="180"/>
                    <a:pt x="857" y="175"/>
                    <a:pt x="858" y="169"/>
                  </a:cubicBezTo>
                  <a:close/>
                  <a:moveTo>
                    <a:pt x="1086" y="177"/>
                  </a:moveTo>
                  <a:cubicBezTo>
                    <a:pt x="1087" y="177"/>
                    <a:pt x="1089" y="186"/>
                    <a:pt x="1089" y="186"/>
                  </a:cubicBezTo>
                  <a:cubicBezTo>
                    <a:pt x="1089" y="194"/>
                    <a:pt x="1087" y="194"/>
                    <a:pt x="1087" y="194"/>
                  </a:cubicBezTo>
                  <a:cubicBezTo>
                    <a:pt x="1086" y="194"/>
                    <a:pt x="1084" y="194"/>
                    <a:pt x="1084" y="186"/>
                  </a:cubicBezTo>
                  <a:cubicBezTo>
                    <a:pt x="1084" y="186"/>
                    <a:pt x="1084" y="177"/>
                    <a:pt x="1086" y="177"/>
                  </a:cubicBezTo>
                  <a:close/>
                  <a:moveTo>
                    <a:pt x="404" y="186"/>
                  </a:moveTo>
                  <a:lnTo>
                    <a:pt x="405" y="195"/>
                  </a:lnTo>
                  <a:lnTo>
                    <a:pt x="404" y="195"/>
                  </a:lnTo>
                  <a:cubicBezTo>
                    <a:pt x="402" y="195"/>
                    <a:pt x="402" y="195"/>
                    <a:pt x="402" y="186"/>
                  </a:cubicBezTo>
                  <a:close/>
                  <a:moveTo>
                    <a:pt x="421" y="187"/>
                  </a:moveTo>
                  <a:lnTo>
                    <a:pt x="423" y="195"/>
                  </a:lnTo>
                  <a:lnTo>
                    <a:pt x="421" y="195"/>
                  </a:lnTo>
                  <a:cubicBezTo>
                    <a:pt x="420" y="195"/>
                    <a:pt x="420" y="195"/>
                    <a:pt x="420" y="187"/>
                  </a:cubicBezTo>
                  <a:close/>
                  <a:moveTo>
                    <a:pt x="1004" y="191"/>
                  </a:moveTo>
                  <a:cubicBezTo>
                    <a:pt x="1004" y="194"/>
                    <a:pt x="1004" y="195"/>
                    <a:pt x="1004" y="195"/>
                  </a:cubicBezTo>
                  <a:cubicBezTo>
                    <a:pt x="1003" y="195"/>
                    <a:pt x="1003" y="191"/>
                    <a:pt x="1004" y="191"/>
                  </a:cubicBezTo>
                  <a:close/>
                  <a:moveTo>
                    <a:pt x="687" y="179"/>
                  </a:moveTo>
                  <a:cubicBezTo>
                    <a:pt x="689" y="188"/>
                    <a:pt x="687" y="196"/>
                    <a:pt x="684" y="196"/>
                  </a:cubicBezTo>
                  <a:cubicBezTo>
                    <a:pt x="681" y="196"/>
                    <a:pt x="681" y="196"/>
                    <a:pt x="681" y="188"/>
                  </a:cubicBezTo>
                  <a:cubicBezTo>
                    <a:pt x="681" y="179"/>
                    <a:pt x="684" y="179"/>
                    <a:pt x="687" y="179"/>
                  </a:cubicBezTo>
                  <a:close/>
                  <a:moveTo>
                    <a:pt x="1184" y="180"/>
                  </a:moveTo>
                  <a:cubicBezTo>
                    <a:pt x="1184" y="186"/>
                    <a:pt x="1183" y="191"/>
                    <a:pt x="1181" y="197"/>
                  </a:cubicBezTo>
                  <a:lnTo>
                    <a:pt x="1180" y="197"/>
                  </a:lnTo>
                  <a:cubicBezTo>
                    <a:pt x="1180" y="189"/>
                    <a:pt x="1180" y="180"/>
                    <a:pt x="1181" y="180"/>
                  </a:cubicBezTo>
                  <a:close/>
                  <a:moveTo>
                    <a:pt x="807" y="184"/>
                  </a:moveTo>
                  <a:lnTo>
                    <a:pt x="808" y="192"/>
                  </a:lnTo>
                  <a:lnTo>
                    <a:pt x="807" y="200"/>
                  </a:lnTo>
                  <a:lnTo>
                    <a:pt x="805" y="200"/>
                  </a:lnTo>
                  <a:cubicBezTo>
                    <a:pt x="805" y="192"/>
                    <a:pt x="805" y="184"/>
                    <a:pt x="807" y="184"/>
                  </a:cubicBezTo>
                  <a:close/>
                  <a:moveTo>
                    <a:pt x="433" y="187"/>
                  </a:moveTo>
                  <a:cubicBezTo>
                    <a:pt x="437" y="187"/>
                    <a:pt x="437" y="187"/>
                    <a:pt x="435" y="196"/>
                  </a:cubicBezTo>
                  <a:cubicBezTo>
                    <a:pt x="434" y="200"/>
                    <a:pt x="433" y="202"/>
                    <a:pt x="433" y="202"/>
                  </a:cubicBezTo>
                  <a:cubicBezTo>
                    <a:pt x="432" y="202"/>
                    <a:pt x="432" y="200"/>
                    <a:pt x="432" y="196"/>
                  </a:cubicBezTo>
                  <a:cubicBezTo>
                    <a:pt x="432" y="187"/>
                    <a:pt x="432" y="187"/>
                    <a:pt x="433" y="187"/>
                  </a:cubicBezTo>
                  <a:close/>
                  <a:moveTo>
                    <a:pt x="616" y="185"/>
                  </a:moveTo>
                  <a:cubicBezTo>
                    <a:pt x="615" y="191"/>
                    <a:pt x="615" y="197"/>
                    <a:pt x="614" y="203"/>
                  </a:cubicBezTo>
                  <a:lnTo>
                    <a:pt x="612" y="203"/>
                  </a:lnTo>
                  <a:cubicBezTo>
                    <a:pt x="612" y="194"/>
                    <a:pt x="612" y="185"/>
                    <a:pt x="614" y="185"/>
                  </a:cubicBezTo>
                  <a:close/>
                  <a:moveTo>
                    <a:pt x="1013" y="191"/>
                  </a:moveTo>
                  <a:lnTo>
                    <a:pt x="1014" y="200"/>
                  </a:lnTo>
                  <a:lnTo>
                    <a:pt x="1013" y="208"/>
                  </a:lnTo>
                  <a:lnTo>
                    <a:pt x="1011" y="208"/>
                  </a:lnTo>
                  <a:cubicBezTo>
                    <a:pt x="1011" y="199"/>
                    <a:pt x="1011" y="191"/>
                    <a:pt x="1013" y="191"/>
                  </a:cubicBezTo>
                  <a:close/>
                  <a:moveTo>
                    <a:pt x="386" y="194"/>
                  </a:moveTo>
                  <a:cubicBezTo>
                    <a:pt x="387" y="199"/>
                    <a:pt x="388" y="205"/>
                    <a:pt x="388" y="210"/>
                  </a:cubicBezTo>
                  <a:lnTo>
                    <a:pt x="386" y="210"/>
                  </a:lnTo>
                  <a:cubicBezTo>
                    <a:pt x="385" y="210"/>
                    <a:pt x="385" y="203"/>
                    <a:pt x="385" y="203"/>
                  </a:cubicBezTo>
                  <a:cubicBezTo>
                    <a:pt x="385" y="203"/>
                    <a:pt x="385" y="194"/>
                    <a:pt x="386" y="194"/>
                  </a:cubicBezTo>
                  <a:close/>
                  <a:moveTo>
                    <a:pt x="1235" y="173"/>
                  </a:moveTo>
                  <a:lnTo>
                    <a:pt x="1239" y="175"/>
                  </a:lnTo>
                  <a:lnTo>
                    <a:pt x="1235" y="191"/>
                  </a:lnTo>
                  <a:cubicBezTo>
                    <a:pt x="1233" y="205"/>
                    <a:pt x="1233" y="211"/>
                    <a:pt x="1232" y="211"/>
                  </a:cubicBezTo>
                  <a:cubicBezTo>
                    <a:pt x="1232" y="211"/>
                    <a:pt x="1232" y="207"/>
                    <a:pt x="1232" y="199"/>
                  </a:cubicBezTo>
                  <a:cubicBezTo>
                    <a:pt x="1231" y="190"/>
                    <a:pt x="1233" y="182"/>
                    <a:pt x="1235" y="173"/>
                  </a:cubicBezTo>
                  <a:close/>
                  <a:moveTo>
                    <a:pt x="318" y="187"/>
                  </a:moveTo>
                  <a:cubicBezTo>
                    <a:pt x="319" y="187"/>
                    <a:pt x="319" y="188"/>
                    <a:pt x="319" y="191"/>
                  </a:cubicBezTo>
                  <a:lnTo>
                    <a:pt x="319" y="200"/>
                  </a:lnTo>
                  <a:cubicBezTo>
                    <a:pt x="317" y="206"/>
                    <a:pt x="316" y="212"/>
                    <a:pt x="316" y="212"/>
                  </a:cubicBezTo>
                  <a:cubicBezTo>
                    <a:pt x="316" y="212"/>
                    <a:pt x="315" y="211"/>
                    <a:pt x="315" y="208"/>
                  </a:cubicBezTo>
                  <a:cubicBezTo>
                    <a:pt x="315" y="203"/>
                    <a:pt x="315" y="197"/>
                    <a:pt x="317" y="191"/>
                  </a:cubicBezTo>
                  <a:cubicBezTo>
                    <a:pt x="317" y="191"/>
                    <a:pt x="318" y="187"/>
                    <a:pt x="318" y="187"/>
                  </a:cubicBezTo>
                  <a:close/>
                  <a:moveTo>
                    <a:pt x="1026" y="191"/>
                  </a:moveTo>
                  <a:cubicBezTo>
                    <a:pt x="1027" y="197"/>
                    <a:pt x="1027" y="203"/>
                    <a:pt x="1027" y="208"/>
                  </a:cubicBezTo>
                  <a:lnTo>
                    <a:pt x="1027" y="209"/>
                  </a:lnTo>
                  <a:cubicBezTo>
                    <a:pt x="1027" y="213"/>
                    <a:pt x="1026" y="214"/>
                    <a:pt x="1026" y="214"/>
                  </a:cubicBezTo>
                  <a:cubicBezTo>
                    <a:pt x="1026" y="214"/>
                    <a:pt x="1025" y="210"/>
                    <a:pt x="1023" y="200"/>
                  </a:cubicBezTo>
                  <a:cubicBezTo>
                    <a:pt x="1023" y="191"/>
                    <a:pt x="1023" y="191"/>
                    <a:pt x="1026" y="191"/>
                  </a:cubicBezTo>
                  <a:close/>
                  <a:moveTo>
                    <a:pt x="1423" y="181"/>
                  </a:moveTo>
                  <a:cubicBezTo>
                    <a:pt x="1425" y="181"/>
                    <a:pt x="1426" y="189"/>
                    <a:pt x="1426" y="198"/>
                  </a:cubicBezTo>
                  <a:cubicBezTo>
                    <a:pt x="1428" y="215"/>
                    <a:pt x="1428" y="215"/>
                    <a:pt x="1425" y="215"/>
                  </a:cubicBezTo>
                  <a:cubicBezTo>
                    <a:pt x="1423" y="215"/>
                    <a:pt x="1421" y="215"/>
                    <a:pt x="1421" y="206"/>
                  </a:cubicBezTo>
                  <a:lnTo>
                    <a:pt x="1423" y="206"/>
                  </a:lnTo>
                  <a:cubicBezTo>
                    <a:pt x="1423" y="209"/>
                    <a:pt x="1423" y="210"/>
                    <a:pt x="1423" y="210"/>
                  </a:cubicBezTo>
                  <a:cubicBezTo>
                    <a:pt x="1424" y="210"/>
                    <a:pt x="1424" y="204"/>
                    <a:pt x="1423" y="198"/>
                  </a:cubicBezTo>
                  <a:lnTo>
                    <a:pt x="1423" y="181"/>
                  </a:lnTo>
                  <a:close/>
                  <a:moveTo>
                    <a:pt x="1445" y="198"/>
                  </a:moveTo>
                  <a:lnTo>
                    <a:pt x="1447" y="207"/>
                  </a:lnTo>
                  <a:cubicBezTo>
                    <a:pt x="1447" y="216"/>
                    <a:pt x="1445" y="216"/>
                    <a:pt x="1444" y="216"/>
                  </a:cubicBezTo>
                  <a:cubicBezTo>
                    <a:pt x="1442" y="216"/>
                    <a:pt x="1442" y="216"/>
                    <a:pt x="1442" y="207"/>
                  </a:cubicBezTo>
                  <a:cubicBezTo>
                    <a:pt x="1442" y="207"/>
                    <a:pt x="1444" y="198"/>
                    <a:pt x="1445" y="198"/>
                  </a:cubicBezTo>
                  <a:close/>
                  <a:moveTo>
                    <a:pt x="1115" y="212"/>
                  </a:moveTo>
                  <a:lnTo>
                    <a:pt x="1117" y="213"/>
                  </a:lnTo>
                  <a:lnTo>
                    <a:pt x="1119" y="221"/>
                  </a:lnTo>
                  <a:lnTo>
                    <a:pt x="1117" y="221"/>
                  </a:lnTo>
                  <a:cubicBezTo>
                    <a:pt x="1115" y="221"/>
                    <a:pt x="1115" y="221"/>
                    <a:pt x="1115" y="212"/>
                  </a:cubicBezTo>
                  <a:close/>
                  <a:moveTo>
                    <a:pt x="1131" y="204"/>
                  </a:moveTo>
                  <a:lnTo>
                    <a:pt x="1134" y="205"/>
                  </a:lnTo>
                  <a:cubicBezTo>
                    <a:pt x="1134" y="213"/>
                    <a:pt x="1134" y="222"/>
                    <a:pt x="1133" y="222"/>
                  </a:cubicBezTo>
                  <a:cubicBezTo>
                    <a:pt x="1133" y="224"/>
                    <a:pt x="1132" y="225"/>
                    <a:pt x="1132" y="225"/>
                  </a:cubicBezTo>
                  <a:cubicBezTo>
                    <a:pt x="1131" y="225"/>
                    <a:pt x="1130" y="217"/>
                    <a:pt x="1131" y="204"/>
                  </a:cubicBezTo>
                  <a:close/>
                  <a:moveTo>
                    <a:pt x="1242" y="208"/>
                  </a:moveTo>
                  <a:lnTo>
                    <a:pt x="1244" y="217"/>
                  </a:lnTo>
                  <a:cubicBezTo>
                    <a:pt x="1244" y="225"/>
                    <a:pt x="1242" y="225"/>
                    <a:pt x="1241" y="225"/>
                  </a:cubicBezTo>
                  <a:lnTo>
                    <a:pt x="1241" y="217"/>
                  </a:lnTo>
                  <a:lnTo>
                    <a:pt x="1242" y="208"/>
                  </a:lnTo>
                  <a:close/>
                  <a:moveTo>
                    <a:pt x="1197" y="207"/>
                  </a:moveTo>
                  <a:cubicBezTo>
                    <a:pt x="1199" y="207"/>
                    <a:pt x="1197" y="215"/>
                    <a:pt x="1195" y="232"/>
                  </a:cubicBezTo>
                  <a:cubicBezTo>
                    <a:pt x="1193" y="236"/>
                    <a:pt x="1193" y="238"/>
                    <a:pt x="1192" y="238"/>
                  </a:cubicBezTo>
                  <a:cubicBezTo>
                    <a:pt x="1192" y="238"/>
                    <a:pt x="1192" y="234"/>
                    <a:pt x="1194" y="224"/>
                  </a:cubicBezTo>
                  <a:lnTo>
                    <a:pt x="1197" y="207"/>
                  </a:lnTo>
                  <a:close/>
                  <a:moveTo>
                    <a:pt x="259" y="215"/>
                  </a:moveTo>
                  <a:lnTo>
                    <a:pt x="259" y="215"/>
                  </a:lnTo>
                  <a:cubicBezTo>
                    <a:pt x="262" y="223"/>
                    <a:pt x="260" y="232"/>
                    <a:pt x="258" y="241"/>
                  </a:cubicBezTo>
                  <a:cubicBezTo>
                    <a:pt x="256" y="240"/>
                    <a:pt x="256" y="240"/>
                    <a:pt x="256" y="232"/>
                  </a:cubicBezTo>
                  <a:cubicBezTo>
                    <a:pt x="256" y="223"/>
                    <a:pt x="258" y="215"/>
                    <a:pt x="259" y="215"/>
                  </a:cubicBezTo>
                  <a:close/>
                  <a:moveTo>
                    <a:pt x="1098" y="228"/>
                  </a:moveTo>
                  <a:cubicBezTo>
                    <a:pt x="1096" y="228"/>
                    <a:pt x="1096" y="237"/>
                    <a:pt x="1096" y="237"/>
                  </a:cubicBezTo>
                  <a:cubicBezTo>
                    <a:pt x="1096" y="237"/>
                    <a:pt x="1096" y="245"/>
                    <a:pt x="1098" y="245"/>
                  </a:cubicBezTo>
                  <a:lnTo>
                    <a:pt x="1100" y="245"/>
                  </a:lnTo>
                  <a:cubicBezTo>
                    <a:pt x="1100" y="240"/>
                    <a:pt x="1100" y="234"/>
                    <a:pt x="1098" y="228"/>
                  </a:cubicBezTo>
                  <a:close/>
                  <a:moveTo>
                    <a:pt x="17" y="210"/>
                  </a:moveTo>
                  <a:cubicBezTo>
                    <a:pt x="17" y="210"/>
                    <a:pt x="17" y="214"/>
                    <a:pt x="17" y="223"/>
                  </a:cubicBezTo>
                  <a:cubicBezTo>
                    <a:pt x="17" y="232"/>
                    <a:pt x="17" y="240"/>
                    <a:pt x="15" y="240"/>
                  </a:cubicBezTo>
                  <a:cubicBezTo>
                    <a:pt x="14" y="245"/>
                    <a:pt x="13" y="247"/>
                    <a:pt x="13" y="247"/>
                  </a:cubicBezTo>
                  <a:cubicBezTo>
                    <a:pt x="12" y="247"/>
                    <a:pt x="12" y="235"/>
                    <a:pt x="15" y="223"/>
                  </a:cubicBezTo>
                  <a:cubicBezTo>
                    <a:pt x="16" y="214"/>
                    <a:pt x="16" y="210"/>
                    <a:pt x="17" y="210"/>
                  </a:cubicBezTo>
                  <a:close/>
                  <a:moveTo>
                    <a:pt x="468" y="231"/>
                  </a:moveTo>
                  <a:lnTo>
                    <a:pt x="470" y="240"/>
                  </a:lnTo>
                  <a:cubicBezTo>
                    <a:pt x="470" y="247"/>
                    <a:pt x="468" y="247"/>
                    <a:pt x="468" y="247"/>
                  </a:cubicBezTo>
                  <a:cubicBezTo>
                    <a:pt x="466" y="247"/>
                    <a:pt x="466" y="247"/>
                    <a:pt x="466" y="240"/>
                  </a:cubicBezTo>
                  <a:cubicBezTo>
                    <a:pt x="466" y="240"/>
                    <a:pt x="466" y="231"/>
                    <a:pt x="468" y="231"/>
                  </a:cubicBezTo>
                  <a:close/>
                  <a:moveTo>
                    <a:pt x="829" y="236"/>
                  </a:moveTo>
                  <a:cubicBezTo>
                    <a:pt x="829" y="236"/>
                    <a:pt x="829" y="236"/>
                    <a:pt x="829" y="236"/>
                  </a:cubicBezTo>
                  <a:lnTo>
                    <a:pt x="830" y="236"/>
                  </a:lnTo>
                  <a:cubicBezTo>
                    <a:pt x="830" y="242"/>
                    <a:pt x="830" y="247"/>
                    <a:pt x="829" y="253"/>
                  </a:cubicBezTo>
                  <a:lnTo>
                    <a:pt x="827" y="253"/>
                  </a:lnTo>
                  <a:cubicBezTo>
                    <a:pt x="827" y="245"/>
                    <a:pt x="827" y="236"/>
                    <a:pt x="829" y="236"/>
                  </a:cubicBezTo>
                  <a:close/>
                  <a:moveTo>
                    <a:pt x="447" y="238"/>
                  </a:moveTo>
                  <a:lnTo>
                    <a:pt x="449" y="247"/>
                  </a:lnTo>
                  <a:lnTo>
                    <a:pt x="447" y="255"/>
                  </a:lnTo>
                  <a:lnTo>
                    <a:pt x="446" y="255"/>
                  </a:lnTo>
                  <a:cubicBezTo>
                    <a:pt x="446" y="247"/>
                    <a:pt x="446" y="238"/>
                    <a:pt x="447" y="238"/>
                  </a:cubicBezTo>
                  <a:close/>
                  <a:moveTo>
                    <a:pt x="1417" y="249"/>
                  </a:moveTo>
                  <a:cubicBezTo>
                    <a:pt x="1417" y="258"/>
                    <a:pt x="1417" y="258"/>
                    <a:pt x="1419" y="258"/>
                  </a:cubicBezTo>
                  <a:lnTo>
                    <a:pt x="1420" y="258"/>
                  </a:lnTo>
                  <a:lnTo>
                    <a:pt x="1419" y="249"/>
                  </a:lnTo>
                  <a:close/>
                  <a:moveTo>
                    <a:pt x="14" y="138"/>
                  </a:moveTo>
                  <a:cubicBezTo>
                    <a:pt x="11" y="138"/>
                    <a:pt x="11" y="147"/>
                    <a:pt x="11" y="154"/>
                  </a:cubicBezTo>
                  <a:lnTo>
                    <a:pt x="8" y="154"/>
                  </a:lnTo>
                  <a:cubicBezTo>
                    <a:pt x="8" y="154"/>
                    <a:pt x="7" y="154"/>
                    <a:pt x="7" y="163"/>
                  </a:cubicBezTo>
                  <a:cubicBezTo>
                    <a:pt x="7" y="171"/>
                    <a:pt x="5" y="171"/>
                    <a:pt x="4" y="171"/>
                  </a:cubicBezTo>
                  <a:cubicBezTo>
                    <a:pt x="4" y="169"/>
                    <a:pt x="3" y="168"/>
                    <a:pt x="3" y="168"/>
                  </a:cubicBezTo>
                  <a:lnTo>
                    <a:pt x="3" y="168"/>
                  </a:lnTo>
                  <a:cubicBezTo>
                    <a:pt x="3" y="168"/>
                    <a:pt x="2" y="174"/>
                    <a:pt x="4" y="180"/>
                  </a:cubicBezTo>
                  <a:cubicBezTo>
                    <a:pt x="4" y="188"/>
                    <a:pt x="4" y="197"/>
                    <a:pt x="1" y="197"/>
                  </a:cubicBezTo>
                  <a:lnTo>
                    <a:pt x="1" y="214"/>
                  </a:lnTo>
                  <a:cubicBezTo>
                    <a:pt x="0" y="225"/>
                    <a:pt x="1" y="237"/>
                    <a:pt x="5" y="249"/>
                  </a:cubicBezTo>
                  <a:cubicBezTo>
                    <a:pt x="9" y="253"/>
                    <a:pt x="12" y="258"/>
                    <a:pt x="14" y="258"/>
                  </a:cubicBezTo>
                  <a:cubicBezTo>
                    <a:pt x="16" y="258"/>
                    <a:pt x="17" y="256"/>
                    <a:pt x="17" y="249"/>
                  </a:cubicBezTo>
                  <a:cubicBezTo>
                    <a:pt x="17" y="249"/>
                    <a:pt x="19" y="241"/>
                    <a:pt x="20" y="241"/>
                  </a:cubicBezTo>
                  <a:cubicBezTo>
                    <a:pt x="23" y="241"/>
                    <a:pt x="24" y="249"/>
                    <a:pt x="24" y="249"/>
                  </a:cubicBezTo>
                  <a:cubicBezTo>
                    <a:pt x="24" y="258"/>
                    <a:pt x="30" y="258"/>
                    <a:pt x="39" y="258"/>
                  </a:cubicBezTo>
                  <a:cubicBezTo>
                    <a:pt x="50" y="259"/>
                    <a:pt x="55" y="259"/>
                    <a:pt x="57" y="267"/>
                  </a:cubicBezTo>
                  <a:cubicBezTo>
                    <a:pt x="59" y="276"/>
                    <a:pt x="61" y="276"/>
                    <a:pt x="61" y="276"/>
                  </a:cubicBezTo>
                  <a:cubicBezTo>
                    <a:pt x="61" y="268"/>
                    <a:pt x="71" y="268"/>
                    <a:pt x="83" y="268"/>
                  </a:cubicBezTo>
                  <a:cubicBezTo>
                    <a:pt x="87" y="268"/>
                    <a:pt x="90" y="268"/>
                    <a:pt x="93" y="268"/>
                  </a:cubicBezTo>
                  <a:cubicBezTo>
                    <a:pt x="101" y="268"/>
                    <a:pt x="107" y="267"/>
                    <a:pt x="107" y="261"/>
                  </a:cubicBezTo>
                  <a:lnTo>
                    <a:pt x="110" y="261"/>
                  </a:lnTo>
                  <a:cubicBezTo>
                    <a:pt x="110" y="269"/>
                    <a:pt x="115" y="269"/>
                    <a:pt x="118" y="269"/>
                  </a:cubicBezTo>
                  <a:cubicBezTo>
                    <a:pt x="121" y="261"/>
                    <a:pt x="125" y="261"/>
                    <a:pt x="125" y="261"/>
                  </a:cubicBezTo>
                  <a:cubicBezTo>
                    <a:pt x="125" y="270"/>
                    <a:pt x="126" y="270"/>
                    <a:pt x="130" y="270"/>
                  </a:cubicBezTo>
                  <a:cubicBezTo>
                    <a:pt x="134" y="270"/>
                    <a:pt x="135" y="270"/>
                    <a:pt x="135" y="261"/>
                  </a:cubicBezTo>
                  <a:cubicBezTo>
                    <a:pt x="143" y="261"/>
                    <a:pt x="149" y="264"/>
                    <a:pt x="154" y="271"/>
                  </a:cubicBezTo>
                  <a:cubicBezTo>
                    <a:pt x="155" y="273"/>
                    <a:pt x="155" y="274"/>
                    <a:pt x="156" y="274"/>
                  </a:cubicBezTo>
                  <a:cubicBezTo>
                    <a:pt x="157" y="274"/>
                    <a:pt x="158" y="268"/>
                    <a:pt x="159" y="262"/>
                  </a:cubicBezTo>
                  <a:cubicBezTo>
                    <a:pt x="159" y="254"/>
                    <a:pt x="161" y="245"/>
                    <a:pt x="163" y="245"/>
                  </a:cubicBezTo>
                  <a:lnTo>
                    <a:pt x="163" y="262"/>
                  </a:lnTo>
                  <a:cubicBezTo>
                    <a:pt x="161" y="271"/>
                    <a:pt x="161" y="271"/>
                    <a:pt x="165" y="271"/>
                  </a:cubicBezTo>
                  <a:lnTo>
                    <a:pt x="168" y="271"/>
                  </a:lnTo>
                  <a:cubicBezTo>
                    <a:pt x="168" y="263"/>
                    <a:pt x="176" y="263"/>
                    <a:pt x="189" y="263"/>
                  </a:cubicBezTo>
                  <a:cubicBezTo>
                    <a:pt x="193" y="263"/>
                    <a:pt x="196" y="264"/>
                    <a:pt x="199" y="264"/>
                  </a:cubicBezTo>
                  <a:cubicBezTo>
                    <a:pt x="207" y="264"/>
                    <a:pt x="210" y="262"/>
                    <a:pt x="210" y="255"/>
                  </a:cubicBezTo>
                  <a:cubicBezTo>
                    <a:pt x="210" y="252"/>
                    <a:pt x="210" y="250"/>
                    <a:pt x="211" y="250"/>
                  </a:cubicBezTo>
                  <a:cubicBezTo>
                    <a:pt x="212" y="250"/>
                    <a:pt x="214" y="252"/>
                    <a:pt x="217" y="256"/>
                  </a:cubicBezTo>
                  <a:cubicBezTo>
                    <a:pt x="223" y="273"/>
                    <a:pt x="225" y="279"/>
                    <a:pt x="227" y="279"/>
                  </a:cubicBezTo>
                  <a:cubicBezTo>
                    <a:pt x="228" y="279"/>
                    <a:pt x="228" y="277"/>
                    <a:pt x="229" y="273"/>
                  </a:cubicBezTo>
                  <a:cubicBezTo>
                    <a:pt x="227" y="273"/>
                    <a:pt x="227" y="264"/>
                    <a:pt x="227" y="256"/>
                  </a:cubicBezTo>
                  <a:cubicBezTo>
                    <a:pt x="227" y="248"/>
                    <a:pt x="227" y="244"/>
                    <a:pt x="228" y="244"/>
                  </a:cubicBezTo>
                  <a:cubicBezTo>
                    <a:pt x="229" y="244"/>
                    <a:pt x="230" y="248"/>
                    <a:pt x="230" y="256"/>
                  </a:cubicBezTo>
                  <a:cubicBezTo>
                    <a:pt x="230" y="263"/>
                    <a:pt x="234" y="266"/>
                    <a:pt x="239" y="266"/>
                  </a:cubicBezTo>
                  <a:cubicBezTo>
                    <a:pt x="247" y="266"/>
                    <a:pt x="258" y="259"/>
                    <a:pt x="258" y="249"/>
                  </a:cubicBezTo>
                  <a:lnTo>
                    <a:pt x="258" y="258"/>
                  </a:lnTo>
                  <a:cubicBezTo>
                    <a:pt x="258" y="265"/>
                    <a:pt x="260" y="267"/>
                    <a:pt x="267" y="267"/>
                  </a:cubicBezTo>
                  <a:lnTo>
                    <a:pt x="273" y="267"/>
                  </a:lnTo>
                  <a:cubicBezTo>
                    <a:pt x="273" y="260"/>
                    <a:pt x="275" y="257"/>
                    <a:pt x="277" y="257"/>
                  </a:cubicBezTo>
                  <a:cubicBezTo>
                    <a:pt x="279" y="257"/>
                    <a:pt x="283" y="262"/>
                    <a:pt x="283" y="267"/>
                  </a:cubicBezTo>
                  <a:cubicBezTo>
                    <a:pt x="284" y="276"/>
                    <a:pt x="284" y="276"/>
                    <a:pt x="287" y="276"/>
                  </a:cubicBezTo>
                  <a:cubicBezTo>
                    <a:pt x="290" y="269"/>
                    <a:pt x="293" y="266"/>
                    <a:pt x="295" y="266"/>
                  </a:cubicBezTo>
                  <a:cubicBezTo>
                    <a:pt x="299" y="266"/>
                    <a:pt x="302" y="271"/>
                    <a:pt x="302" y="276"/>
                  </a:cubicBezTo>
                  <a:lnTo>
                    <a:pt x="305" y="277"/>
                  </a:lnTo>
                  <a:cubicBezTo>
                    <a:pt x="306" y="268"/>
                    <a:pt x="311" y="268"/>
                    <a:pt x="312" y="268"/>
                  </a:cubicBezTo>
                  <a:cubicBezTo>
                    <a:pt x="318" y="268"/>
                    <a:pt x="319" y="268"/>
                    <a:pt x="318" y="260"/>
                  </a:cubicBezTo>
                  <a:cubicBezTo>
                    <a:pt x="318" y="251"/>
                    <a:pt x="318" y="243"/>
                    <a:pt x="319" y="243"/>
                  </a:cubicBezTo>
                  <a:lnTo>
                    <a:pt x="319" y="251"/>
                  </a:lnTo>
                  <a:cubicBezTo>
                    <a:pt x="319" y="260"/>
                    <a:pt x="324" y="260"/>
                    <a:pt x="331" y="260"/>
                  </a:cubicBezTo>
                  <a:cubicBezTo>
                    <a:pt x="340" y="261"/>
                    <a:pt x="343" y="261"/>
                    <a:pt x="346" y="269"/>
                  </a:cubicBezTo>
                  <a:lnTo>
                    <a:pt x="347" y="261"/>
                  </a:lnTo>
                  <a:cubicBezTo>
                    <a:pt x="348" y="256"/>
                    <a:pt x="349" y="254"/>
                    <a:pt x="349" y="254"/>
                  </a:cubicBezTo>
                  <a:cubicBezTo>
                    <a:pt x="350" y="254"/>
                    <a:pt x="350" y="256"/>
                    <a:pt x="350" y="261"/>
                  </a:cubicBezTo>
                  <a:cubicBezTo>
                    <a:pt x="351" y="265"/>
                    <a:pt x="354" y="268"/>
                    <a:pt x="356" y="268"/>
                  </a:cubicBezTo>
                  <a:cubicBezTo>
                    <a:pt x="358" y="268"/>
                    <a:pt x="361" y="265"/>
                    <a:pt x="363" y="261"/>
                  </a:cubicBezTo>
                  <a:lnTo>
                    <a:pt x="366" y="261"/>
                  </a:lnTo>
                  <a:cubicBezTo>
                    <a:pt x="367" y="270"/>
                    <a:pt x="369" y="275"/>
                    <a:pt x="370" y="275"/>
                  </a:cubicBezTo>
                  <a:cubicBezTo>
                    <a:pt x="372" y="275"/>
                    <a:pt x="374" y="270"/>
                    <a:pt x="375" y="262"/>
                  </a:cubicBezTo>
                  <a:cubicBezTo>
                    <a:pt x="375" y="270"/>
                    <a:pt x="376" y="270"/>
                    <a:pt x="378" y="270"/>
                  </a:cubicBezTo>
                  <a:cubicBezTo>
                    <a:pt x="380" y="266"/>
                    <a:pt x="382" y="264"/>
                    <a:pt x="384" y="264"/>
                  </a:cubicBezTo>
                  <a:cubicBezTo>
                    <a:pt x="387" y="264"/>
                    <a:pt x="388" y="266"/>
                    <a:pt x="388" y="271"/>
                  </a:cubicBezTo>
                  <a:lnTo>
                    <a:pt x="391" y="271"/>
                  </a:lnTo>
                  <a:cubicBezTo>
                    <a:pt x="392" y="262"/>
                    <a:pt x="394" y="262"/>
                    <a:pt x="395" y="262"/>
                  </a:cubicBezTo>
                  <a:cubicBezTo>
                    <a:pt x="397" y="262"/>
                    <a:pt x="400" y="262"/>
                    <a:pt x="401" y="254"/>
                  </a:cubicBezTo>
                  <a:cubicBezTo>
                    <a:pt x="403" y="245"/>
                    <a:pt x="404" y="245"/>
                    <a:pt x="404" y="245"/>
                  </a:cubicBezTo>
                  <a:lnTo>
                    <a:pt x="404" y="245"/>
                  </a:lnTo>
                  <a:cubicBezTo>
                    <a:pt x="406" y="245"/>
                    <a:pt x="404" y="254"/>
                    <a:pt x="403" y="263"/>
                  </a:cubicBezTo>
                  <a:cubicBezTo>
                    <a:pt x="402" y="266"/>
                    <a:pt x="401" y="268"/>
                    <a:pt x="402" y="268"/>
                  </a:cubicBezTo>
                  <a:cubicBezTo>
                    <a:pt x="403" y="268"/>
                    <a:pt x="406" y="264"/>
                    <a:pt x="410" y="254"/>
                  </a:cubicBezTo>
                  <a:cubicBezTo>
                    <a:pt x="412" y="246"/>
                    <a:pt x="414" y="242"/>
                    <a:pt x="414" y="242"/>
                  </a:cubicBezTo>
                  <a:lnTo>
                    <a:pt x="414" y="242"/>
                  </a:lnTo>
                  <a:cubicBezTo>
                    <a:pt x="414" y="242"/>
                    <a:pt x="413" y="246"/>
                    <a:pt x="411" y="254"/>
                  </a:cubicBezTo>
                  <a:cubicBezTo>
                    <a:pt x="410" y="261"/>
                    <a:pt x="409" y="266"/>
                    <a:pt x="409" y="266"/>
                  </a:cubicBezTo>
                  <a:cubicBezTo>
                    <a:pt x="409" y="266"/>
                    <a:pt x="410" y="265"/>
                    <a:pt x="411" y="263"/>
                  </a:cubicBezTo>
                  <a:cubicBezTo>
                    <a:pt x="411" y="263"/>
                    <a:pt x="415" y="263"/>
                    <a:pt x="415" y="254"/>
                  </a:cubicBezTo>
                  <a:lnTo>
                    <a:pt x="420" y="255"/>
                  </a:lnTo>
                  <a:cubicBezTo>
                    <a:pt x="423" y="263"/>
                    <a:pt x="425" y="263"/>
                    <a:pt x="426" y="263"/>
                  </a:cubicBezTo>
                  <a:cubicBezTo>
                    <a:pt x="428" y="259"/>
                    <a:pt x="428" y="257"/>
                    <a:pt x="429" y="257"/>
                  </a:cubicBezTo>
                  <a:cubicBezTo>
                    <a:pt x="429" y="257"/>
                    <a:pt x="429" y="259"/>
                    <a:pt x="430" y="263"/>
                  </a:cubicBezTo>
                  <a:cubicBezTo>
                    <a:pt x="430" y="267"/>
                    <a:pt x="430" y="269"/>
                    <a:pt x="431" y="269"/>
                  </a:cubicBezTo>
                  <a:cubicBezTo>
                    <a:pt x="431" y="269"/>
                    <a:pt x="432" y="265"/>
                    <a:pt x="432" y="255"/>
                  </a:cubicBezTo>
                  <a:cubicBezTo>
                    <a:pt x="433" y="251"/>
                    <a:pt x="434" y="249"/>
                    <a:pt x="435" y="249"/>
                  </a:cubicBezTo>
                  <a:cubicBezTo>
                    <a:pt x="436" y="249"/>
                    <a:pt x="437" y="251"/>
                    <a:pt x="438" y="255"/>
                  </a:cubicBezTo>
                  <a:cubicBezTo>
                    <a:pt x="438" y="265"/>
                    <a:pt x="438" y="269"/>
                    <a:pt x="438" y="269"/>
                  </a:cubicBezTo>
                  <a:cubicBezTo>
                    <a:pt x="439" y="269"/>
                    <a:pt x="439" y="267"/>
                    <a:pt x="439" y="264"/>
                  </a:cubicBezTo>
                  <a:cubicBezTo>
                    <a:pt x="441" y="255"/>
                    <a:pt x="442" y="255"/>
                    <a:pt x="442" y="255"/>
                  </a:cubicBezTo>
                  <a:cubicBezTo>
                    <a:pt x="442" y="264"/>
                    <a:pt x="458" y="264"/>
                    <a:pt x="474" y="265"/>
                  </a:cubicBezTo>
                  <a:cubicBezTo>
                    <a:pt x="476" y="265"/>
                    <a:pt x="477" y="256"/>
                    <a:pt x="477" y="249"/>
                  </a:cubicBezTo>
                  <a:cubicBezTo>
                    <a:pt x="477" y="241"/>
                    <a:pt x="477" y="239"/>
                    <a:pt x="477" y="239"/>
                  </a:cubicBezTo>
                  <a:cubicBezTo>
                    <a:pt x="477" y="239"/>
                    <a:pt x="478" y="243"/>
                    <a:pt x="479" y="249"/>
                  </a:cubicBezTo>
                  <a:cubicBezTo>
                    <a:pt x="480" y="261"/>
                    <a:pt x="481" y="268"/>
                    <a:pt x="482" y="268"/>
                  </a:cubicBezTo>
                  <a:cubicBezTo>
                    <a:pt x="483" y="268"/>
                    <a:pt x="483" y="261"/>
                    <a:pt x="483" y="249"/>
                  </a:cubicBezTo>
                  <a:cubicBezTo>
                    <a:pt x="481" y="240"/>
                    <a:pt x="481" y="236"/>
                    <a:pt x="481" y="236"/>
                  </a:cubicBezTo>
                  <a:lnTo>
                    <a:pt x="481" y="236"/>
                  </a:lnTo>
                  <a:cubicBezTo>
                    <a:pt x="481" y="236"/>
                    <a:pt x="482" y="240"/>
                    <a:pt x="484" y="249"/>
                  </a:cubicBezTo>
                  <a:cubicBezTo>
                    <a:pt x="485" y="253"/>
                    <a:pt x="485" y="255"/>
                    <a:pt x="486" y="255"/>
                  </a:cubicBezTo>
                  <a:cubicBezTo>
                    <a:pt x="486" y="255"/>
                    <a:pt x="487" y="253"/>
                    <a:pt x="488" y="249"/>
                  </a:cubicBezTo>
                  <a:cubicBezTo>
                    <a:pt x="488" y="245"/>
                    <a:pt x="488" y="243"/>
                    <a:pt x="489" y="243"/>
                  </a:cubicBezTo>
                  <a:cubicBezTo>
                    <a:pt x="489" y="243"/>
                    <a:pt x="489" y="245"/>
                    <a:pt x="489" y="249"/>
                  </a:cubicBezTo>
                  <a:cubicBezTo>
                    <a:pt x="491" y="255"/>
                    <a:pt x="492" y="261"/>
                    <a:pt x="492" y="261"/>
                  </a:cubicBezTo>
                  <a:cubicBezTo>
                    <a:pt x="493" y="261"/>
                    <a:pt x="493" y="260"/>
                    <a:pt x="493" y="258"/>
                  </a:cubicBezTo>
                  <a:cubicBezTo>
                    <a:pt x="493" y="258"/>
                    <a:pt x="495" y="258"/>
                    <a:pt x="496" y="267"/>
                  </a:cubicBezTo>
                  <a:cubicBezTo>
                    <a:pt x="497" y="269"/>
                    <a:pt x="497" y="270"/>
                    <a:pt x="498" y="270"/>
                  </a:cubicBezTo>
                  <a:cubicBezTo>
                    <a:pt x="499" y="270"/>
                    <a:pt x="500" y="264"/>
                    <a:pt x="502" y="258"/>
                  </a:cubicBezTo>
                  <a:cubicBezTo>
                    <a:pt x="504" y="249"/>
                    <a:pt x="506" y="245"/>
                    <a:pt x="507" y="245"/>
                  </a:cubicBezTo>
                  <a:cubicBezTo>
                    <a:pt x="508" y="245"/>
                    <a:pt x="508" y="249"/>
                    <a:pt x="507" y="258"/>
                  </a:cubicBezTo>
                  <a:cubicBezTo>
                    <a:pt x="506" y="264"/>
                    <a:pt x="507" y="267"/>
                    <a:pt x="509" y="267"/>
                  </a:cubicBezTo>
                  <a:cubicBezTo>
                    <a:pt x="511" y="267"/>
                    <a:pt x="514" y="260"/>
                    <a:pt x="515" y="250"/>
                  </a:cubicBezTo>
                  <a:cubicBezTo>
                    <a:pt x="516" y="240"/>
                    <a:pt x="517" y="236"/>
                    <a:pt x="517" y="236"/>
                  </a:cubicBezTo>
                  <a:cubicBezTo>
                    <a:pt x="517" y="236"/>
                    <a:pt x="517" y="238"/>
                    <a:pt x="517" y="242"/>
                  </a:cubicBezTo>
                  <a:cubicBezTo>
                    <a:pt x="517" y="250"/>
                    <a:pt x="518" y="250"/>
                    <a:pt x="518" y="250"/>
                  </a:cubicBezTo>
                  <a:cubicBezTo>
                    <a:pt x="521" y="250"/>
                    <a:pt x="523" y="250"/>
                    <a:pt x="523" y="259"/>
                  </a:cubicBezTo>
                  <a:cubicBezTo>
                    <a:pt x="523" y="259"/>
                    <a:pt x="524" y="259"/>
                    <a:pt x="527" y="250"/>
                  </a:cubicBezTo>
                  <a:cubicBezTo>
                    <a:pt x="529" y="243"/>
                    <a:pt x="530" y="241"/>
                    <a:pt x="532" y="241"/>
                  </a:cubicBezTo>
                  <a:cubicBezTo>
                    <a:pt x="534" y="241"/>
                    <a:pt x="537" y="248"/>
                    <a:pt x="538" y="259"/>
                  </a:cubicBezTo>
                  <a:lnTo>
                    <a:pt x="542" y="251"/>
                  </a:lnTo>
                  <a:cubicBezTo>
                    <a:pt x="543" y="240"/>
                    <a:pt x="544" y="233"/>
                    <a:pt x="545" y="233"/>
                  </a:cubicBezTo>
                  <a:cubicBezTo>
                    <a:pt x="545" y="233"/>
                    <a:pt x="545" y="236"/>
                    <a:pt x="545" y="242"/>
                  </a:cubicBezTo>
                  <a:lnTo>
                    <a:pt x="545" y="251"/>
                  </a:lnTo>
                  <a:cubicBezTo>
                    <a:pt x="546" y="245"/>
                    <a:pt x="547" y="242"/>
                    <a:pt x="548" y="242"/>
                  </a:cubicBezTo>
                  <a:cubicBezTo>
                    <a:pt x="551" y="242"/>
                    <a:pt x="553" y="249"/>
                    <a:pt x="553" y="260"/>
                  </a:cubicBezTo>
                  <a:cubicBezTo>
                    <a:pt x="553" y="268"/>
                    <a:pt x="553" y="268"/>
                    <a:pt x="555" y="269"/>
                  </a:cubicBezTo>
                  <a:lnTo>
                    <a:pt x="555" y="260"/>
                  </a:lnTo>
                  <a:cubicBezTo>
                    <a:pt x="555" y="251"/>
                    <a:pt x="555" y="243"/>
                    <a:pt x="557" y="243"/>
                  </a:cubicBezTo>
                  <a:cubicBezTo>
                    <a:pt x="559" y="243"/>
                    <a:pt x="561" y="243"/>
                    <a:pt x="561" y="251"/>
                  </a:cubicBezTo>
                  <a:cubicBezTo>
                    <a:pt x="562" y="257"/>
                    <a:pt x="563" y="264"/>
                    <a:pt x="564" y="264"/>
                  </a:cubicBezTo>
                  <a:cubicBezTo>
                    <a:pt x="564" y="264"/>
                    <a:pt x="564" y="262"/>
                    <a:pt x="564" y="260"/>
                  </a:cubicBezTo>
                  <a:cubicBezTo>
                    <a:pt x="564" y="260"/>
                    <a:pt x="566" y="260"/>
                    <a:pt x="568" y="269"/>
                  </a:cubicBezTo>
                  <a:lnTo>
                    <a:pt x="575" y="269"/>
                  </a:lnTo>
                  <a:cubicBezTo>
                    <a:pt x="576" y="265"/>
                    <a:pt x="577" y="263"/>
                    <a:pt x="578" y="263"/>
                  </a:cubicBezTo>
                  <a:cubicBezTo>
                    <a:pt x="579" y="263"/>
                    <a:pt x="580" y="265"/>
                    <a:pt x="580" y="269"/>
                  </a:cubicBezTo>
                  <a:cubicBezTo>
                    <a:pt x="580" y="269"/>
                    <a:pt x="584" y="269"/>
                    <a:pt x="585" y="261"/>
                  </a:cubicBezTo>
                  <a:cubicBezTo>
                    <a:pt x="588" y="261"/>
                    <a:pt x="590" y="261"/>
                    <a:pt x="590" y="270"/>
                  </a:cubicBezTo>
                  <a:cubicBezTo>
                    <a:pt x="590" y="274"/>
                    <a:pt x="590" y="276"/>
                    <a:pt x="590" y="276"/>
                  </a:cubicBezTo>
                  <a:cubicBezTo>
                    <a:pt x="591" y="276"/>
                    <a:pt x="591" y="274"/>
                    <a:pt x="591" y="270"/>
                  </a:cubicBezTo>
                  <a:cubicBezTo>
                    <a:pt x="591" y="261"/>
                    <a:pt x="594" y="261"/>
                    <a:pt x="596" y="261"/>
                  </a:cubicBezTo>
                  <a:lnTo>
                    <a:pt x="599" y="261"/>
                  </a:lnTo>
                  <a:cubicBezTo>
                    <a:pt x="599" y="253"/>
                    <a:pt x="599" y="253"/>
                    <a:pt x="600" y="253"/>
                  </a:cubicBezTo>
                  <a:cubicBezTo>
                    <a:pt x="603" y="253"/>
                    <a:pt x="607" y="262"/>
                    <a:pt x="609" y="262"/>
                  </a:cubicBezTo>
                  <a:cubicBezTo>
                    <a:pt x="615" y="262"/>
                    <a:pt x="615" y="262"/>
                    <a:pt x="613" y="253"/>
                  </a:cubicBezTo>
                  <a:cubicBezTo>
                    <a:pt x="612" y="253"/>
                    <a:pt x="612" y="249"/>
                    <a:pt x="613" y="249"/>
                  </a:cubicBezTo>
                  <a:cubicBezTo>
                    <a:pt x="613" y="249"/>
                    <a:pt x="614" y="250"/>
                    <a:pt x="615" y="253"/>
                  </a:cubicBezTo>
                  <a:cubicBezTo>
                    <a:pt x="616" y="253"/>
                    <a:pt x="622" y="262"/>
                    <a:pt x="626" y="262"/>
                  </a:cubicBezTo>
                  <a:cubicBezTo>
                    <a:pt x="634" y="262"/>
                    <a:pt x="634" y="262"/>
                    <a:pt x="634" y="254"/>
                  </a:cubicBezTo>
                  <a:cubicBezTo>
                    <a:pt x="633" y="246"/>
                    <a:pt x="633" y="242"/>
                    <a:pt x="633" y="242"/>
                  </a:cubicBezTo>
                  <a:lnTo>
                    <a:pt x="633" y="242"/>
                  </a:lnTo>
                  <a:cubicBezTo>
                    <a:pt x="634" y="242"/>
                    <a:pt x="635" y="246"/>
                    <a:pt x="635" y="254"/>
                  </a:cubicBezTo>
                  <a:cubicBezTo>
                    <a:pt x="637" y="264"/>
                    <a:pt x="639" y="268"/>
                    <a:pt x="640" y="268"/>
                  </a:cubicBezTo>
                  <a:cubicBezTo>
                    <a:pt x="640" y="268"/>
                    <a:pt x="641" y="266"/>
                    <a:pt x="641" y="263"/>
                  </a:cubicBezTo>
                  <a:cubicBezTo>
                    <a:pt x="642" y="254"/>
                    <a:pt x="642" y="254"/>
                    <a:pt x="644" y="254"/>
                  </a:cubicBezTo>
                  <a:cubicBezTo>
                    <a:pt x="644" y="259"/>
                    <a:pt x="644" y="261"/>
                    <a:pt x="645" y="261"/>
                  </a:cubicBezTo>
                  <a:cubicBezTo>
                    <a:pt x="646" y="261"/>
                    <a:pt x="647" y="259"/>
                    <a:pt x="650" y="254"/>
                  </a:cubicBezTo>
                  <a:cubicBezTo>
                    <a:pt x="651" y="254"/>
                    <a:pt x="651" y="254"/>
                    <a:pt x="651" y="263"/>
                  </a:cubicBezTo>
                  <a:lnTo>
                    <a:pt x="654" y="263"/>
                  </a:lnTo>
                  <a:cubicBezTo>
                    <a:pt x="656" y="256"/>
                    <a:pt x="658" y="254"/>
                    <a:pt x="661" y="254"/>
                  </a:cubicBezTo>
                  <a:cubicBezTo>
                    <a:pt x="665" y="254"/>
                    <a:pt x="669" y="259"/>
                    <a:pt x="670" y="264"/>
                  </a:cubicBezTo>
                  <a:cubicBezTo>
                    <a:pt x="670" y="264"/>
                    <a:pt x="672" y="264"/>
                    <a:pt x="673" y="255"/>
                  </a:cubicBezTo>
                  <a:cubicBezTo>
                    <a:pt x="674" y="247"/>
                    <a:pt x="675" y="243"/>
                    <a:pt x="676" y="243"/>
                  </a:cubicBezTo>
                  <a:cubicBezTo>
                    <a:pt x="676" y="243"/>
                    <a:pt x="677" y="247"/>
                    <a:pt x="677" y="255"/>
                  </a:cubicBezTo>
                  <a:cubicBezTo>
                    <a:pt x="677" y="264"/>
                    <a:pt x="677" y="268"/>
                    <a:pt x="677" y="268"/>
                  </a:cubicBezTo>
                  <a:cubicBezTo>
                    <a:pt x="677" y="268"/>
                    <a:pt x="678" y="264"/>
                    <a:pt x="679" y="255"/>
                  </a:cubicBezTo>
                  <a:cubicBezTo>
                    <a:pt x="679" y="252"/>
                    <a:pt x="681" y="250"/>
                    <a:pt x="683" y="250"/>
                  </a:cubicBezTo>
                  <a:cubicBezTo>
                    <a:pt x="686" y="250"/>
                    <a:pt x="689" y="254"/>
                    <a:pt x="688" y="264"/>
                  </a:cubicBezTo>
                  <a:lnTo>
                    <a:pt x="688" y="281"/>
                  </a:lnTo>
                  <a:cubicBezTo>
                    <a:pt x="689" y="273"/>
                    <a:pt x="691" y="273"/>
                    <a:pt x="691" y="273"/>
                  </a:cubicBezTo>
                  <a:cubicBezTo>
                    <a:pt x="691" y="264"/>
                    <a:pt x="692" y="264"/>
                    <a:pt x="698" y="264"/>
                  </a:cubicBezTo>
                  <a:cubicBezTo>
                    <a:pt x="701" y="264"/>
                    <a:pt x="708" y="256"/>
                    <a:pt x="711" y="256"/>
                  </a:cubicBezTo>
                  <a:cubicBezTo>
                    <a:pt x="717" y="256"/>
                    <a:pt x="722" y="260"/>
                    <a:pt x="723" y="265"/>
                  </a:cubicBezTo>
                  <a:cubicBezTo>
                    <a:pt x="724" y="265"/>
                    <a:pt x="726" y="265"/>
                    <a:pt x="729" y="258"/>
                  </a:cubicBezTo>
                  <a:cubicBezTo>
                    <a:pt x="730" y="253"/>
                    <a:pt x="731" y="251"/>
                    <a:pt x="733" y="251"/>
                  </a:cubicBezTo>
                  <a:cubicBezTo>
                    <a:pt x="734" y="251"/>
                    <a:pt x="735" y="253"/>
                    <a:pt x="735" y="258"/>
                  </a:cubicBezTo>
                  <a:lnTo>
                    <a:pt x="736" y="258"/>
                  </a:lnTo>
                  <a:cubicBezTo>
                    <a:pt x="739" y="250"/>
                    <a:pt x="741" y="250"/>
                    <a:pt x="741" y="250"/>
                  </a:cubicBezTo>
                  <a:cubicBezTo>
                    <a:pt x="742" y="250"/>
                    <a:pt x="742" y="250"/>
                    <a:pt x="742" y="250"/>
                  </a:cubicBezTo>
                  <a:cubicBezTo>
                    <a:pt x="742" y="255"/>
                    <a:pt x="742" y="261"/>
                    <a:pt x="743" y="261"/>
                  </a:cubicBezTo>
                  <a:cubicBezTo>
                    <a:pt x="744" y="261"/>
                    <a:pt x="744" y="260"/>
                    <a:pt x="745" y="258"/>
                  </a:cubicBezTo>
                  <a:cubicBezTo>
                    <a:pt x="745" y="250"/>
                    <a:pt x="746" y="250"/>
                    <a:pt x="750" y="250"/>
                  </a:cubicBezTo>
                  <a:cubicBezTo>
                    <a:pt x="752" y="255"/>
                    <a:pt x="770" y="257"/>
                    <a:pt x="786" y="257"/>
                  </a:cubicBezTo>
                  <a:cubicBezTo>
                    <a:pt x="800" y="257"/>
                    <a:pt x="811" y="255"/>
                    <a:pt x="811" y="252"/>
                  </a:cubicBezTo>
                  <a:lnTo>
                    <a:pt x="821" y="252"/>
                  </a:lnTo>
                  <a:cubicBezTo>
                    <a:pt x="821" y="259"/>
                    <a:pt x="823" y="262"/>
                    <a:pt x="825" y="262"/>
                  </a:cubicBezTo>
                  <a:cubicBezTo>
                    <a:pt x="828" y="262"/>
                    <a:pt x="832" y="258"/>
                    <a:pt x="835" y="253"/>
                  </a:cubicBezTo>
                  <a:cubicBezTo>
                    <a:pt x="837" y="244"/>
                    <a:pt x="838" y="244"/>
                    <a:pt x="840" y="244"/>
                  </a:cubicBezTo>
                  <a:cubicBezTo>
                    <a:pt x="840" y="254"/>
                    <a:pt x="842" y="259"/>
                    <a:pt x="845" y="259"/>
                  </a:cubicBezTo>
                  <a:cubicBezTo>
                    <a:pt x="846" y="259"/>
                    <a:pt x="848" y="257"/>
                    <a:pt x="849" y="253"/>
                  </a:cubicBezTo>
                  <a:cubicBezTo>
                    <a:pt x="850" y="245"/>
                    <a:pt x="851" y="240"/>
                    <a:pt x="851" y="240"/>
                  </a:cubicBezTo>
                  <a:cubicBezTo>
                    <a:pt x="852" y="240"/>
                    <a:pt x="853" y="245"/>
                    <a:pt x="853" y="253"/>
                  </a:cubicBezTo>
                  <a:cubicBezTo>
                    <a:pt x="853" y="261"/>
                    <a:pt x="853" y="265"/>
                    <a:pt x="855" y="265"/>
                  </a:cubicBezTo>
                  <a:cubicBezTo>
                    <a:pt x="856" y="265"/>
                    <a:pt x="858" y="259"/>
                    <a:pt x="859" y="245"/>
                  </a:cubicBezTo>
                  <a:cubicBezTo>
                    <a:pt x="861" y="241"/>
                    <a:pt x="861" y="238"/>
                    <a:pt x="862" y="238"/>
                  </a:cubicBezTo>
                  <a:cubicBezTo>
                    <a:pt x="862" y="238"/>
                    <a:pt x="862" y="241"/>
                    <a:pt x="863" y="245"/>
                  </a:cubicBezTo>
                  <a:cubicBezTo>
                    <a:pt x="864" y="255"/>
                    <a:pt x="865" y="259"/>
                    <a:pt x="866" y="259"/>
                  </a:cubicBezTo>
                  <a:cubicBezTo>
                    <a:pt x="866" y="259"/>
                    <a:pt x="866" y="257"/>
                    <a:pt x="866" y="254"/>
                  </a:cubicBezTo>
                  <a:cubicBezTo>
                    <a:pt x="867" y="245"/>
                    <a:pt x="868" y="241"/>
                    <a:pt x="869" y="241"/>
                  </a:cubicBezTo>
                  <a:cubicBezTo>
                    <a:pt x="870" y="241"/>
                    <a:pt x="871" y="246"/>
                    <a:pt x="872" y="254"/>
                  </a:cubicBezTo>
                  <a:cubicBezTo>
                    <a:pt x="874" y="263"/>
                    <a:pt x="874" y="267"/>
                    <a:pt x="875" y="267"/>
                  </a:cubicBezTo>
                  <a:cubicBezTo>
                    <a:pt x="875" y="267"/>
                    <a:pt x="876" y="263"/>
                    <a:pt x="876" y="254"/>
                  </a:cubicBezTo>
                  <a:cubicBezTo>
                    <a:pt x="877" y="246"/>
                    <a:pt x="880" y="242"/>
                    <a:pt x="882" y="242"/>
                  </a:cubicBezTo>
                  <a:cubicBezTo>
                    <a:pt x="884" y="242"/>
                    <a:pt x="886" y="246"/>
                    <a:pt x="888" y="254"/>
                  </a:cubicBezTo>
                  <a:cubicBezTo>
                    <a:pt x="888" y="254"/>
                    <a:pt x="890" y="258"/>
                    <a:pt x="890" y="258"/>
                  </a:cubicBezTo>
                  <a:cubicBezTo>
                    <a:pt x="891" y="258"/>
                    <a:pt x="891" y="257"/>
                    <a:pt x="891" y="254"/>
                  </a:cubicBezTo>
                  <a:lnTo>
                    <a:pt x="892" y="263"/>
                  </a:lnTo>
                  <a:lnTo>
                    <a:pt x="895" y="263"/>
                  </a:lnTo>
                  <a:lnTo>
                    <a:pt x="895" y="255"/>
                  </a:lnTo>
                  <a:cubicBezTo>
                    <a:pt x="903" y="260"/>
                    <a:pt x="911" y="263"/>
                    <a:pt x="920" y="264"/>
                  </a:cubicBezTo>
                  <a:cubicBezTo>
                    <a:pt x="925" y="265"/>
                    <a:pt x="929" y="265"/>
                    <a:pt x="932" y="265"/>
                  </a:cubicBezTo>
                  <a:cubicBezTo>
                    <a:pt x="941" y="265"/>
                    <a:pt x="942" y="263"/>
                    <a:pt x="941" y="256"/>
                  </a:cubicBezTo>
                  <a:cubicBezTo>
                    <a:pt x="940" y="248"/>
                    <a:pt x="941" y="244"/>
                    <a:pt x="941" y="244"/>
                  </a:cubicBezTo>
                  <a:cubicBezTo>
                    <a:pt x="942" y="244"/>
                    <a:pt x="944" y="248"/>
                    <a:pt x="945" y="256"/>
                  </a:cubicBezTo>
                  <a:cubicBezTo>
                    <a:pt x="946" y="256"/>
                    <a:pt x="949" y="265"/>
                    <a:pt x="954" y="265"/>
                  </a:cubicBezTo>
                  <a:cubicBezTo>
                    <a:pt x="957" y="265"/>
                    <a:pt x="960" y="265"/>
                    <a:pt x="960" y="274"/>
                  </a:cubicBezTo>
                  <a:lnTo>
                    <a:pt x="962" y="274"/>
                  </a:lnTo>
                  <a:cubicBezTo>
                    <a:pt x="964" y="265"/>
                    <a:pt x="968" y="261"/>
                    <a:pt x="972" y="261"/>
                  </a:cubicBezTo>
                  <a:cubicBezTo>
                    <a:pt x="976" y="261"/>
                    <a:pt x="979" y="263"/>
                    <a:pt x="981" y="267"/>
                  </a:cubicBezTo>
                  <a:cubicBezTo>
                    <a:pt x="984" y="267"/>
                    <a:pt x="986" y="267"/>
                    <a:pt x="990" y="259"/>
                  </a:cubicBezTo>
                  <a:cubicBezTo>
                    <a:pt x="991" y="254"/>
                    <a:pt x="992" y="252"/>
                    <a:pt x="993" y="252"/>
                  </a:cubicBezTo>
                  <a:cubicBezTo>
                    <a:pt x="994" y="252"/>
                    <a:pt x="994" y="254"/>
                    <a:pt x="995" y="259"/>
                  </a:cubicBezTo>
                  <a:cubicBezTo>
                    <a:pt x="995" y="263"/>
                    <a:pt x="999" y="268"/>
                    <a:pt x="1002" y="268"/>
                  </a:cubicBezTo>
                  <a:cubicBezTo>
                    <a:pt x="1004" y="268"/>
                    <a:pt x="1005" y="266"/>
                    <a:pt x="1005" y="259"/>
                  </a:cubicBezTo>
                  <a:lnTo>
                    <a:pt x="1008" y="268"/>
                  </a:lnTo>
                  <a:cubicBezTo>
                    <a:pt x="1008" y="270"/>
                    <a:pt x="1008" y="271"/>
                    <a:pt x="1009" y="271"/>
                  </a:cubicBezTo>
                  <a:cubicBezTo>
                    <a:pt x="1010" y="271"/>
                    <a:pt x="1011" y="265"/>
                    <a:pt x="1011" y="259"/>
                  </a:cubicBezTo>
                  <a:cubicBezTo>
                    <a:pt x="1011" y="251"/>
                    <a:pt x="1011" y="247"/>
                    <a:pt x="1012" y="247"/>
                  </a:cubicBezTo>
                  <a:cubicBezTo>
                    <a:pt x="1012" y="247"/>
                    <a:pt x="1013" y="253"/>
                    <a:pt x="1014" y="268"/>
                  </a:cubicBezTo>
                  <a:cubicBezTo>
                    <a:pt x="1014" y="278"/>
                    <a:pt x="1015" y="282"/>
                    <a:pt x="1015" y="282"/>
                  </a:cubicBezTo>
                  <a:cubicBezTo>
                    <a:pt x="1015" y="282"/>
                    <a:pt x="1015" y="280"/>
                    <a:pt x="1015" y="277"/>
                  </a:cubicBezTo>
                  <a:cubicBezTo>
                    <a:pt x="1017" y="270"/>
                    <a:pt x="1018" y="264"/>
                    <a:pt x="1019" y="264"/>
                  </a:cubicBezTo>
                  <a:cubicBezTo>
                    <a:pt x="1020" y="264"/>
                    <a:pt x="1020" y="265"/>
                    <a:pt x="1021" y="268"/>
                  </a:cubicBezTo>
                  <a:cubicBezTo>
                    <a:pt x="1022" y="268"/>
                    <a:pt x="1024" y="268"/>
                    <a:pt x="1024" y="251"/>
                  </a:cubicBezTo>
                  <a:cubicBezTo>
                    <a:pt x="1024" y="243"/>
                    <a:pt x="1027" y="243"/>
                    <a:pt x="1028" y="243"/>
                  </a:cubicBezTo>
                  <a:cubicBezTo>
                    <a:pt x="1028" y="249"/>
                    <a:pt x="1028" y="254"/>
                    <a:pt x="1027" y="260"/>
                  </a:cubicBezTo>
                  <a:lnTo>
                    <a:pt x="1030" y="260"/>
                  </a:lnTo>
                  <a:cubicBezTo>
                    <a:pt x="1031" y="260"/>
                    <a:pt x="1034" y="269"/>
                    <a:pt x="1034" y="277"/>
                  </a:cubicBezTo>
                  <a:cubicBezTo>
                    <a:pt x="1035" y="280"/>
                    <a:pt x="1036" y="283"/>
                    <a:pt x="1037" y="283"/>
                  </a:cubicBezTo>
                  <a:cubicBezTo>
                    <a:pt x="1037" y="283"/>
                    <a:pt x="1037" y="279"/>
                    <a:pt x="1037" y="269"/>
                  </a:cubicBezTo>
                  <a:cubicBezTo>
                    <a:pt x="1037" y="252"/>
                    <a:pt x="1037" y="252"/>
                    <a:pt x="1040" y="252"/>
                  </a:cubicBezTo>
                  <a:cubicBezTo>
                    <a:pt x="1041" y="252"/>
                    <a:pt x="1043" y="252"/>
                    <a:pt x="1043" y="260"/>
                  </a:cubicBezTo>
                  <a:cubicBezTo>
                    <a:pt x="1043" y="269"/>
                    <a:pt x="1043" y="269"/>
                    <a:pt x="1047" y="269"/>
                  </a:cubicBezTo>
                  <a:cubicBezTo>
                    <a:pt x="1052" y="269"/>
                    <a:pt x="1057" y="244"/>
                    <a:pt x="1059" y="227"/>
                  </a:cubicBezTo>
                  <a:cubicBezTo>
                    <a:pt x="1059" y="218"/>
                    <a:pt x="1059" y="214"/>
                    <a:pt x="1059" y="214"/>
                  </a:cubicBezTo>
                  <a:cubicBezTo>
                    <a:pt x="1060" y="214"/>
                    <a:pt x="1060" y="218"/>
                    <a:pt x="1061" y="227"/>
                  </a:cubicBezTo>
                  <a:cubicBezTo>
                    <a:pt x="1061" y="235"/>
                    <a:pt x="1063" y="235"/>
                    <a:pt x="1065" y="235"/>
                  </a:cubicBezTo>
                  <a:cubicBezTo>
                    <a:pt x="1065" y="233"/>
                    <a:pt x="1065" y="232"/>
                    <a:pt x="1065" y="232"/>
                  </a:cubicBezTo>
                  <a:lnTo>
                    <a:pt x="1065" y="232"/>
                  </a:lnTo>
                  <a:cubicBezTo>
                    <a:pt x="1065" y="232"/>
                    <a:pt x="1066" y="235"/>
                    <a:pt x="1065" y="235"/>
                  </a:cubicBezTo>
                  <a:cubicBezTo>
                    <a:pt x="1065" y="244"/>
                    <a:pt x="1063" y="244"/>
                    <a:pt x="1061" y="244"/>
                  </a:cubicBezTo>
                  <a:lnTo>
                    <a:pt x="1061" y="252"/>
                  </a:lnTo>
                  <a:cubicBezTo>
                    <a:pt x="1062" y="261"/>
                    <a:pt x="1063" y="266"/>
                    <a:pt x="1064" y="266"/>
                  </a:cubicBezTo>
                  <a:cubicBezTo>
                    <a:pt x="1065" y="266"/>
                    <a:pt x="1065" y="261"/>
                    <a:pt x="1066" y="253"/>
                  </a:cubicBezTo>
                  <a:cubicBezTo>
                    <a:pt x="1067" y="249"/>
                    <a:pt x="1068" y="246"/>
                    <a:pt x="1068" y="246"/>
                  </a:cubicBezTo>
                  <a:cubicBezTo>
                    <a:pt x="1068" y="246"/>
                    <a:pt x="1069" y="249"/>
                    <a:pt x="1069" y="253"/>
                  </a:cubicBezTo>
                  <a:cubicBezTo>
                    <a:pt x="1071" y="259"/>
                    <a:pt x="1072" y="265"/>
                    <a:pt x="1072" y="265"/>
                  </a:cubicBezTo>
                  <a:cubicBezTo>
                    <a:pt x="1073" y="265"/>
                    <a:pt x="1073" y="264"/>
                    <a:pt x="1073" y="261"/>
                  </a:cubicBezTo>
                  <a:cubicBezTo>
                    <a:pt x="1073" y="261"/>
                    <a:pt x="1076" y="261"/>
                    <a:pt x="1078" y="270"/>
                  </a:cubicBezTo>
                  <a:cubicBezTo>
                    <a:pt x="1082" y="270"/>
                    <a:pt x="1084" y="270"/>
                    <a:pt x="1084" y="262"/>
                  </a:cubicBezTo>
                  <a:cubicBezTo>
                    <a:pt x="1084" y="253"/>
                    <a:pt x="1085" y="253"/>
                    <a:pt x="1087" y="253"/>
                  </a:cubicBezTo>
                  <a:cubicBezTo>
                    <a:pt x="1088" y="253"/>
                    <a:pt x="1091" y="253"/>
                    <a:pt x="1091" y="245"/>
                  </a:cubicBezTo>
                  <a:cubicBezTo>
                    <a:pt x="1091" y="237"/>
                    <a:pt x="1092" y="228"/>
                    <a:pt x="1095" y="228"/>
                  </a:cubicBezTo>
                  <a:cubicBezTo>
                    <a:pt x="1095" y="228"/>
                    <a:pt x="1095" y="228"/>
                    <a:pt x="1095" y="228"/>
                  </a:cubicBezTo>
                  <a:cubicBezTo>
                    <a:pt x="1097" y="225"/>
                    <a:pt x="1098" y="222"/>
                    <a:pt x="1099" y="222"/>
                  </a:cubicBezTo>
                  <a:cubicBezTo>
                    <a:pt x="1100" y="222"/>
                    <a:pt x="1100" y="227"/>
                    <a:pt x="1101" y="236"/>
                  </a:cubicBezTo>
                  <a:cubicBezTo>
                    <a:pt x="1101" y="245"/>
                    <a:pt x="1103" y="245"/>
                    <a:pt x="1104" y="245"/>
                  </a:cubicBezTo>
                  <a:cubicBezTo>
                    <a:pt x="1104" y="245"/>
                    <a:pt x="1106" y="245"/>
                    <a:pt x="1107" y="254"/>
                  </a:cubicBezTo>
                  <a:cubicBezTo>
                    <a:pt x="1108" y="256"/>
                    <a:pt x="1109" y="257"/>
                    <a:pt x="1109" y="257"/>
                  </a:cubicBezTo>
                  <a:cubicBezTo>
                    <a:pt x="1110" y="257"/>
                    <a:pt x="1110" y="252"/>
                    <a:pt x="1110" y="245"/>
                  </a:cubicBezTo>
                  <a:lnTo>
                    <a:pt x="1110" y="228"/>
                  </a:lnTo>
                  <a:cubicBezTo>
                    <a:pt x="1112" y="237"/>
                    <a:pt x="1113" y="245"/>
                    <a:pt x="1113" y="254"/>
                  </a:cubicBezTo>
                  <a:cubicBezTo>
                    <a:pt x="1114" y="263"/>
                    <a:pt x="1114" y="267"/>
                    <a:pt x="1114" y="267"/>
                  </a:cubicBezTo>
                  <a:cubicBezTo>
                    <a:pt x="1114" y="267"/>
                    <a:pt x="1114" y="263"/>
                    <a:pt x="1114" y="254"/>
                  </a:cubicBezTo>
                  <a:cubicBezTo>
                    <a:pt x="1114" y="248"/>
                    <a:pt x="1115" y="242"/>
                    <a:pt x="1117" y="242"/>
                  </a:cubicBezTo>
                  <a:cubicBezTo>
                    <a:pt x="1118" y="242"/>
                    <a:pt x="1119" y="244"/>
                    <a:pt x="1120" y="246"/>
                  </a:cubicBezTo>
                  <a:cubicBezTo>
                    <a:pt x="1123" y="246"/>
                    <a:pt x="1126" y="246"/>
                    <a:pt x="1126" y="254"/>
                  </a:cubicBezTo>
                  <a:cubicBezTo>
                    <a:pt x="1127" y="257"/>
                    <a:pt x="1128" y="258"/>
                    <a:pt x="1128" y="258"/>
                  </a:cubicBezTo>
                  <a:cubicBezTo>
                    <a:pt x="1129" y="258"/>
                    <a:pt x="1130" y="255"/>
                    <a:pt x="1130" y="255"/>
                  </a:cubicBezTo>
                  <a:cubicBezTo>
                    <a:pt x="1131" y="251"/>
                    <a:pt x="1132" y="249"/>
                    <a:pt x="1133" y="249"/>
                  </a:cubicBezTo>
                  <a:cubicBezTo>
                    <a:pt x="1135" y="249"/>
                    <a:pt x="1137" y="251"/>
                    <a:pt x="1139" y="255"/>
                  </a:cubicBezTo>
                  <a:cubicBezTo>
                    <a:pt x="1143" y="264"/>
                    <a:pt x="1146" y="268"/>
                    <a:pt x="1147" y="268"/>
                  </a:cubicBezTo>
                  <a:cubicBezTo>
                    <a:pt x="1148" y="268"/>
                    <a:pt x="1148" y="264"/>
                    <a:pt x="1148" y="255"/>
                  </a:cubicBezTo>
                  <a:cubicBezTo>
                    <a:pt x="1148" y="250"/>
                    <a:pt x="1148" y="245"/>
                    <a:pt x="1148" y="245"/>
                  </a:cubicBezTo>
                  <a:cubicBezTo>
                    <a:pt x="1148" y="245"/>
                    <a:pt x="1148" y="248"/>
                    <a:pt x="1149" y="255"/>
                  </a:cubicBezTo>
                  <a:cubicBezTo>
                    <a:pt x="1150" y="258"/>
                    <a:pt x="1150" y="259"/>
                    <a:pt x="1151" y="259"/>
                  </a:cubicBezTo>
                  <a:cubicBezTo>
                    <a:pt x="1153" y="259"/>
                    <a:pt x="1154" y="253"/>
                    <a:pt x="1157" y="247"/>
                  </a:cubicBezTo>
                  <a:cubicBezTo>
                    <a:pt x="1158" y="236"/>
                    <a:pt x="1159" y="225"/>
                    <a:pt x="1158" y="213"/>
                  </a:cubicBezTo>
                  <a:cubicBezTo>
                    <a:pt x="1158" y="203"/>
                    <a:pt x="1158" y="199"/>
                    <a:pt x="1159" y="199"/>
                  </a:cubicBezTo>
                  <a:cubicBezTo>
                    <a:pt x="1159" y="199"/>
                    <a:pt x="1160" y="201"/>
                    <a:pt x="1161" y="205"/>
                  </a:cubicBezTo>
                  <a:cubicBezTo>
                    <a:pt x="1163" y="205"/>
                    <a:pt x="1165" y="214"/>
                    <a:pt x="1165" y="222"/>
                  </a:cubicBezTo>
                  <a:cubicBezTo>
                    <a:pt x="1165" y="231"/>
                    <a:pt x="1163" y="231"/>
                    <a:pt x="1163" y="231"/>
                  </a:cubicBezTo>
                  <a:lnTo>
                    <a:pt x="1161" y="231"/>
                  </a:lnTo>
                  <a:cubicBezTo>
                    <a:pt x="1161" y="238"/>
                    <a:pt x="1161" y="247"/>
                    <a:pt x="1165" y="247"/>
                  </a:cubicBezTo>
                  <a:cubicBezTo>
                    <a:pt x="1166" y="252"/>
                    <a:pt x="1167" y="254"/>
                    <a:pt x="1167" y="254"/>
                  </a:cubicBezTo>
                  <a:cubicBezTo>
                    <a:pt x="1168" y="254"/>
                    <a:pt x="1169" y="252"/>
                    <a:pt x="1169" y="247"/>
                  </a:cubicBezTo>
                  <a:cubicBezTo>
                    <a:pt x="1170" y="256"/>
                    <a:pt x="1174" y="256"/>
                    <a:pt x="1177" y="256"/>
                  </a:cubicBezTo>
                  <a:cubicBezTo>
                    <a:pt x="1178" y="256"/>
                    <a:pt x="1178" y="256"/>
                    <a:pt x="1179" y="256"/>
                  </a:cubicBezTo>
                  <a:cubicBezTo>
                    <a:pt x="1183" y="256"/>
                    <a:pt x="1187" y="260"/>
                    <a:pt x="1188" y="265"/>
                  </a:cubicBezTo>
                  <a:cubicBezTo>
                    <a:pt x="1192" y="265"/>
                    <a:pt x="1193" y="265"/>
                    <a:pt x="1193" y="258"/>
                  </a:cubicBezTo>
                  <a:cubicBezTo>
                    <a:pt x="1193" y="247"/>
                    <a:pt x="1193" y="243"/>
                    <a:pt x="1194" y="243"/>
                  </a:cubicBezTo>
                  <a:cubicBezTo>
                    <a:pt x="1195" y="243"/>
                    <a:pt x="1195" y="245"/>
                    <a:pt x="1195" y="249"/>
                  </a:cubicBezTo>
                  <a:cubicBezTo>
                    <a:pt x="1196" y="259"/>
                    <a:pt x="1205" y="267"/>
                    <a:pt x="1212" y="267"/>
                  </a:cubicBezTo>
                  <a:cubicBezTo>
                    <a:pt x="1216" y="267"/>
                    <a:pt x="1220" y="264"/>
                    <a:pt x="1221" y="258"/>
                  </a:cubicBezTo>
                  <a:lnTo>
                    <a:pt x="1224" y="259"/>
                  </a:lnTo>
                  <a:cubicBezTo>
                    <a:pt x="1226" y="263"/>
                    <a:pt x="1229" y="265"/>
                    <a:pt x="1233" y="265"/>
                  </a:cubicBezTo>
                  <a:cubicBezTo>
                    <a:pt x="1236" y="265"/>
                    <a:pt x="1239" y="263"/>
                    <a:pt x="1240" y="259"/>
                  </a:cubicBezTo>
                  <a:lnTo>
                    <a:pt x="1245" y="259"/>
                  </a:lnTo>
                  <a:cubicBezTo>
                    <a:pt x="1247" y="263"/>
                    <a:pt x="1248" y="265"/>
                    <a:pt x="1249" y="265"/>
                  </a:cubicBezTo>
                  <a:cubicBezTo>
                    <a:pt x="1250" y="265"/>
                    <a:pt x="1251" y="263"/>
                    <a:pt x="1252" y="259"/>
                  </a:cubicBezTo>
                  <a:cubicBezTo>
                    <a:pt x="1253" y="253"/>
                    <a:pt x="1253" y="247"/>
                    <a:pt x="1253" y="247"/>
                  </a:cubicBezTo>
                  <a:cubicBezTo>
                    <a:pt x="1253" y="247"/>
                    <a:pt x="1253" y="248"/>
                    <a:pt x="1253" y="251"/>
                  </a:cubicBezTo>
                  <a:cubicBezTo>
                    <a:pt x="1253" y="260"/>
                    <a:pt x="1257" y="260"/>
                    <a:pt x="1264" y="260"/>
                  </a:cubicBezTo>
                  <a:cubicBezTo>
                    <a:pt x="1271" y="260"/>
                    <a:pt x="1271" y="260"/>
                    <a:pt x="1269" y="251"/>
                  </a:cubicBezTo>
                  <a:cubicBezTo>
                    <a:pt x="1271" y="249"/>
                    <a:pt x="1273" y="248"/>
                    <a:pt x="1274" y="248"/>
                  </a:cubicBezTo>
                  <a:cubicBezTo>
                    <a:pt x="1277" y="248"/>
                    <a:pt x="1276" y="254"/>
                    <a:pt x="1276" y="260"/>
                  </a:cubicBezTo>
                  <a:cubicBezTo>
                    <a:pt x="1275" y="268"/>
                    <a:pt x="1276" y="272"/>
                    <a:pt x="1276" y="272"/>
                  </a:cubicBezTo>
                  <a:cubicBezTo>
                    <a:pt x="1277" y="272"/>
                    <a:pt x="1279" y="266"/>
                    <a:pt x="1280" y="252"/>
                  </a:cubicBezTo>
                  <a:cubicBezTo>
                    <a:pt x="1281" y="242"/>
                    <a:pt x="1282" y="238"/>
                    <a:pt x="1283" y="238"/>
                  </a:cubicBezTo>
                  <a:cubicBezTo>
                    <a:pt x="1284" y="238"/>
                    <a:pt x="1285" y="240"/>
                    <a:pt x="1285" y="243"/>
                  </a:cubicBezTo>
                  <a:cubicBezTo>
                    <a:pt x="1285" y="252"/>
                    <a:pt x="1284" y="252"/>
                    <a:pt x="1281" y="252"/>
                  </a:cubicBezTo>
                  <a:lnTo>
                    <a:pt x="1281" y="269"/>
                  </a:lnTo>
                  <a:cubicBezTo>
                    <a:pt x="1284" y="269"/>
                    <a:pt x="1284" y="269"/>
                    <a:pt x="1285" y="261"/>
                  </a:cubicBezTo>
                  <a:cubicBezTo>
                    <a:pt x="1285" y="261"/>
                    <a:pt x="1287" y="261"/>
                    <a:pt x="1288" y="252"/>
                  </a:cubicBezTo>
                  <a:cubicBezTo>
                    <a:pt x="1290" y="244"/>
                    <a:pt x="1290" y="235"/>
                    <a:pt x="1288" y="226"/>
                  </a:cubicBezTo>
                  <a:cubicBezTo>
                    <a:pt x="1287" y="218"/>
                    <a:pt x="1288" y="218"/>
                    <a:pt x="1290" y="218"/>
                  </a:cubicBezTo>
                  <a:cubicBezTo>
                    <a:pt x="1294" y="226"/>
                    <a:pt x="1294" y="235"/>
                    <a:pt x="1291" y="244"/>
                  </a:cubicBezTo>
                  <a:cubicBezTo>
                    <a:pt x="1290" y="244"/>
                    <a:pt x="1290" y="252"/>
                    <a:pt x="1290" y="261"/>
                  </a:cubicBezTo>
                  <a:cubicBezTo>
                    <a:pt x="1290" y="262"/>
                    <a:pt x="1291" y="263"/>
                    <a:pt x="1291" y="263"/>
                  </a:cubicBezTo>
                  <a:cubicBezTo>
                    <a:pt x="1293" y="263"/>
                    <a:pt x="1299" y="249"/>
                    <a:pt x="1300" y="235"/>
                  </a:cubicBezTo>
                  <a:lnTo>
                    <a:pt x="1300" y="244"/>
                  </a:lnTo>
                  <a:cubicBezTo>
                    <a:pt x="1300" y="252"/>
                    <a:pt x="1304" y="253"/>
                    <a:pt x="1307" y="253"/>
                  </a:cubicBezTo>
                  <a:cubicBezTo>
                    <a:pt x="1310" y="253"/>
                    <a:pt x="1313" y="253"/>
                    <a:pt x="1313" y="244"/>
                  </a:cubicBezTo>
                  <a:cubicBezTo>
                    <a:pt x="1313" y="236"/>
                    <a:pt x="1313" y="227"/>
                    <a:pt x="1315" y="227"/>
                  </a:cubicBezTo>
                  <a:cubicBezTo>
                    <a:pt x="1313" y="227"/>
                    <a:pt x="1313" y="218"/>
                    <a:pt x="1313" y="210"/>
                  </a:cubicBezTo>
                  <a:lnTo>
                    <a:pt x="1313" y="210"/>
                  </a:lnTo>
                  <a:cubicBezTo>
                    <a:pt x="1315" y="216"/>
                    <a:pt x="1317" y="222"/>
                    <a:pt x="1318" y="227"/>
                  </a:cubicBezTo>
                  <a:cubicBezTo>
                    <a:pt x="1322" y="245"/>
                    <a:pt x="1325" y="253"/>
                    <a:pt x="1332" y="253"/>
                  </a:cubicBezTo>
                  <a:cubicBezTo>
                    <a:pt x="1337" y="253"/>
                    <a:pt x="1342" y="258"/>
                    <a:pt x="1342" y="262"/>
                  </a:cubicBezTo>
                  <a:cubicBezTo>
                    <a:pt x="1343" y="262"/>
                    <a:pt x="1343" y="262"/>
                    <a:pt x="1344" y="262"/>
                  </a:cubicBezTo>
                  <a:cubicBezTo>
                    <a:pt x="1346" y="262"/>
                    <a:pt x="1347" y="261"/>
                    <a:pt x="1347" y="254"/>
                  </a:cubicBezTo>
                  <a:lnTo>
                    <a:pt x="1351" y="254"/>
                  </a:lnTo>
                  <a:cubicBezTo>
                    <a:pt x="1352" y="259"/>
                    <a:pt x="1353" y="261"/>
                    <a:pt x="1354" y="261"/>
                  </a:cubicBezTo>
                  <a:cubicBezTo>
                    <a:pt x="1356" y="261"/>
                    <a:pt x="1356" y="259"/>
                    <a:pt x="1356" y="254"/>
                  </a:cubicBezTo>
                  <a:cubicBezTo>
                    <a:pt x="1357" y="252"/>
                    <a:pt x="1357" y="251"/>
                    <a:pt x="1358" y="251"/>
                  </a:cubicBezTo>
                  <a:cubicBezTo>
                    <a:pt x="1359" y="251"/>
                    <a:pt x="1360" y="254"/>
                    <a:pt x="1361" y="254"/>
                  </a:cubicBezTo>
                  <a:cubicBezTo>
                    <a:pt x="1362" y="262"/>
                    <a:pt x="1363" y="267"/>
                    <a:pt x="1364" y="267"/>
                  </a:cubicBezTo>
                  <a:cubicBezTo>
                    <a:pt x="1364" y="267"/>
                    <a:pt x="1364" y="260"/>
                    <a:pt x="1363" y="246"/>
                  </a:cubicBezTo>
                  <a:cubicBezTo>
                    <a:pt x="1363" y="237"/>
                    <a:pt x="1360" y="230"/>
                    <a:pt x="1358" y="230"/>
                  </a:cubicBezTo>
                  <a:lnTo>
                    <a:pt x="1353" y="228"/>
                  </a:lnTo>
                  <a:lnTo>
                    <a:pt x="1358" y="221"/>
                  </a:lnTo>
                  <a:cubicBezTo>
                    <a:pt x="1360" y="221"/>
                    <a:pt x="1363" y="212"/>
                    <a:pt x="1363" y="204"/>
                  </a:cubicBezTo>
                  <a:cubicBezTo>
                    <a:pt x="1363" y="204"/>
                    <a:pt x="1363" y="195"/>
                    <a:pt x="1364" y="195"/>
                  </a:cubicBezTo>
                  <a:lnTo>
                    <a:pt x="1364" y="213"/>
                  </a:lnTo>
                  <a:cubicBezTo>
                    <a:pt x="1363" y="221"/>
                    <a:pt x="1363" y="230"/>
                    <a:pt x="1363" y="237"/>
                  </a:cubicBezTo>
                  <a:cubicBezTo>
                    <a:pt x="1364" y="248"/>
                    <a:pt x="1366" y="256"/>
                    <a:pt x="1368" y="256"/>
                  </a:cubicBezTo>
                  <a:cubicBezTo>
                    <a:pt x="1369" y="256"/>
                    <a:pt x="1370" y="253"/>
                    <a:pt x="1370" y="246"/>
                  </a:cubicBezTo>
                  <a:cubicBezTo>
                    <a:pt x="1372" y="246"/>
                    <a:pt x="1372" y="246"/>
                    <a:pt x="1373" y="255"/>
                  </a:cubicBezTo>
                  <a:cubicBezTo>
                    <a:pt x="1373" y="259"/>
                    <a:pt x="1374" y="261"/>
                    <a:pt x="1374" y="261"/>
                  </a:cubicBezTo>
                  <a:cubicBezTo>
                    <a:pt x="1375" y="261"/>
                    <a:pt x="1376" y="257"/>
                    <a:pt x="1377" y="246"/>
                  </a:cubicBezTo>
                  <a:cubicBezTo>
                    <a:pt x="1378" y="238"/>
                    <a:pt x="1379" y="234"/>
                    <a:pt x="1379" y="234"/>
                  </a:cubicBezTo>
                  <a:cubicBezTo>
                    <a:pt x="1380" y="234"/>
                    <a:pt x="1381" y="238"/>
                    <a:pt x="1382" y="247"/>
                  </a:cubicBezTo>
                  <a:cubicBezTo>
                    <a:pt x="1384" y="257"/>
                    <a:pt x="1387" y="261"/>
                    <a:pt x="1389" y="261"/>
                  </a:cubicBezTo>
                  <a:cubicBezTo>
                    <a:pt x="1391" y="261"/>
                    <a:pt x="1392" y="259"/>
                    <a:pt x="1392" y="255"/>
                  </a:cubicBezTo>
                  <a:cubicBezTo>
                    <a:pt x="1392" y="246"/>
                    <a:pt x="1394" y="241"/>
                    <a:pt x="1396" y="241"/>
                  </a:cubicBezTo>
                  <a:cubicBezTo>
                    <a:pt x="1398" y="241"/>
                    <a:pt x="1399" y="244"/>
                    <a:pt x="1400" y="247"/>
                  </a:cubicBezTo>
                  <a:cubicBezTo>
                    <a:pt x="1401" y="252"/>
                    <a:pt x="1402" y="254"/>
                    <a:pt x="1402" y="254"/>
                  </a:cubicBezTo>
                  <a:cubicBezTo>
                    <a:pt x="1403" y="254"/>
                    <a:pt x="1404" y="252"/>
                    <a:pt x="1405" y="247"/>
                  </a:cubicBezTo>
                  <a:cubicBezTo>
                    <a:pt x="1405" y="254"/>
                    <a:pt x="1406" y="260"/>
                    <a:pt x="1407" y="260"/>
                  </a:cubicBezTo>
                  <a:cubicBezTo>
                    <a:pt x="1407" y="260"/>
                    <a:pt x="1408" y="259"/>
                    <a:pt x="1408" y="256"/>
                  </a:cubicBezTo>
                  <a:cubicBezTo>
                    <a:pt x="1408" y="256"/>
                    <a:pt x="1410" y="256"/>
                    <a:pt x="1408" y="247"/>
                  </a:cubicBezTo>
                  <a:cubicBezTo>
                    <a:pt x="1408" y="247"/>
                    <a:pt x="1410" y="240"/>
                    <a:pt x="1411" y="231"/>
                  </a:cubicBezTo>
                  <a:cubicBezTo>
                    <a:pt x="1410" y="231"/>
                    <a:pt x="1410" y="223"/>
                    <a:pt x="1410" y="214"/>
                  </a:cubicBezTo>
                  <a:cubicBezTo>
                    <a:pt x="1410" y="212"/>
                    <a:pt x="1411" y="211"/>
                    <a:pt x="1411" y="211"/>
                  </a:cubicBezTo>
                  <a:cubicBezTo>
                    <a:pt x="1413" y="211"/>
                    <a:pt x="1418" y="220"/>
                    <a:pt x="1420" y="240"/>
                  </a:cubicBezTo>
                  <a:lnTo>
                    <a:pt x="1424" y="258"/>
                  </a:lnTo>
                  <a:lnTo>
                    <a:pt x="1424" y="240"/>
                  </a:lnTo>
                  <a:cubicBezTo>
                    <a:pt x="1426" y="240"/>
                    <a:pt x="1427" y="241"/>
                    <a:pt x="1427" y="249"/>
                  </a:cubicBezTo>
                  <a:cubicBezTo>
                    <a:pt x="1427" y="258"/>
                    <a:pt x="1427" y="258"/>
                    <a:pt x="1429" y="258"/>
                  </a:cubicBezTo>
                  <a:cubicBezTo>
                    <a:pt x="1429" y="258"/>
                    <a:pt x="1430" y="258"/>
                    <a:pt x="1430" y="249"/>
                  </a:cubicBezTo>
                  <a:cubicBezTo>
                    <a:pt x="1430" y="239"/>
                    <a:pt x="1430" y="235"/>
                    <a:pt x="1431" y="235"/>
                  </a:cubicBezTo>
                  <a:cubicBezTo>
                    <a:pt x="1431" y="235"/>
                    <a:pt x="1432" y="237"/>
                    <a:pt x="1433" y="241"/>
                  </a:cubicBezTo>
                  <a:cubicBezTo>
                    <a:pt x="1433" y="249"/>
                    <a:pt x="1434" y="253"/>
                    <a:pt x="1435" y="253"/>
                  </a:cubicBezTo>
                  <a:cubicBezTo>
                    <a:pt x="1436" y="253"/>
                    <a:pt x="1437" y="249"/>
                    <a:pt x="1438" y="241"/>
                  </a:cubicBezTo>
                  <a:cubicBezTo>
                    <a:pt x="1438" y="232"/>
                    <a:pt x="1438" y="228"/>
                    <a:pt x="1438" y="228"/>
                  </a:cubicBezTo>
                  <a:cubicBezTo>
                    <a:pt x="1439" y="228"/>
                    <a:pt x="1439" y="232"/>
                    <a:pt x="1439" y="241"/>
                  </a:cubicBezTo>
                  <a:cubicBezTo>
                    <a:pt x="1439" y="250"/>
                    <a:pt x="1442" y="258"/>
                    <a:pt x="1443" y="258"/>
                  </a:cubicBezTo>
                  <a:lnTo>
                    <a:pt x="1443" y="250"/>
                  </a:lnTo>
                  <a:cubicBezTo>
                    <a:pt x="1443" y="239"/>
                    <a:pt x="1444" y="235"/>
                    <a:pt x="1444" y="235"/>
                  </a:cubicBezTo>
                  <a:cubicBezTo>
                    <a:pt x="1445" y="235"/>
                    <a:pt x="1446" y="237"/>
                    <a:pt x="1446" y="241"/>
                  </a:cubicBezTo>
                  <a:cubicBezTo>
                    <a:pt x="1446" y="245"/>
                    <a:pt x="1447" y="247"/>
                    <a:pt x="1448" y="247"/>
                  </a:cubicBezTo>
                  <a:cubicBezTo>
                    <a:pt x="1449" y="247"/>
                    <a:pt x="1450" y="245"/>
                    <a:pt x="1452" y="241"/>
                  </a:cubicBezTo>
                  <a:cubicBezTo>
                    <a:pt x="1455" y="241"/>
                    <a:pt x="1457" y="242"/>
                    <a:pt x="1457" y="250"/>
                  </a:cubicBezTo>
                  <a:cubicBezTo>
                    <a:pt x="1457" y="258"/>
                    <a:pt x="1457" y="262"/>
                    <a:pt x="1458" y="262"/>
                  </a:cubicBezTo>
                  <a:cubicBezTo>
                    <a:pt x="1458" y="262"/>
                    <a:pt x="1458" y="258"/>
                    <a:pt x="1459" y="250"/>
                  </a:cubicBezTo>
                  <a:cubicBezTo>
                    <a:pt x="1460" y="246"/>
                    <a:pt x="1460" y="244"/>
                    <a:pt x="1461" y="244"/>
                  </a:cubicBezTo>
                  <a:cubicBezTo>
                    <a:pt x="1462" y="244"/>
                    <a:pt x="1462" y="246"/>
                    <a:pt x="1464" y="250"/>
                  </a:cubicBezTo>
                  <a:cubicBezTo>
                    <a:pt x="1465" y="254"/>
                    <a:pt x="1465" y="256"/>
                    <a:pt x="1465" y="256"/>
                  </a:cubicBezTo>
                  <a:cubicBezTo>
                    <a:pt x="1466" y="256"/>
                    <a:pt x="1466" y="254"/>
                    <a:pt x="1467" y="250"/>
                  </a:cubicBezTo>
                  <a:cubicBezTo>
                    <a:pt x="1467" y="233"/>
                    <a:pt x="1467" y="225"/>
                    <a:pt x="1465" y="225"/>
                  </a:cubicBezTo>
                  <a:cubicBezTo>
                    <a:pt x="1464" y="224"/>
                    <a:pt x="1464" y="225"/>
                    <a:pt x="1464" y="216"/>
                  </a:cubicBezTo>
                  <a:lnTo>
                    <a:pt x="1467" y="216"/>
                  </a:lnTo>
                  <a:cubicBezTo>
                    <a:pt x="1469" y="216"/>
                    <a:pt x="1471" y="216"/>
                    <a:pt x="1474" y="208"/>
                  </a:cubicBezTo>
                  <a:cubicBezTo>
                    <a:pt x="1477" y="201"/>
                    <a:pt x="1478" y="189"/>
                    <a:pt x="1477" y="189"/>
                  </a:cubicBezTo>
                  <a:lnTo>
                    <a:pt x="1477" y="189"/>
                  </a:lnTo>
                  <a:cubicBezTo>
                    <a:pt x="1477" y="189"/>
                    <a:pt x="1476" y="190"/>
                    <a:pt x="1475" y="191"/>
                  </a:cubicBezTo>
                  <a:lnTo>
                    <a:pt x="1473" y="182"/>
                  </a:lnTo>
                  <a:cubicBezTo>
                    <a:pt x="1473" y="170"/>
                    <a:pt x="1472" y="163"/>
                    <a:pt x="1471" y="163"/>
                  </a:cubicBezTo>
                  <a:cubicBezTo>
                    <a:pt x="1471" y="163"/>
                    <a:pt x="1470" y="170"/>
                    <a:pt x="1470" y="182"/>
                  </a:cubicBezTo>
                  <a:cubicBezTo>
                    <a:pt x="1470" y="197"/>
                    <a:pt x="1470" y="203"/>
                    <a:pt x="1469" y="203"/>
                  </a:cubicBezTo>
                  <a:cubicBezTo>
                    <a:pt x="1469" y="203"/>
                    <a:pt x="1468" y="199"/>
                    <a:pt x="1467" y="191"/>
                  </a:cubicBezTo>
                  <a:cubicBezTo>
                    <a:pt x="1467" y="173"/>
                    <a:pt x="1466" y="173"/>
                    <a:pt x="1464" y="173"/>
                  </a:cubicBezTo>
                  <a:cubicBezTo>
                    <a:pt x="1463" y="173"/>
                    <a:pt x="1463" y="173"/>
                    <a:pt x="1463" y="166"/>
                  </a:cubicBezTo>
                  <a:cubicBezTo>
                    <a:pt x="1463" y="157"/>
                    <a:pt x="1461" y="148"/>
                    <a:pt x="1460" y="148"/>
                  </a:cubicBezTo>
                  <a:cubicBezTo>
                    <a:pt x="1457" y="148"/>
                    <a:pt x="1457" y="148"/>
                    <a:pt x="1457" y="157"/>
                  </a:cubicBezTo>
                  <a:cubicBezTo>
                    <a:pt x="1458" y="160"/>
                    <a:pt x="1458" y="162"/>
                    <a:pt x="1458" y="162"/>
                  </a:cubicBezTo>
                  <a:cubicBezTo>
                    <a:pt x="1457" y="162"/>
                    <a:pt x="1455" y="158"/>
                    <a:pt x="1454" y="148"/>
                  </a:cubicBezTo>
                  <a:cubicBezTo>
                    <a:pt x="1454" y="144"/>
                    <a:pt x="1453" y="142"/>
                    <a:pt x="1453" y="142"/>
                  </a:cubicBezTo>
                  <a:cubicBezTo>
                    <a:pt x="1453" y="142"/>
                    <a:pt x="1453" y="146"/>
                    <a:pt x="1453" y="157"/>
                  </a:cubicBezTo>
                  <a:cubicBezTo>
                    <a:pt x="1453" y="165"/>
                    <a:pt x="1452" y="169"/>
                    <a:pt x="1451" y="169"/>
                  </a:cubicBezTo>
                  <a:cubicBezTo>
                    <a:pt x="1449" y="169"/>
                    <a:pt x="1448" y="165"/>
                    <a:pt x="1447" y="155"/>
                  </a:cubicBezTo>
                  <a:lnTo>
                    <a:pt x="1444" y="155"/>
                  </a:lnTo>
                  <a:cubicBezTo>
                    <a:pt x="1442" y="155"/>
                    <a:pt x="1442" y="164"/>
                    <a:pt x="1442" y="172"/>
                  </a:cubicBezTo>
                  <a:cubicBezTo>
                    <a:pt x="1442" y="183"/>
                    <a:pt x="1442" y="187"/>
                    <a:pt x="1441" y="187"/>
                  </a:cubicBezTo>
                  <a:cubicBezTo>
                    <a:pt x="1441" y="187"/>
                    <a:pt x="1441" y="185"/>
                    <a:pt x="1441" y="181"/>
                  </a:cubicBezTo>
                  <a:cubicBezTo>
                    <a:pt x="1439" y="176"/>
                    <a:pt x="1438" y="170"/>
                    <a:pt x="1438" y="164"/>
                  </a:cubicBezTo>
                  <a:cubicBezTo>
                    <a:pt x="1438" y="155"/>
                    <a:pt x="1437" y="155"/>
                    <a:pt x="1435" y="155"/>
                  </a:cubicBezTo>
                  <a:cubicBezTo>
                    <a:pt x="1434" y="155"/>
                    <a:pt x="1429" y="155"/>
                    <a:pt x="1429" y="163"/>
                  </a:cubicBezTo>
                  <a:cubicBezTo>
                    <a:pt x="1429" y="161"/>
                    <a:pt x="1429" y="158"/>
                    <a:pt x="1429" y="155"/>
                  </a:cubicBezTo>
                  <a:cubicBezTo>
                    <a:pt x="1429" y="155"/>
                    <a:pt x="1428" y="151"/>
                    <a:pt x="1428" y="151"/>
                  </a:cubicBezTo>
                  <a:cubicBezTo>
                    <a:pt x="1428" y="151"/>
                    <a:pt x="1428" y="152"/>
                    <a:pt x="1428" y="155"/>
                  </a:cubicBezTo>
                  <a:cubicBezTo>
                    <a:pt x="1428" y="155"/>
                    <a:pt x="1426" y="155"/>
                    <a:pt x="1423" y="147"/>
                  </a:cubicBezTo>
                  <a:cubicBezTo>
                    <a:pt x="1422" y="145"/>
                    <a:pt x="1421" y="144"/>
                    <a:pt x="1421" y="144"/>
                  </a:cubicBezTo>
                  <a:cubicBezTo>
                    <a:pt x="1418" y="144"/>
                    <a:pt x="1415" y="158"/>
                    <a:pt x="1419" y="172"/>
                  </a:cubicBezTo>
                  <a:lnTo>
                    <a:pt x="1418" y="172"/>
                  </a:lnTo>
                  <a:cubicBezTo>
                    <a:pt x="1416" y="172"/>
                    <a:pt x="1416" y="180"/>
                    <a:pt x="1416" y="180"/>
                  </a:cubicBezTo>
                  <a:cubicBezTo>
                    <a:pt x="1416" y="189"/>
                    <a:pt x="1414" y="189"/>
                    <a:pt x="1413" y="189"/>
                  </a:cubicBezTo>
                  <a:lnTo>
                    <a:pt x="1413" y="172"/>
                  </a:lnTo>
                  <a:cubicBezTo>
                    <a:pt x="1413" y="157"/>
                    <a:pt x="1412" y="148"/>
                    <a:pt x="1411" y="148"/>
                  </a:cubicBezTo>
                  <a:cubicBezTo>
                    <a:pt x="1410" y="148"/>
                    <a:pt x="1410" y="153"/>
                    <a:pt x="1409" y="163"/>
                  </a:cubicBezTo>
                  <a:lnTo>
                    <a:pt x="1409" y="154"/>
                  </a:lnTo>
                  <a:cubicBezTo>
                    <a:pt x="1409" y="150"/>
                    <a:pt x="1409" y="148"/>
                    <a:pt x="1408" y="148"/>
                  </a:cubicBezTo>
                  <a:cubicBezTo>
                    <a:pt x="1407" y="148"/>
                    <a:pt x="1405" y="150"/>
                    <a:pt x="1404" y="154"/>
                  </a:cubicBezTo>
                  <a:cubicBezTo>
                    <a:pt x="1401" y="162"/>
                    <a:pt x="1400" y="171"/>
                    <a:pt x="1400" y="180"/>
                  </a:cubicBezTo>
                  <a:cubicBezTo>
                    <a:pt x="1400" y="188"/>
                    <a:pt x="1398" y="188"/>
                    <a:pt x="1398" y="188"/>
                  </a:cubicBezTo>
                  <a:cubicBezTo>
                    <a:pt x="1397" y="188"/>
                    <a:pt x="1397" y="188"/>
                    <a:pt x="1397" y="180"/>
                  </a:cubicBezTo>
                  <a:cubicBezTo>
                    <a:pt x="1397" y="171"/>
                    <a:pt x="1396" y="167"/>
                    <a:pt x="1395" y="167"/>
                  </a:cubicBezTo>
                  <a:cubicBezTo>
                    <a:pt x="1394" y="167"/>
                    <a:pt x="1392" y="171"/>
                    <a:pt x="1391" y="179"/>
                  </a:cubicBezTo>
                  <a:lnTo>
                    <a:pt x="1391" y="171"/>
                  </a:lnTo>
                  <a:cubicBezTo>
                    <a:pt x="1391" y="165"/>
                    <a:pt x="1391" y="159"/>
                    <a:pt x="1387" y="159"/>
                  </a:cubicBezTo>
                  <a:cubicBezTo>
                    <a:pt x="1386" y="159"/>
                    <a:pt x="1384" y="160"/>
                    <a:pt x="1381" y="162"/>
                  </a:cubicBezTo>
                  <a:cubicBezTo>
                    <a:pt x="1374" y="162"/>
                    <a:pt x="1369" y="162"/>
                    <a:pt x="1369" y="153"/>
                  </a:cubicBezTo>
                  <a:cubicBezTo>
                    <a:pt x="1369" y="152"/>
                    <a:pt x="1369" y="151"/>
                    <a:pt x="1368" y="151"/>
                  </a:cubicBezTo>
                  <a:cubicBezTo>
                    <a:pt x="1366" y="151"/>
                    <a:pt x="1361" y="164"/>
                    <a:pt x="1359" y="178"/>
                  </a:cubicBezTo>
                  <a:cubicBezTo>
                    <a:pt x="1359" y="170"/>
                    <a:pt x="1356" y="170"/>
                    <a:pt x="1353" y="170"/>
                  </a:cubicBezTo>
                  <a:cubicBezTo>
                    <a:pt x="1349" y="169"/>
                    <a:pt x="1349" y="169"/>
                    <a:pt x="1349" y="161"/>
                  </a:cubicBezTo>
                  <a:cubicBezTo>
                    <a:pt x="1349" y="153"/>
                    <a:pt x="1349" y="148"/>
                    <a:pt x="1349" y="148"/>
                  </a:cubicBezTo>
                  <a:lnTo>
                    <a:pt x="1349" y="148"/>
                  </a:lnTo>
                  <a:cubicBezTo>
                    <a:pt x="1349" y="148"/>
                    <a:pt x="1348" y="153"/>
                    <a:pt x="1346" y="161"/>
                  </a:cubicBezTo>
                  <a:cubicBezTo>
                    <a:pt x="1345" y="167"/>
                    <a:pt x="1344" y="170"/>
                    <a:pt x="1343" y="170"/>
                  </a:cubicBezTo>
                  <a:cubicBezTo>
                    <a:pt x="1341" y="170"/>
                    <a:pt x="1340" y="163"/>
                    <a:pt x="1340" y="152"/>
                  </a:cubicBezTo>
                  <a:cubicBezTo>
                    <a:pt x="1340" y="143"/>
                    <a:pt x="1337" y="143"/>
                    <a:pt x="1334" y="143"/>
                  </a:cubicBezTo>
                  <a:cubicBezTo>
                    <a:pt x="1333" y="152"/>
                    <a:pt x="1330" y="152"/>
                    <a:pt x="1325" y="152"/>
                  </a:cubicBezTo>
                  <a:cubicBezTo>
                    <a:pt x="1324" y="152"/>
                    <a:pt x="1323" y="152"/>
                    <a:pt x="1323" y="152"/>
                  </a:cubicBezTo>
                  <a:cubicBezTo>
                    <a:pt x="1321" y="152"/>
                    <a:pt x="1321" y="155"/>
                    <a:pt x="1321" y="169"/>
                  </a:cubicBezTo>
                  <a:cubicBezTo>
                    <a:pt x="1321" y="186"/>
                    <a:pt x="1318" y="186"/>
                    <a:pt x="1315" y="186"/>
                  </a:cubicBezTo>
                  <a:cubicBezTo>
                    <a:pt x="1314" y="186"/>
                    <a:pt x="1312" y="185"/>
                    <a:pt x="1312" y="177"/>
                  </a:cubicBezTo>
                  <a:cubicBezTo>
                    <a:pt x="1312" y="177"/>
                    <a:pt x="1310" y="168"/>
                    <a:pt x="1308" y="168"/>
                  </a:cubicBezTo>
                  <a:cubicBezTo>
                    <a:pt x="1306" y="168"/>
                    <a:pt x="1305" y="168"/>
                    <a:pt x="1305" y="159"/>
                  </a:cubicBezTo>
                  <a:cubicBezTo>
                    <a:pt x="1305" y="159"/>
                    <a:pt x="1303" y="151"/>
                    <a:pt x="1299" y="151"/>
                  </a:cubicBezTo>
                  <a:cubicBezTo>
                    <a:pt x="1296" y="151"/>
                    <a:pt x="1292" y="150"/>
                    <a:pt x="1292" y="142"/>
                  </a:cubicBezTo>
                  <a:cubicBezTo>
                    <a:pt x="1290" y="142"/>
                    <a:pt x="1290" y="142"/>
                    <a:pt x="1290" y="150"/>
                  </a:cubicBezTo>
                  <a:cubicBezTo>
                    <a:pt x="1290" y="156"/>
                    <a:pt x="1290" y="163"/>
                    <a:pt x="1287" y="163"/>
                  </a:cubicBezTo>
                  <a:cubicBezTo>
                    <a:pt x="1286" y="163"/>
                    <a:pt x="1284" y="161"/>
                    <a:pt x="1282" y="159"/>
                  </a:cubicBezTo>
                  <a:cubicBezTo>
                    <a:pt x="1282" y="159"/>
                    <a:pt x="1281" y="159"/>
                    <a:pt x="1280" y="159"/>
                  </a:cubicBezTo>
                  <a:cubicBezTo>
                    <a:pt x="1277" y="159"/>
                    <a:pt x="1273" y="160"/>
                    <a:pt x="1273" y="167"/>
                  </a:cubicBezTo>
                  <a:cubicBezTo>
                    <a:pt x="1271" y="167"/>
                    <a:pt x="1271" y="167"/>
                    <a:pt x="1271" y="158"/>
                  </a:cubicBezTo>
                  <a:cubicBezTo>
                    <a:pt x="1271" y="149"/>
                    <a:pt x="1270" y="145"/>
                    <a:pt x="1269" y="145"/>
                  </a:cubicBezTo>
                  <a:cubicBezTo>
                    <a:pt x="1268" y="145"/>
                    <a:pt x="1266" y="149"/>
                    <a:pt x="1264" y="158"/>
                  </a:cubicBezTo>
                  <a:cubicBezTo>
                    <a:pt x="1264" y="162"/>
                    <a:pt x="1264" y="164"/>
                    <a:pt x="1264" y="164"/>
                  </a:cubicBezTo>
                  <a:cubicBezTo>
                    <a:pt x="1263" y="164"/>
                    <a:pt x="1262" y="162"/>
                    <a:pt x="1261" y="158"/>
                  </a:cubicBezTo>
                  <a:cubicBezTo>
                    <a:pt x="1261" y="158"/>
                    <a:pt x="1260" y="158"/>
                    <a:pt x="1258" y="167"/>
                  </a:cubicBezTo>
                  <a:cubicBezTo>
                    <a:pt x="1257" y="170"/>
                    <a:pt x="1256" y="172"/>
                    <a:pt x="1255" y="172"/>
                  </a:cubicBezTo>
                  <a:cubicBezTo>
                    <a:pt x="1255" y="172"/>
                    <a:pt x="1254" y="170"/>
                    <a:pt x="1252" y="166"/>
                  </a:cubicBezTo>
                  <a:cubicBezTo>
                    <a:pt x="1252" y="158"/>
                    <a:pt x="1251" y="158"/>
                    <a:pt x="1249" y="158"/>
                  </a:cubicBezTo>
                  <a:cubicBezTo>
                    <a:pt x="1247" y="161"/>
                    <a:pt x="1242" y="163"/>
                    <a:pt x="1237" y="163"/>
                  </a:cubicBezTo>
                  <a:cubicBezTo>
                    <a:pt x="1232" y="163"/>
                    <a:pt x="1226" y="161"/>
                    <a:pt x="1225" y="157"/>
                  </a:cubicBezTo>
                  <a:cubicBezTo>
                    <a:pt x="1223" y="164"/>
                    <a:pt x="1223" y="164"/>
                    <a:pt x="1222" y="164"/>
                  </a:cubicBezTo>
                  <a:cubicBezTo>
                    <a:pt x="1221" y="158"/>
                    <a:pt x="1220" y="155"/>
                    <a:pt x="1219" y="155"/>
                  </a:cubicBezTo>
                  <a:cubicBezTo>
                    <a:pt x="1218" y="155"/>
                    <a:pt x="1217" y="163"/>
                    <a:pt x="1217" y="173"/>
                  </a:cubicBezTo>
                  <a:lnTo>
                    <a:pt x="1221" y="173"/>
                  </a:lnTo>
                  <a:cubicBezTo>
                    <a:pt x="1221" y="181"/>
                    <a:pt x="1220" y="185"/>
                    <a:pt x="1219" y="185"/>
                  </a:cubicBezTo>
                  <a:cubicBezTo>
                    <a:pt x="1218" y="185"/>
                    <a:pt x="1216" y="179"/>
                    <a:pt x="1216" y="164"/>
                  </a:cubicBezTo>
                  <a:cubicBezTo>
                    <a:pt x="1215" y="156"/>
                    <a:pt x="1215" y="152"/>
                    <a:pt x="1214" y="152"/>
                  </a:cubicBezTo>
                  <a:cubicBezTo>
                    <a:pt x="1214" y="152"/>
                    <a:pt x="1213" y="156"/>
                    <a:pt x="1213" y="164"/>
                  </a:cubicBezTo>
                  <a:cubicBezTo>
                    <a:pt x="1212" y="173"/>
                    <a:pt x="1211" y="177"/>
                    <a:pt x="1210" y="177"/>
                  </a:cubicBezTo>
                  <a:cubicBezTo>
                    <a:pt x="1209" y="177"/>
                    <a:pt x="1208" y="173"/>
                    <a:pt x="1207" y="164"/>
                  </a:cubicBezTo>
                  <a:cubicBezTo>
                    <a:pt x="1207" y="156"/>
                    <a:pt x="1207" y="152"/>
                    <a:pt x="1207" y="152"/>
                  </a:cubicBezTo>
                  <a:cubicBezTo>
                    <a:pt x="1207" y="152"/>
                    <a:pt x="1207" y="156"/>
                    <a:pt x="1206" y="164"/>
                  </a:cubicBezTo>
                  <a:cubicBezTo>
                    <a:pt x="1204" y="183"/>
                    <a:pt x="1201" y="194"/>
                    <a:pt x="1199" y="194"/>
                  </a:cubicBezTo>
                  <a:cubicBezTo>
                    <a:pt x="1198" y="194"/>
                    <a:pt x="1197" y="188"/>
                    <a:pt x="1197" y="172"/>
                  </a:cubicBezTo>
                  <a:cubicBezTo>
                    <a:pt x="1197" y="155"/>
                    <a:pt x="1195" y="147"/>
                    <a:pt x="1194" y="147"/>
                  </a:cubicBezTo>
                  <a:cubicBezTo>
                    <a:pt x="1192" y="147"/>
                    <a:pt x="1192" y="155"/>
                    <a:pt x="1192" y="163"/>
                  </a:cubicBezTo>
                  <a:cubicBezTo>
                    <a:pt x="1193" y="172"/>
                    <a:pt x="1193" y="177"/>
                    <a:pt x="1192" y="177"/>
                  </a:cubicBezTo>
                  <a:cubicBezTo>
                    <a:pt x="1191" y="177"/>
                    <a:pt x="1190" y="172"/>
                    <a:pt x="1188" y="163"/>
                  </a:cubicBezTo>
                  <a:cubicBezTo>
                    <a:pt x="1185" y="149"/>
                    <a:pt x="1183" y="143"/>
                    <a:pt x="1180" y="143"/>
                  </a:cubicBezTo>
                  <a:cubicBezTo>
                    <a:pt x="1178" y="143"/>
                    <a:pt x="1177" y="147"/>
                    <a:pt x="1175" y="154"/>
                  </a:cubicBezTo>
                  <a:cubicBezTo>
                    <a:pt x="1171" y="163"/>
                    <a:pt x="1168" y="167"/>
                    <a:pt x="1166" y="167"/>
                  </a:cubicBezTo>
                  <a:cubicBezTo>
                    <a:pt x="1165" y="167"/>
                    <a:pt x="1165" y="163"/>
                    <a:pt x="1167" y="154"/>
                  </a:cubicBezTo>
                  <a:cubicBezTo>
                    <a:pt x="1170" y="144"/>
                    <a:pt x="1171" y="140"/>
                    <a:pt x="1170" y="140"/>
                  </a:cubicBezTo>
                  <a:lnTo>
                    <a:pt x="1170" y="140"/>
                  </a:lnTo>
                  <a:cubicBezTo>
                    <a:pt x="1170" y="140"/>
                    <a:pt x="1169" y="142"/>
                    <a:pt x="1167" y="145"/>
                  </a:cubicBezTo>
                  <a:lnTo>
                    <a:pt x="1159" y="145"/>
                  </a:lnTo>
                  <a:cubicBezTo>
                    <a:pt x="1157" y="145"/>
                    <a:pt x="1156" y="154"/>
                    <a:pt x="1156" y="162"/>
                  </a:cubicBezTo>
                  <a:cubicBezTo>
                    <a:pt x="1154" y="152"/>
                    <a:pt x="1152" y="144"/>
                    <a:pt x="1150" y="144"/>
                  </a:cubicBezTo>
                  <a:cubicBezTo>
                    <a:pt x="1149" y="144"/>
                    <a:pt x="1148" y="147"/>
                    <a:pt x="1147" y="153"/>
                  </a:cubicBezTo>
                  <a:lnTo>
                    <a:pt x="1143" y="153"/>
                  </a:lnTo>
                  <a:cubicBezTo>
                    <a:pt x="1141" y="153"/>
                    <a:pt x="1141" y="153"/>
                    <a:pt x="1140" y="162"/>
                  </a:cubicBezTo>
                  <a:cubicBezTo>
                    <a:pt x="1139" y="164"/>
                    <a:pt x="1139" y="165"/>
                    <a:pt x="1138" y="165"/>
                  </a:cubicBezTo>
                  <a:cubicBezTo>
                    <a:pt x="1137" y="165"/>
                    <a:pt x="1136" y="160"/>
                    <a:pt x="1134" y="153"/>
                  </a:cubicBezTo>
                  <a:cubicBezTo>
                    <a:pt x="1134" y="147"/>
                    <a:pt x="1132" y="141"/>
                    <a:pt x="1131" y="141"/>
                  </a:cubicBezTo>
                  <a:cubicBezTo>
                    <a:pt x="1131" y="141"/>
                    <a:pt x="1131" y="142"/>
                    <a:pt x="1131" y="144"/>
                  </a:cubicBezTo>
                  <a:cubicBezTo>
                    <a:pt x="1130" y="153"/>
                    <a:pt x="1129" y="161"/>
                    <a:pt x="1125" y="170"/>
                  </a:cubicBezTo>
                  <a:cubicBezTo>
                    <a:pt x="1125" y="172"/>
                    <a:pt x="1125" y="173"/>
                    <a:pt x="1124" y="173"/>
                  </a:cubicBezTo>
                  <a:cubicBezTo>
                    <a:pt x="1123" y="173"/>
                    <a:pt x="1123" y="167"/>
                    <a:pt x="1124" y="161"/>
                  </a:cubicBezTo>
                  <a:cubicBezTo>
                    <a:pt x="1124" y="155"/>
                    <a:pt x="1123" y="150"/>
                    <a:pt x="1121" y="144"/>
                  </a:cubicBezTo>
                  <a:cubicBezTo>
                    <a:pt x="1119" y="144"/>
                    <a:pt x="1115" y="144"/>
                    <a:pt x="1115" y="152"/>
                  </a:cubicBezTo>
                  <a:cubicBezTo>
                    <a:pt x="1115" y="157"/>
                    <a:pt x="1113" y="159"/>
                    <a:pt x="1110" y="159"/>
                  </a:cubicBezTo>
                  <a:cubicBezTo>
                    <a:pt x="1107" y="159"/>
                    <a:pt x="1104" y="157"/>
                    <a:pt x="1103" y="152"/>
                  </a:cubicBezTo>
                  <a:lnTo>
                    <a:pt x="1100" y="152"/>
                  </a:lnTo>
                  <a:cubicBezTo>
                    <a:pt x="1098" y="152"/>
                    <a:pt x="1096" y="160"/>
                    <a:pt x="1094" y="160"/>
                  </a:cubicBezTo>
                  <a:cubicBezTo>
                    <a:pt x="1094" y="160"/>
                    <a:pt x="1093" y="160"/>
                    <a:pt x="1091" y="169"/>
                  </a:cubicBezTo>
                  <a:cubicBezTo>
                    <a:pt x="1089" y="169"/>
                    <a:pt x="1087" y="169"/>
                    <a:pt x="1087" y="160"/>
                  </a:cubicBezTo>
                  <a:cubicBezTo>
                    <a:pt x="1087" y="168"/>
                    <a:pt x="1086" y="173"/>
                    <a:pt x="1086" y="173"/>
                  </a:cubicBezTo>
                  <a:cubicBezTo>
                    <a:pt x="1086" y="173"/>
                    <a:pt x="1085" y="168"/>
                    <a:pt x="1084" y="160"/>
                  </a:cubicBezTo>
                  <a:cubicBezTo>
                    <a:pt x="1084" y="152"/>
                    <a:pt x="1084" y="147"/>
                    <a:pt x="1084" y="147"/>
                  </a:cubicBezTo>
                  <a:cubicBezTo>
                    <a:pt x="1084" y="147"/>
                    <a:pt x="1083" y="152"/>
                    <a:pt x="1083" y="160"/>
                  </a:cubicBezTo>
                  <a:cubicBezTo>
                    <a:pt x="1082" y="164"/>
                    <a:pt x="1081" y="166"/>
                    <a:pt x="1081" y="166"/>
                  </a:cubicBezTo>
                  <a:cubicBezTo>
                    <a:pt x="1080" y="166"/>
                    <a:pt x="1080" y="164"/>
                    <a:pt x="1079" y="160"/>
                  </a:cubicBezTo>
                  <a:cubicBezTo>
                    <a:pt x="1079" y="155"/>
                    <a:pt x="1079" y="153"/>
                    <a:pt x="1078" y="153"/>
                  </a:cubicBezTo>
                  <a:cubicBezTo>
                    <a:pt x="1078" y="153"/>
                    <a:pt x="1077" y="155"/>
                    <a:pt x="1077" y="160"/>
                  </a:cubicBezTo>
                  <a:cubicBezTo>
                    <a:pt x="1076" y="170"/>
                    <a:pt x="1074" y="177"/>
                    <a:pt x="1072" y="177"/>
                  </a:cubicBezTo>
                  <a:cubicBezTo>
                    <a:pt x="1071" y="177"/>
                    <a:pt x="1070" y="174"/>
                    <a:pt x="1070" y="168"/>
                  </a:cubicBezTo>
                  <a:cubicBezTo>
                    <a:pt x="1070" y="168"/>
                    <a:pt x="1068" y="168"/>
                    <a:pt x="1067" y="177"/>
                  </a:cubicBezTo>
                  <a:cubicBezTo>
                    <a:pt x="1066" y="185"/>
                    <a:pt x="1065" y="189"/>
                    <a:pt x="1065" y="189"/>
                  </a:cubicBezTo>
                  <a:cubicBezTo>
                    <a:pt x="1065" y="189"/>
                    <a:pt x="1065" y="185"/>
                    <a:pt x="1065" y="177"/>
                  </a:cubicBezTo>
                  <a:cubicBezTo>
                    <a:pt x="1064" y="168"/>
                    <a:pt x="1063" y="163"/>
                    <a:pt x="1062" y="163"/>
                  </a:cubicBezTo>
                  <a:cubicBezTo>
                    <a:pt x="1061" y="163"/>
                    <a:pt x="1060" y="167"/>
                    <a:pt x="1059" y="176"/>
                  </a:cubicBezTo>
                  <a:cubicBezTo>
                    <a:pt x="1059" y="176"/>
                    <a:pt x="1059" y="180"/>
                    <a:pt x="1058" y="180"/>
                  </a:cubicBezTo>
                  <a:cubicBezTo>
                    <a:pt x="1057" y="180"/>
                    <a:pt x="1057" y="179"/>
                    <a:pt x="1056" y="176"/>
                  </a:cubicBezTo>
                  <a:cubicBezTo>
                    <a:pt x="1054" y="171"/>
                    <a:pt x="1050" y="166"/>
                    <a:pt x="1047" y="166"/>
                  </a:cubicBezTo>
                  <a:cubicBezTo>
                    <a:pt x="1045" y="166"/>
                    <a:pt x="1044" y="169"/>
                    <a:pt x="1045" y="176"/>
                  </a:cubicBezTo>
                  <a:lnTo>
                    <a:pt x="1040" y="176"/>
                  </a:lnTo>
                  <a:cubicBezTo>
                    <a:pt x="1038" y="171"/>
                    <a:pt x="1037" y="169"/>
                    <a:pt x="1036" y="169"/>
                  </a:cubicBezTo>
                  <a:cubicBezTo>
                    <a:pt x="1035" y="169"/>
                    <a:pt x="1034" y="171"/>
                    <a:pt x="1033" y="176"/>
                  </a:cubicBezTo>
                  <a:lnTo>
                    <a:pt x="1032" y="184"/>
                  </a:lnTo>
                  <a:cubicBezTo>
                    <a:pt x="1032" y="175"/>
                    <a:pt x="1030" y="167"/>
                    <a:pt x="1029" y="167"/>
                  </a:cubicBezTo>
                  <a:cubicBezTo>
                    <a:pt x="1027" y="167"/>
                    <a:pt x="1027" y="167"/>
                    <a:pt x="1027" y="175"/>
                  </a:cubicBezTo>
                  <a:cubicBezTo>
                    <a:pt x="1029" y="184"/>
                    <a:pt x="1027" y="184"/>
                    <a:pt x="1024" y="184"/>
                  </a:cubicBezTo>
                  <a:cubicBezTo>
                    <a:pt x="1023" y="184"/>
                    <a:pt x="1021" y="175"/>
                    <a:pt x="1021" y="166"/>
                  </a:cubicBezTo>
                  <a:lnTo>
                    <a:pt x="1020" y="166"/>
                  </a:lnTo>
                  <a:cubicBezTo>
                    <a:pt x="1020" y="176"/>
                    <a:pt x="1019" y="180"/>
                    <a:pt x="1018" y="180"/>
                  </a:cubicBezTo>
                  <a:cubicBezTo>
                    <a:pt x="1018" y="180"/>
                    <a:pt x="1018" y="178"/>
                    <a:pt x="1018" y="175"/>
                  </a:cubicBezTo>
                  <a:cubicBezTo>
                    <a:pt x="1017" y="166"/>
                    <a:pt x="1014" y="166"/>
                    <a:pt x="1013" y="166"/>
                  </a:cubicBezTo>
                  <a:lnTo>
                    <a:pt x="1013" y="158"/>
                  </a:lnTo>
                  <a:cubicBezTo>
                    <a:pt x="1013" y="155"/>
                    <a:pt x="1012" y="154"/>
                    <a:pt x="1012" y="154"/>
                  </a:cubicBezTo>
                  <a:cubicBezTo>
                    <a:pt x="1011" y="154"/>
                    <a:pt x="1011" y="160"/>
                    <a:pt x="1011" y="166"/>
                  </a:cubicBezTo>
                  <a:lnTo>
                    <a:pt x="1008" y="166"/>
                  </a:lnTo>
                  <a:cubicBezTo>
                    <a:pt x="1005" y="166"/>
                    <a:pt x="1004" y="166"/>
                    <a:pt x="1005" y="173"/>
                  </a:cubicBezTo>
                  <a:cubicBezTo>
                    <a:pt x="1005" y="182"/>
                    <a:pt x="1005" y="191"/>
                    <a:pt x="1004" y="191"/>
                  </a:cubicBezTo>
                  <a:cubicBezTo>
                    <a:pt x="1004" y="182"/>
                    <a:pt x="1004" y="173"/>
                    <a:pt x="1002" y="173"/>
                  </a:cubicBezTo>
                  <a:cubicBezTo>
                    <a:pt x="1001" y="173"/>
                    <a:pt x="1001" y="166"/>
                    <a:pt x="1001" y="166"/>
                  </a:cubicBezTo>
                  <a:cubicBezTo>
                    <a:pt x="1001" y="158"/>
                    <a:pt x="1000" y="156"/>
                    <a:pt x="999" y="156"/>
                  </a:cubicBezTo>
                  <a:cubicBezTo>
                    <a:pt x="997" y="156"/>
                    <a:pt x="995" y="160"/>
                    <a:pt x="994" y="164"/>
                  </a:cubicBezTo>
                  <a:cubicBezTo>
                    <a:pt x="992" y="173"/>
                    <a:pt x="990" y="177"/>
                    <a:pt x="990" y="177"/>
                  </a:cubicBezTo>
                  <a:cubicBezTo>
                    <a:pt x="989" y="177"/>
                    <a:pt x="988" y="173"/>
                    <a:pt x="988" y="164"/>
                  </a:cubicBezTo>
                  <a:cubicBezTo>
                    <a:pt x="988" y="160"/>
                    <a:pt x="988" y="158"/>
                    <a:pt x="988" y="158"/>
                  </a:cubicBezTo>
                  <a:cubicBezTo>
                    <a:pt x="987" y="158"/>
                    <a:pt x="984" y="172"/>
                    <a:pt x="983" y="190"/>
                  </a:cubicBezTo>
                  <a:lnTo>
                    <a:pt x="982" y="216"/>
                  </a:lnTo>
                  <a:lnTo>
                    <a:pt x="982" y="190"/>
                  </a:lnTo>
                  <a:cubicBezTo>
                    <a:pt x="980" y="170"/>
                    <a:pt x="980" y="161"/>
                    <a:pt x="979" y="161"/>
                  </a:cubicBezTo>
                  <a:cubicBezTo>
                    <a:pt x="978" y="161"/>
                    <a:pt x="976" y="165"/>
                    <a:pt x="974" y="172"/>
                  </a:cubicBezTo>
                  <a:cubicBezTo>
                    <a:pt x="972" y="177"/>
                    <a:pt x="971" y="179"/>
                    <a:pt x="971" y="179"/>
                  </a:cubicBezTo>
                  <a:cubicBezTo>
                    <a:pt x="971" y="179"/>
                    <a:pt x="971" y="177"/>
                    <a:pt x="971" y="172"/>
                  </a:cubicBezTo>
                  <a:cubicBezTo>
                    <a:pt x="971" y="164"/>
                    <a:pt x="969" y="164"/>
                    <a:pt x="964" y="164"/>
                  </a:cubicBezTo>
                  <a:cubicBezTo>
                    <a:pt x="963" y="164"/>
                    <a:pt x="962" y="164"/>
                    <a:pt x="961" y="164"/>
                  </a:cubicBezTo>
                  <a:cubicBezTo>
                    <a:pt x="958" y="164"/>
                    <a:pt x="957" y="166"/>
                    <a:pt x="957" y="172"/>
                  </a:cubicBezTo>
                  <a:lnTo>
                    <a:pt x="954" y="172"/>
                  </a:lnTo>
                  <a:cubicBezTo>
                    <a:pt x="953" y="166"/>
                    <a:pt x="952" y="163"/>
                    <a:pt x="951" y="163"/>
                  </a:cubicBezTo>
                  <a:cubicBezTo>
                    <a:pt x="950" y="163"/>
                    <a:pt x="949" y="170"/>
                    <a:pt x="950" y="180"/>
                  </a:cubicBezTo>
                  <a:lnTo>
                    <a:pt x="947" y="180"/>
                  </a:lnTo>
                  <a:lnTo>
                    <a:pt x="947" y="172"/>
                  </a:lnTo>
                  <a:cubicBezTo>
                    <a:pt x="947" y="163"/>
                    <a:pt x="944" y="163"/>
                    <a:pt x="929" y="162"/>
                  </a:cubicBezTo>
                  <a:cubicBezTo>
                    <a:pt x="913" y="162"/>
                    <a:pt x="912" y="162"/>
                    <a:pt x="912" y="179"/>
                  </a:cubicBezTo>
                  <a:cubicBezTo>
                    <a:pt x="911" y="187"/>
                    <a:pt x="910" y="192"/>
                    <a:pt x="910" y="192"/>
                  </a:cubicBezTo>
                  <a:cubicBezTo>
                    <a:pt x="909" y="192"/>
                    <a:pt x="909" y="187"/>
                    <a:pt x="909" y="179"/>
                  </a:cubicBezTo>
                  <a:cubicBezTo>
                    <a:pt x="909" y="173"/>
                    <a:pt x="908" y="167"/>
                    <a:pt x="907" y="167"/>
                  </a:cubicBezTo>
                  <a:cubicBezTo>
                    <a:pt x="907" y="167"/>
                    <a:pt x="907" y="168"/>
                    <a:pt x="907" y="170"/>
                  </a:cubicBezTo>
                  <a:cubicBezTo>
                    <a:pt x="907" y="170"/>
                    <a:pt x="903" y="170"/>
                    <a:pt x="901" y="162"/>
                  </a:cubicBezTo>
                  <a:cubicBezTo>
                    <a:pt x="899" y="155"/>
                    <a:pt x="898" y="152"/>
                    <a:pt x="896" y="152"/>
                  </a:cubicBezTo>
                  <a:cubicBezTo>
                    <a:pt x="895" y="152"/>
                    <a:pt x="894" y="157"/>
                    <a:pt x="894" y="161"/>
                  </a:cubicBezTo>
                  <a:cubicBezTo>
                    <a:pt x="895" y="169"/>
                    <a:pt x="895" y="171"/>
                    <a:pt x="895" y="171"/>
                  </a:cubicBezTo>
                  <a:cubicBezTo>
                    <a:pt x="895" y="171"/>
                    <a:pt x="894" y="166"/>
                    <a:pt x="893" y="161"/>
                  </a:cubicBezTo>
                  <a:cubicBezTo>
                    <a:pt x="892" y="156"/>
                    <a:pt x="891" y="149"/>
                    <a:pt x="890" y="149"/>
                  </a:cubicBezTo>
                  <a:cubicBezTo>
                    <a:pt x="890" y="149"/>
                    <a:pt x="890" y="151"/>
                    <a:pt x="890" y="153"/>
                  </a:cubicBezTo>
                  <a:cubicBezTo>
                    <a:pt x="889" y="158"/>
                    <a:pt x="885" y="162"/>
                    <a:pt x="882" y="162"/>
                  </a:cubicBezTo>
                  <a:cubicBezTo>
                    <a:pt x="879" y="162"/>
                    <a:pt x="877" y="159"/>
                    <a:pt x="877" y="152"/>
                  </a:cubicBezTo>
                  <a:lnTo>
                    <a:pt x="874" y="152"/>
                  </a:lnTo>
                  <a:cubicBezTo>
                    <a:pt x="874" y="159"/>
                    <a:pt x="872" y="160"/>
                    <a:pt x="869" y="160"/>
                  </a:cubicBezTo>
                  <a:cubicBezTo>
                    <a:pt x="868" y="160"/>
                    <a:pt x="867" y="160"/>
                    <a:pt x="866" y="160"/>
                  </a:cubicBezTo>
                  <a:cubicBezTo>
                    <a:pt x="863" y="160"/>
                    <a:pt x="862" y="160"/>
                    <a:pt x="862" y="152"/>
                  </a:cubicBezTo>
                  <a:cubicBezTo>
                    <a:pt x="862" y="147"/>
                    <a:pt x="862" y="145"/>
                    <a:pt x="862" y="145"/>
                  </a:cubicBezTo>
                  <a:cubicBezTo>
                    <a:pt x="861" y="145"/>
                    <a:pt x="860" y="147"/>
                    <a:pt x="858" y="151"/>
                  </a:cubicBezTo>
                  <a:cubicBezTo>
                    <a:pt x="856" y="151"/>
                    <a:pt x="855" y="168"/>
                    <a:pt x="853" y="168"/>
                  </a:cubicBezTo>
                  <a:cubicBezTo>
                    <a:pt x="853" y="168"/>
                    <a:pt x="853" y="168"/>
                    <a:pt x="853" y="168"/>
                  </a:cubicBezTo>
                  <a:cubicBezTo>
                    <a:pt x="853" y="176"/>
                    <a:pt x="851" y="185"/>
                    <a:pt x="850" y="185"/>
                  </a:cubicBezTo>
                  <a:cubicBezTo>
                    <a:pt x="850" y="185"/>
                    <a:pt x="849" y="185"/>
                    <a:pt x="849" y="185"/>
                  </a:cubicBezTo>
                  <a:lnTo>
                    <a:pt x="849" y="177"/>
                  </a:lnTo>
                  <a:lnTo>
                    <a:pt x="849" y="160"/>
                  </a:lnTo>
                  <a:cubicBezTo>
                    <a:pt x="847" y="160"/>
                    <a:pt x="846" y="160"/>
                    <a:pt x="846" y="168"/>
                  </a:cubicBezTo>
                  <a:cubicBezTo>
                    <a:pt x="844" y="160"/>
                    <a:pt x="843" y="160"/>
                    <a:pt x="839" y="159"/>
                  </a:cubicBezTo>
                  <a:cubicBezTo>
                    <a:pt x="835" y="159"/>
                    <a:pt x="831" y="159"/>
                    <a:pt x="830" y="168"/>
                  </a:cubicBezTo>
                  <a:cubicBezTo>
                    <a:pt x="829" y="159"/>
                    <a:pt x="826" y="154"/>
                    <a:pt x="823" y="154"/>
                  </a:cubicBezTo>
                  <a:cubicBezTo>
                    <a:pt x="820" y="154"/>
                    <a:pt x="817" y="158"/>
                    <a:pt x="816" y="167"/>
                  </a:cubicBezTo>
                  <a:cubicBezTo>
                    <a:pt x="816" y="171"/>
                    <a:pt x="815" y="173"/>
                    <a:pt x="815" y="173"/>
                  </a:cubicBezTo>
                  <a:cubicBezTo>
                    <a:pt x="814" y="173"/>
                    <a:pt x="813" y="171"/>
                    <a:pt x="812" y="167"/>
                  </a:cubicBezTo>
                  <a:cubicBezTo>
                    <a:pt x="812" y="163"/>
                    <a:pt x="812" y="160"/>
                    <a:pt x="811" y="160"/>
                  </a:cubicBezTo>
                  <a:cubicBezTo>
                    <a:pt x="811" y="160"/>
                    <a:pt x="810" y="162"/>
                    <a:pt x="809" y="167"/>
                  </a:cubicBezTo>
                  <a:cubicBezTo>
                    <a:pt x="809" y="169"/>
                    <a:pt x="808" y="170"/>
                    <a:pt x="808" y="170"/>
                  </a:cubicBezTo>
                  <a:cubicBezTo>
                    <a:pt x="807" y="170"/>
                    <a:pt x="805" y="164"/>
                    <a:pt x="805" y="158"/>
                  </a:cubicBezTo>
                  <a:cubicBezTo>
                    <a:pt x="803" y="148"/>
                    <a:pt x="802" y="144"/>
                    <a:pt x="801" y="144"/>
                  </a:cubicBezTo>
                  <a:cubicBezTo>
                    <a:pt x="801" y="144"/>
                    <a:pt x="800" y="146"/>
                    <a:pt x="799" y="150"/>
                  </a:cubicBezTo>
                  <a:cubicBezTo>
                    <a:pt x="796" y="158"/>
                    <a:pt x="792" y="158"/>
                    <a:pt x="790" y="158"/>
                  </a:cubicBezTo>
                  <a:cubicBezTo>
                    <a:pt x="787" y="166"/>
                    <a:pt x="785" y="166"/>
                    <a:pt x="787" y="175"/>
                  </a:cubicBezTo>
                  <a:cubicBezTo>
                    <a:pt x="787" y="180"/>
                    <a:pt x="787" y="186"/>
                    <a:pt x="785" y="191"/>
                  </a:cubicBezTo>
                  <a:cubicBezTo>
                    <a:pt x="784" y="194"/>
                    <a:pt x="783" y="195"/>
                    <a:pt x="782" y="195"/>
                  </a:cubicBezTo>
                  <a:cubicBezTo>
                    <a:pt x="781" y="195"/>
                    <a:pt x="782" y="191"/>
                    <a:pt x="783" y="191"/>
                  </a:cubicBezTo>
                  <a:cubicBezTo>
                    <a:pt x="787" y="182"/>
                    <a:pt x="785" y="182"/>
                    <a:pt x="783" y="175"/>
                  </a:cubicBezTo>
                  <a:cubicBezTo>
                    <a:pt x="781" y="166"/>
                    <a:pt x="778" y="166"/>
                    <a:pt x="776" y="166"/>
                  </a:cubicBezTo>
                  <a:lnTo>
                    <a:pt x="770" y="166"/>
                  </a:lnTo>
                  <a:cubicBezTo>
                    <a:pt x="767" y="161"/>
                    <a:pt x="765" y="159"/>
                    <a:pt x="764" y="159"/>
                  </a:cubicBezTo>
                  <a:cubicBezTo>
                    <a:pt x="762" y="159"/>
                    <a:pt x="762" y="161"/>
                    <a:pt x="762" y="166"/>
                  </a:cubicBezTo>
                  <a:lnTo>
                    <a:pt x="762" y="173"/>
                  </a:lnTo>
                  <a:cubicBezTo>
                    <a:pt x="761" y="165"/>
                    <a:pt x="756" y="160"/>
                    <a:pt x="751" y="160"/>
                  </a:cubicBezTo>
                  <a:cubicBezTo>
                    <a:pt x="746" y="160"/>
                    <a:pt x="741" y="164"/>
                    <a:pt x="739" y="172"/>
                  </a:cubicBezTo>
                  <a:lnTo>
                    <a:pt x="739" y="164"/>
                  </a:lnTo>
                  <a:cubicBezTo>
                    <a:pt x="739" y="155"/>
                    <a:pt x="738" y="155"/>
                    <a:pt x="735" y="155"/>
                  </a:cubicBezTo>
                  <a:cubicBezTo>
                    <a:pt x="733" y="155"/>
                    <a:pt x="726" y="163"/>
                    <a:pt x="720" y="163"/>
                  </a:cubicBezTo>
                  <a:cubicBezTo>
                    <a:pt x="714" y="163"/>
                    <a:pt x="708" y="163"/>
                    <a:pt x="708" y="171"/>
                  </a:cubicBezTo>
                  <a:cubicBezTo>
                    <a:pt x="707" y="171"/>
                    <a:pt x="707" y="171"/>
                    <a:pt x="707" y="163"/>
                  </a:cubicBezTo>
                  <a:cubicBezTo>
                    <a:pt x="708" y="154"/>
                    <a:pt x="707" y="154"/>
                    <a:pt x="705" y="154"/>
                  </a:cubicBezTo>
                  <a:cubicBezTo>
                    <a:pt x="704" y="154"/>
                    <a:pt x="704" y="163"/>
                    <a:pt x="704" y="171"/>
                  </a:cubicBezTo>
                  <a:cubicBezTo>
                    <a:pt x="704" y="176"/>
                    <a:pt x="703" y="178"/>
                    <a:pt x="702" y="178"/>
                  </a:cubicBezTo>
                  <a:cubicBezTo>
                    <a:pt x="701" y="178"/>
                    <a:pt x="700" y="176"/>
                    <a:pt x="698" y="171"/>
                  </a:cubicBezTo>
                  <a:cubicBezTo>
                    <a:pt x="696" y="167"/>
                    <a:pt x="694" y="164"/>
                    <a:pt x="691" y="164"/>
                  </a:cubicBezTo>
                  <a:cubicBezTo>
                    <a:pt x="689" y="164"/>
                    <a:pt x="686" y="167"/>
                    <a:pt x="684" y="171"/>
                  </a:cubicBezTo>
                  <a:cubicBezTo>
                    <a:pt x="682" y="170"/>
                    <a:pt x="681" y="170"/>
                    <a:pt x="681" y="162"/>
                  </a:cubicBezTo>
                  <a:cubicBezTo>
                    <a:pt x="680" y="157"/>
                    <a:pt x="678" y="152"/>
                    <a:pt x="676" y="152"/>
                  </a:cubicBezTo>
                  <a:cubicBezTo>
                    <a:pt x="675" y="152"/>
                    <a:pt x="674" y="155"/>
                    <a:pt x="672" y="162"/>
                  </a:cubicBezTo>
                  <a:cubicBezTo>
                    <a:pt x="670" y="162"/>
                    <a:pt x="670" y="162"/>
                    <a:pt x="670" y="153"/>
                  </a:cubicBezTo>
                  <a:cubicBezTo>
                    <a:pt x="669" y="148"/>
                    <a:pt x="669" y="143"/>
                    <a:pt x="668" y="143"/>
                  </a:cubicBezTo>
                  <a:cubicBezTo>
                    <a:pt x="668" y="143"/>
                    <a:pt x="667" y="146"/>
                    <a:pt x="667" y="153"/>
                  </a:cubicBezTo>
                  <a:cubicBezTo>
                    <a:pt x="665" y="157"/>
                    <a:pt x="663" y="159"/>
                    <a:pt x="661" y="159"/>
                  </a:cubicBezTo>
                  <a:cubicBezTo>
                    <a:pt x="658" y="159"/>
                    <a:pt x="656" y="157"/>
                    <a:pt x="654" y="152"/>
                  </a:cubicBezTo>
                  <a:cubicBezTo>
                    <a:pt x="653" y="152"/>
                    <a:pt x="651" y="152"/>
                    <a:pt x="651" y="161"/>
                  </a:cubicBezTo>
                  <a:cubicBezTo>
                    <a:pt x="651" y="164"/>
                    <a:pt x="651" y="167"/>
                    <a:pt x="651" y="169"/>
                  </a:cubicBezTo>
                  <a:cubicBezTo>
                    <a:pt x="650" y="161"/>
                    <a:pt x="650" y="156"/>
                    <a:pt x="650" y="156"/>
                  </a:cubicBezTo>
                  <a:cubicBezTo>
                    <a:pt x="649" y="156"/>
                    <a:pt x="649" y="161"/>
                    <a:pt x="647" y="169"/>
                  </a:cubicBezTo>
                  <a:cubicBezTo>
                    <a:pt x="647" y="173"/>
                    <a:pt x="647" y="176"/>
                    <a:pt x="647" y="176"/>
                  </a:cubicBezTo>
                  <a:cubicBezTo>
                    <a:pt x="647" y="176"/>
                    <a:pt x="646" y="173"/>
                    <a:pt x="646" y="169"/>
                  </a:cubicBezTo>
                  <a:cubicBezTo>
                    <a:pt x="644" y="161"/>
                    <a:pt x="643" y="161"/>
                    <a:pt x="643" y="161"/>
                  </a:cubicBezTo>
                  <a:cubicBezTo>
                    <a:pt x="641" y="161"/>
                    <a:pt x="632" y="169"/>
                    <a:pt x="624" y="169"/>
                  </a:cubicBezTo>
                  <a:cubicBezTo>
                    <a:pt x="620" y="169"/>
                    <a:pt x="617" y="168"/>
                    <a:pt x="614" y="168"/>
                  </a:cubicBezTo>
                  <a:cubicBezTo>
                    <a:pt x="607" y="168"/>
                    <a:pt x="605" y="170"/>
                    <a:pt x="605" y="177"/>
                  </a:cubicBezTo>
                  <a:cubicBezTo>
                    <a:pt x="604" y="181"/>
                    <a:pt x="603" y="183"/>
                    <a:pt x="603" y="183"/>
                  </a:cubicBezTo>
                  <a:cubicBezTo>
                    <a:pt x="602" y="183"/>
                    <a:pt x="602" y="180"/>
                    <a:pt x="600" y="176"/>
                  </a:cubicBezTo>
                  <a:cubicBezTo>
                    <a:pt x="599" y="168"/>
                    <a:pt x="597" y="168"/>
                    <a:pt x="596" y="168"/>
                  </a:cubicBezTo>
                  <a:cubicBezTo>
                    <a:pt x="594" y="168"/>
                    <a:pt x="592" y="168"/>
                    <a:pt x="592" y="159"/>
                  </a:cubicBezTo>
                  <a:cubicBezTo>
                    <a:pt x="590" y="168"/>
                    <a:pt x="590" y="168"/>
                    <a:pt x="589" y="168"/>
                  </a:cubicBezTo>
                  <a:cubicBezTo>
                    <a:pt x="589" y="163"/>
                    <a:pt x="589" y="161"/>
                    <a:pt x="588" y="161"/>
                  </a:cubicBezTo>
                  <a:cubicBezTo>
                    <a:pt x="587" y="161"/>
                    <a:pt x="586" y="163"/>
                    <a:pt x="586" y="167"/>
                  </a:cubicBezTo>
                  <a:cubicBezTo>
                    <a:pt x="585" y="176"/>
                    <a:pt x="584" y="180"/>
                    <a:pt x="584" y="180"/>
                  </a:cubicBezTo>
                  <a:cubicBezTo>
                    <a:pt x="584" y="180"/>
                    <a:pt x="584" y="176"/>
                    <a:pt x="584" y="167"/>
                  </a:cubicBezTo>
                  <a:cubicBezTo>
                    <a:pt x="584" y="161"/>
                    <a:pt x="581" y="155"/>
                    <a:pt x="580" y="155"/>
                  </a:cubicBezTo>
                  <a:lnTo>
                    <a:pt x="580" y="155"/>
                  </a:lnTo>
                  <a:cubicBezTo>
                    <a:pt x="580" y="155"/>
                    <a:pt x="579" y="156"/>
                    <a:pt x="580" y="159"/>
                  </a:cubicBezTo>
                  <a:cubicBezTo>
                    <a:pt x="580" y="167"/>
                    <a:pt x="577" y="167"/>
                    <a:pt x="575" y="176"/>
                  </a:cubicBezTo>
                  <a:cubicBezTo>
                    <a:pt x="573" y="176"/>
                    <a:pt x="571" y="176"/>
                    <a:pt x="571" y="167"/>
                  </a:cubicBezTo>
                  <a:cubicBezTo>
                    <a:pt x="571" y="164"/>
                    <a:pt x="570" y="163"/>
                    <a:pt x="568" y="163"/>
                  </a:cubicBezTo>
                  <a:cubicBezTo>
                    <a:pt x="565" y="163"/>
                    <a:pt x="560" y="169"/>
                    <a:pt x="559" y="175"/>
                  </a:cubicBezTo>
                  <a:cubicBezTo>
                    <a:pt x="559" y="179"/>
                    <a:pt x="559" y="181"/>
                    <a:pt x="558" y="181"/>
                  </a:cubicBezTo>
                  <a:cubicBezTo>
                    <a:pt x="558" y="181"/>
                    <a:pt x="558" y="179"/>
                    <a:pt x="558" y="175"/>
                  </a:cubicBezTo>
                  <a:cubicBezTo>
                    <a:pt x="558" y="167"/>
                    <a:pt x="555" y="166"/>
                    <a:pt x="554" y="166"/>
                  </a:cubicBezTo>
                  <a:cubicBezTo>
                    <a:pt x="554" y="168"/>
                    <a:pt x="553" y="169"/>
                    <a:pt x="553" y="169"/>
                  </a:cubicBezTo>
                  <a:cubicBezTo>
                    <a:pt x="552" y="169"/>
                    <a:pt x="552" y="163"/>
                    <a:pt x="552" y="158"/>
                  </a:cubicBezTo>
                  <a:cubicBezTo>
                    <a:pt x="554" y="149"/>
                    <a:pt x="552" y="149"/>
                    <a:pt x="549" y="149"/>
                  </a:cubicBezTo>
                  <a:cubicBezTo>
                    <a:pt x="547" y="156"/>
                    <a:pt x="542" y="157"/>
                    <a:pt x="538" y="157"/>
                  </a:cubicBezTo>
                  <a:cubicBezTo>
                    <a:pt x="537" y="157"/>
                    <a:pt x="536" y="157"/>
                    <a:pt x="535" y="157"/>
                  </a:cubicBezTo>
                  <a:cubicBezTo>
                    <a:pt x="526" y="157"/>
                    <a:pt x="524" y="164"/>
                    <a:pt x="521" y="181"/>
                  </a:cubicBezTo>
                  <a:lnTo>
                    <a:pt x="520" y="199"/>
                  </a:lnTo>
                  <a:lnTo>
                    <a:pt x="520" y="181"/>
                  </a:lnTo>
                  <a:cubicBezTo>
                    <a:pt x="520" y="173"/>
                    <a:pt x="517" y="157"/>
                    <a:pt x="517" y="157"/>
                  </a:cubicBezTo>
                  <a:cubicBezTo>
                    <a:pt x="516" y="157"/>
                    <a:pt x="516" y="164"/>
                    <a:pt x="516" y="173"/>
                  </a:cubicBezTo>
                  <a:cubicBezTo>
                    <a:pt x="516" y="177"/>
                    <a:pt x="516" y="179"/>
                    <a:pt x="515" y="179"/>
                  </a:cubicBezTo>
                  <a:cubicBezTo>
                    <a:pt x="514" y="179"/>
                    <a:pt x="512" y="177"/>
                    <a:pt x="511" y="173"/>
                  </a:cubicBezTo>
                  <a:cubicBezTo>
                    <a:pt x="509" y="169"/>
                    <a:pt x="507" y="167"/>
                    <a:pt x="506" y="167"/>
                  </a:cubicBezTo>
                  <a:cubicBezTo>
                    <a:pt x="505" y="167"/>
                    <a:pt x="504" y="169"/>
                    <a:pt x="504" y="172"/>
                  </a:cubicBezTo>
                  <a:cubicBezTo>
                    <a:pt x="502" y="172"/>
                    <a:pt x="501" y="172"/>
                    <a:pt x="498" y="164"/>
                  </a:cubicBezTo>
                  <a:cubicBezTo>
                    <a:pt x="496" y="164"/>
                    <a:pt x="496" y="164"/>
                    <a:pt x="496" y="172"/>
                  </a:cubicBezTo>
                  <a:cubicBezTo>
                    <a:pt x="496" y="177"/>
                    <a:pt x="496" y="179"/>
                    <a:pt x="495" y="179"/>
                  </a:cubicBezTo>
                  <a:cubicBezTo>
                    <a:pt x="495" y="179"/>
                    <a:pt x="494" y="177"/>
                    <a:pt x="493" y="172"/>
                  </a:cubicBezTo>
                  <a:cubicBezTo>
                    <a:pt x="492" y="162"/>
                    <a:pt x="490" y="158"/>
                    <a:pt x="488" y="158"/>
                  </a:cubicBezTo>
                  <a:cubicBezTo>
                    <a:pt x="487" y="158"/>
                    <a:pt x="486" y="160"/>
                    <a:pt x="486" y="163"/>
                  </a:cubicBezTo>
                  <a:cubicBezTo>
                    <a:pt x="486" y="172"/>
                    <a:pt x="485" y="172"/>
                    <a:pt x="483" y="172"/>
                  </a:cubicBezTo>
                  <a:cubicBezTo>
                    <a:pt x="480" y="172"/>
                    <a:pt x="479" y="172"/>
                    <a:pt x="477" y="180"/>
                  </a:cubicBezTo>
                  <a:lnTo>
                    <a:pt x="474" y="180"/>
                  </a:lnTo>
                  <a:cubicBezTo>
                    <a:pt x="472" y="180"/>
                    <a:pt x="474" y="171"/>
                    <a:pt x="476" y="171"/>
                  </a:cubicBezTo>
                  <a:lnTo>
                    <a:pt x="474" y="163"/>
                  </a:lnTo>
                  <a:cubicBezTo>
                    <a:pt x="470" y="163"/>
                    <a:pt x="469" y="163"/>
                    <a:pt x="467" y="171"/>
                  </a:cubicBezTo>
                  <a:cubicBezTo>
                    <a:pt x="466" y="180"/>
                    <a:pt x="465" y="184"/>
                    <a:pt x="465" y="184"/>
                  </a:cubicBezTo>
                  <a:cubicBezTo>
                    <a:pt x="465" y="184"/>
                    <a:pt x="465" y="180"/>
                    <a:pt x="466" y="171"/>
                  </a:cubicBezTo>
                  <a:cubicBezTo>
                    <a:pt x="466" y="165"/>
                    <a:pt x="465" y="159"/>
                    <a:pt x="463" y="159"/>
                  </a:cubicBezTo>
                  <a:cubicBezTo>
                    <a:pt x="462" y="159"/>
                    <a:pt x="462" y="160"/>
                    <a:pt x="461" y="162"/>
                  </a:cubicBezTo>
                  <a:cubicBezTo>
                    <a:pt x="461" y="170"/>
                    <a:pt x="460" y="173"/>
                    <a:pt x="459" y="173"/>
                  </a:cubicBezTo>
                  <a:cubicBezTo>
                    <a:pt x="459" y="173"/>
                    <a:pt x="458" y="167"/>
                    <a:pt x="458" y="162"/>
                  </a:cubicBezTo>
                  <a:cubicBezTo>
                    <a:pt x="459" y="154"/>
                    <a:pt x="460" y="150"/>
                    <a:pt x="459" y="150"/>
                  </a:cubicBezTo>
                  <a:lnTo>
                    <a:pt x="459" y="150"/>
                  </a:lnTo>
                  <a:cubicBezTo>
                    <a:pt x="458" y="150"/>
                    <a:pt x="457" y="154"/>
                    <a:pt x="453" y="162"/>
                  </a:cubicBezTo>
                  <a:cubicBezTo>
                    <a:pt x="450" y="162"/>
                    <a:pt x="442" y="170"/>
                    <a:pt x="438" y="170"/>
                  </a:cubicBezTo>
                  <a:cubicBezTo>
                    <a:pt x="431" y="170"/>
                    <a:pt x="426" y="170"/>
                    <a:pt x="425" y="161"/>
                  </a:cubicBezTo>
                  <a:cubicBezTo>
                    <a:pt x="425" y="160"/>
                    <a:pt x="425" y="158"/>
                    <a:pt x="425" y="157"/>
                  </a:cubicBezTo>
                  <a:lnTo>
                    <a:pt x="425" y="157"/>
                  </a:lnTo>
                  <a:cubicBezTo>
                    <a:pt x="425" y="170"/>
                    <a:pt x="423" y="170"/>
                    <a:pt x="419" y="170"/>
                  </a:cubicBezTo>
                  <a:cubicBezTo>
                    <a:pt x="417" y="167"/>
                    <a:pt x="415" y="166"/>
                    <a:pt x="414" y="166"/>
                  </a:cubicBezTo>
                  <a:cubicBezTo>
                    <a:pt x="411" y="166"/>
                    <a:pt x="409" y="172"/>
                    <a:pt x="407" y="178"/>
                  </a:cubicBezTo>
                  <a:lnTo>
                    <a:pt x="411" y="178"/>
                  </a:lnTo>
                  <a:cubicBezTo>
                    <a:pt x="411" y="188"/>
                    <a:pt x="410" y="192"/>
                    <a:pt x="409" y="192"/>
                  </a:cubicBezTo>
                  <a:cubicBezTo>
                    <a:pt x="409" y="192"/>
                    <a:pt x="408" y="190"/>
                    <a:pt x="406" y="186"/>
                  </a:cubicBezTo>
                  <a:cubicBezTo>
                    <a:pt x="404" y="186"/>
                    <a:pt x="404" y="178"/>
                    <a:pt x="404" y="169"/>
                  </a:cubicBezTo>
                  <a:cubicBezTo>
                    <a:pt x="404" y="161"/>
                    <a:pt x="403" y="152"/>
                    <a:pt x="401" y="152"/>
                  </a:cubicBezTo>
                  <a:cubicBezTo>
                    <a:pt x="400" y="152"/>
                    <a:pt x="397" y="152"/>
                    <a:pt x="400" y="160"/>
                  </a:cubicBezTo>
                  <a:cubicBezTo>
                    <a:pt x="400" y="169"/>
                    <a:pt x="400" y="169"/>
                    <a:pt x="397" y="169"/>
                  </a:cubicBezTo>
                  <a:cubicBezTo>
                    <a:pt x="396" y="169"/>
                    <a:pt x="394" y="169"/>
                    <a:pt x="392" y="177"/>
                  </a:cubicBezTo>
                  <a:cubicBezTo>
                    <a:pt x="392" y="186"/>
                    <a:pt x="391" y="186"/>
                    <a:pt x="388" y="186"/>
                  </a:cubicBezTo>
                  <a:cubicBezTo>
                    <a:pt x="387" y="177"/>
                    <a:pt x="384" y="177"/>
                    <a:pt x="384" y="177"/>
                  </a:cubicBezTo>
                  <a:lnTo>
                    <a:pt x="384" y="168"/>
                  </a:lnTo>
                  <a:cubicBezTo>
                    <a:pt x="384" y="162"/>
                    <a:pt x="383" y="157"/>
                    <a:pt x="382" y="151"/>
                  </a:cubicBezTo>
                  <a:cubicBezTo>
                    <a:pt x="380" y="151"/>
                    <a:pt x="380" y="160"/>
                    <a:pt x="380" y="160"/>
                  </a:cubicBezTo>
                  <a:cubicBezTo>
                    <a:pt x="380" y="166"/>
                    <a:pt x="355" y="167"/>
                    <a:pt x="342" y="167"/>
                  </a:cubicBezTo>
                  <a:cubicBezTo>
                    <a:pt x="338" y="167"/>
                    <a:pt x="335" y="167"/>
                    <a:pt x="333" y="167"/>
                  </a:cubicBezTo>
                  <a:cubicBezTo>
                    <a:pt x="332" y="162"/>
                    <a:pt x="329" y="160"/>
                    <a:pt x="328" y="160"/>
                  </a:cubicBezTo>
                  <a:cubicBezTo>
                    <a:pt x="326" y="160"/>
                    <a:pt x="326" y="162"/>
                    <a:pt x="327" y="167"/>
                  </a:cubicBezTo>
                  <a:cubicBezTo>
                    <a:pt x="327" y="172"/>
                    <a:pt x="322" y="174"/>
                    <a:pt x="315" y="174"/>
                  </a:cubicBezTo>
                  <a:cubicBezTo>
                    <a:pt x="313" y="174"/>
                    <a:pt x="310" y="174"/>
                    <a:pt x="308" y="173"/>
                  </a:cubicBezTo>
                  <a:cubicBezTo>
                    <a:pt x="295" y="173"/>
                    <a:pt x="286" y="173"/>
                    <a:pt x="286" y="181"/>
                  </a:cubicBezTo>
                  <a:lnTo>
                    <a:pt x="281" y="181"/>
                  </a:lnTo>
                  <a:cubicBezTo>
                    <a:pt x="277" y="181"/>
                    <a:pt x="274" y="190"/>
                    <a:pt x="273" y="190"/>
                  </a:cubicBezTo>
                  <a:cubicBezTo>
                    <a:pt x="272" y="194"/>
                    <a:pt x="271" y="196"/>
                    <a:pt x="270" y="196"/>
                  </a:cubicBezTo>
                  <a:cubicBezTo>
                    <a:pt x="269" y="196"/>
                    <a:pt x="269" y="194"/>
                    <a:pt x="271" y="189"/>
                  </a:cubicBezTo>
                  <a:cubicBezTo>
                    <a:pt x="271" y="181"/>
                    <a:pt x="271" y="172"/>
                    <a:pt x="269" y="172"/>
                  </a:cubicBezTo>
                  <a:cubicBezTo>
                    <a:pt x="265" y="172"/>
                    <a:pt x="265" y="181"/>
                    <a:pt x="265" y="189"/>
                  </a:cubicBezTo>
                  <a:cubicBezTo>
                    <a:pt x="265" y="198"/>
                    <a:pt x="264" y="198"/>
                    <a:pt x="264" y="198"/>
                  </a:cubicBezTo>
                  <a:cubicBezTo>
                    <a:pt x="262" y="198"/>
                    <a:pt x="262" y="198"/>
                    <a:pt x="262" y="189"/>
                  </a:cubicBezTo>
                  <a:lnTo>
                    <a:pt x="262" y="172"/>
                  </a:lnTo>
                  <a:lnTo>
                    <a:pt x="260" y="172"/>
                  </a:lnTo>
                  <a:cubicBezTo>
                    <a:pt x="260" y="180"/>
                    <a:pt x="258" y="180"/>
                    <a:pt x="258" y="180"/>
                  </a:cubicBezTo>
                  <a:cubicBezTo>
                    <a:pt x="257" y="180"/>
                    <a:pt x="257" y="180"/>
                    <a:pt x="257" y="163"/>
                  </a:cubicBezTo>
                  <a:cubicBezTo>
                    <a:pt x="257" y="155"/>
                    <a:pt x="257" y="151"/>
                    <a:pt x="256" y="151"/>
                  </a:cubicBezTo>
                  <a:cubicBezTo>
                    <a:pt x="255" y="151"/>
                    <a:pt x="254" y="155"/>
                    <a:pt x="254" y="163"/>
                  </a:cubicBezTo>
                  <a:lnTo>
                    <a:pt x="249" y="172"/>
                  </a:lnTo>
                  <a:cubicBezTo>
                    <a:pt x="249" y="167"/>
                    <a:pt x="248" y="164"/>
                    <a:pt x="248" y="164"/>
                  </a:cubicBezTo>
                  <a:cubicBezTo>
                    <a:pt x="246" y="164"/>
                    <a:pt x="244" y="174"/>
                    <a:pt x="243" y="180"/>
                  </a:cubicBezTo>
                  <a:cubicBezTo>
                    <a:pt x="242" y="172"/>
                    <a:pt x="241" y="168"/>
                    <a:pt x="240" y="168"/>
                  </a:cubicBezTo>
                  <a:cubicBezTo>
                    <a:pt x="239" y="168"/>
                    <a:pt x="239" y="172"/>
                    <a:pt x="238" y="180"/>
                  </a:cubicBezTo>
                  <a:cubicBezTo>
                    <a:pt x="238" y="184"/>
                    <a:pt x="237" y="186"/>
                    <a:pt x="237" y="186"/>
                  </a:cubicBezTo>
                  <a:cubicBezTo>
                    <a:pt x="236" y="186"/>
                    <a:pt x="235" y="184"/>
                    <a:pt x="234" y="180"/>
                  </a:cubicBezTo>
                  <a:cubicBezTo>
                    <a:pt x="232" y="171"/>
                    <a:pt x="230" y="171"/>
                    <a:pt x="227" y="171"/>
                  </a:cubicBezTo>
                  <a:cubicBezTo>
                    <a:pt x="226" y="177"/>
                    <a:pt x="219" y="178"/>
                    <a:pt x="210" y="178"/>
                  </a:cubicBezTo>
                  <a:cubicBezTo>
                    <a:pt x="207" y="178"/>
                    <a:pt x="204" y="178"/>
                    <a:pt x="200" y="178"/>
                  </a:cubicBezTo>
                  <a:cubicBezTo>
                    <a:pt x="184" y="178"/>
                    <a:pt x="173" y="178"/>
                    <a:pt x="173" y="186"/>
                  </a:cubicBezTo>
                  <a:cubicBezTo>
                    <a:pt x="172" y="186"/>
                    <a:pt x="172" y="186"/>
                    <a:pt x="170" y="178"/>
                  </a:cubicBezTo>
                  <a:cubicBezTo>
                    <a:pt x="170" y="174"/>
                    <a:pt x="169" y="172"/>
                    <a:pt x="169" y="172"/>
                  </a:cubicBezTo>
                  <a:cubicBezTo>
                    <a:pt x="168" y="172"/>
                    <a:pt x="168" y="176"/>
                    <a:pt x="166" y="186"/>
                  </a:cubicBezTo>
                  <a:cubicBezTo>
                    <a:pt x="166" y="191"/>
                    <a:pt x="165" y="196"/>
                    <a:pt x="165" y="196"/>
                  </a:cubicBezTo>
                  <a:cubicBezTo>
                    <a:pt x="165" y="196"/>
                    <a:pt x="165" y="193"/>
                    <a:pt x="165" y="186"/>
                  </a:cubicBezTo>
                  <a:cubicBezTo>
                    <a:pt x="165" y="177"/>
                    <a:pt x="162" y="177"/>
                    <a:pt x="154" y="177"/>
                  </a:cubicBezTo>
                  <a:cubicBezTo>
                    <a:pt x="149" y="177"/>
                    <a:pt x="142" y="177"/>
                    <a:pt x="142" y="185"/>
                  </a:cubicBezTo>
                  <a:cubicBezTo>
                    <a:pt x="140" y="189"/>
                    <a:pt x="139" y="191"/>
                    <a:pt x="139" y="191"/>
                  </a:cubicBezTo>
                  <a:lnTo>
                    <a:pt x="139" y="191"/>
                  </a:lnTo>
                  <a:cubicBezTo>
                    <a:pt x="139" y="191"/>
                    <a:pt x="139" y="189"/>
                    <a:pt x="140" y="185"/>
                  </a:cubicBezTo>
                  <a:cubicBezTo>
                    <a:pt x="141" y="174"/>
                    <a:pt x="138" y="167"/>
                    <a:pt x="135" y="167"/>
                  </a:cubicBezTo>
                  <a:cubicBezTo>
                    <a:pt x="133" y="167"/>
                    <a:pt x="130" y="169"/>
                    <a:pt x="128" y="176"/>
                  </a:cubicBezTo>
                  <a:cubicBezTo>
                    <a:pt x="127" y="176"/>
                    <a:pt x="125" y="176"/>
                    <a:pt x="125" y="168"/>
                  </a:cubicBezTo>
                  <a:cubicBezTo>
                    <a:pt x="124" y="168"/>
                    <a:pt x="124" y="168"/>
                    <a:pt x="123" y="168"/>
                  </a:cubicBezTo>
                  <a:cubicBezTo>
                    <a:pt x="122" y="168"/>
                    <a:pt x="120" y="168"/>
                    <a:pt x="116" y="176"/>
                  </a:cubicBezTo>
                  <a:lnTo>
                    <a:pt x="103" y="175"/>
                  </a:lnTo>
                  <a:cubicBezTo>
                    <a:pt x="100" y="175"/>
                    <a:pt x="97" y="184"/>
                    <a:pt x="97" y="184"/>
                  </a:cubicBezTo>
                  <a:lnTo>
                    <a:pt x="96" y="184"/>
                  </a:lnTo>
                  <a:cubicBezTo>
                    <a:pt x="96" y="175"/>
                    <a:pt x="87" y="175"/>
                    <a:pt x="74" y="175"/>
                  </a:cubicBezTo>
                  <a:cubicBezTo>
                    <a:pt x="62" y="173"/>
                    <a:pt x="52" y="173"/>
                    <a:pt x="50" y="164"/>
                  </a:cubicBezTo>
                  <a:cubicBezTo>
                    <a:pt x="50" y="164"/>
                    <a:pt x="48" y="164"/>
                    <a:pt x="46" y="173"/>
                  </a:cubicBezTo>
                  <a:cubicBezTo>
                    <a:pt x="46" y="183"/>
                    <a:pt x="45" y="187"/>
                    <a:pt x="44" y="187"/>
                  </a:cubicBezTo>
                  <a:cubicBezTo>
                    <a:pt x="43" y="187"/>
                    <a:pt x="42" y="185"/>
                    <a:pt x="42" y="181"/>
                  </a:cubicBezTo>
                  <a:cubicBezTo>
                    <a:pt x="41" y="173"/>
                    <a:pt x="38" y="169"/>
                    <a:pt x="36" y="169"/>
                  </a:cubicBezTo>
                  <a:cubicBezTo>
                    <a:pt x="34" y="169"/>
                    <a:pt x="32" y="173"/>
                    <a:pt x="30" y="181"/>
                  </a:cubicBezTo>
                  <a:lnTo>
                    <a:pt x="30" y="172"/>
                  </a:lnTo>
                  <a:cubicBezTo>
                    <a:pt x="30" y="166"/>
                    <a:pt x="29" y="163"/>
                    <a:pt x="28" y="163"/>
                  </a:cubicBezTo>
                  <a:cubicBezTo>
                    <a:pt x="26" y="163"/>
                    <a:pt x="23" y="170"/>
                    <a:pt x="23" y="180"/>
                  </a:cubicBezTo>
                  <a:cubicBezTo>
                    <a:pt x="21" y="175"/>
                    <a:pt x="20" y="169"/>
                    <a:pt x="19" y="169"/>
                  </a:cubicBezTo>
                  <a:cubicBezTo>
                    <a:pt x="18" y="169"/>
                    <a:pt x="18" y="170"/>
                    <a:pt x="17" y="172"/>
                  </a:cubicBezTo>
                  <a:cubicBezTo>
                    <a:pt x="15" y="172"/>
                    <a:pt x="15" y="172"/>
                    <a:pt x="16" y="154"/>
                  </a:cubicBezTo>
                  <a:cubicBezTo>
                    <a:pt x="16" y="147"/>
                    <a:pt x="16" y="138"/>
                    <a:pt x="14" y="138"/>
                  </a:cubicBezTo>
                  <a:close/>
                  <a:moveTo>
                    <a:pt x="1065" y="296"/>
                  </a:moveTo>
                  <a:cubicBezTo>
                    <a:pt x="1065" y="304"/>
                    <a:pt x="1065" y="304"/>
                    <a:pt x="1067" y="304"/>
                  </a:cubicBezTo>
                  <a:cubicBezTo>
                    <a:pt x="1070" y="304"/>
                    <a:pt x="1070" y="304"/>
                    <a:pt x="1068" y="29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33"/>
            <p:cNvSpPr/>
            <p:nvPr/>
          </p:nvSpPr>
          <p:spPr>
            <a:xfrm>
              <a:off x="2183956" y="1090111"/>
              <a:ext cx="105986" cy="81912"/>
            </a:xfrm>
            <a:custGeom>
              <a:avLst/>
              <a:gdLst/>
              <a:ahLst/>
              <a:cxnLst/>
              <a:rect l="l" t="t" r="r" b="b"/>
              <a:pathLst>
                <a:path w="1061" h="820" extrusionOk="0">
                  <a:moveTo>
                    <a:pt x="999" y="8"/>
                  </a:moveTo>
                  <a:cubicBezTo>
                    <a:pt x="1000" y="8"/>
                    <a:pt x="1007" y="18"/>
                    <a:pt x="1011" y="29"/>
                  </a:cubicBezTo>
                  <a:cubicBezTo>
                    <a:pt x="1016" y="37"/>
                    <a:pt x="1018" y="41"/>
                    <a:pt x="1018" y="41"/>
                  </a:cubicBezTo>
                  <a:cubicBezTo>
                    <a:pt x="1018" y="41"/>
                    <a:pt x="1015" y="37"/>
                    <a:pt x="1010" y="30"/>
                  </a:cubicBezTo>
                  <a:cubicBezTo>
                    <a:pt x="1006" y="23"/>
                    <a:pt x="1001" y="15"/>
                    <a:pt x="1002" y="15"/>
                  </a:cubicBezTo>
                  <a:cubicBezTo>
                    <a:pt x="1000" y="10"/>
                    <a:pt x="999" y="8"/>
                    <a:pt x="999" y="8"/>
                  </a:cubicBezTo>
                  <a:close/>
                  <a:moveTo>
                    <a:pt x="837" y="127"/>
                  </a:moveTo>
                  <a:cubicBezTo>
                    <a:pt x="838" y="127"/>
                    <a:pt x="839" y="128"/>
                    <a:pt x="842" y="133"/>
                  </a:cubicBezTo>
                  <a:cubicBezTo>
                    <a:pt x="846" y="141"/>
                    <a:pt x="850" y="149"/>
                    <a:pt x="849" y="149"/>
                  </a:cubicBezTo>
                  <a:cubicBezTo>
                    <a:pt x="843" y="143"/>
                    <a:pt x="838" y="135"/>
                    <a:pt x="835" y="127"/>
                  </a:cubicBezTo>
                  <a:cubicBezTo>
                    <a:pt x="836" y="127"/>
                    <a:pt x="836" y="127"/>
                    <a:pt x="837" y="127"/>
                  </a:cubicBezTo>
                  <a:close/>
                  <a:moveTo>
                    <a:pt x="812" y="177"/>
                  </a:moveTo>
                  <a:cubicBezTo>
                    <a:pt x="812" y="177"/>
                    <a:pt x="813" y="178"/>
                    <a:pt x="814" y="180"/>
                  </a:cubicBezTo>
                  <a:cubicBezTo>
                    <a:pt x="817" y="185"/>
                    <a:pt x="820" y="190"/>
                    <a:pt x="823" y="195"/>
                  </a:cubicBezTo>
                  <a:cubicBezTo>
                    <a:pt x="823" y="195"/>
                    <a:pt x="824" y="198"/>
                    <a:pt x="824" y="198"/>
                  </a:cubicBezTo>
                  <a:cubicBezTo>
                    <a:pt x="824" y="198"/>
                    <a:pt x="823" y="198"/>
                    <a:pt x="822" y="196"/>
                  </a:cubicBezTo>
                  <a:lnTo>
                    <a:pt x="817" y="189"/>
                  </a:lnTo>
                  <a:cubicBezTo>
                    <a:pt x="814" y="183"/>
                    <a:pt x="811" y="177"/>
                    <a:pt x="812" y="177"/>
                  </a:cubicBezTo>
                  <a:close/>
                  <a:moveTo>
                    <a:pt x="698" y="201"/>
                  </a:moveTo>
                  <a:cubicBezTo>
                    <a:pt x="704" y="208"/>
                    <a:pt x="708" y="215"/>
                    <a:pt x="707" y="216"/>
                  </a:cubicBezTo>
                  <a:lnTo>
                    <a:pt x="702" y="209"/>
                  </a:lnTo>
                  <a:lnTo>
                    <a:pt x="697" y="201"/>
                  </a:lnTo>
                  <a:close/>
                  <a:moveTo>
                    <a:pt x="764" y="210"/>
                  </a:moveTo>
                  <a:cubicBezTo>
                    <a:pt x="765" y="210"/>
                    <a:pt x="770" y="217"/>
                    <a:pt x="770" y="217"/>
                  </a:cubicBezTo>
                  <a:cubicBezTo>
                    <a:pt x="770" y="217"/>
                    <a:pt x="774" y="224"/>
                    <a:pt x="773" y="225"/>
                  </a:cubicBezTo>
                  <a:cubicBezTo>
                    <a:pt x="770" y="220"/>
                    <a:pt x="767" y="216"/>
                    <a:pt x="763" y="211"/>
                  </a:cubicBezTo>
                  <a:lnTo>
                    <a:pt x="764" y="210"/>
                  </a:lnTo>
                  <a:close/>
                  <a:moveTo>
                    <a:pt x="689" y="218"/>
                  </a:moveTo>
                  <a:cubicBezTo>
                    <a:pt x="690" y="218"/>
                    <a:pt x="691" y="219"/>
                    <a:pt x="694" y="224"/>
                  </a:cubicBezTo>
                  <a:cubicBezTo>
                    <a:pt x="694" y="224"/>
                    <a:pt x="698" y="232"/>
                    <a:pt x="697" y="232"/>
                  </a:cubicBezTo>
                  <a:lnTo>
                    <a:pt x="691" y="226"/>
                  </a:lnTo>
                  <a:cubicBezTo>
                    <a:pt x="686" y="218"/>
                    <a:pt x="688" y="218"/>
                    <a:pt x="688" y="218"/>
                  </a:cubicBezTo>
                  <a:cubicBezTo>
                    <a:pt x="688" y="218"/>
                    <a:pt x="689" y="218"/>
                    <a:pt x="689" y="218"/>
                  </a:cubicBezTo>
                  <a:close/>
                  <a:moveTo>
                    <a:pt x="762" y="232"/>
                  </a:moveTo>
                  <a:cubicBezTo>
                    <a:pt x="763" y="232"/>
                    <a:pt x="764" y="234"/>
                    <a:pt x="768" y="238"/>
                  </a:cubicBezTo>
                  <a:lnTo>
                    <a:pt x="767" y="239"/>
                  </a:lnTo>
                  <a:lnTo>
                    <a:pt x="760" y="233"/>
                  </a:lnTo>
                  <a:lnTo>
                    <a:pt x="761" y="233"/>
                  </a:lnTo>
                  <a:cubicBezTo>
                    <a:pt x="761" y="232"/>
                    <a:pt x="762" y="232"/>
                    <a:pt x="762" y="232"/>
                  </a:cubicBezTo>
                  <a:close/>
                  <a:moveTo>
                    <a:pt x="749" y="239"/>
                  </a:moveTo>
                  <a:cubicBezTo>
                    <a:pt x="751" y="239"/>
                    <a:pt x="751" y="239"/>
                    <a:pt x="755" y="246"/>
                  </a:cubicBezTo>
                  <a:lnTo>
                    <a:pt x="754" y="247"/>
                  </a:lnTo>
                  <a:lnTo>
                    <a:pt x="748" y="241"/>
                  </a:lnTo>
                  <a:lnTo>
                    <a:pt x="749" y="239"/>
                  </a:lnTo>
                  <a:close/>
                  <a:moveTo>
                    <a:pt x="767" y="246"/>
                  </a:moveTo>
                  <a:cubicBezTo>
                    <a:pt x="766" y="246"/>
                    <a:pt x="767" y="247"/>
                    <a:pt x="768" y="250"/>
                  </a:cubicBezTo>
                  <a:cubicBezTo>
                    <a:pt x="768" y="249"/>
                    <a:pt x="767" y="246"/>
                    <a:pt x="767" y="246"/>
                  </a:cubicBezTo>
                  <a:close/>
                  <a:moveTo>
                    <a:pt x="738" y="240"/>
                  </a:moveTo>
                  <a:cubicBezTo>
                    <a:pt x="739" y="240"/>
                    <a:pt x="740" y="241"/>
                    <a:pt x="742" y="244"/>
                  </a:cubicBezTo>
                  <a:cubicBezTo>
                    <a:pt x="746" y="252"/>
                    <a:pt x="746" y="252"/>
                    <a:pt x="745" y="252"/>
                  </a:cubicBezTo>
                  <a:cubicBezTo>
                    <a:pt x="745" y="253"/>
                    <a:pt x="744" y="253"/>
                    <a:pt x="744" y="253"/>
                  </a:cubicBezTo>
                  <a:cubicBezTo>
                    <a:pt x="743" y="253"/>
                    <a:pt x="742" y="251"/>
                    <a:pt x="740" y="246"/>
                  </a:cubicBezTo>
                  <a:cubicBezTo>
                    <a:pt x="738" y="242"/>
                    <a:pt x="737" y="240"/>
                    <a:pt x="738" y="240"/>
                  </a:cubicBezTo>
                  <a:close/>
                  <a:moveTo>
                    <a:pt x="615" y="323"/>
                  </a:moveTo>
                  <a:cubicBezTo>
                    <a:pt x="620" y="329"/>
                    <a:pt x="624" y="337"/>
                    <a:pt x="623" y="337"/>
                  </a:cubicBezTo>
                  <a:lnTo>
                    <a:pt x="622" y="338"/>
                  </a:lnTo>
                  <a:cubicBezTo>
                    <a:pt x="619" y="334"/>
                    <a:pt x="616" y="328"/>
                    <a:pt x="614" y="324"/>
                  </a:cubicBezTo>
                  <a:lnTo>
                    <a:pt x="615" y="323"/>
                  </a:lnTo>
                  <a:close/>
                  <a:moveTo>
                    <a:pt x="570" y="360"/>
                  </a:moveTo>
                  <a:cubicBezTo>
                    <a:pt x="571" y="360"/>
                    <a:pt x="572" y="361"/>
                    <a:pt x="575" y="366"/>
                  </a:cubicBezTo>
                  <a:cubicBezTo>
                    <a:pt x="580" y="374"/>
                    <a:pt x="578" y="375"/>
                    <a:pt x="576" y="376"/>
                  </a:cubicBezTo>
                  <a:cubicBezTo>
                    <a:pt x="570" y="370"/>
                    <a:pt x="567" y="362"/>
                    <a:pt x="568" y="361"/>
                  </a:cubicBezTo>
                  <a:cubicBezTo>
                    <a:pt x="569" y="360"/>
                    <a:pt x="569" y="360"/>
                    <a:pt x="570" y="360"/>
                  </a:cubicBezTo>
                  <a:close/>
                  <a:moveTo>
                    <a:pt x="439" y="380"/>
                  </a:moveTo>
                  <a:cubicBezTo>
                    <a:pt x="444" y="388"/>
                    <a:pt x="449" y="394"/>
                    <a:pt x="448" y="395"/>
                  </a:cubicBezTo>
                  <a:lnTo>
                    <a:pt x="447" y="395"/>
                  </a:lnTo>
                  <a:cubicBezTo>
                    <a:pt x="444" y="391"/>
                    <a:pt x="440" y="386"/>
                    <a:pt x="438" y="381"/>
                  </a:cubicBezTo>
                  <a:lnTo>
                    <a:pt x="439" y="380"/>
                  </a:lnTo>
                  <a:close/>
                  <a:moveTo>
                    <a:pt x="484" y="412"/>
                  </a:moveTo>
                  <a:cubicBezTo>
                    <a:pt x="488" y="420"/>
                    <a:pt x="493" y="427"/>
                    <a:pt x="492" y="428"/>
                  </a:cubicBezTo>
                  <a:lnTo>
                    <a:pt x="486" y="421"/>
                  </a:lnTo>
                  <a:lnTo>
                    <a:pt x="483" y="413"/>
                  </a:lnTo>
                  <a:lnTo>
                    <a:pt x="484" y="412"/>
                  </a:lnTo>
                  <a:close/>
                  <a:moveTo>
                    <a:pt x="247" y="448"/>
                  </a:moveTo>
                  <a:cubicBezTo>
                    <a:pt x="244" y="450"/>
                    <a:pt x="244" y="450"/>
                    <a:pt x="251" y="456"/>
                  </a:cubicBezTo>
                  <a:lnTo>
                    <a:pt x="253" y="455"/>
                  </a:lnTo>
                  <a:cubicBezTo>
                    <a:pt x="248" y="448"/>
                    <a:pt x="248" y="448"/>
                    <a:pt x="247" y="448"/>
                  </a:cubicBezTo>
                  <a:close/>
                  <a:moveTo>
                    <a:pt x="450" y="443"/>
                  </a:moveTo>
                  <a:cubicBezTo>
                    <a:pt x="451" y="443"/>
                    <a:pt x="451" y="443"/>
                    <a:pt x="457" y="449"/>
                  </a:cubicBezTo>
                  <a:cubicBezTo>
                    <a:pt x="459" y="454"/>
                    <a:pt x="463" y="459"/>
                    <a:pt x="465" y="464"/>
                  </a:cubicBezTo>
                  <a:cubicBezTo>
                    <a:pt x="459" y="457"/>
                    <a:pt x="455" y="450"/>
                    <a:pt x="450" y="443"/>
                  </a:cubicBezTo>
                  <a:close/>
                  <a:moveTo>
                    <a:pt x="427" y="467"/>
                  </a:moveTo>
                  <a:cubicBezTo>
                    <a:pt x="432" y="474"/>
                    <a:pt x="437" y="482"/>
                    <a:pt x="436" y="482"/>
                  </a:cubicBezTo>
                  <a:lnTo>
                    <a:pt x="430" y="476"/>
                  </a:lnTo>
                  <a:lnTo>
                    <a:pt x="426" y="468"/>
                  </a:lnTo>
                  <a:lnTo>
                    <a:pt x="427" y="467"/>
                  </a:lnTo>
                  <a:close/>
                  <a:moveTo>
                    <a:pt x="286" y="504"/>
                  </a:moveTo>
                  <a:lnTo>
                    <a:pt x="286" y="504"/>
                  </a:lnTo>
                  <a:cubicBezTo>
                    <a:pt x="288" y="506"/>
                    <a:pt x="288" y="507"/>
                    <a:pt x="288" y="507"/>
                  </a:cubicBezTo>
                  <a:cubicBezTo>
                    <a:pt x="288" y="507"/>
                    <a:pt x="286" y="504"/>
                    <a:pt x="286" y="504"/>
                  </a:cubicBezTo>
                  <a:close/>
                  <a:moveTo>
                    <a:pt x="351" y="510"/>
                  </a:moveTo>
                  <a:cubicBezTo>
                    <a:pt x="351" y="510"/>
                    <a:pt x="353" y="512"/>
                    <a:pt x="353" y="513"/>
                  </a:cubicBezTo>
                  <a:cubicBezTo>
                    <a:pt x="351" y="511"/>
                    <a:pt x="351" y="510"/>
                    <a:pt x="351" y="510"/>
                  </a:cubicBezTo>
                  <a:close/>
                  <a:moveTo>
                    <a:pt x="338" y="502"/>
                  </a:moveTo>
                  <a:cubicBezTo>
                    <a:pt x="343" y="509"/>
                    <a:pt x="348" y="517"/>
                    <a:pt x="347" y="517"/>
                  </a:cubicBezTo>
                  <a:lnTo>
                    <a:pt x="340" y="511"/>
                  </a:lnTo>
                  <a:lnTo>
                    <a:pt x="337" y="503"/>
                  </a:lnTo>
                  <a:lnTo>
                    <a:pt x="338" y="502"/>
                  </a:lnTo>
                  <a:close/>
                  <a:moveTo>
                    <a:pt x="325" y="504"/>
                  </a:moveTo>
                  <a:cubicBezTo>
                    <a:pt x="325" y="504"/>
                    <a:pt x="328" y="507"/>
                    <a:pt x="335" y="514"/>
                  </a:cubicBezTo>
                  <a:cubicBezTo>
                    <a:pt x="339" y="521"/>
                    <a:pt x="339" y="521"/>
                    <a:pt x="338" y="522"/>
                  </a:cubicBezTo>
                  <a:cubicBezTo>
                    <a:pt x="334" y="518"/>
                    <a:pt x="330" y="513"/>
                    <a:pt x="327" y="509"/>
                  </a:cubicBezTo>
                  <a:cubicBezTo>
                    <a:pt x="325" y="506"/>
                    <a:pt x="324" y="504"/>
                    <a:pt x="325" y="504"/>
                  </a:cubicBezTo>
                  <a:close/>
                  <a:moveTo>
                    <a:pt x="258" y="511"/>
                  </a:moveTo>
                  <a:lnTo>
                    <a:pt x="257" y="512"/>
                  </a:lnTo>
                  <a:cubicBezTo>
                    <a:pt x="261" y="517"/>
                    <a:pt x="264" y="521"/>
                    <a:pt x="267" y="526"/>
                  </a:cubicBezTo>
                  <a:cubicBezTo>
                    <a:pt x="269" y="524"/>
                    <a:pt x="264" y="518"/>
                    <a:pt x="264" y="518"/>
                  </a:cubicBezTo>
                  <a:cubicBezTo>
                    <a:pt x="264" y="518"/>
                    <a:pt x="260" y="511"/>
                    <a:pt x="258" y="511"/>
                  </a:cubicBezTo>
                  <a:close/>
                  <a:moveTo>
                    <a:pt x="206" y="523"/>
                  </a:moveTo>
                  <a:lnTo>
                    <a:pt x="210" y="530"/>
                  </a:lnTo>
                  <a:cubicBezTo>
                    <a:pt x="214" y="536"/>
                    <a:pt x="218" y="541"/>
                    <a:pt x="218" y="541"/>
                  </a:cubicBezTo>
                  <a:cubicBezTo>
                    <a:pt x="218" y="541"/>
                    <a:pt x="217" y="540"/>
                    <a:pt x="216" y="538"/>
                  </a:cubicBezTo>
                  <a:lnTo>
                    <a:pt x="206" y="523"/>
                  </a:lnTo>
                  <a:close/>
                  <a:moveTo>
                    <a:pt x="317" y="535"/>
                  </a:moveTo>
                  <a:lnTo>
                    <a:pt x="317" y="535"/>
                  </a:lnTo>
                  <a:cubicBezTo>
                    <a:pt x="318" y="535"/>
                    <a:pt x="324" y="541"/>
                    <a:pt x="324" y="541"/>
                  </a:cubicBezTo>
                  <a:cubicBezTo>
                    <a:pt x="325" y="544"/>
                    <a:pt x="325" y="545"/>
                    <a:pt x="325" y="545"/>
                  </a:cubicBezTo>
                  <a:cubicBezTo>
                    <a:pt x="324" y="545"/>
                    <a:pt x="322" y="542"/>
                    <a:pt x="321" y="542"/>
                  </a:cubicBezTo>
                  <a:cubicBezTo>
                    <a:pt x="315" y="537"/>
                    <a:pt x="315" y="537"/>
                    <a:pt x="317" y="535"/>
                  </a:cubicBezTo>
                  <a:close/>
                  <a:moveTo>
                    <a:pt x="259" y="541"/>
                  </a:moveTo>
                  <a:cubicBezTo>
                    <a:pt x="260" y="541"/>
                    <a:pt x="261" y="542"/>
                    <a:pt x="265" y="547"/>
                  </a:cubicBezTo>
                  <a:lnTo>
                    <a:pt x="264" y="548"/>
                  </a:lnTo>
                  <a:lnTo>
                    <a:pt x="257" y="541"/>
                  </a:lnTo>
                  <a:lnTo>
                    <a:pt x="258" y="541"/>
                  </a:lnTo>
                  <a:cubicBezTo>
                    <a:pt x="259" y="541"/>
                    <a:pt x="259" y="541"/>
                    <a:pt x="259" y="541"/>
                  </a:cubicBezTo>
                  <a:close/>
                  <a:moveTo>
                    <a:pt x="247" y="544"/>
                  </a:moveTo>
                  <a:cubicBezTo>
                    <a:pt x="248" y="544"/>
                    <a:pt x="253" y="550"/>
                    <a:pt x="258" y="560"/>
                  </a:cubicBezTo>
                  <a:lnTo>
                    <a:pt x="256" y="563"/>
                  </a:lnTo>
                  <a:cubicBezTo>
                    <a:pt x="252" y="556"/>
                    <a:pt x="247" y="548"/>
                    <a:pt x="248" y="548"/>
                  </a:cubicBezTo>
                  <a:cubicBezTo>
                    <a:pt x="247" y="546"/>
                    <a:pt x="247" y="544"/>
                    <a:pt x="247" y="544"/>
                  </a:cubicBezTo>
                  <a:close/>
                  <a:moveTo>
                    <a:pt x="295" y="549"/>
                  </a:moveTo>
                  <a:cubicBezTo>
                    <a:pt x="296" y="549"/>
                    <a:pt x="298" y="550"/>
                    <a:pt x="301" y="555"/>
                  </a:cubicBezTo>
                  <a:cubicBezTo>
                    <a:pt x="301" y="555"/>
                    <a:pt x="306" y="561"/>
                    <a:pt x="304" y="563"/>
                  </a:cubicBezTo>
                  <a:cubicBezTo>
                    <a:pt x="304" y="563"/>
                    <a:pt x="304" y="563"/>
                    <a:pt x="304" y="563"/>
                  </a:cubicBezTo>
                  <a:cubicBezTo>
                    <a:pt x="302" y="563"/>
                    <a:pt x="298" y="557"/>
                    <a:pt x="298" y="557"/>
                  </a:cubicBezTo>
                  <a:cubicBezTo>
                    <a:pt x="293" y="550"/>
                    <a:pt x="294" y="549"/>
                    <a:pt x="294" y="549"/>
                  </a:cubicBezTo>
                  <a:cubicBezTo>
                    <a:pt x="295" y="549"/>
                    <a:pt x="295" y="549"/>
                    <a:pt x="295" y="549"/>
                  </a:cubicBezTo>
                  <a:close/>
                  <a:moveTo>
                    <a:pt x="198" y="562"/>
                  </a:moveTo>
                  <a:lnTo>
                    <a:pt x="198" y="562"/>
                  </a:lnTo>
                  <a:cubicBezTo>
                    <a:pt x="198" y="562"/>
                    <a:pt x="200" y="565"/>
                    <a:pt x="205" y="574"/>
                  </a:cubicBezTo>
                  <a:cubicBezTo>
                    <a:pt x="209" y="582"/>
                    <a:pt x="212" y="589"/>
                    <a:pt x="212" y="589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1" y="590"/>
                    <a:pt x="207" y="582"/>
                    <a:pt x="199" y="567"/>
                  </a:cubicBezTo>
                  <a:cubicBezTo>
                    <a:pt x="198" y="564"/>
                    <a:pt x="197" y="562"/>
                    <a:pt x="198" y="562"/>
                  </a:cubicBezTo>
                  <a:close/>
                  <a:moveTo>
                    <a:pt x="229" y="588"/>
                  </a:moveTo>
                  <a:cubicBezTo>
                    <a:pt x="234" y="596"/>
                    <a:pt x="238" y="603"/>
                    <a:pt x="237" y="604"/>
                  </a:cubicBezTo>
                  <a:lnTo>
                    <a:pt x="236" y="604"/>
                  </a:lnTo>
                  <a:cubicBezTo>
                    <a:pt x="233" y="600"/>
                    <a:pt x="230" y="595"/>
                    <a:pt x="228" y="589"/>
                  </a:cubicBezTo>
                  <a:lnTo>
                    <a:pt x="229" y="588"/>
                  </a:lnTo>
                  <a:close/>
                  <a:moveTo>
                    <a:pt x="267" y="595"/>
                  </a:moveTo>
                  <a:lnTo>
                    <a:pt x="273" y="602"/>
                  </a:lnTo>
                  <a:cubicBezTo>
                    <a:pt x="272" y="603"/>
                    <a:pt x="274" y="607"/>
                    <a:pt x="273" y="607"/>
                  </a:cubicBezTo>
                  <a:cubicBezTo>
                    <a:pt x="273" y="607"/>
                    <a:pt x="272" y="606"/>
                    <a:pt x="271" y="604"/>
                  </a:cubicBezTo>
                  <a:cubicBezTo>
                    <a:pt x="269" y="604"/>
                    <a:pt x="266" y="596"/>
                    <a:pt x="267" y="595"/>
                  </a:cubicBezTo>
                  <a:close/>
                  <a:moveTo>
                    <a:pt x="172" y="594"/>
                  </a:moveTo>
                  <a:lnTo>
                    <a:pt x="177" y="601"/>
                  </a:lnTo>
                  <a:lnTo>
                    <a:pt x="180" y="609"/>
                  </a:lnTo>
                  <a:lnTo>
                    <a:pt x="180" y="609"/>
                  </a:lnTo>
                  <a:lnTo>
                    <a:pt x="174" y="603"/>
                  </a:lnTo>
                  <a:cubicBezTo>
                    <a:pt x="170" y="595"/>
                    <a:pt x="171" y="595"/>
                    <a:pt x="172" y="594"/>
                  </a:cubicBezTo>
                  <a:close/>
                  <a:moveTo>
                    <a:pt x="186" y="602"/>
                  </a:moveTo>
                  <a:cubicBezTo>
                    <a:pt x="186" y="602"/>
                    <a:pt x="188" y="605"/>
                    <a:pt x="192" y="612"/>
                  </a:cubicBezTo>
                  <a:cubicBezTo>
                    <a:pt x="198" y="619"/>
                    <a:pt x="201" y="625"/>
                    <a:pt x="205" y="634"/>
                  </a:cubicBezTo>
                  <a:lnTo>
                    <a:pt x="202" y="635"/>
                  </a:lnTo>
                  <a:cubicBezTo>
                    <a:pt x="202" y="635"/>
                    <a:pt x="198" y="628"/>
                    <a:pt x="195" y="620"/>
                  </a:cubicBezTo>
                  <a:cubicBezTo>
                    <a:pt x="188" y="607"/>
                    <a:pt x="186" y="602"/>
                    <a:pt x="186" y="602"/>
                  </a:cubicBezTo>
                  <a:close/>
                  <a:moveTo>
                    <a:pt x="33" y="650"/>
                  </a:moveTo>
                  <a:cubicBezTo>
                    <a:pt x="32" y="650"/>
                    <a:pt x="32" y="650"/>
                    <a:pt x="32" y="650"/>
                  </a:cubicBezTo>
                  <a:lnTo>
                    <a:pt x="31" y="651"/>
                  </a:lnTo>
                  <a:lnTo>
                    <a:pt x="36" y="657"/>
                  </a:lnTo>
                  <a:lnTo>
                    <a:pt x="37" y="657"/>
                  </a:lnTo>
                  <a:cubicBezTo>
                    <a:pt x="34" y="651"/>
                    <a:pt x="33" y="650"/>
                    <a:pt x="33" y="650"/>
                  </a:cubicBezTo>
                  <a:close/>
                  <a:moveTo>
                    <a:pt x="138" y="666"/>
                  </a:moveTo>
                  <a:cubicBezTo>
                    <a:pt x="139" y="666"/>
                    <a:pt x="143" y="672"/>
                    <a:pt x="145" y="680"/>
                  </a:cubicBezTo>
                  <a:lnTo>
                    <a:pt x="143" y="681"/>
                  </a:lnTo>
                  <a:cubicBezTo>
                    <a:pt x="138" y="675"/>
                    <a:pt x="136" y="666"/>
                    <a:pt x="137" y="666"/>
                  </a:cubicBezTo>
                  <a:cubicBezTo>
                    <a:pt x="137" y="666"/>
                    <a:pt x="137" y="666"/>
                    <a:pt x="138" y="666"/>
                  </a:cubicBezTo>
                  <a:close/>
                  <a:moveTo>
                    <a:pt x="151" y="673"/>
                  </a:moveTo>
                  <a:cubicBezTo>
                    <a:pt x="149" y="673"/>
                    <a:pt x="152" y="679"/>
                    <a:pt x="155" y="685"/>
                  </a:cubicBezTo>
                  <a:cubicBezTo>
                    <a:pt x="158" y="689"/>
                    <a:pt x="160" y="690"/>
                    <a:pt x="161" y="690"/>
                  </a:cubicBezTo>
                  <a:cubicBezTo>
                    <a:pt x="162" y="690"/>
                    <a:pt x="163" y="690"/>
                    <a:pt x="164" y="689"/>
                  </a:cubicBezTo>
                  <a:cubicBezTo>
                    <a:pt x="165" y="688"/>
                    <a:pt x="161" y="680"/>
                    <a:pt x="161" y="680"/>
                  </a:cubicBezTo>
                  <a:cubicBezTo>
                    <a:pt x="157" y="675"/>
                    <a:pt x="156" y="675"/>
                    <a:pt x="155" y="675"/>
                  </a:cubicBezTo>
                  <a:cubicBezTo>
                    <a:pt x="155" y="675"/>
                    <a:pt x="154" y="675"/>
                    <a:pt x="154" y="675"/>
                  </a:cubicBezTo>
                  <a:cubicBezTo>
                    <a:pt x="153" y="673"/>
                    <a:pt x="152" y="673"/>
                    <a:pt x="151" y="673"/>
                  </a:cubicBezTo>
                  <a:close/>
                  <a:moveTo>
                    <a:pt x="405" y="680"/>
                  </a:moveTo>
                  <a:cubicBezTo>
                    <a:pt x="408" y="686"/>
                    <a:pt x="410" y="690"/>
                    <a:pt x="413" y="696"/>
                  </a:cubicBezTo>
                  <a:cubicBezTo>
                    <a:pt x="415" y="699"/>
                    <a:pt x="416" y="700"/>
                    <a:pt x="417" y="700"/>
                  </a:cubicBezTo>
                  <a:cubicBezTo>
                    <a:pt x="418" y="700"/>
                    <a:pt x="417" y="696"/>
                    <a:pt x="411" y="687"/>
                  </a:cubicBezTo>
                  <a:cubicBezTo>
                    <a:pt x="407" y="680"/>
                    <a:pt x="407" y="680"/>
                    <a:pt x="405" y="680"/>
                  </a:cubicBezTo>
                  <a:close/>
                  <a:moveTo>
                    <a:pt x="39" y="696"/>
                  </a:moveTo>
                  <a:cubicBezTo>
                    <a:pt x="40" y="696"/>
                    <a:pt x="41" y="697"/>
                    <a:pt x="44" y="702"/>
                  </a:cubicBezTo>
                  <a:cubicBezTo>
                    <a:pt x="44" y="702"/>
                    <a:pt x="49" y="710"/>
                    <a:pt x="46" y="711"/>
                  </a:cubicBezTo>
                  <a:lnTo>
                    <a:pt x="41" y="704"/>
                  </a:lnTo>
                  <a:cubicBezTo>
                    <a:pt x="36" y="697"/>
                    <a:pt x="37" y="697"/>
                    <a:pt x="39" y="696"/>
                  </a:cubicBezTo>
                  <a:cubicBezTo>
                    <a:pt x="39" y="696"/>
                    <a:pt x="39" y="696"/>
                    <a:pt x="39" y="696"/>
                  </a:cubicBezTo>
                  <a:close/>
                  <a:moveTo>
                    <a:pt x="53" y="687"/>
                  </a:moveTo>
                  <a:cubicBezTo>
                    <a:pt x="54" y="687"/>
                    <a:pt x="56" y="689"/>
                    <a:pt x="59" y="694"/>
                  </a:cubicBezTo>
                  <a:lnTo>
                    <a:pt x="58" y="694"/>
                  </a:lnTo>
                  <a:cubicBezTo>
                    <a:pt x="56" y="692"/>
                    <a:pt x="56" y="691"/>
                    <a:pt x="56" y="691"/>
                  </a:cubicBezTo>
                  <a:lnTo>
                    <a:pt x="56" y="691"/>
                  </a:lnTo>
                  <a:cubicBezTo>
                    <a:pt x="55" y="691"/>
                    <a:pt x="58" y="696"/>
                    <a:pt x="63" y="701"/>
                  </a:cubicBezTo>
                  <a:lnTo>
                    <a:pt x="72" y="715"/>
                  </a:lnTo>
                  <a:cubicBezTo>
                    <a:pt x="72" y="715"/>
                    <a:pt x="72" y="715"/>
                    <a:pt x="72" y="715"/>
                  </a:cubicBezTo>
                  <a:cubicBezTo>
                    <a:pt x="70" y="715"/>
                    <a:pt x="65" y="709"/>
                    <a:pt x="60" y="703"/>
                  </a:cubicBezTo>
                  <a:cubicBezTo>
                    <a:pt x="50" y="689"/>
                    <a:pt x="50" y="689"/>
                    <a:pt x="52" y="688"/>
                  </a:cubicBezTo>
                  <a:cubicBezTo>
                    <a:pt x="52" y="688"/>
                    <a:pt x="53" y="687"/>
                    <a:pt x="53" y="687"/>
                  </a:cubicBezTo>
                  <a:close/>
                  <a:moveTo>
                    <a:pt x="992" y="1"/>
                  </a:moveTo>
                  <a:cubicBezTo>
                    <a:pt x="990" y="1"/>
                    <a:pt x="990" y="3"/>
                    <a:pt x="995" y="10"/>
                  </a:cubicBezTo>
                  <a:cubicBezTo>
                    <a:pt x="995" y="10"/>
                    <a:pt x="999" y="17"/>
                    <a:pt x="998" y="19"/>
                  </a:cubicBezTo>
                  <a:cubicBezTo>
                    <a:pt x="997" y="19"/>
                    <a:pt x="990" y="13"/>
                    <a:pt x="990" y="13"/>
                  </a:cubicBezTo>
                  <a:cubicBezTo>
                    <a:pt x="988" y="10"/>
                    <a:pt x="986" y="9"/>
                    <a:pt x="984" y="9"/>
                  </a:cubicBezTo>
                  <a:cubicBezTo>
                    <a:pt x="981" y="9"/>
                    <a:pt x="978" y="10"/>
                    <a:pt x="974" y="13"/>
                  </a:cubicBezTo>
                  <a:cubicBezTo>
                    <a:pt x="970" y="15"/>
                    <a:pt x="967" y="17"/>
                    <a:pt x="965" y="17"/>
                  </a:cubicBezTo>
                  <a:cubicBezTo>
                    <a:pt x="962" y="17"/>
                    <a:pt x="960" y="16"/>
                    <a:pt x="957" y="13"/>
                  </a:cubicBezTo>
                  <a:cubicBezTo>
                    <a:pt x="953" y="8"/>
                    <a:pt x="951" y="7"/>
                    <a:pt x="951" y="7"/>
                  </a:cubicBezTo>
                  <a:cubicBezTo>
                    <a:pt x="951" y="7"/>
                    <a:pt x="951" y="7"/>
                    <a:pt x="951" y="7"/>
                  </a:cubicBezTo>
                  <a:cubicBezTo>
                    <a:pt x="955" y="14"/>
                    <a:pt x="947" y="19"/>
                    <a:pt x="939" y="24"/>
                  </a:cubicBezTo>
                  <a:cubicBezTo>
                    <a:pt x="930" y="30"/>
                    <a:pt x="921" y="34"/>
                    <a:pt x="927" y="42"/>
                  </a:cubicBezTo>
                  <a:lnTo>
                    <a:pt x="924" y="43"/>
                  </a:lnTo>
                  <a:cubicBezTo>
                    <a:pt x="921" y="39"/>
                    <a:pt x="919" y="38"/>
                    <a:pt x="917" y="38"/>
                  </a:cubicBezTo>
                  <a:cubicBezTo>
                    <a:pt x="916" y="38"/>
                    <a:pt x="916" y="38"/>
                    <a:pt x="915" y="39"/>
                  </a:cubicBezTo>
                  <a:cubicBezTo>
                    <a:pt x="917" y="48"/>
                    <a:pt x="915" y="49"/>
                    <a:pt x="915" y="49"/>
                  </a:cubicBezTo>
                  <a:cubicBezTo>
                    <a:pt x="912" y="45"/>
                    <a:pt x="910" y="43"/>
                    <a:pt x="908" y="43"/>
                  </a:cubicBezTo>
                  <a:cubicBezTo>
                    <a:pt x="907" y="43"/>
                    <a:pt x="907" y="44"/>
                    <a:pt x="906" y="44"/>
                  </a:cubicBezTo>
                  <a:cubicBezTo>
                    <a:pt x="903" y="45"/>
                    <a:pt x="902" y="47"/>
                    <a:pt x="907" y="53"/>
                  </a:cubicBezTo>
                  <a:cubicBezTo>
                    <a:pt x="904" y="56"/>
                    <a:pt x="901" y="57"/>
                    <a:pt x="897" y="57"/>
                  </a:cubicBezTo>
                  <a:cubicBezTo>
                    <a:pt x="894" y="57"/>
                    <a:pt x="891" y="56"/>
                    <a:pt x="889" y="54"/>
                  </a:cubicBezTo>
                  <a:cubicBezTo>
                    <a:pt x="888" y="53"/>
                    <a:pt x="887" y="53"/>
                    <a:pt x="886" y="53"/>
                  </a:cubicBezTo>
                  <a:cubicBezTo>
                    <a:pt x="885" y="53"/>
                    <a:pt x="887" y="58"/>
                    <a:pt x="890" y="64"/>
                  </a:cubicBezTo>
                  <a:cubicBezTo>
                    <a:pt x="894" y="71"/>
                    <a:pt x="898" y="79"/>
                    <a:pt x="897" y="80"/>
                  </a:cubicBezTo>
                  <a:lnTo>
                    <a:pt x="888" y="66"/>
                  </a:lnTo>
                  <a:cubicBezTo>
                    <a:pt x="885" y="60"/>
                    <a:pt x="885" y="58"/>
                    <a:pt x="883" y="58"/>
                  </a:cubicBezTo>
                  <a:cubicBezTo>
                    <a:pt x="883" y="58"/>
                    <a:pt x="882" y="59"/>
                    <a:pt x="881" y="59"/>
                  </a:cubicBezTo>
                  <a:lnTo>
                    <a:pt x="879" y="61"/>
                  </a:lnTo>
                  <a:cubicBezTo>
                    <a:pt x="883" y="68"/>
                    <a:pt x="878" y="71"/>
                    <a:pt x="869" y="77"/>
                  </a:cubicBezTo>
                  <a:cubicBezTo>
                    <a:pt x="859" y="84"/>
                    <a:pt x="854" y="86"/>
                    <a:pt x="860" y="93"/>
                  </a:cubicBezTo>
                  <a:cubicBezTo>
                    <a:pt x="862" y="97"/>
                    <a:pt x="863" y="99"/>
                    <a:pt x="862" y="99"/>
                  </a:cubicBezTo>
                  <a:cubicBezTo>
                    <a:pt x="860" y="99"/>
                    <a:pt x="858" y="98"/>
                    <a:pt x="854" y="96"/>
                  </a:cubicBezTo>
                  <a:cubicBezTo>
                    <a:pt x="841" y="86"/>
                    <a:pt x="836" y="82"/>
                    <a:pt x="835" y="82"/>
                  </a:cubicBezTo>
                  <a:cubicBezTo>
                    <a:pt x="834" y="82"/>
                    <a:pt x="835" y="84"/>
                    <a:pt x="836" y="87"/>
                  </a:cubicBezTo>
                  <a:cubicBezTo>
                    <a:pt x="836" y="87"/>
                    <a:pt x="836" y="87"/>
                    <a:pt x="836" y="87"/>
                  </a:cubicBezTo>
                  <a:cubicBezTo>
                    <a:pt x="838" y="87"/>
                    <a:pt x="842" y="94"/>
                    <a:pt x="847" y="100"/>
                  </a:cubicBezTo>
                  <a:cubicBezTo>
                    <a:pt x="852" y="108"/>
                    <a:pt x="854" y="111"/>
                    <a:pt x="853" y="111"/>
                  </a:cubicBezTo>
                  <a:cubicBezTo>
                    <a:pt x="853" y="111"/>
                    <a:pt x="850" y="108"/>
                    <a:pt x="845" y="102"/>
                  </a:cubicBezTo>
                  <a:cubicBezTo>
                    <a:pt x="843" y="98"/>
                    <a:pt x="840" y="97"/>
                    <a:pt x="837" y="97"/>
                  </a:cubicBezTo>
                  <a:cubicBezTo>
                    <a:pt x="830" y="97"/>
                    <a:pt x="824" y="109"/>
                    <a:pt x="829" y="120"/>
                  </a:cubicBezTo>
                  <a:lnTo>
                    <a:pt x="829" y="120"/>
                  </a:lnTo>
                  <a:cubicBezTo>
                    <a:pt x="828" y="118"/>
                    <a:pt x="827" y="116"/>
                    <a:pt x="825" y="114"/>
                  </a:cubicBezTo>
                  <a:cubicBezTo>
                    <a:pt x="822" y="110"/>
                    <a:pt x="821" y="109"/>
                    <a:pt x="819" y="109"/>
                  </a:cubicBezTo>
                  <a:cubicBezTo>
                    <a:pt x="818" y="109"/>
                    <a:pt x="816" y="110"/>
                    <a:pt x="814" y="110"/>
                  </a:cubicBezTo>
                  <a:lnTo>
                    <a:pt x="810" y="113"/>
                  </a:lnTo>
                  <a:cubicBezTo>
                    <a:pt x="816" y="120"/>
                    <a:pt x="815" y="123"/>
                    <a:pt x="812" y="123"/>
                  </a:cubicBezTo>
                  <a:cubicBezTo>
                    <a:pt x="810" y="123"/>
                    <a:pt x="806" y="121"/>
                    <a:pt x="804" y="117"/>
                  </a:cubicBezTo>
                  <a:cubicBezTo>
                    <a:pt x="799" y="113"/>
                    <a:pt x="798" y="112"/>
                    <a:pt x="796" y="112"/>
                  </a:cubicBezTo>
                  <a:cubicBezTo>
                    <a:pt x="796" y="112"/>
                    <a:pt x="795" y="112"/>
                    <a:pt x="795" y="113"/>
                  </a:cubicBezTo>
                  <a:cubicBezTo>
                    <a:pt x="798" y="122"/>
                    <a:pt x="796" y="125"/>
                    <a:pt x="793" y="125"/>
                  </a:cubicBezTo>
                  <a:cubicBezTo>
                    <a:pt x="791" y="125"/>
                    <a:pt x="787" y="122"/>
                    <a:pt x="785" y="118"/>
                  </a:cubicBezTo>
                  <a:lnTo>
                    <a:pt x="782" y="121"/>
                  </a:lnTo>
                  <a:cubicBezTo>
                    <a:pt x="786" y="128"/>
                    <a:pt x="783" y="130"/>
                    <a:pt x="782" y="131"/>
                  </a:cubicBezTo>
                  <a:cubicBezTo>
                    <a:pt x="779" y="133"/>
                    <a:pt x="778" y="133"/>
                    <a:pt x="783" y="140"/>
                  </a:cubicBezTo>
                  <a:cubicBezTo>
                    <a:pt x="788" y="146"/>
                    <a:pt x="792" y="153"/>
                    <a:pt x="791" y="154"/>
                  </a:cubicBezTo>
                  <a:lnTo>
                    <a:pt x="787" y="148"/>
                  </a:lnTo>
                  <a:cubicBezTo>
                    <a:pt x="785" y="144"/>
                    <a:pt x="783" y="143"/>
                    <a:pt x="780" y="143"/>
                  </a:cubicBezTo>
                  <a:cubicBezTo>
                    <a:pt x="778" y="143"/>
                    <a:pt x="776" y="144"/>
                    <a:pt x="773" y="145"/>
                  </a:cubicBezTo>
                  <a:cubicBezTo>
                    <a:pt x="771" y="148"/>
                    <a:pt x="769" y="149"/>
                    <a:pt x="766" y="149"/>
                  </a:cubicBezTo>
                  <a:cubicBezTo>
                    <a:pt x="764" y="149"/>
                    <a:pt x="762" y="148"/>
                    <a:pt x="759" y="144"/>
                  </a:cubicBezTo>
                  <a:lnTo>
                    <a:pt x="759" y="144"/>
                  </a:lnTo>
                  <a:lnTo>
                    <a:pt x="762" y="152"/>
                  </a:lnTo>
                  <a:cubicBezTo>
                    <a:pt x="765" y="156"/>
                    <a:pt x="765" y="159"/>
                    <a:pt x="765" y="159"/>
                  </a:cubicBezTo>
                  <a:cubicBezTo>
                    <a:pt x="764" y="159"/>
                    <a:pt x="762" y="157"/>
                    <a:pt x="760" y="154"/>
                  </a:cubicBezTo>
                  <a:cubicBezTo>
                    <a:pt x="758" y="152"/>
                    <a:pt x="756" y="151"/>
                    <a:pt x="754" y="151"/>
                  </a:cubicBezTo>
                  <a:cubicBezTo>
                    <a:pt x="752" y="151"/>
                    <a:pt x="751" y="154"/>
                    <a:pt x="752" y="159"/>
                  </a:cubicBezTo>
                  <a:lnTo>
                    <a:pt x="749" y="161"/>
                  </a:lnTo>
                  <a:cubicBezTo>
                    <a:pt x="744" y="155"/>
                    <a:pt x="741" y="152"/>
                    <a:pt x="740" y="152"/>
                  </a:cubicBezTo>
                  <a:cubicBezTo>
                    <a:pt x="738" y="152"/>
                    <a:pt x="739" y="156"/>
                    <a:pt x="743" y="164"/>
                  </a:cubicBezTo>
                  <a:cubicBezTo>
                    <a:pt x="740" y="160"/>
                    <a:pt x="738" y="158"/>
                    <a:pt x="737" y="158"/>
                  </a:cubicBezTo>
                  <a:cubicBezTo>
                    <a:pt x="737" y="158"/>
                    <a:pt x="737" y="158"/>
                    <a:pt x="736" y="159"/>
                  </a:cubicBezTo>
                  <a:cubicBezTo>
                    <a:pt x="738" y="164"/>
                    <a:pt x="736" y="167"/>
                    <a:pt x="734" y="167"/>
                  </a:cubicBezTo>
                  <a:cubicBezTo>
                    <a:pt x="732" y="167"/>
                    <a:pt x="730" y="166"/>
                    <a:pt x="728" y="163"/>
                  </a:cubicBezTo>
                  <a:lnTo>
                    <a:pt x="727" y="164"/>
                  </a:lnTo>
                  <a:cubicBezTo>
                    <a:pt x="731" y="172"/>
                    <a:pt x="730" y="172"/>
                    <a:pt x="728" y="173"/>
                  </a:cubicBezTo>
                  <a:cubicBezTo>
                    <a:pt x="727" y="174"/>
                    <a:pt x="726" y="174"/>
                    <a:pt x="730" y="182"/>
                  </a:cubicBezTo>
                  <a:cubicBezTo>
                    <a:pt x="733" y="190"/>
                    <a:pt x="732" y="191"/>
                    <a:pt x="732" y="191"/>
                  </a:cubicBezTo>
                  <a:cubicBezTo>
                    <a:pt x="732" y="191"/>
                    <a:pt x="732" y="191"/>
                    <a:pt x="732" y="191"/>
                  </a:cubicBezTo>
                  <a:cubicBezTo>
                    <a:pt x="730" y="191"/>
                    <a:pt x="727" y="184"/>
                    <a:pt x="724" y="177"/>
                  </a:cubicBezTo>
                  <a:cubicBezTo>
                    <a:pt x="723" y="173"/>
                    <a:pt x="722" y="171"/>
                    <a:pt x="721" y="171"/>
                  </a:cubicBezTo>
                  <a:cubicBezTo>
                    <a:pt x="720" y="171"/>
                    <a:pt x="719" y="176"/>
                    <a:pt x="723" y="187"/>
                  </a:cubicBezTo>
                  <a:cubicBezTo>
                    <a:pt x="726" y="195"/>
                    <a:pt x="728" y="199"/>
                    <a:pt x="728" y="199"/>
                  </a:cubicBezTo>
                  <a:cubicBezTo>
                    <a:pt x="728" y="199"/>
                    <a:pt x="726" y="195"/>
                    <a:pt x="722" y="187"/>
                  </a:cubicBezTo>
                  <a:cubicBezTo>
                    <a:pt x="719" y="181"/>
                    <a:pt x="717" y="176"/>
                    <a:pt x="717" y="176"/>
                  </a:cubicBezTo>
                  <a:lnTo>
                    <a:pt x="717" y="176"/>
                  </a:lnTo>
                  <a:cubicBezTo>
                    <a:pt x="716" y="176"/>
                    <a:pt x="717" y="177"/>
                    <a:pt x="717" y="180"/>
                  </a:cubicBezTo>
                  <a:cubicBezTo>
                    <a:pt x="717" y="180"/>
                    <a:pt x="715" y="181"/>
                    <a:pt x="719" y="189"/>
                  </a:cubicBezTo>
                  <a:lnTo>
                    <a:pt x="716" y="191"/>
                  </a:lnTo>
                  <a:cubicBezTo>
                    <a:pt x="711" y="187"/>
                    <a:pt x="709" y="186"/>
                    <a:pt x="707" y="186"/>
                  </a:cubicBezTo>
                  <a:cubicBezTo>
                    <a:pt x="707" y="186"/>
                    <a:pt x="706" y="186"/>
                    <a:pt x="706" y="187"/>
                  </a:cubicBezTo>
                  <a:cubicBezTo>
                    <a:pt x="708" y="191"/>
                    <a:pt x="709" y="193"/>
                    <a:pt x="709" y="193"/>
                  </a:cubicBezTo>
                  <a:cubicBezTo>
                    <a:pt x="709" y="193"/>
                    <a:pt x="707" y="191"/>
                    <a:pt x="704" y="188"/>
                  </a:cubicBezTo>
                  <a:cubicBezTo>
                    <a:pt x="702" y="185"/>
                    <a:pt x="701" y="184"/>
                    <a:pt x="700" y="184"/>
                  </a:cubicBezTo>
                  <a:lnTo>
                    <a:pt x="700" y="184"/>
                  </a:lnTo>
                  <a:cubicBezTo>
                    <a:pt x="700" y="184"/>
                    <a:pt x="702" y="187"/>
                    <a:pt x="707" y="196"/>
                  </a:cubicBezTo>
                  <a:cubicBezTo>
                    <a:pt x="709" y="200"/>
                    <a:pt x="710" y="202"/>
                    <a:pt x="709" y="202"/>
                  </a:cubicBezTo>
                  <a:cubicBezTo>
                    <a:pt x="708" y="202"/>
                    <a:pt x="706" y="201"/>
                    <a:pt x="704" y="198"/>
                  </a:cubicBezTo>
                  <a:cubicBezTo>
                    <a:pt x="699" y="190"/>
                    <a:pt x="696" y="187"/>
                    <a:pt x="695" y="187"/>
                  </a:cubicBezTo>
                  <a:lnTo>
                    <a:pt x="695" y="187"/>
                  </a:lnTo>
                  <a:cubicBezTo>
                    <a:pt x="695" y="187"/>
                    <a:pt x="696" y="189"/>
                    <a:pt x="698" y="192"/>
                  </a:cubicBezTo>
                  <a:cubicBezTo>
                    <a:pt x="702" y="200"/>
                    <a:pt x="700" y="200"/>
                    <a:pt x="700" y="200"/>
                  </a:cubicBezTo>
                  <a:cubicBezTo>
                    <a:pt x="699" y="198"/>
                    <a:pt x="697" y="197"/>
                    <a:pt x="695" y="197"/>
                  </a:cubicBezTo>
                  <a:cubicBezTo>
                    <a:pt x="689" y="197"/>
                    <a:pt x="681" y="202"/>
                    <a:pt x="674" y="207"/>
                  </a:cubicBezTo>
                  <a:cubicBezTo>
                    <a:pt x="672" y="208"/>
                    <a:pt x="676" y="216"/>
                    <a:pt x="680" y="223"/>
                  </a:cubicBezTo>
                  <a:cubicBezTo>
                    <a:pt x="685" y="229"/>
                    <a:pt x="686" y="231"/>
                    <a:pt x="686" y="231"/>
                  </a:cubicBezTo>
                  <a:cubicBezTo>
                    <a:pt x="686" y="231"/>
                    <a:pt x="682" y="227"/>
                    <a:pt x="679" y="224"/>
                  </a:cubicBezTo>
                  <a:cubicBezTo>
                    <a:pt x="672" y="214"/>
                    <a:pt x="667" y="209"/>
                    <a:pt x="666" y="209"/>
                  </a:cubicBezTo>
                  <a:lnTo>
                    <a:pt x="666" y="209"/>
                  </a:lnTo>
                  <a:cubicBezTo>
                    <a:pt x="665" y="209"/>
                    <a:pt x="669" y="214"/>
                    <a:pt x="677" y="225"/>
                  </a:cubicBezTo>
                  <a:cubicBezTo>
                    <a:pt x="682" y="232"/>
                    <a:pt x="685" y="235"/>
                    <a:pt x="684" y="235"/>
                  </a:cubicBezTo>
                  <a:cubicBezTo>
                    <a:pt x="684" y="235"/>
                    <a:pt x="681" y="232"/>
                    <a:pt x="676" y="226"/>
                  </a:cubicBezTo>
                  <a:cubicBezTo>
                    <a:pt x="673" y="223"/>
                    <a:pt x="671" y="221"/>
                    <a:pt x="670" y="221"/>
                  </a:cubicBezTo>
                  <a:lnTo>
                    <a:pt x="670" y="221"/>
                  </a:lnTo>
                  <a:cubicBezTo>
                    <a:pt x="670" y="221"/>
                    <a:pt x="671" y="223"/>
                    <a:pt x="674" y="227"/>
                  </a:cubicBezTo>
                  <a:cubicBezTo>
                    <a:pt x="676" y="231"/>
                    <a:pt x="677" y="233"/>
                    <a:pt x="676" y="233"/>
                  </a:cubicBezTo>
                  <a:cubicBezTo>
                    <a:pt x="676" y="233"/>
                    <a:pt x="674" y="231"/>
                    <a:pt x="672" y="228"/>
                  </a:cubicBezTo>
                  <a:cubicBezTo>
                    <a:pt x="668" y="224"/>
                    <a:pt x="664" y="219"/>
                    <a:pt x="663" y="219"/>
                  </a:cubicBezTo>
                  <a:lnTo>
                    <a:pt x="663" y="219"/>
                  </a:lnTo>
                  <a:cubicBezTo>
                    <a:pt x="663" y="219"/>
                    <a:pt x="663" y="220"/>
                    <a:pt x="665" y="223"/>
                  </a:cubicBezTo>
                  <a:cubicBezTo>
                    <a:pt x="665" y="223"/>
                    <a:pt x="663" y="223"/>
                    <a:pt x="658" y="217"/>
                  </a:cubicBezTo>
                  <a:cubicBezTo>
                    <a:pt x="656" y="215"/>
                    <a:pt x="655" y="215"/>
                    <a:pt x="655" y="215"/>
                  </a:cubicBezTo>
                  <a:cubicBezTo>
                    <a:pt x="653" y="215"/>
                    <a:pt x="656" y="220"/>
                    <a:pt x="659" y="226"/>
                  </a:cubicBezTo>
                  <a:cubicBezTo>
                    <a:pt x="662" y="235"/>
                    <a:pt x="663" y="239"/>
                    <a:pt x="662" y="239"/>
                  </a:cubicBezTo>
                  <a:cubicBezTo>
                    <a:pt x="661" y="239"/>
                    <a:pt x="659" y="235"/>
                    <a:pt x="654" y="228"/>
                  </a:cubicBezTo>
                  <a:cubicBezTo>
                    <a:pt x="652" y="223"/>
                    <a:pt x="650" y="221"/>
                    <a:pt x="649" y="221"/>
                  </a:cubicBezTo>
                  <a:cubicBezTo>
                    <a:pt x="647" y="221"/>
                    <a:pt x="648" y="229"/>
                    <a:pt x="653" y="239"/>
                  </a:cubicBezTo>
                  <a:cubicBezTo>
                    <a:pt x="659" y="248"/>
                    <a:pt x="661" y="252"/>
                    <a:pt x="661" y="252"/>
                  </a:cubicBezTo>
                  <a:cubicBezTo>
                    <a:pt x="660" y="252"/>
                    <a:pt x="659" y="250"/>
                    <a:pt x="657" y="247"/>
                  </a:cubicBezTo>
                  <a:cubicBezTo>
                    <a:pt x="653" y="241"/>
                    <a:pt x="652" y="241"/>
                    <a:pt x="651" y="241"/>
                  </a:cubicBezTo>
                  <a:cubicBezTo>
                    <a:pt x="651" y="241"/>
                    <a:pt x="651" y="241"/>
                    <a:pt x="651" y="241"/>
                  </a:cubicBezTo>
                  <a:cubicBezTo>
                    <a:pt x="651" y="241"/>
                    <a:pt x="650" y="241"/>
                    <a:pt x="650" y="241"/>
                  </a:cubicBezTo>
                  <a:cubicBezTo>
                    <a:pt x="649" y="241"/>
                    <a:pt x="648" y="240"/>
                    <a:pt x="644" y="235"/>
                  </a:cubicBezTo>
                  <a:lnTo>
                    <a:pt x="644" y="235"/>
                  </a:lnTo>
                  <a:cubicBezTo>
                    <a:pt x="644" y="235"/>
                    <a:pt x="642" y="236"/>
                    <a:pt x="645" y="244"/>
                  </a:cubicBezTo>
                  <a:cubicBezTo>
                    <a:pt x="648" y="251"/>
                    <a:pt x="648" y="254"/>
                    <a:pt x="646" y="254"/>
                  </a:cubicBezTo>
                  <a:cubicBezTo>
                    <a:pt x="644" y="254"/>
                    <a:pt x="639" y="249"/>
                    <a:pt x="633" y="242"/>
                  </a:cubicBezTo>
                  <a:lnTo>
                    <a:pt x="633" y="242"/>
                  </a:lnTo>
                  <a:lnTo>
                    <a:pt x="635" y="251"/>
                  </a:lnTo>
                  <a:cubicBezTo>
                    <a:pt x="640" y="260"/>
                    <a:pt x="643" y="266"/>
                    <a:pt x="643" y="266"/>
                  </a:cubicBezTo>
                  <a:cubicBezTo>
                    <a:pt x="643" y="266"/>
                    <a:pt x="641" y="264"/>
                    <a:pt x="638" y="259"/>
                  </a:cubicBezTo>
                  <a:lnTo>
                    <a:pt x="633" y="252"/>
                  </a:lnTo>
                  <a:lnTo>
                    <a:pt x="633" y="252"/>
                  </a:lnTo>
                  <a:cubicBezTo>
                    <a:pt x="637" y="258"/>
                    <a:pt x="637" y="261"/>
                    <a:pt x="635" y="261"/>
                  </a:cubicBezTo>
                  <a:cubicBezTo>
                    <a:pt x="632" y="261"/>
                    <a:pt x="627" y="257"/>
                    <a:pt x="622" y="248"/>
                  </a:cubicBezTo>
                  <a:cubicBezTo>
                    <a:pt x="617" y="242"/>
                    <a:pt x="617" y="242"/>
                    <a:pt x="616" y="242"/>
                  </a:cubicBezTo>
                  <a:lnTo>
                    <a:pt x="621" y="250"/>
                  </a:lnTo>
                  <a:cubicBezTo>
                    <a:pt x="625" y="256"/>
                    <a:pt x="630" y="263"/>
                    <a:pt x="629" y="264"/>
                  </a:cubicBezTo>
                  <a:cubicBezTo>
                    <a:pt x="628" y="264"/>
                    <a:pt x="628" y="265"/>
                    <a:pt x="628" y="265"/>
                  </a:cubicBezTo>
                  <a:cubicBezTo>
                    <a:pt x="627" y="265"/>
                    <a:pt x="625" y="263"/>
                    <a:pt x="622" y="259"/>
                  </a:cubicBezTo>
                  <a:cubicBezTo>
                    <a:pt x="617" y="254"/>
                    <a:pt x="613" y="250"/>
                    <a:pt x="613" y="250"/>
                  </a:cubicBezTo>
                  <a:lnTo>
                    <a:pt x="613" y="250"/>
                  </a:lnTo>
                  <a:cubicBezTo>
                    <a:pt x="612" y="250"/>
                    <a:pt x="613" y="251"/>
                    <a:pt x="614" y="253"/>
                  </a:cubicBezTo>
                  <a:cubicBezTo>
                    <a:pt x="614" y="253"/>
                    <a:pt x="614" y="253"/>
                    <a:pt x="614" y="253"/>
                  </a:cubicBezTo>
                  <a:cubicBezTo>
                    <a:pt x="613" y="253"/>
                    <a:pt x="612" y="252"/>
                    <a:pt x="607" y="247"/>
                  </a:cubicBezTo>
                  <a:lnTo>
                    <a:pt x="603" y="251"/>
                  </a:lnTo>
                  <a:cubicBezTo>
                    <a:pt x="605" y="255"/>
                    <a:pt x="605" y="257"/>
                    <a:pt x="604" y="257"/>
                  </a:cubicBezTo>
                  <a:cubicBezTo>
                    <a:pt x="603" y="257"/>
                    <a:pt x="601" y="256"/>
                    <a:pt x="598" y="253"/>
                  </a:cubicBezTo>
                  <a:lnTo>
                    <a:pt x="598" y="253"/>
                  </a:lnTo>
                  <a:cubicBezTo>
                    <a:pt x="598" y="253"/>
                    <a:pt x="596" y="254"/>
                    <a:pt x="599" y="262"/>
                  </a:cubicBezTo>
                  <a:cubicBezTo>
                    <a:pt x="599" y="262"/>
                    <a:pt x="598" y="263"/>
                    <a:pt x="597" y="263"/>
                  </a:cubicBezTo>
                  <a:cubicBezTo>
                    <a:pt x="596" y="263"/>
                    <a:pt x="594" y="262"/>
                    <a:pt x="592" y="257"/>
                  </a:cubicBezTo>
                  <a:cubicBezTo>
                    <a:pt x="589" y="254"/>
                    <a:pt x="588" y="252"/>
                    <a:pt x="588" y="252"/>
                  </a:cubicBezTo>
                  <a:lnTo>
                    <a:pt x="588" y="252"/>
                  </a:lnTo>
                  <a:cubicBezTo>
                    <a:pt x="588" y="252"/>
                    <a:pt x="589" y="254"/>
                    <a:pt x="590" y="257"/>
                  </a:cubicBezTo>
                  <a:cubicBezTo>
                    <a:pt x="595" y="265"/>
                    <a:pt x="594" y="265"/>
                    <a:pt x="593" y="266"/>
                  </a:cubicBezTo>
                  <a:lnTo>
                    <a:pt x="590" y="268"/>
                  </a:lnTo>
                  <a:cubicBezTo>
                    <a:pt x="595" y="275"/>
                    <a:pt x="595" y="275"/>
                    <a:pt x="594" y="275"/>
                  </a:cubicBezTo>
                  <a:cubicBezTo>
                    <a:pt x="594" y="276"/>
                    <a:pt x="594" y="276"/>
                    <a:pt x="593" y="276"/>
                  </a:cubicBezTo>
                  <a:cubicBezTo>
                    <a:pt x="591" y="276"/>
                    <a:pt x="584" y="272"/>
                    <a:pt x="583" y="272"/>
                  </a:cubicBezTo>
                  <a:lnTo>
                    <a:pt x="583" y="272"/>
                  </a:lnTo>
                  <a:cubicBezTo>
                    <a:pt x="579" y="274"/>
                    <a:pt x="579" y="274"/>
                    <a:pt x="585" y="281"/>
                  </a:cubicBezTo>
                  <a:cubicBezTo>
                    <a:pt x="585" y="281"/>
                    <a:pt x="585" y="281"/>
                    <a:pt x="585" y="281"/>
                  </a:cubicBezTo>
                  <a:cubicBezTo>
                    <a:pt x="586" y="281"/>
                    <a:pt x="588" y="284"/>
                    <a:pt x="587" y="284"/>
                  </a:cubicBezTo>
                  <a:cubicBezTo>
                    <a:pt x="587" y="284"/>
                    <a:pt x="586" y="284"/>
                    <a:pt x="584" y="282"/>
                  </a:cubicBezTo>
                  <a:cubicBezTo>
                    <a:pt x="583" y="282"/>
                    <a:pt x="577" y="279"/>
                    <a:pt x="573" y="279"/>
                  </a:cubicBezTo>
                  <a:cubicBezTo>
                    <a:pt x="572" y="279"/>
                    <a:pt x="571" y="279"/>
                    <a:pt x="570" y="280"/>
                  </a:cubicBezTo>
                  <a:cubicBezTo>
                    <a:pt x="566" y="283"/>
                    <a:pt x="566" y="283"/>
                    <a:pt x="570" y="290"/>
                  </a:cubicBezTo>
                  <a:cubicBezTo>
                    <a:pt x="576" y="297"/>
                    <a:pt x="579" y="301"/>
                    <a:pt x="578" y="301"/>
                  </a:cubicBezTo>
                  <a:cubicBezTo>
                    <a:pt x="578" y="301"/>
                    <a:pt x="575" y="298"/>
                    <a:pt x="569" y="291"/>
                  </a:cubicBezTo>
                  <a:cubicBezTo>
                    <a:pt x="562" y="284"/>
                    <a:pt x="559" y="281"/>
                    <a:pt x="558" y="281"/>
                  </a:cubicBezTo>
                  <a:cubicBezTo>
                    <a:pt x="557" y="281"/>
                    <a:pt x="558" y="283"/>
                    <a:pt x="560" y="285"/>
                  </a:cubicBezTo>
                  <a:cubicBezTo>
                    <a:pt x="565" y="293"/>
                    <a:pt x="565" y="293"/>
                    <a:pt x="564" y="294"/>
                  </a:cubicBezTo>
                  <a:cubicBezTo>
                    <a:pt x="561" y="291"/>
                    <a:pt x="559" y="290"/>
                    <a:pt x="559" y="290"/>
                  </a:cubicBezTo>
                  <a:cubicBezTo>
                    <a:pt x="558" y="290"/>
                    <a:pt x="558" y="292"/>
                    <a:pt x="559" y="297"/>
                  </a:cubicBezTo>
                  <a:cubicBezTo>
                    <a:pt x="559" y="297"/>
                    <a:pt x="559" y="297"/>
                    <a:pt x="558" y="297"/>
                  </a:cubicBezTo>
                  <a:cubicBezTo>
                    <a:pt x="558" y="297"/>
                    <a:pt x="557" y="296"/>
                    <a:pt x="553" y="290"/>
                  </a:cubicBezTo>
                  <a:lnTo>
                    <a:pt x="551" y="292"/>
                  </a:lnTo>
                  <a:cubicBezTo>
                    <a:pt x="555" y="301"/>
                    <a:pt x="553" y="304"/>
                    <a:pt x="549" y="304"/>
                  </a:cubicBezTo>
                  <a:cubicBezTo>
                    <a:pt x="547" y="304"/>
                    <a:pt x="543" y="302"/>
                    <a:pt x="540" y="299"/>
                  </a:cubicBezTo>
                  <a:lnTo>
                    <a:pt x="540" y="299"/>
                  </a:lnTo>
                  <a:cubicBezTo>
                    <a:pt x="540" y="299"/>
                    <a:pt x="539" y="299"/>
                    <a:pt x="542" y="307"/>
                  </a:cubicBezTo>
                  <a:cubicBezTo>
                    <a:pt x="546" y="315"/>
                    <a:pt x="548" y="319"/>
                    <a:pt x="547" y="319"/>
                  </a:cubicBezTo>
                  <a:cubicBezTo>
                    <a:pt x="547" y="319"/>
                    <a:pt x="544" y="316"/>
                    <a:pt x="540" y="309"/>
                  </a:cubicBezTo>
                  <a:cubicBezTo>
                    <a:pt x="535" y="302"/>
                    <a:pt x="532" y="298"/>
                    <a:pt x="532" y="298"/>
                  </a:cubicBezTo>
                  <a:lnTo>
                    <a:pt x="532" y="298"/>
                  </a:lnTo>
                  <a:cubicBezTo>
                    <a:pt x="532" y="298"/>
                    <a:pt x="534" y="302"/>
                    <a:pt x="539" y="309"/>
                  </a:cubicBezTo>
                  <a:cubicBezTo>
                    <a:pt x="541" y="313"/>
                    <a:pt x="540" y="316"/>
                    <a:pt x="537" y="316"/>
                  </a:cubicBezTo>
                  <a:cubicBezTo>
                    <a:pt x="535" y="316"/>
                    <a:pt x="532" y="313"/>
                    <a:pt x="528" y="306"/>
                  </a:cubicBezTo>
                  <a:lnTo>
                    <a:pt x="519" y="292"/>
                  </a:lnTo>
                  <a:lnTo>
                    <a:pt x="519" y="292"/>
                  </a:lnTo>
                  <a:cubicBezTo>
                    <a:pt x="522" y="300"/>
                    <a:pt x="521" y="300"/>
                    <a:pt x="521" y="300"/>
                  </a:cubicBezTo>
                  <a:cubicBezTo>
                    <a:pt x="525" y="308"/>
                    <a:pt x="524" y="308"/>
                    <a:pt x="520" y="310"/>
                  </a:cubicBezTo>
                  <a:cubicBezTo>
                    <a:pt x="518" y="312"/>
                    <a:pt x="518" y="323"/>
                    <a:pt x="515" y="324"/>
                  </a:cubicBezTo>
                  <a:cubicBezTo>
                    <a:pt x="514" y="324"/>
                    <a:pt x="513" y="325"/>
                    <a:pt x="511" y="325"/>
                  </a:cubicBezTo>
                  <a:cubicBezTo>
                    <a:pt x="509" y="325"/>
                    <a:pt x="506" y="324"/>
                    <a:pt x="503" y="321"/>
                  </a:cubicBezTo>
                  <a:cubicBezTo>
                    <a:pt x="502" y="321"/>
                    <a:pt x="501" y="323"/>
                    <a:pt x="503" y="331"/>
                  </a:cubicBezTo>
                  <a:cubicBezTo>
                    <a:pt x="505" y="336"/>
                    <a:pt x="505" y="338"/>
                    <a:pt x="504" y="338"/>
                  </a:cubicBezTo>
                  <a:cubicBezTo>
                    <a:pt x="503" y="338"/>
                    <a:pt x="502" y="337"/>
                    <a:pt x="500" y="334"/>
                  </a:cubicBezTo>
                  <a:lnTo>
                    <a:pt x="499" y="334"/>
                  </a:lnTo>
                  <a:cubicBezTo>
                    <a:pt x="501" y="343"/>
                    <a:pt x="500" y="344"/>
                    <a:pt x="500" y="344"/>
                  </a:cubicBezTo>
                  <a:cubicBezTo>
                    <a:pt x="496" y="339"/>
                    <a:pt x="492" y="334"/>
                    <a:pt x="491" y="334"/>
                  </a:cubicBezTo>
                  <a:cubicBezTo>
                    <a:pt x="491" y="334"/>
                    <a:pt x="491" y="336"/>
                    <a:pt x="492" y="338"/>
                  </a:cubicBezTo>
                  <a:cubicBezTo>
                    <a:pt x="497" y="345"/>
                    <a:pt x="495" y="346"/>
                    <a:pt x="493" y="347"/>
                  </a:cubicBezTo>
                  <a:cubicBezTo>
                    <a:pt x="492" y="347"/>
                    <a:pt x="491" y="346"/>
                    <a:pt x="490" y="346"/>
                  </a:cubicBezTo>
                  <a:cubicBezTo>
                    <a:pt x="478" y="346"/>
                    <a:pt x="446" y="367"/>
                    <a:pt x="450" y="373"/>
                  </a:cubicBezTo>
                  <a:lnTo>
                    <a:pt x="447" y="375"/>
                  </a:lnTo>
                  <a:lnTo>
                    <a:pt x="444" y="377"/>
                  </a:lnTo>
                  <a:cubicBezTo>
                    <a:pt x="440" y="373"/>
                    <a:pt x="438" y="371"/>
                    <a:pt x="436" y="371"/>
                  </a:cubicBezTo>
                  <a:cubicBezTo>
                    <a:pt x="433" y="371"/>
                    <a:pt x="433" y="378"/>
                    <a:pt x="433" y="384"/>
                  </a:cubicBezTo>
                  <a:cubicBezTo>
                    <a:pt x="437" y="392"/>
                    <a:pt x="436" y="392"/>
                    <a:pt x="435" y="393"/>
                  </a:cubicBezTo>
                  <a:cubicBezTo>
                    <a:pt x="429" y="386"/>
                    <a:pt x="426" y="383"/>
                    <a:pt x="424" y="383"/>
                  </a:cubicBezTo>
                  <a:cubicBezTo>
                    <a:pt x="422" y="383"/>
                    <a:pt x="422" y="386"/>
                    <a:pt x="423" y="390"/>
                  </a:cubicBezTo>
                  <a:cubicBezTo>
                    <a:pt x="428" y="398"/>
                    <a:pt x="430" y="401"/>
                    <a:pt x="429" y="401"/>
                  </a:cubicBezTo>
                  <a:cubicBezTo>
                    <a:pt x="428" y="401"/>
                    <a:pt x="425" y="398"/>
                    <a:pt x="421" y="392"/>
                  </a:cubicBezTo>
                  <a:cubicBezTo>
                    <a:pt x="417" y="386"/>
                    <a:pt x="414" y="382"/>
                    <a:pt x="413" y="382"/>
                  </a:cubicBezTo>
                  <a:cubicBezTo>
                    <a:pt x="412" y="382"/>
                    <a:pt x="414" y="388"/>
                    <a:pt x="421" y="401"/>
                  </a:cubicBezTo>
                  <a:cubicBezTo>
                    <a:pt x="423" y="405"/>
                    <a:pt x="424" y="407"/>
                    <a:pt x="423" y="407"/>
                  </a:cubicBezTo>
                  <a:cubicBezTo>
                    <a:pt x="423" y="407"/>
                    <a:pt x="421" y="406"/>
                    <a:pt x="419" y="403"/>
                  </a:cubicBezTo>
                  <a:cubicBezTo>
                    <a:pt x="413" y="396"/>
                    <a:pt x="409" y="393"/>
                    <a:pt x="409" y="393"/>
                  </a:cubicBezTo>
                  <a:lnTo>
                    <a:pt x="409" y="393"/>
                  </a:lnTo>
                  <a:cubicBezTo>
                    <a:pt x="408" y="393"/>
                    <a:pt x="409" y="395"/>
                    <a:pt x="411" y="398"/>
                  </a:cubicBezTo>
                  <a:cubicBezTo>
                    <a:pt x="416" y="405"/>
                    <a:pt x="418" y="409"/>
                    <a:pt x="417" y="409"/>
                  </a:cubicBezTo>
                  <a:cubicBezTo>
                    <a:pt x="416" y="409"/>
                    <a:pt x="413" y="406"/>
                    <a:pt x="408" y="400"/>
                  </a:cubicBezTo>
                  <a:cubicBezTo>
                    <a:pt x="402" y="394"/>
                    <a:pt x="399" y="391"/>
                    <a:pt x="398" y="391"/>
                  </a:cubicBezTo>
                  <a:lnTo>
                    <a:pt x="398" y="391"/>
                  </a:lnTo>
                  <a:cubicBezTo>
                    <a:pt x="397" y="391"/>
                    <a:pt x="400" y="395"/>
                    <a:pt x="404" y="402"/>
                  </a:cubicBezTo>
                  <a:cubicBezTo>
                    <a:pt x="409" y="410"/>
                    <a:pt x="409" y="415"/>
                    <a:pt x="407" y="415"/>
                  </a:cubicBezTo>
                  <a:cubicBezTo>
                    <a:pt x="405" y="415"/>
                    <a:pt x="401" y="412"/>
                    <a:pt x="396" y="407"/>
                  </a:cubicBezTo>
                  <a:cubicBezTo>
                    <a:pt x="396" y="407"/>
                    <a:pt x="393" y="404"/>
                    <a:pt x="393" y="404"/>
                  </a:cubicBezTo>
                  <a:lnTo>
                    <a:pt x="393" y="404"/>
                  </a:lnTo>
                  <a:cubicBezTo>
                    <a:pt x="392" y="404"/>
                    <a:pt x="392" y="405"/>
                    <a:pt x="394" y="408"/>
                  </a:cubicBezTo>
                  <a:lnTo>
                    <a:pt x="389" y="402"/>
                  </a:lnTo>
                  <a:lnTo>
                    <a:pt x="385" y="403"/>
                  </a:lnTo>
                  <a:lnTo>
                    <a:pt x="391" y="410"/>
                  </a:lnTo>
                  <a:cubicBezTo>
                    <a:pt x="383" y="410"/>
                    <a:pt x="375" y="411"/>
                    <a:pt x="368" y="413"/>
                  </a:cubicBezTo>
                  <a:cubicBezTo>
                    <a:pt x="355" y="422"/>
                    <a:pt x="353" y="423"/>
                    <a:pt x="358" y="430"/>
                  </a:cubicBezTo>
                  <a:cubicBezTo>
                    <a:pt x="364" y="437"/>
                    <a:pt x="366" y="440"/>
                    <a:pt x="365" y="440"/>
                  </a:cubicBezTo>
                  <a:cubicBezTo>
                    <a:pt x="365" y="440"/>
                    <a:pt x="361" y="438"/>
                    <a:pt x="356" y="431"/>
                  </a:cubicBezTo>
                  <a:cubicBezTo>
                    <a:pt x="356" y="431"/>
                    <a:pt x="356" y="431"/>
                    <a:pt x="356" y="431"/>
                  </a:cubicBezTo>
                  <a:cubicBezTo>
                    <a:pt x="354" y="431"/>
                    <a:pt x="349" y="428"/>
                    <a:pt x="346" y="428"/>
                  </a:cubicBezTo>
                  <a:cubicBezTo>
                    <a:pt x="345" y="428"/>
                    <a:pt x="345" y="428"/>
                    <a:pt x="345" y="428"/>
                  </a:cubicBezTo>
                  <a:cubicBezTo>
                    <a:pt x="344" y="428"/>
                    <a:pt x="343" y="429"/>
                    <a:pt x="342" y="429"/>
                  </a:cubicBezTo>
                  <a:cubicBezTo>
                    <a:pt x="340" y="429"/>
                    <a:pt x="338" y="428"/>
                    <a:pt x="336" y="423"/>
                  </a:cubicBezTo>
                  <a:lnTo>
                    <a:pt x="335" y="425"/>
                  </a:lnTo>
                  <a:cubicBezTo>
                    <a:pt x="340" y="436"/>
                    <a:pt x="337" y="442"/>
                    <a:pt x="332" y="442"/>
                  </a:cubicBezTo>
                  <a:cubicBezTo>
                    <a:pt x="330" y="442"/>
                    <a:pt x="328" y="441"/>
                    <a:pt x="326" y="440"/>
                  </a:cubicBezTo>
                  <a:cubicBezTo>
                    <a:pt x="324" y="441"/>
                    <a:pt x="322" y="443"/>
                    <a:pt x="325" y="450"/>
                  </a:cubicBezTo>
                  <a:cubicBezTo>
                    <a:pt x="326" y="455"/>
                    <a:pt x="326" y="457"/>
                    <a:pt x="326" y="457"/>
                  </a:cubicBezTo>
                  <a:cubicBezTo>
                    <a:pt x="325" y="457"/>
                    <a:pt x="324" y="456"/>
                    <a:pt x="321" y="453"/>
                  </a:cubicBezTo>
                  <a:cubicBezTo>
                    <a:pt x="319" y="449"/>
                    <a:pt x="315" y="447"/>
                    <a:pt x="312" y="447"/>
                  </a:cubicBezTo>
                  <a:cubicBezTo>
                    <a:pt x="310" y="447"/>
                    <a:pt x="309" y="450"/>
                    <a:pt x="313" y="457"/>
                  </a:cubicBezTo>
                  <a:lnTo>
                    <a:pt x="308" y="452"/>
                  </a:lnTo>
                  <a:cubicBezTo>
                    <a:pt x="306" y="450"/>
                    <a:pt x="305" y="449"/>
                    <a:pt x="304" y="449"/>
                  </a:cubicBezTo>
                  <a:cubicBezTo>
                    <a:pt x="303" y="449"/>
                    <a:pt x="306" y="454"/>
                    <a:pt x="310" y="459"/>
                  </a:cubicBezTo>
                  <a:cubicBezTo>
                    <a:pt x="314" y="466"/>
                    <a:pt x="316" y="470"/>
                    <a:pt x="316" y="470"/>
                  </a:cubicBezTo>
                  <a:cubicBezTo>
                    <a:pt x="315" y="470"/>
                    <a:pt x="311" y="465"/>
                    <a:pt x="302" y="454"/>
                  </a:cubicBezTo>
                  <a:cubicBezTo>
                    <a:pt x="297" y="446"/>
                    <a:pt x="295" y="443"/>
                    <a:pt x="294" y="443"/>
                  </a:cubicBezTo>
                  <a:lnTo>
                    <a:pt x="294" y="443"/>
                  </a:lnTo>
                  <a:cubicBezTo>
                    <a:pt x="294" y="443"/>
                    <a:pt x="295" y="445"/>
                    <a:pt x="297" y="448"/>
                  </a:cubicBezTo>
                  <a:cubicBezTo>
                    <a:pt x="299" y="454"/>
                    <a:pt x="302" y="460"/>
                    <a:pt x="300" y="460"/>
                  </a:cubicBezTo>
                  <a:cubicBezTo>
                    <a:pt x="300" y="460"/>
                    <a:pt x="299" y="459"/>
                    <a:pt x="298" y="457"/>
                  </a:cubicBezTo>
                  <a:lnTo>
                    <a:pt x="298" y="457"/>
                  </a:lnTo>
                  <a:cubicBezTo>
                    <a:pt x="297" y="458"/>
                    <a:pt x="295" y="458"/>
                    <a:pt x="304" y="473"/>
                  </a:cubicBezTo>
                  <a:cubicBezTo>
                    <a:pt x="310" y="480"/>
                    <a:pt x="308" y="481"/>
                    <a:pt x="307" y="481"/>
                  </a:cubicBezTo>
                  <a:cubicBezTo>
                    <a:pt x="303" y="476"/>
                    <a:pt x="301" y="472"/>
                    <a:pt x="299" y="466"/>
                  </a:cubicBezTo>
                  <a:lnTo>
                    <a:pt x="297" y="468"/>
                  </a:lnTo>
                  <a:cubicBezTo>
                    <a:pt x="295" y="468"/>
                    <a:pt x="288" y="463"/>
                    <a:pt x="283" y="456"/>
                  </a:cubicBezTo>
                  <a:cubicBezTo>
                    <a:pt x="281" y="453"/>
                    <a:pt x="279" y="452"/>
                    <a:pt x="279" y="452"/>
                  </a:cubicBezTo>
                  <a:lnTo>
                    <a:pt x="279" y="452"/>
                  </a:lnTo>
                  <a:cubicBezTo>
                    <a:pt x="278" y="452"/>
                    <a:pt x="280" y="456"/>
                    <a:pt x="286" y="464"/>
                  </a:cubicBezTo>
                  <a:cubicBezTo>
                    <a:pt x="297" y="478"/>
                    <a:pt x="297" y="478"/>
                    <a:pt x="293" y="480"/>
                  </a:cubicBezTo>
                  <a:cubicBezTo>
                    <a:pt x="293" y="480"/>
                    <a:pt x="293" y="480"/>
                    <a:pt x="292" y="480"/>
                  </a:cubicBezTo>
                  <a:cubicBezTo>
                    <a:pt x="291" y="480"/>
                    <a:pt x="290" y="479"/>
                    <a:pt x="286" y="474"/>
                  </a:cubicBezTo>
                  <a:cubicBezTo>
                    <a:pt x="283" y="469"/>
                    <a:pt x="282" y="468"/>
                    <a:pt x="281" y="468"/>
                  </a:cubicBezTo>
                  <a:cubicBezTo>
                    <a:pt x="281" y="468"/>
                    <a:pt x="280" y="468"/>
                    <a:pt x="280" y="468"/>
                  </a:cubicBezTo>
                  <a:cubicBezTo>
                    <a:pt x="275" y="471"/>
                    <a:pt x="286" y="494"/>
                    <a:pt x="294" y="509"/>
                  </a:cubicBezTo>
                  <a:cubicBezTo>
                    <a:pt x="299" y="516"/>
                    <a:pt x="302" y="520"/>
                    <a:pt x="302" y="520"/>
                  </a:cubicBezTo>
                  <a:cubicBezTo>
                    <a:pt x="302" y="520"/>
                    <a:pt x="299" y="516"/>
                    <a:pt x="293" y="510"/>
                  </a:cubicBezTo>
                  <a:cubicBezTo>
                    <a:pt x="290" y="505"/>
                    <a:pt x="289" y="503"/>
                    <a:pt x="288" y="503"/>
                  </a:cubicBezTo>
                  <a:cubicBezTo>
                    <a:pt x="287" y="503"/>
                    <a:pt x="287" y="504"/>
                    <a:pt x="286" y="504"/>
                  </a:cubicBezTo>
                  <a:cubicBezTo>
                    <a:pt x="281" y="496"/>
                    <a:pt x="283" y="496"/>
                    <a:pt x="284" y="495"/>
                  </a:cubicBezTo>
                  <a:lnTo>
                    <a:pt x="279" y="489"/>
                  </a:lnTo>
                  <a:cubicBezTo>
                    <a:pt x="274" y="482"/>
                    <a:pt x="271" y="479"/>
                    <a:pt x="270" y="479"/>
                  </a:cubicBezTo>
                  <a:lnTo>
                    <a:pt x="270" y="479"/>
                  </a:lnTo>
                  <a:cubicBezTo>
                    <a:pt x="269" y="479"/>
                    <a:pt x="271" y="483"/>
                    <a:pt x="275" y="491"/>
                  </a:cubicBezTo>
                  <a:cubicBezTo>
                    <a:pt x="277" y="495"/>
                    <a:pt x="278" y="497"/>
                    <a:pt x="277" y="497"/>
                  </a:cubicBezTo>
                  <a:cubicBezTo>
                    <a:pt x="277" y="497"/>
                    <a:pt x="276" y="495"/>
                    <a:pt x="273" y="492"/>
                  </a:cubicBezTo>
                  <a:cubicBezTo>
                    <a:pt x="269" y="488"/>
                    <a:pt x="265" y="483"/>
                    <a:pt x="264" y="483"/>
                  </a:cubicBezTo>
                  <a:lnTo>
                    <a:pt x="264" y="483"/>
                  </a:lnTo>
                  <a:cubicBezTo>
                    <a:pt x="263" y="483"/>
                    <a:pt x="264" y="484"/>
                    <a:pt x="265" y="486"/>
                  </a:cubicBezTo>
                  <a:cubicBezTo>
                    <a:pt x="265" y="486"/>
                    <a:pt x="265" y="486"/>
                    <a:pt x="265" y="486"/>
                  </a:cubicBezTo>
                  <a:cubicBezTo>
                    <a:pt x="264" y="486"/>
                    <a:pt x="261" y="486"/>
                    <a:pt x="257" y="482"/>
                  </a:cubicBezTo>
                  <a:lnTo>
                    <a:pt x="257" y="482"/>
                  </a:lnTo>
                  <a:cubicBezTo>
                    <a:pt x="255" y="483"/>
                    <a:pt x="254" y="484"/>
                    <a:pt x="258" y="491"/>
                  </a:cubicBezTo>
                  <a:cubicBezTo>
                    <a:pt x="263" y="498"/>
                    <a:pt x="262" y="499"/>
                    <a:pt x="261" y="500"/>
                  </a:cubicBezTo>
                  <a:cubicBezTo>
                    <a:pt x="260" y="500"/>
                    <a:pt x="258" y="501"/>
                    <a:pt x="263" y="508"/>
                  </a:cubicBezTo>
                  <a:cubicBezTo>
                    <a:pt x="267" y="515"/>
                    <a:pt x="272" y="523"/>
                    <a:pt x="269" y="524"/>
                  </a:cubicBezTo>
                  <a:cubicBezTo>
                    <a:pt x="270" y="528"/>
                    <a:pt x="270" y="531"/>
                    <a:pt x="269" y="531"/>
                  </a:cubicBezTo>
                  <a:cubicBezTo>
                    <a:pt x="269" y="531"/>
                    <a:pt x="266" y="527"/>
                    <a:pt x="261" y="520"/>
                  </a:cubicBezTo>
                  <a:cubicBezTo>
                    <a:pt x="258" y="515"/>
                    <a:pt x="256" y="514"/>
                    <a:pt x="255" y="514"/>
                  </a:cubicBezTo>
                  <a:cubicBezTo>
                    <a:pt x="254" y="514"/>
                    <a:pt x="254" y="514"/>
                    <a:pt x="253" y="514"/>
                  </a:cubicBezTo>
                  <a:cubicBezTo>
                    <a:pt x="253" y="514"/>
                    <a:pt x="252" y="514"/>
                    <a:pt x="246" y="509"/>
                  </a:cubicBezTo>
                  <a:cubicBezTo>
                    <a:pt x="244" y="507"/>
                    <a:pt x="244" y="506"/>
                    <a:pt x="244" y="506"/>
                  </a:cubicBezTo>
                  <a:lnTo>
                    <a:pt x="244" y="506"/>
                  </a:lnTo>
                  <a:cubicBezTo>
                    <a:pt x="243" y="506"/>
                    <a:pt x="246" y="511"/>
                    <a:pt x="249" y="517"/>
                  </a:cubicBezTo>
                  <a:lnTo>
                    <a:pt x="260" y="530"/>
                  </a:lnTo>
                  <a:cubicBezTo>
                    <a:pt x="253" y="524"/>
                    <a:pt x="247" y="518"/>
                    <a:pt x="243" y="511"/>
                  </a:cubicBezTo>
                  <a:cubicBezTo>
                    <a:pt x="237" y="504"/>
                    <a:pt x="234" y="501"/>
                    <a:pt x="234" y="501"/>
                  </a:cubicBezTo>
                  <a:lnTo>
                    <a:pt x="234" y="501"/>
                  </a:lnTo>
                  <a:cubicBezTo>
                    <a:pt x="234" y="501"/>
                    <a:pt x="237" y="504"/>
                    <a:pt x="242" y="511"/>
                  </a:cubicBezTo>
                  <a:cubicBezTo>
                    <a:pt x="245" y="517"/>
                    <a:pt x="248" y="523"/>
                    <a:pt x="246" y="523"/>
                  </a:cubicBezTo>
                  <a:cubicBezTo>
                    <a:pt x="245" y="523"/>
                    <a:pt x="244" y="522"/>
                    <a:pt x="243" y="521"/>
                  </a:cubicBezTo>
                  <a:cubicBezTo>
                    <a:pt x="241" y="521"/>
                    <a:pt x="240" y="522"/>
                    <a:pt x="239" y="522"/>
                  </a:cubicBezTo>
                  <a:cubicBezTo>
                    <a:pt x="237" y="522"/>
                    <a:pt x="235" y="521"/>
                    <a:pt x="233" y="517"/>
                  </a:cubicBezTo>
                  <a:cubicBezTo>
                    <a:pt x="231" y="515"/>
                    <a:pt x="230" y="514"/>
                    <a:pt x="230" y="514"/>
                  </a:cubicBezTo>
                  <a:cubicBezTo>
                    <a:pt x="229" y="514"/>
                    <a:pt x="230" y="518"/>
                    <a:pt x="230" y="518"/>
                  </a:cubicBezTo>
                  <a:cubicBezTo>
                    <a:pt x="232" y="523"/>
                    <a:pt x="233" y="525"/>
                    <a:pt x="231" y="525"/>
                  </a:cubicBezTo>
                  <a:cubicBezTo>
                    <a:pt x="229" y="525"/>
                    <a:pt x="227" y="524"/>
                    <a:pt x="224" y="522"/>
                  </a:cubicBezTo>
                  <a:cubicBezTo>
                    <a:pt x="216" y="517"/>
                    <a:pt x="212" y="515"/>
                    <a:pt x="211" y="515"/>
                  </a:cubicBezTo>
                  <a:cubicBezTo>
                    <a:pt x="210" y="515"/>
                    <a:pt x="213" y="518"/>
                    <a:pt x="218" y="526"/>
                  </a:cubicBezTo>
                  <a:cubicBezTo>
                    <a:pt x="221" y="530"/>
                    <a:pt x="223" y="534"/>
                    <a:pt x="223" y="534"/>
                  </a:cubicBezTo>
                  <a:cubicBezTo>
                    <a:pt x="223" y="534"/>
                    <a:pt x="221" y="532"/>
                    <a:pt x="217" y="527"/>
                  </a:cubicBezTo>
                  <a:cubicBezTo>
                    <a:pt x="215" y="525"/>
                    <a:pt x="215" y="524"/>
                    <a:pt x="214" y="524"/>
                  </a:cubicBezTo>
                  <a:cubicBezTo>
                    <a:pt x="213" y="524"/>
                    <a:pt x="215" y="530"/>
                    <a:pt x="217" y="537"/>
                  </a:cubicBezTo>
                  <a:cubicBezTo>
                    <a:pt x="221" y="547"/>
                    <a:pt x="228" y="556"/>
                    <a:pt x="235" y="566"/>
                  </a:cubicBezTo>
                  <a:cubicBezTo>
                    <a:pt x="240" y="574"/>
                    <a:pt x="242" y="577"/>
                    <a:pt x="242" y="577"/>
                  </a:cubicBezTo>
                  <a:cubicBezTo>
                    <a:pt x="241" y="577"/>
                    <a:pt x="240" y="576"/>
                    <a:pt x="237" y="574"/>
                  </a:cubicBezTo>
                  <a:cubicBezTo>
                    <a:pt x="237" y="574"/>
                    <a:pt x="237" y="574"/>
                    <a:pt x="237" y="574"/>
                  </a:cubicBezTo>
                  <a:cubicBezTo>
                    <a:pt x="235" y="574"/>
                    <a:pt x="229" y="568"/>
                    <a:pt x="225" y="561"/>
                  </a:cubicBezTo>
                  <a:cubicBezTo>
                    <a:pt x="220" y="555"/>
                    <a:pt x="221" y="554"/>
                    <a:pt x="221" y="554"/>
                  </a:cubicBezTo>
                  <a:lnTo>
                    <a:pt x="223" y="552"/>
                  </a:lnTo>
                  <a:cubicBezTo>
                    <a:pt x="218" y="546"/>
                    <a:pt x="213" y="540"/>
                    <a:pt x="211" y="540"/>
                  </a:cubicBezTo>
                  <a:cubicBezTo>
                    <a:pt x="211" y="540"/>
                    <a:pt x="210" y="540"/>
                    <a:pt x="210" y="540"/>
                  </a:cubicBezTo>
                  <a:cubicBezTo>
                    <a:pt x="208" y="538"/>
                    <a:pt x="206" y="536"/>
                    <a:pt x="205" y="536"/>
                  </a:cubicBezTo>
                  <a:cubicBezTo>
                    <a:pt x="205" y="536"/>
                    <a:pt x="206" y="538"/>
                    <a:pt x="208" y="542"/>
                  </a:cubicBezTo>
                  <a:cubicBezTo>
                    <a:pt x="205" y="539"/>
                    <a:pt x="203" y="537"/>
                    <a:pt x="201" y="537"/>
                  </a:cubicBezTo>
                  <a:cubicBezTo>
                    <a:pt x="199" y="537"/>
                    <a:pt x="198" y="538"/>
                    <a:pt x="197" y="539"/>
                  </a:cubicBezTo>
                  <a:cubicBezTo>
                    <a:pt x="196" y="540"/>
                    <a:pt x="194" y="540"/>
                    <a:pt x="193" y="540"/>
                  </a:cubicBezTo>
                  <a:cubicBezTo>
                    <a:pt x="191" y="540"/>
                    <a:pt x="189" y="539"/>
                    <a:pt x="186" y="536"/>
                  </a:cubicBezTo>
                  <a:lnTo>
                    <a:pt x="186" y="536"/>
                  </a:lnTo>
                  <a:cubicBezTo>
                    <a:pt x="182" y="538"/>
                    <a:pt x="181" y="538"/>
                    <a:pt x="187" y="546"/>
                  </a:cubicBezTo>
                  <a:cubicBezTo>
                    <a:pt x="192" y="554"/>
                    <a:pt x="194" y="558"/>
                    <a:pt x="193" y="558"/>
                  </a:cubicBezTo>
                  <a:cubicBezTo>
                    <a:pt x="193" y="558"/>
                    <a:pt x="192" y="556"/>
                    <a:pt x="190" y="554"/>
                  </a:cubicBezTo>
                  <a:cubicBezTo>
                    <a:pt x="185" y="548"/>
                    <a:pt x="178" y="545"/>
                    <a:pt x="173" y="545"/>
                  </a:cubicBezTo>
                  <a:cubicBezTo>
                    <a:pt x="166" y="545"/>
                    <a:pt x="162" y="549"/>
                    <a:pt x="166" y="557"/>
                  </a:cubicBezTo>
                  <a:lnTo>
                    <a:pt x="164" y="559"/>
                  </a:lnTo>
                  <a:cubicBezTo>
                    <a:pt x="162" y="557"/>
                    <a:pt x="160" y="557"/>
                    <a:pt x="158" y="557"/>
                  </a:cubicBezTo>
                  <a:cubicBezTo>
                    <a:pt x="154" y="557"/>
                    <a:pt x="151" y="561"/>
                    <a:pt x="153" y="566"/>
                  </a:cubicBezTo>
                  <a:lnTo>
                    <a:pt x="150" y="568"/>
                  </a:lnTo>
                  <a:cubicBezTo>
                    <a:pt x="146" y="566"/>
                    <a:pt x="144" y="564"/>
                    <a:pt x="143" y="564"/>
                  </a:cubicBezTo>
                  <a:cubicBezTo>
                    <a:pt x="142" y="564"/>
                    <a:pt x="143" y="566"/>
                    <a:pt x="145" y="570"/>
                  </a:cubicBezTo>
                  <a:cubicBezTo>
                    <a:pt x="148" y="576"/>
                    <a:pt x="150" y="582"/>
                    <a:pt x="150" y="582"/>
                  </a:cubicBezTo>
                  <a:cubicBezTo>
                    <a:pt x="150" y="582"/>
                    <a:pt x="150" y="581"/>
                    <a:pt x="149" y="578"/>
                  </a:cubicBezTo>
                  <a:cubicBezTo>
                    <a:pt x="146" y="575"/>
                    <a:pt x="144" y="573"/>
                    <a:pt x="142" y="573"/>
                  </a:cubicBezTo>
                  <a:cubicBezTo>
                    <a:pt x="140" y="573"/>
                    <a:pt x="138" y="574"/>
                    <a:pt x="136" y="576"/>
                  </a:cubicBezTo>
                  <a:cubicBezTo>
                    <a:pt x="132" y="579"/>
                    <a:pt x="132" y="579"/>
                    <a:pt x="137" y="585"/>
                  </a:cubicBezTo>
                  <a:cubicBezTo>
                    <a:pt x="137" y="589"/>
                    <a:pt x="137" y="590"/>
                    <a:pt x="136" y="590"/>
                  </a:cubicBezTo>
                  <a:cubicBezTo>
                    <a:pt x="134" y="590"/>
                    <a:pt x="131" y="586"/>
                    <a:pt x="127" y="582"/>
                  </a:cubicBezTo>
                  <a:cubicBezTo>
                    <a:pt x="124" y="575"/>
                    <a:pt x="121" y="571"/>
                    <a:pt x="121" y="571"/>
                  </a:cubicBezTo>
                  <a:lnTo>
                    <a:pt x="121" y="571"/>
                  </a:lnTo>
                  <a:cubicBezTo>
                    <a:pt x="120" y="571"/>
                    <a:pt x="122" y="577"/>
                    <a:pt x="129" y="589"/>
                  </a:cubicBezTo>
                  <a:cubicBezTo>
                    <a:pt x="135" y="599"/>
                    <a:pt x="136" y="603"/>
                    <a:pt x="135" y="603"/>
                  </a:cubicBezTo>
                  <a:cubicBezTo>
                    <a:pt x="134" y="603"/>
                    <a:pt x="133" y="602"/>
                    <a:pt x="131" y="600"/>
                  </a:cubicBezTo>
                  <a:cubicBezTo>
                    <a:pt x="126" y="592"/>
                    <a:pt x="127" y="592"/>
                    <a:pt x="128" y="591"/>
                  </a:cubicBezTo>
                  <a:lnTo>
                    <a:pt x="119" y="576"/>
                  </a:lnTo>
                  <a:lnTo>
                    <a:pt x="119" y="576"/>
                  </a:lnTo>
                  <a:cubicBezTo>
                    <a:pt x="118" y="577"/>
                    <a:pt x="118" y="577"/>
                    <a:pt x="122" y="585"/>
                  </a:cubicBezTo>
                  <a:cubicBezTo>
                    <a:pt x="122" y="585"/>
                    <a:pt x="120" y="586"/>
                    <a:pt x="124" y="594"/>
                  </a:cubicBezTo>
                  <a:cubicBezTo>
                    <a:pt x="127" y="602"/>
                    <a:pt x="132" y="609"/>
                    <a:pt x="138" y="615"/>
                  </a:cubicBezTo>
                  <a:cubicBezTo>
                    <a:pt x="144" y="621"/>
                    <a:pt x="143" y="622"/>
                    <a:pt x="142" y="623"/>
                  </a:cubicBezTo>
                  <a:cubicBezTo>
                    <a:pt x="135" y="618"/>
                    <a:pt x="129" y="610"/>
                    <a:pt x="126" y="602"/>
                  </a:cubicBezTo>
                  <a:cubicBezTo>
                    <a:pt x="127" y="602"/>
                    <a:pt x="123" y="594"/>
                    <a:pt x="118" y="587"/>
                  </a:cubicBezTo>
                  <a:cubicBezTo>
                    <a:pt x="117" y="586"/>
                    <a:pt x="117" y="586"/>
                    <a:pt x="116" y="586"/>
                  </a:cubicBezTo>
                  <a:cubicBezTo>
                    <a:pt x="114" y="586"/>
                    <a:pt x="117" y="601"/>
                    <a:pt x="125" y="613"/>
                  </a:cubicBezTo>
                  <a:cubicBezTo>
                    <a:pt x="124" y="611"/>
                    <a:pt x="122" y="609"/>
                    <a:pt x="120" y="606"/>
                  </a:cubicBezTo>
                  <a:cubicBezTo>
                    <a:pt x="117" y="602"/>
                    <a:pt x="115" y="601"/>
                    <a:pt x="114" y="601"/>
                  </a:cubicBezTo>
                  <a:cubicBezTo>
                    <a:pt x="112" y="601"/>
                    <a:pt x="111" y="601"/>
                    <a:pt x="110" y="602"/>
                  </a:cubicBezTo>
                  <a:cubicBezTo>
                    <a:pt x="108" y="603"/>
                    <a:pt x="107" y="604"/>
                    <a:pt x="111" y="611"/>
                  </a:cubicBezTo>
                  <a:cubicBezTo>
                    <a:pt x="116" y="619"/>
                    <a:pt x="120" y="625"/>
                    <a:pt x="119" y="627"/>
                  </a:cubicBezTo>
                  <a:cubicBezTo>
                    <a:pt x="119" y="626"/>
                    <a:pt x="120" y="626"/>
                    <a:pt x="120" y="626"/>
                  </a:cubicBezTo>
                  <a:cubicBezTo>
                    <a:pt x="121" y="626"/>
                    <a:pt x="126" y="633"/>
                    <a:pt x="131" y="640"/>
                  </a:cubicBezTo>
                  <a:cubicBezTo>
                    <a:pt x="126" y="635"/>
                    <a:pt x="122" y="632"/>
                    <a:pt x="117" y="628"/>
                  </a:cubicBezTo>
                  <a:cubicBezTo>
                    <a:pt x="107" y="617"/>
                    <a:pt x="100" y="611"/>
                    <a:pt x="96" y="611"/>
                  </a:cubicBezTo>
                  <a:cubicBezTo>
                    <a:pt x="95" y="611"/>
                    <a:pt x="94" y="612"/>
                    <a:pt x="94" y="612"/>
                  </a:cubicBezTo>
                  <a:cubicBezTo>
                    <a:pt x="92" y="613"/>
                    <a:pt x="91" y="614"/>
                    <a:pt x="89" y="614"/>
                  </a:cubicBezTo>
                  <a:cubicBezTo>
                    <a:pt x="87" y="614"/>
                    <a:pt x="84" y="613"/>
                    <a:pt x="81" y="610"/>
                  </a:cubicBezTo>
                  <a:lnTo>
                    <a:pt x="81" y="610"/>
                  </a:lnTo>
                  <a:cubicBezTo>
                    <a:pt x="79" y="611"/>
                    <a:pt x="78" y="612"/>
                    <a:pt x="82" y="619"/>
                  </a:cubicBezTo>
                  <a:lnTo>
                    <a:pt x="80" y="621"/>
                  </a:lnTo>
                  <a:cubicBezTo>
                    <a:pt x="77" y="618"/>
                    <a:pt x="75" y="616"/>
                    <a:pt x="74" y="616"/>
                  </a:cubicBezTo>
                  <a:cubicBezTo>
                    <a:pt x="73" y="616"/>
                    <a:pt x="73" y="619"/>
                    <a:pt x="76" y="623"/>
                  </a:cubicBezTo>
                  <a:cubicBezTo>
                    <a:pt x="77" y="626"/>
                    <a:pt x="77" y="627"/>
                    <a:pt x="77" y="627"/>
                  </a:cubicBezTo>
                  <a:cubicBezTo>
                    <a:pt x="76" y="627"/>
                    <a:pt x="74" y="625"/>
                    <a:pt x="73" y="625"/>
                  </a:cubicBezTo>
                  <a:cubicBezTo>
                    <a:pt x="72" y="625"/>
                    <a:pt x="72" y="625"/>
                    <a:pt x="72" y="625"/>
                  </a:cubicBezTo>
                  <a:cubicBezTo>
                    <a:pt x="67" y="620"/>
                    <a:pt x="65" y="617"/>
                    <a:pt x="64" y="617"/>
                  </a:cubicBezTo>
                  <a:lnTo>
                    <a:pt x="64" y="617"/>
                  </a:lnTo>
                  <a:cubicBezTo>
                    <a:pt x="64" y="617"/>
                    <a:pt x="67" y="622"/>
                    <a:pt x="76" y="633"/>
                  </a:cubicBezTo>
                  <a:cubicBezTo>
                    <a:pt x="81" y="639"/>
                    <a:pt x="87" y="645"/>
                    <a:pt x="89" y="645"/>
                  </a:cubicBezTo>
                  <a:cubicBezTo>
                    <a:pt x="89" y="645"/>
                    <a:pt x="89" y="645"/>
                    <a:pt x="89" y="644"/>
                  </a:cubicBezTo>
                  <a:lnTo>
                    <a:pt x="92" y="642"/>
                  </a:lnTo>
                  <a:lnTo>
                    <a:pt x="94" y="652"/>
                  </a:lnTo>
                  <a:cubicBezTo>
                    <a:pt x="92" y="652"/>
                    <a:pt x="95" y="661"/>
                    <a:pt x="100" y="668"/>
                  </a:cubicBezTo>
                  <a:cubicBezTo>
                    <a:pt x="100" y="668"/>
                    <a:pt x="105" y="675"/>
                    <a:pt x="104" y="676"/>
                  </a:cubicBezTo>
                  <a:lnTo>
                    <a:pt x="94" y="662"/>
                  </a:lnTo>
                  <a:cubicBezTo>
                    <a:pt x="90" y="655"/>
                    <a:pt x="86" y="647"/>
                    <a:pt x="81" y="640"/>
                  </a:cubicBezTo>
                  <a:cubicBezTo>
                    <a:pt x="75" y="632"/>
                    <a:pt x="69" y="627"/>
                    <a:pt x="67" y="627"/>
                  </a:cubicBezTo>
                  <a:cubicBezTo>
                    <a:pt x="66" y="627"/>
                    <a:pt x="67" y="630"/>
                    <a:pt x="71" y="635"/>
                  </a:cubicBezTo>
                  <a:cubicBezTo>
                    <a:pt x="71" y="636"/>
                    <a:pt x="71" y="636"/>
                    <a:pt x="70" y="636"/>
                  </a:cubicBezTo>
                  <a:cubicBezTo>
                    <a:pt x="70" y="636"/>
                    <a:pt x="68" y="635"/>
                    <a:pt x="64" y="630"/>
                  </a:cubicBezTo>
                  <a:cubicBezTo>
                    <a:pt x="62" y="627"/>
                    <a:pt x="61" y="626"/>
                    <a:pt x="60" y="626"/>
                  </a:cubicBezTo>
                  <a:lnTo>
                    <a:pt x="60" y="626"/>
                  </a:lnTo>
                  <a:cubicBezTo>
                    <a:pt x="59" y="626"/>
                    <a:pt x="61" y="630"/>
                    <a:pt x="67" y="639"/>
                  </a:cubicBezTo>
                  <a:cubicBezTo>
                    <a:pt x="71" y="647"/>
                    <a:pt x="72" y="651"/>
                    <a:pt x="71" y="651"/>
                  </a:cubicBezTo>
                  <a:cubicBezTo>
                    <a:pt x="70" y="651"/>
                    <a:pt x="67" y="647"/>
                    <a:pt x="62" y="641"/>
                  </a:cubicBezTo>
                  <a:cubicBezTo>
                    <a:pt x="57" y="635"/>
                    <a:pt x="52" y="632"/>
                    <a:pt x="50" y="632"/>
                  </a:cubicBezTo>
                  <a:cubicBezTo>
                    <a:pt x="48" y="632"/>
                    <a:pt x="48" y="635"/>
                    <a:pt x="51" y="639"/>
                  </a:cubicBezTo>
                  <a:cubicBezTo>
                    <a:pt x="57" y="648"/>
                    <a:pt x="57" y="652"/>
                    <a:pt x="55" y="652"/>
                  </a:cubicBezTo>
                  <a:cubicBezTo>
                    <a:pt x="54" y="652"/>
                    <a:pt x="52" y="651"/>
                    <a:pt x="50" y="649"/>
                  </a:cubicBezTo>
                  <a:cubicBezTo>
                    <a:pt x="47" y="646"/>
                    <a:pt x="46" y="645"/>
                    <a:pt x="45" y="645"/>
                  </a:cubicBezTo>
                  <a:cubicBezTo>
                    <a:pt x="44" y="645"/>
                    <a:pt x="45" y="647"/>
                    <a:pt x="46" y="651"/>
                  </a:cubicBezTo>
                  <a:cubicBezTo>
                    <a:pt x="43" y="647"/>
                    <a:pt x="40" y="642"/>
                    <a:pt x="39" y="642"/>
                  </a:cubicBezTo>
                  <a:lnTo>
                    <a:pt x="39" y="642"/>
                  </a:lnTo>
                  <a:cubicBezTo>
                    <a:pt x="38" y="642"/>
                    <a:pt x="39" y="643"/>
                    <a:pt x="40" y="646"/>
                  </a:cubicBezTo>
                  <a:cubicBezTo>
                    <a:pt x="40" y="646"/>
                    <a:pt x="39" y="646"/>
                    <a:pt x="44" y="652"/>
                  </a:cubicBezTo>
                  <a:cubicBezTo>
                    <a:pt x="44" y="652"/>
                    <a:pt x="48" y="660"/>
                    <a:pt x="51" y="668"/>
                  </a:cubicBezTo>
                  <a:cubicBezTo>
                    <a:pt x="51" y="668"/>
                    <a:pt x="51" y="668"/>
                    <a:pt x="51" y="668"/>
                  </a:cubicBezTo>
                  <a:cubicBezTo>
                    <a:pt x="53" y="668"/>
                    <a:pt x="58" y="675"/>
                    <a:pt x="62" y="681"/>
                  </a:cubicBezTo>
                  <a:cubicBezTo>
                    <a:pt x="63" y="684"/>
                    <a:pt x="64" y="685"/>
                    <a:pt x="63" y="685"/>
                  </a:cubicBezTo>
                  <a:cubicBezTo>
                    <a:pt x="60" y="685"/>
                    <a:pt x="53" y="679"/>
                    <a:pt x="41" y="665"/>
                  </a:cubicBezTo>
                  <a:lnTo>
                    <a:pt x="28" y="652"/>
                  </a:lnTo>
                  <a:lnTo>
                    <a:pt x="28" y="652"/>
                  </a:lnTo>
                  <a:lnTo>
                    <a:pt x="37" y="666"/>
                  </a:lnTo>
                  <a:cubicBezTo>
                    <a:pt x="37" y="666"/>
                    <a:pt x="37" y="667"/>
                    <a:pt x="36" y="667"/>
                  </a:cubicBezTo>
                  <a:cubicBezTo>
                    <a:pt x="35" y="667"/>
                    <a:pt x="34" y="665"/>
                    <a:pt x="31" y="660"/>
                  </a:cubicBezTo>
                  <a:cubicBezTo>
                    <a:pt x="28" y="655"/>
                    <a:pt x="27" y="654"/>
                    <a:pt x="26" y="654"/>
                  </a:cubicBezTo>
                  <a:cubicBezTo>
                    <a:pt x="26" y="654"/>
                    <a:pt x="25" y="654"/>
                    <a:pt x="25" y="655"/>
                  </a:cubicBezTo>
                  <a:cubicBezTo>
                    <a:pt x="25" y="655"/>
                    <a:pt x="24" y="655"/>
                    <a:pt x="28" y="662"/>
                  </a:cubicBezTo>
                  <a:cubicBezTo>
                    <a:pt x="34" y="671"/>
                    <a:pt x="36" y="674"/>
                    <a:pt x="36" y="674"/>
                  </a:cubicBezTo>
                  <a:cubicBezTo>
                    <a:pt x="35" y="674"/>
                    <a:pt x="34" y="672"/>
                    <a:pt x="32" y="670"/>
                  </a:cubicBezTo>
                  <a:cubicBezTo>
                    <a:pt x="26" y="664"/>
                    <a:pt x="23" y="660"/>
                    <a:pt x="23" y="660"/>
                  </a:cubicBezTo>
                  <a:lnTo>
                    <a:pt x="23" y="660"/>
                  </a:lnTo>
                  <a:cubicBezTo>
                    <a:pt x="22" y="660"/>
                    <a:pt x="24" y="664"/>
                    <a:pt x="28" y="673"/>
                  </a:cubicBezTo>
                  <a:cubicBezTo>
                    <a:pt x="33" y="679"/>
                    <a:pt x="35" y="683"/>
                    <a:pt x="35" y="683"/>
                  </a:cubicBezTo>
                  <a:cubicBezTo>
                    <a:pt x="35" y="683"/>
                    <a:pt x="32" y="679"/>
                    <a:pt x="27" y="673"/>
                  </a:cubicBezTo>
                  <a:cubicBezTo>
                    <a:pt x="22" y="666"/>
                    <a:pt x="17" y="660"/>
                    <a:pt x="15" y="660"/>
                  </a:cubicBezTo>
                  <a:cubicBezTo>
                    <a:pt x="15" y="660"/>
                    <a:pt x="15" y="660"/>
                    <a:pt x="15" y="660"/>
                  </a:cubicBezTo>
                  <a:lnTo>
                    <a:pt x="20" y="667"/>
                  </a:lnTo>
                  <a:cubicBezTo>
                    <a:pt x="26" y="676"/>
                    <a:pt x="28" y="680"/>
                    <a:pt x="27" y="680"/>
                  </a:cubicBezTo>
                  <a:cubicBezTo>
                    <a:pt x="26" y="680"/>
                    <a:pt x="24" y="678"/>
                    <a:pt x="22" y="676"/>
                  </a:cubicBezTo>
                  <a:cubicBezTo>
                    <a:pt x="20" y="673"/>
                    <a:pt x="18" y="671"/>
                    <a:pt x="18" y="671"/>
                  </a:cubicBezTo>
                  <a:cubicBezTo>
                    <a:pt x="17" y="671"/>
                    <a:pt x="17" y="673"/>
                    <a:pt x="18" y="678"/>
                  </a:cubicBezTo>
                  <a:cubicBezTo>
                    <a:pt x="18" y="679"/>
                    <a:pt x="17" y="679"/>
                    <a:pt x="16" y="679"/>
                  </a:cubicBezTo>
                  <a:cubicBezTo>
                    <a:pt x="15" y="679"/>
                    <a:pt x="13" y="678"/>
                    <a:pt x="9" y="674"/>
                  </a:cubicBezTo>
                  <a:cubicBezTo>
                    <a:pt x="5" y="666"/>
                    <a:pt x="3" y="663"/>
                    <a:pt x="3" y="663"/>
                  </a:cubicBezTo>
                  <a:lnTo>
                    <a:pt x="3" y="663"/>
                  </a:lnTo>
                  <a:cubicBezTo>
                    <a:pt x="2" y="663"/>
                    <a:pt x="4" y="666"/>
                    <a:pt x="8" y="674"/>
                  </a:cubicBezTo>
                  <a:cubicBezTo>
                    <a:pt x="11" y="678"/>
                    <a:pt x="12" y="680"/>
                    <a:pt x="11" y="680"/>
                  </a:cubicBezTo>
                  <a:cubicBezTo>
                    <a:pt x="10" y="680"/>
                    <a:pt x="9" y="678"/>
                    <a:pt x="5" y="676"/>
                  </a:cubicBezTo>
                  <a:cubicBezTo>
                    <a:pt x="2" y="673"/>
                    <a:pt x="1" y="672"/>
                    <a:pt x="1" y="672"/>
                  </a:cubicBezTo>
                  <a:lnTo>
                    <a:pt x="1" y="672"/>
                  </a:lnTo>
                  <a:cubicBezTo>
                    <a:pt x="0" y="672"/>
                    <a:pt x="1" y="674"/>
                    <a:pt x="3" y="678"/>
                  </a:cubicBezTo>
                  <a:cubicBezTo>
                    <a:pt x="11" y="691"/>
                    <a:pt x="17" y="698"/>
                    <a:pt x="18" y="698"/>
                  </a:cubicBezTo>
                  <a:cubicBezTo>
                    <a:pt x="18" y="698"/>
                    <a:pt x="18" y="698"/>
                    <a:pt x="18" y="698"/>
                  </a:cubicBezTo>
                  <a:cubicBezTo>
                    <a:pt x="19" y="698"/>
                    <a:pt x="19" y="698"/>
                    <a:pt x="19" y="698"/>
                  </a:cubicBezTo>
                  <a:cubicBezTo>
                    <a:pt x="20" y="698"/>
                    <a:pt x="21" y="699"/>
                    <a:pt x="24" y="705"/>
                  </a:cubicBezTo>
                  <a:lnTo>
                    <a:pt x="22" y="706"/>
                  </a:lnTo>
                  <a:cubicBezTo>
                    <a:pt x="21" y="707"/>
                    <a:pt x="20" y="707"/>
                    <a:pt x="22" y="716"/>
                  </a:cubicBezTo>
                  <a:cubicBezTo>
                    <a:pt x="24" y="723"/>
                    <a:pt x="30" y="733"/>
                    <a:pt x="31" y="733"/>
                  </a:cubicBezTo>
                  <a:cubicBezTo>
                    <a:pt x="31" y="733"/>
                    <a:pt x="31" y="732"/>
                    <a:pt x="31" y="731"/>
                  </a:cubicBezTo>
                  <a:lnTo>
                    <a:pt x="31" y="731"/>
                  </a:lnTo>
                  <a:lnTo>
                    <a:pt x="36" y="736"/>
                  </a:lnTo>
                  <a:cubicBezTo>
                    <a:pt x="43" y="747"/>
                    <a:pt x="48" y="752"/>
                    <a:pt x="48" y="752"/>
                  </a:cubicBezTo>
                  <a:cubicBezTo>
                    <a:pt x="49" y="752"/>
                    <a:pt x="47" y="746"/>
                    <a:pt x="40" y="735"/>
                  </a:cubicBezTo>
                  <a:cubicBezTo>
                    <a:pt x="32" y="723"/>
                    <a:pt x="28" y="718"/>
                    <a:pt x="28" y="718"/>
                  </a:cubicBezTo>
                  <a:lnTo>
                    <a:pt x="28" y="718"/>
                  </a:lnTo>
                  <a:cubicBezTo>
                    <a:pt x="29" y="718"/>
                    <a:pt x="31" y="722"/>
                    <a:pt x="36" y="727"/>
                  </a:cubicBezTo>
                  <a:cubicBezTo>
                    <a:pt x="43" y="738"/>
                    <a:pt x="45" y="740"/>
                    <a:pt x="47" y="740"/>
                  </a:cubicBezTo>
                  <a:cubicBezTo>
                    <a:pt x="47" y="740"/>
                    <a:pt x="47" y="740"/>
                    <a:pt x="48" y="740"/>
                  </a:cubicBezTo>
                  <a:cubicBezTo>
                    <a:pt x="49" y="740"/>
                    <a:pt x="49" y="740"/>
                    <a:pt x="54" y="747"/>
                  </a:cubicBezTo>
                  <a:cubicBezTo>
                    <a:pt x="58" y="753"/>
                    <a:pt x="64" y="759"/>
                    <a:pt x="65" y="759"/>
                  </a:cubicBezTo>
                  <a:cubicBezTo>
                    <a:pt x="65" y="759"/>
                    <a:pt x="65" y="759"/>
                    <a:pt x="66" y="759"/>
                  </a:cubicBezTo>
                  <a:cubicBezTo>
                    <a:pt x="67" y="759"/>
                    <a:pt x="67" y="759"/>
                    <a:pt x="62" y="751"/>
                  </a:cubicBezTo>
                  <a:cubicBezTo>
                    <a:pt x="60" y="748"/>
                    <a:pt x="59" y="747"/>
                    <a:pt x="59" y="747"/>
                  </a:cubicBezTo>
                  <a:cubicBezTo>
                    <a:pt x="60" y="747"/>
                    <a:pt x="63" y="749"/>
                    <a:pt x="69" y="757"/>
                  </a:cubicBezTo>
                  <a:cubicBezTo>
                    <a:pt x="72" y="759"/>
                    <a:pt x="73" y="761"/>
                    <a:pt x="74" y="761"/>
                  </a:cubicBezTo>
                  <a:cubicBezTo>
                    <a:pt x="74" y="761"/>
                    <a:pt x="72" y="757"/>
                    <a:pt x="66" y="749"/>
                  </a:cubicBezTo>
                  <a:cubicBezTo>
                    <a:pt x="61" y="741"/>
                    <a:pt x="59" y="737"/>
                    <a:pt x="60" y="737"/>
                  </a:cubicBezTo>
                  <a:cubicBezTo>
                    <a:pt x="62" y="737"/>
                    <a:pt x="65" y="740"/>
                    <a:pt x="70" y="747"/>
                  </a:cubicBezTo>
                  <a:lnTo>
                    <a:pt x="72" y="745"/>
                  </a:lnTo>
                  <a:cubicBezTo>
                    <a:pt x="73" y="744"/>
                    <a:pt x="69" y="738"/>
                    <a:pt x="63" y="731"/>
                  </a:cubicBezTo>
                  <a:cubicBezTo>
                    <a:pt x="58" y="722"/>
                    <a:pt x="56" y="719"/>
                    <a:pt x="56" y="719"/>
                  </a:cubicBezTo>
                  <a:lnTo>
                    <a:pt x="56" y="719"/>
                  </a:lnTo>
                  <a:cubicBezTo>
                    <a:pt x="56" y="719"/>
                    <a:pt x="58" y="720"/>
                    <a:pt x="60" y="723"/>
                  </a:cubicBezTo>
                  <a:cubicBezTo>
                    <a:pt x="64" y="726"/>
                    <a:pt x="68" y="731"/>
                    <a:pt x="71" y="736"/>
                  </a:cubicBezTo>
                  <a:cubicBezTo>
                    <a:pt x="74" y="741"/>
                    <a:pt x="76" y="742"/>
                    <a:pt x="77" y="742"/>
                  </a:cubicBezTo>
                  <a:cubicBezTo>
                    <a:pt x="77" y="742"/>
                    <a:pt x="78" y="742"/>
                    <a:pt x="78" y="742"/>
                  </a:cubicBezTo>
                  <a:cubicBezTo>
                    <a:pt x="79" y="741"/>
                    <a:pt x="81" y="740"/>
                    <a:pt x="77" y="732"/>
                  </a:cubicBezTo>
                  <a:lnTo>
                    <a:pt x="77" y="732"/>
                  </a:lnTo>
                  <a:lnTo>
                    <a:pt x="81" y="740"/>
                  </a:lnTo>
                  <a:cubicBezTo>
                    <a:pt x="81" y="740"/>
                    <a:pt x="82" y="740"/>
                    <a:pt x="82" y="740"/>
                  </a:cubicBezTo>
                  <a:cubicBezTo>
                    <a:pt x="83" y="740"/>
                    <a:pt x="85" y="742"/>
                    <a:pt x="85" y="742"/>
                  </a:cubicBezTo>
                  <a:cubicBezTo>
                    <a:pt x="85" y="742"/>
                    <a:pt x="85" y="741"/>
                    <a:pt x="83" y="739"/>
                  </a:cubicBezTo>
                  <a:cubicBezTo>
                    <a:pt x="83" y="739"/>
                    <a:pt x="84" y="739"/>
                    <a:pt x="84" y="739"/>
                  </a:cubicBezTo>
                  <a:cubicBezTo>
                    <a:pt x="85" y="739"/>
                    <a:pt x="86" y="739"/>
                    <a:pt x="91" y="743"/>
                  </a:cubicBezTo>
                  <a:cubicBezTo>
                    <a:pt x="92" y="744"/>
                    <a:pt x="93" y="744"/>
                    <a:pt x="93" y="744"/>
                  </a:cubicBezTo>
                  <a:cubicBezTo>
                    <a:pt x="96" y="744"/>
                    <a:pt x="91" y="731"/>
                    <a:pt x="80" y="721"/>
                  </a:cubicBezTo>
                  <a:lnTo>
                    <a:pt x="81" y="720"/>
                  </a:lnTo>
                  <a:cubicBezTo>
                    <a:pt x="82" y="720"/>
                    <a:pt x="77" y="712"/>
                    <a:pt x="77" y="712"/>
                  </a:cubicBezTo>
                  <a:cubicBezTo>
                    <a:pt x="72" y="705"/>
                    <a:pt x="73" y="704"/>
                    <a:pt x="74" y="704"/>
                  </a:cubicBezTo>
                  <a:lnTo>
                    <a:pt x="85" y="717"/>
                  </a:lnTo>
                  <a:cubicBezTo>
                    <a:pt x="92" y="730"/>
                    <a:pt x="98" y="737"/>
                    <a:pt x="98" y="737"/>
                  </a:cubicBezTo>
                  <a:cubicBezTo>
                    <a:pt x="99" y="737"/>
                    <a:pt x="97" y="733"/>
                    <a:pt x="91" y="723"/>
                  </a:cubicBezTo>
                  <a:lnTo>
                    <a:pt x="91" y="723"/>
                  </a:lnTo>
                  <a:lnTo>
                    <a:pt x="97" y="731"/>
                  </a:lnTo>
                  <a:cubicBezTo>
                    <a:pt x="99" y="734"/>
                    <a:pt x="100" y="735"/>
                    <a:pt x="101" y="735"/>
                  </a:cubicBezTo>
                  <a:cubicBezTo>
                    <a:pt x="102" y="735"/>
                    <a:pt x="102" y="733"/>
                    <a:pt x="100" y="729"/>
                  </a:cubicBezTo>
                  <a:cubicBezTo>
                    <a:pt x="97" y="720"/>
                    <a:pt x="94" y="713"/>
                    <a:pt x="88" y="705"/>
                  </a:cubicBezTo>
                  <a:cubicBezTo>
                    <a:pt x="83" y="698"/>
                    <a:pt x="85" y="697"/>
                    <a:pt x="85" y="697"/>
                  </a:cubicBezTo>
                  <a:cubicBezTo>
                    <a:pt x="86" y="697"/>
                    <a:pt x="86" y="697"/>
                    <a:pt x="90" y="704"/>
                  </a:cubicBezTo>
                  <a:cubicBezTo>
                    <a:pt x="95" y="711"/>
                    <a:pt x="98" y="714"/>
                    <a:pt x="99" y="714"/>
                  </a:cubicBezTo>
                  <a:cubicBezTo>
                    <a:pt x="100" y="714"/>
                    <a:pt x="99" y="710"/>
                    <a:pt x="95" y="702"/>
                  </a:cubicBezTo>
                  <a:lnTo>
                    <a:pt x="95" y="702"/>
                  </a:lnTo>
                  <a:lnTo>
                    <a:pt x="99" y="708"/>
                  </a:lnTo>
                  <a:cubicBezTo>
                    <a:pt x="102" y="713"/>
                    <a:pt x="106" y="717"/>
                    <a:pt x="108" y="717"/>
                  </a:cubicBezTo>
                  <a:cubicBezTo>
                    <a:pt x="110" y="717"/>
                    <a:pt x="111" y="716"/>
                    <a:pt x="111" y="712"/>
                  </a:cubicBezTo>
                  <a:cubicBezTo>
                    <a:pt x="114" y="710"/>
                    <a:pt x="116" y="709"/>
                    <a:pt x="118" y="709"/>
                  </a:cubicBezTo>
                  <a:cubicBezTo>
                    <a:pt x="120" y="709"/>
                    <a:pt x="122" y="710"/>
                    <a:pt x="125" y="713"/>
                  </a:cubicBezTo>
                  <a:cubicBezTo>
                    <a:pt x="126" y="714"/>
                    <a:pt x="126" y="714"/>
                    <a:pt x="126" y="714"/>
                  </a:cubicBezTo>
                  <a:cubicBezTo>
                    <a:pt x="128" y="714"/>
                    <a:pt x="124" y="700"/>
                    <a:pt x="117" y="687"/>
                  </a:cubicBezTo>
                  <a:lnTo>
                    <a:pt x="117" y="687"/>
                  </a:lnTo>
                  <a:cubicBezTo>
                    <a:pt x="121" y="692"/>
                    <a:pt x="122" y="693"/>
                    <a:pt x="124" y="693"/>
                  </a:cubicBezTo>
                  <a:cubicBezTo>
                    <a:pt x="125" y="693"/>
                    <a:pt x="125" y="693"/>
                    <a:pt x="126" y="693"/>
                  </a:cubicBezTo>
                  <a:cubicBezTo>
                    <a:pt x="127" y="692"/>
                    <a:pt x="128" y="691"/>
                    <a:pt x="129" y="691"/>
                  </a:cubicBezTo>
                  <a:cubicBezTo>
                    <a:pt x="130" y="691"/>
                    <a:pt x="131" y="693"/>
                    <a:pt x="134" y="697"/>
                  </a:cubicBezTo>
                  <a:cubicBezTo>
                    <a:pt x="138" y="704"/>
                    <a:pt x="141" y="708"/>
                    <a:pt x="141" y="708"/>
                  </a:cubicBezTo>
                  <a:cubicBezTo>
                    <a:pt x="141" y="708"/>
                    <a:pt x="139" y="704"/>
                    <a:pt x="135" y="696"/>
                  </a:cubicBezTo>
                  <a:cubicBezTo>
                    <a:pt x="132" y="690"/>
                    <a:pt x="131" y="687"/>
                    <a:pt x="133" y="687"/>
                  </a:cubicBezTo>
                  <a:cubicBezTo>
                    <a:pt x="135" y="687"/>
                    <a:pt x="140" y="692"/>
                    <a:pt x="145" y="701"/>
                  </a:cubicBezTo>
                  <a:cubicBezTo>
                    <a:pt x="148" y="705"/>
                    <a:pt x="149" y="706"/>
                    <a:pt x="151" y="706"/>
                  </a:cubicBezTo>
                  <a:cubicBezTo>
                    <a:pt x="152" y="706"/>
                    <a:pt x="153" y="705"/>
                    <a:pt x="154" y="705"/>
                  </a:cubicBezTo>
                  <a:cubicBezTo>
                    <a:pt x="150" y="697"/>
                    <a:pt x="153" y="696"/>
                    <a:pt x="155" y="694"/>
                  </a:cubicBezTo>
                  <a:cubicBezTo>
                    <a:pt x="159" y="692"/>
                    <a:pt x="159" y="692"/>
                    <a:pt x="150" y="678"/>
                  </a:cubicBezTo>
                  <a:cubicBezTo>
                    <a:pt x="140" y="664"/>
                    <a:pt x="141" y="664"/>
                    <a:pt x="143" y="661"/>
                  </a:cubicBezTo>
                  <a:cubicBezTo>
                    <a:pt x="143" y="661"/>
                    <a:pt x="144" y="661"/>
                    <a:pt x="144" y="661"/>
                  </a:cubicBezTo>
                  <a:cubicBezTo>
                    <a:pt x="145" y="661"/>
                    <a:pt x="147" y="662"/>
                    <a:pt x="151" y="667"/>
                  </a:cubicBezTo>
                  <a:cubicBezTo>
                    <a:pt x="151" y="667"/>
                    <a:pt x="156" y="673"/>
                    <a:pt x="157" y="673"/>
                  </a:cubicBezTo>
                  <a:cubicBezTo>
                    <a:pt x="157" y="673"/>
                    <a:pt x="157" y="673"/>
                    <a:pt x="157" y="673"/>
                  </a:cubicBezTo>
                  <a:cubicBezTo>
                    <a:pt x="158" y="673"/>
                    <a:pt x="158" y="672"/>
                    <a:pt x="158" y="672"/>
                  </a:cubicBezTo>
                  <a:cubicBezTo>
                    <a:pt x="159" y="672"/>
                    <a:pt x="161" y="673"/>
                    <a:pt x="165" y="678"/>
                  </a:cubicBezTo>
                  <a:cubicBezTo>
                    <a:pt x="165" y="678"/>
                    <a:pt x="170" y="684"/>
                    <a:pt x="173" y="684"/>
                  </a:cubicBezTo>
                  <a:cubicBezTo>
                    <a:pt x="173" y="684"/>
                    <a:pt x="173" y="684"/>
                    <a:pt x="173" y="684"/>
                  </a:cubicBezTo>
                  <a:cubicBezTo>
                    <a:pt x="174" y="683"/>
                    <a:pt x="175" y="682"/>
                    <a:pt x="177" y="682"/>
                  </a:cubicBezTo>
                  <a:cubicBezTo>
                    <a:pt x="179" y="682"/>
                    <a:pt x="181" y="683"/>
                    <a:pt x="183" y="687"/>
                  </a:cubicBezTo>
                  <a:cubicBezTo>
                    <a:pt x="184" y="686"/>
                    <a:pt x="184" y="686"/>
                    <a:pt x="180" y="679"/>
                  </a:cubicBezTo>
                  <a:cubicBezTo>
                    <a:pt x="175" y="674"/>
                    <a:pt x="172" y="668"/>
                    <a:pt x="176" y="668"/>
                  </a:cubicBezTo>
                  <a:cubicBezTo>
                    <a:pt x="177" y="668"/>
                    <a:pt x="179" y="668"/>
                    <a:pt x="181" y="669"/>
                  </a:cubicBezTo>
                  <a:cubicBezTo>
                    <a:pt x="183" y="667"/>
                    <a:pt x="187" y="665"/>
                    <a:pt x="182" y="658"/>
                  </a:cubicBezTo>
                  <a:cubicBezTo>
                    <a:pt x="182" y="658"/>
                    <a:pt x="183" y="657"/>
                    <a:pt x="183" y="657"/>
                  </a:cubicBezTo>
                  <a:cubicBezTo>
                    <a:pt x="184" y="657"/>
                    <a:pt x="185" y="659"/>
                    <a:pt x="188" y="665"/>
                  </a:cubicBezTo>
                  <a:cubicBezTo>
                    <a:pt x="192" y="671"/>
                    <a:pt x="195" y="674"/>
                    <a:pt x="197" y="674"/>
                  </a:cubicBezTo>
                  <a:cubicBezTo>
                    <a:pt x="198" y="674"/>
                    <a:pt x="197" y="670"/>
                    <a:pt x="193" y="661"/>
                  </a:cubicBezTo>
                  <a:cubicBezTo>
                    <a:pt x="191" y="658"/>
                    <a:pt x="190" y="656"/>
                    <a:pt x="191" y="656"/>
                  </a:cubicBezTo>
                  <a:cubicBezTo>
                    <a:pt x="191" y="656"/>
                    <a:pt x="193" y="657"/>
                    <a:pt x="196" y="660"/>
                  </a:cubicBezTo>
                  <a:cubicBezTo>
                    <a:pt x="196" y="660"/>
                    <a:pt x="197" y="659"/>
                    <a:pt x="193" y="651"/>
                  </a:cubicBezTo>
                  <a:cubicBezTo>
                    <a:pt x="192" y="647"/>
                    <a:pt x="191" y="645"/>
                    <a:pt x="191" y="645"/>
                  </a:cubicBezTo>
                  <a:cubicBezTo>
                    <a:pt x="192" y="645"/>
                    <a:pt x="194" y="646"/>
                    <a:pt x="197" y="649"/>
                  </a:cubicBezTo>
                  <a:cubicBezTo>
                    <a:pt x="200" y="654"/>
                    <a:pt x="202" y="655"/>
                    <a:pt x="204" y="655"/>
                  </a:cubicBezTo>
                  <a:cubicBezTo>
                    <a:pt x="204" y="655"/>
                    <a:pt x="204" y="655"/>
                    <a:pt x="205" y="655"/>
                  </a:cubicBezTo>
                  <a:cubicBezTo>
                    <a:pt x="203" y="648"/>
                    <a:pt x="210" y="642"/>
                    <a:pt x="216" y="642"/>
                  </a:cubicBezTo>
                  <a:cubicBezTo>
                    <a:pt x="218" y="642"/>
                    <a:pt x="220" y="643"/>
                    <a:pt x="221" y="644"/>
                  </a:cubicBezTo>
                  <a:cubicBezTo>
                    <a:pt x="218" y="637"/>
                    <a:pt x="218" y="637"/>
                    <a:pt x="219" y="635"/>
                  </a:cubicBezTo>
                  <a:lnTo>
                    <a:pt x="219" y="635"/>
                  </a:lnTo>
                  <a:cubicBezTo>
                    <a:pt x="223" y="640"/>
                    <a:pt x="225" y="642"/>
                    <a:pt x="225" y="642"/>
                  </a:cubicBezTo>
                  <a:cubicBezTo>
                    <a:pt x="226" y="642"/>
                    <a:pt x="223" y="636"/>
                    <a:pt x="217" y="627"/>
                  </a:cubicBezTo>
                  <a:lnTo>
                    <a:pt x="216" y="628"/>
                  </a:lnTo>
                  <a:lnTo>
                    <a:pt x="215" y="629"/>
                  </a:lnTo>
                  <a:cubicBezTo>
                    <a:pt x="210" y="622"/>
                    <a:pt x="208" y="618"/>
                    <a:pt x="209" y="618"/>
                  </a:cubicBezTo>
                  <a:cubicBezTo>
                    <a:pt x="210" y="618"/>
                    <a:pt x="215" y="622"/>
                    <a:pt x="223" y="633"/>
                  </a:cubicBezTo>
                  <a:cubicBezTo>
                    <a:pt x="228" y="640"/>
                    <a:pt x="231" y="643"/>
                    <a:pt x="231" y="643"/>
                  </a:cubicBezTo>
                  <a:cubicBezTo>
                    <a:pt x="232" y="643"/>
                    <a:pt x="229" y="640"/>
                    <a:pt x="225" y="632"/>
                  </a:cubicBezTo>
                  <a:cubicBezTo>
                    <a:pt x="221" y="624"/>
                    <a:pt x="219" y="620"/>
                    <a:pt x="220" y="620"/>
                  </a:cubicBezTo>
                  <a:lnTo>
                    <a:pt x="220" y="620"/>
                  </a:lnTo>
                  <a:cubicBezTo>
                    <a:pt x="221" y="620"/>
                    <a:pt x="224" y="623"/>
                    <a:pt x="229" y="630"/>
                  </a:cubicBezTo>
                  <a:cubicBezTo>
                    <a:pt x="234" y="636"/>
                    <a:pt x="236" y="640"/>
                    <a:pt x="236" y="640"/>
                  </a:cubicBezTo>
                  <a:cubicBezTo>
                    <a:pt x="236" y="640"/>
                    <a:pt x="234" y="636"/>
                    <a:pt x="230" y="629"/>
                  </a:cubicBezTo>
                  <a:cubicBezTo>
                    <a:pt x="221" y="611"/>
                    <a:pt x="216" y="601"/>
                    <a:pt x="218" y="601"/>
                  </a:cubicBezTo>
                  <a:cubicBezTo>
                    <a:pt x="219" y="601"/>
                    <a:pt x="224" y="606"/>
                    <a:pt x="232" y="618"/>
                  </a:cubicBezTo>
                  <a:cubicBezTo>
                    <a:pt x="240" y="632"/>
                    <a:pt x="247" y="638"/>
                    <a:pt x="248" y="638"/>
                  </a:cubicBezTo>
                  <a:cubicBezTo>
                    <a:pt x="249" y="637"/>
                    <a:pt x="245" y="630"/>
                    <a:pt x="239" y="622"/>
                  </a:cubicBezTo>
                  <a:cubicBezTo>
                    <a:pt x="234" y="616"/>
                    <a:pt x="232" y="612"/>
                    <a:pt x="233" y="612"/>
                  </a:cubicBezTo>
                  <a:lnTo>
                    <a:pt x="233" y="612"/>
                  </a:lnTo>
                  <a:cubicBezTo>
                    <a:pt x="234" y="612"/>
                    <a:pt x="237" y="615"/>
                    <a:pt x="243" y="621"/>
                  </a:cubicBezTo>
                  <a:cubicBezTo>
                    <a:pt x="252" y="630"/>
                    <a:pt x="257" y="635"/>
                    <a:pt x="259" y="635"/>
                  </a:cubicBezTo>
                  <a:cubicBezTo>
                    <a:pt x="261" y="635"/>
                    <a:pt x="260" y="630"/>
                    <a:pt x="257" y="622"/>
                  </a:cubicBezTo>
                  <a:cubicBezTo>
                    <a:pt x="254" y="613"/>
                    <a:pt x="254" y="608"/>
                    <a:pt x="256" y="608"/>
                  </a:cubicBezTo>
                  <a:cubicBezTo>
                    <a:pt x="257" y="608"/>
                    <a:pt x="259" y="611"/>
                    <a:pt x="262" y="619"/>
                  </a:cubicBezTo>
                  <a:cubicBezTo>
                    <a:pt x="266" y="628"/>
                    <a:pt x="267" y="632"/>
                    <a:pt x="268" y="632"/>
                  </a:cubicBezTo>
                  <a:cubicBezTo>
                    <a:pt x="268" y="632"/>
                    <a:pt x="267" y="630"/>
                    <a:pt x="266" y="627"/>
                  </a:cubicBezTo>
                  <a:lnTo>
                    <a:pt x="273" y="622"/>
                  </a:lnTo>
                  <a:cubicBezTo>
                    <a:pt x="274" y="622"/>
                    <a:pt x="270" y="614"/>
                    <a:pt x="265" y="606"/>
                  </a:cubicBezTo>
                  <a:lnTo>
                    <a:pt x="265" y="606"/>
                  </a:lnTo>
                  <a:cubicBezTo>
                    <a:pt x="272" y="614"/>
                    <a:pt x="277" y="619"/>
                    <a:pt x="278" y="619"/>
                  </a:cubicBezTo>
                  <a:cubicBezTo>
                    <a:pt x="280" y="619"/>
                    <a:pt x="279" y="616"/>
                    <a:pt x="276" y="610"/>
                  </a:cubicBezTo>
                  <a:lnTo>
                    <a:pt x="279" y="609"/>
                  </a:lnTo>
                  <a:cubicBezTo>
                    <a:pt x="280" y="607"/>
                    <a:pt x="280" y="607"/>
                    <a:pt x="276" y="600"/>
                  </a:cubicBezTo>
                  <a:cubicBezTo>
                    <a:pt x="275" y="597"/>
                    <a:pt x="275" y="596"/>
                    <a:pt x="276" y="596"/>
                  </a:cubicBezTo>
                  <a:cubicBezTo>
                    <a:pt x="277" y="596"/>
                    <a:pt x="281" y="601"/>
                    <a:pt x="285" y="605"/>
                  </a:cubicBezTo>
                  <a:cubicBezTo>
                    <a:pt x="289" y="609"/>
                    <a:pt x="293" y="614"/>
                    <a:pt x="294" y="614"/>
                  </a:cubicBezTo>
                  <a:cubicBezTo>
                    <a:pt x="294" y="614"/>
                    <a:pt x="293" y="613"/>
                    <a:pt x="292" y="611"/>
                  </a:cubicBezTo>
                  <a:cubicBezTo>
                    <a:pt x="288" y="603"/>
                    <a:pt x="284" y="595"/>
                    <a:pt x="282" y="587"/>
                  </a:cubicBezTo>
                  <a:cubicBezTo>
                    <a:pt x="280" y="585"/>
                    <a:pt x="280" y="583"/>
                    <a:pt x="281" y="583"/>
                  </a:cubicBezTo>
                  <a:lnTo>
                    <a:pt x="281" y="583"/>
                  </a:lnTo>
                  <a:cubicBezTo>
                    <a:pt x="282" y="583"/>
                    <a:pt x="285" y="588"/>
                    <a:pt x="288" y="593"/>
                  </a:cubicBezTo>
                  <a:cubicBezTo>
                    <a:pt x="290" y="598"/>
                    <a:pt x="294" y="603"/>
                    <a:pt x="300" y="606"/>
                  </a:cubicBezTo>
                  <a:cubicBezTo>
                    <a:pt x="301" y="605"/>
                    <a:pt x="303" y="604"/>
                    <a:pt x="299" y="596"/>
                  </a:cubicBezTo>
                  <a:cubicBezTo>
                    <a:pt x="295" y="592"/>
                    <a:pt x="297" y="588"/>
                    <a:pt x="301" y="588"/>
                  </a:cubicBezTo>
                  <a:cubicBezTo>
                    <a:pt x="302" y="588"/>
                    <a:pt x="305" y="589"/>
                    <a:pt x="307" y="592"/>
                  </a:cubicBezTo>
                  <a:lnTo>
                    <a:pt x="309" y="589"/>
                  </a:lnTo>
                  <a:cubicBezTo>
                    <a:pt x="310" y="589"/>
                    <a:pt x="307" y="582"/>
                    <a:pt x="308" y="581"/>
                  </a:cubicBezTo>
                  <a:cubicBezTo>
                    <a:pt x="308" y="581"/>
                    <a:pt x="309" y="579"/>
                    <a:pt x="306" y="572"/>
                  </a:cubicBezTo>
                  <a:cubicBezTo>
                    <a:pt x="306" y="572"/>
                    <a:pt x="306" y="571"/>
                    <a:pt x="306" y="571"/>
                  </a:cubicBezTo>
                  <a:cubicBezTo>
                    <a:pt x="308" y="571"/>
                    <a:pt x="309" y="572"/>
                    <a:pt x="313" y="577"/>
                  </a:cubicBezTo>
                  <a:cubicBezTo>
                    <a:pt x="309" y="570"/>
                    <a:pt x="307" y="566"/>
                    <a:pt x="307" y="566"/>
                  </a:cubicBezTo>
                  <a:lnTo>
                    <a:pt x="307" y="566"/>
                  </a:lnTo>
                  <a:cubicBezTo>
                    <a:pt x="307" y="566"/>
                    <a:pt x="310" y="569"/>
                    <a:pt x="316" y="576"/>
                  </a:cubicBezTo>
                  <a:cubicBezTo>
                    <a:pt x="320" y="583"/>
                    <a:pt x="322" y="587"/>
                    <a:pt x="323" y="587"/>
                  </a:cubicBezTo>
                  <a:cubicBezTo>
                    <a:pt x="323" y="587"/>
                    <a:pt x="321" y="583"/>
                    <a:pt x="317" y="575"/>
                  </a:cubicBezTo>
                  <a:cubicBezTo>
                    <a:pt x="315" y="571"/>
                    <a:pt x="314" y="569"/>
                    <a:pt x="315" y="569"/>
                  </a:cubicBezTo>
                  <a:lnTo>
                    <a:pt x="315" y="569"/>
                  </a:lnTo>
                  <a:cubicBezTo>
                    <a:pt x="315" y="569"/>
                    <a:pt x="316" y="571"/>
                    <a:pt x="319" y="574"/>
                  </a:cubicBezTo>
                  <a:cubicBezTo>
                    <a:pt x="321" y="577"/>
                    <a:pt x="323" y="579"/>
                    <a:pt x="323" y="579"/>
                  </a:cubicBezTo>
                  <a:cubicBezTo>
                    <a:pt x="324" y="579"/>
                    <a:pt x="323" y="577"/>
                    <a:pt x="320" y="573"/>
                  </a:cubicBezTo>
                  <a:cubicBezTo>
                    <a:pt x="315" y="563"/>
                    <a:pt x="313" y="556"/>
                    <a:pt x="314" y="556"/>
                  </a:cubicBezTo>
                  <a:cubicBezTo>
                    <a:pt x="315" y="556"/>
                    <a:pt x="317" y="558"/>
                    <a:pt x="320" y="563"/>
                  </a:cubicBezTo>
                  <a:cubicBezTo>
                    <a:pt x="320" y="563"/>
                    <a:pt x="321" y="563"/>
                    <a:pt x="318" y="555"/>
                  </a:cubicBezTo>
                  <a:cubicBezTo>
                    <a:pt x="314" y="547"/>
                    <a:pt x="312" y="543"/>
                    <a:pt x="312" y="543"/>
                  </a:cubicBezTo>
                  <a:lnTo>
                    <a:pt x="312" y="543"/>
                  </a:lnTo>
                  <a:cubicBezTo>
                    <a:pt x="312" y="543"/>
                    <a:pt x="315" y="546"/>
                    <a:pt x="319" y="554"/>
                  </a:cubicBezTo>
                  <a:cubicBezTo>
                    <a:pt x="324" y="560"/>
                    <a:pt x="327" y="563"/>
                    <a:pt x="328" y="563"/>
                  </a:cubicBezTo>
                  <a:cubicBezTo>
                    <a:pt x="329" y="563"/>
                    <a:pt x="328" y="559"/>
                    <a:pt x="324" y="551"/>
                  </a:cubicBezTo>
                  <a:cubicBezTo>
                    <a:pt x="324" y="551"/>
                    <a:pt x="322" y="548"/>
                    <a:pt x="323" y="548"/>
                  </a:cubicBezTo>
                  <a:cubicBezTo>
                    <a:pt x="323" y="548"/>
                    <a:pt x="324" y="548"/>
                    <a:pt x="326" y="550"/>
                  </a:cubicBezTo>
                  <a:cubicBezTo>
                    <a:pt x="329" y="553"/>
                    <a:pt x="333" y="555"/>
                    <a:pt x="336" y="555"/>
                  </a:cubicBezTo>
                  <a:cubicBezTo>
                    <a:pt x="339" y="555"/>
                    <a:pt x="340" y="552"/>
                    <a:pt x="334" y="545"/>
                  </a:cubicBezTo>
                  <a:lnTo>
                    <a:pt x="337" y="543"/>
                  </a:lnTo>
                  <a:cubicBezTo>
                    <a:pt x="340" y="546"/>
                    <a:pt x="342" y="547"/>
                    <a:pt x="343" y="547"/>
                  </a:cubicBezTo>
                  <a:cubicBezTo>
                    <a:pt x="344" y="547"/>
                    <a:pt x="343" y="545"/>
                    <a:pt x="341" y="540"/>
                  </a:cubicBezTo>
                  <a:lnTo>
                    <a:pt x="338" y="532"/>
                  </a:lnTo>
                  <a:lnTo>
                    <a:pt x="338" y="532"/>
                  </a:lnTo>
                  <a:cubicBezTo>
                    <a:pt x="342" y="539"/>
                    <a:pt x="347" y="545"/>
                    <a:pt x="350" y="545"/>
                  </a:cubicBezTo>
                  <a:cubicBezTo>
                    <a:pt x="350" y="545"/>
                    <a:pt x="350" y="545"/>
                    <a:pt x="350" y="545"/>
                  </a:cubicBezTo>
                  <a:cubicBezTo>
                    <a:pt x="352" y="545"/>
                    <a:pt x="352" y="545"/>
                    <a:pt x="346" y="537"/>
                  </a:cubicBezTo>
                  <a:cubicBezTo>
                    <a:pt x="340" y="531"/>
                    <a:pt x="341" y="530"/>
                    <a:pt x="343" y="529"/>
                  </a:cubicBezTo>
                  <a:lnTo>
                    <a:pt x="343" y="529"/>
                  </a:lnTo>
                  <a:cubicBezTo>
                    <a:pt x="344" y="529"/>
                    <a:pt x="350" y="535"/>
                    <a:pt x="355" y="542"/>
                  </a:cubicBezTo>
                  <a:lnTo>
                    <a:pt x="356" y="541"/>
                  </a:lnTo>
                  <a:cubicBezTo>
                    <a:pt x="351" y="533"/>
                    <a:pt x="349" y="529"/>
                    <a:pt x="349" y="529"/>
                  </a:cubicBezTo>
                  <a:lnTo>
                    <a:pt x="349" y="529"/>
                  </a:lnTo>
                  <a:cubicBezTo>
                    <a:pt x="350" y="529"/>
                    <a:pt x="351" y="531"/>
                    <a:pt x="353" y="533"/>
                  </a:cubicBezTo>
                  <a:cubicBezTo>
                    <a:pt x="356" y="538"/>
                    <a:pt x="358" y="539"/>
                    <a:pt x="359" y="539"/>
                  </a:cubicBezTo>
                  <a:cubicBezTo>
                    <a:pt x="360" y="539"/>
                    <a:pt x="360" y="538"/>
                    <a:pt x="361" y="538"/>
                  </a:cubicBezTo>
                  <a:cubicBezTo>
                    <a:pt x="359" y="536"/>
                    <a:pt x="359" y="535"/>
                    <a:pt x="359" y="535"/>
                  </a:cubicBezTo>
                  <a:lnTo>
                    <a:pt x="359" y="535"/>
                  </a:lnTo>
                  <a:cubicBezTo>
                    <a:pt x="359" y="535"/>
                    <a:pt x="361" y="538"/>
                    <a:pt x="361" y="538"/>
                  </a:cubicBezTo>
                  <a:lnTo>
                    <a:pt x="366" y="546"/>
                  </a:lnTo>
                  <a:cubicBezTo>
                    <a:pt x="368" y="547"/>
                    <a:pt x="368" y="548"/>
                    <a:pt x="369" y="548"/>
                  </a:cubicBezTo>
                  <a:cubicBezTo>
                    <a:pt x="369" y="548"/>
                    <a:pt x="366" y="543"/>
                    <a:pt x="362" y="538"/>
                  </a:cubicBezTo>
                  <a:lnTo>
                    <a:pt x="365" y="536"/>
                  </a:lnTo>
                  <a:cubicBezTo>
                    <a:pt x="366" y="536"/>
                    <a:pt x="367" y="535"/>
                    <a:pt x="361" y="528"/>
                  </a:cubicBezTo>
                  <a:cubicBezTo>
                    <a:pt x="356" y="521"/>
                    <a:pt x="352" y="514"/>
                    <a:pt x="353" y="513"/>
                  </a:cubicBezTo>
                  <a:lnTo>
                    <a:pt x="353" y="513"/>
                  </a:lnTo>
                  <a:cubicBezTo>
                    <a:pt x="357" y="520"/>
                    <a:pt x="362" y="527"/>
                    <a:pt x="364" y="527"/>
                  </a:cubicBezTo>
                  <a:cubicBezTo>
                    <a:pt x="364" y="527"/>
                    <a:pt x="364" y="527"/>
                    <a:pt x="364" y="527"/>
                  </a:cubicBezTo>
                  <a:cubicBezTo>
                    <a:pt x="364" y="527"/>
                    <a:pt x="364" y="527"/>
                    <a:pt x="364" y="527"/>
                  </a:cubicBezTo>
                  <a:cubicBezTo>
                    <a:pt x="366" y="527"/>
                    <a:pt x="370" y="533"/>
                    <a:pt x="370" y="533"/>
                  </a:cubicBezTo>
                  <a:cubicBezTo>
                    <a:pt x="372" y="539"/>
                    <a:pt x="374" y="541"/>
                    <a:pt x="375" y="541"/>
                  </a:cubicBezTo>
                  <a:cubicBezTo>
                    <a:pt x="377" y="541"/>
                    <a:pt x="376" y="535"/>
                    <a:pt x="374" y="530"/>
                  </a:cubicBezTo>
                  <a:cubicBezTo>
                    <a:pt x="370" y="522"/>
                    <a:pt x="369" y="518"/>
                    <a:pt x="370" y="518"/>
                  </a:cubicBezTo>
                  <a:cubicBezTo>
                    <a:pt x="371" y="518"/>
                    <a:pt x="374" y="521"/>
                    <a:pt x="378" y="528"/>
                  </a:cubicBezTo>
                  <a:cubicBezTo>
                    <a:pt x="381" y="531"/>
                    <a:pt x="382" y="533"/>
                    <a:pt x="382" y="533"/>
                  </a:cubicBezTo>
                  <a:cubicBezTo>
                    <a:pt x="383" y="533"/>
                    <a:pt x="377" y="521"/>
                    <a:pt x="367" y="504"/>
                  </a:cubicBezTo>
                  <a:lnTo>
                    <a:pt x="354" y="482"/>
                  </a:lnTo>
                  <a:lnTo>
                    <a:pt x="368" y="503"/>
                  </a:lnTo>
                  <a:cubicBezTo>
                    <a:pt x="380" y="519"/>
                    <a:pt x="385" y="526"/>
                    <a:pt x="386" y="526"/>
                  </a:cubicBezTo>
                  <a:cubicBezTo>
                    <a:pt x="387" y="526"/>
                    <a:pt x="385" y="522"/>
                    <a:pt x="383" y="514"/>
                  </a:cubicBezTo>
                  <a:cubicBezTo>
                    <a:pt x="382" y="510"/>
                    <a:pt x="381" y="508"/>
                    <a:pt x="382" y="508"/>
                  </a:cubicBezTo>
                  <a:lnTo>
                    <a:pt x="382" y="508"/>
                  </a:lnTo>
                  <a:cubicBezTo>
                    <a:pt x="382" y="508"/>
                    <a:pt x="383" y="510"/>
                    <a:pt x="385" y="513"/>
                  </a:cubicBezTo>
                  <a:cubicBezTo>
                    <a:pt x="388" y="517"/>
                    <a:pt x="390" y="519"/>
                    <a:pt x="392" y="519"/>
                  </a:cubicBezTo>
                  <a:cubicBezTo>
                    <a:pt x="393" y="519"/>
                    <a:pt x="394" y="519"/>
                    <a:pt x="395" y="518"/>
                  </a:cubicBezTo>
                  <a:cubicBezTo>
                    <a:pt x="399" y="515"/>
                    <a:pt x="400" y="514"/>
                    <a:pt x="395" y="508"/>
                  </a:cubicBezTo>
                  <a:lnTo>
                    <a:pt x="398" y="505"/>
                  </a:lnTo>
                  <a:cubicBezTo>
                    <a:pt x="402" y="510"/>
                    <a:pt x="404" y="512"/>
                    <a:pt x="405" y="512"/>
                  </a:cubicBezTo>
                  <a:cubicBezTo>
                    <a:pt x="406" y="512"/>
                    <a:pt x="402" y="506"/>
                    <a:pt x="395" y="498"/>
                  </a:cubicBezTo>
                  <a:lnTo>
                    <a:pt x="398" y="495"/>
                  </a:lnTo>
                  <a:lnTo>
                    <a:pt x="402" y="503"/>
                  </a:lnTo>
                  <a:cubicBezTo>
                    <a:pt x="405" y="506"/>
                    <a:pt x="406" y="508"/>
                    <a:pt x="409" y="508"/>
                  </a:cubicBezTo>
                  <a:cubicBezTo>
                    <a:pt x="411" y="508"/>
                    <a:pt x="415" y="506"/>
                    <a:pt x="420" y="502"/>
                  </a:cubicBezTo>
                  <a:cubicBezTo>
                    <a:pt x="430" y="495"/>
                    <a:pt x="432" y="494"/>
                    <a:pt x="422" y="481"/>
                  </a:cubicBezTo>
                  <a:cubicBezTo>
                    <a:pt x="418" y="473"/>
                    <a:pt x="416" y="469"/>
                    <a:pt x="417" y="469"/>
                  </a:cubicBezTo>
                  <a:lnTo>
                    <a:pt x="417" y="469"/>
                  </a:lnTo>
                  <a:cubicBezTo>
                    <a:pt x="418" y="469"/>
                    <a:pt x="420" y="472"/>
                    <a:pt x="424" y="478"/>
                  </a:cubicBezTo>
                  <a:cubicBezTo>
                    <a:pt x="428" y="484"/>
                    <a:pt x="432" y="488"/>
                    <a:pt x="433" y="488"/>
                  </a:cubicBezTo>
                  <a:cubicBezTo>
                    <a:pt x="433" y="488"/>
                    <a:pt x="433" y="487"/>
                    <a:pt x="431" y="485"/>
                  </a:cubicBezTo>
                  <a:cubicBezTo>
                    <a:pt x="431" y="485"/>
                    <a:pt x="431" y="485"/>
                    <a:pt x="432" y="485"/>
                  </a:cubicBezTo>
                  <a:cubicBezTo>
                    <a:pt x="433" y="485"/>
                    <a:pt x="435" y="486"/>
                    <a:pt x="439" y="490"/>
                  </a:cubicBezTo>
                  <a:cubicBezTo>
                    <a:pt x="444" y="494"/>
                    <a:pt x="447" y="496"/>
                    <a:pt x="448" y="496"/>
                  </a:cubicBezTo>
                  <a:cubicBezTo>
                    <a:pt x="450" y="496"/>
                    <a:pt x="447" y="492"/>
                    <a:pt x="444" y="487"/>
                  </a:cubicBezTo>
                  <a:cubicBezTo>
                    <a:pt x="439" y="481"/>
                    <a:pt x="438" y="479"/>
                    <a:pt x="438" y="479"/>
                  </a:cubicBezTo>
                  <a:lnTo>
                    <a:pt x="438" y="479"/>
                  </a:lnTo>
                  <a:cubicBezTo>
                    <a:pt x="438" y="479"/>
                    <a:pt x="442" y="483"/>
                    <a:pt x="445" y="486"/>
                  </a:cubicBezTo>
                  <a:cubicBezTo>
                    <a:pt x="449" y="491"/>
                    <a:pt x="453" y="495"/>
                    <a:pt x="454" y="495"/>
                  </a:cubicBezTo>
                  <a:cubicBezTo>
                    <a:pt x="454" y="495"/>
                    <a:pt x="454" y="494"/>
                    <a:pt x="453" y="492"/>
                  </a:cubicBezTo>
                  <a:cubicBezTo>
                    <a:pt x="450" y="487"/>
                    <a:pt x="451" y="480"/>
                    <a:pt x="454" y="480"/>
                  </a:cubicBezTo>
                  <a:cubicBezTo>
                    <a:pt x="456" y="480"/>
                    <a:pt x="458" y="482"/>
                    <a:pt x="461" y="486"/>
                  </a:cubicBezTo>
                  <a:lnTo>
                    <a:pt x="464" y="485"/>
                  </a:lnTo>
                  <a:cubicBezTo>
                    <a:pt x="458" y="478"/>
                    <a:pt x="461" y="476"/>
                    <a:pt x="464" y="475"/>
                  </a:cubicBezTo>
                  <a:cubicBezTo>
                    <a:pt x="465" y="475"/>
                    <a:pt x="465" y="474"/>
                    <a:pt x="466" y="474"/>
                  </a:cubicBezTo>
                  <a:cubicBezTo>
                    <a:pt x="467" y="474"/>
                    <a:pt x="469" y="475"/>
                    <a:pt x="472" y="480"/>
                  </a:cubicBezTo>
                  <a:cubicBezTo>
                    <a:pt x="473" y="483"/>
                    <a:pt x="475" y="485"/>
                    <a:pt x="475" y="485"/>
                  </a:cubicBezTo>
                  <a:cubicBezTo>
                    <a:pt x="476" y="485"/>
                    <a:pt x="476" y="483"/>
                    <a:pt x="475" y="478"/>
                  </a:cubicBezTo>
                  <a:cubicBezTo>
                    <a:pt x="476" y="477"/>
                    <a:pt x="467" y="463"/>
                    <a:pt x="468" y="462"/>
                  </a:cubicBezTo>
                  <a:cubicBezTo>
                    <a:pt x="464" y="455"/>
                    <a:pt x="460" y="447"/>
                    <a:pt x="461" y="447"/>
                  </a:cubicBezTo>
                  <a:lnTo>
                    <a:pt x="461" y="447"/>
                  </a:lnTo>
                  <a:lnTo>
                    <a:pt x="466" y="454"/>
                  </a:lnTo>
                  <a:cubicBezTo>
                    <a:pt x="472" y="460"/>
                    <a:pt x="476" y="467"/>
                    <a:pt x="476" y="467"/>
                  </a:cubicBezTo>
                  <a:cubicBezTo>
                    <a:pt x="477" y="467"/>
                    <a:pt x="478" y="466"/>
                    <a:pt x="474" y="459"/>
                  </a:cubicBezTo>
                  <a:lnTo>
                    <a:pt x="474" y="459"/>
                  </a:lnTo>
                  <a:cubicBezTo>
                    <a:pt x="477" y="463"/>
                    <a:pt x="479" y="464"/>
                    <a:pt x="480" y="464"/>
                  </a:cubicBezTo>
                  <a:cubicBezTo>
                    <a:pt x="481" y="464"/>
                    <a:pt x="482" y="464"/>
                    <a:pt x="483" y="463"/>
                  </a:cubicBezTo>
                  <a:cubicBezTo>
                    <a:pt x="486" y="462"/>
                    <a:pt x="488" y="460"/>
                    <a:pt x="485" y="453"/>
                  </a:cubicBezTo>
                  <a:lnTo>
                    <a:pt x="485" y="453"/>
                  </a:lnTo>
                  <a:cubicBezTo>
                    <a:pt x="489" y="458"/>
                    <a:pt x="493" y="461"/>
                    <a:pt x="495" y="461"/>
                  </a:cubicBezTo>
                  <a:cubicBezTo>
                    <a:pt x="499" y="461"/>
                    <a:pt x="499" y="455"/>
                    <a:pt x="494" y="446"/>
                  </a:cubicBezTo>
                  <a:cubicBezTo>
                    <a:pt x="492" y="442"/>
                    <a:pt x="491" y="440"/>
                    <a:pt x="492" y="440"/>
                  </a:cubicBezTo>
                  <a:cubicBezTo>
                    <a:pt x="492" y="440"/>
                    <a:pt x="494" y="442"/>
                    <a:pt x="497" y="445"/>
                  </a:cubicBezTo>
                  <a:cubicBezTo>
                    <a:pt x="500" y="448"/>
                    <a:pt x="501" y="450"/>
                    <a:pt x="502" y="450"/>
                  </a:cubicBezTo>
                  <a:cubicBezTo>
                    <a:pt x="502" y="450"/>
                    <a:pt x="501" y="448"/>
                    <a:pt x="500" y="444"/>
                  </a:cubicBezTo>
                  <a:cubicBezTo>
                    <a:pt x="498" y="441"/>
                    <a:pt x="498" y="440"/>
                    <a:pt x="499" y="440"/>
                  </a:cubicBezTo>
                  <a:cubicBezTo>
                    <a:pt x="500" y="440"/>
                    <a:pt x="504" y="444"/>
                    <a:pt x="507" y="448"/>
                  </a:cubicBezTo>
                  <a:cubicBezTo>
                    <a:pt x="514" y="455"/>
                    <a:pt x="517" y="458"/>
                    <a:pt x="518" y="458"/>
                  </a:cubicBezTo>
                  <a:cubicBezTo>
                    <a:pt x="519" y="458"/>
                    <a:pt x="518" y="456"/>
                    <a:pt x="516" y="453"/>
                  </a:cubicBezTo>
                  <a:cubicBezTo>
                    <a:pt x="514" y="445"/>
                    <a:pt x="516" y="443"/>
                    <a:pt x="518" y="443"/>
                  </a:cubicBezTo>
                  <a:cubicBezTo>
                    <a:pt x="515" y="434"/>
                    <a:pt x="516" y="432"/>
                    <a:pt x="511" y="427"/>
                  </a:cubicBezTo>
                  <a:cubicBezTo>
                    <a:pt x="507" y="421"/>
                    <a:pt x="504" y="417"/>
                    <a:pt x="502" y="411"/>
                  </a:cubicBezTo>
                  <a:cubicBezTo>
                    <a:pt x="501" y="408"/>
                    <a:pt x="501" y="407"/>
                    <a:pt x="501" y="407"/>
                  </a:cubicBezTo>
                  <a:lnTo>
                    <a:pt x="501" y="407"/>
                  </a:lnTo>
                  <a:cubicBezTo>
                    <a:pt x="502" y="407"/>
                    <a:pt x="504" y="410"/>
                    <a:pt x="503" y="411"/>
                  </a:cubicBezTo>
                  <a:cubicBezTo>
                    <a:pt x="505" y="419"/>
                    <a:pt x="506" y="419"/>
                    <a:pt x="513" y="425"/>
                  </a:cubicBezTo>
                  <a:cubicBezTo>
                    <a:pt x="517" y="429"/>
                    <a:pt x="519" y="430"/>
                    <a:pt x="520" y="430"/>
                  </a:cubicBezTo>
                  <a:cubicBezTo>
                    <a:pt x="521" y="430"/>
                    <a:pt x="522" y="429"/>
                    <a:pt x="522" y="429"/>
                  </a:cubicBezTo>
                  <a:lnTo>
                    <a:pt x="528" y="426"/>
                  </a:lnTo>
                  <a:cubicBezTo>
                    <a:pt x="531" y="428"/>
                    <a:pt x="533" y="429"/>
                    <a:pt x="534" y="429"/>
                  </a:cubicBezTo>
                  <a:cubicBezTo>
                    <a:pt x="535" y="429"/>
                    <a:pt x="535" y="427"/>
                    <a:pt x="532" y="423"/>
                  </a:cubicBezTo>
                  <a:lnTo>
                    <a:pt x="528" y="416"/>
                  </a:lnTo>
                  <a:lnTo>
                    <a:pt x="528" y="416"/>
                  </a:lnTo>
                  <a:cubicBezTo>
                    <a:pt x="531" y="420"/>
                    <a:pt x="535" y="423"/>
                    <a:pt x="539" y="423"/>
                  </a:cubicBezTo>
                  <a:cubicBezTo>
                    <a:pt x="545" y="423"/>
                    <a:pt x="548" y="416"/>
                    <a:pt x="543" y="407"/>
                  </a:cubicBezTo>
                  <a:lnTo>
                    <a:pt x="543" y="407"/>
                  </a:lnTo>
                  <a:lnTo>
                    <a:pt x="548" y="413"/>
                  </a:lnTo>
                  <a:cubicBezTo>
                    <a:pt x="551" y="418"/>
                    <a:pt x="553" y="419"/>
                    <a:pt x="554" y="419"/>
                  </a:cubicBezTo>
                  <a:cubicBezTo>
                    <a:pt x="555" y="419"/>
                    <a:pt x="556" y="418"/>
                    <a:pt x="557" y="418"/>
                  </a:cubicBezTo>
                  <a:cubicBezTo>
                    <a:pt x="558" y="417"/>
                    <a:pt x="558" y="408"/>
                    <a:pt x="561" y="406"/>
                  </a:cubicBezTo>
                  <a:cubicBezTo>
                    <a:pt x="567" y="402"/>
                    <a:pt x="570" y="400"/>
                    <a:pt x="566" y="393"/>
                  </a:cubicBezTo>
                  <a:cubicBezTo>
                    <a:pt x="566" y="393"/>
                    <a:pt x="566" y="393"/>
                    <a:pt x="567" y="393"/>
                  </a:cubicBezTo>
                  <a:cubicBezTo>
                    <a:pt x="567" y="393"/>
                    <a:pt x="568" y="394"/>
                    <a:pt x="571" y="399"/>
                  </a:cubicBezTo>
                  <a:cubicBezTo>
                    <a:pt x="574" y="405"/>
                    <a:pt x="575" y="406"/>
                    <a:pt x="576" y="406"/>
                  </a:cubicBezTo>
                  <a:cubicBezTo>
                    <a:pt x="577" y="406"/>
                    <a:pt x="577" y="406"/>
                    <a:pt x="577" y="406"/>
                  </a:cubicBezTo>
                  <a:cubicBezTo>
                    <a:pt x="578" y="404"/>
                    <a:pt x="574" y="398"/>
                    <a:pt x="569" y="391"/>
                  </a:cubicBezTo>
                  <a:cubicBezTo>
                    <a:pt x="567" y="387"/>
                    <a:pt x="566" y="385"/>
                    <a:pt x="567" y="385"/>
                  </a:cubicBezTo>
                  <a:cubicBezTo>
                    <a:pt x="568" y="385"/>
                    <a:pt x="569" y="386"/>
                    <a:pt x="573" y="389"/>
                  </a:cubicBezTo>
                  <a:cubicBezTo>
                    <a:pt x="575" y="390"/>
                    <a:pt x="577" y="391"/>
                    <a:pt x="579" y="391"/>
                  </a:cubicBezTo>
                  <a:cubicBezTo>
                    <a:pt x="583" y="391"/>
                    <a:pt x="584" y="388"/>
                    <a:pt x="583" y="382"/>
                  </a:cubicBezTo>
                  <a:cubicBezTo>
                    <a:pt x="583" y="382"/>
                    <a:pt x="583" y="381"/>
                    <a:pt x="584" y="381"/>
                  </a:cubicBezTo>
                  <a:cubicBezTo>
                    <a:pt x="585" y="381"/>
                    <a:pt x="586" y="383"/>
                    <a:pt x="589" y="388"/>
                  </a:cubicBezTo>
                  <a:cubicBezTo>
                    <a:pt x="593" y="391"/>
                    <a:pt x="596" y="394"/>
                    <a:pt x="598" y="394"/>
                  </a:cubicBezTo>
                  <a:cubicBezTo>
                    <a:pt x="599" y="394"/>
                    <a:pt x="599" y="392"/>
                    <a:pt x="596" y="384"/>
                  </a:cubicBezTo>
                  <a:cubicBezTo>
                    <a:pt x="596" y="384"/>
                    <a:pt x="597" y="384"/>
                    <a:pt x="597" y="384"/>
                  </a:cubicBezTo>
                  <a:cubicBezTo>
                    <a:pt x="598" y="384"/>
                    <a:pt x="599" y="385"/>
                    <a:pt x="602" y="390"/>
                  </a:cubicBezTo>
                  <a:cubicBezTo>
                    <a:pt x="605" y="394"/>
                    <a:pt x="609" y="397"/>
                    <a:pt x="609" y="397"/>
                  </a:cubicBezTo>
                  <a:cubicBezTo>
                    <a:pt x="609" y="397"/>
                    <a:pt x="608" y="395"/>
                    <a:pt x="604" y="389"/>
                  </a:cubicBezTo>
                  <a:cubicBezTo>
                    <a:pt x="603" y="383"/>
                    <a:pt x="604" y="380"/>
                    <a:pt x="607" y="380"/>
                  </a:cubicBezTo>
                  <a:cubicBezTo>
                    <a:pt x="608" y="380"/>
                    <a:pt x="610" y="381"/>
                    <a:pt x="613" y="383"/>
                  </a:cubicBezTo>
                  <a:cubicBezTo>
                    <a:pt x="614" y="383"/>
                    <a:pt x="615" y="382"/>
                    <a:pt x="611" y="375"/>
                  </a:cubicBezTo>
                  <a:cubicBezTo>
                    <a:pt x="610" y="373"/>
                    <a:pt x="609" y="372"/>
                    <a:pt x="608" y="370"/>
                  </a:cubicBezTo>
                  <a:lnTo>
                    <a:pt x="608" y="370"/>
                  </a:lnTo>
                  <a:cubicBezTo>
                    <a:pt x="612" y="375"/>
                    <a:pt x="614" y="377"/>
                    <a:pt x="614" y="377"/>
                  </a:cubicBezTo>
                  <a:cubicBezTo>
                    <a:pt x="614" y="377"/>
                    <a:pt x="613" y="374"/>
                    <a:pt x="608" y="366"/>
                  </a:cubicBezTo>
                  <a:cubicBezTo>
                    <a:pt x="606" y="363"/>
                    <a:pt x="605" y="361"/>
                    <a:pt x="606" y="361"/>
                  </a:cubicBezTo>
                  <a:lnTo>
                    <a:pt x="606" y="361"/>
                  </a:lnTo>
                  <a:cubicBezTo>
                    <a:pt x="606" y="361"/>
                    <a:pt x="607" y="362"/>
                    <a:pt x="610" y="366"/>
                  </a:cubicBezTo>
                  <a:cubicBezTo>
                    <a:pt x="615" y="372"/>
                    <a:pt x="616" y="372"/>
                    <a:pt x="616" y="372"/>
                  </a:cubicBezTo>
                  <a:cubicBezTo>
                    <a:pt x="617" y="371"/>
                    <a:pt x="620" y="360"/>
                    <a:pt x="625" y="356"/>
                  </a:cubicBezTo>
                  <a:cubicBezTo>
                    <a:pt x="635" y="351"/>
                    <a:pt x="639" y="348"/>
                    <a:pt x="634" y="340"/>
                  </a:cubicBezTo>
                  <a:cubicBezTo>
                    <a:pt x="632" y="336"/>
                    <a:pt x="632" y="334"/>
                    <a:pt x="632" y="334"/>
                  </a:cubicBezTo>
                  <a:lnTo>
                    <a:pt x="632" y="334"/>
                  </a:lnTo>
                  <a:cubicBezTo>
                    <a:pt x="632" y="334"/>
                    <a:pt x="634" y="336"/>
                    <a:pt x="636" y="339"/>
                  </a:cubicBezTo>
                  <a:cubicBezTo>
                    <a:pt x="640" y="344"/>
                    <a:pt x="642" y="345"/>
                    <a:pt x="643" y="345"/>
                  </a:cubicBezTo>
                  <a:cubicBezTo>
                    <a:pt x="644" y="345"/>
                    <a:pt x="645" y="344"/>
                    <a:pt x="645" y="344"/>
                  </a:cubicBezTo>
                  <a:cubicBezTo>
                    <a:pt x="646" y="343"/>
                    <a:pt x="646" y="343"/>
                    <a:pt x="647" y="343"/>
                  </a:cubicBezTo>
                  <a:cubicBezTo>
                    <a:pt x="648" y="343"/>
                    <a:pt x="649" y="345"/>
                    <a:pt x="652" y="349"/>
                  </a:cubicBezTo>
                  <a:cubicBezTo>
                    <a:pt x="649" y="342"/>
                    <a:pt x="649" y="342"/>
                    <a:pt x="650" y="342"/>
                  </a:cubicBezTo>
                  <a:cubicBezTo>
                    <a:pt x="652" y="345"/>
                    <a:pt x="653" y="346"/>
                    <a:pt x="654" y="346"/>
                  </a:cubicBezTo>
                  <a:cubicBezTo>
                    <a:pt x="655" y="346"/>
                    <a:pt x="654" y="344"/>
                    <a:pt x="652" y="339"/>
                  </a:cubicBezTo>
                  <a:cubicBezTo>
                    <a:pt x="648" y="332"/>
                    <a:pt x="646" y="328"/>
                    <a:pt x="646" y="328"/>
                  </a:cubicBezTo>
                  <a:lnTo>
                    <a:pt x="646" y="328"/>
                  </a:lnTo>
                  <a:cubicBezTo>
                    <a:pt x="647" y="328"/>
                    <a:pt x="649" y="332"/>
                    <a:pt x="653" y="339"/>
                  </a:cubicBezTo>
                  <a:cubicBezTo>
                    <a:pt x="656" y="344"/>
                    <a:pt x="662" y="347"/>
                    <a:pt x="663" y="347"/>
                  </a:cubicBezTo>
                  <a:cubicBezTo>
                    <a:pt x="663" y="347"/>
                    <a:pt x="663" y="347"/>
                    <a:pt x="661" y="345"/>
                  </a:cubicBezTo>
                  <a:cubicBezTo>
                    <a:pt x="656" y="337"/>
                    <a:pt x="659" y="336"/>
                    <a:pt x="654" y="328"/>
                  </a:cubicBezTo>
                  <a:cubicBezTo>
                    <a:pt x="655" y="328"/>
                    <a:pt x="655" y="328"/>
                    <a:pt x="656" y="328"/>
                  </a:cubicBezTo>
                  <a:cubicBezTo>
                    <a:pt x="657" y="328"/>
                    <a:pt x="659" y="329"/>
                    <a:pt x="662" y="334"/>
                  </a:cubicBezTo>
                  <a:cubicBezTo>
                    <a:pt x="663" y="335"/>
                    <a:pt x="664" y="336"/>
                    <a:pt x="665" y="336"/>
                  </a:cubicBezTo>
                  <a:cubicBezTo>
                    <a:pt x="668" y="336"/>
                    <a:pt x="668" y="328"/>
                    <a:pt x="666" y="321"/>
                  </a:cubicBezTo>
                  <a:cubicBezTo>
                    <a:pt x="663" y="318"/>
                    <a:pt x="662" y="316"/>
                    <a:pt x="663" y="316"/>
                  </a:cubicBezTo>
                  <a:lnTo>
                    <a:pt x="663" y="316"/>
                  </a:lnTo>
                  <a:cubicBezTo>
                    <a:pt x="663" y="316"/>
                    <a:pt x="665" y="317"/>
                    <a:pt x="667" y="320"/>
                  </a:cubicBezTo>
                  <a:cubicBezTo>
                    <a:pt x="670" y="325"/>
                    <a:pt x="672" y="327"/>
                    <a:pt x="673" y="327"/>
                  </a:cubicBezTo>
                  <a:cubicBezTo>
                    <a:pt x="674" y="327"/>
                    <a:pt x="674" y="326"/>
                    <a:pt x="675" y="326"/>
                  </a:cubicBezTo>
                  <a:cubicBezTo>
                    <a:pt x="674" y="324"/>
                    <a:pt x="673" y="323"/>
                    <a:pt x="674" y="323"/>
                  </a:cubicBezTo>
                  <a:lnTo>
                    <a:pt x="674" y="323"/>
                  </a:lnTo>
                  <a:cubicBezTo>
                    <a:pt x="674" y="323"/>
                    <a:pt x="677" y="328"/>
                    <a:pt x="680" y="333"/>
                  </a:cubicBezTo>
                  <a:cubicBezTo>
                    <a:pt x="682" y="338"/>
                    <a:pt x="684" y="339"/>
                    <a:pt x="685" y="339"/>
                  </a:cubicBezTo>
                  <a:cubicBezTo>
                    <a:pt x="686" y="339"/>
                    <a:pt x="686" y="339"/>
                    <a:pt x="687" y="338"/>
                  </a:cubicBezTo>
                  <a:cubicBezTo>
                    <a:pt x="684" y="330"/>
                    <a:pt x="689" y="327"/>
                    <a:pt x="693" y="325"/>
                  </a:cubicBezTo>
                  <a:cubicBezTo>
                    <a:pt x="698" y="321"/>
                    <a:pt x="695" y="314"/>
                    <a:pt x="688" y="298"/>
                  </a:cubicBezTo>
                  <a:lnTo>
                    <a:pt x="679" y="283"/>
                  </a:lnTo>
                  <a:lnTo>
                    <a:pt x="679" y="283"/>
                  </a:lnTo>
                  <a:lnTo>
                    <a:pt x="689" y="297"/>
                  </a:lnTo>
                  <a:cubicBezTo>
                    <a:pt x="694" y="305"/>
                    <a:pt x="705" y="318"/>
                    <a:pt x="705" y="318"/>
                  </a:cubicBezTo>
                  <a:cubicBezTo>
                    <a:pt x="706" y="317"/>
                    <a:pt x="702" y="310"/>
                    <a:pt x="696" y="302"/>
                  </a:cubicBezTo>
                  <a:cubicBezTo>
                    <a:pt x="693" y="298"/>
                    <a:pt x="693" y="296"/>
                    <a:pt x="694" y="296"/>
                  </a:cubicBezTo>
                  <a:cubicBezTo>
                    <a:pt x="695" y="296"/>
                    <a:pt x="697" y="298"/>
                    <a:pt x="700" y="300"/>
                  </a:cubicBezTo>
                  <a:cubicBezTo>
                    <a:pt x="704" y="303"/>
                    <a:pt x="705" y="304"/>
                    <a:pt x="706" y="304"/>
                  </a:cubicBezTo>
                  <a:cubicBezTo>
                    <a:pt x="707" y="304"/>
                    <a:pt x="707" y="302"/>
                    <a:pt x="705" y="298"/>
                  </a:cubicBezTo>
                  <a:cubicBezTo>
                    <a:pt x="705" y="297"/>
                    <a:pt x="706" y="297"/>
                    <a:pt x="706" y="297"/>
                  </a:cubicBezTo>
                  <a:cubicBezTo>
                    <a:pt x="708" y="297"/>
                    <a:pt x="710" y="298"/>
                    <a:pt x="714" y="302"/>
                  </a:cubicBezTo>
                  <a:cubicBezTo>
                    <a:pt x="715" y="301"/>
                    <a:pt x="715" y="301"/>
                    <a:pt x="709" y="294"/>
                  </a:cubicBezTo>
                  <a:cubicBezTo>
                    <a:pt x="707" y="291"/>
                    <a:pt x="706" y="289"/>
                    <a:pt x="707" y="289"/>
                  </a:cubicBezTo>
                  <a:cubicBezTo>
                    <a:pt x="708" y="289"/>
                    <a:pt x="710" y="290"/>
                    <a:pt x="713" y="293"/>
                  </a:cubicBezTo>
                  <a:cubicBezTo>
                    <a:pt x="718" y="300"/>
                    <a:pt x="721" y="303"/>
                    <a:pt x="723" y="303"/>
                  </a:cubicBezTo>
                  <a:cubicBezTo>
                    <a:pt x="724" y="303"/>
                    <a:pt x="724" y="301"/>
                    <a:pt x="722" y="297"/>
                  </a:cubicBezTo>
                  <a:cubicBezTo>
                    <a:pt x="717" y="290"/>
                    <a:pt x="718" y="289"/>
                    <a:pt x="719" y="289"/>
                  </a:cubicBezTo>
                  <a:cubicBezTo>
                    <a:pt x="721" y="288"/>
                    <a:pt x="722" y="287"/>
                    <a:pt x="718" y="279"/>
                  </a:cubicBezTo>
                  <a:lnTo>
                    <a:pt x="721" y="278"/>
                  </a:lnTo>
                  <a:cubicBezTo>
                    <a:pt x="721" y="278"/>
                    <a:pt x="721" y="278"/>
                    <a:pt x="721" y="278"/>
                  </a:cubicBezTo>
                  <a:cubicBezTo>
                    <a:pt x="722" y="278"/>
                    <a:pt x="726" y="284"/>
                    <a:pt x="724" y="285"/>
                  </a:cubicBezTo>
                  <a:lnTo>
                    <a:pt x="731" y="292"/>
                  </a:lnTo>
                  <a:cubicBezTo>
                    <a:pt x="733" y="290"/>
                    <a:pt x="734" y="290"/>
                    <a:pt x="731" y="282"/>
                  </a:cubicBezTo>
                  <a:cubicBezTo>
                    <a:pt x="727" y="274"/>
                    <a:pt x="725" y="270"/>
                    <a:pt x="725" y="270"/>
                  </a:cubicBezTo>
                  <a:lnTo>
                    <a:pt x="725" y="270"/>
                  </a:lnTo>
                  <a:cubicBezTo>
                    <a:pt x="725" y="270"/>
                    <a:pt x="727" y="274"/>
                    <a:pt x="732" y="281"/>
                  </a:cubicBezTo>
                  <a:cubicBezTo>
                    <a:pt x="735" y="286"/>
                    <a:pt x="739" y="290"/>
                    <a:pt x="740" y="290"/>
                  </a:cubicBezTo>
                  <a:cubicBezTo>
                    <a:pt x="740" y="290"/>
                    <a:pt x="740" y="289"/>
                    <a:pt x="739" y="287"/>
                  </a:cubicBezTo>
                  <a:cubicBezTo>
                    <a:pt x="735" y="280"/>
                    <a:pt x="734" y="278"/>
                    <a:pt x="735" y="278"/>
                  </a:cubicBezTo>
                  <a:lnTo>
                    <a:pt x="735" y="278"/>
                  </a:lnTo>
                  <a:cubicBezTo>
                    <a:pt x="736" y="278"/>
                    <a:pt x="739" y="281"/>
                    <a:pt x="742" y="285"/>
                  </a:cubicBezTo>
                  <a:cubicBezTo>
                    <a:pt x="746" y="293"/>
                    <a:pt x="748" y="296"/>
                    <a:pt x="748" y="296"/>
                  </a:cubicBezTo>
                  <a:cubicBezTo>
                    <a:pt x="749" y="296"/>
                    <a:pt x="748" y="292"/>
                    <a:pt x="745" y="283"/>
                  </a:cubicBezTo>
                  <a:cubicBezTo>
                    <a:pt x="748" y="281"/>
                    <a:pt x="748" y="271"/>
                    <a:pt x="751" y="269"/>
                  </a:cubicBezTo>
                  <a:cubicBezTo>
                    <a:pt x="754" y="268"/>
                    <a:pt x="756" y="266"/>
                    <a:pt x="758" y="266"/>
                  </a:cubicBezTo>
                  <a:cubicBezTo>
                    <a:pt x="760" y="266"/>
                    <a:pt x="762" y="268"/>
                    <a:pt x="764" y="271"/>
                  </a:cubicBezTo>
                  <a:cubicBezTo>
                    <a:pt x="770" y="279"/>
                    <a:pt x="773" y="282"/>
                    <a:pt x="773" y="282"/>
                  </a:cubicBezTo>
                  <a:cubicBezTo>
                    <a:pt x="774" y="282"/>
                    <a:pt x="772" y="281"/>
                    <a:pt x="770" y="278"/>
                  </a:cubicBezTo>
                  <a:cubicBezTo>
                    <a:pt x="760" y="264"/>
                    <a:pt x="761" y="263"/>
                    <a:pt x="764" y="261"/>
                  </a:cubicBezTo>
                  <a:lnTo>
                    <a:pt x="764" y="261"/>
                  </a:lnTo>
                  <a:cubicBezTo>
                    <a:pt x="766" y="262"/>
                    <a:pt x="768" y="262"/>
                    <a:pt x="769" y="262"/>
                  </a:cubicBezTo>
                  <a:cubicBezTo>
                    <a:pt x="772" y="262"/>
                    <a:pt x="770" y="256"/>
                    <a:pt x="768" y="250"/>
                  </a:cubicBezTo>
                  <a:lnTo>
                    <a:pt x="765" y="251"/>
                  </a:lnTo>
                  <a:cubicBezTo>
                    <a:pt x="759" y="242"/>
                    <a:pt x="757" y="238"/>
                    <a:pt x="759" y="238"/>
                  </a:cubicBezTo>
                  <a:cubicBezTo>
                    <a:pt x="759" y="238"/>
                    <a:pt x="761" y="240"/>
                    <a:pt x="764" y="242"/>
                  </a:cubicBezTo>
                  <a:cubicBezTo>
                    <a:pt x="764" y="242"/>
                    <a:pt x="765" y="242"/>
                    <a:pt x="765" y="242"/>
                  </a:cubicBezTo>
                  <a:cubicBezTo>
                    <a:pt x="766" y="242"/>
                    <a:pt x="770" y="248"/>
                    <a:pt x="774" y="255"/>
                  </a:cubicBezTo>
                  <a:cubicBezTo>
                    <a:pt x="779" y="262"/>
                    <a:pt x="786" y="268"/>
                    <a:pt x="787" y="268"/>
                  </a:cubicBezTo>
                  <a:cubicBezTo>
                    <a:pt x="788" y="266"/>
                    <a:pt x="789" y="265"/>
                    <a:pt x="783" y="260"/>
                  </a:cubicBezTo>
                  <a:cubicBezTo>
                    <a:pt x="778" y="253"/>
                    <a:pt x="778" y="253"/>
                    <a:pt x="779" y="252"/>
                  </a:cubicBezTo>
                  <a:cubicBezTo>
                    <a:pt x="781" y="251"/>
                    <a:pt x="782" y="251"/>
                    <a:pt x="779" y="243"/>
                  </a:cubicBezTo>
                  <a:cubicBezTo>
                    <a:pt x="773" y="235"/>
                    <a:pt x="774" y="235"/>
                    <a:pt x="776" y="234"/>
                  </a:cubicBezTo>
                  <a:lnTo>
                    <a:pt x="776" y="234"/>
                  </a:lnTo>
                  <a:cubicBezTo>
                    <a:pt x="780" y="238"/>
                    <a:pt x="782" y="239"/>
                    <a:pt x="783" y="239"/>
                  </a:cubicBezTo>
                  <a:cubicBezTo>
                    <a:pt x="784" y="239"/>
                    <a:pt x="785" y="238"/>
                    <a:pt x="785" y="238"/>
                  </a:cubicBezTo>
                  <a:lnTo>
                    <a:pt x="785" y="238"/>
                  </a:lnTo>
                  <a:cubicBezTo>
                    <a:pt x="786" y="240"/>
                    <a:pt x="787" y="243"/>
                    <a:pt x="789" y="245"/>
                  </a:cubicBezTo>
                  <a:cubicBezTo>
                    <a:pt x="792" y="251"/>
                    <a:pt x="796" y="255"/>
                    <a:pt x="800" y="259"/>
                  </a:cubicBezTo>
                  <a:cubicBezTo>
                    <a:pt x="801" y="259"/>
                    <a:pt x="797" y="251"/>
                    <a:pt x="797" y="251"/>
                  </a:cubicBezTo>
                  <a:cubicBezTo>
                    <a:pt x="791" y="244"/>
                    <a:pt x="822" y="226"/>
                    <a:pt x="825" y="224"/>
                  </a:cubicBezTo>
                  <a:cubicBezTo>
                    <a:pt x="828" y="226"/>
                    <a:pt x="830" y="227"/>
                    <a:pt x="831" y="227"/>
                  </a:cubicBezTo>
                  <a:cubicBezTo>
                    <a:pt x="833" y="227"/>
                    <a:pt x="834" y="225"/>
                    <a:pt x="829" y="220"/>
                  </a:cubicBezTo>
                  <a:cubicBezTo>
                    <a:pt x="825" y="214"/>
                    <a:pt x="831" y="210"/>
                    <a:pt x="838" y="206"/>
                  </a:cubicBezTo>
                  <a:cubicBezTo>
                    <a:pt x="847" y="200"/>
                    <a:pt x="853" y="197"/>
                    <a:pt x="849" y="189"/>
                  </a:cubicBezTo>
                  <a:lnTo>
                    <a:pt x="852" y="187"/>
                  </a:lnTo>
                  <a:cubicBezTo>
                    <a:pt x="854" y="186"/>
                    <a:pt x="852" y="177"/>
                    <a:pt x="853" y="177"/>
                  </a:cubicBezTo>
                  <a:cubicBezTo>
                    <a:pt x="851" y="172"/>
                    <a:pt x="851" y="170"/>
                    <a:pt x="851" y="170"/>
                  </a:cubicBezTo>
                  <a:lnTo>
                    <a:pt x="851" y="170"/>
                  </a:lnTo>
                  <a:cubicBezTo>
                    <a:pt x="851" y="170"/>
                    <a:pt x="853" y="172"/>
                    <a:pt x="854" y="176"/>
                  </a:cubicBezTo>
                  <a:cubicBezTo>
                    <a:pt x="859" y="182"/>
                    <a:pt x="864" y="189"/>
                    <a:pt x="865" y="189"/>
                  </a:cubicBezTo>
                  <a:cubicBezTo>
                    <a:pt x="865" y="189"/>
                    <a:pt x="865" y="189"/>
                    <a:pt x="865" y="189"/>
                  </a:cubicBezTo>
                  <a:cubicBezTo>
                    <a:pt x="868" y="188"/>
                    <a:pt x="863" y="180"/>
                    <a:pt x="859" y="173"/>
                  </a:cubicBezTo>
                  <a:cubicBezTo>
                    <a:pt x="853" y="167"/>
                    <a:pt x="854" y="165"/>
                    <a:pt x="854" y="165"/>
                  </a:cubicBezTo>
                  <a:cubicBezTo>
                    <a:pt x="855" y="165"/>
                    <a:pt x="855" y="165"/>
                    <a:pt x="856" y="165"/>
                  </a:cubicBezTo>
                  <a:cubicBezTo>
                    <a:pt x="857" y="165"/>
                    <a:pt x="858" y="166"/>
                    <a:pt x="861" y="172"/>
                  </a:cubicBezTo>
                  <a:lnTo>
                    <a:pt x="870" y="186"/>
                  </a:lnTo>
                  <a:lnTo>
                    <a:pt x="871" y="186"/>
                  </a:lnTo>
                  <a:cubicBezTo>
                    <a:pt x="866" y="178"/>
                    <a:pt x="868" y="178"/>
                    <a:pt x="868" y="178"/>
                  </a:cubicBezTo>
                  <a:cubicBezTo>
                    <a:pt x="868" y="178"/>
                    <a:pt x="868" y="177"/>
                    <a:pt x="868" y="177"/>
                  </a:cubicBezTo>
                  <a:cubicBezTo>
                    <a:pt x="869" y="177"/>
                    <a:pt x="871" y="180"/>
                    <a:pt x="879" y="191"/>
                  </a:cubicBezTo>
                  <a:cubicBezTo>
                    <a:pt x="883" y="198"/>
                    <a:pt x="886" y="201"/>
                    <a:pt x="886" y="201"/>
                  </a:cubicBezTo>
                  <a:cubicBezTo>
                    <a:pt x="887" y="201"/>
                    <a:pt x="885" y="197"/>
                    <a:pt x="881" y="189"/>
                  </a:cubicBezTo>
                  <a:lnTo>
                    <a:pt x="879" y="181"/>
                  </a:lnTo>
                  <a:lnTo>
                    <a:pt x="879" y="181"/>
                  </a:lnTo>
                  <a:cubicBezTo>
                    <a:pt x="882" y="185"/>
                    <a:pt x="883" y="186"/>
                    <a:pt x="884" y="186"/>
                  </a:cubicBezTo>
                  <a:cubicBezTo>
                    <a:pt x="885" y="186"/>
                    <a:pt x="881" y="177"/>
                    <a:pt x="879" y="171"/>
                  </a:cubicBezTo>
                  <a:lnTo>
                    <a:pt x="879" y="171"/>
                  </a:lnTo>
                  <a:cubicBezTo>
                    <a:pt x="884" y="177"/>
                    <a:pt x="887" y="180"/>
                    <a:pt x="888" y="180"/>
                  </a:cubicBezTo>
                  <a:cubicBezTo>
                    <a:pt x="889" y="180"/>
                    <a:pt x="887" y="177"/>
                    <a:pt x="882" y="169"/>
                  </a:cubicBezTo>
                  <a:cubicBezTo>
                    <a:pt x="880" y="165"/>
                    <a:pt x="879" y="163"/>
                    <a:pt x="880" y="163"/>
                  </a:cubicBezTo>
                  <a:cubicBezTo>
                    <a:pt x="880" y="163"/>
                    <a:pt x="882" y="164"/>
                    <a:pt x="884" y="167"/>
                  </a:cubicBezTo>
                  <a:cubicBezTo>
                    <a:pt x="889" y="171"/>
                    <a:pt x="891" y="172"/>
                    <a:pt x="892" y="172"/>
                  </a:cubicBezTo>
                  <a:cubicBezTo>
                    <a:pt x="893" y="172"/>
                    <a:pt x="894" y="171"/>
                    <a:pt x="894" y="171"/>
                  </a:cubicBezTo>
                  <a:cubicBezTo>
                    <a:pt x="891" y="163"/>
                    <a:pt x="900" y="158"/>
                    <a:pt x="909" y="152"/>
                  </a:cubicBezTo>
                  <a:cubicBezTo>
                    <a:pt x="920" y="145"/>
                    <a:pt x="928" y="141"/>
                    <a:pt x="923" y="134"/>
                  </a:cubicBezTo>
                  <a:cubicBezTo>
                    <a:pt x="923" y="134"/>
                    <a:pt x="923" y="133"/>
                    <a:pt x="923" y="133"/>
                  </a:cubicBezTo>
                  <a:cubicBezTo>
                    <a:pt x="924" y="133"/>
                    <a:pt x="926" y="135"/>
                    <a:pt x="930" y="140"/>
                  </a:cubicBezTo>
                  <a:cubicBezTo>
                    <a:pt x="932" y="142"/>
                    <a:pt x="933" y="144"/>
                    <a:pt x="934" y="144"/>
                  </a:cubicBezTo>
                  <a:cubicBezTo>
                    <a:pt x="934" y="144"/>
                    <a:pt x="933" y="140"/>
                    <a:pt x="928" y="131"/>
                  </a:cubicBezTo>
                  <a:cubicBezTo>
                    <a:pt x="926" y="126"/>
                    <a:pt x="923" y="122"/>
                    <a:pt x="924" y="122"/>
                  </a:cubicBezTo>
                  <a:lnTo>
                    <a:pt x="924" y="122"/>
                  </a:lnTo>
                  <a:cubicBezTo>
                    <a:pt x="924" y="122"/>
                    <a:pt x="925" y="124"/>
                    <a:pt x="929" y="130"/>
                  </a:cubicBezTo>
                  <a:cubicBezTo>
                    <a:pt x="932" y="134"/>
                    <a:pt x="933" y="135"/>
                    <a:pt x="935" y="135"/>
                  </a:cubicBezTo>
                  <a:cubicBezTo>
                    <a:pt x="937" y="135"/>
                    <a:pt x="939" y="134"/>
                    <a:pt x="942" y="133"/>
                  </a:cubicBezTo>
                  <a:cubicBezTo>
                    <a:pt x="945" y="131"/>
                    <a:pt x="949" y="127"/>
                    <a:pt x="945" y="121"/>
                  </a:cubicBezTo>
                  <a:cubicBezTo>
                    <a:pt x="944" y="116"/>
                    <a:pt x="943" y="114"/>
                    <a:pt x="943" y="114"/>
                  </a:cubicBezTo>
                  <a:lnTo>
                    <a:pt x="943" y="114"/>
                  </a:lnTo>
                  <a:cubicBezTo>
                    <a:pt x="944" y="114"/>
                    <a:pt x="944" y="116"/>
                    <a:pt x="946" y="119"/>
                  </a:cubicBezTo>
                  <a:cubicBezTo>
                    <a:pt x="950" y="127"/>
                    <a:pt x="956" y="132"/>
                    <a:pt x="959" y="132"/>
                  </a:cubicBezTo>
                  <a:cubicBezTo>
                    <a:pt x="961" y="132"/>
                    <a:pt x="962" y="129"/>
                    <a:pt x="960" y="122"/>
                  </a:cubicBezTo>
                  <a:cubicBezTo>
                    <a:pt x="960" y="121"/>
                    <a:pt x="960" y="121"/>
                    <a:pt x="961" y="121"/>
                  </a:cubicBezTo>
                  <a:cubicBezTo>
                    <a:pt x="962" y="121"/>
                    <a:pt x="963" y="122"/>
                    <a:pt x="966" y="127"/>
                  </a:cubicBezTo>
                  <a:cubicBezTo>
                    <a:pt x="967" y="126"/>
                    <a:pt x="970" y="125"/>
                    <a:pt x="969" y="116"/>
                  </a:cubicBezTo>
                  <a:lnTo>
                    <a:pt x="976" y="110"/>
                  </a:lnTo>
                  <a:cubicBezTo>
                    <a:pt x="979" y="109"/>
                    <a:pt x="976" y="100"/>
                    <a:pt x="976" y="100"/>
                  </a:cubicBezTo>
                  <a:lnTo>
                    <a:pt x="978" y="100"/>
                  </a:lnTo>
                  <a:cubicBezTo>
                    <a:pt x="980" y="103"/>
                    <a:pt x="982" y="104"/>
                    <a:pt x="984" y="104"/>
                  </a:cubicBezTo>
                  <a:cubicBezTo>
                    <a:pt x="988" y="104"/>
                    <a:pt x="992" y="102"/>
                    <a:pt x="998" y="98"/>
                  </a:cubicBezTo>
                  <a:cubicBezTo>
                    <a:pt x="1003" y="95"/>
                    <a:pt x="1008" y="91"/>
                    <a:pt x="1012" y="91"/>
                  </a:cubicBezTo>
                  <a:cubicBezTo>
                    <a:pt x="1015" y="91"/>
                    <a:pt x="1017" y="92"/>
                    <a:pt x="1019" y="95"/>
                  </a:cubicBezTo>
                  <a:cubicBezTo>
                    <a:pt x="1019" y="95"/>
                    <a:pt x="1020" y="94"/>
                    <a:pt x="1017" y="86"/>
                  </a:cubicBezTo>
                  <a:cubicBezTo>
                    <a:pt x="1012" y="77"/>
                    <a:pt x="1010" y="73"/>
                    <a:pt x="1011" y="73"/>
                  </a:cubicBezTo>
                  <a:cubicBezTo>
                    <a:pt x="1012" y="73"/>
                    <a:pt x="1014" y="74"/>
                    <a:pt x="1016" y="77"/>
                  </a:cubicBezTo>
                  <a:cubicBezTo>
                    <a:pt x="1020" y="83"/>
                    <a:pt x="1024" y="85"/>
                    <a:pt x="1026" y="85"/>
                  </a:cubicBezTo>
                  <a:cubicBezTo>
                    <a:pt x="1028" y="85"/>
                    <a:pt x="1028" y="81"/>
                    <a:pt x="1023" y="72"/>
                  </a:cubicBezTo>
                  <a:lnTo>
                    <a:pt x="1023" y="72"/>
                  </a:lnTo>
                  <a:lnTo>
                    <a:pt x="1028" y="79"/>
                  </a:lnTo>
                  <a:cubicBezTo>
                    <a:pt x="1032" y="84"/>
                    <a:pt x="1034" y="86"/>
                    <a:pt x="1035" y="86"/>
                  </a:cubicBezTo>
                  <a:cubicBezTo>
                    <a:pt x="1037" y="86"/>
                    <a:pt x="1035" y="79"/>
                    <a:pt x="1029" y="69"/>
                  </a:cubicBezTo>
                  <a:lnTo>
                    <a:pt x="1029" y="69"/>
                  </a:lnTo>
                  <a:cubicBezTo>
                    <a:pt x="1034" y="73"/>
                    <a:pt x="1038" y="77"/>
                    <a:pt x="1039" y="77"/>
                  </a:cubicBezTo>
                  <a:cubicBezTo>
                    <a:pt x="1039" y="77"/>
                    <a:pt x="1039" y="76"/>
                    <a:pt x="1038" y="73"/>
                  </a:cubicBezTo>
                  <a:cubicBezTo>
                    <a:pt x="1038" y="73"/>
                    <a:pt x="1039" y="73"/>
                    <a:pt x="1039" y="73"/>
                  </a:cubicBezTo>
                  <a:cubicBezTo>
                    <a:pt x="1040" y="73"/>
                    <a:pt x="1041" y="76"/>
                    <a:pt x="1048" y="87"/>
                  </a:cubicBezTo>
                  <a:cubicBezTo>
                    <a:pt x="1054" y="94"/>
                    <a:pt x="1058" y="100"/>
                    <a:pt x="1059" y="100"/>
                  </a:cubicBezTo>
                  <a:cubicBezTo>
                    <a:pt x="1061" y="99"/>
                    <a:pt x="1056" y="93"/>
                    <a:pt x="1052" y="85"/>
                  </a:cubicBezTo>
                  <a:lnTo>
                    <a:pt x="1054" y="84"/>
                  </a:lnTo>
                  <a:cubicBezTo>
                    <a:pt x="1054" y="84"/>
                    <a:pt x="1055" y="82"/>
                    <a:pt x="1050" y="76"/>
                  </a:cubicBezTo>
                  <a:cubicBezTo>
                    <a:pt x="1045" y="69"/>
                    <a:pt x="1046" y="68"/>
                    <a:pt x="1048" y="67"/>
                  </a:cubicBezTo>
                  <a:lnTo>
                    <a:pt x="1048" y="67"/>
                  </a:lnTo>
                  <a:cubicBezTo>
                    <a:pt x="1050" y="69"/>
                    <a:pt x="1050" y="70"/>
                    <a:pt x="1050" y="70"/>
                  </a:cubicBezTo>
                  <a:cubicBezTo>
                    <a:pt x="1050" y="70"/>
                    <a:pt x="1047" y="65"/>
                    <a:pt x="1043" y="60"/>
                  </a:cubicBezTo>
                  <a:cubicBezTo>
                    <a:pt x="1038" y="53"/>
                    <a:pt x="1034" y="47"/>
                    <a:pt x="1035" y="45"/>
                  </a:cubicBezTo>
                  <a:lnTo>
                    <a:pt x="1025" y="31"/>
                  </a:lnTo>
                  <a:cubicBezTo>
                    <a:pt x="1019" y="21"/>
                    <a:pt x="1012" y="12"/>
                    <a:pt x="1003" y="5"/>
                  </a:cubicBezTo>
                  <a:cubicBezTo>
                    <a:pt x="999" y="3"/>
                    <a:pt x="994" y="1"/>
                    <a:pt x="992" y="1"/>
                  </a:cubicBezTo>
                  <a:close/>
                  <a:moveTo>
                    <a:pt x="107" y="804"/>
                  </a:moveTo>
                  <a:cubicBezTo>
                    <a:pt x="109" y="809"/>
                    <a:pt x="111" y="814"/>
                    <a:pt x="115" y="819"/>
                  </a:cubicBezTo>
                  <a:lnTo>
                    <a:pt x="116" y="818"/>
                  </a:lnTo>
                  <a:cubicBezTo>
                    <a:pt x="117" y="817"/>
                    <a:pt x="113" y="810"/>
                    <a:pt x="108" y="8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33"/>
            <p:cNvSpPr/>
            <p:nvPr/>
          </p:nvSpPr>
          <p:spPr>
            <a:xfrm>
              <a:off x="1387191" y="1136762"/>
              <a:ext cx="107085" cy="84909"/>
            </a:xfrm>
            <a:custGeom>
              <a:avLst/>
              <a:gdLst/>
              <a:ahLst/>
              <a:cxnLst/>
              <a:rect l="l" t="t" r="r" b="b"/>
              <a:pathLst>
                <a:path w="1072" h="850" extrusionOk="0">
                  <a:moveTo>
                    <a:pt x="38" y="51"/>
                  </a:moveTo>
                  <a:cubicBezTo>
                    <a:pt x="38" y="51"/>
                    <a:pt x="35" y="54"/>
                    <a:pt x="29" y="60"/>
                  </a:cubicBezTo>
                  <a:cubicBezTo>
                    <a:pt x="22" y="65"/>
                    <a:pt x="17" y="71"/>
                    <a:pt x="15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1" y="73"/>
                    <a:pt x="9" y="74"/>
                    <a:pt x="9" y="74"/>
                  </a:cubicBezTo>
                  <a:cubicBezTo>
                    <a:pt x="7" y="74"/>
                    <a:pt x="17" y="66"/>
                    <a:pt x="28" y="59"/>
                  </a:cubicBezTo>
                  <a:cubicBezTo>
                    <a:pt x="34" y="54"/>
                    <a:pt x="37" y="51"/>
                    <a:pt x="38" y="51"/>
                  </a:cubicBezTo>
                  <a:close/>
                  <a:moveTo>
                    <a:pt x="183" y="200"/>
                  </a:moveTo>
                  <a:cubicBezTo>
                    <a:pt x="183" y="200"/>
                    <a:pt x="183" y="200"/>
                    <a:pt x="183" y="200"/>
                  </a:cubicBezTo>
                  <a:cubicBezTo>
                    <a:pt x="185" y="201"/>
                    <a:pt x="173" y="213"/>
                    <a:pt x="165" y="218"/>
                  </a:cubicBezTo>
                  <a:cubicBezTo>
                    <a:pt x="164" y="217"/>
                    <a:pt x="164" y="217"/>
                    <a:pt x="170" y="211"/>
                  </a:cubicBezTo>
                  <a:cubicBezTo>
                    <a:pt x="175" y="205"/>
                    <a:pt x="181" y="200"/>
                    <a:pt x="183" y="200"/>
                  </a:cubicBezTo>
                  <a:close/>
                  <a:moveTo>
                    <a:pt x="238" y="213"/>
                  </a:moveTo>
                  <a:cubicBezTo>
                    <a:pt x="239" y="213"/>
                    <a:pt x="238" y="214"/>
                    <a:pt x="236" y="217"/>
                  </a:cubicBezTo>
                  <a:lnTo>
                    <a:pt x="231" y="222"/>
                  </a:lnTo>
                  <a:cubicBezTo>
                    <a:pt x="226" y="226"/>
                    <a:pt x="221" y="230"/>
                    <a:pt x="221" y="230"/>
                  </a:cubicBezTo>
                  <a:cubicBezTo>
                    <a:pt x="220" y="230"/>
                    <a:pt x="221" y="229"/>
                    <a:pt x="223" y="227"/>
                  </a:cubicBezTo>
                  <a:cubicBezTo>
                    <a:pt x="227" y="222"/>
                    <a:pt x="232" y="219"/>
                    <a:pt x="235" y="216"/>
                  </a:cubicBezTo>
                  <a:cubicBezTo>
                    <a:pt x="235" y="216"/>
                    <a:pt x="238" y="213"/>
                    <a:pt x="238" y="213"/>
                  </a:cubicBezTo>
                  <a:close/>
                  <a:moveTo>
                    <a:pt x="303" y="256"/>
                  </a:moveTo>
                  <a:cubicBezTo>
                    <a:pt x="302" y="256"/>
                    <a:pt x="300" y="258"/>
                    <a:pt x="300" y="258"/>
                  </a:cubicBezTo>
                  <a:cubicBezTo>
                    <a:pt x="301" y="258"/>
                    <a:pt x="301" y="258"/>
                    <a:pt x="303" y="256"/>
                  </a:cubicBezTo>
                  <a:cubicBezTo>
                    <a:pt x="303" y="256"/>
                    <a:pt x="303" y="256"/>
                    <a:pt x="303" y="256"/>
                  </a:cubicBezTo>
                  <a:close/>
                  <a:moveTo>
                    <a:pt x="293" y="258"/>
                  </a:moveTo>
                  <a:lnTo>
                    <a:pt x="294" y="259"/>
                  </a:lnTo>
                  <a:lnTo>
                    <a:pt x="290" y="267"/>
                  </a:lnTo>
                  <a:lnTo>
                    <a:pt x="289" y="266"/>
                  </a:lnTo>
                  <a:cubicBezTo>
                    <a:pt x="288" y="265"/>
                    <a:pt x="288" y="265"/>
                    <a:pt x="293" y="258"/>
                  </a:cubicBezTo>
                  <a:close/>
                  <a:moveTo>
                    <a:pt x="278" y="256"/>
                  </a:moveTo>
                  <a:cubicBezTo>
                    <a:pt x="279" y="256"/>
                    <a:pt x="279" y="256"/>
                    <a:pt x="279" y="256"/>
                  </a:cubicBezTo>
                  <a:cubicBezTo>
                    <a:pt x="275" y="260"/>
                    <a:pt x="272" y="265"/>
                    <a:pt x="269" y="269"/>
                  </a:cubicBezTo>
                  <a:lnTo>
                    <a:pt x="268" y="269"/>
                  </a:lnTo>
                  <a:cubicBezTo>
                    <a:pt x="266" y="268"/>
                    <a:pt x="272" y="262"/>
                    <a:pt x="272" y="262"/>
                  </a:cubicBezTo>
                  <a:cubicBezTo>
                    <a:pt x="272" y="262"/>
                    <a:pt x="277" y="256"/>
                    <a:pt x="278" y="256"/>
                  </a:cubicBezTo>
                  <a:close/>
                  <a:moveTo>
                    <a:pt x="305" y="268"/>
                  </a:moveTo>
                  <a:lnTo>
                    <a:pt x="306" y="269"/>
                  </a:lnTo>
                  <a:lnTo>
                    <a:pt x="301" y="277"/>
                  </a:lnTo>
                  <a:lnTo>
                    <a:pt x="300" y="276"/>
                  </a:lnTo>
                  <a:cubicBezTo>
                    <a:pt x="299" y="275"/>
                    <a:pt x="299" y="275"/>
                    <a:pt x="305" y="268"/>
                  </a:cubicBezTo>
                  <a:close/>
                  <a:moveTo>
                    <a:pt x="313" y="276"/>
                  </a:moveTo>
                  <a:cubicBezTo>
                    <a:pt x="313" y="276"/>
                    <a:pt x="313" y="276"/>
                    <a:pt x="314" y="276"/>
                  </a:cubicBezTo>
                  <a:cubicBezTo>
                    <a:pt x="316" y="278"/>
                    <a:pt x="316" y="278"/>
                    <a:pt x="309" y="284"/>
                  </a:cubicBezTo>
                  <a:cubicBezTo>
                    <a:pt x="306" y="286"/>
                    <a:pt x="304" y="288"/>
                    <a:pt x="304" y="288"/>
                  </a:cubicBezTo>
                  <a:cubicBezTo>
                    <a:pt x="303" y="288"/>
                    <a:pt x="304" y="286"/>
                    <a:pt x="307" y="282"/>
                  </a:cubicBezTo>
                  <a:cubicBezTo>
                    <a:pt x="311" y="277"/>
                    <a:pt x="312" y="276"/>
                    <a:pt x="313" y="276"/>
                  </a:cubicBezTo>
                  <a:close/>
                  <a:moveTo>
                    <a:pt x="289" y="323"/>
                  </a:moveTo>
                  <a:lnTo>
                    <a:pt x="286" y="331"/>
                  </a:lnTo>
                  <a:lnTo>
                    <a:pt x="279" y="337"/>
                  </a:lnTo>
                  <a:lnTo>
                    <a:pt x="278" y="336"/>
                  </a:lnTo>
                  <a:cubicBezTo>
                    <a:pt x="283" y="329"/>
                    <a:pt x="288" y="323"/>
                    <a:pt x="289" y="323"/>
                  </a:cubicBezTo>
                  <a:close/>
                  <a:moveTo>
                    <a:pt x="308" y="329"/>
                  </a:moveTo>
                  <a:cubicBezTo>
                    <a:pt x="308" y="329"/>
                    <a:pt x="308" y="329"/>
                    <a:pt x="308" y="329"/>
                  </a:cubicBezTo>
                  <a:lnTo>
                    <a:pt x="303" y="337"/>
                  </a:lnTo>
                  <a:cubicBezTo>
                    <a:pt x="300" y="342"/>
                    <a:pt x="299" y="342"/>
                    <a:pt x="298" y="342"/>
                  </a:cubicBezTo>
                  <a:cubicBezTo>
                    <a:pt x="298" y="342"/>
                    <a:pt x="298" y="342"/>
                    <a:pt x="298" y="342"/>
                  </a:cubicBezTo>
                  <a:cubicBezTo>
                    <a:pt x="297" y="341"/>
                    <a:pt x="297" y="341"/>
                    <a:pt x="301" y="335"/>
                  </a:cubicBezTo>
                  <a:cubicBezTo>
                    <a:pt x="301" y="335"/>
                    <a:pt x="306" y="329"/>
                    <a:pt x="308" y="329"/>
                  </a:cubicBezTo>
                  <a:close/>
                  <a:moveTo>
                    <a:pt x="433" y="370"/>
                  </a:moveTo>
                  <a:cubicBezTo>
                    <a:pt x="433" y="370"/>
                    <a:pt x="434" y="370"/>
                    <a:pt x="434" y="370"/>
                  </a:cubicBezTo>
                  <a:lnTo>
                    <a:pt x="435" y="372"/>
                  </a:lnTo>
                  <a:cubicBezTo>
                    <a:pt x="431" y="376"/>
                    <a:pt x="428" y="381"/>
                    <a:pt x="424" y="384"/>
                  </a:cubicBezTo>
                  <a:lnTo>
                    <a:pt x="422" y="383"/>
                  </a:lnTo>
                  <a:cubicBezTo>
                    <a:pt x="428" y="377"/>
                    <a:pt x="432" y="370"/>
                    <a:pt x="433" y="370"/>
                  </a:cubicBezTo>
                  <a:close/>
                  <a:moveTo>
                    <a:pt x="484" y="402"/>
                  </a:moveTo>
                  <a:cubicBezTo>
                    <a:pt x="485" y="402"/>
                    <a:pt x="486" y="403"/>
                    <a:pt x="486" y="403"/>
                  </a:cubicBezTo>
                  <a:cubicBezTo>
                    <a:pt x="482" y="411"/>
                    <a:pt x="476" y="416"/>
                    <a:pt x="475" y="416"/>
                  </a:cubicBezTo>
                  <a:cubicBezTo>
                    <a:pt x="473" y="414"/>
                    <a:pt x="473" y="414"/>
                    <a:pt x="477" y="407"/>
                  </a:cubicBezTo>
                  <a:cubicBezTo>
                    <a:pt x="481" y="403"/>
                    <a:pt x="483" y="402"/>
                    <a:pt x="484" y="402"/>
                  </a:cubicBezTo>
                  <a:close/>
                  <a:moveTo>
                    <a:pt x="848" y="445"/>
                  </a:moveTo>
                  <a:cubicBezTo>
                    <a:pt x="848" y="445"/>
                    <a:pt x="845" y="448"/>
                    <a:pt x="839" y="455"/>
                  </a:cubicBezTo>
                  <a:cubicBezTo>
                    <a:pt x="834" y="462"/>
                    <a:pt x="834" y="462"/>
                    <a:pt x="835" y="462"/>
                  </a:cubicBezTo>
                  <a:cubicBezTo>
                    <a:pt x="839" y="459"/>
                    <a:pt x="842" y="455"/>
                    <a:pt x="845" y="450"/>
                  </a:cubicBezTo>
                  <a:cubicBezTo>
                    <a:pt x="848" y="447"/>
                    <a:pt x="849" y="445"/>
                    <a:pt x="848" y="445"/>
                  </a:cubicBezTo>
                  <a:close/>
                  <a:moveTo>
                    <a:pt x="565" y="467"/>
                  </a:moveTo>
                  <a:cubicBezTo>
                    <a:pt x="565" y="467"/>
                    <a:pt x="565" y="467"/>
                    <a:pt x="565" y="467"/>
                  </a:cubicBezTo>
                  <a:lnTo>
                    <a:pt x="560" y="475"/>
                  </a:lnTo>
                  <a:lnTo>
                    <a:pt x="555" y="481"/>
                  </a:lnTo>
                  <a:lnTo>
                    <a:pt x="554" y="480"/>
                  </a:lnTo>
                  <a:cubicBezTo>
                    <a:pt x="558" y="474"/>
                    <a:pt x="563" y="467"/>
                    <a:pt x="565" y="467"/>
                  </a:cubicBezTo>
                  <a:close/>
                  <a:moveTo>
                    <a:pt x="610" y="480"/>
                  </a:moveTo>
                  <a:cubicBezTo>
                    <a:pt x="605" y="488"/>
                    <a:pt x="600" y="495"/>
                    <a:pt x="594" y="502"/>
                  </a:cubicBezTo>
                  <a:cubicBezTo>
                    <a:pt x="593" y="501"/>
                    <a:pt x="593" y="501"/>
                    <a:pt x="598" y="494"/>
                  </a:cubicBezTo>
                  <a:cubicBezTo>
                    <a:pt x="602" y="489"/>
                    <a:pt x="605" y="485"/>
                    <a:pt x="610" y="480"/>
                  </a:cubicBezTo>
                  <a:close/>
                  <a:moveTo>
                    <a:pt x="636" y="503"/>
                  </a:moveTo>
                  <a:cubicBezTo>
                    <a:pt x="636" y="503"/>
                    <a:pt x="637" y="503"/>
                    <a:pt x="637" y="503"/>
                  </a:cubicBezTo>
                  <a:lnTo>
                    <a:pt x="633" y="511"/>
                  </a:lnTo>
                  <a:lnTo>
                    <a:pt x="627" y="516"/>
                  </a:lnTo>
                  <a:lnTo>
                    <a:pt x="625" y="515"/>
                  </a:lnTo>
                  <a:cubicBezTo>
                    <a:pt x="631" y="509"/>
                    <a:pt x="635" y="503"/>
                    <a:pt x="636" y="503"/>
                  </a:cubicBezTo>
                  <a:close/>
                  <a:moveTo>
                    <a:pt x="549" y="521"/>
                  </a:moveTo>
                  <a:cubicBezTo>
                    <a:pt x="549" y="521"/>
                    <a:pt x="549" y="521"/>
                    <a:pt x="549" y="521"/>
                  </a:cubicBezTo>
                  <a:lnTo>
                    <a:pt x="550" y="521"/>
                  </a:lnTo>
                  <a:cubicBezTo>
                    <a:pt x="547" y="526"/>
                    <a:pt x="544" y="530"/>
                    <a:pt x="539" y="534"/>
                  </a:cubicBezTo>
                  <a:lnTo>
                    <a:pt x="538" y="533"/>
                  </a:lnTo>
                  <a:cubicBezTo>
                    <a:pt x="543" y="527"/>
                    <a:pt x="547" y="521"/>
                    <a:pt x="549" y="521"/>
                  </a:cubicBezTo>
                  <a:close/>
                  <a:moveTo>
                    <a:pt x="696" y="570"/>
                  </a:moveTo>
                  <a:cubicBezTo>
                    <a:pt x="694" y="573"/>
                    <a:pt x="693" y="574"/>
                    <a:pt x="693" y="574"/>
                  </a:cubicBezTo>
                  <a:cubicBezTo>
                    <a:pt x="693" y="574"/>
                    <a:pt x="695" y="570"/>
                    <a:pt x="696" y="570"/>
                  </a:cubicBezTo>
                  <a:close/>
                  <a:moveTo>
                    <a:pt x="702" y="575"/>
                  </a:moveTo>
                  <a:lnTo>
                    <a:pt x="698" y="582"/>
                  </a:lnTo>
                  <a:lnTo>
                    <a:pt x="692" y="589"/>
                  </a:lnTo>
                  <a:lnTo>
                    <a:pt x="690" y="588"/>
                  </a:lnTo>
                  <a:cubicBezTo>
                    <a:pt x="696" y="581"/>
                    <a:pt x="701" y="575"/>
                    <a:pt x="702" y="575"/>
                  </a:cubicBezTo>
                  <a:close/>
                  <a:moveTo>
                    <a:pt x="735" y="586"/>
                  </a:moveTo>
                  <a:lnTo>
                    <a:pt x="735" y="586"/>
                  </a:lnTo>
                  <a:cubicBezTo>
                    <a:pt x="736" y="586"/>
                    <a:pt x="735" y="590"/>
                    <a:pt x="735" y="590"/>
                  </a:cubicBezTo>
                  <a:cubicBezTo>
                    <a:pt x="733" y="596"/>
                    <a:pt x="732" y="598"/>
                    <a:pt x="731" y="598"/>
                  </a:cubicBezTo>
                  <a:cubicBezTo>
                    <a:pt x="731" y="598"/>
                    <a:pt x="730" y="597"/>
                    <a:pt x="730" y="597"/>
                  </a:cubicBezTo>
                  <a:cubicBezTo>
                    <a:pt x="729" y="596"/>
                    <a:pt x="733" y="589"/>
                    <a:pt x="733" y="589"/>
                  </a:cubicBezTo>
                  <a:cubicBezTo>
                    <a:pt x="735" y="587"/>
                    <a:pt x="735" y="586"/>
                    <a:pt x="735" y="586"/>
                  </a:cubicBezTo>
                  <a:close/>
                  <a:moveTo>
                    <a:pt x="709" y="581"/>
                  </a:moveTo>
                  <a:cubicBezTo>
                    <a:pt x="709" y="581"/>
                    <a:pt x="709" y="581"/>
                    <a:pt x="710" y="581"/>
                  </a:cubicBezTo>
                  <a:cubicBezTo>
                    <a:pt x="707" y="587"/>
                    <a:pt x="704" y="591"/>
                    <a:pt x="701" y="596"/>
                  </a:cubicBezTo>
                  <a:cubicBezTo>
                    <a:pt x="699" y="599"/>
                    <a:pt x="698" y="600"/>
                    <a:pt x="697" y="600"/>
                  </a:cubicBezTo>
                  <a:cubicBezTo>
                    <a:pt x="697" y="600"/>
                    <a:pt x="699" y="596"/>
                    <a:pt x="704" y="587"/>
                  </a:cubicBezTo>
                  <a:cubicBezTo>
                    <a:pt x="707" y="582"/>
                    <a:pt x="708" y="581"/>
                    <a:pt x="709" y="581"/>
                  </a:cubicBezTo>
                  <a:close/>
                  <a:moveTo>
                    <a:pt x="760" y="599"/>
                  </a:moveTo>
                  <a:cubicBezTo>
                    <a:pt x="760" y="599"/>
                    <a:pt x="760" y="599"/>
                    <a:pt x="760" y="599"/>
                  </a:cubicBezTo>
                  <a:cubicBezTo>
                    <a:pt x="761" y="599"/>
                    <a:pt x="758" y="607"/>
                    <a:pt x="758" y="607"/>
                  </a:cubicBezTo>
                  <a:cubicBezTo>
                    <a:pt x="753" y="613"/>
                    <a:pt x="752" y="614"/>
                    <a:pt x="751" y="614"/>
                  </a:cubicBezTo>
                  <a:cubicBezTo>
                    <a:pt x="751" y="614"/>
                    <a:pt x="751" y="614"/>
                    <a:pt x="751" y="614"/>
                  </a:cubicBezTo>
                  <a:cubicBezTo>
                    <a:pt x="750" y="613"/>
                    <a:pt x="749" y="612"/>
                    <a:pt x="754" y="605"/>
                  </a:cubicBezTo>
                  <a:cubicBezTo>
                    <a:pt x="754" y="605"/>
                    <a:pt x="758" y="599"/>
                    <a:pt x="760" y="599"/>
                  </a:cubicBezTo>
                  <a:close/>
                  <a:moveTo>
                    <a:pt x="813" y="614"/>
                  </a:moveTo>
                  <a:cubicBezTo>
                    <a:pt x="814" y="614"/>
                    <a:pt x="813" y="615"/>
                    <a:pt x="812" y="617"/>
                  </a:cubicBezTo>
                  <a:cubicBezTo>
                    <a:pt x="813" y="618"/>
                    <a:pt x="807" y="622"/>
                    <a:pt x="804" y="622"/>
                  </a:cubicBezTo>
                  <a:cubicBezTo>
                    <a:pt x="804" y="622"/>
                    <a:pt x="804" y="622"/>
                    <a:pt x="804" y="622"/>
                  </a:cubicBezTo>
                  <a:lnTo>
                    <a:pt x="809" y="615"/>
                  </a:lnTo>
                  <a:cubicBezTo>
                    <a:pt x="810" y="615"/>
                    <a:pt x="810" y="615"/>
                    <a:pt x="810" y="615"/>
                  </a:cubicBezTo>
                  <a:cubicBezTo>
                    <a:pt x="811" y="615"/>
                    <a:pt x="813" y="614"/>
                    <a:pt x="813" y="614"/>
                  </a:cubicBezTo>
                  <a:close/>
                  <a:moveTo>
                    <a:pt x="760" y="642"/>
                  </a:moveTo>
                  <a:lnTo>
                    <a:pt x="761" y="643"/>
                  </a:lnTo>
                  <a:lnTo>
                    <a:pt x="758" y="651"/>
                  </a:lnTo>
                  <a:lnTo>
                    <a:pt x="757" y="650"/>
                  </a:lnTo>
                  <a:cubicBezTo>
                    <a:pt x="756" y="649"/>
                    <a:pt x="756" y="649"/>
                    <a:pt x="760" y="642"/>
                  </a:cubicBezTo>
                  <a:close/>
                  <a:moveTo>
                    <a:pt x="776" y="643"/>
                  </a:moveTo>
                  <a:lnTo>
                    <a:pt x="778" y="644"/>
                  </a:lnTo>
                  <a:cubicBezTo>
                    <a:pt x="773" y="651"/>
                    <a:pt x="769" y="658"/>
                    <a:pt x="767" y="658"/>
                  </a:cubicBezTo>
                  <a:cubicBezTo>
                    <a:pt x="767" y="658"/>
                    <a:pt x="767" y="658"/>
                    <a:pt x="767" y="658"/>
                  </a:cubicBezTo>
                  <a:cubicBezTo>
                    <a:pt x="765" y="659"/>
                    <a:pt x="764" y="659"/>
                    <a:pt x="764" y="659"/>
                  </a:cubicBezTo>
                  <a:cubicBezTo>
                    <a:pt x="762" y="659"/>
                    <a:pt x="767" y="653"/>
                    <a:pt x="776" y="643"/>
                  </a:cubicBezTo>
                  <a:close/>
                  <a:moveTo>
                    <a:pt x="739" y="646"/>
                  </a:moveTo>
                  <a:cubicBezTo>
                    <a:pt x="738" y="646"/>
                    <a:pt x="732" y="653"/>
                    <a:pt x="732" y="653"/>
                  </a:cubicBezTo>
                  <a:cubicBezTo>
                    <a:pt x="732" y="653"/>
                    <a:pt x="728" y="660"/>
                    <a:pt x="729" y="661"/>
                  </a:cubicBezTo>
                  <a:lnTo>
                    <a:pt x="730" y="662"/>
                  </a:lnTo>
                  <a:cubicBezTo>
                    <a:pt x="733" y="656"/>
                    <a:pt x="736" y="652"/>
                    <a:pt x="739" y="646"/>
                  </a:cubicBezTo>
                  <a:close/>
                  <a:moveTo>
                    <a:pt x="824" y="647"/>
                  </a:moveTo>
                  <a:lnTo>
                    <a:pt x="825" y="649"/>
                  </a:lnTo>
                  <a:cubicBezTo>
                    <a:pt x="822" y="653"/>
                    <a:pt x="817" y="658"/>
                    <a:pt x="814" y="662"/>
                  </a:cubicBezTo>
                  <a:lnTo>
                    <a:pt x="813" y="661"/>
                  </a:lnTo>
                  <a:cubicBezTo>
                    <a:pt x="817" y="654"/>
                    <a:pt x="823" y="647"/>
                    <a:pt x="824" y="647"/>
                  </a:cubicBezTo>
                  <a:close/>
                  <a:moveTo>
                    <a:pt x="677" y="686"/>
                  </a:moveTo>
                  <a:cubicBezTo>
                    <a:pt x="673" y="692"/>
                    <a:pt x="673" y="692"/>
                    <a:pt x="674" y="693"/>
                  </a:cubicBezTo>
                  <a:cubicBezTo>
                    <a:pt x="674" y="694"/>
                    <a:pt x="675" y="694"/>
                    <a:pt x="675" y="694"/>
                  </a:cubicBezTo>
                  <a:cubicBezTo>
                    <a:pt x="676" y="694"/>
                    <a:pt x="677" y="692"/>
                    <a:pt x="679" y="687"/>
                  </a:cubicBezTo>
                  <a:lnTo>
                    <a:pt x="677" y="686"/>
                  </a:lnTo>
                  <a:close/>
                  <a:moveTo>
                    <a:pt x="864" y="669"/>
                  </a:moveTo>
                  <a:lnTo>
                    <a:pt x="867" y="670"/>
                  </a:lnTo>
                  <a:lnTo>
                    <a:pt x="854" y="682"/>
                  </a:lnTo>
                  <a:cubicBezTo>
                    <a:pt x="845" y="693"/>
                    <a:pt x="841" y="697"/>
                    <a:pt x="841" y="697"/>
                  </a:cubicBezTo>
                  <a:cubicBezTo>
                    <a:pt x="840" y="697"/>
                    <a:pt x="843" y="694"/>
                    <a:pt x="848" y="688"/>
                  </a:cubicBezTo>
                  <a:cubicBezTo>
                    <a:pt x="852" y="680"/>
                    <a:pt x="858" y="674"/>
                    <a:pt x="864" y="669"/>
                  </a:cubicBezTo>
                  <a:close/>
                  <a:moveTo>
                    <a:pt x="819" y="677"/>
                  </a:moveTo>
                  <a:cubicBezTo>
                    <a:pt x="821" y="678"/>
                    <a:pt x="814" y="683"/>
                    <a:pt x="804" y="697"/>
                  </a:cubicBezTo>
                  <a:cubicBezTo>
                    <a:pt x="801" y="699"/>
                    <a:pt x="799" y="700"/>
                    <a:pt x="798" y="700"/>
                  </a:cubicBezTo>
                  <a:cubicBezTo>
                    <a:pt x="798" y="700"/>
                    <a:pt x="800" y="697"/>
                    <a:pt x="807" y="689"/>
                  </a:cubicBezTo>
                  <a:lnTo>
                    <a:pt x="819" y="677"/>
                  </a:lnTo>
                  <a:close/>
                  <a:moveTo>
                    <a:pt x="1070" y="689"/>
                  </a:moveTo>
                  <a:cubicBezTo>
                    <a:pt x="1069" y="689"/>
                    <a:pt x="1064" y="695"/>
                    <a:pt x="1060" y="701"/>
                  </a:cubicBezTo>
                  <a:lnTo>
                    <a:pt x="1061" y="702"/>
                  </a:lnTo>
                  <a:cubicBezTo>
                    <a:pt x="1064" y="699"/>
                    <a:pt x="1069" y="695"/>
                    <a:pt x="1072" y="690"/>
                  </a:cubicBezTo>
                  <a:lnTo>
                    <a:pt x="1071" y="689"/>
                  </a:lnTo>
                  <a:cubicBezTo>
                    <a:pt x="1071" y="689"/>
                    <a:pt x="1071" y="689"/>
                    <a:pt x="1070" y="689"/>
                  </a:cubicBezTo>
                  <a:close/>
                  <a:moveTo>
                    <a:pt x="769" y="692"/>
                  </a:moveTo>
                  <a:lnTo>
                    <a:pt x="759" y="706"/>
                  </a:lnTo>
                  <a:lnTo>
                    <a:pt x="765" y="699"/>
                  </a:lnTo>
                  <a:lnTo>
                    <a:pt x="769" y="692"/>
                  </a:lnTo>
                  <a:close/>
                  <a:moveTo>
                    <a:pt x="930" y="688"/>
                  </a:moveTo>
                  <a:cubicBezTo>
                    <a:pt x="929" y="688"/>
                    <a:pt x="924" y="693"/>
                    <a:pt x="924" y="693"/>
                  </a:cubicBezTo>
                  <a:cubicBezTo>
                    <a:pt x="918" y="700"/>
                    <a:pt x="920" y="701"/>
                    <a:pt x="922" y="701"/>
                  </a:cubicBezTo>
                  <a:cubicBezTo>
                    <a:pt x="920" y="705"/>
                    <a:pt x="920" y="706"/>
                    <a:pt x="921" y="706"/>
                  </a:cubicBezTo>
                  <a:cubicBezTo>
                    <a:pt x="923" y="706"/>
                    <a:pt x="927" y="702"/>
                    <a:pt x="929" y="698"/>
                  </a:cubicBezTo>
                  <a:cubicBezTo>
                    <a:pt x="934" y="690"/>
                    <a:pt x="933" y="690"/>
                    <a:pt x="931" y="688"/>
                  </a:cubicBezTo>
                  <a:cubicBezTo>
                    <a:pt x="930" y="688"/>
                    <a:pt x="930" y="688"/>
                    <a:pt x="930" y="688"/>
                  </a:cubicBezTo>
                  <a:close/>
                  <a:moveTo>
                    <a:pt x="850" y="700"/>
                  </a:moveTo>
                  <a:lnTo>
                    <a:pt x="845" y="708"/>
                  </a:lnTo>
                  <a:cubicBezTo>
                    <a:pt x="842" y="712"/>
                    <a:pt x="841" y="713"/>
                    <a:pt x="840" y="713"/>
                  </a:cubicBezTo>
                  <a:cubicBezTo>
                    <a:pt x="839" y="713"/>
                    <a:pt x="839" y="713"/>
                    <a:pt x="839" y="713"/>
                  </a:cubicBezTo>
                  <a:lnTo>
                    <a:pt x="843" y="706"/>
                  </a:lnTo>
                  <a:lnTo>
                    <a:pt x="850" y="700"/>
                  </a:lnTo>
                  <a:close/>
                  <a:moveTo>
                    <a:pt x="929" y="708"/>
                  </a:moveTo>
                  <a:lnTo>
                    <a:pt x="932" y="710"/>
                  </a:lnTo>
                  <a:cubicBezTo>
                    <a:pt x="926" y="717"/>
                    <a:pt x="919" y="722"/>
                    <a:pt x="918" y="722"/>
                  </a:cubicBezTo>
                  <a:cubicBezTo>
                    <a:pt x="917" y="720"/>
                    <a:pt x="922" y="714"/>
                    <a:pt x="929" y="708"/>
                  </a:cubicBezTo>
                  <a:close/>
                  <a:moveTo>
                    <a:pt x="989" y="765"/>
                  </a:moveTo>
                  <a:cubicBezTo>
                    <a:pt x="990" y="766"/>
                    <a:pt x="986" y="774"/>
                    <a:pt x="981" y="781"/>
                  </a:cubicBezTo>
                  <a:cubicBezTo>
                    <a:pt x="975" y="791"/>
                    <a:pt x="973" y="794"/>
                    <a:pt x="971" y="794"/>
                  </a:cubicBezTo>
                  <a:cubicBezTo>
                    <a:pt x="971" y="794"/>
                    <a:pt x="970" y="794"/>
                    <a:pt x="970" y="793"/>
                  </a:cubicBezTo>
                  <a:cubicBezTo>
                    <a:pt x="969" y="793"/>
                    <a:pt x="968" y="792"/>
                    <a:pt x="972" y="785"/>
                  </a:cubicBezTo>
                  <a:lnTo>
                    <a:pt x="974" y="785"/>
                  </a:lnTo>
                  <a:cubicBezTo>
                    <a:pt x="973" y="788"/>
                    <a:pt x="972" y="789"/>
                    <a:pt x="972" y="789"/>
                  </a:cubicBezTo>
                  <a:cubicBezTo>
                    <a:pt x="973" y="789"/>
                    <a:pt x="976" y="784"/>
                    <a:pt x="979" y="779"/>
                  </a:cubicBezTo>
                  <a:lnTo>
                    <a:pt x="989" y="765"/>
                  </a:lnTo>
                  <a:close/>
                  <a:moveTo>
                    <a:pt x="993" y="791"/>
                  </a:moveTo>
                  <a:cubicBezTo>
                    <a:pt x="993" y="791"/>
                    <a:pt x="993" y="791"/>
                    <a:pt x="993" y="791"/>
                  </a:cubicBezTo>
                  <a:lnTo>
                    <a:pt x="990" y="799"/>
                  </a:lnTo>
                  <a:cubicBezTo>
                    <a:pt x="987" y="803"/>
                    <a:pt x="985" y="804"/>
                    <a:pt x="984" y="804"/>
                  </a:cubicBezTo>
                  <a:cubicBezTo>
                    <a:pt x="983" y="804"/>
                    <a:pt x="983" y="804"/>
                    <a:pt x="982" y="803"/>
                  </a:cubicBezTo>
                  <a:cubicBezTo>
                    <a:pt x="981" y="802"/>
                    <a:pt x="981" y="802"/>
                    <a:pt x="987" y="796"/>
                  </a:cubicBezTo>
                  <a:cubicBezTo>
                    <a:pt x="987" y="796"/>
                    <a:pt x="991" y="791"/>
                    <a:pt x="993" y="791"/>
                  </a:cubicBezTo>
                  <a:close/>
                  <a:moveTo>
                    <a:pt x="945" y="818"/>
                  </a:moveTo>
                  <a:cubicBezTo>
                    <a:pt x="941" y="825"/>
                    <a:pt x="941" y="825"/>
                    <a:pt x="942" y="826"/>
                  </a:cubicBezTo>
                  <a:lnTo>
                    <a:pt x="943" y="827"/>
                  </a:lnTo>
                  <a:lnTo>
                    <a:pt x="946" y="819"/>
                  </a:lnTo>
                  <a:lnTo>
                    <a:pt x="945" y="818"/>
                  </a:lnTo>
                  <a:close/>
                  <a:moveTo>
                    <a:pt x="89" y="0"/>
                  </a:moveTo>
                  <a:cubicBezTo>
                    <a:pt x="87" y="0"/>
                    <a:pt x="82" y="5"/>
                    <a:pt x="76" y="10"/>
                  </a:cubicBezTo>
                  <a:lnTo>
                    <a:pt x="74" y="8"/>
                  </a:lnTo>
                  <a:cubicBezTo>
                    <a:pt x="74" y="8"/>
                    <a:pt x="73" y="8"/>
                    <a:pt x="73" y="8"/>
                  </a:cubicBezTo>
                  <a:cubicBezTo>
                    <a:pt x="73" y="8"/>
                    <a:pt x="71" y="9"/>
                    <a:pt x="67" y="14"/>
                  </a:cubicBezTo>
                  <a:cubicBezTo>
                    <a:pt x="63" y="17"/>
                    <a:pt x="61" y="18"/>
                    <a:pt x="60" y="18"/>
                  </a:cubicBezTo>
                  <a:cubicBezTo>
                    <a:pt x="59" y="18"/>
                    <a:pt x="59" y="18"/>
                    <a:pt x="59" y="17"/>
                  </a:cubicBezTo>
                  <a:cubicBezTo>
                    <a:pt x="61" y="15"/>
                    <a:pt x="61" y="15"/>
                    <a:pt x="61" y="15"/>
                  </a:cubicBezTo>
                  <a:lnTo>
                    <a:pt x="61" y="15"/>
                  </a:lnTo>
                  <a:cubicBezTo>
                    <a:pt x="60" y="15"/>
                    <a:pt x="56" y="18"/>
                    <a:pt x="52" y="23"/>
                  </a:cubicBezTo>
                  <a:cubicBezTo>
                    <a:pt x="47" y="28"/>
                    <a:pt x="41" y="33"/>
                    <a:pt x="39" y="33"/>
                  </a:cubicBezTo>
                  <a:cubicBezTo>
                    <a:pt x="39" y="33"/>
                    <a:pt x="39" y="33"/>
                    <a:pt x="39" y="33"/>
                  </a:cubicBezTo>
                  <a:lnTo>
                    <a:pt x="26" y="45"/>
                  </a:lnTo>
                  <a:cubicBezTo>
                    <a:pt x="17" y="52"/>
                    <a:pt x="10" y="61"/>
                    <a:pt x="4" y="71"/>
                  </a:cubicBezTo>
                  <a:cubicBezTo>
                    <a:pt x="2" y="78"/>
                    <a:pt x="0" y="84"/>
                    <a:pt x="3" y="84"/>
                  </a:cubicBezTo>
                  <a:cubicBezTo>
                    <a:pt x="4" y="84"/>
                    <a:pt x="7" y="82"/>
                    <a:pt x="11" y="79"/>
                  </a:cubicBezTo>
                  <a:cubicBezTo>
                    <a:pt x="11" y="79"/>
                    <a:pt x="16" y="74"/>
                    <a:pt x="18" y="74"/>
                  </a:cubicBezTo>
                  <a:cubicBezTo>
                    <a:pt x="18" y="74"/>
                    <a:pt x="18" y="74"/>
                    <a:pt x="19" y="74"/>
                  </a:cubicBezTo>
                  <a:cubicBezTo>
                    <a:pt x="20" y="75"/>
                    <a:pt x="14" y="83"/>
                    <a:pt x="14" y="83"/>
                  </a:cubicBezTo>
                  <a:cubicBezTo>
                    <a:pt x="8" y="89"/>
                    <a:pt x="13" y="93"/>
                    <a:pt x="17" y="99"/>
                  </a:cubicBezTo>
                  <a:cubicBezTo>
                    <a:pt x="23" y="106"/>
                    <a:pt x="26" y="109"/>
                    <a:pt x="22" y="116"/>
                  </a:cubicBezTo>
                  <a:cubicBezTo>
                    <a:pt x="16" y="124"/>
                    <a:pt x="17" y="125"/>
                    <a:pt x="17" y="125"/>
                  </a:cubicBezTo>
                  <a:cubicBezTo>
                    <a:pt x="19" y="123"/>
                    <a:pt x="20" y="122"/>
                    <a:pt x="22" y="122"/>
                  </a:cubicBezTo>
                  <a:cubicBezTo>
                    <a:pt x="27" y="122"/>
                    <a:pt x="32" y="128"/>
                    <a:pt x="36" y="134"/>
                  </a:cubicBezTo>
                  <a:cubicBezTo>
                    <a:pt x="42" y="139"/>
                    <a:pt x="47" y="145"/>
                    <a:pt x="52" y="145"/>
                  </a:cubicBezTo>
                  <a:cubicBezTo>
                    <a:pt x="54" y="145"/>
                    <a:pt x="55" y="144"/>
                    <a:pt x="57" y="143"/>
                  </a:cubicBezTo>
                  <a:lnTo>
                    <a:pt x="59" y="145"/>
                  </a:lnTo>
                  <a:cubicBezTo>
                    <a:pt x="53" y="152"/>
                    <a:pt x="56" y="154"/>
                    <a:pt x="58" y="156"/>
                  </a:cubicBezTo>
                  <a:cubicBezTo>
                    <a:pt x="62" y="154"/>
                    <a:pt x="64" y="153"/>
                    <a:pt x="66" y="153"/>
                  </a:cubicBezTo>
                  <a:cubicBezTo>
                    <a:pt x="67" y="153"/>
                    <a:pt x="68" y="154"/>
                    <a:pt x="68" y="154"/>
                  </a:cubicBezTo>
                  <a:cubicBezTo>
                    <a:pt x="61" y="161"/>
                    <a:pt x="62" y="162"/>
                    <a:pt x="65" y="163"/>
                  </a:cubicBezTo>
                  <a:cubicBezTo>
                    <a:pt x="66" y="164"/>
                    <a:pt x="66" y="165"/>
                    <a:pt x="67" y="165"/>
                  </a:cubicBezTo>
                  <a:cubicBezTo>
                    <a:pt x="69" y="165"/>
                    <a:pt x="70" y="164"/>
                    <a:pt x="74" y="161"/>
                  </a:cubicBezTo>
                  <a:cubicBezTo>
                    <a:pt x="79" y="165"/>
                    <a:pt x="80" y="172"/>
                    <a:pt x="79" y="179"/>
                  </a:cubicBezTo>
                  <a:cubicBezTo>
                    <a:pt x="77" y="181"/>
                    <a:pt x="77" y="183"/>
                    <a:pt x="78" y="183"/>
                  </a:cubicBezTo>
                  <a:cubicBezTo>
                    <a:pt x="80" y="183"/>
                    <a:pt x="84" y="179"/>
                    <a:pt x="88" y="176"/>
                  </a:cubicBezTo>
                  <a:cubicBezTo>
                    <a:pt x="94" y="170"/>
                    <a:pt x="100" y="166"/>
                    <a:pt x="102" y="166"/>
                  </a:cubicBezTo>
                  <a:cubicBezTo>
                    <a:pt x="102" y="166"/>
                    <a:pt x="103" y="166"/>
                    <a:pt x="103" y="166"/>
                  </a:cubicBezTo>
                  <a:lnTo>
                    <a:pt x="90" y="179"/>
                  </a:lnTo>
                  <a:cubicBezTo>
                    <a:pt x="84" y="183"/>
                    <a:pt x="84" y="183"/>
                    <a:pt x="86" y="185"/>
                  </a:cubicBezTo>
                  <a:lnTo>
                    <a:pt x="88" y="188"/>
                  </a:lnTo>
                  <a:cubicBezTo>
                    <a:pt x="90" y="186"/>
                    <a:pt x="91" y="185"/>
                    <a:pt x="93" y="185"/>
                  </a:cubicBezTo>
                  <a:cubicBezTo>
                    <a:pt x="97" y="185"/>
                    <a:pt x="101" y="189"/>
                    <a:pt x="106" y="194"/>
                  </a:cubicBezTo>
                  <a:cubicBezTo>
                    <a:pt x="113" y="201"/>
                    <a:pt x="116" y="205"/>
                    <a:pt x="120" y="205"/>
                  </a:cubicBezTo>
                  <a:cubicBezTo>
                    <a:pt x="121" y="205"/>
                    <a:pt x="123" y="203"/>
                    <a:pt x="125" y="201"/>
                  </a:cubicBezTo>
                  <a:cubicBezTo>
                    <a:pt x="127" y="199"/>
                    <a:pt x="129" y="198"/>
                    <a:pt x="130" y="198"/>
                  </a:cubicBezTo>
                  <a:cubicBezTo>
                    <a:pt x="131" y="198"/>
                    <a:pt x="131" y="200"/>
                    <a:pt x="130" y="206"/>
                  </a:cubicBezTo>
                  <a:cubicBezTo>
                    <a:pt x="122" y="223"/>
                    <a:pt x="120" y="229"/>
                    <a:pt x="121" y="229"/>
                  </a:cubicBezTo>
                  <a:cubicBezTo>
                    <a:pt x="122" y="229"/>
                    <a:pt x="123" y="227"/>
                    <a:pt x="125" y="226"/>
                  </a:cubicBezTo>
                  <a:cubicBezTo>
                    <a:pt x="124" y="225"/>
                    <a:pt x="130" y="218"/>
                    <a:pt x="135" y="212"/>
                  </a:cubicBezTo>
                  <a:cubicBezTo>
                    <a:pt x="141" y="206"/>
                    <a:pt x="144" y="204"/>
                    <a:pt x="145" y="204"/>
                  </a:cubicBezTo>
                  <a:lnTo>
                    <a:pt x="145" y="204"/>
                  </a:lnTo>
                  <a:cubicBezTo>
                    <a:pt x="145" y="204"/>
                    <a:pt x="143" y="207"/>
                    <a:pt x="137" y="214"/>
                  </a:cubicBezTo>
                  <a:cubicBezTo>
                    <a:pt x="130" y="223"/>
                    <a:pt x="137" y="230"/>
                    <a:pt x="147" y="230"/>
                  </a:cubicBezTo>
                  <a:cubicBezTo>
                    <a:pt x="151" y="230"/>
                    <a:pt x="156" y="229"/>
                    <a:pt x="160" y="225"/>
                  </a:cubicBezTo>
                  <a:lnTo>
                    <a:pt x="160" y="225"/>
                  </a:lnTo>
                  <a:lnTo>
                    <a:pt x="154" y="231"/>
                  </a:lnTo>
                  <a:cubicBezTo>
                    <a:pt x="149" y="238"/>
                    <a:pt x="150" y="239"/>
                    <a:pt x="154" y="244"/>
                  </a:cubicBezTo>
                  <a:lnTo>
                    <a:pt x="158" y="246"/>
                  </a:lnTo>
                  <a:cubicBezTo>
                    <a:pt x="161" y="242"/>
                    <a:pt x="164" y="241"/>
                    <a:pt x="165" y="241"/>
                  </a:cubicBezTo>
                  <a:cubicBezTo>
                    <a:pt x="169" y="241"/>
                    <a:pt x="168" y="248"/>
                    <a:pt x="164" y="253"/>
                  </a:cubicBezTo>
                  <a:cubicBezTo>
                    <a:pt x="160" y="260"/>
                    <a:pt x="160" y="260"/>
                    <a:pt x="162" y="262"/>
                  </a:cubicBezTo>
                  <a:cubicBezTo>
                    <a:pt x="166" y="259"/>
                    <a:pt x="169" y="258"/>
                    <a:pt x="171" y="258"/>
                  </a:cubicBezTo>
                  <a:cubicBezTo>
                    <a:pt x="176" y="258"/>
                    <a:pt x="174" y="266"/>
                    <a:pt x="170" y="271"/>
                  </a:cubicBezTo>
                  <a:lnTo>
                    <a:pt x="172" y="273"/>
                  </a:lnTo>
                  <a:cubicBezTo>
                    <a:pt x="176" y="270"/>
                    <a:pt x="178" y="269"/>
                    <a:pt x="179" y="269"/>
                  </a:cubicBezTo>
                  <a:cubicBezTo>
                    <a:pt x="181" y="269"/>
                    <a:pt x="182" y="270"/>
                    <a:pt x="182" y="271"/>
                  </a:cubicBezTo>
                  <a:cubicBezTo>
                    <a:pt x="184" y="272"/>
                    <a:pt x="185" y="273"/>
                    <a:pt x="186" y="273"/>
                  </a:cubicBezTo>
                  <a:cubicBezTo>
                    <a:pt x="187" y="273"/>
                    <a:pt x="189" y="272"/>
                    <a:pt x="191" y="267"/>
                  </a:cubicBezTo>
                  <a:cubicBezTo>
                    <a:pt x="197" y="260"/>
                    <a:pt x="203" y="255"/>
                    <a:pt x="204" y="255"/>
                  </a:cubicBezTo>
                  <a:lnTo>
                    <a:pt x="204" y="255"/>
                  </a:lnTo>
                  <a:lnTo>
                    <a:pt x="198" y="262"/>
                  </a:lnTo>
                  <a:cubicBezTo>
                    <a:pt x="192" y="268"/>
                    <a:pt x="196" y="272"/>
                    <a:pt x="200" y="275"/>
                  </a:cubicBezTo>
                  <a:cubicBezTo>
                    <a:pt x="206" y="281"/>
                    <a:pt x="208" y="283"/>
                    <a:pt x="204" y="291"/>
                  </a:cubicBezTo>
                  <a:lnTo>
                    <a:pt x="210" y="285"/>
                  </a:lnTo>
                  <a:cubicBezTo>
                    <a:pt x="213" y="283"/>
                    <a:pt x="215" y="282"/>
                    <a:pt x="216" y="282"/>
                  </a:cubicBezTo>
                  <a:cubicBezTo>
                    <a:pt x="217" y="282"/>
                    <a:pt x="216" y="284"/>
                    <a:pt x="213" y="287"/>
                  </a:cubicBezTo>
                  <a:cubicBezTo>
                    <a:pt x="209" y="292"/>
                    <a:pt x="211" y="296"/>
                    <a:pt x="214" y="296"/>
                  </a:cubicBezTo>
                  <a:cubicBezTo>
                    <a:pt x="216" y="296"/>
                    <a:pt x="217" y="295"/>
                    <a:pt x="219" y="294"/>
                  </a:cubicBezTo>
                  <a:lnTo>
                    <a:pt x="222" y="296"/>
                  </a:lnTo>
                  <a:cubicBezTo>
                    <a:pt x="216" y="304"/>
                    <a:pt x="214" y="309"/>
                    <a:pt x="217" y="309"/>
                  </a:cubicBezTo>
                  <a:cubicBezTo>
                    <a:pt x="218" y="309"/>
                    <a:pt x="222" y="306"/>
                    <a:pt x="227" y="301"/>
                  </a:cubicBezTo>
                  <a:lnTo>
                    <a:pt x="227" y="301"/>
                  </a:lnTo>
                  <a:cubicBezTo>
                    <a:pt x="222" y="308"/>
                    <a:pt x="223" y="309"/>
                    <a:pt x="224" y="310"/>
                  </a:cubicBezTo>
                  <a:cubicBezTo>
                    <a:pt x="226" y="309"/>
                    <a:pt x="228" y="308"/>
                    <a:pt x="229" y="308"/>
                  </a:cubicBezTo>
                  <a:cubicBezTo>
                    <a:pt x="233" y="308"/>
                    <a:pt x="235" y="312"/>
                    <a:pt x="231" y="317"/>
                  </a:cubicBezTo>
                  <a:lnTo>
                    <a:pt x="232" y="317"/>
                  </a:lnTo>
                  <a:cubicBezTo>
                    <a:pt x="236" y="314"/>
                    <a:pt x="238" y="313"/>
                    <a:pt x="239" y="313"/>
                  </a:cubicBezTo>
                  <a:cubicBezTo>
                    <a:pt x="240" y="313"/>
                    <a:pt x="240" y="313"/>
                    <a:pt x="241" y="313"/>
                  </a:cubicBezTo>
                  <a:cubicBezTo>
                    <a:pt x="241" y="314"/>
                    <a:pt x="242" y="314"/>
                    <a:pt x="242" y="314"/>
                  </a:cubicBezTo>
                  <a:cubicBezTo>
                    <a:pt x="244" y="314"/>
                    <a:pt x="246" y="313"/>
                    <a:pt x="250" y="310"/>
                  </a:cubicBezTo>
                  <a:cubicBezTo>
                    <a:pt x="254" y="306"/>
                    <a:pt x="256" y="305"/>
                    <a:pt x="257" y="305"/>
                  </a:cubicBezTo>
                  <a:cubicBezTo>
                    <a:pt x="257" y="305"/>
                    <a:pt x="257" y="305"/>
                    <a:pt x="257" y="305"/>
                  </a:cubicBezTo>
                  <a:cubicBezTo>
                    <a:pt x="259" y="306"/>
                    <a:pt x="252" y="312"/>
                    <a:pt x="245" y="318"/>
                  </a:cubicBezTo>
                  <a:cubicBezTo>
                    <a:pt x="241" y="320"/>
                    <a:pt x="240" y="322"/>
                    <a:pt x="242" y="322"/>
                  </a:cubicBezTo>
                  <a:cubicBezTo>
                    <a:pt x="244" y="322"/>
                    <a:pt x="248" y="320"/>
                    <a:pt x="255" y="315"/>
                  </a:cubicBezTo>
                  <a:cubicBezTo>
                    <a:pt x="262" y="311"/>
                    <a:pt x="266" y="308"/>
                    <a:pt x="266" y="308"/>
                  </a:cubicBezTo>
                  <a:lnTo>
                    <a:pt x="266" y="308"/>
                  </a:lnTo>
                  <a:cubicBezTo>
                    <a:pt x="267" y="308"/>
                    <a:pt x="263" y="311"/>
                    <a:pt x="256" y="317"/>
                  </a:cubicBezTo>
                  <a:cubicBezTo>
                    <a:pt x="251" y="321"/>
                    <a:pt x="246" y="325"/>
                    <a:pt x="247" y="325"/>
                  </a:cubicBezTo>
                  <a:cubicBezTo>
                    <a:pt x="248" y="325"/>
                    <a:pt x="249" y="324"/>
                    <a:pt x="251" y="323"/>
                  </a:cubicBezTo>
                  <a:cubicBezTo>
                    <a:pt x="251" y="323"/>
                    <a:pt x="251" y="323"/>
                    <a:pt x="251" y="323"/>
                  </a:cubicBezTo>
                  <a:cubicBezTo>
                    <a:pt x="252" y="323"/>
                    <a:pt x="255" y="323"/>
                    <a:pt x="259" y="319"/>
                  </a:cubicBezTo>
                  <a:lnTo>
                    <a:pt x="262" y="321"/>
                  </a:lnTo>
                  <a:cubicBezTo>
                    <a:pt x="259" y="330"/>
                    <a:pt x="260" y="331"/>
                    <a:pt x="261" y="332"/>
                  </a:cubicBezTo>
                  <a:cubicBezTo>
                    <a:pt x="264" y="330"/>
                    <a:pt x="266" y="328"/>
                    <a:pt x="266" y="328"/>
                  </a:cubicBezTo>
                  <a:lnTo>
                    <a:pt x="266" y="328"/>
                  </a:lnTo>
                  <a:cubicBezTo>
                    <a:pt x="267" y="328"/>
                    <a:pt x="265" y="330"/>
                    <a:pt x="263" y="333"/>
                  </a:cubicBezTo>
                  <a:cubicBezTo>
                    <a:pt x="261" y="336"/>
                    <a:pt x="259" y="338"/>
                    <a:pt x="260" y="338"/>
                  </a:cubicBezTo>
                  <a:cubicBezTo>
                    <a:pt x="261" y="338"/>
                    <a:pt x="264" y="336"/>
                    <a:pt x="270" y="329"/>
                  </a:cubicBezTo>
                  <a:cubicBezTo>
                    <a:pt x="273" y="326"/>
                    <a:pt x="275" y="325"/>
                    <a:pt x="275" y="325"/>
                  </a:cubicBezTo>
                  <a:cubicBezTo>
                    <a:pt x="276" y="325"/>
                    <a:pt x="276" y="327"/>
                    <a:pt x="273" y="331"/>
                  </a:cubicBezTo>
                  <a:cubicBezTo>
                    <a:pt x="266" y="339"/>
                    <a:pt x="264" y="343"/>
                    <a:pt x="265" y="343"/>
                  </a:cubicBezTo>
                  <a:cubicBezTo>
                    <a:pt x="265" y="343"/>
                    <a:pt x="267" y="342"/>
                    <a:pt x="269" y="339"/>
                  </a:cubicBezTo>
                  <a:cubicBezTo>
                    <a:pt x="274" y="335"/>
                    <a:pt x="275" y="334"/>
                    <a:pt x="276" y="334"/>
                  </a:cubicBezTo>
                  <a:cubicBezTo>
                    <a:pt x="276" y="334"/>
                    <a:pt x="277" y="335"/>
                    <a:pt x="277" y="335"/>
                  </a:cubicBezTo>
                  <a:cubicBezTo>
                    <a:pt x="271" y="341"/>
                    <a:pt x="281" y="350"/>
                    <a:pt x="291" y="359"/>
                  </a:cubicBezTo>
                  <a:cubicBezTo>
                    <a:pt x="291" y="359"/>
                    <a:pt x="291" y="359"/>
                    <a:pt x="292" y="359"/>
                  </a:cubicBezTo>
                  <a:cubicBezTo>
                    <a:pt x="293" y="359"/>
                    <a:pt x="299" y="354"/>
                    <a:pt x="305" y="348"/>
                  </a:cubicBezTo>
                  <a:cubicBezTo>
                    <a:pt x="309" y="342"/>
                    <a:pt x="310" y="340"/>
                    <a:pt x="310" y="340"/>
                  </a:cubicBezTo>
                  <a:lnTo>
                    <a:pt x="310" y="340"/>
                  </a:lnTo>
                  <a:cubicBezTo>
                    <a:pt x="310" y="340"/>
                    <a:pt x="308" y="344"/>
                    <a:pt x="306" y="349"/>
                  </a:cubicBezTo>
                  <a:cubicBezTo>
                    <a:pt x="297" y="360"/>
                    <a:pt x="294" y="365"/>
                    <a:pt x="295" y="365"/>
                  </a:cubicBezTo>
                  <a:cubicBezTo>
                    <a:pt x="296" y="365"/>
                    <a:pt x="301" y="361"/>
                    <a:pt x="308" y="351"/>
                  </a:cubicBezTo>
                  <a:lnTo>
                    <a:pt x="308" y="351"/>
                  </a:lnTo>
                  <a:cubicBezTo>
                    <a:pt x="306" y="356"/>
                    <a:pt x="305" y="358"/>
                    <a:pt x="306" y="358"/>
                  </a:cubicBezTo>
                  <a:cubicBezTo>
                    <a:pt x="306" y="358"/>
                    <a:pt x="308" y="356"/>
                    <a:pt x="310" y="354"/>
                  </a:cubicBezTo>
                  <a:cubicBezTo>
                    <a:pt x="313" y="350"/>
                    <a:pt x="314" y="349"/>
                    <a:pt x="315" y="349"/>
                  </a:cubicBezTo>
                  <a:lnTo>
                    <a:pt x="315" y="349"/>
                  </a:lnTo>
                  <a:cubicBezTo>
                    <a:pt x="315" y="349"/>
                    <a:pt x="314" y="351"/>
                    <a:pt x="311" y="355"/>
                  </a:cubicBezTo>
                  <a:cubicBezTo>
                    <a:pt x="309" y="360"/>
                    <a:pt x="306" y="366"/>
                    <a:pt x="307" y="366"/>
                  </a:cubicBezTo>
                  <a:cubicBezTo>
                    <a:pt x="307" y="366"/>
                    <a:pt x="308" y="365"/>
                    <a:pt x="309" y="364"/>
                  </a:cubicBezTo>
                  <a:lnTo>
                    <a:pt x="309" y="364"/>
                  </a:lnTo>
                  <a:cubicBezTo>
                    <a:pt x="309" y="364"/>
                    <a:pt x="310" y="365"/>
                    <a:pt x="306" y="372"/>
                  </a:cubicBezTo>
                  <a:cubicBezTo>
                    <a:pt x="304" y="374"/>
                    <a:pt x="304" y="375"/>
                    <a:pt x="305" y="375"/>
                  </a:cubicBezTo>
                  <a:cubicBezTo>
                    <a:pt x="306" y="375"/>
                    <a:pt x="310" y="372"/>
                    <a:pt x="315" y="368"/>
                  </a:cubicBezTo>
                  <a:cubicBezTo>
                    <a:pt x="321" y="364"/>
                    <a:pt x="324" y="361"/>
                    <a:pt x="325" y="361"/>
                  </a:cubicBezTo>
                  <a:cubicBezTo>
                    <a:pt x="327" y="361"/>
                    <a:pt x="324" y="365"/>
                    <a:pt x="318" y="372"/>
                  </a:cubicBezTo>
                  <a:cubicBezTo>
                    <a:pt x="312" y="377"/>
                    <a:pt x="312" y="380"/>
                    <a:pt x="314" y="380"/>
                  </a:cubicBezTo>
                  <a:cubicBezTo>
                    <a:pt x="316" y="380"/>
                    <a:pt x="322" y="376"/>
                    <a:pt x="328" y="369"/>
                  </a:cubicBezTo>
                  <a:cubicBezTo>
                    <a:pt x="335" y="362"/>
                    <a:pt x="338" y="359"/>
                    <a:pt x="338" y="359"/>
                  </a:cubicBezTo>
                  <a:lnTo>
                    <a:pt x="338" y="359"/>
                  </a:lnTo>
                  <a:cubicBezTo>
                    <a:pt x="339" y="359"/>
                    <a:pt x="337" y="361"/>
                    <a:pt x="335" y="364"/>
                  </a:cubicBezTo>
                  <a:cubicBezTo>
                    <a:pt x="329" y="370"/>
                    <a:pt x="330" y="372"/>
                    <a:pt x="330" y="372"/>
                  </a:cubicBezTo>
                  <a:cubicBezTo>
                    <a:pt x="332" y="373"/>
                    <a:pt x="333" y="374"/>
                    <a:pt x="328" y="381"/>
                  </a:cubicBezTo>
                  <a:cubicBezTo>
                    <a:pt x="328" y="381"/>
                    <a:pt x="328" y="381"/>
                    <a:pt x="329" y="381"/>
                  </a:cubicBezTo>
                  <a:cubicBezTo>
                    <a:pt x="329" y="381"/>
                    <a:pt x="331" y="380"/>
                    <a:pt x="336" y="376"/>
                  </a:cubicBezTo>
                  <a:cubicBezTo>
                    <a:pt x="340" y="373"/>
                    <a:pt x="343" y="371"/>
                    <a:pt x="344" y="371"/>
                  </a:cubicBezTo>
                  <a:cubicBezTo>
                    <a:pt x="348" y="371"/>
                    <a:pt x="345" y="379"/>
                    <a:pt x="338" y="389"/>
                  </a:cubicBezTo>
                  <a:lnTo>
                    <a:pt x="345" y="385"/>
                  </a:lnTo>
                  <a:cubicBezTo>
                    <a:pt x="353" y="377"/>
                    <a:pt x="358" y="372"/>
                    <a:pt x="359" y="372"/>
                  </a:cubicBezTo>
                  <a:lnTo>
                    <a:pt x="359" y="372"/>
                  </a:lnTo>
                  <a:cubicBezTo>
                    <a:pt x="359" y="372"/>
                    <a:pt x="357" y="374"/>
                    <a:pt x="353" y="379"/>
                  </a:cubicBezTo>
                  <a:lnTo>
                    <a:pt x="348" y="386"/>
                  </a:lnTo>
                  <a:cubicBezTo>
                    <a:pt x="352" y="382"/>
                    <a:pt x="354" y="381"/>
                    <a:pt x="355" y="381"/>
                  </a:cubicBezTo>
                  <a:cubicBezTo>
                    <a:pt x="358" y="381"/>
                    <a:pt x="355" y="389"/>
                    <a:pt x="348" y="398"/>
                  </a:cubicBezTo>
                  <a:cubicBezTo>
                    <a:pt x="343" y="404"/>
                    <a:pt x="343" y="404"/>
                    <a:pt x="344" y="405"/>
                  </a:cubicBezTo>
                  <a:lnTo>
                    <a:pt x="349" y="398"/>
                  </a:lnTo>
                  <a:cubicBezTo>
                    <a:pt x="355" y="392"/>
                    <a:pt x="359" y="386"/>
                    <a:pt x="360" y="386"/>
                  </a:cubicBezTo>
                  <a:cubicBezTo>
                    <a:pt x="360" y="386"/>
                    <a:pt x="361" y="386"/>
                    <a:pt x="361" y="386"/>
                  </a:cubicBezTo>
                  <a:cubicBezTo>
                    <a:pt x="362" y="387"/>
                    <a:pt x="363" y="388"/>
                    <a:pt x="358" y="395"/>
                  </a:cubicBezTo>
                  <a:cubicBezTo>
                    <a:pt x="355" y="401"/>
                    <a:pt x="352" y="407"/>
                    <a:pt x="353" y="407"/>
                  </a:cubicBezTo>
                  <a:cubicBezTo>
                    <a:pt x="353" y="407"/>
                    <a:pt x="354" y="406"/>
                    <a:pt x="355" y="404"/>
                  </a:cubicBezTo>
                  <a:lnTo>
                    <a:pt x="355" y="404"/>
                  </a:lnTo>
                  <a:cubicBezTo>
                    <a:pt x="355" y="404"/>
                    <a:pt x="356" y="405"/>
                    <a:pt x="352" y="412"/>
                  </a:cubicBezTo>
                  <a:lnTo>
                    <a:pt x="356" y="416"/>
                  </a:lnTo>
                  <a:cubicBezTo>
                    <a:pt x="359" y="414"/>
                    <a:pt x="361" y="413"/>
                    <a:pt x="362" y="413"/>
                  </a:cubicBezTo>
                  <a:cubicBezTo>
                    <a:pt x="363" y="413"/>
                    <a:pt x="363" y="415"/>
                    <a:pt x="360" y="419"/>
                  </a:cubicBezTo>
                  <a:cubicBezTo>
                    <a:pt x="360" y="419"/>
                    <a:pt x="360" y="419"/>
                    <a:pt x="361" y="419"/>
                  </a:cubicBezTo>
                  <a:cubicBezTo>
                    <a:pt x="362" y="419"/>
                    <a:pt x="365" y="418"/>
                    <a:pt x="369" y="415"/>
                  </a:cubicBezTo>
                  <a:lnTo>
                    <a:pt x="369" y="415"/>
                  </a:lnTo>
                  <a:cubicBezTo>
                    <a:pt x="371" y="418"/>
                    <a:pt x="372" y="419"/>
                    <a:pt x="366" y="425"/>
                  </a:cubicBezTo>
                  <a:cubicBezTo>
                    <a:pt x="364" y="429"/>
                    <a:pt x="363" y="431"/>
                    <a:pt x="363" y="431"/>
                  </a:cubicBezTo>
                  <a:cubicBezTo>
                    <a:pt x="363" y="431"/>
                    <a:pt x="365" y="429"/>
                    <a:pt x="367" y="426"/>
                  </a:cubicBezTo>
                  <a:cubicBezTo>
                    <a:pt x="371" y="422"/>
                    <a:pt x="373" y="420"/>
                    <a:pt x="374" y="420"/>
                  </a:cubicBezTo>
                  <a:cubicBezTo>
                    <a:pt x="375" y="420"/>
                    <a:pt x="375" y="421"/>
                    <a:pt x="375" y="421"/>
                  </a:cubicBezTo>
                  <a:lnTo>
                    <a:pt x="378" y="423"/>
                  </a:lnTo>
                  <a:cubicBezTo>
                    <a:pt x="381" y="418"/>
                    <a:pt x="383" y="417"/>
                    <a:pt x="383" y="417"/>
                  </a:cubicBezTo>
                  <a:cubicBezTo>
                    <a:pt x="384" y="417"/>
                    <a:pt x="384" y="417"/>
                    <a:pt x="384" y="418"/>
                  </a:cubicBezTo>
                  <a:cubicBezTo>
                    <a:pt x="385" y="419"/>
                    <a:pt x="383" y="428"/>
                    <a:pt x="384" y="429"/>
                  </a:cubicBezTo>
                  <a:cubicBezTo>
                    <a:pt x="386" y="430"/>
                    <a:pt x="386" y="431"/>
                    <a:pt x="387" y="431"/>
                  </a:cubicBezTo>
                  <a:cubicBezTo>
                    <a:pt x="388" y="431"/>
                    <a:pt x="389" y="429"/>
                    <a:pt x="392" y="424"/>
                  </a:cubicBezTo>
                  <a:cubicBezTo>
                    <a:pt x="391" y="424"/>
                    <a:pt x="393" y="421"/>
                    <a:pt x="394" y="421"/>
                  </a:cubicBezTo>
                  <a:cubicBezTo>
                    <a:pt x="394" y="421"/>
                    <a:pt x="395" y="422"/>
                    <a:pt x="393" y="425"/>
                  </a:cubicBezTo>
                  <a:cubicBezTo>
                    <a:pt x="394" y="426"/>
                    <a:pt x="392" y="435"/>
                    <a:pt x="395" y="439"/>
                  </a:cubicBezTo>
                  <a:cubicBezTo>
                    <a:pt x="397" y="440"/>
                    <a:pt x="398" y="441"/>
                    <a:pt x="399" y="441"/>
                  </a:cubicBezTo>
                  <a:cubicBezTo>
                    <a:pt x="401" y="441"/>
                    <a:pt x="402" y="439"/>
                    <a:pt x="406" y="435"/>
                  </a:cubicBezTo>
                  <a:cubicBezTo>
                    <a:pt x="410" y="428"/>
                    <a:pt x="412" y="425"/>
                    <a:pt x="413" y="425"/>
                  </a:cubicBezTo>
                  <a:lnTo>
                    <a:pt x="413" y="425"/>
                  </a:lnTo>
                  <a:cubicBezTo>
                    <a:pt x="413" y="425"/>
                    <a:pt x="411" y="429"/>
                    <a:pt x="407" y="437"/>
                  </a:cubicBezTo>
                  <a:cubicBezTo>
                    <a:pt x="402" y="446"/>
                    <a:pt x="400" y="451"/>
                    <a:pt x="401" y="451"/>
                  </a:cubicBezTo>
                  <a:cubicBezTo>
                    <a:pt x="402" y="451"/>
                    <a:pt x="403" y="449"/>
                    <a:pt x="406" y="447"/>
                  </a:cubicBezTo>
                  <a:cubicBezTo>
                    <a:pt x="410" y="442"/>
                    <a:pt x="411" y="441"/>
                    <a:pt x="411" y="441"/>
                  </a:cubicBezTo>
                  <a:cubicBezTo>
                    <a:pt x="412" y="441"/>
                    <a:pt x="412" y="441"/>
                    <a:pt x="412" y="441"/>
                  </a:cubicBezTo>
                  <a:cubicBezTo>
                    <a:pt x="410" y="445"/>
                    <a:pt x="409" y="447"/>
                    <a:pt x="410" y="447"/>
                  </a:cubicBezTo>
                  <a:cubicBezTo>
                    <a:pt x="411" y="447"/>
                    <a:pt x="413" y="446"/>
                    <a:pt x="416" y="444"/>
                  </a:cubicBezTo>
                  <a:lnTo>
                    <a:pt x="416" y="444"/>
                  </a:lnTo>
                  <a:cubicBezTo>
                    <a:pt x="417" y="446"/>
                    <a:pt x="417" y="446"/>
                    <a:pt x="412" y="452"/>
                  </a:cubicBezTo>
                  <a:lnTo>
                    <a:pt x="415" y="453"/>
                  </a:lnTo>
                  <a:cubicBezTo>
                    <a:pt x="418" y="450"/>
                    <a:pt x="421" y="449"/>
                    <a:pt x="423" y="449"/>
                  </a:cubicBezTo>
                  <a:cubicBezTo>
                    <a:pt x="428" y="449"/>
                    <a:pt x="428" y="457"/>
                    <a:pt x="425" y="462"/>
                  </a:cubicBezTo>
                  <a:cubicBezTo>
                    <a:pt x="425" y="462"/>
                    <a:pt x="425" y="462"/>
                    <a:pt x="425" y="462"/>
                  </a:cubicBezTo>
                  <a:cubicBezTo>
                    <a:pt x="426" y="462"/>
                    <a:pt x="428" y="462"/>
                    <a:pt x="432" y="458"/>
                  </a:cubicBezTo>
                  <a:cubicBezTo>
                    <a:pt x="438" y="451"/>
                    <a:pt x="441" y="448"/>
                    <a:pt x="442" y="448"/>
                  </a:cubicBezTo>
                  <a:lnTo>
                    <a:pt x="442" y="448"/>
                  </a:lnTo>
                  <a:cubicBezTo>
                    <a:pt x="442" y="448"/>
                    <a:pt x="440" y="452"/>
                    <a:pt x="435" y="459"/>
                  </a:cubicBezTo>
                  <a:cubicBezTo>
                    <a:pt x="429" y="466"/>
                    <a:pt x="426" y="469"/>
                    <a:pt x="426" y="469"/>
                  </a:cubicBezTo>
                  <a:cubicBezTo>
                    <a:pt x="427" y="469"/>
                    <a:pt x="430" y="466"/>
                    <a:pt x="436" y="460"/>
                  </a:cubicBezTo>
                  <a:cubicBezTo>
                    <a:pt x="437" y="459"/>
                    <a:pt x="439" y="458"/>
                    <a:pt x="440" y="458"/>
                  </a:cubicBezTo>
                  <a:cubicBezTo>
                    <a:pt x="443" y="458"/>
                    <a:pt x="444" y="463"/>
                    <a:pt x="436" y="471"/>
                  </a:cubicBezTo>
                  <a:lnTo>
                    <a:pt x="426" y="486"/>
                  </a:lnTo>
                  <a:cubicBezTo>
                    <a:pt x="431" y="481"/>
                    <a:pt x="433" y="480"/>
                    <a:pt x="433" y="480"/>
                  </a:cubicBezTo>
                  <a:cubicBezTo>
                    <a:pt x="434" y="480"/>
                    <a:pt x="434" y="480"/>
                    <a:pt x="434" y="480"/>
                  </a:cubicBezTo>
                  <a:cubicBezTo>
                    <a:pt x="436" y="477"/>
                    <a:pt x="438" y="475"/>
                    <a:pt x="439" y="475"/>
                  </a:cubicBezTo>
                  <a:cubicBezTo>
                    <a:pt x="440" y="475"/>
                    <a:pt x="441" y="476"/>
                    <a:pt x="443" y="477"/>
                  </a:cubicBezTo>
                  <a:cubicBezTo>
                    <a:pt x="443" y="478"/>
                    <a:pt x="445" y="478"/>
                    <a:pt x="447" y="478"/>
                  </a:cubicBezTo>
                  <a:cubicBezTo>
                    <a:pt x="450" y="478"/>
                    <a:pt x="453" y="478"/>
                    <a:pt x="455" y="478"/>
                  </a:cubicBezTo>
                  <a:cubicBezTo>
                    <a:pt x="456" y="478"/>
                    <a:pt x="457" y="478"/>
                    <a:pt x="457" y="478"/>
                  </a:cubicBezTo>
                  <a:cubicBezTo>
                    <a:pt x="459" y="480"/>
                    <a:pt x="463" y="483"/>
                    <a:pt x="459" y="490"/>
                  </a:cubicBezTo>
                  <a:cubicBezTo>
                    <a:pt x="460" y="491"/>
                    <a:pt x="460" y="491"/>
                    <a:pt x="461" y="491"/>
                  </a:cubicBezTo>
                  <a:cubicBezTo>
                    <a:pt x="463" y="491"/>
                    <a:pt x="465" y="491"/>
                    <a:pt x="468" y="488"/>
                  </a:cubicBezTo>
                  <a:cubicBezTo>
                    <a:pt x="471" y="485"/>
                    <a:pt x="473" y="484"/>
                    <a:pt x="474" y="484"/>
                  </a:cubicBezTo>
                  <a:cubicBezTo>
                    <a:pt x="476" y="484"/>
                    <a:pt x="475" y="487"/>
                    <a:pt x="472" y="490"/>
                  </a:cubicBezTo>
                  <a:lnTo>
                    <a:pt x="473" y="492"/>
                  </a:lnTo>
                  <a:cubicBezTo>
                    <a:pt x="478" y="488"/>
                    <a:pt x="481" y="487"/>
                    <a:pt x="481" y="487"/>
                  </a:cubicBezTo>
                  <a:cubicBezTo>
                    <a:pt x="482" y="487"/>
                    <a:pt x="482" y="487"/>
                    <a:pt x="482" y="487"/>
                  </a:cubicBezTo>
                  <a:cubicBezTo>
                    <a:pt x="478" y="492"/>
                    <a:pt x="475" y="498"/>
                    <a:pt x="476" y="498"/>
                  </a:cubicBezTo>
                  <a:cubicBezTo>
                    <a:pt x="477" y="498"/>
                    <a:pt x="478" y="497"/>
                    <a:pt x="480" y="496"/>
                  </a:cubicBezTo>
                  <a:cubicBezTo>
                    <a:pt x="482" y="492"/>
                    <a:pt x="484" y="491"/>
                    <a:pt x="485" y="491"/>
                  </a:cubicBezTo>
                  <a:cubicBezTo>
                    <a:pt x="486" y="491"/>
                    <a:pt x="487" y="491"/>
                    <a:pt x="487" y="492"/>
                  </a:cubicBezTo>
                  <a:cubicBezTo>
                    <a:pt x="485" y="500"/>
                    <a:pt x="515" y="525"/>
                    <a:pt x="525" y="525"/>
                  </a:cubicBezTo>
                  <a:cubicBezTo>
                    <a:pt x="526" y="525"/>
                    <a:pt x="527" y="525"/>
                    <a:pt x="528" y="524"/>
                  </a:cubicBezTo>
                  <a:lnTo>
                    <a:pt x="531" y="527"/>
                  </a:lnTo>
                  <a:lnTo>
                    <a:pt x="535" y="530"/>
                  </a:lnTo>
                  <a:cubicBezTo>
                    <a:pt x="529" y="538"/>
                    <a:pt x="530" y="541"/>
                    <a:pt x="534" y="541"/>
                  </a:cubicBezTo>
                  <a:cubicBezTo>
                    <a:pt x="536" y="541"/>
                    <a:pt x="540" y="539"/>
                    <a:pt x="544" y="538"/>
                  </a:cubicBezTo>
                  <a:cubicBezTo>
                    <a:pt x="548" y="534"/>
                    <a:pt x="550" y="533"/>
                    <a:pt x="551" y="533"/>
                  </a:cubicBezTo>
                  <a:cubicBezTo>
                    <a:pt x="552" y="533"/>
                    <a:pt x="552" y="533"/>
                    <a:pt x="553" y="533"/>
                  </a:cubicBezTo>
                  <a:cubicBezTo>
                    <a:pt x="545" y="543"/>
                    <a:pt x="545" y="547"/>
                    <a:pt x="548" y="547"/>
                  </a:cubicBezTo>
                  <a:cubicBezTo>
                    <a:pt x="549" y="547"/>
                    <a:pt x="551" y="547"/>
                    <a:pt x="554" y="545"/>
                  </a:cubicBezTo>
                  <a:cubicBezTo>
                    <a:pt x="559" y="539"/>
                    <a:pt x="562" y="536"/>
                    <a:pt x="563" y="536"/>
                  </a:cubicBezTo>
                  <a:lnTo>
                    <a:pt x="563" y="536"/>
                  </a:lnTo>
                  <a:cubicBezTo>
                    <a:pt x="563" y="536"/>
                    <a:pt x="561" y="540"/>
                    <a:pt x="556" y="547"/>
                  </a:cubicBezTo>
                  <a:cubicBezTo>
                    <a:pt x="551" y="553"/>
                    <a:pt x="549" y="557"/>
                    <a:pt x="550" y="557"/>
                  </a:cubicBezTo>
                  <a:cubicBezTo>
                    <a:pt x="552" y="557"/>
                    <a:pt x="556" y="553"/>
                    <a:pt x="565" y="543"/>
                  </a:cubicBezTo>
                  <a:cubicBezTo>
                    <a:pt x="568" y="541"/>
                    <a:pt x="570" y="539"/>
                    <a:pt x="570" y="539"/>
                  </a:cubicBezTo>
                  <a:lnTo>
                    <a:pt x="570" y="539"/>
                  </a:lnTo>
                  <a:cubicBezTo>
                    <a:pt x="571" y="539"/>
                    <a:pt x="570" y="541"/>
                    <a:pt x="567" y="545"/>
                  </a:cubicBezTo>
                  <a:cubicBezTo>
                    <a:pt x="562" y="554"/>
                    <a:pt x="561" y="558"/>
                    <a:pt x="562" y="558"/>
                  </a:cubicBezTo>
                  <a:cubicBezTo>
                    <a:pt x="562" y="558"/>
                    <a:pt x="563" y="557"/>
                    <a:pt x="565" y="554"/>
                  </a:cubicBezTo>
                  <a:cubicBezTo>
                    <a:pt x="570" y="548"/>
                    <a:pt x="573" y="545"/>
                    <a:pt x="574" y="545"/>
                  </a:cubicBezTo>
                  <a:cubicBezTo>
                    <a:pt x="575" y="545"/>
                    <a:pt x="573" y="549"/>
                    <a:pt x="568" y="557"/>
                  </a:cubicBezTo>
                  <a:cubicBezTo>
                    <a:pt x="564" y="565"/>
                    <a:pt x="562" y="569"/>
                    <a:pt x="563" y="569"/>
                  </a:cubicBezTo>
                  <a:cubicBezTo>
                    <a:pt x="564" y="569"/>
                    <a:pt x="566" y="566"/>
                    <a:pt x="572" y="560"/>
                  </a:cubicBezTo>
                  <a:cubicBezTo>
                    <a:pt x="576" y="554"/>
                    <a:pt x="580" y="552"/>
                    <a:pt x="582" y="552"/>
                  </a:cubicBezTo>
                  <a:cubicBezTo>
                    <a:pt x="584" y="552"/>
                    <a:pt x="584" y="557"/>
                    <a:pt x="578" y="566"/>
                  </a:cubicBezTo>
                  <a:cubicBezTo>
                    <a:pt x="579" y="566"/>
                    <a:pt x="578" y="569"/>
                    <a:pt x="579" y="569"/>
                  </a:cubicBezTo>
                  <a:cubicBezTo>
                    <a:pt x="579" y="569"/>
                    <a:pt x="580" y="569"/>
                    <a:pt x="582" y="567"/>
                  </a:cubicBezTo>
                  <a:lnTo>
                    <a:pt x="582" y="567"/>
                  </a:lnTo>
                  <a:lnTo>
                    <a:pt x="577" y="575"/>
                  </a:lnTo>
                  <a:lnTo>
                    <a:pt x="579" y="577"/>
                  </a:lnTo>
                  <a:lnTo>
                    <a:pt x="585" y="570"/>
                  </a:lnTo>
                  <a:cubicBezTo>
                    <a:pt x="586" y="571"/>
                    <a:pt x="587" y="584"/>
                    <a:pt x="596" y="589"/>
                  </a:cubicBezTo>
                  <a:cubicBezTo>
                    <a:pt x="604" y="595"/>
                    <a:pt x="607" y="598"/>
                    <a:pt x="610" y="598"/>
                  </a:cubicBezTo>
                  <a:cubicBezTo>
                    <a:pt x="612" y="598"/>
                    <a:pt x="613" y="597"/>
                    <a:pt x="614" y="594"/>
                  </a:cubicBezTo>
                  <a:cubicBezTo>
                    <a:pt x="619" y="587"/>
                    <a:pt x="621" y="583"/>
                    <a:pt x="622" y="583"/>
                  </a:cubicBezTo>
                  <a:cubicBezTo>
                    <a:pt x="623" y="583"/>
                    <a:pt x="622" y="587"/>
                    <a:pt x="618" y="595"/>
                  </a:cubicBezTo>
                  <a:cubicBezTo>
                    <a:pt x="619" y="596"/>
                    <a:pt x="615" y="605"/>
                    <a:pt x="618" y="607"/>
                  </a:cubicBezTo>
                  <a:cubicBezTo>
                    <a:pt x="620" y="608"/>
                    <a:pt x="622" y="610"/>
                    <a:pt x="618" y="617"/>
                  </a:cubicBezTo>
                  <a:lnTo>
                    <a:pt x="619" y="618"/>
                  </a:lnTo>
                  <a:cubicBezTo>
                    <a:pt x="624" y="613"/>
                    <a:pt x="628" y="611"/>
                    <a:pt x="631" y="611"/>
                  </a:cubicBezTo>
                  <a:cubicBezTo>
                    <a:pt x="635" y="611"/>
                    <a:pt x="637" y="616"/>
                    <a:pt x="637" y="622"/>
                  </a:cubicBezTo>
                  <a:cubicBezTo>
                    <a:pt x="638" y="622"/>
                    <a:pt x="638" y="623"/>
                    <a:pt x="639" y="623"/>
                  </a:cubicBezTo>
                  <a:cubicBezTo>
                    <a:pt x="641" y="623"/>
                    <a:pt x="643" y="622"/>
                    <a:pt x="647" y="618"/>
                  </a:cubicBezTo>
                  <a:cubicBezTo>
                    <a:pt x="650" y="616"/>
                    <a:pt x="652" y="615"/>
                    <a:pt x="653" y="615"/>
                  </a:cubicBezTo>
                  <a:cubicBezTo>
                    <a:pt x="654" y="615"/>
                    <a:pt x="653" y="617"/>
                    <a:pt x="650" y="622"/>
                  </a:cubicBezTo>
                  <a:cubicBezTo>
                    <a:pt x="647" y="626"/>
                    <a:pt x="647" y="633"/>
                    <a:pt x="651" y="633"/>
                  </a:cubicBezTo>
                  <a:cubicBezTo>
                    <a:pt x="652" y="633"/>
                    <a:pt x="655" y="632"/>
                    <a:pt x="658" y="627"/>
                  </a:cubicBezTo>
                  <a:lnTo>
                    <a:pt x="658" y="627"/>
                  </a:lnTo>
                  <a:lnTo>
                    <a:pt x="653" y="635"/>
                  </a:lnTo>
                  <a:cubicBezTo>
                    <a:pt x="652" y="638"/>
                    <a:pt x="652" y="639"/>
                    <a:pt x="653" y="639"/>
                  </a:cubicBezTo>
                  <a:cubicBezTo>
                    <a:pt x="654" y="639"/>
                    <a:pt x="658" y="634"/>
                    <a:pt x="661" y="630"/>
                  </a:cubicBezTo>
                  <a:cubicBezTo>
                    <a:pt x="666" y="624"/>
                    <a:pt x="668" y="620"/>
                    <a:pt x="669" y="620"/>
                  </a:cubicBezTo>
                  <a:lnTo>
                    <a:pt x="669" y="620"/>
                  </a:lnTo>
                  <a:cubicBezTo>
                    <a:pt x="669" y="620"/>
                    <a:pt x="666" y="626"/>
                    <a:pt x="658" y="639"/>
                  </a:cubicBezTo>
                  <a:cubicBezTo>
                    <a:pt x="652" y="647"/>
                    <a:pt x="651" y="650"/>
                    <a:pt x="651" y="650"/>
                  </a:cubicBezTo>
                  <a:cubicBezTo>
                    <a:pt x="652" y="650"/>
                    <a:pt x="653" y="649"/>
                    <a:pt x="655" y="646"/>
                  </a:cubicBezTo>
                  <a:cubicBezTo>
                    <a:pt x="659" y="642"/>
                    <a:pt x="663" y="638"/>
                    <a:pt x="664" y="638"/>
                  </a:cubicBezTo>
                  <a:cubicBezTo>
                    <a:pt x="665" y="638"/>
                    <a:pt x="665" y="639"/>
                    <a:pt x="664" y="642"/>
                  </a:cubicBezTo>
                  <a:cubicBezTo>
                    <a:pt x="664" y="642"/>
                    <a:pt x="664" y="642"/>
                    <a:pt x="665" y="642"/>
                  </a:cubicBezTo>
                  <a:cubicBezTo>
                    <a:pt x="666" y="642"/>
                    <a:pt x="668" y="640"/>
                    <a:pt x="675" y="630"/>
                  </a:cubicBezTo>
                  <a:cubicBezTo>
                    <a:pt x="678" y="625"/>
                    <a:pt x="680" y="624"/>
                    <a:pt x="681" y="624"/>
                  </a:cubicBezTo>
                  <a:cubicBezTo>
                    <a:pt x="682" y="624"/>
                    <a:pt x="682" y="625"/>
                    <a:pt x="683" y="625"/>
                  </a:cubicBezTo>
                  <a:cubicBezTo>
                    <a:pt x="679" y="630"/>
                    <a:pt x="676" y="634"/>
                    <a:pt x="671" y="637"/>
                  </a:cubicBezTo>
                  <a:lnTo>
                    <a:pt x="674" y="640"/>
                  </a:lnTo>
                  <a:cubicBezTo>
                    <a:pt x="675" y="641"/>
                    <a:pt x="673" y="649"/>
                    <a:pt x="668" y="656"/>
                  </a:cubicBezTo>
                  <a:cubicBezTo>
                    <a:pt x="666" y="660"/>
                    <a:pt x="665" y="662"/>
                    <a:pt x="666" y="662"/>
                  </a:cubicBezTo>
                  <a:cubicBezTo>
                    <a:pt x="666" y="662"/>
                    <a:pt x="668" y="658"/>
                    <a:pt x="674" y="650"/>
                  </a:cubicBezTo>
                  <a:cubicBezTo>
                    <a:pt x="681" y="639"/>
                    <a:pt x="683" y="637"/>
                    <a:pt x="685" y="637"/>
                  </a:cubicBezTo>
                  <a:cubicBezTo>
                    <a:pt x="685" y="637"/>
                    <a:pt x="685" y="637"/>
                    <a:pt x="686" y="637"/>
                  </a:cubicBezTo>
                  <a:cubicBezTo>
                    <a:pt x="687" y="639"/>
                    <a:pt x="688" y="640"/>
                    <a:pt x="683" y="646"/>
                  </a:cubicBezTo>
                  <a:cubicBezTo>
                    <a:pt x="678" y="653"/>
                    <a:pt x="678" y="653"/>
                    <a:pt x="680" y="655"/>
                  </a:cubicBezTo>
                  <a:cubicBezTo>
                    <a:pt x="681" y="655"/>
                    <a:pt x="681" y="656"/>
                    <a:pt x="681" y="656"/>
                  </a:cubicBezTo>
                  <a:cubicBezTo>
                    <a:pt x="686" y="656"/>
                    <a:pt x="703" y="639"/>
                    <a:pt x="713" y="627"/>
                  </a:cubicBezTo>
                  <a:cubicBezTo>
                    <a:pt x="718" y="620"/>
                    <a:pt x="720" y="616"/>
                    <a:pt x="721" y="616"/>
                  </a:cubicBezTo>
                  <a:lnTo>
                    <a:pt x="721" y="616"/>
                  </a:lnTo>
                  <a:cubicBezTo>
                    <a:pt x="721" y="616"/>
                    <a:pt x="719" y="620"/>
                    <a:pt x="714" y="627"/>
                  </a:cubicBezTo>
                  <a:cubicBezTo>
                    <a:pt x="710" y="635"/>
                    <a:pt x="711" y="635"/>
                    <a:pt x="712" y="636"/>
                  </a:cubicBezTo>
                  <a:cubicBezTo>
                    <a:pt x="713" y="634"/>
                    <a:pt x="714" y="634"/>
                    <a:pt x="714" y="634"/>
                  </a:cubicBezTo>
                  <a:lnTo>
                    <a:pt x="714" y="634"/>
                  </a:lnTo>
                  <a:cubicBezTo>
                    <a:pt x="714" y="634"/>
                    <a:pt x="713" y="636"/>
                    <a:pt x="712" y="636"/>
                  </a:cubicBezTo>
                  <a:cubicBezTo>
                    <a:pt x="712" y="636"/>
                    <a:pt x="712" y="636"/>
                    <a:pt x="712" y="636"/>
                  </a:cubicBezTo>
                  <a:cubicBezTo>
                    <a:pt x="709" y="641"/>
                    <a:pt x="707" y="642"/>
                    <a:pt x="706" y="642"/>
                  </a:cubicBezTo>
                  <a:cubicBezTo>
                    <a:pt x="706" y="642"/>
                    <a:pt x="705" y="642"/>
                    <a:pt x="705" y="642"/>
                  </a:cubicBezTo>
                  <a:lnTo>
                    <a:pt x="699" y="649"/>
                  </a:lnTo>
                  <a:cubicBezTo>
                    <a:pt x="695" y="656"/>
                    <a:pt x="693" y="660"/>
                    <a:pt x="694" y="660"/>
                  </a:cubicBezTo>
                  <a:cubicBezTo>
                    <a:pt x="695" y="660"/>
                    <a:pt x="698" y="657"/>
                    <a:pt x="703" y="651"/>
                  </a:cubicBezTo>
                  <a:cubicBezTo>
                    <a:pt x="706" y="648"/>
                    <a:pt x="708" y="647"/>
                    <a:pt x="708" y="647"/>
                  </a:cubicBezTo>
                  <a:lnTo>
                    <a:pt x="708" y="647"/>
                  </a:lnTo>
                  <a:cubicBezTo>
                    <a:pt x="709" y="647"/>
                    <a:pt x="707" y="649"/>
                    <a:pt x="705" y="653"/>
                  </a:cubicBezTo>
                  <a:cubicBezTo>
                    <a:pt x="703" y="659"/>
                    <a:pt x="700" y="665"/>
                    <a:pt x="701" y="665"/>
                  </a:cubicBezTo>
                  <a:cubicBezTo>
                    <a:pt x="701" y="665"/>
                    <a:pt x="702" y="664"/>
                    <a:pt x="703" y="662"/>
                  </a:cubicBezTo>
                  <a:lnTo>
                    <a:pt x="703" y="662"/>
                  </a:lnTo>
                  <a:cubicBezTo>
                    <a:pt x="703" y="662"/>
                    <a:pt x="705" y="663"/>
                    <a:pt x="702" y="671"/>
                  </a:cubicBezTo>
                  <a:cubicBezTo>
                    <a:pt x="703" y="672"/>
                    <a:pt x="703" y="673"/>
                    <a:pt x="704" y="673"/>
                  </a:cubicBezTo>
                  <a:cubicBezTo>
                    <a:pt x="706" y="673"/>
                    <a:pt x="707" y="671"/>
                    <a:pt x="710" y="668"/>
                  </a:cubicBezTo>
                  <a:cubicBezTo>
                    <a:pt x="714" y="663"/>
                    <a:pt x="715" y="662"/>
                    <a:pt x="716" y="662"/>
                  </a:cubicBezTo>
                  <a:cubicBezTo>
                    <a:pt x="717" y="662"/>
                    <a:pt x="717" y="662"/>
                    <a:pt x="717" y="662"/>
                  </a:cubicBezTo>
                  <a:cubicBezTo>
                    <a:pt x="718" y="662"/>
                    <a:pt x="718" y="663"/>
                    <a:pt x="719" y="663"/>
                  </a:cubicBezTo>
                  <a:cubicBezTo>
                    <a:pt x="720" y="663"/>
                    <a:pt x="721" y="662"/>
                    <a:pt x="724" y="658"/>
                  </a:cubicBezTo>
                  <a:cubicBezTo>
                    <a:pt x="729" y="651"/>
                    <a:pt x="734" y="646"/>
                    <a:pt x="736" y="646"/>
                  </a:cubicBezTo>
                  <a:cubicBezTo>
                    <a:pt x="737" y="646"/>
                    <a:pt x="737" y="646"/>
                    <a:pt x="738" y="646"/>
                  </a:cubicBezTo>
                  <a:cubicBezTo>
                    <a:pt x="740" y="644"/>
                    <a:pt x="742" y="643"/>
                    <a:pt x="742" y="643"/>
                  </a:cubicBezTo>
                  <a:cubicBezTo>
                    <a:pt x="743" y="643"/>
                    <a:pt x="741" y="646"/>
                    <a:pt x="736" y="655"/>
                  </a:cubicBezTo>
                  <a:cubicBezTo>
                    <a:pt x="731" y="662"/>
                    <a:pt x="732" y="663"/>
                    <a:pt x="733" y="664"/>
                  </a:cubicBezTo>
                  <a:cubicBezTo>
                    <a:pt x="733" y="664"/>
                    <a:pt x="734" y="665"/>
                    <a:pt x="731" y="673"/>
                  </a:cubicBezTo>
                  <a:cubicBezTo>
                    <a:pt x="730" y="676"/>
                    <a:pt x="730" y="677"/>
                    <a:pt x="730" y="677"/>
                  </a:cubicBezTo>
                  <a:cubicBezTo>
                    <a:pt x="730" y="677"/>
                    <a:pt x="734" y="671"/>
                    <a:pt x="738" y="667"/>
                  </a:cubicBezTo>
                  <a:lnTo>
                    <a:pt x="747" y="653"/>
                  </a:lnTo>
                  <a:lnTo>
                    <a:pt x="747" y="653"/>
                  </a:lnTo>
                  <a:cubicBezTo>
                    <a:pt x="744" y="661"/>
                    <a:pt x="740" y="669"/>
                    <a:pt x="734" y="676"/>
                  </a:cubicBezTo>
                  <a:cubicBezTo>
                    <a:pt x="730" y="683"/>
                    <a:pt x="727" y="687"/>
                    <a:pt x="728" y="687"/>
                  </a:cubicBezTo>
                  <a:cubicBezTo>
                    <a:pt x="728" y="687"/>
                    <a:pt x="730" y="683"/>
                    <a:pt x="735" y="677"/>
                  </a:cubicBezTo>
                  <a:cubicBezTo>
                    <a:pt x="738" y="672"/>
                    <a:pt x="742" y="668"/>
                    <a:pt x="744" y="668"/>
                  </a:cubicBezTo>
                  <a:cubicBezTo>
                    <a:pt x="745" y="668"/>
                    <a:pt x="745" y="669"/>
                    <a:pt x="744" y="672"/>
                  </a:cubicBezTo>
                  <a:cubicBezTo>
                    <a:pt x="747" y="674"/>
                    <a:pt x="749" y="676"/>
                    <a:pt x="743" y="682"/>
                  </a:cubicBezTo>
                  <a:cubicBezTo>
                    <a:pt x="742" y="685"/>
                    <a:pt x="742" y="686"/>
                    <a:pt x="743" y="686"/>
                  </a:cubicBezTo>
                  <a:cubicBezTo>
                    <a:pt x="744" y="686"/>
                    <a:pt x="745" y="685"/>
                    <a:pt x="745" y="685"/>
                  </a:cubicBezTo>
                  <a:cubicBezTo>
                    <a:pt x="748" y="682"/>
                    <a:pt x="750" y="681"/>
                    <a:pt x="751" y="681"/>
                  </a:cubicBezTo>
                  <a:cubicBezTo>
                    <a:pt x="753" y="681"/>
                    <a:pt x="753" y="683"/>
                    <a:pt x="752" y="689"/>
                  </a:cubicBezTo>
                  <a:cubicBezTo>
                    <a:pt x="750" y="699"/>
                    <a:pt x="749" y="703"/>
                    <a:pt x="750" y="703"/>
                  </a:cubicBezTo>
                  <a:cubicBezTo>
                    <a:pt x="751" y="703"/>
                    <a:pt x="753" y="700"/>
                    <a:pt x="758" y="693"/>
                  </a:cubicBezTo>
                  <a:cubicBezTo>
                    <a:pt x="760" y="690"/>
                    <a:pt x="763" y="686"/>
                    <a:pt x="763" y="686"/>
                  </a:cubicBezTo>
                  <a:lnTo>
                    <a:pt x="763" y="686"/>
                  </a:lnTo>
                  <a:cubicBezTo>
                    <a:pt x="763" y="686"/>
                    <a:pt x="762" y="688"/>
                    <a:pt x="759" y="695"/>
                  </a:cubicBezTo>
                  <a:cubicBezTo>
                    <a:pt x="757" y="697"/>
                    <a:pt x="757" y="698"/>
                    <a:pt x="758" y="698"/>
                  </a:cubicBezTo>
                  <a:cubicBezTo>
                    <a:pt x="759" y="698"/>
                    <a:pt x="763" y="694"/>
                    <a:pt x="768" y="691"/>
                  </a:cubicBezTo>
                  <a:cubicBezTo>
                    <a:pt x="776" y="682"/>
                    <a:pt x="782" y="673"/>
                    <a:pt x="789" y="664"/>
                  </a:cubicBezTo>
                  <a:cubicBezTo>
                    <a:pt x="795" y="656"/>
                    <a:pt x="797" y="653"/>
                    <a:pt x="798" y="653"/>
                  </a:cubicBezTo>
                  <a:lnTo>
                    <a:pt x="798" y="653"/>
                  </a:lnTo>
                  <a:cubicBezTo>
                    <a:pt x="798" y="653"/>
                    <a:pt x="797" y="655"/>
                    <a:pt x="796" y="659"/>
                  </a:cubicBezTo>
                  <a:cubicBezTo>
                    <a:pt x="797" y="660"/>
                    <a:pt x="794" y="668"/>
                    <a:pt x="788" y="674"/>
                  </a:cubicBezTo>
                  <a:cubicBezTo>
                    <a:pt x="785" y="679"/>
                    <a:pt x="783" y="680"/>
                    <a:pt x="783" y="680"/>
                  </a:cubicBezTo>
                  <a:cubicBezTo>
                    <a:pt x="783" y="680"/>
                    <a:pt x="782" y="680"/>
                    <a:pt x="782" y="680"/>
                  </a:cubicBezTo>
                  <a:lnTo>
                    <a:pt x="781" y="680"/>
                  </a:lnTo>
                  <a:cubicBezTo>
                    <a:pt x="777" y="687"/>
                    <a:pt x="771" y="693"/>
                    <a:pt x="773" y="696"/>
                  </a:cubicBezTo>
                  <a:cubicBezTo>
                    <a:pt x="772" y="700"/>
                    <a:pt x="771" y="702"/>
                    <a:pt x="772" y="702"/>
                  </a:cubicBezTo>
                  <a:cubicBezTo>
                    <a:pt x="772" y="702"/>
                    <a:pt x="774" y="700"/>
                    <a:pt x="776" y="697"/>
                  </a:cubicBezTo>
                  <a:lnTo>
                    <a:pt x="776" y="697"/>
                  </a:lnTo>
                  <a:cubicBezTo>
                    <a:pt x="772" y="705"/>
                    <a:pt x="775" y="707"/>
                    <a:pt x="777" y="708"/>
                  </a:cubicBezTo>
                  <a:cubicBezTo>
                    <a:pt x="779" y="710"/>
                    <a:pt x="782" y="713"/>
                    <a:pt x="779" y="720"/>
                  </a:cubicBezTo>
                  <a:cubicBezTo>
                    <a:pt x="780" y="721"/>
                    <a:pt x="781" y="722"/>
                    <a:pt x="782" y="722"/>
                  </a:cubicBezTo>
                  <a:cubicBezTo>
                    <a:pt x="783" y="722"/>
                    <a:pt x="784" y="721"/>
                    <a:pt x="787" y="717"/>
                  </a:cubicBezTo>
                  <a:cubicBezTo>
                    <a:pt x="793" y="709"/>
                    <a:pt x="796" y="706"/>
                    <a:pt x="796" y="706"/>
                  </a:cubicBezTo>
                  <a:lnTo>
                    <a:pt x="796" y="706"/>
                  </a:lnTo>
                  <a:cubicBezTo>
                    <a:pt x="797" y="706"/>
                    <a:pt x="796" y="707"/>
                    <a:pt x="794" y="710"/>
                  </a:cubicBezTo>
                  <a:cubicBezTo>
                    <a:pt x="787" y="721"/>
                    <a:pt x="791" y="735"/>
                    <a:pt x="798" y="735"/>
                  </a:cubicBezTo>
                  <a:cubicBezTo>
                    <a:pt x="801" y="735"/>
                    <a:pt x="803" y="734"/>
                    <a:pt x="806" y="730"/>
                  </a:cubicBezTo>
                  <a:lnTo>
                    <a:pt x="808" y="733"/>
                  </a:lnTo>
                  <a:cubicBezTo>
                    <a:pt x="807" y="739"/>
                    <a:pt x="810" y="743"/>
                    <a:pt x="813" y="743"/>
                  </a:cubicBezTo>
                  <a:cubicBezTo>
                    <a:pt x="815" y="743"/>
                    <a:pt x="817" y="742"/>
                    <a:pt x="818" y="741"/>
                  </a:cubicBezTo>
                  <a:lnTo>
                    <a:pt x="822" y="743"/>
                  </a:lnTo>
                  <a:cubicBezTo>
                    <a:pt x="820" y="748"/>
                    <a:pt x="820" y="751"/>
                    <a:pt x="822" y="751"/>
                  </a:cubicBezTo>
                  <a:cubicBezTo>
                    <a:pt x="822" y="751"/>
                    <a:pt x="824" y="750"/>
                    <a:pt x="826" y="747"/>
                  </a:cubicBezTo>
                  <a:cubicBezTo>
                    <a:pt x="831" y="743"/>
                    <a:pt x="835" y="738"/>
                    <a:pt x="835" y="738"/>
                  </a:cubicBezTo>
                  <a:lnTo>
                    <a:pt x="835" y="738"/>
                  </a:lnTo>
                  <a:cubicBezTo>
                    <a:pt x="835" y="738"/>
                    <a:pt x="834" y="739"/>
                    <a:pt x="833" y="741"/>
                  </a:cubicBezTo>
                  <a:cubicBezTo>
                    <a:pt x="827" y="747"/>
                    <a:pt x="831" y="750"/>
                    <a:pt x="835" y="753"/>
                  </a:cubicBezTo>
                  <a:cubicBezTo>
                    <a:pt x="837" y="754"/>
                    <a:pt x="838" y="755"/>
                    <a:pt x="839" y="755"/>
                  </a:cubicBezTo>
                  <a:cubicBezTo>
                    <a:pt x="840" y="755"/>
                    <a:pt x="841" y="753"/>
                    <a:pt x="843" y="748"/>
                  </a:cubicBezTo>
                  <a:cubicBezTo>
                    <a:pt x="845" y="748"/>
                    <a:pt x="846" y="748"/>
                    <a:pt x="847" y="748"/>
                  </a:cubicBezTo>
                  <a:cubicBezTo>
                    <a:pt x="851" y="748"/>
                    <a:pt x="847" y="754"/>
                    <a:pt x="843" y="760"/>
                  </a:cubicBezTo>
                  <a:cubicBezTo>
                    <a:pt x="838" y="766"/>
                    <a:pt x="835" y="769"/>
                    <a:pt x="836" y="769"/>
                  </a:cubicBezTo>
                  <a:cubicBezTo>
                    <a:pt x="837" y="769"/>
                    <a:pt x="842" y="765"/>
                    <a:pt x="850" y="754"/>
                  </a:cubicBezTo>
                  <a:cubicBezTo>
                    <a:pt x="856" y="747"/>
                    <a:pt x="859" y="745"/>
                    <a:pt x="860" y="745"/>
                  </a:cubicBezTo>
                  <a:cubicBezTo>
                    <a:pt x="861" y="745"/>
                    <a:pt x="861" y="747"/>
                    <a:pt x="859" y="750"/>
                  </a:cubicBezTo>
                  <a:cubicBezTo>
                    <a:pt x="855" y="754"/>
                    <a:pt x="853" y="756"/>
                    <a:pt x="852" y="756"/>
                  </a:cubicBezTo>
                  <a:cubicBezTo>
                    <a:pt x="852" y="756"/>
                    <a:pt x="851" y="756"/>
                    <a:pt x="851" y="755"/>
                  </a:cubicBezTo>
                  <a:cubicBezTo>
                    <a:pt x="851" y="755"/>
                    <a:pt x="846" y="762"/>
                    <a:pt x="842" y="769"/>
                  </a:cubicBezTo>
                  <a:cubicBezTo>
                    <a:pt x="842" y="769"/>
                    <a:pt x="843" y="769"/>
                    <a:pt x="843" y="769"/>
                  </a:cubicBezTo>
                  <a:cubicBezTo>
                    <a:pt x="844" y="769"/>
                    <a:pt x="845" y="768"/>
                    <a:pt x="849" y="764"/>
                  </a:cubicBezTo>
                  <a:cubicBezTo>
                    <a:pt x="849" y="764"/>
                    <a:pt x="850" y="764"/>
                    <a:pt x="855" y="759"/>
                  </a:cubicBezTo>
                  <a:cubicBezTo>
                    <a:pt x="862" y="753"/>
                    <a:pt x="867" y="745"/>
                    <a:pt x="871" y="738"/>
                  </a:cubicBezTo>
                  <a:cubicBezTo>
                    <a:pt x="874" y="733"/>
                    <a:pt x="875" y="731"/>
                    <a:pt x="876" y="731"/>
                  </a:cubicBezTo>
                  <a:cubicBezTo>
                    <a:pt x="876" y="731"/>
                    <a:pt x="876" y="731"/>
                    <a:pt x="877" y="732"/>
                  </a:cubicBezTo>
                  <a:cubicBezTo>
                    <a:pt x="874" y="739"/>
                    <a:pt x="870" y="747"/>
                    <a:pt x="863" y="753"/>
                  </a:cubicBezTo>
                  <a:cubicBezTo>
                    <a:pt x="862" y="753"/>
                    <a:pt x="858" y="760"/>
                    <a:pt x="852" y="766"/>
                  </a:cubicBezTo>
                  <a:cubicBezTo>
                    <a:pt x="851" y="768"/>
                    <a:pt x="851" y="769"/>
                    <a:pt x="852" y="769"/>
                  </a:cubicBezTo>
                  <a:cubicBezTo>
                    <a:pt x="855" y="769"/>
                    <a:pt x="866" y="761"/>
                    <a:pt x="873" y="751"/>
                  </a:cubicBezTo>
                  <a:lnTo>
                    <a:pt x="873" y="751"/>
                  </a:lnTo>
                  <a:lnTo>
                    <a:pt x="869" y="759"/>
                  </a:lnTo>
                  <a:cubicBezTo>
                    <a:pt x="864" y="765"/>
                    <a:pt x="867" y="766"/>
                    <a:pt x="869" y="769"/>
                  </a:cubicBezTo>
                  <a:cubicBezTo>
                    <a:pt x="870" y="769"/>
                    <a:pt x="870" y="769"/>
                    <a:pt x="871" y="769"/>
                  </a:cubicBezTo>
                  <a:cubicBezTo>
                    <a:pt x="872" y="769"/>
                    <a:pt x="874" y="768"/>
                    <a:pt x="877" y="764"/>
                  </a:cubicBezTo>
                  <a:cubicBezTo>
                    <a:pt x="882" y="758"/>
                    <a:pt x="886" y="752"/>
                    <a:pt x="888" y="752"/>
                  </a:cubicBezTo>
                  <a:cubicBezTo>
                    <a:pt x="888" y="752"/>
                    <a:pt x="888" y="752"/>
                    <a:pt x="888" y="752"/>
                  </a:cubicBezTo>
                  <a:cubicBezTo>
                    <a:pt x="887" y="751"/>
                    <a:pt x="891" y="744"/>
                    <a:pt x="897" y="736"/>
                  </a:cubicBezTo>
                  <a:lnTo>
                    <a:pt x="897" y="736"/>
                  </a:lnTo>
                  <a:cubicBezTo>
                    <a:pt x="895" y="742"/>
                    <a:pt x="892" y="747"/>
                    <a:pt x="890" y="753"/>
                  </a:cubicBezTo>
                  <a:cubicBezTo>
                    <a:pt x="882" y="769"/>
                    <a:pt x="880" y="778"/>
                    <a:pt x="885" y="781"/>
                  </a:cubicBezTo>
                  <a:cubicBezTo>
                    <a:pt x="887" y="783"/>
                    <a:pt x="890" y="785"/>
                    <a:pt x="887" y="793"/>
                  </a:cubicBezTo>
                  <a:cubicBezTo>
                    <a:pt x="888" y="794"/>
                    <a:pt x="888" y="795"/>
                    <a:pt x="889" y="795"/>
                  </a:cubicBezTo>
                  <a:cubicBezTo>
                    <a:pt x="890" y="795"/>
                    <a:pt x="892" y="793"/>
                    <a:pt x="895" y="789"/>
                  </a:cubicBezTo>
                  <a:lnTo>
                    <a:pt x="897" y="791"/>
                  </a:lnTo>
                  <a:cubicBezTo>
                    <a:pt x="895" y="795"/>
                    <a:pt x="895" y="798"/>
                    <a:pt x="896" y="798"/>
                  </a:cubicBezTo>
                  <a:cubicBezTo>
                    <a:pt x="897" y="798"/>
                    <a:pt x="898" y="796"/>
                    <a:pt x="900" y="793"/>
                  </a:cubicBezTo>
                  <a:cubicBezTo>
                    <a:pt x="902" y="792"/>
                    <a:pt x="903" y="791"/>
                    <a:pt x="904" y="791"/>
                  </a:cubicBezTo>
                  <a:cubicBezTo>
                    <a:pt x="906" y="791"/>
                    <a:pt x="904" y="796"/>
                    <a:pt x="905" y="797"/>
                  </a:cubicBezTo>
                  <a:cubicBezTo>
                    <a:pt x="901" y="804"/>
                    <a:pt x="899" y="808"/>
                    <a:pt x="899" y="808"/>
                  </a:cubicBezTo>
                  <a:cubicBezTo>
                    <a:pt x="900" y="808"/>
                    <a:pt x="903" y="802"/>
                    <a:pt x="910" y="790"/>
                  </a:cubicBezTo>
                  <a:cubicBezTo>
                    <a:pt x="915" y="783"/>
                    <a:pt x="918" y="774"/>
                    <a:pt x="917" y="773"/>
                  </a:cubicBezTo>
                  <a:lnTo>
                    <a:pt x="914" y="771"/>
                  </a:lnTo>
                  <a:lnTo>
                    <a:pt x="922" y="766"/>
                  </a:lnTo>
                  <a:cubicBezTo>
                    <a:pt x="922" y="767"/>
                    <a:pt x="922" y="767"/>
                    <a:pt x="922" y="767"/>
                  </a:cubicBezTo>
                  <a:cubicBezTo>
                    <a:pt x="924" y="767"/>
                    <a:pt x="931" y="762"/>
                    <a:pt x="935" y="755"/>
                  </a:cubicBezTo>
                  <a:cubicBezTo>
                    <a:pt x="935" y="755"/>
                    <a:pt x="939" y="749"/>
                    <a:pt x="940" y="749"/>
                  </a:cubicBezTo>
                  <a:cubicBezTo>
                    <a:pt x="940" y="749"/>
                    <a:pt x="941" y="749"/>
                    <a:pt x="941" y="750"/>
                  </a:cubicBezTo>
                  <a:lnTo>
                    <a:pt x="932" y="763"/>
                  </a:lnTo>
                  <a:cubicBezTo>
                    <a:pt x="925" y="770"/>
                    <a:pt x="920" y="776"/>
                    <a:pt x="915" y="783"/>
                  </a:cubicBezTo>
                  <a:cubicBezTo>
                    <a:pt x="910" y="793"/>
                    <a:pt x="907" y="800"/>
                    <a:pt x="909" y="800"/>
                  </a:cubicBezTo>
                  <a:cubicBezTo>
                    <a:pt x="909" y="800"/>
                    <a:pt x="911" y="798"/>
                    <a:pt x="915" y="793"/>
                  </a:cubicBezTo>
                  <a:lnTo>
                    <a:pt x="915" y="793"/>
                  </a:lnTo>
                  <a:cubicBezTo>
                    <a:pt x="916" y="794"/>
                    <a:pt x="916" y="794"/>
                    <a:pt x="913" y="802"/>
                  </a:cubicBezTo>
                  <a:cubicBezTo>
                    <a:pt x="910" y="805"/>
                    <a:pt x="909" y="807"/>
                    <a:pt x="909" y="807"/>
                  </a:cubicBezTo>
                  <a:cubicBezTo>
                    <a:pt x="910" y="807"/>
                    <a:pt x="913" y="805"/>
                    <a:pt x="919" y="798"/>
                  </a:cubicBezTo>
                  <a:cubicBezTo>
                    <a:pt x="925" y="791"/>
                    <a:pt x="928" y="788"/>
                    <a:pt x="928" y="788"/>
                  </a:cubicBezTo>
                  <a:cubicBezTo>
                    <a:pt x="929" y="788"/>
                    <a:pt x="927" y="792"/>
                    <a:pt x="923" y="800"/>
                  </a:cubicBezTo>
                  <a:cubicBezTo>
                    <a:pt x="917" y="811"/>
                    <a:pt x="918" y="816"/>
                    <a:pt x="921" y="816"/>
                  </a:cubicBezTo>
                  <a:cubicBezTo>
                    <a:pt x="922" y="816"/>
                    <a:pt x="923" y="815"/>
                    <a:pt x="925" y="812"/>
                  </a:cubicBezTo>
                  <a:cubicBezTo>
                    <a:pt x="930" y="805"/>
                    <a:pt x="934" y="803"/>
                    <a:pt x="935" y="803"/>
                  </a:cubicBezTo>
                  <a:cubicBezTo>
                    <a:pt x="936" y="803"/>
                    <a:pt x="936" y="805"/>
                    <a:pt x="934" y="809"/>
                  </a:cubicBezTo>
                  <a:cubicBezTo>
                    <a:pt x="932" y="813"/>
                    <a:pt x="932" y="816"/>
                    <a:pt x="933" y="816"/>
                  </a:cubicBezTo>
                  <a:cubicBezTo>
                    <a:pt x="934" y="816"/>
                    <a:pt x="935" y="814"/>
                    <a:pt x="938" y="811"/>
                  </a:cubicBezTo>
                  <a:lnTo>
                    <a:pt x="938" y="811"/>
                  </a:lnTo>
                  <a:cubicBezTo>
                    <a:pt x="934" y="817"/>
                    <a:pt x="931" y="823"/>
                    <a:pt x="932" y="823"/>
                  </a:cubicBezTo>
                  <a:cubicBezTo>
                    <a:pt x="933" y="823"/>
                    <a:pt x="934" y="822"/>
                    <a:pt x="935" y="820"/>
                  </a:cubicBezTo>
                  <a:cubicBezTo>
                    <a:pt x="935" y="820"/>
                    <a:pt x="935" y="820"/>
                    <a:pt x="935" y="820"/>
                  </a:cubicBezTo>
                  <a:cubicBezTo>
                    <a:pt x="936" y="820"/>
                    <a:pt x="937" y="820"/>
                    <a:pt x="941" y="814"/>
                  </a:cubicBezTo>
                  <a:lnTo>
                    <a:pt x="952" y="801"/>
                  </a:lnTo>
                  <a:cubicBezTo>
                    <a:pt x="951" y="800"/>
                    <a:pt x="956" y="793"/>
                    <a:pt x="961" y="787"/>
                  </a:cubicBezTo>
                  <a:cubicBezTo>
                    <a:pt x="962" y="785"/>
                    <a:pt x="963" y="785"/>
                    <a:pt x="963" y="785"/>
                  </a:cubicBezTo>
                  <a:cubicBezTo>
                    <a:pt x="966" y="785"/>
                    <a:pt x="963" y="795"/>
                    <a:pt x="953" y="812"/>
                  </a:cubicBezTo>
                  <a:lnTo>
                    <a:pt x="945" y="828"/>
                  </a:lnTo>
                  <a:lnTo>
                    <a:pt x="955" y="815"/>
                  </a:lnTo>
                  <a:lnTo>
                    <a:pt x="955" y="815"/>
                  </a:lnTo>
                  <a:cubicBezTo>
                    <a:pt x="956" y="816"/>
                    <a:pt x="957" y="817"/>
                    <a:pt x="953" y="824"/>
                  </a:cubicBezTo>
                  <a:cubicBezTo>
                    <a:pt x="947" y="830"/>
                    <a:pt x="947" y="830"/>
                    <a:pt x="948" y="831"/>
                  </a:cubicBezTo>
                  <a:cubicBezTo>
                    <a:pt x="948" y="831"/>
                    <a:pt x="949" y="832"/>
                    <a:pt x="949" y="832"/>
                  </a:cubicBezTo>
                  <a:cubicBezTo>
                    <a:pt x="949" y="832"/>
                    <a:pt x="951" y="831"/>
                    <a:pt x="955" y="825"/>
                  </a:cubicBezTo>
                  <a:cubicBezTo>
                    <a:pt x="961" y="817"/>
                    <a:pt x="963" y="814"/>
                    <a:pt x="964" y="814"/>
                  </a:cubicBezTo>
                  <a:lnTo>
                    <a:pt x="964" y="814"/>
                  </a:lnTo>
                  <a:cubicBezTo>
                    <a:pt x="964" y="814"/>
                    <a:pt x="963" y="816"/>
                    <a:pt x="961" y="819"/>
                  </a:cubicBezTo>
                  <a:cubicBezTo>
                    <a:pt x="956" y="827"/>
                    <a:pt x="954" y="831"/>
                    <a:pt x="955" y="831"/>
                  </a:cubicBezTo>
                  <a:cubicBezTo>
                    <a:pt x="956" y="831"/>
                    <a:pt x="959" y="828"/>
                    <a:pt x="964" y="821"/>
                  </a:cubicBezTo>
                  <a:cubicBezTo>
                    <a:pt x="969" y="815"/>
                    <a:pt x="972" y="811"/>
                    <a:pt x="972" y="811"/>
                  </a:cubicBezTo>
                  <a:lnTo>
                    <a:pt x="972" y="811"/>
                  </a:lnTo>
                  <a:cubicBezTo>
                    <a:pt x="972" y="811"/>
                    <a:pt x="970" y="815"/>
                    <a:pt x="965" y="822"/>
                  </a:cubicBezTo>
                  <a:cubicBezTo>
                    <a:pt x="961" y="829"/>
                    <a:pt x="956" y="837"/>
                    <a:pt x="957" y="838"/>
                  </a:cubicBezTo>
                  <a:lnTo>
                    <a:pt x="963" y="831"/>
                  </a:lnTo>
                  <a:cubicBezTo>
                    <a:pt x="969" y="824"/>
                    <a:pt x="972" y="821"/>
                    <a:pt x="972" y="821"/>
                  </a:cubicBezTo>
                  <a:lnTo>
                    <a:pt x="972" y="821"/>
                  </a:lnTo>
                  <a:cubicBezTo>
                    <a:pt x="973" y="821"/>
                    <a:pt x="972" y="822"/>
                    <a:pt x="970" y="826"/>
                  </a:cubicBezTo>
                  <a:cubicBezTo>
                    <a:pt x="967" y="830"/>
                    <a:pt x="967" y="832"/>
                    <a:pt x="968" y="832"/>
                  </a:cubicBezTo>
                  <a:cubicBezTo>
                    <a:pt x="968" y="832"/>
                    <a:pt x="970" y="831"/>
                    <a:pt x="973" y="829"/>
                  </a:cubicBezTo>
                  <a:lnTo>
                    <a:pt x="973" y="829"/>
                  </a:lnTo>
                  <a:cubicBezTo>
                    <a:pt x="975" y="830"/>
                    <a:pt x="977" y="831"/>
                    <a:pt x="972" y="838"/>
                  </a:cubicBezTo>
                  <a:cubicBezTo>
                    <a:pt x="967" y="846"/>
                    <a:pt x="964" y="849"/>
                    <a:pt x="965" y="849"/>
                  </a:cubicBezTo>
                  <a:cubicBezTo>
                    <a:pt x="965" y="849"/>
                    <a:pt x="968" y="846"/>
                    <a:pt x="973" y="839"/>
                  </a:cubicBezTo>
                  <a:cubicBezTo>
                    <a:pt x="976" y="837"/>
                    <a:pt x="977" y="835"/>
                    <a:pt x="978" y="835"/>
                  </a:cubicBezTo>
                  <a:cubicBezTo>
                    <a:pt x="978" y="835"/>
                    <a:pt x="978" y="838"/>
                    <a:pt x="977" y="843"/>
                  </a:cubicBezTo>
                  <a:cubicBezTo>
                    <a:pt x="975" y="846"/>
                    <a:pt x="974" y="848"/>
                    <a:pt x="974" y="848"/>
                  </a:cubicBezTo>
                  <a:cubicBezTo>
                    <a:pt x="975" y="848"/>
                    <a:pt x="976" y="846"/>
                    <a:pt x="979" y="844"/>
                  </a:cubicBezTo>
                  <a:cubicBezTo>
                    <a:pt x="989" y="830"/>
                    <a:pt x="993" y="824"/>
                    <a:pt x="992" y="822"/>
                  </a:cubicBezTo>
                  <a:cubicBezTo>
                    <a:pt x="991" y="821"/>
                    <a:pt x="991" y="821"/>
                    <a:pt x="997" y="815"/>
                  </a:cubicBezTo>
                  <a:lnTo>
                    <a:pt x="999" y="816"/>
                  </a:lnTo>
                  <a:cubicBezTo>
                    <a:pt x="999" y="816"/>
                    <a:pt x="1000" y="817"/>
                    <a:pt x="1001" y="817"/>
                  </a:cubicBezTo>
                  <a:cubicBezTo>
                    <a:pt x="1002" y="817"/>
                    <a:pt x="1004" y="816"/>
                    <a:pt x="1008" y="814"/>
                  </a:cubicBezTo>
                  <a:cubicBezTo>
                    <a:pt x="1015" y="809"/>
                    <a:pt x="1022" y="798"/>
                    <a:pt x="1020" y="798"/>
                  </a:cubicBezTo>
                  <a:cubicBezTo>
                    <a:pt x="1020" y="798"/>
                    <a:pt x="1019" y="798"/>
                    <a:pt x="1018" y="799"/>
                  </a:cubicBezTo>
                  <a:lnTo>
                    <a:pt x="1021" y="791"/>
                  </a:lnTo>
                  <a:cubicBezTo>
                    <a:pt x="1030" y="781"/>
                    <a:pt x="1033" y="775"/>
                    <a:pt x="1032" y="775"/>
                  </a:cubicBezTo>
                  <a:lnTo>
                    <a:pt x="1032" y="775"/>
                  </a:lnTo>
                  <a:cubicBezTo>
                    <a:pt x="1031" y="775"/>
                    <a:pt x="1027" y="780"/>
                    <a:pt x="1019" y="790"/>
                  </a:cubicBezTo>
                  <a:cubicBezTo>
                    <a:pt x="1011" y="801"/>
                    <a:pt x="1008" y="806"/>
                    <a:pt x="1007" y="806"/>
                  </a:cubicBezTo>
                  <a:cubicBezTo>
                    <a:pt x="1007" y="806"/>
                    <a:pt x="1009" y="802"/>
                    <a:pt x="1014" y="796"/>
                  </a:cubicBezTo>
                  <a:cubicBezTo>
                    <a:pt x="1024" y="782"/>
                    <a:pt x="1023" y="781"/>
                    <a:pt x="1021" y="780"/>
                  </a:cubicBezTo>
                  <a:cubicBezTo>
                    <a:pt x="1020" y="779"/>
                    <a:pt x="1020" y="779"/>
                    <a:pt x="1025" y="772"/>
                  </a:cubicBezTo>
                  <a:cubicBezTo>
                    <a:pt x="1030" y="765"/>
                    <a:pt x="1034" y="757"/>
                    <a:pt x="1033" y="756"/>
                  </a:cubicBezTo>
                  <a:cubicBezTo>
                    <a:pt x="1032" y="756"/>
                    <a:pt x="1032" y="756"/>
                    <a:pt x="1032" y="756"/>
                  </a:cubicBezTo>
                  <a:cubicBezTo>
                    <a:pt x="1031" y="756"/>
                    <a:pt x="1030" y="757"/>
                    <a:pt x="1027" y="762"/>
                  </a:cubicBezTo>
                  <a:cubicBezTo>
                    <a:pt x="1025" y="765"/>
                    <a:pt x="1024" y="767"/>
                    <a:pt x="1023" y="767"/>
                  </a:cubicBezTo>
                  <a:cubicBezTo>
                    <a:pt x="1023" y="767"/>
                    <a:pt x="1024" y="763"/>
                    <a:pt x="1029" y="754"/>
                  </a:cubicBezTo>
                  <a:cubicBezTo>
                    <a:pt x="1031" y="751"/>
                    <a:pt x="1032" y="749"/>
                    <a:pt x="1031" y="749"/>
                  </a:cubicBezTo>
                  <a:lnTo>
                    <a:pt x="1031" y="749"/>
                  </a:lnTo>
                  <a:cubicBezTo>
                    <a:pt x="1031" y="749"/>
                    <a:pt x="1028" y="752"/>
                    <a:pt x="1023" y="760"/>
                  </a:cubicBezTo>
                  <a:cubicBezTo>
                    <a:pt x="1018" y="766"/>
                    <a:pt x="1016" y="769"/>
                    <a:pt x="1015" y="769"/>
                  </a:cubicBezTo>
                  <a:cubicBezTo>
                    <a:pt x="1014" y="769"/>
                    <a:pt x="1015" y="765"/>
                    <a:pt x="1019" y="757"/>
                  </a:cubicBezTo>
                  <a:lnTo>
                    <a:pt x="1017" y="755"/>
                  </a:lnTo>
                  <a:cubicBezTo>
                    <a:pt x="1017" y="755"/>
                    <a:pt x="1017" y="755"/>
                    <a:pt x="1017" y="755"/>
                  </a:cubicBezTo>
                  <a:cubicBezTo>
                    <a:pt x="1015" y="755"/>
                    <a:pt x="1011" y="761"/>
                    <a:pt x="1006" y="769"/>
                  </a:cubicBezTo>
                  <a:cubicBezTo>
                    <a:pt x="1001" y="776"/>
                    <a:pt x="998" y="780"/>
                    <a:pt x="998" y="780"/>
                  </a:cubicBezTo>
                  <a:cubicBezTo>
                    <a:pt x="998" y="780"/>
                    <a:pt x="999" y="778"/>
                    <a:pt x="1000" y="774"/>
                  </a:cubicBezTo>
                  <a:cubicBezTo>
                    <a:pt x="1002" y="769"/>
                    <a:pt x="1006" y="764"/>
                    <a:pt x="1009" y="760"/>
                  </a:cubicBezTo>
                  <a:cubicBezTo>
                    <a:pt x="1014" y="753"/>
                    <a:pt x="1012" y="752"/>
                    <a:pt x="1011" y="751"/>
                  </a:cubicBezTo>
                  <a:cubicBezTo>
                    <a:pt x="1011" y="750"/>
                    <a:pt x="1010" y="750"/>
                    <a:pt x="1009" y="750"/>
                  </a:cubicBezTo>
                  <a:cubicBezTo>
                    <a:pt x="1008" y="750"/>
                    <a:pt x="1006" y="751"/>
                    <a:pt x="1003" y="755"/>
                  </a:cubicBezTo>
                  <a:cubicBezTo>
                    <a:pt x="1006" y="751"/>
                    <a:pt x="1006" y="752"/>
                    <a:pt x="1008" y="748"/>
                  </a:cubicBezTo>
                  <a:cubicBezTo>
                    <a:pt x="1007" y="748"/>
                    <a:pt x="1010" y="744"/>
                    <a:pt x="1009" y="744"/>
                  </a:cubicBezTo>
                  <a:lnTo>
                    <a:pt x="1009" y="744"/>
                  </a:lnTo>
                  <a:cubicBezTo>
                    <a:pt x="1009" y="744"/>
                    <a:pt x="1009" y="745"/>
                    <a:pt x="1007" y="747"/>
                  </a:cubicBezTo>
                  <a:cubicBezTo>
                    <a:pt x="1007" y="747"/>
                    <a:pt x="1006" y="746"/>
                    <a:pt x="1009" y="737"/>
                  </a:cubicBezTo>
                  <a:cubicBezTo>
                    <a:pt x="1010" y="735"/>
                    <a:pt x="1009" y="734"/>
                    <a:pt x="1008" y="734"/>
                  </a:cubicBezTo>
                  <a:cubicBezTo>
                    <a:pt x="1005" y="734"/>
                    <a:pt x="996" y="744"/>
                    <a:pt x="991" y="756"/>
                  </a:cubicBezTo>
                  <a:lnTo>
                    <a:pt x="990" y="755"/>
                  </a:lnTo>
                  <a:cubicBezTo>
                    <a:pt x="989" y="755"/>
                    <a:pt x="984" y="762"/>
                    <a:pt x="984" y="762"/>
                  </a:cubicBezTo>
                  <a:cubicBezTo>
                    <a:pt x="981" y="766"/>
                    <a:pt x="979" y="767"/>
                    <a:pt x="978" y="767"/>
                  </a:cubicBezTo>
                  <a:cubicBezTo>
                    <a:pt x="977" y="767"/>
                    <a:pt x="977" y="767"/>
                    <a:pt x="977" y="766"/>
                  </a:cubicBezTo>
                  <a:lnTo>
                    <a:pt x="987" y="753"/>
                  </a:lnTo>
                  <a:cubicBezTo>
                    <a:pt x="996" y="741"/>
                    <a:pt x="1001" y="733"/>
                    <a:pt x="1000" y="733"/>
                  </a:cubicBezTo>
                  <a:cubicBezTo>
                    <a:pt x="999" y="733"/>
                    <a:pt x="996" y="736"/>
                    <a:pt x="989" y="744"/>
                  </a:cubicBezTo>
                  <a:lnTo>
                    <a:pt x="994" y="737"/>
                  </a:lnTo>
                  <a:cubicBezTo>
                    <a:pt x="997" y="733"/>
                    <a:pt x="998" y="731"/>
                    <a:pt x="997" y="731"/>
                  </a:cubicBezTo>
                  <a:cubicBezTo>
                    <a:pt x="996" y="731"/>
                    <a:pt x="994" y="733"/>
                    <a:pt x="991" y="735"/>
                  </a:cubicBezTo>
                  <a:cubicBezTo>
                    <a:pt x="991" y="735"/>
                    <a:pt x="991" y="735"/>
                    <a:pt x="991" y="735"/>
                  </a:cubicBezTo>
                  <a:cubicBezTo>
                    <a:pt x="989" y="735"/>
                    <a:pt x="979" y="746"/>
                    <a:pt x="974" y="753"/>
                  </a:cubicBezTo>
                  <a:cubicBezTo>
                    <a:pt x="970" y="759"/>
                    <a:pt x="968" y="760"/>
                    <a:pt x="968" y="760"/>
                  </a:cubicBezTo>
                  <a:cubicBezTo>
                    <a:pt x="968" y="760"/>
                    <a:pt x="968" y="760"/>
                    <a:pt x="968" y="760"/>
                  </a:cubicBezTo>
                  <a:cubicBezTo>
                    <a:pt x="966" y="759"/>
                    <a:pt x="966" y="759"/>
                    <a:pt x="971" y="752"/>
                  </a:cubicBezTo>
                  <a:cubicBezTo>
                    <a:pt x="977" y="744"/>
                    <a:pt x="978" y="740"/>
                    <a:pt x="977" y="740"/>
                  </a:cubicBezTo>
                  <a:cubicBezTo>
                    <a:pt x="976" y="740"/>
                    <a:pt x="973" y="743"/>
                    <a:pt x="968" y="748"/>
                  </a:cubicBezTo>
                  <a:lnTo>
                    <a:pt x="973" y="742"/>
                  </a:lnTo>
                  <a:cubicBezTo>
                    <a:pt x="977" y="736"/>
                    <a:pt x="981" y="729"/>
                    <a:pt x="974" y="729"/>
                  </a:cubicBezTo>
                  <a:cubicBezTo>
                    <a:pt x="973" y="729"/>
                    <a:pt x="972" y="729"/>
                    <a:pt x="971" y="729"/>
                  </a:cubicBezTo>
                  <a:cubicBezTo>
                    <a:pt x="966" y="726"/>
                    <a:pt x="963" y="724"/>
                    <a:pt x="968" y="717"/>
                  </a:cubicBezTo>
                  <a:cubicBezTo>
                    <a:pt x="969" y="715"/>
                    <a:pt x="969" y="714"/>
                    <a:pt x="968" y="714"/>
                  </a:cubicBezTo>
                  <a:cubicBezTo>
                    <a:pt x="966" y="714"/>
                    <a:pt x="956" y="723"/>
                    <a:pt x="946" y="732"/>
                  </a:cubicBezTo>
                  <a:cubicBezTo>
                    <a:pt x="951" y="725"/>
                    <a:pt x="950" y="724"/>
                    <a:pt x="947" y="723"/>
                  </a:cubicBezTo>
                  <a:cubicBezTo>
                    <a:pt x="944" y="719"/>
                    <a:pt x="944" y="719"/>
                    <a:pt x="950" y="713"/>
                  </a:cubicBezTo>
                  <a:cubicBezTo>
                    <a:pt x="955" y="706"/>
                    <a:pt x="957" y="703"/>
                    <a:pt x="957" y="703"/>
                  </a:cubicBezTo>
                  <a:lnTo>
                    <a:pt x="957" y="703"/>
                  </a:lnTo>
                  <a:cubicBezTo>
                    <a:pt x="957" y="703"/>
                    <a:pt x="954" y="706"/>
                    <a:pt x="948" y="711"/>
                  </a:cubicBezTo>
                  <a:cubicBezTo>
                    <a:pt x="945" y="716"/>
                    <a:pt x="942" y="718"/>
                    <a:pt x="941" y="718"/>
                  </a:cubicBezTo>
                  <a:cubicBezTo>
                    <a:pt x="939" y="718"/>
                    <a:pt x="942" y="710"/>
                    <a:pt x="948" y="701"/>
                  </a:cubicBezTo>
                  <a:cubicBezTo>
                    <a:pt x="953" y="695"/>
                    <a:pt x="952" y="693"/>
                    <a:pt x="950" y="691"/>
                  </a:cubicBezTo>
                  <a:lnTo>
                    <a:pt x="950" y="691"/>
                  </a:lnTo>
                  <a:cubicBezTo>
                    <a:pt x="947" y="695"/>
                    <a:pt x="945" y="696"/>
                    <a:pt x="943" y="696"/>
                  </a:cubicBezTo>
                  <a:cubicBezTo>
                    <a:pt x="942" y="696"/>
                    <a:pt x="941" y="695"/>
                    <a:pt x="940" y="695"/>
                  </a:cubicBezTo>
                  <a:cubicBezTo>
                    <a:pt x="938" y="694"/>
                    <a:pt x="938" y="693"/>
                    <a:pt x="937" y="693"/>
                  </a:cubicBezTo>
                  <a:cubicBezTo>
                    <a:pt x="935" y="693"/>
                    <a:pt x="933" y="696"/>
                    <a:pt x="926" y="706"/>
                  </a:cubicBezTo>
                  <a:cubicBezTo>
                    <a:pt x="919" y="716"/>
                    <a:pt x="916" y="718"/>
                    <a:pt x="914" y="718"/>
                  </a:cubicBezTo>
                  <a:cubicBezTo>
                    <a:pt x="914" y="718"/>
                    <a:pt x="913" y="717"/>
                    <a:pt x="913" y="717"/>
                  </a:cubicBezTo>
                  <a:cubicBezTo>
                    <a:pt x="911" y="716"/>
                    <a:pt x="910" y="715"/>
                    <a:pt x="915" y="708"/>
                  </a:cubicBezTo>
                  <a:cubicBezTo>
                    <a:pt x="915" y="708"/>
                    <a:pt x="919" y="700"/>
                    <a:pt x="918" y="699"/>
                  </a:cubicBezTo>
                  <a:cubicBezTo>
                    <a:pt x="917" y="698"/>
                    <a:pt x="916" y="697"/>
                    <a:pt x="920" y="690"/>
                  </a:cubicBezTo>
                  <a:cubicBezTo>
                    <a:pt x="920" y="690"/>
                    <a:pt x="924" y="682"/>
                    <a:pt x="922" y="681"/>
                  </a:cubicBezTo>
                  <a:cubicBezTo>
                    <a:pt x="919" y="679"/>
                    <a:pt x="917" y="677"/>
                    <a:pt x="922" y="670"/>
                  </a:cubicBezTo>
                  <a:cubicBezTo>
                    <a:pt x="921" y="670"/>
                    <a:pt x="921" y="669"/>
                    <a:pt x="921" y="669"/>
                  </a:cubicBezTo>
                  <a:cubicBezTo>
                    <a:pt x="920" y="669"/>
                    <a:pt x="919" y="671"/>
                    <a:pt x="916" y="677"/>
                  </a:cubicBezTo>
                  <a:cubicBezTo>
                    <a:pt x="913" y="681"/>
                    <a:pt x="910" y="684"/>
                    <a:pt x="908" y="684"/>
                  </a:cubicBezTo>
                  <a:cubicBezTo>
                    <a:pt x="906" y="684"/>
                    <a:pt x="905" y="683"/>
                    <a:pt x="906" y="679"/>
                  </a:cubicBezTo>
                  <a:cubicBezTo>
                    <a:pt x="904" y="678"/>
                    <a:pt x="903" y="677"/>
                    <a:pt x="901" y="677"/>
                  </a:cubicBezTo>
                  <a:cubicBezTo>
                    <a:pt x="899" y="677"/>
                    <a:pt x="897" y="678"/>
                    <a:pt x="895" y="681"/>
                  </a:cubicBezTo>
                  <a:cubicBezTo>
                    <a:pt x="894" y="680"/>
                    <a:pt x="894" y="680"/>
                    <a:pt x="898" y="673"/>
                  </a:cubicBezTo>
                  <a:cubicBezTo>
                    <a:pt x="904" y="666"/>
                    <a:pt x="905" y="662"/>
                    <a:pt x="904" y="662"/>
                  </a:cubicBezTo>
                  <a:cubicBezTo>
                    <a:pt x="903" y="662"/>
                    <a:pt x="899" y="664"/>
                    <a:pt x="894" y="670"/>
                  </a:cubicBezTo>
                  <a:cubicBezTo>
                    <a:pt x="892" y="673"/>
                    <a:pt x="890" y="674"/>
                    <a:pt x="890" y="674"/>
                  </a:cubicBezTo>
                  <a:cubicBezTo>
                    <a:pt x="889" y="674"/>
                    <a:pt x="889" y="672"/>
                    <a:pt x="891" y="668"/>
                  </a:cubicBezTo>
                  <a:cubicBezTo>
                    <a:pt x="891" y="668"/>
                    <a:pt x="891" y="668"/>
                    <a:pt x="891" y="668"/>
                  </a:cubicBezTo>
                  <a:cubicBezTo>
                    <a:pt x="890" y="668"/>
                    <a:pt x="889" y="668"/>
                    <a:pt x="885" y="673"/>
                  </a:cubicBezTo>
                  <a:cubicBezTo>
                    <a:pt x="881" y="676"/>
                    <a:pt x="880" y="677"/>
                    <a:pt x="879" y="677"/>
                  </a:cubicBezTo>
                  <a:cubicBezTo>
                    <a:pt x="879" y="677"/>
                    <a:pt x="879" y="675"/>
                    <a:pt x="881" y="671"/>
                  </a:cubicBezTo>
                  <a:cubicBezTo>
                    <a:pt x="886" y="663"/>
                    <a:pt x="885" y="663"/>
                    <a:pt x="883" y="662"/>
                  </a:cubicBezTo>
                  <a:lnTo>
                    <a:pt x="883" y="662"/>
                  </a:lnTo>
                  <a:cubicBezTo>
                    <a:pt x="882" y="663"/>
                    <a:pt x="881" y="663"/>
                    <a:pt x="879" y="663"/>
                  </a:cubicBezTo>
                  <a:cubicBezTo>
                    <a:pt x="872" y="663"/>
                    <a:pt x="864" y="656"/>
                    <a:pt x="868" y="650"/>
                  </a:cubicBezTo>
                  <a:lnTo>
                    <a:pt x="868" y="650"/>
                  </a:lnTo>
                  <a:cubicBezTo>
                    <a:pt x="863" y="654"/>
                    <a:pt x="862" y="655"/>
                    <a:pt x="861" y="655"/>
                  </a:cubicBezTo>
                  <a:cubicBezTo>
                    <a:pt x="860" y="655"/>
                    <a:pt x="860" y="655"/>
                    <a:pt x="860" y="654"/>
                  </a:cubicBezTo>
                  <a:cubicBezTo>
                    <a:pt x="864" y="648"/>
                    <a:pt x="865" y="646"/>
                    <a:pt x="864" y="646"/>
                  </a:cubicBezTo>
                  <a:lnTo>
                    <a:pt x="864" y="646"/>
                  </a:lnTo>
                  <a:cubicBezTo>
                    <a:pt x="863" y="646"/>
                    <a:pt x="858" y="651"/>
                    <a:pt x="853" y="660"/>
                  </a:cubicBezTo>
                  <a:lnTo>
                    <a:pt x="854" y="661"/>
                  </a:lnTo>
                  <a:lnTo>
                    <a:pt x="855" y="661"/>
                  </a:lnTo>
                  <a:cubicBezTo>
                    <a:pt x="851" y="667"/>
                    <a:pt x="848" y="670"/>
                    <a:pt x="847" y="670"/>
                  </a:cubicBezTo>
                  <a:cubicBezTo>
                    <a:pt x="846" y="670"/>
                    <a:pt x="848" y="664"/>
                    <a:pt x="857" y="652"/>
                  </a:cubicBezTo>
                  <a:cubicBezTo>
                    <a:pt x="861" y="644"/>
                    <a:pt x="863" y="641"/>
                    <a:pt x="863" y="641"/>
                  </a:cubicBezTo>
                  <a:lnTo>
                    <a:pt x="863" y="641"/>
                  </a:lnTo>
                  <a:cubicBezTo>
                    <a:pt x="862" y="641"/>
                    <a:pt x="860" y="644"/>
                    <a:pt x="854" y="650"/>
                  </a:cubicBezTo>
                  <a:cubicBezTo>
                    <a:pt x="849" y="656"/>
                    <a:pt x="846" y="659"/>
                    <a:pt x="845" y="659"/>
                  </a:cubicBezTo>
                  <a:cubicBezTo>
                    <a:pt x="844" y="659"/>
                    <a:pt x="846" y="655"/>
                    <a:pt x="851" y="647"/>
                  </a:cubicBezTo>
                  <a:cubicBezTo>
                    <a:pt x="856" y="640"/>
                    <a:pt x="859" y="636"/>
                    <a:pt x="858" y="636"/>
                  </a:cubicBezTo>
                  <a:lnTo>
                    <a:pt x="858" y="636"/>
                  </a:lnTo>
                  <a:cubicBezTo>
                    <a:pt x="858" y="636"/>
                    <a:pt x="855" y="640"/>
                    <a:pt x="850" y="646"/>
                  </a:cubicBezTo>
                  <a:cubicBezTo>
                    <a:pt x="838" y="660"/>
                    <a:pt x="830" y="668"/>
                    <a:pt x="828" y="668"/>
                  </a:cubicBezTo>
                  <a:cubicBezTo>
                    <a:pt x="827" y="668"/>
                    <a:pt x="830" y="662"/>
                    <a:pt x="839" y="649"/>
                  </a:cubicBezTo>
                  <a:cubicBezTo>
                    <a:pt x="849" y="635"/>
                    <a:pt x="852" y="627"/>
                    <a:pt x="851" y="626"/>
                  </a:cubicBezTo>
                  <a:cubicBezTo>
                    <a:pt x="851" y="626"/>
                    <a:pt x="851" y="626"/>
                    <a:pt x="851" y="626"/>
                  </a:cubicBezTo>
                  <a:cubicBezTo>
                    <a:pt x="849" y="626"/>
                    <a:pt x="845" y="632"/>
                    <a:pt x="841" y="640"/>
                  </a:cubicBezTo>
                  <a:cubicBezTo>
                    <a:pt x="837" y="647"/>
                    <a:pt x="834" y="650"/>
                    <a:pt x="833" y="650"/>
                  </a:cubicBezTo>
                  <a:cubicBezTo>
                    <a:pt x="833" y="650"/>
                    <a:pt x="834" y="646"/>
                    <a:pt x="839" y="637"/>
                  </a:cubicBezTo>
                  <a:cubicBezTo>
                    <a:pt x="845" y="623"/>
                    <a:pt x="847" y="617"/>
                    <a:pt x="845" y="617"/>
                  </a:cubicBezTo>
                  <a:cubicBezTo>
                    <a:pt x="843" y="617"/>
                    <a:pt x="839" y="619"/>
                    <a:pt x="834" y="624"/>
                  </a:cubicBezTo>
                  <a:cubicBezTo>
                    <a:pt x="828" y="628"/>
                    <a:pt x="824" y="630"/>
                    <a:pt x="822" y="630"/>
                  </a:cubicBezTo>
                  <a:cubicBezTo>
                    <a:pt x="820" y="630"/>
                    <a:pt x="822" y="626"/>
                    <a:pt x="830" y="619"/>
                  </a:cubicBezTo>
                  <a:cubicBezTo>
                    <a:pt x="836" y="613"/>
                    <a:pt x="839" y="610"/>
                    <a:pt x="839" y="610"/>
                  </a:cubicBezTo>
                  <a:lnTo>
                    <a:pt x="839" y="610"/>
                  </a:lnTo>
                  <a:cubicBezTo>
                    <a:pt x="838" y="610"/>
                    <a:pt x="837" y="611"/>
                    <a:pt x="834" y="613"/>
                  </a:cubicBezTo>
                  <a:lnTo>
                    <a:pt x="828" y="608"/>
                  </a:lnTo>
                  <a:cubicBezTo>
                    <a:pt x="828" y="608"/>
                    <a:pt x="828" y="608"/>
                    <a:pt x="828" y="608"/>
                  </a:cubicBezTo>
                  <a:cubicBezTo>
                    <a:pt x="826" y="608"/>
                    <a:pt x="820" y="614"/>
                    <a:pt x="816" y="621"/>
                  </a:cubicBezTo>
                  <a:cubicBezTo>
                    <a:pt x="822" y="611"/>
                    <a:pt x="825" y="604"/>
                    <a:pt x="823" y="604"/>
                  </a:cubicBezTo>
                  <a:cubicBezTo>
                    <a:pt x="822" y="604"/>
                    <a:pt x="819" y="605"/>
                    <a:pt x="815" y="609"/>
                  </a:cubicBezTo>
                  <a:lnTo>
                    <a:pt x="813" y="607"/>
                  </a:lnTo>
                  <a:cubicBezTo>
                    <a:pt x="812" y="607"/>
                    <a:pt x="812" y="607"/>
                    <a:pt x="812" y="607"/>
                  </a:cubicBezTo>
                  <a:cubicBezTo>
                    <a:pt x="811" y="607"/>
                    <a:pt x="810" y="608"/>
                    <a:pt x="806" y="613"/>
                  </a:cubicBezTo>
                  <a:cubicBezTo>
                    <a:pt x="804" y="614"/>
                    <a:pt x="803" y="615"/>
                    <a:pt x="803" y="615"/>
                  </a:cubicBezTo>
                  <a:cubicBezTo>
                    <a:pt x="801" y="615"/>
                    <a:pt x="805" y="609"/>
                    <a:pt x="807" y="603"/>
                  </a:cubicBezTo>
                  <a:cubicBezTo>
                    <a:pt x="810" y="597"/>
                    <a:pt x="813" y="591"/>
                    <a:pt x="812" y="591"/>
                  </a:cubicBezTo>
                  <a:lnTo>
                    <a:pt x="812" y="591"/>
                  </a:lnTo>
                  <a:cubicBezTo>
                    <a:pt x="812" y="591"/>
                    <a:pt x="811" y="592"/>
                    <a:pt x="809" y="594"/>
                  </a:cubicBezTo>
                  <a:cubicBezTo>
                    <a:pt x="804" y="600"/>
                    <a:pt x="798" y="607"/>
                    <a:pt x="791" y="613"/>
                  </a:cubicBezTo>
                  <a:cubicBezTo>
                    <a:pt x="790" y="614"/>
                    <a:pt x="789" y="615"/>
                    <a:pt x="789" y="615"/>
                  </a:cubicBezTo>
                  <a:cubicBezTo>
                    <a:pt x="788" y="615"/>
                    <a:pt x="791" y="609"/>
                    <a:pt x="795" y="605"/>
                  </a:cubicBezTo>
                  <a:cubicBezTo>
                    <a:pt x="799" y="600"/>
                    <a:pt x="802" y="595"/>
                    <a:pt x="803" y="589"/>
                  </a:cubicBezTo>
                  <a:cubicBezTo>
                    <a:pt x="802" y="589"/>
                    <a:pt x="801" y="588"/>
                    <a:pt x="800" y="588"/>
                  </a:cubicBezTo>
                  <a:cubicBezTo>
                    <a:pt x="799" y="588"/>
                    <a:pt x="797" y="589"/>
                    <a:pt x="795" y="593"/>
                  </a:cubicBezTo>
                  <a:cubicBezTo>
                    <a:pt x="793" y="595"/>
                    <a:pt x="791" y="596"/>
                    <a:pt x="789" y="596"/>
                  </a:cubicBezTo>
                  <a:cubicBezTo>
                    <a:pt x="786" y="596"/>
                    <a:pt x="784" y="592"/>
                    <a:pt x="786" y="587"/>
                  </a:cubicBezTo>
                  <a:lnTo>
                    <a:pt x="784" y="585"/>
                  </a:lnTo>
                  <a:cubicBezTo>
                    <a:pt x="784" y="585"/>
                    <a:pt x="783" y="585"/>
                    <a:pt x="783" y="585"/>
                  </a:cubicBezTo>
                  <a:cubicBezTo>
                    <a:pt x="782" y="585"/>
                    <a:pt x="778" y="589"/>
                    <a:pt x="776" y="589"/>
                  </a:cubicBezTo>
                  <a:cubicBezTo>
                    <a:pt x="776" y="589"/>
                    <a:pt x="776" y="589"/>
                    <a:pt x="776" y="589"/>
                  </a:cubicBezTo>
                  <a:cubicBezTo>
                    <a:pt x="776" y="589"/>
                    <a:pt x="776" y="589"/>
                    <a:pt x="775" y="589"/>
                  </a:cubicBezTo>
                  <a:cubicBezTo>
                    <a:pt x="775" y="589"/>
                    <a:pt x="773" y="590"/>
                    <a:pt x="768" y="595"/>
                  </a:cubicBezTo>
                  <a:cubicBezTo>
                    <a:pt x="767" y="594"/>
                    <a:pt x="766" y="593"/>
                    <a:pt x="771" y="586"/>
                  </a:cubicBezTo>
                  <a:lnTo>
                    <a:pt x="771" y="586"/>
                  </a:lnTo>
                  <a:cubicBezTo>
                    <a:pt x="766" y="592"/>
                    <a:pt x="763" y="595"/>
                    <a:pt x="763" y="595"/>
                  </a:cubicBezTo>
                  <a:cubicBezTo>
                    <a:pt x="762" y="595"/>
                    <a:pt x="764" y="591"/>
                    <a:pt x="769" y="584"/>
                  </a:cubicBezTo>
                  <a:cubicBezTo>
                    <a:pt x="774" y="577"/>
                    <a:pt x="776" y="573"/>
                    <a:pt x="776" y="573"/>
                  </a:cubicBezTo>
                  <a:lnTo>
                    <a:pt x="776" y="573"/>
                  </a:lnTo>
                  <a:cubicBezTo>
                    <a:pt x="775" y="573"/>
                    <a:pt x="773" y="576"/>
                    <a:pt x="768" y="582"/>
                  </a:cubicBezTo>
                  <a:cubicBezTo>
                    <a:pt x="765" y="586"/>
                    <a:pt x="763" y="587"/>
                    <a:pt x="763" y="587"/>
                  </a:cubicBezTo>
                  <a:cubicBezTo>
                    <a:pt x="762" y="587"/>
                    <a:pt x="763" y="585"/>
                    <a:pt x="766" y="581"/>
                  </a:cubicBezTo>
                  <a:cubicBezTo>
                    <a:pt x="768" y="578"/>
                    <a:pt x="769" y="576"/>
                    <a:pt x="768" y="576"/>
                  </a:cubicBezTo>
                  <a:cubicBezTo>
                    <a:pt x="768" y="576"/>
                    <a:pt x="766" y="577"/>
                    <a:pt x="763" y="580"/>
                  </a:cubicBezTo>
                  <a:cubicBezTo>
                    <a:pt x="758" y="588"/>
                    <a:pt x="752" y="592"/>
                    <a:pt x="751" y="592"/>
                  </a:cubicBezTo>
                  <a:cubicBezTo>
                    <a:pt x="749" y="592"/>
                    <a:pt x="750" y="589"/>
                    <a:pt x="754" y="584"/>
                  </a:cubicBezTo>
                  <a:cubicBezTo>
                    <a:pt x="754" y="584"/>
                    <a:pt x="754" y="583"/>
                    <a:pt x="754" y="583"/>
                  </a:cubicBezTo>
                  <a:cubicBezTo>
                    <a:pt x="754" y="583"/>
                    <a:pt x="752" y="584"/>
                    <a:pt x="748" y="589"/>
                  </a:cubicBezTo>
                  <a:cubicBezTo>
                    <a:pt x="742" y="595"/>
                    <a:pt x="739" y="598"/>
                    <a:pt x="739" y="598"/>
                  </a:cubicBezTo>
                  <a:cubicBezTo>
                    <a:pt x="739" y="598"/>
                    <a:pt x="741" y="595"/>
                    <a:pt x="747" y="588"/>
                  </a:cubicBezTo>
                  <a:cubicBezTo>
                    <a:pt x="751" y="580"/>
                    <a:pt x="752" y="576"/>
                    <a:pt x="751" y="576"/>
                  </a:cubicBezTo>
                  <a:cubicBezTo>
                    <a:pt x="750" y="576"/>
                    <a:pt x="747" y="579"/>
                    <a:pt x="742" y="586"/>
                  </a:cubicBezTo>
                  <a:cubicBezTo>
                    <a:pt x="742" y="586"/>
                    <a:pt x="740" y="588"/>
                    <a:pt x="739" y="588"/>
                  </a:cubicBezTo>
                  <a:cubicBezTo>
                    <a:pt x="739" y="588"/>
                    <a:pt x="738" y="587"/>
                    <a:pt x="740" y="584"/>
                  </a:cubicBezTo>
                  <a:cubicBezTo>
                    <a:pt x="742" y="578"/>
                    <a:pt x="742" y="570"/>
                    <a:pt x="739" y="570"/>
                  </a:cubicBezTo>
                  <a:cubicBezTo>
                    <a:pt x="737" y="570"/>
                    <a:pt x="735" y="572"/>
                    <a:pt x="732" y="577"/>
                  </a:cubicBezTo>
                  <a:lnTo>
                    <a:pt x="730" y="576"/>
                  </a:lnTo>
                  <a:cubicBezTo>
                    <a:pt x="731" y="571"/>
                    <a:pt x="731" y="568"/>
                    <a:pt x="730" y="568"/>
                  </a:cubicBezTo>
                  <a:cubicBezTo>
                    <a:pt x="729" y="568"/>
                    <a:pt x="728" y="569"/>
                    <a:pt x="725" y="572"/>
                  </a:cubicBezTo>
                  <a:lnTo>
                    <a:pt x="720" y="578"/>
                  </a:lnTo>
                  <a:cubicBezTo>
                    <a:pt x="724" y="571"/>
                    <a:pt x="728" y="563"/>
                    <a:pt x="726" y="562"/>
                  </a:cubicBezTo>
                  <a:cubicBezTo>
                    <a:pt x="726" y="562"/>
                    <a:pt x="726" y="562"/>
                    <a:pt x="726" y="562"/>
                  </a:cubicBezTo>
                  <a:cubicBezTo>
                    <a:pt x="725" y="562"/>
                    <a:pt x="724" y="563"/>
                    <a:pt x="721" y="568"/>
                  </a:cubicBezTo>
                  <a:cubicBezTo>
                    <a:pt x="718" y="574"/>
                    <a:pt x="716" y="575"/>
                    <a:pt x="715" y="575"/>
                  </a:cubicBezTo>
                  <a:cubicBezTo>
                    <a:pt x="715" y="575"/>
                    <a:pt x="714" y="575"/>
                    <a:pt x="714" y="575"/>
                  </a:cubicBezTo>
                  <a:cubicBezTo>
                    <a:pt x="713" y="573"/>
                    <a:pt x="717" y="566"/>
                    <a:pt x="722" y="559"/>
                  </a:cubicBezTo>
                  <a:lnTo>
                    <a:pt x="721" y="558"/>
                  </a:lnTo>
                  <a:cubicBezTo>
                    <a:pt x="715" y="565"/>
                    <a:pt x="712" y="569"/>
                    <a:pt x="712" y="569"/>
                  </a:cubicBezTo>
                  <a:cubicBezTo>
                    <a:pt x="712" y="569"/>
                    <a:pt x="713" y="567"/>
                    <a:pt x="715" y="563"/>
                  </a:cubicBezTo>
                  <a:cubicBezTo>
                    <a:pt x="719" y="555"/>
                    <a:pt x="717" y="555"/>
                    <a:pt x="716" y="554"/>
                  </a:cubicBezTo>
                  <a:lnTo>
                    <a:pt x="716" y="554"/>
                  </a:lnTo>
                  <a:cubicBezTo>
                    <a:pt x="715" y="556"/>
                    <a:pt x="714" y="557"/>
                    <a:pt x="714" y="557"/>
                  </a:cubicBezTo>
                  <a:cubicBezTo>
                    <a:pt x="714" y="557"/>
                    <a:pt x="715" y="554"/>
                    <a:pt x="716" y="554"/>
                  </a:cubicBezTo>
                  <a:cubicBezTo>
                    <a:pt x="716" y="554"/>
                    <a:pt x="716" y="554"/>
                    <a:pt x="716" y="554"/>
                  </a:cubicBezTo>
                  <a:lnTo>
                    <a:pt x="721" y="548"/>
                  </a:lnTo>
                  <a:cubicBezTo>
                    <a:pt x="722" y="545"/>
                    <a:pt x="723" y="544"/>
                    <a:pt x="722" y="544"/>
                  </a:cubicBezTo>
                  <a:lnTo>
                    <a:pt x="722" y="544"/>
                  </a:lnTo>
                  <a:cubicBezTo>
                    <a:pt x="722" y="544"/>
                    <a:pt x="718" y="549"/>
                    <a:pt x="715" y="553"/>
                  </a:cubicBezTo>
                  <a:lnTo>
                    <a:pt x="713" y="551"/>
                  </a:lnTo>
                  <a:cubicBezTo>
                    <a:pt x="713" y="551"/>
                    <a:pt x="712" y="551"/>
                    <a:pt x="712" y="551"/>
                  </a:cubicBezTo>
                  <a:cubicBezTo>
                    <a:pt x="711" y="551"/>
                    <a:pt x="710" y="552"/>
                    <a:pt x="707" y="558"/>
                  </a:cubicBezTo>
                  <a:cubicBezTo>
                    <a:pt x="702" y="564"/>
                    <a:pt x="698" y="570"/>
                    <a:pt x="696" y="570"/>
                  </a:cubicBezTo>
                  <a:cubicBezTo>
                    <a:pt x="696" y="570"/>
                    <a:pt x="696" y="570"/>
                    <a:pt x="696" y="570"/>
                  </a:cubicBezTo>
                  <a:cubicBezTo>
                    <a:pt x="701" y="563"/>
                    <a:pt x="705" y="557"/>
                    <a:pt x="704" y="555"/>
                  </a:cubicBezTo>
                  <a:cubicBezTo>
                    <a:pt x="703" y="554"/>
                    <a:pt x="708" y="548"/>
                    <a:pt x="708" y="548"/>
                  </a:cubicBezTo>
                  <a:cubicBezTo>
                    <a:pt x="714" y="541"/>
                    <a:pt x="714" y="539"/>
                    <a:pt x="712" y="539"/>
                  </a:cubicBezTo>
                  <a:cubicBezTo>
                    <a:pt x="711" y="539"/>
                    <a:pt x="707" y="541"/>
                    <a:pt x="704" y="544"/>
                  </a:cubicBezTo>
                  <a:cubicBezTo>
                    <a:pt x="698" y="550"/>
                    <a:pt x="695" y="553"/>
                    <a:pt x="694" y="553"/>
                  </a:cubicBezTo>
                  <a:cubicBezTo>
                    <a:pt x="693" y="553"/>
                    <a:pt x="695" y="549"/>
                    <a:pt x="701" y="542"/>
                  </a:cubicBezTo>
                  <a:cubicBezTo>
                    <a:pt x="703" y="538"/>
                    <a:pt x="704" y="536"/>
                    <a:pt x="704" y="536"/>
                  </a:cubicBezTo>
                  <a:cubicBezTo>
                    <a:pt x="702" y="536"/>
                    <a:pt x="693" y="546"/>
                    <a:pt x="682" y="560"/>
                  </a:cubicBezTo>
                  <a:lnTo>
                    <a:pt x="666" y="579"/>
                  </a:lnTo>
                  <a:lnTo>
                    <a:pt x="680" y="559"/>
                  </a:lnTo>
                  <a:cubicBezTo>
                    <a:pt x="692" y="541"/>
                    <a:pt x="697" y="534"/>
                    <a:pt x="695" y="534"/>
                  </a:cubicBezTo>
                  <a:cubicBezTo>
                    <a:pt x="694" y="534"/>
                    <a:pt x="691" y="537"/>
                    <a:pt x="686" y="541"/>
                  </a:cubicBezTo>
                  <a:cubicBezTo>
                    <a:pt x="683" y="544"/>
                    <a:pt x="681" y="545"/>
                    <a:pt x="681" y="545"/>
                  </a:cubicBezTo>
                  <a:cubicBezTo>
                    <a:pt x="680" y="545"/>
                    <a:pt x="681" y="543"/>
                    <a:pt x="684" y="540"/>
                  </a:cubicBezTo>
                  <a:cubicBezTo>
                    <a:pt x="688" y="533"/>
                    <a:pt x="687" y="532"/>
                    <a:pt x="684" y="529"/>
                  </a:cubicBezTo>
                  <a:cubicBezTo>
                    <a:pt x="682" y="528"/>
                    <a:pt x="681" y="527"/>
                    <a:pt x="680" y="527"/>
                  </a:cubicBezTo>
                  <a:cubicBezTo>
                    <a:pt x="679" y="527"/>
                    <a:pt x="677" y="528"/>
                    <a:pt x="675" y="532"/>
                  </a:cubicBezTo>
                  <a:lnTo>
                    <a:pt x="673" y="531"/>
                  </a:lnTo>
                  <a:cubicBezTo>
                    <a:pt x="676" y="525"/>
                    <a:pt x="677" y="522"/>
                    <a:pt x="676" y="522"/>
                  </a:cubicBezTo>
                  <a:cubicBezTo>
                    <a:pt x="675" y="522"/>
                    <a:pt x="670" y="527"/>
                    <a:pt x="665" y="535"/>
                  </a:cubicBezTo>
                  <a:lnTo>
                    <a:pt x="662" y="534"/>
                  </a:lnTo>
                  <a:lnTo>
                    <a:pt x="668" y="526"/>
                  </a:lnTo>
                  <a:cubicBezTo>
                    <a:pt x="673" y="520"/>
                    <a:pt x="670" y="518"/>
                    <a:pt x="661" y="511"/>
                  </a:cubicBezTo>
                  <a:cubicBezTo>
                    <a:pt x="657" y="507"/>
                    <a:pt x="654" y="505"/>
                    <a:pt x="652" y="505"/>
                  </a:cubicBezTo>
                  <a:cubicBezTo>
                    <a:pt x="648" y="505"/>
                    <a:pt x="646" y="508"/>
                    <a:pt x="640" y="516"/>
                  </a:cubicBezTo>
                  <a:cubicBezTo>
                    <a:pt x="635" y="522"/>
                    <a:pt x="632" y="525"/>
                    <a:pt x="631" y="525"/>
                  </a:cubicBezTo>
                  <a:cubicBezTo>
                    <a:pt x="630" y="525"/>
                    <a:pt x="632" y="521"/>
                    <a:pt x="638" y="514"/>
                  </a:cubicBezTo>
                  <a:cubicBezTo>
                    <a:pt x="641" y="509"/>
                    <a:pt x="644" y="504"/>
                    <a:pt x="643" y="504"/>
                  </a:cubicBezTo>
                  <a:lnTo>
                    <a:pt x="643" y="504"/>
                  </a:lnTo>
                  <a:cubicBezTo>
                    <a:pt x="643" y="504"/>
                    <a:pt x="642" y="504"/>
                    <a:pt x="641" y="506"/>
                  </a:cubicBezTo>
                  <a:cubicBezTo>
                    <a:pt x="641" y="506"/>
                    <a:pt x="639" y="504"/>
                    <a:pt x="642" y="496"/>
                  </a:cubicBezTo>
                  <a:cubicBezTo>
                    <a:pt x="645" y="489"/>
                    <a:pt x="646" y="486"/>
                    <a:pt x="645" y="486"/>
                  </a:cubicBezTo>
                  <a:cubicBezTo>
                    <a:pt x="644" y="486"/>
                    <a:pt x="641" y="489"/>
                    <a:pt x="638" y="493"/>
                  </a:cubicBezTo>
                  <a:cubicBezTo>
                    <a:pt x="634" y="499"/>
                    <a:pt x="633" y="501"/>
                    <a:pt x="633" y="501"/>
                  </a:cubicBezTo>
                  <a:cubicBezTo>
                    <a:pt x="632" y="501"/>
                    <a:pt x="635" y="496"/>
                    <a:pt x="637" y="492"/>
                  </a:cubicBezTo>
                  <a:cubicBezTo>
                    <a:pt x="640" y="486"/>
                    <a:pt x="642" y="480"/>
                    <a:pt x="642" y="480"/>
                  </a:cubicBezTo>
                  <a:lnTo>
                    <a:pt x="642" y="480"/>
                  </a:lnTo>
                  <a:cubicBezTo>
                    <a:pt x="642" y="480"/>
                    <a:pt x="641" y="481"/>
                    <a:pt x="640" y="484"/>
                  </a:cubicBezTo>
                  <a:cubicBezTo>
                    <a:pt x="637" y="486"/>
                    <a:pt x="634" y="488"/>
                    <a:pt x="631" y="488"/>
                  </a:cubicBezTo>
                  <a:cubicBezTo>
                    <a:pt x="628" y="488"/>
                    <a:pt x="626" y="485"/>
                    <a:pt x="632" y="477"/>
                  </a:cubicBezTo>
                  <a:lnTo>
                    <a:pt x="630" y="475"/>
                  </a:lnTo>
                  <a:cubicBezTo>
                    <a:pt x="627" y="479"/>
                    <a:pt x="625" y="480"/>
                    <a:pt x="623" y="480"/>
                  </a:cubicBezTo>
                  <a:cubicBezTo>
                    <a:pt x="622" y="480"/>
                    <a:pt x="621" y="479"/>
                    <a:pt x="620" y="478"/>
                  </a:cubicBezTo>
                  <a:cubicBezTo>
                    <a:pt x="618" y="477"/>
                    <a:pt x="616" y="476"/>
                    <a:pt x="621" y="469"/>
                  </a:cubicBezTo>
                  <a:cubicBezTo>
                    <a:pt x="625" y="465"/>
                    <a:pt x="626" y="464"/>
                    <a:pt x="625" y="464"/>
                  </a:cubicBezTo>
                  <a:cubicBezTo>
                    <a:pt x="624" y="464"/>
                    <a:pt x="622" y="465"/>
                    <a:pt x="619" y="467"/>
                  </a:cubicBezTo>
                  <a:cubicBezTo>
                    <a:pt x="619" y="467"/>
                    <a:pt x="619" y="467"/>
                    <a:pt x="619" y="467"/>
                  </a:cubicBezTo>
                  <a:cubicBezTo>
                    <a:pt x="617" y="467"/>
                    <a:pt x="607" y="478"/>
                    <a:pt x="605" y="478"/>
                  </a:cubicBezTo>
                  <a:cubicBezTo>
                    <a:pt x="605" y="478"/>
                    <a:pt x="605" y="478"/>
                    <a:pt x="605" y="478"/>
                  </a:cubicBezTo>
                  <a:cubicBezTo>
                    <a:pt x="601" y="485"/>
                    <a:pt x="594" y="490"/>
                    <a:pt x="593" y="490"/>
                  </a:cubicBezTo>
                  <a:lnTo>
                    <a:pt x="598" y="483"/>
                  </a:lnTo>
                  <a:lnTo>
                    <a:pt x="609" y="469"/>
                  </a:lnTo>
                  <a:cubicBezTo>
                    <a:pt x="608" y="469"/>
                    <a:pt x="608" y="469"/>
                    <a:pt x="608" y="469"/>
                  </a:cubicBezTo>
                  <a:cubicBezTo>
                    <a:pt x="606" y="469"/>
                    <a:pt x="605" y="470"/>
                    <a:pt x="601" y="475"/>
                  </a:cubicBezTo>
                  <a:cubicBezTo>
                    <a:pt x="605" y="467"/>
                    <a:pt x="604" y="466"/>
                    <a:pt x="602" y="464"/>
                  </a:cubicBezTo>
                  <a:cubicBezTo>
                    <a:pt x="601" y="463"/>
                    <a:pt x="600" y="462"/>
                    <a:pt x="598" y="462"/>
                  </a:cubicBezTo>
                  <a:cubicBezTo>
                    <a:pt x="596" y="462"/>
                    <a:pt x="594" y="463"/>
                    <a:pt x="591" y="466"/>
                  </a:cubicBezTo>
                  <a:cubicBezTo>
                    <a:pt x="596" y="457"/>
                    <a:pt x="596" y="451"/>
                    <a:pt x="592" y="451"/>
                  </a:cubicBezTo>
                  <a:cubicBezTo>
                    <a:pt x="590" y="451"/>
                    <a:pt x="586" y="454"/>
                    <a:pt x="582" y="459"/>
                  </a:cubicBezTo>
                  <a:cubicBezTo>
                    <a:pt x="579" y="462"/>
                    <a:pt x="578" y="463"/>
                    <a:pt x="577" y="463"/>
                  </a:cubicBezTo>
                  <a:cubicBezTo>
                    <a:pt x="576" y="463"/>
                    <a:pt x="577" y="461"/>
                    <a:pt x="579" y="457"/>
                  </a:cubicBezTo>
                  <a:cubicBezTo>
                    <a:pt x="581" y="453"/>
                    <a:pt x="582" y="451"/>
                    <a:pt x="582" y="451"/>
                  </a:cubicBezTo>
                  <a:lnTo>
                    <a:pt x="582" y="451"/>
                  </a:lnTo>
                  <a:cubicBezTo>
                    <a:pt x="581" y="451"/>
                    <a:pt x="580" y="452"/>
                    <a:pt x="577" y="456"/>
                  </a:cubicBezTo>
                  <a:cubicBezTo>
                    <a:pt x="576" y="457"/>
                    <a:pt x="575" y="458"/>
                    <a:pt x="574" y="458"/>
                  </a:cubicBezTo>
                  <a:cubicBezTo>
                    <a:pt x="573" y="458"/>
                    <a:pt x="576" y="452"/>
                    <a:pt x="578" y="446"/>
                  </a:cubicBezTo>
                  <a:cubicBezTo>
                    <a:pt x="584" y="436"/>
                    <a:pt x="586" y="432"/>
                    <a:pt x="585" y="432"/>
                  </a:cubicBezTo>
                  <a:cubicBezTo>
                    <a:pt x="584" y="432"/>
                    <a:pt x="583" y="433"/>
                    <a:pt x="581" y="435"/>
                  </a:cubicBezTo>
                  <a:cubicBezTo>
                    <a:pt x="577" y="438"/>
                    <a:pt x="574" y="439"/>
                    <a:pt x="572" y="439"/>
                  </a:cubicBezTo>
                  <a:cubicBezTo>
                    <a:pt x="571" y="439"/>
                    <a:pt x="570" y="438"/>
                    <a:pt x="569" y="438"/>
                  </a:cubicBezTo>
                  <a:cubicBezTo>
                    <a:pt x="563" y="443"/>
                    <a:pt x="561" y="442"/>
                    <a:pt x="557" y="450"/>
                  </a:cubicBezTo>
                  <a:cubicBezTo>
                    <a:pt x="554" y="455"/>
                    <a:pt x="550" y="459"/>
                    <a:pt x="546" y="462"/>
                  </a:cubicBezTo>
                  <a:cubicBezTo>
                    <a:pt x="544" y="464"/>
                    <a:pt x="543" y="465"/>
                    <a:pt x="542" y="465"/>
                  </a:cubicBezTo>
                  <a:cubicBezTo>
                    <a:pt x="542" y="465"/>
                    <a:pt x="543" y="462"/>
                    <a:pt x="544" y="462"/>
                  </a:cubicBezTo>
                  <a:cubicBezTo>
                    <a:pt x="544" y="462"/>
                    <a:pt x="545" y="462"/>
                    <a:pt x="545" y="462"/>
                  </a:cubicBezTo>
                  <a:cubicBezTo>
                    <a:pt x="553" y="457"/>
                    <a:pt x="551" y="456"/>
                    <a:pt x="555" y="448"/>
                  </a:cubicBezTo>
                  <a:cubicBezTo>
                    <a:pt x="559" y="440"/>
                    <a:pt x="557" y="439"/>
                    <a:pt x="556" y="438"/>
                  </a:cubicBezTo>
                  <a:cubicBezTo>
                    <a:pt x="555" y="437"/>
                    <a:pt x="553" y="435"/>
                    <a:pt x="551" y="434"/>
                  </a:cubicBezTo>
                  <a:cubicBezTo>
                    <a:pt x="552" y="428"/>
                    <a:pt x="552" y="426"/>
                    <a:pt x="551" y="426"/>
                  </a:cubicBezTo>
                  <a:cubicBezTo>
                    <a:pt x="550" y="426"/>
                    <a:pt x="549" y="427"/>
                    <a:pt x="547" y="430"/>
                  </a:cubicBezTo>
                  <a:lnTo>
                    <a:pt x="541" y="438"/>
                  </a:lnTo>
                  <a:cubicBezTo>
                    <a:pt x="547" y="428"/>
                    <a:pt x="544" y="420"/>
                    <a:pt x="537" y="420"/>
                  </a:cubicBezTo>
                  <a:cubicBezTo>
                    <a:pt x="534" y="420"/>
                    <a:pt x="530" y="421"/>
                    <a:pt x="527" y="425"/>
                  </a:cubicBezTo>
                  <a:lnTo>
                    <a:pt x="531" y="419"/>
                  </a:lnTo>
                  <a:cubicBezTo>
                    <a:pt x="537" y="412"/>
                    <a:pt x="536" y="411"/>
                    <a:pt x="533" y="409"/>
                  </a:cubicBezTo>
                  <a:cubicBezTo>
                    <a:pt x="533" y="408"/>
                    <a:pt x="533" y="408"/>
                    <a:pt x="532" y="408"/>
                  </a:cubicBezTo>
                  <a:cubicBezTo>
                    <a:pt x="530" y="408"/>
                    <a:pt x="526" y="409"/>
                    <a:pt x="523" y="409"/>
                  </a:cubicBezTo>
                  <a:cubicBezTo>
                    <a:pt x="521" y="409"/>
                    <a:pt x="520" y="409"/>
                    <a:pt x="519" y="409"/>
                  </a:cubicBezTo>
                  <a:cubicBezTo>
                    <a:pt x="516" y="406"/>
                    <a:pt x="514" y="404"/>
                    <a:pt x="512" y="404"/>
                  </a:cubicBezTo>
                  <a:cubicBezTo>
                    <a:pt x="510" y="404"/>
                    <a:pt x="509" y="406"/>
                    <a:pt x="507" y="409"/>
                  </a:cubicBezTo>
                  <a:cubicBezTo>
                    <a:pt x="505" y="407"/>
                    <a:pt x="505" y="407"/>
                    <a:pt x="510" y="401"/>
                  </a:cubicBezTo>
                  <a:cubicBezTo>
                    <a:pt x="517" y="395"/>
                    <a:pt x="515" y="394"/>
                    <a:pt x="514" y="393"/>
                  </a:cubicBezTo>
                  <a:cubicBezTo>
                    <a:pt x="514" y="393"/>
                    <a:pt x="514" y="393"/>
                    <a:pt x="514" y="393"/>
                  </a:cubicBezTo>
                  <a:cubicBezTo>
                    <a:pt x="512" y="393"/>
                    <a:pt x="507" y="399"/>
                    <a:pt x="503" y="405"/>
                  </a:cubicBezTo>
                  <a:cubicBezTo>
                    <a:pt x="501" y="409"/>
                    <a:pt x="499" y="410"/>
                    <a:pt x="498" y="410"/>
                  </a:cubicBezTo>
                  <a:cubicBezTo>
                    <a:pt x="497" y="410"/>
                    <a:pt x="498" y="408"/>
                    <a:pt x="500" y="403"/>
                  </a:cubicBezTo>
                  <a:cubicBezTo>
                    <a:pt x="501" y="397"/>
                    <a:pt x="500" y="393"/>
                    <a:pt x="496" y="393"/>
                  </a:cubicBezTo>
                  <a:cubicBezTo>
                    <a:pt x="495" y="393"/>
                    <a:pt x="493" y="394"/>
                    <a:pt x="491" y="395"/>
                  </a:cubicBezTo>
                  <a:cubicBezTo>
                    <a:pt x="490" y="394"/>
                    <a:pt x="489" y="394"/>
                    <a:pt x="493" y="387"/>
                  </a:cubicBezTo>
                  <a:cubicBezTo>
                    <a:pt x="496" y="382"/>
                    <a:pt x="498" y="376"/>
                    <a:pt x="495" y="376"/>
                  </a:cubicBezTo>
                  <a:cubicBezTo>
                    <a:pt x="494" y="376"/>
                    <a:pt x="492" y="378"/>
                    <a:pt x="487" y="382"/>
                  </a:cubicBezTo>
                  <a:cubicBezTo>
                    <a:pt x="486" y="382"/>
                    <a:pt x="486" y="382"/>
                    <a:pt x="492" y="375"/>
                  </a:cubicBezTo>
                  <a:cubicBezTo>
                    <a:pt x="494" y="370"/>
                    <a:pt x="497" y="366"/>
                    <a:pt x="496" y="366"/>
                  </a:cubicBezTo>
                  <a:lnTo>
                    <a:pt x="496" y="366"/>
                  </a:lnTo>
                  <a:cubicBezTo>
                    <a:pt x="496" y="366"/>
                    <a:pt x="494" y="368"/>
                    <a:pt x="490" y="373"/>
                  </a:cubicBezTo>
                  <a:cubicBezTo>
                    <a:pt x="487" y="374"/>
                    <a:pt x="485" y="375"/>
                    <a:pt x="483" y="375"/>
                  </a:cubicBezTo>
                  <a:cubicBezTo>
                    <a:pt x="480" y="375"/>
                    <a:pt x="480" y="372"/>
                    <a:pt x="482" y="366"/>
                  </a:cubicBezTo>
                  <a:cubicBezTo>
                    <a:pt x="481" y="365"/>
                    <a:pt x="481" y="365"/>
                    <a:pt x="480" y="365"/>
                  </a:cubicBezTo>
                  <a:cubicBezTo>
                    <a:pt x="479" y="365"/>
                    <a:pt x="477" y="366"/>
                    <a:pt x="474" y="370"/>
                  </a:cubicBezTo>
                  <a:cubicBezTo>
                    <a:pt x="472" y="375"/>
                    <a:pt x="472" y="374"/>
                    <a:pt x="468" y="377"/>
                  </a:cubicBezTo>
                  <a:cubicBezTo>
                    <a:pt x="474" y="370"/>
                    <a:pt x="476" y="367"/>
                    <a:pt x="476" y="367"/>
                  </a:cubicBezTo>
                  <a:lnTo>
                    <a:pt x="476" y="367"/>
                  </a:lnTo>
                  <a:cubicBezTo>
                    <a:pt x="475" y="367"/>
                    <a:pt x="472" y="370"/>
                    <a:pt x="466" y="376"/>
                  </a:cubicBezTo>
                  <a:cubicBezTo>
                    <a:pt x="464" y="379"/>
                    <a:pt x="463" y="381"/>
                    <a:pt x="462" y="381"/>
                  </a:cubicBezTo>
                  <a:cubicBezTo>
                    <a:pt x="462" y="381"/>
                    <a:pt x="463" y="379"/>
                    <a:pt x="465" y="375"/>
                  </a:cubicBezTo>
                  <a:cubicBezTo>
                    <a:pt x="469" y="367"/>
                    <a:pt x="468" y="366"/>
                    <a:pt x="468" y="366"/>
                  </a:cubicBezTo>
                  <a:cubicBezTo>
                    <a:pt x="467" y="365"/>
                    <a:pt x="456" y="367"/>
                    <a:pt x="450" y="363"/>
                  </a:cubicBezTo>
                  <a:cubicBezTo>
                    <a:pt x="446" y="358"/>
                    <a:pt x="443" y="355"/>
                    <a:pt x="440" y="355"/>
                  </a:cubicBezTo>
                  <a:cubicBezTo>
                    <a:pt x="438" y="355"/>
                    <a:pt x="436" y="356"/>
                    <a:pt x="434" y="359"/>
                  </a:cubicBezTo>
                  <a:cubicBezTo>
                    <a:pt x="431" y="362"/>
                    <a:pt x="429" y="363"/>
                    <a:pt x="428" y="363"/>
                  </a:cubicBezTo>
                  <a:cubicBezTo>
                    <a:pt x="428" y="363"/>
                    <a:pt x="429" y="361"/>
                    <a:pt x="431" y="357"/>
                  </a:cubicBezTo>
                  <a:cubicBezTo>
                    <a:pt x="436" y="349"/>
                    <a:pt x="435" y="348"/>
                    <a:pt x="434" y="348"/>
                  </a:cubicBezTo>
                  <a:cubicBezTo>
                    <a:pt x="432" y="347"/>
                    <a:pt x="431" y="346"/>
                    <a:pt x="436" y="339"/>
                  </a:cubicBezTo>
                  <a:lnTo>
                    <a:pt x="436" y="339"/>
                  </a:lnTo>
                  <a:cubicBezTo>
                    <a:pt x="432" y="343"/>
                    <a:pt x="431" y="344"/>
                    <a:pt x="430" y="344"/>
                  </a:cubicBezTo>
                  <a:cubicBezTo>
                    <a:pt x="430" y="344"/>
                    <a:pt x="429" y="344"/>
                    <a:pt x="429" y="343"/>
                  </a:cubicBezTo>
                  <a:cubicBezTo>
                    <a:pt x="432" y="340"/>
                    <a:pt x="432" y="338"/>
                    <a:pt x="432" y="338"/>
                  </a:cubicBezTo>
                  <a:cubicBezTo>
                    <a:pt x="431" y="338"/>
                    <a:pt x="429" y="339"/>
                    <a:pt x="427" y="341"/>
                  </a:cubicBezTo>
                  <a:cubicBezTo>
                    <a:pt x="421" y="348"/>
                    <a:pt x="418" y="351"/>
                    <a:pt x="417" y="351"/>
                  </a:cubicBezTo>
                  <a:lnTo>
                    <a:pt x="417" y="351"/>
                  </a:lnTo>
                  <a:cubicBezTo>
                    <a:pt x="417" y="351"/>
                    <a:pt x="420" y="348"/>
                    <a:pt x="426" y="341"/>
                  </a:cubicBezTo>
                  <a:cubicBezTo>
                    <a:pt x="429" y="336"/>
                    <a:pt x="431" y="329"/>
                    <a:pt x="430" y="329"/>
                  </a:cubicBezTo>
                  <a:lnTo>
                    <a:pt x="430" y="329"/>
                  </a:lnTo>
                  <a:cubicBezTo>
                    <a:pt x="430" y="329"/>
                    <a:pt x="429" y="330"/>
                    <a:pt x="428" y="332"/>
                  </a:cubicBezTo>
                  <a:cubicBezTo>
                    <a:pt x="424" y="339"/>
                    <a:pt x="421" y="337"/>
                    <a:pt x="415" y="342"/>
                  </a:cubicBezTo>
                  <a:cubicBezTo>
                    <a:pt x="413" y="341"/>
                    <a:pt x="412" y="341"/>
                    <a:pt x="418" y="335"/>
                  </a:cubicBezTo>
                  <a:cubicBezTo>
                    <a:pt x="419" y="331"/>
                    <a:pt x="418" y="329"/>
                    <a:pt x="416" y="329"/>
                  </a:cubicBezTo>
                  <a:cubicBezTo>
                    <a:pt x="413" y="329"/>
                    <a:pt x="408" y="331"/>
                    <a:pt x="404" y="335"/>
                  </a:cubicBezTo>
                  <a:cubicBezTo>
                    <a:pt x="402" y="338"/>
                    <a:pt x="400" y="339"/>
                    <a:pt x="400" y="339"/>
                  </a:cubicBezTo>
                  <a:cubicBezTo>
                    <a:pt x="399" y="339"/>
                    <a:pt x="400" y="337"/>
                    <a:pt x="403" y="333"/>
                  </a:cubicBezTo>
                  <a:cubicBezTo>
                    <a:pt x="409" y="327"/>
                    <a:pt x="408" y="326"/>
                    <a:pt x="407" y="324"/>
                  </a:cubicBezTo>
                  <a:lnTo>
                    <a:pt x="407" y="324"/>
                  </a:lnTo>
                  <a:cubicBezTo>
                    <a:pt x="405" y="326"/>
                    <a:pt x="404" y="327"/>
                    <a:pt x="404" y="327"/>
                  </a:cubicBezTo>
                  <a:cubicBezTo>
                    <a:pt x="403" y="327"/>
                    <a:pt x="407" y="322"/>
                    <a:pt x="410" y="317"/>
                  </a:cubicBezTo>
                  <a:cubicBezTo>
                    <a:pt x="417" y="311"/>
                    <a:pt x="416" y="310"/>
                    <a:pt x="413" y="309"/>
                  </a:cubicBezTo>
                  <a:lnTo>
                    <a:pt x="413" y="309"/>
                  </a:lnTo>
                  <a:cubicBezTo>
                    <a:pt x="411" y="311"/>
                    <a:pt x="410" y="311"/>
                    <a:pt x="408" y="311"/>
                  </a:cubicBezTo>
                  <a:cubicBezTo>
                    <a:pt x="405" y="311"/>
                    <a:pt x="402" y="309"/>
                    <a:pt x="400" y="308"/>
                  </a:cubicBezTo>
                  <a:cubicBezTo>
                    <a:pt x="399" y="307"/>
                    <a:pt x="397" y="306"/>
                    <a:pt x="396" y="306"/>
                  </a:cubicBezTo>
                  <a:cubicBezTo>
                    <a:pt x="391" y="306"/>
                    <a:pt x="385" y="311"/>
                    <a:pt x="375" y="320"/>
                  </a:cubicBezTo>
                  <a:lnTo>
                    <a:pt x="363" y="332"/>
                  </a:lnTo>
                  <a:lnTo>
                    <a:pt x="363" y="332"/>
                  </a:lnTo>
                  <a:lnTo>
                    <a:pt x="374" y="319"/>
                  </a:lnTo>
                  <a:lnTo>
                    <a:pt x="389" y="297"/>
                  </a:lnTo>
                  <a:cubicBezTo>
                    <a:pt x="389" y="297"/>
                    <a:pt x="389" y="297"/>
                    <a:pt x="388" y="297"/>
                  </a:cubicBezTo>
                  <a:cubicBezTo>
                    <a:pt x="387" y="297"/>
                    <a:pt x="382" y="304"/>
                    <a:pt x="376" y="310"/>
                  </a:cubicBezTo>
                  <a:cubicBezTo>
                    <a:pt x="374" y="313"/>
                    <a:pt x="373" y="314"/>
                    <a:pt x="372" y="314"/>
                  </a:cubicBezTo>
                  <a:cubicBezTo>
                    <a:pt x="372" y="314"/>
                    <a:pt x="372" y="312"/>
                    <a:pt x="373" y="308"/>
                  </a:cubicBezTo>
                  <a:cubicBezTo>
                    <a:pt x="375" y="302"/>
                    <a:pt x="375" y="300"/>
                    <a:pt x="374" y="300"/>
                  </a:cubicBezTo>
                  <a:cubicBezTo>
                    <a:pt x="373" y="300"/>
                    <a:pt x="372" y="301"/>
                    <a:pt x="370" y="303"/>
                  </a:cubicBezTo>
                  <a:cubicBezTo>
                    <a:pt x="369" y="302"/>
                    <a:pt x="367" y="301"/>
                    <a:pt x="371" y="294"/>
                  </a:cubicBezTo>
                  <a:cubicBezTo>
                    <a:pt x="370" y="294"/>
                    <a:pt x="370" y="294"/>
                    <a:pt x="370" y="294"/>
                  </a:cubicBezTo>
                  <a:cubicBezTo>
                    <a:pt x="369" y="294"/>
                    <a:pt x="368" y="295"/>
                    <a:pt x="365" y="300"/>
                  </a:cubicBezTo>
                  <a:cubicBezTo>
                    <a:pt x="363" y="302"/>
                    <a:pt x="361" y="304"/>
                    <a:pt x="360" y="304"/>
                  </a:cubicBezTo>
                  <a:cubicBezTo>
                    <a:pt x="360" y="304"/>
                    <a:pt x="360" y="302"/>
                    <a:pt x="363" y="297"/>
                  </a:cubicBezTo>
                  <a:cubicBezTo>
                    <a:pt x="369" y="288"/>
                    <a:pt x="369" y="284"/>
                    <a:pt x="368" y="284"/>
                  </a:cubicBezTo>
                  <a:cubicBezTo>
                    <a:pt x="367" y="284"/>
                    <a:pt x="366" y="285"/>
                    <a:pt x="364" y="287"/>
                  </a:cubicBezTo>
                  <a:cubicBezTo>
                    <a:pt x="360" y="291"/>
                    <a:pt x="358" y="292"/>
                    <a:pt x="357" y="292"/>
                  </a:cubicBezTo>
                  <a:cubicBezTo>
                    <a:pt x="357" y="292"/>
                    <a:pt x="357" y="292"/>
                    <a:pt x="356" y="292"/>
                  </a:cubicBezTo>
                  <a:cubicBezTo>
                    <a:pt x="356" y="291"/>
                    <a:pt x="355" y="291"/>
                    <a:pt x="354" y="291"/>
                  </a:cubicBezTo>
                  <a:cubicBezTo>
                    <a:pt x="353" y="291"/>
                    <a:pt x="351" y="292"/>
                    <a:pt x="347" y="295"/>
                  </a:cubicBezTo>
                  <a:lnTo>
                    <a:pt x="345" y="293"/>
                  </a:lnTo>
                  <a:cubicBezTo>
                    <a:pt x="344" y="292"/>
                    <a:pt x="349" y="287"/>
                    <a:pt x="351" y="287"/>
                  </a:cubicBezTo>
                  <a:cubicBezTo>
                    <a:pt x="351" y="287"/>
                    <a:pt x="352" y="287"/>
                    <a:pt x="352" y="287"/>
                  </a:cubicBezTo>
                  <a:lnTo>
                    <a:pt x="356" y="280"/>
                  </a:lnTo>
                  <a:cubicBezTo>
                    <a:pt x="355" y="279"/>
                    <a:pt x="355" y="279"/>
                    <a:pt x="354" y="279"/>
                  </a:cubicBezTo>
                  <a:cubicBezTo>
                    <a:pt x="352" y="279"/>
                    <a:pt x="350" y="280"/>
                    <a:pt x="346" y="283"/>
                  </a:cubicBezTo>
                  <a:cubicBezTo>
                    <a:pt x="340" y="289"/>
                    <a:pt x="337" y="292"/>
                    <a:pt x="337" y="292"/>
                  </a:cubicBezTo>
                  <a:cubicBezTo>
                    <a:pt x="336" y="292"/>
                    <a:pt x="339" y="289"/>
                    <a:pt x="345" y="282"/>
                  </a:cubicBezTo>
                  <a:cubicBezTo>
                    <a:pt x="349" y="277"/>
                    <a:pt x="353" y="271"/>
                    <a:pt x="351" y="271"/>
                  </a:cubicBezTo>
                  <a:cubicBezTo>
                    <a:pt x="351" y="271"/>
                    <a:pt x="350" y="271"/>
                    <a:pt x="348" y="273"/>
                  </a:cubicBezTo>
                  <a:cubicBezTo>
                    <a:pt x="343" y="278"/>
                    <a:pt x="341" y="280"/>
                    <a:pt x="341" y="280"/>
                  </a:cubicBezTo>
                  <a:cubicBezTo>
                    <a:pt x="340" y="280"/>
                    <a:pt x="343" y="276"/>
                    <a:pt x="346" y="272"/>
                  </a:cubicBezTo>
                  <a:cubicBezTo>
                    <a:pt x="353" y="265"/>
                    <a:pt x="356" y="262"/>
                    <a:pt x="355" y="262"/>
                  </a:cubicBezTo>
                  <a:cubicBezTo>
                    <a:pt x="354" y="262"/>
                    <a:pt x="350" y="264"/>
                    <a:pt x="343" y="268"/>
                  </a:cubicBezTo>
                  <a:cubicBezTo>
                    <a:pt x="342" y="268"/>
                    <a:pt x="341" y="267"/>
                    <a:pt x="339" y="267"/>
                  </a:cubicBezTo>
                  <a:cubicBezTo>
                    <a:pt x="337" y="267"/>
                    <a:pt x="335" y="268"/>
                    <a:pt x="333" y="268"/>
                  </a:cubicBezTo>
                  <a:cubicBezTo>
                    <a:pt x="331" y="268"/>
                    <a:pt x="328" y="267"/>
                    <a:pt x="327" y="266"/>
                  </a:cubicBezTo>
                  <a:cubicBezTo>
                    <a:pt x="324" y="262"/>
                    <a:pt x="321" y="260"/>
                    <a:pt x="326" y="253"/>
                  </a:cubicBezTo>
                  <a:cubicBezTo>
                    <a:pt x="332" y="245"/>
                    <a:pt x="334" y="241"/>
                    <a:pt x="334" y="241"/>
                  </a:cubicBezTo>
                  <a:lnTo>
                    <a:pt x="334" y="241"/>
                  </a:lnTo>
                  <a:cubicBezTo>
                    <a:pt x="334" y="241"/>
                    <a:pt x="332" y="243"/>
                    <a:pt x="330" y="246"/>
                  </a:cubicBezTo>
                  <a:cubicBezTo>
                    <a:pt x="324" y="254"/>
                    <a:pt x="321" y="257"/>
                    <a:pt x="319" y="257"/>
                  </a:cubicBezTo>
                  <a:cubicBezTo>
                    <a:pt x="318" y="257"/>
                    <a:pt x="317" y="256"/>
                    <a:pt x="316" y="255"/>
                  </a:cubicBezTo>
                  <a:cubicBezTo>
                    <a:pt x="317" y="251"/>
                    <a:pt x="316" y="250"/>
                    <a:pt x="314" y="250"/>
                  </a:cubicBezTo>
                  <a:cubicBezTo>
                    <a:pt x="312" y="250"/>
                    <a:pt x="307" y="253"/>
                    <a:pt x="303" y="256"/>
                  </a:cubicBezTo>
                  <a:lnTo>
                    <a:pt x="306" y="258"/>
                  </a:lnTo>
                  <a:cubicBezTo>
                    <a:pt x="300" y="265"/>
                    <a:pt x="297" y="268"/>
                    <a:pt x="296" y="268"/>
                  </a:cubicBezTo>
                  <a:cubicBezTo>
                    <a:pt x="295" y="268"/>
                    <a:pt x="295" y="265"/>
                    <a:pt x="297" y="262"/>
                  </a:cubicBezTo>
                  <a:cubicBezTo>
                    <a:pt x="296" y="260"/>
                    <a:pt x="301" y="254"/>
                    <a:pt x="307" y="247"/>
                  </a:cubicBezTo>
                  <a:cubicBezTo>
                    <a:pt x="312" y="240"/>
                    <a:pt x="317" y="234"/>
                    <a:pt x="316" y="232"/>
                  </a:cubicBezTo>
                  <a:cubicBezTo>
                    <a:pt x="315" y="232"/>
                    <a:pt x="315" y="232"/>
                    <a:pt x="314" y="232"/>
                  </a:cubicBezTo>
                  <a:cubicBezTo>
                    <a:pt x="313" y="232"/>
                    <a:pt x="312" y="233"/>
                    <a:pt x="309" y="238"/>
                  </a:cubicBezTo>
                  <a:cubicBezTo>
                    <a:pt x="305" y="243"/>
                    <a:pt x="304" y="244"/>
                    <a:pt x="303" y="244"/>
                  </a:cubicBezTo>
                  <a:cubicBezTo>
                    <a:pt x="303" y="244"/>
                    <a:pt x="303" y="244"/>
                    <a:pt x="302" y="244"/>
                  </a:cubicBezTo>
                  <a:cubicBezTo>
                    <a:pt x="302" y="243"/>
                    <a:pt x="301" y="243"/>
                    <a:pt x="301" y="243"/>
                  </a:cubicBezTo>
                  <a:cubicBezTo>
                    <a:pt x="299" y="243"/>
                    <a:pt x="297" y="244"/>
                    <a:pt x="293" y="247"/>
                  </a:cubicBezTo>
                  <a:cubicBezTo>
                    <a:pt x="291" y="251"/>
                    <a:pt x="289" y="252"/>
                    <a:pt x="288" y="252"/>
                  </a:cubicBezTo>
                  <a:cubicBezTo>
                    <a:pt x="287" y="252"/>
                    <a:pt x="287" y="252"/>
                    <a:pt x="287" y="251"/>
                  </a:cubicBezTo>
                  <a:cubicBezTo>
                    <a:pt x="291" y="244"/>
                    <a:pt x="289" y="241"/>
                    <a:pt x="289" y="241"/>
                  </a:cubicBezTo>
                  <a:cubicBezTo>
                    <a:pt x="291" y="238"/>
                    <a:pt x="291" y="239"/>
                    <a:pt x="294" y="236"/>
                  </a:cubicBezTo>
                  <a:cubicBezTo>
                    <a:pt x="298" y="231"/>
                    <a:pt x="301" y="227"/>
                    <a:pt x="303" y="221"/>
                  </a:cubicBezTo>
                  <a:cubicBezTo>
                    <a:pt x="303" y="221"/>
                    <a:pt x="303" y="221"/>
                    <a:pt x="303" y="221"/>
                  </a:cubicBezTo>
                  <a:cubicBezTo>
                    <a:pt x="303" y="221"/>
                    <a:pt x="298" y="227"/>
                    <a:pt x="298" y="227"/>
                  </a:cubicBezTo>
                  <a:cubicBezTo>
                    <a:pt x="297" y="228"/>
                    <a:pt x="296" y="228"/>
                    <a:pt x="295" y="228"/>
                  </a:cubicBezTo>
                  <a:cubicBezTo>
                    <a:pt x="286" y="228"/>
                    <a:pt x="266" y="209"/>
                    <a:pt x="263" y="207"/>
                  </a:cubicBezTo>
                  <a:cubicBezTo>
                    <a:pt x="265" y="201"/>
                    <a:pt x="265" y="198"/>
                    <a:pt x="263" y="198"/>
                  </a:cubicBezTo>
                  <a:cubicBezTo>
                    <a:pt x="262" y="198"/>
                    <a:pt x="260" y="199"/>
                    <a:pt x="259" y="202"/>
                  </a:cubicBezTo>
                  <a:cubicBezTo>
                    <a:pt x="257" y="204"/>
                    <a:pt x="255" y="205"/>
                    <a:pt x="253" y="205"/>
                  </a:cubicBezTo>
                  <a:cubicBezTo>
                    <a:pt x="250" y="205"/>
                    <a:pt x="246" y="201"/>
                    <a:pt x="242" y="198"/>
                  </a:cubicBezTo>
                  <a:cubicBezTo>
                    <a:pt x="236" y="192"/>
                    <a:pt x="233" y="188"/>
                    <a:pt x="228" y="188"/>
                  </a:cubicBezTo>
                  <a:cubicBezTo>
                    <a:pt x="227" y="188"/>
                    <a:pt x="225" y="189"/>
                    <a:pt x="223" y="191"/>
                  </a:cubicBezTo>
                  <a:lnTo>
                    <a:pt x="220" y="189"/>
                  </a:lnTo>
                  <a:cubicBezTo>
                    <a:pt x="220" y="188"/>
                    <a:pt x="219" y="188"/>
                    <a:pt x="218" y="188"/>
                  </a:cubicBezTo>
                  <a:cubicBezTo>
                    <a:pt x="216" y="188"/>
                    <a:pt x="212" y="190"/>
                    <a:pt x="210" y="190"/>
                  </a:cubicBezTo>
                  <a:cubicBezTo>
                    <a:pt x="210" y="190"/>
                    <a:pt x="209" y="190"/>
                    <a:pt x="209" y="190"/>
                  </a:cubicBezTo>
                  <a:cubicBezTo>
                    <a:pt x="206" y="192"/>
                    <a:pt x="204" y="193"/>
                    <a:pt x="204" y="193"/>
                  </a:cubicBezTo>
                  <a:cubicBezTo>
                    <a:pt x="203" y="193"/>
                    <a:pt x="205" y="192"/>
                    <a:pt x="208" y="189"/>
                  </a:cubicBezTo>
                  <a:cubicBezTo>
                    <a:pt x="214" y="182"/>
                    <a:pt x="219" y="176"/>
                    <a:pt x="218" y="175"/>
                  </a:cubicBezTo>
                  <a:cubicBezTo>
                    <a:pt x="218" y="175"/>
                    <a:pt x="217" y="175"/>
                    <a:pt x="217" y="175"/>
                  </a:cubicBezTo>
                  <a:cubicBezTo>
                    <a:pt x="214" y="175"/>
                    <a:pt x="210" y="180"/>
                    <a:pt x="205" y="185"/>
                  </a:cubicBezTo>
                  <a:cubicBezTo>
                    <a:pt x="201" y="190"/>
                    <a:pt x="199" y="191"/>
                    <a:pt x="198" y="191"/>
                  </a:cubicBezTo>
                  <a:cubicBezTo>
                    <a:pt x="198" y="191"/>
                    <a:pt x="198" y="191"/>
                    <a:pt x="198" y="191"/>
                  </a:cubicBezTo>
                  <a:cubicBezTo>
                    <a:pt x="197" y="190"/>
                    <a:pt x="197" y="190"/>
                    <a:pt x="203" y="183"/>
                  </a:cubicBezTo>
                  <a:lnTo>
                    <a:pt x="214" y="171"/>
                  </a:lnTo>
                  <a:lnTo>
                    <a:pt x="213" y="170"/>
                  </a:lnTo>
                  <a:cubicBezTo>
                    <a:pt x="208" y="175"/>
                    <a:pt x="207" y="175"/>
                    <a:pt x="206" y="175"/>
                  </a:cubicBezTo>
                  <a:cubicBezTo>
                    <a:pt x="206" y="175"/>
                    <a:pt x="206" y="175"/>
                    <a:pt x="206" y="175"/>
                  </a:cubicBezTo>
                  <a:cubicBezTo>
                    <a:pt x="206" y="174"/>
                    <a:pt x="206" y="174"/>
                    <a:pt x="217" y="162"/>
                  </a:cubicBezTo>
                  <a:cubicBezTo>
                    <a:pt x="223" y="155"/>
                    <a:pt x="226" y="151"/>
                    <a:pt x="225" y="151"/>
                  </a:cubicBezTo>
                  <a:cubicBezTo>
                    <a:pt x="224" y="151"/>
                    <a:pt x="221" y="154"/>
                    <a:pt x="215" y="160"/>
                  </a:cubicBezTo>
                  <a:lnTo>
                    <a:pt x="207" y="163"/>
                  </a:lnTo>
                  <a:cubicBezTo>
                    <a:pt x="211" y="158"/>
                    <a:pt x="211" y="156"/>
                    <a:pt x="210" y="156"/>
                  </a:cubicBezTo>
                  <a:cubicBezTo>
                    <a:pt x="208" y="156"/>
                    <a:pt x="201" y="162"/>
                    <a:pt x="197" y="165"/>
                  </a:cubicBezTo>
                  <a:cubicBezTo>
                    <a:pt x="202" y="158"/>
                    <a:pt x="205" y="154"/>
                    <a:pt x="204" y="154"/>
                  </a:cubicBezTo>
                  <a:cubicBezTo>
                    <a:pt x="203" y="154"/>
                    <a:pt x="200" y="157"/>
                    <a:pt x="194" y="162"/>
                  </a:cubicBezTo>
                  <a:cubicBezTo>
                    <a:pt x="191" y="165"/>
                    <a:pt x="189" y="166"/>
                    <a:pt x="189" y="166"/>
                  </a:cubicBezTo>
                  <a:cubicBezTo>
                    <a:pt x="188" y="166"/>
                    <a:pt x="189" y="164"/>
                    <a:pt x="192" y="161"/>
                  </a:cubicBezTo>
                  <a:cubicBezTo>
                    <a:pt x="197" y="153"/>
                    <a:pt x="196" y="152"/>
                    <a:pt x="194" y="149"/>
                  </a:cubicBezTo>
                  <a:lnTo>
                    <a:pt x="194" y="149"/>
                  </a:lnTo>
                  <a:cubicBezTo>
                    <a:pt x="192" y="151"/>
                    <a:pt x="190" y="151"/>
                    <a:pt x="189" y="151"/>
                  </a:cubicBezTo>
                  <a:cubicBezTo>
                    <a:pt x="183" y="151"/>
                    <a:pt x="177" y="145"/>
                    <a:pt x="171" y="139"/>
                  </a:cubicBezTo>
                  <a:cubicBezTo>
                    <a:pt x="164" y="133"/>
                    <a:pt x="159" y="127"/>
                    <a:pt x="154" y="127"/>
                  </a:cubicBezTo>
                  <a:cubicBezTo>
                    <a:pt x="153" y="127"/>
                    <a:pt x="151" y="128"/>
                    <a:pt x="150" y="129"/>
                  </a:cubicBezTo>
                  <a:cubicBezTo>
                    <a:pt x="149" y="128"/>
                    <a:pt x="149" y="128"/>
                    <a:pt x="153" y="121"/>
                  </a:cubicBezTo>
                  <a:cubicBezTo>
                    <a:pt x="156" y="118"/>
                    <a:pt x="158" y="117"/>
                    <a:pt x="157" y="117"/>
                  </a:cubicBezTo>
                  <a:lnTo>
                    <a:pt x="157" y="117"/>
                  </a:lnTo>
                  <a:cubicBezTo>
                    <a:pt x="157" y="117"/>
                    <a:pt x="153" y="120"/>
                    <a:pt x="145" y="126"/>
                  </a:cubicBezTo>
                  <a:cubicBezTo>
                    <a:pt x="141" y="128"/>
                    <a:pt x="138" y="132"/>
                    <a:pt x="138" y="132"/>
                  </a:cubicBezTo>
                  <a:cubicBezTo>
                    <a:pt x="138" y="132"/>
                    <a:pt x="139" y="130"/>
                    <a:pt x="144" y="125"/>
                  </a:cubicBezTo>
                  <a:cubicBezTo>
                    <a:pt x="151" y="118"/>
                    <a:pt x="149" y="116"/>
                    <a:pt x="144" y="111"/>
                  </a:cubicBezTo>
                  <a:cubicBezTo>
                    <a:pt x="143" y="109"/>
                    <a:pt x="141" y="107"/>
                    <a:pt x="138" y="107"/>
                  </a:cubicBezTo>
                  <a:cubicBezTo>
                    <a:pt x="136" y="107"/>
                    <a:pt x="134" y="108"/>
                    <a:pt x="132" y="110"/>
                  </a:cubicBezTo>
                  <a:cubicBezTo>
                    <a:pt x="128" y="112"/>
                    <a:pt x="126" y="113"/>
                    <a:pt x="126" y="113"/>
                  </a:cubicBezTo>
                  <a:cubicBezTo>
                    <a:pt x="125" y="113"/>
                    <a:pt x="127" y="112"/>
                    <a:pt x="131" y="109"/>
                  </a:cubicBezTo>
                  <a:cubicBezTo>
                    <a:pt x="140" y="101"/>
                    <a:pt x="143" y="92"/>
                    <a:pt x="138" y="92"/>
                  </a:cubicBezTo>
                  <a:cubicBezTo>
                    <a:pt x="136" y="92"/>
                    <a:pt x="133" y="93"/>
                    <a:pt x="130" y="96"/>
                  </a:cubicBezTo>
                  <a:cubicBezTo>
                    <a:pt x="128" y="94"/>
                    <a:pt x="127" y="93"/>
                    <a:pt x="133" y="88"/>
                  </a:cubicBezTo>
                  <a:cubicBezTo>
                    <a:pt x="132" y="87"/>
                    <a:pt x="132" y="86"/>
                    <a:pt x="130" y="86"/>
                  </a:cubicBezTo>
                  <a:cubicBezTo>
                    <a:pt x="129" y="86"/>
                    <a:pt x="127" y="87"/>
                    <a:pt x="123" y="88"/>
                  </a:cubicBezTo>
                  <a:lnTo>
                    <a:pt x="115" y="81"/>
                  </a:lnTo>
                  <a:cubicBezTo>
                    <a:pt x="115" y="80"/>
                    <a:pt x="114" y="80"/>
                    <a:pt x="113" y="80"/>
                  </a:cubicBezTo>
                  <a:cubicBezTo>
                    <a:pt x="110" y="80"/>
                    <a:pt x="105" y="82"/>
                    <a:pt x="105" y="82"/>
                  </a:cubicBezTo>
                  <a:lnTo>
                    <a:pt x="104" y="81"/>
                  </a:lnTo>
                  <a:cubicBezTo>
                    <a:pt x="111" y="75"/>
                    <a:pt x="105" y="70"/>
                    <a:pt x="98" y="62"/>
                  </a:cubicBezTo>
                  <a:cubicBezTo>
                    <a:pt x="91" y="54"/>
                    <a:pt x="86" y="47"/>
                    <a:pt x="91" y="41"/>
                  </a:cubicBezTo>
                  <a:cubicBezTo>
                    <a:pt x="91" y="41"/>
                    <a:pt x="91" y="40"/>
                    <a:pt x="91" y="40"/>
                  </a:cubicBezTo>
                  <a:cubicBezTo>
                    <a:pt x="90" y="40"/>
                    <a:pt x="88" y="41"/>
                    <a:pt x="82" y="44"/>
                  </a:cubicBezTo>
                  <a:cubicBezTo>
                    <a:pt x="76" y="50"/>
                    <a:pt x="73" y="52"/>
                    <a:pt x="71" y="52"/>
                  </a:cubicBezTo>
                  <a:cubicBezTo>
                    <a:pt x="71" y="52"/>
                    <a:pt x="71" y="50"/>
                    <a:pt x="74" y="47"/>
                  </a:cubicBezTo>
                  <a:cubicBezTo>
                    <a:pt x="80" y="39"/>
                    <a:pt x="82" y="34"/>
                    <a:pt x="79" y="34"/>
                  </a:cubicBezTo>
                  <a:cubicBezTo>
                    <a:pt x="77" y="34"/>
                    <a:pt x="73" y="36"/>
                    <a:pt x="68" y="41"/>
                  </a:cubicBezTo>
                  <a:lnTo>
                    <a:pt x="75" y="35"/>
                  </a:lnTo>
                  <a:cubicBezTo>
                    <a:pt x="80" y="29"/>
                    <a:pt x="81" y="26"/>
                    <a:pt x="79" y="26"/>
                  </a:cubicBezTo>
                  <a:cubicBezTo>
                    <a:pt x="76" y="26"/>
                    <a:pt x="70" y="29"/>
                    <a:pt x="63" y="35"/>
                  </a:cubicBezTo>
                  <a:cubicBezTo>
                    <a:pt x="67" y="30"/>
                    <a:pt x="71" y="24"/>
                    <a:pt x="70" y="24"/>
                  </a:cubicBezTo>
                  <a:cubicBezTo>
                    <a:pt x="69" y="24"/>
                    <a:pt x="68" y="25"/>
                    <a:pt x="67" y="26"/>
                  </a:cubicBezTo>
                  <a:cubicBezTo>
                    <a:pt x="66" y="25"/>
                    <a:pt x="66" y="25"/>
                    <a:pt x="78" y="13"/>
                  </a:cubicBezTo>
                  <a:cubicBezTo>
                    <a:pt x="84" y="7"/>
                    <a:pt x="90" y="1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33"/>
            <p:cNvSpPr/>
            <p:nvPr/>
          </p:nvSpPr>
          <p:spPr>
            <a:xfrm>
              <a:off x="1356124" y="1762306"/>
              <a:ext cx="106785" cy="87506"/>
            </a:xfrm>
            <a:custGeom>
              <a:avLst/>
              <a:gdLst/>
              <a:ahLst/>
              <a:cxnLst/>
              <a:rect l="l" t="t" r="r" b="b"/>
              <a:pathLst>
                <a:path w="1069" h="876" extrusionOk="0">
                  <a:moveTo>
                    <a:pt x="948" y="0"/>
                  </a:moveTo>
                  <a:lnTo>
                    <a:pt x="947" y="1"/>
                  </a:lnTo>
                  <a:cubicBezTo>
                    <a:pt x="945" y="2"/>
                    <a:pt x="951" y="9"/>
                    <a:pt x="955" y="16"/>
                  </a:cubicBezTo>
                  <a:lnTo>
                    <a:pt x="957" y="15"/>
                  </a:lnTo>
                  <a:cubicBezTo>
                    <a:pt x="954" y="10"/>
                    <a:pt x="951" y="4"/>
                    <a:pt x="948" y="0"/>
                  </a:cubicBezTo>
                  <a:close/>
                  <a:moveTo>
                    <a:pt x="1019" y="105"/>
                  </a:moveTo>
                  <a:lnTo>
                    <a:pt x="1026" y="112"/>
                  </a:lnTo>
                  <a:cubicBezTo>
                    <a:pt x="1031" y="119"/>
                    <a:pt x="1030" y="120"/>
                    <a:pt x="1028" y="120"/>
                  </a:cubicBezTo>
                  <a:cubicBezTo>
                    <a:pt x="1028" y="120"/>
                    <a:pt x="1028" y="121"/>
                    <a:pt x="1028" y="121"/>
                  </a:cubicBezTo>
                  <a:cubicBezTo>
                    <a:pt x="1027" y="121"/>
                    <a:pt x="1026" y="119"/>
                    <a:pt x="1023" y="114"/>
                  </a:cubicBezTo>
                  <a:cubicBezTo>
                    <a:pt x="1023" y="114"/>
                    <a:pt x="1018" y="107"/>
                    <a:pt x="1019" y="105"/>
                  </a:cubicBezTo>
                  <a:close/>
                  <a:moveTo>
                    <a:pt x="994" y="103"/>
                  </a:moveTo>
                  <a:cubicBezTo>
                    <a:pt x="996" y="103"/>
                    <a:pt x="1002" y="108"/>
                    <a:pt x="1006" y="116"/>
                  </a:cubicBezTo>
                  <a:lnTo>
                    <a:pt x="1006" y="114"/>
                  </a:lnTo>
                  <a:cubicBezTo>
                    <a:pt x="1017" y="128"/>
                    <a:pt x="1017" y="128"/>
                    <a:pt x="1015" y="129"/>
                  </a:cubicBezTo>
                  <a:cubicBezTo>
                    <a:pt x="1015" y="129"/>
                    <a:pt x="1014" y="130"/>
                    <a:pt x="1013" y="130"/>
                  </a:cubicBezTo>
                  <a:cubicBezTo>
                    <a:pt x="1012" y="130"/>
                    <a:pt x="1011" y="129"/>
                    <a:pt x="1007" y="125"/>
                  </a:cubicBezTo>
                  <a:lnTo>
                    <a:pt x="1008" y="123"/>
                  </a:lnTo>
                  <a:cubicBezTo>
                    <a:pt x="1010" y="125"/>
                    <a:pt x="1011" y="126"/>
                    <a:pt x="1011" y="126"/>
                  </a:cubicBezTo>
                  <a:cubicBezTo>
                    <a:pt x="1012" y="126"/>
                    <a:pt x="1009" y="121"/>
                    <a:pt x="1004" y="117"/>
                  </a:cubicBezTo>
                  <a:lnTo>
                    <a:pt x="994" y="103"/>
                  </a:lnTo>
                  <a:cubicBezTo>
                    <a:pt x="994" y="103"/>
                    <a:pt x="994" y="103"/>
                    <a:pt x="994" y="103"/>
                  </a:cubicBezTo>
                  <a:close/>
                  <a:moveTo>
                    <a:pt x="904" y="133"/>
                  </a:moveTo>
                  <a:cubicBezTo>
                    <a:pt x="903" y="133"/>
                    <a:pt x="903" y="134"/>
                    <a:pt x="902" y="135"/>
                  </a:cubicBezTo>
                  <a:cubicBezTo>
                    <a:pt x="901" y="135"/>
                    <a:pt x="904" y="142"/>
                    <a:pt x="904" y="142"/>
                  </a:cubicBezTo>
                  <a:cubicBezTo>
                    <a:pt x="907" y="147"/>
                    <a:pt x="909" y="149"/>
                    <a:pt x="910" y="149"/>
                  </a:cubicBezTo>
                  <a:cubicBezTo>
                    <a:pt x="911" y="149"/>
                    <a:pt x="911" y="148"/>
                    <a:pt x="912" y="148"/>
                  </a:cubicBezTo>
                  <a:cubicBezTo>
                    <a:pt x="913" y="149"/>
                    <a:pt x="914" y="150"/>
                    <a:pt x="915" y="150"/>
                  </a:cubicBezTo>
                  <a:cubicBezTo>
                    <a:pt x="917" y="150"/>
                    <a:pt x="914" y="144"/>
                    <a:pt x="909" y="139"/>
                  </a:cubicBezTo>
                  <a:cubicBezTo>
                    <a:pt x="907" y="134"/>
                    <a:pt x="905" y="133"/>
                    <a:pt x="904" y="133"/>
                  </a:cubicBezTo>
                  <a:close/>
                  <a:moveTo>
                    <a:pt x="643" y="137"/>
                  </a:moveTo>
                  <a:cubicBezTo>
                    <a:pt x="642" y="137"/>
                    <a:pt x="644" y="141"/>
                    <a:pt x="649" y="150"/>
                  </a:cubicBezTo>
                  <a:cubicBezTo>
                    <a:pt x="652" y="155"/>
                    <a:pt x="653" y="156"/>
                    <a:pt x="654" y="156"/>
                  </a:cubicBezTo>
                  <a:cubicBezTo>
                    <a:pt x="654" y="156"/>
                    <a:pt x="655" y="156"/>
                    <a:pt x="655" y="156"/>
                  </a:cubicBezTo>
                  <a:cubicBezTo>
                    <a:pt x="653" y="150"/>
                    <a:pt x="649" y="146"/>
                    <a:pt x="646" y="141"/>
                  </a:cubicBezTo>
                  <a:cubicBezTo>
                    <a:pt x="644" y="139"/>
                    <a:pt x="643" y="137"/>
                    <a:pt x="643" y="137"/>
                  </a:cubicBezTo>
                  <a:close/>
                  <a:moveTo>
                    <a:pt x="922" y="140"/>
                  </a:moveTo>
                  <a:cubicBezTo>
                    <a:pt x="927" y="147"/>
                    <a:pt x="930" y="156"/>
                    <a:pt x="929" y="157"/>
                  </a:cubicBezTo>
                  <a:cubicBezTo>
                    <a:pt x="927" y="157"/>
                    <a:pt x="923" y="150"/>
                    <a:pt x="920" y="142"/>
                  </a:cubicBezTo>
                  <a:lnTo>
                    <a:pt x="922" y="140"/>
                  </a:lnTo>
                  <a:close/>
                  <a:moveTo>
                    <a:pt x="1032" y="159"/>
                  </a:moveTo>
                  <a:lnTo>
                    <a:pt x="1031" y="160"/>
                  </a:lnTo>
                  <a:cubicBezTo>
                    <a:pt x="1034" y="165"/>
                    <a:pt x="1035" y="167"/>
                    <a:pt x="1035" y="167"/>
                  </a:cubicBezTo>
                  <a:cubicBezTo>
                    <a:pt x="1036" y="167"/>
                    <a:pt x="1036" y="166"/>
                    <a:pt x="1036" y="166"/>
                  </a:cubicBezTo>
                  <a:lnTo>
                    <a:pt x="1037" y="166"/>
                  </a:lnTo>
                  <a:lnTo>
                    <a:pt x="1032" y="159"/>
                  </a:lnTo>
                  <a:close/>
                  <a:moveTo>
                    <a:pt x="864" y="190"/>
                  </a:moveTo>
                  <a:cubicBezTo>
                    <a:pt x="864" y="190"/>
                    <a:pt x="867" y="197"/>
                    <a:pt x="871" y="205"/>
                  </a:cubicBezTo>
                  <a:cubicBezTo>
                    <a:pt x="878" y="218"/>
                    <a:pt x="881" y="223"/>
                    <a:pt x="881" y="223"/>
                  </a:cubicBezTo>
                  <a:cubicBezTo>
                    <a:pt x="880" y="223"/>
                    <a:pt x="878" y="220"/>
                    <a:pt x="874" y="214"/>
                  </a:cubicBezTo>
                  <a:cubicBezTo>
                    <a:pt x="868" y="208"/>
                    <a:pt x="864" y="200"/>
                    <a:pt x="861" y="192"/>
                  </a:cubicBezTo>
                  <a:lnTo>
                    <a:pt x="864" y="190"/>
                  </a:lnTo>
                  <a:close/>
                  <a:moveTo>
                    <a:pt x="794" y="226"/>
                  </a:moveTo>
                  <a:cubicBezTo>
                    <a:pt x="794" y="226"/>
                    <a:pt x="794" y="227"/>
                    <a:pt x="794" y="227"/>
                  </a:cubicBezTo>
                  <a:lnTo>
                    <a:pt x="795" y="227"/>
                  </a:lnTo>
                  <a:cubicBezTo>
                    <a:pt x="795" y="227"/>
                    <a:pt x="795" y="226"/>
                    <a:pt x="794" y="226"/>
                  </a:cubicBezTo>
                  <a:close/>
                  <a:moveTo>
                    <a:pt x="886" y="215"/>
                  </a:moveTo>
                  <a:lnTo>
                    <a:pt x="893" y="222"/>
                  </a:lnTo>
                  <a:cubicBezTo>
                    <a:pt x="897" y="229"/>
                    <a:pt x="896" y="230"/>
                    <a:pt x="895" y="230"/>
                  </a:cubicBezTo>
                  <a:lnTo>
                    <a:pt x="889" y="223"/>
                  </a:lnTo>
                  <a:lnTo>
                    <a:pt x="886" y="215"/>
                  </a:lnTo>
                  <a:close/>
                  <a:moveTo>
                    <a:pt x="792" y="224"/>
                  </a:moveTo>
                  <a:cubicBezTo>
                    <a:pt x="792" y="224"/>
                    <a:pt x="793" y="224"/>
                    <a:pt x="795" y="227"/>
                  </a:cubicBezTo>
                  <a:lnTo>
                    <a:pt x="795" y="227"/>
                  </a:lnTo>
                  <a:cubicBezTo>
                    <a:pt x="797" y="227"/>
                    <a:pt x="798" y="233"/>
                    <a:pt x="797" y="234"/>
                  </a:cubicBezTo>
                  <a:lnTo>
                    <a:pt x="792" y="228"/>
                  </a:lnTo>
                  <a:cubicBezTo>
                    <a:pt x="792" y="227"/>
                    <a:pt x="791" y="224"/>
                    <a:pt x="792" y="224"/>
                  </a:cubicBezTo>
                  <a:close/>
                  <a:moveTo>
                    <a:pt x="829" y="223"/>
                  </a:moveTo>
                  <a:cubicBezTo>
                    <a:pt x="832" y="228"/>
                    <a:pt x="835" y="233"/>
                    <a:pt x="838" y="238"/>
                  </a:cubicBezTo>
                  <a:lnTo>
                    <a:pt x="837" y="239"/>
                  </a:lnTo>
                  <a:cubicBezTo>
                    <a:pt x="832" y="232"/>
                    <a:pt x="826" y="225"/>
                    <a:pt x="828" y="224"/>
                  </a:cubicBezTo>
                  <a:lnTo>
                    <a:pt x="829" y="223"/>
                  </a:lnTo>
                  <a:close/>
                  <a:moveTo>
                    <a:pt x="855" y="238"/>
                  </a:moveTo>
                  <a:cubicBezTo>
                    <a:pt x="856" y="238"/>
                    <a:pt x="860" y="245"/>
                    <a:pt x="868" y="259"/>
                  </a:cubicBezTo>
                  <a:cubicBezTo>
                    <a:pt x="869" y="262"/>
                    <a:pt x="869" y="264"/>
                    <a:pt x="869" y="264"/>
                  </a:cubicBezTo>
                  <a:cubicBezTo>
                    <a:pt x="869" y="264"/>
                    <a:pt x="866" y="261"/>
                    <a:pt x="861" y="252"/>
                  </a:cubicBezTo>
                  <a:lnTo>
                    <a:pt x="855" y="238"/>
                  </a:lnTo>
                  <a:cubicBezTo>
                    <a:pt x="855" y="238"/>
                    <a:pt x="855" y="238"/>
                    <a:pt x="855" y="238"/>
                  </a:cubicBezTo>
                  <a:close/>
                  <a:moveTo>
                    <a:pt x="761" y="269"/>
                  </a:moveTo>
                  <a:cubicBezTo>
                    <a:pt x="762" y="269"/>
                    <a:pt x="768" y="275"/>
                    <a:pt x="768" y="275"/>
                  </a:cubicBezTo>
                  <a:cubicBezTo>
                    <a:pt x="773" y="282"/>
                    <a:pt x="772" y="283"/>
                    <a:pt x="772" y="283"/>
                  </a:cubicBezTo>
                  <a:cubicBezTo>
                    <a:pt x="771" y="283"/>
                    <a:pt x="771" y="283"/>
                    <a:pt x="771" y="283"/>
                  </a:cubicBezTo>
                  <a:cubicBezTo>
                    <a:pt x="770" y="283"/>
                    <a:pt x="768" y="282"/>
                    <a:pt x="764" y="277"/>
                  </a:cubicBezTo>
                  <a:cubicBezTo>
                    <a:pt x="764" y="277"/>
                    <a:pt x="759" y="270"/>
                    <a:pt x="760" y="269"/>
                  </a:cubicBezTo>
                  <a:cubicBezTo>
                    <a:pt x="760" y="269"/>
                    <a:pt x="761" y="269"/>
                    <a:pt x="761" y="269"/>
                  </a:cubicBezTo>
                  <a:close/>
                  <a:moveTo>
                    <a:pt x="810" y="267"/>
                  </a:moveTo>
                  <a:cubicBezTo>
                    <a:pt x="815" y="274"/>
                    <a:pt x="820" y="280"/>
                    <a:pt x="819" y="282"/>
                  </a:cubicBezTo>
                  <a:cubicBezTo>
                    <a:pt x="820" y="284"/>
                    <a:pt x="820" y="285"/>
                    <a:pt x="820" y="285"/>
                  </a:cubicBezTo>
                  <a:cubicBezTo>
                    <a:pt x="819" y="285"/>
                    <a:pt x="814" y="278"/>
                    <a:pt x="807" y="268"/>
                  </a:cubicBezTo>
                  <a:lnTo>
                    <a:pt x="810" y="267"/>
                  </a:lnTo>
                  <a:close/>
                  <a:moveTo>
                    <a:pt x="803" y="282"/>
                  </a:moveTo>
                  <a:lnTo>
                    <a:pt x="809" y="288"/>
                  </a:lnTo>
                  <a:lnTo>
                    <a:pt x="807" y="289"/>
                  </a:lnTo>
                  <a:cubicBezTo>
                    <a:pt x="806" y="289"/>
                    <a:pt x="806" y="289"/>
                    <a:pt x="802" y="283"/>
                  </a:cubicBezTo>
                  <a:lnTo>
                    <a:pt x="803" y="282"/>
                  </a:lnTo>
                  <a:close/>
                  <a:moveTo>
                    <a:pt x="740" y="289"/>
                  </a:moveTo>
                  <a:cubicBezTo>
                    <a:pt x="741" y="289"/>
                    <a:pt x="743" y="291"/>
                    <a:pt x="744" y="291"/>
                  </a:cubicBezTo>
                  <a:cubicBezTo>
                    <a:pt x="744" y="291"/>
                    <a:pt x="745" y="291"/>
                    <a:pt x="745" y="291"/>
                  </a:cubicBezTo>
                  <a:cubicBezTo>
                    <a:pt x="751" y="296"/>
                    <a:pt x="751" y="296"/>
                    <a:pt x="748" y="298"/>
                  </a:cubicBezTo>
                  <a:cubicBezTo>
                    <a:pt x="747" y="298"/>
                    <a:pt x="742" y="292"/>
                    <a:pt x="742" y="292"/>
                  </a:cubicBezTo>
                  <a:cubicBezTo>
                    <a:pt x="740" y="289"/>
                    <a:pt x="740" y="289"/>
                    <a:pt x="740" y="289"/>
                  </a:cubicBezTo>
                  <a:close/>
                  <a:moveTo>
                    <a:pt x="704" y="297"/>
                  </a:moveTo>
                  <a:lnTo>
                    <a:pt x="704" y="297"/>
                  </a:lnTo>
                  <a:cubicBezTo>
                    <a:pt x="706" y="300"/>
                    <a:pt x="706" y="301"/>
                    <a:pt x="706" y="301"/>
                  </a:cubicBezTo>
                  <a:cubicBezTo>
                    <a:pt x="706" y="301"/>
                    <a:pt x="703" y="298"/>
                    <a:pt x="704" y="297"/>
                  </a:cubicBezTo>
                  <a:close/>
                  <a:moveTo>
                    <a:pt x="850" y="287"/>
                  </a:moveTo>
                  <a:cubicBezTo>
                    <a:pt x="850" y="287"/>
                    <a:pt x="851" y="287"/>
                    <a:pt x="852" y="289"/>
                  </a:cubicBezTo>
                  <a:lnTo>
                    <a:pt x="862" y="304"/>
                  </a:lnTo>
                  <a:lnTo>
                    <a:pt x="858" y="297"/>
                  </a:lnTo>
                  <a:cubicBezTo>
                    <a:pt x="854" y="292"/>
                    <a:pt x="850" y="287"/>
                    <a:pt x="850" y="287"/>
                  </a:cubicBezTo>
                  <a:close/>
                  <a:moveTo>
                    <a:pt x="800" y="305"/>
                  </a:moveTo>
                  <a:cubicBezTo>
                    <a:pt x="798" y="306"/>
                    <a:pt x="803" y="313"/>
                    <a:pt x="803" y="313"/>
                  </a:cubicBezTo>
                  <a:cubicBezTo>
                    <a:pt x="803" y="313"/>
                    <a:pt x="808" y="319"/>
                    <a:pt x="809" y="319"/>
                  </a:cubicBezTo>
                  <a:cubicBezTo>
                    <a:pt x="809" y="319"/>
                    <a:pt x="810" y="319"/>
                    <a:pt x="810" y="319"/>
                  </a:cubicBezTo>
                  <a:lnTo>
                    <a:pt x="811" y="317"/>
                  </a:lnTo>
                  <a:cubicBezTo>
                    <a:pt x="807" y="313"/>
                    <a:pt x="803" y="310"/>
                    <a:pt x="800" y="305"/>
                  </a:cubicBezTo>
                  <a:close/>
                  <a:moveTo>
                    <a:pt x="713" y="322"/>
                  </a:moveTo>
                  <a:cubicBezTo>
                    <a:pt x="715" y="324"/>
                    <a:pt x="715" y="325"/>
                    <a:pt x="715" y="325"/>
                  </a:cubicBezTo>
                  <a:cubicBezTo>
                    <a:pt x="714" y="325"/>
                    <a:pt x="712" y="323"/>
                    <a:pt x="713" y="322"/>
                  </a:cubicBezTo>
                  <a:close/>
                  <a:moveTo>
                    <a:pt x="728" y="312"/>
                  </a:moveTo>
                  <a:lnTo>
                    <a:pt x="728" y="312"/>
                  </a:lnTo>
                  <a:cubicBezTo>
                    <a:pt x="731" y="316"/>
                    <a:pt x="736" y="321"/>
                    <a:pt x="739" y="325"/>
                  </a:cubicBezTo>
                  <a:cubicBezTo>
                    <a:pt x="741" y="328"/>
                    <a:pt x="742" y="330"/>
                    <a:pt x="741" y="330"/>
                  </a:cubicBezTo>
                  <a:cubicBezTo>
                    <a:pt x="740" y="330"/>
                    <a:pt x="737" y="327"/>
                    <a:pt x="731" y="320"/>
                  </a:cubicBezTo>
                  <a:cubicBezTo>
                    <a:pt x="727" y="313"/>
                    <a:pt x="727" y="313"/>
                    <a:pt x="728" y="312"/>
                  </a:cubicBezTo>
                  <a:close/>
                  <a:moveTo>
                    <a:pt x="719" y="317"/>
                  </a:moveTo>
                  <a:lnTo>
                    <a:pt x="726" y="324"/>
                  </a:lnTo>
                  <a:lnTo>
                    <a:pt x="729" y="332"/>
                  </a:lnTo>
                  <a:lnTo>
                    <a:pt x="728" y="332"/>
                  </a:lnTo>
                  <a:cubicBezTo>
                    <a:pt x="722" y="325"/>
                    <a:pt x="718" y="319"/>
                    <a:pt x="719" y="317"/>
                  </a:cubicBezTo>
                  <a:close/>
                  <a:moveTo>
                    <a:pt x="629" y="358"/>
                  </a:moveTo>
                  <a:lnTo>
                    <a:pt x="635" y="363"/>
                  </a:lnTo>
                  <a:lnTo>
                    <a:pt x="639" y="371"/>
                  </a:lnTo>
                  <a:lnTo>
                    <a:pt x="638" y="372"/>
                  </a:lnTo>
                  <a:cubicBezTo>
                    <a:pt x="632" y="366"/>
                    <a:pt x="628" y="359"/>
                    <a:pt x="629" y="358"/>
                  </a:cubicBezTo>
                  <a:close/>
                  <a:moveTo>
                    <a:pt x="819" y="374"/>
                  </a:moveTo>
                  <a:lnTo>
                    <a:pt x="816" y="376"/>
                  </a:lnTo>
                  <a:cubicBezTo>
                    <a:pt x="820" y="381"/>
                    <a:pt x="821" y="382"/>
                    <a:pt x="821" y="382"/>
                  </a:cubicBezTo>
                  <a:cubicBezTo>
                    <a:pt x="821" y="382"/>
                    <a:pt x="822" y="382"/>
                    <a:pt x="822" y="381"/>
                  </a:cubicBezTo>
                  <a:cubicBezTo>
                    <a:pt x="825" y="380"/>
                    <a:pt x="825" y="380"/>
                    <a:pt x="819" y="374"/>
                  </a:cubicBezTo>
                  <a:close/>
                  <a:moveTo>
                    <a:pt x="600" y="377"/>
                  </a:moveTo>
                  <a:lnTo>
                    <a:pt x="600" y="377"/>
                  </a:lnTo>
                  <a:cubicBezTo>
                    <a:pt x="605" y="384"/>
                    <a:pt x="610" y="390"/>
                    <a:pt x="614" y="398"/>
                  </a:cubicBezTo>
                  <a:cubicBezTo>
                    <a:pt x="614" y="399"/>
                    <a:pt x="614" y="399"/>
                    <a:pt x="614" y="399"/>
                  </a:cubicBezTo>
                  <a:cubicBezTo>
                    <a:pt x="613" y="399"/>
                    <a:pt x="612" y="397"/>
                    <a:pt x="608" y="392"/>
                  </a:cubicBezTo>
                  <a:cubicBezTo>
                    <a:pt x="605" y="387"/>
                    <a:pt x="602" y="383"/>
                    <a:pt x="600" y="377"/>
                  </a:cubicBezTo>
                  <a:close/>
                  <a:moveTo>
                    <a:pt x="573" y="416"/>
                  </a:moveTo>
                  <a:lnTo>
                    <a:pt x="579" y="422"/>
                  </a:lnTo>
                  <a:lnTo>
                    <a:pt x="583" y="430"/>
                  </a:lnTo>
                  <a:lnTo>
                    <a:pt x="582" y="431"/>
                  </a:lnTo>
                  <a:cubicBezTo>
                    <a:pt x="576" y="424"/>
                    <a:pt x="572" y="416"/>
                    <a:pt x="573" y="416"/>
                  </a:cubicBezTo>
                  <a:close/>
                  <a:moveTo>
                    <a:pt x="620" y="445"/>
                  </a:moveTo>
                  <a:cubicBezTo>
                    <a:pt x="623" y="450"/>
                    <a:pt x="627" y="455"/>
                    <a:pt x="629" y="460"/>
                  </a:cubicBezTo>
                  <a:lnTo>
                    <a:pt x="628" y="461"/>
                  </a:lnTo>
                  <a:cubicBezTo>
                    <a:pt x="622" y="454"/>
                    <a:pt x="618" y="448"/>
                    <a:pt x="619" y="446"/>
                  </a:cubicBezTo>
                  <a:lnTo>
                    <a:pt x="620" y="445"/>
                  </a:lnTo>
                  <a:close/>
                  <a:moveTo>
                    <a:pt x="488" y="472"/>
                  </a:moveTo>
                  <a:cubicBezTo>
                    <a:pt x="494" y="479"/>
                    <a:pt x="498" y="487"/>
                    <a:pt x="497" y="488"/>
                  </a:cubicBezTo>
                  <a:lnTo>
                    <a:pt x="497" y="487"/>
                  </a:lnTo>
                  <a:cubicBezTo>
                    <a:pt x="496" y="488"/>
                    <a:pt x="495" y="488"/>
                    <a:pt x="495" y="488"/>
                  </a:cubicBezTo>
                  <a:cubicBezTo>
                    <a:pt x="494" y="488"/>
                    <a:pt x="492" y="487"/>
                    <a:pt x="489" y="482"/>
                  </a:cubicBezTo>
                  <a:cubicBezTo>
                    <a:pt x="484" y="476"/>
                    <a:pt x="487" y="473"/>
                    <a:pt x="488" y="472"/>
                  </a:cubicBezTo>
                  <a:close/>
                  <a:moveTo>
                    <a:pt x="443" y="514"/>
                  </a:moveTo>
                  <a:cubicBezTo>
                    <a:pt x="446" y="518"/>
                    <a:pt x="448" y="523"/>
                    <a:pt x="452" y="528"/>
                  </a:cubicBezTo>
                  <a:lnTo>
                    <a:pt x="451" y="528"/>
                  </a:lnTo>
                  <a:cubicBezTo>
                    <a:pt x="445" y="522"/>
                    <a:pt x="441" y="515"/>
                    <a:pt x="442" y="514"/>
                  </a:cubicBezTo>
                  <a:close/>
                  <a:moveTo>
                    <a:pt x="290" y="578"/>
                  </a:moveTo>
                  <a:cubicBezTo>
                    <a:pt x="290" y="578"/>
                    <a:pt x="290" y="579"/>
                    <a:pt x="291" y="580"/>
                  </a:cubicBezTo>
                  <a:lnTo>
                    <a:pt x="291" y="580"/>
                  </a:lnTo>
                  <a:cubicBezTo>
                    <a:pt x="290" y="579"/>
                    <a:pt x="290" y="578"/>
                    <a:pt x="290" y="578"/>
                  </a:cubicBezTo>
                  <a:close/>
                  <a:moveTo>
                    <a:pt x="291" y="580"/>
                  </a:moveTo>
                  <a:cubicBezTo>
                    <a:pt x="293" y="582"/>
                    <a:pt x="295" y="585"/>
                    <a:pt x="298" y="590"/>
                  </a:cubicBezTo>
                  <a:cubicBezTo>
                    <a:pt x="299" y="590"/>
                    <a:pt x="299" y="591"/>
                    <a:pt x="300" y="591"/>
                  </a:cubicBezTo>
                  <a:lnTo>
                    <a:pt x="300" y="591"/>
                  </a:lnTo>
                  <a:cubicBezTo>
                    <a:pt x="298" y="589"/>
                    <a:pt x="296" y="586"/>
                    <a:pt x="294" y="582"/>
                  </a:cubicBezTo>
                  <a:cubicBezTo>
                    <a:pt x="293" y="581"/>
                    <a:pt x="292" y="581"/>
                    <a:pt x="291" y="580"/>
                  </a:cubicBezTo>
                  <a:close/>
                  <a:moveTo>
                    <a:pt x="297" y="611"/>
                  </a:moveTo>
                  <a:cubicBezTo>
                    <a:pt x="296" y="612"/>
                    <a:pt x="297" y="615"/>
                    <a:pt x="298" y="615"/>
                  </a:cubicBezTo>
                  <a:cubicBezTo>
                    <a:pt x="298" y="615"/>
                    <a:pt x="298" y="614"/>
                    <a:pt x="297" y="611"/>
                  </a:cubicBezTo>
                  <a:close/>
                  <a:moveTo>
                    <a:pt x="320" y="606"/>
                  </a:moveTo>
                  <a:cubicBezTo>
                    <a:pt x="321" y="606"/>
                    <a:pt x="322" y="608"/>
                    <a:pt x="325" y="612"/>
                  </a:cubicBezTo>
                  <a:cubicBezTo>
                    <a:pt x="327" y="617"/>
                    <a:pt x="327" y="619"/>
                    <a:pt x="327" y="619"/>
                  </a:cubicBezTo>
                  <a:cubicBezTo>
                    <a:pt x="326" y="619"/>
                    <a:pt x="325" y="618"/>
                    <a:pt x="323" y="615"/>
                  </a:cubicBezTo>
                  <a:cubicBezTo>
                    <a:pt x="317" y="608"/>
                    <a:pt x="317" y="608"/>
                    <a:pt x="318" y="607"/>
                  </a:cubicBezTo>
                  <a:cubicBezTo>
                    <a:pt x="319" y="607"/>
                    <a:pt x="319" y="606"/>
                    <a:pt x="320" y="606"/>
                  </a:cubicBezTo>
                  <a:close/>
                  <a:moveTo>
                    <a:pt x="310" y="612"/>
                  </a:moveTo>
                  <a:lnTo>
                    <a:pt x="316" y="618"/>
                  </a:lnTo>
                  <a:lnTo>
                    <a:pt x="315" y="619"/>
                  </a:lnTo>
                  <a:cubicBezTo>
                    <a:pt x="315" y="620"/>
                    <a:pt x="314" y="620"/>
                    <a:pt x="314" y="620"/>
                  </a:cubicBezTo>
                  <a:cubicBezTo>
                    <a:pt x="313" y="620"/>
                    <a:pt x="312" y="618"/>
                    <a:pt x="308" y="614"/>
                  </a:cubicBezTo>
                  <a:lnTo>
                    <a:pt x="310" y="612"/>
                  </a:lnTo>
                  <a:close/>
                  <a:moveTo>
                    <a:pt x="298" y="620"/>
                  </a:moveTo>
                  <a:lnTo>
                    <a:pt x="304" y="627"/>
                  </a:lnTo>
                  <a:lnTo>
                    <a:pt x="303" y="628"/>
                  </a:lnTo>
                  <a:cubicBezTo>
                    <a:pt x="301" y="628"/>
                    <a:pt x="301" y="628"/>
                    <a:pt x="297" y="621"/>
                  </a:cubicBezTo>
                  <a:lnTo>
                    <a:pt x="298" y="620"/>
                  </a:lnTo>
                  <a:close/>
                  <a:moveTo>
                    <a:pt x="369" y="625"/>
                  </a:moveTo>
                  <a:lnTo>
                    <a:pt x="374" y="630"/>
                  </a:lnTo>
                  <a:cubicBezTo>
                    <a:pt x="380" y="637"/>
                    <a:pt x="379" y="638"/>
                    <a:pt x="379" y="638"/>
                  </a:cubicBezTo>
                  <a:cubicBezTo>
                    <a:pt x="378" y="639"/>
                    <a:pt x="378" y="639"/>
                    <a:pt x="377" y="639"/>
                  </a:cubicBezTo>
                  <a:cubicBezTo>
                    <a:pt x="376" y="639"/>
                    <a:pt x="375" y="637"/>
                    <a:pt x="372" y="633"/>
                  </a:cubicBezTo>
                  <a:cubicBezTo>
                    <a:pt x="372" y="633"/>
                    <a:pt x="367" y="626"/>
                    <a:pt x="369" y="625"/>
                  </a:cubicBezTo>
                  <a:close/>
                  <a:moveTo>
                    <a:pt x="290" y="636"/>
                  </a:moveTo>
                  <a:cubicBezTo>
                    <a:pt x="295" y="640"/>
                    <a:pt x="298" y="644"/>
                    <a:pt x="301" y="649"/>
                  </a:cubicBezTo>
                  <a:lnTo>
                    <a:pt x="301" y="649"/>
                  </a:lnTo>
                  <a:lnTo>
                    <a:pt x="300" y="650"/>
                  </a:lnTo>
                  <a:cubicBezTo>
                    <a:pt x="300" y="650"/>
                    <a:pt x="300" y="650"/>
                    <a:pt x="300" y="650"/>
                  </a:cubicBezTo>
                  <a:cubicBezTo>
                    <a:pt x="299" y="650"/>
                    <a:pt x="295" y="644"/>
                    <a:pt x="295" y="644"/>
                  </a:cubicBezTo>
                  <a:cubicBezTo>
                    <a:pt x="295" y="644"/>
                    <a:pt x="289" y="637"/>
                    <a:pt x="290" y="636"/>
                  </a:cubicBezTo>
                  <a:close/>
                  <a:moveTo>
                    <a:pt x="359" y="642"/>
                  </a:moveTo>
                  <a:lnTo>
                    <a:pt x="365" y="647"/>
                  </a:lnTo>
                  <a:lnTo>
                    <a:pt x="369" y="655"/>
                  </a:lnTo>
                  <a:lnTo>
                    <a:pt x="368" y="656"/>
                  </a:lnTo>
                  <a:cubicBezTo>
                    <a:pt x="362" y="650"/>
                    <a:pt x="358" y="643"/>
                    <a:pt x="359" y="642"/>
                  </a:cubicBezTo>
                  <a:close/>
                  <a:moveTo>
                    <a:pt x="240" y="666"/>
                  </a:moveTo>
                  <a:cubicBezTo>
                    <a:pt x="240" y="666"/>
                    <a:pt x="241" y="666"/>
                    <a:pt x="242" y="669"/>
                  </a:cubicBezTo>
                  <a:lnTo>
                    <a:pt x="248" y="675"/>
                  </a:lnTo>
                  <a:cubicBezTo>
                    <a:pt x="250" y="681"/>
                    <a:pt x="253" y="686"/>
                    <a:pt x="252" y="686"/>
                  </a:cubicBezTo>
                  <a:cubicBezTo>
                    <a:pt x="252" y="686"/>
                    <a:pt x="252" y="685"/>
                    <a:pt x="250" y="683"/>
                  </a:cubicBezTo>
                  <a:cubicBezTo>
                    <a:pt x="247" y="679"/>
                    <a:pt x="244" y="674"/>
                    <a:pt x="241" y="669"/>
                  </a:cubicBezTo>
                  <a:cubicBezTo>
                    <a:pt x="241" y="669"/>
                    <a:pt x="239" y="666"/>
                    <a:pt x="240" y="666"/>
                  </a:cubicBezTo>
                  <a:close/>
                  <a:moveTo>
                    <a:pt x="216" y="717"/>
                  </a:moveTo>
                  <a:lnTo>
                    <a:pt x="216" y="717"/>
                  </a:lnTo>
                  <a:cubicBezTo>
                    <a:pt x="222" y="722"/>
                    <a:pt x="227" y="730"/>
                    <a:pt x="230" y="738"/>
                  </a:cubicBezTo>
                  <a:cubicBezTo>
                    <a:pt x="229" y="738"/>
                    <a:pt x="229" y="739"/>
                    <a:pt x="229" y="739"/>
                  </a:cubicBezTo>
                  <a:cubicBezTo>
                    <a:pt x="228" y="739"/>
                    <a:pt x="227" y="737"/>
                    <a:pt x="223" y="733"/>
                  </a:cubicBezTo>
                  <a:cubicBezTo>
                    <a:pt x="218" y="726"/>
                    <a:pt x="215" y="718"/>
                    <a:pt x="216" y="717"/>
                  </a:cubicBezTo>
                  <a:close/>
                  <a:moveTo>
                    <a:pt x="46" y="836"/>
                  </a:moveTo>
                  <a:cubicBezTo>
                    <a:pt x="46" y="836"/>
                    <a:pt x="49" y="839"/>
                    <a:pt x="54" y="846"/>
                  </a:cubicBezTo>
                  <a:cubicBezTo>
                    <a:pt x="59" y="853"/>
                    <a:pt x="64" y="859"/>
                    <a:pt x="63" y="860"/>
                  </a:cubicBezTo>
                  <a:cubicBezTo>
                    <a:pt x="65" y="865"/>
                    <a:pt x="66" y="867"/>
                    <a:pt x="65" y="867"/>
                  </a:cubicBezTo>
                  <a:cubicBezTo>
                    <a:pt x="64" y="867"/>
                    <a:pt x="58" y="858"/>
                    <a:pt x="52" y="847"/>
                  </a:cubicBezTo>
                  <a:cubicBezTo>
                    <a:pt x="48" y="840"/>
                    <a:pt x="46" y="836"/>
                    <a:pt x="46" y="836"/>
                  </a:cubicBezTo>
                  <a:close/>
                  <a:moveTo>
                    <a:pt x="991" y="56"/>
                  </a:moveTo>
                  <a:cubicBezTo>
                    <a:pt x="991" y="56"/>
                    <a:pt x="993" y="60"/>
                    <a:pt x="999" y="68"/>
                  </a:cubicBezTo>
                  <a:cubicBezTo>
                    <a:pt x="1005" y="76"/>
                    <a:pt x="1006" y="79"/>
                    <a:pt x="1005" y="79"/>
                  </a:cubicBezTo>
                  <a:cubicBezTo>
                    <a:pt x="1004" y="79"/>
                    <a:pt x="1001" y="76"/>
                    <a:pt x="996" y="71"/>
                  </a:cubicBezTo>
                  <a:lnTo>
                    <a:pt x="994" y="72"/>
                  </a:lnTo>
                  <a:cubicBezTo>
                    <a:pt x="993" y="73"/>
                    <a:pt x="997" y="80"/>
                    <a:pt x="1003" y="86"/>
                  </a:cubicBezTo>
                  <a:cubicBezTo>
                    <a:pt x="1009" y="95"/>
                    <a:pt x="1011" y="99"/>
                    <a:pt x="1011" y="99"/>
                  </a:cubicBezTo>
                  <a:cubicBezTo>
                    <a:pt x="1010" y="99"/>
                    <a:pt x="1009" y="97"/>
                    <a:pt x="1006" y="94"/>
                  </a:cubicBezTo>
                  <a:cubicBezTo>
                    <a:pt x="1001" y="91"/>
                    <a:pt x="998" y="86"/>
                    <a:pt x="995" y="82"/>
                  </a:cubicBezTo>
                  <a:cubicBezTo>
                    <a:pt x="991" y="77"/>
                    <a:pt x="989" y="76"/>
                    <a:pt x="988" y="76"/>
                  </a:cubicBezTo>
                  <a:cubicBezTo>
                    <a:pt x="988" y="76"/>
                    <a:pt x="987" y="76"/>
                    <a:pt x="987" y="76"/>
                  </a:cubicBezTo>
                  <a:cubicBezTo>
                    <a:pt x="986" y="77"/>
                    <a:pt x="984" y="79"/>
                    <a:pt x="988" y="85"/>
                  </a:cubicBezTo>
                  <a:lnTo>
                    <a:pt x="984" y="79"/>
                  </a:lnTo>
                  <a:cubicBezTo>
                    <a:pt x="983" y="79"/>
                    <a:pt x="983" y="79"/>
                    <a:pt x="983" y="79"/>
                  </a:cubicBezTo>
                  <a:cubicBezTo>
                    <a:pt x="982" y="79"/>
                    <a:pt x="980" y="77"/>
                    <a:pt x="980" y="77"/>
                  </a:cubicBezTo>
                  <a:lnTo>
                    <a:pt x="980" y="77"/>
                  </a:lnTo>
                  <a:cubicBezTo>
                    <a:pt x="980" y="77"/>
                    <a:pt x="980" y="77"/>
                    <a:pt x="982" y="80"/>
                  </a:cubicBezTo>
                  <a:cubicBezTo>
                    <a:pt x="982" y="80"/>
                    <a:pt x="982" y="80"/>
                    <a:pt x="982" y="80"/>
                  </a:cubicBezTo>
                  <a:cubicBezTo>
                    <a:pt x="981" y="80"/>
                    <a:pt x="979" y="79"/>
                    <a:pt x="973" y="75"/>
                  </a:cubicBezTo>
                  <a:cubicBezTo>
                    <a:pt x="972" y="74"/>
                    <a:pt x="972" y="74"/>
                    <a:pt x="971" y="74"/>
                  </a:cubicBezTo>
                  <a:cubicBezTo>
                    <a:pt x="968" y="74"/>
                    <a:pt x="974" y="88"/>
                    <a:pt x="986" y="98"/>
                  </a:cubicBezTo>
                  <a:lnTo>
                    <a:pt x="985" y="99"/>
                  </a:lnTo>
                  <a:cubicBezTo>
                    <a:pt x="984" y="99"/>
                    <a:pt x="989" y="105"/>
                    <a:pt x="989" y="105"/>
                  </a:cubicBezTo>
                  <a:cubicBezTo>
                    <a:pt x="994" y="113"/>
                    <a:pt x="993" y="113"/>
                    <a:pt x="991" y="114"/>
                  </a:cubicBezTo>
                  <a:lnTo>
                    <a:pt x="981" y="101"/>
                  </a:lnTo>
                  <a:cubicBezTo>
                    <a:pt x="974" y="89"/>
                    <a:pt x="968" y="82"/>
                    <a:pt x="967" y="82"/>
                  </a:cubicBezTo>
                  <a:cubicBezTo>
                    <a:pt x="966" y="82"/>
                    <a:pt x="968" y="86"/>
                    <a:pt x="973" y="95"/>
                  </a:cubicBezTo>
                  <a:lnTo>
                    <a:pt x="969" y="89"/>
                  </a:lnTo>
                  <a:cubicBezTo>
                    <a:pt x="966" y="86"/>
                    <a:pt x="965" y="84"/>
                    <a:pt x="964" y="84"/>
                  </a:cubicBezTo>
                  <a:cubicBezTo>
                    <a:pt x="963" y="84"/>
                    <a:pt x="964" y="86"/>
                    <a:pt x="966" y="91"/>
                  </a:cubicBezTo>
                  <a:cubicBezTo>
                    <a:pt x="968" y="99"/>
                    <a:pt x="972" y="107"/>
                    <a:pt x="978" y="113"/>
                  </a:cubicBezTo>
                  <a:cubicBezTo>
                    <a:pt x="982" y="120"/>
                    <a:pt x="981" y="121"/>
                    <a:pt x="981" y="121"/>
                  </a:cubicBezTo>
                  <a:cubicBezTo>
                    <a:pt x="981" y="121"/>
                    <a:pt x="981" y="122"/>
                    <a:pt x="980" y="122"/>
                  </a:cubicBezTo>
                  <a:cubicBezTo>
                    <a:pt x="980" y="122"/>
                    <a:pt x="979" y="120"/>
                    <a:pt x="976" y="116"/>
                  </a:cubicBezTo>
                  <a:cubicBezTo>
                    <a:pt x="971" y="109"/>
                    <a:pt x="968" y="106"/>
                    <a:pt x="967" y="106"/>
                  </a:cubicBezTo>
                  <a:cubicBezTo>
                    <a:pt x="965" y="106"/>
                    <a:pt x="966" y="110"/>
                    <a:pt x="971" y="118"/>
                  </a:cubicBezTo>
                  <a:lnTo>
                    <a:pt x="967" y="111"/>
                  </a:lnTo>
                  <a:cubicBezTo>
                    <a:pt x="963" y="107"/>
                    <a:pt x="960" y="103"/>
                    <a:pt x="957" y="103"/>
                  </a:cubicBezTo>
                  <a:cubicBezTo>
                    <a:pt x="956" y="103"/>
                    <a:pt x="955" y="104"/>
                    <a:pt x="954" y="109"/>
                  </a:cubicBezTo>
                  <a:cubicBezTo>
                    <a:pt x="951" y="111"/>
                    <a:pt x="949" y="112"/>
                    <a:pt x="947" y="112"/>
                  </a:cubicBezTo>
                  <a:cubicBezTo>
                    <a:pt x="945" y="112"/>
                    <a:pt x="943" y="111"/>
                    <a:pt x="941" y="108"/>
                  </a:cubicBezTo>
                  <a:cubicBezTo>
                    <a:pt x="940" y="107"/>
                    <a:pt x="939" y="106"/>
                    <a:pt x="939" y="106"/>
                  </a:cubicBezTo>
                  <a:cubicBezTo>
                    <a:pt x="937" y="106"/>
                    <a:pt x="942" y="120"/>
                    <a:pt x="949" y="133"/>
                  </a:cubicBezTo>
                  <a:cubicBezTo>
                    <a:pt x="945" y="129"/>
                    <a:pt x="943" y="128"/>
                    <a:pt x="942" y="128"/>
                  </a:cubicBezTo>
                  <a:cubicBezTo>
                    <a:pt x="941" y="128"/>
                    <a:pt x="941" y="128"/>
                    <a:pt x="940" y="129"/>
                  </a:cubicBezTo>
                  <a:cubicBezTo>
                    <a:pt x="938" y="130"/>
                    <a:pt x="937" y="130"/>
                    <a:pt x="936" y="130"/>
                  </a:cubicBezTo>
                  <a:cubicBezTo>
                    <a:pt x="935" y="130"/>
                    <a:pt x="934" y="129"/>
                    <a:pt x="931" y="125"/>
                  </a:cubicBezTo>
                  <a:cubicBezTo>
                    <a:pt x="926" y="117"/>
                    <a:pt x="924" y="114"/>
                    <a:pt x="924" y="114"/>
                  </a:cubicBezTo>
                  <a:lnTo>
                    <a:pt x="924" y="114"/>
                  </a:lnTo>
                  <a:cubicBezTo>
                    <a:pt x="924" y="114"/>
                    <a:pt x="926" y="118"/>
                    <a:pt x="930" y="126"/>
                  </a:cubicBezTo>
                  <a:cubicBezTo>
                    <a:pt x="934" y="132"/>
                    <a:pt x="934" y="135"/>
                    <a:pt x="933" y="135"/>
                  </a:cubicBezTo>
                  <a:cubicBezTo>
                    <a:pt x="931" y="135"/>
                    <a:pt x="925" y="130"/>
                    <a:pt x="920" y="121"/>
                  </a:cubicBezTo>
                  <a:cubicBezTo>
                    <a:pt x="917" y="117"/>
                    <a:pt x="915" y="116"/>
                    <a:pt x="914" y="116"/>
                  </a:cubicBezTo>
                  <a:cubicBezTo>
                    <a:pt x="913" y="116"/>
                    <a:pt x="912" y="117"/>
                    <a:pt x="911" y="118"/>
                  </a:cubicBezTo>
                  <a:cubicBezTo>
                    <a:pt x="915" y="125"/>
                    <a:pt x="912" y="127"/>
                    <a:pt x="909" y="128"/>
                  </a:cubicBezTo>
                  <a:cubicBezTo>
                    <a:pt x="906" y="131"/>
                    <a:pt x="906" y="131"/>
                    <a:pt x="916" y="145"/>
                  </a:cubicBezTo>
                  <a:cubicBezTo>
                    <a:pt x="926" y="158"/>
                    <a:pt x="925" y="159"/>
                    <a:pt x="923" y="160"/>
                  </a:cubicBezTo>
                  <a:cubicBezTo>
                    <a:pt x="923" y="161"/>
                    <a:pt x="922" y="161"/>
                    <a:pt x="921" y="161"/>
                  </a:cubicBezTo>
                  <a:cubicBezTo>
                    <a:pt x="920" y="161"/>
                    <a:pt x="918" y="160"/>
                    <a:pt x="915" y="156"/>
                  </a:cubicBezTo>
                  <a:cubicBezTo>
                    <a:pt x="915" y="156"/>
                    <a:pt x="909" y="150"/>
                    <a:pt x="908" y="150"/>
                  </a:cubicBezTo>
                  <a:cubicBezTo>
                    <a:pt x="907" y="150"/>
                    <a:pt x="907" y="150"/>
                    <a:pt x="907" y="150"/>
                  </a:cubicBezTo>
                  <a:cubicBezTo>
                    <a:pt x="907" y="151"/>
                    <a:pt x="907" y="151"/>
                    <a:pt x="906" y="151"/>
                  </a:cubicBezTo>
                  <a:cubicBezTo>
                    <a:pt x="905" y="151"/>
                    <a:pt x="904" y="149"/>
                    <a:pt x="901" y="145"/>
                  </a:cubicBezTo>
                  <a:cubicBezTo>
                    <a:pt x="901" y="145"/>
                    <a:pt x="895" y="140"/>
                    <a:pt x="892" y="140"/>
                  </a:cubicBezTo>
                  <a:cubicBezTo>
                    <a:pt x="892" y="140"/>
                    <a:pt x="892" y="140"/>
                    <a:pt x="892" y="140"/>
                  </a:cubicBezTo>
                  <a:cubicBezTo>
                    <a:pt x="891" y="141"/>
                    <a:pt x="889" y="142"/>
                    <a:pt x="888" y="142"/>
                  </a:cubicBezTo>
                  <a:cubicBezTo>
                    <a:pt x="886" y="142"/>
                    <a:pt x="884" y="141"/>
                    <a:pt x="881" y="137"/>
                  </a:cubicBezTo>
                  <a:lnTo>
                    <a:pt x="881" y="137"/>
                  </a:lnTo>
                  <a:cubicBezTo>
                    <a:pt x="880" y="138"/>
                    <a:pt x="880" y="138"/>
                    <a:pt x="885" y="145"/>
                  </a:cubicBezTo>
                  <a:cubicBezTo>
                    <a:pt x="890" y="150"/>
                    <a:pt x="893" y="157"/>
                    <a:pt x="888" y="157"/>
                  </a:cubicBezTo>
                  <a:cubicBezTo>
                    <a:pt x="887" y="157"/>
                    <a:pt x="885" y="156"/>
                    <a:pt x="884" y="156"/>
                  </a:cubicBezTo>
                  <a:cubicBezTo>
                    <a:pt x="881" y="157"/>
                    <a:pt x="878" y="159"/>
                    <a:pt x="883" y="167"/>
                  </a:cubicBezTo>
                  <a:cubicBezTo>
                    <a:pt x="881" y="167"/>
                    <a:pt x="881" y="167"/>
                    <a:pt x="877" y="160"/>
                  </a:cubicBezTo>
                  <a:cubicBezTo>
                    <a:pt x="872" y="154"/>
                    <a:pt x="869" y="151"/>
                    <a:pt x="868" y="151"/>
                  </a:cubicBezTo>
                  <a:cubicBezTo>
                    <a:pt x="867" y="151"/>
                    <a:pt x="868" y="155"/>
                    <a:pt x="871" y="164"/>
                  </a:cubicBezTo>
                  <a:cubicBezTo>
                    <a:pt x="875" y="168"/>
                    <a:pt x="876" y="170"/>
                    <a:pt x="875" y="170"/>
                  </a:cubicBezTo>
                  <a:cubicBezTo>
                    <a:pt x="874" y="170"/>
                    <a:pt x="872" y="168"/>
                    <a:pt x="869" y="166"/>
                  </a:cubicBezTo>
                  <a:lnTo>
                    <a:pt x="869" y="166"/>
                  </a:lnTo>
                  <a:cubicBezTo>
                    <a:pt x="869" y="166"/>
                    <a:pt x="868" y="166"/>
                    <a:pt x="871" y="174"/>
                  </a:cubicBezTo>
                  <a:cubicBezTo>
                    <a:pt x="874" y="178"/>
                    <a:pt x="875" y="180"/>
                    <a:pt x="874" y="180"/>
                  </a:cubicBezTo>
                  <a:cubicBezTo>
                    <a:pt x="874" y="180"/>
                    <a:pt x="872" y="179"/>
                    <a:pt x="868" y="176"/>
                  </a:cubicBezTo>
                  <a:cubicBezTo>
                    <a:pt x="865" y="172"/>
                    <a:pt x="864" y="171"/>
                    <a:pt x="863" y="171"/>
                  </a:cubicBezTo>
                  <a:cubicBezTo>
                    <a:pt x="862" y="171"/>
                    <a:pt x="862" y="171"/>
                    <a:pt x="861" y="172"/>
                  </a:cubicBezTo>
                  <a:cubicBezTo>
                    <a:pt x="863" y="178"/>
                    <a:pt x="855" y="185"/>
                    <a:pt x="848" y="185"/>
                  </a:cubicBezTo>
                  <a:cubicBezTo>
                    <a:pt x="847" y="185"/>
                    <a:pt x="845" y="184"/>
                    <a:pt x="843" y="183"/>
                  </a:cubicBezTo>
                  <a:lnTo>
                    <a:pt x="843" y="183"/>
                  </a:lnTo>
                  <a:cubicBezTo>
                    <a:pt x="848" y="191"/>
                    <a:pt x="848" y="191"/>
                    <a:pt x="846" y="192"/>
                  </a:cubicBezTo>
                  <a:cubicBezTo>
                    <a:pt x="841" y="187"/>
                    <a:pt x="839" y="185"/>
                    <a:pt x="839" y="185"/>
                  </a:cubicBezTo>
                  <a:lnTo>
                    <a:pt x="839" y="185"/>
                  </a:lnTo>
                  <a:cubicBezTo>
                    <a:pt x="838" y="185"/>
                    <a:pt x="843" y="191"/>
                    <a:pt x="849" y="200"/>
                  </a:cubicBezTo>
                  <a:lnTo>
                    <a:pt x="850" y="200"/>
                  </a:lnTo>
                  <a:lnTo>
                    <a:pt x="851" y="199"/>
                  </a:lnTo>
                  <a:cubicBezTo>
                    <a:pt x="856" y="205"/>
                    <a:pt x="858" y="209"/>
                    <a:pt x="856" y="209"/>
                  </a:cubicBezTo>
                  <a:cubicBezTo>
                    <a:pt x="855" y="209"/>
                    <a:pt x="850" y="205"/>
                    <a:pt x="842" y="194"/>
                  </a:cubicBezTo>
                  <a:cubicBezTo>
                    <a:pt x="837" y="187"/>
                    <a:pt x="834" y="184"/>
                    <a:pt x="834" y="184"/>
                  </a:cubicBezTo>
                  <a:lnTo>
                    <a:pt x="834" y="184"/>
                  </a:lnTo>
                  <a:cubicBezTo>
                    <a:pt x="833" y="184"/>
                    <a:pt x="835" y="188"/>
                    <a:pt x="840" y="195"/>
                  </a:cubicBezTo>
                  <a:cubicBezTo>
                    <a:pt x="845" y="203"/>
                    <a:pt x="847" y="207"/>
                    <a:pt x="846" y="207"/>
                  </a:cubicBezTo>
                  <a:cubicBezTo>
                    <a:pt x="845" y="207"/>
                    <a:pt x="842" y="204"/>
                    <a:pt x="837" y="199"/>
                  </a:cubicBezTo>
                  <a:cubicBezTo>
                    <a:pt x="832" y="191"/>
                    <a:pt x="829" y="188"/>
                    <a:pt x="829" y="188"/>
                  </a:cubicBezTo>
                  <a:lnTo>
                    <a:pt x="829" y="188"/>
                  </a:lnTo>
                  <a:cubicBezTo>
                    <a:pt x="829" y="188"/>
                    <a:pt x="831" y="191"/>
                    <a:pt x="835" y="199"/>
                  </a:cubicBezTo>
                  <a:cubicBezTo>
                    <a:pt x="845" y="216"/>
                    <a:pt x="850" y="226"/>
                    <a:pt x="848" y="226"/>
                  </a:cubicBezTo>
                  <a:cubicBezTo>
                    <a:pt x="847" y="226"/>
                    <a:pt x="843" y="221"/>
                    <a:pt x="834" y="210"/>
                  </a:cubicBezTo>
                  <a:cubicBezTo>
                    <a:pt x="825" y="197"/>
                    <a:pt x="818" y="191"/>
                    <a:pt x="817" y="191"/>
                  </a:cubicBezTo>
                  <a:cubicBezTo>
                    <a:pt x="817" y="191"/>
                    <a:pt x="816" y="191"/>
                    <a:pt x="816" y="191"/>
                  </a:cubicBezTo>
                  <a:cubicBezTo>
                    <a:pt x="815" y="192"/>
                    <a:pt x="820" y="199"/>
                    <a:pt x="825" y="205"/>
                  </a:cubicBezTo>
                  <a:cubicBezTo>
                    <a:pt x="831" y="212"/>
                    <a:pt x="834" y="216"/>
                    <a:pt x="833" y="216"/>
                  </a:cubicBezTo>
                  <a:cubicBezTo>
                    <a:pt x="832" y="216"/>
                    <a:pt x="829" y="213"/>
                    <a:pt x="823" y="208"/>
                  </a:cubicBezTo>
                  <a:cubicBezTo>
                    <a:pt x="814" y="198"/>
                    <a:pt x="808" y="194"/>
                    <a:pt x="806" y="194"/>
                  </a:cubicBezTo>
                  <a:cubicBezTo>
                    <a:pt x="804" y="194"/>
                    <a:pt x="805" y="198"/>
                    <a:pt x="807" y="206"/>
                  </a:cubicBezTo>
                  <a:cubicBezTo>
                    <a:pt x="810" y="216"/>
                    <a:pt x="811" y="221"/>
                    <a:pt x="810" y="221"/>
                  </a:cubicBezTo>
                  <a:cubicBezTo>
                    <a:pt x="808" y="221"/>
                    <a:pt x="806" y="218"/>
                    <a:pt x="803" y="210"/>
                  </a:cubicBezTo>
                  <a:cubicBezTo>
                    <a:pt x="798" y="201"/>
                    <a:pt x="796" y="198"/>
                    <a:pt x="796" y="198"/>
                  </a:cubicBezTo>
                  <a:lnTo>
                    <a:pt x="796" y="198"/>
                  </a:lnTo>
                  <a:cubicBezTo>
                    <a:pt x="796" y="198"/>
                    <a:pt x="797" y="200"/>
                    <a:pt x="798" y="203"/>
                  </a:cubicBezTo>
                  <a:lnTo>
                    <a:pt x="792" y="208"/>
                  </a:lnTo>
                  <a:cubicBezTo>
                    <a:pt x="791" y="209"/>
                    <a:pt x="794" y="215"/>
                    <a:pt x="800" y="223"/>
                  </a:cubicBezTo>
                  <a:cubicBezTo>
                    <a:pt x="793" y="216"/>
                    <a:pt x="788" y="210"/>
                    <a:pt x="786" y="210"/>
                  </a:cubicBezTo>
                  <a:cubicBezTo>
                    <a:pt x="785" y="210"/>
                    <a:pt x="785" y="213"/>
                    <a:pt x="788" y="220"/>
                  </a:cubicBezTo>
                  <a:lnTo>
                    <a:pt x="786" y="222"/>
                  </a:lnTo>
                  <a:cubicBezTo>
                    <a:pt x="785" y="222"/>
                    <a:pt x="785" y="222"/>
                    <a:pt x="788" y="230"/>
                  </a:cubicBezTo>
                  <a:cubicBezTo>
                    <a:pt x="790" y="233"/>
                    <a:pt x="790" y="234"/>
                    <a:pt x="789" y="234"/>
                  </a:cubicBezTo>
                  <a:cubicBezTo>
                    <a:pt x="788" y="234"/>
                    <a:pt x="784" y="230"/>
                    <a:pt x="779" y="225"/>
                  </a:cubicBezTo>
                  <a:cubicBezTo>
                    <a:pt x="776" y="222"/>
                    <a:pt x="771" y="217"/>
                    <a:pt x="771" y="217"/>
                  </a:cubicBezTo>
                  <a:lnTo>
                    <a:pt x="771" y="217"/>
                  </a:lnTo>
                  <a:cubicBezTo>
                    <a:pt x="770" y="217"/>
                    <a:pt x="771" y="218"/>
                    <a:pt x="773" y="221"/>
                  </a:cubicBezTo>
                  <a:cubicBezTo>
                    <a:pt x="776" y="228"/>
                    <a:pt x="780" y="236"/>
                    <a:pt x="784" y="243"/>
                  </a:cubicBezTo>
                  <a:cubicBezTo>
                    <a:pt x="785" y="246"/>
                    <a:pt x="785" y="247"/>
                    <a:pt x="785" y="247"/>
                  </a:cubicBezTo>
                  <a:cubicBezTo>
                    <a:pt x="784" y="247"/>
                    <a:pt x="780" y="243"/>
                    <a:pt x="777" y="238"/>
                  </a:cubicBezTo>
                  <a:cubicBezTo>
                    <a:pt x="774" y="232"/>
                    <a:pt x="770" y="229"/>
                    <a:pt x="765" y="225"/>
                  </a:cubicBezTo>
                  <a:lnTo>
                    <a:pt x="765" y="225"/>
                  </a:lnTo>
                  <a:cubicBezTo>
                    <a:pt x="764" y="227"/>
                    <a:pt x="761" y="228"/>
                    <a:pt x="766" y="234"/>
                  </a:cubicBezTo>
                  <a:cubicBezTo>
                    <a:pt x="770" y="239"/>
                    <a:pt x="767" y="243"/>
                    <a:pt x="764" y="243"/>
                  </a:cubicBezTo>
                  <a:cubicBezTo>
                    <a:pt x="762" y="243"/>
                    <a:pt x="760" y="242"/>
                    <a:pt x="758" y="240"/>
                  </a:cubicBezTo>
                  <a:lnTo>
                    <a:pt x="755" y="242"/>
                  </a:lnTo>
                  <a:cubicBezTo>
                    <a:pt x="754" y="243"/>
                    <a:pt x="758" y="251"/>
                    <a:pt x="757" y="251"/>
                  </a:cubicBezTo>
                  <a:cubicBezTo>
                    <a:pt x="757" y="251"/>
                    <a:pt x="755" y="252"/>
                    <a:pt x="759" y="260"/>
                  </a:cubicBezTo>
                  <a:cubicBezTo>
                    <a:pt x="759" y="261"/>
                    <a:pt x="759" y="261"/>
                    <a:pt x="758" y="261"/>
                  </a:cubicBezTo>
                  <a:cubicBezTo>
                    <a:pt x="757" y="261"/>
                    <a:pt x="755" y="259"/>
                    <a:pt x="751" y="255"/>
                  </a:cubicBezTo>
                  <a:lnTo>
                    <a:pt x="751" y="255"/>
                  </a:lnTo>
                  <a:cubicBezTo>
                    <a:pt x="756" y="262"/>
                    <a:pt x="758" y="266"/>
                    <a:pt x="758" y="266"/>
                  </a:cubicBezTo>
                  <a:cubicBezTo>
                    <a:pt x="757" y="266"/>
                    <a:pt x="754" y="263"/>
                    <a:pt x="749" y="257"/>
                  </a:cubicBezTo>
                  <a:cubicBezTo>
                    <a:pt x="744" y="250"/>
                    <a:pt x="742" y="246"/>
                    <a:pt x="741" y="246"/>
                  </a:cubicBezTo>
                  <a:lnTo>
                    <a:pt x="741" y="246"/>
                  </a:lnTo>
                  <a:cubicBezTo>
                    <a:pt x="741" y="246"/>
                    <a:pt x="743" y="250"/>
                    <a:pt x="748" y="257"/>
                  </a:cubicBezTo>
                  <a:cubicBezTo>
                    <a:pt x="750" y="261"/>
                    <a:pt x="751" y="263"/>
                    <a:pt x="750" y="263"/>
                  </a:cubicBezTo>
                  <a:cubicBezTo>
                    <a:pt x="750" y="263"/>
                    <a:pt x="748" y="262"/>
                    <a:pt x="746" y="259"/>
                  </a:cubicBezTo>
                  <a:cubicBezTo>
                    <a:pt x="743" y="256"/>
                    <a:pt x="741" y="254"/>
                    <a:pt x="741" y="254"/>
                  </a:cubicBezTo>
                  <a:lnTo>
                    <a:pt x="741" y="254"/>
                  </a:lnTo>
                  <a:cubicBezTo>
                    <a:pt x="741" y="254"/>
                    <a:pt x="742" y="256"/>
                    <a:pt x="745" y="260"/>
                  </a:cubicBezTo>
                  <a:cubicBezTo>
                    <a:pt x="750" y="270"/>
                    <a:pt x="753" y="277"/>
                    <a:pt x="751" y="277"/>
                  </a:cubicBezTo>
                  <a:cubicBezTo>
                    <a:pt x="750" y="277"/>
                    <a:pt x="748" y="275"/>
                    <a:pt x="745" y="270"/>
                  </a:cubicBezTo>
                  <a:lnTo>
                    <a:pt x="745" y="270"/>
                  </a:lnTo>
                  <a:cubicBezTo>
                    <a:pt x="745" y="270"/>
                    <a:pt x="743" y="270"/>
                    <a:pt x="747" y="278"/>
                  </a:cubicBezTo>
                  <a:cubicBezTo>
                    <a:pt x="751" y="286"/>
                    <a:pt x="754" y="289"/>
                    <a:pt x="753" y="289"/>
                  </a:cubicBezTo>
                  <a:cubicBezTo>
                    <a:pt x="753" y="289"/>
                    <a:pt x="751" y="286"/>
                    <a:pt x="746" y="279"/>
                  </a:cubicBezTo>
                  <a:cubicBezTo>
                    <a:pt x="740" y="273"/>
                    <a:pt x="737" y="270"/>
                    <a:pt x="737" y="270"/>
                  </a:cubicBezTo>
                  <a:cubicBezTo>
                    <a:pt x="736" y="270"/>
                    <a:pt x="738" y="274"/>
                    <a:pt x="742" y="282"/>
                  </a:cubicBezTo>
                  <a:cubicBezTo>
                    <a:pt x="742" y="282"/>
                    <a:pt x="744" y="286"/>
                    <a:pt x="742" y="286"/>
                  </a:cubicBezTo>
                  <a:cubicBezTo>
                    <a:pt x="742" y="286"/>
                    <a:pt x="741" y="285"/>
                    <a:pt x="739" y="284"/>
                  </a:cubicBezTo>
                  <a:cubicBezTo>
                    <a:pt x="736" y="281"/>
                    <a:pt x="732" y="279"/>
                    <a:pt x="729" y="279"/>
                  </a:cubicBezTo>
                  <a:cubicBezTo>
                    <a:pt x="726" y="279"/>
                    <a:pt x="725" y="282"/>
                    <a:pt x="731" y="289"/>
                  </a:cubicBezTo>
                  <a:lnTo>
                    <a:pt x="729" y="291"/>
                  </a:lnTo>
                  <a:cubicBezTo>
                    <a:pt x="726" y="289"/>
                    <a:pt x="723" y="288"/>
                    <a:pt x="722" y="288"/>
                  </a:cubicBezTo>
                  <a:cubicBezTo>
                    <a:pt x="721" y="288"/>
                    <a:pt x="721" y="289"/>
                    <a:pt x="723" y="294"/>
                  </a:cubicBezTo>
                  <a:lnTo>
                    <a:pt x="728" y="302"/>
                  </a:lnTo>
                  <a:cubicBezTo>
                    <a:pt x="722" y="295"/>
                    <a:pt x="717" y="289"/>
                    <a:pt x="714" y="289"/>
                  </a:cubicBezTo>
                  <a:cubicBezTo>
                    <a:pt x="713" y="291"/>
                    <a:pt x="713" y="291"/>
                    <a:pt x="719" y="297"/>
                  </a:cubicBezTo>
                  <a:cubicBezTo>
                    <a:pt x="724" y="304"/>
                    <a:pt x="723" y="304"/>
                    <a:pt x="722" y="305"/>
                  </a:cubicBezTo>
                  <a:cubicBezTo>
                    <a:pt x="722" y="305"/>
                    <a:pt x="722" y="305"/>
                    <a:pt x="722" y="305"/>
                  </a:cubicBezTo>
                  <a:cubicBezTo>
                    <a:pt x="720" y="305"/>
                    <a:pt x="715" y="299"/>
                    <a:pt x="710" y="293"/>
                  </a:cubicBezTo>
                  <a:lnTo>
                    <a:pt x="709" y="294"/>
                  </a:lnTo>
                  <a:cubicBezTo>
                    <a:pt x="715" y="302"/>
                    <a:pt x="717" y="306"/>
                    <a:pt x="716" y="306"/>
                  </a:cubicBezTo>
                  <a:cubicBezTo>
                    <a:pt x="716" y="306"/>
                    <a:pt x="714" y="304"/>
                    <a:pt x="712" y="302"/>
                  </a:cubicBezTo>
                  <a:cubicBezTo>
                    <a:pt x="709" y="298"/>
                    <a:pt x="707" y="296"/>
                    <a:pt x="706" y="296"/>
                  </a:cubicBezTo>
                  <a:cubicBezTo>
                    <a:pt x="705" y="296"/>
                    <a:pt x="705" y="297"/>
                    <a:pt x="704" y="297"/>
                  </a:cubicBezTo>
                  <a:lnTo>
                    <a:pt x="699" y="291"/>
                  </a:lnTo>
                  <a:cubicBezTo>
                    <a:pt x="697" y="289"/>
                    <a:pt x="696" y="288"/>
                    <a:pt x="696" y="288"/>
                  </a:cubicBezTo>
                  <a:lnTo>
                    <a:pt x="696" y="288"/>
                  </a:lnTo>
                  <a:cubicBezTo>
                    <a:pt x="696" y="288"/>
                    <a:pt x="699" y="293"/>
                    <a:pt x="703" y="298"/>
                  </a:cubicBezTo>
                  <a:lnTo>
                    <a:pt x="700" y="300"/>
                  </a:lnTo>
                  <a:cubicBezTo>
                    <a:pt x="699" y="301"/>
                    <a:pt x="697" y="302"/>
                    <a:pt x="704" y="307"/>
                  </a:cubicBezTo>
                  <a:cubicBezTo>
                    <a:pt x="709" y="314"/>
                    <a:pt x="714" y="321"/>
                    <a:pt x="713" y="322"/>
                  </a:cubicBezTo>
                  <a:cubicBezTo>
                    <a:pt x="708" y="315"/>
                    <a:pt x="703" y="308"/>
                    <a:pt x="702" y="308"/>
                  </a:cubicBezTo>
                  <a:cubicBezTo>
                    <a:pt x="702" y="309"/>
                    <a:pt x="702" y="309"/>
                    <a:pt x="701" y="309"/>
                  </a:cubicBezTo>
                  <a:cubicBezTo>
                    <a:pt x="699" y="309"/>
                    <a:pt x="695" y="303"/>
                    <a:pt x="695" y="303"/>
                  </a:cubicBezTo>
                  <a:cubicBezTo>
                    <a:pt x="692" y="297"/>
                    <a:pt x="690" y="295"/>
                    <a:pt x="689" y="295"/>
                  </a:cubicBezTo>
                  <a:cubicBezTo>
                    <a:pt x="687" y="295"/>
                    <a:pt x="688" y="301"/>
                    <a:pt x="691" y="306"/>
                  </a:cubicBezTo>
                  <a:cubicBezTo>
                    <a:pt x="694" y="314"/>
                    <a:pt x="696" y="318"/>
                    <a:pt x="695" y="318"/>
                  </a:cubicBezTo>
                  <a:cubicBezTo>
                    <a:pt x="694" y="318"/>
                    <a:pt x="691" y="315"/>
                    <a:pt x="686" y="308"/>
                  </a:cubicBezTo>
                  <a:cubicBezTo>
                    <a:pt x="684" y="305"/>
                    <a:pt x="682" y="303"/>
                    <a:pt x="682" y="303"/>
                  </a:cubicBezTo>
                  <a:lnTo>
                    <a:pt x="682" y="303"/>
                  </a:lnTo>
                  <a:cubicBezTo>
                    <a:pt x="681" y="303"/>
                    <a:pt x="687" y="316"/>
                    <a:pt x="697" y="332"/>
                  </a:cubicBezTo>
                  <a:lnTo>
                    <a:pt x="712" y="353"/>
                  </a:lnTo>
                  <a:lnTo>
                    <a:pt x="712" y="353"/>
                  </a:lnTo>
                  <a:lnTo>
                    <a:pt x="696" y="333"/>
                  </a:lnTo>
                  <a:cubicBezTo>
                    <a:pt x="684" y="318"/>
                    <a:pt x="679" y="311"/>
                    <a:pt x="678" y="311"/>
                  </a:cubicBezTo>
                  <a:lnTo>
                    <a:pt x="678" y="311"/>
                  </a:lnTo>
                  <a:cubicBezTo>
                    <a:pt x="677" y="311"/>
                    <a:pt x="679" y="315"/>
                    <a:pt x="682" y="322"/>
                  </a:cubicBezTo>
                  <a:cubicBezTo>
                    <a:pt x="683" y="327"/>
                    <a:pt x="684" y="329"/>
                    <a:pt x="683" y="329"/>
                  </a:cubicBezTo>
                  <a:cubicBezTo>
                    <a:pt x="683" y="329"/>
                    <a:pt x="682" y="327"/>
                    <a:pt x="680" y="324"/>
                  </a:cubicBezTo>
                  <a:cubicBezTo>
                    <a:pt x="676" y="320"/>
                    <a:pt x="674" y="318"/>
                    <a:pt x="673" y="318"/>
                  </a:cubicBezTo>
                  <a:cubicBezTo>
                    <a:pt x="672" y="318"/>
                    <a:pt x="671" y="319"/>
                    <a:pt x="669" y="320"/>
                  </a:cubicBezTo>
                  <a:cubicBezTo>
                    <a:pt x="666" y="323"/>
                    <a:pt x="665" y="323"/>
                    <a:pt x="669" y="331"/>
                  </a:cubicBezTo>
                  <a:lnTo>
                    <a:pt x="667" y="332"/>
                  </a:lnTo>
                  <a:cubicBezTo>
                    <a:pt x="663" y="327"/>
                    <a:pt x="661" y="325"/>
                    <a:pt x="660" y="325"/>
                  </a:cubicBezTo>
                  <a:cubicBezTo>
                    <a:pt x="659" y="325"/>
                    <a:pt x="662" y="332"/>
                    <a:pt x="669" y="341"/>
                  </a:cubicBezTo>
                  <a:lnTo>
                    <a:pt x="667" y="342"/>
                  </a:lnTo>
                  <a:lnTo>
                    <a:pt x="662" y="335"/>
                  </a:lnTo>
                  <a:cubicBezTo>
                    <a:pt x="660" y="332"/>
                    <a:pt x="658" y="331"/>
                    <a:pt x="656" y="331"/>
                  </a:cubicBezTo>
                  <a:cubicBezTo>
                    <a:pt x="653" y="331"/>
                    <a:pt x="650" y="333"/>
                    <a:pt x="645" y="337"/>
                  </a:cubicBezTo>
                  <a:cubicBezTo>
                    <a:pt x="634" y="344"/>
                    <a:pt x="632" y="346"/>
                    <a:pt x="643" y="359"/>
                  </a:cubicBezTo>
                  <a:cubicBezTo>
                    <a:pt x="647" y="367"/>
                    <a:pt x="649" y="370"/>
                    <a:pt x="648" y="370"/>
                  </a:cubicBezTo>
                  <a:cubicBezTo>
                    <a:pt x="648" y="370"/>
                    <a:pt x="645" y="367"/>
                    <a:pt x="640" y="360"/>
                  </a:cubicBezTo>
                  <a:cubicBezTo>
                    <a:pt x="636" y="356"/>
                    <a:pt x="633" y="351"/>
                    <a:pt x="632" y="351"/>
                  </a:cubicBezTo>
                  <a:lnTo>
                    <a:pt x="632" y="351"/>
                  </a:lnTo>
                  <a:cubicBezTo>
                    <a:pt x="632" y="351"/>
                    <a:pt x="632" y="352"/>
                    <a:pt x="634" y="354"/>
                  </a:cubicBezTo>
                  <a:cubicBezTo>
                    <a:pt x="634" y="354"/>
                    <a:pt x="633" y="355"/>
                    <a:pt x="633" y="355"/>
                  </a:cubicBezTo>
                  <a:cubicBezTo>
                    <a:pt x="632" y="355"/>
                    <a:pt x="629" y="354"/>
                    <a:pt x="625" y="350"/>
                  </a:cubicBezTo>
                  <a:cubicBezTo>
                    <a:pt x="620" y="346"/>
                    <a:pt x="617" y="344"/>
                    <a:pt x="616" y="344"/>
                  </a:cubicBezTo>
                  <a:cubicBezTo>
                    <a:pt x="614" y="344"/>
                    <a:pt x="617" y="349"/>
                    <a:pt x="620" y="353"/>
                  </a:cubicBezTo>
                  <a:cubicBezTo>
                    <a:pt x="625" y="359"/>
                    <a:pt x="627" y="361"/>
                    <a:pt x="626" y="361"/>
                  </a:cubicBezTo>
                  <a:cubicBezTo>
                    <a:pt x="626" y="361"/>
                    <a:pt x="623" y="358"/>
                    <a:pt x="619" y="354"/>
                  </a:cubicBezTo>
                  <a:cubicBezTo>
                    <a:pt x="614" y="350"/>
                    <a:pt x="610" y="346"/>
                    <a:pt x="610" y="346"/>
                  </a:cubicBezTo>
                  <a:lnTo>
                    <a:pt x="610" y="346"/>
                  </a:lnTo>
                  <a:cubicBezTo>
                    <a:pt x="609" y="346"/>
                    <a:pt x="610" y="347"/>
                    <a:pt x="611" y="349"/>
                  </a:cubicBezTo>
                  <a:cubicBezTo>
                    <a:pt x="614" y="354"/>
                    <a:pt x="614" y="361"/>
                    <a:pt x="611" y="361"/>
                  </a:cubicBezTo>
                  <a:cubicBezTo>
                    <a:pt x="609" y="361"/>
                    <a:pt x="607" y="359"/>
                    <a:pt x="603" y="354"/>
                  </a:cubicBezTo>
                  <a:lnTo>
                    <a:pt x="600" y="357"/>
                  </a:lnTo>
                  <a:cubicBezTo>
                    <a:pt x="605" y="363"/>
                    <a:pt x="603" y="365"/>
                    <a:pt x="601" y="367"/>
                  </a:cubicBezTo>
                  <a:cubicBezTo>
                    <a:pt x="600" y="367"/>
                    <a:pt x="599" y="368"/>
                    <a:pt x="598" y="368"/>
                  </a:cubicBezTo>
                  <a:cubicBezTo>
                    <a:pt x="596" y="368"/>
                    <a:pt x="595" y="367"/>
                    <a:pt x="592" y="362"/>
                  </a:cubicBezTo>
                  <a:cubicBezTo>
                    <a:pt x="590" y="359"/>
                    <a:pt x="589" y="357"/>
                    <a:pt x="588" y="357"/>
                  </a:cubicBezTo>
                  <a:lnTo>
                    <a:pt x="588" y="357"/>
                  </a:lnTo>
                  <a:cubicBezTo>
                    <a:pt x="587" y="357"/>
                    <a:pt x="588" y="359"/>
                    <a:pt x="590" y="363"/>
                  </a:cubicBezTo>
                  <a:cubicBezTo>
                    <a:pt x="589" y="365"/>
                    <a:pt x="597" y="379"/>
                    <a:pt x="595" y="380"/>
                  </a:cubicBezTo>
                  <a:cubicBezTo>
                    <a:pt x="601" y="387"/>
                    <a:pt x="604" y="395"/>
                    <a:pt x="603" y="395"/>
                  </a:cubicBezTo>
                  <a:lnTo>
                    <a:pt x="599" y="388"/>
                  </a:lnTo>
                  <a:lnTo>
                    <a:pt x="589" y="375"/>
                  </a:lnTo>
                  <a:lnTo>
                    <a:pt x="589" y="375"/>
                  </a:lnTo>
                  <a:cubicBezTo>
                    <a:pt x="588" y="376"/>
                    <a:pt x="585" y="376"/>
                    <a:pt x="591" y="384"/>
                  </a:cubicBezTo>
                  <a:cubicBezTo>
                    <a:pt x="587" y="379"/>
                    <a:pt x="585" y="378"/>
                    <a:pt x="583" y="378"/>
                  </a:cubicBezTo>
                  <a:cubicBezTo>
                    <a:pt x="582" y="378"/>
                    <a:pt x="582" y="379"/>
                    <a:pt x="581" y="379"/>
                  </a:cubicBezTo>
                  <a:cubicBezTo>
                    <a:pt x="579" y="381"/>
                    <a:pt x="576" y="383"/>
                    <a:pt x="580" y="390"/>
                  </a:cubicBezTo>
                  <a:cubicBezTo>
                    <a:pt x="575" y="385"/>
                    <a:pt x="571" y="383"/>
                    <a:pt x="569" y="383"/>
                  </a:cubicBezTo>
                  <a:cubicBezTo>
                    <a:pt x="565" y="383"/>
                    <a:pt x="564" y="388"/>
                    <a:pt x="570" y="397"/>
                  </a:cubicBezTo>
                  <a:cubicBezTo>
                    <a:pt x="573" y="401"/>
                    <a:pt x="574" y="403"/>
                    <a:pt x="573" y="403"/>
                  </a:cubicBezTo>
                  <a:cubicBezTo>
                    <a:pt x="572" y="403"/>
                    <a:pt x="570" y="402"/>
                    <a:pt x="567" y="399"/>
                  </a:cubicBezTo>
                  <a:cubicBezTo>
                    <a:pt x="565" y="396"/>
                    <a:pt x="563" y="394"/>
                    <a:pt x="563" y="394"/>
                  </a:cubicBezTo>
                  <a:lnTo>
                    <a:pt x="563" y="394"/>
                  </a:lnTo>
                  <a:cubicBezTo>
                    <a:pt x="563" y="394"/>
                    <a:pt x="563" y="396"/>
                    <a:pt x="565" y="400"/>
                  </a:cubicBezTo>
                  <a:cubicBezTo>
                    <a:pt x="566" y="403"/>
                    <a:pt x="566" y="404"/>
                    <a:pt x="566" y="404"/>
                  </a:cubicBezTo>
                  <a:cubicBezTo>
                    <a:pt x="564" y="404"/>
                    <a:pt x="561" y="400"/>
                    <a:pt x="556" y="396"/>
                  </a:cubicBezTo>
                  <a:cubicBezTo>
                    <a:pt x="550" y="389"/>
                    <a:pt x="547" y="386"/>
                    <a:pt x="546" y="386"/>
                  </a:cubicBezTo>
                  <a:cubicBezTo>
                    <a:pt x="545" y="386"/>
                    <a:pt x="546" y="388"/>
                    <a:pt x="547" y="392"/>
                  </a:cubicBezTo>
                  <a:cubicBezTo>
                    <a:pt x="551" y="400"/>
                    <a:pt x="548" y="402"/>
                    <a:pt x="546" y="403"/>
                  </a:cubicBezTo>
                  <a:cubicBezTo>
                    <a:pt x="549" y="412"/>
                    <a:pt x="548" y="412"/>
                    <a:pt x="554" y="418"/>
                  </a:cubicBezTo>
                  <a:cubicBezTo>
                    <a:pt x="557" y="423"/>
                    <a:pt x="561" y="427"/>
                    <a:pt x="563" y="433"/>
                  </a:cubicBezTo>
                  <a:cubicBezTo>
                    <a:pt x="564" y="436"/>
                    <a:pt x="564" y="437"/>
                    <a:pt x="563" y="437"/>
                  </a:cubicBezTo>
                  <a:cubicBezTo>
                    <a:pt x="563" y="437"/>
                    <a:pt x="561" y="434"/>
                    <a:pt x="562" y="433"/>
                  </a:cubicBezTo>
                  <a:cubicBezTo>
                    <a:pt x="560" y="425"/>
                    <a:pt x="558" y="426"/>
                    <a:pt x="552" y="420"/>
                  </a:cubicBezTo>
                  <a:cubicBezTo>
                    <a:pt x="548" y="416"/>
                    <a:pt x="545" y="415"/>
                    <a:pt x="544" y="415"/>
                  </a:cubicBezTo>
                  <a:cubicBezTo>
                    <a:pt x="543" y="415"/>
                    <a:pt x="542" y="416"/>
                    <a:pt x="542" y="416"/>
                  </a:cubicBezTo>
                  <a:lnTo>
                    <a:pt x="537" y="420"/>
                  </a:lnTo>
                  <a:cubicBezTo>
                    <a:pt x="533" y="418"/>
                    <a:pt x="531" y="417"/>
                    <a:pt x="530" y="417"/>
                  </a:cubicBezTo>
                  <a:cubicBezTo>
                    <a:pt x="528" y="417"/>
                    <a:pt x="529" y="419"/>
                    <a:pt x="531" y="423"/>
                  </a:cubicBezTo>
                  <a:lnTo>
                    <a:pt x="537" y="430"/>
                  </a:lnTo>
                  <a:cubicBezTo>
                    <a:pt x="533" y="426"/>
                    <a:pt x="529" y="424"/>
                    <a:pt x="526" y="424"/>
                  </a:cubicBezTo>
                  <a:cubicBezTo>
                    <a:pt x="519" y="424"/>
                    <a:pt x="515" y="431"/>
                    <a:pt x="521" y="441"/>
                  </a:cubicBezTo>
                  <a:lnTo>
                    <a:pt x="516" y="433"/>
                  </a:lnTo>
                  <a:cubicBezTo>
                    <a:pt x="513" y="429"/>
                    <a:pt x="512" y="428"/>
                    <a:pt x="510" y="428"/>
                  </a:cubicBezTo>
                  <a:cubicBezTo>
                    <a:pt x="509" y="428"/>
                    <a:pt x="508" y="429"/>
                    <a:pt x="507" y="430"/>
                  </a:cubicBezTo>
                  <a:cubicBezTo>
                    <a:pt x="506" y="430"/>
                    <a:pt x="506" y="440"/>
                    <a:pt x="502" y="443"/>
                  </a:cubicBezTo>
                  <a:cubicBezTo>
                    <a:pt x="498" y="445"/>
                    <a:pt x="493" y="449"/>
                    <a:pt x="499" y="455"/>
                  </a:cubicBezTo>
                  <a:cubicBezTo>
                    <a:pt x="499" y="456"/>
                    <a:pt x="498" y="456"/>
                    <a:pt x="498" y="456"/>
                  </a:cubicBezTo>
                  <a:cubicBezTo>
                    <a:pt x="497" y="456"/>
                    <a:pt x="496" y="454"/>
                    <a:pt x="492" y="449"/>
                  </a:cubicBezTo>
                  <a:cubicBezTo>
                    <a:pt x="490" y="444"/>
                    <a:pt x="489" y="443"/>
                    <a:pt x="488" y="443"/>
                  </a:cubicBezTo>
                  <a:cubicBezTo>
                    <a:pt x="487" y="443"/>
                    <a:pt x="487" y="443"/>
                    <a:pt x="487" y="443"/>
                  </a:cubicBezTo>
                  <a:cubicBezTo>
                    <a:pt x="485" y="444"/>
                    <a:pt x="490" y="451"/>
                    <a:pt x="496" y="458"/>
                  </a:cubicBezTo>
                  <a:cubicBezTo>
                    <a:pt x="498" y="462"/>
                    <a:pt x="499" y="464"/>
                    <a:pt x="498" y="464"/>
                  </a:cubicBezTo>
                  <a:cubicBezTo>
                    <a:pt x="497" y="464"/>
                    <a:pt x="494" y="462"/>
                    <a:pt x="491" y="460"/>
                  </a:cubicBezTo>
                  <a:cubicBezTo>
                    <a:pt x="489" y="459"/>
                    <a:pt x="487" y="458"/>
                    <a:pt x="485" y="458"/>
                  </a:cubicBezTo>
                  <a:cubicBezTo>
                    <a:pt x="482" y="458"/>
                    <a:pt x="480" y="461"/>
                    <a:pt x="482" y="467"/>
                  </a:cubicBezTo>
                  <a:cubicBezTo>
                    <a:pt x="481" y="467"/>
                    <a:pt x="481" y="467"/>
                    <a:pt x="480" y="467"/>
                  </a:cubicBezTo>
                  <a:cubicBezTo>
                    <a:pt x="479" y="467"/>
                    <a:pt x="477" y="466"/>
                    <a:pt x="474" y="461"/>
                  </a:cubicBezTo>
                  <a:cubicBezTo>
                    <a:pt x="471" y="458"/>
                    <a:pt x="467" y="455"/>
                    <a:pt x="466" y="455"/>
                  </a:cubicBezTo>
                  <a:cubicBezTo>
                    <a:pt x="464" y="455"/>
                    <a:pt x="464" y="458"/>
                    <a:pt x="468" y="466"/>
                  </a:cubicBezTo>
                  <a:cubicBezTo>
                    <a:pt x="467" y="466"/>
                    <a:pt x="467" y="466"/>
                    <a:pt x="467" y="466"/>
                  </a:cubicBezTo>
                  <a:cubicBezTo>
                    <a:pt x="466" y="466"/>
                    <a:pt x="465" y="465"/>
                    <a:pt x="462" y="460"/>
                  </a:cubicBezTo>
                  <a:cubicBezTo>
                    <a:pt x="458" y="456"/>
                    <a:pt x="455" y="452"/>
                    <a:pt x="455" y="452"/>
                  </a:cubicBezTo>
                  <a:lnTo>
                    <a:pt x="455" y="452"/>
                  </a:lnTo>
                  <a:cubicBezTo>
                    <a:pt x="454" y="452"/>
                    <a:pt x="456" y="455"/>
                    <a:pt x="460" y="461"/>
                  </a:cubicBezTo>
                  <a:cubicBezTo>
                    <a:pt x="461" y="467"/>
                    <a:pt x="460" y="470"/>
                    <a:pt x="457" y="470"/>
                  </a:cubicBezTo>
                  <a:cubicBezTo>
                    <a:pt x="456" y="470"/>
                    <a:pt x="454" y="469"/>
                    <a:pt x="451" y="467"/>
                  </a:cubicBezTo>
                  <a:lnTo>
                    <a:pt x="451" y="467"/>
                  </a:lnTo>
                  <a:cubicBezTo>
                    <a:pt x="450" y="468"/>
                    <a:pt x="448" y="469"/>
                    <a:pt x="453" y="476"/>
                  </a:cubicBezTo>
                  <a:lnTo>
                    <a:pt x="459" y="482"/>
                  </a:lnTo>
                  <a:cubicBezTo>
                    <a:pt x="453" y="476"/>
                    <a:pt x="450" y="473"/>
                    <a:pt x="450" y="473"/>
                  </a:cubicBezTo>
                  <a:lnTo>
                    <a:pt x="450" y="473"/>
                  </a:lnTo>
                  <a:cubicBezTo>
                    <a:pt x="449" y="473"/>
                    <a:pt x="452" y="477"/>
                    <a:pt x="456" y="485"/>
                  </a:cubicBezTo>
                  <a:cubicBezTo>
                    <a:pt x="459" y="488"/>
                    <a:pt x="459" y="490"/>
                    <a:pt x="459" y="490"/>
                  </a:cubicBezTo>
                  <a:cubicBezTo>
                    <a:pt x="459" y="490"/>
                    <a:pt x="457" y="488"/>
                    <a:pt x="454" y="485"/>
                  </a:cubicBezTo>
                  <a:cubicBezTo>
                    <a:pt x="450" y="481"/>
                    <a:pt x="448" y="480"/>
                    <a:pt x="448" y="480"/>
                  </a:cubicBezTo>
                  <a:cubicBezTo>
                    <a:pt x="447" y="480"/>
                    <a:pt x="447" y="480"/>
                    <a:pt x="447" y="480"/>
                  </a:cubicBezTo>
                  <a:cubicBezTo>
                    <a:pt x="446" y="480"/>
                    <a:pt x="445" y="491"/>
                    <a:pt x="438" y="496"/>
                  </a:cubicBezTo>
                  <a:cubicBezTo>
                    <a:pt x="429" y="503"/>
                    <a:pt x="425" y="505"/>
                    <a:pt x="430" y="512"/>
                  </a:cubicBezTo>
                  <a:cubicBezTo>
                    <a:pt x="432" y="516"/>
                    <a:pt x="433" y="518"/>
                    <a:pt x="433" y="518"/>
                  </a:cubicBezTo>
                  <a:cubicBezTo>
                    <a:pt x="432" y="518"/>
                    <a:pt x="431" y="516"/>
                    <a:pt x="428" y="513"/>
                  </a:cubicBezTo>
                  <a:cubicBezTo>
                    <a:pt x="424" y="509"/>
                    <a:pt x="422" y="508"/>
                    <a:pt x="421" y="508"/>
                  </a:cubicBezTo>
                  <a:cubicBezTo>
                    <a:pt x="420" y="508"/>
                    <a:pt x="420" y="509"/>
                    <a:pt x="419" y="509"/>
                  </a:cubicBezTo>
                  <a:cubicBezTo>
                    <a:pt x="419" y="509"/>
                    <a:pt x="419" y="509"/>
                    <a:pt x="418" y="509"/>
                  </a:cubicBezTo>
                  <a:cubicBezTo>
                    <a:pt x="417" y="509"/>
                    <a:pt x="416" y="509"/>
                    <a:pt x="411" y="504"/>
                  </a:cubicBezTo>
                  <a:lnTo>
                    <a:pt x="411" y="504"/>
                  </a:lnTo>
                  <a:cubicBezTo>
                    <a:pt x="415" y="512"/>
                    <a:pt x="415" y="512"/>
                    <a:pt x="414" y="513"/>
                  </a:cubicBezTo>
                  <a:cubicBezTo>
                    <a:pt x="412" y="509"/>
                    <a:pt x="410" y="507"/>
                    <a:pt x="410" y="507"/>
                  </a:cubicBezTo>
                  <a:lnTo>
                    <a:pt x="410" y="507"/>
                  </a:lnTo>
                  <a:cubicBezTo>
                    <a:pt x="409" y="507"/>
                    <a:pt x="410" y="510"/>
                    <a:pt x="411" y="514"/>
                  </a:cubicBezTo>
                  <a:cubicBezTo>
                    <a:pt x="416" y="521"/>
                    <a:pt x="418" y="525"/>
                    <a:pt x="418" y="525"/>
                  </a:cubicBezTo>
                  <a:cubicBezTo>
                    <a:pt x="418" y="525"/>
                    <a:pt x="415" y="521"/>
                    <a:pt x="410" y="515"/>
                  </a:cubicBezTo>
                  <a:cubicBezTo>
                    <a:pt x="407" y="510"/>
                    <a:pt x="402" y="507"/>
                    <a:pt x="401" y="507"/>
                  </a:cubicBezTo>
                  <a:cubicBezTo>
                    <a:pt x="400" y="507"/>
                    <a:pt x="401" y="508"/>
                    <a:pt x="402" y="509"/>
                  </a:cubicBezTo>
                  <a:cubicBezTo>
                    <a:pt x="408" y="516"/>
                    <a:pt x="406" y="518"/>
                    <a:pt x="409" y="526"/>
                  </a:cubicBezTo>
                  <a:cubicBezTo>
                    <a:pt x="409" y="526"/>
                    <a:pt x="409" y="526"/>
                    <a:pt x="408" y="526"/>
                  </a:cubicBezTo>
                  <a:cubicBezTo>
                    <a:pt x="407" y="526"/>
                    <a:pt x="406" y="526"/>
                    <a:pt x="401" y="521"/>
                  </a:cubicBezTo>
                  <a:cubicBezTo>
                    <a:pt x="400" y="519"/>
                    <a:pt x="399" y="518"/>
                    <a:pt x="398" y="518"/>
                  </a:cubicBezTo>
                  <a:cubicBezTo>
                    <a:pt x="395" y="518"/>
                    <a:pt x="395" y="527"/>
                    <a:pt x="398" y="533"/>
                  </a:cubicBezTo>
                  <a:cubicBezTo>
                    <a:pt x="401" y="536"/>
                    <a:pt x="402" y="538"/>
                    <a:pt x="402" y="538"/>
                  </a:cubicBezTo>
                  <a:cubicBezTo>
                    <a:pt x="401" y="538"/>
                    <a:pt x="399" y="537"/>
                    <a:pt x="397" y="534"/>
                  </a:cubicBezTo>
                  <a:cubicBezTo>
                    <a:pt x="394" y="529"/>
                    <a:pt x="392" y="528"/>
                    <a:pt x="391" y="528"/>
                  </a:cubicBezTo>
                  <a:cubicBezTo>
                    <a:pt x="390" y="528"/>
                    <a:pt x="390" y="528"/>
                    <a:pt x="389" y="528"/>
                  </a:cubicBezTo>
                  <a:cubicBezTo>
                    <a:pt x="390" y="531"/>
                    <a:pt x="391" y="532"/>
                    <a:pt x="391" y="532"/>
                  </a:cubicBezTo>
                  <a:cubicBezTo>
                    <a:pt x="390" y="532"/>
                    <a:pt x="386" y="527"/>
                    <a:pt x="383" y="523"/>
                  </a:cubicBezTo>
                  <a:cubicBezTo>
                    <a:pt x="381" y="518"/>
                    <a:pt x="380" y="516"/>
                    <a:pt x="378" y="516"/>
                  </a:cubicBezTo>
                  <a:cubicBezTo>
                    <a:pt x="377" y="516"/>
                    <a:pt x="376" y="517"/>
                    <a:pt x="376" y="517"/>
                  </a:cubicBezTo>
                  <a:cubicBezTo>
                    <a:pt x="380" y="525"/>
                    <a:pt x="374" y="528"/>
                    <a:pt x="371" y="531"/>
                  </a:cubicBezTo>
                  <a:cubicBezTo>
                    <a:pt x="364" y="535"/>
                    <a:pt x="369" y="543"/>
                    <a:pt x="377" y="558"/>
                  </a:cubicBezTo>
                  <a:lnTo>
                    <a:pt x="386" y="572"/>
                  </a:lnTo>
                  <a:lnTo>
                    <a:pt x="386" y="572"/>
                  </a:lnTo>
                  <a:lnTo>
                    <a:pt x="376" y="559"/>
                  </a:lnTo>
                  <a:cubicBezTo>
                    <a:pt x="370" y="552"/>
                    <a:pt x="359" y="538"/>
                    <a:pt x="359" y="538"/>
                  </a:cubicBezTo>
                  <a:lnTo>
                    <a:pt x="359" y="538"/>
                  </a:lnTo>
                  <a:cubicBezTo>
                    <a:pt x="358" y="540"/>
                    <a:pt x="362" y="546"/>
                    <a:pt x="368" y="553"/>
                  </a:cubicBezTo>
                  <a:cubicBezTo>
                    <a:pt x="370" y="558"/>
                    <a:pt x="371" y="559"/>
                    <a:pt x="370" y="559"/>
                  </a:cubicBezTo>
                  <a:cubicBezTo>
                    <a:pt x="369" y="559"/>
                    <a:pt x="367" y="558"/>
                    <a:pt x="364" y="556"/>
                  </a:cubicBezTo>
                  <a:cubicBezTo>
                    <a:pt x="361" y="554"/>
                    <a:pt x="359" y="553"/>
                    <a:pt x="358" y="553"/>
                  </a:cubicBezTo>
                  <a:cubicBezTo>
                    <a:pt x="356" y="553"/>
                    <a:pt x="357" y="555"/>
                    <a:pt x="359" y="560"/>
                  </a:cubicBezTo>
                  <a:cubicBezTo>
                    <a:pt x="358" y="560"/>
                    <a:pt x="358" y="560"/>
                    <a:pt x="358" y="560"/>
                  </a:cubicBezTo>
                  <a:cubicBezTo>
                    <a:pt x="356" y="560"/>
                    <a:pt x="355" y="559"/>
                    <a:pt x="350" y="555"/>
                  </a:cubicBezTo>
                  <a:cubicBezTo>
                    <a:pt x="349" y="555"/>
                    <a:pt x="349" y="555"/>
                    <a:pt x="354" y="563"/>
                  </a:cubicBezTo>
                  <a:cubicBezTo>
                    <a:pt x="357" y="567"/>
                    <a:pt x="357" y="568"/>
                    <a:pt x="357" y="568"/>
                  </a:cubicBezTo>
                  <a:cubicBezTo>
                    <a:pt x="356" y="568"/>
                    <a:pt x="355" y="567"/>
                    <a:pt x="352" y="564"/>
                  </a:cubicBezTo>
                  <a:cubicBezTo>
                    <a:pt x="346" y="558"/>
                    <a:pt x="342" y="555"/>
                    <a:pt x="341" y="555"/>
                  </a:cubicBezTo>
                  <a:cubicBezTo>
                    <a:pt x="339" y="555"/>
                    <a:pt x="339" y="558"/>
                    <a:pt x="342" y="561"/>
                  </a:cubicBezTo>
                  <a:cubicBezTo>
                    <a:pt x="346" y="568"/>
                    <a:pt x="345" y="569"/>
                    <a:pt x="344" y="569"/>
                  </a:cubicBezTo>
                  <a:cubicBezTo>
                    <a:pt x="343" y="570"/>
                    <a:pt x="342" y="571"/>
                    <a:pt x="345" y="579"/>
                  </a:cubicBezTo>
                  <a:lnTo>
                    <a:pt x="343" y="580"/>
                  </a:lnTo>
                  <a:cubicBezTo>
                    <a:pt x="343" y="580"/>
                    <a:pt x="343" y="580"/>
                    <a:pt x="343" y="580"/>
                  </a:cubicBezTo>
                  <a:cubicBezTo>
                    <a:pt x="341" y="580"/>
                    <a:pt x="339" y="573"/>
                    <a:pt x="340" y="572"/>
                  </a:cubicBezTo>
                  <a:lnTo>
                    <a:pt x="333" y="567"/>
                  </a:lnTo>
                  <a:cubicBezTo>
                    <a:pt x="331" y="568"/>
                    <a:pt x="330" y="569"/>
                    <a:pt x="333" y="577"/>
                  </a:cubicBezTo>
                  <a:cubicBezTo>
                    <a:pt x="337" y="584"/>
                    <a:pt x="340" y="588"/>
                    <a:pt x="339" y="588"/>
                  </a:cubicBezTo>
                  <a:cubicBezTo>
                    <a:pt x="339" y="588"/>
                    <a:pt x="337" y="584"/>
                    <a:pt x="332" y="578"/>
                  </a:cubicBezTo>
                  <a:cubicBezTo>
                    <a:pt x="329" y="573"/>
                    <a:pt x="325" y="569"/>
                    <a:pt x="323" y="569"/>
                  </a:cubicBezTo>
                  <a:cubicBezTo>
                    <a:pt x="323" y="569"/>
                    <a:pt x="323" y="570"/>
                    <a:pt x="324" y="572"/>
                  </a:cubicBezTo>
                  <a:cubicBezTo>
                    <a:pt x="328" y="579"/>
                    <a:pt x="329" y="581"/>
                    <a:pt x="328" y="581"/>
                  </a:cubicBezTo>
                  <a:cubicBezTo>
                    <a:pt x="328" y="581"/>
                    <a:pt x="325" y="578"/>
                    <a:pt x="322" y="574"/>
                  </a:cubicBezTo>
                  <a:cubicBezTo>
                    <a:pt x="317" y="567"/>
                    <a:pt x="315" y="564"/>
                    <a:pt x="315" y="564"/>
                  </a:cubicBezTo>
                  <a:lnTo>
                    <a:pt x="315" y="564"/>
                  </a:lnTo>
                  <a:cubicBezTo>
                    <a:pt x="314" y="564"/>
                    <a:pt x="315" y="568"/>
                    <a:pt x="318" y="577"/>
                  </a:cubicBezTo>
                  <a:cubicBezTo>
                    <a:pt x="316" y="578"/>
                    <a:pt x="316" y="588"/>
                    <a:pt x="313" y="591"/>
                  </a:cubicBezTo>
                  <a:cubicBezTo>
                    <a:pt x="310" y="592"/>
                    <a:pt x="308" y="594"/>
                    <a:pt x="305" y="594"/>
                  </a:cubicBezTo>
                  <a:cubicBezTo>
                    <a:pt x="304" y="594"/>
                    <a:pt x="302" y="593"/>
                    <a:pt x="300" y="591"/>
                  </a:cubicBezTo>
                  <a:lnTo>
                    <a:pt x="300" y="591"/>
                  </a:lnTo>
                  <a:cubicBezTo>
                    <a:pt x="303" y="597"/>
                    <a:pt x="302" y="598"/>
                    <a:pt x="299" y="600"/>
                  </a:cubicBezTo>
                  <a:cubicBezTo>
                    <a:pt x="297" y="599"/>
                    <a:pt x="296" y="599"/>
                    <a:pt x="295" y="599"/>
                  </a:cubicBezTo>
                  <a:cubicBezTo>
                    <a:pt x="291" y="599"/>
                    <a:pt x="293" y="605"/>
                    <a:pt x="297" y="611"/>
                  </a:cubicBezTo>
                  <a:lnTo>
                    <a:pt x="299" y="610"/>
                  </a:lnTo>
                  <a:cubicBezTo>
                    <a:pt x="306" y="619"/>
                    <a:pt x="308" y="622"/>
                    <a:pt x="306" y="622"/>
                  </a:cubicBezTo>
                  <a:cubicBezTo>
                    <a:pt x="305" y="622"/>
                    <a:pt x="303" y="621"/>
                    <a:pt x="300" y="619"/>
                  </a:cubicBezTo>
                  <a:cubicBezTo>
                    <a:pt x="300" y="619"/>
                    <a:pt x="300" y="619"/>
                    <a:pt x="300" y="619"/>
                  </a:cubicBezTo>
                  <a:cubicBezTo>
                    <a:pt x="298" y="619"/>
                    <a:pt x="293" y="613"/>
                    <a:pt x="289" y="606"/>
                  </a:cubicBezTo>
                  <a:cubicBezTo>
                    <a:pt x="284" y="600"/>
                    <a:pt x="279" y="594"/>
                    <a:pt x="277" y="594"/>
                  </a:cubicBezTo>
                  <a:cubicBezTo>
                    <a:pt x="277" y="594"/>
                    <a:pt x="277" y="594"/>
                    <a:pt x="277" y="595"/>
                  </a:cubicBezTo>
                  <a:cubicBezTo>
                    <a:pt x="276" y="595"/>
                    <a:pt x="275" y="596"/>
                    <a:pt x="280" y="602"/>
                  </a:cubicBezTo>
                  <a:cubicBezTo>
                    <a:pt x="286" y="609"/>
                    <a:pt x="286" y="609"/>
                    <a:pt x="285" y="609"/>
                  </a:cubicBezTo>
                  <a:cubicBezTo>
                    <a:pt x="282" y="610"/>
                    <a:pt x="281" y="611"/>
                    <a:pt x="286" y="619"/>
                  </a:cubicBezTo>
                  <a:cubicBezTo>
                    <a:pt x="290" y="626"/>
                    <a:pt x="289" y="627"/>
                    <a:pt x="288" y="627"/>
                  </a:cubicBezTo>
                  <a:cubicBezTo>
                    <a:pt x="283" y="623"/>
                    <a:pt x="281" y="623"/>
                    <a:pt x="280" y="623"/>
                  </a:cubicBezTo>
                  <a:cubicBezTo>
                    <a:pt x="279" y="623"/>
                    <a:pt x="279" y="623"/>
                    <a:pt x="279" y="623"/>
                  </a:cubicBezTo>
                  <a:lnTo>
                    <a:pt x="279" y="623"/>
                  </a:lnTo>
                  <a:cubicBezTo>
                    <a:pt x="278" y="621"/>
                    <a:pt x="276" y="618"/>
                    <a:pt x="275" y="616"/>
                  </a:cubicBezTo>
                  <a:cubicBezTo>
                    <a:pt x="271" y="611"/>
                    <a:pt x="267" y="607"/>
                    <a:pt x="263" y="604"/>
                  </a:cubicBezTo>
                  <a:lnTo>
                    <a:pt x="263" y="604"/>
                  </a:lnTo>
                  <a:cubicBezTo>
                    <a:pt x="262" y="605"/>
                    <a:pt x="267" y="611"/>
                    <a:pt x="267" y="611"/>
                  </a:cubicBezTo>
                  <a:cubicBezTo>
                    <a:pt x="272" y="618"/>
                    <a:pt x="242" y="637"/>
                    <a:pt x="239" y="641"/>
                  </a:cubicBezTo>
                  <a:cubicBezTo>
                    <a:pt x="236" y="638"/>
                    <a:pt x="233" y="637"/>
                    <a:pt x="232" y="637"/>
                  </a:cubicBezTo>
                  <a:cubicBezTo>
                    <a:pt x="230" y="637"/>
                    <a:pt x="230" y="640"/>
                    <a:pt x="234" y="644"/>
                  </a:cubicBezTo>
                  <a:cubicBezTo>
                    <a:pt x="239" y="651"/>
                    <a:pt x="233" y="654"/>
                    <a:pt x="225" y="660"/>
                  </a:cubicBezTo>
                  <a:cubicBezTo>
                    <a:pt x="216" y="665"/>
                    <a:pt x="211" y="669"/>
                    <a:pt x="215" y="676"/>
                  </a:cubicBezTo>
                  <a:lnTo>
                    <a:pt x="212" y="679"/>
                  </a:lnTo>
                  <a:cubicBezTo>
                    <a:pt x="210" y="680"/>
                    <a:pt x="212" y="689"/>
                    <a:pt x="211" y="690"/>
                  </a:cubicBezTo>
                  <a:cubicBezTo>
                    <a:pt x="213" y="694"/>
                    <a:pt x="213" y="696"/>
                    <a:pt x="213" y="696"/>
                  </a:cubicBezTo>
                  <a:cubicBezTo>
                    <a:pt x="213" y="696"/>
                    <a:pt x="211" y="694"/>
                    <a:pt x="210" y="690"/>
                  </a:cubicBezTo>
                  <a:cubicBezTo>
                    <a:pt x="205" y="684"/>
                    <a:pt x="200" y="677"/>
                    <a:pt x="199" y="677"/>
                  </a:cubicBezTo>
                  <a:cubicBezTo>
                    <a:pt x="198" y="677"/>
                    <a:pt x="198" y="677"/>
                    <a:pt x="198" y="678"/>
                  </a:cubicBezTo>
                  <a:cubicBezTo>
                    <a:pt x="196" y="679"/>
                    <a:pt x="201" y="685"/>
                    <a:pt x="206" y="693"/>
                  </a:cubicBezTo>
                  <a:cubicBezTo>
                    <a:pt x="211" y="700"/>
                    <a:pt x="210" y="700"/>
                    <a:pt x="210" y="700"/>
                  </a:cubicBezTo>
                  <a:cubicBezTo>
                    <a:pt x="209" y="700"/>
                    <a:pt x="209" y="701"/>
                    <a:pt x="209" y="701"/>
                  </a:cubicBezTo>
                  <a:cubicBezTo>
                    <a:pt x="208" y="701"/>
                    <a:pt x="207" y="699"/>
                    <a:pt x="204" y="694"/>
                  </a:cubicBezTo>
                  <a:lnTo>
                    <a:pt x="194" y="681"/>
                  </a:lnTo>
                  <a:lnTo>
                    <a:pt x="193" y="682"/>
                  </a:lnTo>
                  <a:cubicBezTo>
                    <a:pt x="197" y="689"/>
                    <a:pt x="196" y="689"/>
                    <a:pt x="196" y="689"/>
                  </a:cubicBezTo>
                  <a:cubicBezTo>
                    <a:pt x="196" y="689"/>
                    <a:pt x="196" y="689"/>
                    <a:pt x="195" y="689"/>
                  </a:cubicBezTo>
                  <a:cubicBezTo>
                    <a:pt x="194" y="689"/>
                    <a:pt x="193" y="687"/>
                    <a:pt x="185" y="676"/>
                  </a:cubicBezTo>
                  <a:cubicBezTo>
                    <a:pt x="180" y="670"/>
                    <a:pt x="177" y="666"/>
                    <a:pt x="177" y="666"/>
                  </a:cubicBezTo>
                  <a:lnTo>
                    <a:pt x="177" y="666"/>
                  </a:lnTo>
                  <a:cubicBezTo>
                    <a:pt x="176" y="666"/>
                    <a:pt x="178" y="670"/>
                    <a:pt x="183" y="678"/>
                  </a:cubicBezTo>
                  <a:lnTo>
                    <a:pt x="185" y="687"/>
                  </a:lnTo>
                  <a:cubicBezTo>
                    <a:pt x="182" y="683"/>
                    <a:pt x="180" y="681"/>
                    <a:pt x="179" y="681"/>
                  </a:cubicBezTo>
                  <a:cubicBezTo>
                    <a:pt x="178" y="681"/>
                    <a:pt x="182" y="691"/>
                    <a:pt x="185" y="697"/>
                  </a:cubicBezTo>
                  <a:cubicBezTo>
                    <a:pt x="179" y="691"/>
                    <a:pt x="176" y="688"/>
                    <a:pt x="176" y="688"/>
                  </a:cubicBezTo>
                  <a:cubicBezTo>
                    <a:pt x="175" y="688"/>
                    <a:pt x="177" y="691"/>
                    <a:pt x="181" y="699"/>
                  </a:cubicBezTo>
                  <a:cubicBezTo>
                    <a:pt x="184" y="703"/>
                    <a:pt x="185" y="705"/>
                    <a:pt x="184" y="705"/>
                  </a:cubicBezTo>
                  <a:cubicBezTo>
                    <a:pt x="183" y="705"/>
                    <a:pt x="182" y="704"/>
                    <a:pt x="179" y="701"/>
                  </a:cubicBezTo>
                  <a:cubicBezTo>
                    <a:pt x="175" y="697"/>
                    <a:pt x="173" y="696"/>
                    <a:pt x="172" y="696"/>
                  </a:cubicBezTo>
                  <a:cubicBezTo>
                    <a:pt x="171" y="696"/>
                    <a:pt x="170" y="697"/>
                    <a:pt x="169" y="698"/>
                  </a:cubicBezTo>
                  <a:cubicBezTo>
                    <a:pt x="172" y="704"/>
                    <a:pt x="164" y="711"/>
                    <a:pt x="155" y="717"/>
                  </a:cubicBezTo>
                  <a:cubicBezTo>
                    <a:pt x="143" y="725"/>
                    <a:pt x="135" y="729"/>
                    <a:pt x="141" y="737"/>
                  </a:cubicBezTo>
                  <a:cubicBezTo>
                    <a:pt x="140" y="737"/>
                    <a:pt x="140" y="737"/>
                    <a:pt x="133" y="731"/>
                  </a:cubicBezTo>
                  <a:cubicBezTo>
                    <a:pt x="132" y="729"/>
                    <a:pt x="130" y="727"/>
                    <a:pt x="130" y="727"/>
                  </a:cubicBezTo>
                  <a:cubicBezTo>
                    <a:pt x="129" y="727"/>
                    <a:pt x="130" y="731"/>
                    <a:pt x="135" y="740"/>
                  </a:cubicBezTo>
                  <a:cubicBezTo>
                    <a:pt x="138" y="744"/>
                    <a:pt x="141" y="748"/>
                    <a:pt x="140" y="748"/>
                  </a:cubicBezTo>
                  <a:cubicBezTo>
                    <a:pt x="140" y="748"/>
                    <a:pt x="139" y="746"/>
                    <a:pt x="134" y="740"/>
                  </a:cubicBezTo>
                  <a:cubicBezTo>
                    <a:pt x="132" y="737"/>
                    <a:pt x="131" y="736"/>
                    <a:pt x="129" y="736"/>
                  </a:cubicBezTo>
                  <a:cubicBezTo>
                    <a:pt x="127" y="736"/>
                    <a:pt x="125" y="737"/>
                    <a:pt x="122" y="739"/>
                  </a:cubicBezTo>
                  <a:cubicBezTo>
                    <a:pt x="119" y="742"/>
                    <a:pt x="114" y="745"/>
                    <a:pt x="119" y="752"/>
                  </a:cubicBezTo>
                  <a:cubicBezTo>
                    <a:pt x="120" y="756"/>
                    <a:pt x="120" y="758"/>
                    <a:pt x="120" y="758"/>
                  </a:cubicBezTo>
                  <a:cubicBezTo>
                    <a:pt x="120" y="758"/>
                    <a:pt x="119" y="756"/>
                    <a:pt x="118" y="753"/>
                  </a:cubicBezTo>
                  <a:cubicBezTo>
                    <a:pt x="113" y="745"/>
                    <a:pt x="107" y="740"/>
                    <a:pt x="104" y="740"/>
                  </a:cubicBezTo>
                  <a:cubicBezTo>
                    <a:pt x="102" y="740"/>
                    <a:pt x="101" y="744"/>
                    <a:pt x="104" y="752"/>
                  </a:cubicBezTo>
                  <a:cubicBezTo>
                    <a:pt x="104" y="752"/>
                    <a:pt x="104" y="752"/>
                    <a:pt x="103" y="752"/>
                  </a:cubicBezTo>
                  <a:cubicBezTo>
                    <a:pt x="102" y="752"/>
                    <a:pt x="100" y="751"/>
                    <a:pt x="96" y="746"/>
                  </a:cubicBezTo>
                  <a:cubicBezTo>
                    <a:pt x="95" y="747"/>
                    <a:pt x="94" y="747"/>
                    <a:pt x="95" y="757"/>
                  </a:cubicBezTo>
                  <a:lnTo>
                    <a:pt x="86" y="763"/>
                  </a:lnTo>
                  <a:cubicBezTo>
                    <a:pt x="84" y="764"/>
                    <a:pt x="87" y="773"/>
                    <a:pt x="87" y="773"/>
                  </a:cubicBezTo>
                  <a:lnTo>
                    <a:pt x="85" y="774"/>
                  </a:lnTo>
                  <a:cubicBezTo>
                    <a:pt x="83" y="771"/>
                    <a:pt x="81" y="770"/>
                    <a:pt x="79" y="770"/>
                  </a:cubicBezTo>
                  <a:cubicBezTo>
                    <a:pt x="75" y="770"/>
                    <a:pt x="71" y="773"/>
                    <a:pt x="66" y="776"/>
                  </a:cubicBezTo>
                  <a:cubicBezTo>
                    <a:pt x="60" y="780"/>
                    <a:pt x="55" y="784"/>
                    <a:pt x="50" y="784"/>
                  </a:cubicBezTo>
                  <a:cubicBezTo>
                    <a:pt x="48" y="784"/>
                    <a:pt x="46" y="783"/>
                    <a:pt x="43" y="781"/>
                  </a:cubicBezTo>
                  <a:lnTo>
                    <a:pt x="43" y="781"/>
                  </a:lnTo>
                  <a:cubicBezTo>
                    <a:pt x="43" y="781"/>
                    <a:pt x="42" y="782"/>
                    <a:pt x="46" y="790"/>
                  </a:cubicBezTo>
                  <a:cubicBezTo>
                    <a:pt x="51" y="799"/>
                    <a:pt x="53" y="803"/>
                    <a:pt x="52" y="803"/>
                  </a:cubicBezTo>
                  <a:cubicBezTo>
                    <a:pt x="52" y="803"/>
                    <a:pt x="50" y="801"/>
                    <a:pt x="48" y="799"/>
                  </a:cubicBezTo>
                  <a:cubicBezTo>
                    <a:pt x="43" y="794"/>
                    <a:pt x="39" y="791"/>
                    <a:pt x="37" y="791"/>
                  </a:cubicBezTo>
                  <a:cubicBezTo>
                    <a:pt x="34" y="791"/>
                    <a:pt x="35" y="796"/>
                    <a:pt x="40" y="804"/>
                  </a:cubicBezTo>
                  <a:lnTo>
                    <a:pt x="35" y="798"/>
                  </a:lnTo>
                  <a:cubicBezTo>
                    <a:pt x="31" y="793"/>
                    <a:pt x="28" y="791"/>
                    <a:pt x="27" y="791"/>
                  </a:cubicBezTo>
                  <a:cubicBezTo>
                    <a:pt x="26" y="791"/>
                    <a:pt x="28" y="798"/>
                    <a:pt x="33" y="808"/>
                  </a:cubicBezTo>
                  <a:cubicBezTo>
                    <a:pt x="30" y="804"/>
                    <a:pt x="26" y="800"/>
                    <a:pt x="24" y="800"/>
                  </a:cubicBezTo>
                  <a:cubicBezTo>
                    <a:pt x="24" y="800"/>
                    <a:pt x="24" y="802"/>
                    <a:pt x="26" y="804"/>
                  </a:cubicBezTo>
                  <a:cubicBezTo>
                    <a:pt x="24" y="804"/>
                    <a:pt x="24" y="804"/>
                    <a:pt x="14" y="791"/>
                  </a:cubicBezTo>
                  <a:cubicBezTo>
                    <a:pt x="9" y="785"/>
                    <a:pt x="5" y="778"/>
                    <a:pt x="3" y="778"/>
                  </a:cubicBezTo>
                  <a:cubicBezTo>
                    <a:pt x="3" y="778"/>
                    <a:pt x="3" y="778"/>
                    <a:pt x="3" y="779"/>
                  </a:cubicBezTo>
                  <a:cubicBezTo>
                    <a:pt x="1" y="779"/>
                    <a:pt x="6" y="785"/>
                    <a:pt x="11" y="793"/>
                  </a:cubicBezTo>
                  <a:lnTo>
                    <a:pt x="9" y="794"/>
                  </a:lnTo>
                  <a:cubicBezTo>
                    <a:pt x="9" y="794"/>
                    <a:pt x="8" y="795"/>
                    <a:pt x="13" y="802"/>
                  </a:cubicBezTo>
                  <a:cubicBezTo>
                    <a:pt x="18" y="809"/>
                    <a:pt x="17" y="810"/>
                    <a:pt x="15" y="810"/>
                  </a:cubicBezTo>
                  <a:cubicBezTo>
                    <a:pt x="14" y="808"/>
                    <a:pt x="13" y="807"/>
                    <a:pt x="13" y="807"/>
                  </a:cubicBezTo>
                  <a:lnTo>
                    <a:pt x="13" y="807"/>
                  </a:lnTo>
                  <a:cubicBezTo>
                    <a:pt x="12" y="807"/>
                    <a:pt x="16" y="813"/>
                    <a:pt x="20" y="818"/>
                  </a:cubicBezTo>
                  <a:cubicBezTo>
                    <a:pt x="26" y="825"/>
                    <a:pt x="30" y="831"/>
                    <a:pt x="29" y="832"/>
                  </a:cubicBezTo>
                  <a:lnTo>
                    <a:pt x="39" y="846"/>
                  </a:lnTo>
                  <a:cubicBezTo>
                    <a:pt x="46" y="856"/>
                    <a:pt x="52" y="864"/>
                    <a:pt x="61" y="872"/>
                  </a:cubicBezTo>
                  <a:cubicBezTo>
                    <a:pt x="66" y="873"/>
                    <a:pt x="71" y="875"/>
                    <a:pt x="73" y="875"/>
                  </a:cubicBezTo>
                  <a:cubicBezTo>
                    <a:pt x="76" y="875"/>
                    <a:pt x="76" y="873"/>
                    <a:pt x="70" y="866"/>
                  </a:cubicBezTo>
                  <a:cubicBezTo>
                    <a:pt x="70" y="866"/>
                    <a:pt x="67" y="858"/>
                    <a:pt x="68" y="857"/>
                  </a:cubicBezTo>
                  <a:cubicBezTo>
                    <a:pt x="68" y="857"/>
                    <a:pt x="68" y="857"/>
                    <a:pt x="68" y="857"/>
                  </a:cubicBezTo>
                  <a:cubicBezTo>
                    <a:pt x="70" y="857"/>
                    <a:pt x="75" y="863"/>
                    <a:pt x="75" y="863"/>
                  </a:cubicBezTo>
                  <a:cubicBezTo>
                    <a:pt x="77" y="865"/>
                    <a:pt x="79" y="866"/>
                    <a:pt x="81" y="866"/>
                  </a:cubicBezTo>
                  <a:cubicBezTo>
                    <a:pt x="85" y="866"/>
                    <a:pt x="88" y="864"/>
                    <a:pt x="92" y="862"/>
                  </a:cubicBezTo>
                  <a:cubicBezTo>
                    <a:pt x="96" y="859"/>
                    <a:pt x="99" y="857"/>
                    <a:pt x="102" y="857"/>
                  </a:cubicBezTo>
                  <a:cubicBezTo>
                    <a:pt x="104" y="857"/>
                    <a:pt x="106" y="858"/>
                    <a:pt x="109" y="860"/>
                  </a:cubicBezTo>
                  <a:cubicBezTo>
                    <a:pt x="115" y="866"/>
                    <a:pt x="116" y="866"/>
                    <a:pt x="116" y="866"/>
                  </a:cubicBezTo>
                  <a:cubicBezTo>
                    <a:pt x="111" y="859"/>
                    <a:pt x="119" y="854"/>
                    <a:pt x="128" y="848"/>
                  </a:cubicBezTo>
                  <a:cubicBezTo>
                    <a:pt x="135" y="842"/>
                    <a:pt x="144" y="837"/>
                    <a:pt x="140" y="830"/>
                  </a:cubicBezTo>
                  <a:lnTo>
                    <a:pt x="142" y="828"/>
                  </a:lnTo>
                  <a:cubicBezTo>
                    <a:pt x="145" y="832"/>
                    <a:pt x="147" y="833"/>
                    <a:pt x="148" y="833"/>
                  </a:cubicBezTo>
                  <a:cubicBezTo>
                    <a:pt x="150" y="833"/>
                    <a:pt x="151" y="832"/>
                    <a:pt x="152" y="831"/>
                  </a:cubicBezTo>
                  <a:cubicBezTo>
                    <a:pt x="149" y="823"/>
                    <a:pt x="152" y="821"/>
                    <a:pt x="152" y="821"/>
                  </a:cubicBezTo>
                  <a:cubicBezTo>
                    <a:pt x="155" y="825"/>
                    <a:pt x="157" y="827"/>
                    <a:pt x="158" y="827"/>
                  </a:cubicBezTo>
                  <a:cubicBezTo>
                    <a:pt x="159" y="827"/>
                    <a:pt x="159" y="826"/>
                    <a:pt x="160" y="826"/>
                  </a:cubicBezTo>
                  <a:cubicBezTo>
                    <a:pt x="162" y="825"/>
                    <a:pt x="165" y="823"/>
                    <a:pt x="159" y="817"/>
                  </a:cubicBezTo>
                  <a:cubicBezTo>
                    <a:pt x="162" y="814"/>
                    <a:pt x="166" y="813"/>
                    <a:pt x="170" y="813"/>
                  </a:cubicBezTo>
                  <a:cubicBezTo>
                    <a:pt x="173" y="813"/>
                    <a:pt x="175" y="813"/>
                    <a:pt x="178" y="814"/>
                  </a:cubicBezTo>
                  <a:cubicBezTo>
                    <a:pt x="179" y="816"/>
                    <a:pt x="180" y="816"/>
                    <a:pt x="181" y="816"/>
                  </a:cubicBezTo>
                  <a:cubicBezTo>
                    <a:pt x="182" y="816"/>
                    <a:pt x="179" y="811"/>
                    <a:pt x="176" y="805"/>
                  </a:cubicBezTo>
                  <a:cubicBezTo>
                    <a:pt x="171" y="798"/>
                    <a:pt x="167" y="791"/>
                    <a:pt x="169" y="790"/>
                  </a:cubicBezTo>
                  <a:lnTo>
                    <a:pt x="169" y="790"/>
                  </a:lnTo>
                  <a:lnTo>
                    <a:pt x="179" y="803"/>
                  </a:lnTo>
                  <a:cubicBezTo>
                    <a:pt x="181" y="808"/>
                    <a:pt x="182" y="810"/>
                    <a:pt x="183" y="810"/>
                  </a:cubicBezTo>
                  <a:cubicBezTo>
                    <a:pt x="184" y="810"/>
                    <a:pt x="184" y="810"/>
                    <a:pt x="185" y="809"/>
                  </a:cubicBezTo>
                  <a:lnTo>
                    <a:pt x="187" y="808"/>
                  </a:lnTo>
                  <a:cubicBezTo>
                    <a:pt x="183" y="801"/>
                    <a:pt x="188" y="796"/>
                    <a:pt x="197" y="791"/>
                  </a:cubicBezTo>
                  <a:cubicBezTo>
                    <a:pt x="208" y="783"/>
                    <a:pt x="212" y="781"/>
                    <a:pt x="207" y="774"/>
                  </a:cubicBezTo>
                  <a:cubicBezTo>
                    <a:pt x="204" y="770"/>
                    <a:pt x="203" y="768"/>
                    <a:pt x="205" y="768"/>
                  </a:cubicBezTo>
                  <a:cubicBezTo>
                    <a:pt x="206" y="768"/>
                    <a:pt x="208" y="769"/>
                    <a:pt x="212" y="771"/>
                  </a:cubicBezTo>
                  <a:cubicBezTo>
                    <a:pt x="225" y="780"/>
                    <a:pt x="230" y="784"/>
                    <a:pt x="232" y="784"/>
                  </a:cubicBezTo>
                  <a:cubicBezTo>
                    <a:pt x="233" y="784"/>
                    <a:pt x="232" y="782"/>
                    <a:pt x="231" y="779"/>
                  </a:cubicBezTo>
                  <a:cubicBezTo>
                    <a:pt x="231" y="779"/>
                    <a:pt x="231" y="779"/>
                    <a:pt x="231" y="779"/>
                  </a:cubicBezTo>
                  <a:cubicBezTo>
                    <a:pt x="229" y="779"/>
                    <a:pt x="224" y="772"/>
                    <a:pt x="220" y="766"/>
                  </a:cubicBezTo>
                  <a:cubicBezTo>
                    <a:pt x="214" y="759"/>
                    <a:pt x="212" y="755"/>
                    <a:pt x="213" y="755"/>
                  </a:cubicBezTo>
                  <a:lnTo>
                    <a:pt x="213" y="755"/>
                  </a:lnTo>
                  <a:cubicBezTo>
                    <a:pt x="213" y="755"/>
                    <a:pt x="216" y="758"/>
                    <a:pt x="222" y="764"/>
                  </a:cubicBezTo>
                  <a:cubicBezTo>
                    <a:pt x="224" y="767"/>
                    <a:pt x="227" y="769"/>
                    <a:pt x="229" y="769"/>
                  </a:cubicBezTo>
                  <a:cubicBezTo>
                    <a:pt x="237" y="769"/>
                    <a:pt x="243" y="755"/>
                    <a:pt x="236" y="744"/>
                  </a:cubicBezTo>
                  <a:lnTo>
                    <a:pt x="236" y="744"/>
                  </a:lnTo>
                  <a:lnTo>
                    <a:pt x="241" y="750"/>
                  </a:lnTo>
                  <a:cubicBezTo>
                    <a:pt x="244" y="755"/>
                    <a:pt x="246" y="756"/>
                    <a:pt x="247" y="756"/>
                  </a:cubicBezTo>
                  <a:cubicBezTo>
                    <a:pt x="249" y="756"/>
                    <a:pt x="250" y="755"/>
                    <a:pt x="252" y="754"/>
                  </a:cubicBezTo>
                  <a:lnTo>
                    <a:pt x="257" y="752"/>
                  </a:lnTo>
                  <a:cubicBezTo>
                    <a:pt x="251" y="744"/>
                    <a:pt x="252" y="741"/>
                    <a:pt x="255" y="741"/>
                  </a:cubicBezTo>
                  <a:cubicBezTo>
                    <a:pt x="258" y="741"/>
                    <a:pt x="261" y="743"/>
                    <a:pt x="263" y="746"/>
                  </a:cubicBezTo>
                  <a:cubicBezTo>
                    <a:pt x="268" y="750"/>
                    <a:pt x="269" y="752"/>
                    <a:pt x="270" y="752"/>
                  </a:cubicBezTo>
                  <a:cubicBezTo>
                    <a:pt x="271" y="752"/>
                    <a:pt x="272" y="751"/>
                    <a:pt x="272" y="750"/>
                  </a:cubicBezTo>
                  <a:cubicBezTo>
                    <a:pt x="269" y="742"/>
                    <a:pt x="270" y="739"/>
                    <a:pt x="274" y="739"/>
                  </a:cubicBezTo>
                  <a:cubicBezTo>
                    <a:pt x="276" y="739"/>
                    <a:pt x="280" y="741"/>
                    <a:pt x="282" y="744"/>
                  </a:cubicBezTo>
                  <a:lnTo>
                    <a:pt x="285" y="743"/>
                  </a:lnTo>
                  <a:cubicBezTo>
                    <a:pt x="280" y="735"/>
                    <a:pt x="284" y="734"/>
                    <a:pt x="285" y="733"/>
                  </a:cubicBezTo>
                  <a:cubicBezTo>
                    <a:pt x="288" y="730"/>
                    <a:pt x="289" y="729"/>
                    <a:pt x="282" y="722"/>
                  </a:cubicBezTo>
                  <a:cubicBezTo>
                    <a:pt x="278" y="716"/>
                    <a:pt x="273" y="709"/>
                    <a:pt x="275" y="709"/>
                  </a:cubicBezTo>
                  <a:lnTo>
                    <a:pt x="275" y="709"/>
                  </a:lnTo>
                  <a:lnTo>
                    <a:pt x="279" y="716"/>
                  </a:lnTo>
                  <a:cubicBezTo>
                    <a:pt x="282" y="719"/>
                    <a:pt x="284" y="720"/>
                    <a:pt x="286" y="720"/>
                  </a:cubicBezTo>
                  <a:cubicBezTo>
                    <a:pt x="288" y="720"/>
                    <a:pt x="290" y="719"/>
                    <a:pt x="293" y="717"/>
                  </a:cubicBezTo>
                  <a:cubicBezTo>
                    <a:pt x="296" y="714"/>
                    <a:pt x="299" y="713"/>
                    <a:pt x="301" y="713"/>
                  </a:cubicBezTo>
                  <a:cubicBezTo>
                    <a:pt x="303" y="713"/>
                    <a:pt x="305" y="714"/>
                    <a:pt x="307" y="717"/>
                  </a:cubicBezTo>
                  <a:lnTo>
                    <a:pt x="304" y="709"/>
                  </a:lnTo>
                  <a:cubicBezTo>
                    <a:pt x="302" y="705"/>
                    <a:pt x="301" y="702"/>
                    <a:pt x="302" y="702"/>
                  </a:cubicBezTo>
                  <a:lnTo>
                    <a:pt x="302" y="702"/>
                  </a:lnTo>
                  <a:cubicBezTo>
                    <a:pt x="303" y="702"/>
                    <a:pt x="304" y="704"/>
                    <a:pt x="306" y="708"/>
                  </a:cubicBezTo>
                  <a:cubicBezTo>
                    <a:pt x="308" y="710"/>
                    <a:pt x="310" y="711"/>
                    <a:pt x="312" y="711"/>
                  </a:cubicBezTo>
                  <a:cubicBezTo>
                    <a:pt x="315" y="711"/>
                    <a:pt x="316" y="707"/>
                    <a:pt x="315" y="701"/>
                  </a:cubicBezTo>
                  <a:lnTo>
                    <a:pt x="317" y="700"/>
                  </a:lnTo>
                  <a:cubicBezTo>
                    <a:pt x="322" y="705"/>
                    <a:pt x="326" y="708"/>
                    <a:pt x="327" y="708"/>
                  </a:cubicBezTo>
                  <a:cubicBezTo>
                    <a:pt x="330" y="708"/>
                    <a:pt x="329" y="704"/>
                    <a:pt x="324" y="696"/>
                  </a:cubicBezTo>
                  <a:lnTo>
                    <a:pt x="324" y="696"/>
                  </a:lnTo>
                  <a:cubicBezTo>
                    <a:pt x="327" y="700"/>
                    <a:pt x="329" y="702"/>
                    <a:pt x="330" y="702"/>
                  </a:cubicBezTo>
                  <a:cubicBezTo>
                    <a:pt x="330" y="702"/>
                    <a:pt x="330" y="701"/>
                    <a:pt x="331" y="701"/>
                  </a:cubicBezTo>
                  <a:cubicBezTo>
                    <a:pt x="329" y="696"/>
                    <a:pt x="330" y="692"/>
                    <a:pt x="333" y="692"/>
                  </a:cubicBezTo>
                  <a:cubicBezTo>
                    <a:pt x="334" y="692"/>
                    <a:pt x="336" y="694"/>
                    <a:pt x="339" y="697"/>
                  </a:cubicBezTo>
                  <a:lnTo>
                    <a:pt x="340" y="696"/>
                  </a:lnTo>
                  <a:cubicBezTo>
                    <a:pt x="336" y="688"/>
                    <a:pt x="337" y="687"/>
                    <a:pt x="339" y="685"/>
                  </a:cubicBezTo>
                  <a:cubicBezTo>
                    <a:pt x="340" y="685"/>
                    <a:pt x="341" y="684"/>
                    <a:pt x="336" y="676"/>
                  </a:cubicBezTo>
                  <a:cubicBezTo>
                    <a:pt x="333" y="669"/>
                    <a:pt x="334" y="669"/>
                    <a:pt x="334" y="669"/>
                  </a:cubicBezTo>
                  <a:cubicBezTo>
                    <a:pt x="334" y="669"/>
                    <a:pt x="334" y="668"/>
                    <a:pt x="334" y="668"/>
                  </a:cubicBezTo>
                  <a:cubicBezTo>
                    <a:pt x="336" y="668"/>
                    <a:pt x="340" y="676"/>
                    <a:pt x="343" y="682"/>
                  </a:cubicBezTo>
                  <a:cubicBezTo>
                    <a:pt x="344" y="685"/>
                    <a:pt x="345" y="687"/>
                    <a:pt x="346" y="687"/>
                  </a:cubicBezTo>
                  <a:cubicBezTo>
                    <a:pt x="347" y="687"/>
                    <a:pt x="347" y="682"/>
                    <a:pt x="343" y="672"/>
                  </a:cubicBezTo>
                  <a:cubicBezTo>
                    <a:pt x="340" y="664"/>
                    <a:pt x="338" y="660"/>
                    <a:pt x="338" y="660"/>
                  </a:cubicBezTo>
                  <a:lnTo>
                    <a:pt x="338" y="660"/>
                  </a:lnTo>
                  <a:cubicBezTo>
                    <a:pt x="338" y="660"/>
                    <a:pt x="340" y="664"/>
                    <a:pt x="344" y="672"/>
                  </a:cubicBezTo>
                  <a:cubicBezTo>
                    <a:pt x="346" y="677"/>
                    <a:pt x="349" y="682"/>
                    <a:pt x="350" y="682"/>
                  </a:cubicBezTo>
                  <a:cubicBezTo>
                    <a:pt x="350" y="682"/>
                    <a:pt x="350" y="681"/>
                    <a:pt x="350" y="679"/>
                  </a:cubicBezTo>
                  <a:cubicBezTo>
                    <a:pt x="350" y="679"/>
                    <a:pt x="352" y="676"/>
                    <a:pt x="346" y="670"/>
                  </a:cubicBezTo>
                  <a:lnTo>
                    <a:pt x="351" y="667"/>
                  </a:lnTo>
                  <a:cubicBezTo>
                    <a:pt x="355" y="671"/>
                    <a:pt x="357" y="672"/>
                    <a:pt x="358" y="672"/>
                  </a:cubicBezTo>
                  <a:cubicBezTo>
                    <a:pt x="359" y="672"/>
                    <a:pt x="359" y="671"/>
                    <a:pt x="360" y="671"/>
                  </a:cubicBezTo>
                  <a:cubicBezTo>
                    <a:pt x="358" y="667"/>
                    <a:pt x="357" y="665"/>
                    <a:pt x="358" y="665"/>
                  </a:cubicBezTo>
                  <a:lnTo>
                    <a:pt x="358" y="665"/>
                  </a:lnTo>
                  <a:cubicBezTo>
                    <a:pt x="358" y="665"/>
                    <a:pt x="360" y="666"/>
                    <a:pt x="363" y="670"/>
                  </a:cubicBezTo>
                  <a:cubicBezTo>
                    <a:pt x="365" y="672"/>
                    <a:pt x="366" y="674"/>
                    <a:pt x="366" y="674"/>
                  </a:cubicBezTo>
                  <a:cubicBezTo>
                    <a:pt x="367" y="674"/>
                    <a:pt x="365" y="670"/>
                    <a:pt x="359" y="662"/>
                  </a:cubicBezTo>
                  <a:cubicBezTo>
                    <a:pt x="357" y="657"/>
                    <a:pt x="356" y="655"/>
                    <a:pt x="357" y="655"/>
                  </a:cubicBezTo>
                  <a:cubicBezTo>
                    <a:pt x="358" y="655"/>
                    <a:pt x="360" y="657"/>
                    <a:pt x="362" y="660"/>
                  </a:cubicBezTo>
                  <a:cubicBezTo>
                    <a:pt x="368" y="667"/>
                    <a:pt x="371" y="670"/>
                    <a:pt x="372" y="670"/>
                  </a:cubicBezTo>
                  <a:cubicBezTo>
                    <a:pt x="372" y="670"/>
                    <a:pt x="371" y="668"/>
                    <a:pt x="369" y="665"/>
                  </a:cubicBezTo>
                  <a:cubicBezTo>
                    <a:pt x="365" y="657"/>
                    <a:pt x="367" y="656"/>
                    <a:pt x="367" y="656"/>
                  </a:cubicBezTo>
                  <a:lnTo>
                    <a:pt x="367" y="656"/>
                  </a:lnTo>
                  <a:cubicBezTo>
                    <a:pt x="368" y="659"/>
                    <a:pt x="370" y="659"/>
                    <a:pt x="372" y="659"/>
                  </a:cubicBezTo>
                  <a:cubicBezTo>
                    <a:pt x="378" y="659"/>
                    <a:pt x="386" y="654"/>
                    <a:pt x="393" y="648"/>
                  </a:cubicBezTo>
                  <a:cubicBezTo>
                    <a:pt x="395" y="648"/>
                    <a:pt x="391" y="641"/>
                    <a:pt x="386" y="634"/>
                  </a:cubicBezTo>
                  <a:cubicBezTo>
                    <a:pt x="381" y="628"/>
                    <a:pt x="380" y="625"/>
                    <a:pt x="380" y="625"/>
                  </a:cubicBezTo>
                  <a:lnTo>
                    <a:pt x="380" y="625"/>
                  </a:lnTo>
                  <a:cubicBezTo>
                    <a:pt x="380" y="625"/>
                    <a:pt x="384" y="629"/>
                    <a:pt x="387" y="633"/>
                  </a:cubicBezTo>
                  <a:cubicBezTo>
                    <a:pt x="395" y="642"/>
                    <a:pt x="399" y="647"/>
                    <a:pt x="400" y="647"/>
                  </a:cubicBezTo>
                  <a:cubicBezTo>
                    <a:pt x="401" y="647"/>
                    <a:pt x="398" y="641"/>
                    <a:pt x="389" y="630"/>
                  </a:cubicBezTo>
                  <a:cubicBezTo>
                    <a:pt x="383" y="624"/>
                    <a:pt x="381" y="621"/>
                    <a:pt x="381" y="621"/>
                  </a:cubicBezTo>
                  <a:lnTo>
                    <a:pt x="381" y="621"/>
                  </a:lnTo>
                  <a:cubicBezTo>
                    <a:pt x="381" y="621"/>
                    <a:pt x="385" y="624"/>
                    <a:pt x="391" y="630"/>
                  </a:cubicBezTo>
                  <a:cubicBezTo>
                    <a:pt x="394" y="633"/>
                    <a:pt x="395" y="634"/>
                    <a:pt x="396" y="634"/>
                  </a:cubicBezTo>
                  <a:cubicBezTo>
                    <a:pt x="396" y="634"/>
                    <a:pt x="395" y="632"/>
                    <a:pt x="393" y="628"/>
                  </a:cubicBezTo>
                  <a:cubicBezTo>
                    <a:pt x="390" y="625"/>
                    <a:pt x="389" y="623"/>
                    <a:pt x="390" y="623"/>
                  </a:cubicBezTo>
                  <a:lnTo>
                    <a:pt x="390" y="623"/>
                  </a:lnTo>
                  <a:cubicBezTo>
                    <a:pt x="390" y="623"/>
                    <a:pt x="392" y="624"/>
                    <a:pt x="395" y="627"/>
                  </a:cubicBezTo>
                  <a:cubicBezTo>
                    <a:pt x="398" y="632"/>
                    <a:pt x="403" y="636"/>
                    <a:pt x="404" y="636"/>
                  </a:cubicBezTo>
                  <a:cubicBezTo>
                    <a:pt x="404" y="636"/>
                    <a:pt x="404" y="635"/>
                    <a:pt x="402" y="633"/>
                  </a:cubicBezTo>
                  <a:cubicBezTo>
                    <a:pt x="402" y="633"/>
                    <a:pt x="403" y="633"/>
                    <a:pt x="403" y="633"/>
                  </a:cubicBezTo>
                  <a:cubicBezTo>
                    <a:pt x="403" y="633"/>
                    <a:pt x="405" y="633"/>
                    <a:pt x="409" y="638"/>
                  </a:cubicBezTo>
                  <a:cubicBezTo>
                    <a:pt x="411" y="640"/>
                    <a:pt x="412" y="640"/>
                    <a:pt x="412" y="640"/>
                  </a:cubicBezTo>
                  <a:cubicBezTo>
                    <a:pt x="414" y="640"/>
                    <a:pt x="411" y="634"/>
                    <a:pt x="408" y="628"/>
                  </a:cubicBezTo>
                  <a:cubicBezTo>
                    <a:pt x="405" y="620"/>
                    <a:pt x="403" y="616"/>
                    <a:pt x="404" y="616"/>
                  </a:cubicBezTo>
                  <a:lnTo>
                    <a:pt x="404" y="616"/>
                  </a:lnTo>
                  <a:cubicBezTo>
                    <a:pt x="405" y="616"/>
                    <a:pt x="407" y="619"/>
                    <a:pt x="411" y="626"/>
                  </a:cubicBezTo>
                  <a:cubicBezTo>
                    <a:pt x="414" y="631"/>
                    <a:pt x="416" y="633"/>
                    <a:pt x="418" y="633"/>
                  </a:cubicBezTo>
                  <a:cubicBezTo>
                    <a:pt x="420" y="633"/>
                    <a:pt x="419" y="625"/>
                    <a:pt x="413" y="615"/>
                  </a:cubicBezTo>
                  <a:cubicBezTo>
                    <a:pt x="407" y="606"/>
                    <a:pt x="405" y="603"/>
                    <a:pt x="405" y="603"/>
                  </a:cubicBezTo>
                  <a:lnTo>
                    <a:pt x="405" y="603"/>
                  </a:lnTo>
                  <a:cubicBezTo>
                    <a:pt x="405" y="603"/>
                    <a:pt x="407" y="605"/>
                    <a:pt x="409" y="608"/>
                  </a:cubicBezTo>
                  <a:cubicBezTo>
                    <a:pt x="413" y="613"/>
                    <a:pt x="414" y="614"/>
                    <a:pt x="415" y="614"/>
                  </a:cubicBezTo>
                  <a:cubicBezTo>
                    <a:pt x="415" y="614"/>
                    <a:pt x="415" y="614"/>
                    <a:pt x="415" y="614"/>
                  </a:cubicBezTo>
                  <a:cubicBezTo>
                    <a:pt x="415" y="613"/>
                    <a:pt x="416" y="613"/>
                    <a:pt x="417" y="613"/>
                  </a:cubicBezTo>
                  <a:cubicBezTo>
                    <a:pt x="418" y="613"/>
                    <a:pt x="419" y="614"/>
                    <a:pt x="423" y="619"/>
                  </a:cubicBezTo>
                  <a:cubicBezTo>
                    <a:pt x="423" y="619"/>
                    <a:pt x="424" y="618"/>
                    <a:pt x="422" y="609"/>
                  </a:cubicBezTo>
                  <a:cubicBezTo>
                    <a:pt x="418" y="603"/>
                    <a:pt x="418" y="600"/>
                    <a:pt x="420" y="600"/>
                  </a:cubicBezTo>
                  <a:cubicBezTo>
                    <a:pt x="422" y="600"/>
                    <a:pt x="428" y="604"/>
                    <a:pt x="434" y="611"/>
                  </a:cubicBezTo>
                  <a:lnTo>
                    <a:pt x="432" y="602"/>
                  </a:lnTo>
                  <a:cubicBezTo>
                    <a:pt x="426" y="593"/>
                    <a:pt x="422" y="587"/>
                    <a:pt x="423" y="587"/>
                  </a:cubicBezTo>
                  <a:lnTo>
                    <a:pt x="423" y="587"/>
                  </a:lnTo>
                  <a:cubicBezTo>
                    <a:pt x="423" y="587"/>
                    <a:pt x="424" y="589"/>
                    <a:pt x="428" y="595"/>
                  </a:cubicBezTo>
                  <a:cubicBezTo>
                    <a:pt x="432" y="599"/>
                    <a:pt x="436" y="604"/>
                    <a:pt x="436" y="604"/>
                  </a:cubicBezTo>
                  <a:cubicBezTo>
                    <a:pt x="436" y="604"/>
                    <a:pt x="435" y="603"/>
                    <a:pt x="434" y="601"/>
                  </a:cubicBezTo>
                  <a:cubicBezTo>
                    <a:pt x="430" y="595"/>
                    <a:pt x="430" y="592"/>
                    <a:pt x="432" y="592"/>
                  </a:cubicBezTo>
                  <a:cubicBezTo>
                    <a:pt x="434" y="592"/>
                    <a:pt x="440" y="596"/>
                    <a:pt x="445" y="604"/>
                  </a:cubicBezTo>
                  <a:cubicBezTo>
                    <a:pt x="448" y="609"/>
                    <a:pt x="449" y="611"/>
                    <a:pt x="450" y="611"/>
                  </a:cubicBezTo>
                  <a:cubicBezTo>
                    <a:pt x="450" y="611"/>
                    <a:pt x="450" y="611"/>
                    <a:pt x="451" y="610"/>
                  </a:cubicBezTo>
                  <a:lnTo>
                    <a:pt x="446" y="604"/>
                  </a:lnTo>
                  <a:cubicBezTo>
                    <a:pt x="441" y="597"/>
                    <a:pt x="436" y="589"/>
                    <a:pt x="437" y="589"/>
                  </a:cubicBezTo>
                  <a:cubicBezTo>
                    <a:pt x="438" y="589"/>
                    <a:pt x="438" y="588"/>
                    <a:pt x="439" y="588"/>
                  </a:cubicBezTo>
                  <a:cubicBezTo>
                    <a:pt x="440" y="588"/>
                    <a:pt x="442" y="589"/>
                    <a:pt x="445" y="593"/>
                  </a:cubicBezTo>
                  <a:cubicBezTo>
                    <a:pt x="449" y="598"/>
                    <a:pt x="453" y="602"/>
                    <a:pt x="454" y="602"/>
                  </a:cubicBezTo>
                  <a:cubicBezTo>
                    <a:pt x="454" y="602"/>
                    <a:pt x="454" y="601"/>
                    <a:pt x="452" y="599"/>
                  </a:cubicBezTo>
                  <a:cubicBezTo>
                    <a:pt x="452" y="599"/>
                    <a:pt x="452" y="599"/>
                    <a:pt x="452" y="599"/>
                  </a:cubicBezTo>
                  <a:cubicBezTo>
                    <a:pt x="453" y="599"/>
                    <a:pt x="455" y="600"/>
                    <a:pt x="460" y="605"/>
                  </a:cubicBezTo>
                  <a:lnTo>
                    <a:pt x="464" y="601"/>
                  </a:lnTo>
                  <a:cubicBezTo>
                    <a:pt x="462" y="597"/>
                    <a:pt x="462" y="594"/>
                    <a:pt x="463" y="594"/>
                  </a:cubicBezTo>
                  <a:cubicBezTo>
                    <a:pt x="464" y="594"/>
                    <a:pt x="466" y="596"/>
                    <a:pt x="469" y="599"/>
                  </a:cubicBezTo>
                  <a:cubicBezTo>
                    <a:pt x="469" y="599"/>
                    <a:pt x="471" y="597"/>
                    <a:pt x="466" y="589"/>
                  </a:cubicBezTo>
                  <a:cubicBezTo>
                    <a:pt x="468" y="589"/>
                    <a:pt x="469" y="588"/>
                    <a:pt x="470" y="588"/>
                  </a:cubicBezTo>
                  <a:cubicBezTo>
                    <a:pt x="471" y="588"/>
                    <a:pt x="473" y="589"/>
                    <a:pt x="475" y="593"/>
                  </a:cubicBezTo>
                  <a:cubicBezTo>
                    <a:pt x="478" y="597"/>
                    <a:pt x="479" y="598"/>
                    <a:pt x="480" y="598"/>
                  </a:cubicBezTo>
                  <a:cubicBezTo>
                    <a:pt x="480" y="598"/>
                    <a:pt x="479" y="596"/>
                    <a:pt x="476" y="592"/>
                  </a:cubicBezTo>
                  <a:cubicBezTo>
                    <a:pt x="472" y="586"/>
                    <a:pt x="473" y="586"/>
                    <a:pt x="474" y="584"/>
                  </a:cubicBezTo>
                  <a:lnTo>
                    <a:pt x="476" y="582"/>
                  </a:lnTo>
                  <a:cubicBezTo>
                    <a:pt x="472" y="575"/>
                    <a:pt x="472" y="575"/>
                    <a:pt x="473" y="575"/>
                  </a:cubicBezTo>
                  <a:cubicBezTo>
                    <a:pt x="473" y="575"/>
                    <a:pt x="473" y="575"/>
                    <a:pt x="474" y="575"/>
                  </a:cubicBezTo>
                  <a:cubicBezTo>
                    <a:pt x="476" y="575"/>
                    <a:pt x="482" y="578"/>
                    <a:pt x="484" y="578"/>
                  </a:cubicBezTo>
                  <a:cubicBezTo>
                    <a:pt x="484" y="578"/>
                    <a:pt x="484" y="578"/>
                    <a:pt x="484" y="578"/>
                  </a:cubicBezTo>
                  <a:cubicBezTo>
                    <a:pt x="488" y="575"/>
                    <a:pt x="488" y="575"/>
                    <a:pt x="482" y="569"/>
                  </a:cubicBezTo>
                  <a:cubicBezTo>
                    <a:pt x="482" y="569"/>
                    <a:pt x="482" y="569"/>
                    <a:pt x="482" y="569"/>
                  </a:cubicBezTo>
                  <a:cubicBezTo>
                    <a:pt x="480" y="569"/>
                    <a:pt x="478" y="566"/>
                    <a:pt x="479" y="566"/>
                  </a:cubicBezTo>
                  <a:cubicBezTo>
                    <a:pt x="480" y="566"/>
                    <a:pt x="481" y="567"/>
                    <a:pt x="483" y="569"/>
                  </a:cubicBezTo>
                  <a:cubicBezTo>
                    <a:pt x="483" y="569"/>
                    <a:pt x="484" y="569"/>
                    <a:pt x="484" y="569"/>
                  </a:cubicBezTo>
                  <a:cubicBezTo>
                    <a:pt x="486" y="569"/>
                    <a:pt x="490" y="571"/>
                    <a:pt x="494" y="571"/>
                  </a:cubicBezTo>
                  <a:cubicBezTo>
                    <a:pt x="495" y="571"/>
                    <a:pt x="496" y="570"/>
                    <a:pt x="497" y="570"/>
                  </a:cubicBezTo>
                  <a:cubicBezTo>
                    <a:pt x="501" y="567"/>
                    <a:pt x="501" y="567"/>
                    <a:pt x="497" y="560"/>
                  </a:cubicBezTo>
                  <a:cubicBezTo>
                    <a:pt x="491" y="553"/>
                    <a:pt x="488" y="549"/>
                    <a:pt x="489" y="549"/>
                  </a:cubicBezTo>
                  <a:lnTo>
                    <a:pt x="489" y="549"/>
                  </a:lnTo>
                  <a:cubicBezTo>
                    <a:pt x="489" y="549"/>
                    <a:pt x="492" y="552"/>
                    <a:pt x="498" y="559"/>
                  </a:cubicBezTo>
                  <a:cubicBezTo>
                    <a:pt x="505" y="565"/>
                    <a:pt x="508" y="568"/>
                    <a:pt x="509" y="568"/>
                  </a:cubicBezTo>
                  <a:cubicBezTo>
                    <a:pt x="510" y="568"/>
                    <a:pt x="509" y="566"/>
                    <a:pt x="507" y="563"/>
                  </a:cubicBezTo>
                  <a:cubicBezTo>
                    <a:pt x="502" y="555"/>
                    <a:pt x="502" y="555"/>
                    <a:pt x="503" y="554"/>
                  </a:cubicBezTo>
                  <a:lnTo>
                    <a:pt x="503" y="554"/>
                  </a:lnTo>
                  <a:cubicBezTo>
                    <a:pt x="506" y="557"/>
                    <a:pt x="508" y="559"/>
                    <a:pt x="508" y="559"/>
                  </a:cubicBezTo>
                  <a:cubicBezTo>
                    <a:pt x="509" y="559"/>
                    <a:pt x="509" y="557"/>
                    <a:pt x="508" y="552"/>
                  </a:cubicBezTo>
                  <a:cubicBezTo>
                    <a:pt x="508" y="552"/>
                    <a:pt x="508" y="551"/>
                    <a:pt x="509" y="551"/>
                  </a:cubicBezTo>
                  <a:cubicBezTo>
                    <a:pt x="509" y="551"/>
                    <a:pt x="510" y="553"/>
                    <a:pt x="514" y="558"/>
                  </a:cubicBezTo>
                  <a:lnTo>
                    <a:pt x="516" y="556"/>
                  </a:lnTo>
                  <a:cubicBezTo>
                    <a:pt x="512" y="547"/>
                    <a:pt x="514" y="544"/>
                    <a:pt x="518" y="544"/>
                  </a:cubicBezTo>
                  <a:cubicBezTo>
                    <a:pt x="521" y="544"/>
                    <a:pt x="525" y="546"/>
                    <a:pt x="527" y="549"/>
                  </a:cubicBezTo>
                  <a:cubicBezTo>
                    <a:pt x="527" y="549"/>
                    <a:pt x="528" y="549"/>
                    <a:pt x="525" y="541"/>
                  </a:cubicBezTo>
                  <a:cubicBezTo>
                    <a:pt x="520" y="533"/>
                    <a:pt x="518" y="529"/>
                    <a:pt x="519" y="529"/>
                  </a:cubicBezTo>
                  <a:lnTo>
                    <a:pt x="519" y="529"/>
                  </a:lnTo>
                  <a:cubicBezTo>
                    <a:pt x="519" y="529"/>
                    <a:pt x="522" y="532"/>
                    <a:pt x="527" y="538"/>
                  </a:cubicBezTo>
                  <a:cubicBezTo>
                    <a:pt x="532" y="546"/>
                    <a:pt x="534" y="549"/>
                    <a:pt x="535" y="549"/>
                  </a:cubicBezTo>
                  <a:cubicBezTo>
                    <a:pt x="535" y="549"/>
                    <a:pt x="533" y="545"/>
                    <a:pt x="528" y="538"/>
                  </a:cubicBezTo>
                  <a:cubicBezTo>
                    <a:pt x="526" y="534"/>
                    <a:pt x="527" y="531"/>
                    <a:pt x="529" y="531"/>
                  </a:cubicBezTo>
                  <a:cubicBezTo>
                    <a:pt x="532" y="531"/>
                    <a:pt x="535" y="534"/>
                    <a:pt x="539" y="541"/>
                  </a:cubicBezTo>
                  <a:lnTo>
                    <a:pt x="549" y="554"/>
                  </a:lnTo>
                  <a:cubicBezTo>
                    <a:pt x="546" y="546"/>
                    <a:pt x="547" y="546"/>
                    <a:pt x="547" y="546"/>
                  </a:cubicBezTo>
                  <a:cubicBezTo>
                    <a:pt x="542" y="540"/>
                    <a:pt x="543" y="538"/>
                    <a:pt x="547" y="536"/>
                  </a:cubicBezTo>
                  <a:cubicBezTo>
                    <a:pt x="549" y="534"/>
                    <a:pt x="549" y="524"/>
                    <a:pt x="552" y="523"/>
                  </a:cubicBezTo>
                  <a:cubicBezTo>
                    <a:pt x="553" y="522"/>
                    <a:pt x="554" y="520"/>
                    <a:pt x="557" y="520"/>
                  </a:cubicBezTo>
                  <a:cubicBezTo>
                    <a:pt x="558" y="520"/>
                    <a:pt x="561" y="521"/>
                    <a:pt x="564" y="524"/>
                  </a:cubicBezTo>
                  <a:cubicBezTo>
                    <a:pt x="565" y="524"/>
                    <a:pt x="566" y="523"/>
                    <a:pt x="564" y="514"/>
                  </a:cubicBezTo>
                  <a:cubicBezTo>
                    <a:pt x="562" y="509"/>
                    <a:pt x="562" y="507"/>
                    <a:pt x="563" y="507"/>
                  </a:cubicBezTo>
                  <a:cubicBezTo>
                    <a:pt x="564" y="507"/>
                    <a:pt x="565" y="509"/>
                    <a:pt x="567" y="512"/>
                  </a:cubicBezTo>
                  <a:lnTo>
                    <a:pt x="568" y="510"/>
                  </a:lnTo>
                  <a:cubicBezTo>
                    <a:pt x="566" y="503"/>
                    <a:pt x="567" y="501"/>
                    <a:pt x="567" y="501"/>
                  </a:cubicBezTo>
                  <a:lnTo>
                    <a:pt x="567" y="501"/>
                  </a:lnTo>
                  <a:cubicBezTo>
                    <a:pt x="571" y="506"/>
                    <a:pt x="575" y="511"/>
                    <a:pt x="576" y="511"/>
                  </a:cubicBezTo>
                  <a:cubicBezTo>
                    <a:pt x="576" y="511"/>
                    <a:pt x="576" y="510"/>
                    <a:pt x="575" y="507"/>
                  </a:cubicBezTo>
                  <a:cubicBezTo>
                    <a:pt x="570" y="500"/>
                    <a:pt x="571" y="499"/>
                    <a:pt x="574" y="497"/>
                  </a:cubicBezTo>
                  <a:lnTo>
                    <a:pt x="574" y="497"/>
                  </a:lnTo>
                  <a:cubicBezTo>
                    <a:pt x="575" y="497"/>
                    <a:pt x="576" y="498"/>
                    <a:pt x="577" y="498"/>
                  </a:cubicBezTo>
                  <a:cubicBezTo>
                    <a:pt x="588" y="498"/>
                    <a:pt x="621" y="475"/>
                    <a:pt x="617" y="469"/>
                  </a:cubicBezTo>
                  <a:lnTo>
                    <a:pt x="620" y="466"/>
                  </a:lnTo>
                  <a:lnTo>
                    <a:pt x="623" y="463"/>
                  </a:lnTo>
                  <a:cubicBezTo>
                    <a:pt x="627" y="468"/>
                    <a:pt x="629" y="470"/>
                    <a:pt x="631" y="470"/>
                  </a:cubicBezTo>
                  <a:cubicBezTo>
                    <a:pt x="634" y="470"/>
                    <a:pt x="634" y="463"/>
                    <a:pt x="634" y="457"/>
                  </a:cubicBezTo>
                  <a:cubicBezTo>
                    <a:pt x="630" y="449"/>
                    <a:pt x="631" y="449"/>
                    <a:pt x="632" y="448"/>
                  </a:cubicBezTo>
                  <a:lnTo>
                    <a:pt x="632" y="448"/>
                  </a:lnTo>
                  <a:cubicBezTo>
                    <a:pt x="637" y="454"/>
                    <a:pt x="641" y="457"/>
                    <a:pt x="643" y="457"/>
                  </a:cubicBezTo>
                  <a:cubicBezTo>
                    <a:pt x="644" y="457"/>
                    <a:pt x="645" y="454"/>
                    <a:pt x="644" y="450"/>
                  </a:cubicBezTo>
                  <a:cubicBezTo>
                    <a:pt x="639" y="443"/>
                    <a:pt x="637" y="439"/>
                    <a:pt x="638" y="439"/>
                  </a:cubicBezTo>
                  <a:lnTo>
                    <a:pt x="638" y="439"/>
                  </a:lnTo>
                  <a:cubicBezTo>
                    <a:pt x="638" y="439"/>
                    <a:pt x="641" y="442"/>
                    <a:pt x="646" y="449"/>
                  </a:cubicBezTo>
                  <a:cubicBezTo>
                    <a:pt x="650" y="454"/>
                    <a:pt x="653" y="457"/>
                    <a:pt x="654" y="457"/>
                  </a:cubicBezTo>
                  <a:cubicBezTo>
                    <a:pt x="655" y="457"/>
                    <a:pt x="653" y="452"/>
                    <a:pt x="646" y="439"/>
                  </a:cubicBezTo>
                  <a:cubicBezTo>
                    <a:pt x="644" y="434"/>
                    <a:pt x="643" y="432"/>
                    <a:pt x="644" y="432"/>
                  </a:cubicBezTo>
                  <a:lnTo>
                    <a:pt x="644" y="432"/>
                  </a:lnTo>
                  <a:cubicBezTo>
                    <a:pt x="644" y="432"/>
                    <a:pt x="646" y="434"/>
                    <a:pt x="648" y="436"/>
                  </a:cubicBezTo>
                  <a:cubicBezTo>
                    <a:pt x="654" y="444"/>
                    <a:pt x="657" y="447"/>
                    <a:pt x="658" y="447"/>
                  </a:cubicBezTo>
                  <a:cubicBezTo>
                    <a:pt x="659" y="447"/>
                    <a:pt x="658" y="445"/>
                    <a:pt x="656" y="442"/>
                  </a:cubicBezTo>
                  <a:cubicBezTo>
                    <a:pt x="651" y="434"/>
                    <a:pt x="649" y="430"/>
                    <a:pt x="650" y="430"/>
                  </a:cubicBezTo>
                  <a:cubicBezTo>
                    <a:pt x="651" y="430"/>
                    <a:pt x="654" y="433"/>
                    <a:pt x="659" y="440"/>
                  </a:cubicBezTo>
                  <a:cubicBezTo>
                    <a:pt x="665" y="446"/>
                    <a:pt x="668" y="449"/>
                    <a:pt x="669" y="449"/>
                  </a:cubicBezTo>
                  <a:cubicBezTo>
                    <a:pt x="670" y="449"/>
                    <a:pt x="667" y="445"/>
                    <a:pt x="663" y="437"/>
                  </a:cubicBezTo>
                  <a:cubicBezTo>
                    <a:pt x="658" y="429"/>
                    <a:pt x="658" y="424"/>
                    <a:pt x="660" y="424"/>
                  </a:cubicBezTo>
                  <a:cubicBezTo>
                    <a:pt x="662" y="424"/>
                    <a:pt x="666" y="427"/>
                    <a:pt x="671" y="432"/>
                  </a:cubicBezTo>
                  <a:cubicBezTo>
                    <a:pt x="671" y="432"/>
                    <a:pt x="674" y="434"/>
                    <a:pt x="675" y="434"/>
                  </a:cubicBezTo>
                  <a:cubicBezTo>
                    <a:pt x="675" y="434"/>
                    <a:pt x="675" y="433"/>
                    <a:pt x="673" y="431"/>
                  </a:cubicBezTo>
                  <a:lnTo>
                    <a:pt x="673" y="431"/>
                  </a:lnTo>
                  <a:lnTo>
                    <a:pt x="680" y="436"/>
                  </a:lnTo>
                  <a:lnTo>
                    <a:pt x="682" y="435"/>
                  </a:lnTo>
                  <a:lnTo>
                    <a:pt x="676" y="429"/>
                  </a:lnTo>
                  <a:cubicBezTo>
                    <a:pt x="684" y="429"/>
                    <a:pt x="692" y="426"/>
                    <a:pt x="699" y="423"/>
                  </a:cubicBezTo>
                  <a:cubicBezTo>
                    <a:pt x="712" y="414"/>
                    <a:pt x="715" y="413"/>
                    <a:pt x="709" y="407"/>
                  </a:cubicBezTo>
                  <a:cubicBezTo>
                    <a:pt x="703" y="400"/>
                    <a:pt x="701" y="396"/>
                    <a:pt x="702" y="396"/>
                  </a:cubicBezTo>
                  <a:cubicBezTo>
                    <a:pt x="702" y="396"/>
                    <a:pt x="706" y="399"/>
                    <a:pt x="711" y="405"/>
                  </a:cubicBezTo>
                  <a:cubicBezTo>
                    <a:pt x="711" y="405"/>
                    <a:pt x="711" y="405"/>
                    <a:pt x="711" y="405"/>
                  </a:cubicBezTo>
                  <a:cubicBezTo>
                    <a:pt x="713" y="405"/>
                    <a:pt x="719" y="408"/>
                    <a:pt x="721" y="408"/>
                  </a:cubicBezTo>
                  <a:cubicBezTo>
                    <a:pt x="722" y="408"/>
                    <a:pt x="722" y="408"/>
                    <a:pt x="722" y="408"/>
                  </a:cubicBezTo>
                  <a:cubicBezTo>
                    <a:pt x="723" y="407"/>
                    <a:pt x="724" y="407"/>
                    <a:pt x="726" y="407"/>
                  </a:cubicBezTo>
                  <a:cubicBezTo>
                    <a:pt x="728" y="407"/>
                    <a:pt x="730" y="408"/>
                    <a:pt x="732" y="412"/>
                  </a:cubicBezTo>
                  <a:lnTo>
                    <a:pt x="733" y="411"/>
                  </a:lnTo>
                  <a:cubicBezTo>
                    <a:pt x="727" y="399"/>
                    <a:pt x="730" y="393"/>
                    <a:pt x="736" y="393"/>
                  </a:cubicBezTo>
                  <a:cubicBezTo>
                    <a:pt x="738" y="393"/>
                    <a:pt x="740" y="394"/>
                    <a:pt x="742" y="395"/>
                  </a:cubicBezTo>
                  <a:cubicBezTo>
                    <a:pt x="745" y="393"/>
                    <a:pt x="746" y="393"/>
                    <a:pt x="743" y="384"/>
                  </a:cubicBezTo>
                  <a:cubicBezTo>
                    <a:pt x="742" y="379"/>
                    <a:pt x="741" y="377"/>
                    <a:pt x="741" y="377"/>
                  </a:cubicBezTo>
                  <a:cubicBezTo>
                    <a:pt x="742" y="377"/>
                    <a:pt x="744" y="378"/>
                    <a:pt x="747" y="381"/>
                  </a:cubicBezTo>
                  <a:cubicBezTo>
                    <a:pt x="749" y="385"/>
                    <a:pt x="753" y="387"/>
                    <a:pt x="755" y="387"/>
                  </a:cubicBezTo>
                  <a:cubicBezTo>
                    <a:pt x="758" y="387"/>
                    <a:pt x="759" y="384"/>
                    <a:pt x="754" y="376"/>
                  </a:cubicBezTo>
                  <a:lnTo>
                    <a:pt x="754" y="376"/>
                  </a:lnTo>
                  <a:lnTo>
                    <a:pt x="760" y="383"/>
                  </a:lnTo>
                  <a:cubicBezTo>
                    <a:pt x="762" y="384"/>
                    <a:pt x="763" y="384"/>
                    <a:pt x="763" y="384"/>
                  </a:cubicBezTo>
                  <a:cubicBezTo>
                    <a:pt x="765" y="384"/>
                    <a:pt x="761" y="379"/>
                    <a:pt x="758" y="374"/>
                  </a:cubicBezTo>
                  <a:cubicBezTo>
                    <a:pt x="753" y="367"/>
                    <a:pt x="751" y="364"/>
                    <a:pt x="752" y="364"/>
                  </a:cubicBezTo>
                  <a:lnTo>
                    <a:pt x="752" y="364"/>
                  </a:lnTo>
                  <a:cubicBezTo>
                    <a:pt x="752" y="364"/>
                    <a:pt x="756" y="368"/>
                    <a:pt x="765" y="379"/>
                  </a:cubicBezTo>
                  <a:cubicBezTo>
                    <a:pt x="770" y="387"/>
                    <a:pt x="773" y="390"/>
                    <a:pt x="774" y="390"/>
                  </a:cubicBezTo>
                  <a:cubicBezTo>
                    <a:pt x="774" y="390"/>
                    <a:pt x="774" y="388"/>
                    <a:pt x="772" y="385"/>
                  </a:cubicBezTo>
                  <a:cubicBezTo>
                    <a:pt x="769" y="379"/>
                    <a:pt x="766" y="374"/>
                    <a:pt x="767" y="374"/>
                  </a:cubicBezTo>
                  <a:cubicBezTo>
                    <a:pt x="768" y="374"/>
                    <a:pt x="769" y="374"/>
                    <a:pt x="770" y="376"/>
                  </a:cubicBezTo>
                  <a:cubicBezTo>
                    <a:pt x="772" y="375"/>
                    <a:pt x="773" y="374"/>
                    <a:pt x="763" y="360"/>
                  </a:cubicBezTo>
                  <a:cubicBezTo>
                    <a:pt x="757" y="353"/>
                    <a:pt x="759" y="352"/>
                    <a:pt x="760" y="352"/>
                  </a:cubicBezTo>
                  <a:cubicBezTo>
                    <a:pt x="764" y="357"/>
                    <a:pt x="767" y="361"/>
                    <a:pt x="769" y="367"/>
                  </a:cubicBezTo>
                  <a:lnTo>
                    <a:pt x="772" y="365"/>
                  </a:lnTo>
                  <a:cubicBezTo>
                    <a:pt x="772" y="364"/>
                    <a:pt x="772" y="364"/>
                    <a:pt x="772" y="364"/>
                  </a:cubicBezTo>
                  <a:cubicBezTo>
                    <a:pt x="774" y="364"/>
                    <a:pt x="781" y="370"/>
                    <a:pt x="785" y="376"/>
                  </a:cubicBezTo>
                  <a:cubicBezTo>
                    <a:pt x="788" y="378"/>
                    <a:pt x="789" y="379"/>
                    <a:pt x="790" y="379"/>
                  </a:cubicBezTo>
                  <a:cubicBezTo>
                    <a:pt x="791" y="379"/>
                    <a:pt x="788" y="376"/>
                    <a:pt x="782" y="368"/>
                  </a:cubicBezTo>
                  <a:cubicBezTo>
                    <a:pt x="772" y="354"/>
                    <a:pt x="772" y="354"/>
                    <a:pt x="774" y="352"/>
                  </a:cubicBezTo>
                  <a:cubicBezTo>
                    <a:pt x="774" y="352"/>
                    <a:pt x="774" y="352"/>
                    <a:pt x="775" y="352"/>
                  </a:cubicBezTo>
                  <a:cubicBezTo>
                    <a:pt x="776" y="352"/>
                    <a:pt x="777" y="353"/>
                    <a:pt x="782" y="358"/>
                  </a:cubicBezTo>
                  <a:cubicBezTo>
                    <a:pt x="785" y="363"/>
                    <a:pt x="786" y="364"/>
                    <a:pt x="787" y="364"/>
                  </a:cubicBezTo>
                  <a:cubicBezTo>
                    <a:pt x="787" y="364"/>
                    <a:pt x="788" y="364"/>
                    <a:pt x="788" y="363"/>
                  </a:cubicBezTo>
                  <a:cubicBezTo>
                    <a:pt x="792" y="361"/>
                    <a:pt x="780" y="338"/>
                    <a:pt x="772" y="323"/>
                  </a:cubicBezTo>
                  <a:cubicBezTo>
                    <a:pt x="766" y="316"/>
                    <a:pt x="764" y="313"/>
                    <a:pt x="764" y="313"/>
                  </a:cubicBezTo>
                  <a:lnTo>
                    <a:pt x="764" y="313"/>
                  </a:lnTo>
                  <a:cubicBezTo>
                    <a:pt x="764" y="313"/>
                    <a:pt x="767" y="316"/>
                    <a:pt x="773" y="322"/>
                  </a:cubicBezTo>
                  <a:cubicBezTo>
                    <a:pt x="777" y="327"/>
                    <a:pt x="778" y="328"/>
                    <a:pt x="779" y="328"/>
                  </a:cubicBezTo>
                  <a:cubicBezTo>
                    <a:pt x="780" y="328"/>
                    <a:pt x="780" y="328"/>
                    <a:pt x="780" y="328"/>
                  </a:cubicBezTo>
                  <a:cubicBezTo>
                    <a:pt x="779" y="325"/>
                    <a:pt x="779" y="324"/>
                    <a:pt x="779" y="324"/>
                  </a:cubicBezTo>
                  <a:lnTo>
                    <a:pt x="779" y="324"/>
                  </a:lnTo>
                  <a:cubicBezTo>
                    <a:pt x="779" y="324"/>
                    <a:pt x="781" y="327"/>
                    <a:pt x="780" y="328"/>
                  </a:cubicBezTo>
                  <a:cubicBezTo>
                    <a:pt x="786" y="334"/>
                    <a:pt x="785" y="335"/>
                    <a:pt x="783" y="337"/>
                  </a:cubicBezTo>
                  <a:lnTo>
                    <a:pt x="788" y="343"/>
                  </a:lnTo>
                  <a:cubicBezTo>
                    <a:pt x="793" y="349"/>
                    <a:pt x="797" y="352"/>
                    <a:pt x="797" y="352"/>
                  </a:cubicBezTo>
                  <a:cubicBezTo>
                    <a:pt x="798" y="352"/>
                    <a:pt x="797" y="348"/>
                    <a:pt x="792" y="340"/>
                  </a:cubicBezTo>
                  <a:cubicBezTo>
                    <a:pt x="790" y="336"/>
                    <a:pt x="789" y="335"/>
                    <a:pt x="790" y="335"/>
                  </a:cubicBezTo>
                  <a:lnTo>
                    <a:pt x="790" y="335"/>
                  </a:lnTo>
                  <a:cubicBezTo>
                    <a:pt x="790" y="335"/>
                    <a:pt x="791" y="336"/>
                    <a:pt x="794" y="339"/>
                  </a:cubicBezTo>
                  <a:cubicBezTo>
                    <a:pt x="799" y="343"/>
                    <a:pt x="803" y="347"/>
                    <a:pt x="804" y="347"/>
                  </a:cubicBezTo>
                  <a:cubicBezTo>
                    <a:pt x="804" y="347"/>
                    <a:pt x="803" y="346"/>
                    <a:pt x="802" y="344"/>
                  </a:cubicBezTo>
                  <a:cubicBezTo>
                    <a:pt x="802" y="344"/>
                    <a:pt x="802" y="344"/>
                    <a:pt x="803" y="344"/>
                  </a:cubicBezTo>
                  <a:cubicBezTo>
                    <a:pt x="804" y="344"/>
                    <a:pt x="807" y="345"/>
                    <a:pt x="811" y="349"/>
                  </a:cubicBezTo>
                  <a:cubicBezTo>
                    <a:pt x="813" y="347"/>
                    <a:pt x="814" y="346"/>
                    <a:pt x="810" y="339"/>
                  </a:cubicBezTo>
                  <a:cubicBezTo>
                    <a:pt x="804" y="332"/>
                    <a:pt x="805" y="331"/>
                    <a:pt x="806" y="331"/>
                  </a:cubicBezTo>
                  <a:cubicBezTo>
                    <a:pt x="807" y="330"/>
                    <a:pt x="810" y="329"/>
                    <a:pt x="804" y="322"/>
                  </a:cubicBezTo>
                  <a:cubicBezTo>
                    <a:pt x="800" y="315"/>
                    <a:pt x="795" y="307"/>
                    <a:pt x="797" y="306"/>
                  </a:cubicBezTo>
                  <a:cubicBezTo>
                    <a:pt x="796" y="302"/>
                    <a:pt x="796" y="300"/>
                    <a:pt x="796" y="300"/>
                  </a:cubicBezTo>
                  <a:cubicBezTo>
                    <a:pt x="797" y="300"/>
                    <a:pt x="800" y="303"/>
                    <a:pt x="806" y="311"/>
                  </a:cubicBezTo>
                  <a:cubicBezTo>
                    <a:pt x="810" y="315"/>
                    <a:pt x="812" y="316"/>
                    <a:pt x="813" y="316"/>
                  </a:cubicBezTo>
                  <a:cubicBezTo>
                    <a:pt x="813" y="316"/>
                    <a:pt x="814" y="316"/>
                    <a:pt x="814" y="315"/>
                  </a:cubicBezTo>
                  <a:cubicBezTo>
                    <a:pt x="814" y="315"/>
                    <a:pt x="814" y="315"/>
                    <a:pt x="814" y="315"/>
                  </a:cubicBezTo>
                  <a:cubicBezTo>
                    <a:pt x="815" y="315"/>
                    <a:pt x="817" y="316"/>
                    <a:pt x="821" y="321"/>
                  </a:cubicBezTo>
                  <a:cubicBezTo>
                    <a:pt x="823" y="322"/>
                    <a:pt x="824" y="323"/>
                    <a:pt x="824" y="323"/>
                  </a:cubicBezTo>
                  <a:cubicBezTo>
                    <a:pt x="825" y="323"/>
                    <a:pt x="822" y="318"/>
                    <a:pt x="818" y="313"/>
                  </a:cubicBezTo>
                  <a:lnTo>
                    <a:pt x="807" y="300"/>
                  </a:lnTo>
                  <a:cubicBezTo>
                    <a:pt x="807" y="299"/>
                    <a:pt x="808" y="299"/>
                    <a:pt x="808" y="299"/>
                  </a:cubicBezTo>
                  <a:cubicBezTo>
                    <a:pt x="809" y="299"/>
                    <a:pt x="820" y="311"/>
                    <a:pt x="825" y="319"/>
                  </a:cubicBezTo>
                  <a:cubicBezTo>
                    <a:pt x="831" y="325"/>
                    <a:pt x="834" y="328"/>
                    <a:pt x="834" y="328"/>
                  </a:cubicBezTo>
                  <a:cubicBezTo>
                    <a:pt x="834" y="328"/>
                    <a:pt x="832" y="324"/>
                    <a:pt x="826" y="317"/>
                  </a:cubicBezTo>
                  <a:cubicBezTo>
                    <a:pt x="822" y="312"/>
                    <a:pt x="819" y="307"/>
                    <a:pt x="822" y="307"/>
                  </a:cubicBezTo>
                  <a:cubicBezTo>
                    <a:pt x="822" y="307"/>
                    <a:pt x="823" y="307"/>
                    <a:pt x="825" y="308"/>
                  </a:cubicBezTo>
                  <a:cubicBezTo>
                    <a:pt x="826" y="308"/>
                    <a:pt x="827" y="307"/>
                    <a:pt x="828" y="307"/>
                  </a:cubicBezTo>
                  <a:cubicBezTo>
                    <a:pt x="830" y="307"/>
                    <a:pt x="832" y="308"/>
                    <a:pt x="834" y="312"/>
                  </a:cubicBezTo>
                  <a:cubicBezTo>
                    <a:pt x="836" y="313"/>
                    <a:pt x="837" y="314"/>
                    <a:pt x="838" y="314"/>
                  </a:cubicBezTo>
                  <a:cubicBezTo>
                    <a:pt x="840" y="314"/>
                    <a:pt x="838" y="310"/>
                    <a:pt x="838" y="310"/>
                  </a:cubicBezTo>
                  <a:cubicBezTo>
                    <a:pt x="835" y="305"/>
                    <a:pt x="834" y="303"/>
                    <a:pt x="836" y="303"/>
                  </a:cubicBezTo>
                  <a:cubicBezTo>
                    <a:pt x="837" y="303"/>
                    <a:pt x="839" y="304"/>
                    <a:pt x="843" y="306"/>
                  </a:cubicBezTo>
                  <a:cubicBezTo>
                    <a:pt x="851" y="310"/>
                    <a:pt x="855" y="313"/>
                    <a:pt x="856" y="313"/>
                  </a:cubicBezTo>
                  <a:cubicBezTo>
                    <a:pt x="858" y="313"/>
                    <a:pt x="856" y="309"/>
                    <a:pt x="850" y="302"/>
                  </a:cubicBezTo>
                  <a:cubicBezTo>
                    <a:pt x="847" y="298"/>
                    <a:pt x="844" y="294"/>
                    <a:pt x="844" y="294"/>
                  </a:cubicBezTo>
                  <a:lnTo>
                    <a:pt x="844" y="294"/>
                  </a:lnTo>
                  <a:cubicBezTo>
                    <a:pt x="845" y="294"/>
                    <a:pt x="847" y="296"/>
                    <a:pt x="851" y="301"/>
                  </a:cubicBezTo>
                  <a:cubicBezTo>
                    <a:pt x="853" y="302"/>
                    <a:pt x="853" y="303"/>
                    <a:pt x="854" y="303"/>
                  </a:cubicBezTo>
                  <a:cubicBezTo>
                    <a:pt x="855" y="303"/>
                    <a:pt x="853" y="297"/>
                    <a:pt x="851" y="291"/>
                  </a:cubicBezTo>
                  <a:cubicBezTo>
                    <a:pt x="846" y="280"/>
                    <a:pt x="839" y="271"/>
                    <a:pt x="832" y="263"/>
                  </a:cubicBezTo>
                  <a:cubicBezTo>
                    <a:pt x="826" y="254"/>
                    <a:pt x="823" y="251"/>
                    <a:pt x="824" y="251"/>
                  </a:cubicBezTo>
                  <a:cubicBezTo>
                    <a:pt x="825" y="251"/>
                    <a:pt x="826" y="252"/>
                    <a:pt x="829" y="254"/>
                  </a:cubicBezTo>
                  <a:cubicBezTo>
                    <a:pt x="831" y="254"/>
                    <a:pt x="837" y="259"/>
                    <a:pt x="842" y="266"/>
                  </a:cubicBezTo>
                  <a:cubicBezTo>
                    <a:pt x="847" y="273"/>
                    <a:pt x="846" y="274"/>
                    <a:pt x="846" y="274"/>
                  </a:cubicBezTo>
                  <a:lnTo>
                    <a:pt x="844" y="275"/>
                  </a:lnTo>
                  <a:cubicBezTo>
                    <a:pt x="848" y="281"/>
                    <a:pt x="853" y="286"/>
                    <a:pt x="856" y="286"/>
                  </a:cubicBezTo>
                  <a:cubicBezTo>
                    <a:pt x="856" y="286"/>
                    <a:pt x="856" y="286"/>
                    <a:pt x="857" y="286"/>
                  </a:cubicBezTo>
                  <a:cubicBezTo>
                    <a:pt x="860" y="289"/>
                    <a:pt x="862" y="291"/>
                    <a:pt x="862" y="291"/>
                  </a:cubicBezTo>
                  <a:cubicBezTo>
                    <a:pt x="863" y="291"/>
                    <a:pt x="862" y="289"/>
                    <a:pt x="859" y="285"/>
                  </a:cubicBezTo>
                  <a:lnTo>
                    <a:pt x="859" y="285"/>
                  </a:lnTo>
                  <a:cubicBezTo>
                    <a:pt x="863" y="288"/>
                    <a:pt x="865" y="289"/>
                    <a:pt x="867" y="289"/>
                  </a:cubicBezTo>
                  <a:cubicBezTo>
                    <a:pt x="868" y="289"/>
                    <a:pt x="869" y="288"/>
                    <a:pt x="870" y="287"/>
                  </a:cubicBezTo>
                  <a:cubicBezTo>
                    <a:pt x="872" y="287"/>
                    <a:pt x="874" y="286"/>
                    <a:pt x="876" y="286"/>
                  </a:cubicBezTo>
                  <a:cubicBezTo>
                    <a:pt x="878" y="286"/>
                    <a:pt x="880" y="287"/>
                    <a:pt x="883" y="289"/>
                  </a:cubicBezTo>
                  <a:cubicBezTo>
                    <a:pt x="886" y="288"/>
                    <a:pt x="887" y="287"/>
                    <a:pt x="881" y="280"/>
                  </a:cubicBezTo>
                  <a:cubicBezTo>
                    <a:pt x="875" y="272"/>
                    <a:pt x="873" y="269"/>
                    <a:pt x="874" y="269"/>
                  </a:cubicBezTo>
                  <a:lnTo>
                    <a:pt x="874" y="269"/>
                  </a:lnTo>
                  <a:cubicBezTo>
                    <a:pt x="874" y="269"/>
                    <a:pt x="876" y="270"/>
                    <a:pt x="878" y="273"/>
                  </a:cubicBezTo>
                  <a:cubicBezTo>
                    <a:pt x="883" y="278"/>
                    <a:pt x="889" y="281"/>
                    <a:pt x="894" y="281"/>
                  </a:cubicBezTo>
                  <a:cubicBezTo>
                    <a:pt x="901" y="281"/>
                    <a:pt x="906" y="276"/>
                    <a:pt x="902" y="267"/>
                  </a:cubicBezTo>
                  <a:lnTo>
                    <a:pt x="904" y="266"/>
                  </a:lnTo>
                  <a:cubicBezTo>
                    <a:pt x="906" y="267"/>
                    <a:pt x="908" y="268"/>
                    <a:pt x="910" y="268"/>
                  </a:cubicBezTo>
                  <a:cubicBezTo>
                    <a:pt x="915" y="268"/>
                    <a:pt x="918" y="264"/>
                    <a:pt x="915" y="258"/>
                  </a:cubicBezTo>
                  <a:lnTo>
                    <a:pt x="918" y="256"/>
                  </a:lnTo>
                  <a:cubicBezTo>
                    <a:pt x="922" y="258"/>
                    <a:pt x="924" y="259"/>
                    <a:pt x="925" y="259"/>
                  </a:cubicBezTo>
                  <a:cubicBezTo>
                    <a:pt x="926" y="259"/>
                    <a:pt x="926" y="257"/>
                    <a:pt x="923" y="252"/>
                  </a:cubicBezTo>
                  <a:cubicBezTo>
                    <a:pt x="921" y="247"/>
                    <a:pt x="917" y="242"/>
                    <a:pt x="917" y="242"/>
                  </a:cubicBezTo>
                  <a:lnTo>
                    <a:pt x="917" y="242"/>
                  </a:lnTo>
                  <a:cubicBezTo>
                    <a:pt x="917" y="242"/>
                    <a:pt x="918" y="243"/>
                    <a:pt x="920" y="245"/>
                  </a:cubicBezTo>
                  <a:cubicBezTo>
                    <a:pt x="922" y="248"/>
                    <a:pt x="924" y="249"/>
                    <a:pt x="926" y="249"/>
                  </a:cubicBezTo>
                  <a:cubicBezTo>
                    <a:pt x="928" y="249"/>
                    <a:pt x="930" y="248"/>
                    <a:pt x="932" y="247"/>
                  </a:cubicBezTo>
                  <a:cubicBezTo>
                    <a:pt x="936" y="243"/>
                    <a:pt x="936" y="243"/>
                    <a:pt x="931" y="237"/>
                  </a:cubicBezTo>
                  <a:cubicBezTo>
                    <a:pt x="931" y="233"/>
                    <a:pt x="931" y="232"/>
                    <a:pt x="932" y="232"/>
                  </a:cubicBezTo>
                  <a:cubicBezTo>
                    <a:pt x="934" y="232"/>
                    <a:pt x="937" y="236"/>
                    <a:pt x="941" y="241"/>
                  </a:cubicBezTo>
                  <a:cubicBezTo>
                    <a:pt x="945" y="247"/>
                    <a:pt x="947" y="250"/>
                    <a:pt x="948" y="250"/>
                  </a:cubicBezTo>
                  <a:cubicBezTo>
                    <a:pt x="949" y="250"/>
                    <a:pt x="946" y="245"/>
                    <a:pt x="938" y="232"/>
                  </a:cubicBezTo>
                  <a:cubicBezTo>
                    <a:pt x="932" y="223"/>
                    <a:pt x="931" y="219"/>
                    <a:pt x="932" y="219"/>
                  </a:cubicBezTo>
                  <a:cubicBezTo>
                    <a:pt x="933" y="219"/>
                    <a:pt x="935" y="221"/>
                    <a:pt x="936" y="223"/>
                  </a:cubicBezTo>
                  <a:cubicBezTo>
                    <a:pt x="942" y="230"/>
                    <a:pt x="940" y="231"/>
                    <a:pt x="939" y="231"/>
                  </a:cubicBezTo>
                  <a:lnTo>
                    <a:pt x="949" y="246"/>
                  </a:lnTo>
                  <a:cubicBezTo>
                    <a:pt x="950" y="245"/>
                    <a:pt x="950" y="245"/>
                    <a:pt x="947" y="237"/>
                  </a:cubicBezTo>
                  <a:cubicBezTo>
                    <a:pt x="947" y="237"/>
                    <a:pt x="948" y="236"/>
                    <a:pt x="944" y="228"/>
                  </a:cubicBezTo>
                  <a:cubicBezTo>
                    <a:pt x="940" y="221"/>
                    <a:pt x="935" y="213"/>
                    <a:pt x="929" y="208"/>
                  </a:cubicBezTo>
                  <a:cubicBezTo>
                    <a:pt x="923" y="202"/>
                    <a:pt x="924" y="201"/>
                    <a:pt x="925" y="200"/>
                  </a:cubicBezTo>
                  <a:lnTo>
                    <a:pt x="925" y="200"/>
                  </a:lnTo>
                  <a:cubicBezTo>
                    <a:pt x="932" y="205"/>
                    <a:pt x="938" y="212"/>
                    <a:pt x="941" y="220"/>
                  </a:cubicBezTo>
                  <a:cubicBezTo>
                    <a:pt x="940" y="220"/>
                    <a:pt x="945" y="228"/>
                    <a:pt x="950" y="234"/>
                  </a:cubicBezTo>
                  <a:cubicBezTo>
                    <a:pt x="951" y="235"/>
                    <a:pt x="951" y="236"/>
                    <a:pt x="952" y="236"/>
                  </a:cubicBezTo>
                  <a:cubicBezTo>
                    <a:pt x="954" y="236"/>
                    <a:pt x="950" y="221"/>
                    <a:pt x="942" y="209"/>
                  </a:cubicBezTo>
                  <a:lnTo>
                    <a:pt x="942" y="209"/>
                  </a:lnTo>
                  <a:lnTo>
                    <a:pt x="948" y="215"/>
                  </a:lnTo>
                  <a:cubicBezTo>
                    <a:pt x="950" y="219"/>
                    <a:pt x="952" y="220"/>
                    <a:pt x="954" y="220"/>
                  </a:cubicBezTo>
                  <a:cubicBezTo>
                    <a:pt x="956" y="220"/>
                    <a:pt x="957" y="220"/>
                    <a:pt x="958" y="219"/>
                  </a:cubicBezTo>
                  <a:cubicBezTo>
                    <a:pt x="960" y="218"/>
                    <a:pt x="961" y="217"/>
                    <a:pt x="957" y="210"/>
                  </a:cubicBezTo>
                  <a:cubicBezTo>
                    <a:pt x="951" y="203"/>
                    <a:pt x="947" y="196"/>
                    <a:pt x="948" y="195"/>
                  </a:cubicBezTo>
                  <a:lnTo>
                    <a:pt x="948" y="195"/>
                  </a:lnTo>
                  <a:cubicBezTo>
                    <a:pt x="948" y="195"/>
                    <a:pt x="947" y="195"/>
                    <a:pt x="947" y="195"/>
                  </a:cubicBezTo>
                  <a:cubicBezTo>
                    <a:pt x="946" y="195"/>
                    <a:pt x="941" y="189"/>
                    <a:pt x="936" y="182"/>
                  </a:cubicBezTo>
                  <a:lnTo>
                    <a:pt x="936" y="182"/>
                  </a:lnTo>
                  <a:cubicBezTo>
                    <a:pt x="941" y="186"/>
                    <a:pt x="945" y="190"/>
                    <a:pt x="950" y="193"/>
                  </a:cubicBezTo>
                  <a:cubicBezTo>
                    <a:pt x="960" y="203"/>
                    <a:pt x="967" y="208"/>
                    <a:pt x="972" y="208"/>
                  </a:cubicBezTo>
                  <a:cubicBezTo>
                    <a:pt x="973" y="208"/>
                    <a:pt x="974" y="208"/>
                    <a:pt x="975" y="208"/>
                  </a:cubicBezTo>
                  <a:cubicBezTo>
                    <a:pt x="976" y="206"/>
                    <a:pt x="977" y="205"/>
                    <a:pt x="979" y="205"/>
                  </a:cubicBezTo>
                  <a:cubicBezTo>
                    <a:pt x="982" y="205"/>
                    <a:pt x="984" y="206"/>
                    <a:pt x="987" y="210"/>
                  </a:cubicBezTo>
                  <a:cubicBezTo>
                    <a:pt x="989" y="208"/>
                    <a:pt x="990" y="206"/>
                    <a:pt x="986" y="200"/>
                  </a:cubicBezTo>
                  <a:lnTo>
                    <a:pt x="988" y="199"/>
                  </a:lnTo>
                  <a:cubicBezTo>
                    <a:pt x="991" y="201"/>
                    <a:pt x="993" y="202"/>
                    <a:pt x="994" y="202"/>
                  </a:cubicBezTo>
                  <a:cubicBezTo>
                    <a:pt x="995" y="202"/>
                    <a:pt x="995" y="200"/>
                    <a:pt x="991" y="196"/>
                  </a:cubicBezTo>
                  <a:cubicBezTo>
                    <a:pt x="990" y="193"/>
                    <a:pt x="990" y="192"/>
                    <a:pt x="991" y="192"/>
                  </a:cubicBezTo>
                  <a:cubicBezTo>
                    <a:pt x="993" y="192"/>
                    <a:pt x="994" y="193"/>
                    <a:pt x="995" y="193"/>
                  </a:cubicBezTo>
                  <a:cubicBezTo>
                    <a:pt x="996" y="193"/>
                    <a:pt x="996" y="193"/>
                    <a:pt x="996" y="193"/>
                  </a:cubicBezTo>
                  <a:cubicBezTo>
                    <a:pt x="1001" y="198"/>
                    <a:pt x="1004" y="201"/>
                    <a:pt x="1005" y="201"/>
                  </a:cubicBezTo>
                  <a:cubicBezTo>
                    <a:pt x="1005" y="201"/>
                    <a:pt x="1001" y="197"/>
                    <a:pt x="991" y="186"/>
                  </a:cubicBezTo>
                  <a:cubicBezTo>
                    <a:pt x="987" y="179"/>
                    <a:pt x="981" y="175"/>
                    <a:pt x="978" y="175"/>
                  </a:cubicBezTo>
                  <a:cubicBezTo>
                    <a:pt x="978" y="175"/>
                    <a:pt x="978" y="175"/>
                    <a:pt x="978" y="175"/>
                  </a:cubicBezTo>
                  <a:lnTo>
                    <a:pt x="975" y="177"/>
                  </a:lnTo>
                  <a:lnTo>
                    <a:pt x="972" y="167"/>
                  </a:lnTo>
                  <a:cubicBezTo>
                    <a:pt x="975" y="167"/>
                    <a:pt x="971" y="158"/>
                    <a:pt x="967" y="151"/>
                  </a:cubicBezTo>
                  <a:cubicBezTo>
                    <a:pt x="967" y="151"/>
                    <a:pt x="961" y="145"/>
                    <a:pt x="962" y="144"/>
                  </a:cubicBezTo>
                  <a:lnTo>
                    <a:pt x="962" y="144"/>
                  </a:lnTo>
                  <a:lnTo>
                    <a:pt x="972" y="157"/>
                  </a:lnTo>
                  <a:cubicBezTo>
                    <a:pt x="977" y="165"/>
                    <a:pt x="981" y="173"/>
                    <a:pt x="987" y="179"/>
                  </a:cubicBezTo>
                  <a:cubicBezTo>
                    <a:pt x="993" y="187"/>
                    <a:pt x="999" y="191"/>
                    <a:pt x="1001" y="191"/>
                  </a:cubicBezTo>
                  <a:cubicBezTo>
                    <a:pt x="1002" y="191"/>
                    <a:pt x="1001" y="189"/>
                    <a:pt x="997" y="183"/>
                  </a:cubicBezTo>
                  <a:cubicBezTo>
                    <a:pt x="997" y="183"/>
                    <a:pt x="998" y="182"/>
                    <a:pt x="998" y="182"/>
                  </a:cubicBezTo>
                  <a:cubicBezTo>
                    <a:pt x="999" y="182"/>
                    <a:pt x="1000" y="183"/>
                    <a:pt x="1004" y="187"/>
                  </a:cubicBezTo>
                  <a:cubicBezTo>
                    <a:pt x="1006" y="190"/>
                    <a:pt x="1008" y="192"/>
                    <a:pt x="1008" y="192"/>
                  </a:cubicBezTo>
                  <a:cubicBezTo>
                    <a:pt x="1009" y="192"/>
                    <a:pt x="1007" y="188"/>
                    <a:pt x="1001" y="179"/>
                  </a:cubicBezTo>
                  <a:cubicBezTo>
                    <a:pt x="997" y="172"/>
                    <a:pt x="995" y="168"/>
                    <a:pt x="996" y="168"/>
                  </a:cubicBezTo>
                  <a:cubicBezTo>
                    <a:pt x="997" y="168"/>
                    <a:pt x="1000" y="171"/>
                    <a:pt x="1005" y="177"/>
                  </a:cubicBezTo>
                  <a:cubicBezTo>
                    <a:pt x="1011" y="183"/>
                    <a:pt x="1015" y="185"/>
                    <a:pt x="1017" y="185"/>
                  </a:cubicBezTo>
                  <a:cubicBezTo>
                    <a:pt x="1020" y="185"/>
                    <a:pt x="1020" y="182"/>
                    <a:pt x="1017" y="178"/>
                  </a:cubicBezTo>
                  <a:cubicBezTo>
                    <a:pt x="1010" y="169"/>
                    <a:pt x="1010" y="165"/>
                    <a:pt x="1012" y="165"/>
                  </a:cubicBezTo>
                  <a:cubicBezTo>
                    <a:pt x="1014" y="165"/>
                    <a:pt x="1015" y="166"/>
                    <a:pt x="1017" y="168"/>
                  </a:cubicBezTo>
                  <a:cubicBezTo>
                    <a:pt x="1020" y="171"/>
                    <a:pt x="1022" y="173"/>
                    <a:pt x="1023" y="173"/>
                  </a:cubicBezTo>
                  <a:cubicBezTo>
                    <a:pt x="1024" y="173"/>
                    <a:pt x="1024" y="170"/>
                    <a:pt x="1022" y="166"/>
                  </a:cubicBezTo>
                  <a:lnTo>
                    <a:pt x="1022" y="166"/>
                  </a:lnTo>
                  <a:cubicBezTo>
                    <a:pt x="1025" y="171"/>
                    <a:pt x="1029" y="175"/>
                    <a:pt x="1030" y="175"/>
                  </a:cubicBezTo>
                  <a:cubicBezTo>
                    <a:pt x="1030" y="175"/>
                    <a:pt x="1030" y="174"/>
                    <a:pt x="1028" y="172"/>
                  </a:cubicBezTo>
                  <a:cubicBezTo>
                    <a:pt x="1028" y="172"/>
                    <a:pt x="1030" y="171"/>
                    <a:pt x="1024" y="165"/>
                  </a:cubicBezTo>
                  <a:cubicBezTo>
                    <a:pt x="1024" y="165"/>
                    <a:pt x="1019" y="157"/>
                    <a:pt x="1016" y="149"/>
                  </a:cubicBezTo>
                  <a:cubicBezTo>
                    <a:pt x="1016" y="149"/>
                    <a:pt x="1016" y="149"/>
                    <a:pt x="1016" y="149"/>
                  </a:cubicBezTo>
                  <a:cubicBezTo>
                    <a:pt x="1014" y="149"/>
                    <a:pt x="1009" y="142"/>
                    <a:pt x="1005" y="136"/>
                  </a:cubicBezTo>
                  <a:cubicBezTo>
                    <a:pt x="1003" y="134"/>
                    <a:pt x="1003" y="133"/>
                    <a:pt x="1004" y="133"/>
                  </a:cubicBezTo>
                  <a:cubicBezTo>
                    <a:pt x="1006" y="133"/>
                    <a:pt x="1015" y="138"/>
                    <a:pt x="1027" y="151"/>
                  </a:cubicBezTo>
                  <a:lnTo>
                    <a:pt x="1040" y="164"/>
                  </a:lnTo>
                  <a:lnTo>
                    <a:pt x="1040" y="164"/>
                  </a:lnTo>
                  <a:lnTo>
                    <a:pt x="1030" y="150"/>
                  </a:lnTo>
                  <a:cubicBezTo>
                    <a:pt x="1030" y="150"/>
                    <a:pt x="1030" y="149"/>
                    <a:pt x="1031" y="149"/>
                  </a:cubicBezTo>
                  <a:cubicBezTo>
                    <a:pt x="1032" y="149"/>
                    <a:pt x="1034" y="151"/>
                    <a:pt x="1037" y="155"/>
                  </a:cubicBezTo>
                  <a:cubicBezTo>
                    <a:pt x="1041" y="161"/>
                    <a:pt x="1042" y="162"/>
                    <a:pt x="1042" y="162"/>
                  </a:cubicBezTo>
                  <a:cubicBezTo>
                    <a:pt x="1042" y="162"/>
                    <a:pt x="1043" y="162"/>
                    <a:pt x="1043" y="162"/>
                  </a:cubicBezTo>
                  <a:cubicBezTo>
                    <a:pt x="1043" y="162"/>
                    <a:pt x="1044" y="160"/>
                    <a:pt x="1040" y="154"/>
                  </a:cubicBezTo>
                  <a:cubicBezTo>
                    <a:pt x="1033" y="146"/>
                    <a:pt x="1031" y="142"/>
                    <a:pt x="1032" y="142"/>
                  </a:cubicBezTo>
                  <a:lnTo>
                    <a:pt x="1032" y="142"/>
                  </a:lnTo>
                  <a:cubicBezTo>
                    <a:pt x="1032" y="142"/>
                    <a:pt x="1034" y="144"/>
                    <a:pt x="1036" y="146"/>
                  </a:cubicBezTo>
                  <a:cubicBezTo>
                    <a:pt x="1042" y="152"/>
                    <a:pt x="1045" y="155"/>
                    <a:pt x="1045" y="155"/>
                  </a:cubicBezTo>
                  <a:cubicBezTo>
                    <a:pt x="1046" y="155"/>
                    <a:pt x="1044" y="151"/>
                    <a:pt x="1040" y="144"/>
                  </a:cubicBezTo>
                  <a:cubicBezTo>
                    <a:pt x="1034" y="137"/>
                    <a:pt x="1032" y="133"/>
                    <a:pt x="1032" y="133"/>
                  </a:cubicBezTo>
                  <a:lnTo>
                    <a:pt x="1032" y="133"/>
                  </a:lnTo>
                  <a:cubicBezTo>
                    <a:pt x="1032" y="133"/>
                    <a:pt x="1035" y="136"/>
                    <a:pt x="1041" y="142"/>
                  </a:cubicBezTo>
                  <a:cubicBezTo>
                    <a:pt x="1045" y="149"/>
                    <a:pt x="1051" y="155"/>
                    <a:pt x="1053" y="155"/>
                  </a:cubicBezTo>
                  <a:cubicBezTo>
                    <a:pt x="1053" y="155"/>
                    <a:pt x="1053" y="155"/>
                    <a:pt x="1053" y="155"/>
                  </a:cubicBezTo>
                  <a:lnTo>
                    <a:pt x="1049" y="148"/>
                  </a:lnTo>
                  <a:cubicBezTo>
                    <a:pt x="1042" y="139"/>
                    <a:pt x="1040" y="136"/>
                    <a:pt x="1041" y="136"/>
                  </a:cubicBezTo>
                  <a:cubicBezTo>
                    <a:pt x="1042" y="136"/>
                    <a:pt x="1043" y="137"/>
                    <a:pt x="1045" y="139"/>
                  </a:cubicBezTo>
                  <a:cubicBezTo>
                    <a:pt x="1048" y="142"/>
                    <a:pt x="1049" y="144"/>
                    <a:pt x="1050" y="144"/>
                  </a:cubicBezTo>
                  <a:cubicBezTo>
                    <a:pt x="1051" y="144"/>
                    <a:pt x="1051" y="142"/>
                    <a:pt x="1050" y="137"/>
                  </a:cubicBezTo>
                  <a:cubicBezTo>
                    <a:pt x="1051" y="136"/>
                    <a:pt x="1051" y="136"/>
                    <a:pt x="1052" y="136"/>
                  </a:cubicBezTo>
                  <a:cubicBezTo>
                    <a:pt x="1053" y="136"/>
                    <a:pt x="1055" y="137"/>
                    <a:pt x="1058" y="141"/>
                  </a:cubicBezTo>
                  <a:cubicBezTo>
                    <a:pt x="1063" y="148"/>
                    <a:pt x="1065" y="151"/>
                    <a:pt x="1065" y="151"/>
                  </a:cubicBezTo>
                  <a:cubicBezTo>
                    <a:pt x="1066" y="151"/>
                    <a:pt x="1063" y="148"/>
                    <a:pt x="1059" y="140"/>
                  </a:cubicBezTo>
                  <a:cubicBezTo>
                    <a:pt x="1057" y="136"/>
                    <a:pt x="1056" y="134"/>
                    <a:pt x="1057" y="134"/>
                  </a:cubicBezTo>
                  <a:cubicBezTo>
                    <a:pt x="1058" y="134"/>
                    <a:pt x="1060" y="135"/>
                    <a:pt x="1063" y="138"/>
                  </a:cubicBezTo>
                  <a:cubicBezTo>
                    <a:pt x="1066" y="141"/>
                    <a:pt x="1067" y="142"/>
                    <a:pt x="1068" y="142"/>
                  </a:cubicBezTo>
                  <a:cubicBezTo>
                    <a:pt x="1068" y="142"/>
                    <a:pt x="1067" y="140"/>
                    <a:pt x="1065" y="137"/>
                  </a:cubicBezTo>
                  <a:cubicBezTo>
                    <a:pt x="1056" y="123"/>
                    <a:pt x="1051" y="117"/>
                    <a:pt x="1049" y="117"/>
                  </a:cubicBezTo>
                  <a:cubicBezTo>
                    <a:pt x="1049" y="117"/>
                    <a:pt x="1049" y="117"/>
                    <a:pt x="1049" y="117"/>
                  </a:cubicBezTo>
                  <a:cubicBezTo>
                    <a:pt x="1048" y="117"/>
                    <a:pt x="1048" y="117"/>
                    <a:pt x="1048" y="117"/>
                  </a:cubicBezTo>
                  <a:cubicBezTo>
                    <a:pt x="1047" y="117"/>
                    <a:pt x="1046" y="116"/>
                    <a:pt x="1043" y="111"/>
                  </a:cubicBezTo>
                  <a:lnTo>
                    <a:pt x="1045" y="109"/>
                  </a:lnTo>
                  <a:cubicBezTo>
                    <a:pt x="1046" y="108"/>
                    <a:pt x="1047" y="108"/>
                    <a:pt x="1045" y="99"/>
                  </a:cubicBezTo>
                  <a:cubicBezTo>
                    <a:pt x="1044" y="92"/>
                    <a:pt x="1037" y="82"/>
                    <a:pt x="1035" y="82"/>
                  </a:cubicBezTo>
                  <a:cubicBezTo>
                    <a:pt x="1035" y="82"/>
                    <a:pt x="1035" y="83"/>
                    <a:pt x="1035" y="85"/>
                  </a:cubicBezTo>
                  <a:lnTo>
                    <a:pt x="1030" y="79"/>
                  </a:lnTo>
                  <a:cubicBezTo>
                    <a:pt x="1022" y="69"/>
                    <a:pt x="1018" y="64"/>
                    <a:pt x="1017" y="64"/>
                  </a:cubicBezTo>
                  <a:lnTo>
                    <a:pt x="1017" y="64"/>
                  </a:lnTo>
                  <a:cubicBezTo>
                    <a:pt x="1016" y="64"/>
                    <a:pt x="1019" y="70"/>
                    <a:pt x="1027" y="81"/>
                  </a:cubicBezTo>
                  <a:cubicBezTo>
                    <a:pt x="1035" y="92"/>
                    <a:pt x="1039" y="97"/>
                    <a:pt x="1039" y="97"/>
                  </a:cubicBezTo>
                  <a:cubicBezTo>
                    <a:pt x="1038" y="97"/>
                    <a:pt x="1036" y="94"/>
                    <a:pt x="1031" y="89"/>
                  </a:cubicBezTo>
                  <a:cubicBezTo>
                    <a:pt x="1023" y="78"/>
                    <a:pt x="1021" y="76"/>
                    <a:pt x="1019" y="76"/>
                  </a:cubicBezTo>
                  <a:cubicBezTo>
                    <a:pt x="1019" y="76"/>
                    <a:pt x="1019" y="76"/>
                    <a:pt x="1018" y="76"/>
                  </a:cubicBezTo>
                  <a:cubicBezTo>
                    <a:pt x="1018" y="77"/>
                    <a:pt x="1018" y="77"/>
                    <a:pt x="1018" y="77"/>
                  </a:cubicBezTo>
                  <a:cubicBezTo>
                    <a:pt x="1017" y="77"/>
                    <a:pt x="1016" y="75"/>
                    <a:pt x="1012" y="70"/>
                  </a:cubicBezTo>
                  <a:cubicBezTo>
                    <a:pt x="1007" y="63"/>
                    <a:pt x="1002" y="58"/>
                    <a:pt x="1000" y="58"/>
                  </a:cubicBezTo>
                  <a:cubicBezTo>
                    <a:pt x="999" y="58"/>
                    <a:pt x="999" y="58"/>
                    <a:pt x="999" y="58"/>
                  </a:cubicBezTo>
                  <a:cubicBezTo>
                    <a:pt x="998" y="58"/>
                    <a:pt x="998" y="58"/>
                    <a:pt x="1003" y="65"/>
                  </a:cubicBezTo>
                  <a:cubicBezTo>
                    <a:pt x="1006" y="68"/>
                    <a:pt x="1007" y="70"/>
                    <a:pt x="1006" y="70"/>
                  </a:cubicBezTo>
                  <a:cubicBezTo>
                    <a:pt x="1005" y="70"/>
                    <a:pt x="1002" y="67"/>
                    <a:pt x="996" y="61"/>
                  </a:cubicBezTo>
                  <a:cubicBezTo>
                    <a:pt x="993" y="58"/>
                    <a:pt x="992" y="56"/>
                    <a:pt x="991" y="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33"/>
            <p:cNvSpPr/>
            <p:nvPr/>
          </p:nvSpPr>
          <p:spPr>
            <a:xfrm>
              <a:off x="3340843" y="2450683"/>
              <a:ext cx="67028" cy="55440"/>
            </a:xfrm>
            <a:custGeom>
              <a:avLst/>
              <a:gdLst/>
              <a:ahLst/>
              <a:cxnLst/>
              <a:rect l="l" t="t" r="r" b="b"/>
              <a:pathLst>
                <a:path w="671" h="555" extrusionOk="0">
                  <a:moveTo>
                    <a:pt x="236" y="0"/>
                  </a:moveTo>
                  <a:cubicBezTo>
                    <a:pt x="235" y="1"/>
                    <a:pt x="239" y="9"/>
                    <a:pt x="242" y="16"/>
                  </a:cubicBezTo>
                  <a:lnTo>
                    <a:pt x="244" y="15"/>
                  </a:lnTo>
                  <a:cubicBezTo>
                    <a:pt x="243" y="10"/>
                    <a:pt x="241" y="5"/>
                    <a:pt x="239" y="0"/>
                  </a:cubicBezTo>
                  <a:close/>
                  <a:moveTo>
                    <a:pt x="288" y="111"/>
                  </a:moveTo>
                  <a:lnTo>
                    <a:pt x="293" y="118"/>
                  </a:lnTo>
                  <a:cubicBezTo>
                    <a:pt x="297" y="125"/>
                    <a:pt x="296" y="126"/>
                    <a:pt x="295" y="126"/>
                  </a:cubicBezTo>
                  <a:cubicBezTo>
                    <a:pt x="294" y="126"/>
                    <a:pt x="294" y="126"/>
                    <a:pt x="294" y="126"/>
                  </a:cubicBezTo>
                  <a:cubicBezTo>
                    <a:pt x="293" y="126"/>
                    <a:pt x="293" y="125"/>
                    <a:pt x="290" y="119"/>
                  </a:cubicBezTo>
                  <a:cubicBezTo>
                    <a:pt x="290" y="119"/>
                    <a:pt x="287" y="111"/>
                    <a:pt x="288" y="111"/>
                  </a:cubicBezTo>
                  <a:close/>
                  <a:moveTo>
                    <a:pt x="266" y="104"/>
                  </a:moveTo>
                  <a:cubicBezTo>
                    <a:pt x="267" y="104"/>
                    <a:pt x="272" y="111"/>
                    <a:pt x="277" y="117"/>
                  </a:cubicBezTo>
                  <a:cubicBezTo>
                    <a:pt x="286" y="130"/>
                    <a:pt x="286" y="130"/>
                    <a:pt x="283" y="131"/>
                  </a:cubicBezTo>
                  <a:cubicBezTo>
                    <a:pt x="283" y="132"/>
                    <a:pt x="283" y="132"/>
                    <a:pt x="283" y="132"/>
                  </a:cubicBezTo>
                  <a:cubicBezTo>
                    <a:pt x="282" y="132"/>
                    <a:pt x="281" y="131"/>
                    <a:pt x="278" y="126"/>
                  </a:cubicBezTo>
                  <a:lnTo>
                    <a:pt x="279" y="125"/>
                  </a:lnTo>
                  <a:lnTo>
                    <a:pt x="279" y="125"/>
                  </a:lnTo>
                  <a:cubicBezTo>
                    <a:pt x="280" y="127"/>
                    <a:pt x="280" y="128"/>
                    <a:pt x="280" y="128"/>
                  </a:cubicBezTo>
                  <a:cubicBezTo>
                    <a:pt x="280" y="128"/>
                    <a:pt x="280" y="127"/>
                    <a:pt x="279" y="125"/>
                  </a:cubicBezTo>
                  <a:lnTo>
                    <a:pt x="279" y="125"/>
                  </a:lnTo>
                  <a:lnTo>
                    <a:pt x="279" y="125"/>
                  </a:lnTo>
                  <a:cubicBezTo>
                    <a:pt x="278" y="123"/>
                    <a:pt x="276" y="120"/>
                    <a:pt x="274" y="118"/>
                  </a:cubicBezTo>
                  <a:lnTo>
                    <a:pt x="265" y="104"/>
                  </a:lnTo>
                  <a:cubicBezTo>
                    <a:pt x="266" y="104"/>
                    <a:pt x="266" y="104"/>
                    <a:pt x="266" y="104"/>
                  </a:cubicBezTo>
                  <a:close/>
                  <a:moveTo>
                    <a:pt x="184" y="145"/>
                  </a:moveTo>
                  <a:cubicBezTo>
                    <a:pt x="182" y="145"/>
                    <a:pt x="181" y="147"/>
                    <a:pt x="180" y="148"/>
                  </a:cubicBezTo>
                  <a:cubicBezTo>
                    <a:pt x="179" y="149"/>
                    <a:pt x="185" y="155"/>
                    <a:pt x="185" y="155"/>
                  </a:cubicBezTo>
                  <a:cubicBezTo>
                    <a:pt x="188" y="157"/>
                    <a:pt x="190" y="158"/>
                    <a:pt x="192" y="158"/>
                  </a:cubicBezTo>
                  <a:cubicBezTo>
                    <a:pt x="193" y="158"/>
                    <a:pt x="193" y="158"/>
                    <a:pt x="194" y="157"/>
                  </a:cubicBezTo>
                  <a:cubicBezTo>
                    <a:pt x="195" y="158"/>
                    <a:pt x="196" y="158"/>
                    <a:pt x="197" y="158"/>
                  </a:cubicBezTo>
                  <a:cubicBezTo>
                    <a:pt x="201" y="158"/>
                    <a:pt x="195" y="153"/>
                    <a:pt x="190" y="149"/>
                  </a:cubicBezTo>
                  <a:cubicBezTo>
                    <a:pt x="187" y="147"/>
                    <a:pt x="185" y="145"/>
                    <a:pt x="184" y="145"/>
                  </a:cubicBezTo>
                  <a:close/>
                  <a:moveTo>
                    <a:pt x="201" y="147"/>
                  </a:moveTo>
                  <a:cubicBezTo>
                    <a:pt x="208" y="152"/>
                    <a:pt x="213" y="159"/>
                    <a:pt x="213" y="161"/>
                  </a:cubicBezTo>
                  <a:cubicBezTo>
                    <a:pt x="213" y="161"/>
                    <a:pt x="212" y="161"/>
                    <a:pt x="212" y="161"/>
                  </a:cubicBezTo>
                  <a:cubicBezTo>
                    <a:pt x="210" y="161"/>
                    <a:pt x="204" y="155"/>
                    <a:pt x="200" y="149"/>
                  </a:cubicBezTo>
                  <a:lnTo>
                    <a:pt x="201" y="147"/>
                  </a:lnTo>
                  <a:close/>
                  <a:moveTo>
                    <a:pt x="298" y="161"/>
                  </a:moveTo>
                  <a:cubicBezTo>
                    <a:pt x="301" y="166"/>
                    <a:pt x="302" y="168"/>
                    <a:pt x="302" y="168"/>
                  </a:cubicBezTo>
                  <a:cubicBezTo>
                    <a:pt x="302" y="168"/>
                    <a:pt x="302" y="168"/>
                    <a:pt x="302" y="167"/>
                  </a:cubicBezTo>
                  <a:lnTo>
                    <a:pt x="304" y="167"/>
                  </a:lnTo>
                  <a:lnTo>
                    <a:pt x="298" y="161"/>
                  </a:lnTo>
                  <a:close/>
                  <a:moveTo>
                    <a:pt x="201" y="223"/>
                  </a:moveTo>
                  <a:lnTo>
                    <a:pt x="209" y="226"/>
                  </a:lnTo>
                  <a:cubicBezTo>
                    <a:pt x="217" y="228"/>
                    <a:pt x="216" y="229"/>
                    <a:pt x="216" y="230"/>
                  </a:cubicBezTo>
                  <a:lnTo>
                    <a:pt x="208" y="228"/>
                  </a:lnTo>
                  <a:lnTo>
                    <a:pt x="201" y="223"/>
                  </a:lnTo>
                  <a:close/>
                  <a:moveTo>
                    <a:pt x="170" y="214"/>
                  </a:moveTo>
                  <a:lnTo>
                    <a:pt x="184" y="222"/>
                  </a:lnTo>
                  <a:cubicBezTo>
                    <a:pt x="196" y="229"/>
                    <a:pt x="202" y="231"/>
                    <a:pt x="201" y="231"/>
                  </a:cubicBezTo>
                  <a:cubicBezTo>
                    <a:pt x="201" y="231"/>
                    <a:pt x="197" y="230"/>
                    <a:pt x="190" y="228"/>
                  </a:cubicBezTo>
                  <a:cubicBezTo>
                    <a:pt x="182" y="226"/>
                    <a:pt x="176" y="221"/>
                    <a:pt x="169" y="217"/>
                  </a:cubicBezTo>
                  <a:cubicBezTo>
                    <a:pt x="169" y="215"/>
                    <a:pt x="170" y="214"/>
                    <a:pt x="170" y="214"/>
                  </a:cubicBezTo>
                  <a:close/>
                  <a:moveTo>
                    <a:pt x="191" y="253"/>
                  </a:moveTo>
                  <a:cubicBezTo>
                    <a:pt x="193" y="253"/>
                    <a:pt x="201" y="256"/>
                    <a:pt x="214" y="259"/>
                  </a:cubicBezTo>
                  <a:cubicBezTo>
                    <a:pt x="218" y="261"/>
                    <a:pt x="220" y="263"/>
                    <a:pt x="219" y="263"/>
                  </a:cubicBezTo>
                  <a:cubicBezTo>
                    <a:pt x="218" y="263"/>
                    <a:pt x="214" y="261"/>
                    <a:pt x="206" y="259"/>
                  </a:cubicBezTo>
                  <a:lnTo>
                    <a:pt x="190" y="254"/>
                  </a:lnTo>
                  <a:cubicBezTo>
                    <a:pt x="190" y="253"/>
                    <a:pt x="190" y="253"/>
                    <a:pt x="191" y="253"/>
                  </a:cubicBezTo>
                  <a:close/>
                  <a:moveTo>
                    <a:pt x="164" y="259"/>
                  </a:moveTo>
                  <a:cubicBezTo>
                    <a:pt x="169" y="259"/>
                    <a:pt x="175" y="261"/>
                    <a:pt x="180" y="263"/>
                  </a:cubicBezTo>
                  <a:lnTo>
                    <a:pt x="179" y="264"/>
                  </a:lnTo>
                  <a:cubicBezTo>
                    <a:pt x="171" y="263"/>
                    <a:pt x="163" y="261"/>
                    <a:pt x="163" y="260"/>
                  </a:cubicBezTo>
                  <a:lnTo>
                    <a:pt x="164" y="259"/>
                  </a:lnTo>
                  <a:close/>
                  <a:moveTo>
                    <a:pt x="226" y="283"/>
                  </a:moveTo>
                  <a:lnTo>
                    <a:pt x="234" y="284"/>
                  </a:lnTo>
                  <a:lnTo>
                    <a:pt x="242" y="284"/>
                  </a:lnTo>
                  <a:lnTo>
                    <a:pt x="226" y="283"/>
                  </a:lnTo>
                  <a:close/>
                  <a:moveTo>
                    <a:pt x="144" y="285"/>
                  </a:moveTo>
                  <a:cubicBezTo>
                    <a:pt x="146" y="285"/>
                    <a:pt x="152" y="287"/>
                    <a:pt x="151" y="288"/>
                  </a:cubicBezTo>
                  <a:lnTo>
                    <a:pt x="143" y="288"/>
                  </a:lnTo>
                  <a:cubicBezTo>
                    <a:pt x="143" y="287"/>
                    <a:pt x="135" y="285"/>
                    <a:pt x="143" y="285"/>
                  </a:cubicBezTo>
                  <a:cubicBezTo>
                    <a:pt x="143" y="285"/>
                    <a:pt x="144" y="285"/>
                    <a:pt x="144" y="285"/>
                  </a:cubicBezTo>
                  <a:close/>
                  <a:moveTo>
                    <a:pt x="184" y="296"/>
                  </a:moveTo>
                  <a:cubicBezTo>
                    <a:pt x="189" y="296"/>
                    <a:pt x="195" y="296"/>
                    <a:pt x="200" y="297"/>
                  </a:cubicBezTo>
                  <a:cubicBezTo>
                    <a:pt x="206" y="298"/>
                    <a:pt x="204" y="299"/>
                    <a:pt x="196" y="299"/>
                  </a:cubicBezTo>
                  <a:cubicBezTo>
                    <a:pt x="193" y="299"/>
                    <a:pt x="188" y="299"/>
                    <a:pt x="184" y="299"/>
                  </a:cubicBezTo>
                  <a:lnTo>
                    <a:pt x="184" y="296"/>
                  </a:lnTo>
                  <a:close/>
                  <a:moveTo>
                    <a:pt x="199" y="306"/>
                  </a:moveTo>
                  <a:lnTo>
                    <a:pt x="199" y="307"/>
                  </a:lnTo>
                  <a:cubicBezTo>
                    <a:pt x="200" y="309"/>
                    <a:pt x="199" y="309"/>
                    <a:pt x="191" y="310"/>
                  </a:cubicBezTo>
                  <a:lnTo>
                    <a:pt x="191" y="309"/>
                  </a:lnTo>
                  <a:lnTo>
                    <a:pt x="199" y="306"/>
                  </a:lnTo>
                  <a:close/>
                  <a:moveTo>
                    <a:pt x="586" y="307"/>
                  </a:moveTo>
                  <a:cubicBezTo>
                    <a:pt x="587" y="307"/>
                    <a:pt x="589" y="307"/>
                    <a:pt x="593" y="307"/>
                  </a:cubicBezTo>
                  <a:cubicBezTo>
                    <a:pt x="601" y="310"/>
                    <a:pt x="609" y="312"/>
                    <a:pt x="609" y="313"/>
                  </a:cubicBezTo>
                  <a:cubicBezTo>
                    <a:pt x="600" y="313"/>
                    <a:pt x="592" y="311"/>
                    <a:pt x="585" y="307"/>
                  </a:cubicBezTo>
                  <a:cubicBezTo>
                    <a:pt x="585" y="307"/>
                    <a:pt x="585" y="307"/>
                    <a:pt x="586" y="307"/>
                  </a:cubicBezTo>
                  <a:close/>
                  <a:moveTo>
                    <a:pt x="282" y="317"/>
                  </a:moveTo>
                  <a:cubicBezTo>
                    <a:pt x="281" y="317"/>
                    <a:pt x="279" y="317"/>
                    <a:pt x="274" y="319"/>
                  </a:cubicBezTo>
                  <a:lnTo>
                    <a:pt x="274" y="320"/>
                  </a:lnTo>
                  <a:cubicBezTo>
                    <a:pt x="282" y="318"/>
                    <a:pt x="282" y="318"/>
                    <a:pt x="282" y="318"/>
                  </a:cubicBezTo>
                  <a:cubicBezTo>
                    <a:pt x="282" y="317"/>
                    <a:pt x="282" y="317"/>
                    <a:pt x="282" y="317"/>
                  </a:cubicBezTo>
                  <a:close/>
                  <a:moveTo>
                    <a:pt x="175" y="331"/>
                  </a:moveTo>
                  <a:cubicBezTo>
                    <a:pt x="177" y="331"/>
                    <a:pt x="178" y="331"/>
                    <a:pt x="178" y="331"/>
                  </a:cubicBezTo>
                  <a:cubicBezTo>
                    <a:pt x="178" y="332"/>
                    <a:pt x="178" y="333"/>
                    <a:pt x="170" y="336"/>
                  </a:cubicBezTo>
                  <a:cubicBezTo>
                    <a:pt x="170" y="336"/>
                    <a:pt x="167" y="336"/>
                    <a:pt x="164" y="336"/>
                  </a:cubicBezTo>
                  <a:cubicBezTo>
                    <a:pt x="163" y="336"/>
                    <a:pt x="162" y="336"/>
                    <a:pt x="162" y="336"/>
                  </a:cubicBezTo>
                  <a:cubicBezTo>
                    <a:pt x="161" y="334"/>
                    <a:pt x="169" y="331"/>
                    <a:pt x="169" y="331"/>
                  </a:cubicBezTo>
                  <a:cubicBezTo>
                    <a:pt x="172" y="331"/>
                    <a:pt x="173" y="331"/>
                    <a:pt x="175" y="331"/>
                  </a:cubicBezTo>
                  <a:close/>
                  <a:moveTo>
                    <a:pt x="253" y="334"/>
                  </a:moveTo>
                  <a:cubicBezTo>
                    <a:pt x="248" y="334"/>
                    <a:pt x="243" y="335"/>
                    <a:pt x="237" y="335"/>
                  </a:cubicBezTo>
                  <a:lnTo>
                    <a:pt x="237" y="335"/>
                  </a:lnTo>
                  <a:cubicBezTo>
                    <a:pt x="236" y="335"/>
                    <a:pt x="235" y="335"/>
                    <a:pt x="234" y="335"/>
                  </a:cubicBezTo>
                  <a:cubicBezTo>
                    <a:pt x="230" y="335"/>
                    <a:pt x="226" y="336"/>
                    <a:pt x="223" y="338"/>
                  </a:cubicBezTo>
                  <a:lnTo>
                    <a:pt x="223" y="338"/>
                  </a:lnTo>
                  <a:cubicBezTo>
                    <a:pt x="228" y="337"/>
                    <a:pt x="233" y="336"/>
                    <a:pt x="237" y="335"/>
                  </a:cubicBezTo>
                  <a:lnTo>
                    <a:pt x="237" y="335"/>
                  </a:lnTo>
                  <a:cubicBezTo>
                    <a:pt x="240" y="336"/>
                    <a:pt x="243" y="337"/>
                    <a:pt x="245" y="340"/>
                  </a:cubicBezTo>
                  <a:lnTo>
                    <a:pt x="245" y="340"/>
                  </a:lnTo>
                  <a:cubicBezTo>
                    <a:pt x="245" y="339"/>
                    <a:pt x="246" y="339"/>
                    <a:pt x="246" y="339"/>
                  </a:cubicBezTo>
                  <a:cubicBezTo>
                    <a:pt x="253" y="337"/>
                    <a:pt x="253" y="337"/>
                    <a:pt x="253" y="334"/>
                  </a:cubicBezTo>
                  <a:close/>
                  <a:moveTo>
                    <a:pt x="267" y="334"/>
                  </a:moveTo>
                  <a:cubicBezTo>
                    <a:pt x="266" y="334"/>
                    <a:pt x="263" y="335"/>
                    <a:pt x="254" y="339"/>
                  </a:cubicBezTo>
                  <a:cubicBezTo>
                    <a:pt x="251" y="340"/>
                    <a:pt x="249" y="341"/>
                    <a:pt x="247" y="342"/>
                  </a:cubicBezTo>
                  <a:lnTo>
                    <a:pt x="247" y="342"/>
                  </a:lnTo>
                  <a:cubicBezTo>
                    <a:pt x="246" y="341"/>
                    <a:pt x="246" y="340"/>
                    <a:pt x="245" y="340"/>
                  </a:cubicBezTo>
                  <a:lnTo>
                    <a:pt x="245" y="340"/>
                  </a:lnTo>
                  <a:cubicBezTo>
                    <a:pt x="239" y="342"/>
                    <a:pt x="239" y="342"/>
                    <a:pt x="239" y="343"/>
                  </a:cubicBezTo>
                  <a:cubicBezTo>
                    <a:pt x="239" y="344"/>
                    <a:pt x="239" y="345"/>
                    <a:pt x="240" y="345"/>
                  </a:cubicBezTo>
                  <a:cubicBezTo>
                    <a:pt x="241" y="345"/>
                    <a:pt x="243" y="344"/>
                    <a:pt x="247" y="342"/>
                  </a:cubicBezTo>
                  <a:lnTo>
                    <a:pt x="247" y="342"/>
                  </a:lnTo>
                  <a:cubicBezTo>
                    <a:pt x="248" y="343"/>
                    <a:pt x="248" y="344"/>
                    <a:pt x="249" y="346"/>
                  </a:cubicBezTo>
                  <a:cubicBezTo>
                    <a:pt x="252" y="342"/>
                    <a:pt x="256" y="339"/>
                    <a:pt x="262" y="337"/>
                  </a:cubicBezTo>
                  <a:cubicBezTo>
                    <a:pt x="266" y="335"/>
                    <a:pt x="268" y="334"/>
                    <a:pt x="267" y="334"/>
                  </a:cubicBezTo>
                  <a:close/>
                  <a:moveTo>
                    <a:pt x="270" y="343"/>
                  </a:moveTo>
                  <a:lnTo>
                    <a:pt x="270" y="343"/>
                  </a:lnTo>
                  <a:cubicBezTo>
                    <a:pt x="270" y="343"/>
                    <a:pt x="268" y="344"/>
                    <a:pt x="265" y="346"/>
                  </a:cubicBezTo>
                  <a:cubicBezTo>
                    <a:pt x="260" y="347"/>
                    <a:pt x="255" y="349"/>
                    <a:pt x="254" y="349"/>
                  </a:cubicBezTo>
                  <a:cubicBezTo>
                    <a:pt x="253" y="349"/>
                    <a:pt x="254" y="348"/>
                    <a:pt x="256" y="347"/>
                  </a:cubicBezTo>
                  <a:cubicBezTo>
                    <a:pt x="256" y="346"/>
                    <a:pt x="256" y="346"/>
                    <a:pt x="256" y="346"/>
                  </a:cubicBezTo>
                  <a:cubicBezTo>
                    <a:pt x="255" y="346"/>
                    <a:pt x="254" y="347"/>
                    <a:pt x="249" y="349"/>
                  </a:cubicBezTo>
                  <a:lnTo>
                    <a:pt x="249" y="349"/>
                  </a:lnTo>
                  <a:cubicBezTo>
                    <a:pt x="249" y="349"/>
                    <a:pt x="249" y="348"/>
                    <a:pt x="249" y="348"/>
                  </a:cubicBezTo>
                  <a:lnTo>
                    <a:pt x="249" y="348"/>
                  </a:lnTo>
                  <a:cubicBezTo>
                    <a:pt x="243" y="349"/>
                    <a:pt x="239" y="351"/>
                    <a:pt x="234" y="353"/>
                  </a:cubicBezTo>
                  <a:cubicBezTo>
                    <a:pt x="234" y="354"/>
                    <a:pt x="234" y="355"/>
                    <a:pt x="235" y="355"/>
                  </a:cubicBezTo>
                  <a:cubicBezTo>
                    <a:pt x="236" y="355"/>
                    <a:pt x="238" y="354"/>
                    <a:pt x="242" y="352"/>
                  </a:cubicBezTo>
                  <a:cubicBezTo>
                    <a:pt x="245" y="351"/>
                    <a:pt x="247" y="350"/>
                    <a:pt x="249" y="349"/>
                  </a:cubicBezTo>
                  <a:lnTo>
                    <a:pt x="249" y="349"/>
                  </a:lnTo>
                  <a:cubicBezTo>
                    <a:pt x="249" y="351"/>
                    <a:pt x="249" y="353"/>
                    <a:pt x="249" y="355"/>
                  </a:cubicBezTo>
                  <a:lnTo>
                    <a:pt x="249" y="355"/>
                  </a:lnTo>
                  <a:cubicBezTo>
                    <a:pt x="252" y="354"/>
                    <a:pt x="255" y="352"/>
                    <a:pt x="259" y="350"/>
                  </a:cubicBezTo>
                  <a:cubicBezTo>
                    <a:pt x="268" y="345"/>
                    <a:pt x="271" y="343"/>
                    <a:pt x="270" y="343"/>
                  </a:cubicBezTo>
                  <a:close/>
                  <a:moveTo>
                    <a:pt x="182" y="353"/>
                  </a:moveTo>
                  <a:cubicBezTo>
                    <a:pt x="182" y="353"/>
                    <a:pt x="182" y="354"/>
                    <a:pt x="182" y="355"/>
                  </a:cubicBezTo>
                  <a:cubicBezTo>
                    <a:pt x="182" y="356"/>
                    <a:pt x="176" y="358"/>
                    <a:pt x="176" y="358"/>
                  </a:cubicBezTo>
                  <a:cubicBezTo>
                    <a:pt x="174" y="359"/>
                    <a:pt x="173" y="359"/>
                    <a:pt x="172" y="359"/>
                  </a:cubicBezTo>
                  <a:cubicBezTo>
                    <a:pt x="171" y="359"/>
                    <a:pt x="175" y="357"/>
                    <a:pt x="175" y="356"/>
                  </a:cubicBezTo>
                  <a:cubicBezTo>
                    <a:pt x="179" y="354"/>
                    <a:pt x="181" y="353"/>
                    <a:pt x="182" y="353"/>
                  </a:cubicBezTo>
                  <a:close/>
                  <a:moveTo>
                    <a:pt x="249" y="355"/>
                  </a:moveTo>
                  <a:cubicBezTo>
                    <a:pt x="243" y="358"/>
                    <a:pt x="241" y="360"/>
                    <a:pt x="242" y="360"/>
                  </a:cubicBezTo>
                  <a:cubicBezTo>
                    <a:pt x="242" y="360"/>
                    <a:pt x="245" y="359"/>
                    <a:pt x="249" y="357"/>
                  </a:cubicBezTo>
                  <a:lnTo>
                    <a:pt x="249" y="357"/>
                  </a:lnTo>
                  <a:cubicBezTo>
                    <a:pt x="249" y="357"/>
                    <a:pt x="249" y="356"/>
                    <a:pt x="249" y="355"/>
                  </a:cubicBezTo>
                  <a:close/>
                  <a:moveTo>
                    <a:pt x="600" y="351"/>
                  </a:moveTo>
                  <a:cubicBezTo>
                    <a:pt x="600" y="351"/>
                    <a:pt x="601" y="352"/>
                    <a:pt x="603" y="352"/>
                  </a:cubicBezTo>
                  <a:cubicBezTo>
                    <a:pt x="608" y="355"/>
                    <a:pt x="612" y="357"/>
                    <a:pt x="618" y="360"/>
                  </a:cubicBezTo>
                  <a:cubicBezTo>
                    <a:pt x="618" y="360"/>
                    <a:pt x="621" y="363"/>
                    <a:pt x="620" y="363"/>
                  </a:cubicBezTo>
                  <a:cubicBezTo>
                    <a:pt x="620" y="363"/>
                    <a:pt x="619" y="362"/>
                    <a:pt x="617" y="361"/>
                  </a:cubicBezTo>
                  <a:lnTo>
                    <a:pt x="609" y="358"/>
                  </a:lnTo>
                  <a:cubicBezTo>
                    <a:pt x="604" y="355"/>
                    <a:pt x="599" y="351"/>
                    <a:pt x="600" y="351"/>
                  </a:cubicBezTo>
                  <a:close/>
                  <a:moveTo>
                    <a:pt x="209" y="366"/>
                  </a:moveTo>
                  <a:cubicBezTo>
                    <a:pt x="210" y="366"/>
                    <a:pt x="207" y="369"/>
                    <a:pt x="197" y="374"/>
                  </a:cubicBezTo>
                  <a:cubicBezTo>
                    <a:pt x="193" y="376"/>
                    <a:pt x="191" y="377"/>
                    <a:pt x="190" y="377"/>
                  </a:cubicBezTo>
                  <a:cubicBezTo>
                    <a:pt x="190" y="377"/>
                    <a:pt x="190" y="376"/>
                    <a:pt x="189" y="376"/>
                  </a:cubicBezTo>
                  <a:cubicBezTo>
                    <a:pt x="194" y="373"/>
                    <a:pt x="199" y="370"/>
                    <a:pt x="204" y="368"/>
                  </a:cubicBezTo>
                  <a:cubicBezTo>
                    <a:pt x="206" y="367"/>
                    <a:pt x="208" y="366"/>
                    <a:pt x="209" y="366"/>
                  </a:cubicBezTo>
                  <a:close/>
                  <a:moveTo>
                    <a:pt x="208" y="377"/>
                  </a:moveTo>
                  <a:lnTo>
                    <a:pt x="208" y="378"/>
                  </a:lnTo>
                  <a:cubicBezTo>
                    <a:pt x="202" y="381"/>
                    <a:pt x="196" y="384"/>
                    <a:pt x="194" y="384"/>
                  </a:cubicBezTo>
                  <a:cubicBezTo>
                    <a:pt x="194" y="384"/>
                    <a:pt x="194" y="384"/>
                    <a:pt x="194" y="384"/>
                  </a:cubicBezTo>
                  <a:lnTo>
                    <a:pt x="200" y="379"/>
                  </a:lnTo>
                  <a:lnTo>
                    <a:pt x="208" y="377"/>
                  </a:lnTo>
                  <a:close/>
                  <a:moveTo>
                    <a:pt x="24" y="392"/>
                  </a:moveTo>
                  <a:cubicBezTo>
                    <a:pt x="19" y="392"/>
                    <a:pt x="13" y="393"/>
                    <a:pt x="7" y="394"/>
                  </a:cubicBezTo>
                  <a:cubicBezTo>
                    <a:pt x="2" y="395"/>
                    <a:pt x="1" y="397"/>
                    <a:pt x="7" y="397"/>
                  </a:cubicBezTo>
                  <a:cubicBezTo>
                    <a:pt x="9" y="397"/>
                    <a:pt x="13" y="397"/>
                    <a:pt x="18" y="396"/>
                  </a:cubicBezTo>
                  <a:cubicBezTo>
                    <a:pt x="24" y="394"/>
                    <a:pt x="24" y="394"/>
                    <a:pt x="24" y="392"/>
                  </a:cubicBezTo>
                  <a:close/>
                  <a:moveTo>
                    <a:pt x="577" y="395"/>
                  </a:moveTo>
                  <a:cubicBezTo>
                    <a:pt x="578" y="395"/>
                    <a:pt x="584" y="399"/>
                    <a:pt x="584" y="399"/>
                  </a:cubicBezTo>
                  <a:cubicBezTo>
                    <a:pt x="584" y="399"/>
                    <a:pt x="591" y="404"/>
                    <a:pt x="590" y="405"/>
                  </a:cubicBezTo>
                  <a:cubicBezTo>
                    <a:pt x="584" y="402"/>
                    <a:pt x="580" y="399"/>
                    <a:pt x="575" y="396"/>
                  </a:cubicBezTo>
                  <a:lnTo>
                    <a:pt x="576" y="395"/>
                  </a:lnTo>
                  <a:cubicBezTo>
                    <a:pt x="576" y="395"/>
                    <a:pt x="576" y="395"/>
                    <a:pt x="577" y="395"/>
                  </a:cubicBezTo>
                  <a:close/>
                  <a:moveTo>
                    <a:pt x="519" y="396"/>
                  </a:moveTo>
                  <a:cubicBezTo>
                    <a:pt x="525" y="402"/>
                    <a:pt x="530" y="407"/>
                    <a:pt x="529" y="408"/>
                  </a:cubicBezTo>
                  <a:lnTo>
                    <a:pt x="523" y="403"/>
                  </a:lnTo>
                  <a:lnTo>
                    <a:pt x="519" y="396"/>
                  </a:lnTo>
                  <a:close/>
                  <a:moveTo>
                    <a:pt x="582" y="415"/>
                  </a:moveTo>
                  <a:cubicBezTo>
                    <a:pt x="583" y="415"/>
                    <a:pt x="584" y="416"/>
                    <a:pt x="588" y="419"/>
                  </a:cubicBezTo>
                  <a:lnTo>
                    <a:pt x="587" y="420"/>
                  </a:lnTo>
                  <a:lnTo>
                    <a:pt x="581" y="416"/>
                  </a:lnTo>
                  <a:lnTo>
                    <a:pt x="581" y="415"/>
                  </a:lnTo>
                  <a:cubicBezTo>
                    <a:pt x="581" y="415"/>
                    <a:pt x="581" y="415"/>
                    <a:pt x="582" y="415"/>
                  </a:cubicBezTo>
                  <a:close/>
                  <a:moveTo>
                    <a:pt x="515" y="410"/>
                  </a:moveTo>
                  <a:cubicBezTo>
                    <a:pt x="515" y="410"/>
                    <a:pt x="516" y="412"/>
                    <a:pt x="520" y="416"/>
                  </a:cubicBezTo>
                  <a:cubicBezTo>
                    <a:pt x="520" y="416"/>
                    <a:pt x="526" y="422"/>
                    <a:pt x="525" y="423"/>
                  </a:cubicBezTo>
                  <a:lnTo>
                    <a:pt x="518" y="417"/>
                  </a:lnTo>
                  <a:cubicBezTo>
                    <a:pt x="513" y="411"/>
                    <a:pt x="514" y="411"/>
                    <a:pt x="514" y="411"/>
                  </a:cubicBezTo>
                  <a:cubicBezTo>
                    <a:pt x="514" y="410"/>
                    <a:pt x="514" y="410"/>
                    <a:pt x="515" y="410"/>
                  </a:cubicBezTo>
                  <a:close/>
                  <a:moveTo>
                    <a:pt x="589" y="425"/>
                  </a:moveTo>
                  <a:cubicBezTo>
                    <a:pt x="588" y="425"/>
                    <a:pt x="589" y="425"/>
                    <a:pt x="591" y="428"/>
                  </a:cubicBezTo>
                  <a:cubicBezTo>
                    <a:pt x="591" y="427"/>
                    <a:pt x="589" y="425"/>
                    <a:pt x="589" y="425"/>
                  </a:cubicBezTo>
                  <a:close/>
                  <a:moveTo>
                    <a:pt x="573" y="424"/>
                  </a:moveTo>
                  <a:cubicBezTo>
                    <a:pt x="573" y="424"/>
                    <a:pt x="575" y="425"/>
                    <a:pt x="578" y="429"/>
                  </a:cubicBezTo>
                  <a:lnTo>
                    <a:pt x="578" y="430"/>
                  </a:lnTo>
                  <a:lnTo>
                    <a:pt x="571" y="425"/>
                  </a:lnTo>
                  <a:lnTo>
                    <a:pt x="572" y="424"/>
                  </a:lnTo>
                  <a:cubicBezTo>
                    <a:pt x="572" y="424"/>
                    <a:pt x="572" y="424"/>
                    <a:pt x="573" y="424"/>
                  </a:cubicBezTo>
                  <a:close/>
                  <a:moveTo>
                    <a:pt x="561" y="426"/>
                  </a:moveTo>
                  <a:cubicBezTo>
                    <a:pt x="562" y="426"/>
                    <a:pt x="564" y="427"/>
                    <a:pt x="566" y="430"/>
                  </a:cubicBezTo>
                  <a:cubicBezTo>
                    <a:pt x="572" y="435"/>
                    <a:pt x="572" y="435"/>
                    <a:pt x="572" y="436"/>
                  </a:cubicBezTo>
                  <a:cubicBezTo>
                    <a:pt x="571" y="437"/>
                    <a:pt x="570" y="438"/>
                    <a:pt x="570" y="438"/>
                  </a:cubicBezTo>
                  <a:cubicBezTo>
                    <a:pt x="569" y="438"/>
                    <a:pt x="567" y="436"/>
                    <a:pt x="564" y="432"/>
                  </a:cubicBezTo>
                  <a:cubicBezTo>
                    <a:pt x="561" y="428"/>
                    <a:pt x="561" y="426"/>
                    <a:pt x="561" y="426"/>
                  </a:cubicBezTo>
                  <a:close/>
                  <a:moveTo>
                    <a:pt x="319" y="432"/>
                  </a:moveTo>
                  <a:cubicBezTo>
                    <a:pt x="316" y="438"/>
                    <a:pt x="312" y="446"/>
                    <a:pt x="311" y="446"/>
                  </a:cubicBezTo>
                  <a:cubicBezTo>
                    <a:pt x="311" y="446"/>
                    <a:pt x="311" y="446"/>
                    <a:pt x="311" y="445"/>
                  </a:cubicBezTo>
                  <a:lnTo>
                    <a:pt x="310" y="445"/>
                  </a:lnTo>
                  <a:cubicBezTo>
                    <a:pt x="313" y="441"/>
                    <a:pt x="316" y="435"/>
                    <a:pt x="318" y="432"/>
                  </a:cubicBezTo>
                  <a:close/>
                  <a:moveTo>
                    <a:pt x="594" y="450"/>
                  </a:moveTo>
                  <a:lnTo>
                    <a:pt x="594" y="450"/>
                  </a:lnTo>
                  <a:cubicBezTo>
                    <a:pt x="596" y="451"/>
                    <a:pt x="597" y="453"/>
                    <a:pt x="599" y="454"/>
                  </a:cubicBezTo>
                  <a:cubicBezTo>
                    <a:pt x="600" y="455"/>
                    <a:pt x="601" y="456"/>
                    <a:pt x="602" y="456"/>
                  </a:cubicBezTo>
                  <a:lnTo>
                    <a:pt x="602" y="456"/>
                  </a:lnTo>
                  <a:cubicBezTo>
                    <a:pt x="600" y="455"/>
                    <a:pt x="598" y="453"/>
                    <a:pt x="594" y="450"/>
                  </a:cubicBezTo>
                  <a:close/>
                  <a:moveTo>
                    <a:pt x="602" y="456"/>
                  </a:moveTo>
                  <a:cubicBezTo>
                    <a:pt x="603" y="457"/>
                    <a:pt x="604" y="458"/>
                    <a:pt x="604" y="458"/>
                  </a:cubicBezTo>
                  <a:cubicBezTo>
                    <a:pt x="604" y="458"/>
                    <a:pt x="603" y="457"/>
                    <a:pt x="602" y="456"/>
                  </a:cubicBezTo>
                  <a:close/>
                  <a:moveTo>
                    <a:pt x="243" y="454"/>
                  </a:moveTo>
                  <a:lnTo>
                    <a:pt x="244" y="456"/>
                  </a:lnTo>
                  <a:cubicBezTo>
                    <a:pt x="239" y="461"/>
                    <a:pt x="235" y="467"/>
                    <a:pt x="233" y="467"/>
                  </a:cubicBezTo>
                  <a:cubicBezTo>
                    <a:pt x="233" y="467"/>
                    <a:pt x="233" y="467"/>
                    <a:pt x="233" y="467"/>
                  </a:cubicBezTo>
                  <a:lnTo>
                    <a:pt x="237" y="460"/>
                  </a:lnTo>
                  <a:lnTo>
                    <a:pt x="243" y="454"/>
                  </a:lnTo>
                  <a:close/>
                  <a:moveTo>
                    <a:pt x="273" y="469"/>
                  </a:moveTo>
                  <a:cubicBezTo>
                    <a:pt x="273" y="470"/>
                    <a:pt x="273" y="470"/>
                    <a:pt x="269" y="477"/>
                  </a:cubicBezTo>
                  <a:cubicBezTo>
                    <a:pt x="267" y="481"/>
                    <a:pt x="263" y="486"/>
                    <a:pt x="259" y="489"/>
                  </a:cubicBezTo>
                  <a:cubicBezTo>
                    <a:pt x="263" y="482"/>
                    <a:pt x="268" y="476"/>
                    <a:pt x="273" y="469"/>
                  </a:cubicBezTo>
                  <a:close/>
                  <a:moveTo>
                    <a:pt x="311" y="482"/>
                  </a:moveTo>
                  <a:cubicBezTo>
                    <a:pt x="308" y="490"/>
                    <a:pt x="305" y="497"/>
                    <a:pt x="304" y="497"/>
                  </a:cubicBezTo>
                  <a:cubicBezTo>
                    <a:pt x="304" y="497"/>
                    <a:pt x="304" y="497"/>
                    <a:pt x="304" y="497"/>
                  </a:cubicBezTo>
                  <a:lnTo>
                    <a:pt x="305" y="489"/>
                  </a:lnTo>
                  <a:lnTo>
                    <a:pt x="310" y="482"/>
                  </a:lnTo>
                  <a:close/>
                  <a:moveTo>
                    <a:pt x="447" y="493"/>
                  </a:moveTo>
                  <a:cubicBezTo>
                    <a:pt x="449" y="500"/>
                    <a:pt x="452" y="508"/>
                    <a:pt x="451" y="508"/>
                  </a:cubicBezTo>
                  <a:lnTo>
                    <a:pt x="449" y="508"/>
                  </a:lnTo>
                  <a:cubicBezTo>
                    <a:pt x="447" y="504"/>
                    <a:pt x="447" y="498"/>
                    <a:pt x="446" y="493"/>
                  </a:cubicBezTo>
                  <a:close/>
                  <a:moveTo>
                    <a:pt x="396" y="505"/>
                  </a:moveTo>
                  <a:cubicBezTo>
                    <a:pt x="398" y="505"/>
                    <a:pt x="398" y="505"/>
                    <a:pt x="398" y="513"/>
                  </a:cubicBezTo>
                  <a:cubicBezTo>
                    <a:pt x="398" y="522"/>
                    <a:pt x="396" y="522"/>
                    <a:pt x="393" y="522"/>
                  </a:cubicBezTo>
                  <a:cubicBezTo>
                    <a:pt x="392" y="513"/>
                    <a:pt x="394" y="505"/>
                    <a:pt x="396" y="505"/>
                  </a:cubicBezTo>
                  <a:close/>
                  <a:moveTo>
                    <a:pt x="270" y="60"/>
                  </a:moveTo>
                  <a:cubicBezTo>
                    <a:pt x="270" y="60"/>
                    <a:pt x="272" y="63"/>
                    <a:pt x="276" y="72"/>
                  </a:cubicBezTo>
                  <a:cubicBezTo>
                    <a:pt x="279" y="80"/>
                    <a:pt x="280" y="84"/>
                    <a:pt x="279" y="84"/>
                  </a:cubicBezTo>
                  <a:cubicBezTo>
                    <a:pt x="278" y="84"/>
                    <a:pt x="275" y="80"/>
                    <a:pt x="271" y="74"/>
                  </a:cubicBezTo>
                  <a:lnTo>
                    <a:pt x="269" y="75"/>
                  </a:lnTo>
                  <a:cubicBezTo>
                    <a:pt x="268" y="76"/>
                    <a:pt x="271" y="83"/>
                    <a:pt x="276" y="90"/>
                  </a:cubicBezTo>
                  <a:cubicBezTo>
                    <a:pt x="280" y="99"/>
                    <a:pt x="281" y="102"/>
                    <a:pt x="281" y="102"/>
                  </a:cubicBezTo>
                  <a:cubicBezTo>
                    <a:pt x="281" y="102"/>
                    <a:pt x="280" y="100"/>
                    <a:pt x="278" y="98"/>
                  </a:cubicBezTo>
                  <a:cubicBezTo>
                    <a:pt x="274" y="93"/>
                    <a:pt x="271" y="89"/>
                    <a:pt x="269" y="84"/>
                  </a:cubicBezTo>
                  <a:cubicBezTo>
                    <a:pt x="266" y="79"/>
                    <a:pt x="264" y="78"/>
                    <a:pt x="263" y="78"/>
                  </a:cubicBezTo>
                  <a:cubicBezTo>
                    <a:pt x="263" y="78"/>
                    <a:pt x="262" y="78"/>
                    <a:pt x="262" y="79"/>
                  </a:cubicBezTo>
                  <a:cubicBezTo>
                    <a:pt x="261" y="79"/>
                    <a:pt x="258" y="81"/>
                    <a:pt x="262" y="88"/>
                  </a:cubicBezTo>
                  <a:lnTo>
                    <a:pt x="258" y="81"/>
                  </a:lnTo>
                  <a:cubicBezTo>
                    <a:pt x="257" y="81"/>
                    <a:pt x="255" y="78"/>
                    <a:pt x="254" y="78"/>
                  </a:cubicBezTo>
                  <a:lnTo>
                    <a:pt x="254" y="78"/>
                  </a:lnTo>
                  <a:cubicBezTo>
                    <a:pt x="254" y="78"/>
                    <a:pt x="255" y="79"/>
                    <a:pt x="256" y="81"/>
                  </a:cubicBezTo>
                  <a:cubicBezTo>
                    <a:pt x="256" y="81"/>
                    <a:pt x="256" y="81"/>
                    <a:pt x="256" y="81"/>
                  </a:cubicBezTo>
                  <a:cubicBezTo>
                    <a:pt x="255" y="81"/>
                    <a:pt x="253" y="80"/>
                    <a:pt x="249" y="76"/>
                  </a:cubicBezTo>
                  <a:cubicBezTo>
                    <a:pt x="248" y="76"/>
                    <a:pt x="247" y="76"/>
                    <a:pt x="246" y="76"/>
                  </a:cubicBezTo>
                  <a:cubicBezTo>
                    <a:pt x="242" y="76"/>
                    <a:pt x="248" y="89"/>
                    <a:pt x="259" y="99"/>
                  </a:cubicBezTo>
                  <a:lnTo>
                    <a:pt x="258" y="100"/>
                  </a:lnTo>
                  <a:cubicBezTo>
                    <a:pt x="256" y="100"/>
                    <a:pt x="261" y="107"/>
                    <a:pt x="261" y="107"/>
                  </a:cubicBezTo>
                  <a:cubicBezTo>
                    <a:pt x="265" y="113"/>
                    <a:pt x="264" y="115"/>
                    <a:pt x="263" y="116"/>
                  </a:cubicBezTo>
                  <a:lnTo>
                    <a:pt x="254" y="102"/>
                  </a:lnTo>
                  <a:cubicBezTo>
                    <a:pt x="247" y="90"/>
                    <a:pt x="242" y="83"/>
                    <a:pt x="240" y="83"/>
                  </a:cubicBezTo>
                  <a:lnTo>
                    <a:pt x="240" y="83"/>
                  </a:lnTo>
                  <a:cubicBezTo>
                    <a:pt x="239" y="83"/>
                    <a:pt x="241" y="87"/>
                    <a:pt x="246" y="97"/>
                  </a:cubicBezTo>
                  <a:lnTo>
                    <a:pt x="242" y="90"/>
                  </a:lnTo>
                  <a:cubicBezTo>
                    <a:pt x="240" y="87"/>
                    <a:pt x="239" y="85"/>
                    <a:pt x="238" y="85"/>
                  </a:cubicBezTo>
                  <a:lnTo>
                    <a:pt x="238" y="85"/>
                  </a:lnTo>
                  <a:cubicBezTo>
                    <a:pt x="237" y="85"/>
                    <a:pt x="237" y="88"/>
                    <a:pt x="239" y="92"/>
                  </a:cubicBezTo>
                  <a:cubicBezTo>
                    <a:pt x="241" y="100"/>
                    <a:pt x="245" y="108"/>
                    <a:pt x="251" y="113"/>
                  </a:cubicBezTo>
                  <a:cubicBezTo>
                    <a:pt x="255" y="120"/>
                    <a:pt x="254" y="121"/>
                    <a:pt x="254" y="121"/>
                  </a:cubicBezTo>
                  <a:cubicBezTo>
                    <a:pt x="253" y="121"/>
                    <a:pt x="253" y="121"/>
                    <a:pt x="249" y="116"/>
                  </a:cubicBezTo>
                  <a:cubicBezTo>
                    <a:pt x="244" y="109"/>
                    <a:pt x="241" y="107"/>
                    <a:pt x="240" y="107"/>
                  </a:cubicBezTo>
                  <a:cubicBezTo>
                    <a:pt x="239" y="107"/>
                    <a:pt x="240" y="111"/>
                    <a:pt x="245" y="118"/>
                  </a:cubicBezTo>
                  <a:lnTo>
                    <a:pt x="240" y="111"/>
                  </a:lnTo>
                  <a:cubicBezTo>
                    <a:pt x="237" y="108"/>
                    <a:pt x="233" y="104"/>
                    <a:pt x="231" y="104"/>
                  </a:cubicBezTo>
                  <a:cubicBezTo>
                    <a:pt x="229" y="104"/>
                    <a:pt x="228" y="106"/>
                    <a:pt x="227" y="110"/>
                  </a:cubicBezTo>
                  <a:cubicBezTo>
                    <a:pt x="225" y="113"/>
                    <a:pt x="222" y="114"/>
                    <a:pt x="220" y="114"/>
                  </a:cubicBezTo>
                  <a:cubicBezTo>
                    <a:pt x="218" y="114"/>
                    <a:pt x="216" y="114"/>
                    <a:pt x="214" y="111"/>
                  </a:cubicBezTo>
                  <a:cubicBezTo>
                    <a:pt x="213" y="110"/>
                    <a:pt x="212" y="110"/>
                    <a:pt x="212" y="110"/>
                  </a:cubicBezTo>
                  <a:lnTo>
                    <a:pt x="212" y="110"/>
                  </a:lnTo>
                  <a:cubicBezTo>
                    <a:pt x="210" y="110"/>
                    <a:pt x="216" y="123"/>
                    <a:pt x="225" y="135"/>
                  </a:cubicBezTo>
                  <a:cubicBezTo>
                    <a:pt x="221" y="131"/>
                    <a:pt x="219" y="130"/>
                    <a:pt x="218" y="130"/>
                  </a:cubicBezTo>
                  <a:cubicBezTo>
                    <a:pt x="218" y="130"/>
                    <a:pt x="217" y="131"/>
                    <a:pt x="216" y="131"/>
                  </a:cubicBezTo>
                  <a:cubicBezTo>
                    <a:pt x="215" y="133"/>
                    <a:pt x="214" y="134"/>
                    <a:pt x="213" y="134"/>
                  </a:cubicBezTo>
                  <a:cubicBezTo>
                    <a:pt x="212" y="134"/>
                    <a:pt x="210" y="132"/>
                    <a:pt x="207" y="129"/>
                  </a:cubicBezTo>
                  <a:cubicBezTo>
                    <a:pt x="202" y="124"/>
                    <a:pt x="199" y="121"/>
                    <a:pt x="199" y="121"/>
                  </a:cubicBezTo>
                  <a:lnTo>
                    <a:pt x="199" y="121"/>
                  </a:lnTo>
                  <a:cubicBezTo>
                    <a:pt x="198" y="121"/>
                    <a:pt x="201" y="124"/>
                    <a:pt x="206" y="130"/>
                  </a:cubicBezTo>
                  <a:cubicBezTo>
                    <a:pt x="211" y="136"/>
                    <a:pt x="212" y="139"/>
                    <a:pt x="210" y="139"/>
                  </a:cubicBezTo>
                  <a:cubicBezTo>
                    <a:pt x="208" y="139"/>
                    <a:pt x="202" y="135"/>
                    <a:pt x="196" y="129"/>
                  </a:cubicBezTo>
                  <a:cubicBezTo>
                    <a:pt x="193" y="127"/>
                    <a:pt x="191" y="126"/>
                    <a:pt x="189" y="126"/>
                  </a:cubicBezTo>
                  <a:cubicBezTo>
                    <a:pt x="188" y="126"/>
                    <a:pt x="187" y="127"/>
                    <a:pt x="186" y="128"/>
                  </a:cubicBezTo>
                  <a:cubicBezTo>
                    <a:pt x="191" y="135"/>
                    <a:pt x="189" y="137"/>
                    <a:pt x="187" y="139"/>
                  </a:cubicBezTo>
                  <a:cubicBezTo>
                    <a:pt x="185" y="143"/>
                    <a:pt x="185" y="143"/>
                    <a:pt x="197" y="153"/>
                  </a:cubicBezTo>
                  <a:cubicBezTo>
                    <a:pt x="210" y="162"/>
                    <a:pt x="209" y="163"/>
                    <a:pt x="208" y="165"/>
                  </a:cubicBezTo>
                  <a:cubicBezTo>
                    <a:pt x="208" y="166"/>
                    <a:pt x="207" y="166"/>
                    <a:pt x="206" y="166"/>
                  </a:cubicBezTo>
                  <a:cubicBezTo>
                    <a:pt x="205" y="166"/>
                    <a:pt x="203" y="165"/>
                    <a:pt x="199" y="163"/>
                  </a:cubicBezTo>
                  <a:cubicBezTo>
                    <a:pt x="199" y="163"/>
                    <a:pt x="194" y="160"/>
                    <a:pt x="192" y="160"/>
                  </a:cubicBezTo>
                  <a:cubicBezTo>
                    <a:pt x="192" y="160"/>
                    <a:pt x="192" y="160"/>
                    <a:pt x="191" y="161"/>
                  </a:cubicBezTo>
                  <a:cubicBezTo>
                    <a:pt x="191" y="161"/>
                    <a:pt x="190" y="162"/>
                    <a:pt x="189" y="162"/>
                  </a:cubicBezTo>
                  <a:cubicBezTo>
                    <a:pt x="188" y="162"/>
                    <a:pt x="186" y="161"/>
                    <a:pt x="182" y="158"/>
                  </a:cubicBezTo>
                  <a:cubicBezTo>
                    <a:pt x="182" y="158"/>
                    <a:pt x="178" y="156"/>
                    <a:pt x="175" y="156"/>
                  </a:cubicBezTo>
                  <a:cubicBezTo>
                    <a:pt x="174" y="156"/>
                    <a:pt x="174" y="157"/>
                    <a:pt x="173" y="157"/>
                  </a:cubicBezTo>
                  <a:cubicBezTo>
                    <a:pt x="172" y="159"/>
                    <a:pt x="171" y="161"/>
                    <a:pt x="169" y="161"/>
                  </a:cubicBezTo>
                  <a:cubicBezTo>
                    <a:pt x="168" y="161"/>
                    <a:pt x="166" y="160"/>
                    <a:pt x="163" y="158"/>
                  </a:cubicBezTo>
                  <a:lnTo>
                    <a:pt x="163" y="158"/>
                  </a:lnTo>
                  <a:cubicBezTo>
                    <a:pt x="162" y="159"/>
                    <a:pt x="162" y="159"/>
                    <a:pt x="169" y="164"/>
                  </a:cubicBezTo>
                  <a:cubicBezTo>
                    <a:pt x="176" y="168"/>
                    <a:pt x="181" y="173"/>
                    <a:pt x="172" y="174"/>
                  </a:cubicBezTo>
                  <a:cubicBezTo>
                    <a:pt x="170" y="177"/>
                    <a:pt x="168" y="181"/>
                    <a:pt x="176" y="185"/>
                  </a:cubicBezTo>
                  <a:cubicBezTo>
                    <a:pt x="175" y="186"/>
                    <a:pt x="175" y="186"/>
                    <a:pt x="175" y="186"/>
                  </a:cubicBezTo>
                  <a:cubicBezTo>
                    <a:pt x="174" y="186"/>
                    <a:pt x="172" y="185"/>
                    <a:pt x="168" y="182"/>
                  </a:cubicBezTo>
                  <a:cubicBezTo>
                    <a:pt x="162" y="179"/>
                    <a:pt x="158" y="178"/>
                    <a:pt x="157" y="178"/>
                  </a:cubicBezTo>
                  <a:cubicBezTo>
                    <a:pt x="154" y="178"/>
                    <a:pt x="156" y="181"/>
                    <a:pt x="164" y="187"/>
                  </a:cubicBezTo>
                  <a:cubicBezTo>
                    <a:pt x="169" y="190"/>
                    <a:pt x="170" y="191"/>
                    <a:pt x="169" y="191"/>
                  </a:cubicBezTo>
                  <a:cubicBezTo>
                    <a:pt x="168" y="191"/>
                    <a:pt x="166" y="190"/>
                    <a:pt x="163" y="190"/>
                  </a:cubicBezTo>
                  <a:lnTo>
                    <a:pt x="163" y="190"/>
                  </a:lnTo>
                  <a:cubicBezTo>
                    <a:pt x="163" y="190"/>
                    <a:pt x="162" y="192"/>
                    <a:pt x="169" y="196"/>
                  </a:cubicBezTo>
                  <a:cubicBezTo>
                    <a:pt x="173" y="199"/>
                    <a:pt x="175" y="200"/>
                    <a:pt x="173" y="200"/>
                  </a:cubicBezTo>
                  <a:cubicBezTo>
                    <a:pt x="172" y="200"/>
                    <a:pt x="170" y="200"/>
                    <a:pt x="167" y="200"/>
                  </a:cubicBezTo>
                  <a:cubicBezTo>
                    <a:pt x="164" y="199"/>
                    <a:pt x="162" y="198"/>
                    <a:pt x="161" y="198"/>
                  </a:cubicBezTo>
                  <a:cubicBezTo>
                    <a:pt x="159" y="198"/>
                    <a:pt x="159" y="199"/>
                    <a:pt x="159" y="200"/>
                  </a:cubicBezTo>
                  <a:cubicBezTo>
                    <a:pt x="164" y="205"/>
                    <a:pt x="159" y="219"/>
                    <a:pt x="151" y="219"/>
                  </a:cubicBezTo>
                  <a:cubicBezTo>
                    <a:pt x="151" y="219"/>
                    <a:pt x="150" y="219"/>
                    <a:pt x="150" y="219"/>
                  </a:cubicBezTo>
                  <a:lnTo>
                    <a:pt x="150" y="219"/>
                  </a:lnTo>
                  <a:cubicBezTo>
                    <a:pt x="158" y="223"/>
                    <a:pt x="158" y="223"/>
                    <a:pt x="157" y="224"/>
                  </a:cubicBezTo>
                  <a:cubicBezTo>
                    <a:pt x="153" y="224"/>
                    <a:pt x="150" y="223"/>
                    <a:pt x="149" y="223"/>
                  </a:cubicBezTo>
                  <a:cubicBezTo>
                    <a:pt x="145" y="223"/>
                    <a:pt x="151" y="227"/>
                    <a:pt x="163" y="230"/>
                  </a:cubicBezTo>
                  <a:lnTo>
                    <a:pt x="164" y="229"/>
                  </a:lnTo>
                  <a:lnTo>
                    <a:pt x="164" y="227"/>
                  </a:lnTo>
                  <a:cubicBezTo>
                    <a:pt x="174" y="230"/>
                    <a:pt x="177" y="233"/>
                    <a:pt x="173" y="233"/>
                  </a:cubicBezTo>
                  <a:cubicBezTo>
                    <a:pt x="171" y="233"/>
                    <a:pt x="165" y="232"/>
                    <a:pt x="155" y="229"/>
                  </a:cubicBezTo>
                  <a:cubicBezTo>
                    <a:pt x="148" y="227"/>
                    <a:pt x="144" y="227"/>
                    <a:pt x="143" y="227"/>
                  </a:cubicBezTo>
                  <a:cubicBezTo>
                    <a:pt x="142" y="227"/>
                    <a:pt x="146" y="228"/>
                    <a:pt x="154" y="231"/>
                  </a:cubicBezTo>
                  <a:cubicBezTo>
                    <a:pt x="165" y="235"/>
                    <a:pt x="168" y="237"/>
                    <a:pt x="164" y="237"/>
                  </a:cubicBezTo>
                  <a:cubicBezTo>
                    <a:pt x="162" y="237"/>
                    <a:pt x="158" y="236"/>
                    <a:pt x="153" y="236"/>
                  </a:cubicBezTo>
                  <a:cubicBezTo>
                    <a:pt x="146" y="234"/>
                    <a:pt x="142" y="232"/>
                    <a:pt x="142" y="232"/>
                  </a:cubicBezTo>
                  <a:lnTo>
                    <a:pt x="142" y="232"/>
                  </a:lnTo>
                  <a:cubicBezTo>
                    <a:pt x="141" y="232"/>
                    <a:pt x="145" y="234"/>
                    <a:pt x="153" y="237"/>
                  </a:cubicBezTo>
                  <a:cubicBezTo>
                    <a:pt x="174" y="244"/>
                    <a:pt x="184" y="249"/>
                    <a:pt x="178" y="249"/>
                  </a:cubicBezTo>
                  <a:cubicBezTo>
                    <a:pt x="175" y="249"/>
                    <a:pt x="169" y="248"/>
                    <a:pt x="159" y="246"/>
                  </a:cubicBezTo>
                  <a:cubicBezTo>
                    <a:pt x="149" y="244"/>
                    <a:pt x="142" y="243"/>
                    <a:pt x="138" y="243"/>
                  </a:cubicBezTo>
                  <a:cubicBezTo>
                    <a:pt x="135" y="243"/>
                    <a:pt x="134" y="243"/>
                    <a:pt x="134" y="244"/>
                  </a:cubicBezTo>
                  <a:cubicBezTo>
                    <a:pt x="133" y="245"/>
                    <a:pt x="142" y="247"/>
                    <a:pt x="150" y="248"/>
                  </a:cubicBezTo>
                  <a:cubicBezTo>
                    <a:pt x="166" y="250"/>
                    <a:pt x="166" y="251"/>
                    <a:pt x="149" y="251"/>
                  </a:cubicBezTo>
                  <a:cubicBezTo>
                    <a:pt x="124" y="251"/>
                    <a:pt x="123" y="255"/>
                    <a:pt x="139" y="261"/>
                  </a:cubicBezTo>
                  <a:cubicBezTo>
                    <a:pt x="149" y="267"/>
                    <a:pt x="152" y="271"/>
                    <a:pt x="148" y="271"/>
                  </a:cubicBezTo>
                  <a:cubicBezTo>
                    <a:pt x="146" y="271"/>
                    <a:pt x="142" y="270"/>
                    <a:pt x="138" y="268"/>
                  </a:cubicBezTo>
                  <a:cubicBezTo>
                    <a:pt x="129" y="265"/>
                    <a:pt x="125" y="264"/>
                    <a:pt x="125" y="264"/>
                  </a:cubicBezTo>
                  <a:cubicBezTo>
                    <a:pt x="124" y="264"/>
                    <a:pt x="126" y="265"/>
                    <a:pt x="130" y="267"/>
                  </a:cubicBezTo>
                  <a:cubicBezTo>
                    <a:pt x="129" y="270"/>
                    <a:pt x="129" y="273"/>
                    <a:pt x="129" y="275"/>
                  </a:cubicBezTo>
                  <a:cubicBezTo>
                    <a:pt x="129" y="276"/>
                    <a:pt x="136" y="278"/>
                    <a:pt x="144" y="279"/>
                  </a:cubicBezTo>
                  <a:cubicBezTo>
                    <a:pt x="127" y="279"/>
                    <a:pt x="120" y="283"/>
                    <a:pt x="135" y="286"/>
                  </a:cubicBezTo>
                  <a:lnTo>
                    <a:pt x="135" y="290"/>
                  </a:lnTo>
                  <a:cubicBezTo>
                    <a:pt x="135" y="291"/>
                    <a:pt x="135" y="291"/>
                    <a:pt x="143" y="292"/>
                  </a:cubicBezTo>
                  <a:cubicBezTo>
                    <a:pt x="151" y="294"/>
                    <a:pt x="143" y="295"/>
                    <a:pt x="135" y="296"/>
                  </a:cubicBezTo>
                  <a:cubicBezTo>
                    <a:pt x="128" y="298"/>
                    <a:pt x="121" y="300"/>
                    <a:pt x="123" y="300"/>
                  </a:cubicBezTo>
                  <a:cubicBezTo>
                    <a:pt x="124" y="300"/>
                    <a:pt x="125" y="300"/>
                    <a:pt x="126" y="300"/>
                  </a:cubicBezTo>
                  <a:cubicBezTo>
                    <a:pt x="135" y="301"/>
                    <a:pt x="143" y="302"/>
                    <a:pt x="151" y="304"/>
                  </a:cubicBezTo>
                  <a:cubicBezTo>
                    <a:pt x="157" y="305"/>
                    <a:pt x="154" y="306"/>
                    <a:pt x="150" y="306"/>
                  </a:cubicBezTo>
                  <a:cubicBezTo>
                    <a:pt x="148" y="306"/>
                    <a:pt x="145" y="306"/>
                    <a:pt x="143" y="305"/>
                  </a:cubicBezTo>
                  <a:cubicBezTo>
                    <a:pt x="138" y="305"/>
                    <a:pt x="132" y="306"/>
                    <a:pt x="126" y="310"/>
                  </a:cubicBezTo>
                  <a:cubicBezTo>
                    <a:pt x="126" y="311"/>
                    <a:pt x="127" y="314"/>
                    <a:pt x="135" y="314"/>
                  </a:cubicBezTo>
                  <a:cubicBezTo>
                    <a:pt x="136" y="314"/>
                    <a:pt x="136" y="314"/>
                    <a:pt x="137" y="314"/>
                  </a:cubicBezTo>
                  <a:cubicBezTo>
                    <a:pt x="143" y="314"/>
                    <a:pt x="144" y="322"/>
                    <a:pt x="136" y="324"/>
                  </a:cubicBezTo>
                  <a:cubicBezTo>
                    <a:pt x="136" y="324"/>
                    <a:pt x="136" y="327"/>
                    <a:pt x="136" y="328"/>
                  </a:cubicBezTo>
                  <a:cubicBezTo>
                    <a:pt x="136" y="329"/>
                    <a:pt x="144" y="330"/>
                    <a:pt x="144" y="331"/>
                  </a:cubicBezTo>
                  <a:cubicBezTo>
                    <a:pt x="144" y="331"/>
                    <a:pt x="145" y="332"/>
                    <a:pt x="153" y="332"/>
                  </a:cubicBezTo>
                  <a:cubicBezTo>
                    <a:pt x="153" y="333"/>
                    <a:pt x="153" y="336"/>
                    <a:pt x="145" y="337"/>
                  </a:cubicBezTo>
                  <a:cubicBezTo>
                    <a:pt x="152" y="336"/>
                    <a:pt x="156" y="335"/>
                    <a:pt x="157" y="335"/>
                  </a:cubicBezTo>
                  <a:cubicBezTo>
                    <a:pt x="160" y="335"/>
                    <a:pt x="156" y="337"/>
                    <a:pt x="147" y="340"/>
                  </a:cubicBezTo>
                  <a:cubicBezTo>
                    <a:pt x="137" y="342"/>
                    <a:pt x="133" y="343"/>
                    <a:pt x="134" y="343"/>
                  </a:cubicBezTo>
                  <a:cubicBezTo>
                    <a:pt x="135" y="343"/>
                    <a:pt x="139" y="342"/>
                    <a:pt x="147" y="341"/>
                  </a:cubicBezTo>
                  <a:cubicBezTo>
                    <a:pt x="154" y="341"/>
                    <a:pt x="154" y="341"/>
                    <a:pt x="147" y="343"/>
                  </a:cubicBezTo>
                  <a:cubicBezTo>
                    <a:pt x="141" y="345"/>
                    <a:pt x="140" y="346"/>
                    <a:pt x="143" y="346"/>
                  </a:cubicBezTo>
                  <a:cubicBezTo>
                    <a:pt x="144" y="346"/>
                    <a:pt x="146" y="346"/>
                    <a:pt x="148" y="346"/>
                  </a:cubicBezTo>
                  <a:cubicBezTo>
                    <a:pt x="153" y="345"/>
                    <a:pt x="157" y="344"/>
                    <a:pt x="160" y="344"/>
                  </a:cubicBezTo>
                  <a:cubicBezTo>
                    <a:pt x="166" y="344"/>
                    <a:pt x="166" y="346"/>
                    <a:pt x="157" y="349"/>
                  </a:cubicBezTo>
                  <a:cubicBezTo>
                    <a:pt x="157" y="349"/>
                    <a:pt x="157" y="350"/>
                    <a:pt x="164" y="350"/>
                  </a:cubicBezTo>
                  <a:cubicBezTo>
                    <a:pt x="172" y="349"/>
                    <a:pt x="176" y="348"/>
                    <a:pt x="177" y="348"/>
                  </a:cubicBezTo>
                  <a:cubicBezTo>
                    <a:pt x="177" y="348"/>
                    <a:pt x="173" y="349"/>
                    <a:pt x="166" y="351"/>
                  </a:cubicBezTo>
                  <a:cubicBezTo>
                    <a:pt x="155" y="355"/>
                    <a:pt x="151" y="357"/>
                    <a:pt x="156" y="357"/>
                  </a:cubicBezTo>
                  <a:cubicBezTo>
                    <a:pt x="158" y="357"/>
                    <a:pt x="161" y="357"/>
                    <a:pt x="167" y="356"/>
                  </a:cubicBezTo>
                  <a:cubicBezTo>
                    <a:pt x="167" y="356"/>
                    <a:pt x="169" y="355"/>
                    <a:pt x="170" y="355"/>
                  </a:cubicBezTo>
                  <a:cubicBezTo>
                    <a:pt x="171" y="355"/>
                    <a:pt x="171" y="356"/>
                    <a:pt x="167" y="358"/>
                  </a:cubicBezTo>
                  <a:cubicBezTo>
                    <a:pt x="162" y="362"/>
                    <a:pt x="157" y="370"/>
                    <a:pt x="162" y="370"/>
                  </a:cubicBezTo>
                  <a:cubicBezTo>
                    <a:pt x="164" y="370"/>
                    <a:pt x="166" y="369"/>
                    <a:pt x="170" y="367"/>
                  </a:cubicBezTo>
                  <a:lnTo>
                    <a:pt x="170" y="370"/>
                  </a:lnTo>
                  <a:cubicBezTo>
                    <a:pt x="166" y="374"/>
                    <a:pt x="165" y="376"/>
                    <a:pt x="167" y="376"/>
                  </a:cubicBezTo>
                  <a:cubicBezTo>
                    <a:pt x="168" y="376"/>
                    <a:pt x="170" y="375"/>
                    <a:pt x="172" y="375"/>
                  </a:cubicBezTo>
                  <a:lnTo>
                    <a:pt x="180" y="374"/>
                  </a:lnTo>
                  <a:lnTo>
                    <a:pt x="180" y="374"/>
                  </a:lnTo>
                  <a:cubicBezTo>
                    <a:pt x="173" y="377"/>
                    <a:pt x="166" y="382"/>
                    <a:pt x="167" y="383"/>
                  </a:cubicBezTo>
                  <a:cubicBezTo>
                    <a:pt x="167" y="383"/>
                    <a:pt x="167" y="383"/>
                    <a:pt x="167" y="383"/>
                  </a:cubicBezTo>
                  <a:cubicBezTo>
                    <a:pt x="168" y="383"/>
                    <a:pt x="170" y="383"/>
                    <a:pt x="175" y="380"/>
                  </a:cubicBezTo>
                  <a:cubicBezTo>
                    <a:pt x="178" y="378"/>
                    <a:pt x="180" y="377"/>
                    <a:pt x="181" y="377"/>
                  </a:cubicBezTo>
                  <a:cubicBezTo>
                    <a:pt x="182" y="377"/>
                    <a:pt x="182" y="378"/>
                    <a:pt x="182" y="378"/>
                  </a:cubicBezTo>
                  <a:cubicBezTo>
                    <a:pt x="182" y="379"/>
                    <a:pt x="176" y="385"/>
                    <a:pt x="169" y="388"/>
                  </a:cubicBezTo>
                  <a:lnTo>
                    <a:pt x="169" y="389"/>
                  </a:lnTo>
                  <a:cubicBezTo>
                    <a:pt x="177" y="386"/>
                    <a:pt x="181" y="384"/>
                    <a:pt x="181" y="384"/>
                  </a:cubicBezTo>
                  <a:cubicBezTo>
                    <a:pt x="182" y="384"/>
                    <a:pt x="181" y="386"/>
                    <a:pt x="177" y="387"/>
                  </a:cubicBezTo>
                  <a:cubicBezTo>
                    <a:pt x="170" y="392"/>
                    <a:pt x="171" y="393"/>
                    <a:pt x="171" y="395"/>
                  </a:cubicBezTo>
                  <a:cubicBezTo>
                    <a:pt x="174" y="394"/>
                    <a:pt x="175" y="393"/>
                    <a:pt x="175" y="393"/>
                  </a:cubicBezTo>
                  <a:lnTo>
                    <a:pt x="175" y="393"/>
                  </a:lnTo>
                  <a:cubicBezTo>
                    <a:pt x="175" y="393"/>
                    <a:pt x="173" y="395"/>
                    <a:pt x="172" y="395"/>
                  </a:cubicBezTo>
                  <a:cubicBezTo>
                    <a:pt x="171" y="395"/>
                    <a:pt x="171" y="395"/>
                    <a:pt x="171" y="395"/>
                  </a:cubicBezTo>
                  <a:lnTo>
                    <a:pt x="164" y="398"/>
                  </a:lnTo>
                  <a:cubicBezTo>
                    <a:pt x="162" y="400"/>
                    <a:pt x="162" y="401"/>
                    <a:pt x="162" y="401"/>
                  </a:cubicBezTo>
                  <a:cubicBezTo>
                    <a:pt x="163" y="401"/>
                    <a:pt x="168" y="398"/>
                    <a:pt x="172" y="396"/>
                  </a:cubicBezTo>
                  <a:cubicBezTo>
                    <a:pt x="172" y="396"/>
                    <a:pt x="173" y="397"/>
                    <a:pt x="173" y="398"/>
                  </a:cubicBezTo>
                  <a:cubicBezTo>
                    <a:pt x="174" y="399"/>
                    <a:pt x="174" y="399"/>
                    <a:pt x="175" y="399"/>
                  </a:cubicBezTo>
                  <a:cubicBezTo>
                    <a:pt x="176" y="399"/>
                    <a:pt x="178" y="399"/>
                    <a:pt x="181" y="396"/>
                  </a:cubicBezTo>
                  <a:cubicBezTo>
                    <a:pt x="187" y="392"/>
                    <a:pt x="194" y="389"/>
                    <a:pt x="195" y="389"/>
                  </a:cubicBezTo>
                  <a:cubicBezTo>
                    <a:pt x="196" y="389"/>
                    <a:pt x="196" y="389"/>
                    <a:pt x="196" y="389"/>
                  </a:cubicBezTo>
                  <a:cubicBezTo>
                    <a:pt x="198" y="388"/>
                    <a:pt x="199" y="388"/>
                    <a:pt x="199" y="388"/>
                  </a:cubicBezTo>
                  <a:cubicBezTo>
                    <a:pt x="200" y="388"/>
                    <a:pt x="198" y="390"/>
                    <a:pt x="196" y="390"/>
                  </a:cubicBezTo>
                  <a:cubicBezTo>
                    <a:pt x="196" y="390"/>
                    <a:pt x="196" y="389"/>
                    <a:pt x="196" y="389"/>
                  </a:cubicBezTo>
                  <a:cubicBezTo>
                    <a:pt x="189" y="394"/>
                    <a:pt x="182" y="397"/>
                    <a:pt x="182" y="398"/>
                  </a:cubicBezTo>
                  <a:cubicBezTo>
                    <a:pt x="184" y="399"/>
                    <a:pt x="176" y="404"/>
                    <a:pt x="176" y="404"/>
                  </a:cubicBezTo>
                  <a:cubicBezTo>
                    <a:pt x="166" y="408"/>
                    <a:pt x="167" y="410"/>
                    <a:pt x="171" y="410"/>
                  </a:cubicBezTo>
                  <a:cubicBezTo>
                    <a:pt x="173" y="410"/>
                    <a:pt x="176" y="410"/>
                    <a:pt x="179" y="408"/>
                  </a:cubicBezTo>
                  <a:cubicBezTo>
                    <a:pt x="185" y="406"/>
                    <a:pt x="189" y="405"/>
                    <a:pt x="191" y="405"/>
                  </a:cubicBezTo>
                  <a:cubicBezTo>
                    <a:pt x="193" y="405"/>
                    <a:pt x="189" y="408"/>
                    <a:pt x="181" y="413"/>
                  </a:cubicBezTo>
                  <a:cubicBezTo>
                    <a:pt x="177" y="416"/>
                    <a:pt x="175" y="417"/>
                    <a:pt x="176" y="417"/>
                  </a:cubicBezTo>
                  <a:cubicBezTo>
                    <a:pt x="177" y="417"/>
                    <a:pt x="189" y="412"/>
                    <a:pt x="204" y="404"/>
                  </a:cubicBezTo>
                  <a:lnTo>
                    <a:pt x="225" y="392"/>
                  </a:lnTo>
                  <a:lnTo>
                    <a:pt x="225" y="392"/>
                  </a:lnTo>
                  <a:lnTo>
                    <a:pt x="204" y="405"/>
                  </a:lnTo>
                  <a:cubicBezTo>
                    <a:pt x="187" y="417"/>
                    <a:pt x="181" y="422"/>
                    <a:pt x="184" y="422"/>
                  </a:cubicBezTo>
                  <a:cubicBezTo>
                    <a:pt x="185" y="422"/>
                    <a:pt x="188" y="420"/>
                    <a:pt x="194" y="419"/>
                  </a:cubicBezTo>
                  <a:cubicBezTo>
                    <a:pt x="197" y="418"/>
                    <a:pt x="199" y="417"/>
                    <a:pt x="199" y="417"/>
                  </a:cubicBezTo>
                  <a:cubicBezTo>
                    <a:pt x="200" y="417"/>
                    <a:pt x="199" y="418"/>
                    <a:pt x="195" y="421"/>
                  </a:cubicBezTo>
                  <a:cubicBezTo>
                    <a:pt x="188" y="425"/>
                    <a:pt x="189" y="426"/>
                    <a:pt x="191" y="431"/>
                  </a:cubicBezTo>
                  <a:cubicBezTo>
                    <a:pt x="193" y="433"/>
                    <a:pt x="194" y="434"/>
                    <a:pt x="195" y="434"/>
                  </a:cubicBezTo>
                  <a:cubicBezTo>
                    <a:pt x="196" y="434"/>
                    <a:pt x="198" y="433"/>
                    <a:pt x="201" y="430"/>
                  </a:cubicBezTo>
                  <a:lnTo>
                    <a:pt x="204" y="433"/>
                  </a:lnTo>
                  <a:cubicBezTo>
                    <a:pt x="198" y="438"/>
                    <a:pt x="197" y="440"/>
                    <a:pt x="198" y="440"/>
                  </a:cubicBezTo>
                  <a:cubicBezTo>
                    <a:pt x="199" y="440"/>
                    <a:pt x="205" y="436"/>
                    <a:pt x="212" y="430"/>
                  </a:cubicBezTo>
                  <a:lnTo>
                    <a:pt x="213" y="432"/>
                  </a:lnTo>
                  <a:lnTo>
                    <a:pt x="207" y="438"/>
                  </a:lnTo>
                  <a:cubicBezTo>
                    <a:pt x="200" y="442"/>
                    <a:pt x="203" y="444"/>
                    <a:pt x="209" y="454"/>
                  </a:cubicBezTo>
                  <a:cubicBezTo>
                    <a:pt x="214" y="459"/>
                    <a:pt x="216" y="461"/>
                    <a:pt x="219" y="461"/>
                  </a:cubicBezTo>
                  <a:cubicBezTo>
                    <a:pt x="222" y="461"/>
                    <a:pt x="225" y="459"/>
                    <a:pt x="231" y="453"/>
                  </a:cubicBezTo>
                  <a:cubicBezTo>
                    <a:pt x="236" y="448"/>
                    <a:pt x="240" y="446"/>
                    <a:pt x="240" y="446"/>
                  </a:cubicBezTo>
                  <a:lnTo>
                    <a:pt x="240" y="446"/>
                  </a:lnTo>
                  <a:cubicBezTo>
                    <a:pt x="241" y="446"/>
                    <a:pt x="239" y="449"/>
                    <a:pt x="233" y="456"/>
                  </a:cubicBezTo>
                  <a:cubicBezTo>
                    <a:pt x="229" y="460"/>
                    <a:pt x="225" y="464"/>
                    <a:pt x="226" y="464"/>
                  </a:cubicBezTo>
                  <a:cubicBezTo>
                    <a:pt x="226" y="464"/>
                    <a:pt x="227" y="464"/>
                    <a:pt x="228" y="462"/>
                  </a:cubicBezTo>
                  <a:lnTo>
                    <a:pt x="228" y="462"/>
                  </a:lnTo>
                  <a:cubicBezTo>
                    <a:pt x="228" y="462"/>
                    <a:pt x="231" y="465"/>
                    <a:pt x="226" y="471"/>
                  </a:cubicBezTo>
                  <a:cubicBezTo>
                    <a:pt x="222" y="479"/>
                    <a:pt x="222" y="482"/>
                    <a:pt x="223" y="482"/>
                  </a:cubicBezTo>
                  <a:cubicBezTo>
                    <a:pt x="225" y="482"/>
                    <a:pt x="228" y="479"/>
                    <a:pt x="231" y="476"/>
                  </a:cubicBezTo>
                  <a:cubicBezTo>
                    <a:pt x="234" y="470"/>
                    <a:pt x="236" y="468"/>
                    <a:pt x="236" y="468"/>
                  </a:cubicBezTo>
                  <a:lnTo>
                    <a:pt x="236" y="468"/>
                  </a:lnTo>
                  <a:cubicBezTo>
                    <a:pt x="237" y="468"/>
                    <a:pt x="234" y="472"/>
                    <a:pt x="232" y="477"/>
                  </a:cubicBezTo>
                  <a:cubicBezTo>
                    <a:pt x="228" y="482"/>
                    <a:pt x="226" y="487"/>
                    <a:pt x="226" y="487"/>
                  </a:cubicBezTo>
                  <a:cubicBezTo>
                    <a:pt x="227" y="487"/>
                    <a:pt x="227" y="487"/>
                    <a:pt x="228" y="485"/>
                  </a:cubicBezTo>
                  <a:cubicBezTo>
                    <a:pt x="231" y="482"/>
                    <a:pt x="235" y="481"/>
                    <a:pt x="237" y="481"/>
                  </a:cubicBezTo>
                  <a:cubicBezTo>
                    <a:pt x="241" y="481"/>
                    <a:pt x="242" y="484"/>
                    <a:pt x="236" y="491"/>
                  </a:cubicBezTo>
                  <a:lnTo>
                    <a:pt x="240" y="494"/>
                  </a:lnTo>
                  <a:cubicBezTo>
                    <a:pt x="242" y="490"/>
                    <a:pt x="244" y="489"/>
                    <a:pt x="245" y="489"/>
                  </a:cubicBezTo>
                  <a:cubicBezTo>
                    <a:pt x="246" y="489"/>
                    <a:pt x="247" y="490"/>
                    <a:pt x="249" y="491"/>
                  </a:cubicBezTo>
                  <a:cubicBezTo>
                    <a:pt x="251" y="493"/>
                    <a:pt x="252" y="494"/>
                    <a:pt x="247" y="500"/>
                  </a:cubicBezTo>
                  <a:cubicBezTo>
                    <a:pt x="244" y="504"/>
                    <a:pt x="243" y="505"/>
                    <a:pt x="244" y="505"/>
                  </a:cubicBezTo>
                  <a:cubicBezTo>
                    <a:pt x="245" y="505"/>
                    <a:pt x="247" y="505"/>
                    <a:pt x="250" y="503"/>
                  </a:cubicBezTo>
                  <a:cubicBezTo>
                    <a:pt x="250" y="503"/>
                    <a:pt x="250" y="503"/>
                    <a:pt x="250" y="503"/>
                  </a:cubicBezTo>
                  <a:cubicBezTo>
                    <a:pt x="252" y="503"/>
                    <a:pt x="261" y="491"/>
                    <a:pt x="263" y="491"/>
                  </a:cubicBezTo>
                  <a:cubicBezTo>
                    <a:pt x="263" y="491"/>
                    <a:pt x="263" y="491"/>
                    <a:pt x="263" y="491"/>
                  </a:cubicBezTo>
                  <a:cubicBezTo>
                    <a:pt x="267" y="485"/>
                    <a:pt x="272" y="479"/>
                    <a:pt x="274" y="479"/>
                  </a:cubicBezTo>
                  <a:cubicBezTo>
                    <a:pt x="274" y="479"/>
                    <a:pt x="274" y="479"/>
                    <a:pt x="274" y="479"/>
                  </a:cubicBezTo>
                  <a:lnTo>
                    <a:pt x="270" y="486"/>
                  </a:lnTo>
                  <a:cubicBezTo>
                    <a:pt x="265" y="493"/>
                    <a:pt x="261" y="499"/>
                    <a:pt x="261" y="499"/>
                  </a:cubicBezTo>
                  <a:cubicBezTo>
                    <a:pt x="261" y="500"/>
                    <a:pt x="262" y="500"/>
                    <a:pt x="262" y="500"/>
                  </a:cubicBezTo>
                  <a:cubicBezTo>
                    <a:pt x="263" y="500"/>
                    <a:pt x="265" y="499"/>
                    <a:pt x="268" y="495"/>
                  </a:cubicBezTo>
                  <a:lnTo>
                    <a:pt x="268" y="495"/>
                  </a:lnTo>
                  <a:cubicBezTo>
                    <a:pt x="264" y="503"/>
                    <a:pt x="265" y="503"/>
                    <a:pt x="269" y="505"/>
                  </a:cubicBezTo>
                  <a:cubicBezTo>
                    <a:pt x="270" y="505"/>
                    <a:pt x="271" y="506"/>
                    <a:pt x="272" y="506"/>
                  </a:cubicBezTo>
                  <a:cubicBezTo>
                    <a:pt x="274" y="506"/>
                    <a:pt x="276" y="505"/>
                    <a:pt x="279" y="502"/>
                  </a:cubicBezTo>
                  <a:lnTo>
                    <a:pt x="279" y="502"/>
                  </a:lnTo>
                  <a:cubicBezTo>
                    <a:pt x="275" y="511"/>
                    <a:pt x="276" y="516"/>
                    <a:pt x="279" y="516"/>
                  </a:cubicBezTo>
                  <a:cubicBezTo>
                    <a:pt x="282" y="516"/>
                    <a:pt x="285" y="513"/>
                    <a:pt x="289" y="507"/>
                  </a:cubicBezTo>
                  <a:cubicBezTo>
                    <a:pt x="291" y="504"/>
                    <a:pt x="292" y="502"/>
                    <a:pt x="292" y="502"/>
                  </a:cubicBezTo>
                  <a:lnTo>
                    <a:pt x="292" y="502"/>
                  </a:lnTo>
                  <a:cubicBezTo>
                    <a:pt x="293" y="502"/>
                    <a:pt x="292" y="505"/>
                    <a:pt x="291" y="509"/>
                  </a:cubicBezTo>
                  <a:cubicBezTo>
                    <a:pt x="290" y="513"/>
                    <a:pt x="289" y="515"/>
                    <a:pt x="290" y="515"/>
                  </a:cubicBezTo>
                  <a:cubicBezTo>
                    <a:pt x="290" y="515"/>
                    <a:pt x="291" y="514"/>
                    <a:pt x="293" y="511"/>
                  </a:cubicBezTo>
                  <a:cubicBezTo>
                    <a:pt x="295" y="509"/>
                    <a:pt x="296" y="508"/>
                    <a:pt x="296" y="508"/>
                  </a:cubicBezTo>
                  <a:cubicBezTo>
                    <a:pt x="298" y="508"/>
                    <a:pt x="296" y="514"/>
                    <a:pt x="295" y="519"/>
                  </a:cubicBezTo>
                  <a:cubicBezTo>
                    <a:pt x="291" y="529"/>
                    <a:pt x="291" y="533"/>
                    <a:pt x="292" y="533"/>
                  </a:cubicBezTo>
                  <a:cubicBezTo>
                    <a:pt x="293" y="533"/>
                    <a:pt x="294" y="532"/>
                    <a:pt x="296" y="530"/>
                  </a:cubicBezTo>
                  <a:cubicBezTo>
                    <a:pt x="299" y="525"/>
                    <a:pt x="301" y="524"/>
                    <a:pt x="303" y="524"/>
                  </a:cubicBezTo>
                  <a:cubicBezTo>
                    <a:pt x="304" y="524"/>
                    <a:pt x="305" y="525"/>
                    <a:pt x="306" y="525"/>
                  </a:cubicBezTo>
                  <a:cubicBezTo>
                    <a:pt x="311" y="518"/>
                    <a:pt x="313" y="519"/>
                    <a:pt x="314" y="511"/>
                  </a:cubicBezTo>
                  <a:cubicBezTo>
                    <a:pt x="316" y="506"/>
                    <a:pt x="318" y="500"/>
                    <a:pt x="320" y="496"/>
                  </a:cubicBezTo>
                  <a:cubicBezTo>
                    <a:pt x="322" y="494"/>
                    <a:pt x="323" y="493"/>
                    <a:pt x="324" y="493"/>
                  </a:cubicBezTo>
                  <a:cubicBezTo>
                    <a:pt x="325" y="493"/>
                    <a:pt x="323" y="497"/>
                    <a:pt x="323" y="497"/>
                  </a:cubicBezTo>
                  <a:cubicBezTo>
                    <a:pt x="317" y="504"/>
                    <a:pt x="318" y="504"/>
                    <a:pt x="317" y="512"/>
                  </a:cubicBezTo>
                  <a:cubicBezTo>
                    <a:pt x="315" y="519"/>
                    <a:pt x="318" y="521"/>
                    <a:pt x="319" y="522"/>
                  </a:cubicBezTo>
                  <a:lnTo>
                    <a:pt x="325" y="524"/>
                  </a:lnTo>
                  <a:cubicBezTo>
                    <a:pt x="325" y="529"/>
                    <a:pt x="326" y="531"/>
                    <a:pt x="327" y="531"/>
                  </a:cubicBezTo>
                  <a:cubicBezTo>
                    <a:pt x="328" y="531"/>
                    <a:pt x="329" y="529"/>
                    <a:pt x="330" y="525"/>
                  </a:cubicBezTo>
                  <a:lnTo>
                    <a:pt x="333" y="517"/>
                  </a:lnTo>
                  <a:lnTo>
                    <a:pt x="333" y="517"/>
                  </a:lnTo>
                  <a:cubicBezTo>
                    <a:pt x="331" y="527"/>
                    <a:pt x="336" y="533"/>
                    <a:pt x="341" y="533"/>
                  </a:cubicBezTo>
                  <a:cubicBezTo>
                    <a:pt x="345" y="533"/>
                    <a:pt x="349" y="530"/>
                    <a:pt x="351" y="523"/>
                  </a:cubicBezTo>
                  <a:lnTo>
                    <a:pt x="351" y="523"/>
                  </a:lnTo>
                  <a:cubicBezTo>
                    <a:pt x="350" y="527"/>
                    <a:pt x="350" y="526"/>
                    <a:pt x="348" y="531"/>
                  </a:cubicBezTo>
                  <a:cubicBezTo>
                    <a:pt x="347" y="539"/>
                    <a:pt x="348" y="540"/>
                    <a:pt x="352" y="540"/>
                  </a:cubicBezTo>
                  <a:cubicBezTo>
                    <a:pt x="353" y="540"/>
                    <a:pt x="360" y="534"/>
                    <a:pt x="363" y="534"/>
                  </a:cubicBezTo>
                  <a:cubicBezTo>
                    <a:pt x="364" y="534"/>
                    <a:pt x="364" y="534"/>
                    <a:pt x="364" y="534"/>
                  </a:cubicBezTo>
                  <a:cubicBezTo>
                    <a:pt x="366" y="534"/>
                    <a:pt x="368" y="535"/>
                    <a:pt x="369" y="535"/>
                  </a:cubicBezTo>
                  <a:cubicBezTo>
                    <a:pt x="373" y="535"/>
                    <a:pt x="375" y="533"/>
                    <a:pt x="375" y="527"/>
                  </a:cubicBezTo>
                  <a:cubicBezTo>
                    <a:pt x="376" y="527"/>
                    <a:pt x="376" y="527"/>
                    <a:pt x="376" y="535"/>
                  </a:cubicBezTo>
                  <a:cubicBezTo>
                    <a:pt x="374" y="543"/>
                    <a:pt x="375" y="544"/>
                    <a:pt x="378" y="544"/>
                  </a:cubicBezTo>
                  <a:cubicBezTo>
                    <a:pt x="379" y="544"/>
                    <a:pt x="379" y="536"/>
                    <a:pt x="380" y="527"/>
                  </a:cubicBezTo>
                  <a:cubicBezTo>
                    <a:pt x="380" y="524"/>
                    <a:pt x="380" y="522"/>
                    <a:pt x="381" y="522"/>
                  </a:cubicBezTo>
                  <a:cubicBezTo>
                    <a:pt x="381" y="522"/>
                    <a:pt x="383" y="524"/>
                    <a:pt x="384" y="528"/>
                  </a:cubicBezTo>
                  <a:cubicBezTo>
                    <a:pt x="385" y="533"/>
                    <a:pt x="388" y="535"/>
                    <a:pt x="390" y="535"/>
                  </a:cubicBezTo>
                  <a:cubicBezTo>
                    <a:pt x="392" y="535"/>
                    <a:pt x="394" y="533"/>
                    <a:pt x="396" y="528"/>
                  </a:cubicBezTo>
                  <a:cubicBezTo>
                    <a:pt x="397" y="528"/>
                    <a:pt x="398" y="528"/>
                    <a:pt x="398" y="537"/>
                  </a:cubicBezTo>
                  <a:cubicBezTo>
                    <a:pt x="399" y="542"/>
                    <a:pt x="401" y="547"/>
                    <a:pt x="402" y="547"/>
                  </a:cubicBezTo>
                  <a:cubicBezTo>
                    <a:pt x="404" y="547"/>
                    <a:pt x="405" y="544"/>
                    <a:pt x="406" y="537"/>
                  </a:cubicBezTo>
                  <a:cubicBezTo>
                    <a:pt x="407" y="537"/>
                    <a:pt x="407" y="537"/>
                    <a:pt x="408" y="545"/>
                  </a:cubicBezTo>
                  <a:cubicBezTo>
                    <a:pt x="409" y="550"/>
                    <a:pt x="410" y="554"/>
                    <a:pt x="410" y="554"/>
                  </a:cubicBezTo>
                  <a:cubicBezTo>
                    <a:pt x="411" y="554"/>
                    <a:pt x="411" y="552"/>
                    <a:pt x="411" y="545"/>
                  </a:cubicBezTo>
                  <a:cubicBezTo>
                    <a:pt x="412" y="541"/>
                    <a:pt x="414" y="539"/>
                    <a:pt x="416" y="539"/>
                  </a:cubicBezTo>
                  <a:cubicBezTo>
                    <a:pt x="418" y="539"/>
                    <a:pt x="420" y="541"/>
                    <a:pt x="421" y="544"/>
                  </a:cubicBezTo>
                  <a:cubicBezTo>
                    <a:pt x="424" y="544"/>
                    <a:pt x="425" y="544"/>
                    <a:pt x="424" y="536"/>
                  </a:cubicBezTo>
                  <a:lnTo>
                    <a:pt x="422" y="528"/>
                  </a:lnTo>
                  <a:lnTo>
                    <a:pt x="422" y="528"/>
                  </a:lnTo>
                  <a:cubicBezTo>
                    <a:pt x="424" y="536"/>
                    <a:pt x="425" y="540"/>
                    <a:pt x="425" y="540"/>
                  </a:cubicBezTo>
                  <a:cubicBezTo>
                    <a:pt x="426" y="540"/>
                    <a:pt x="426" y="536"/>
                    <a:pt x="426" y="528"/>
                  </a:cubicBezTo>
                  <a:cubicBezTo>
                    <a:pt x="425" y="524"/>
                    <a:pt x="425" y="522"/>
                    <a:pt x="426" y="522"/>
                  </a:cubicBezTo>
                  <a:lnTo>
                    <a:pt x="426" y="522"/>
                  </a:lnTo>
                  <a:cubicBezTo>
                    <a:pt x="426" y="522"/>
                    <a:pt x="426" y="524"/>
                    <a:pt x="427" y="527"/>
                  </a:cubicBezTo>
                  <a:cubicBezTo>
                    <a:pt x="429" y="535"/>
                    <a:pt x="431" y="535"/>
                    <a:pt x="431" y="535"/>
                  </a:cubicBezTo>
                  <a:cubicBezTo>
                    <a:pt x="431" y="535"/>
                    <a:pt x="431" y="535"/>
                    <a:pt x="431" y="535"/>
                  </a:cubicBezTo>
                  <a:cubicBezTo>
                    <a:pt x="433" y="535"/>
                    <a:pt x="438" y="526"/>
                    <a:pt x="446" y="525"/>
                  </a:cubicBezTo>
                  <a:cubicBezTo>
                    <a:pt x="457" y="524"/>
                    <a:pt x="462" y="522"/>
                    <a:pt x="459" y="514"/>
                  </a:cubicBezTo>
                  <a:cubicBezTo>
                    <a:pt x="459" y="510"/>
                    <a:pt x="459" y="508"/>
                    <a:pt x="459" y="508"/>
                  </a:cubicBezTo>
                  <a:lnTo>
                    <a:pt x="459" y="508"/>
                  </a:lnTo>
                  <a:cubicBezTo>
                    <a:pt x="459" y="508"/>
                    <a:pt x="460" y="510"/>
                    <a:pt x="462" y="514"/>
                  </a:cubicBezTo>
                  <a:cubicBezTo>
                    <a:pt x="465" y="521"/>
                    <a:pt x="467" y="521"/>
                    <a:pt x="468" y="521"/>
                  </a:cubicBezTo>
                  <a:cubicBezTo>
                    <a:pt x="469" y="521"/>
                    <a:pt x="469" y="521"/>
                    <a:pt x="469" y="521"/>
                  </a:cubicBezTo>
                  <a:cubicBezTo>
                    <a:pt x="471" y="521"/>
                    <a:pt x="472" y="521"/>
                    <a:pt x="474" y="527"/>
                  </a:cubicBezTo>
                  <a:cubicBezTo>
                    <a:pt x="473" y="519"/>
                    <a:pt x="473" y="519"/>
                    <a:pt x="474" y="518"/>
                  </a:cubicBezTo>
                  <a:cubicBezTo>
                    <a:pt x="475" y="522"/>
                    <a:pt x="476" y="524"/>
                    <a:pt x="477" y="524"/>
                  </a:cubicBezTo>
                  <a:cubicBezTo>
                    <a:pt x="478" y="524"/>
                    <a:pt x="478" y="522"/>
                    <a:pt x="477" y="518"/>
                  </a:cubicBezTo>
                  <a:cubicBezTo>
                    <a:pt x="475" y="510"/>
                    <a:pt x="474" y="506"/>
                    <a:pt x="474" y="506"/>
                  </a:cubicBezTo>
                  <a:lnTo>
                    <a:pt x="474" y="506"/>
                  </a:lnTo>
                  <a:cubicBezTo>
                    <a:pt x="474" y="506"/>
                    <a:pt x="476" y="510"/>
                    <a:pt x="479" y="517"/>
                  </a:cubicBezTo>
                  <a:cubicBezTo>
                    <a:pt x="480" y="523"/>
                    <a:pt x="484" y="527"/>
                    <a:pt x="485" y="527"/>
                  </a:cubicBezTo>
                  <a:cubicBezTo>
                    <a:pt x="486" y="527"/>
                    <a:pt x="486" y="526"/>
                    <a:pt x="484" y="524"/>
                  </a:cubicBezTo>
                  <a:cubicBezTo>
                    <a:pt x="481" y="516"/>
                    <a:pt x="484" y="516"/>
                    <a:pt x="482" y="508"/>
                  </a:cubicBezTo>
                  <a:cubicBezTo>
                    <a:pt x="483" y="508"/>
                    <a:pt x="483" y="508"/>
                    <a:pt x="484" y="508"/>
                  </a:cubicBezTo>
                  <a:cubicBezTo>
                    <a:pt x="485" y="508"/>
                    <a:pt x="486" y="509"/>
                    <a:pt x="489" y="515"/>
                  </a:cubicBezTo>
                  <a:cubicBezTo>
                    <a:pt x="490" y="517"/>
                    <a:pt x="491" y="517"/>
                    <a:pt x="492" y="517"/>
                  </a:cubicBezTo>
                  <a:cubicBezTo>
                    <a:pt x="494" y="517"/>
                    <a:pt x="496" y="510"/>
                    <a:pt x="494" y="504"/>
                  </a:cubicBezTo>
                  <a:cubicBezTo>
                    <a:pt x="492" y="500"/>
                    <a:pt x="492" y="497"/>
                    <a:pt x="492" y="497"/>
                  </a:cubicBezTo>
                  <a:lnTo>
                    <a:pt x="492" y="497"/>
                  </a:lnTo>
                  <a:cubicBezTo>
                    <a:pt x="493" y="497"/>
                    <a:pt x="494" y="499"/>
                    <a:pt x="495" y="503"/>
                  </a:cubicBezTo>
                  <a:cubicBezTo>
                    <a:pt x="498" y="509"/>
                    <a:pt x="500" y="509"/>
                    <a:pt x="501" y="509"/>
                  </a:cubicBezTo>
                  <a:cubicBezTo>
                    <a:pt x="502" y="509"/>
                    <a:pt x="502" y="509"/>
                    <a:pt x="502" y="509"/>
                  </a:cubicBezTo>
                  <a:cubicBezTo>
                    <a:pt x="501" y="507"/>
                    <a:pt x="501" y="506"/>
                    <a:pt x="501" y="506"/>
                  </a:cubicBezTo>
                  <a:lnTo>
                    <a:pt x="501" y="506"/>
                  </a:lnTo>
                  <a:cubicBezTo>
                    <a:pt x="502" y="506"/>
                    <a:pt x="504" y="511"/>
                    <a:pt x="507" y="516"/>
                  </a:cubicBezTo>
                  <a:cubicBezTo>
                    <a:pt x="508" y="521"/>
                    <a:pt x="509" y="523"/>
                    <a:pt x="510" y="523"/>
                  </a:cubicBezTo>
                  <a:cubicBezTo>
                    <a:pt x="511" y="523"/>
                    <a:pt x="512" y="522"/>
                    <a:pt x="513" y="522"/>
                  </a:cubicBezTo>
                  <a:cubicBezTo>
                    <a:pt x="511" y="514"/>
                    <a:pt x="517" y="512"/>
                    <a:pt x="520" y="509"/>
                  </a:cubicBezTo>
                  <a:cubicBezTo>
                    <a:pt x="527" y="506"/>
                    <a:pt x="525" y="498"/>
                    <a:pt x="519" y="484"/>
                  </a:cubicBezTo>
                  <a:lnTo>
                    <a:pt x="512" y="469"/>
                  </a:lnTo>
                  <a:lnTo>
                    <a:pt x="520" y="482"/>
                  </a:lnTo>
                  <a:cubicBezTo>
                    <a:pt x="525" y="489"/>
                    <a:pt x="535" y="503"/>
                    <a:pt x="535" y="503"/>
                  </a:cubicBezTo>
                  <a:cubicBezTo>
                    <a:pt x="536" y="502"/>
                    <a:pt x="531" y="495"/>
                    <a:pt x="527" y="488"/>
                  </a:cubicBezTo>
                  <a:cubicBezTo>
                    <a:pt x="524" y="484"/>
                    <a:pt x="524" y="482"/>
                    <a:pt x="525" y="482"/>
                  </a:cubicBezTo>
                  <a:cubicBezTo>
                    <a:pt x="526" y="482"/>
                    <a:pt x="528" y="483"/>
                    <a:pt x="531" y="486"/>
                  </a:cubicBezTo>
                  <a:cubicBezTo>
                    <a:pt x="534" y="488"/>
                    <a:pt x="536" y="489"/>
                    <a:pt x="537" y="489"/>
                  </a:cubicBezTo>
                  <a:cubicBezTo>
                    <a:pt x="538" y="489"/>
                    <a:pt x="538" y="487"/>
                    <a:pt x="536" y="484"/>
                  </a:cubicBezTo>
                  <a:cubicBezTo>
                    <a:pt x="536" y="483"/>
                    <a:pt x="537" y="483"/>
                    <a:pt x="537" y="483"/>
                  </a:cubicBezTo>
                  <a:cubicBezTo>
                    <a:pt x="538" y="483"/>
                    <a:pt x="540" y="484"/>
                    <a:pt x="544" y="488"/>
                  </a:cubicBezTo>
                  <a:cubicBezTo>
                    <a:pt x="546" y="487"/>
                    <a:pt x="546" y="487"/>
                    <a:pt x="540" y="480"/>
                  </a:cubicBezTo>
                  <a:cubicBezTo>
                    <a:pt x="538" y="477"/>
                    <a:pt x="537" y="475"/>
                    <a:pt x="538" y="475"/>
                  </a:cubicBezTo>
                  <a:cubicBezTo>
                    <a:pt x="539" y="475"/>
                    <a:pt x="541" y="476"/>
                    <a:pt x="544" y="479"/>
                  </a:cubicBezTo>
                  <a:cubicBezTo>
                    <a:pt x="549" y="485"/>
                    <a:pt x="552" y="487"/>
                    <a:pt x="553" y="487"/>
                  </a:cubicBezTo>
                  <a:cubicBezTo>
                    <a:pt x="555" y="487"/>
                    <a:pt x="555" y="485"/>
                    <a:pt x="553" y="481"/>
                  </a:cubicBezTo>
                  <a:cubicBezTo>
                    <a:pt x="548" y="476"/>
                    <a:pt x="549" y="475"/>
                    <a:pt x="550" y="474"/>
                  </a:cubicBezTo>
                  <a:cubicBezTo>
                    <a:pt x="551" y="472"/>
                    <a:pt x="553" y="472"/>
                    <a:pt x="549" y="465"/>
                  </a:cubicBezTo>
                  <a:lnTo>
                    <a:pt x="551" y="463"/>
                  </a:lnTo>
                  <a:cubicBezTo>
                    <a:pt x="552" y="463"/>
                    <a:pt x="552" y="463"/>
                    <a:pt x="552" y="463"/>
                  </a:cubicBezTo>
                  <a:cubicBezTo>
                    <a:pt x="553" y="463"/>
                    <a:pt x="556" y="470"/>
                    <a:pt x="555" y="470"/>
                  </a:cubicBezTo>
                  <a:lnTo>
                    <a:pt x="562" y="476"/>
                  </a:lnTo>
                  <a:cubicBezTo>
                    <a:pt x="564" y="475"/>
                    <a:pt x="565" y="474"/>
                    <a:pt x="560" y="466"/>
                  </a:cubicBezTo>
                  <a:cubicBezTo>
                    <a:pt x="556" y="459"/>
                    <a:pt x="554" y="456"/>
                    <a:pt x="554" y="456"/>
                  </a:cubicBezTo>
                  <a:lnTo>
                    <a:pt x="554" y="456"/>
                  </a:lnTo>
                  <a:cubicBezTo>
                    <a:pt x="554" y="456"/>
                    <a:pt x="557" y="459"/>
                    <a:pt x="562" y="466"/>
                  </a:cubicBezTo>
                  <a:cubicBezTo>
                    <a:pt x="565" y="469"/>
                    <a:pt x="570" y="473"/>
                    <a:pt x="571" y="473"/>
                  </a:cubicBezTo>
                  <a:cubicBezTo>
                    <a:pt x="571" y="473"/>
                    <a:pt x="571" y="472"/>
                    <a:pt x="569" y="470"/>
                  </a:cubicBezTo>
                  <a:cubicBezTo>
                    <a:pt x="565" y="464"/>
                    <a:pt x="564" y="461"/>
                    <a:pt x="565" y="461"/>
                  </a:cubicBezTo>
                  <a:lnTo>
                    <a:pt x="565" y="461"/>
                  </a:lnTo>
                  <a:cubicBezTo>
                    <a:pt x="566" y="461"/>
                    <a:pt x="569" y="464"/>
                    <a:pt x="572" y="468"/>
                  </a:cubicBezTo>
                  <a:cubicBezTo>
                    <a:pt x="576" y="474"/>
                    <a:pt x="579" y="478"/>
                    <a:pt x="580" y="478"/>
                  </a:cubicBezTo>
                  <a:cubicBezTo>
                    <a:pt x="580" y="478"/>
                    <a:pt x="579" y="473"/>
                    <a:pt x="575" y="465"/>
                  </a:cubicBezTo>
                  <a:cubicBezTo>
                    <a:pt x="578" y="463"/>
                    <a:pt x="576" y="453"/>
                    <a:pt x="580" y="450"/>
                  </a:cubicBezTo>
                  <a:cubicBezTo>
                    <a:pt x="582" y="448"/>
                    <a:pt x="584" y="446"/>
                    <a:pt x="587" y="446"/>
                  </a:cubicBezTo>
                  <a:cubicBezTo>
                    <a:pt x="588" y="446"/>
                    <a:pt x="590" y="447"/>
                    <a:pt x="593" y="449"/>
                  </a:cubicBezTo>
                  <a:cubicBezTo>
                    <a:pt x="593" y="449"/>
                    <a:pt x="594" y="450"/>
                    <a:pt x="594" y="450"/>
                  </a:cubicBezTo>
                  <a:lnTo>
                    <a:pt x="594" y="450"/>
                  </a:lnTo>
                  <a:cubicBezTo>
                    <a:pt x="588" y="443"/>
                    <a:pt x="589" y="442"/>
                    <a:pt x="591" y="439"/>
                  </a:cubicBezTo>
                  <a:lnTo>
                    <a:pt x="591" y="439"/>
                  </a:lnTo>
                  <a:cubicBezTo>
                    <a:pt x="592" y="439"/>
                    <a:pt x="593" y="439"/>
                    <a:pt x="594" y="439"/>
                  </a:cubicBezTo>
                  <a:cubicBezTo>
                    <a:pt x="599" y="439"/>
                    <a:pt x="596" y="433"/>
                    <a:pt x="591" y="428"/>
                  </a:cubicBezTo>
                  <a:lnTo>
                    <a:pt x="588" y="430"/>
                  </a:lnTo>
                  <a:cubicBezTo>
                    <a:pt x="581" y="423"/>
                    <a:pt x="578" y="420"/>
                    <a:pt x="580" y="420"/>
                  </a:cubicBezTo>
                  <a:cubicBezTo>
                    <a:pt x="580" y="420"/>
                    <a:pt x="582" y="421"/>
                    <a:pt x="585" y="422"/>
                  </a:cubicBezTo>
                  <a:cubicBezTo>
                    <a:pt x="585" y="422"/>
                    <a:pt x="585" y="422"/>
                    <a:pt x="586" y="422"/>
                  </a:cubicBezTo>
                  <a:cubicBezTo>
                    <a:pt x="588" y="422"/>
                    <a:pt x="594" y="426"/>
                    <a:pt x="600" y="431"/>
                  </a:cubicBezTo>
                  <a:cubicBezTo>
                    <a:pt x="605" y="435"/>
                    <a:pt x="612" y="439"/>
                    <a:pt x="614" y="439"/>
                  </a:cubicBezTo>
                  <a:cubicBezTo>
                    <a:pt x="614" y="439"/>
                    <a:pt x="614" y="439"/>
                    <a:pt x="614" y="439"/>
                  </a:cubicBezTo>
                  <a:cubicBezTo>
                    <a:pt x="614" y="438"/>
                    <a:pt x="615" y="436"/>
                    <a:pt x="609" y="432"/>
                  </a:cubicBezTo>
                  <a:cubicBezTo>
                    <a:pt x="602" y="428"/>
                    <a:pt x="602" y="428"/>
                    <a:pt x="603" y="426"/>
                  </a:cubicBezTo>
                  <a:cubicBezTo>
                    <a:pt x="604" y="425"/>
                    <a:pt x="605" y="424"/>
                    <a:pt x="600" y="419"/>
                  </a:cubicBezTo>
                  <a:cubicBezTo>
                    <a:pt x="593" y="413"/>
                    <a:pt x="594" y="412"/>
                    <a:pt x="594" y="411"/>
                  </a:cubicBezTo>
                  <a:lnTo>
                    <a:pt x="594" y="411"/>
                  </a:lnTo>
                  <a:cubicBezTo>
                    <a:pt x="598" y="413"/>
                    <a:pt x="600" y="413"/>
                    <a:pt x="602" y="413"/>
                  </a:cubicBezTo>
                  <a:cubicBezTo>
                    <a:pt x="603" y="413"/>
                    <a:pt x="603" y="413"/>
                    <a:pt x="603" y="413"/>
                  </a:cubicBezTo>
                  <a:lnTo>
                    <a:pt x="610" y="417"/>
                  </a:lnTo>
                  <a:cubicBezTo>
                    <a:pt x="614" y="421"/>
                    <a:pt x="620" y="423"/>
                    <a:pt x="624" y="425"/>
                  </a:cubicBezTo>
                  <a:cubicBezTo>
                    <a:pt x="626" y="424"/>
                    <a:pt x="619" y="420"/>
                    <a:pt x="619" y="420"/>
                  </a:cubicBezTo>
                  <a:cubicBezTo>
                    <a:pt x="613" y="415"/>
                    <a:pt x="632" y="386"/>
                    <a:pt x="633" y="382"/>
                  </a:cubicBezTo>
                  <a:cubicBezTo>
                    <a:pt x="634" y="382"/>
                    <a:pt x="635" y="382"/>
                    <a:pt x="636" y="382"/>
                  </a:cubicBezTo>
                  <a:cubicBezTo>
                    <a:pt x="643" y="382"/>
                    <a:pt x="644" y="378"/>
                    <a:pt x="636" y="377"/>
                  </a:cubicBezTo>
                  <a:cubicBezTo>
                    <a:pt x="629" y="374"/>
                    <a:pt x="632" y="367"/>
                    <a:pt x="636" y="359"/>
                  </a:cubicBezTo>
                  <a:cubicBezTo>
                    <a:pt x="639" y="350"/>
                    <a:pt x="641" y="343"/>
                    <a:pt x="633" y="341"/>
                  </a:cubicBezTo>
                  <a:cubicBezTo>
                    <a:pt x="633" y="341"/>
                    <a:pt x="634" y="339"/>
                    <a:pt x="634" y="337"/>
                  </a:cubicBezTo>
                  <a:cubicBezTo>
                    <a:pt x="636" y="334"/>
                    <a:pt x="629" y="329"/>
                    <a:pt x="629" y="328"/>
                  </a:cubicBezTo>
                  <a:cubicBezTo>
                    <a:pt x="625" y="326"/>
                    <a:pt x="623" y="325"/>
                    <a:pt x="624" y="325"/>
                  </a:cubicBezTo>
                  <a:cubicBezTo>
                    <a:pt x="625" y="325"/>
                    <a:pt x="627" y="325"/>
                    <a:pt x="630" y="327"/>
                  </a:cubicBezTo>
                  <a:cubicBezTo>
                    <a:pt x="636" y="328"/>
                    <a:pt x="643" y="330"/>
                    <a:pt x="645" y="330"/>
                  </a:cubicBezTo>
                  <a:cubicBezTo>
                    <a:pt x="645" y="330"/>
                    <a:pt x="646" y="330"/>
                    <a:pt x="646" y="330"/>
                  </a:cubicBezTo>
                  <a:cubicBezTo>
                    <a:pt x="647" y="327"/>
                    <a:pt x="639" y="324"/>
                    <a:pt x="631" y="323"/>
                  </a:cubicBezTo>
                  <a:cubicBezTo>
                    <a:pt x="623" y="321"/>
                    <a:pt x="623" y="320"/>
                    <a:pt x="623" y="320"/>
                  </a:cubicBezTo>
                  <a:cubicBezTo>
                    <a:pt x="623" y="319"/>
                    <a:pt x="623" y="319"/>
                    <a:pt x="624" y="319"/>
                  </a:cubicBezTo>
                  <a:cubicBezTo>
                    <a:pt x="625" y="319"/>
                    <a:pt x="627" y="319"/>
                    <a:pt x="631" y="320"/>
                  </a:cubicBezTo>
                  <a:lnTo>
                    <a:pt x="648" y="324"/>
                  </a:lnTo>
                  <a:lnTo>
                    <a:pt x="648" y="322"/>
                  </a:lnTo>
                  <a:cubicBezTo>
                    <a:pt x="640" y="321"/>
                    <a:pt x="640" y="320"/>
                    <a:pt x="640" y="320"/>
                  </a:cubicBezTo>
                  <a:cubicBezTo>
                    <a:pt x="640" y="319"/>
                    <a:pt x="640" y="318"/>
                    <a:pt x="642" y="318"/>
                  </a:cubicBezTo>
                  <a:cubicBezTo>
                    <a:pt x="643" y="318"/>
                    <a:pt x="648" y="319"/>
                    <a:pt x="657" y="321"/>
                  </a:cubicBezTo>
                  <a:cubicBezTo>
                    <a:pt x="663" y="322"/>
                    <a:pt x="667" y="323"/>
                    <a:pt x="668" y="323"/>
                  </a:cubicBezTo>
                  <a:cubicBezTo>
                    <a:pt x="670" y="323"/>
                    <a:pt x="666" y="321"/>
                    <a:pt x="657" y="319"/>
                  </a:cubicBezTo>
                  <a:lnTo>
                    <a:pt x="650" y="314"/>
                  </a:lnTo>
                  <a:lnTo>
                    <a:pt x="650" y="314"/>
                  </a:lnTo>
                  <a:cubicBezTo>
                    <a:pt x="652" y="314"/>
                    <a:pt x="653" y="314"/>
                    <a:pt x="654" y="314"/>
                  </a:cubicBezTo>
                  <a:cubicBezTo>
                    <a:pt x="663" y="314"/>
                    <a:pt x="651" y="310"/>
                    <a:pt x="643" y="307"/>
                  </a:cubicBezTo>
                  <a:lnTo>
                    <a:pt x="643" y="307"/>
                  </a:lnTo>
                  <a:cubicBezTo>
                    <a:pt x="646" y="308"/>
                    <a:pt x="649" y="308"/>
                    <a:pt x="650" y="308"/>
                  </a:cubicBezTo>
                  <a:cubicBezTo>
                    <a:pt x="659" y="308"/>
                    <a:pt x="656" y="306"/>
                    <a:pt x="643" y="303"/>
                  </a:cubicBezTo>
                  <a:cubicBezTo>
                    <a:pt x="636" y="302"/>
                    <a:pt x="636" y="301"/>
                    <a:pt x="645" y="301"/>
                  </a:cubicBezTo>
                  <a:cubicBezTo>
                    <a:pt x="652" y="300"/>
                    <a:pt x="654" y="299"/>
                    <a:pt x="654" y="295"/>
                  </a:cubicBezTo>
                  <a:cubicBezTo>
                    <a:pt x="646" y="293"/>
                    <a:pt x="647" y="284"/>
                    <a:pt x="648" y="273"/>
                  </a:cubicBezTo>
                  <a:cubicBezTo>
                    <a:pt x="649" y="259"/>
                    <a:pt x="649" y="251"/>
                    <a:pt x="640" y="251"/>
                  </a:cubicBezTo>
                  <a:cubicBezTo>
                    <a:pt x="640" y="250"/>
                    <a:pt x="640" y="250"/>
                    <a:pt x="649" y="248"/>
                  </a:cubicBezTo>
                  <a:cubicBezTo>
                    <a:pt x="657" y="248"/>
                    <a:pt x="657" y="246"/>
                    <a:pt x="640" y="246"/>
                  </a:cubicBezTo>
                  <a:cubicBezTo>
                    <a:pt x="636" y="245"/>
                    <a:pt x="632" y="245"/>
                    <a:pt x="631" y="245"/>
                  </a:cubicBezTo>
                  <a:cubicBezTo>
                    <a:pt x="630" y="245"/>
                    <a:pt x="632" y="245"/>
                    <a:pt x="640" y="245"/>
                  </a:cubicBezTo>
                  <a:cubicBezTo>
                    <a:pt x="649" y="244"/>
                    <a:pt x="649" y="241"/>
                    <a:pt x="648" y="236"/>
                  </a:cubicBezTo>
                  <a:cubicBezTo>
                    <a:pt x="648" y="232"/>
                    <a:pt x="648" y="227"/>
                    <a:pt x="641" y="227"/>
                  </a:cubicBezTo>
                  <a:cubicBezTo>
                    <a:pt x="640" y="227"/>
                    <a:pt x="640" y="227"/>
                    <a:pt x="639" y="227"/>
                  </a:cubicBezTo>
                  <a:cubicBezTo>
                    <a:pt x="631" y="226"/>
                    <a:pt x="631" y="226"/>
                    <a:pt x="639" y="226"/>
                  </a:cubicBezTo>
                  <a:lnTo>
                    <a:pt x="557" y="226"/>
                  </a:lnTo>
                  <a:cubicBezTo>
                    <a:pt x="565" y="226"/>
                    <a:pt x="566" y="228"/>
                    <a:pt x="566" y="228"/>
                  </a:cubicBezTo>
                  <a:cubicBezTo>
                    <a:pt x="558" y="229"/>
                    <a:pt x="558" y="230"/>
                    <a:pt x="558" y="231"/>
                  </a:cubicBezTo>
                  <a:cubicBezTo>
                    <a:pt x="558" y="233"/>
                    <a:pt x="558" y="234"/>
                    <a:pt x="561" y="234"/>
                  </a:cubicBezTo>
                  <a:cubicBezTo>
                    <a:pt x="562" y="234"/>
                    <a:pt x="564" y="234"/>
                    <a:pt x="566" y="233"/>
                  </a:cubicBezTo>
                  <a:lnTo>
                    <a:pt x="566" y="233"/>
                  </a:lnTo>
                  <a:cubicBezTo>
                    <a:pt x="567" y="238"/>
                    <a:pt x="564" y="244"/>
                    <a:pt x="559" y="245"/>
                  </a:cubicBezTo>
                  <a:cubicBezTo>
                    <a:pt x="551" y="247"/>
                    <a:pt x="559" y="247"/>
                    <a:pt x="567" y="247"/>
                  </a:cubicBezTo>
                  <a:cubicBezTo>
                    <a:pt x="569" y="247"/>
                    <a:pt x="570" y="246"/>
                    <a:pt x="572" y="246"/>
                  </a:cubicBezTo>
                  <a:cubicBezTo>
                    <a:pt x="576" y="246"/>
                    <a:pt x="580" y="247"/>
                    <a:pt x="584" y="248"/>
                  </a:cubicBezTo>
                  <a:lnTo>
                    <a:pt x="567" y="249"/>
                  </a:lnTo>
                  <a:cubicBezTo>
                    <a:pt x="559" y="249"/>
                    <a:pt x="559" y="249"/>
                    <a:pt x="559" y="251"/>
                  </a:cubicBezTo>
                  <a:lnTo>
                    <a:pt x="559" y="253"/>
                  </a:lnTo>
                  <a:cubicBezTo>
                    <a:pt x="567" y="253"/>
                    <a:pt x="567" y="257"/>
                    <a:pt x="567" y="265"/>
                  </a:cubicBezTo>
                  <a:cubicBezTo>
                    <a:pt x="566" y="273"/>
                    <a:pt x="566" y="276"/>
                    <a:pt x="574" y="277"/>
                  </a:cubicBezTo>
                  <a:cubicBezTo>
                    <a:pt x="582" y="277"/>
                    <a:pt x="582" y="278"/>
                    <a:pt x="574" y="281"/>
                  </a:cubicBezTo>
                  <a:cubicBezTo>
                    <a:pt x="548" y="285"/>
                    <a:pt x="548" y="284"/>
                    <a:pt x="556" y="286"/>
                  </a:cubicBezTo>
                  <a:cubicBezTo>
                    <a:pt x="558" y="286"/>
                    <a:pt x="559" y="286"/>
                    <a:pt x="561" y="286"/>
                  </a:cubicBezTo>
                  <a:cubicBezTo>
                    <a:pt x="565" y="286"/>
                    <a:pt x="569" y="286"/>
                    <a:pt x="573" y="287"/>
                  </a:cubicBezTo>
                  <a:cubicBezTo>
                    <a:pt x="584" y="288"/>
                    <a:pt x="587" y="289"/>
                    <a:pt x="582" y="289"/>
                  </a:cubicBezTo>
                  <a:cubicBezTo>
                    <a:pt x="580" y="289"/>
                    <a:pt x="577" y="289"/>
                    <a:pt x="572" y="288"/>
                  </a:cubicBezTo>
                  <a:cubicBezTo>
                    <a:pt x="571" y="288"/>
                    <a:pt x="571" y="288"/>
                    <a:pt x="570" y="288"/>
                  </a:cubicBezTo>
                  <a:cubicBezTo>
                    <a:pt x="556" y="288"/>
                    <a:pt x="562" y="302"/>
                    <a:pt x="576" y="306"/>
                  </a:cubicBezTo>
                  <a:lnTo>
                    <a:pt x="568" y="304"/>
                  </a:lnTo>
                  <a:cubicBezTo>
                    <a:pt x="566" y="304"/>
                    <a:pt x="565" y="304"/>
                    <a:pt x="564" y="304"/>
                  </a:cubicBezTo>
                  <a:cubicBezTo>
                    <a:pt x="560" y="304"/>
                    <a:pt x="560" y="305"/>
                    <a:pt x="559" y="307"/>
                  </a:cubicBezTo>
                  <a:lnTo>
                    <a:pt x="558" y="310"/>
                  </a:lnTo>
                  <a:cubicBezTo>
                    <a:pt x="570" y="313"/>
                    <a:pt x="567" y="316"/>
                    <a:pt x="561" y="316"/>
                  </a:cubicBezTo>
                  <a:cubicBezTo>
                    <a:pt x="560" y="316"/>
                    <a:pt x="558" y="316"/>
                    <a:pt x="556" y="315"/>
                  </a:cubicBezTo>
                  <a:cubicBezTo>
                    <a:pt x="552" y="315"/>
                    <a:pt x="550" y="314"/>
                    <a:pt x="549" y="314"/>
                  </a:cubicBezTo>
                  <a:cubicBezTo>
                    <a:pt x="548" y="314"/>
                    <a:pt x="548" y="315"/>
                    <a:pt x="548" y="315"/>
                  </a:cubicBezTo>
                  <a:cubicBezTo>
                    <a:pt x="558" y="321"/>
                    <a:pt x="556" y="324"/>
                    <a:pt x="552" y="324"/>
                  </a:cubicBezTo>
                  <a:cubicBezTo>
                    <a:pt x="550" y="324"/>
                    <a:pt x="547" y="323"/>
                    <a:pt x="545" y="322"/>
                  </a:cubicBezTo>
                  <a:lnTo>
                    <a:pt x="545" y="324"/>
                  </a:lnTo>
                  <a:cubicBezTo>
                    <a:pt x="551" y="328"/>
                    <a:pt x="550" y="330"/>
                    <a:pt x="550" y="330"/>
                  </a:cubicBezTo>
                  <a:cubicBezTo>
                    <a:pt x="549" y="332"/>
                    <a:pt x="548" y="333"/>
                    <a:pt x="557" y="336"/>
                  </a:cubicBezTo>
                  <a:cubicBezTo>
                    <a:pt x="564" y="339"/>
                    <a:pt x="572" y="342"/>
                    <a:pt x="571" y="343"/>
                  </a:cubicBezTo>
                  <a:lnTo>
                    <a:pt x="564" y="340"/>
                  </a:lnTo>
                  <a:cubicBezTo>
                    <a:pt x="561" y="339"/>
                    <a:pt x="559" y="338"/>
                    <a:pt x="558" y="338"/>
                  </a:cubicBezTo>
                  <a:cubicBezTo>
                    <a:pt x="555" y="338"/>
                    <a:pt x="554" y="340"/>
                    <a:pt x="553" y="342"/>
                  </a:cubicBezTo>
                  <a:cubicBezTo>
                    <a:pt x="551" y="345"/>
                    <a:pt x="550" y="347"/>
                    <a:pt x="548" y="347"/>
                  </a:cubicBezTo>
                  <a:cubicBezTo>
                    <a:pt x="546" y="347"/>
                    <a:pt x="545" y="346"/>
                    <a:pt x="543" y="346"/>
                  </a:cubicBezTo>
                  <a:lnTo>
                    <a:pt x="543" y="346"/>
                  </a:lnTo>
                  <a:lnTo>
                    <a:pt x="548" y="350"/>
                  </a:lnTo>
                  <a:cubicBezTo>
                    <a:pt x="552" y="353"/>
                    <a:pt x="554" y="354"/>
                    <a:pt x="553" y="354"/>
                  </a:cubicBezTo>
                  <a:cubicBezTo>
                    <a:pt x="553" y="354"/>
                    <a:pt x="551" y="353"/>
                    <a:pt x="548" y="351"/>
                  </a:cubicBezTo>
                  <a:cubicBezTo>
                    <a:pt x="546" y="350"/>
                    <a:pt x="544" y="350"/>
                    <a:pt x="543" y="350"/>
                  </a:cubicBezTo>
                  <a:cubicBezTo>
                    <a:pt x="540" y="350"/>
                    <a:pt x="540" y="353"/>
                    <a:pt x="544" y="357"/>
                  </a:cubicBezTo>
                  <a:cubicBezTo>
                    <a:pt x="544" y="358"/>
                    <a:pt x="543" y="358"/>
                    <a:pt x="543" y="358"/>
                  </a:cubicBezTo>
                  <a:cubicBezTo>
                    <a:pt x="537" y="355"/>
                    <a:pt x="533" y="353"/>
                    <a:pt x="532" y="353"/>
                  </a:cubicBezTo>
                  <a:cubicBezTo>
                    <a:pt x="530" y="353"/>
                    <a:pt x="532" y="356"/>
                    <a:pt x="540" y="362"/>
                  </a:cubicBezTo>
                  <a:cubicBezTo>
                    <a:pt x="536" y="359"/>
                    <a:pt x="534" y="358"/>
                    <a:pt x="533" y="358"/>
                  </a:cubicBezTo>
                  <a:cubicBezTo>
                    <a:pt x="533" y="358"/>
                    <a:pt x="532" y="359"/>
                    <a:pt x="532" y="359"/>
                  </a:cubicBezTo>
                  <a:cubicBezTo>
                    <a:pt x="536" y="363"/>
                    <a:pt x="536" y="366"/>
                    <a:pt x="534" y="366"/>
                  </a:cubicBezTo>
                  <a:cubicBezTo>
                    <a:pt x="533" y="366"/>
                    <a:pt x="531" y="365"/>
                    <a:pt x="529" y="364"/>
                  </a:cubicBezTo>
                  <a:lnTo>
                    <a:pt x="528" y="364"/>
                  </a:lnTo>
                  <a:cubicBezTo>
                    <a:pt x="534" y="369"/>
                    <a:pt x="534" y="370"/>
                    <a:pt x="532" y="371"/>
                  </a:cubicBezTo>
                  <a:cubicBezTo>
                    <a:pt x="532" y="371"/>
                    <a:pt x="531" y="373"/>
                    <a:pt x="537" y="378"/>
                  </a:cubicBezTo>
                  <a:cubicBezTo>
                    <a:pt x="544" y="384"/>
                    <a:pt x="543" y="385"/>
                    <a:pt x="543" y="385"/>
                  </a:cubicBezTo>
                  <a:cubicBezTo>
                    <a:pt x="542" y="385"/>
                    <a:pt x="542" y="385"/>
                    <a:pt x="542" y="385"/>
                  </a:cubicBezTo>
                  <a:cubicBezTo>
                    <a:pt x="541" y="385"/>
                    <a:pt x="535" y="379"/>
                    <a:pt x="530" y="374"/>
                  </a:cubicBezTo>
                  <a:cubicBezTo>
                    <a:pt x="529" y="371"/>
                    <a:pt x="527" y="370"/>
                    <a:pt x="527" y="370"/>
                  </a:cubicBezTo>
                  <a:lnTo>
                    <a:pt x="527" y="370"/>
                  </a:lnTo>
                  <a:cubicBezTo>
                    <a:pt x="526" y="370"/>
                    <a:pt x="527" y="374"/>
                    <a:pt x="534" y="382"/>
                  </a:cubicBezTo>
                  <a:cubicBezTo>
                    <a:pt x="539" y="388"/>
                    <a:pt x="541" y="392"/>
                    <a:pt x="541" y="392"/>
                  </a:cubicBezTo>
                  <a:cubicBezTo>
                    <a:pt x="541" y="392"/>
                    <a:pt x="538" y="389"/>
                    <a:pt x="534" y="383"/>
                  </a:cubicBezTo>
                  <a:cubicBezTo>
                    <a:pt x="530" y="379"/>
                    <a:pt x="526" y="374"/>
                    <a:pt x="525" y="374"/>
                  </a:cubicBezTo>
                  <a:lnTo>
                    <a:pt x="525" y="374"/>
                  </a:lnTo>
                  <a:cubicBezTo>
                    <a:pt x="525" y="374"/>
                    <a:pt x="525" y="375"/>
                    <a:pt x="527" y="377"/>
                  </a:cubicBezTo>
                  <a:cubicBezTo>
                    <a:pt x="527" y="377"/>
                    <a:pt x="526" y="378"/>
                    <a:pt x="531" y="384"/>
                  </a:cubicBezTo>
                  <a:lnTo>
                    <a:pt x="530" y="386"/>
                  </a:lnTo>
                  <a:cubicBezTo>
                    <a:pt x="525" y="384"/>
                    <a:pt x="523" y="383"/>
                    <a:pt x="522" y="383"/>
                  </a:cubicBezTo>
                  <a:cubicBezTo>
                    <a:pt x="521" y="383"/>
                    <a:pt x="521" y="383"/>
                    <a:pt x="521" y="384"/>
                  </a:cubicBezTo>
                  <a:cubicBezTo>
                    <a:pt x="524" y="387"/>
                    <a:pt x="525" y="388"/>
                    <a:pt x="524" y="388"/>
                  </a:cubicBezTo>
                  <a:cubicBezTo>
                    <a:pt x="524" y="388"/>
                    <a:pt x="522" y="387"/>
                    <a:pt x="519" y="385"/>
                  </a:cubicBezTo>
                  <a:cubicBezTo>
                    <a:pt x="517" y="383"/>
                    <a:pt x="515" y="381"/>
                    <a:pt x="515" y="381"/>
                  </a:cubicBezTo>
                  <a:lnTo>
                    <a:pt x="515" y="381"/>
                  </a:lnTo>
                  <a:cubicBezTo>
                    <a:pt x="515" y="381"/>
                    <a:pt x="518" y="384"/>
                    <a:pt x="525" y="392"/>
                  </a:cubicBezTo>
                  <a:cubicBezTo>
                    <a:pt x="527" y="395"/>
                    <a:pt x="528" y="396"/>
                    <a:pt x="528" y="396"/>
                  </a:cubicBezTo>
                  <a:cubicBezTo>
                    <a:pt x="527" y="396"/>
                    <a:pt x="525" y="395"/>
                    <a:pt x="522" y="393"/>
                  </a:cubicBezTo>
                  <a:cubicBezTo>
                    <a:pt x="516" y="387"/>
                    <a:pt x="513" y="384"/>
                    <a:pt x="512" y="384"/>
                  </a:cubicBezTo>
                  <a:lnTo>
                    <a:pt x="512" y="384"/>
                  </a:lnTo>
                  <a:cubicBezTo>
                    <a:pt x="512" y="384"/>
                    <a:pt x="513" y="386"/>
                    <a:pt x="516" y="388"/>
                  </a:cubicBezTo>
                  <a:cubicBezTo>
                    <a:pt x="521" y="394"/>
                    <a:pt x="520" y="395"/>
                    <a:pt x="520" y="395"/>
                  </a:cubicBezTo>
                  <a:cubicBezTo>
                    <a:pt x="518" y="393"/>
                    <a:pt x="517" y="393"/>
                    <a:pt x="515" y="393"/>
                  </a:cubicBezTo>
                  <a:cubicBezTo>
                    <a:pt x="511" y="393"/>
                    <a:pt x="506" y="397"/>
                    <a:pt x="501" y="401"/>
                  </a:cubicBezTo>
                  <a:cubicBezTo>
                    <a:pt x="502" y="405"/>
                    <a:pt x="505" y="410"/>
                    <a:pt x="509" y="414"/>
                  </a:cubicBezTo>
                  <a:cubicBezTo>
                    <a:pt x="513" y="419"/>
                    <a:pt x="515" y="421"/>
                    <a:pt x="514" y="421"/>
                  </a:cubicBezTo>
                  <a:cubicBezTo>
                    <a:pt x="514" y="421"/>
                    <a:pt x="511" y="418"/>
                    <a:pt x="508" y="414"/>
                  </a:cubicBezTo>
                  <a:cubicBezTo>
                    <a:pt x="500" y="405"/>
                    <a:pt x="496" y="401"/>
                    <a:pt x="495" y="401"/>
                  </a:cubicBezTo>
                  <a:lnTo>
                    <a:pt x="495" y="401"/>
                  </a:lnTo>
                  <a:cubicBezTo>
                    <a:pt x="495" y="401"/>
                    <a:pt x="499" y="406"/>
                    <a:pt x="507" y="415"/>
                  </a:cubicBezTo>
                  <a:cubicBezTo>
                    <a:pt x="512" y="422"/>
                    <a:pt x="514" y="425"/>
                    <a:pt x="514" y="425"/>
                  </a:cubicBezTo>
                  <a:cubicBezTo>
                    <a:pt x="514" y="425"/>
                    <a:pt x="511" y="422"/>
                    <a:pt x="505" y="416"/>
                  </a:cubicBezTo>
                  <a:cubicBezTo>
                    <a:pt x="503" y="414"/>
                    <a:pt x="501" y="412"/>
                    <a:pt x="501" y="412"/>
                  </a:cubicBezTo>
                  <a:lnTo>
                    <a:pt x="501" y="412"/>
                  </a:lnTo>
                  <a:cubicBezTo>
                    <a:pt x="501" y="412"/>
                    <a:pt x="501" y="414"/>
                    <a:pt x="503" y="417"/>
                  </a:cubicBezTo>
                  <a:cubicBezTo>
                    <a:pt x="506" y="421"/>
                    <a:pt x="507" y="423"/>
                    <a:pt x="506" y="423"/>
                  </a:cubicBezTo>
                  <a:cubicBezTo>
                    <a:pt x="506" y="423"/>
                    <a:pt x="505" y="421"/>
                    <a:pt x="502" y="419"/>
                  </a:cubicBezTo>
                  <a:cubicBezTo>
                    <a:pt x="498" y="414"/>
                    <a:pt x="494" y="410"/>
                    <a:pt x="494" y="410"/>
                  </a:cubicBezTo>
                  <a:lnTo>
                    <a:pt x="494" y="410"/>
                  </a:lnTo>
                  <a:cubicBezTo>
                    <a:pt x="494" y="410"/>
                    <a:pt x="495" y="411"/>
                    <a:pt x="497" y="413"/>
                  </a:cubicBezTo>
                  <a:cubicBezTo>
                    <a:pt x="497" y="413"/>
                    <a:pt x="495" y="413"/>
                    <a:pt x="490" y="407"/>
                  </a:cubicBezTo>
                  <a:cubicBezTo>
                    <a:pt x="488" y="405"/>
                    <a:pt x="487" y="405"/>
                    <a:pt x="487" y="405"/>
                  </a:cubicBezTo>
                  <a:lnTo>
                    <a:pt x="487" y="405"/>
                  </a:lnTo>
                  <a:cubicBezTo>
                    <a:pt x="487" y="405"/>
                    <a:pt x="490" y="410"/>
                    <a:pt x="492" y="415"/>
                  </a:cubicBezTo>
                  <a:cubicBezTo>
                    <a:pt x="495" y="423"/>
                    <a:pt x="496" y="427"/>
                    <a:pt x="495" y="427"/>
                  </a:cubicBezTo>
                  <a:cubicBezTo>
                    <a:pt x="495" y="427"/>
                    <a:pt x="492" y="423"/>
                    <a:pt x="489" y="416"/>
                  </a:cubicBezTo>
                  <a:cubicBezTo>
                    <a:pt x="486" y="412"/>
                    <a:pt x="484" y="410"/>
                    <a:pt x="484" y="410"/>
                  </a:cubicBezTo>
                  <a:lnTo>
                    <a:pt x="484" y="410"/>
                  </a:lnTo>
                  <a:cubicBezTo>
                    <a:pt x="482" y="410"/>
                    <a:pt x="484" y="417"/>
                    <a:pt x="489" y="426"/>
                  </a:cubicBezTo>
                  <a:cubicBezTo>
                    <a:pt x="493" y="435"/>
                    <a:pt x="495" y="438"/>
                    <a:pt x="495" y="438"/>
                  </a:cubicBezTo>
                  <a:cubicBezTo>
                    <a:pt x="495" y="438"/>
                    <a:pt x="494" y="436"/>
                    <a:pt x="492" y="433"/>
                  </a:cubicBezTo>
                  <a:cubicBezTo>
                    <a:pt x="489" y="428"/>
                    <a:pt x="488" y="427"/>
                    <a:pt x="488" y="427"/>
                  </a:cubicBezTo>
                  <a:cubicBezTo>
                    <a:pt x="488" y="427"/>
                    <a:pt x="488" y="428"/>
                    <a:pt x="488" y="428"/>
                  </a:cubicBezTo>
                  <a:cubicBezTo>
                    <a:pt x="486" y="428"/>
                    <a:pt x="485" y="428"/>
                    <a:pt x="481" y="421"/>
                  </a:cubicBezTo>
                  <a:lnTo>
                    <a:pt x="481" y="421"/>
                  </a:lnTo>
                  <a:cubicBezTo>
                    <a:pt x="481" y="421"/>
                    <a:pt x="480" y="422"/>
                    <a:pt x="482" y="430"/>
                  </a:cubicBezTo>
                  <a:cubicBezTo>
                    <a:pt x="485" y="436"/>
                    <a:pt x="485" y="438"/>
                    <a:pt x="484" y="438"/>
                  </a:cubicBezTo>
                  <a:cubicBezTo>
                    <a:pt x="482" y="438"/>
                    <a:pt x="478" y="433"/>
                    <a:pt x="473" y="425"/>
                  </a:cubicBezTo>
                  <a:lnTo>
                    <a:pt x="473" y="425"/>
                  </a:lnTo>
                  <a:lnTo>
                    <a:pt x="475" y="433"/>
                  </a:lnTo>
                  <a:cubicBezTo>
                    <a:pt x="479" y="442"/>
                    <a:pt x="481" y="449"/>
                    <a:pt x="480" y="449"/>
                  </a:cubicBezTo>
                  <a:cubicBezTo>
                    <a:pt x="480" y="449"/>
                    <a:pt x="479" y="446"/>
                    <a:pt x="476" y="441"/>
                  </a:cubicBezTo>
                  <a:lnTo>
                    <a:pt x="473" y="434"/>
                  </a:lnTo>
                  <a:lnTo>
                    <a:pt x="473" y="434"/>
                  </a:lnTo>
                  <a:cubicBezTo>
                    <a:pt x="475" y="440"/>
                    <a:pt x="475" y="443"/>
                    <a:pt x="474" y="443"/>
                  </a:cubicBezTo>
                  <a:cubicBezTo>
                    <a:pt x="472" y="443"/>
                    <a:pt x="468" y="437"/>
                    <a:pt x="464" y="429"/>
                  </a:cubicBezTo>
                  <a:lnTo>
                    <a:pt x="464" y="429"/>
                  </a:lnTo>
                  <a:cubicBezTo>
                    <a:pt x="467" y="436"/>
                    <a:pt x="471" y="443"/>
                    <a:pt x="470" y="444"/>
                  </a:cubicBezTo>
                  <a:cubicBezTo>
                    <a:pt x="468" y="444"/>
                    <a:pt x="467" y="444"/>
                    <a:pt x="464" y="438"/>
                  </a:cubicBezTo>
                  <a:cubicBezTo>
                    <a:pt x="461" y="432"/>
                    <a:pt x="458" y="427"/>
                    <a:pt x="458" y="427"/>
                  </a:cubicBezTo>
                  <a:lnTo>
                    <a:pt x="458" y="427"/>
                  </a:lnTo>
                  <a:cubicBezTo>
                    <a:pt x="458" y="427"/>
                    <a:pt x="458" y="428"/>
                    <a:pt x="458" y="431"/>
                  </a:cubicBezTo>
                  <a:cubicBezTo>
                    <a:pt x="458" y="431"/>
                    <a:pt x="458" y="431"/>
                    <a:pt x="454" y="423"/>
                  </a:cubicBezTo>
                  <a:cubicBezTo>
                    <a:pt x="453" y="424"/>
                    <a:pt x="452" y="424"/>
                    <a:pt x="451" y="424"/>
                  </a:cubicBezTo>
                  <a:cubicBezTo>
                    <a:pt x="452" y="428"/>
                    <a:pt x="452" y="431"/>
                    <a:pt x="451" y="431"/>
                  </a:cubicBezTo>
                  <a:cubicBezTo>
                    <a:pt x="450" y="431"/>
                    <a:pt x="449" y="429"/>
                    <a:pt x="447" y="425"/>
                  </a:cubicBezTo>
                  <a:cubicBezTo>
                    <a:pt x="447" y="425"/>
                    <a:pt x="446" y="426"/>
                    <a:pt x="447" y="434"/>
                  </a:cubicBezTo>
                  <a:cubicBezTo>
                    <a:pt x="446" y="434"/>
                    <a:pt x="445" y="434"/>
                    <a:pt x="443" y="428"/>
                  </a:cubicBezTo>
                  <a:cubicBezTo>
                    <a:pt x="441" y="424"/>
                    <a:pt x="440" y="422"/>
                    <a:pt x="440" y="422"/>
                  </a:cubicBezTo>
                  <a:lnTo>
                    <a:pt x="440" y="422"/>
                  </a:lnTo>
                  <a:cubicBezTo>
                    <a:pt x="440" y="422"/>
                    <a:pt x="440" y="424"/>
                    <a:pt x="442" y="428"/>
                  </a:cubicBezTo>
                  <a:cubicBezTo>
                    <a:pt x="444" y="435"/>
                    <a:pt x="443" y="435"/>
                    <a:pt x="442" y="435"/>
                  </a:cubicBezTo>
                  <a:lnTo>
                    <a:pt x="440" y="435"/>
                  </a:lnTo>
                  <a:cubicBezTo>
                    <a:pt x="443" y="443"/>
                    <a:pt x="443" y="443"/>
                    <a:pt x="442" y="444"/>
                  </a:cubicBezTo>
                  <a:cubicBezTo>
                    <a:pt x="440" y="444"/>
                    <a:pt x="435" y="436"/>
                    <a:pt x="435" y="436"/>
                  </a:cubicBezTo>
                  <a:cubicBezTo>
                    <a:pt x="431" y="438"/>
                    <a:pt x="431" y="438"/>
                    <a:pt x="435" y="445"/>
                  </a:cubicBezTo>
                  <a:cubicBezTo>
                    <a:pt x="436" y="445"/>
                    <a:pt x="436" y="449"/>
                    <a:pt x="436" y="449"/>
                  </a:cubicBezTo>
                  <a:cubicBezTo>
                    <a:pt x="435" y="449"/>
                    <a:pt x="435" y="448"/>
                    <a:pt x="434" y="445"/>
                  </a:cubicBezTo>
                  <a:cubicBezTo>
                    <a:pt x="433" y="445"/>
                    <a:pt x="428" y="439"/>
                    <a:pt x="425" y="439"/>
                  </a:cubicBezTo>
                  <a:cubicBezTo>
                    <a:pt x="421" y="439"/>
                    <a:pt x="421" y="439"/>
                    <a:pt x="422" y="447"/>
                  </a:cubicBezTo>
                  <a:cubicBezTo>
                    <a:pt x="425" y="455"/>
                    <a:pt x="426" y="459"/>
                    <a:pt x="425" y="459"/>
                  </a:cubicBezTo>
                  <a:cubicBezTo>
                    <a:pt x="425" y="459"/>
                    <a:pt x="424" y="455"/>
                    <a:pt x="421" y="448"/>
                  </a:cubicBezTo>
                  <a:cubicBezTo>
                    <a:pt x="419" y="438"/>
                    <a:pt x="418" y="434"/>
                    <a:pt x="417" y="434"/>
                  </a:cubicBezTo>
                  <a:lnTo>
                    <a:pt x="417" y="434"/>
                  </a:lnTo>
                  <a:cubicBezTo>
                    <a:pt x="417" y="434"/>
                    <a:pt x="418" y="436"/>
                    <a:pt x="418" y="440"/>
                  </a:cubicBezTo>
                  <a:cubicBezTo>
                    <a:pt x="418" y="448"/>
                    <a:pt x="418" y="448"/>
                    <a:pt x="417" y="448"/>
                  </a:cubicBezTo>
                  <a:cubicBezTo>
                    <a:pt x="416" y="444"/>
                    <a:pt x="416" y="442"/>
                    <a:pt x="415" y="442"/>
                  </a:cubicBezTo>
                  <a:cubicBezTo>
                    <a:pt x="415" y="442"/>
                    <a:pt x="414" y="444"/>
                    <a:pt x="413" y="448"/>
                  </a:cubicBezTo>
                  <a:cubicBezTo>
                    <a:pt x="412" y="448"/>
                    <a:pt x="412" y="448"/>
                    <a:pt x="412" y="440"/>
                  </a:cubicBezTo>
                  <a:lnTo>
                    <a:pt x="410" y="440"/>
                  </a:lnTo>
                  <a:cubicBezTo>
                    <a:pt x="410" y="447"/>
                    <a:pt x="409" y="450"/>
                    <a:pt x="407" y="450"/>
                  </a:cubicBezTo>
                  <a:cubicBezTo>
                    <a:pt x="405" y="450"/>
                    <a:pt x="403" y="445"/>
                    <a:pt x="402" y="440"/>
                  </a:cubicBezTo>
                  <a:cubicBezTo>
                    <a:pt x="402" y="440"/>
                    <a:pt x="401" y="440"/>
                    <a:pt x="400" y="448"/>
                  </a:cubicBezTo>
                  <a:cubicBezTo>
                    <a:pt x="400" y="456"/>
                    <a:pt x="400" y="460"/>
                    <a:pt x="399" y="460"/>
                  </a:cubicBezTo>
                  <a:cubicBezTo>
                    <a:pt x="399" y="460"/>
                    <a:pt x="399" y="456"/>
                    <a:pt x="399" y="448"/>
                  </a:cubicBezTo>
                  <a:cubicBezTo>
                    <a:pt x="398" y="440"/>
                    <a:pt x="398" y="436"/>
                    <a:pt x="398" y="436"/>
                  </a:cubicBezTo>
                  <a:cubicBezTo>
                    <a:pt x="398" y="436"/>
                    <a:pt x="398" y="440"/>
                    <a:pt x="398" y="448"/>
                  </a:cubicBezTo>
                  <a:cubicBezTo>
                    <a:pt x="397" y="451"/>
                    <a:pt x="396" y="453"/>
                    <a:pt x="395" y="453"/>
                  </a:cubicBezTo>
                  <a:cubicBezTo>
                    <a:pt x="394" y="453"/>
                    <a:pt x="393" y="449"/>
                    <a:pt x="393" y="440"/>
                  </a:cubicBezTo>
                  <a:lnTo>
                    <a:pt x="393" y="423"/>
                  </a:lnTo>
                  <a:cubicBezTo>
                    <a:pt x="392" y="432"/>
                    <a:pt x="391" y="432"/>
                    <a:pt x="391" y="432"/>
                  </a:cubicBezTo>
                  <a:cubicBezTo>
                    <a:pt x="391" y="438"/>
                    <a:pt x="390" y="439"/>
                    <a:pt x="389" y="439"/>
                  </a:cubicBezTo>
                  <a:cubicBezTo>
                    <a:pt x="389" y="439"/>
                    <a:pt x="388" y="439"/>
                    <a:pt x="388" y="439"/>
                  </a:cubicBezTo>
                  <a:cubicBezTo>
                    <a:pt x="387" y="439"/>
                    <a:pt x="382" y="447"/>
                    <a:pt x="380" y="447"/>
                  </a:cubicBezTo>
                  <a:cubicBezTo>
                    <a:pt x="379" y="447"/>
                    <a:pt x="375" y="445"/>
                    <a:pt x="375" y="438"/>
                  </a:cubicBezTo>
                  <a:cubicBezTo>
                    <a:pt x="375" y="438"/>
                    <a:pt x="375" y="438"/>
                    <a:pt x="375" y="438"/>
                  </a:cubicBezTo>
                  <a:cubicBezTo>
                    <a:pt x="375" y="438"/>
                    <a:pt x="373" y="438"/>
                    <a:pt x="371" y="444"/>
                  </a:cubicBezTo>
                  <a:cubicBezTo>
                    <a:pt x="370" y="448"/>
                    <a:pt x="369" y="450"/>
                    <a:pt x="368" y="450"/>
                  </a:cubicBezTo>
                  <a:cubicBezTo>
                    <a:pt x="368" y="450"/>
                    <a:pt x="368" y="448"/>
                    <a:pt x="369" y="444"/>
                  </a:cubicBezTo>
                  <a:lnTo>
                    <a:pt x="368" y="444"/>
                  </a:lnTo>
                  <a:cubicBezTo>
                    <a:pt x="364" y="451"/>
                    <a:pt x="363" y="451"/>
                    <a:pt x="363" y="451"/>
                  </a:cubicBezTo>
                  <a:cubicBezTo>
                    <a:pt x="365" y="445"/>
                    <a:pt x="366" y="440"/>
                    <a:pt x="365" y="440"/>
                  </a:cubicBezTo>
                  <a:lnTo>
                    <a:pt x="365" y="440"/>
                  </a:lnTo>
                  <a:cubicBezTo>
                    <a:pt x="364" y="440"/>
                    <a:pt x="364" y="440"/>
                    <a:pt x="363" y="442"/>
                  </a:cubicBezTo>
                  <a:cubicBezTo>
                    <a:pt x="362" y="449"/>
                    <a:pt x="361" y="450"/>
                    <a:pt x="360" y="450"/>
                  </a:cubicBezTo>
                  <a:cubicBezTo>
                    <a:pt x="359" y="450"/>
                    <a:pt x="359" y="450"/>
                    <a:pt x="359" y="450"/>
                  </a:cubicBezTo>
                  <a:cubicBezTo>
                    <a:pt x="359" y="444"/>
                    <a:pt x="340" y="435"/>
                    <a:pt x="331" y="435"/>
                  </a:cubicBezTo>
                  <a:cubicBezTo>
                    <a:pt x="329" y="435"/>
                    <a:pt x="328" y="435"/>
                    <a:pt x="327" y="436"/>
                  </a:cubicBezTo>
                  <a:lnTo>
                    <a:pt x="325" y="435"/>
                  </a:lnTo>
                  <a:lnTo>
                    <a:pt x="323" y="433"/>
                  </a:lnTo>
                  <a:cubicBezTo>
                    <a:pt x="326" y="426"/>
                    <a:pt x="326" y="424"/>
                    <a:pt x="324" y="424"/>
                  </a:cubicBezTo>
                  <a:cubicBezTo>
                    <a:pt x="322" y="424"/>
                    <a:pt x="319" y="427"/>
                    <a:pt x="316" y="430"/>
                  </a:cubicBezTo>
                  <a:cubicBezTo>
                    <a:pt x="312" y="434"/>
                    <a:pt x="310" y="435"/>
                    <a:pt x="310" y="435"/>
                  </a:cubicBezTo>
                  <a:cubicBezTo>
                    <a:pt x="309" y="435"/>
                    <a:pt x="309" y="435"/>
                    <a:pt x="309" y="434"/>
                  </a:cubicBezTo>
                  <a:cubicBezTo>
                    <a:pt x="314" y="425"/>
                    <a:pt x="315" y="421"/>
                    <a:pt x="313" y="421"/>
                  </a:cubicBezTo>
                  <a:cubicBezTo>
                    <a:pt x="313" y="421"/>
                    <a:pt x="311" y="422"/>
                    <a:pt x="309" y="424"/>
                  </a:cubicBezTo>
                  <a:cubicBezTo>
                    <a:pt x="304" y="431"/>
                    <a:pt x="301" y="434"/>
                    <a:pt x="301" y="434"/>
                  </a:cubicBezTo>
                  <a:cubicBezTo>
                    <a:pt x="300" y="434"/>
                    <a:pt x="302" y="430"/>
                    <a:pt x="307" y="423"/>
                  </a:cubicBezTo>
                  <a:cubicBezTo>
                    <a:pt x="311" y="417"/>
                    <a:pt x="313" y="413"/>
                    <a:pt x="312" y="413"/>
                  </a:cubicBezTo>
                  <a:lnTo>
                    <a:pt x="312" y="413"/>
                  </a:lnTo>
                  <a:cubicBezTo>
                    <a:pt x="312" y="413"/>
                    <a:pt x="307" y="418"/>
                    <a:pt x="299" y="428"/>
                  </a:cubicBezTo>
                  <a:cubicBezTo>
                    <a:pt x="296" y="431"/>
                    <a:pt x="295" y="432"/>
                    <a:pt x="295" y="432"/>
                  </a:cubicBezTo>
                  <a:cubicBezTo>
                    <a:pt x="295" y="432"/>
                    <a:pt x="296" y="430"/>
                    <a:pt x="298" y="426"/>
                  </a:cubicBezTo>
                  <a:cubicBezTo>
                    <a:pt x="303" y="418"/>
                    <a:pt x="305" y="415"/>
                    <a:pt x="304" y="415"/>
                  </a:cubicBezTo>
                  <a:lnTo>
                    <a:pt x="304" y="415"/>
                  </a:lnTo>
                  <a:cubicBezTo>
                    <a:pt x="304" y="415"/>
                    <a:pt x="303" y="416"/>
                    <a:pt x="301" y="419"/>
                  </a:cubicBezTo>
                  <a:cubicBezTo>
                    <a:pt x="296" y="424"/>
                    <a:pt x="293" y="428"/>
                    <a:pt x="293" y="428"/>
                  </a:cubicBezTo>
                  <a:cubicBezTo>
                    <a:pt x="292" y="428"/>
                    <a:pt x="294" y="424"/>
                    <a:pt x="299" y="416"/>
                  </a:cubicBezTo>
                  <a:cubicBezTo>
                    <a:pt x="303" y="409"/>
                    <a:pt x="305" y="406"/>
                    <a:pt x="305" y="406"/>
                  </a:cubicBezTo>
                  <a:lnTo>
                    <a:pt x="305" y="406"/>
                  </a:lnTo>
                  <a:cubicBezTo>
                    <a:pt x="304" y="406"/>
                    <a:pt x="301" y="409"/>
                    <a:pt x="296" y="415"/>
                  </a:cubicBezTo>
                  <a:cubicBezTo>
                    <a:pt x="291" y="420"/>
                    <a:pt x="288" y="423"/>
                    <a:pt x="287" y="423"/>
                  </a:cubicBezTo>
                  <a:cubicBezTo>
                    <a:pt x="285" y="423"/>
                    <a:pt x="286" y="418"/>
                    <a:pt x="291" y="411"/>
                  </a:cubicBezTo>
                  <a:cubicBezTo>
                    <a:pt x="291" y="410"/>
                    <a:pt x="293" y="407"/>
                    <a:pt x="293" y="407"/>
                  </a:cubicBezTo>
                  <a:lnTo>
                    <a:pt x="293" y="407"/>
                  </a:lnTo>
                  <a:cubicBezTo>
                    <a:pt x="293" y="407"/>
                    <a:pt x="292" y="407"/>
                    <a:pt x="290" y="410"/>
                  </a:cubicBezTo>
                  <a:lnTo>
                    <a:pt x="295" y="403"/>
                  </a:lnTo>
                  <a:lnTo>
                    <a:pt x="293" y="401"/>
                  </a:lnTo>
                  <a:lnTo>
                    <a:pt x="288" y="407"/>
                  </a:lnTo>
                  <a:cubicBezTo>
                    <a:pt x="287" y="406"/>
                    <a:pt x="289" y="396"/>
                    <a:pt x="284" y="392"/>
                  </a:cubicBezTo>
                  <a:cubicBezTo>
                    <a:pt x="280" y="387"/>
                    <a:pt x="278" y="384"/>
                    <a:pt x="276" y="384"/>
                  </a:cubicBezTo>
                  <a:cubicBezTo>
                    <a:pt x="275" y="384"/>
                    <a:pt x="273" y="386"/>
                    <a:pt x="271" y="388"/>
                  </a:cubicBezTo>
                  <a:cubicBezTo>
                    <a:pt x="266" y="393"/>
                    <a:pt x="263" y="396"/>
                    <a:pt x="262" y="396"/>
                  </a:cubicBezTo>
                  <a:cubicBezTo>
                    <a:pt x="261" y="396"/>
                    <a:pt x="263" y="392"/>
                    <a:pt x="270" y="386"/>
                  </a:cubicBezTo>
                  <a:cubicBezTo>
                    <a:pt x="270" y="386"/>
                    <a:pt x="274" y="379"/>
                    <a:pt x="273" y="377"/>
                  </a:cubicBezTo>
                  <a:cubicBezTo>
                    <a:pt x="272" y="376"/>
                    <a:pt x="271" y="375"/>
                    <a:pt x="278" y="369"/>
                  </a:cubicBezTo>
                  <a:lnTo>
                    <a:pt x="278" y="368"/>
                  </a:lnTo>
                  <a:cubicBezTo>
                    <a:pt x="272" y="371"/>
                    <a:pt x="268" y="373"/>
                    <a:pt x="266" y="373"/>
                  </a:cubicBezTo>
                  <a:cubicBezTo>
                    <a:pt x="262" y="373"/>
                    <a:pt x="262" y="369"/>
                    <a:pt x="265" y="365"/>
                  </a:cubicBezTo>
                  <a:cubicBezTo>
                    <a:pt x="265" y="364"/>
                    <a:pt x="265" y="363"/>
                    <a:pt x="263" y="363"/>
                  </a:cubicBezTo>
                  <a:cubicBezTo>
                    <a:pt x="262" y="363"/>
                    <a:pt x="260" y="364"/>
                    <a:pt x="256" y="365"/>
                  </a:cubicBezTo>
                  <a:cubicBezTo>
                    <a:pt x="253" y="366"/>
                    <a:pt x="251" y="367"/>
                    <a:pt x="251" y="367"/>
                  </a:cubicBezTo>
                  <a:cubicBezTo>
                    <a:pt x="250" y="367"/>
                    <a:pt x="252" y="366"/>
                    <a:pt x="255" y="362"/>
                  </a:cubicBezTo>
                  <a:cubicBezTo>
                    <a:pt x="260" y="360"/>
                    <a:pt x="264" y="355"/>
                    <a:pt x="261" y="355"/>
                  </a:cubicBezTo>
                  <a:cubicBezTo>
                    <a:pt x="259" y="355"/>
                    <a:pt x="257" y="356"/>
                    <a:pt x="253" y="358"/>
                  </a:cubicBezTo>
                  <a:lnTo>
                    <a:pt x="260" y="353"/>
                  </a:lnTo>
                  <a:cubicBezTo>
                    <a:pt x="262" y="351"/>
                    <a:pt x="263" y="351"/>
                    <a:pt x="262" y="351"/>
                  </a:cubicBezTo>
                  <a:cubicBezTo>
                    <a:pt x="261" y="351"/>
                    <a:pt x="256" y="353"/>
                    <a:pt x="252" y="356"/>
                  </a:cubicBezTo>
                  <a:cubicBezTo>
                    <a:pt x="251" y="356"/>
                    <a:pt x="250" y="357"/>
                    <a:pt x="249" y="357"/>
                  </a:cubicBezTo>
                  <a:lnTo>
                    <a:pt x="249" y="357"/>
                  </a:lnTo>
                  <a:cubicBezTo>
                    <a:pt x="247" y="364"/>
                    <a:pt x="239" y="369"/>
                    <a:pt x="232" y="369"/>
                  </a:cubicBezTo>
                  <a:cubicBezTo>
                    <a:pt x="225" y="369"/>
                    <a:pt x="219" y="365"/>
                    <a:pt x="216" y="357"/>
                  </a:cubicBezTo>
                  <a:cubicBezTo>
                    <a:pt x="214" y="349"/>
                    <a:pt x="217" y="342"/>
                    <a:pt x="223" y="338"/>
                  </a:cubicBezTo>
                  <a:lnTo>
                    <a:pt x="223" y="338"/>
                  </a:lnTo>
                  <a:cubicBezTo>
                    <a:pt x="220" y="339"/>
                    <a:pt x="216" y="340"/>
                    <a:pt x="213" y="341"/>
                  </a:cubicBezTo>
                  <a:cubicBezTo>
                    <a:pt x="205" y="343"/>
                    <a:pt x="201" y="344"/>
                    <a:pt x="201" y="344"/>
                  </a:cubicBezTo>
                  <a:cubicBezTo>
                    <a:pt x="200" y="344"/>
                    <a:pt x="204" y="343"/>
                    <a:pt x="213" y="340"/>
                  </a:cubicBezTo>
                  <a:cubicBezTo>
                    <a:pt x="221" y="338"/>
                    <a:pt x="221" y="337"/>
                    <a:pt x="219" y="336"/>
                  </a:cubicBezTo>
                  <a:lnTo>
                    <a:pt x="219" y="336"/>
                  </a:lnTo>
                  <a:cubicBezTo>
                    <a:pt x="217" y="336"/>
                    <a:pt x="216" y="336"/>
                    <a:pt x="216" y="336"/>
                  </a:cubicBezTo>
                  <a:cubicBezTo>
                    <a:pt x="215" y="336"/>
                    <a:pt x="218" y="335"/>
                    <a:pt x="219" y="335"/>
                  </a:cubicBezTo>
                  <a:cubicBezTo>
                    <a:pt x="219" y="335"/>
                    <a:pt x="219" y="335"/>
                    <a:pt x="219" y="336"/>
                  </a:cubicBezTo>
                  <a:cubicBezTo>
                    <a:pt x="223" y="335"/>
                    <a:pt x="225" y="334"/>
                    <a:pt x="226" y="334"/>
                  </a:cubicBezTo>
                  <a:cubicBezTo>
                    <a:pt x="228" y="334"/>
                    <a:pt x="228" y="335"/>
                    <a:pt x="228" y="336"/>
                  </a:cubicBezTo>
                  <a:lnTo>
                    <a:pt x="236" y="333"/>
                  </a:lnTo>
                  <a:cubicBezTo>
                    <a:pt x="245" y="330"/>
                    <a:pt x="249" y="328"/>
                    <a:pt x="246" y="328"/>
                  </a:cubicBezTo>
                  <a:cubicBezTo>
                    <a:pt x="245" y="328"/>
                    <a:pt x="241" y="329"/>
                    <a:pt x="235" y="330"/>
                  </a:cubicBezTo>
                  <a:cubicBezTo>
                    <a:pt x="232" y="330"/>
                    <a:pt x="230" y="331"/>
                    <a:pt x="229" y="331"/>
                  </a:cubicBezTo>
                  <a:cubicBezTo>
                    <a:pt x="229" y="331"/>
                    <a:pt x="231" y="330"/>
                    <a:pt x="235" y="329"/>
                  </a:cubicBezTo>
                  <a:cubicBezTo>
                    <a:pt x="241" y="326"/>
                    <a:pt x="247" y="324"/>
                    <a:pt x="245" y="324"/>
                  </a:cubicBezTo>
                  <a:cubicBezTo>
                    <a:pt x="244" y="324"/>
                    <a:pt x="243" y="324"/>
                    <a:pt x="242" y="324"/>
                  </a:cubicBezTo>
                  <a:cubicBezTo>
                    <a:pt x="242" y="324"/>
                    <a:pt x="242" y="323"/>
                    <a:pt x="250" y="320"/>
                  </a:cubicBezTo>
                  <a:cubicBezTo>
                    <a:pt x="250" y="319"/>
                    <a:pt x="250" y="319"/>
                    <a:pt x="248" y="319"/>
                  </a:cubicBezTo>
                  <a:cubicBezTo>
                    <a:pt x="247" y="319"/>
                    <a:pt x="245" y="319"/>
                    <a:pt x="242" y="320"/>
                  </a:cubicBezTo>
                  <a:cubicBezTo>
                    <a:pt x="238" y="320"/>
                    <a:pt x="236" y="321"/>
                    <a:pt x="235" y="321"/>
                  </a:cubicBezTo>
                  <a:cubicBezTo>
                    <a:pt x="234" y="321"/>
                    <a:pt x="234" y="320"/>
                    <a:pt x="234" y="320"/>
                  </a:cubicBezTo>
                  <a:cubicBezTo>
                    <a:pt x="233" y="319"/>
                    <a:pt x="233" y="319"/>
                    <a:pt x="231" y="319"/>
                  </a:cubicBezTo>
                  <a:cubicBezTo>
                    <a:pt x="230" y="319"/>
                    <a:pt x="228" y="319"/>
                    <a:pt x="225" y="320"/>
                  </a:cubicBezTo>
                  <a:cubicBezTo>
                    <a:pt x="222" y="320"/>
                    <a:pt x="219" y="321"/>
                    <a:pt x="216" y="321"/>
                  </a:cubicBezTo>
                  <a:cubicBezTo>
                    <a:pt x="212" y="321"/>
                    <a:pt x="209" y="320"/>
                    <a:pt x="208" y="319"/>
                  </a:cubicBezTo>
                  <a:lnTo>
                    <a:pt x="208" y="319"/>
                  </a:lnTo>
                  <a:cubicBezTo>
                    <a:pt x="208" y="319"/>
                    <a:pt x="209" y="319"/>
                    <a:pt x="209" y="319"/>
                  </a:cubicBezTo>
                  <a:cubicBezTo>
                    <a:pt x="211" y="319"/>
                    <a:pt x="216" y="318"/>
                    <a:pt x="216" y="318"/>
                  </a:cubicBezTo>
                  <a:cubicBezTo>
                    <a:pt x="216" y="318"/>
                    <a:pt x="225" y="316"/>
                    <a:pt x="225" y="315"/>
                  </a:cubicBezTo>
                  <a:cubicBezTo>
                    <a:pt x="219" y="315"/>
                    <a:pt x="214" y="316"/>
                    <a:pt x="208" y="319"/>
                  </a:cubicBezTo>
                  <a:cubicBezTo>
                    <a:pt x="200" y="319"/>
                    <a:pt x="200" y="319"/>
                    <a:pt x="216" y="315"/>
                  </a:cubicBezTo>
                  <a:cubicBezTo>
                    <a:pt x="225" y="314"/>
                    <a:pt x="225" y="313"/>
                    <a:pt x="225" y="312"/>
                  </a:cubicBezTo>
                  <a:cubicBezTo>
                    <a:pt x="225" y="312"/>
                    <a:pt x="225" y="311"/>
                    <a:pt x="233" y="309"/>
                  </a:cubicBezTo>
                  <a:cubicBezTo>
                    <a:pt x="236" y="308"/>
                    <a:pt x="236" y="308"/>
                    <a:pt x="236" y="308"/>
                  </a:cubicBezTo>
                  <a:cubicBezTo>
                    <a:pt x="236" y="308"/>
                    <a:pt x="230" y="309"/>
                    <a:pt x="225" y="309"/>
                  </a:cubicBezTo>
                  <a:lnTo>
                    <a:pt x="208" y="311"/>
                  </a:lnTo>
                  <a:cubicBezTo>
                    <a:pt x="216" y="309"/>
                    <a:pt x="224" y="307"/>
                    <a:pt x="233" y="306"/>
                  </a:cubicBezTo>
                  <a:cubicBezTo>
                    <a:pt x="242" y="305"/>
                    <a:pt x="246" y="304"/>
                    <a:pt x="244" y="304"/>
                  </a:cubicBezTo>
                  <a:cubicBezTo>
                    <a:pt x="243" y="304"/>
                    <a:pt x="239" y="305"/>
                    <a:pt x="233" y="305"/>
                  </a:cubicBezTo>
                  <a:cubicBezTo>
                    <a:pt x="230" y="306"/>
                    <a:pt x="226" y="306"/>
                    <a:pt x="224" y="306"/>
                  </a:cubicBezTo>
                  <a:cubicBezTo>
                    <a:pt x="220" y="306"/>
                    <a:pt x="219" y="305"/>
                    <a:pt x="224" y="303"/>
                  </a:cubicBezTo>
                  <a:cubicBezTo>
                    <a:pt x="224" y="302"/>
                    <a:pt x="224" y="300"/>
                    <a:pt x="233" y="300"/>
                  </a:cubicBezTo>
                  <a:cubicBezTo>
                    <a:pt x="241" y="299"/>
                    <a:pt x="233" y="297"/>
                    <a:pt x="233" y="297"/>
                  </a:cubicBezTo>
                  <a:cubicBezTo>
                    <a:pt x="225" y="297"/>
                    <a:pt x="225" y="296"/>
                    <a:pt x="233" y="293"/>
                  </a:cubicBezTo>
                  <a:cubicBezTo>
                    <a:pt x="250" y="290"/>
                    <a:pt x="250" y="290"/>
                    <a:pt x="233" y="288"/>
                  </a:cubicBezTo>
                  <a:lnTo>
                    <a:pt x="234" y="288"/>
                  </a:lnTo>
                  <a:cubicBezTo>
                    <a:pt x="242" y="287"/>
                    <a:pt x="234" y="286"/>
                    <a:pt x="226" y="284"/>
                  </a:cubicBezTo>
                  <a:cubicBezTo>
                    <a:pt x="218" y="282"/>
                    <a:pt x="201" y="281"/>
                    <a:pt x="194" y="281"/>
                  </a:cubicBezTo>
                  <a:cubicBezTo>
                    <a:pt x="177" y="278"/>
                    <a:pt x="177" y="278"/>
                    <a:pt x="186" y="277"/>
                  </a:cubicBezTo>
                  <a:cubicBezTo>
                    <a:pt x="186" y="276"/>
                    <a:pt x="190" y="276"/>
                    <a:pt x="195" y="276"/>
                  </a:cubicBezTo>
                  <a:cubicBezTo>
                    <a:pt x="197" y="276"/>
                    <a:pt x="200" y="276"/>
                    <a:pt x="203" y="276"/>
                  </a:cubicBezTo>
                  <a:cubicBezTo>
                    <a:pt x="210" y="277"/>
                    <a:pt x="210" y="278"/>
                    <a:pt x="210" y="278"/>
                  </a:cubicBezTo>
                  <a:lnTo>
                    <a:pt x="210" y="279"/>
                  </a:lnTo>
                  <a:cubicBezTo>
                    <a:pt x="214" y="280"/>
                    <a:pt x="218" y="280"/>
                    <a:pt x="221" y="280"/>
                  </a:cubicBezTo>
                  <a:cubicBezTo>
                    <a:pt x="224" y="280"/>
                    <a:pt x="226" y="280"/>
                    <a:pt x="226" y="279"/>
                  </a:cubicBezTo>
                  <a:cubicBezTo>
                    <a:pt x="234" y="278"/>
                    <a:pt x="235" y="278"/>
                    <a:pt x="227" y="277"/>
                  </a:cubicBezTo>
                  <a:cubicBezTo>
                    <a:pt x="235" y="277"/>
                    <a:pt x="235" y="275"/>
                    <a:pt x="236" y="274"/>
                  </a:cubicBezTo>
                  <a:cubicBezTo>
                    <a:pt x="236" y="272"/>
                    <a:pt x="237" y="269"/>
                    <a:pt x="245" y="269"/>
                  </a:cubicBezTo>
                  <a:cubicBezTo>
                    <a:pt x="245" y="268"/>
                    <a:pt x="245" y="267"/>
                    <a:pt x="237" y="266"/>
                  </a:cubicBezTo>
                  <a:cubicBezTo>
                    <a:pt x="226" y="263"/>
                    <a:pt x="223" y="262"/>
                    <a:pt x="225" y="262"/>
                  </a:cubicBezTo>
                  <a:cubicBezTo>
                    <a:pt x="226" y="262"/>
                    <a:pt x="228" y="262"/>
                    <a:pt x="230" y="263"/>
                  </a:cubicBezTo>
                  <a:cubicBezTo>
                    <a:pt x="232" y="263"/>
                    <a:pt x="233" y="263"/>
                    <a:pt x="235" y="263"/>
                  </a:cubicBezTo>
                  <a:cubicBezTo>
                    <a:pt x="249" y="263"/>
                    <a:pt x="256" y="256"/>
                    <a:pt x="243" y="251"/>
                  </a:cubicBezTo>
                  <a:lnTo>
                    <a:pt x="243" y="249"/>
                  </a:lnTo>
                  <a:cubicBezTo>
                    <a:pt x="244" y="249"/>
                    <a:pt x="245" y="249"/>
                    <a:pt x="246" y="249"/>
                  </a:cubicBezTo>
                  <a:cubicBezTo>
                    <a:pt x="252" y="249"/>
                    <a:pt x="252" y="245"/>
                    <a:pt x="246" y="241"/>
                  </a:cubicBezTo>
                  <a:lnTo>
                    <a:pt x="247" y="239"/>
                  </a:lnTo>
                  <a:cubicBezTo>
                    <a:pt x="250" y="239"/>
                    <a:pt x="252" y="240"/>
                    <a:pt x="254" y="240"/>
                  </a:cubicBezTo>
                  <a:cubicBezTo>
                    <a:pt x="256" y="240"/>
                    <a:pt x="254" y="239"/>
                    <a:pt x="250" y="236"/>
                  </a:cubicBezTo>
                  <a:cubicBezTo>
                    <a:pt x="244" y="232"/>
                    <a:pt x="239" y="230"/>
                    <a:pt x="240" y="230"/>
                  </a:cubicBezTo>
                  <a:lnTo>
                    <a:pt x="240" y="230"/>
                  </a:lnTo>
                  <a:cubicBezTo>
                    <a:pt x="240" y="230"/>
                    <a:pt x="241" y="231"/>
                    <a:pt x="243" y="231"/>
                  </a:cubicBezTo>
                  <a:cubicBezTo>
                    <a:pt x="246" y="233"/>
                    <a:pt x="248" y="233"/>
                    <a:pt x="249" y="233"/>
                  </a:cubicBezTo>
                  <a:cubicBezTo>
                    <a:pt x="251" y="233"/>
                    <a:pt x="251" y="232"/>
                    <a:pt x="252" y="230"/>
                  </a:cubicBezTo>
                  <a:cubicBezTo>
                    <a:pt x="254" y="227"/>
                    <a:pt x="254" y="227"/>
                    <a:pt x="246" y="224"/>
                  </a:cubicBezTo>
                  <a:cubicBezTo>
                    <a:pt x="244" y="221"/>
                    <a:pt x="245" y="220"/>
                    <a:pt x="246" y="220"/>
                  </a:cubicBezTo>
                  <a:cubicBezTo>
                    <a:pt x="248" y="220"/>
                    <a:pt x="252" y="222"/>
                    <a:pt x="256" y="224"/>
                  </a:cubicBezTo>
                  <a:cubicBezTo>
                    <a:pt x="262" y="228"/>
                    <a:pt x="266" y="229"/>
                    <a:pt x="266" y="229"/>
                  </a:cubicBezTo>
                  <a:cubicBezTo>
                    <a:pt x="267" y="229"/>
                    <a:pt x="262" y="226"/>
                    <a:pt x="250" y="219"/>
                  </a:cubicBezTo>
                  <a:cubicBezTo>
                    <a:pt x="241" y="213"/>
                    <a:pt x="238" y="210"/>
                    <a:pt x="240" y="210"/>
                  </a:cubicBezTo>
                  <a:cubicBezTo>
                    <a:pt x="240" y="210"/>
                    <a:pt x="242" y="211"/>
                    <a:pt x="244" y="212"/>
                  </a:cubicBezTo>
                  <a:cubicBezTo>
                    <a:pt x="251" y="217"/>
                    <a:pt x="251" y="217"/>
                    <a:pt x="250" y="218"/>
                  </a:cubicBezTo>
                  <a:lnTo>
                    <a:pt x="264" y="226"/>
                  </a:lnTo>
                  <a:cubicBezTo>
                    <a:pt x="265" y="226"/>
                    <a:pt x="265" y="226"/>
                    <a:pt x="259" y="220"/>
                  </a:cubicBezTo>
                  <a:cubicBezTo>
                    <a:pt x="259" y="220"/>
                    <a:pt x="259" y="220"/>
                    <a:pt x="252" y="214"/>
                  </a:cubicBezTo>
                  <a:cubicBezTo>
                    <a:pt x="246" y="210"/>
                    <a:pt x="239" y="205"/>
                    <a:pt x="232" y="202"/>
                  </a:cubicBezTo>
                  <a:cubicBezTo>
                    <a:pt x="224" y="199"/>
                    <a:pt x="224" y="199"/>
                    <a:pt x="225" y="198"/>
                  </a:cubicBezTo>
                  <a:lnTo>
                    <a:pt x="225" y="198"/>
                  </a:lnTo>
                  <a:cubicBezTo>
                    <a:pt x="233" y="200"/>
                    <a:pt x="241" y="203"/>
                    <a:pt x="246" y="209"/>
                  </a:cubicBezTo>
                  <a:cubicBezTo>
                    <a:pt x="246" y="210"/>
                    <a:pt x="253" y="214"/>
                    <a:pt x="260" y="218"/>
                  </a:cubicBezTo>
                  <a:cubicBezTo>
                    <a:pt x="261" y="218"/>
                    <a:pt x="261" y="219"/>
                    <a:pt x="262" y="219"/>
                  </a:cubicBezTo>
                  <a:cubicBezTo>
                    <a:pt x="263" y="219"/>
                    <a:pt x="254" y="208"/>
                    <a:pt x="243" y="200"/>
                  </a:cubicBezTo>
                  <a:lnTo>
                    <a:pt x="243" y="200"/>
                  </a:lnTo>
                  <a:lnTo>
                    <a:pt x="250" y="204"/>
                  </a:lnTo>
                  <a:cubicBezTo>
                    <a:pt x="253" y="207"/>
                    <a:pt x="255" y="208"/>
                    <a:pt x="257" y="208"/>
                  </a:cubicBezTo>
                  <a:cubicBezTo>
                    <a:pt x="258" y="208"/>
                    <a:pt x="258" y="207"/>
                    <a:pt x="259" y="207"/>
                  </a:cubicBezTo>
                  <a:cubicBezTo>
                    <a:pt x="260" y="204"/>
                    <a:pt x="261" y="203"/>
                    <a:pt x="254" y="199"/>
                  </a:cubicBezTo>
                  <a:cubicBezTo>
                    <a:pt x="247" y="194"/>
                    <a:pt x="241" y="190"/>
                    <a:pt x="241" y="189"/>
                  </a:cubicBezTo>
                  <a:cubicBezTo>
                    <a:pt x="241" y="189"/>
                    <a:pt x="241" y="189"/>
                    <a:pt x="241" y="189"/>
                  </a:cubicBezTo>
                  <a:cubicBezTo>
                    <a:pt x="239" y="189"/>
                    <a:pt x="233" y="185"/>
                    <a:pt x="227" y="181"/>
                  </a:cubicBezTo>
                  <a:lnTo>
                    <a:pt x="227" y="181"/>
                  </a:lnTo>
                  <a:cubicBezTo>
                    <a:pt x="233" y="182"/>
                    <a:pt x="237" y="184"/>
                    <a:pt x="243" y="187"/>
                  </a:cubicBezTo>
                  <a:cubicBezTo>
                    <a:pt x="254" y="193"/>
                    <a:pt x="260" y="197"/>
                    <a:pt x="264" y="197"/>
                  </a:cubicBezTo>
                  <a:cubicBezTo>
                    <a:pt x="266" y="197"/>
                    <a:pt x="267" y="196"/>
                    <a:pt x="268" y="195"/>
                  </a:cubicBezTo>
                  <a:cubicBezTo>
                    <a:pt x="268" y="195"/>
                    <a:pt x="269" y="194"/>
                    <a:pt x="271" y="194"/>
                  </a:cubicBezTo>
                  <a:cubicBezTo>
                    <a:pt x="273" y="194"/>
                    <a:pt x="275" y="194"/>
                    <a:pt x="278" y="196"/>
                  </a:cubicBezTo>
                  <a:cubicBezTo>
                    <a:pt x="279" y="195"/>
                    <a:pt x="279" y="195"/>
                    <a:pt x="273" y="190"/>
                  </a:cubicBezTo>
                  <a:lnTo>
                    <a:pt x="274" y="189"/>
                  </a:lnTo>
                  <a:cubicBezTo>
                    <a:pt x="277" y="190"/>
                    <a:pt x="279" y="191"/>
                    <a:pt x="280" y="191"/>
                  </a:cubicBezTo>
                  <a:cubicBezTo>
                    <a:pt x="281" y="191"/>
                    <a:pt x="280" y="190"/>
                    <a:pt x="277" y="186"/>
                  </a:cubicBezTo>
                  <a:cubicBezTo>
                    <a:pt x="274" y="184"/>
                    <a:pt x="274" y="183"/>
                    <a:pt x="275" y="183"/>
                  </a:cubicBezTo>
                  <a:cubicBezTo>
                    <a:pt x="275" y="183"/>
                    <a:pt x="277" y="184"/>
                    <a:pt x="278" y="184"/>
                  </a:cubicBezTo>
                  <a:cubicBezTo>
                    <a:pt x="279" y="184"/>
                    <a:pt x="279" y="184"/>
                    <a:pt x="279" y="184"/>
                  </a:cubicBezTo>
                  <a:cubicBezTo>
                    <a:pt x="284" y="188"/>
                    <a:pt x="287" y="191"/>
                    <a:pt x="288" y="191"/>
                  </a:cubicBezTo>
                  <a:cubicBezTo>
                    <a:pt x="288" y="191"/>
                    <a:pt x="283" y="187"/>
                    <a:pt x="273" y="177"/>
                  </a:cubicBezTo>
                  <a:cubicBezTo>
                    <a:pt x="268" y="172"/>
                    <a:pt x="262" y="168"/>
                    <a:pt x="260" y="168"/>
                  </a:cubicBezTo>
                  <a:cubicBezTo>
                    <a:pt x="260" y="168"/>
                    <a:pt x="260" y="168"/>
                    <a:pt x="260" y="168"/>
                  </a:cubicBezTo>
                  <a:lnTo>
                    <a:pt x="258" y="171"/>
                  </a:lnTo>
                  <a:lnTo>
                    <a:pt x="254" y="163"/>
                  </a:lnTo>
                  <a:cubicBezTo>
                    <a:pt x="255" y="162"/>
                    <a:pt x="251" y="155"/>
                    <a:pt x="245" y="149"/>
                  </a:cubicBezTo>
                  <a:cubicBezTo>
                    <a:pt x="245" y="149"/>
                    <a:pt x="240" y="144"/>
                    <a:pt x="241" y="143"/>
                  </a:cubicBezTo>
                  <a:lnTo>
                    <a:pt x="241" y="143"/>
                  </a:lnTo>
                  <a:cubicBezTo>
                    <a:pt x="241" y="143"/>
                    <a:pt x="246" y="148"/>
                    <a:pt x="252" y="154"/>
                  </a:cubicBezTo>
                  <a:cubicBezTo>
                    <a:pt x="256" y="161"/>
                    <a:pt x="262" y="166"/>
                    <a:pt x="268" y="172"/>
                  </a:cubicBezTo>
                  <a:cubicBezTo>
                    <a:pt x="275" y="178"/>
                    <a:pt x="280" y="182"/>
                    <a:pt x="282" y="182"/>
                  </a:cubicBezTo>
                  <a:cubicBezTo>
                    <a:pt x="283" y="182"/>
                    <a:pt x="281" y="180"/>
                    <a:pt x="277" y="175"/>
                  </a:cubicBezTo>
                  <a:cubicBezTo>
                    <a:pt x="278" y="175"/>
                    <a:pt x="278" y="175"/>
                    <a:pt x="283" y="180"/>
                  </a:cubicBezTo>
                  <a:cubicBezTo>
                    <a:pt x="286" y="182"/>
                    <a:pt x="287" y="184"/>
                    <a:pt x="288" y="184"/>
                  </a:cubicBezTo>
                  <a:cubicBezTo>
                    <a:pt x="288" y="184"/>
                    <a:pt x="286" y="180"/>
                    <a:pt x="280" y="173"/>
                  </a:cubicBezTo>
                  <a:cubicBezTo>
                    <a:pt x="275" y="166"/>
                    <a:pt x="272" y="163"/>
                    <a:pt x="273" y="163"/>
                  </a:cubicBezTo>
                  <a:lnTo>
                    <a:pt x="273" y="163"/>
                  </a:lnTo>
                  <a:cubicBezTo>
                    <a:pt x="274" y="163"/>
                    <a:pt x="277" y="165"/>
                    <a:pt x="282" y="171"/>
                  </a:cubicBezTo>
                  <a:cubicBezTo>
                    <a:pt x="289" y="177"/>
                    <a:pt x="293" y="179"/>
                    <a:pt x="294" y="179"/>
                  </a:cubicBezTo>
                  <a:cubicBezTo>
                    <a:pt x="295" y="179"/>
                    <a:pt x="294" y="177"/>
                    <a:pt x="292" y="174"/>
                  </a:cubicBezTo>
                  <a:cubicBezTo>
                    <a:pt x="285" y="166"/>
                    <a:pt x="284" y="162"/>
                    <a:pt x="285" y="162"/>
                  </a:cubicBezTo>
                  <a:cubicBezTo>
                    <a:pt x="286" y="162"/>
                    <a:pt x="288" y="164"/>
                    <a:pt x="290" y="166"/>
                  </a:cubicBezTo>
                  <a:cubicBezTo>
                    <a:pt x="293" y="169"/>
                    <a:pt x="294" y="170"/>
                    <a:pt x="294" y="170"/>
                  </a:cubicBezTo>
                  <a:cubicBezTo>
                    <a:pt x="295" y="170"/>
                    <a:pt x="294" y="168"/>
                    <a:pt x="292" y="164"/>
                  </a:cubicBezTo>
                  <a:lnTo>
                    <a:pt x="292" y="164"/>
                  </a:lnTo>
                  <a:cubicBezTo>
                    <a:pt x="295" y="168"/>
                    <a:pt x="299" y="173"/>
                    <a:pt x="300" y="173"/>
                  </a:cubicBezTo>
                  <a:cubicBezTo>
                    <a:pt x="300" y="173"/>
                    <a:pt x="299" y="172"/>
                    <a:pt x="298" y="169"/>
                  </a:cubicBezTo>
                  <a:cubicBezTo>
                    <a:pt x="298" y="169"/>
                    <a:pt x="299" y="169"/>
                    <a:pt x="293" y="163"/>
                  </a:cubicBezTo>
                  <a:lnTo>
                    <a:pt x="286" y="148"/>
                  </a:lnTo>
                  <a:cubicBezTo>
                    <a:pt x="286" y="148"/>
                    <a:pt x="286" y="148"/>
                    <a:pt x="286" y="148"/>
                  </a:cubicBezTo>
                  <a:cubicBezTo>
                    <a:pt x="285" y="148"/>
                    <a:pt x="280" y="142"/>
                    <a:pt x="276" y="136"/>
                  </a:cubicBezTo>
                  <a:cubicBezTo>
                    <a:pt x="274" y="134"/>
                    <a:pt x="274" y="133"/>
                    <a:pt x="275" y="133"/>
                  </a:cubicBezTo>
                  <a:cubicBezTo>
                    <a:pt x="277" y="133"/>
                    <a:pt x="284" y="139"/>
                    <a:pt x="295" y="153"/>
                  </a:cubicBezTo>
                  <a:lnTo>
                    <a:pt x="306" y="166"/>
                  </a:lnTo>
                  <a:lnTo>
                    <a:pt x="297" y="152"/>
                  </a:lnTo>
                  <a:cubicBezTo>
                    <a:pt x="298" y="152"/>
                    <a:pt x="298" y="152"/>
                    <a:pt x="302" y="158"/>
                  </a:cubicBezTo>
                  <a:cubicBezTo>
                    <a:pt x="307" y="165"/>
                    <a:pt x="307" y="165"/>
                    <a:pt x="308" y="165"/>
                  </a:cubicBezTo>
                  <a:cubicBezTo>
                    <a:pt x="308" y="165"/>
                    <a:pt x="308" y="164"/>
                    <a:pt x="305" y="157"/>
                  </a:cubicBezTo>
                  <a:cubicBezTo>
                    <a:pt x="299" y="148"/>
                    <a:pt x="297" y="145"/>
                    <a:pt x="297" y="145"/>
                  </a:cubicBezTo>
                  <a:lnTo>
                    <a:pt x="297" y="145"/>
                  </a:lnTo>
                  <a:cubicBezTo>
                    <a:pt x="298" y="145"/>
                    <a:pt x="299" y="147"/>
                    <a:pt x="301" y="149"/>
                  </a:cubicBezTo>
                  <a:cubicBezTo>
                    <a:pt x="306" y="156"/>
                    <a:pt x="308" y="160"/>
                    <a:pt x="308" y="160"/>
                  </a:cubicBezTo>
                  <a:cubicBezTo>
                    <a:pt x="309" y="160"/>
                    <a:pt x="307" y="156"/>
                    <a:pt x="304" y="148"/>
                  </a:cubicBezTo>
                  <a:cubicBezTo>
                    <a:pt x="300" y="141"/>
                    <a:pt x="298" y="138"/>
                    <a:pt x="298" y="138"/>
                  </a:cubicBezTo>
                  <a:lnTo>
                    <a:pt x="298" y="138"/>
                  </a:lnTo>
                  <a:cubicBezTo>
                    <a:pt x="298" y="138"/>
                    <a:pt x="300" y="141"/>
                    <a:pt x="305" y="148"/>
                  </a:cubicBezTo>
                  <a:cubicBezTo>
                    <a:pt x="307" y="154"/>
                    <a:pt x="310" y="158"/>
                    <a:pt x="314" y="162"/>
                  </a:cubicBezTo>
                  <a:lnTo>
                    <a:pt x="310" y="155"/>
                  </a:lnTo>
                  <a:cubicBezTo>
                    <a:pt x="306" y="146"/>
                    <a:pt x="304" y="143"/>
                    <a:pt x="305" y="143"/>
                  </a:cubicBezTo>
                  <a:lnTo>
                    <a:pt x="305" y="143"/>
                  </a:lnTo>
                  <a:cubicBezTo>
                    <a:pt x="305" y="143"/>
                    <a:pt x="306" y="144"/>
                    <a:pt x="308" y="147"/>
                  </a:cubicBezTo>
                  <a:cubicBezTo>
                    <a:pt x="310" y="150"/>
                    <a:pt x="311" y="152"/>
                    <a:pt x="311" y="152"/>
                  </a:cubicBezTo>
                  <a:cubicBezTo>
                    <a:pt x="312" y="152"/>
                    <a:pt x="311" y="150"/>
                    <a:pt x="310" y="146"/>
                  </a:cubicBezTo>
                  <a:cubicBezTo>
                    <a:pt x="311" y="146"/>
                    <a:pt x="312" y="145"/>
                    <a:pt x="312" y="145"/>
                  </a:cubicBezTo>
                  <a:cubicBezTo>
                    <a:pt x="313" y="145"/>
                    <a:pt x="315" y="147"/>
                    <a:pt x="317" y="152"/>
                  </a:cubicBezTo>
                  <a:cubicBezTo>
                    <a:pt x="316" y="147"/>
                    <a:pt x="315" y="146"/>
                    <a:pt x="316" y="146"/>
                  </a:cubicBezTo>
                  <a:lnTo>
                    <a:pt x="316" y="146"/>
                  </a:lnTo>
                  <a:cubicBezTo>
                    <a:pt x="316" y="146"/>
                    <a:pt x="317" y="147"/>
                    <a:pt x="319" y="150"/>
                  </a:cubicBezTo>
                  <a:cubicBezTo>
                    <a:pt x="322" y="154"/>
                    <a:pt x="323" y="156"/>
                    <a:pt x="323" y="156"/>
                  </a:cubicBezTo>
                  <a:cubicBezTo>
                    <a:pt x="323" y="156"/>
                    <a:pt x="323" y="154"/>
                    <a:pt x="322" y="150"/>
                  </a:cubicBezTo>
                  <a:cubicBezTo>
                    <a:pt x="319" y="143"/>
                    <a:pt x="316" y="135"/>
                    <a:pt x="311" y="128"/>
                  </a:cubicBezTo>
                  <a:cubicBezTo>
                    <a:pt x="310" y="128"/>
                    <a:pt x="310" y="128"/>
                    <a:pt x="307" y="121"/>
                  </a:cubicBezTo>
                  <a:lnTo>
                    <a:pt x="309" y="120"/>
                  </a:lnTo>
                  <a:cubicBezTo>
                    <a:pt x="310" y="120"/>
                    <a:pt x="311" y="119"/>
                    <a:pt x="310" y="111"/>
                  </a:cubicBezTo>
                  <a:cubicBezTo>
                    <a:pt x="310" y="104"/>
                    <a:pt x="307" y="93"/>
                    <a:pt x="305" y="93"/>
                  </a:cubicBezTo>
                  <a:cubicBezTo>
                    <a:pt x="305" y="93"/>
                    <a:pt x="305" y="94"/>
                    <a:pt x="305" y="95"/>
                  </a:cubicBezTo>
                  <a:lnTo>
                    <a:pt x="301" y="89"/>
                  </a:lnTo>
                  <a:cubicBezTo>
                    <a:pt x="297" y="77"/>
                    <a:pt x="294" y="72"/>
                    <a:pt x="294" y="72"/>
                  </a:cubicBezTo>
                  <a:lnTo>
                    <a:pt x="294" y="72"/>
                  </a:lnTo>
                  <a:cubicBezTo>
                    <a:pt x="293" y="72"/>
                    <a:pt x="294" y="78"/>
                    <a:pt x="299" y="90"/>
                  </a:cubicBezTo>
                  <a:cubicBezTo>
                    <a:pt x="304" y="102"/>
                    <a:pt x="306" y="108"/>
                    <a:pt x="306" y="108"/>
                  </a:cubicBezTo>
                  <a:cubicBezTo>
                    <a:pt x="306" y="108"/>
                    <a:pt x="304" y="104"/>
                    <a:pt x="300" y="98"/>
                  </a:cubicBezTo>
                  <a:cubicBezTo>
                    <a:pt x="295" y="84"/>
                    <a:pt x="294" y="83"/>
                    <a:pt x="292" y="83"/>
                  </a:cubicBezTo>
                  <a:cubicBezTo>
                    <a:pt x="292" y="83"/>
                    <a:pt x="292" y="83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0" y="83"/>
                    <a:pt x="289" y="82"/>
                    <a:pt x="287" y="76"/>
                  </a:cubicBezTo>
                  <a:cubicBezTo>
                    <a:pt x="284" y="69"/>
                    <a:pt x="280" y="62"/>
                    <a:pt x="278" y="62"/>
                  </a:cubicBezTo>
                  <a:lnTo>
                    <a:pt x="278" y="62"/>
                  </a:lnTo>
                  <a:cubicBezTo>
                    <a:pt x="277" y="63"/>
                    <a:pt x="277" y="63"/>
                    <a:pt x="280" y="71"/>
                  </a:cubicBezTo>
                  <a:cubicBezTo>
                    <a:pt x="282" y="74"/>
                    <a:pt x="283" y="76"/>
                    <a:pt x="282" y="76"/>
                  </a:cubicBezTo>
                  <a:cubicBezTo>
                    <a:pt x="281" y="76"/>
                    <a:pt x="278" y="72"/>
                    <a:pt x="273" y="64"/>
                  </a:cubicBezTo>
                  <a:cubicBezTo>
                    <a:pt x="271" y="61"/>
                    <a:pt x="270" y="60"/>
                    <a:pt x="270" y="60"/>
                  </a:cubicBezTo>
                  <a:close/>
                </a:path>
              </a:pathLst>
            </a:custGeom>
            <a:solidFill>
              <a:srgbClr val="F4D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33"/>
            <p:cNvSpPr/>
            <p:nvPr/>
          </p:nvSpPr>
          <p:spPr>
            <a:xfrm>
              <a:off x="4015036" y="2234010"/>
              <a:ext cx="80913" cy="85408"/>
            </a:xfrm>
            <a:custGeom>
              <a:avLst/>
              <a:gdLst/>
              <a:ahLst/>
              <a:cxnLst/>
              <a:rect l="l" t="t" r="r" b="b"/>
              <a:pathLst>
                <a:path w="810" h="855" extrusionOk="0">
                  <a:moveTo>
                    <a:pt x="418" y="0"/>
                  </a:moveTo>
                  <a:cubicBezTo>
                    <a:pt x="418" y="0"/>
                    <a:pt x="418" y="2"/>
                    <a:pt x="418" y="5"/>
                  </a:cubicBezTo>
                  <a:lnTo>
                    <a:pt x="418" y="5"/>
                  </a:lnTo>
                  <a:cubicBezTo>
                    <a:pt x="418" y="2"/>
                    <a:pt x="418" y="0"/>
                    <a:pt x="418" y="0"/>
                  </a:cubicBezTo>
                  <a:close/>
                  <a:moveTo>
                    <a:pt x="418" y="5"/>
                  </a:moveTo>
                  <a:lnTo>
                    <a:pt x="418" y="5"/>
                  </a:lnTo>
                  <a:cubicBezTo>
                    <a:pt x="419" y="6"/>
                    <a:pt x="419" y="8"/>
                    <a:pt x="419" y="10"/>
                  </a:cubicBezTo>
                  <a:lnTo>
                    <a:pt x="419" y="10"/>
                  </a:lnTo>
                  <a:cubicBezTo>
                    <a:pt x="419" y="9"/>
                    <a:pt x="419" y="8"/>
                    <a:pt x="419" y="6"/>
                  </a:cubicBezTo>
                  <a:cubicBezTo>
                    <a:pt x="419" y="6"/>
                    <a:pt x="419" y="6"/>
                    <a:pt x="418" y="5"/>
                  </a:cubicBezTo>
                  <a:close/>
                  <a:moveTo>
                    <a:pt x="393" y="31"/>
                  </a:moveTo>
                  <a:cubicBezTo>
                    <a:pt x="391" y="31"/>
                    <a:pt x="391" y="34"/>
                    <a:pt x="391" y="34"/>
                  </a:cubicBezTo>
                  <a:cubicBezTo>
                    <a:pt x="392" y="34"/>
                    <a:pt x="392" y="34"/>
                    <a:pt x="393" y="31"/>
                  </a:cubicBezTo>
                  <a:close/>
                  <a:moveTo>
                    <a:pt x="386" y="40"/>
                  </a:moveTo>
                  <a:lnTo>
                    <a:pt x="388" y="48"/>
                  </a:lnTo>
                  <a:lnTo>
                    <a:pt x="386" y="48"/>
                  </a:lnTo>
                  <a:cubicBezTo>
                    <a:pt x="386" y="48"/>
                    <a:pt x="385" y="48"/>
                    <a:pt x="385" y="48"/>
                  </a:cubicBezTo>
                  <a:cubicBezTo>
                    <a:pt x="384" y="48"/>
                    <a:pt x="384" y="47"/>
                    <a:pt x="383" y="40"/>
                  </a:cubicBezTo>
                  <a:close/>
                  <a:moveTo>
                    <a:pt x="410" y="40"/>
                  </a:moveTo>
                  <a:lnTo>
                    <a:pt x="413" y="49"/>
                  </a:lnTo>
                  <a:lnTo>
                    <a:pt x="410" y="49"/>
                  </a:lnTo>
                  <a:cubicBezTo>
                    <a:pt x="408" y="49"/>
                    <a:pt x="408" y="49"/>
                    <a:pt x="408" y="40"/>
                  </a:cubicBezTo>
                  <a:close/>
                  <a:moveTo>
                    <a:pt x="426" y="41"/>
                  </a:moveTo>
                  <a:cubicBezTo>
                    <a:pt x="427" y="41"/>
                    <a:pt x="427" y="41"/>
                    <a:pt x="428" y="41"/>
                  </a:cubicBezTo>
                  <a:cubicBezTo>
                    <a:pt x="432" y="41"/>
                    <a:pt x="432" y="41"/>
                    <a:pt x="429" y="50"/>
                  </a:cubicBezTo>
                  <a:cubicBezTo>
                    <a:pt x="428" y="54"/>
                    <a:pt x="427" y="56"/>
                    <a:pt x="426" y="56"/>
                  </a:cubicBezTo>
                  <a:cubicBezTo>
                    <a:pt x="425" y="56"/>
                    <a:pt x="424" y="54"/>
                    <a:pt x="424" y="49"/>
                  </a:cubicBezTo>
                  <a:cubicBezTo>
                    <a:pt x="425" y="42"/>
                    <a:pt x="425" y="41"/>
                    <a:pt x="426" y="41"/>
                  </a:cubicBezTo>
                  <a:close/>
                  <a:moveTo>
                    <a:pt x="363" y="51"/>
                  </a:moveTo>
                  <a:cubicBezTo>
                    <a:pt x="365" y="56"/>
                    <a:pt x="366" y="61"/>
                    <a:pt x="367" y="67"/>
                  </a:cubicBezTo>
                  <a:lnTo>
                    <a:pt x="365" y="68"/>
                  </a:lnTo>
                  <a:cubicBezTo>
                    <a:pt x="363" y="68"/>
                    <a:pt x="362" y="59"/>
                    <a:pt x="362" y="59"/>
                  </a:cubicBezTo>
                  <a:cubicBezTo>
                    <a:pt x="362" y="59"/>
                    <a:pt x="360" y="51"/>
                    <a:pt x="363" y="51"/>
                  </a:cubicBezTo>
                  <a:close/>
                  <a:moveTo>
                    <a:pt x="270" y="73"/>
                  </a:moveTo>
                  <a:cubicBezTo>
                    <a:pt x="270" y="73"/>
                    <a:pt x="271" y="74"/>
                    <a:pt x="272" y="76"/>
                  </a:cubicBezTo>
                  <a:lnTo>
                    <a:pt x="275" y="84"/>
                  </a:lnTo>
                  <a:cubicBezTo>
                    <a:pt x="277" y="90"/>
                    <a:pt x="278" y="97"/>
                    <a:pt x="277" y="97"/>
                  </a:cubicBezTo>
                  <a:cubicBezTo>
                    <a:pt x="277" y="97"/>
                    <a:pt x="276" y="96"/>
                    <a:pt x="275" y="94"/>
                  </a:cubicBezTo>
                  <a:cubicBezTo>
                    <a:pt x="273" y="88"/>
                    <a:pt x="271" y="83"/>
                    <a:pt x="270" y="77"/>
                  </a:cubicBezTo>
                  <a:cubicBezTo>
                    <a:pt x="270" y="77"/>
                    <a:pt x="269" y="73"/>
                    <a:pt x="270" y="73"/>
                  </a:cubicBezTo>
                  <a:close/>
                  <a:moveTo>
                    <a:pt x="467" y="90"/>
                  </a:moveTo>
                  <a:lnTo>
                    <a:pt x="467" y="99"/>
                  </a:lnTo>
                  <a:cubicBezTo>
                    <a:pt x="465" y="107"/>
                    <a:pt x="463" y="107"/>
                    <a:pt x="463" y="107"/>
                  </a:cubicBezTo>
                  <a:cubicBezTo>
                    <a:pt x="463" y="107"/>
                    <a:pt x="462" y="107"/>
                    <a:pt x="462" y="107"/>
                  </a:cubicBezTo>
                  <a:cubicBezTo>
                    <a:pt x="461" y="107"/>
                    <a:pt x="461" y="107"/>
                    <a:pt x="462" y="98"/>
                  </a:cubicBezTo>
                  <a:cubicBezTo>
                    <a:pt x="462" y="98"/>
                    <a:pt x="465" y="90"/>
                    <a:pt x="467" y="90"/>
                  </a:cubicBezTo>
                  <a:close/>
                  <a:moveTo>
                    <a:pt x="440" y="94"/>
                  </a:moveTo>
                  <a:lnTo>
                    <a:pt x="441" y="103"/>
                  </a:lnTo>
                  <a:lnTo>
                    <a:pt x="438" y="111"/>
                  </a:lnTo>
                  <a:lnTo>
                    <a:pt x="437" y="111"/>
                  </a:lnTo>
                  <a:cubicBezTo>
                    <a:pt x="438" y="103"/>
                    <a:pt x="438" y="94"/>
                    <a:pt x="440" y="94"/>
                  </a:cubicBezTo>
                  <a:close/>
                  <a:moveTo>
                    <a:pt x="657" y="147"/>
                  </a:moveTo>
                  <a:cubicBezTo>
                    <a:pt x="657" y="147"/>
                    <a:pt x="657" y="147"/>
                    <a:pt x="658" y="148"/>
                  </a:cubicBezTo>
                  <a:lnTo>
                    <a:pt x="660" y="149"/>
                  </a:lnTo>
                  <a:cubicBezTo>
                    <a:pt x="655" y="153"/>
                    <a:pt x="651" y="157"/>
                    <a:pt x="645" y="159"/>
                  </a:cubicBezTo>
                  <a:lnTo>
                    <a:pt x="644" y="158"/>
                  </a:lnTo>
                  <a:cubicBezTo>
                    <a:pt x="649" y="152"/>
                    <a:pt x="655" y="147"/>
                    <a:pt x="657" y="147"/>
                  </a:cubicBezTo>
                  <a:close/>
                  <a:moveTo>
                    <a:pt x="216" y="139"/>
                  </a:moveTo>
                  <a:cubicBezTo>
                    <a:pt x="219" y="139"/>
                    <a:pt x="228" y="151"/>
                    <a:pt x="229" y="160"/>
                  </a:cubicBezTo>
                  <a:cubicBezTo>
                    <a:pt x="229" y="160"/>
                    <a:pt x="229" y="161"/>
                    <a:pt x="228" y="161"/>
                  </a:cubicBezTo>
                  <a:cubicBezTo>
                    <a:pt x="228" y="161"/>
                    <a:pt x="226" y="159"/>
                    <a:pt x="222" y="154"/>
                  </a:cubicBezTo>
                  <a:cubicBezTo>
                    <a:pt x="217" y="148"/>
                    <a:pt x="213" y="140"/>
                    <a:pt x="216" y="139"/>
                  </a:cubicBezTo>
                  <a:cubicBezTo>
                    <a:pt x="216" y="139"/>
                    <a:pt x="216" y="139"/>
                    <a:pt x="216" y="139"/>
                  </a:cubicBezTo>
                  <a:close/>
                  <a:moveTo>
                    <a:pt x="722" y="223"/>
                  </a:moveTo>
                  <a:cubicBezTo>
                    <a:pt x="725" y="223"/>
                    <a:pt x="726" y="226"/>
                    <a:pt x="727" y="227"/>
                  </a:cubicBezTo>
                  <a:cubicBezTo>
                    <a:pt x="722" y="232"/>
                    <a:pt x="716" y="235"/>
                    <a:pt x="713" y="235"/>
                  </a:cubicBezTo>
                  <a:cubicBezTo>
                    <a:pt x="712" y="235"/>
                    <a:pt x="712" y="235"/>
                    <a:pt x="712" y="234"/>
                  </a:cubicBezTo>
                  <a:cubicBezTo>
                    <a:pt x="709" y="230"/>
                    <a:pt x="709" y="230"/>
                    <a:pt x="716" y="225"/>
                  </a:cubicBezTo>
                  <a:cubicBezTo>
                    <a:pt x="718" y="224"/>
                    <a:pt x="720" y="223"/>
                    <a:pt x="722" y="223"/>
                  </a:cubicBezTo>
                  <a:close/>
                  <a:moveTo>
                    <a:pt x="750" y="391"/>
                  </a:moveTo>
                  <a:cubicBezTo>
                    <a:pt x="759" y="391"/>
                    <a:pt x="766" y="391"/>
                    <a:pt x="766" y="393"/>
                  </a:cubicBezTo>
                  <a:lnTo>
                    <a:pt x="759" y="396"/>
                  </a:lnTo>
                  <a:lnTo>
                    <a:pt x="750" y="393"/>
                  </a:lnTo>
                  <a:lnTo>
                    <a:pt x="750" y="391"/>
                  </a:lnTo>
                  <a:close/>
                  <a:moveTo>
                    <a:pt x="696" y="415"/>
                  </a:moveTo>
                  <a:cubicBezTo>
                    <a:pt x="705" y="416"/>
                    <a:pt x="713" y="417"/>
                    <a:pt x="713" y="419"/>
                  </a:cubicBezTo>
                  <a:lnTo>
                    <a:pt x="713" y="421"/>
                  </a:lnTo>
                  <a:cubicBezTo>
                    <a:pt x="707" y="420"/>
                    <a:pt x="701" y="418"/>
                    <a:pt x="696" y="417"/>
                  </a:cubicBezTo>
                  <a:lnTo>
                    <a:pt x="696" y="415"/>
                  </a:lnTo>
                  <a:close/>
                  <a:moveTo>
                    <a:pt x="86" y="419"/>
                  </a:moveTo>
                  <a:cubicBezTo>
                    <a:pt x="95" y="419"/>
                    <a:pt x="102" y="419"/>
                    <a:pt x="102" y="420"/>
                  </a:cubicBezTo>
                  <a:cubicBezTo>
                    <a:pt x="113" y="422"/>
                    <a:pt x="111" y="423"/>
                    <a:pt x="105" y="423"/>
                  </a:cubicBezTo>
                  <a:cubicBezTo>
                    <a:pt x="100" y="423"/>
                    <a:pt x="93" y="423"/>
                    <a:pt x="86" y="421"/>
                  </a:cubicBezTo>
                  <a:cubicBezTo>
                    <a:pt x="69" y="419"/>
                    <a:pt x="69" y="419"/>
                    <a:pt x="86" y="419"/>
                  </a:cubicBezTo>
                  <a:close/>
                  <a:moveTo>
                    <a:pt x="748" y="462"/>
                  </a:moveTo>
                  <a:cubicBezTo>
                    <a:pt x="749" y="462"/>
                    <a:pt x="751" y="463"/>
                    <a:pt x="755" y="464"/>
                  </a:cubicBezTo>
                  <a:cubicBezTo>
                    <a:pt x="761" y="465"/>
                    <a:pt x="766" y="467"/>
                    <a:pt x="771" y="471"/>
                  </a:cubicBezTo>
                  <a:cubicBezTo>
                    <a:pt x="771" y="471"/>
                    <a:pt x="770" y="471"/>
                    <a:pt x="770" y="471"/>
                  </a:cubicBezTo>
                  <a:cubicBezTo>
                    <a:pt x="766" y="471"/>
                    <a:pt x="753" y="466"/>
                    <a:pt x="746" y="464"/>
                  </a:cubicBezTo>
                  <a:cubicBezTo>
                    <a:pt x="747" y="463"/>
                    <a:pt x="747" y="462"/>
                    <a:pt x="748" y="462"/>
                  </a:cubicBezTo>
                  <a:close/>
                  <a:moveTo>
                    <a:pt x="147" y="507"/>
                  </a:moveTo>
                  <a:cubicBezTo>
                    <a:pt x="149" y="507"/>
                    <a:pt x="150" y="507"/>
                    <a:pt x="150" y="509"/>
                  </a:cubicBezTo>
                  <a:cubicBezTo>
                    <a:pt x="151" y="511"/>
                    <a:pt x="151" y="511"/>
                    <a:pt x="143" y="514"/>
                  </a:cubicBezTo>
                  <a:cubicBezTo>
                    <a:pt x="143" y="514"/>
                    <a:pt x="141" y="515"/>
                    <a:pt x="138" y="515"/>
                  </a:cubicBezTo>
                  <a:cubicBezTo>
                    <a:pt x="136" y="515"/>
                    <a:pt x="134" y="514"/>
                    <a:pt x="134" y="513"/>
                  </a:cubicBezTo>
                  <a:lnTo>
                    <a:pt x="141" y="508"/>
                  </a:lnTo>
                  <a:cubicBezTo>
                    <a:pt x="144" y="507"/>
                    <a:pt x="146" y="507"/>
                    <a:pt x="147" y="507"/>
                  </a:cubicBezTo>
                  <a:close/>
                  <a:moveTo>
                    <a:pt x="199" y="516"/>
                  </a:moveTo>
                  <a:lnTo>
                    <a:pt x="193" y="521"/>
                  </a:lnTo>
                  <a:lnTo>
                    <a:pt x="193" y="523"/>
                  </a:lnTo>
                  <a:cubicBezTo>
                    <a:pt x="201" y="519"/>
                    <a:pt x="201" y="519"/>
                    <a:pt x="200" y="518"/>
                  </a:cubicBezTo>
                  <a:lnTo>
                    <a:pt x="199" y="516"/>
                  </a:lnTo>
                  <a:close/>
                  <a:moveTo>
                    <a:pt x="733" y="519"/>
                  </a:moveTo>
                  <a:cubicBezTo>
                    <a:pt x="741" y="522"/>
                    <a:pt x="749" y="526"/>
                    <a:pt x="747" y="528"/>
                  </a:cubicBezTo>
                  <a:lnTo>
                    <a:pt x="738" y="527"/>
                  </a:lnTo>
                  <a:lnTo>
                    <a:pt x="732" y="521"/>
                  </a:lnTo>
                  <a:lnTo>
                    <a:pt x="733" y="519"/>
                  </a:lnTo>
                  <a:close/>
                  <a:moveTo>
                    <a:pt x="157" y="530"/>
                  </a:moveTo>
                  <a:cubicBezTo>
                    <a:pt x="158" y="530"/>
                    <a:pt x="159" y="531"/>
                    <a:pt x="160" y="532"/>
                  </a:cubicBezTo>
                  <a:cubicBezTo>
                    <a:pt x="161" y="534"/>
                    <a:pt x="162" y="536"/>
                    <a:pt x="154" y="540"/>
                  </a:cubicBezTo>
                  <a:lnTo>
                    <a:pt x="153" y="538"/>
                  </a:lnTo>
                  <a:cubicBezTo>
                    <a:pt x="156" y="536"/>
                    <a:pt x="156" y="536"/>
                    <a:pt x="156" y="536"/>
                  </a:cubicBezTo>
                  <a:cubicBezTo>
                    <a:pt x="155" y="536"/>
                    <a:pt x="150" y="538"/>
                    <a:pt x="146" y="541"/>
                  </a:cubicBezTo>
                  <a:lnTo>
                    <a:pt x="130" y="549"/>
                  </a:lnTo>
                  <a:cubicBezTo>
                    <a:pt x="129" y="547"/>
                    <a:pt x="136" y="541"/>
                    <a:pt x="144" y="538"/>
                  </a:cubicBezTo>
                  <a:cubicBezTo>
                    <a:pt x="152" y="532"/>
                    <a:pt x="155" y="530"/>
                    <a:pt x="157" y="530"/>
                  </a:cubicBezTo>
                  <a:close/>
                  <a:moveTo>
                    <a:pt x="28" y="549"/>
                  </a:moveTo>
                  <a:cubicBezTo>
                    <a:pt x="23" y="549"/>
                    <a:pt x="17" y="550"/>
                    <a:pt x="12" y="552"/>
                  </a:cubicBezTo>
                  <a:lnTo>
                    <a:pt x="13" y="555"/>
                  </a:lnTo>
                  <a:cubicBezTo>
                    <a:pt x="13" y="556"/>
                    <a:pt x="14" y="556"/>
                    <a:pt x="15" y="556"/>
                  </a:cubicBezTo>
                  <a:cubicBezTo>
                    <a:pt x="18" y="556"/>
                    <a:pt x="24" y="554"/>
                    <a:pt x="29" y="552"/>
                  </a:cubicBezTo>
                  <a:lnTo>
                    <a:pt x="28" y="549"/>
                  </a:lnTo>
                  <a:close/>
                  <a:moveTo>
                    <a:pt x="515" y="584"/>
                  </a:moveTo>
                  <a:cubicBezTo>
                    <a:pt x="515" y="584"/>
                    <a:pt x="514" y="584"/>
                    <a:pt x="514" y="584"/>
                  </a:cubicBezTo>
                  <a:cubicBezTo>
                    <a:pt x="511" y="585"/>
                    <a:pt x="511" y="585"/>
                    <a:pt x="516" y="592"/>
                  </a:cubicBezTo>
                  <a:lnTo>
                    <a:pt x="520" y="591"/>
                  </a:lnTo>
                  <a:cubicBezTo>
                    <a:pt x="516" y="585"/>
                    <a:pt x="516" y="584"/>
                    <a:pt x="515" y="584"/>
                  </a:cubicBezTo>
                  <a:close/>
                  <a:moveTo>
                    <a:pt x="637" y="632"/>
                  </a:moveTo>
                  <a:cubicBezTo>
                    <a:pt x="638" y="632"/>
                    <a:pt x="640" y="634"/>
                    <a:pt x="639" y="636"/>
                  </a:cubicBezTo>
                  <a:cubicBezTo>
                    <a:pt x="636" y="633"/>
                    <a:pt x="636" y="632"/>
                    <a:pt x="637" y="632"/>
                  </a:cubicBezTo>
                  <a:close/>
                  <a:moveTo>
                    <a:pt x="621" y="628"/>
                  </a:moveTo>
                  <a:cubicBezTo>
                    <a:pt x="626" y="635"/>
                    <a:pt x="631" y="641"/>
                    <a:pt x="630" y="642"/>
                  </a:cubicBezTo>
                  <a:lnTo>
                    <a:pt x="622" y="638"/>
                  </a:lnTo>
                  <a:lnTo>
                    <a:pt x="618" y="630"/>
                  </a:lnTo>
                  <a:lnTo>
                    <a:pt x="621" y="628"/>
                  </a:lnTo>
                  <a:close/>
                  <a:moveTo>
                    <a:pt x="547" y="643"/>
                  </a:moveTo>
                  <a:lnTo>
                    <a:pt x="547" y="643"/>
                  </a:lnTo>
                  <a:cubicBezTo>
                    <a:pt x="548" y="646"/>
                    <a:pt x="549" y="647"/>
                    <a:pt x="548" y="647"/>
                  </a:cubicBezTo>
                  <a:cubicBezTo>
                    <a:pt x="548" y="647"/>
                    <a:pt x="546" y="644"/>
                    <a:pt x="547" y="643"/>
                  </a:cubicBezTo>
                  <a:close/>
                  <a:moveTo>
                    <a:pt x="601" y="635"/>
                  </a:moveTo>
                  <a:cubicBezTo>
                    <a:pt x="602" y="635"/>
                    <a:pt x="606" y="638"/>
                    <a:pt x="612" y="645"/>
                  </a:cubicBezTo>
                  <a:cubicBezTo>
                    <a:pt x="617" y="651"/>
                    <a:pt x="617" y="651"/>
                    <a:pt x="615" y="654"/>
                  </a:cubicBezTo>
                  <a:cubicBezTo>
                    <a:pt x="611" y="649"/>
                    <a:pt x="607" y="646"/>
                    <a:pt x="603" y="640"/>
                  </a:cubicBezTo>
                  <a:lnTo>
                    <a:pt x="603" y="640"/>
                  </a:lnTo>
                  <a:lnTo>
                    <a:pt x="604" y="641"/>
                  </a:lnTo>
                  <a:cubicBezTo>
                    <a:pt x="601" y="638"/>
                    <a:pt x="600" y="635"/>
                    <a:pt x="601" y="635"/>
                  </a:cubicBezTo>
                  <a:close/>
                  <a:moveTo>
                    <a:pt x="224" y="656"/>
                  </a:moveTo>
                  <a:cubicBezTo>
                    <a:pt x="224" y="656"/>
                    <a:pt x="224" y="656"/>
                    <a:pt x="225" y="656"/>
                  </a:cubicBezTo>
                  <a:cubicBezTo>
                    <a:pt x="227" y="657"/>
                    <a:pt x="222" y="664"/>
                    <a:pt x="212" y="667"/>
                  </a:cubicBezTo>
                  <a:lnTo>
                    <a:pt x="209" y="664"/>
                  </a:lnTo>
                  <a:cubicBezTo>
                    <a:pt x="214" y="658"/>
                    <a:pt x="221" y="656"/>
                    <a:pt x="224" y="656"/>
                  </a:cubicBezTo>
                  <a:close/>
                  <a:moveTo>
                    <a:pt x="507" y="651"/>
                  </a:moveTo>
                  <a:cubicBezTo>
                    <a:pt x="507" y="651"/>
                    <a:pt x="506" y="651"/>
                    <a:pt x="506" y="651"/>
                  </a:cubicBezTo>
                  <a:lnTo>
                    <a:pt x="505" y="651"/>
                  </a:lnTo>
                  <a:cubicBezTo>
                    <a:pt x="506" y="657"/>
                    <a:pt x="510" y="663"/>
                    <a:pt x="512" y="667"/>
                  </a:cubicBezTo>
                  <a:cubicBezTo>
                    <a:pt x="514" y="666"/>
                    <a:pt x="512" y="658"/>
                    <a:pt x="512" y="658"/>
                  </a:cubicBezTo>
                  <a:cubicBezTo>
                    <a:pt x="512" y="658"/>
                    <a:pt x="509" y="651"/>
                    <a:pt x="507" y="651"/>
                  </a:cubicBezTo>
                  <a:close/>
                  <a:moveTo>
                    <a:pt x="437" y="647"/>
                  </a:moveTo>
                  <a:cubicBezTo>
                    <a:pt x="438" y="656"/>
                    <a:pt x="438" y="664"/>
                    <a:pt x="438" y="664"/>
                  </a:cubicBezTo>
                  <a:cubicBezTo>
                    <a:pt x="438" y="666"/>
                    <a:pt x="438" y="667"/>
                    <a:pt x="438" y="667"/>
                  </a:cubicBezTo>
                  <a:cubicBezTo>
                    <a:pt x="438" y="667"/>
                    <a:pt x="438" y="661"/>
                    <a:pt x="438" y="656"/>
                  </a:cubicBezTo>
                  <a:lnTo>
                    <a:pt x="437" y="647"/>
                  </a:lnTo>
                  <a:close/>
                  <a:moveTo>
                    <a:pt x="581" y="675"/>
                  </a:moveTo>
                  <a:cubicBezTo>
                    <a:pt x="582" y="675"/>
                    <a:pt x="586" y="682"/>
                    <a:pt x="586" y="682"/>
                  </a:cubicBezTo>
                  <a:cubicBezTo>
                    <a:pt x="588" y="684"/>
                    <a:pt x="588" y="685"/>
                    <a:pt x="587" y="685"/>
                  </a:cubicBezTo>
                  <a:cubicBezTo>
                    <a:pt x="586" y="685"/>
                    <a:pt x="584" y="684"/>
                    <a:pt x="582" y="684"/>
                  </a:cubicBezTo>
                  <a:cubicBezTo>
                    <a:pt x="582" y="684"/>
                    <a:pt x="582" y="684"/>
                    <a:pt x="581" y="684"/>
                  </a:cubicBezTo>
                  <a:cubicBezTo>
                    <a:pt x="576" y="677"/>
                    <a:pt x="576" y="677"/>
                    <a:pt x="580" y="675"/>
                  </a:cubicBezTo>
                  <a:cubicBezTo>
                    <a:pt x="580" y="675"/>
                    <a:pt x="580" y="675"/>
                    <a:pt x="581" y="675"/>
                  </a:cubicBezTo>
                  <a:close/>
                  <a:moveTo>
                    <a:pt x="339" y="674"/>
                  </a:moveTo>
                  <a:cubicBezTo>
                    <a:pt x="340" y="674"/>
                    <a:pt x="341" y="675"/>
                    <a:pt x="341" y="675"/>
                  </a:cubicBezTo>
                  <a:lnTo>
                    <a:pt x="339" y="683"/>
                  </a:lnTo>
                  <a:lnTo>
                    <a:pt x="335" y="689"/>
                  </a:lnTo>
                  <a:lnTo>
                    <a:pt x="335" y="682"/>
                  </a:lnTo>
                  <a:cubicBezTo>
                    <a:pt x="337" y="676"/>
                    <a:pt x="338" y="674"/>
                    <a:pt x="339" y="674"/>
                  </a:cubicBezTo>
                  <a:close/>
                  <a:moveTo>
                    <a:pt x="492" y="682"/>
                  </a:moveTo>
                  <a:cubicBezTo>
                    <a:pt x="494" y="682"/>
                    <a:pt x="494" y="682"/>
                    <a:pt x="496" y="689"/>
                  </a:cubicBezTo>
                  <a:lnTo>
                    <a:pt x="494" y="689"/>
                  </a:lnTo>
                  <a:lnTo>
                    <a:pt x="489" y="683"/>
                  </a:lnTo>
                  <a:lnTo>
                    <a:pt x="492" y="682"/>
                  </a:lnTo>
                  <a:close/>
                  <a:moveTo>
                    <a:pt x="225" y="673"/>
                  </a:moveTo>
                  <a:cubicBezTo>
                    <a:pt x="222" y="673"/>
                    <a:pt x="218" y="676"/>
                    <a:pt x="216" y="681"/>
                  </a:cubicBezTo>
                  <a:cubicBezTo>
                    <a:pt x="210" y="687"/>
                    <a:pt x="212" y="688"/>
                    <a:pt x="217" y="693"/>
                  </a:cubicBezTo>
                  <a:cubicBezTo>
                    <a:pt x="217" y="693"/>
                    <a:pt x="217" y="693"/>
                    <a:pt x="218" y="693"/>
                  </a:cubicBezTo>
                  <a:cubicBezTo>
                    <a:pt x="220" y="693"/>
                    <a:pt x="226" y="688"/>
                    <a:pt x="226" y="688"/>
                  </a:cubicBezTo>
                  <a:cubicBezTo>
                    <a:pt x="230" y="682"/>
                    <a:pt x="229" y="681"/>
                    <a:pt x="227" y="678"/>
                  </a:cubicBezTo>
                  <a:cubicBezTo>
                    <a:pt x="227" y="674"/>
                    <a:pt x="226" y="673"/>
                    <a:pt x="225" y="673"/>
                  </a:cubicBezTo>
                  <a:close/>
                  <a:moveTo>
                    <a:pt x="473" y="682"/>
                  </a:moveTo>
                  <a:cubicBezTo>
                    <a:pt x="475" y="682"/>
                    <a:pt x="477" y="690"/>
                    <a:pt x="478" y="703"/>
                  </a:cubicBezTo>
                  <a:lnTo>
                    <a:pt x="474" y="703"/>
                  </a:lnTo>
                  <a:cubicBezTo>
                    <a:pt x="471" y="695"/>
                    <a:pt x="470" y="686"/>
                    <a:pt x="473" y="686"/>
                  </a:cubicBezTo>
                  <a:cubicBezTo>
                    <a:pt x="473" y="684"/>
                    <a:pt x="473" y="682"/>
                    <a:pt x="473" y="682"/>
                  </a:cubicBezTo>
                  <a:close/>
                  <a:moveTo>
                    <a:pt x="400" y="673"/>
                  </a:moveTo>
                  <a:cubicBezTo>
                    <a:pt x="400" y="673"/>
                    <a:pt x="399" y="677"/>
                    <a:pt x="397" y="687"/>
                  </a:cubicBezTo>
                  <a:cubicBezTo>
                    <a:pt x="394" y="696"/>
                    <a:pt x="392" y="704"/>
                    <a:pt x="392" y="704"/>
                  </a:cubicBezTo>
                  <a:cubicBezTo>
                    <a:pt x="390" y="704"/>
                    <a:pt x="393" y="695"/>
                    <a:pt x="396" y="678"/>
                  </a:cubicBezTo>
                  <a:cubicBezTo>
                    <a:pt x="398" y="675"/>
                    <a:pt x="399" y="673"/>
                    <a:pt x="400" y="673"/>
                  </a:cubicBezTo>
                  <a:close/>
                  <a:moveTo>
                    <a:pt x="539" y="694"/>
                  </a:moveTo>
                  <a:cubicBezTo>
                    <a:pt x="541" y="694"/>
                    <a:pt x="543" y="695"/>
                    <a:pt x="545" y="701"/>
                  </a:cubicBezTo>
                  <a:cubicBezTo>
                    <a:pt x="545" y="701"/>
                    <a:pt x="549" y="709"/>
                    <a:pt x="547" y="710"/>
                  </a:cubicBezTo>
                  <a:cubicBezTo>
                    <a:pt x="544" y="710"/>
                    <a:pt x="539" y="703"/>
                    <a:pt x="539" y="703"/>
                  </a:cubicBezTo>
                  <a:cubicBezTo>
                    <a:pt x="535" y="695"/>
                    <a:pt x="538" y="694"/>
                    <a:pt x="538" y="694"/>
                  </a:cubicBezTo>
                  <a:cubicBezTo>
                    <a:pt x="538" y="694"/>
                    <a:pt x="539" y="694"/>
                    <a:pt x="539" y="694"/>
                  </a:cubicBezTo>
                  <a:close/>
                  <a:moveTo>
                    <a:pt x="348" y="691"/>
                  </a:moveTo>
                  <a:cubicBezTo>
                    <a:pt x="348" y="691"/>
                    <a:pt x="347" y="695"/>
                    <a:pt x="345" y="703"/>
                  </a:cubicBezTo>
                  <a:cubicBezTo>
                    <a:pt x="344" y="711"/>
                    <a:pt x="339" y="719"/>
                    <a:pt x="333" y="725"/>
                  </a:cubicBezTo>
                  <a:lnTo>
                    <a:pt x="328" y="724"/>
                  </a:lnTo>
                  <a:lnTo>
                    <a:pt x="338" y="710"/>
                  </a:lnTo>
                  <a:cubicBezTo>
                    <a:pt x="345" y="697"/>
                    <a:pt x="347" y="691"/>
                    <a:pt x="348" y="691"/>
                  </a:cubicBezTo>
                  <a:close/>
                  <a:moveTo>
                    <a:pt x="414" y="715"/>
                  </a:moveTo>
                  <a:cubicBezTo>
                    <a:pt x="413" y="723"/>
                    <a:pt x="413" y="732"/>
                    <a:pt x="411" y="732"/>
                  </a:cubicBezTo>
                  <a:lnTo>
                    <a:pt x="409" y="732"/>
                  </a:lnTo>
                  <a:cubicBezTo>
                    <a:pt x="409" y="726"/>
                    <a:pt x="410" y="721"/>
                    <a:pt x="411" y="715"/>
                  </a:cubicBezTo>
                  <a:close/>
                  <a:moveTo>
                    <a:pt x="465" y="739"/>
                  </a:moveTo>
                  <a:lnTo>
                    <a:pt x="466" y="747"/>
                  </a:lnTo>
                  <a:cubicBezTo>
                    <a:pt x="464" y="747"/>
                    <a:pt x="462" y="751"/>
                    <a:pt x="461" y="751"/>
                  </a:cubicBezTo>
                  <a:cubicBezTo>
                    <a:pt x="461" y="751"/>
                    <a:pt x="461" y="750"/>
                    <a:pt x="460" y="748"/>
                  </a:cubicBezTo>
                  <a:cubicBezTo>
                    <a:pt x="458" y="748"/>
                    <a:pt x="461" y="739"/>
                    <a:pt x="465" y="739"/>
                  </a:cubicBezTo>
                  <a:close/>
                  <a:moveTo>
                    <a:pt x="381" y="6"/>
                  </a:moveTo>
                  <a:cubicBezTo>
                    <a:pt x="381" y="6"/>
                    <a:pt x="381" y="6"/>
                    <a:pt x="381" y="6"/>
                  </a:cubicBezTo>
                  <a:cubicBezTo>
                    <a:pt x="378" y="6"/>
                    <a:pt x="375" y="6"/>
                    <a:pt x="378" y="14"/>
                  </a:cubicBezTo>
                  <a:cubicBezTo>
                    <a:pt x="379" y="23"/>
                    <a:pt x="379" y="23"/>
                    <a:pt x="377" y="23"/>
                  </a:cubicBezTo>
                  <a:cubicBezTo>
                    <a:pt x="374" y="23"/>
                    <a:pt x="372" y="24"/>
                    <a:pt x="370" y="32"/>
                  </a:cubicBezTo>
                  <a:cubicBezTo>
                    <a:pt x="372" y="41"/>
                    <a:pt x="369" y="41"/>
                    <a:pt x="366" y="41"/>
                  </a:cubicBezTo>
                  <a:cubicBezTo>
                    <a:pt x="363" y="33"/>
                    <a:pt x="358" y="33"/>
                    <a:pt x="358" y="33"/>
                  </a:cubicBezTo>
                  <a:lnTo>
                    <a:pt x="358" y="33"/>
                  </a:lnTo>
                  <a:cubicBezTo>
                    <a:pt x="358" y="36"/>
                    <a:pt x="359" y="37"/>
                    <a:pt x="359" y="37"/>
                  </a:cubicBezTo>
                  <a:cubicBezTo>
                    <a:pt x="359" y="37"/>
                    <a:pt x="357" y="31"/>
                    <a:pt x="356" y="25"/>
                  </a:cubicBezTo>
                  <a:cubicBezTo>
                    <a:pt x="355" y="20"/>
                    <a:pt x="354" y="14"/>
                    <a:pt x="351" y="9"/>
                  </a:cubicBezTo>
                  <a:cubicBezTo>
                    <a:pt x="348" y="9"/>
                    <a:pt x="349" y="18"/>
                    <a:pt x="349" y="18"/>
                  </a:cubicBezTo>
                  <a:cubicBezTo>
                    <a:pt x="350" y="24"/>
                    <a:pt x="290" y="40"/>
                    <a:pt x="283" y="43"/>
                  </a:cubicBezTo>
                  <a:cubicBezTo>
                    <a:pt x="280" y="41"/>
                    <a:pt x="277" y="41"/>
                    <a:pt x="275" y="41"/>
                  </a:cubicBezTo>
                  <a:cubicBezTo>
                    <a:pt x="271" y="41"/>
                    <a:pt x="269" y="43"/>
                    <a:pt x="273" y="48"/>
                  </a:cubicBezTo>
                  <a:cubicBezTo>
                    <a:pt x="276" y="56"/>
                    <a:pt x="265" y="60"/>
                    <a:pt x="250" y="67"/>
                  </a:cubicBezTo>
                  <a:cubicBezTo>
                    <a:pt x="235" y="75"/>
                    <a:pt x="224" y="83"/>
                    <a:pt x="228" y="89"/>
                  </a:cubicBezTo>
                  <a:lnTo>
                    <a:pt x="221" y="93"/>
                  </a:lnTo>
                  <a:cubicBezTo>
                    <a:pt x="217" y="95"/>
                    <a:pt x="218" y="106"/>
                    <a:pt x="216" y="107"/>
                  </a:cubicBezTo>
                  <a:cubicBezTo>
                    <a:pt x="218" y="112"/>
                    <a:pt x="218" y="114"/>
                    <a:pt x="217" y="114"/>
                  </a:cubicBezTo>
                  <a:cubicBezTo>
                    <a:pt x="216" y="114"/>
                    <a:pt x="215" y="112"/>
                    <a:pt x="213" y="108"/>
                  </a:cubicBezTo>
                  <a:cubicBezTo>
                    <a:pt x="209" y="102"/>
                    <a:pt x="205" y="96"/>
                    <a:pt x="203" y="96"/>
                  </a:cubicBezTo>
                  <a:cubicBezTo>
                    <a:pt x="203" y="96"/>
                    <a:pt x="202" y="96"/>
                    <a:pt x="202" y="96"/>
                  </a:cubicBezTo>
                  <a:cubicBezTo>
                    <a:pt x="198" y="99"/>
                    <a:pt x="202" y="106"/>
                    <a:pt x="208" y="113"/>
                  </a:cubicBezTo>
                  <a:cubicBezTo>
                    <a:pt x="213" y="120"/>
                    <a:pt x="211" y="121"/>
                    <a:pt x="211" y="121"/>
                  </a:cubicBezTo>
                  <a:cubicBezTo>
                    <a:pt x="211" y="121"/>
                    <a:pt x="210" y="121"/>
                    <a:pt x="210" y="121"/>
                  </a:cubicBezTo>
                  <a:cubicBezTo>
                    <a:pt x="208" y="121"/>
                    <a:pt x="207" y="120"/>
                    <a:pt x="203" y="115"/>
                  </a:cubicBezTo>
                  <a:cubicBezTo>
                    <a:pt x="199" y="108"/>
                    <a:pt x="193" y="102"/>
                    <a:pt x="193" y="102"/>
                  </a:cubicBezTo>
                  <a:lnTo>
                    <a:pt x="191" y="104"/>
                  </a:lnTo>
                  <a:cubicBezTo>
                    <a:pt x="197" y="111"/>
                    <a:pt x="194" y="112"/>
                    <a:pt x="194" y="112"/>
                  </a:cubicBezTo>
                  <a:cubicBezTo>
                    <a:pt x="194" y="112"/>
                    <a:pt x="193" y="112"/>
                    <a:pt x="193" y="112"/>
                  </a:cubicBezTo>
                  <a:cubicBezTo>
                    <a:pt x="192" y="112"/>
                    <a:pt x="190" y="110"/>
                    <a:pt x="182" y="99"/>
                  </a:cubicBezTo>
                  <a:cubicBezTo>
                    <a:pt x="177" y="94"/>
                    <a:pt x="174" y="91"/>
                    <a:pt x="172" y="91"/>
                  </a:cubicBezTo>
                  <a:lnTo>
                    <a:pt x="172" y="91"/>
                  </a:lnTo>
                  <a:cubicBezTo>
                    <a:pt x="171" y="91"/>
                    <a:pt x="173" y="95"/>
                    <a:pt x="178" y="103"/>
                  </a:cubicBezTo>
                  <a:lnTo>
                    <a:pt x="179" y="113"/>
                  </a:lnTo>
                  <a:cubicBezTo>
                    <a:pt x="176" y="110"/>
                    <a:pt x="174" y="109"/>
                    <a:pt x="173" y="109"/>
                  </a:cubicBezTo>
                  <a:cubicBezTo>
                    <a:pt x="169" y="109"/>
                    <a:pt x="174" y="120"/>
                    <a:pt x="176" y="126"/>
                  </a:cubicBezTo>
                  <a:cubicBezTo>
                    <a:pt x="171" y="121"/>
                    <a:pt x="167" y="119"/>
                    <a:pt x="165" y="119"/>
                  </a:cubicBezTo>
                  <a:cubicBezTo>
                    <a:pt x="163" y="119"/>
                    <a:pt x="165" y="123"/>
                    <a:pt x="171" y="131"/>
                  </a:cubicBezTo>
                  <a:cubicBezTo>
                    <a:pt x="174" y="135"/>
                    <a:pt x="175" y="137"/>
                    <a:pt x="174" y="137"/>
                  </a:cubicBezTo>
                  <a:cubicBezTo>
                    <a:pt x="173" y="137"/>
                    <a:pt x="171" y="136"/>
                    <a:pt x="167" y="134"/>
                  </a:cubicBezTo>
                  <a:cubicBezTo>
                    <a:pt x="164" y="132"/>
                    <a:pt x="162" y="132"/>
                    <a:pt x="160" y="132"/>
                  </a:cubicBezTo>
                  <a:cubicBezTo>
                    <a:pt x="157" y="132"/>
                    <a:pt x="156" y="133"/>
                    <a:pt x="153" y="135"/>
                  </a:cubicBezTo>
                  <a:cubicBezTo>
                    <a:pt x="157" y="143"/>
                    <a:pt x="145" y="156"/>
                    <a:pt x="132" y="171"/>
                  </a:cubicBezTo>
                  <a:cubicBezTo>
                    <a:pt x="117" y="189"/>
                    <a:pt x="107" y="202"/>
                    <a:pt x="115" y="206"/>
                  </a:cubicBezTo>
                  <a:cubicBezTo>
                    <a:pt x="114" y="207"/>
                    <a:pt x="113" y="208"/>
                    <a:pt x="112" y="208"/>
                  </a:cubicBezTo>
                  <a:cubicBezTo>
                    <a:pt x="111" y="208"/>
                    <a:pt x="109" y="207"/>
                    <a:pt x="105" y="206"/>
                  </a:cubicBezTo>
                  <a:cubicBezTo>
                    <a:pt x="102" y="204"/>
                    <a:pt x="101" y="203"/>
                    <a:pt x="100" y="203"/>
                  </a:cubicBezTo>
                  <a:cubicBezTo>
                    <a:pt x="98" y="203"/>
                    <a:pt x="100" y="207"/>
                    <a:pt x="109" y="215"/>
                  </a:cubicBezTo>
                  <a:cubicBezTo>
                    <a:pt x="112" y="219"/>
                    <a:pt x="116" y="222"/>
                    <a:pt x="116" y="222"/>
                  </a:cubicBezTo>
                  <a:cubicBezTo>
                    <a:pt x="115" y="222"/>
                    <a:pt x="113" y="220"/>
                    <a:pt x="107" y="216"/>
                  </a:cubicBezTo>
                  <a:cubicBezTo>
                    <a:pt x="105" y="215"/>
                    <a:pt x="104" y="214"/>
                    <a:pt x="102" y="214"/>
                  </a:cubicBezTo>
                  <a:cubicBezTo>
                    <a:pt x="99" y="214"/>
                    <a:pt x="96" y="218"/>
                    <a:pt x="91" y="225"/>
                  </a:cubicBezTo>
                  <a:cubicBezTo>
                    <a:pt x="88" y="232"/>
                    <a:pt x="83" y="241"/>
                    <a:pt x="90" y="244"/>
                  </a:cubicBezTo>
                  <a:cubicBezTo>
                    <a:pt x="93" y="249"/>
                    <a:pt x="94" y="251"/>
                    <a:pt x="94" y="251"/>
                  </a:cubicBezTo>
                  <a:cubicBezTo>
                    <a:pt x="94" y="251"/>
                    <a:pt x="92" y="249"/>
                    <a:pt x="89" y="246"/>
                  </a:cubicBezTo>
                  <a:cubicBezTo>
                    <a:pt x="85" y="243"/>
                    <a:pt x="80" y="242"/>
                    <a:pt x="77" y="242"/>
                  </a:cubicBezTo>
                  <a:cubicBezTo>
                    <a:pt x="69" y="242"/>
                    <a:pt x="65" y="249"/>
                    <a:pt x="73" y="259"/>
                  </a:cubicBezTo>
                  <a:cubicBezTo>
                    <a:pt x="73" y="260"/>
                    <a:pt x="72" y="262"/>
                    <a:pt x="69" y="262"/>
                  </a:cubicBezTo>
                  <a:cubicBezTo>
                    <a:pt x="68" y="262"/>
                    <a:pt x="66" y="261"/>
                    <a:pt x="63" y="260"/>
                  </a:cubicBezTo>
                  <a:lnTo>
                    <a:pt x="63" y="260"/>
                  </a:lnTo>
                  <a:cubicBezTo>
                    <a:pt x="62" y="262"/>
                    <a:pt x="61" y="264"/>
                    <a:pt x="65" y="276"/>
                  </a:cubicBezTo>
                  <a:lnTo>
                    <a:pt x="59" y="291"/>
                  </a:lnTo>
                  <a:cubicBezTo>
                    <a:pt x="56" y="297"/>
                    <a:pt x="63" y="304"/>
                    <a:pt x="63" y="304"/>
                  </a:cubicBezTo>
                  <a:cubicBezTo>
                    <a:pt x="62" y="306"/>
                    <a:pt x="62" y="308"/>
                    <a:pt x="62" y="308"/>
                  </a:cubicBezTo>
                  <a:cubicBezTo>
                    <a:pt x="62" y="308"/>
                    <a:pt x="62" y="308"/>
                    <a:pt x="62" y="307"/>
                  </a:cubicBezTo>
                  <a:cubicBezTo>
                    <a:pt x="61" y="307"/>
                    <a:pt x="60" y="306"/>
                    <a:pt x="60" y="306"/>
                  </a:cubicBezTo>
                  <a:cubicBezTo>
                    <a:pt x="53" y="306"/>
                    <a:pt x="49" y="318"/>
                    <a:pt x="45" y="334"/>
                  </a:cubicBezTo>
                  <a:cubicBezTo>
                    <a:pt x="42" y="351"/>
                    <a:pt x="38" y="366"/>
                    <a:pt x="29" y="368"/>
                  </a:cubicBezTo>
                  <a:cubicBezTo>
                    <a:pt x="29" y="368"/>
                    <a:pt x="29" y="370"/>
                    <a:pt x="37" y="374"/>
                  </a:cubicBezTo>
                  <a:cubicBezTo>
                    <a:pt x="54" y="379"/>
                    <a:pt x="54" y="381"/>
                    <a:pt x="45" y="382"/>
                  </a:cubicBezTo>
                  <a:cubicBezTo>
                    <a:pt x="28" y="383"/>
                    <a:pt x="27" y="394"/>
                    <a:pt x="44" y="397"/>
                  </a:cubicBezTo>
                  <a:lnTo>
                    <a:pt x="35" y="397"/>
                  </a:lnTo>
                  <a:cubicBezTo>
                    <a:pt x="18" y="399"/>
                    <a:pt x="26" y="407"/>
                    <a:pt x="43" y="410"/>
                  </a:cubicBezTo>
                  <a:cubicBezTo>
                    <a:pt x="35" y="412"/>
                    <a:pt x="26" y="415"/>
                    <a:pt x="35" y="417"/>
                  </a:cubicBezTo>
                  <a:cubicBezTo>
                    <a:pt x="35" y="420"/>
                    <a:pt x="35" y="420"/>
                    <a:pt x="18" y="420"/>
                  </a:cubicBezTo>
                  <a:cubicBezTo>
                    <a:pt x="9" y="420"/>
                    <a:pt x="0" y="421"/>
                    <a:pt x="0" y="424"/>
                  </a:cubicBezTo>
                  <a:cubicBezTo>
                    <a:pt x="0" y="426"/>
                    <a:pt x="4" y="426"/>
                    <a:pt x="8" y="426"/>
                  </a:cubicBezTo>
                  <a:cubicBezTo>
                    <a:pt x="11" y="426"/>
                    <a:pt x="15" y="426"/>
                    <a:pt x="18" y="426"/>
                  </a:cubicBezTo>
                  <a:lnTo>
                    <a:pt x="18" y="431"/>
                  </a:lnTo>
                  <a:cubicBezTo>
                    <a:pt x="18" y="431"/>
                    <a:pt x="18" y="434"/>
                    <a:pt x="26" y="434"/>
                  </a:cubicBezTo>
                  <a:cubicBezTo>
                    <a:pt x="27" y="434"/>
                    <a:pt x="28" y="433"/>
                    <a:pt x="29" y="433"/>
                  </a:cubicBezTo>
                  <a:cubicBezTo>
                    <a:pt x="35" y="433"/>
                    <a:pt x="35" y="436"/>
                    <a:pt x="35" y="438"/>
                  </a:cubicBezTo>
                  <a:cubicBezTo>
                    <a:pt x="31" y="439"/>
                    <a:pt x="31" y="439"/>
                    <a:pt x="33" y="439"/>
                  </a:cubicBezTo>
                  <a:cubicBezTo>
                    <a:pt x="35" y="439"/>
                    <a:pt x="39" y="439"/>
                    <a:pt x="43" y="437"/>
                  </a:cubicBezTo>
                  <a:cubicBezTo>
                    <a:pt x="47" y="437"/>
                    <a:pt x="52" y="437"/>
                    <a:pt x="55" y="437"/>
                  </a:cubicBezTo>
                  <a:cubicBezTo>
                    <a:pt x="59" y="437"/>
                    <a:pt x="61" y="437"/>
                    <a:pt x="61" y="438"/>
                  </a:cubicBezTo>
                  <a:lnTo>
                    <a:pt x="78" y="437"/>
                  </a:lnTo>
                  <a:cubicBezTo>
                    <a:pt x="89" y="437"/>
                    <a:pt x="100" y="435"/>
                    <a:pt x="111" y="430"/>
                  </a:cubicBezTo>
                  <a:cubicBezTo>
                    <a:pt x="120" y="421"/>
                    <a:pt x="128" y="416"/>
                    <a:pt x="111" y="416"/>
                  </a:cubicBezTo>
                  <a:cubicBezTo>
                    <a:pt x="111" y="416"/>
                    <a:pt x="102" y="415"/>
                    <a:pt x="102" y="412"/>
                  </a:cubicBezTo>
                  <a:cubicBezTo>
                    <a:pt x="102" y="410"/>
                    <a:pt x="111" y="408"/>
                    <a:pt x="111" y="408"/>
                  </a:cubicBezTo>
                  <a:cubicBezTo>
                    <a:pt x="119" y="408"/>
                    <a:pt x="120" y="400"/>
                    <a:pt x="121" y="391"/>
                  </a:cubicBezTo>
                  <a:cubicBezTo>
                    <a:pt x="123" y="379"/>
                    <a:pt x="124" y="373"/>
                    <a:pt x="133" y="373"/>
                  </a:cubicBezTo>
                  <a:cubicBezTo>
                    <a:pt x="142" y="372"/>
                    <a:pt x="142" y="371"/>
                    <a:pt x="142" y="371"/>
                  </a:cubicBezTo>
                  <a:cubicBezTo>
                    <a:pt x="134" y="370"/>
                    <a:pt x="135" y="357"/>
                    <a:pt x="139" y="345"/>
                  </a:cubicBezTo>
                  <a:cubicBezTo>
                    <a:pt x="144" y="332"/>
                    <a:pt x="147" y="319"/>
                    <a:pt x="141" y="316"/>
                  </a:cubicBezTo>
                  <a:lnTo>
                    <a:pt x="142" y="313"/>
                  </a:lnTo>
                  <a:cubicBezTo>
                    <a:pt x="144" y="314"/>
                    <a:pt x="146" y="314"/>
                    <a:pt x="147" y="314"/>
                  </a:cubicBezTo>
                  <a:cubicBezTo>
                    <a:pt x="151" y="314"/>
                    <a:pt x="152" y="311"/>
                    <a:pt x="153" y="308"/>
                  </a:cubicBezTo>
                  <a:cubicBezTo>
                    <a:pt x="147" y="301"/>
                    <a:pt x="148" y="298"/>
                    <a:pt x="148" y="298"/>
                  </a:cubicBezTo>
                  <a:lnTo>
                    <a:pt x="148" y="298"/>
                  </a:lnTo>
                  <a:cubicBezTo>
                    <a:pt x="151" y="299"/>
                    <a:pt x="153" y="300"/>
                    <a:pt x="154" y="300"/>
                  </a:cubicBezTo>
                  <a:cubicBezTo>
                    <a:pt x="157" y="300"/>
                    <a:pt x="157" y="298"/>
                    <a:pt x="158" y="296"/>
                  </a:cubicBezTo>
                  <a:cubicBezTo>
                    <a:pt x="161" y="292"/>
                    <a:pt x="162" y="291"/>
                    <a:pt x="154" y="287"/>
                  </a:cubicBezTo>
                  <a:cubicBezTo>
                    <a:pt x="155" y="286"/>
                    <a:pt x="162" y="272"/>
                    <a:pt x="172" y="272"/>
                  </a:cubicBezTo>
                  <a:cubicBezTo>
                    <a:pt x="173" y="273"/>
                    <a:pt x="174" y="273"/>
                    <a:pt x="175" y="273"/>
                  </a:cubicBezTo>
                  <a:cubicBezTo>
                    <a:pt x="179" y="273"/>
                    <a:pt x="173" y="268"/>
                    <a:pt x="169" y="262"/>
                  </a:cubicBezTo>
                  <a:cubicBezTo>
                    <a:pt x="161" y="258"/>
                    <a:pt x="155" y="252"/>
                    <a:pt x="156" y="250"/>
                  </a:cubicBezTo>
                  <a:lnTo>
                    <a:pt x="156" y="250"/>
                  </a:lnTo>
                  <a:lnTo>
                    <a:pt x="171" y="259"/>
                  </a:lnTo>
                  <a:cubicBezTo>
                    <a:pt x="174" y="263"/>
                    <a:pt x="175" y="264"/>
                    <a:pt x="176" y="264"/>
                  </a:cubicBezTo>
                  <a:cubicBezTo>
                    <a:pt x="177" y="264"/>
                    <a:pt x="178" y="263"/>
                    <a:pt x="179" y="262"/>
                  </a:cubicBezTo>
                  <a:lnTo>
                    <a:pt x="181" y="259"/>
                  </a:lnTo>
                  <a:cubicBezTo>
                    <a:pt x="174" y="254"/>
                    <a:pt x="180" y="245"/>
                    <a:pt x="189" y="234"/>
                  </a:cubicBezTo>
                  <a:cubicBezTo>
                    <a:pt x="200" y="219"/>
                    <a:pt x="204" y="216"/>
                    <a:pt x="199" y="210"/>
                  </a:cubicBezTo>
                  <a:cubicBezTo>
                    <a:pt x="194" y="206"/>
                    <a:pt x="194" y="204"/>
                    <a:pt x="198" y="204"/>
                  </a:cubicBezTo>
                  <a:cubicBezTo>
                    <a:pt x="200" y="204"/>
                    <a:pt x="202" y="204"/>
                    <a:pt x="204" y="205"/>
                  </a:cubicBezTo>
                  <a:cubicBezTo>
                    <a:pt x="219" y="209"/>
                    <a:pt x="226" y="211"/>
                    <a:pt x="228" y="211"/>
                  </a:cubicBezTo>
                  <a:cubicBezTo>
                    <a:pt x="230" y="211"/>
                    <a:pt x="229" y="210"/>
                    <a:pt x="227" y="206"/>
                  </a:cubicBezTo>
                  <a:cubicBezTo>
                    <a:pt x="227" y="206"/>
                    <a:pt x="226" y="206"/>
                    <a:pt x="226" y="206"/>
                  </a:cubicBezTo>
                  <a:cubicBezTo>
                    <a:pt x="224" y="206"/>
                    <a:pt x="219" y="201"/>
                    <a:pt x="213" y="196"/>
                  </a:cubicBezTo>
                  <a:cubicBezTo>
                    <a:pt x="207" y="189"/>
                    <a:pt x="204" y="185"/>
                    <a:pt x="205" y="185"/>
                  </a:cubicBezTo>
                  <a:cubicBezTo>
                    <a:pt x="207" y="185"/>
                    <a:pt x="210" y="188"/>
                    <a:pt x="217" y="193"/>
                  </a:cubicBezTo>
                  <a:cubicBezTo>
                    <a:pt x="219" y="195"/>
                    <a:pt x="221" y="196"/>
                    <a:pt x="223" y="196"/>
                  </a:cubicBezTo>
                  <a:cubicBezTo>
                    <a:pt x="233" y="196"/>
                    <a:pt x="242" y="178"/>
                    <a:pt x="238" y="166"/>
                  </a:cubicBezTo>
                  <a:lnTo>
                    <a:pt x="238" y="166"/>
                  </a:lnTo>
                  <a:cubicBezTo>
                    <a:pt x="239" y="168"/>
                    <a:pt x="240" y="169"/>
                    <a:pt x="241" y="171"/>
                  </a:cubicBezTo>
                  <a:cubicBezTo>
                    <a:pt x="244" y="175"/>
                    <a:pt x="246" y="176"/>
                    <a:pt x="248" y="176"/>
                  </a:cubicBezTo>
                  <a:cubicBezTo>
                    <a:pt x="250" y="176"/>
                    <a:pt x="252" y="175"/>
                    <a:pt x="255" y="172"/>
                  </a:cubicBezTo>
                  <a:lnTo>
                    <a:pt x="261" y="169"/>
                  </a:lnTo>
                  <a:cubicBezTo>
                    <a:pt x="255" y="161"/>
                    <a:pt x="257" y="158"/>
                    <a:pt x="261" y="158"/>
                  </a:cubicBezTo>
                  <a:cubicBezTo>
                    <a:pt x="264" y="158"/>
                    <a:pt x="268" y="159"/>
                    <a:pt x="271" y="162"/>
                  </a:cubicBezTo>
                  <a:cubicBezTo>
                    <a:pt x="274" y="167"/>
                    <a:pt x="276" y="168"/>
                    <a:pt x="277" y="168"/>
                  </a:cubicBezTo>
                  <a:cubicBezTo>
                    <a:pt x="278" y="168"/>
                    <a:pt x="278" y="168"/>
                    <a:pt x="280" y="167"/>
                  </a:cubicBezTo>
                  <a:cubicBezTo>
                    <a:pt x="278" y="158"/>
                    <a:pt x="281" y="154"/>
                    <a:pt x="284" y="154"/>
                  </a:cubicBezTo>
                  <a:cubicBezTo>
                    <a:pt x="287" y="154"/>
                    <a:pt x="291" y="156"/>
                    <a:pt x="293" y="160"/>
                  </a:cubicBezTo>
                  <a:cubicBezTo>
                    <a:pt x="294" y="159"/>
                    <a:pt x="295" y="158"/>
                    <a:pt x="296" y="158"/>
                  </a:cubicBezTo>
                  <a:cubicBezTo>
                    <a:pt x="294" y="150"/>
                    <a:pt x="298" y="148"/>
                    <a:pt x="300" y="148"/>
                  </a:cubicBezTo>
                  <a:cubicBezTo>
                    <a:pt x="304" y="145"/>
                    <a:pt x="307" y="144"/>
                    <a:pt x="301" y="138"/>
                  </a:cubicBezTo>
                  <a:cubicBezTo>
                    <a:pt x="298" y="130"/>
                    <a:pt x="294" y="122"/>
                    <a:pt x="295" y="121"/>
                  </a:cubicBezTo>
                  <a:lnTo>
                    <a:pt x="295" y="121"/>
                  </a:lnTo>
                  <a:lnTo>
                    <a:pt x="299" y="129"/>
                  </a:lnTo>
                  <a:cubicBezTo>
                    <a:pt x="301" y="133"/>
                    <a:pt x="303" y="134"/>
                    <a:pt x="306" y="134"/>
                  </a:cubicBezTo>
                  <a:cubicBezTo>
                    <a:pt x="309" y="134"/>
                    <a:pt x="312" y="133"/>
                    <a:pt x="316" y="131"/>
                  </a:cubicBezTo>
                  <a:cubicBezTo>
                    <a:pt x="319" y="130"/>
                    <a:pt x="322" y="129"/>
                    <a:pt x="325" y="129"/>
                  </a:cubicBezTo>
                  <a:cubicBezTo>
                    <a:pt x="328" y="129"/>
                    <a:pt x="330" y="130"/>
                    <a:pt x="332" y="134"/>
                  </a:cubicBezTo>
                  <a:lnTo>
                    <a:pt x="332" y="126"/>
                  </a:lnTo>
                  <a:cubicBezTo>
                    <a:pt x="332" y="121"/>
                    <a:pt x="332" y="119"/>
                    <a:pt x="333" y="119"/>
                  </a:cubicBezTo>
                  <a:cubicBezTo>
                    <a:pt x="334" y="119"/>
                    <a:pt x="335" y="121"/>
                    <a:pt x="336" y="124"/>
                  </a:cubicBezTo>
                  <a:cubicBezTo>
                    <a:pt x="338" y="128"/>
                    <a:pt x="340" y="129"/>
                    <a:pt x="343" y="129"/>
                  </a:cubicBezTo>
                  <a:cubicBezTo>
                    <a:pt x="345" y="129"/>
                    <a:pt x="348" y="127"/>
                    <a:pt x="349" y="122"/>
                  </a:cubicBezTo>
                  <a:lnTo>
                    <a:pt x="353" y="121"/>
                  </a:lnTo>
                  <a:cubicBezTo>
                    <a:pt x="355" y="128"/>
                    <a:pt x="358" y="132"/>
                    <a:pt x="359" y="132"/>
                  </a:cubicBezTo>
                  <a:cubicBezTo>
                    <a:pt x="361" y="132"/>
                    <a:pt x="362" y="128"/>
                    <a:pt x="362" y="118"/>
                  </a:cubicBezTo>
                  <a:lnTo>
                    <a:pt x="362" y="118"/>
                  </a:lnTo>
                  <a:cubicBezTo>
                    <a:pt x="363" y="126"/>
                    <a:pt x="364" y="126"/>
                    <a:pt x="366" y="126"/>
                  </a:cubicBezTo>
                  <a:cubicBezTo>
                    <a:pt x="366" y="126"/>
                    <a:pt x="367" y="126"/>
                    <a:pt x="367" y="126"/>
                  </a:cubicBezTo>
                  <a:cubicBezTo>
                    <a:pt x="368" y="122"/>
                    <a:pt x="371" y="119"/>
                    <a:pt x="373" y="119"/>
                  </a:cubicBezTo>
                  <a:cubicBezTo>
                    <a:pt x="375" y="119"/>
                    <a:pt x="377" y="121"/>
                    <a:pt x="377" y="125"/>
                  </a:cubicBezTo>
                  <a:lnTo>
                    <a:pt x="379" y="125"/>
                  </a:lnTo>
                  <a:cubicBezTo>
                    <a:pt x="381" y="116"/>
                    <a:pt x="382" y="116"/>
                    <a:pt x="384" y="116"/>
                  </a:cubicBezTo>
                  <a:cubicBezTo>
                    <a:pt x="386" y="116"/>
                    <a:pt x="387" y="116"/>
                    <a:pt x="388" y="107"/>
                  </a:cubicBezTo>
                  <a:cubicBezTo>
                    <a:pt x="390" y="98"/>
                    <a:pt x="392" y="98"/>
                    <a:pt x="392" y="98"/>
                  </a:cubicBezTo>
                  <a:lnTo>
                    <a:pt x="392" y="98"/>
                  </a:lnTo>
                  <a:cubicBezTo>
                    <a:pt x="394" y="98"/>
                    <a:pt x="393" y="107"/>
                    <a:pt x="391" y="115"/>
                  </a:cubicBezTo>
                  <a:cubicBezTo>
                    <a:pt x="390" y="119"/>
                    <a:pt x="390" y="121"/>
                    <a:pt x="391" y="121"/>
                  </a:cubicBezTo>
                  <a:cubicBezTo>
                    <a:pt x="392" y="121"/>
                    <a:pt x="395" y="117"/>
                    <a:pt x="399" y="107"/>
                  </a:cubicBezTo>
                  <a:cubicBezTo>
                    <a:pt x="401" y="99"/>
                    <a:pt x="402" y="95"/>
                    <a:pt x="402" y="95"/>
                  </a:cubicBezTo>
                  <a:lnTo>
                    <a:pt x="402" y="95"/>
                  </a:lnTo>
                  <a:cubicBezTo>
                    <a:pt x="402" y="95"/>
                    <a:pt x="401" y="99"/>
                    <a:pt x="400" y="107"/>
                  </a:cubicBezTo>
                  <a:cubicBezTo>
                    <a:pt x="399" y="113"/>
                    <a:pt x="398" y="119"/>
                    <a:pt x="399" y="119"/>
                  </a:cubicBezTo>
                  <a:cubicBezTo>
                    <a:pt x="399" y="119"/>
                    <a:pt x="400" y="118"/>
                    <a:pt x="401" y="116"/>
                  </a:cubicBezTo>
                  <a:cubicBezTo>
                    <a:pt x="401" y="116"/>
                    <a:pt x="404" y="116"/>
                    <a:pt x="404" y="107"/>
                  </a:cubicBezTo>
                  <a:lnTo>
                    <a:pt x="410" y="107"/>
                  </a:lnTo>
                  <a:cubicBezTo>
                    <a:pt x="413" y="116"/>
                    <a:pt x="415" y="116"/>
                    <a:pt x="416" y="116"/>
                  </a:cubicBezTo>
                  <a:cubicBezTo>
                    <a:pt x="418" y="112"/>
                    <a:pt x="418" y="110"/>
                    <a:pt x="419" y="110"/>
                  </a:cubicBezTo>
                  <a:cubicBezTo>
                    <a:pt x="419" y="110"/>
                    <a:pt x="420" y="112"/>
                    <a:pt x="421" y="116"/>
                  </a:cubicBezTo>
                  <a:cubicBezTo>
                    <a:pt x="420" y="120"/>
                    <a:pt x="421" y="122"/>
                    <a:pt x="421" y="122"/>
                  </a:cubicBezTo>
                  <a:cubicBezTo>
                    <a:pt x="422" y="122"/>
                    <a:pt x="423" y="118"/>
                    <a:pt x="423" y="108"/>
                  </a:cubicBezTo>
                  <a:cubicBezTo>
                    <a:pt x="424" y="104"/>
                    <a:pt x="425" y="102"/>
                    <a:pt x="426" y="102"/>
                  </a:cubicBezTo>
                  <a:cubicBezTo>
                    <a:pt x="427" y="102"/>
                    <a:pt x="428" y="105"/>
                    <a:pt x="429" y="110"/>
                  </a:cubicBezTo>
                  <a:cubicBezTo>
                    <a:pt x="428" y="119"/>
                    <a:pt x="428" y="123"/>
                    <a:pt x="428" y="123"/>
                  </a:cubicBezTo>
                  <a:cubicBezTo>
                    <a:pt x="429" y="123"/>
                    <a:pt x="429" y="121"/>
                    <a:pt x="430" y="117"/>
                  </a:cubicBezTo>
                  <a:cubicBezTo>
                    <a:pt x="432" y="110"/>
                    <a:pt x="434" y="110"/>
                    <a:pt x="434" y="110"/>
                  </a:cubicBezTo>
                  <a:lnTo>
                    <a:pt x="434" y="110"/>
                  </a:lnTo>
                  <a:cubicBezTo>
                    <a:pt x="433" y="118"/>
                    <a:pt x="450" y="121"/>
                    <a:pt x="466" y="125"/>
                  </a:cubicBezTo>
                  <a:cubicBezTo>
                    <a:pt x="468" y="125"/>
                    <a:pt x="473" y="117"/>
                    <a:pt x="475" y="110"/>
                  </a:cubicBezTo>
                  <a:cubicBezTo>
                    <a:pt x="477" y="103"/>
                    <a:pt x="477" y="100"/>
                    <a:pt x="477" y="100"/>
                  </a:cubicBezTo>
                  <a:lnTo>
                    <a:pt x="477" y="100"/>
                  </a:lnTo>
                  <a:cubicBezTo>
                    <a:pt x="478" y="100"/>
                    <a:pt x="477" y="105"/>
                    <a:pt x="476" y="111"/>
                  </a:cubicBezTo>
                  <a:cubicBezTo>
                    <a:pt x="474" y="123"/>
                    <a:pt x="473" y="130"/>
                    <a:pt x="474" y="130"/>
                  </a:cubicBezTo>
                  <a:cubicBezTo>
                    <a:pt x="475" y="130"/>
                    <a:pt x="478" y="124"/>
                    <a:pt x="480" y="112"/>
                  </a:cubicBezTo>
                  <a:cubicBezTo>
                    <a:pt x="482" y="103"/>
                    <a:pt x="482" y="99"/>
                    <a:pt x="482" y="99"/>
                  </a:cubicBezTo>
                  <a:lnTo>
                    <a:pt x="482" y="99"/>
                  </a:lnTo>
                  <a:cubicBezTo>
                    <a:pt x="482" y="99"/>
                    <a:pt x="482" y="103"/>
                    <a:pt x="482" y="112"/>
                  </a:cubicBezTo>
                  <a:cubicBezTo>
                    <a:pt x="482" y="117"/>
                    <a:pt x="482" y="119"/>
                    <a:pt x="482" y="119"/>
                  </a:cubicBezTo>
                  <a:cubicBezTo>
                    <a:pt x="483" y="119"/>
                    <a:pt x="484" y="117"/>
                    <a:pt x="486" y="114"/>
                  </a:cubicBezTo>
                  <a:cubicBezTo>
                    <a:pt x="487" y="110"/>
                    <a:pt x="488" y="108"/>
                    <a:pt x="489" y="108"/>
                  </a:cubicBezTo>
                  <a:lnTo>
                    <a:pt x="489" y="108"/>
                  </a:lnTo>
                  <a:cubicBezTo>
                    <a:pt x="489" y="108"/>
                    <a:pt x="489" y="110"/>
                    <a:pt x="488" y="114"/>
                  </a:cubicBezTo>
                  <a:cubicBezTo>
                    <a:pt x="487" y="121"/>
                    <a:pt x="487" y="127"/>
                    <a:pt x="488" y="127"/>
                  </a:cubicBezTo>
                  <a:cubicBezTo>
                    <a:pt x="488" y="127"/>
                    <a:pt x="488" y="126"/>
                    <a:pt x="489" y="124"/>
                  </a:cubicBezTo>
                  <a:cubicBezTo>
                    <a:pt x="489" y="124"/>
                    <a:pt x="491" y="124"/>
                    <a:pt x="489" y="133"/>
                  </a:cubicBezTo>
                  <a:cubicBezTo>
                    <a:pt x="489" y="136"/>
                    <a:pt x="489" y="137"/>
                    <a:pt x="490" y="137"/>
                  </a:cubicBezTo>
                  <a:cubicBezTo>
                    <a:pt x="491" y="137"/>
                    <a:pt x="495" y="132"/>
                    <a:pt x="498" y="127"/>
                  </a:cubicBezTo>
                  <a:cubicBezTo>
                    <a:pt x="504" y="121"/>
                    <a:pt x="507" y="118"/>
                    <a:pt x="508" y="118"/>
                  </a:cubicBezTo>
                  <a:cubicBezTo>
                    <a:pt x="510" y="118"/>
                    <a:pt x="508" y="122"/>
                    <a:pt x="504" y="130"/>
                  </a:cubicBezTo>
                  <a:cubicBezTo>
                    <a:pt x="501" y="136"/>
                    <a:pt x="501" y="139"/>
                    <a:pt x="503" y="139"/>
                  </a:cubicBezTo>
                  <a:cubicBezTo>
                    <a:pt x="506" y="139"/>
                    <a:pt x="511" y="134"/>
                    <a:pt x="516" y="126"/>
                  </a:cubicBezTo>
                  <a:cubicBezTo>
                    <a:pt x="521" y="118"/>
                    <a:pt x="524" y="114"/>
                    <a:pt x="524" y="114"/>
                  </a:cubicBezTo>
                  <a:lnTo>
                    <a:pt x="524" y="114"/>
                  </a:lnTo>
                  <a:cubicBezTo>
                    <a:pt x="524" y="114"/>
                    <a:pt x="523" y="116"/>
                    <a:pt x="522" y="120"/>
                  </a:cubicBezTo>
                  <a:cubicBezTo>
                    <a:pt x="517" y="127"/>
                    <a:pt x="520" y="129"/>
                    <a:pt x="520" y="129"/>
                  </a:cubicBezTo>
                  <a:cubicBezTo>
                    <a:pt x="522" y="129"/>
                    <a:pt x="523" y="130"/>
                    <a:pt x="520" y="138"/>
                  </a:cubicBezTo>
                  <a:cubicBezTo>
                    <a:pt x="520" y="138"/>
                    <a:pt x="520" y="138"/>
                    <a:pt x="520" y="138"/>
                  </a:cubicBezTo>
                  <a:cubicBezTo>
                    <a:pt x="521" y="138"/>
                    <a:pt x="524" y="137"/>
                    <a:pt x="529" y="132"/>
                  </a:cubicBezTo>
                  <a:cubicBezTo>
                    <a:pt x="532" y="128"/>
                    <a:pt x="535" y="126"/>
                    <a:pt x="537" y="126"/>
                  </a:cubicBezTo>
                  <a:cubicBezTo>
                    <a:pt x="541" y="126"/>
                    <a:pt x="540" y="136"/>
                    <a:pt x="535" y="147"/>
                  </a:cubicBezTo>
                  <a:lnTo>
                    <a:pt x="543" y="141"/>
                  </a:lnTo>
                  <a:cubicBezTo>
                    <a:pt x="549" y="133"/>
                    <a:pt x="554" y="127"/>
                    <a:pt x="555" y="127"/>
                  </a:cubicBezTo>
                  <a:lnTo>
                    <a:pt x="555" y="127"/>
                  </a:lnTo>
                  <a:cubicBezTo>
                    <a:pt x="556" y="127"/>
                    <a:pt x="555" y="130"/>
                    <a:pt x="551" y="136"/>
                  </a:cubicBezTo>
                  <a:lnTo>
                    <a:pt x="547" y="143"/>
                  </a:lnTo>
                  <a:cubicBezTo>
                    <a:pt x="550" y="139"/>
                    <a:pt x="553" y="137"/>
                    <a:pt x="554" y="137"/>
                  </a:cubicBezTo>
                  <a:cubicBezTo>
                    <a:pt x="558" y="137"/>
                    <a:pt x="557" y="146"/>
                    <a:pt x="551" y="156"/>
                  </a:cubicBezTo>
                  <a:cubicBezTo>
                    <a:pt x="547" y="163"/>
                    <a:pt x="547" y="163"/>
                    <a:pt x="549" y="164"/>
                  </a:cubicBezTo>
                  <a:lnTo>
                    <a:pt x="553" y="157"/>
                  </a:lnTo>
                  <a:cubicBezTo>
                    <a:pt x="557" y="150"/>
                    <a:pt x="562" y="144"/>
                    <a:pt x="563" y="144"/>
                  </a:cubicBezTo>
                  <a:cubicBezTo>
                    <a:pt x="563" y="144"/>
                    <a:pt x="563" y="144"/>
                    <a:pt x="563" y="144"/>
                  </a:cubicBezTo>
                  <a:cubicBezTo>
                    <a:pt x="566" y="145"/>
                    <a:pt x="567" y="147"/>
                    <a:pt x="562" y="153"/>
                  </a:cubicBezTo>
                  <a:cubicBezTo>
                    <a:pt x="560" y="160"/>
                    <a:pt x="558" y="166"/>
                    <a:pt x="559" y="166"/>
                  </a:cubicBezTo>
                  <a:cubicBezTo>
                    <a:pt x="559" y="166"/>
                    <a:pt x="560" y="165"/>
                    <a:pt x="561" y="163"/>
                  </a:cubicBezTo>
                  <a:lnTo>
                    <a:pt x="561" y="163"/>
                  </a:lnTo>
                  <a:cubicBezTo>
                    <a:pt x="561" y="163"/>
                    <a:pt x="562" y="164"/>
                    <a:pt x="559" y="172"/>
                  </a:cubicBezTo>
                  <a:lnTo>
                    <a:pt x="566" y="177"/>
                  </a:lnTo>
                  <a:cubicBezTo>
                    <a:pt x="568" y="175"/>
                    <a:pt x="570" y="174"/>
                    <a:pt x="571" y="174"/>
                  </a:cubicBezTo>
                  <a:cubicBezTo>
                    <a:pt x="574" y="174"/>
                    <a:pt x="574" y="177"/>
                    <a:pt x="570" y="181"/>
                  </a:cubicBezTo>
                  <a:cubicBezTo>
                    <a:pt x="570" y="181"/>
                    <a:pt x="571" y="182"/>
                    <a:pt x="572" y="182"/>
                  </a:cubicBezTo>
                  <a:cubicBezTo>
                    <a:pt x="574" y="182"/>
                    <a:pt x="577" y="181"/>
                    <a:pt x="580" y="178"/>
                  </a:cubicBezTo>
                  <a:lnTo>
                    <a:pt x="580" y="178"/>
                  </a:lnTo>
                  <a:cubicBezTo>
                    <a:pt x="584" y="181"/>
                    <a:pt x="585" y="182"/>
                    <a:pt x="579" y="189"/>
                  </a:cubicBezTo>
                  <a:cubicBezTo>
                    <a:pt x="576" y="193"/>
                    <a:pt x="575" y="194"/>
                    <a:pt x="575" y="194"/>
                  </a:cubicBezTo>
                  <a:cubicBezTo>
                    <a:pt x="575" y="194"/>
                    <a:pt x="577" y="193"/>
                    <a:pt x="580" y="190"/>
                  </a:cubicBezTo>
                  <a:cubicBezTo>
                    <a:pt x="583" y="186"/>
                    <a:pt x="586" y="185"/>
                    <a:pt x="587" y="185"/>
                  </a:cubicBezTo>
                  <a:cubicBezTo>
                    <a:pt x="588" y="185"/>
                    <a:pt x="589" y="186"/>
                    <a:pt x="589" y="187"/>
                  </a:cubicBezTo>
                  <a:lnTo>
                    <a:pt x="593" y="189"/>
                  </a:lnTo>
                  <a:cubicBezTo>
                    <a:pt x="596" y="185"/>
                    <a:pt x="597" y="183"/>
                    <a:pt x="598" y="183"/>
                  </a:cubicBezTo>
                  <a:cubicBezTo>
                    <a:pt x="599" y="183"/>
                    <a:pt x="599" y="184"/>
                    <a:pt x="599" y="185"/>
                  </a:cubicBezTo>
                  <a:cubicBezTo>
                    <a:pt x="602" y="186"/>
                    <a:pt x="599" y="196"/>
                    <a:pt x="602" y="198"/>
                  </a:cubicBezTo>
                  <a:cubicBezTo>
                    <a:pt x="603" y="200"/>
                    <a:pt x="604" y="201"/>
                    <a:pt x="605" y="201"/>
                  </a:cubicBezTo>
                  <a:cubicBezTo>
                    <a:pt x="606" y="201"/>
                    <a:pt x="607" y="199"/>
                    <a:pt x="609" y="195"/>
                  </a:cubicBezTo>
                  <a:cubicBezTo>
                    <a:pt x="609" y="194"/>
                    <a:pt x="611" y="191"/>
                    <a:pt x="612" y="191"/>
                  </a:cubicBezTo>
                  <a:cubicBezTo>
                    <a:pt x="612" y="191"/>
                    <a:pt x="613" y="192"/>
                    <a:pt x="612" y="196"/>
                  </a:cubicBezTo>
                  <a:cubicBezTo>
                    <a:pt x="613" y="198"/>
                    <a:pt x="611" y="208"/>
                    <a:pt x="615" y="213"/>
                  </a:cubicBezTo>
                  <a:cubicBezTo>
                    <a:pt x="618" y="216"/>
                    <a:pt x="619" y="218"/>
                    <a:pt x="621" y="218"/>
                  </a:cubicBezTo>
                  <a:cubicBezTo>
                    <a:pt x="622" y="218"/>
                    <a:pt x="623" y="216"/>
                    <a:pt x="626" y="214"/>
                  </a:cubicBezTo>
                  <a:cubicBezTo>
                    <a:pt x="632" y="208"/>
                    <a:pt x="635" y="205"/>
                    <a:pt x="636" y="205"/>
                  </a:cubicBezTo>
                  <a:lnTo>
                    <a:pt x="636" y="205"/>
                  </a:lnTo>
                  <a:cubicBezTo>
                    <a:pt x="636" y="205"/>
                    <a:pt x="634" y="208"/>
                    <a:pt x="627" y="215"/>
                  </a:cubicBezTo>
                  <a:cubicBezTo>
                    <a:pt x="621" y="224"/>
                    <a:pt x="619" y="228"/>
                    <a:pt x="620" y="228"/>
                  </a:cubicBezTo>
                  <a:cubicBezTo>
                    <a:pt x="621" y="228"/>
                    <a:pt x="623" y="227"/>
                    <a:pt x="625" y="225"/>
                  </a:cubicBezTo>
                  <a:cubicBezTo>
                    <a:pt x="630" y="223"/>
                    <a:pt x="632" y="222"/>
                    <a:pt x="633" y="222"/>
                  </a:cubicBezTo>
                  <a:cubicBezTo>
                    <a:pt x="633" y="222"/>
                    <a:pt x="634" y="222"/>
                    <a:pt x="634" y="223"/>
                  </a:cubicBezTo>
                  <a:cubicBezTo>
                    <a:pt x="629" y="227"/>
                    <a:pt x="628" y="229"/>
                    <a:pt x="632" y="229"/>
                  </a:cubicBezTo>
                  <a:cubicBezTo>
                    <a:pt x="633" y="229"/>
                    <a:pt x="635" y="229"/>
                    <a:pt x="637" y="228"/>
                  </a:cubicBezTo>
                  <a:lnTo>
                    <a:pt x="637" y="228"/>
                  </a:lnTo>
                  <a:cubicBezTo>
                    <a:pt x="639" y="230"/>
                    <a:pt x="639" y="230"/>
                    <a:pt x="632" y="235"/>
                  </a:cubicBezTo>
                  <a:lnTo>
                    <a:pt x="634" y="239"/>
                  </a:lnTo>
                  <a:cubicBezTo>
                    <a:pt x="637" y="237"/>
                    <a:pt x="639" y="237"/>
                    <a:pt x="641" y="237"/>
                  </a:cubicBezTo>
                  <a:cubicBezTo>
                    <a:pt x="650" y="237"/>
                    <a:pt x="649" y="248"/>
                    <a:pt x="644" y="253"/>
                  </a:cubicBezTo>
                  <a:cubicBezTo>
                    <a:pt x="644" y="253"/>
                    <a:pt x="645" y="254"/>
                    <a:pt x="646" y="254"/>
                  </a:cubicBezTo>
                  <a:cubicBezTo>
                    <a:pt x="648" y="254"/>
                    <a:pt x="650" y="253"/>
                    <a:pt x="653" y="252"/>
                  </a:cubicBezTo>
                  <a:cubicBezTo>
                    <a:pt x="660" y="249"/>
                    <a:pt x="664" y="248"/>
                    <a:pt x="665" y="248"/>
                  </a:cubicBezTo>
                  <a:cubicBezTo>
                    <a:pt x="667" y="248"/>
                    <a:pt x="664" y="250"/>
                    <a:pt x="655" y="255"/>
                  </a:cubicBezTo>
                  <a:cubicBezTo>
                    <a:pt x="648" y="260"/>
                    <a:pt x="644" y="262"/>
                    <a:pt x="645" y="262"/>
                  </a:cubicBezTo>
                  <a:cubicBezTo>
                    <a:pt x="645" y="262"/>
                    <a:pt x="649" y="261"/>
                    <a:pt x="657" y="258"/>
                  </a:cubicBezTo>
                  <a:cubicBezTo>
                    <a:pt x="658" y="257"/>
                    <a:pt x="659" y="257"/>
                    <a:pt x="660" y="257"/>
                  </a:cubicBezTo>
                  <a:cubicBezTo>
                    <a:pt x="666" y="257"/>
                    <a:pt x="667" y="265"/>
                    <a:pt x="653" y="270"/>
                  </a:cubicBezTo>
                  <a:lnTo>
                    <a:pt x="639" y="279"/>
                  </a:lnTo>
                  <a:cubicBezTo>
                    <a:pt x="643" y="278"/>
                    <a:pt x="645" y="278"/>
                    <a:pt x="646" y="278"/>
                  </a:cubicBezTo>
                  <a:cubicBezTo>
                    <a:pt x="647" y="278"/>
                    <a:pt x="648" y="278"/>
                    <a:pt x="648" y="278"/>
                  </a:cubicBezTo>
                  <a:cubicBezTo>
                    <a:pt x="651" y="277"/>
                    <a:pt x="653" y="276"/>
                    <a:pt x="654" y="276"/>
                  </a:cubicBezTo>
                  <a:cubicBezTo>
                    <a:pt x="656" y="276"/>
                    <a:pt x="657" y="278"/>
                    <a:pt x="659" y="281"/>
                  </a:cubicBezTo>
                  <a:cubicBezTo>
                    <a:pt x="660" y="285"/>
                    <a:pt x="671" y="288"/>
                    <a:pt x="672" y="291"/>
                  </a:cubicBezTo>
                  <a:cubicBezTo>
                    <a:pt x="676" y="297"/>
                    <a:pt x="673" y="304"/>
                    <a:pt x="669" y="306"/>
                  </a:cubicBezTo>
                  <a:cubicBezTo>
                    <a:pt x="669" y="308"/>
                    <a:pt x="670" y="309"/>
                    <a:pt x="679" y="310"/>
                  </a:cubicBezTo>
                  <a:cubicBezTo>
                    <a:pt x="680" y="310"/>
                    <a:pt x="681" y="310"/>
                    <a:pt x="682" y="310"/>
                  </a:cubicBezTo>
                  <a:cubicBezTo>
                    <a:pt x="688" y="310"/>
                    <a:pt x="688" y="313"/>
                    <a:pt x="681" y="316"/>
                  </a:cubicBezTo>
                  <a:lnTo>
                    <a:pt x="681" y="317"/>
                  </a:lnTo>
                  <a:cubicBezTo>
                    <a:pt x="690" y="319"/>
                    <a:pt x="690" y="320"/>
                    <a:pt x="690" y="320"/>
                  </a:cubicBezTo>
                  <a:cubicBezTo>
                    <a:pt x="682" y="324"/>
                    <a:pt x="674" y="327"/>
                    <a:pt x="683" y="327"/>
                  </a:cubicBezTo>
                  <a:cubicBezTo>
                    <a:pt x="686" y="327"/>
                    <a:pt x="687" y="326"/>
                    <a:pt x="689" y="326"/>
                  </a:cubicBezTo>
                  <a:cubicBezTo>
                    <a:pt x="692" y="326"/>
                    <a:pt x="693" y="328"/>
                    <a:pt x="694" y="331"/>
                  </a:cubicBezTo>
                  <a:cubicBezTo>
                    <a:pt x="690" y="342"/>
                    <a:pt x="689" y="354"/>
                    <a:pt x="692" y="366"/>
                  </a:cubicBezTo>
                  <a:cubicBezTo>
                    <a:pt x="691" y="382"/>
                    <a:pt x="695" y="397"/>
                    <a:pt x="698" y="398"/>
                  </a:cubicBezTo>
                  <a:lnTo>
                    <a:pt x="697" y="403"/>
                  </a:lnTo>
                  <a:cubicBezTo>
                    <a:pt x="697" y="405"/>
                    <a:pt x="697" y="409"/>
                    <a:pt x="697" y="409"/>
                  </a:cubicBezTo>
                  <a:cubicBezTo>
                    <a:pt x="695" y="409"/>
                    <a:pt x="694" y="409"/>
                    <a:pt x="692" y="409"/>
                  </a:cubicBezTo>
                  <a:cubicBezTo>
                    <a:pt x="681" y="409"/>
                    <a:pt x="689" y="418"/>
                    <a:pt x="695" y="424"/>
                  </a:cubicBezTo>
                  <a:cubicBezTo>
                    <a:pt x="703" y="427"/>
                    <a:pt x="701" y="428"/>
                    <a:pt x="701" y="430"/>
                  </a:cubicBezTo>
                  <a:cubicBezTo>
                    <a:pt x="698" y="430"/>
                    <a:pt x="695" y="429"/>
                    <a:pt x="693" y="429"/>
                  </a:cubicBezTo>
                  <a:cubicBezTo>
                    <a:pt x="685" y="429"/>
                    <a:pt x="685" y="434"/>
                    <a:pt x="691" y="438"/>
                  </a:cubicBezTo>
                  <a:cubicBezTo>
                    <a:pt x="701" y="442"/>
                    <a:pt x="705" y="444"/>
                    <a:pt x="702" y="444"/>
                  </a:cubicBezTo>
                  <a:cubicBezTo>
                    <a:pt x="700" y="444"/>
                    <a:pt x="696" y="443"/>
                    <a:pt x="690" y="442"/>
                  </a:cubicBezTo>
                  <a:cubicBezTo>
                    <a:pt x="686" y="441"/>
                    <a:pt x="683" y="440"/>
                    <a:pt x="681" y="440"/>
                  </a:cubicBezTo>
                  <a:cubicBezTo>
                    <a:pt x="675" y="440"/>
                    <a:pt x="679" y="444"/>
                    <a:pt x="696" y="452"/>
                  </a:cubicBezTo>
                  <a:cubicBezTo>
                    <a:pt x="701" y="455"/>
                    <a:pt x="703" y="456"/>
                    <a:pt x="701" y="456"/>
                  </a:cubicBezTo>
                  <a:cubicBezTo>
                    <a:pt x="700" y="456"/>
                    <a:pt x="698" y="455"/>
                    <a:pt x="695" y="455"/>
                  </a:cubicBezTo>
                  <a:cubicBezTo>
                    <a:pt x="688" y="454"/>
                    <a:pt x="684" y="454"/>
                    <a:pt x="682" y="454"/>
                  </a:cubicBezTo>
                  <a:cubicBezTo>
                    <a:pt x="678" y="454"/>
                    <a:pt x="680" y="455"/>
                    <a:pt x="686" y="456"/>
                  </a:cubicBezTo>
                  <a:cubicBezTo>
                    <a:pt x="696" y="461"/>
                    <a:pt x="699" y="464"/>
                    <a:pt x="695" y="464"/>
                  </a:cubicBezTo>
                  <a:cubicBezTo>
                    <a:pt x="693" y="464"/>
                    <a:pt x="689" y="463"/>
                    <a:pt x="683" y="462"/>
                  </a:cubicBezTo>
                  <a:cubicBezTo>
                    <a:pt x="677" y="461"/>
                    <a:pt x="673" y="460"/>
                    <a:pt x="671" y="460"/>
                  </a:cubicBezTo>
                  <a:cubicBezTo>
                    <a:pt x="667" y="460"/>
                    <a:pt x="671" y="462"/>
                    <a:pt x="681" y="467"/>
                  </a:cubicBezTo>
                  <a:cubicBezTo>
                    <a:pt x="694" y="474"/>
                    <a:pt x="694" y="480"/>
                    <a:pt x="685" y="480"/>
                  </a:cubicBezTo>
                  <a:cubicBezTo>
                    <a:pt x="683" y="480"/>
                    <a:pt x="680" y="479"/>
                    <a:pt x="677" y="479"/>
                  </a:cubicBezTo>
                  <a:cubicBezTo>
                    <a:pt x="676" y="480"/>
                    <a:pt x="667" y="479"/>
                    <a:pt x="674" y="482"/>
                  </a:cubicBezTo>
                  <a:lnTo>
                    <a:pt x="667" y="480"/>
                  </a:lnTo>
                  <a:lnTo>
                    <a:pt x="664" y="483"/>
                  </a:lnTo>
                  <a:lnTo>
                    <a:pt x="672" y="486"/>
                  </a:lnTo>
                  <a:cubicBezTo>
                    <a:pt x="664" y="493"/>
                    <a:pt x="658" y="500"/>
                    <a:pt x="651" y="507"/>
                  </a:cubicBezTo>
                  <a:cubicBezTo>
                    <a:pt x="641" y="525"/>
                    <a:pt x="636" y="527"/>
                    <a:pt x="645" y="530"/>
                  </a:cubicBezTo>
                  <a:cubicBezTo>
                    <a:pt x="654" y="535"/>
                    <a:pt x="657" y="539"/>
                    <a:pt x="654" y="539"/>
                  </a:cubicBezTo>
                  <a:cubicBezTo>
                    <a:pt x="653" y="539"/>
                    <a:pt x="648" y="537"/>
                    <a:pt x="642" y="534"/>
                  </a:cubicBezTo>
                  <a:cubicBezTo>
                    <a:pt x="641" y="536"/>
                    <a:pt x="632" y="534"/>
                    <a:pt x="630" y="537"/>
                  </a:cubicBezTo>
                  <a:cubicBezTo>
                    <a:pt x="628" y="538"/>
                    <a:pt x="627" y="540"/>
                    <a:pt x="624" y="540"/>
                  </a:cubicBezTo>
                  <a:cubicBezTo>
                    <a:pt x="623" y="540"/>
                    <a:pt x="621" y="539"/>
                    <a:pt x="618" y="537"/>
                  </a:cubicBezTo>
                  <a:lnTo>
                    <a:pt x="616" y="538"/>
                  </a:lnTo>
                  <a:cubicBezTo>
                    <a:pt x="626" y="551"/>
                    <a:pt x="620" y="560"/>
                    <a:pt x="611" y="560"/>
                  </a:cubicBezTo>
                  <a:cubicBezTo>
                    <a:pt x="610" y="560"/>
                    <a:pt x="609" y="560"/>
                    <a:pt x="608" y="559"/>
                  </a:cubicBezTo>
                  <a:cubicBezTo>
                    <a:pt x="605" y="563"/>
                    <a:pt x="604" y="564"/>
                    <a:pt x="606" y="573"/>
                  </a:cubicBezTo>
                  <a:cubicBezTo>
                    <a:pt x="608" y="577"/>
                    <a:pt x="609" y="580"/>
                    <a:pt x="608" y="580"/>
                  </a:cubicBezTo>
                  <a:cubicBezTo>
                    <a:pt x="607" y="580"/>
                    <a:pt x="605" y="579"/>
                    <a:pt x="602" y="576"/>
                  </a:cubicBezTo>
                  <a:cubicBezTo>
                    <a:pt x="599" y="574"/>
                    <a:pt x="596" y="573"/>
                    <a:pt x="593" y="573"/>
                  </a:cubicBezTo>
                  <a:cubicBezTo>
                    <a:pt x="589" y="573"/>
                    <a:pt x="586" y="576"/>
                    <a:pt x="593" y="584"/>
                  </a:cubicBezTo>
                  <a:lnTo>
                    <a:pt x="586" y="580"/>
                  </a:lnTo>
                  <a:cubicBezTo>
                    <a:pt x="584" y="578"/>
                    <a:pt x="583" y="578"/>
                    <a:pt x="583" y="578"/>
                  </a:cubicBezTo>
                  <a:cubicBezTo>
                    <a:pt x="581" y="578"/>
                    <a:pt x="584" y="583"/>
                    <a:pt x="588" y="589"/>
                  </a:cubicBezTo>
                  <a:cubicBezTo>
                    <a:pt x="594" y="594"/>
                    <a:pt x="596" y="598"/>
                    <a:pt x="595" y="598"/>
                  </a:cubicBezTo>
                  <a:cubicBezTo>
                    <a:pt x="594" y="598"/>
                    <a:pt x="588" y="594"/>
                    <a:pt x="579" y="584"/>
                  </a:cubicBezTo>
                  <a:cubicBezTo>
                    <a:pt x="574" y="577"/>
                    <a:pt x="570" y="574"/>
                    <a:pt x="570" y="574"/>
                  </a:cubicBezTo>
                  <a:lnTo>
                    <a:pt x="570" y="574"/>
                  </a:lnTo>
                  <a:cubicBezTo>
                    <a:pt x="569" y="574"/>
                    <a:pt x="570" y="575"/>
                    <a:pt x="572" y="578"/>
                  </a:cubicBezTo>
                  <a:cubicBezTo>
                    <a:pt x="575" y="584"/>
                    <a:pt x="578" y="590"/>
                    <a:pt x="576" y="590"/>
                  </a:cubicBezTo>
                  <a:cubicBezTo>
                    <a:pt x="575" y="590"/>
                    <a:pt x="574" y="590"/>
                    <a:pt x="572" y="589"/>
                  </a:cubicBezTo>
                  <a:lnTo>
                    <a:pt x="572" y="589"/>
                  </a:lnTo>
                  <a:cubicBezTo>
                    <a:pt x="571" y="590"/>
                    <a:pt x="570" y="591"/>
                    <a:pt x="580" y="604"/>
                  </a:cubicBezTo>
                  <a:cubicBezTo>
                    <a:pt x="585" y="611"/>
                    <a:pt x="584" y="612"/>
                    <a:pt x="581" y="613"/>
                  </a:cubicBezTo>
                  <a:cubicBezTo>
                    <a:pt x="578" y="609"/>
                    <a:pt x="575" y="604"/>
                    <a:pt x="574" y="599"/>
                  </a:cubicBezTo>
                  <a:cubicBezTo>
                    <a:pt x="574" y="598"/>
                    <a:pt x="574" y="598"/>
                    <a:pt x="574" y="598"/>
                  </a:cubicBezTo>
                  <a:lnTo>
                    <a:pt x="574" y="598"/>
                  </a:lnTo>
                  <a:cubicBezTo>
                    <a:pt x="574" y="598"/>
                    <a:pt x="573" y="599"/>
                    <a:pt x="570" y="601"/>
                  </a:cubicBezTo>
                  <a:cubicBezTo>
                    <a:pt x="570" y="601"/>
                    <a:pt x="570" y="601"/>
                    <a:pt x="569" y="601"/>
                  </a:cubicBezTo>
                  <a:cubicBezTo>
                    <a:pt x="566" y="601"/>
                    <a:pt x="560" y="597"/>
                    <a:pt x="556" y="590"/>
                  </a:cubicBezTo>
                  <a:cubicBezTo>
                    <a:pt x="553" y="588"/>
                    <a:pt x="551" y="586"/>
                    <a:pt x="551" y="586"/>
                  </a:cubicBezTo>
                  <a:lnTo>
                    <a:pt x="551" y="586"/>
                  </a:lnTo>
                  <a:cubicBezTo>
                    <a:pt x="550" y="586"/>
                    <a:pt x="552" y="590"/>
                    <a:pt x="559" y="599"/>
                  </a:cubicBezTo>
                  <a:cubicBezTo>
                    <a:pt x="568" y="612"/>
                    <a:pt x="568" y="612"/>
                    <a:pt x="565" y="614"/>
                  </a:cubicBezTo>
                  <a:cubicBezTo>
                    <a:pt x="564" y="615"/>
                    <a:pt x="563" y="615"/>
                    <a:pt x="562" y="615"/>
                  </a:cubicBezTo>
                  <a:cubicBezTo>
                    <a:pt x="561" y="615"/>
                    <a:pt x="560" y="614"/>
                    <a:pt x="557" y="609"/>
                  </a:cubicBezTo>
                  <a:cubicBezTo>
                    <a:pt x="554" y="604"/>
                    <a:pt x="552" y="603"/>
                    <a:pt x="551" y="603"/>
                  </a:cubicBezTo>
                  <a:cubicBezTo>
                    <a:pt x="550" y="603"/>
                    <a:pt x="549" y="603"/>
                    <a:pt x="548" y="604"/>
                  </a:cubicBezTo>
                  <a:cubicBezTo>
                    <a:pt x="543" y="606"/>
                    <a:pt x="551" y="632"/>
                    <a:pt x="557" y="648"/>
                  </a:cubicBezTo>
                  <a:cubicBezTo>
                    <a:pt x="561" y="655"/>
                    <a:pt x="563" y="659"/>
                    <a:pt x="562" y="659"/>
                  </a:cubicBezTo>
                  <a:cubicBezTo>
                    <a:pt x="562" y="659"/>
                    <a:pt x="559" y="656"/>
                    <a:pt x="554" y="649"/>
                  </a:cubicBezTo>
                  <a:cubicBezTo>
                    <a:pt x="552" y="644"/>
                    <a:pt x="551" y="643"/>
                    <a:pt x="549" y="643"/>
                  </a:cubicBezTo>
                  <a:cubicBezTo>
                    <a:pt x="548" y="643"/>
                    <a:pt x="547" y="643"/>
                    <a:pt x="547" y="643"/>
                  </a:cubicBezTo>
                  <a:cubicBezTo>
                    <a:pt x="543" y="636"/>
                    <a:pt x="544" y="635"/>
                    <a:pt x="547" y="635"/>
                  </a:cubicBezTo>
                  <a:lnTo>
                    <a:pt x="543" y="627"/>
                  </a:lnTo>
                  <a:cubicBezTo>
                    <a:pt x="538" y="620"/>
                    <a:pt x="535" y="616"/>
                    <a:pt x="534" y="616"/>
                  </a:cubicBezTo>
                  <a:cubicBezTo>
                    <a:pt x="533" y="616"/>
                    <a:pt x="534" y="621"/>
                    <a:pt x="538" y="629"/>
                  </a:cubicBezTo>
                  <a:cubicBezTo>
                    <a:pt x="538" y="634"/>
                    <a:pt x="539" y="636"/>
                    <a:pt x="538" y="636"/>
                  </a:cubicBezTo>
                  <a:cubicBezTo>
                    <a:pt x="537" y="636"/>
                    <a:pt x="536" y="634"/>
                    <a:pt x="533" y="631"/>
                  </a:cubicBezTo>
                  <a:cubicBezTo>
                    <a:pt x="529" y="626"/>
                    <a:pt x="525" y="621"/>
                    <a:pt x="525" y="621"/>
                  </a:cubicBezTo>
                  <a:lnTo>
                    <a:pt x="525" y="621"/>
                  </a:lnTo>
                  <a:cubicBezTo>
                    <a:pt x="525" y="621"/>
                    <a:pt x="525" y="622"/>
                    <a:pt x="526" y="624"/>
                  </a:cubicBezTo>
                  <a:cubicBezTo>
                    <a:pt x="526" y="624"/>
                    <a:pt x="526" y="625"/>
                    <a:pt x="525" y="625"/>
                  </a:cubicBezTo>
                  <a:cubicBezTo>
                    <a:pt x="523" y="625"/>
                    <a:pt x="520" y="624"/>
                    <a:pt x="517" y="619"/>
                  </a:cubicBezTo>
                  <a:cubicBezTo>
                    <a:pt x="514" y="621"/>
                    <a:pt x="512" y="622"/>
                    <a:pt x="515" y="630"/>
                  </a:cubicBezTo>
                  <a:cubicBezTo>
                    <a:pt x="519" y="637"/>
                    <a:pt x="516" y="638"/>
                    <a:pt x="515" y="639"/>
                  </a:cubicBezTo>
                  <a:cubicBezTo>
                    <a:pt x="513" y="639"/>
                    <a:pt x="511" y="640"/>
                    <a:pt x="514" y="648"/>
                  </a:cubicBezTo>
                  <a:cubicBezTo>
                    <a:pt x="517" y="656"/>
                    <a:pt x="519" y="665"/>
                    <a:pt x="514" y="666"/>
                  </a:cubicBezTo>
                  <a:cubicBezTo>
                    <a:pt x="514" y="670"/>
                    <a:pt x="513" y="672"/>
                    <a:pt x="513" y="672"/>
                  </a:cubicBezTo>
                  <a:cubicBezTo>
                    <a:pt x="512" y="672"/>
                    <a:pt x="510" y="668"/>
                    <a:pt x="505" y="659"/>
                  </a:cubicBezTo>
                  <a:cubicBezTo>
                    <a:pt x="503" y="653"/>
                    <a:pt x="502" y="652"/>
                    <a:pt x="500" y="652"/>
                  </a:cubicBezTo>
                  <a:cubicBezTo>
                    <a:pt x="499" y="652"/>
                    <a:pt x="499" y="652"/>
                    <a:pt x="498" y="652"/>
                  </a:cubicBezTo>
                  <a:cubicBezTo>
                    <a:pt x="498" y="652"/>
                    <a:pt x="498" y="653"/>
                    <a:pt x="498" y="653"/>
                  </a:cubicBezTo>
                  <a:cubicBezTo>
                    <a:pt x="497" y="653"/>
                    <a:pt x="495" y="652"/>
                    <a:pt x="493" y="646"/>
                  </a:cubicBezTo>
                  <a:cubicBezTo>
                    <a:pt x="492" y="644"/>
                    <a:pt x="491" y="643"/>
                    <a:pt x="490" y="643"/>
                  </a:cubicBezTo>
                  <a:lnTo>
                    <a:pt x="490" y="643"/>
                  </a:lnTo>
                  <a:cubicBezTo>
                    <a:pt x="489" y="643"/>
                    <a:pt x="491" y="649"/>
                    <a:pt x="493" y="655"/>
                  </a:cubicBezTo>
                  <a:lnTo>
                    <a:pt x="497" y="672"/>
                  </a:lnTo>
                  <a:cubicBezTo>
                    <a:pt x="496" y="672"/>
                    <a:pt x="488" y="656"/>
                    <a:pt x="486" y="647"/>
                  </a:cubicBezTo>
                  <a:cubicBezTo>
                    <a:pt x="483" y="639"/>
                    <a:pt x="482" y="635"/>
                    <a:pt x="482" y="635"/>
                  </a:cubicBezTo>
                  <a:lnTo>
                    <a:pt x="482" y="635"/>
                  </a:lnTo>
                  <a:cubicBezTo>
                    <a:pt x="482" y="635"/>
                    <a:pt x="483" y="639"/>
                    <a:pt x="485" y="648"/>
                  </a:cubicBezTo>
                  <a:cubicBezTo>
                    <a:pt x="487" y="654"/>
                    <a:pt x="487" y="660"/>
                    <a:pt x="485" y="660"/>
                  </a:cubicBezTo>
                  <a:cubicBezTo>
                    <a:pt x="484" y="660"/>
                    <a:pt x="483" y="659"/>
                    <a:pt x="482" y="657"/>
                  </a:cubicBezTo>
                  <a:cubicBezTo>
                    <a:pt x="480" y="657"/>
                    <a:pt x="479" y="658"/>
                    <a:pt x="477" y="658"/>
                  </a:cubicBezTo>
                  <a:cubicBezTo>
                    <a:pt x="475" y="658"/>
                    <a:pt x="473" y="656"/>
                    <a:pt x="471" y="650"/>
                  </a:cubicBezTo>
                  <a:cubicBezTo>
                    <a:pt x="470" y="648"/>
                    <a:pt x="470" y="647"/>
                    <a:pt x="469" y="647"/>
                  </a:cubicBezTo>
                  <a:cubicBezTo>
                    <a:pt x="468" y="647"/>
                    <a:pt x="468" y="651"/>
                    <a:pt x="468" y="651"/>
                  </a:cubicBezTo>
                  <a:cubicBezTo>
                    <a:pt x="468" y="656"/>
                    <a:pt x="467" y="658"/>
                    <a:pt x="465" y="658"/>
                  </a:cubicBezTo>
                  <a:cubicBezTo>
                    <a:pt x="463" y="658"/>
                    <a:pt x="461" y="656"/>
                    <a:pt x="458" y="652"/>
                  </a:cubicBezTo>
                  <a:cubicBezTo>
                    <a:pt x="452" y="645"/>
                    <a:pt x="449" y="641"/>
                    <a:pt x="448" y="641"/>
                  </a:cubicBezTo>
                  <a:lnTo>
                    <a:pt x="448" y="641"/>
                  </a:lnTo>
                  <a:cubicBezTo>
                    <a:pt x="447" y="641"/>
                    <a:pt x="448" y="645"/>
                    <a:pt x="449" y="654"/>
                  </a:cubicBezTo>
                  <a:cubicBezTo>
                    <a:pt x="450" y="659"/>
                    <a:pt x="450" y="663"/>
                    <a:pt x="449" y="663"/>
                  </a:cubicBezTo>
                  <a:cubicBezTo>
                    <a:pt x="449" y="663"/>
                    <a:pt x="448" y="661"/>
                    <a:pt x="447" y="654"/>
                  </a:cubicBezTo>
                  <a:cubicBezTo>
                    <a:pt x="446" y="651"/>
                    <a:pt x="445" y="651"/>
                    <a:pt x="445" y="651"/>
                  </a:cubicBezTo>
                  <a:cubicBezTo>
                    <a:pt x="443" y="651"/>
                    <a:pt x="442" y="657"/>
                    <a:pt x="440" y="664"/>
                  </a:cubicBezTo>
                  <a:cubicBezTo>
                    <a:pt x="439" y="675"/>
                    <a:pt x="439" y="686"/>
                    <a:pt x="440" y="697"/>
                  </a:cubicBezTo>
                  <a:cubicBezTo>
                    <a:pt x="441" y="707"/>
                    <a:pt x="442" y="711"/>
                    <a:pt x="440" y="711"/>
                  </a:cubicBezTo>
                  <a:cubicBezTo>
                    <a:pt x="440" y="711"/>
                    <a:pt x="438" y="709"/>
                    <a:pt x="437" y="706"/>
                  </a:cubicBezTo>
                  <a:cubicBezTo>
                    <a:pt x="434" y="706"/>
                    <a:pt x="431" y="697"/>
                    <a:pt x="431" y="688"/>
                  </a:cubicBezTo>
                  <a:cubicBezTo>
                    <a:pt x="431" y="681"/>
                    <a:pt x="433" y="681"/>
                    <a:pt x="433" y="681"/>
                  </a:cubicBezTo>
                  <a:lnTo>
                    <a:pt x="436" y="681"/>
                  </a:lnTo>
                  <a:cubicBezTo>
                    <a:pt x="434" y="672"/>
                    <a:pt x="434" y="664"/>
                    <a:pt x="430" y="664"/>
                  </a:cubicBezTo>
                  <a:cubicBezTo>
                    <a:pt x="429" y="659"/>
                    <a:pt x="428" y="657"/>
                    <a:pt x="427" y="657"/>
                  </a:cubicBezTo>
                  <a:cubicBezTo>
                    <a:pt x="427" y="657"/>
                    <a:pt x="427" y="659"/>
                    <a:pt x="427" y="664"/>
                  </a:cubicBezTo>
                  <a:cubicBezTo>
                    <a:pt x="424" y="655"/>
                    <a:pt x="421" y="655"/>
                    <a:pt x="416" y="655"/>
                  </a:cubicBezTo>
                  <a:cubicBezTo>
                    <a:pt x="413" y="655"/>
                    <a:pt x="408" y="655"/>
                    <a:pt x="406" y="646"/>
                  </a:cubicBezTo>
                  <a:cubicBezTo>
                    <a:pt x="405" y="645"/>
                    <a:pt x="405" y="645"/>
                    <a:pt x="404" y="645"/>
                  </a:cubicBezTo>
                  <a:cubicBezTo>
                    <a:pt x="402" y="645"/>
                    <a:pt x="402" y="647"/>
                    <a:pt x="401" y="652"/>
                  </a:cubicBezTo>
                  <a:cubicBezTo>
                    <a:pt x="399" y="663"/>
                    <a:pt x="399" y="667"/>
                    <a:pt x="398" y="667"/>
                  </a:cubicBezTo>
                  <a:cubicBezTo>
                    <a:pt x="398" y="667"/>
                    <a:pt x="397" y="665"/>
                    <a:pt x="397" y="661"/>
                  </a:cubicBezTo>
                  <a:cubicBezTo>
                    <a:pt x="397" y="650"/>
                    <a:pt x="388" y="641"/>
                    <a:pt x="380" y="641"/>
                  </a:cubicBezTo>
                  <a:cubicBezTo>
                    <a:pt x="377" y="641"/>
                    <a:pt x="373" y="643"/>
                    <a:pt x="372" y="648"/>
                  </a:cubicBezTo>
                  <a:lnTo>
                    <a:pt x="368" y="647"/>
                  </a:lnTo>
                  <a:cubicBezTo>
                    <a:pt x="368" y="641"/>
                    <a:pt x="363" y="637"/>
                    <a:pt x="359" y="637"/>
                  </a:cubicBezTo>
                  <a:cubicBezTo>
                    <a:pt x="357" y="637"/>
                    <a:pt x="354" y="638"/>
                    <a:pt x="353" y="641"/>
                  </a:cubicBezTo>
                  <a:cubicBezTo>
                    <a:pt x="350" y="641"/>
                    <a:pt x="348" y="640"/>
                    <a:pt x="347" y="639"/>
                  </a:cubicBezTo>
                  <a:cubicBezTo>
                    <a:pt x="346" y="634"/>
                    <a:pt x="346" y="632"/>
                    <a:pt x="345" y="632"/>
                  </a:cubicBezTo>
                  <a:cubicBezTo>
                    <a:pt x="344" y="632"/>
                    <a:pt x="342" y="633"/>
                    <a:pt x="340" y="637"/>
                  </a:cubicBezTo>
                  <a:cubicBezTo>
                    <a:pt x="336" y="641"/>
                    <a:pt x="333" y="647"/>
                    <a:pt x="333" y="647"/>
                  </a:cubicBezTo>
                  <a:cubicBezTo>
                    <a:pt x="333" y="647"/>
                    <a:pt x="334" y="646"/>
                    <a:pt x="335" y="643"/>
                  </a:cubicBezTo>
                  <a:cubicBezTo>
                    <a:pt x="338" y="636"/>
                    <a:pt x="335" y="635"/>
                    <a:pt x="328" y="631"/>
                  </a:cubicBezTo>
                  <a:cubicBezTo>
                    <a:pt x="325" y="630"/>
                    <a:pt x="324" y="629"/>
                    <a:pt x="322" y="629"/>
                  </a:cubicBezTo>
                  <a:cubicBezTo>
                    <a:pt x="321" y="629"/>
                    <a:pt x="320" y="631"/>
                    <a:pt x="319" y="636"/>
                  </a:cubicBezTo>
                  <a:cubicBezTo>
                    <a:pt x="317" y="637"/>
                    <a:pt x="315" y="637"/>
                    <a:pt x="314" y="637"/>
                  </a:cubicBezTo>
                  <a:cubicBezTo>
                    <a:pt x="309" y="637"/>
                    <a:pt x="313" y="631"/>
                    <a:pt x="316" y="624"/>
                  </a:cubicBezTo>
                  <a:cubicBezTo>
                    <a:pt x="320" y="618"/>
                    <a:pt x="322" y="614"/>
                    <a:pt x="321" y="614"/>
                  </a:cubicBezTo>
                  <a:lnTo>
                    <a:pt x="321" y="614"/>
                  </a:lnTo>
                  <a:cubicBezTo>
                    <a:pt x="320" y="614"/>
                    <a:pt x="316" y="619"/>
                    <a:pt x="309" y="630"/>
                  </a:cubicBezTo>
                  <a:cubicBezTo>
                    <a:pt x="303" y="638"/>
                    <a:pt x="300" y="641"/>
                    <a:pt x="298" y="641"/>
                  </a:cubicBezTo>
                  <a:cubicBezTo>
                    <a:pt x="297" y="641"/>
                    <a:pt x="297" y="638"/>
                    <a:pt x="299" y="635"/>
                  </a:cubicBezTo>
                  <a:cubicBezTo>
                    <a:pt x="302" y="629"/>
                    <a:pt x="304" y="628"/>
                    <a:pt x="305" y="628"/>
                  </a:cubicBezTo>
                  <a:cubicBezTo>
                    <a:pt x="306" y="628"/>
                    <a:pt x="306" y="629"/>
                    <a:pt x="307" y="629"/>
                  </a:cubicBezTo>
                  <a:lnTo>
                    <a:pt x="314" y="614"/>
                  </a:lnTo>
                  <a:cubicBezTo>
                    <a:pt x="314" y="614"/>
                    <a:pt x="314" y="614"/>
                    <a:pt x="314" y="614"/>
                  </a:cubicBezTo>
                  <a:cubicBezTo>
                    <a:pt x="313" y="614"/>
                    <a:pt x="312" y="615"/>
                    <a:pt x="308" y="620"/>
                  </a:cubicBezTo>
                  <a:cubicBezTo>
                    <a:pt x="308" y="620"/>
                    <a:pt x="308" y="620"/>
                    <a:pt x="307" y="620"/>
                  </a:cubicBezTo>
                  <a:cubicBezTo>
                    <a:pt x="306" y="620"/>
                    <a:pt x="304" y="620"/>
                    <a:pt x="300" y="626"/>
                  </a:cubicBezTo>
                  <a:cubicBezTo>
                    <a:pt x="294" y="631"/>
                    <a:pt x="290" y="639"/>
                    <a:pt x="286" y="647"/>
                  </a:cubicBezTo>
                  <a:cubicBezTo>
                    <a:pt x="285" y="653"/>
                    <a:pt x="284" y="654"/>
                    <a:pt x="283" y="654"/>
                  </a:cubicBezTo>
                  <a:cubicBezTo>
                    <a:pt x="282" y="654"/>
                    <a:pt x="281" y="654"/>
                    <a:pt x="281" y="654"/>
                  </a:cubicBezTo>
                  <a:cubicBezTo>
                    <a:pt x="282" y="645"/>
                    <a:pt x="285" y="637"/>
                    <a:pt x="292" y="630"/>
                  </a:cubicBezTo>
                  <a:cubicBezTo>
                    <a:pt x="292" y="630"/>
                    <a:pt x="292" y="630"/>
                    <a:pt x="292" y="630"/>
                  </a:cubicBezTo>
                  <a:cubicBezTo>
                    <a:pt x="295" y="630"/>
                    <a:pt x="298" y="624"/>
                    <a:pt x="302" y="617"/>
                  </a:cubicBezTo>
                  <a:cubicBezTo>
                    <a:pt x="303" y="615"/>
                    <a:pt x="303" y="614"/>
                    <a:pt x="302" y="614"/>
                  </a:cubicBezTo>
                  <a:cubicBezTo>
                    <a:pt x="299" y="614"/>
                    <a:pt x="287" y="622"/>
                    <a:pt x="279" y="631"/>
                  </a:cubicBezTo>
                  <a:lnTo>
                    <a:pt x="283" y="624"/>
                  </a:lnTo>
                  <a:cubicBezTo>
                    <a:pt x="289" y="618"/>
                    <a:pt x="285" y="615"/>
                    <a:pt x="282" y="613"/>
                  </a:cubicBezTo>
                  <a:cubicBezTo>
                    <a:pt x="280" y="612"/>
                    <a:pt x="279" y="611"/>
                    <a:pt x="278" y="611"/>
                  </a:cubicBezTo>
                  <a:cubicBezTo>
                    <a:pt x="276" y="611"/>
                    <a:pt x="275" y="612"/>
                    <a:pt x="272" y="615"/>
                  </a:cubicBezTo>
                  <a:cubicBezTo>
                    <a:pt x="268" y="623"/>
                    <a:pt x="263" y="629"/>
                    <a:pt x="261" y="629"/>
                  </a:cubicBezTo>
                  <a:cubicBezTo>
                    <a:pt x="261" y="629"/>
                    <a:pt x="261" y="629"/>
                    <a:pt x="261" y="629"/>
                  </a:cubicBezTo>
                  <a:lnTo>
                    <a:pt x="261" y="629"/>
                  </a:lnTo>
                  <a:cubicBezTo>
                    <a:pt x="262" y="630"/>
                    <a:pt x="257" y="637"/>
                    <a:pt x="252" y="643"/>
                  </a:cubicBezTo>
                  <a:cubicBezTo>
                    <a:pt x="253" y="638"/>
                    <a:pt x="254" y="631"/>
                    <a:pt x="257" y="626"/>
                  </a:cubicBezTo>
                  <a:cubicBezTo>
                    <a:pt x="264" y="610"/>
                    <a:pt x="266" y="601"/>
                    <a:pt x="261" y="595"/>
                  </a:cubicBezTo>
                  <a:cubicBezTo>
                    <a:pt x="255" y="592"/>
                    <a:pt x="254" y="585"/>
                    <a:pt x="257" y="581"/>
                  </a:cubicBezTo>
                  <a:cubicBezTo>
                    <a:pt x="256" y="579"/>
                    <a:pt x="254" y="578"/>
                    <a:pt x="253" y="578"/>
                  </a:cubicBezTo>
                  <a:cubicBezTo>
                    <a:pt x="252" y="578"/>
                    <a:pt x="250" y="579"/>
                    <a:pt x="247" y="582"/>
                  </a:cubicBezTo>
                  <a:lnTo>
                    <a:pt x="245" y="580"/>
                  </a:lnTo>
                  <a:cubicBezTo>
                    <a:pt x="248" y="575"/>
                    <a:pt x="247" y="572"/>
                    <a:pt x="245" y="572"/>
                  </a:cubicBezTo>
                  <a:cubicBezTo>
                    <a:pt x="244" y="572"/>
                    <a:pt x="242" y="573"/>
                    <a:pt x="240" y="575"/>
                  </a:cubicBezTo>
                  <a:cubicBezTo>
                    <a:pt x="239" y="576"/>
                    <a:pt x="238" y="576"/>
                    <a:pt x="237" y="576"/>
                  </a:cubicBezTo>
                  <a:cubicBezTo>
                    <a:pt x="234" y="576"/>
                    <a:pt x="237" y="571"/>
                    <a:pt x="236" y="571"/>
                  </a:cubicBezTo>
                  <a:cubicBezTo>
                    <a:pt x="241" y="564"/>
                    <a:pt x="243" y="560"/>
                    <a:pt x="243" y="560"/>
                  </a:cubicBezTo>
                  <a:lnTo>
                    <a:pt x="243" y="560"/>
                  </a:lnTo>
                  <a:cubicBezTo>
                    <a:pt x="242" y="560"/>
                    <a:pt x="238" y="565"/>
                    <a:pt x="229" y="575"/>
                  </a:cubicBezTo>
                  <a:cubicBezTo>
                    <a:pt x="222" y="581"/>
                    <a:pt x="219" y="590"/>
                    <a:pt x="220" y="591"/>
                  </a:cubicBezTo>
                  <a:lnTo>
                    <a:pt x="225" y="596"/>
                  </a:lnTo>
                  <a:lnTo>
                    <a:pt x="215" y="597"/>
                  </a:lnTo>
                  <a:cubicBezTo>
                    <a:pt x="214" y="597"/>
                    <a:pt x="213" y="597"/>
                    <a:pt x="212" y="597"/>
                  </a:cubicBezTo>
                  <a:cubicBezTo>
                    <a:pt x="208" y="597"/>
                    <a:pt x="202" y="599"/>
                    <a:pt x="197" y="603"/>
                  </a:cubicBezTo>
                  <a:cubicBezTo>
                    <a:pt x="197" y="603"/>
                    <a:pt x="192" y="608"/>
                    <a:pt x="189" y="608"/>
                  </a:cubicBezTo>
                  <a:cubicBezTo>
                    <a:pt x="189" y="608"/>
                    <a:pt x="189" y="608"/>
                    <a:pt x="189" y="608"/>
                  </a:cubicBezTo>
                  <a:lnTo>
                    <a:pt x="202" y="596"/>
                  </a:lnTo>
                  <a:cubicBezTo>
                    <a:pt x="209" y="592"/>
                    <a:pt x="216" y="586"/>
                    <a:pt x="222" y="581"/>
                  </a:cubicBezTo>
                  <a:cubicBezTo>
                    <a:pt x="230" y="571"/>
                    <a:pt x="234" y="564"/>
                    <a:pt x="231" y="564"/>
                  </a:cubicBezTo>
                  <a:cubicBezTo>
                    <a:pt x="230" y="564"/>
                    <a:pt x="228" y="565"/>
                    <a:pt x="224" y="568"/>
                  </a:cubicBezTo>
                  <a:cubicBezTo>
                    <a:pt x="222" y="567"/>
                    <a:pt x="222" y="567"/>
                    <a:pt x="227" y="559"/>
                  </a:cubicBezTo>
                  <a:cubicBezTo>
                    <a:pt x="230" y="557"/>
                    <a:pt x="232" y="555"/>
                    <a:pt x="230" y="555"/>
                  </a:cubicBezTo>
                  <a:cubicBezTo>
                    <a:pt x="229" y="555"/>
                    <a:pt x="225" y="557"/>
                    <a:pt x="218" y="562"/>
                  </a:cubicBezTo>
                  <a:cubicBezTo>
                    <a:pt x="212" y="565"/>
                    <a:pt x="208" y="567"/>
                    <a:pt x="207" y="567"/>
                  </a:cubicBezTo>
                  <a:cubicBezTo>
                    <a:pt x="205" y="567"/>
                    <a:pt x="208" y="564"/>
                    <a:pt x="215" y="557"/>
                  </a:cubicBezTo>
                  <a:cubicBezTo>
                    <a:pt x="223" y="547"/>
                    <a:pt x="223" y="541"/>
                    <a:pt x="219" y="541"/>
                  </a:cubicBezTo>
                  <a:cubicBezTo>
                    <a:pt x="218" y="541"/>
                    <a:pt x="216" y="541"/>
                    <a:pt x="215" y="543"/>
                  </a:cubicBezTo>
                  <a:cubicBezTo>
                    <a:pt x="209" y="546"/>
                    <a:pt x="205" y="548"/>
                    <a:pt x="203" y="548"/>
                  </a:cubicBezTo>
                  <a:cubicBezTo>
                    <a:pt x="200" y="548"/>
                    <a:pt x="200" y="544"/>
                    <a:pt x="203" y="540"/>
                  </a:cubicBezTo>
                  <a:cubicBezTo>
                    <a:pt x="207" y="536"/>
                    <a:pt x="208" y="534"/>
                    <a:pt x="206" y="534"/>
                  </a:cubicBezTo>
                  <a:cubicBezTo>
                    <a:pt x="205" y="534"/>
                    <a:pt x="203" y="534"/>
                    <a:pt x="200" y="535"/>
                  </a:cubicBezTo>
                  <a:cubicBezTo>
                    <a:pt x="207" y="531"/>
                    <a:pt x="212" y="526"/>
                    <a:pt x="208" y="526"/>
                  </a:cubicBezTo>
                  <a:cubicBezTo>
                    <a:pt x="208" y="526"/>
                    <a:pt x="207" y="526"/>
                    <a:pt x="206" y="527"/>
                  </a:cubicBezTo>
                  <a:cubicBezTo>
                    <a:pt x="206" y="527"/>
                    <a:pt x="205" y="527"/>
                    <a:pt x="205" y="527"/>
                  </a:cubicBezTo>
                  <a:cubicBezTo>
                    <a:pt x="204" y="527"/>
                    <a:pt x="203" y="527"/>
                    <a:pt x="198" y="531"/>
                  </a:cubicBezTo>
                  <a:lnTo>
                    <a:pt x="182" y="537"/>
                  </a:lnTo>
                  <a:cubicBezTo>
                    <a:pt x="182" y="538"/>
                    <a:pt x="175" y="543"/>
                    <a:pt x="167" y="547"/>
                  </a:cubicBezTo>
                  <a:cubicBezTo>
                    <a:pt x="166" y="548"/>
                    <a:pt x="166" y="548"/>
                    <a:pt x="165" y="548"/>
                  </a:cubicBezTo>
                  <a:cubicBezTo>
                    <a:pt x="162" y="548"/>
                    <a:pt x="167" y="537"/>
                    <a:pt x="184" y="523"/>
                  </a:cubicBezTo>
                  <a:lnTo>
                    <a:pt x="198" y="511"/>
                  </a:lnTo>
                  <a:lnTo>
                    <a:pt x="198" y="511"/>
                  </a:lnTo>
                  <a:lnTo>
                    <a:pt x="182" y="519"/>
                  </a:lnTo>
                  <a:cubicBezTo>
                    <a:pt x="181" y="518"/>
                    <a:pt x="181" y="516"/>
                    <a:pt x="188" y="512"/>
                  </a:cubicBezTo>
                  <a:cubicBezTo>
                    <a:pt x="195" y="508"/>
                    <a:pt x="195" y="508"/>
                    <a:pt x="195" y="507"/>
                  </a:cubicBezTo>
                  <a:cubicBezTo>
                    <a:pt x="195" y="507"/>
                    <a:pt x="195" y="506"/>
                    <a:pt x="193" y="506"/>
                  </a:cubicBezTo>
                  <a:cubicBezTo>
                    <a:pt x="192" y="506"/>
                    <a:pt x="190" y="506"/>
                    <a:pt x="187" y="508"/>
                  </a:cubicBezTo>
                  <a:cubicBezTo>
                    <a:pt x="178" y="512"/>
                    <a:pt x="174" y="514"/>
                    <a:pt x="174" y="514"/>
                  </a:cubicBezTo>
                  <a:cubicBezTo>
                    <a:pt x="173" y="514"/>
                    <a:pt x="175" y="513"/>
                    <a:pt x="179" y="510"/>
                  </a:cubicBezTo>
                  <a:cubicBezTo>
                    <a:pt x="188" y="504"/>
                    <a:pt x="191" y="502"/>
                    <a:pt x="188" y="502"/>
                  </a:cubicBezTo>
                  <a:cubicBezTo>
                    <a:pt x="186" y="502"/>
                    <a:pt x="182" y="503"/>
                    <a:pt x="175" y="504"/>
                  </a:cubicBezTo>
                  <a:cubicBezTo>
                    <a:pt x="169" y="508"/>
                    <a:pt x="165" y="509"/>
                    <a:pt x="164" y="509"/>
                  </a:cubicBezTo>
                  <a:cubicBezTo>
                    <a:pt x="163" y="509"/>
                    <a:pt x="167" y="507"/>
                    <a:pt x="175" y="502"/>
                  </a:cubicBezTo>
                  <a:cubicBezTo>
                    <a:pt x="183" y="499"/>
                    <a:pt x="190" y="494"/>
                    <a:pt x="189" y="492"/>
                  </a:cubicBezTo>
                  <a:lnTo>
                    <a:pt x="189" y="492"/>
                  </a:lnTo>
                  <a:lnTo>
                    <a:pt x="181" y="495"/>
                  </a:lnTo>
                  <a:cubicBezTo>
                    <a:pt x="174" y="498"/>
                    <a:pt x="170" y="500"/>
                    <a:pt x="168" y="500"/>
                  </a:cubicBezTo>
                  <a:cubicBezTo>
                    <a:pt x="167" y="500"/>
                    <a:pt x="168" y="498"/>
                    <a:pt x="172" y="495"/>
                  </a:cubicBezTo>
                  <a:cubicBezTo>
                    <a:pt x="180" y="492"/>
                    <a:pt x="180" y="490"/>
                    <a:pt x="170" y="490"/>
                  </a:cubicBezTo>
                  <a:cubicBezTo>
                    <a:pt x="169" y="485"/>
                    <a:pt x="169" y="483"/>
                    <a:pt x="176" y="481"/>
                  </a:cubicBezTo>
                  <a:cubicBezTo>
                    <a:pt x="185" y="478"/>
                    <a:pt x="189" y="476"/>
                    <a:pt x="188" y="476"/>
                  </a:cubicBezTo>
                  <a:cubicBezTo>
                    <a:pt x="187" y="476"/>
                    <a:pt x="183" y="477"/>
                    <a:pt x="175" y="479"/>
                  </a:cubicBezTo>
                  <a:cubicBezTo>
                    <a:pt x="173" y="479"/>
                    <a:pt x="171" y="479"/>
                    <a:pt x="170" y="479"/>
                  </a:cubicBezTo>
                  <a:cubicBezTo>
                    <a:pt x="167" y="479"/>
                    <a:pt x="169" y="478"/>
                    <a:pt x="174" y="473"/>
                  </a:cubicBezTo>
                  <a:cubicBezTo>
                    <a:pt x="179" y="470"/>
                    <a:pt x="181" y="469"/>
                    <a:pt x="179" y="469"/>
                  </a:cubicBezTo>
                  <a:cubicBezTo>
                    <a:pt x="178" y="469"/>
                    <a:pt x="176" y="470"/>
                    <a:pt x="173" y="470"/>
                  </a:cubicBezTo>
                  <a:cubicBezTo>
                    <a:pt x="156" y="474"/>
                    <a:pt x="148" y="476"/>
                    <a:pt x="150" y="479"/>
                  </a:cubicBezTo>
                  <a:cubicBezTo>
                    <a:pt x="150" y="481"/>
                    <a:pt x="150" y="481"/>
                    <a:pt x="142" y="483"/>
                  </a:cubicBezTo>
                  <a:cubicBezTo>
                    <a:pt x="142" y="483"/>
                    <a:pt x="141" y="481"/>
                    <a:pt x="141" y="479"/>
                  </a:cubicBezTo>
                  <a:cubicBezTo>
                    <a:pt x="139" y="477"/>
                    <a:pt x="139" y="475"/>
                    <a:pt x="130" y="473"/>
                  </a:cubicBezTo>
                  <a:cubicBezTo>
                    <a:pt x="129" y="473"/>
                    <a:pt x="126" y="472"/>
                    <a:pt x="124" y="472"/>
                  </a:cubicBezTo>
                  <a:cubicBezTo>
                    <a:pt x="115" y="472"/>
                    <a:pt x="106" y="476"/>
                    <a:pt x="114" y="477"/>
                  </a:cubicBezTo>
                  <a:lnTo>
                    <a:pt x="106" y="482"/>
                  </a:lnTo>
                  <a:cubicBezTo>
                    <a:pt x="90" y="486"/>
                    <a:pt x="85" y="490"/>
                    <a:pt x="90" y="490"/>
                  </a:cubicBezTo>
                  <a:cubicBezTo>
                    <a:pt x="93" y="490"/>
                    <a:pt x="98" y="489"/>
                    <a:pt x="107" y="486"/>
                  </a:cubicBezTo>
                  <a:cubicBezTo>
                    <a:pt x="119" y="483"/>
                    <a:pt x="125" y="481"/>
                    <a:pt x="127" y="481"/>
                  </a:cubicBezTo>
                  <a:cubicBezTo>
                    <a:pt x="128" y="481"/>
                    <a:pt x="124" y="483"/>
                    <a:pt x="116" y="486"/>
                  </a:cubicBezTo>
                  <a:cubicBezTo>
                    <a:pt x="100" y="491"/>
                    <a:pt x="100" y="494"/>
                    <a:pt x="101" y="497"/>
                  </a:cubicBezTo>
                  <a:cubicBezTo>
                    <a:pt x="101" y="499"/>
                    <a:pt x="101" y="499"/>
                    <a:pt x="93" y="501"/>
                  </a:cubicBezTo>
                  <a:cubicBezTo>
                    <a:pt x="86" y="504"/>
                    <a:pt x="78" y="509"/>
                    <a:pt x="79" y="512"/>
                  </a:cubicBezTo>
                  <a:cubicBezTo>
                    <a:pt x="79" y="513"/>
                    <a:pt x="80" y="514"/>
                    <a:pt x="80" y="514"/>
                  </a:cubicBezTo>
                  <a:cubicBezTo>
                    <a:pt x="82" y="514"/>
                    <a:pt x="83" y="513"/>
                    <a:pt x="88" y="511"/>
                  </a:cubicBezTo>
                  <a:cubicBezTo>
                    <a:pt x="90" y="510"/>
                    <a:pt x="91" y="509"/>
                    <a:pt x="92" y="509"/>
                  </a:cubicBezTo>
                  <a:cubicBezTo>
                    <a:pt x="94" y="509"/>
                    <a:pt x="93" y="514"/>
                    <a:pt x="81" y="520"/>
                  </a:cubicBezTo>
                  <a:cubicBezTo>
                    <a:pt x="78" y="522"/>
                    <a:pt x="76" y="524"/>
                    <a:pt x="77" y="524"/>
                  </a:cubicBezTo>
                  <a:cubicBezTo>
                    <a:pt x="78" y="524"/>
                    <a:pt x="82" y="522"/>
                    <a:pt x="90" y="519"/>
                  </a:cubicBezTo>
                  <a:cubicBezTo>
                    <a:pt x="95" y="517"/>
                    <a:pt x="99" y="516"/>
                    <a:pt x="101" y="516"/>
                  </a:cubicBezTo>
                  <a:cubicBezTo>
                    <a:pt x="106" y="516"/>
                    <a:pt x="104" y="521"/>
                    <a:pt x="93" y="527"/>
                  </a:cubicBezTo>
                  <a:cubicBezTo>
                    <a:pt x="93" y="527"/>
                    <a:pt x="93" y="529"/>
                    <a:pt x="95" y="532"/>
                  </a:cubicBezTo>
                  <a:cubicBezTo>
                    <a:pt x="95" y="533"/>
                    <a:pt x="95" y="533"/>
                    <a:pt x="96" y="533"/>
                  </a:cubicBezTo>
                  <a:cubicBezTo>
                    <a:pt x="99" y="533"/>
                    <a:pt x="105" y="531"/>
                    <a:pt x="111" y="528"/>
                  </a:cubicBezTo>
                  <a:cubicBezTo>
                    <a:pt x="120" y="524"/>
                    <a:pt x="123" y="523"/>
                    <a:pt x="124" y="523"/>
                  </a:cubicBezTo>
                  <a:cubicBezTo>
                    <a:pt x="125" y="523"/>
                    <a:pt x="124" y="524"/>
                    <a:pt x="120" y="527"/>
                  </a:cubicBezTo>
                  <a:cubicBezTo>
                    <a:pt x="116" y="530"/>
                    <a:pt x="111" y="534"/>
                    <a:pt x="106" y="536"/>
                  </a:cubicBezTo>
                  <a:cubicBezTo>
                    <a:pt x="98" y="539"/>
                    <a:pt x="99" y="541"/>
                    <a:pt x="100" y="545"/>
                  </a:cubicBezTo>
                  <a:cubicBezTo>
                    <a:pt x="101" y="546"/>
                    <a:pt x="102" y="549"/>
                    <a:pt x="106" y="549"/>
                  </a:cubicBezTo>
                  <a:cubicBezTo>
                    <a:pt x="108" y="549"/>
                    <a:pt x="109" y="549"/>
                    <a:pt x="111" y="548"/>
                  </a:cubicBezTo>
                  <a:lnTo>
                    <a:pt x="111" y="548"/>
                  </a:lnTo>
                  <a:lnTo>
                    <a:pt x="104" y="552"/>
                  </a:lnTo>
                  <a:cubicBezTo>
                    <a:pt x="104" y="553"/>
                    <a:pt x="101" y="556"/>
                    <a:pt x="101" y="556"/>
                  </a:cubicBezTo>
                  <a:cubicBezTo>
                    <a:pt x="101" y="556"/>
                    <a:pt x="102" y="555"/>
                    <a:pt x="105" y="554"/>
                  </a:cubicBezTo>
                  <a:lnTo>
                    <a:pt x="105" y="554"/>
                  </a:lnTo>
                  <a:cubicBezTo>
                    <a:pt x="105" y="554"/>
                    <a:pt x="106" y="557"/>
                    <a:pt x="100" y="565"/>
                  </a:cubicBezTo>
                  <a:cubicBezTo>
                    <a:pt x="98" y="569"/>
                    <a:pt x="101" y="571"/>
                    <a:pt x="105" y="571"/>
                  </a:cubicBezTo>
                  <a:cubicBezTo>
                    <a:pt x="110" y="571"/>
                    <a:pt x="119" y="567"/>
                    <a:pt x="126" y="558"/>
                  </a:cubicBezTo>
                  <a:lnTo>
                    <a:pt x="126" y="558"/>
                  </a:lnTo>
                  <a:cubicBezTo>
                    <a:pt x="126" y="559"/>
                    <a:pt x="127" y="560"/>
                    <a:pt x="127" y="560"/>
                  </a:cubicBezTo>
                  <a:cubicBezTo>
                    <a:pt x="127" y="561"/>
                    <a:pt x="128" y="561"/>
                    <a:pt x="128" y="561"/>
                  </a:cubicBezTo>
                  <a:cubicBezTo>
                    <a:pt x="131" y="561"/>
                    <a:pt x="135" y="558"/>
                    <a:pt x="135" y="558"/>
                  </a:cubicBezTo>
                  <a:cubicBezTo>
                    <a:pt x="138" y="557"/>
                    <a:pt x="141" y="556"/>
                    <a:pt x="142" y="556"/>
                  </a:cubicBezTo>
                  <a:cubicBezTo>
                    <a:pt x="144" y="556"/>
                    <a:pt x="144" y="557"/>
                    <a:pt x="145" y="558"/>
                  </a:cubicBezTo>
                  <a:lnTo>
                    <a:pt x="130" y="567"/>
                  </a:lnTo>
                  <a:cubicBezTo>
                    <a:pt x="114" y="574"/>
                    <a:pt x="107" y="581"/>
                    <a:pt x="112" y="581"/>
                  </a:cubicBezTo>
                  <a:cubicBezTo>
                    <a:pt x="114" y="581"/>
                    <a:pt x="119" y="580"/>
                    <a:pt x="126" y="576"/>
                  </a:cubicBezTo>
                  <a:lnTo>
                    <a:pt x="126" y="576"/>
                  </a:lnTo>
                  <a:lnTo>
                    <a:pt x="118" y="581"/>
                  </a:lnTo>
                  <a:cubicBezTo>
                    <a:pt x="111" y="585"/>
                    <a:pt x="112" y="587"/>
                    <a:pt x="123" y="587"/>
                  </a:cubicBezTo>
                  <a:cubicBezTo>
                    <a:pt x="123" y="588"/>
                    <a:pt x="123" y="588"/>
                    <a:pt x="124" y="588"/>
                  </a:cubicBezTo>
                  <a:cubicBezTo>
                    <a:pt x="128" y="588"/>
                    <a:pt x="140" y="582"/>
                    <a:pt x="147" y="578"/>
                  </a:cubicBezTo>
                  <a:cubicBezTo>
                    <a:pt x="152" y="575"/>
                    <a:pt x="154" y="575"/>
                    <a:pt x="155" y="575"/>
                  </a:cubicBezTo>
                  <a:cubicBezTo>
                    <a:pt x="155" y="575"/>
                    <a:pt x="155" y="575"/>
                    <a:pt x="155" y="575"/>
                  </a:cubicBezTo>
                  <a:cubicBezTo>
                    <a:pt x="156" y="577"/>
                    <a:pt x="156" y="577"/>
                    <a:pt x="150" y="583"/>
                  </a:cubicBezTo>
                  <a:cubicBezTo>
                    <a:pt x="140" y="589"/>
                    <a:pt x="138" y="593"/>
                    <a:pt x="142" y="593"/>
                  </a:cubicBezTo>
                  <a:cubicBezTo>
                    <a:pt x="144" y="593"/>
                    <a:pt x="148" y="591"/>
                    <a:pt x="154" y="589"/>
                  </a:cubicBezTo>
                  <a:lnTo>
                    <a:pt x="154" y="589"/>
                  </a:lnTo>
                  <a:lnTo>
                    <a:pt x="146" y="594"/>
                  </a:lnTo>
                  <a:cubicBezTo>
                    <a:pt x="139" y="599"/>
                    <a:pt x="135" y="605"/>
                    <a:pt x="150" y="612"/>
                  </a:cubicBezTo>
                  <a:cubicBezTo>
                    <a:pt x="155" y="620"/>
                    <a:pt x="161" y="626"/>
                    <a:pt x="154" y="632"/>
                  </a:cubicBezTo>
                  <a:cubicBezTo>
                    <a:pt x="152" y="634"/>
                    <a:pt x="153" y="635"/>
                    <a:pt x="155" y="635"/>
                  </a:cubicBezTo>
                  <a:cubicBezTo>
                    <a:pt x="161" y="635"/>
                    <a:pt x="173" y="632"/>
                    <a:pt x="183" y="627"/>
                  </a:cubicBezTo>
                  <a:lnTo>
                    <a:pt x="183" y="627"/>
                  </a:lnTo>
                  <a:cubicBezTo>
                    <a:pt x="178" y="632"/>
                    <a:pt x="179" y="635"/>
                    <a:pt x="182" y="638"/>
                  </a:cubicBezTo>
                  <a:cubicBezTo>
                    <a:pt x="188" y="643"/>
                    <a:pt x="188" y="643"/>
                    <a:pt x="182" y="650"/>
                  </a:cubicBezTo>
                  <a:cubicBezTo>
                    <a:pt x="175" y="655"/>
                    <a:pt x="171" y="658"/>
                    <a:pt x="172" y="658"/>
                  </a:cubicBezTo>
                  <a:cubicBezTo>
                    <a:pt x="172" y="658"/>
                    <a:pt x="176" y="656"/>
                    <a:pt x="183" y="651"/>
                  </a:cubicBezTo>
                  <a:cubicBezTo>
                    <a:pt x="187" y="649"/>
                    <a:pt x="190" y="647"/>
                    <a:pt x="192" y="647"/>
                  </a:cubicBezTo>
                  <a:cubicBezTo>
                    <a:pt x="196" y="647"/>
                    <a:pt x="194" y="656"/>
                    <a:pt x="185" y="666"/>
                  </a:cubicBezTo>
                  <a:cubicBezTo>
                    <a:pt x="180" y="672"/>
                    <a:pt x="182" y="674"/>
                    <a:pt x="187" y="677"/>
                  </a:cubicBezTo>
                  <a:cubicBezTo>
                    <a:pt x="189" y="676"/>
                    <a:pt x="190" y="675"/>
                    <a:pt x="192" y="675"/>
                  </a:cubicBezTo>
                  <a:cubicBezTo>
                    <a:pt x="196" y="675"/>
                    <a:pt x="199" y="678"/>
                    <a:pt x="202" y="681"/>
                  </a:cubicBezTo>
                  <a:cubicBezTo>
                    <a:pt x="204" y="682"/>
                    <a:pt x="206" y="683"/>
                    <a:pt x="207" y="683"/>
                  </a:cubicBezTo>
                  <a:cubicBezTo>
                    <a:pt x="209" y="683"/>
                    <a:pt x="212" y="680"/>
                    <a:pt x="219" y="672"/>
                  </a:cubicBezTo>
                  <a:cubicBezTo>
                    <a:pt x="225" y="663"/>
                    <a:pt x="229" y="661"/>
                    <a:pt x="231" y="661"/>
                  </a:cubicBezTo>
                  <a:cubicBezTo>
                    <a:pt x="232" y="661"/>
                    <a:pt x="233" y="662"/>
                    <a:pt x="235" y="663"/>
                  </a:cubicBezTo>
                  <a:cubicBezTo>
                    <a:pt x="237" y="665"/>
                    <a:pt x="239" y="666"/>
                    <a:pt x="234" y="673"/>
                  </a:cubicBezTo>
                  <a:cubicBezTo>
                    <a:pt x="234" y="673"/>
                    <a:pt x="230" y="682"/>
                    <a:pt x="233" y="683"/>
                  </a:cubicBezTo>
                  <a:cubicBezTo>
                    <a:pt x="235" y="685"/>
                    <a:pt x="237" y="686"/>
                    <a:pt x="233" y="693"/>
                  </a:cubicBezTo>
                  <a:cubicBezTo>
                    <a:pt x="233" y="693"/>
                    <a:pt x="230" y="702"/>
                    <a:pt x="235" y="705"/>
                  </a:cubicBezTo>
                  <a:cubicBezTo>
                    <a:pt x="239" y="707"/>
                    <a:pt x="244" y="711"/>
                    <a:pt x="239" y="719"/>
                  </a:cubicBezTo>
                  <a:cubicBezTo>
                    <a:pt x="240" y="719"/>
                    <a:pt x="240" y="719"/>
                    <a:pt x="241" y="719"/>
                  </a:cubicBezTo>
                  <a:cubicBezTo>
                    <a:pt x="242" y="719"/>
                    <a:pt x="243" y="718"/>
                    <a:pt x="246" y="712"/>
                  </a:cubicBezTo>
                  <a:cubicBezTo>
                    <a:pt x="249" y="708"/>
                    <a:pt x="252" y="705"/>
                    <a:pt x="255" y="705"/>
                  </a:cubicBezTo>
                  <a:cubicBezTo>
                    <a:pt x="257" y="705"/>
                    <a:pt x="260" y="707"/>
                    <a:pt x="262" y="712"/>
                  </a:cubicBezTo>
                  <a:cubicBezTo>
                    <a:pt x="264" y="713"/>
                    <a:pt x="268" y="715"/>
                    <a:pt x="271" y="715"/>
                  </a:cubicBezTo>
                  <a:cubicBezTo>
                    <a:pt x="274" y="715"/>
                    <a:pt x="276" y="714"/>
                    <a:pt x="277" y="711"/>
                  </a:cubicBezTo>
                  <a:lnTo>
                    <a:pt x="277" y="711"/>
                  </a:lnTo>
                  <a:cubicBezTo>
                    <a:pt x="280" y="712"/>
                    <a:pt x="280" y="712"/>
                    <a:pt x="276" y="720"/>
                  </a:cubicBezTo>
                  <a:cubicBezTo>
                    <a:pt x="272" y="729"/>
                    <a:pt x="272" y="733"/>
                    <a:pt x="274" y="733"/>
                  </a:cubicBezTo>
                  <a:cubicBezTo>
                    <a:pt x="276" y="733"/>
                    <a:pt x="280" y="730"/>
                    <a:pt x="285" y="724"/>
                  </a:cubicBezTo>
                  <a:cubicBezTo>
                    <a:pt x="287" y="721"/>
                    <a:pt x="288" y="719"/>
                    <a:pt x="289" y="719"/>
                  </a:cubicBezTo>
                  <a:cubicBezTo>
                    <a:pt x="290" y="719"/>
                    <a:pt x="291" y="722"/>
                    <a:pt x="291" y="726"/>
                  </a:cubicBezTo>
                  <a:cubicBezTo>
                    <a:pt x="291" y="726"/>
                    <a:pt x="291" y="727"/>
                    <a:pt x="291" y="727"/>
                  </a:cubicBezTo>
                  <a:cubicBezTo>
                    <a:pt x="292" y="727"/>
                    <a:pt x="294" y="726"/>
                    <a:pt x="299" y="721"/>
                  </a:cubicBezTo>
                  <a:cubicBezTo>
                    <a:pt x="301" y="718"/>
                    <a:pt x="303" y="716"/>
                    <a:pt x="303" y="716"/>
                  </a:cubicBezTo>
                  <a:cubicBezTo>
                    <a:pt x="305" y="716"/>
                    <a:pt x="305" y="719"/>
                    <a:pt x="305" y="724"/>
                  </a:cubicBezTo>
                  <a:cubicBezTo>
                    <a:pt x="303" y="732"/>
                    <a:pt x="305" y="733"/>
                    <a:pt x="308" y="734"/>
                  </a:cubicBezTo>
                  <a:cubicBezTo>
                    <a:pt x="309" y="733"/>
                    <a:pt x="312" y="733"/>
                    <a:pt x="315" y="733"/>
                  </a:cubicBezTo>
                  <a:cubicBezTo>
                    <a:pt x="326" y="733"/>
                    <a:pt x="343" y="740"/>
                    <a:pt x="344" y="747"/>
                  </a:cubicBezTo>
                  <a:cubicBezTo>
                    <a:pt x="348" y="739"/>
                    <a:pt x="348" y="739"/>
                    <a:pt x="350" y="739"/>
                  </a:cubicBezTo>
                  <a:cubicBezTo>
                    <a:pt x="350" y="746"/>
                    <a:pt x="350" y="749"/>
                    <a:pt x="351" y="749"/>
                  </a:cubicBezTo>
                  <a:cubicBezTo>
                    <a:pt x="353" y="749"/>
                    <a:pt x="355" y="742"/>
                    <a:pt x="357" y="732"/>
                  </a:cubicBezTo>
                  <a:lnTo>
                    <a:pt x="355" y="732"/>
                  </a:lnTo>
                  <a:lnTo>
                    <a:pt x="353" y="731"/>
                  </a:lnTo>
                  <a:cubicBezTo>
                    <a:pt x="354" y="724"/>
                    <a:pt x="356" y="720"/>
                    <a:pt x="358" y="720"/>
                  </a:cubicBezTo>
                  <a:cubicBezTo>
                    <a:pt x="360" y="720"/>
                    <a:pt x="361" y="727"/>
                    <a:pt x="358" y="741"/>
                  </a:cubicBezTo>
                  <a:cubicBezTo>
                    <a:pt x="358" y="750"/>
                    <a:pt x="357" y="754"/>
                    <a:pt x="358" y="754"/>
                  </a:cubicBezTo>
                  <a:cubicBezTo>
                    <a:pt x="359" y="754"/>
                    <a:pt x="360" y="750"/>
                    <a:pt x="364" y="742"/>
                  </a:cubicBezTo>
                  <a:cubicBezTo>
                    <a:pt x="366" y="735"/>
                    <a:pt x="368" y="731"/>
                    <a:pt x="370" y="731"/>
                  </a:cubicBezTo>
                  <a:cubicBezTo>
                    <a:pt x="371" y="731"/>
                    <a:pt x="371" y="735"/>
                    <a:pt x="370" y="744"/>
                  </a:cubicBezTo>
                  <a:cubicBezTo>
                    <a:pt x="369" y="753"/>
                    <a:pt x="369" y="757"/>
                    <a:pt x="369" y="757"/>
                  </a:cubicBezTo>
                  <a:cubicBezTo>
                    <a:pt x="370" y="757"/>
                    <a:pt x="371" y="753"/>
                    <a:pt x="374" y="744"/>
                  </a:cubicBezTo>
                  <a:cubicBezTo>
                    <a:pt x="379" y="726"/>
                    <a:pt x="384" y="716"/>
                    <a:pt x="386" y="716"/>
                  </a:cubicBezTo>
                  <a:cubicBezTo>
                    <a:pt x="388" y="716"/>
                    <a:pt x="389" y="723"/>
                    <a:pt x="387" y="738"/>
                  </a:cubicBezTo>
                  <a:cubicBezTo>
                    <a:pt x="385" y="755"/>
                    <a:pt x="387" y="764"/>
                    <a:pt x="391" y="764"/>
                  </a:cubicBezTo>
                  <a:cubicBezTo>
                    <a:pt x="393" y="764"/>
                    <a:pt x="394" y="756"/>
                    <a:pt x="394" y="747"/>
                  </a:cubicBezTo>
                  <a:cubicBezTo>
                    <a:pt x="393" y="738"/>
                    <a:pt x="394" y="734"/>
                    <a:pt x="395" y="734"/>
                  </a:cubicBezTo>
                  <a:cubicBezTo>
                    <a:pt x="396" y="734"/>
                    <a:pt x="397" y="739"/>
                    <a:pt x="400" y="748"/>
                  </a:cubicBezTo>
                  <a:cubicBezTo>
                    <a:pt x="403" y="763"/>
                    <a:pt x="406" y="769"/>
                    <a:pt x="410" y="769"/>
                  </a:cubicBezTo>
                  <a:cubicBezTo>
                    <a:pt x="413" y="769"/>
                    <a:pt x="417" y="765"/>
                    <a:pt x="421" y="757"/>
                  </a:cubicBezTo>
                  <a:cubicBezTo>
                    <a:pt x="426" y="748"/>
                    <a:pt x="431" y="744"/>
                    <a:pt x="433" y="744"/>
                  </a:cubicBezTo>
                  <a:cubicBezTo>
                    <a:pt x="435" y="744"/>
                    <a:pt x="435" y="748"/>
                    <a:pt x="431" y="757"/>
                  </a:cubicBezTo>
                  <a:cubicBezTo>
                    <a:pt x="428" y="767"/>
                    <a:pt x="427" y="772"/>
                    <a:pt x="428" y="772"/>
                  </a:cubicBezTo>
                  <a:cubicBezTo>
                    <a:pt x="429" y="772"/>
                    <a:pt x="430" y="769"/>
                    <a:pt x="432" y="766"/>
                  </a:cubicBezTo>
                  <a:lnTo>
                    <a:pt x="446" y="766"/>
                  </a:lnTo>
                  <a:cubicBezTo>
                    <a:pt x="449" y="766"/>
                    <a:pt x="450" y="757"/>
                    <a:pt x="450" y="748"/>
                  </a:cubicBezTo>
                  <a:cubicBezTo>
                    <a:pt x="452" y="758"/>
                    <a:pt x="456" y="765"/>
                    <a:pt x="459" y="765"/>
                  </a:cubicBezTo>
                  <a:cubicBezTo>
                    <a:pt x="460" y="765"/>
                    <a:pt x="462" y="762"/>
                    <a:pt x="464" y="756"/>
                  </a:cubicBezTo>
                  <a:lnTo>
                    <a:pt x="469" y="755"/>
                  </a:lnTo>
                  <a:cubicBezTo>
                    <a:pt x="473" y="755"/>
                    <a:pt x="473" y="755"/>
                    <a:pt x="474" y="746"/>
                  </a:cubicBezTo>
                  <a:cubicBezTo>
                    <a:pt x="474" y="743"/>
                    <a:pt x="475" y="742"/>
                    <a:pt x="475" y="742"/>
                  </a:cubicBezTo>
                  <a:cubicBezTo>
                    <a:pt x="477" y="742"/>
                    <a:pt x="480" y="748"/>
                    <a:pt x="483" y="753"/>
                  </a:cubicBezTo>
                  <a:cubicBezTo>
                    <a:pt x="486" y="759"/>
                    <a:pt x="489" y="764"/>
                    <a:pt x="490" y="764"/>
                  </a:cubicBezTo>
                  <a:cubicBezTo>
                    <a:pt x="490" y="764"/>
                    <a:pt x="490" y="763"/>
                    <a:pt x="489" y="760"/>
                  </a:cubicBezTo>
                  <a:cubicBezTo>
                    <a:pt x="489" y="751"/>
                    <a:pt x="491" y="742"/>
                    <a:pt x="493" y="733"/>
                  </a:cubicBezTo>
                  <a:cubicBezTo>
                    <a:pt x="493" y="731"/>
                    <a:pt x="493" y="730"/>
                    <a:pt x="494" y="730"/>
                  </a:cubicBezTo>
                  <a:cubicBezTo>
                    <a:pt x="495" y="730"/>
                    <a:pt x="497" y="735"/>
                    <a:pt x="497" y="741"/>
                  </a:cubicBezTo>
                  <a:cubicBezTo>
                    <a:pt x="498" y="750"/>
                    <a:pt x="498" y="750"/>
                    <a:pt x="506" y="757"/>
                  </a:cubicBezTo>
                  <a:cubicBezTo>
                    <a:pt x="508" y="756"/>
                    <a:pt x="514" y="755"/>
                    <a:pt x="512" y="747"/>
                  </a:cubicBezTo>
                  <a:cubicBezTo>
                    <a:pt x="510" y="742"/>
                    <a:pt x="517" y="738"/>
                    <a:pt x="523" y="738"/>
                  </a:cubicBezTo>
                  <a:cubicBezTo>
                    <a:pt x="526" y="738"/>
                    <a:pt x="529" y="739"/>
                    <a:pt x="531" y="741"/>
                  </a:cubicBezTo>
                  <a:lnTo>
                    <a:pt x="535" y="740"/>
                  </a:lnTo>
                  <a:cubicBezTo>
                    <a:pt x="538" y="739"/>
                    <a:pt x="538" y="730"/>
                    <a:pt x="540" y="729"/>
                  </a:cubicBezTo>
                  <a:cubicBezTo>
                    <a:pt x="540" y="729"/>
                    <a:pt x="543" y="729"/>
                    <a:pt x="542" y="720"/>
                  </a:cubicBezTo>
                  <a:cubicBezTo>
                    <a:pt x="543" y="719"/>
                    <a:pt x="544" y="719"/>
                    <a:pt x="545" y="719"/>
                  </a:cubicBezTo>
                  <a:cubicBezTo>
                    <a:pt x="547" y="719"/>
                    <a:pt x="549" y="720"/>
                    <a:pt x="550" y="725"/>
                  </a:cubicBezTo>
                  <a:cubicBezTo>
                    <a:pt x="548" y="717"/>
                    <a:pt x="547" y="713"/>
                    <a:pt x="548" y="713"/>
                  </a:cubicBezTo>
                  <a:lnTo>
                    <a:pt x="548" y="713"/>
                  </a:lnTo>
                  <a:cubicBezTo>
                    <a:pt x="549" y="713"/>
                    <a:pt x="551" y="717"/>
                    <a:pt x="556" y="724"/>
                  </a:cubicBezTo>
                  <a:cubicBezTo>
                    <a:pt x="559" y="732"/>
                    <a:pt x="561" y="736"/>
                    <a:pt x="561" y="736"/>
                  </a:cubicBezTo>
                  <a:cubicBezTo>
                    <a:pt x="561" y="736"/>
                    <a:pt x="560" y="732"/>
                    <a:pt x="558" y="723"/>
                  </a:cubicBezTo>
                  <a:cubicBezTo>
                    <a:pt x="557" y="718"/>
                    <a:pt x="557" y="716"/>
                    <a:pt x="558" y="716"/>
                  </a:cubicBezTo>
                  <a:lnTo>
                    <a:pt x="558" y="716"/>
                  </a:lnTo>
                  <a:cubicBezTo>
                    <a:pt x="558" y="716"/>
                    <a:pt x="560" y="718"/>
                    <a:pt x="562" y="721"/>
                  </a:cubicBezTo>
                  <a:cubicBezTo>
                    <a:pt x="564" y="725"/>
                    <a:pt x="566" y="726"/>
                    <a:pt x="567" y="726"/>
                  </a:cubicBezTo>
                  <a:cubicBezTo>
                    <a:pt x="568" y="726"/>
                    <a:pt x="567" y="724"/>
                    <a:pt x="566" y="720"/>
                  </a:cubicBezTo>
                  <a:cubicBezTo>
                    <a:pt x="563" y="709"/>
                    <a:pt x="563" y="700"/>
                    <a:pt x="565" y="700"/>
                  </a:cubicBezTo>
                  <a:cubicBezTo>
                    <a:pt x="567" y="700"/>
                    <a:pt x="569" y="702"/>
                    <a:pt x="571" y="707"/>
                  </a:cubicBezTo>
                  <a:cubicBezTo>
                    <a:pt x="571" y="707"/>
                    <a:pt x="574" y="706"/>
                    <a:pt x="572" y="697"/>
                  </a:cubicBezTo>
                  <a:cubicBezTo>
                    <a:pt x="570" y="689"/>
                    <a:pt x="568" y="685"/>
                    <a:pt x="569" y="685"/>
                  </a:cubicBezTo>
                  <a:lnTo>
                    <a:pt x="569" y="685"/>
                  </a:lnTo>
                  <a:cubicBezTo>
                    <a:pt x="569" y="685"/>
                    <a:pt x="571" y="689"/>
                    <a:pt x="575" y="696"/>
                  </a:cubicBezTo>
                  <a:cubicBezTo>
                    <a:pt x="579" y="703"/>
                    <a:pt x="582" y="706"/>
                    <a:pt x="584" y="706"/>
                  </a:cubicBezTo>
                  <a:cubicBezTo>
                    <a:pt x="585" y="706"/>
                    <a:pt x="584" y="702"/>
                    <a:pt x="581" y="693"/>
                  </a:cubicBezTo>
                  <a:cubicBezTo>
                    <a:pt x="581" y="693"/>
                    <a:pt x="580" y="689"/>
                    <a:pt x="582" y="689"/>
                  </a:cubicBezTo>
                  <a:cubicBezTo>
                    <a:pt x="583" y="689"/>
                    <a:pt x="584" y="689"/>
                    <a:pt x="586" y="691"/>
                  </a:cubicBezTo>
                  <a:cubicBezTo>
                    <a:pt x="589" y="693"/>
                    <a:pt x="594" y="694"/>
                    <a:pt x="597" y="694"/>
                  </a:cubicBezTo>
                  <a:cubicBezTo>
                    <a:pt x="604" y="694"/>
                    <a:pt x="609" y="690"/>
                    <a:pt x="602" y="682"/>
                  </a:cubicBezTo>
                  <a:lnTo>
                    <a:pt x="606" y="679"/>
                  </a:lnTo>
                  <a:cubicBezTo>
                    <a:pt x="609" y="681"/>
                    <a:pt x="612" y="682"/>
                    <a:pt x="613" y="682"/>
                  </a:cubicBezTo>
                  <a:cubicBezTo>
                    <a:pt x="616" y="682"/>
                    <a:pt x="616" y="679"/>
                    <a:pt x="615" y="674"/>
                  </a:cubicBezTo>
                  <a:lnTo>
                    <a:pt x="612" y="666"/>
                  </a:lnTo>
                  <a:lnTo>
                    <a:pt x="612" y="666"/>
                  </a:lnTo>
                  <a:cubicBezTo>
                    <a:pt x="616" y="672"/>
                    <a:pt x="622" y="677"/>
                    <a:pt x="625" y="677"/>
                  </a:cubicBezTo>
                  <a:cubicBezTo>
                    <a:pt x="625" y="677"/>
                    <a:pt x="626" y="676"/>
                    <a:pt x="626" y="676"/>
                  </a:cubicBezTo>
                  <a:cubicBezTo>
                    <a:pt x="629" y="675"/>
                    <a:pt x="629" y="675"/>
                    <a:pt x="623" y="668"/>
                  </a:cubicBezTo>
                  <a:cubicBezTo>
                    <a:pt x="616" y="663"/>
                    <a:pt x="618" y="661"/>
                    <a:pt x="621" y="659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4" y="659"/>
                    <a:pt x="630" y="664"/>
                    <a:pt x="635" y="670"/>
                  </a:cubicBezTo>
                  <a:lnTo>
                    <a:pt x="636" y="669"/>
                  </a:lnTo>
                  <a:cubicBezTo>
                    <a:pt x="630" y="660"/>
                    <a:pt x="629" y="656"/>
                    <a:pt x="630" y="656"/>
                  </a:cubicBezTo>
                  <a:lnTo>
                    <a:pt x="630" y="656"/>
                  </a:lnTo>
                  <a:cubicBezTo>
                    <a:pt x="630" y="656"/>
                    <a:pt x="632" y="658"/>
                    <a:pt x="634" y="660"/>
                  </a:cubicBezTo>
                  <a:cubicBezTo>
                    <a:pt x="637" y="663"/>
                    <a:pt x="640" y="664"/>
                    <a:pt x="641" y="664"/>
                  </a:cubicBezTo>
                  <a:cubicBezTo>
                    <a:pt x="643" y="664"/>
                    <a:pt x="644" y="663"/>
                    <a:pt x="645" y="663"/>
                  </a:cubicBezTo>
                  <a:cubicBezTo>
                    <a:pt x="643" y="660"/>
                    <a:pt x="643" y="659"/>
                    <a:pt x="643" y="659"/>
                  </a:cubicBezTo>
                  <a:lnTo>
                    <a:pt x="643" y="659"/>
                  </a:lnTo>
                  <a:cubicBezTo>
                    <a:pt x="644" y="659"/>
                    <a:pt x="647" y="662"/>
                    <a:pt x="645" y="663"/>
                  </a:cubicBezTo>
                  <a:lnTo>
                    <a:pt x="651" y="669"/>
                  </a:lnTo>
                  <a:cubicBezTo>
                    <a:pt x="653" y="670"/>
                    <a:pt x="654" y="671"/>
                    <a:pt x="655" y="671"/>
                  </a:cubicBezTo>
                  <a:cubicBezTo>
                    <a:pt x="656" y="671"/>
                    <a:pt x="652" y="666"/>
                    <a:pt x="648" y="661"/>
                  </a:cubicBezTo>
                  <a:lnTo>
                    <a:pt x="652" y="658"/>
                  </a:lnTo>
                  <a:cubicBezTo>
                    <a:pt x="654" y="656"/>
                    <a:pt x="655" y="655"/>
                    <a:pt x="649" y="650"/>
                  </a:cubicBezTo>
                  <a:cubicBezTo>
                    <a:pt x="643" y="643"/>
                    <a:pt x="637" y="637"/>
                    <a:pt x="639" y="636"/>
                  </a:cubicBezTo>
                  <a:lnTo>
                    <a:pt x="639" y="636"/>
                  </a:lnTo>
                  <a:cubicBezTo>
                    <a:pt x="644" y="641"/>
                    <a:pt x="649" y="647"/>
                    <a:pt x="652" y="647"/>
                  </a:cubicBezTo>
                  <a:cubicBezTo>
                    <a:pt x="652" y="647"/>
                    <a:pt x="652" y="647"/>
                    <a:pt x="652" y="647"/>
                  </a:cubicBezTo>
                  <a:cubicBezTo>
                    <a:pt x="652" y="647"/>
                    <a:pt x="653" y="646"/>
                    <a:pt x="653" y="646"/>
                  </a:cubicBezTo>
                  <a:cubicBezTo>
                    <a:pt x="656" y="646"/>
                    <a:pt x="660" y="651"/>
                    <a:pt x="660" y="651"/>
                  </a:cubicBezTo>
                  <a:cubicBezTo>
                    <a:pt x="663" y="656"/>
                    <a:pt x="665" y="658"/>
                    <a:pt x="666" y="658"/>
                  </a:cubicBezTo>
                  <a:cubicBezTo>
                    <a:pt x="670" y="658"/>
                    <a:pt x="670" y="650"/>
                    <a:pt x="668" y="643"/>
                  </a:cubicBezTo>
                  <a:cubicBezTo>
                    <a:pt x="663" y="635"/>
                    <a:pt x="662" y="631"/>
                    <a:pt x="664" y="631"/>
                  </a:cubicBezTo>
                  <a:cubicBezTo>
                    <a:pt x="665" y="631"/>
                    <a:pt x="668" y="633"/>
                    <a:pt x="673" y="639"/>
                  </a:cubicBezTo>
                  <a:cubicBezTo>
                    <a:pt x="676" y="642"/>
                    <a:pt x="678" y="643"/>
                    <a:pt x="679" y="643"/>
                  </a:cubicBezTo>
                  <a:cubicBezTo>
                    <a:pt x="681" y="643"/>
                    <a:pt x="674" y="630"/>
                    <a:pt x="661" y="615"/>
                  </a:cubicBezTo>
                  <a:lnTo>
                    <a:pt x="645" y="596"/>
                  </a:lnTo>
                  <a:lnTo>
                    <a:pt x="663" y="613"/>
                  </a:lnTo>
                  <a:cubicBezTo>
                    <a:pt x="677" y="625"/>
                    <a:pt x="683" y="631"/>
                    <a:pt x="685" y="631"/>
                  </a:cubicBezTo>
                  <a:cubicBezTo>
                    <a:pt x="687" y="631"/>
                    <a:pt x="686" y="626"/>
                    <a:pt x="682" y="618"/>
                  </a:cubicBezTo>
                  <a:cubicBezTo>
                    <a:pt x="681" y="613"/>
                    <a:pt x="680" y="610"/>
                    <a:pt x="681" y="610"/>
                  </a:cubicBezTo>
                  <a:lnTo>
                    <a:pt x="681" y="610"/>
                  </a:lnTo>
                  <a:cubicBezTo>
                    <a:pt x="681" y="610"/>
                    <a:pt x="683" y="612"/>
                    <a:pt x="686" y="614"/>
                  </a:cubicBezTo>
                  <a:cubicBezTo>
                    <a:pt x="688" y="617"/>
                    <a:pt x="690" y="618"/>
                    <a:pt x="692" y="618"/>
                  </a:cubicBezTo>
                  <a:cubicBezTo>
                    <a:pt x="694" y="618"/>
                    <a:pt x="696" y="615"/>
                    <a:pt x="699" y="612"/>
                  </a:cubicBezTo>
                  <a:cubicBezTo>
                    <a:pt x="705" y="606"/>
                    <a:pt x="707" y="604"/>
                    <a:pt x="700" y="599"/>
                  </a:cubicBezTo>
                  <a:lnTo>
                    <a:pt x="704" y="595"/>
                  </a:lnTo>
                  <a:cubicBezTo>
                    <a:pt x="708" y="597"/>
                    <a:pt x="710" y="598"/>
                    <a:pt x="712" y="598"/>
                  </a:cubicBezTo>
                  <a:cubicBezTo>
                    <a:pt x="716" y="598"/>
                    <a:pt x="711" y="592"/>
                    <a:pt x="699" y="585"/>
                  </a:cubicBezTo>
                  <a:lnTo>
                    <a:pt x="703" y="582"/>
                  </a:lnTo>
                  <a:lnTo>
                    <a:pt x="709" y="586"/>
                  </a:lnTo>
                  <a:cubicBezTo>
                    <a:pt x="711" y="588"/>
                    <a:pt x="713" y="589"/>
                    <a:pt x="714" y="589"/>
                  </a:cubicBezTo>
                  <a:cubicBezTo>
                    <a:pt x="719" y="589"/>
                    <a:pt x="724" y="583"/>
                    <a:pt x="732" y="571"/>
                  </a:cubicBezTo>
                  <a:cubicBezTo>
                    <a:pt x="745" y="550"/>
                    <a:pt x="746" y="548"/>
                    <a:pt x="732" y="540"/>
                  </a:cubicBezTo>
                  <a:cubicBezTo>
                    <a:pt x="723" y="534"/>
                    <a:pt x="721" y="531"/>
                    <a:pt x="722" y="531"/>
                  </a:cubicBezTo>
                  <a:cubicBezTo>
                    <a:pt x="724" y="531"/>
                    <a:pt x="728" y="532"/>
                    <a:pt x="734" y="536"/>
                  </a:cubicBezTo>
                  <a:cubicBezTo>
                    <a:pt x="739" y="538"/>
                    <a:pt x="744" y="539"/>
                    <a:pt x="745" y="539"/>
                  </a:cubicBezTo>
                  <a:cubicBezTo>
                    <a:pt x="747" y="539"/>
                    <a:pt x="746" y="539"/>
                    <a:pt x="743" y="537"/>
                  </a:cubicBezTo>
                  <a:cubicBezTo>
                    <a:pt x="743" y="537"/>
                    <a:pt x="745" y="533"/>
                    <a:pt x="751" y="533"/>
                  </a:cubicBezTo>
                  <a:cubicBezTo>
                    <a:pt x="752" y="533"/>
                    <a:pt x="753" y="533"/>
                    <a:pt x="754" y="534"/>
                  </a:cubicBezTo>
                  <a:cubicBezTo>
                    <a:pt x="756" y="534"/>
                    <a:pt x="757" y="534"/>
                    <a:pt x="758" y="534"/>
                  </a:cubicBezTo>
                  <a:cubicBezTo>
                    <a:pt x="772" y="534"/>
                    <a:pt x="766" y="528"/>
                    <a:pt x="759" y="525"/>
                  </a:cubicBezTo>
                  <a:cubicBezTo>
                    <a:pt x="749" y="522"/>
                    <a:pt x="748" y="521"/>
                    <a:pt x="750" y="521"/>
                  </a:cubicBezTo>
                  <a:cubicBezTo>
                    <a:pt x="752" y="521"/>
                    <a:pt x="756" y="522"/>
                    <a:pt x="760" y="522"/>
                  </a:cubicBezTo>
                  <a:cubicBezTo>
                    <a:pt x="763" y="523"/>
                    <a:pt x="767" y="523"/>
                    <a:pt x="770" y="523"/>
                  </a:cubicBezTo>
                  <a:cubicBezTo>
                    <a:pt x="773" y="523"/>
                    <a:pt x="774" y="523"/>
                    <a:pt x="770" y="521"/>
                  </a:cubicBezTo>
                  <a:cubicBezTo>
                    <a:pt x="764" y="515"/>
                    <a:pt x="762" y="502"/>
                    <a:pt x="772" y="502"/>
                  </a:cubicBezTo>
                  <a:cubicBezTo>
                    <a:pt x="774" y="502"/>
                    <a:pt x="776" y="502"/>
                    <a:pt x="778" y="503"/>
                  </a:cubicBezTo>
                  <a:cubicBezTo>
                    <a:pt x="778" y="503"/>
                    <a:pt x="778" y="501"/>
                    <a:pt x="779" y="498"/>
                  </a:cubicBezTo>
                  <a:cubicBezTo>
                    <a:pt x="771" y="495"/>
                    <a:pt x="773" y="490"/>
                    <a:pt x="774" y="485"/>
                  </a:cubicBezTo>
                  <a:cubicBezTo>
                    <a:pt x="776" y="481"/>
                    <a:pt x="777" y="479"/>
                    <a:pt x="781" y="479"/>
                  </a:cubicBezTo>
                  <a:cubicBezTo>
                    <a:pt x="782" y="479"/>
                    <a:pt x="784" y="479"/>
                    <a:pt x="786" y="480"/>
                  </a:cubicBezTo>
                  <a:cubicBezTo>
                    <a:pt x="788" y="482"/>
                    <a:pt x="790" y="483"/>
                    <a:pt x="791" y="483"/>
                  </a:cubicBezTo>
                  <a:cubicBezTo>
                    <a:pt x="792" y="483"/>
                    <a:pt x="791" y="480"/>
                    <a:pt x="788" y="475"/>
                  </a:cubicBezTo>
                  <a:cubicBezTo>
                    <a:pt x="789" y="472"/>
                    <a:pt x="772" y="465"/>
                    <a:pt x="773" y="463"/>
                  </a:cubicBezTo>
                  <a:cubicBezTo>
                    <a:pt x="764" y="461"/>
                    <a:pt x="756" y="456"/>
                    <a:pt x="758" y="454"/>
                  </a:cubicBezTo>
                  <a:lnTo>
                    <a:pt x="758" y="454"/>
                  </a:lnTo>
                  <a:lnTo>
                    <a:pt x="765" y="456"/>
                  </a:lnTo>
                  <a:cubicBezTo>
                    <a:pt x="774" y="457"/>
                    <a:pt x="782" y="460"/>
                    <a:pt x="782" y="460"/>
                  </a:cubicBezTo>
                  <a:cubicBezTo>
                    <a:pt x="783" y="457"/>
                    <a:pt x="783" y="455"/>
                    <a:pt x="775" y="453"/>
                  </a:cubicBezTo>
                  <a:cubicBezTo>
                    <a:pt x="784" y="452"/>
                    <a:pt x="784" y="449"/>
                    <a:pt x="786" y="444"/>
                  </a:cubicBezTo>
                  <a:cubicBezTo>
                    <a:pt x="787" y="439"/>
                    <a:pt x="789" y="434"/>
                    <a:pt x="780" y="430"/>
                  </a:cubicBezTo>
                  <a:cubicBezTo>
                    <a:pt x="798" y="429"/>
                    <a:pt x="799" y="412"/>
                    <a:pt x="782" y="409"/>
                  </a:cubicBezTo>
                  <a:cubicBezTo>
                    <a:pt x="774" y="409"/>
                    <a:pt x="774" y="406"/>
                    <a:pt x="783" y="403"/>
                  </a:cubicBezTo>
                  <a:cubicBezTo>
                    <a:pt x="791" y="402"/>
                    <a:pt x="791" y="401"/>
                    <a:pt x="783" y="399"/>
                  </a:cubicBezTo>
                  <a:cubicBezTo>
                    <a:pt x="775" y="396"/>
                    <a:pt x="784" y="393"/>
                    <a:pt x="792" y="391"/>
                  </a:cubicBezTo>
                  <a:cubicBezTo>
                    <a:pt x="809" y="389"/>
                    <a:pt x="809" y="385"/>
                    <a:pt x="801" y="383"/>
                  </a:cubicBezTo>
                  <a:cubicBezTo>
                    <a:pt x="792" y="378"/>
                    <a:pt x="792" y="372"/>
                    <a:pt x="792" y="370"/>
                  </a:cubicBezTo>
                  <a:cubicBezTo>
                    <a:pt x="786" y="367"/>
                    <a:pt x="784" y="364"/>
                    <a:pt x="781" y="364"/>
                  </a:cubicBezTo>
                  <a:cubicBezTo>
                    <a:pt x="779" y="364"/>
                    <a:pt x="778" y="364"/>
                    <a:pt x="775" y="365"/>
                  </a:cubicBezTo>
                  <a:cubicBezTo>
                    <a:pt x="769" y="365"/>
                    <a:pt x="763" y="365"/>
                    <a:pt x="758" y="364"/>
                  </a:cubicBezTo>
                  <a:cubicBezTo>
                    <a:pt x="753" y="362"/>
                    <a:pt x="754" y="360"/>
                    <a:pt x="755" y="360"/>
                  </a:cubicBezTo>
                  <a:cubicBezTo>
                    <a:pt x="756" y="360"/>
                    <a:pt x="758" y="361"/>
                    <a:pt x="758" y="362"/>
                  </a:cubicBezTo>
                  <a:cubicBezTo>
                    <a:pt x="761" y="364"/>
                    <a:pt x="763" y="364"/>
                    <a:pt x="765" y="364"/>
                  </a:cubicBezTo>
                  <a:cubicBezTo>
                    <a:pt x="768" y="364"/>
                    <a:pt x="770" y="363"/>
                    <a:pt x="775" y="361"/>
                  </a:cubicBezTo>
                  <a:cubicBezTo>
                    <a:pt x="783" y="357"/>
                    <a:pt x="782" y="352"/>
                    <a:pt x="782" y="350"/>
                  </a:cubicBezTo>
                  <a:cubicBezTo>
                    <a:pt x="782" y="346"/>
                    <a:pt x="781" y="342"/>
                    <a:pt x="781" y="338"/>
                  </a:cubicBezTo>
                  <a:cubicBezTo>
                    <a:pt x="787" y="331"/>
                    <a:pt x="788" y="328"/>
                    <a:pt x="783" y="328"/>
                  </a:cubicBezTo>
                  <a:cubicBezTo>
                    <a:pt x="782" y="328"/>
                    <a:pt x="781" y="328"/>
                    <a:pt x="780" y="328"/>
                  </a:cubicBezTo>
                  <a:lnTo>
                    <a:pt x="771" y="329"/>
                  </a:lnTo>
                  <a:cubicBezTo>
                    <a:pt x="788" y="324"/>
                    <a:pt x="782" y="297"/>
                    <a:pt x="766" y="297"/>
                  </a:cubicBezTo>
                  <a:cubicBezTo>
                    <a:pt x="765" y="297"/>
                    <a:pt x="765" y="297"/>
                    <a:pt x="764" y="297"/>
                  </a:cubicBezTo>
                  <a:lnTo>
                    <a:pt x="772" y="295"/>
                  </a:lnTo>
                  <a:cubicBezTo>
                    <a:pt x="780" y="292"/>
                    <a:pt x="780" y="290"/>
                    <a:pt x="779" y="285"/>
                  </a:cubicBezTo>
                  <a:cubicBezTo>
                    <a:pt x="778" y="282"/>
                    <a:pt x="766" y="274"/>
                    <a:pt x="763" y="268"/>
                  </a:cubicBezTo>
                  <a:cubicBezTo>
                    <a:pt x="760" y="259"/>
                    <a:pt x="757" y="252"/>
                    <a:pt x="753" y="252"/>
                  </a:cubicBezTo>
                  <a:cubicBezTo>
                    <a:pt x="752" y="252"/>
                    <a:pt x="751" y="253"/>
                    <a:pt x="750" y="253"/>
                  </a:cubicBezTo>
                  <a:cubicBezTo>
                    <a:pt x="749" y="251"/>
                    <a:pt x="749" y="251"/>
                    <a:pt x="756" y="247"/>
                  </a:cubicBezTo>
                  <a:cubicBezTo>
                    <a:pt x="764" y="246"/>
                    <a:pt x="764" y="244"/>
                    <a:pt x="763" y="242"/>
                  </a:cubicBezTo>
                  <a:cubicBezTo>
                    <a:pt x="763" y="241"/>
                    <a:pt x="762" y="241"/>
                    <a:pt x="761" y="241"/>
                  </a:cubicBezTo>
                  <a:cubicBezTo>
                    <a:pt x="757" y="241"/>
                    <a:pt x="752" y="244"/>
                    <a:pt x="746" y="246"/>
                  </a:cubicBezTo>
                  <a:cubicBezTo>
                    <a:pt x="744" y="247"/>
                    <a:pt x="742" y="248"/>
                    <a:pt x="741" y="248"/>
                  </a:cubicBezTo>
                  <a:cubicBezTo>
                    <a:pt x="738" y="248"/>
                    <a:pt x="739" y="245"/>
                    <a:pt x="743" y="240"/>
                  </a:cubicBezTo>
                  <a:cubicBezTo>
                    <a:pt x="749" y="232"/>
                    <a:pt x="743" y="221"/>
                    <a:pt x="733" y="221"/>
                  </a:cubicBezTo>
                  <a:cubicBezTo>
                    <a:pt x="732" y="218"/>
                    <a:pt x="731" y="216"/>
                    <a:pt x="738" y="212"/>
                  </a:cubicBezTo>
                  <a:cubicBezTo>
                    <a:pt x="743" y="206"/>
                    <a:pt x="747" y="199"/>
                    <a:pt x="739" y="199"/>
                  </a:cubicBezTo>
                  <a:cubicBezTo>
                    <a:pt x="737" y="199"/>
                    <a:pt x="735" y="200"/>
                    <a:pt x="732" y="200"/>
                  </a:cubicBezTo>
                  <a:cubicBezTo>
                    <a:pt x="729" y="198"/>
                    <a:pt x="729" y="198"/>
                    <a:pt x="737" y="194"/>
                  </a:cubicBezTo>
                  <a:cubicBezTo>
                    <a:pt x="741" y="189"/>
                    <a:pt x="745" y="186"/>
                    <a:pt x="743" y="186"/>
                  </a:cubicBezTo>
                  <a:cubicBezTo>
                    <a:pt x="742" y="186"/>
                    <a:pt x="739" y="187"/>
                    <a:pt x="734" y="189"/>
                  </a:cubicBezTo>
                  <a:cubicBezTo>
                    <a:pt x="724" y="189"/>
                    <a:pt x="720" y="182"/>
                    <a:pt x="724" y="173"/>
                  </a:cubicBezTo>
                  <a:cubicBezTo>
                    <a:pt x="723" y="172"/>
                    <a:pt x="722" y="171"/>
                    <a:pt x="720" y="171"/>
                  </a:cubicBezTo>
                  <a:cubicBezTo>
                    <a:pt x="719" y="171"/>
                    <a:pt x="717" y="172"/>
                    <a:pt x="714" y="173"/>
                  </a:cubicBezTo>
                  <a:lnTo>
                    <a:pt x="707" y="179"/>
                  </a:lnTo>
                  <a:cubicBezTo>
                    <a:pt x="714" y="172"/>
                    <a:pt x="717" y="169"/>
                    <a:pt x="716" y="169"/>
                  </a:cubicBezTo>
                  <a:cubicBezTo>
                    <a:pt x="715" y="169"/>
                    <a:pt x="711" y="171"/>
                    <a:pt x="704" y="175"/>
                  </a:cubicBezTo>
                  <a:cubicBezTo>
                    <a:pt x="701" y="177"/>
                    <a:pt x="699" y="178"/>
                    <a:pt x="698" y="178"/>
                  </a:cubicBezTo>
                  <a:cubicBezTo>
                    <a:pt x="697" y="178"/>
                    <a:pt x="699" y="176"/>
                    <a:pt x="703" y="172"/>
                  </a:cubicBezTo>
                  <a:cubicBezTo>
                    <a:pt x="707" y="166"/>
                    <a:pt x="706" y="163"/>
                    <a:pt x="706" y="163"/>
                  </a:cubicBezTo>
                  <a:cubicBezTo>
                    <a:pt x="697" y="158"/>
                    <a:pt x="688" y="152"/>
                    <a:pt x="681" y="147"/>
                  </a:cubicBezTo>
                  <a:cubicBezTo>
                    <a:pt x="670" y="135"/>
                    <a:pt x="664" y="129"/>
                    <a:pt x="660" y="129"/>
                  </a:cubicBezTo>
                  <a:cubicBezTo>
                    <a:pt x="658" y="129"/>
                    <a:pt x="657" y="129"/>
                    <a:pt x="655" y="131"/>
                  </a:cubicBezTo>
                  <a:cubicBezTo>
                    <a:pt x="652" y="133"/>
                    <a:pt x="650" y="134"/>
                    <a:pt x="649" y="134"/>
                  </a:cubicBezTo>
                  <a:cubicBezTo>
                    <a:pt x="648" y="134"/>
                    <a:pt x="649" y="132"/>
                    <a:pt x="651" y="127"/>
                  </a:cubicBezTo>
                  <a:cubicBezTo>
                    <a:pt x="655" y="120"/>
                    <a:pt x="653" y="118"/>
                    <a:pt x="651" y="116"/>
                  </a:cubicBezTo>
                  <a:cubicBezTo>
                    <a:pt x="650" y="115"/>
                    <a:pt x="648" y="113"/>
                    <a:pt x="653" y="106"/>
                  </a:cubicBezTo>
                  <a:lnTo>
                    <a:pt x="653" y="106"/>
                  </a:lnTo>
                  <a:cubicBezTo>
                    <a:pt x="648" y="109"/>
                    <a:pt x="646" y="110"/>
                    <a:pt x="645" y="110"/>
                  </a:cubicBezTo>
                  <a:cubicBezTo>
                    <a:pt x="644" y="110"/>
                    <a:pt x="644" y="110"/>
                    <a:pt x="643" y="110"/>
                  </a:cubicBezTo>
                  <a:cubicBezTo>
                    <a:pt x="647" y="105"/>
                    <a:pt x="647" y="103"/>
                    <a:pt x="645" y="103"/>
                  </a:cubicBezTo>
                  <a:cubicBezTo>
                    <a:pt x="644" y="103"/>
                    <a:pt x="642" y="104"/>
                    <a:pt x="640" y="106"/>
                  </a:cubicBezTo>
                  <a:cubicBezTo>
                    <a:pt x="634" y="112"/>
                    <a:pt x="631" y="114"/>
                    <a:pt x="630" y="114"/>
                  </a:cubicBezTo>
                  <a:cubicBezTo>
                    <a:pt x="630" y="114"/>
                    <a:pt x="632" y="111"/>
                    <a:pt x="637" y="104"/>
                  </a:cubicBezTo>
                  <a:cubicBezTo>
                    <a:pt x="642" y="99"/>
                    <a:pt x="642" y="91"/>
                    <a:pt x="641" y="91"/>
                  </a:cubicBezTo>
                  <a:lnTo>
                    <a:pt x="641" y="91"/>
                  </a:lnTo>
                  <a:cubicBezTo>
                    <a:pt x="640" y="91"/>
                    <a:pt x="639" y="92"/>
                    <a:pt x="639" y="94"/>
                  </a:cubicBezTo>
                  <a:cubicBezTo>
                    <a:pt x="633" y="101"/>
                    <a:pt x="630" y="97"/>
                    <a:pt x="622" y="103"/>
                  </a:cubicBezTo>
                  <a:cubicBezTo>
                    <a:pt x="620" y="102"/>
                    <a:pt x="618" y="99"/>
                    <a:pt x="623" y="93"/>
                  </a:cubicBezTo>
                  <a:cubicBezTo>
                    <a:pt x="625" y="88"/>
                    <a:pt x="620" y="86"/>
                    <a:pt x="615" y="86"/>
                  </a:cubicBezTo>
                  <a:cubicBezTo>
                    <a:pt x="611" y="86"/>
                    <a:pt x="607" y="87"/>
                    <a:pt x="604" y="89"/>
                  </a:cubicBezTo>
                  <a:cubicBezTo>
                    <a:pt x="601" y="92"/>
                    <a:pt x="600" y="94"/>
                    <a:pt x="599" y="94"/>
                  </a:cubicBezTo>
                  <a:cubicBezTo>
                    <a:pt x="598" y="94"/>
                    <a:pt x="599" y="91"/>
                    <a:pt x="602" y="87"/>
                  </a:cubicBezTo>
                  <a:cubicBezTo>
                    <a:pt x="606" y="80"/>
                    <a:pt x="604" y="78"/>
                    <a:pt x="602" y="77"/>
                  </a:cubicBezTo>
                  <a:cubicBezTo>
                    <a:pt x="600" y="78"/>
                    <a:pt x="599" y="79"/>
                    <a:pt x="598" y="79"/>
                  </a:cubicBezTo>
                  <a:cubicBezTo>
                    <a:pt x="597" y="79"/>
                    <a:pt x="600" y="74"/>
                    <a:pt x="604" y="68"/>
                  </a:cubicBezTo>
                  <a:cubicBezTo>
                    <a:pt x="611" y="62"/>
                    <a:pt x="608" y="61"/>
                    <a:pt x="604" y="58"/>
                  </a:cubicBezTo>
                  <a:cubicBezTo>
                    <a:pt x="602" y="60"/>
                    <a:pt x="599" y="61"/>
                    <a:pt x="597" y="61"/>
                  </a:cubicBezTo>
                  <a:cubicBezTo>
                    <a:pt x="591" y="61"/>
                    <a:pt x="586" y="58"/>
                    <a:pt x="581" y="55"/>
                  </a:cubicBezTo>
                  <a:cubicBezTo>
                    <a:pt x="578" y="53"/>
                    <a:pt x="575" y="52"/>
                    <a:pt x="572" y="52"/>
                  </a:cubicBezTo>
                  <a:cubicBezTo>
                    <a:pt x="565" y="52"/>
                    <a:pt x="559" y="58"/>
                    <a:pt x="551" y="68"/>
                  </a:cubicBezTo>
                  <a:lnTo>
                    <a:pt x="541" y="81"/>
                  </a:lnTo>
                  <a:lnTo>
                    <a:pt x="549" y="67"/>
                  </a:lnTo>
                  <a:cubicBezTo>
                    <a:pt x="552" y="59"/>
                    <a:pt x="554" y="50"/>
                    <a:pt x="557" y="42"/>
                  </a:cubicBezTo>
                  <a:cubicBezTo>
                    <a:pt x="557" y="42"/>
                    <a:pt x="556" y="42"/>
                    <a:pt x="556" y="42"/>
                  </a:cubicBezTo>
                  <a:cubicBezTo>
                    <a:pt x="554" y="42"/>
                    <a:pt x="551" y="49"/>
                    <a:pt x="548" y="57"/>
                  </a:cubicBezTo>
                  <a:cubicBezTo>
                    <a:pt x="546" y="60"/>
                    <a:pt x="545" y="62"/>
                    <a:pt x="544" y="62"/>
                  </a:cubicBezTo>
                  <a:cubicBezTo>
                    <a:pt x="543" y="62"/>
                    <a:pt x="542" y="59"/>
                    <a:pt x="541" y="53"/>
                  </a:cubicBezTo>
                  <a:cubicBezTo>
                    <a:pt x="540" y="48"/>
                    <a:pt x="538" y="45"/>
                    <a:pt x="536" y="45"/>
                  </a:cubicBezTo>
                  <a:cubicBezTo>
                    <a:pt x="535" y="45"/>
                    <a:pt x="533" y="46"/>
                    <a:pt x="531" y="49"/>
                  </a:cubicBezTo>
                  <a:cubicBezTo>
                    <a:pt x="529" y="48"/>
                    <a:pt x="526" y="47"/>
                    <a:pt x="526" y="39"/>
                  </a:cubicBezTo>
                  <a:cubicBezTo>
                    <a:pt x="526" y="39"/>
                    <a:pt x="525" y="38"/>
                    <a:pt x="525" y="38"/>
                  </a:cubicBezTo>
                  <a:cubicBezTo>
                    <a:pt x="524" y="38"/>
                    <a:pt x="524" y="40"/>
                    <a:pt x="522" y="46"/>
                  </a:cubicBezTo>
                  <a:cubicBezTo>
                    <a:pt x="520" y="49"/>
                    <a:pt x="519" y="51"/>
                    <a:pt x="518" y="51"/>
                  </a:cubicBezTo>
                  <a:cubicBezTo>
                    <a:pt x="517" y="51"/>
                    <a:pt x="516" y="48"/>
                    <a:pt x="516" y="43"/>
                  </a:cubicBezTo>
                  <a:cubicBezTo>
                    <a:pt x="518" y="33"/>
                    <a:pt x="516" y="28"/>
                    <a:pt x="513" y="28"/>
                  </a:cubicBezTo>
                  <a:cubicBezTo>
                    <a:pt x="512" y="28"/>
                    <a:pt x="510" y="29"/>
                    <a:pt x="510" y="32"/>
                  </a:cubicBezTo>
                  <a:cubicBezTo>
                    <a:pt x="508" y="38"/>
                    <a:pt x="505" y="39"/>
                    <a:pt x="503" y="39"/>
                  </a:cubicBezTo>
                  <a:cubicBezTo>
                    <a:pt x="503" y="39"/>
                    <a:pt x="502" y="39"/>
                    <a:pt x="502" y="39"/>
                  </a:cubicBezTo>
                  <a:cubicBezTo>
                    <a:pt x="501" y="38"/>
                    <a:pt x="500" y="38"/>
                    <a:pt x="499" y="38"/>
                  </a:cubicBezTo>
                  <a:cubicBezTo>
                    <a:pt x="498" y="38"/>
                    <a:pt x="496" y="39"/>
                    <a:pt x="493" y="44"/>
                  </a:cubicBezTo>
                  <a:lnTo>
                    <a:pt x="487" y="43"/>
                  </a:lnTo>
                  <a:cubicBezTo>
                    <a:pt x="485" y="42"/>
                    <a:pt x="489" y="35"/>
                    <a:pt x="491" y="35"/>
                  </a:cubicBezTo>
                  <a:cubicBezTo>
                    <a:pt x="491" y="35"/>
                    <a:pt x="491" y="35"/>
                    <a:pt x="492" y="35"/>
                  </a:cubicBezTo>
                  <a:lnTo>
                    <a:pt x="492" y="27"/>
                  </a:lnTo>
                  <a:cubicBezTo>
                    <a:pt x="490" y="26"/>
                    <a:pt x="488" y="26"/>
                    <a:pt x="487" y="26"/>
                  </a:cubicBezTo>
                  <a:cubicBezTo>
                    <a:pt x="484" y="26"/>
                    <a:pt x="482" y="27"/>
                    <a:pt x="479" y="32"/>
                  </a:cubicBezTo>
                  <a:cubicBezTo>
                    <a:pt x="476" y="40"/>
                    <a:pt x="475" y="44"/>
                    <a:pt x="475" y="44"/>
                  </a:cubicBezTo>
                  <a:cubicBezTo>
                    <a:pt x="475" y="44"/>
                    <a:pt x="475" y="40"/>
                    <a:pt x="477" y="32"/>
                  </a:cubicBezTo>
                  <a:cubicBezTo>
                    <a:pt x="479" y="26"/>
                    <a:pt x="479" y="19"/>
                    <a:pt x="477" y="19"/>
                  </a:cubicBezTo>
                  <a:cubicBezTo>
                    <a:pt x="476" y="19"/>
                    <a:pt x="475" y="20"/>
                    <a:pt x="474" y="22"/>
                  </a:cubicBezTo>
                  <a:cubicBezTo>
                    <a:pt x="471" y="28"/>
                    <a:pt x="470" y="31"/>
                    <a:pt x="469" y="31"/>
                  </a:cubicBezTo>
                  <a:cubicBezTo>
                    <a:pt x="468" y="31"/>
                    <a:pt x="467" y="26"/>
                    <a:pt x="468" y="21"/>
                  </a:cubicBezTo>
                  <a:cubicBezTo>
                    <a:pt x="472" y="13"/>
                    <a:pt x="473" y="8"/>
                    <a:pt x="472" y="8"/>
                  </a:cubicBezTo>
                  <a:cubicBezTo>
                    <a:pt x="470" y="8"/>
                    <a:pt x="467" y="12"/>
                    <a:pt x="460" y="19"/>
                  </a:cubicBezTo>
                  <a:cubicBezTo>
                    <a:pt x="456" y="19"/>
                    <a:pt x="445" y="24"/>
                    <a:pt x="438" y="24"/>
                  </a:cubicBezTo>
                  <a:cubicBezTo>
                    <a:pt x="438" y="24"/>
                    <a:pt x="437" y="24"/>
                    <a:pt x="437" y="24"/>
                  </a:cubicBezTo>
                  <a:cubicBezTo>
                    <a:pt x="427" y="23"/>
                    <a:pt x="421" y="23"/>
                    <a:pt x="419" y="14"/>
                  </a:cubicBezTo>
                  <a:cubicBezTo>
                    <a:pt x="419" y="13"/>
                    <a:pt x="419" y="11"/>
                    <a:pt x="419" y="10"/>
                  </a:cubicBezTo>
                  <a:lnTo>
                    <a:pt x="419" y="10"/>
                  </a:lnTo>
                  <a:cubicBezTo>
                    <a:pt x="418" y="23"/>
                    <a:pt x="415" y="23"/>
                    <a:pt x="408" y="23"/>
                  </a:cubicBezTo>
                  <a:cubicBezTo>
                    <a:pt x="405" y="20"/>
                    <a:pt x="403" y="19"/>
                    <a:pt x="401" y="19"/>
                  </a:cubicBezTo>
                  <a:cubicBezTo>
                    <a:pt x="397" y="19"/>
                    <a:pt x="394" y="25"/>
                    <a:pt x="393" y="31"/>
                  </a:cubicBezTo>
                  <a:lnTo>
                    <a:pt x="397" y="31"/>
                  </a:lnTo>
                  <a:cubicBezTo>
                    <a:pt x="398" y="41"/>
                    <a:pt x="398" y="45"/>
                    <a:pt x="396" y="45"/>
                  </a:cubicBezTo>
                  <a:cubicBezTo>
                    <a:pt x="395" y="45"/>
                    <a:pt x="393" y="43"/>
                    <a:pt x="391" y="39"/>
                  </a:cubicBezTo>
                  <a:cubicBezTo>
                    <a:pt x="388" y="39"/>
                    <a:pt x="387" y="31"/>
                    <a:pt x="387" y="22"/>
                  </a:cubicBezTo>
                  <a:cubicBezTo>
                    <a:pt x="386" y="15"/>
                    <a:pt x="384" y="6"/>
                    <a:pt x="381" y="6"/>
                  </a:cubicBezTo>
                  <a:close/>
                  <a:moveTo>
                    <a:pt x="647" y="833"/>
                  </a:moveTo>
                  <a:cubicBezTo>
                    <a:pt x="646" y="833"/>
                    <a:pt x="646" y="833"/>
                    <a:pt x="645" y="833"/>
                  </a:cubicBezTo>
                  <a:cubicBezTo>
                    <a:pt x="645" y="839"/>
                    <a:pt x="646" y="844"/>
                    <a:pt x="649" y="850"/>
                  </a:cubicBezTo>
                  <a:cubicBezTo>
                    <a:pt x="650" y="853"/>
                    <a:pt x="652" y="854"/>
                    <a:pt x="653" y="854"/>
                  </a:cubicBezTo>
                  <a:cubicBezTo>
                    <a:pt x="655" y="854"/>
                    <a:pt x="655" y="849"/>
                    <a:pt x="652" y="839"/>
                  </a:cubicBezTo>
                  <a:cubicBezTo>
                    <a:pt x="649" y="834"/>
                    <a:pt x="648" y="833"/>
                    <a:pt x="647" y="8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33"/>
            <p:cNvSpPr/>
            <p:nvPr/>
          </p:nvSpPr>
          <p:spPr>
            <a:xfrm>
              <a:off x="3908748" y="2376860"/>
              <a:ext cx="56539" cy="62033"/>
            </a:xfrm>
            <a:custGeom>
              <a:avLst/>
              <a:gdLst/>
              <a:ahLst/>
              <a:cxnLst/>
              <a:rect l="l" t="t" r="r" b="b"/>
              <a:pathLst>
                <a:path w="566" h="621" extrusionOk="0">
                  <a:moveTo>
                    <a:pt x="299" y="1"/>
                  </a:moveTo>
                  <a:cubicBezTo>
                    <a:pt x="299" y="1"/>
                    <a:pt x="299" y="2"/>
                    <a:pt x="299" y="5"/>
                  </a:cubicBezTo>
                  <a:lnTo>
                    <a:pt x="299" y="5"/>
                  </a:lnTo>
                  <a:cubicBezTo>
                    <a:pt x="299" y="2"/>
                    <a:pt x="299" y="1"/>
                    <a:pt x="299" y="1"/>
                  </a:cubicBezTo>
                  <a:close/>
                  <a:moveTo>
                    <a:pt x="299" y="5"/>
                  </a:moveTo>
                  <a:cubicBezTo>
                    <a:pt x="299" y="6"/>
                    <a:pt x="299" y="7"/>
                    <a:pt x="299" y="8"/>
                  </a:cubicBezTo>
                  <a:lnTo>
                    <a:pt x="299" y="8"/>
                  </a:lnTo>
                  <a:cubicBezTo>
                    <a:pt x="299" y="7"/>
                    <a:pt x="299" y="7"/>
                    <a:pt x="299" y="7"/>
                  </a:cubicBezTo>
                  <a:cubicBezTo>
                    <a:pt x="299" y="6"/>
                    <a:pt x="299" y="6"/>
                    <a:pt x="299" y="5"/>
                  </a:cubicBezTo>
                  <a:close/>
                  <a:moveTo>
                    <a:pt x="282" y="31"/>
                  </a:moveTo>
                  <a:cubicBezTo>
                    <a:pt x="281" y="31"/>
                    <a:pt x="281" y="35"/>
                    <a:pt x="281" y="35"/>
                  </a:cubicBezTo>
                  <a:cubicBezTo>
                    <a:pt x="282" y="35"/>
                    <a:pt x="282" y="34"/>
                    <a:pt x="282" y="31"/>
                  </a:cubicBezTo>
                  <a:close/>
                  <a:moveTo>
                    <a:pt x="278" y="40"/>
                  </a:moveTo>
                  <a:lnTo>
                    <a:pt x="280" y="48"/>
                  </a:lnTo>
                  <a:lnTo>
                    <a:pt x="279" y="48"/>
                  </a:lnTo>
                  <a:cubicBezTo>
                    <a:pt x="277" y="48"/>
                    <a:pt x="277" y="48"/>
                    <a:pt x="277" y="40"/>
                  </a:cubicBezTo>
                  <a:close/>
                  <a:moveTo>
                    <a:pt x="294" y="40"/>
                  </a:moveTo>
                  <a:lnTo>
                    <a:pt x="295" y="49"/>
                  </a:lnTo>
                  <a:lnTo>
                    <a:pt x="294" y="49"/>
                  </a:lnTo>
                  <a:cubicBezTo>
                    <a:pt x="293" y="49"/>
                    <a:pt x="293" y="49"/>
                    <a:pt x="293" y="40"/>
                  </a:cubicBezTo>
                  <a:close/>
                  <a:moveTo>
                    <a:pt x="304" y="41"/>
                  </a:moveTo>
                  <a:cubicBezTo>
                    <a:pt x="304" y="41"/>
                    <a:pt x="304" y="41"/>
                    <a:pt x="305" y="41"/>
                  </a:cubicBezTo>
                  <a:cubicBezTo>
                    <a:pt x="307" y="41"/>
                    <a:pt x="307" y="41"/>
                    <a:pt x="306" y="49"/>
                  </a:cubicBezTo>
                  <a:cubicBezTo>
                    <a:pt x="305" y="54"/>
                    <a:pt x="304" y="56"/>
                    <a:pt x="303" y="56"/>
                  </a:cubicBezTo>
                  <a:cubicBezTo>
                    <a:pt x="303" y="56"/>
                    <a:pt x="303" y="54"/>
                    <a:pt x="303" y="49"/>
                  </a:cubicBezTo>
                  <a:cubicBezTo>
                    <a:pt x="303" y="43"/>
                    <a:pt x="303" y="41"/>
                    <a:pt x="304" y="41"/>
                  </a:cubicBezTo>
                  <a:close/>
                  <a:moveTo>
                    <a:pt x="263" y="49"/>
                  </a:moveTo>
                  <a:cubicBezTo>
                    <a:pt x="266" y="55"/>
                    <a:pt x="267" y="60"/>
                    <a:pt x="268" y="66"/>
                  </a:cubicBezTo>
                  <a:lnTo>
                    <a:pt x="267" y="66"/>
                  </a:lnTo>
                  <a:cubicBezTo>
                    <a:pt x="267" y="66"/>
                    <a:pt x="266" y="66"/>
                    <a:pt x="266" y="66"/>
                  </a:cubicBezTo>
                  <a:cubicBezTo>
                    <a:pt x="264" y="66"/>
                    <a:pt x="263" y="58"/>
                    <a:pt x="263" y="58"/>
                  </a:cubicBezTo>
                  <a:cubicBezTo>
                    <a:pt x="263" y="58"/>
                    <a:pt x="262" y="49"/>
                    <a:pt x="263" y="49"/>
                  </a:cubicBezTo>
                  <a:close/>
                  <a:moveTo>
                    <a:pt x="204" y="62"/>
                  </a:moveTo>
                  <a:cubicBezTo>
                    <a:pt x="205" y="62"/>
                    <a:pt x="205" y="63"/>
                    <a:pt x="206" y="65"/>
                  </a:cubicBezTo>
                  <a:lnTo>
                    <a:pt x="210" y="73"/>
                  </a:lnTo>
                  <a:cubicBezTo>
                    <a:pt x="211" y="78"/>
                    <a:pt x="213" y="85"/>
                    <a:pt x="213" y="85"/>
                  </a:cubicBezTo>
                  <a:cubicBezTo>
                    <a:pt x="212" y="85"/>
                    <a:pt x="212" y="84"/>
                    <a:pt x="211" y="82"/>
                  </a:cubicBezTo>
                  <a:cubicBezTo>
                    <a:pt x="208" y="76"/>
                    <a:pt x="206" y="72"/>
                    <a:pt x="205" y="66"/>
                  </a:cubicBezTo>
                  <a:cubicBezTo>
                    <a:pt x="205" y="66"/>
                    <a:pt x="204" y="62"/>
                    <a:pt x="204" y="62"/>
                  </a:cubicBezTo>
                  <a:close/>
                  <a:moveTo>
                    <a:pt x="326" y="88"/>
                  </a:moveTo>
                  <a:lnTo>
                    <a:pt x="325" y="97"/>
                  </a:lnTo>
                  <a:cubicBezTo>
                    <a:pt x="323" y="105"/>
                    <a:pt x="323" y="105"/>
                    <a:pt x="323" y="105"/>
                  </a:cubicBezTo>
                  <a:cubicBezTo>
                    <a:pt x="322" y="104"/>
                    <a:pt x="322" y="104"/>
                    <a:pt x="323" y="96"/>
                  </a:cubicBezTo>
                  <a:cubicBezTo>
                    <a:pt x="323" y="96"/>
                    <a:pt x="325" y="88"/>
                    <a:pt x="326" y="88"/>
                  </a:cubicBezTo>
                  <a:close/>
                  <a:moveTo>
                    <a:pt x="310" y="93"/>
                  </a:moveTo>
                  <a:lnTo>
                    <a:pt x="310" y="102"/>
                  </a:lnTo>
                  <a:lnTo>
                    <a:pt x="308" y="111"/>
                  </a:lnTo>
                  <a:lnTo>
                    <a:pt x="307" y="110"/>
                  </a:lnTo>
                  <a:cubicBezTo>
                    <a:pt x="307" y="104"/>
                    <a:pt x="308" y="99"/>
                    <a:pt x="310" y="93"/>
                  </a:cubicBezTo>
                  <a:close/>
                  <a:moveTo>
                    <a:pt x="453" y="109"/>
                  </a:moveTo>
                  <a:cubicBezTo>
                    <a:pt x="453" y="109"/>
                    <a:pt x="453" y="109"/>
                    <a:pt x="453" y="109"/>
                  </a:cubicBezTo>
                  <a:lnTo>
                    <a:pt x="454" y="110"/>
                  </a:lnTo>
                  <a:cubicBezTo>
                    <a:pt x="450" y="114"/>
                    <a:pt x="445" y="118"/>
                    <a:pt x="441" y="121"/>
                  </a:cubicBezTo>
                  <a:lnTo>
                    <a:pt x="439" y="120"/>
                  </a:lnTo>
                  <a:cubicBezTo>
                    <a:pt x="445" y="114"/>
                    <a:pt x="451" y="109"/>
                    <a:pt x="453" y="109"/>
                  </a:cubicBezTo>
                  <a:close/>
                  <a:moveTo>
                    <a:pt x="176" y="112"/>
                  </a:moveTo>
                  <a:cubicBezTo>
                    <a:pt x="181" y="118"/>
                    <a:pt x="187" y="124"/>
                    <a:pt x="190" y="132"/>
                  </a:cubicBezTo>
                  <a:cubicBezTo>
                    <a:pt x="190" y="133"/>
                    <a:pt x="190" y="133"/>
                    <a:pt x="190" y="133"/>
                  </a:cubicBezTo>
                  <a:cubicBezTo>
                    <a:pt x="189" y="133"/>
                    <a:pt x="188" y="131"/>
                    <a:pt x="184" y="127"/>
                  </a:cubicBezTo>
                  <a:cubicBezTo>
                    <a:pt x="178" y="120"/>
                    <a:pt x="175" y="112"/>
                    <a:pt x="176" y="112"/>
                  </a:cubicBezTo>
                  <a:close/>
                  <a:moveTo>
                    <a:pt x="495" y="157"/>
                  </a:moveTo>
                  <a:cubicBezTo>
                    <a:pt x="498" y="157"/>
                    <a:pt x="498" y="158"/>
                    <a:pt x="499" y="159"/>
                  </a:cubicBezTo>
                  <a:cubicBezTo>
                    <a:pt x="493" y="164"/>
                    <a:pt x="486" y="167"/>
                    <a:pt x="484" y="167"/>
                  </a:cubicBezTo>
                  <a:cubicBezTo>
                    <a:pt x="484" y="167"/>
                    <a:pt x="483" y="167"/>
                    <a:pt x="483" y="167"/>
                  </a:cubicBezTo>
                  <a:cubicBezTo>
                    <a:pt x="482" y="164"/>
                    <a:pt x="482" y="164"/>
                    <a:pt x="490" y="159"/>
                  </a:cubicBezTo>
                  <a:cubicBezTo>
                    <a:pt x="492" y="157"/>
                    <a:pt x="494" y="157"/>
                    <a:pt x="495" y="157"/>
                  </a:cubicBezTo>
                  <a:close/>
                  <a:moveTo>
                    <a:pt x="506" y="265"/>
                  </a:moveTo>
                  <a:cubicBezTo>
                    <a:pt x="515" y="265"/>
                    <a:pt x="524" y="265"/>
                    <a:pt x="524" y="267"/>
                  </a:cubicBezTo>
                  <a:lnTo>
                    <a:pt x="515" y="268"/>
                  </a:lnTo>
                  <a:lnTo>
                    <a:pt x="506" y="267"/>
                  </a:lnTo>
                  <a:lnTo>
                    <a:pt x="506" y="265"/>
                  </a:lnTo>
                  <a:close/>
                  <a:moveTo>
                    <a:pt x="453" y="277"/>
                  </a:moveTo>
                  <a:cubicBezTo>
                    <a:pt x="459" y="277"/>
                    <a:pt x="464" y="278"/>
                    <a:pt x="470" y="280"/>
                  </a:cubicBezTo>
                  <a:lnTo>
                    <a:pt x="470" y="281"/>
                  </a:lnTo>
                  <a:cubicBezTo>
                    <a:pt x="462" y="280"/>
                    <a:pt x="453" y="278"/>
                    <a:pt x="453" y="278"/>
                  </a:cubicBezTo>
                  <a:lnTo>
                    <a:pt x="453" y="277"/>
                  </a:lnTo>
                  <a:close/>
                  <a:moveTo>
                    <a:pt x="107" y="283"/>
                  </a:moveTo>
                  <a:cubicBezTo>
                    <a:pt x="110" y="283"/>
                    <a:pt x="112" y="283"/>
                    <a:pt x="115" y="284"/>
                  </a:cubicBezTo>
                  <a:cubicBezTo>
                    <a:pt x="126" y="285"/>
                    <a:pt x="123" y="286"/>
                    <a:pt x="116" y="286"/>
                  </a:cubicBezTo>
                  <a:cubicBezTo>
                    <a:pt x="111" y="286"/>
                    <a:pt x="105" y="286"/>
                    <a:pt x="98" y="285"/>
                  </a:cubicBezTo>
                  <a:cubicBezTo>
                    <a:pt x="82" y="284"/>
                    <a:pt x="82" y="284"/>
                    <a:pt x="98" y="284"/>
                  </a:cubicBezTo>
                  <a:cubicBezTo>
                    <a:pt x="101" y="283"/>
                    <a:pt x="104" y="283"/>
                    <a:pt x="107" y="283"/>
                  </a:cubicBezTo>
                  <a:close/>
                  <a:moveTo>
                    <a:pt x="507" y="310"/>
                  </a:moveTo>
                  <a:cubicBezTo>
                    <a:pt x="508" y="310"/>
                    <a:pt x="510" y="310"/>
                    <a:pt x="515" y="312"/>
                  </a:cubicBezTo>
                  <a:cubicBezTo>
                    <a:pt x="520" y="313"/>
                    <a:pt x="526" y="315"/>
                    <a:pt x="531" y="317"/>
                  </a:cubicBezTo>
                  <a:cubicBezTo>
                    <a:pt x="522" y="316"/>
                    <a:pt x="515" y="314"/>
                    <a:pt x="507" y="311"/>
                  </a:cubicBezTo>
                  <a:cubicBezTo>
                    <a:pt x="507" y="310"/>
                    <a:pt x="507" y="310"/>
                    <a:pt x="507" y="310"/>
                  </a:cubicBezTo>
                  <a:close/>
                  <a:moveTo>
                    <a:pt x="183" y="333"/>
                  </a:moveTo>
                  <a:lnTo>
                    <a:pt x="175" y="338"/>
                  </a:lnTo>
                  <a:lnTo>
                    <a:pt x="176" y="339"/>
                  </a:lnTo>
                  <a:cubicBezTo>
                    <a:pt x="183" y="334"/>
                    <a:pt x="184" y="334"/>
                    <a:pt x="183" y="333"/>
                  </a:cubicBezTo>
                  <a:close/>
                  <a:moveTo>
                    <a:pt x="136" y="335"/>
                  </a:moveTo>
                  <a:cubicBezTo>
                    <a:pt x="137" y="335"/>
                    <a:pt x="138" y="336"/>
                    <a:pt x="138" y="336"/>
                  </a:cubicBezTo>
                  <a:cubicBezTo>
                    <a:pt x="138" y="338"/>
                    <a:pt x="139" y="338"/>
                    <a:pt x="131" y="341"/>
                  </a:cubicBezTo>
                  <a:cubicBezTo>
                    <a:pt x="131" y="341"/>
                    <a:pt x="125" y="342"/>
                    <a:pt x="123" y="342"/>
                  </a:cubicBezTo>
                  <a:cubicBezTo>
                    <a:pt x="122" y="342"/>
                    <a:pt x="122" y="342"/>
                    <a:pt x="122" y="342"/>
                  </a:cubicBezTo>
                  <a:lnTo>
                    <a:pt x="129" y="338"/>
                  </a:lnTo>
                  <a:cubicBezTo>
                    <a:pt x="133" y="336"/>
                    <a:pt x="135" y="335"/>
                    <a:pt x="136" y="335"/>
                  </a:cubicBezTo>
                  <a:close/>
                  <a:moveTo>
                    <a:pt x="500" y="346"/>
                  </a:moveTo>
                  <a:cubicBezTo>
                    <a:pt x="508" y="350"/>
                    <a:pt x="516" y="353"/>
                    <a:pt x="515" y="354"/>
                  </a:cubicBezTo>
                  <a:lnTo>
                    <a:pt x="507" y="352"/>
                  </a:lnTo>
                  <a:lnTo>
                    <a:pt x="500" y="348"/>
                  </a:lnTo>
                  <a:lnTo>
                    <a:pt x="500" y="346"/>
                  </a:lnTo>
                  <a:close/>
                  <a:moveTo>
                    <a:pt x="341" y="351"/>
                  </a:moveTo>
                  <a:cubicBezTo>
                    <a:pt x="340" y="351"/>
                    <a:pt x="340" y="351"/>
                    <a:pt x="344" y="359"/>
                  </a:cubicBezTo>
                  <a:lnTo>
                    <a:pt x="345" y="358"/>
                  </a:lnTo>
                  <a:cubicBezTo>
                    <a:pt x="342" y="351"/>
                    <a:pt x="342" y="351"/>
                    <a:pt x="341" y="351"/>
                  </a:cubicBezTo>
                  <a:close/>
                  <a:moveTo>
                    <a:pt x="142" y="349"/>
                  </a:moveTo>
                  <a:cubicBezTo>
                    <a:pt x="143" y="349"/>
                    <a:pt x="143" y="349"/>
                    <a:pt x="143" y="350"/>
                  </a:cubicBezTo>
                  <a:cubicBezTo>
                    <a:pt x="144" y="352"/>
                    <a:pt x="144" y="353"/>
                    <a:pt x="138" y="357"/>
                  </a:cubicBezTo>
                  <a:lnTo>
                    <a:pt x="137" y="355"/>
                  </a:lnTo>
                  <a:cubicBezTo>
                    <a:pt x="139" y="354"/>
                    <a:pt x="140" y="354"/>
                    <a:pt x="140" y="354"/>
                  </a:cubicBezTo>
                  <a:lnTo>
                    <a:pt x="140" y="354"/>
                  </a:lnTo>
                  <a:cubicBezTo>
                    <a:pt x="139" y="354"/>
                    <a:pt x="133" y="356"/>
                    <a:pt x="129" y="360"/>
                  </a:cubicBezTo>
                  <a:lnTo>
                    <a:pt x="114" y="368"/>
                  </a:lnTo>
                  <a:cubicBezTo>
                    <a:pt x="113" y="366"/>
                    <a:pt x="120" y="361"/>
                    <a:pt x="128" y="357"/>
                  </a:cubicBezTo>
                  <a:cubicBezTo>
                    <a:pt x="137" y="351"/>
                    <a:pt x="141" y="349"/>
                    <a:pt x="142" y="349"/>
                  </a:cubicBezTo>
                  <a:close/>
                  <a:moveTo>
                    <a:pt x="18" y="379"/>
                  </a:moveTo>
                  <a:cubicBezTo>
                    <a:pt x="12" y="380"/>
                    <a:pt x="6" y="381"/>
                    <a:pt x="1" y="382"/>
                  </a:cubicBezTo>
                  <a:lnTo>
                    <a:pt x="2" y="385"/>
                  </a:lnTo>
                  <a:cubicBezTo>
                    <a:pt x="2" y="386"/>
                    <a:pt x="3" y="386"/>
                    <a:pt x="4" y="386"/>
                  </a:cubicBezTo>
                  <a:cubicBezTo>
                    <a:pt x="7" y="386"/>
                    <a:pt x="12" y="384"/>
                    <a:pt x="18" y="381"/>
                  </a:cubicBezTo>
                  <a:lnTo>
                    <a:pt x="18" y="379"/>
                  </a:lnTo>
                  <a:close/>
                  <a:moveTo>
                    <a:pt x="373" y="410"/>
                  </a:moveTo>
                  <a:cubicBezTo>
                    <a:pt x="374" y="413"/>
                    <a:pt x="375" y="414"/>
                    <a:pt x="375" y="414"/>
                  </a:cubicBezTo>
                  <a:cubicBezTo>
                    <a:pt x="374" y="414"/>
                    <a:pt x="373" y="411"/>
                    <a:pt x="373" y="410"/>
                  </a:cubicBezTo>
                  <a:close/>
                  <a:moveTo>
                    <a:pt x="309" y="400"/>
                  </a:moveTo>
                  <a:lnTo>
                    <a:pt x="309" y="409"/>
                  </a:lnTo>
                  <a:cubicBezTo>
                    <a:pt x="309" y="414"/>
                    <a:pt x="309" y="413"/>
                    <a:pt x="310" y="417"/>
                  </a:cubicBezTo>
                  <a:lnTo>
                    <a:pt x="309" y="400"/>
                  </a:lnTo>
                  <a:close/>
                  <a:moveTo>
                    <a:pt x="437" y="417"/>
                  </a:moveTo>
                  <a:cubicBezTo>
                    <a:pt x="437" y="417"/>
                    <a:pt x="440" y="419"/>
                    <a:pt x="439" y="419"/>
                  </a:cubicBezTo>
                  <a:cubicBezTo>
                    <a:pt x="438" y="418"/>
                    <a:pt x="437" y="417"/>
                    <a:pt x="437" y="417"/>
                  </a:cubicBezTo>
                  <a:close/>
                  <a:moveTo>
                    <a:pt x="424" y="410"/>
                  </a:moveTo>
                  <a:cubicBezTo>
                    <a:pt x="429" y="417"/>
                    <a:pt x="434" y="424"/>
                    <a:pt x="433" y="425"/>
                  </a:cubicBezTo>
                  <a:lnTo>
                    <a:pt x="426" y="418"/>
                  </a:lnTo>
                  <a:lnTo>
                    <a:pt x="423" y="412"/>
                  </a:lnTo>
                  <a:lnTo>
                    <a:pt x="424" y="410"/>
                  </a:lnTo>
                  <a:close/>
                  <a:moveTo>
                    <a:pt x="349" y="411"/>
                  </a:moveTo>
                  <a:cubicBezTo>
                    <a:pt x="349" y="411"/>
                    <a:pt x="349" y="411"/>
                    <a:pt x="349" y="412"/>
                  </a:cubicBezTo>
                  <a:lnTo>
                    <a:pt x="347" y="412"/>
                  </a:lnTo>
                  <a:cubicBezTo>
                    <a:pt x="349" y="417"/>
                    <a:pt x="351" y="422"/>
                    <a:pt x="354" y="427"/>
                  </a:cubicBezTo>
                  <a:cubicBezTo>
                    <a:pt x="355" y="427"/>
                    <a:pt x="352" y="418"/>
                    <a:pt x="352" y="418"/>
                  </a:cubicBezTo>
                  <a:cubicBezTo>
                    <a:pt x="352" y="418"/>
                    <a:pt x="350" y="411"/>
                    <a:pt x="349" y="411"/>
                  </a:cubicBezTo>
                  <a:close/>
                  <a:moveTo>
                    <a:pt x="410" y="413"/>
                  </a:moveTo>
                  <a:lnTo>
                    <a:pt x="410" y="413"/>
                  </a:lnTo>
                  <a:cubicBezTo>
                    <a:pt x="411" y="413"/>
                    <a:pt x="414" y="416"/>
                    <a:pt x="420" y="423"/>
                  </a:cubicBezTo>
                  <a:cubicBezTo>
                    <a:pt x="425" y="429"/>
                    <a:pt x="425" y="429"/>
                    <a:pt x="424" y="431"/>
                  </a:cubicBezTo>
                  <a:cubicBezTo>
                    <a:pt x="419" y="427"/>
                    <a:pt x="416" y="423"/>
                    <a:pt x="413" y="418"/>
                  </a:cubicBezTo>
                  <a:cubicBezTo>
                    <a:pt x="411" y="415"/>
                    <a:pt x="410" y="413"/>
                    <a:pt x="410" y="413"/>
                  </a:cubicBezTo>
                  <a:close/>
                  <a:moveTo>
                    <a:pt x="176" y="434"/>
                  </a:moveTo>
                  <a:cubicBezTo>
                    <a:pt x="177" y="435"/>
                    <a:pt x="172" y="442"/>
                    <a:pt x="164" y="446"/>
                  </a:cubicBezTo>
                  <a:lnTo>
                    <a:pt x="161" y="444"/>
                  </a:lnTo>
                  <a:cubicBezTo>
                    <a:pt x="167" y="437"/>
                    <a:pt x="175" y="434"/>
                    <a:pt x="176" y="434"/>
                  </a:cubicBezTo>
                  <a:close/>
                  <a:moveTo>
                    <a:pt x="343" y="438"/>
                  </a:moveTo>
                  <a:cubicBezTo>
                    <a:pt x="344" y="438"/>
                    <a:pt x="344" y="438"/>
                    <a:pt x="346" y="447"/>
                  </a:cubicBezTo>
                  <a:lnTo>
                    <a:pt x="345" y="447"/>
                  </a:lnTo>
                  <a:lnTo>
                    <a:pt x="342" y="440"/>
                  </a:lnTo>
                  <a:lnTo>
                    <a:pt x="343" y="438"/>
                  </a:lnTo>
                  <a:close/>
                  <a:moveTo>
                    <a:pt x="254" y="433"/>
                  </a:moveTo>
                  <a:cubicBezTo>
                    <a:pt x="255" y="433"/>
                    <a:pt x="255" y="433"/>
                    <a:pt x="256" y="433"/>
                  </a:cubicBezTo>
                  <a:lnTo>
                    <a:pt x="252" y="441"/>
                  </a:lnTo>
                  <a:lnTo>
                    <a:pt x="249" y="449"/>
                  </a:lnTo>
                  <a:lnTo>
                    <a:pt x="250" y="440"/>
                  </a:lnTo>
                  <a:cubicBezTo>
                    <a:pt x="252" y="433"/>
                    <a:pt x="253" y="433"/>
                    <a:pt x="254" y="433"/>
                  </a:cubicBezTo>
                  <a:close/>
                  <a:moveTo>
                    <a:pt x="401" y="444"/>
                  </a:moveTo>
                  <a:cubicBezTo>
                    <a:pt x="402" y="444"/>
                    <a:pt x="407" y="451"/>
                    <a:pt x="407" y="451"/>
                  </a:cubicBezTo>
                  <a:cubicBezTo>
                    <a:pt x="409" y="454"/>
                    <a:pt x="409" y="455"/>
                    <a:pt x="408" y="455"/>
                  </a:cubicBezTo>
                  <a:cubicBezTo>
                    <a:pt x="408" y="455"/>
                    <a:pt x="406" y="453"/>
                    <a:pt x="404" y="453"/>
                  </a:cubicBezTo>
                  <a:cubicBezTo>
                    <a:pt x="404" y="453"/>
                    <a:pt x="404" y="453"/>
                    <a:pt x="404" y="453"/>
                  </a:cubicBezTo>
                  <a:cubicBezTo>
                    <a:pt x="398" y="446"/>
                    <a:pt x="398" y="446"/>
                    <a:pt x="401" y="444"/>
                  </a:cubicBezTo>
                  <a:close/>
                  <a:moveTo>
                    <a:pt x="289" y="427"/>
                  </a:moveTo>
                  <a:cubicBezTo>
                    <a:pt x="290" y="427"/>
                    <a:pt x="289" y="431"/>
                    <a:pt x="287" y="441"/>
                  </a:cubicBezTo>
                  <a:cubicBezTo>
                    <a:pt x="285" y="450"/>
                    <a:pt x="284" y="458"/>
                    <a:pt x="284" y="458"/>
                  </a:cubicBezTo>
                  <a:cubicBezTo>
                    <a:pt x="281" y="458"/>
                    <a:pt x="285" y="450"/>
                    <a:pt x="287" y="433"/>
                  </a:cubicBezTo>
                  <a:cubicBezTo>
                    <a:pt x="288" y="429"/>
                    <a:pt x="289" y="427"/>
                    <a:pt x="289" y="427"/>
                  </a:cubicBezTo>
                  <a:close/>
                  <a:moveTo>
                    <a:pt x="331" y="438"/>
                  </a:moveTo>
                  <a:cubicBezTo>
                    <a:pt x="332" y="438"/>
                    <a:pt x="335" y="446"/>
                    <a:pt x="336" y="458"/>
                  </a:cubicBezTo>
                  <a:cubicBezTo>
                    <a:pt x="335" y="458"/>
                    <a:pt x="334" y="459"/>
                    <a:pt x="333" y="459"/>
                  </a:cubicBezTo>
                  <a:cubicBezTo>
                    <a:pt x="332" y="450"/>
                    <a:pt x="330" y="442"/>
                    <a:pt x="331" y="442"/>
                  </a:cubicBezTo>
                  <a:cubicBezTo>
                    <a:pt x="331" y="439"/>
                    <a:pt x="331" y="438"/>
                    <a:pt x="331" y="438"/>
                  </a:cubicBezTo>
                  <a:close/>
                  <a:moveTo>
                    <a:pt x="173" y="450"/>
                  </a:moveTo>
                  <a:cubicBezTo>
                    <a:pt x="171" y="450"/>
                    <a:pt x="167" y="453"/>
                    <a:pt x="165" y="458"/>
                  </a:cubicBezTo>
                  <a:cubicBezTo>
                    <a:pt x="159" y="464"/>
                    <a:pt x="160" y="465"/>
                    <a:pt x="164" y="468"/>
                  </a:cubicBezTo>
                  <a:cubicBezTo>
                    <a:pt x="164" y="468"/>
                    <a:pt x="164" y="468"/>
                    <a:pt x="164" y="468"/>
                  </a:cubicBezTo>
                  <a:cubicBezTo>
                    <a:pt x="166" y="468"/>
                    <a:pt x="171" y="463"/>
                    <a:pt x="171" y="463"/>
                  </a:cubicBezTo>
                  <a:cubicBezTo>
                    <a:pt x="176" y="456"/>
                    <a:pt x="175" y="455"/>
                    <a:pt x="174" y="454"/>
                  </a:cubicBezTo>
                  <a:cubicBezTo>
                    <a:pt x="174" y="451"/>
                    <a:pt x="174" y="450"/>
                    <a:pt x="173" y="450"/>
                  </a:cubicBezTo>
                  <a:close/>
                  <a:moveTo>
                    <a:pt x="375" y="456"/>
                  </a:moveTo>
                  <a:cubicBezTo>
                    <a:pt x="376" y="456"/>
                    <a:pt x="377" y="457"/>
                    <a:pt x="380" y="463"/>
                  </a:cubicBezTo>
                  <a:cubicBezTo>
                    <a:pt x="380" y="463"/>
                    <a:pt x="383" y="471"/>
                    <a:pt x="382" y="472"/>
                  </a:cubicBezTo>
                  <a:cubicBezTo>
                    <a:pt x="381" y="472"/>
                    <a:pt x="376" y="465"/>
                    <a:pt x="376" y="465"/>
                  </a:cubicBezTo>
                  <a:lnTo>
                    <a:pt x="376" y="464"/>
                  </a:lnTo>
                  <a:cubicBezTo>
                    <a:pt x="373" y="456"/>
                    <a:pt x="374" y="456"/>
                    <a:pt x="374" y="456"/>
                  </a:cubicBezTo>
                  <a:cubicBezTo>
                    <a:pt x="375" y="456"/>
                    <a:pt x="375" y="456"/>
                    <a:pt x="375" y="456"/>
                  </a:cubicBezTo>
                  <a:close/>
                  <a:moveTo>
                    <a:pt x="257" y="448"/>
                  </a:moveTo>
                  <a:cubicBezTo>
                    <a:pt x="258" y="448"/>
                    <a:pt x="256" y="452"/>
                    <a:pt x="254" y="460"/>
                  </a:cubicBezTo>
                  <a:cubicBezTo>
                    <a:pt x="252" y="468"/>
                    <a:pt x="249" y="475"/>
                    <a:pt x="244" y="483"/>
                  </a:cubicBezTo>
                  <a:lnTo>
                    <a:pt x="241" y="482"/>
                  </a:lnTo>
                  <a:lnTo>
                    <a:pt x="249" y="467"/>
                  </a:lnTo>
                  <a:cubicBezTo>
                    <a:pt x="254" y="454"/>
                    <a:pt x="257" y="448"/>
                    <a:pt x="257" y="448"/>
                  </a:cubicBezTo>
                  <a:close/>
                  <a:moveTo>
                    <a:pt x="296" y="468"/>
                  </a:moveTo>
                  <a:cubicBezTo>
                    <a:pt x="296" y="476"/>
                    <a:pt x="296" y="485"/>
                    <a:pt x="295" y="485"/>
                  </a:cubicBezTo>
                  <a:cubicBezTo>
                    <a:pt x="295" y="485"/>
                    <a:pt x="295" y="485"/>
                    <a:pt x="295" y="484"/>
                  </a:cubicBezTo>
                  <a:lnTo>
                    <a:pt x="293" y="486"/>
                  </a:lnTo>
                  <a:cubicBezTo>
                    <a:pt x="293" y="479"/>
                    <a:pt x="294" y="473"/>
                    <a:pt x="295" y="468"/>
                  </a:cubicBezTo>
                  <a:close/>
                  <a:moveTo>
                    <a:pt x="330" y="492"/>
                  </a:moveTo>
                  <a:lnTo>
                    <a:pt x="331" y="501"/>
                  </a:lnTo>
                  <a:cubicBezTo>
                    <a:pt x="329" y="501"/>
                    <a:pt x="329" y="505"/>
                    <a:pt x="328" y="505"/>
                  </a:cubicBezTo>
                  <a:cubicBezTo>
                    <a:pt x="328" y="505"/>
                    <a:pt x="328" y="504"/>
                    <a:pt x="327" y="501"/>
                  </a:cubicBezTo>
                  <a:cubicBezTo>
                    <a:pt x="325" y="501"/>
                    <a:pt x="327" y="492"/>
                    <a:pt x="330" y="492"/>
                  </a:cubicBezTo>
                  <a:close/>
                  <a:moveTo>
                    <a:pt x="274" y="6"/>
                  </a:moveTo>
                  <a:cubicBezTo>
                    <a:pt x="274" y="6"/>
                    <a:pt x="274" y="7"/>
                    <a:pt x="273" y="7"/>
                  </a:cubicBezTo>
                  <a:cubicBezTo>
                    <a:pt x="271" y="7"/>
                    <a:pt x="270" y="7"/>
                    <a:pt x="272" y="14"/>
                  </a:cubicBezTo>
                  <a:cubicBezTo>
                    <a:pt x="273" y="23"/>
                    <a:pt x="273" y="23"/>
                    <a:pt x="271" y="23"/>
                  </a:cubicBezTo>
                  <a:cubicBezTo>
                    <a:pt x="270" y="23"/>
                    <a:pt x="268" y="23"/>
                    <a:pt x="268" y="32"/>
                  </a:cubicBezTo>
                  <a:cubicBezTo>
                    <a:pt x="269" y="40"/>
                    <a:pt x="267" y="41"/>
                    <a:pt x="266" y="41"/>
                  </a:cubicBezTo>
                  <a:cubicBezTo>
                    <a:pt x="263" y="34"/>
                    <a:pt x="260" y="33"/>
                    <a:pt x="259" y="33"/>
                  </a:cubicBezTo>
                  <a:cubicBezTo>
                    <a:pt x="259" y="33"/>
                    <a:pt x="259" y="34"/>
                    <a:pt x="259" y="34"/>
                  </a:cubicBezTo>
                  <a:cubicBezTo>
                    <a:pt x="259" y="28"/>
                    <a:pt x="259" y="29"/>
                    <a:pt x="258" y="25"/>
                  </a:cubicBezTo>
                  <a:cubicBezTo>
                    <a:pt x="257" y="19"/>
                    <a:pt x="256" y="13"/>
                    <a:pt x="253" y="8"/>
                  </a:cubicBezTo>
                  <a:cubicBezTo>
                    <a:pt x="251" y="8"/>
                    <a:pt x="253" y="17"/>
                    <a:pt x="253" y="17"/>
                  </a:cubicBezTo>
                  <a:cubicBezTo>
                    <a:pt x="254" y="25"/>
                    <a:pt x="214" y="34"/>
                    <a:pt x="210" y="36"/>
                  </a:cubicBezTo>
                  <a:cubicBezTo>
                    <a:pt x="207" y="33"/>
                    <a:pt x="204" y="32"/>
                    <a:pt x="203" y="32"/>
                  </a:cubicBezTo>
                  <a:cubicBezTo>
                    <a:pt x="201" y="32"/>
                    <a:pt x="200" y="34"/>
                    <a:pt x="203" y="38"/>
                  </a:cubicBezTo>
                  <a:cubicBezTo>
                    <a:pt x="206" y="46"/>
                    <a:pt x="198" y="49"/>
                    <a:pt x="189" y="54"/>
                  </a:cubicBezTo>
                  <a:cubicBezTo>
                    <a:pt x="179" y="59"/>
                    <a:pt x="171" y="64"/>
                    <a:pt x="176" y="71"/>
                  </a:cubicBezTo>
                  <a:lnTo>
                    <a:pt x="171" y="73"/>
                  </a:lnTo>
                  <a:cubicBezTo>
                    <a:pt x="169" y="74"/>
                    <a:pt x="171" y="84"/>
                    <a:pt x="170" y="84"/>
                  </a:cubicBezTo>
                  <a:cubicBezTo>
                    <a:pt x="172" y="88"/>
                    <a:pt x="173" y="90"/>
                    <a:pt x="172" y="90"/>
                  </a:cubicBezTo>
                  <a:cubicBezTo>
                    <a:pt x="171" y="90"/>
                    <a:pt x="170" y="89"/>
                    <a:pt x="168" y="85"/>
                  </a:cubicBezTo>
                  <a:cubicBezTo>
                    <a:pt x="164" y="79"/>
                    <a:pt x="160" y="73"/>
                    <a:pt x="157" y="73"/>
                  </a:cubicBezTo>
                  <a:cubicBezTo>
                    <a:pt x="157" y="73"/>
                    <a:pt x="157" y="73"/>
                    <a:pt x="157" y="73"/>
                  </a:cubicBezTo>
                  <a:cubicBezTo>
                    <a:pt x="155" y="74"/>
                    <a:pt x="159" y="81"/>
                    <a:pt x="165" y="87"/>
                  </a:cubicBezTo>
                  <a:cubicBezTo>
                    <a:pt x="169" y="95"/>
                    <a:pt x="168" y="95"/>
                    <a:pt x="168" y="95"/>
                  </a:cubicBezTo>
                  <a:cubicBezTo>
                    <a:pt x="168" y="96"/>
                    <a:pt x="167" y="96"/>
                    <a:pt x="167" y="96"/>
                  </a:cubicBezTo>
                  <a:cubicBezTo>
                    <a:pt x="167" y="96"/>
                    <a:pt x="166" y="94"/>
                    <a:pt x="162" y="90"/>
                  </a:cubicBezTo>
                  <a:cubicBezTo>
                    <a:pt x="157" y="83"/>
                    <a:pt x="151" y="76"/>
                    <a:pt x="151" y="76"/>
                  </a:cubicBezTo>
                  <a:lnTo>
                    <a:pt x="150" y="77"/>
                  </a:lnTo>
                  <a:cubicBezTo>
                    <a:pt x="156" y="84"/>
                    <a:pt x="155" y="85"/>
                    <a:pt x="155" y="85"/>
                  </a:cubicBezTo>
                  <a:cubicBezTo>
                    <a:pt x="154" y="85"/>
                    <a:pt x="154" y="86"/>
                    <a:pt x="153" y="86"/>
                  </a:cubicBezTo>
                  <a:cubicBezTo>
                    <a:pt x="152" y="86"/>
                    <a:pt x="150" y="83"/>
                    <a:pt x="142" y="73"/>
                  </a:cubicBezTo>
                  <a:cubicBezTo>
                    <a:pt x="137" y="66"/>
                    <a:pt x="134" y="63"/>
                    <a:pt x="133" y="63"/>
                  </a:cubicBezTo>
                  <a:lnTo>
                    <a:pt x="133" y="63"/>
                  </a:lnTo>
                  <a:cubicBezTo>
                    <a:pt x="132" y="63"/>
                    <a:pt x="134" y="67"/>
                    <a:pt x="139" y="75"/>
                  </a:cubicBezTo>
                  <a:lnTo>
                    <a:pt x="142" y="83"/>
                  </a:lnTo>
                  <a:cubicBezTo>
                    <a:pt x="139" y="80"/>
                    <a:pt x="137" y="79"/>
                    <a:pt x="136" y="79"/>
                  </a:cubicBezTo>
                  <a:cubicBezTo>
                    <a:pt x="134" y="79"/>
                    <a:pt x="139" y="88"/>
                    <a:pt x="142" y="94"/>
                  </a:cubicBezTo>
                  <a:cubicBezTo>
                    <a:pt x="137" y="89"/>
                    <a:pt x="133" y="86"/>
                    <a:pt x="132" y="86"/>
                  </a:cubicBezTo>
                  <a:lnTo>
                    <a:pt x="132" y="86"/>
                  </a:lnTo>
                  <a:cubicBezTo>
                    <a:pt x="131" y="86"/>
                    <a:pt x="133" y="90"/>
                    <a:pt x="139" y="97"/>
                  </a:cubicBezTo>
                  <a:cubicBezTo>
                    <a:pt x="142" y="101"/>
                    <a:pt x="143" y="102"/>
                    <a:pt x="142" y="102"/>
                  </a:cubicBezTo>
                  <a:cubicBezTo>
                    <a:pt x="141" y="102"/>
                    <a:pt x="139" y="102"/>
                    <a:pt x="135" y="100"/>
                  </a:cubicBezTo>
                  <a:cubicBezTo>
                    <a:pt x="132" y="97"/>
                    <a:pt x="130" y="96"/>
                    <a:pt x="128" y="96"/>
                  </a:cubicBezTo>
                  <a:cubicBezTo>
                    <a:pt x="127" y="96"/>
                    <a:pt x="126" y="96"/>
                    <a:pt x="125" y="97"/>
                  </a:cubicBezTo>
                  <a:cubicBezTo>
                    <a:pt x="130" y="105"/>
                    <a:pt x="121" y="113"/>
                    <a:pt x="112" y="123"/>
                  </a:cubicBezTo>
                  <a:cubicBezTo>
                    <a:pt x="103" y="134"/>
                    <a:pt x="96" y="142"/>
                    <a:pt x="104" y="147"/>
                  </a:cubicBezTo>
                  <a:cubicBezTo>
                    <a:pt x="104" y="148"/>
                    <a:pt x="103" y="148"/>
                    <a:pt x="102" y="148"/>
                  </a:cubicBezTo>
                  <a:cubicBezTo>
                    <a:pt x="101" y="148"/>
                    <a:pt x="99" y="148"/>
                    <a:pt x="95" y="146"/>
                  </a:cubicBezTo>
                  <a:cubicBezTo>
                    <a:pt x="92" y="144"/>
                    <a:pt x="90" y="143"/>
                    <a:pt x="90" y="143"/>
                  </a:cubicBezTo>
                  <a:cubicBezTo>
                    <a:pt x="88" y="143"/>
                    <a:pt x="91" y="146"/>
                    <a:pt x="100" y="152"/>
                  </a:cubicBezTo>
                  <a:cubicBezTo>
                    <a:pt x="104" y="156"/>
                    <a:pt x="108" y="159"/>
                    <a:pt x="107" y="159"/>
                  </a:cubicBezTo>
                  <a:cubicBezTo>
                    <a:pt x="107" y="159"/>
                    <a:pt x="104" y="157"/>
                    <a:pt x="98" y="154"/>
                  </a:cubicBezTo>
                  <a:cubicBezTo>
                    <a:pt x="96" y="152"/>
                    <a:pt x="95" y="151"/>
                    <a:pt x="93" y="151"/>
                  </a:cubicBezTo>
                  <a:cubicBezTo>
                    <a:pt x="90" y="151"/>
                    <a:pt x="88" y="154"/>
                    <a:pt x="86" y="158"/>
                  </a:cubicBezTo>
                  <a:cubicBezTo>
                    <a:pt x="83" y="161"/>
                    <a:pt x="81" y="168"/>
                    <a:pt x="87" y="171"/>
                  </a:cubicBezTo>
                  <a:cubicBezTo>
                    <a:pt x="91" y="175"/>
                    <a:pt x="93" y="177"/>
                    <a:pt x="92" y="177"/>
                  </a:cubicBezTo>
                  <a:cubicBezTo>
                    <a:pt x="92" y="177"/>
                    <a:pt x="90" y="176"/>
                    <a:pt x="87" y="174"/>
                  </a:cubicBezTo>
                  <a:cubicBezTo>
                    <a:pt x="82" y="170"/>
                    <a:pt x="76" y="168"/>
                    <a:pt x="73" y="168"/>
                  </a:cubicBezTo>
                  <a:cubicBezTo>
                    <a:pt x="67" y="168"/>
                    <a:pt x="66" y="172"/>
                    <a:pt x="74" y="179"/>
                  </a:cubicBezTo>
                  <a:cubicBezTo>
                    <a:pt x="73" y="181"/>
                    <a:pt x="73" y="181"/>
                    <a:pt x="71" y="181"/>
                  </a:cubicBezTo>
                  <a:cubicBezTo>
                    <a:pt x="70" y="181"/>
                    <a:pt x="68" y="181"/>
                    <a:pt x="65" y="179"/>
                  </a:cubicBezTo>
                  <a:lnTo>
                    <a:pt x="65" y="179"/>
                  </a:lnTo>
                  <a:cubicBezTo>
                    <a:pt x="64" y="180"/>
                    <a:pt x="63" y="183"/>
                    <a:pt x="68" y="191"/>
                  </a:cubicBezTo>
                  <a:lnTo>
                    <a:pt x="64" y="201"/>
                  </a:lnTo>
                  <a:cubicBezTo>
                    <a:pt x="63" y="204"/>
                    <a:pt x="69" y="210"/>
                    <a:pt x="69" y="210"/>
                  </a:cubicBezTo>
                  <a:lnTo>
                    <a:pt x="69" y="212"/>
                  </a:lnTo>
                  <a:cubicBezTo>
                    <a:pt x="68" y="212"/>
                    <a:pt x="68" y="211"/>
                    <a:pt x="67" y="211"/>
                  </a:cubicBezTo>
                  <a:cubicBezTo>
                    <a:pt x="61" y="211"/>
                    <a:pt x="58" y="219"/>
                    <a:pt x="55" y="229"/>
                  </a:cubicBezTo>
                  <a:cubicBezTo>
                    <a:pt x="52" y="240"/>
                    <a:pt x="50" y="250"/>
                    <a:pt x="41" y="250"/>
                  </a:cubicBezTo>
                  <a:cubicBezTo>
                    <a:pt x="41" y="250"/>
                    <a:pt x="41" y="252"/>
                    <a:pt x="49" y="255"/>
                  </a:cubicBezTo>
                  <a:cubicBezTo>
                    <a:pt x="66" y="258"/>
                    <a:pt x="66" y="260"/>
                    <a:pt x="57" y="260"/>
                  </a:cubicBezTo>
                  <a:cubicBezTo>
                    <a:pt x="40" y="260"/>
                    <a:pt x="39" y="268"/>
                    <a:pt x="56" y="270"/>
                  </a:cubicBezTo>
                  <a:lnTo>
                    <a:pt x="48" y="270"/>
                  </a:lnTo>
                  <a:cubicBezTo>
                    <a:pt x="30" y="270"/>
                    <a:pt x="39" y="277"/>
                    <a:pt x="56" y="278"/>
                  </a:cubicBezTo>
                  <a:cubicBezTo>
                    <a:pt x="47" y="279"/>
                    <a:pt x="39" y="281"/>
                    <a:pt x="47" y="284"/>
                  </a:cubicBezTo>
                  <a:cubicBezTo>
                    <a:pt x="47" y="285"/>
                    <a:pt x="47" y="285"/>
                    <a:pt x="30" y="285"/>
                  </a:cubicBezTo>
                  <a:cubicBezTo>
                    <a:pt x="22" y="286"/>
                    <a:pt x="13" y="286"/>
                    <a:pt x="13" y="288"/>
                  </a:cubicBezTo>
                  <a:cubicBezTo>
                    <a:pt x="13" y="289"/>
                    <a:pt x="22" y="289"/>
                    <a:pt x="30" y="289"/>
                  </a:cubicBezTo>
                  <a:lnTo>
                    <a:pt x="30" y="293"/>
                  </a:lnTo>
                  <a:cubicBezTo>
                    <a:pt x="30" y="293"/>
                    <a:pt x="30" y="294"/>
                    <a:pt x="35" y="294"/>
                  </a:cubicBezTo>
                  <a:cubicBezTo>
                    <a:pt x="36" y="294"/>
                    <a:pt x="37" y="294"/>
                    <a:pt x="39" y="294"/>
                  </a:cubicBezTo>
                  <a:cubicBezTo>
                    <a:pt x="47" y="294"/>
                    <a:pt x="47" y="295"/>
                    <a:pt x="47" y="297"/>
                  </a:cubicBezTo>
                  <a:cubicBezTo>
                    <a:pt x="43" y="297"/>
                    <a:pt x="43" y="297"/>
                    <a:pt x="45" y="297"/>
                  </a:cubicBezTo>
                  <a:cubicBezTo>
                    <a:pt x="47" y="297"/>
                    <a:pt x="51" y="297"/>
                    <a:pt x="56" y="296"/>
                  </a:cubicBezTo>
                  <a:cubicBezTo>
                    <a:pt x="60" y="295"/>
                    <a:pt x="64" y="295"/>
                    <a:pt x="67" y="295"/>
                  </a:cubicBezTo>
                  <a:cubicBezTo>
                    <a:pt x="70" y="295"/>
                    <a:pt x="73" y="295"/>
                    <a:pt x="73" y="296"/>
                  </a:cubicBezTo>
                  <a:lnTo>
                    <a:pt x="89" y="295"/>
                  </a:lnTo>
                  <a:cubicBezTo>
                    <a:pt x="101" y="294"/>
                    <a:pt x="113" y="293"/>
                    <a:pt x="123" y="289"/>
                  </a:cubicBezTo>
                  <a:cubicBezTo>
                    <a:pt x="132" y="285"/>
                    <a:pt x="141" y="281"/>
                    <a:pt x="124" y="281"/>
                  </a:cubicBezTo>
                  <a:cubicBezTo>
                    <a:pt x="124" y="281"/>
                    <a:pt x="115" y="280"/>
                    <a:pt x="115" y="279"/>
                  </a:cubicBezTo>
                  <a:cubicBezTo>
                    <a:pt x="115" y="278"/>
                    <a:pt x="124" y="277"/>
                    <a:pt x="124" y="277"/>
                  </a:cubicBezTo>
                  <a:cubicBezTo>
                    <a:pt x="132" y="277"/>
                    <a:pt x="133" y="274"/>
                    <a:pt x="133" y="268"/>
                  </a:cubicBezTo>
                  <a:cubicBezTo>
                    <a:pt x="134" y="262"/>
                    <a:pt x="134" y="259"/>
                    <a:pt x="143" y="259"/>
                  </a:cubicBezTo>
                  <a:lnTo>
                    <a:pt x="152" y="259"/>
                  </a:lnTo>
                  <a:cubicBezTo>
                    <a:pt x="144" y="257"/>
                    <a:pt x="146" y="251"/>
                    <a:pt x="148" y="244"/>
                  </a:cubicBezTo>
                  <a:cubicBezTo>
                    <a:pt x="150" y="238"/>
                    <a:pt x="152" y="231"/>
                    <a:pt x="146" y="228"/>
                  </a:cubicBezTo>
                  <a:lnTo>
                    <a:pt x="146" y="225"/>
                  </a:lnTo>
                  <a:cubicBezTo>
                    <a:pt x="149" y="227"/>
                    <a:pt x="151" y="227"/>
                    <a:pt x="152" y="227"/>
                  </a:cubicBezTo>
                  <a:cubicBezTo>
                    <a:pt x="155" y="227"/>
                    <a:pt x="155" y="226"/>
                    <a:pt x="156" y="224"/>
                  </a:cubicBezTo>
                  <a:cubicBezTo>
                    <a:pt x="149" y="220"/>
                    <a:pt x="150" y="217"/>
                    <a:pt x="150" y="217"/>
                  </a:cubicBezTo>
                  <a:lnTo>
                    <a:pt x="150" y="217"/>
                  </a:lnTo>
                  <a:cubicBezTo>
                    <a:pt x="154" y="219"/>
                    <a:pt x="156" y="220"/>
                    <a:pt x="157" y="220"/>
                  </a:cubicBezTo>
                  <a:cubicBezTo>
                    <a:pt x="158" y="220"/>
                    <a:pt x="158" y="219"/>
                    <a:pt x="159" y="217"/>
                  </a:cubicBezTo>
                  <a:cubicBezTo>
                    <a:pt x="160" y="216"/>
                    <a:pt x="161" y="215"/>
                    <a:pt x="153" y="212"/>
                  </a:cubicBezTo>
                  <a:cubicBezTo>
                    <a:pt x="155" y="207"/>
                    <a:pt x="159" y="205"/>
                    <a:pt x="164" y="205"/>
                  </a:cubicBezTo>
                  <a:cubicBezTo>
                    <a:pt x="165" y="205"/>
                    <a:pt x="166" y="205"/>
                    <a:pt x="167" y="205"/>
                  </a:cubicBezTo>
                  <a:cubicBezTo>
                    <a:pt x="169" y="206"/>
                    <a:pt x="170" y="206"/>
                    <a:pt x="170" y="206"/>
                  </a:cubicBezTo>
                  <a:cubicBezTo>
                    <a:pt x="172" y="206"/>
                    <a:pt x="167" y="202"/>
                    <a:pt x="161" y="198"/>
                  </a:cubicBezTo>
                  <a:cubicBezTo>
                    <a:pt x="155" y="194"/>
                    <a:pt x="148" y="188"/>
                    <a:pt x="149" y="187"/>
                  </a:cubicBezTo>
                  <a:lnTo>
                    <a:pt x="149" y="187"/>
                  </a:lnTo>
                  <a:lnTo>
                    <a:pt x="164" y="196"/>
                  </a:lnTo>
                  <a:cubicBezTo>
                    <a:pt x="167" y="200"/>
                    <a:pt x="168" y="201"/>
                    <a:pt x="169" y="201"/>
                  </a:cubicBezTo>
                  <a:cubicBezTo>
                    <a:pt x="170" y="201"/>
                    <a:pt x="170" y="200"/>
                    <a:pt x="171" y="200"/>
                  </a:cubicBezTo>
                  <a:lnTo>
                    <a:pt x="172" y="197"/>
                  </a:lnTo>
                  <a:cubicBezTo>
                    <a:pt x="165" y="193"/>
                    <a:pt x="168" y="188"/>
                    <a:pt x="174" y="183"/>
                  </a:cubicBezTo>
                  <a:cubicBezTo>
                    <a:pt x="180" y="175"/>
                    <a:pt x="183" y="173"/>
                    <a:pt x="177" y="167"/>
                  </a:cubicBezTo>
                  <a:cubicBezTo>
                    <a:pt x="173" y="163"/>
                    <a:pt x="172" y="162"/>
                    <a:pt x="174" y="162"/>
                  </a:cubicBezTo>
                  <a:cubicBezTo>
                    <a:pt x="175" y="162"/>
                    <a:pt x="177" y="162"/>
                    <a:pt x="180" y="164"/>
                  </a:cubicBezTo>
                  <a:cubicBezTo>
                    <a:pt x="194" y="171"/>
                    <a:pt x="199" y="174"/>
                    <a:pt x="201" y="174"/>
                  </a:cubicBezTo>
                  <a:cubicBezTo>
                    <a:pt x="201" y="174"/>
                    <a:pt x="200" y="172"/>
                    <a:pt x="198" y="169"/>
                  </a:cubicBezTo>
                  <a:cubicBezTo>
                    <a:pt x="198" y="169"/>
                    <a:pt x="198" y="169"/>
                    <a:pt x="198" y="169"/>
                  </a:cubicBezTo>
                  <a:cubicBezTo>
                    <a:pt x="196" y="169"/>
                    <a:pt x="190" y="164"/>
                    <a:pt x="185" y="158"/>
                  </a:cubicBezTo>
                  <a:cubicBezTo>
                    <a:pt x="179" y="152"/>
                    <a:pt x="176" y="149"/>
                    <a:pt x="176" y="149"/>
                  </a:cubicBezTo>
                  <a:lnTo>
                    <a:pt x="176" y="149"/>
                  </a:lnTo>
                  <a:cubicBezTo>
                    <a:pt x="177" y="149"/>
                    <a:pt x="181" y="151"/>
                    <a:pt x="187" y="157"/>
                  </a:cubicBezTo>
                  <a:cubicBezTo>
                    <a:pt x="190" y="160"/>
                    <a:pt x="193" y="161"/>
                    <a:pt x="195" y="161"/>
                  </a:cubicBezTo>
                  <a:cubicBezTo>
                    <a:pt x="201" y="161"/>
                    <a:pt x="203" y="149"/>
                    <a:pt x="196" y="139"/>
                  </a:cubicBezTo>
                  <a:lnTo>
                    <a:pt x="196" y="139"/>
                  </a:lnTo>
                  <a:cubicBezTo>
                    <a:pt x="198" y="141"/>
                    <a:pt x="197" y="139"/>
                    <a:pt x="202" y="145"/>
                  </a:cubicBezTo>
                  <a:cubicBezTo>
                    <a:pt x="205" y="149"/>
                    <a:pt x="207" y="150"/>
                    <a:pt x="208" y="150"/>
                  </a:cubicBezTo>
                  <a:cubicBezTo>
                    <a:pt x="209" y="150"/>
                    <a:pt x="210" y="150"/>
                    <a:pt x="212" y="149"/>
                  </a:cubicBezTo>
                  <a:lnTo>
                    <a:pt x="214" y="147"/>
                  </a:lnTo>
                  <a:cubicBezTo>
                    <a:pt x="209" y="140"/>
                    <a:pt x="209" y="137"/>
                    <a:pt x="212" y="137"/>
                  </a:cubicBezTo>
                  <a:cubicBezTo>
                    <a:pt x="214" y="137"/>
                    <a:pt x="217" y="140"/>
                    <a:pt x="220" y="143"/>
                  </a:cubicBezTo>
                  <a:cubicBezTo>
                    <a:pt x="224" y="148"/>
                    <a:pt x="225" y="150"/>
                    <a:pt x="226" y="150"/>
                  </a:cubicBezTo>
                  <a:cubicBezTo>
                    <a:pt x="226" y="150"/>
                    <a:pt x="227" y="149"/>
                    <a:pt x="227" y="149"/>
                  </a:cubicBezTo>
                  <a:cubicBezTo>
                    <a:pt x="224" y="141"/>
                    <a:pt x="225" y="139"/>
                    <a:pt x="227" y="139"/>
                  </a:cubicBezTo>
                  <a:cubicBezTo>
                    <a:pt x="229" y="139"/>
                    <a:pt x="232" y="142"/>
                    <a:pt x="234" y="146"/>
                  </a:cubicBezTo>
                  <a:cubicBezTo>
                    <a:pt x="234" y="145"/>
                    <a:pt x="235" y="145"/>
                    <a:pt x="236" y="145"/>
                  </a:cubicBezTo>
                  <a:cubicBezTo>
                    <a:pt x="233" y="137"/>
                    <a:pt x="235" y="136"/>
                    <a:pt x="235" y="136"/>
                  </a:cubicBezTo>
                  <a:cubicBezTo>
                    <a:pt x="239" y="134"/>
                    <a:pt x="240" y="134"/>
                    <a:pt x="235" y="127"/>
                  </a:cubicBezTo>
                  <a:cubicBezTo>
                    <a:pt x="231" y="119"/>
                    <a:pt x="227" y="111"/>
                    <a:pt x="229" y="111"/>
                  </a:cubicBezTo>
                  <a:lnTo>
                    <a:pt x="229" y="111"/>
                  </a:lnTo>
                  <a:lnTo>
                    <a:pt x="232" y="119"/>
                  </a:lnTo>
                  <a:cubicBezTo>
                    <a:pt x="234" y="123"/>
                    <a:pt x="236" y="124"/>
                    <a:pt x="238" y="124"/>
                  </a:cubicBezTo>
                  <a:cubicBezTo>
                    <a:pt x="240" y="124"/>
                    <a:pt x="241" y="124"/>
                    <a:pt x="243" y="123"/>
                  </a:cubicBezTo>
                  <a:cubicBezTo>
                    <a:pt x="244" y="123"/>
                    <a:pt x="246" y="123"/>
                    <a:pt x="247" y="123"/>
                  </a:cubicBezTo>
                  <a:cubicBezTo>
                    <a:pt x="249" y="123"/>
                    <a:pt x="251" y="124"/>
                    <a:pt x="253" y="129"/>
                  </a:cubicBezTo>
                  <a:lnTo>
                    <a:pt x="252" y="121"/>
                  </a:lnTo>
                  <a:cubicBezTo>
                    <a:pt x="251" y="116"/>
                    <a:pt x="251" y="114"/>
                    <a:pt x="251" y="114"/>
                  </a:cubicBezTo>
                  <a:lnTo>
                    <a:pt x="251" y="114"/>
                  </a:lnTo>
                  <a:cubicBezTo>
                    <a:pt x="252" y="114"/>
                    <a:pt x="253" y="116"/>
                    <a:pt x="254" y="120"/>
                  </a:cubicBezTo>
                  <a:cubicBezTo>
                    <a:pt x="256" y="124"/>
                    <a:pt x="258" y="126"/>
                    <a:pt x="259" y="126"/>
                  </a:cubicBezTo>
                  <a:cubicBezTo>
                    <a:pt x="260" y="126"/>
                    <a:pt x="261" y="123"/>
                    <a:pt x="261" y="119"/>
                  </a:cubicBezTo>
                  <a:lnTo>
                    <a:pt x="263" y="119"/>
                  </a:lnTo>
                  <a:cubicBezTo>
                    <a:pt x="266" y="126"/>
                    <a:pt x="267" y="130"/>
                    <a:pt x="268" y="130"/>
                  </a:cubicBezTo>
                  <a:cubicBezTo>
                    <a:pt x="269" y="130"/>
                    <a:pt x="269" y="126"/>
                    <a:pt x="268" y="118"/>
                  </a:cubicBezTo>
                  <a:lnTo>
                    <a:pt x="268" y="118"/>
                  </a:lnTo>
                  <a:cubicBezTo>
                    <a:pt x="270" y="125"/>
                    <a:pt x="270" y="126"/>
                    <a:pt x="271" y="126"/>
                  </a:cubicBezTo>
                  <a:cubicBezTo>
                    <a:pt x="271" y="126"/>
                    <a:pt x="271" y="125"/>
                    <a:pt x="271" y="125"/>
                  </a:cubicBezTo>
                  <a:cubicBezTo>
                    <a:pt x="271" y="122"/>
                    <a:pt x="272" y="120"/>
                    <a:pt x="274" y="120"/>
                  </a:cubicBezTo>
                  <a:cubicBezTo>
                    <a:pt x="275" y="120"/>
                    <a:pt x="276" y="122"/>
                    <a:pt x="277" y="125"/>
                  </a:cubicBezTo>
                  <a:lnTo>
                    <a:pt x="278" y="125"/>
                  </a:lnTo>
                  <a:cubicBezTo>
                    <a:pt x="278" y="117"/>
                    <a:pt x="279" y="117"/>
                    <a:pt x="279" y="117"/>
                  </a:cubicBezTo>
                  <a:cubicBezTo>
                    <a:pt x="280" y="117"/>
                    <a:pt x="281" y="117"/>
                    <a:pt x="281" y="109"/>
                  </a:cubicBezTo>
                  <a:cubicBezTo>
                    <a:pt x="282" y="100"/>
                    <a:pt x="284" y="100"/>
                    <a:pt x="284" y="100"/>
                  </a:cubicBezTo>
                  <a:cubicBezTo>
                    <a:pt x="284" y="105"/>
                    <a:pt x="285" y="111"/>
                    <a:pt x="284" y="117"/>
                  </a:cubicBezTo>
                  <a:cubicBezTo>
                    <a:pt x="283" y="120"/>
                    <a:pt x="283" y="122"/>
                    <a:pt x="284" y="122"/>
                  </a:cubicBezTo>
                  <a:cubicBezTo>
                    <a:pt x="284" y="122"/>
                    <a:pt x="286" y="118"/>
                    <a:pt x="287" y="109"/>
                  </a:cubicBezTo>
                  <a:cubicBezTo>
                    <a:pt x="288" y="100"/>
                    <a:pt x="289" y="96"/>
                    <a:pt x="289" y="96"/>
                  </a:cubicBezTo>
                  <a:lnTo>
                    <a:pt x="289" y="96"/>
                  </a:lnTo>
                  <a:cubicBezTo>
                    <a:pt x="289" y="96"/>
                    <a:pt x="289" y="100"/>
                    <a:pt x="288" y="109"/>
                  </a:cubicBezTo>
                  <a:cubicBezTo>
                    <a:pt x="287" y="114"/>
                    <a:pt x="287" y="120"/>
                    <a:pt x="287" y="120"/>
                  </a:cubicBezTo>
                  <a:cubicBezTo>
                    <a:pt x="287" y="120"/>
                    <a:pt x="288" y="119"/>
                    <a:pt x="288" y="117"/>
                  </a:cubicBezTo>
                  <a:cubicBezTo>
                    <a:pt x="288" y="117"/>
                    <a:pt x="290" y="117"/>
                    <a:pt x="290" y="109"/>
                  </a:cubicBezTo>
                  <a:lnTo>
                    <a:pt x="293" y="109"/>
                  </a:lnTo>
                  <a:cubicBezTo>
                    <a:pt x="295" y="118"/>
                    <a:pt x="296" y="118"/>
                    <a:pt x="296" y="118"/>
                  </a:cubicBezTo>
                  <a:cubicBezTo>
                    <a:pt x="297" y="113"/>
                    <a:pt x="298" y="111"/>
                    <a:pt x="298" y="111"/>
                  </a:cubicBezTo>
                  <a:cubicBezTo>
                    <a:pt x="298" y="111"/>
                    <a:pt x="298" y="113"/>
                    <a:pt x="298" y="118"/>
                  </a:cubicBezTo>
                  <a:cubicBezTo>
                    <a:pt x="298" y="121"/>
                    <a:pt x="298" y="123"/>
                    <a:pt x="298" y="123"/>
                  </a:cubicBezTo>
                  <a:cubicBezTo>
                    <a:pt x="298" y="123"/>
                    <a:pt x="299" y="119"/>
                    <a:pt x="299" y="109"/>
                  </a:cubicBezTo>
                  <a:cubicBezTo>
                    <a:pt x="300" y="105"/>
                    <a:pt x="301" y="103"/>
                    <a:pt x="302" y="103"/>
                  </a:cubicBezTo>
                  <a:cubicBezTo>
                    <a:pt x="302" y="103"/>
                    <a:pt x="303" y="105"/>
                    <a:pt x="303" y="110"/>
                  </a:cubicBezTo>
                  <a:cubicBezTo>
                    <a:pt x="302" y="120"/>
                    <a:pt x="302" y="124"/>
                    <a:pt x="302" y="124"/>
                  </a:cubicBezTo>
                  <a:cubicBezTo>
                    <a:pt x="302" y="124"/>
                    <a:pt x="303" y="122"/>
                    <a:pt x="303" y="119"/>
                  </a:cubicBezTo>
                  <a:cubicBezTo>
                    <a:pt x="305" y="110"/>
                    <a:pt x="306" y="110"/>
                    <a:pt x="306" y="110"/>
                  </a:cubicBezTo>
                  <a:lnTo>
                    <a:pt x="306" y="110"/>
                  </a:lnTo>
                  <a:cubicBezTo>
                    <a:pt x="305" y="119"/>
                    <a:pt x="314" y="120"/>
                    <a:pt x="322" y="123"/>
                  </a:cubicBezTo>
                  <a:cubicBezTo>
                    <a:pt x="325" y="118"/>
                    <a:pt x="327" y="112"/>
                    <a:pt x="328" y="106"/>
                  </a:cubicBezTo>
                  <a:cubicBezTo>
                    <a:pt x="330" y="100"/>
                    <a:pt x="331" y="97"/>
                    <a:pt x="331" y="97"/>
                  </a:cubicBezTo>
                  <a:lnTo>
                    <a:pt x="331" y="97"/>
                  </a:lnTo>
                  <a:cubicBezTo>
                    <a:pt x="331" y="97"/>
                    <a:pt x="330" y="102"/>
                    <a:pt x="330" y="108"/>
                  </a:cubicBezTo>
                  <a:cubicBezTo>
                    <a:pt x="327" y="120"/>
                    <a:pt x="326" y="126"/>
                    <a:pt x="326" y="126"/>
                  </a:cubicBezTo>
                  <a:cubicBezTo>
                    <a:pt x="326" y="126"/>
                    <a:pt x="328" y="120"/>
                    <a:pt x="332" y="108"/>
                  </a:cubicBezTo>
                  <a:cubicBezTo>
                    <a:pt x="333" y="99"/>
                    <a:pt x="334" y="95"/>
                    <a:pt x="334" y="95"/>
                  </a:cubicBezTo>
                  <a:lnTo>
                    <a:pt x="334" y="95"/>
                  </a:lnTo>
                  <a:cubicBezTo>
                    <a:pt x="335" y="95"/>
                    <a:pt x="334" y="100"/>
                    <a:pt x="333" y="109"/>
                  </a:cubicBezTo>
                  <a:cubicBezTo>
                    <a:pt x="332" y="113"/>
                    <a:pt x="332" y="115"/>
                    <a:pt x="332" y="115"/>
                  </a:cubicBezTo>
                  <a:cubicBezTo>
                    <a:pt x="332" y="115"/>
                    <a:pt x="333" y="113"/>
                    <a:pt x="335" y="110"/>
                  </a:cubicBezTo>
                  <a:cubicBezTo>
                    <a:pt x="336" y="105"/>
                    <a:pt x="337" y="103"/>
                    <a:pt x="337" y="103"/>
                  </a:cubicBezTo>
                  <a:lnTo>
                    <a:pt x="337" y="103"/>
                  </a:lnTo>
                  <a:cubicBezTo>
                    <a:pt x="338" y="103"/>
                    <a:pt x="337" y="106"/>
                    <a:pt x="336" y="110"/>
                  </a:cubicBezTo>
                  <a:cubicBezTo>
                    <a:pt x="335" y="116"/>
                    <a:pt x="334" y="122"/>
                    <a:pt x="334" y="122"/>
                  </a:cubicBezTo>
                  <a:cubicBezTo>
                    <a:pt x="334" y="122"/>
                    <a:pt x="335" y="121"/>
                    <a:pt x="335" y="119"/>
                  </a:cubicBezTo>
                  <a:lnTo>
                    <a:pt x="335" y="119"/>
                  </a:lnTo>
                  <a:cubicBezTo>
                    <a:pt x="335" y="119"/>
                    <a:pt x="336" y="119"/>
                    <a:pt x="334" y="128"/>
                  </a:cubicBezTo>
                  <a:cubicBezTo>
                    <a:pt x="334" y="130"/>
                    <a:pt x="334" y="131"/>
                    <a:pt x="334" y="131"/>
                  </a:cubicBezTo>
                  <a:cubicBezTo>
                    <a:pt x="335" y="131"/>
                    <a:pt x="338" y="126"/>
                    <a:pt x="341" y="121"/>
                  </a:cubicBezTo>
                  <a:cubicBezTo>
                    <a:pt x="345" y="113"/>
                    <a:pt x="348" y="110"/>
                    <a:pt x="348" y="110"/>
                  </a:cubicBezTo>
                  <a:lnTo>
                    <a:pt x="348" y="110"/>
                  </a:lnTo>
                  <a:cubicBezTo>
                    <a:pt x="349" y="110"/>
                    <a:pt x="347" y="114"/>
                    <a:pt x="343" y="122"/>
                  </a:cubicBezTo>
                  <a:cubicBezTo>
                    <a:pt x="340" y="128"/>
                    <a:pt x="340" y="131"/>
                    <a:pt x="341" y="131"/>
                  </a:cubicBezTo>
                  <a:cubicBezTo>
                    <a:pt x="343" y="131"/>
                    <a:pt x="347" y="126"/>
                    <a:pt x="352" y="117"/>
                  </a:cubicBezTo>
                  <a:cubicBezTo>
                    <a:pt x="357" y="108"/>
                    <a:pt x="358" y="105"/>
                    <a:pt x="359" y="105"/>
                  </a:cubicBezTo>
                  <a:lnTo>
                    <a:pt x="359" y="105"/>
                  </a:lnTo>
                  <a:cubicBezTo>
                    <a:pt x="359" y="105"/>
                    <a:pt x="358" y="106"/>
                    <a:pt x="356" y="110"/>
                  </a:cubicBezTo>
                  <a:cubicBezTo>
                    <a:pt x="353" y="118"/>
                    <a:pt x="354" y="118"/>
                    <a:pt x="354" y="118"/>
                  </a:cubicBezTo>
                  <a:cubicBezTo>
                    <a:pt x="355" y="119"/>
                    <a:pt x="356" y="119"/>
                    <a:pt x="352" y="127"/>
                  </a:cubicBezTo>
                  <a:cubicBezTo>
                    <a:pt x="352" y="127"/>
                    <a:pt x="353" y="127"/>
                    <a:pt x="359" y="121"/>
                  </a:cubicBezTo>
                  <a:cubicBezTo>
                    <a:pt x="362" y="116"/>
                    <a:pt x="364" y="114"/>
                    <a:pt x="366" y="114"/>
                  </a:cubicBezTo>
                  <a:cubicBezTo>
                    <a:pt x="368" y="114"/>
                    <a:pt x="366" y="122"/>
                    <a:pt x="361" y="132"/>
                  </a:cubicBezTo>
                  <a:lnTo>
                    <a:pt x="367" y="125"/>
                  </a:lnTo>
                  <a:cubicBezTo>
                    <a:pt x="373" y="117"/>
                    <a:pt x="377" y="111"/>
                    <a:pt x="378" y="111"/>
                  </a:cubicBezTo>
                  <a:lnTo>
                    <a:pt x="378" y="111"/>
                  </a:lnTo>
                  <a:cubicBezTo>
                    <a:pt x="378" y="111"/>
                    <a:pt x="377" y="114"/>
                    <a:pt x="373" y="120"/>
                  </a:cubicBezTo>
                  <a:lnTo>
                    <a:pt x="369" y="127"/>
                  </a:lnTo>
                  <a:cubicBezTo>
                    <a:pt x="372" y="122"/>
                    <a:pt x="374" y="120"/>
                    <a:pt x="376" y="120"/>
                  </a:cubicBezTo>
                  <a:cubicBezTo>
                    <a:pt x="378" y="120"/>
                    <a:pt x="376" y="128"/>
                    <a:pt x="370" y="137"/>
                  </a:cubicBezTo>
                  <a:cubicBezTo>
                    <a:pt x="365" y="145"/>
                    <a:pt x="365" y="145"/>
                    <a:pt x="365" y="145"/>
                  </a:cubicBezTo>
                  <a:lnTo>
                    <a:pt x="370" y="138"/>
                  </a:lnTo>
                  <a:cubicBezTo>
                    <a:pt x="375" y="132"/>
                    <a:pt x="379" y="124"/>
                    <a:pt x="381" y="124"/>
                  </a:cubicBezTo>
                  <a:cubicBezTo>
                    <a:pt x="381" y="124"/>
                    <a:pt x="381" y="124"/>
                    <a:pt x="381" y="124"/>
                  </a:cubicBezTo>
                  <a:cubicBezTo>
                    <a:pt x="381" y="125"/>
                    <a:pt x="382" y="125"/>
                    <a:pt x="378" y="133"/>
                  </a:cubicBezTo>
                  <a:cubicBezTo>
                    <a:pt x="375" y="139"/>
                    <a:pt x="372" y="144"/>
                    <a:pt x="373" y="144"/>
                  </a:cubicBezTo>
                  <a:cubicBezTo>
                    <a:pt x="373" y="144"/>
                    <a:pt x="373" y="144"/>
                    <a:pt x="374" y="141"/>
                  </a:cubicBezTo>
                  <a:lnTo>
                    <a:pt x="374" y="141"/>
                  </a:lnTo>
                  <a:cubicBezTo>
                    <a:pt x="374" y="141"/>
                    <a:pt x="376" y="142"/>
                    <a:pt x="372" y="150"/>
                  </a:cubicBezTo>
                  <a:lnTo>
                    <a:pt x="376" y="152"/>
                  </a:lnTo>
                  <a:cubicBezTo>
                    <a:pt x="378" y="150"/>
                    <a:pt x="380" y="149"/>
                    <a:pt x="381" y="149"/>
                  </a:cubicBezTo>
                  <a:cubicBezTo>
                    <a:pt x="382" y="149"/>
                    <a:pt x="381" y="151"/>
                    <a:pt x="378" y="155"/>
                  </a:cubicBezTo>
                  <a:cubicBezTo>
                    <a:pt x="378" y="155"/>
                    <a:pt x="378" y="155"/>
                    <a:pt x="378" y="155"/>
                  </a:cubicBezTo>
                  <a:cubicBezTo>
                    <a:pt x="379" y="155"/>
                    <a:pt x="381" y="154"/>
                    <a:pt x="386" y="150"/>
                  </a:cubicBezTo>
                  <a:lnTo>
                    <a:pt x="386" y="150"/>
                  </a:lnTo>
                  <a:cubicBezTo>
                    <a:pt x="387" y="151"/>
                    <a:pt x="388" y="152"/>
                    <a:pt x="382" y="159"/>
                  </a:cubicBezTo>
                  <a:cubicBezTo>
                    <a:pt x="379" y="163"/>
                    <a:pt x="378" y="164"/>
                    <a:pt x="378" y="164"/>
                  </a:cubicBezTo>
                  <a:cubicBezTo>
                    <a:pt x="378" y="164"/>
                    <a:pt x="380" y="163"/>
                    <a:pt x="383" y="160"/>
                  </a:cubicBezTo>
                  <a:cubicBezTo>
                    <a:pt x="388" y="155"/>
                    <a:pt x="389" y="155"/>
                    <a:pt x="389" y="155"/>
                  </a:cubicBezTo>
                  <a:cubicBezTo>
                    <a:pt x="390" y="155"/>
                    <a:pt x="390" y="155"/>
                    <a:pt x="390" y="155"/>
                  </a:cubicBezTo>
                  <a:lnTo>
                    <a:pt x="392" y="157"/>
                  </a:lnTo>
                  <a:cubicBezTo>
                    <a:pt x="396" y="152"/>
                    <a:pt x="397" y="151"/>
                    <a:pt x="398" y="151"/>
                  </a:cubicBezTo>
                  <a:cubicBezTo>
                    <a:pt x="399" y="151"/>
                    <a:pt x="399" y="151"/>
                    <a:pt x="399" y="151"/>
                  </a:cubicBezTo>
                  <a:cubicBezTo>
                    <a:pt x="399" y="151"/>
                    <a:pt x="396" y="160"/>
                    <a:pt x="397" y="161"/>
                  </a:cubicBezTo>
                  <a:cubicBezTo>
                    <a:pt x="398" y="162"/>
                    <a:pt x="398" y="163"/>
                    <a:pt x="399" y="163"/>
                  </a:cubicBezTo>
                  <a:cubicBezTo>
                    <a:pt x="400" y="163"/>
                    <a:pt x="401" y="161"/>
                    <a:pt x="405" y="157"/>
                  </a:cubicBezTo>
                  <a:cubicBezTo>
                    <a:pt x="404" y="156"/>
                    <a:pt x="406" y="154"/>
                    <a:pt x="406" y="154"/>
                  </a:cubicBezTo>
                  <a:lnTo>
                    <a:pt x="406" y="154"/>
                  </a:lnTo>
                  <a:cubicBezTo>
                    <a:pt x="407" y="154"/>
                    <a:pt x="406" y="155"/>
                    <a:pt x="405" y="158"/>
                  </a:cubicBezTo>
                  <a:cubicBezTo>
                    <a:pt x="406" y="159"/>
                    <a:pt x="402" y="167"/>
                    <a:pt x="405" y="170"/>
                  </a:cubicBezTo>
                  <a:cubicBezTo>
                    <a:pt x="406" y="172"/>
                    <a:pt x="406" y="173"/>
                    <a:pt x="407" y="173"/>
                  </a:cubicBezTo>
                  <a:cubicBezTo>
                    <a:pt x="408" y="173"/>
                    <a:pt x="410" y="171"/>
                    <a:pt x="414" y="168"/>
                  </a:cubicBezTo>
                  <a:cubicBezTo>
                    <a:pt x="420" y="162"/>
                    <a:pt x="423" y="159"/>
                    <a:pt x="423" y="159"/>
                  </a:cubicBezTo>
                  <a:lnTo>
                    <a:pt x="423" y="159"/>
                  </a:lnTo>
                  <a:cubicBezTo>
                    <a:pt x="423" y="159"/>
                    <a:pt x="420" y="163"/>
                    <a:pt x="414" y="169"/>
                  </a:cubicBezTo>
                  <a:cubicBezTo>
                    <a:pt x="407" y="177"/>
                    <a:pt x="404" y="180"/>
                    <a:pt x="405" y="180"/>
                  </a:cubicBezTo>
                  <a:cubicBezTo>
                    <a:pt x="405" y="180"/>
                    <a:pt x="407" y="179"/>
                    <a:pt x="409" y="177"/>
                  </a:cubicBezTo>
                  <a:cubicBezTo>
                    <a:pt x="414" y="174"/>
                    <a:pt x="416" y="173"/>
                    <a:pt x="417" y="173"/>
                  </a:cubicBezTo>
                  <a:cubicBezTo>
                    <a:pt x="417" y="173"/>
                    <a:pt x="417" y="173"/>
                    <a:pt x="417" y="174"/>
                  </a:cubicBezTo>
                  <a:cubicBezTo>
                    <a:pt x="414" y="177"/>
                    <a:pt x="412" y="178"/>
                    <a:pt x="413" y="178"/>
                  </a:cubicBezTo>
                  <a:cubicBezTo>
                    <a:pt x="414" y="178"/>
                    <a:pt x="416" y="177"/>
                    <a:pt x="419" y="176"/>
                  </a:cubicBezTo>
                  <a:lnTo>
                    <a:pt x="419" y="176"/>
                  </a:lnTo>
                  <a:cubicBezTo>
                    <a:pt x="420" y="177"/>
                    <a:pt x="420" y="177"/>
                    <a:pt x="414" y="183"/>
                  </a:cubicBezTo>
                  <a:lnTo>
                    <a:pt x="415" y="184"/>
                  </a:lnTo>
                  <a:cubicBezTo>
                    <a:pt x="419" y="182"/>
                    <a:pt x="421" y="181"/>
                    <a:pt x="423" y="181"/>
                  </a:cubicBezTo>
                  <a:cubicBezTo>
                    <a:pt x="428" y="181"/>
                    <a:pt x="425" y="189"/>
                    <a:pt x="420" y="193"/>
                  </a:cubicBezTo>
                  <a:cubicBezTo>
                    <a:pt x="420" y="193"/>
                    <a:pt x="420" y="193"/>
                    <a:pt x="421" y="193"/>
                  </a:cubicBezTo>
                  <a:cubicBezTo>
                    <a:pt x="422" y="193"/>
                    <a:pt x="424" y="193"/>
                    <a:pt x="428" y="191"/>
                  </a:cubicBezTo>
                  <a:cubicBezTo>
                    <a:pt x="435" y="187"/>
                    <a:pt x="439" y="185"/>
                    <a:pt x="440" y="185"/>
                  </a:cubicBezTo>
                  <a:lnTo>
                    <a:pt x="440" y="185"/>
                  </a:lnTo>
                  <a:cubicBezTo>
                    <a:pt x="440" y="185"/>
                    <a:pt x="437" y="187"/>
                    <a:pt x="429" y="192"/>
                  </a:cubicBezTo>
                  <a:cubicBezTo>
                    <a:pt x="422" y="196"/>
                    <a:pt x="418" y="199"/>
                    <a:pt x="419" y="199"/>
                  </a:cubicBezTo>
                  <a:cubicBezTo>
                    <a:pt x="419" y="199"/>
                    <a:pt x="423" y="197"/>
                    <a:pt x="430" y="193"/>
                  </a:cubicBezTo>
                  <a:cubicBezTo>
                    <a:pt x="432" y="192"/>
                    <a:pt x="433" y="192"/>
                    <a:pt x="434" y="192"/>
                  </a:cubicBezTo>
                  <a:cubicBezTo>
                    <a:pt x="439" y="192"/>
                    <a:pt x="437" y="197"/>
                    <a:pt x="425" y="203"/>
                  </a:cubicBezTo>
                  <a:lnTo>
                    <a:pt x="410" y="211"/>
                  </a:lnTo>
                  <a:cubicBezTo>
                    <a:pt x="415" y="209"/>
                    <a:pt x="417" y="208"/>
                    <a:pt x="418" y="208"/>
                  </a:cubicBezTo>
                  <a:cubicBezTo>
                    <a:pt x="418" y="208"/>
                    <a:pt x="418" y="209"/>
                    <a:pt x="418" y="209"/>
                  </a:cubicBezTo>
                  <a:cubicBezTo>
                    <a:pt x="422" y="206"/>
                    <a:pt x="424" y="206"/>
                    <a:pt x="425" y="206"/>
                  </a:cubicBezTo>
                  <a:cubicBezTo>
                    <a:pt x="426" y="206"/>
                    <a:pt x="427" y="207"/>
                    <a:pt x="427" y="209"/>
                  </a:cubicBezTo>
                  <a:cubicBezTo>
                    <a:pt x="428" y="210"/>
                    <a:pt x="438" y="211"/>
                    <a:pt x="438" y="212"/>
                  </a:cubicBezTo>
                  <a:cubicBezTo>
                    <a:pt x="438" y="214"/>
                    <a:pt x="441" y="217"/>
                    <a:pt x="433" y="222"/>
                  </a:cubicBezTo>
                  <a:cubicBezTo>
                    <a:pt x="433" y="222"/>
                    <a:pt x="433" y="222"/>
                    <a:pt x="435" y="222"/>
                  </a:cubicBezTo>
                  <a:cubicBezTo>
                    <a:pt x="437" y="222"/>
                    <a:pt x="439" y="222"/>
                    <a:pt x="442" y="222"/>
                  </a:cubicBezTo>
                  <a:cubicBezTo>
                    <a:pt x="443" y="222"/>
                    <a:pt x="445" y="222"/>
                    <a:pt x="446" y="222"/>
                  </a:cubicBezTo>
                  <a:cubicBezTo>
                    <a:pt x="450" y="222"/>
                    <a:pt x="449" y="224"/>
                    <a:pt x="443" y="225"/>
                  </a:cubicBezTo>
                  <a:lnTo>
                    <a:pt x="443" y="226"/>
                  </a:lnTo>
                  <a:cubicBezTo>
                    <a:pt x="452" y="226"/>
                    <a:pt x="452" y="228"/>
                    <a:pt x="452" y="228"/>
                  </a:cubicBezTo>
                  <a:cubicBezTo>
                    <a:pt x="444" y="230"/>
                    <a:pt x="437" y="232"/>
                    <a:pt x="441" y="232"/>
                  </a:cubicBezTo>
                  <a:cubicBezTo>
                    <a:pt x="442" y="232"/>
                    <a:pt x="443" y="232"/>
                    <a:pt x="444" y="232"/>
                  </a:cubicBezTo>
                  <a:cubicBezTo>
                    <a:pt x="447" y="231"/>
                    <a:pt x="449" y="231"/>
                    <a:pt x="450" y="231"/>
                  </a:cubicBezTo>
                  <a:cubicBezTo>
                    <a:pt x="452" y="231"/>
                    <a:pt x="452" y="231"/>
                    <a:pt x="453" y="232"/>
                  </a:cubicBezTo>
                  <a:cubicBezTo>
                    <a:pt x="446" y="238"/>
                    <a:pt x="447" y="268"/>
                    <a:pt x="454" y="268"/>
                  </a:cubicBezTo>
                  <a:cubicBezTo>
                    <a:pt x="454" y="268"/>
                    <a:pt x="454" y="269"/>
                    <a:pt x="454" y="271"/>
                  </a:cubicBezTo>
                  <a:cubicBezTo>
                    <a:pt x="454" y="272"/>
                    <a:pt x="453" y="275"/>
                    <a:pt x="453" y="275"/>
                  </a:cubicBezTo>
                  <a:cubicBezTo>
                    <a:pt x="450" y="274"/>
                    <a:pt x="448" y="274"/>
                    <a:pt x="447" y="274"/>
                  </a:cubicBezTo>
                  <a:cubicBezTo>
                    <a:pt x="439" y="274"/>
                    <a:pt x="446" y="279"/>
                    <a:pt x="452" y="283"/>
                  </a:cubicBezTo>
                  <a:cubicBezTo>
                    <a:pt x="460" y="285"/>
                    <a:pt x="460" y="286"/>
                    <a:pt x="460" y="287"/>
                  </a:cubicBezTo>
                  <a:cubicBezTo>
                    <a:pt x="454" y="286"/>
                    <a:pt x="450" y="285"/>
                    <a:pt x="448" y="285"/>
                  </a:cubicBezTo>
                  <a:cubicBezTo>
                    <a:pt x="443" y="285"/>
                    <a:pt x="444" y="287"/>
                    <a:pt x="450" y="290"/>
                  </a:cubicBezTo>
                  <a:cubicBezTo>
                    <a:pt x="459" y="293"/>
                    <a:pt x="463" y="294"/>
                    <a:pt x="462" y="294"/>
                  </a:cubicBezTo>
                  <a:cubicBezTo>
                    <a:pt x="461" y="294"/>
                    <a:pt x="457" y="293"/>
                    <a:pt x="450" y="292"/>
                  </a:cubicBezTo>
                  <a:cubicBezTo>
                    <a:pt x="444" y="290"/>
                    <a:pt x="440" y="290"/>
                    <a:pt x="439" y="290"/>
                  </a:cubicBezTo>
                  <a:cubicBezTo>
                    <a:pt x="435" y="290"/>
                    <a:pt x="441" y="292"/>
                    <a:pt x="456" y="298"/>
                  </a:cubicBezTo>
                  <a:cubicBezTo>
                    <a:pt x="461" y="300"/>
                    <a:pt x="463" y="301"/>
                    <a:pt x="461" y="301"/>
                  </a:cubicBezTo>
                  <a:cubicBezTo>
                    <a:pt x="461" y="301"/>
                    <a:pt x="458" y="301"/>
                    <a:pt x="455" y="300"/>
                  </a:cubicBezTo>
                  <a:cubicBezTo>
                    <a:pt x="447" y="298"/>
                    <a:pt x="443" y="297"/>
                    <a:pt x="441" y="297"/>
                  </a:cubicBezTo>
                  <a:cubicBezTo>
                    <a:pt x="440" y="297"/>
                    <a:pt x="442" y="298"/>
                    <a:pt x="446" y="299"/>
                  </a:cubicBezTo>
                  <a:cubicBezTo>
                    <a:pt x="456" y="303"/>
                    <a:pt x="460" y="305"/>
                    <a:pt x="458" y="305"/>
                  </a:cubicBezTo>
                  <a:cubicBezTo>
                    <a:pt x="456" y="305"/>
                    <a:pt x="452" y="305"/>
                    <a:pt x="445" y="303"/>
                  </a:cubicBezTo>
                  <a:cubicBezTo>
                    <a:pt x="437" y="301"/>
                    <a:pt x="433" y="300"/>
                    <a:pt x="432" y="300"/>
                  </a:cubicBezTo>
                  <a:lnTo>
                    <a:pt x="432" y="300"/>
                  </a:lnTo>
                  <a:cubicBezTo>
                    <a:pt x="432" y="300"/>
                    <a:pt x="436" y="301"/>
                    <a:pt x="444" y="305"/>
                  </a:cubicBezTo>
                  <a:cubicBezTo>
                    <a:pt x="456" y="310"/>
                    <a:pt x="458" y="314"/>
                    <a:pt x="452" y="314"/>
                  </a:cubicBezTo>
                  <a:cubicBezTo>
                    <a:pt x="450" y="314"/>
                    <a:pt x="447" y="313"/>
                    <a:pt x="442" y="312"/>
                  </a:cubicBezTo>
                  <a:cubicBezTo>
                    <a:pt x="441" y="312"/>
                    <a:pt x="438" y="311"/>
                    <a:pt x="437" y="311"/>
                  </a:cubicBezTo>
                  <a:cubicBezTo>
                    <a:pt x="437" y="311"/>
                    <a:pt x="437" y="311"/>
                    <a:pt x="441" y="313"/>
                  </a:cubicBezTo>
                  <a:lnTo>
                    <a:pt x="433" y="311"/>
                  </a:lnTo>
                  <a:lnTo>
                    <a:pt x="432" y="313"/>
                  </a:lnTo>
                  <a:lnTo>
                    <a:pt x="439" y="316"/>
                  </a:lnTo>
                  <a:cubicBezTo>
                    <a:pt x="438" y="317"/>
                    <a:pt x="428" y="318"/>
                    <a:pt x="424" y="324"/>
                  </a:cubicBezTo>
                  <a:cubicBezTo>
                    <a:pt x="418" y="334"/>
                    <a:pt x="415" y="335"/>
                    <a:pt x="424" y="340"/>
                  </a:cubicBezTo>
                  <a:cubicBezTo>
                    <a:pt x="432" y="345"/>
                    <a:pt x="435" y="348"/>
                    <a:pt x="433" y="348"/>
                  </a:cubicBezTo>
                  <a:cubicBezTo>
                    <a:pt x="432" y="348"/>
                    <a:pt x="428" y="345"/>
                    <a:pt x="422" y="341"/>
                  </a:cubicBezTo>
                  <a:cubicBezTo>
                    <a:pt x="422" y="341"/>
                    <a:pt x="421" y="341"/>
                    <a:pt x="421" y="341"/>
                  </a:cubicBezTo>
                  <a:cubicBezTo>
                    <a:pt x="420" y="341"/>
                    <a:pt x="416" y="340"/>
                    <a:pt x="414" y="340"/>
                  </a:cubicBezTo>
                  <a:cubicBezTo>
                    <a:pt x="413" y="340"/>
                    <a:pt x="412" y="340"/>
                    <a:pt x="411" y="341"/>
                  </a:cubicBezTo>
                  <a:cubicBezTo>
                    <a:pt x="411" y="341"/>
                    <a:pt x="410" y="342"/>
                    <a:pt x="409" y="342"/>
                  </a:cubicBezTo>
                  <a:cubicBezTo>
                    <a:pt x="408" y="342"/>
                    <a:pt x="406" y="341"/>
                    <a:pt x="402" y="339"/>
                  </a:cubicBezTo>
                  <a:lnTo>
                    <a:pt x="401" y="339"/>
                  </a:lnTo>
                  <a:cubicBezTo>
                    <a:pt x="411" y="349"/>
                    <a:pt x="410" y="354"/>
                    <a:pt x="404" y="354"/>
                  </a:cubicBezTo>
                  <a:cubicBezTo>
                    <a:pt x="403" y="354"/>
                    <a:pt x="402" y="354"/>
                    <a:pt x="400" y="353"/>
                  </a:cubicBezTo>
                  <a:lnTo>
                    <a:pt x="400" y="353"/>
                  </a:lnTo>
                  <a:cubicBezTo>
                    <a:pt x="398" y="354"/>
                    <a:pt x="397" y="354"/>
                    <a:pt x="401" y="362"/>
                  </a:cubicBezTo>
                  <a:cubicBezTo>
                    <a:pt x="404" y="366"/>
                    <a:pt x="405" y="368"/>
                    <a:pt x="404" y="368"/>
                  </a:cubicBezTo>
                  <a:cubicBezTo>
                    <a:pt x="404" y="368"/>
                    <a:pt x="402" y="367"/>
                    <a:pt x="399" y="364"/>
                  </a:cubicBezTo>
                  <a:cubicBezTo>
                    <a:pt x="396" y="362"/>
                    <a:pt x="392" y="360"/>
                    <a:pt x="390" y="360"/>
                  </a:cubicBezTo>
                  <a:cubicBezTo>
                    <a:pt x="388" y="360"/>
                    <a:pt x="388" y="362"/>
                    <a:pt x="393" y="369"/>
                  </a:cubicBezTo>
                  <a:lnTo>
                    <a:pt x="388" y="363"/>
                  </a:lnTo>
                  <a:cubicBezTo>
                    <a:pt x="386" y="362"/>
                    <a:pt x="385" y="361"/>
                    <a:pt x="385" y="361"/>
                  </a:cubicBezTo>
                  <a:lnTo>
                    <a:pt x="385" y="361"/>
                  </a:lnTo>
                  <a:cubicBezTo>
                    <a:pt x="384" y="361"/>
                    <a:pt x="387" y="366"/>
                    <a:pt x="391" y="371"/>
                  </a:cubicBezTo>
                  <a:cubicBezTo>
                    <a:pt x="396" y="377"/>
                    <a:pt x="398" y="381"/>
                    <a:pt x="398" y="381"/>
                  </a:cubicBezTo>
                  <a:cubicBezTo>
                    <a:pt x="397" y="381"/>
                    <a:pt x="393" y="376"/>
                    <a:pt x="383" y="366"/>
                  </a:cubicBezTo>
                  <a:cubicBezTo>
                    <a:pt x="378" y="358"/>
                    <a:pt x="375" y="355"/>
                    <a:pt x="374" y="355"/>
                  </a:cubicBezTo>
                  <a:lnTo>
                    <a:pt x="374" y="355"/>
                  </a:lnTo>
                  <a:cubicBezTo>
                    <a:pt x="374" y="355"/>
                    <a:pt x="375" y="357"/>
                    <a:pt x="378" y="360"/>
                  </a:cubicBezTo>
                  <a:cubicBezTo>
                    <a:pt x="381" y="365"/>
                    <a:pt x="384" y="370"/>
                    <a:pt x="383" y="370"/>
                  </a:cubicBezTo>
                  <a:cubicBezTo>
                    <a:pt x="382" y="370"/>
                    <a:pt x="382" y="370"/>
                    <a:pt x="380" y="368"/>
                  </a:cubicBezTo>
                  <a:lnTo>
                    <a:pt x="380" y="368"/>
                  </a:lnTo>
                  <a:cubicBezTo>
                    <a:pt x="379" y="369"/>
                    <a:pt x="379" y="369"/>
                    <a:pt x="388" y="382"/>
                  </a:cubicBezTo>
                  <a:cubicBezTo>
                    <a:pt x="393" y="389"/>
                    <a:pt x="392" y="390"/>
                    <a:pt x="391" y="391"/>
                  </a:cubicBezTo>
                  <a:cubicBezTo>
                    <a:pt x="388" y="387"/>
                    <a:pt x="385" y="381"/>
                    <a:pt x="382" y="377"/>
                  </a:cubicBezTo>
                  <a:lnTo>
                    <a:pt x="382" y="377"/>
                  </a:lnTo>
                  <a:cubicBezTo>
                    <a:pt x="382" y="377"/>
                    <a:pt x="382" y="377"/>
                    <a:pt x="381" y="378"/>
                  </a:cubicBezTo>
                  <a:cubicBezTo>
                    <a:pt x="381" y="378"/>
                    <a:pt x="381" y="378"/>
                    <a:pt x="381" y="378"/>
                  </a:cubicBezTo>
                  <a:cubicBezTo>
                    <a:pt x="379" y="378"/>
                    <a:pt x="373" y="372"/>
                    <a:pt x="368" y="366"/>
                  </a:cubicBezTo>
                  <a:cubicBezTo>
                    <a:pt x="365" y="363"/>
                    <a:pt x="364" y="361"/>
                    <a:pt x="364" y="361"/>
                  </a:cubicBezTo>
                  <a:lnTo>
                    <a:pt x="364" y="361"/>
                  </a:lnTo>
                  <a:cubicBezTo>
                    <a:pt x="364" y="361"/>
                    <a:pt x="366" y="365"/>
                    <a:pt x="372" y="373"/>
                  </a:cubicBezTo>
                  <a:cubicBezTo>
                    <a:pt x="381" y="387"/>
                    <a:pt x="381" y="387"/>
                    <a:pt x="379" y="388"/>
                  </a:cubicBezTo>
                  <a:cubicBezTo>
                    <a:pt x="379" y="388"/>
                    <a:pt x="379" y="389"/>
                    <a:pt x="379" y="389"/>
                  </a:cubicBezTo>
                  <a:cubicBezTo>
                    <a:pt x="378" y="389"/>
                    <a:pt x="376" y="387"/>
                    <a:pt x="373" y="382"/>
                  </a:cubicBezTo>
                  <a:cubicBezTo>
                    <a:pt x="370" y="377"/>
                    <a:pt x="369" y="375"/>
                    <a:pt x="368" y="375"/>
                  </a:cubicBezTo>
                  <a:cubicBezTo>
                    <a:pt x="368" y="375"/>
                    <a:pt x="367" y="375"/>
                    <a:pt x="367" y="376"/>
                  </a:cubicBezTo>
                  <a:cubicBezTo>
                    <a:pt x="364" y="378"/>
                    <a:pt x="373" y="401"/>
                    <a:pt x="380" y="417"/>
                  </a:cubicBezTo>
                  <a:cubicBezTo>
                    <a:pt x="385" y="424"/>
                    <a:pt x="387" y="428"/>
                    <a:pt x="387" y="428"/>
                  </a:cubicBezTo>
                  <a:cubicBezTo>
                    <a:pt x="386" y="428"/>
                    <a:pt x="384" y="424"/>
                    <a:pt x="379" y="417"/>
                  </a:cubicBezTo>
                  <a:cubicBezTo>
                    <a:pt x="376" y="410"/>
                    <a:pt x="374" y="410"/>
                    <a:pt x="373" y="410"/>
                  </a:cubicBezTo>
                  <a:cubicBezTo>
                    <a:pt x="369" y="404"/>
                    <a:pt x="370" y="403"/>
                    <a:pt x="371" y="403"/>
                  </a:cubicBezTo>
                  <a:lnTo>
                    <a:pt x="368" y="395"/>
                  </a:lnTo>
                  <a:cubicBezTo>
                    <a:pt x="363" y="388"/>
                    <a:pt x="360" y="384"/>
                    <a:pt x="360" y="384"/>
                  </a:cubicBezTo>
                  <a:lnTo>
                    <a:pt x="360" y="384"/>
                  </a:lnTo>
                  <a:cubicBezTo>
                    <a:pt x="359" y="384"/>
                    <a:pt x="361" y="388"/>
                    <a:pt x="364" y="396"/>
                  </a:cubicBezTo>
                  <a:cubicBezTo>
                    <a:pt x="365" y="400"/>
                    <a:pt x="366" y="403"/>
                    <a:pt x="366" y="403"/>
                  </a:cubicBezTo>
                  <a:cubicBezTo>
                    <a:pt x="365" y="403"/>
                    <a:pt x="364" y="401"/>
                    <a:pt x="362" y="397"/>
                  </a:cubicBezTo>
                  <a:cubicBezTo>
                    <a:pt x="358" y="392"/>
                    <a:pt x="355" y="387"/>
                    <a:pt x="355" y="387"/>
                  </a:cubicBezTo>
                  <a:lnTo>
                    <a:pt x="355" y="387"/>
                  </a:lnTo>
                  <a:cubicBezTo>
                    <a:pt x="355" y="387"/>
                    <a:pt x="355" y="388"/>
                    <a:pt x="356" y="390"/>
                  </a:cubicBezTo>
                  <a:cubicBezTo>
                    <a:pt x="356" y="390"/>
                    <a:pt x="356" y="390"/>
                    <a:pt x="356" y="390"/>
                  </a:cubicBezTo>
                  <a:cubicBezTo>
                    <a:pt x="355" y="390"/>
                    <a:pt x="353" y="390"/>
                    <a:pt x="350" y="384"/>
                  </a:cubicBezTo>
                  <a:cubicBezTo>
                    <a:pt x="347" y="385"/>
                    <a:pt x="346" y="385"/>
                    <a:pt x="350" y="392"/>
                  </a:cubicBezTo>
                  <a:cubicBezTo>
                    <a:pt x="353" y="400"/>
                    <a:pt x="352" y="401"/>
                    <a:pt x="351" y="401"/>
                  </a:cubicBezTo>
                  <a:cubicBezTo>
                    <a:pt x="351" y="401"/>
                    <a:pt x="350" y="401"/>
                    <a:pt x="352" y="409"/>
                  </a:cubicBezTo>
                  <a:cubicBezTo>
                    <a:pt x="355" y="418"/>
                    <a:pt x="358" y="426"/>
                    <a:pt x="355" y="427"/>
                  </a:cubicBezTo>
                  <a:cubicBezTo>
                    <a:pt x="355" y="431"/>
                    <a:pt x="355" y="433"/>
                    <a:pt x="355" y="433"/>
                  </a:cubicBezTo>
                  <a:cubicBezTo>
                    <a:pt x="354" y="433"/>
                    <a:pt x="352" y="429"/>
                    <a:pt x="349" y="419"/>
                  </a:cubicBezTo>
                  <a:cubicBezTo>
                    <a:pt x="346" y="413"/>
                    <a:pt x="345" y="413"/>
                    <a:pt x="344" y="413"/>
                  </a:cubicBezTo>
                  <a:cubicBezTo>
                    <a:pt x="343" y="413"/>
                    <a:pt x="343" y="413"/>
                    <a:pt x="343" y="413"/>
                  </a:cubicBezTo>
                  <a:cubicBezTo>
                    <a:pt x="343" y="413"/>
                    <a:pt x="342" y="413"/>
                    <a:pt x="339" y="405"/>
                  </a:cubicBezTo>
                  <a:cubicBezTo>
                    <a:pt x="338" y="403"/>
                    <a:pt x="337" y="402"/>
                    <a:pt x="337" y="402"/>
                  </a:cubicBezTo>
                  <a:lnTo>
                    <a:pt x="337" y="402"/>
                  </a:lnTo>
                  <a:cubicBezTo>
                    <a:pt x="336" y="402"/>
                    <a:pt x="338" y="408"/>
                    <a:pt x="341" y="414"/>
                  </a:cubicBezTo>
                  <a:cubicBezTo>
                    <a:pt x="343" y="422"/>
                    <a:pt x="345" y="429"/>
                    <a:pt x="345" y="429"/>
                  </a:cubicBezTo>
                  <a:cubicBezTo>
                    <a:pt x="341" y="423"/>
                    <a:pt x="337" y="414"/>
                    <a:pt x="335" y="406"/>
                  </a:cubicBezTo>
                  <a:lnTo>
                    <a:pt x="335" y="406"/>
                  </a:lnTo>
                  <a:cubicBezTo>
                    <a:pt x="337" y="412"/>
                    <a:pt x="338" y="418"/>
                    <a:pt x="337" y="418"/>
                  </a:cubicBezTo>
                  <a:cubicBezTo>
                    <a:pt x="336" y="418"/>
                    <a:pt x="335" y="417"/>
                    <a:pt x="334" y="415"/>
                  </a:cubicBezTo>
                  <a:cubicBezTo>
                    <a:pt x="334" y="415"/>
                    <a:pt x="333" y="415"/>
                    <a:pt x="333" y="415"/>
                  </a:cubicBezTo>
                  <a:cubicBezTo>
                    <a:pt x="331" y="415"/>
                    <a:pt x="329" y="414"/>
                    <a:pt x="327" y="407"/>
                  </a:cubicBezTo>
                  <a:cubicBezTo>
                    <a:pt x="327" y="405"/>
                    <a:pt x="326" y="404"/>
                    <a:pt x="326" y="404"/>
                  </a:cubicBezTo>
                  <a:cubicBezTo>
                    <a:pt x="325" y="404"/>
                    <a:pt x="325" y="408"/>
                    <a:pt x="325" y="408"/>
                  </a:cubicBezTo>
                  <a:cubicBezTo>
                    <a:pt x="326" y="412"/>
                    <a:pt x="326" y="414"/>
                    <a:pt x="325" y="414"/>
                  </a:cubicBezTo>
                  <a:cubicBezTo>
                    <a:pt x="324" y="414"/>
                    <a:pt x="323" y="412"/>
                    <a:pt x="321" y="408"/>
                  </a:cubicBezTo>
                  <a:cubicBezTo>
                    <a:pt x="317" y="400"/>
                    <a:pt x="315" y="396"/>
                    <a:pt x="314" y="396"/>
                  </a:cubicBezTo>
                  <a:lnTo>
                    <a:pt x="314" y="396"/>
                  </a:lnTo>
                  <a:cubicBezTo>
                    <a:pt x="313" y="396"/>
                    <a:pt x="314" y="400"/>
                    <a:pt x="315" y="408"/>
                  </a:cubicBezTo>
                  <a:cubicBezTo>
                    <a:pt x="316" y="413"/>
                    <a:pt x="316" y="418"/>
                    <a:pt x="316" y="418"/>
                  </a:cubicBezTo>
                  <a:cubicBezTo>
                    <a:pt x="316" y="418"/>
                    <a:pt x="315" y="415"/>
                    <a:pt x="314" y="408"/>
                  </a:cubicBezTo>
                  <a:cubicBezTo>
                    <a:pt x="314" y="406"/>
                    <a:pt x="313" y="405"/>
                    <a:pt x="313" y="405"/>
                  </a:cubicBezTo>
                  <a:cubicBezTo>
                    <a:pt x="313" y="405"/>
                    <a:pt x="312" y="411"/>
                    <a:pt x="310" y="417"/>
                  </a:cubicBezTo>
                  <a:cubicBezTo>
                    <a:pt x="310" y="426"/>
                    <a:pt x="312" y="443"/>
                    <a:pt x="313" y="452"/>
                  </a:cubicBezTo>
                  <a:cubicBezTo>
                    <a:pt x="313" y="462"/>
                    <a:pt x="314" y="466"/>
                    <a:pt x="313" y="466"/>
                  </a:cubicBezTo>
                  <a:cubicBezTo>
                    <a:pt x="313" y="466"/>
                    <a:pt x="312" y="464"/>
                    <a:pt x="310" y="460"/>
                  </a:cubicBezTo>
                  <a:cubicBezTo>
                    <a:pt x="309" y="460"/>
                    <a:pt x="307" y="452"/>
                    <a:pt x="307" y="443"/>
                  </a:cubicBezTo>
                  <a:cubicBezTo>
                    <a:pt x="306" y="434"/>
                    <a:pt x="307" y="434"/>
                    <a:pt x="307" y="434"/>
                  </a:cubicBezTo>
                  <a:lnTo>
                    <a:pt x="309" y="434"/>
                  </a:lnTo>
                  <a:cubicBezTo>
                    <a:pt x="308" y="426"/>
                    <a:pt x="308" y="417"/>
                    <a:pt x="306" y="417"/>
                  </a:cubicBezTo>
                  <a:cubicBezTo>
                    <a:pt x="305" y="413"/>
                    <a:pt x="305" y="411"/>
                    <a:pt x="304" y="411"/>
                  </a:cubicBezTo>
                  <a:cubicBezTo>
                    <a:pt x="304" y="411"/>
                    <a:pt x="304" y="413"/>
                    <a:pt x="304" y="417"/>
                  </a:cubicBezTo>
                  <a:cubicBezTo>
                    <a:pt x="303" y="408"/>
                    <a:pt x="300" y="408"/>
                    <a:pt x="299" y="408"/>
                  </a:cubicBezTo>
                  <a:cubicBezTo>
                    <a:pt x="297" y="408"/>
                    <a:pt x="294" y="408"/>
                    <a:pt x="294" y="399"/>
                  </a:cubicBezTo>
                  <a:cubicBezTo>
                    <a:pt x="293" y="399"/>
                    <a:pt x="291" y="399"/>
                    <a:pt x="290" y="407"/>
                  </a:cubicBezTo>
                  <a:cubicBezTo>
                    <a:pt x="290" y="417"/>
                    <a:pt x="289" y="421"/>
                    <a:pt x="289" y="421"/>
                  </a:cubicBezTo>
                  <a:cubicBezTo>
                    <a:pt x="288" y="421"/>
                    <a:pt x="288" y="419"/>
                    <a:pt x="288" y="416"/>
                  </a:cubicBezTo>
                  <a:cubicBezTo>
                    <a:pt x="289" y="405"/>
                    <a:pt x="285" y="396"/>
                    <a:pt x="281" y="396"/>
                  </a:cubicBezTo>
                  <a:cubicBezTo>
                    <a:pt x="279" y="396"/>
                    <a:pt x="277" y="399"/>
                    <a:pt x="276" y="405"/>
                  </a:cubicBezTo>
                  <a:lnTo>
                    <a:pt x="273" y="404"/>
                  </a:lnTo>
                  <a:cubicBezTo>
                    <a:pt x="273" y="398"/>
                    <a:pt x="272" y="396"/>
                    <a:pt x="270" y="396"/>
                  </a:cubicBezTo>
                  <a:cubicBezTo>
                    <a:pt x="269" y="396"/>
                    <a:pt x="267" y="397"/>
                    <a:pt x="266" y="400"/>
                  </a:cubicBezTo>
                  <a:lnTo>
                    <a:pt x="262" y="399"/>
                  </a:lnTo>
                  <a:cubicBezTo>
                    <a:pt x="263" y="395"/>
                    <a:pt x="263" y="392"/>
                    <a:pt x="263" y="392"/>
                  </a:cubicBezTo>
                  <a:lnTo>
                    <a:pt x="263" y="392"/>
                  </a:lnTo>
                  <a:cubicBezTo>
                    <a:pt x="262" y="392"/>
                    <a:pt x="261" y="394"/>
                    <a:pt x="259" y="398"/>
                  </a:cubicBezTo>
                  <a:cubicBezTo>
                    <a:pt x="256" y="403"/>
                    <a:pt x="254" y="409"/>
                    <a:pt x="254" y="409"/>
                  </a:cubicBezTo>
                  <a:cubicBezTo>
                    <a:pt x="253" y="409"/>
                    <a:pt x="254" y="408"/>
                    <a:pt x="254" y="405"/>
                  </a:cubicBezTo>
                  <a:cubicBezTo>
                    <a:pt x="258" y="397"/>
                    <a:pt x="256" y="397"/>
                    <a:pt x="252" y="395"/>
                  </a:cubicBezTo>
                  <a:cubicBezTo>
                    <a:pt x="251" y="394"/>
                    <a:pt x="250" y="393"/>
                    <a:pt x="250" y="393"/>
                  </a:cubicBezTo>
                  <a:cubicBezTo>
                    <a:pt x="249" y="393"/>
                    <a:pt x="248" y="395"/>
                    <a:pt x="247" y="401"/>
                  </a:cubicBezTo>
                  <a:cubicBezTo>
                    <a:pt x="245" y="403"/>
                    <a:pt x="243" y="403"/>
                    <a:pt x="243" y="403"/>
                  </a:cubicBezTo>
                  <a:cubicBezTo>
                    <a:pt x="240" y="403"/>
                    <a:pt x="243" y="397"/>
                    <a:pt x="247" y="391"/>
                  </a:cubicBezTo>
                  <a:cubicBezTo>
                    <a:pt x="250" y="385"/>
                    <a:pt x="252" y="381"/>
                    <a:pt x="251" y="381"/>
                  </a:cubicBezTo>
                  <a:lnTo>
                    <a:pt x="251" y="381"/>
                  </a:lnTo>
                  <a:cubicBezTo>
                    <a:pt x="251" y="381"/>
                    <a:pt x="248" y="386"/>
                    <a:pt x="241" y="398"/>
                  </a:cubicBezTo>
                  <a:cubicBezTo>
                    <a:pt x="236" y="406"/>
                    <a:pt x="233" y="409"/>
                    <a:pt x="232" y="409"/>
                  </a:cubicBezTo>
                  <a:cubicBezTo>
                    <a:pt x="231" y="409"/>
                    <a:pt x="232" y="407"/>
                    <a:pt x="233" y="404"/>
                  </a:cubicBezTo>
                  <a:cubicBezTo>
                    <a:pt x="237" y="398"/>
                    <a:pt x="238" y="397"/>
                    <a:pt x="239" y="397"/>
                  </a:cubicBezTo>
                  <a:cubicBezTo>
                    <a:pt x="239" y="397"/>
                    <a:pt x="240" y="397"/>
                    <a:pt x="240" y="397"/>
                  </a:cubicBezTo>
                  <a:cubicBezTo>
                    <a:pt x="240" y="397"/>
                    <a:pt x="243" y="389"/>
                    <a:pt x="248" y="382"/>
                  </a:cubicBezTo>
                  <a:cubicBezTo>
                    <a:pt x="247" y="382"/>
                    <a:pt x="247" y="382"/>
                    <a:pt x="247" y="382"/>
                  </a:cubicBezTo>
                  <a:cubicBezTo>
                    <a:pt x="246" y="382"/>
                    <a:pt x="245" y="383"/>
                    <a:pt x="242" y="388"/>
                  </a:cubicBezTo>
                  <a:cubicBezTo>
                    <a:pt x="242" y="388"/>
                    <a:pt x="241" y="388"/>
                    <a:pt x="235" y="395"/>
                  </a:cubicBezTo>
                  <a:cubicBezTo>
                    <a:pt x="231" y="401"/>
                    <a:pt x="226" y="409"/>
                    <a:pt x="223" y="417"/>
                  </a:cubicBezTo>
                  <a:cubicBezTo>
                    <a:pt x="220" y="423"/>
                    <a:pt x="219" y="424"/>
                    <a:pt x="218" y="424"/>
                  </a:cubicBezTo>
                  <a:cubicBezTo>
                    <a:pt x="218" y="424"/>
                    <a:pt x="218" y="424"/>
                    <a:pt x="217" y="424"/>
                  </a:cubicBezTo>
                  <a:cubicBezTo>
                    <a:pt x="220" y="415"/>
                    <a:pt x="224" y="407"/>
                    <a:pt x="230" y="400"/>
                  </a:cubicBezTo>
                  <a:cubicBezTo>
                    <a:pt x="230" y="400"/>
                    <a:pt x="230" y="400"/>
                    <a:pt x="230" y="400"/>
                  </a:cubicBezTo>
                  <a:cubicBezTo>
                    <a:pt x="231" y="400"/>
                    <a:pt x="236" y="393"/>
                    <a:pt x="239" y="387"/>
                  </a:cubicBezTo>
                  <a:cubicBezTo>
                    <a:pt x="240" y="385"/>
                    <a:pt x="240" y="384"/>
                    <a:pt x="239" y="384"/>
                  </a:cubicBezTo>
                  <a:lnTo>
                    <a:pt x="239" y="384"/>
                  </a:lnTo>
                  <a:cubicBezTo>
                    <a:pt x="238" y="384"/>
                    <a:pt x="228" y="394"/>
                    <a:pt x="220" y="405"/>
                  </a:cubicBezTo>
                  <a:lnTo>
                    <a:pt x="225" y="397"/>
                  </a:lnTo>
                  <a:cubicBezTo>
                    <a:pt x="230" y="390"/>
                    <a:pt x="227" y="389"/>
                    <a:pt x="226" y="388"/>
                  </a:cubicBezTo>
                  <a:cubicBezTo>
                    <a:pt x="225" y="388"/>
                    <a:pt x="225" y="387"/>
                    <a:pt x="224" y="387"/>
                  </a:cubicBezTo>
                  <a:cubicBezTo>
                    <a:pt x="223" y="387"/>
                    <a:pt x="221" y="388"/>
                    <a:pt x="218" y="392"/>
                  </a:cubicBezTo>
                  <a:cubicBezTo>
                    <a:pt x="213" y="399"/>
                    <a:pt x="209" y="405"/>
                    <a:pt x="208" y="405"/>
                  </a:cubicBezTo>
                  <a:cubicBezTo>
                    <a:pt x="207" y="405"/>
                    <a:pt x="207" y="405"/>
                    <a:pt x="207" y="405"/>
                  </a:cubicBezTo>
                  <a:lnTo>
                    <a:pt x="207" y="405"/>
                  </a:lnTo>
                  <a:cubicBezTo>
                    <a:pt x="208" y="406"/>
                    <a:pt x="203" y="413"/>
                    <a:pt x="198" y="419"/>
                  </a:cubicBezTo>
                  <a:cubicBezTo>
                    <a:pt x="201" y="414"/>
                    <a:pt x="203" y="409"/>
                    <a:pt x="205" y="404"/>
                  </a:cubicBezTo>
                  <a:cubicBezTo>
                    <a:pt x="214" y="388"/>
                    <a:pt x="217" y="380"/>
                    <a:pt x="214" y="378"/>
                  </a:cubicBezTo>
                  <a:cubicBezTo>
                    <a:pt x="213" y="376"/>
                    <a:pt x="211" y="373"/>
                    <a:pt x="215" y="367"/>
                  </a:cubicBezTo>
                  <a:cubicBezTo>
                    <a:pt x="215" y="366"/>
                    <a:pt x="214" y="365"/>
                    <a:pt x="214" y="365"/>
                  </a:cubicBezTo>
                  <a:cubicBezTo>
                    <a:pt x="212" y="365"/>
                    <a:pt x="211" y="367"/>
                    <a:pt x="207" y="370"/>
                  </a:cubicBezTo>
                  <a:lnTo>
                    <a:pt x="206" y="369"/>
                  </a:lnTo>
                  <a:cubicBezTo>
                    <a:pt x="209" y="365"/>
                    <a:pt x="209" y="363"/>
                    <a:pt x="209" y="363"/>
                  </a:cubicBezTo>
                  <a:cubicBezTo>
                    <a:pt x="208" y="363"/>
                    <a:pt x="206" y="364"/>
                    <a:pt x="204" y="367"/>
                  </a:cubicBezTo>
                  <a:cubicBezTo>
                    <a:pt x="202" y="368"/>
                    <a:pt x="201" y="368"/>
                    <a:pt x="200" y="368"/>
                  </a:cubicBezTo>
                  <a:cubicBezTo>
                    <a:pt x="198" y="368"/>
                    <a:pt x="202" y="364"/>
                    <a:pt x="202" y="363"/>
                  </a:cubicBezTo>
                  <a:cubicBezTo>
                    <a:pt x="207" y="358"/>
                    <a:pt x="210" y="355"/>
                    <a:pt x="209" y="355"/>
                  </a:cubicBezTo>
                  <a:lnTo>
                    <a:pt x="209" y="355"/>
                  </a:lnTo>
                  <a:cubicBezTo>
                    <a:pt x="209" y="355"/>
                    <a:pt x="204" y="359"/>
                    <a:pt x="194" y="369"/>
                  </a:cubicBezTo>
                  <a:cubicBezTo>
                    <a:pt x="188" y="375"/>
                    <a:pt x="183" y="382"/>
                    <a:pt x="184" y="382"/>
                  </a:cubicBezTo>
                  <a:lnTo>
                    <a:pt x="187" y="386"/>
                  </a:lnTo>
                  <a:lnTo>
                    <a:pt x="178" y="389"/>
                  </a:lnTo>
                  <a:cubicBezTo>
                    <a:pt x="178" y="389"/>
                    <a:pt x="178" y="389"/>
                    <a:pt x="177" y="389"/>
                  </a:cubicBezTo>
                  <a:cubicBezTo>
                    <a:pt x="175" y="389"/>
                    <a:pt x="168" y="392"/>
                    <a:pt x="162" y="397"/>
                  </a:cubicBezTo>
                  <a:cubicBezTo>
                    <a:pt x="162" y="397"/>
                    <a:pt x="158" y="402"/>
                    <a:pt x="156" y="402"/>
                  </a:cubicBezTo>
                  <a:cubicBezTo>
                    <a:pt x="156" y="402"/>
                    <a:pt x="156" y="402"/>
                    <a:pt x="156" y="401"/>
                  </a:cubicBezTo>
                  <a:lnTo>
                    <a:pt x="168" y="390"/>
                  </a:lnTo>
                  <a:cubicBezTo>
                    <a:pt x="175" y="386"/>
                    <a:pt x="181" y="380"/>
                    <a:pt x="188" y="375"/>
                  </a:cubicBezTo>
                  <a:cubicBezTo>
                    <a:pt x="196" y="366"/>
                    <a:pt x="201" y="359"/>
                    <a:pt x="199" y="359"/>
                  </a:cubicBezTo>
                  <a:cubicBezTo>
                    <a:pt x="198" y="359"/>
                    <a:pt x="196" y="361"/>
                    <a:pt x="192" y="364"/>
                  </a:cubicBezTo>
                  <a:cubicBezTo>
                    <a:pt x="190" y="363"/>
                    <a:pt x="190" y="363"/>
                    <a:pt x="197" y="358"/>
                  </a:cubicBezTo>
                  <a:cubicBezTo>
                    <a:pt x="200" y="355"/>
                    <a:pt x="201" y="353"/>
                    <a:pt x="200" y="353"/>
                  </a:cubicBezTo>
                  <a:lnTo>
                    <a:pt x="200" y="353"/>
                  </a:lnTo>
                  <a:cubicBezTo>
                    <a:pt x="200" y="353"/>
                    <a:pt x="196" y="356"/>
                    <a:pt x="188" y="361"/>
                  </a:cubicBezTo>
                  <a:cubicBezTo>
                    <a:pt x="182" y="366"/>
                    <a:pt x="179" y="368"/>
                    <a:pt x="178" y="368"/>
                  </a:cubicBezTo>
                  <a:cubicBezTo>
                    <a:pt x="177" y="368"/>
                    <a:pt x="180" y="364"/>
                    <a:pt x="187" y="358"/>
                  </a:cubicBezTo>
                  <a:cubicBezTo>
                    <a:pt x="196" y="349"/>
                    <a:pt x="197" y="345"/>
                    <a:pt x="195" y="345"/>
                  </a:cubicBezTo>
                  <a:cubicBezTo>
                    <a:pt x="194" y="345"/>
                    <a:pt x="192" y="346"/>
                    <a:pt x="189" y="348"/>
                  </a:cubicBezTo>
                  <a:cubicBezTo>
                    <a:pt x="183" y="352"/>
                    <a:pt x="179" y="354"/>
                    <a:pt x="178" y="354"/>
                  </a:cubicBezTo>
                  <a:cubicBezTo>
                    <a:pt x="176" y="354"/>
                    <a:pt x="177" y="352"/>
                    <a:pt x="180" y="349"/>
                  </a:cubicBezTo>
                  <a:cubicBezTo>
                    <a:pt x="185" y="345"/>
                    <a:pt x="186" y="343"/>
                    <a:pt x="185" y="343"/>
                  </a:cubicBezTo>
                  <a:cubicBezTo>
                    <a:pt x="184" y="343"/>
                    <a:pt x="182" y="344"/>
                    <a:pt x="179" y="345"/>
                  </a:cubicBezTo>
                  <a:cubicBezTo>
                    <a:pt x="184" y="342"/>
                    <a:pt x="189" y="338"/>
                    <a:pt x="188" y="338"/>
                  </a:cubicBezTo>
                  <a:lnTo>
                    <a:pt x="188" y="338"/>
                  </a:lnTo>
                  <a:cubicBezTo>
                    <a:pt x="188" y="338"/>
                    <a:pt x="187" y="339"/>
                    <a:pt x="185" y="340"/>
                  </a:cubicBezTo>
                  <a:cubicBezTo>
                    <a:pt x="185" y="340"/>
                    <a:pt x="185" y="340"/>
                    <a:pt x="185" y="340"/>
                  </a:cubicBezTo>
                  <a:cubicBezTo>
                    <a:pt x="184" y="340"/>
                    <a:pt x="183" y="340"/>
                    <a:pt x="178" y="344"/>
                  </a:cubicBezTo>
                  <a:lnTo>
                    <a:pt x="162" y="350"/>
                  </a:lnTo>
                  <a:cubicBezTo>
                    <a:pt x="162" y="351"/>
                    <a:pt x="156" y="355"/>
                    <a:pt x="148" y="360"/>
                  </a:cubicBezTo>
                  <a:cubicBezTo>
                    <a:pt x="147" y="361"/>
                    <a:pt x="146" y="361"/>
                    <a:pt x="145" y="361"/>
                  </a:cubicBezTo>
                  <a:cubicBezTo>
                    <a:pt x="143" y="361"/>
                    <a:pt x="149" y="352"/>
                    <a:pt x="167" y="341"/>
                  </a:cubicBezTo>
                  <a:lnTo>
                    <a:pt x="181" y="331"/>
                  </a:lnTo>
                  <a:lnTo>
                    <a:pt x="181" y="331"/>
                  </a:lnTo>
                  <a:lnTo>
                    <a:pt x="166" y="339"/>
                  </a:lnTo>
                  <a:cubicBezTo>
                    <a:pt x="166" y="338"/>
                    <a:pt x="165" y="336"/>
                    <a:pt x="172" y="333"/>
                  </a:cubicBezTo>
                  <a:cubicBezTo>
                    <a:pt x="180" y="329"/>
                    <a:pt x="180" y="329"/>
                    <a:pt x="179" y="327"/>
                  </a:cubicBezTo>
                  <a:lnTo>
                    <a:pt x="179" y="327"/>
                  </a:lnTo>
                  <a:cubicBezTo>
                    <a:pt x="179" y="327"/>
                    <a:pt x="179" y="327"/>
                    <a:pt x="171" y="331"/>
                  </a:cubicBezTo>
                  <a:cubicBezTo>
                    <a:pt x="163" y="334"/>
                    <a:pt x="160" y="336"/>
                    <a:pt x="159" y="336"/>
                  </a:cubicBezTo>
                  <a:cubicBezTo>
                    <a:pt x="159" y="336"/>
                    <a:pt x="160" y="335"/>
                    <a:pt x="164" y="333"/>
                  </a:cubicBezTo>
                  <a:cubicBezTo>
                    <a:pt x="172" y="328"/>
                    <a:pt x="176" y="326"/>
                    <a:pt x="174" y="326"/>
                  </a:cubicBezTo>
                  <a:cubicBezTo>
                    <a:pt x="173" y="326"/>
                    <a:pt x="169" y="327"/>
                    <a:pt x="162" y="330"/>
                  </a:cubicBezTo>
                  <a:cubicBezTo>
                    <a:pt x="155" y="333"/>
                    <a:pt x="151" y="335"/>
                    <a:pt x="151" y="335"/>
                  </a:cubicBezTo>
                  <a:cubicBezTo>
                    <a:pt x="150" y="335"/>
                    <a:pt x="154" y="333"/>
                    <a:pt x="162" y="329"/>
                  </a:cubicBezTo>
                  <a:cubicBezTo>
                    <a:pt x="167" y="327"/>
                    <a:pt x="172" y="324"/>
                    <a:pt x="177" y="321"/>
                  </a:cubicBezTo>
                  <a:lnTo>
                    <a:pt x="177" y="321"/>
                  </a:lnTo>
                  <a:lnTo>
                    <a:pt x="169" y="324"/>
                  </a:lnTo>
                  <a:cubicBezTo>
                    <a:pt x="161" y="327"/>
                    <a:pt x="157" y="328"/>
                    <a:pt x="156" y="328"/>
                  </a:cubicBezTo>
                  <a:cubicBezTo>
                    <a:pt x="155" y="328"/>
                    <a:pt x="156" y="327"/>
                    <a:pt x="160" y="325"/>
                  </a:cubicBezTo>
                  <a:cubicBezTo>
                    <a:pt x="166" y="323"/>
                    <a:pt x="168" y="321"/>
                    <a:pt x="164" y="321"/>
                  </a:cubicBezTo>
                  <a:cubicBezTo>
                    <a:pt x="163" y="321"/>
                    <a:pt x="161" y="322"/>
                    <a:pt x="159" y="322"/>
                  </a:cubicBezTo>
                  <a:cubicBezTo>
                    <a:pt x="159" y="320"/>
                    <a:pt x="158" y="318"/>
                    <a:pt x="167" y="315"/>
                  </a:cubicBezTo>
                  <a:cubicBezTo>
                    <a:pt x="175" y="312"/>
                    <a:pt x="179" y="311"/>
                    <a:pt x="178" y="311"/>
                  </a:cubicBezTo>
                  <a:lnTo>
                    <a:pt x="178" y="311"/>
                  </a:lnTo>
                  <a:cubicBezTo>
                    <a:pt x="178" y="311"/>
                    <a:pt x="174" y="312"/>
                    <a:pt x="166" y="314"/>
                  </a:cubicBezTo>
                  <a:cubicBezTo>
                    <a:pt x="163" y="315"/>
                    <a:pt x="161" y="315"/>
                    <a:pt x="160" y="315"/>
                  </a:cubicBezTo>
                  <a:cubicBezTo>
                    <a:pt x="159" y="315"/>
                    <a:pt x="161" y="314"/>
                    <a:pt x="166" y="312"/>
                  </a:cubicBezTo>
                  <a:cubicBezTo>
                    <a:pt x="171" y="310"/>
                    <a:pt x="173" y="309"/>
                    <a:pt x="171" y="309"/>
                  </a:cubicBezTo>
                  <a:cubicBezTo>
                    <a:pt x="170" y="309"/>
                    <a:pt x="168" y="309"/>
                    <a:pt x="165" y="309"/>
                  </a:cubicBezTo>
                  <a:cubicBezTo>
                    <a:pt x="149" y="314"/>
                    <a:pt x="140" y="316"/>
                    <a:pt x="141" y="317"/>
                  </a:cubicBezTo>
                  <a:cubicBezTo>
                    <a:pt x="141" y="318"/>
                    <a:pt x="141" y="318"/>
                    <a:pt x="133" y="322"/>
                  </a:cubicBezTo>
                  <a:lnTo>
                    <a:pt x="132" y="318"/>
                  </a:lnTo>
                  <a:cubicBezTo>
                    <a:pt x="132" y="317"/>
                    <a:pt x="132" y="316"/>
                    <a:pt x="123" y="316"/>
                  </a:cubicBezTo>
                  <a:cubicBezTo>
                    <a:pt x="122" y="316"/>
                    <a:pt x="121" y="316"/>
                    <a:pt x="120" y="316"/>
                  </a:cubicBezTo>
                  <a:cubicBezTo>
                    <a:pt x="111" y="316"/>
                    <a:pt x="98" y="320"/>
                    <a:pt x="106" y="320"/>
                  </a:cubicBezTo>
                  <a:lnTo>
                    <a:pt x="98" y="324"/>
                  </a:lnTo>
                  <a:cubicBezTo>
                    <a:pt x="83" y="327"/>
                    <a:pt x="78" y="331"/>
                    <a:pt x="82" y="331"/>
                  </a:cubicBezTo>
                  <a:cubicBezTo>
                    <a:pt x="84" y="331"/>
                    <a:pt x="90" y="329"/>
                    <a:pt x="100" y="326"/>
                  </a:cubicBezTo>
                  <a:cubicBezTo>
                    <a:pt x="112" y="323"/>
                    <a:pt x="118" y="321"/>
                    <a:pt x="119" y="321"/>
                  </a:cubicBezTo>
                  <a:cubicBezTo>
                    <a:pt x="120" y="321"/>
                    <a:pt x="116" y="323"/>
                    <a:pt x="109" y="326"/>
                  </a:cubicBezTo>
                  <a:cubicBezTo>
                    <a:pt x="92" y="331"/>
                    <a:pt x="92" y="332"/>
                    <a:pt x="93" y="334"/>
                  </a:cubicBezTo>
                  <a:cubicBezTo>
                    <a:pt x="93" y="335"/>
                    <a:pt x="93" y="335"/>
                    <a:pt x="85" y="339"/>
                  </a:cubicBezTo>
                  <a:cubicBezTo>
                    <a:pt x="77" y="341"/>
                    <a:pt x="69" y="345"/>
                    <a:pt x="69" y="346"/>
                  </a:cubicBezTo>
                  <a:cubicBezTo>
                    <a:pt x="70" y="347"/>
                    <a:pt x="70" y="348"/>
                    <a:pt x="71" y="348"/>
                  </a:cubicBezTo>
                  <a:cubicBezTo>
                    <a:pt x="72" y="348"/>
                    <a:pt x="74" y="347"/>
                    <a:pt x="78" y="345"/>
                  </a:cubicBezTo>
                  <a:cubicBezTo>
                    <a:pt x="81" y="344"/>
                    <a:pt x="82" y="344"/>
                    <a:pt x="83" y="344"/>
                  </a:cubicBezTo>
                  <a:cubicBezTo>
                    <a:pt x="85" y="344"/>
                    <a:pt x="83" y="347"/>
                    <a:pt x="72" y="352"/>
                  </a:cubicBezTo>
                  <a:cubicBezTo>
                    <a:pt x="68" y="354"/>
                    <a:pt x="66" y="355"/>
                    <a:pt x="66" y="355"/>
                  </a:cubicBezTo>
                  <a:cubicBezTo>
                    <a:pt x="67" y="355"/>
                    <a:pt x="71" y="354"/>
                    <a:pt x="79" y="351"/>
                  </a:cubicBezTo>
                  <a:cubicBezTo>
                    <a:pt x="86" y="349"/>
                    <a:pt x="90" y="348"/>
                    <a:pt x="92" y="348"/>
                  </a:cubicBezTo>
                  <a:cubicBezTo>
                    <a:pt x="95" y="348"/>
                    <a:pt x="92" y="351"/>
                    <a:pt x="82" y="357"/>
                  </a:cubicBezTo>
                  <a:lnTo>
                    <a:pt x="83" y="360"/>
                  </a:lnTo>
                  <a:cubicBezTo>
                    <a:pt x="83" y="360"/>
                    <a:pt x="83" y="360"/>
                    <a:pt x="84" y="360"/>
                  </a:cubicBezTo>
                  <a:cubicBezTo>
                    <a:pt x="86" y="360"/>
                    <a:pt x="93" y="357"/>
                    <a:pt x="100" y="354"/>
                  </a:cubicBezTo>
                  <a:cubicBezTo>
                    <a:pt x="108" y="351"/>
                    <a:pt x="112" y="349"/>
                    <a:pt x="112" y="349"/>
                  </a:cubicBezTo>
                  <a:lnTo>
                    <a:pt x="112" y="349"/>
                  </a:lnTo>
                  <a:cubicBezTo>
                    <a:pt x="113" y="349"/>
                    <a:pt x="111" y="351"/>
                    <a:pt x="107" y="353"/>
                  </a:cubicBezTo>
                  <a:cubicBezTo>
                    <a:pt x="103" y="355"/>
                    <a:pt x="97" y="359"/>
                    <a:pt x="93" y="361"/>
                  </a:cubicBezTo>
                  <a:cubicBezTo>
                    <a:pt x="85" y="364"/>
                    <a:pt x="85" y="367"/>
                    <a:pt x="86" y="368"/>
                  </a:cubicBezTo>
                  <a:cubicBezTo>
                    <a:pt x="87" y="369"/>
                    <a:pt x="88" y="371"/>
                    <a:pt x="90" y="371"/>
                  </a:cubicBezTo>
                  <a:cubicBezTo>
                    <a:pt x="91" y="371"/>
                    <a:pt x="93" y="371"/>
                    <a:pt x="96" y="369"/>
                  </a:cubicBezTo>
                  <a:lnTo>
                    <a:pt x="96" y="369"/>
                  </a:lnTo>
                  <a:lnTo>
                    <a:pt x="88" y="373"/>
                  </a:lnTo>
                  <a:cubicBezTo>
                    <a:pt x="89" y="374"/>
                    <a:pt x="86" y="376"/>
                    <a:pt x="86" y="376"/>
                  </a:cubicBezTo>
                  <a:cubicBezTo>
                    <a:pt x="86" y="376"/>
                    <a:pt x="87" y="376"/>
                    <a:pt x="89" y="375"/>
                  </a:cubicBezTo>
                  <a:lnTo>
                    <a:pt x="89" y="375"/>
                  </a:lnTo>
                  <a:cubicBezTo>
                    <a:pt x="89" y="375"/>
                    <a:pt x="89" y="376"/>
                    <a:pt x="84" y="384"/>
                  </a:cubicBezTo>
                  <a:cubicBezTo>
                    <a:pt x="82" y="386"/>
                    <a:pt x="83" y="388"/>
                    <a:pt x="85" y="388"/>
                  </a:cubicBezTo>
                  <a:cubicBezTo>
                    <a:pt x="90" y="388"/>
                    <a:pt x="100" y="383"/>
                    <a:pt x="109" y="375"/>
                  </a:cubicBezTo>
                  <a:lnTo>
                    <a:pt x="109" y="376"/>
                  </a:lnTo>
                  <a:cubicBezTo>
                    <a:pt x="109" y="376"/>
                    <a:pt x="109" y="376"/>
                    <a:pt x="110" y="376"/>
                  </a:cubicBezTo>
                  <a:cubicBezTo>
                    <a:pt x="112" y="376"/>
                    <a:pt x="116" y="373"/>
                    <a:pt x="116" y="373"/>
                  </a:cubicBezTo>
                  <a:cubicBezTo>
                    <a:pt x="120" y="371"/>
                    <a:pt x="123" y="370"/>
                    <a:pt x="124" y="370"/>
                  </a:cubicBezTo>
                  <a:cubicBezTo>
                    <a:pt x="125" y="370"/>
                    <a:pt x="125" y="371"/>
                    <a:pt x="125" y="372"/>
                  </a:cubicBezTo>
                  <a:lnTo>
                    <a:pt x="111" y="380"/>
                  </a:lnTo>
                  <a:cubicBezTo>
                    <a:pt x="96" y="388"/>
                    <a:pt x="89" y="393"/>
                    <a:pt x="92" y="393"/>
                  </a:cubicBezTo>
                  <a:cubicBezTo>
                    <a:pt x="93" y="393"/>
                    <a:pt x="98" y="392"/>
                    <a:pt x="105" y="388"/>
                  </a:cubicBezTo>
                  <a:lnTo>
                    <a:pt x="105" y="388"/>
                  </a:lnTo>
                  <a:lnTo>
                    <a:pt x="98" y="392"/>
                  </a:lnTo>
                  <a:cubicBezTo>
                    <a:pt x="92" y="396"/>
                    <a:pt x="92" y="397"/>
                    <a:pt x="96" y="397"/>
                  </a:cubicBezTo>
                  <a:cubicBezTo>
                    <a:pt x="97" y="397"/>
                    <a:pt x="99" y="397"/>
                    <a:pt x="101" y="397"/>
                  </a:cubicBezTo>
                  <a:cubicBezTo>
                    <a:pt x="101" y="397"/>
                    <a:pt x="101" y="397"/>
                    <a:pt x="101" y="397"/>
                  </a:cubicBezTo>
                  <a:cubicBezTo>
                    <a:pt x="104" y="397"/>
                    <a:pt x="118" y="391"/>
                    <a:pt x="124" y="386"/>
                  </a:cubicBezTo>
                  <a:cubicBezTo>
                    <a:pt x="129" y="383"/>
                    <a:pt x="131" y="382"/>
                    <a:pt x="132" y="382"/>
                  </a:cubicBezTo>
                  <a:cubicBezTo>
                    <a:pt x="132" y="382"/>
                    <a:pt x="132" y="382"/>
                    <a:pt x="132" y="382"/>
                  </a:cubicBezTo>
                  <a:cubicBezTo>
                    <a:pt x="133" y="385"/>
                    <a:pt x="133" y="385"/>
                    <a:pt x="125" y="389"/>
                  </a:cubicBezTo>
                  <a:cubicBezTo>
                    <a:pt x="117" y="395"/>
                    <a:pt x="114" y="398"/>
                    <a:pt x="117" y="398"/>
                  </a:cubicBezTo>
                  <a:cubicBezTo>
                    <a:pt x="119" y="398"/>
                    <a:pt x="123" y="397"/>
                    <a:pt x="129" y="394"/>
                  </a:cubicBezTo>
                  <a:lnTo>
                    <a:pt x="129" y="394"/>
                  </a:lnTo>
                  <a:lnTo>
                    <a:pt x="121" y="398"/>
                  </a:lnTo>
                  <a:cubicBezTo>
                    <a:pt x="114" y="403"/>
                    <a:pt x="109" y="409"/>
                    <a:pt x="121" y="412"/>
                  </a:cubicBezTo>
                  <a:cubicBezTo>
                    <a:pt x="124" y="417"/>
                    <a:pt x="128" y="422"/>
                    <a:pt x="122" y="427"/>
                  </a:cubicBezTo>
                  <a:cubicBezTo>
                    <a:pt x="120" y="429"/>
                    <a:pt x="120" y="430"/>
                    <a:pt x="121" y="430"/>
                  </a:cubicBezTo>
                  <a:cubicBezTo>
                    <a:pt x="125" y="430"/>
                    <a:pt x="137" y="425"/>
                    <a:pt x="147" y="418"/>
                  </a:cubicBezTo>
                  <a:lnTo>
                    <a:pt x="147" y="418"/>
                  </a:lnTo>
                  <a:cubicBezTo>
                    <a:pt x="141" y="424"/>
                    <a:pt x="142" y="425"/>
                    <a:pt x="144" y="427"/>
                  </a:cubicBezTo>
                  <a:cubicBezTo>
                    <a:pt x="148" y="432"/>
                    <a:pt x="148" y="432"/>
                    <a:pt x="142" y="437"/>
                  </a:cubicBezTo>
                  <a:cubicBezTo>
                    <a:pt x="135" y="443"/>
                    <a:pt x="132" y="446"/>
                    <a:pt x="132" y="446"/>
                  </a:cubicBezTo>
                  <a:cubicBezTo>
                    <a:pt x="133" y="446"/>
                    <a:pt x="136" y="443"/>
                    <a:pt x="143" y="438"/>
                  </a:cubicBezTo>
                  <a:cubicBezTo>
                    <a:pt x="147" y="435"/>
                    <a:pt x="149" y="434"/>
                    <a:pt x="151" y="434"/>
                  </a:cubicBezTo>
                  <a:cubicBezTo>
                    <a:pt x="153" y="434"/>
                    <a:pt x="150" y="441"/>
                    <a:pt x="142" y="450"/>
                  </a:cubicBezTo>
                  <a:cubicBezTo>
                    <a:pt x="137" y="456"/>
                    <a:pt x="138" y="458"/>
                    <a:pt x="141" y="460"/>
                  </a:cubicBezTo>
                  <a:cubicBezTo>
                    <a:pt x="144" y="458"/>
                    <a:pt x="146" y="457"/>
                    <a:pt x="148" y="457"/>
                  </a:cubicBezTo>
                  <a:cubicBezTo>
                    <a:pt x="150" y="457"/>
                    <a:pt x="151" y="458"/>
                    <a:pt x="153" y="460"/>
                  </a:cubicBezTo>
                  <a:cubicBezTo>
                    <a:pt x="155" y="461"/>
                    <a:pt x="156" y="462"/>
                    <a:pt x="157" y="462"/>
                  </a:cubicBezTo>
                  <a:cubicBezTo>
                    <a:pt x="159" y="462"/>
                    <a:pt x="161" y="459"/>
                    <a:pt x="168" y="450"/>
                  </a:cubicBezTo>
                  <a:cubicBezTo>
                    <a:pt x="175" y="441"/>
                    <a:pt x="177" y="438"/>
                    <a:pt x="180" y="438"/>
                  </a:cubicBezTo>
                  <a:cubicBezTo>
                    <a:pt x="181" y="438"/>
                    <a:pt x="181" y="439"/>
                    <a:pt x="183" y="440"/>
                  </a:cubicBezTo>
                  <a:cubicBezTo>
                    <a:pt x="184" y="441"/>
                    <a:pt x="185" y="442"/>
                    <a:pt x="179" y="449"/>
                  </a:cubicBezTo>
                  <a:cubicBezTo>
                    <a:pt x="179" y="449"/>
                    <a:pt x="176" y="456"/>
                    <a:pt x="177" y="458"/>
                  </a:cubicBezTo>
                  <a:cubicBezTo>
                    <a:pt x="179" y="459"/>
                    <a:pt x="180" y="460"/>
                    <a:pt x="176" y="467"/>
                  </a:cubicBezTo>
                  <a:cubicBezTo>
                    <a:pt x="176" y="467"/>
                    <a:pt x="172" y="474"/>
                    <a:pt x="175" y="477"/>
                  </a:cubicBezTo>
                  <a:cubicBezTo>
                    <a:pt x="178" y="479"/>
                    <a:pt x="181" y="481"/>
                    <a:pt x="177" y="489"/>
                  </a:cubicBezTo>
                  <a:cubicBezTo>
                    <a:pt x="178" y="489"/>
                    <a:pt x="178" y="489"/>
                    <a:pt x="183" y="482"/>
                  </a:cubicBezTo>
                  <a:cubicBezTo>
                    <a:pt x="185" y="477"/>
                    <a:pt x="189" y="473"/>
                    <a:pt x="191" y="473"/>
                  </a:cubicBezTo>
                  <a:cubicBezTo>
                    <a:pt x="193" y="473"/>
                    <a:pt x="194" y="475"/>
                    <a:pt x="195" y="479"/>
                  </a:cubicBezTo>
                  <a:cubicBezTo>
                    <a:pt x="197" y="480"/>
                    <a:pt x="199" y="482"/>
                    <a:pt x="201" y="482"/>
                  </a:cubicBezTo>
                  <a:cubicBezTo>
                    <a:pt x="203" y="482"/>
                    <a:pt x="205" y="480"/>
                    <a:pt x="206" y="477"/>
                  </a:cubicBezTo>
                  <a:cubicBezTo>
                    <a:pt x="208" y="477"/>
                    <a:pt x="208" y="477"/>
                    <a:pt x="204" y="484"/>
                  </a:cubicBezTo>
                  <a:cubicBezTo>
                    <a:pt x="200" y="493"/>
                    <a:pt x="199" y="497"/>
                    <a:pt x="201" y="497"/>
                  </a:cubicBezTo>
                  <a:cubicBezTo>
                    <a:pt x="203" y="497"/>
                    <a:pt x="206" y="494"/>
                    <a:pt x="211" y="488"/>
                  </a:cubicBezTo>
                  <a:cubicBezTo>
                    <a:pt x="212" y="484"/>
                    <a:pt x="213" y="482"/>
                    <a:pt x="214" y="482"/>
                  </a:cubicBezTo>
                  <a:cubicBezTo>
                    <a:pt x="215" y="482"/>
                    <a:pt x="215" y="485"/>
                    <a:pt x="214" y="489"/>
                  </a:cubicBezTo>
                  <a:cubicBezTo>
                    <a:pt x="214" y="489"/>
                    <a:pt x="214" y="489"/>
                    <a:pt x="214" y="489"/>
                  </a:cubicBezTo>
                  <a:cubicBezTo>
                    <a:pt x="215" y="489"/>
                    <a:pt x="217" y="488"/>
                    <a:pt x="221" y="483"/>
                  </a:cubicBezTo>
                  <a:cubicBezTo>
                    <a:pt x="223" y="480"/>
                    <a:pt x="224" y="478"/>
                    <a:pt x="225" y="478"/>
                  </a:cubicBezTo>
                  <a:cubicBezTo>
                    <a:pt x="225" y="478"/>
                    <a:pt x="225" y="480"/>
                    <a:pt x="225" y="486"/>
                  </a:cubicBezTo>
                  <a:cubicBezTo>
                    <a:pt x="222" y="493"/>
                    <a:pt x="224" y="493"/>
                    <a:pt x="225" y="495"/>
                  </a:cubicBezTo>
                  <a:cubicBezTo>
                    <a:pt x="227" y="493"/>
                    <a:pt x="230" y="492"/>
                    <a:pt x="233" y="492"/>
                  </a:cubicBezTo>
                  <a:cubicBezTo>
                    <a:pt x="240" y="492"/>
                    <a:pt x="249" y="497"/>
                    <a:pt x="249" y="502"/>
                  </a:cubicBezTo>
                  <a:cubicBezTo>
                    <a:pt x="252" y="497"/>
                    <a:pt x="253" y="495"/>
                    <a:pt x="254" y="495"/>
                  </a:cubicBezTo>
                  <a:cubicBezTo>
                    <a:pt x="254" y="495"/>
                    <a:pt x="254" y="495"/>
                    <a:pt x="254" y="496"/>
                  </a:cubicBezTo>
                  <a:cubicBezTo>
                    <a:pt x="254" y="502"/>
                    <a:pt x="253" y="505"/>
                    <a:pt x="254" y="505"/>
                  </a:cubicBezTo>
                  <a:cubicBezTo>
                    <a:pt x="255" y="505"/>
                    <a:pt x="257" y="498"/>
                    <a:pt x="260" y="488"/>
                  </a:cubicBezTo>
                  <a:lnTo>
                    <a:pt x="258" y="488"/>
                  </a:lnTo>
                  <a:lnTo>
                    <a:pt x="257" y="487"/>
                  </a:lnTo>
                  <a:cubicBezTo>
                    <a:pt x="258" y="480"/>
                    <a:pt x="260" y="476"/>
                    <a:pt x="261" y="476"/>
                  </a:cubicBezTo>
                  <a:lnTo>
                    <a:pt x="261" y="476"/>
                  </a:lnTo>
                  <a:cubicBezTo>
                    <a:pt x="262" y="476"/>
                    <a:pt x="263" y="483"/>
                    <a:pt x="260" y="497"/>
                  </a:cubicBezTo>
                  <a:cubicBezTo>
                    <a:pt x="259" y="505"/>
                    <a:pt x="258" y="510"/>
                    <a:pt x="259" y="510"/>
                  </a:cubicBezTo>
                  <a:cubicBezTo>
                    <a:pt x="259" y="510"/>
                    <a:pt x="261" y="506"/>
                    <a:pt x="263" y="498"/>
                  </a:cubicBezTo>
                  <a:cubicBezTo>
                    <a:pt x="266" y="490"/>
                    <a:pt x="267" y="486"/>
                    <a:pt x="268" y="486"/>
                  </a:cubicBezTo>
                  <a:cubicBezTo>
                    <a:pt x="268" y="486"/>
                    <a:pt x="268" y="490"/>
                    <a:pt x="268" y="499"/>
                  </a:cubicBezTo>
                  <a:cubicBezTo>
                    <a:pt x="267" y="507"/>
                    <a:pt x="266" y="512"/>
                    <a:pt x="266" y="512"/>
                  </a:cubicBezTo>
                  <a:cubicBezTo>
                    <a:pt x="267" y="512"/>
                    <a:pt x="268" y="507"/>
                    <a:pt x="270" y="499"/>
                  </a:cubicBezTo>
                  <a:cubicBezTo>
                    <a:pt x="274" y="480"/>
                    <a:pt x="278" y="470"/>
                    <a:pt x="279" y="470"/>
                  </a:cubicBezTo>
                  <a:lnTo>
                    <a:pt x="279" y="470"/>
                  </a:lnTo>
                  <a:cubicBezTo>
                    <a:pt x="280" y="470"/>
                    <a:pt x="281" y="477"/>
                    <a:pt x="279" y="492"/>
                  </a:cubicBezTo>
                  <a:cubicBezTo>
                    <a:pt x="277" y="509"/>
                    <a:pt x="278" y="517"/>
                    <a:pt x="280" y="518"/>
                  </a:cubicBezTo>
                  <a:cubicBezTo>
                    <a:pt x="282" y="518"/>
                    <a:pt x="282" y="509"/>
                    <a:pt x="284" y="501"/>
                  </a:cubicBezTo>
                  <a:cubicBezTo>
                    <a:pt x="284" y="492"/>
                    <a:pt x="284" y="488"/>
                    <a:pt x="284" y="488"/>
                  </a:cubicBezTo>
                  <a:cubicBezTo>
                    <a:pt x="285" y="488"/>
                    <a:pt x="286" y="493"/>
                    <a:pt x="287" y="501"/>
                  </a:cubicBezTo>
                  <a:cubicBezTo>
                    <a:pt x="289" y="516"/>
                    <a:pt x="291" y="523"/>
                    <a:pt x="294" y="523"/>
                  </a:cubicBezTo>
                  <a:cubicBezTo>
                    <a:pt x="296" y="523"/>
                    <a:pt x="298" y="519"/>
                    <a:pt x="300" y="511"/>
                  </a:cubicBezTo>
                  <a:cubicBezTo>
                    <a:pt x="304" y="503"/>
                    <a:pt x="307" y="498"/>
                    <a:pt x="308" y="498"/>
                  </a:cubicBezTo>
                  <a:cubicBezTo>
                    <a:pt x="310" y="498"/>
                    <a:pt x="311" y="503"/>
                    <a:pt x="308" y="511"/>
                  </a:cubicBezTo>
                  <a:cubicBezTo>
                    <a:pt x="306" y="521"/>
                    <a:pt x="305" y="525"/>
                    <a:pt x="306" y="525"/>
                  </a:cubicBezTo>
                  <a:cubicBezTo>
                    <a:pt x="306" y="525"/>
                    <a:pt x="307" y="523"/>
                    <a:pt x="308" y="519"/>
                  </a:cubicBezTo>
                  <a:lnTo>
                    <a:pt x="317" y="519"/>
                  </a:lnTo>
                  <a:cubicBezTo>
                    <a:pt x="319" y="519"/>
                    <a:pt x="321" y="510"/>
                    <a:pt x="319" y="502"/>
                  </a:cubicBezTo>
                  <a:lnTo>
                    <a:pt x="319" y="502"/>
                  </a:lnTo>
                  <a:cubicBezTo>
                    <a:pt x="321" y="513"/>
                    <a:pt x="324" y="520"/>
                    <a:pt x="327" y="520"/>
                  </a:cubicBezTo>
                  <a:cubicBezTo>
                    <a:pt x="328" y="520"/>
                    <a:pt x="329" y="517"/>
                    <a:pt x="330" y="510"/>
                  </a:cubicBezTo>
                  <a:lnTo>
                    <a:pt x="333" y="509"/>
                  </a:lnTo>
                  <a:cubicBezTo>
                    <a:pt x="335" y="509"/>
                    <a:pt x="335" y="509"/>
                    <a:pt x="335" y="501"/>
                  </a:cubicBezTo>
                  <a:cubicBezTo>
                    <a:pt x="335" y="498"/>
                    <a:pt x="336" y="497"/>
                    <a:pt x="337" y="497"/>
                  </a:cubicBezTo>
                  <a:cubicBezTo>
                    <a:pt x="338" y="497"/>
                    <a:pt x="340" y="503"/>
                    <a:pt x="342" y="509"/>
                  </a:cubicBezTo>
                  <a:cubicBezTo>
                    <a:pt x="345" y="515"/>
                    <a:pt x="347" y="520"/>
                    <a:pt x="348" y="520"/>
                  </a:cubicBezTo>
                  <a:cubicBezTo>
                    <a:pt x="348" y="520"/>
                    <a:pt x="348" y="519"/>
                    <a:pt x="347" y="516"/>
                  </a:cubicBezTo>
                  <a:cubicBezTo>
                    <a:pt x="347" y="508"/>
                    <a:pt x="346" y="499"/>
                    <a:pt x="347" y="490"/>
                  </a:cubicBezTo>
                  <a:cubicBezTo>
                    <a:pt x="347" y="487"/>
                    <a:pt x="348" y="486"/>
                    <a:pt x="348" y="486"/>
                  </a:cubicBezTo>
                  <a:cubicBezTo>
                    <a:pt x="349" y="486"/>
                    <a:pt x="351" y="492"/>
                    <a:pt x="351" y="498"/>
                  </a:cubicBezTo>
                  <a:cubicBezTo>
                    <a:pt x="352" y="504"/>
                    <a:pt x="354" y="509"/>
                    <a:pt x="359" y="514"/>
                  </a:cubicBezTo>
                  <a:cubicBezTo>
                    <a:pt x="361" y="514"/>
                    <a:pt x="364" y="513"/>
                    <a:pt x="362" y="505"/>
                  </a:cubicBezTo>
                  <a:cubicBezTo>
                    <a:pt x="361" y="500"/>
                    <a:pt x="364" y="497"/>
                    <a:pt x="367" y="497"/>
                  </a:cubicBezTo>
                  <a:cubicBezTo>
                    <a:pt x="370" y="497"/>
                    <a:pt x="373" y="499"/>
                    <a:pt x="374" y="501"/>
                  </a:cubicBezTo>
                  <a:lnTo>
                    <a:pt x="378" y="500"/>
                  </a:lnTo>
                  <a:cubicBezTo>
                    <a:pt x="380" y="499"/>
                    <a:pt x="379" y="491"/>
                    <a:pt x="380" y="490"/>
                  </a:cubicBezTo>
                  <a:cubicBezTo>
                    <a:pt x="380" y="490"/>
                    <a:pt x="382" y="490"/>
                    <a:pt x="380" y="481"/>
                  </a:cubicBezTo>
                  <a:cubicBezTo>
                    <a:pt x="381" y="481"/>
                    <a:pt x="381" y="481"/>
                    <a:pt x="381" y="481"/>
                  </a:cubicBezTo>
                  <a:cubicBezTo>
                    <a:pt x="383" y="481"/>
                    <a:pt x="384" y="482"/>
                    <a:pt x="387" y="488"/>
                  </a:cubicBezTo>
                  <a:cubicBezTo>
                    <a:pt x="384" y="480"/>
                    <a:pt x="383" y="476"/>
                    <a:pt x="384" y="476"/>
                  </a:cubicBezTo>
                  <a:lnTo>
                    <a:pt x="384" y="476"/>
                  </a:lnTo>
                  <a:cubicBezTo>
                    <a:pt x="384" y="476"/>
                    <a:pt x="386" y="480"/>
                    <a:pt x="390" y="487"/>
                  </a:cubicBezTo>
                  <a:cubicBezTo>
                    <a:pt x="393" y="495"/>
                    <a:pt x="395" y="498"/>
                    <a:pt x="395" y="498"/>
                  </a:cubicBezTo>
                  <a:cubicBezTo>
                    <a:pt x="396" y="498"/>
                    <a:pt x="395" y="495"/>
                    <a:pt x="392" y="487"/>
                  </a:cubicBezTo>
                  <a:cubicBezTo>
                    <a:pt x="391" y="482"/>
                    <a:pt x="391" y="480"/>
                    <a:pt x="391" y="480"/>
                  </a:cubicBezTo>
                  <a:lnTo>
                    <a:pt x="391" y="480"/>
                  </a:lnTo>
                  <a:cubicBezTo>
                    <a:pt x="392" y="480"/>
                    <a:pt x="393" y="481"/>
                    <a:pt x="396" y="484"/>
                  </a:cubicBezTo>
                  <a:cubicBezTo>
                    <a:pt x="397" y="488"/>
                    <a:pt x="399" y="490"/>
                    <a:pt x="399" y="490"/>
                  </a:cubicBezTo>
                  <a:cubicBezTo>
                    <a:pt x="399" y="490"/>
                    <a:pt x="399" y="488"/>
                    <a:pt x="397" y="484"/>
                  </a:cubicBezTo>
                  <a:cubicBezTo>
                    <a:pt x="393" y="474"/>
                    <a:pt x="392" y="466"/>
                    <a:pt x="394" y="466"/>
                  </a:cubicBezTo>
                  <a:cubicBezTo>
                    <a:pt x="396" y="466"/>
                    <a:pt x="397" y="468"/>
                    <a:pt x="400" y="473"/>
                  </a:cubicBezTo>
                  <a:cubicBezTo>
                    <a:pt x="400" y="473"/>
                    <a:pt x="401" y="473"/>
                    <a:pt x="399" y="464"/>
                  </a:cubicBezTo>
                  <a:cubicBezTo>
                    <a:pt x="396" y="456"/>
                    <a:pt x="394" y="452"/>
                    <a:pt x="394" y="452"/>
                  </a:cubicBezTo>
                  <a:lnTo>
                    <a:pt x="394" y="452"/>
                  </a:lnTo>
                  <a:cubicBezTo>
                    <a:pt x="394" y="452"/>
                    <a:pt x="396" y="456"/>
                    <a:pt x="400" y="464"/>
                  </a:cubicBezTo>
                  <a:cubicBezTo>
                    <a:pt x="405" y="471"/>
                    <a:pt x="408" y="475"/>
                    <a:pt x="409" y="475"/>
                  </a:cubicBezTo>
                  <a:cubicBezTo>
                    <a:pt x="410" y="475"/>
                    <a:pt x="408" y="470"/>
                    <a:pt x="405" y="462"/>
                  </a:cubicBezTo>
                  <a:cubicBezTo>
                    <a:pt x="405" y="462"/>
                    <a:pt x="404" y="458"/>
                    <a:pt x="405" y="458"/>
                  </a:cubicBezTo>
                  <a:cubicBezTo>
                    <a:pt x="405" y="458"/>
                    <a:pt x="406" y="459"/>
                    <a:pt x="408" y="461"/>
                  </a:cubicBezTo>
                  <a:cubicBezTo>
                    <a:pt x="411" y="463"/>
                    <a:pt x="415" y="465"/>
                    <a:pt x="418" y="465"/>
                  </a:cubicBezTo>
                  <a:cubicBezTo>
                    <a:pt x="423" y="465"/>
                    <a:pt x="425" y="462"/>
                    <a:pt x="418" y="454"/>
                  </a:cubicBezTo>
                  <a:lnTo>
                    <a:pt x="422" y="453"/>
                  </a:lnTo>
                  <a:cubicBezTo>
                    <a:pt x="424" y="455"/>
                    <a:pt x="426" y="457"/>
                    <a:pt x="428" y="457"/>
                  </a:cubicBezTo>
                  <a:cubicBezTo>
                    <a:pt x="429" y="457"/>
                    <a:pt x="429" y="454"/>
                    <a:pt x="427" y="450"/>
                  </a:cubicBezTo>
                  <a:lnTo>
                    <a:pt x="424" y="442"/>
                  </a:lnTo>
                  <a:lnTo>
                    <a:pt x="424" y="442"/>
                  </a:lnTo>
                  <a:cubicBezTo>
                    <a:pt x="428" y="449"/>
                    <a:pt x="435" y="454"/>
                    <a:pt x="436" y="454"/>
                  </a:cubicBezTo>
                  <a:cubicBezTo>
                    <a:pt x="437" y="453"/>
                    <a:pt x="437" y="453"/>
                    <a:pt x="433" y="445"/>
                  </a:cubicBezTo>
                  <a:cubicBezTo>
                    <a:pt x="426" y="440"/>
                    <a:pt x="427" y="438"/>
                    <a:pt x="429" y="438"/>
                  </a:cubicBezTo>
                  <a:cubicBezTo>
                    <a:pt x="429" y="438"/>
                    <a:pt x="430" y="438"/>
                    <a:pt x="430" y="438"/>
                  </a:cubicBezTo>
                  <a:cubicBezTo>
                    <a:pt x="432" y="438"/>
                    <a:pt x="438" y="444"/>
                    <a:pt x="442" y="450"/>
                  </a:cubicBezTo>
                  <a:lnTo>
                    <a:pt x="443" y="449"/>
                  </a:lnTo>
                  <a:cubicBezTo>
                    <a:pt x="437" y="440"/>
                    <a:pt x="435" y="437"/>
                    <a:pt x="435" y="437"/>
                  </a:cubicBezTo>
                  <a:lnTo>
                    <a:pt x="435" y="437"/>
                  </a:lnTo>
                  <a:cubicBezTo>
                    <a:pt x="436" y="437"/>
                    <a:pt x="437" y="438"/>
                    <a:pt x="439" y="441"/>
                  </a:cubicBezTo>
                  <a:cubicBezTo>
                    <a:pt x="443" y="444"/>
                    <a:pt x="445" y="445"/>
                    <a:pt x="447" y="445"/>
                  </a:cubicBezTo>
                  <a:cubicBezTo>
                    <a:pt x="448" y="445"/>
                    <a:pt x="448" y="445"/>
                    <a:pt x="448" y="444"/>
                  </a:cubicBezTo>
                  <a:cubicBezTo>
                    <a:pt x="447" y="442"/>
                    <a:pt x="447" y="442"/>
                    <a:pt x="447" y="442"/>
                  </a:cubicBezTo>
                  <a:lnTo>
                    <a:pt x="447" y="442"/>
                  </a:lnTo>
                  <a:cubicBezTo>
                    <a:pt x="447" y="442"/>
                    <a:pt x="450" y="444"/>
                    <a:pt x="448" y="444"/>
                  </a:cubicBezTo>
                  <a:lnTo>
                    <a:pt x="454" y="451"/>
                  </a:lnTo>
                  <a:cubicBezTo>
                    <a:pt x="456" y="452"/>
                    <a:pt x="457" y="453"/>
                    <a:pt x="457" y="453"/>
                  </a:cubicBezTo>
                  <a:cubicBezTo>
                    <a:pt x="458" y="453"/>
                    <a:pt x="455" y="448"/>
                    <a:pt x="451" y="444"/>
                  </a:cubicBezTo>
                  <a:lnTo>
                    <a:pt x="453" y="442"/>
                  </a:lnTo>
                  <a:cubicBezTo>
                    <a:pt x="454" y="441"/>
                    <a:pt x="456" y="440"/>
                    <a:pt x="448" y="434"/>
                  </a:cubicBezTo>
                  <a:cubicBezTo>
                    <a:pt x="444" y="427"/>
                    <a:pt x="438" y="421"/>
                    <a:pt x="439" y="419"/>
                  </a:cubicBezTo>
                  <a:lnTo>
                    <a:pt x="439" y="419"/>
                  </a:lnTo>
                  <a:cubicBezTo>
                    <a:pt x="445" y="426"/>
                    <a:pt x="450" y="432"/>
                    <a:pt x="451" y="432"/>
                  </a:cubicBezTo>
                  <a:cubicBezTo>
                    <a:pt x="452" y="432"/>
                    <a:pt x="452" y="432"/>
                    <a:pt x="452" y="432"/>
                  </a:cubicBezTo>
                  <a:cubicBezTo>
                    <a:pt x="452" y="432"/>
                    <a:pt x="452" y="432"/>
                    <a:pt x="452" y="432"/>
                  </a:cubicBezTo>
                  <a:cubicBezTo>
                    <a:pt x="454" y="432"/>
                    <a:pt x="459" y="437"/>
                    <a:pt x="459" y="437"/>
                  </a:cubicBezTo>
                  <a:cubicBezTo>
                    <a:pt x="462" y="442"/>
                    <a:pt x="464" y="444"/>
                    <a:pt x="466" y="444"/>
                  </a:cubicBezTo>
                  <a:cubicBezTo>
                    <a:pt x="468" y="444"/>
                    <a:pt x="467" y="437"/>
                    <a:pt x="464" y="433"/>
                  </a:cubicBezTo>
                  <a:cubicBezTo>
                    <a:pt x="459" y="425"/>
                    <a:pt x="457" y="421"/>
                    <a:pt x="458" y="421"/>
                  </a:cubicBezTo>
                  <a:lnTo>
                    <a:pt x="458" y="421"/>
                  </a:lnTo>
                  <a:cubicBezTo>
                    <a:pt x="459" y="421"/>
                    <a:pt x="462" y="424"/>
                    <a:pt x="468" y="429"/>
                  </a:cubicBezTo>
                  <a:cubicBezTo>
                    <a:pt x="470" y="432"/>
                    <a:pt x="472" y="433"/>
                    <a:pt x="473" y="433"/>
                  </a:cubicBezTo>
                  <a:cubicBezTo>
                    <a:pt x="475" y="433"/>
                    <a:pt x="467" y="422"/>
                    <a:pt x="454" y="407"/>
                  </a:cubicBezTo>
                  <a:lnTo>
                    <a:pt x="436" y="389"/>
                  </a:lnTo>
                  <a:lnTo>
                    <a:pt x="436" y="389"/>
                  </a:lnTo>
                  <a:lnTo>
                    <a:pt x="455" y="406"/>
                  </a:lnTo>
                  <a:cubicBezTo>
                    <a:pt x="469" y="419"/>
                    <a:pt x="475" y="424"/>
                    <a:pt x="477" y="424"/>
                  </a:cubicBezTo>
                  <a:cubicBezTo>
                    <a:pt x="478" y="424"/>
                    <a:pt x="476" y="420"/>
                    <a:pt x="472" y="414"/>
                  </a:cubicBezTo>
                  <a:cubicBezTo>
                    <a:pt x="470" y="409"/>
                    <a:pt x="468" y="407"/>
                    <a:pt x="469" y="407"/>
                  </a:cubicBezTo>
                  <a:lnTo>
                    <a:pt x="469" y="407"/>
                  </a:lnTo>
                  <a:cubicBezTo>
                    <a:pt x="469" y="407"/>
                    <a:pt x="471" y="408"/>
                    <a:pt x="474" y="412"/>
                  </a:cubicBezTo>
                  <a:cubicBezTo>
                    <a:pt x="477" y="414"/>
                    <a:pt x="479" y="415"/>
                    <a:pt x="480" y="415"/>
                  </a:cubicBezTo>
                  <a:cubicBezTo>
                    <a:pt x="482" y="415"/>
                    <a:pt x="483" y="414"/>
                    <a:pt x="485" y="412"/>
                  </a:cubicBezTo>
                  <a:cubicBezTo>
                    <a:pt x="489" y="408"/>
                    <a:pt x="490" y="407"/>
                    <a:pt x="483" y="401"/>
                  </a:cubicBezTo>
                  <a:lnTo>
                    <a:pt x="485" y="398"/>
                  </a:lnTo>
                  <a:cubicBezTo>
                    <a:pt x="490" y="401"/>
                    <a:pt x="493" y="403"/>
                    <a:pt x="494" y="403"/>
                  </a:cubicBezTo>
                  <a:cubicBezTo>
                    <a:pt x="496" y="403"/>
                    <a:pt x="491" y="396"/>
                    <a:pt x="481" y="390"/>
                  </a:cubicBezTo>
                  <a:cubicBezTo>
                    <a:pt x="481" y="390"/>
                    <a:pt x="482" y="389"/>
                    <a:pt x="483" y="388"/>
                  </a:cubicBezTo>
                  <a:lnTo>
                    <a:pt x="490" y="394"/>
                  </a:lnTo>
                  <a:cubicBezTo>
                    <a:pt x="492" y="395"/>
                    <a:pt x="494" y="396"/>
                    <a:pt x="495" y="396"/>
                  </a:cubicBezTo>
                  <a:cubicBezTo>
                    <a:pt x="499" y="396"/>
                    <a:pt x="501" y="392"/>
                    <a:pt x="507" y="385"/>
                  </a:cubicBezTo>
                  <a:cubicBezTo>
                    <a:pt x="516" y="371"/>
                    <a:pt x="517" y="369"/>
                    <a:pt x="502" y="361"/>
                  </a:cubicBezTo>
                  <a:cubicBezTo>
                    <a:pt x="494" y="356"/>
                    <a:pt x="491" y="354"/>
                    <a:pt x="492" y="354"/>
                  </a:cubicBezTo>
                  <a:cubicBezTo>
                    <a:pt x="493" y="354"/>
                    <a:pt x="497" y="355"/>
                    <a:pt x="503" y="359"/>
                  </a:cubicBezTo>
                  <a:cubicBezTo>
                    <a:pt x="509" y="361"/>
                    <a:pt x="514" y="363"/>
                    <a:pt x="515" y="363"/>
                  </a:cubicBezTo>
                  <a:cubicBezTo>
                    <a:pt x="515" y="363"/>
                    <a:pt x="515" y="362"/>
                    <a:pt x="512" y="361"/>
                  </a:cubicBezTo>
                  <a:cubicBezTo>
                    <a:pt x="512" y="361"/>
                    <a:pt x="513" y="359"/>
                    <a:pt x="517" y="359"/>
                  </a:cubicBezTo>
                  <a:cubicBezTo>
                    <a:pt x="518" y="359"/>
                    <a:pt x="519" y="359"/>
                    <a:pt x="521" y="360"/>
                  </a:cubicBezTo>
                  <a:cubicBezTo>
                    <a:pt x="525" y="361"/>
                    <a:pt x="528" y="361"/>
                    <a:pt x="530" y="361"/>
                  </a:cubicBezTo>
                  <a:cubicBezTo>
                    <a:pt x="536" y="361"/>
                    <a:pt x="531" y="357"/>
                    <a:pt x="525" y="354"/>
                  </a:cubicBezTo>
                  <a:cubicBezTo>
                    <a:pt x="516" y="351"/>
                    <a:pt x="515" y="350"/>
                    <a:pt x="516" y="350"/>
                  </a:cubicBezTo>
                  <a:cubicBezTo>
                    <a:pt x="518" y="350"/>
                    <a:pt x="522" y="351"/>
                    <a:pt x="526" y="352"/>
                  </a:cubicBezTo>
                  <a:cubicBezTo>
                    <a:pt x="531" y="353"/>
                    <a:pt x="535" y="354"/>
                    <a:pt x="537" y="354"/>
                  </a:cubicBezTo>
                  <a:cubicBezTo>
                    <a:pt x="539" y="354"/>
                    <a:pt x="538" y="354"/>
                    <a:pt x="535" y="352"/>
                  </a:cubicBezTo>
                  <a:cubicBezTo>
                    <a:pt x="529" y="348"/>
                    <a:pt x="526" y="339"/>
                    <a:pt x="534" y="339"/>
                  </a:cubicBezTo>
                  <a:cubicBezTo>
                    <a:pt x="535" y="339"/>
                    <a:pt x="538" y="340"/>
                    <a:pt x="540" y="341"/>
                  </a:cubicBezTo>
                  <a:lnTo>
                    <a:pt x="542" y="338"/>
                  </a:lnTo>
                  <a:cubicBezTo>
                    <a:pt x="534" y="334"/>
                    <a:pt x="535" y="331"/>
                    <a:pt x="536" y="327"/>
                  </a:cubicBezTo>
                  <a:cubicBezTo>
                    <a:pt x="537" y="325"/>
                    <a:pt x="537" y="324"/>
                    <a:pt x="540" y="324"/>
                  </a:cubicBezTo>
                  <a:cubicBezTo>
                    <a:pt x="541" y="324"/>
                    <a:pt x="543" y="324"/>
                    <a:pt x="546" y="325"/>
                  </a:cubicBezTo>
                  <a:cubicBezTo>
                    <a:pt x="549" y="327"/>
                    <a:pt x="551" y="328"/>
                    <a:pt x="552" y="328"/>
                  </a:cubicBezTo>
                  <a:cubicBezTo>
                    <a:pt x="553" y="328"/>
                    <a:pt x="551" y="325"/>
                    <a:pt x="547" y="322"/>
                  </a:cubicBezTo>
                  <a:cubicBezTo>
                    <a:pt x="548" y="320"/>
                    <a:pt x="531" y="314"/>
                    <a:pt x="533" y="313"/>
                  </a:cubicBezTo>
                  <a:cubicBezTo>
                    <a:pt x="524" y="311"/>
                    <a:pt x="516" y="307"/>
                    <a:pt x="517" y="305"/>
                  </a:cubicBezTo>
                  <a:lnTo>
                    <a:pt x="517" y="305"/>
                  </a:lnTo>
                  <a:lnTo>
                    <a:pt x="525" y="307"/>
                  </a:lnTo>
                  <a:lnTo>
                    <a:pt x="542" y="311"/>
                  </a:lnTo>
                  <a:cubicBezTo>
                    <a:pt x="542" y="309"/>
                    <a:pt x="543" y="307"/>
                    <a:pt x="534" y="306"/>
                  </a:cubicBezTo>
                  <a:cubicBezTo>
                    <a:pt x="543" y="306"/>
                    <a:pt x="543" y="304"/>
                    <a:pt x="544" y="300"/>
                  </a:cubicBezTo>
                  <a:cubicBezTo>
                    <a:pt x="545" y="297"/>
                    <a:pt x="546" y="294"/>
                    <a:pt x="537" y="290"/>
                  </a:cubicBezTo>
                  <a:lnTo>
                    <a:pt x="537" y="290"/>
                  </a:lnTo>
                  <a:cubicBezTo>
                    <a:pt x="538" y="290"/>
                    <a:pt x="539" y="290"/>
                    <a:pt x="539" y="290"/>
                  </a:cubicBezTo>
                  <a:cubicBezTo>
                    <a:pt x="554" y="290"/>
                    <a:pt x="555" y="280"/>
                    <a:pt x="539" y="277"/>
                  </a:cubicBezTo>
                  <a:cubicBezTo>
                    <a:pt x="530" y="277"/>
                    <a:pt x="530" y="275"/>
                    <a:pt x="539" y="274"/>
                  </a:cubicBezTo>
                  <a:cubicBezTo>
                    <a:pt x="548" y="272"/>
                    <a:pt x="548" y="272"/>
                    <a:pt x="539" y="270"/>
                  </a:cubicBezTo>
                  <a:cubicBezTo>
                    <a:pt x="531" y="268"/>
                    <a:pt x="540" y="267"/>
                    <a:pt x="548" y="266"/>
                  </a:cubicBezTo>
                  <a:cubicBezTo>
                    <a:pt x="565" y="263"/>
                    <a:pt x="565" y="261"/>
                    <a:pt x="557" y="260"/>
                  </a:cubicBezTo>
                  <a:cubicBezTo>
                    <a:pt x="548" y="257"/>
                    <a:pt x="548" y="253"/>
                    <a:pt x="548" y="251"/>
                  </a:cubicBezTo>
                  <a:cubicBezTo>
                    <a:pt x="543" y="249"/>
                    <a:pt x="541" y="248"/>
                    <a:pt x="538" y="248"/>
                  </a:cubicBezTo>
                  <a:cubicBezTo>
                    <a:pt x="537" y="248"/>
                    <a:pt x="535" y="248"/>
                    <a:pt x="531" y="249"/>
                  </a:cubicBezTo>
                  <a:lnTo>
                    <a:pt x="515" y="249"/>
                  </a:lnTo>
                  <a:cubicBezTo>
                    <a:pt x="508" y="247"/>
                    <a:pt x="511" y="246"/>
                    <a:pt x="513" y="246"/>
                  </a:cubicBezTo>
                  <a:cubicBezTo>
                    <a:pt x="514" y="246"/>
                    <a:pt x="515" y="246"/>
                    <a:pt x="515" y="247"/>
                  </a:cubicBezTo>
                  <a:cubicBezTo>
                    <a:pt x="518" y="248"/>
                    <a:pt x="519" y="248"/>
                    <a:pt x="521" y="248"/>
                  </a:cubicBezTo>
                  <a:cubicBezTo>
                    <a:pt x="524" y="248"/>
                    <a:pt x="526" y="247"/>
                    <a:pt x="531" y="246"/>
                  </a:cubicBezTo>
                  <a:cubicBezTo>
                    <a:pt x="540" y="243"/>
                    <a:pt x="539" y="240"/>
                    <a:pt x="539" y="238"/>
                  </a:cubicBezTo>
                  <a:cubicBezTo>
                    <a:pt x="539" y="237"/>
                    <a:pt x="538" y="233"/>
                    <a:pt x="538" y="231"/>
                  </a:cubicBezTo>
                  <a:cubicBezTo>
                    <a:pt x="544" y="226"/>
                    <a:pt x="546" y="223"/>
                    <a:pt x="543" y="223"/>
                  </a:cubicBezTo>
                  <a:cubicBezTo>
                    <a:pt x="542" y="223"/>
                    <a:pt x="540" y="224"/>
                    <a:pt x="538" y="224"/>
                  </a:cubicBezTo>
                  <a:lnTo>
                    <a:pt x="529" y="225"/>
                  </a:lnTo>
                  <a:cubicBezTo>
                    <a:pt x="545" y="221"/>
                    <a:pt x="542" y="204"/>
                    <a:pt x="528" y="204"/>
                  </a:cubicBezTo>
                  <a:cubicBezTo>
                    <a:pt x="527" y="204"/>
                    <a:pt x="526" y="204"/>
                    <a:pt x="525" y="204"/>
                  </a:cubicBezTo>
                  <a:lnTo>
                    <a:pt x="533" y="202"/>
                  </a:lnTo>
                  <a:cubicBezTo>
                    <a:pt x="542" y="200"/>
                    <a:pt x="540" y="197"/>
                    <a:pt x="540" y="194"/>
                  </a:cubicBezTo>
                  <a:cubicBezTo>
                    <a:pt x="539" y="193"/>
                    <a:pt x="529" y="188"/>
                    <a:pt x="527" y="184"/>
                  </a:cubicBezTo>
                  <a:cubicBezTo>
                    <a:pt x="525" y="179"/>
                    <a:pt x="524" y="175"/>
                    <a:pt x="520" y="175"/>
                  </a:cubicBezTo>
                  <a:cubicBezTo>
                    <a:pt x="519" y="175"/>
                    <a:pt x="518" y="175"/>
                    <a:pt x="516" y="176"/>
                  </a:cubicBezTo>
                  <a:cubicBezTo>
                    <a:pt x="515" y="174"/>
                    <a:pt x="515" y="174"/>
                    <a:pt x="522" y="170"/>
                  </a:cubicBezTo>
                  <a:cubicBezTo>
                    <a:pt x="531" y="168"/>
                    <a:pt x="530" y="167"/>
                    <a:pt x="529" y="165"/>
                  </a:cubicBezTo>
                  <a:cubicBezTo>
                    <a:pt x="529" y="165"/>
                    <a:pt x="529" y="165"/>
                    <a:pt x="529" y="165"/>
                  </a:cubicBezTo>
                  <a:cubicBezTo>
                    <a:pt x="527" y="165"/>
                    <a:pt x="520" y="167"/>
                    <a:pt x="514" y="170"/>
                  </a:cubicBezTo>
                  <a:cubicBezTo>
                    <a:pt x="511" y="172"/>
                    <a:pt x="509" y="173"/>
                    <a:pt x="508" y="173"/>
                  </a:cubicBezTo>
                  <a:cubicBezTo>
                    <a:pt x="506" y="173"/>
                    <a:pt x="508" y="170"/>
                    <a:pt x="511" y="166"/>
                  </a:cubicBezTo>
                  <a:cubicBezTo>
                    <a:pt x="517" y="160"/>
                    <a:pt x="515" y="153"/>
                    <a:pt x="508" y="153"/>
                  </a:cubicBezTo>
                  <a:cubicBezTo>
                    <a:pt x="507" y="153"/>
                    <a:pt x="506" y="153"/>
                    <a:pt x="506" y="154"/>
                  </a:cubicBezTo>
                  <a:cubicBezTo>
                    <a:pt x="505" y="152"/>
                    <a:pt x="505" y="151"/>
                    <a:pt x="511" y="147"/>
                  </a:cubicBezTo>
                  <a:cubicBezTo>
                    <a:pt x="516" y="143"/>
                    <a:pt x="520" y="137"/>
                    <a:pt x="515" y="137"/>
                  </a:cubicBezTo>
                  <a:cubicBezTo>
                    <a:pt x="513" y="137"/>
                    <a:pt x="511" y="138"/>
                    <a:pt x="507" y="139"/>
                  </a:cubicBezTo>
                  <a:cubicBezTo>
                    <a:pt x="506" y="138"/>
                    <a:pt x="506" y="138"/>
                    <a:pt x="512" y="133"/>
                  </a:cubicBezTo>
                  <a:cubicBezTo>
                    <a:pt x="517" y="129"/>
                    <a:pt x="521" y="126"/>
                    <a:pt x="520" y="126"/>
                  </a:cubicBezTo>
                  <a:lnTo>
                    <a:pt x="520" y="126"/>
                  </a:lnTo>
                  <a:cubicBezTo>
                    <a:pt x="519" y="126"/>
                    <a:pt x="517" y="127"/>
                    <a:pt x="511" y="130"/>
                  </a:cubicBezTo>
                  <a:cubicBezTo>
                    <a:pt x="510" y="130"/>
                    <a:pt x="510" y="130"/>
                    <a:pt x="509" y="130"/>
                  </a:cubicBezTo>
                  <a:cubicBezTo>
                    <a:pt x="502" y="130"/>
                    <a:pt x="501" y="126"/>
                    <a:pt x="505" y="119"/>
                  </a:cubicBezTo>
                  <a:cubicBezTo>
                    <a:pt x="504" y="118"/>
                    <a:pt x="503" y="117"/>
                    <a:pt x="502" y="117"/>
                  </a:cubicBezTo>
                  <a:cubicBezTo>
                    <a:pt x="501" y="117"/>
                    <a:pt x="499" y="118"/>
                    <a:pt x="496" y="121"/>
                  </a:cubicBezTo>
                  <a:lnTo>
                    <a:pt x="489" y="127"/>
                  </a:lnTo>
                  <a:cubicBezTo>
                    <a:pt x="495" y="120"/>
                    <a:pt x="499" y="117"/>
                    <a:pt x="498" y="117"/>
                  </a:cubicBezTo>
                  <a:lnTo>
                    <a:pt x="498" y="117"/>
                  </a:lnTo>
                  <a:cubicBezTo>
                    <a:pt x="497" y="117"/>
                    <a:pt x="493" y="119"/>
                    <a:pt x="487" y="123"/>
                  </a:cubicBezTo>
                  <a:cubicBezTo>
                    <a:pt x="484" y="126"/>
                    <a:pt x="482" y="127"/>
                    <a:pt x="481" y="127"/>
                  </a:cubicBezTo>
                  <a:cubicBezTo>
                    <a:pt x="480" y="127"/>
                    <a:pt x="482" y="125"/>
                    <a:pt x="485" y="122"/>
                  </a:cubicBezTo>
                  <a:cubicBezTo>
                    <a:pt x="491" y="115"/>
                    <a:pt x="490" y="114"/>
                    <a:pt x="490" y="114"/>
                  </a:cubicBezTo>
                  <a:cubicBezTo>
                    <a:pt x="483" y="112"/>
                    <a:pt x="476" y="109"/>
                    <a:pt x="471" y="104"/>
                  </a:cubicBezTo>
                  <a:cubicBezTo>
                    <a:pt x="465" y="97"/>
                    <a:pt x="461" y="93"/>
                    <a:pt x="458" y="93"/>
                  </a:cubicBezTo>
                  <a:cubicBezTo>
                    <a:pt x="456" y="93"/>
                    <a:pt x="455" y="94"/>
                    <a:pt x="453" y="96"/>
                  </a:cubicBezTo>
                  <a:cubicBezTo>
                    <a:pt x="450" y="99"/>
                    <a:pt x="448" y="100"/>
                    <a:pt x="448" y="100"/>
                  </a:cubicBezTo>
                  <a:cubicBezTo>
                    <a:pt x="447" y="100"/>
                    <a:pt x="448" y="98"/>
                    <a:pt x="451" y="94"/>
                  </a:cubicBezTo>
                  <a:cubicBezTo>
                    <a:pt x="455" y="87"/>
                    <a:pt x="453" y="85"/>
                    <a:pt x="452" y="84"/>
                  </a:cubicBezTo>
                  <a:cubicBezTo>
                    <a:pt x="451" y="83"/>
                    <a:pt x="450" y="82"/>
                    <a:pt x="455" y="76"/>
                  </a:cubicBezTo>
                  <a:lnTo>
                    <a:pt x="455" y="76"/>
                  </a:lnTo>
                  <a:cubicBezTo>
                    <a:pt x="451" y="79"/>
                    <a:pt x="449" y="80"/>
                    <a:pt x="448" y="80"/>
                  </a:cubicBezTo>
                  <a:cubicBezTo>
                    <a:pt x="448" y="80"/>
                    <a:pt x="448" y="80"/>
                    <a:pt x="447" y="80"/>
                  </a:cubicBezTo>
                  <a:cubicBezTo>
                    <a:pt x="451" y="76"/>
                    <a:pt x="451" y="74"/>
                    <a:pt x="450" y="74"/>
                  </a:cubicBezTo>
                  <a:cubicBezTo>
                    <a:pt x="449" y="74"/>
                    <a:pt x="447" y="75"/>
                    <a:pt x="444" y="77"/>
                  </a:cubicBezTo>
                  <a:cubicBezTo>
                    <a:pt x="438" y="83"/>
                    <a:pt x="436" y="86"/>
                    <a:pt x="435" y="86"/>
                  </a:cubicBezTo>
                  <a:cubicBezTo>
                    <a:pt x="435" y="86"/>
                    <a:pt x="438" y="83"/>
                    <a:pt x="443" y="76"/>
                  </a:cubicBezTo>
                  <a:cubicBezTo>
                    <a:pt x="447" y="71"/>
                    <a:pt x="449" y="64"/>
                    <a:pt x="448" y="64"/>
                  </a:cubicBezTo>
                  <a:lnTo>
                    <a:pt x="448" y="64"/>
                  </a:lnTo>
                  <a:cubicBezTo>
                    <a:pt x="448" y="64"/>
                    <a:pt x="447" y="65"/>
                    <a:pt x="446" y="67"/>
                  </a:cubicBezTo>
                  <a:cubicBezTo>
                    <a:pt x="441" y="74"/>
                    <a:pt x="438" y="72"/>
                    <a:pt x="432" y="77"/>
                  </a:cubicBezTo>
                  <a:cubicBezTo>
                    <a:pt x="430" y="76"/>
                    <a:pt x="428" y="75"/>
                    <a:pt x="434" y="68"/>
                  </a:cubicBezTo>
                  <a:cubicBezTo>
                    <a:pt x="435" y="65"/>
                    <a:pt x="433" y="63"/>
                    <a:pt x="430" y="63"/>
                  </a:cubicBezTo>
                  <a:cubicBezTo>
                    <a:pt x="427" y="63"/>
                    <a:pt x="422" y="65"/>
                    <a:pt x="419" y="68"/>
                  </a:cubicBezTo>
                  <a:cubicBezTo>
                    <a:pt x="417" y="71"/>
                    <a:pt x="416" y="73"/>
                    <a:pt x="415" y="73"/>
                  </a:cubicBezTo>
                  <a:cubicBezTo>
                    <a:pt x="415" y="73"/>
                    <a:pt x="416" y="71"/>
                    <a:pt x="418" y="67"/>
                  </a:cubicBezTo>
                  <a:cubicBezTo>
                    <a:pt x="423" y="60"/>
                    <a:pt x="422" y="59"/>
                    <a:pt x="419" y="58"/>
                  </a:cubicBezTo>
                  <a:lnTo>
                    <a:pt x="419" y="58"/>
                  </a:lnTo>
                  <a:cubicBezTo>
                    <a:pt x="418" y="60"/>
                    <a:pt x="417" y="60"/>
                    <a:pt x="417" y="60"/>
                  </a:cubicBezTo>
                  <a:cubicBezTo>
                    <a:pt x="416" y="60"/>
                    <a:pt x="419" y="55"/>
                    <a:pt x="423" y="50"/>
                  </a:cubicBezTo>
                  <a:cubicBezTo>
                    <a:pt x="428" y="44"/>
                    <a:pt x="427" y="42"/>
                    <a:pt x="424" y="40"/>
                  </a:cubicBezTo>
                  <a:lnTo>
                    <a:pt x="424" y="40"/>
                  </a:lnTo>
                  <a:cubicBezTo>
                    <a:pt x="421" y="43"/>
                    <a:pt x="419" y="44"/>
                    <a:pt x="417" y="44"/>
                  </a:cubicBezTo>
                  <a:cubicBezTo>
                    <a:pt x="413" y="44"/>
                    <a:pt x="410" y="42"/>
                    <a:pt x="407" y="40"/>
                  </a:cubicBezTo>
                  <a:cubicBezTo>
                    <a:pt x="406" y="39"/>
                    <a:pt x="404" y="39"/>
                    <a:pt x="403" y="39"/>
                  </a:cubicBezTo>
                  <a:cubicBezTo>
                    <a:pt x="397" y="39"/>
                    <a:pt x="391" y="45"/>
                    <a:pt x="383" y="57"/>
                  </a:cubicBezTo>
                  <a:lnTo>
                    <a:pt x="376" y="72"/>
                  </a:lnTo>
                  <a:lnTo>
                    <a:pt x="382" y="56"/>
                  </a:lnTo>
                  <a:cubicBezTo>
                    <a:pt x="386" y="48"/>
                    <a:pt x="391" y="32"/>
                    <a:pt x="391" y="32"/>
                  </a:cubicBezTo>
                  <a:cubicBezTo>
                    <a:pt x="391" y="32"/>
                    <a:pt x="391" y="32"/>
                    <a:pt x="391" y="32"/>
                  </a:cubicBezTo>
                  <a:cubicBezTo>
                    <a:pt x="390" y="32"/>
                    <a:pt x="387" y="40"/>
                    <a:pt x="383" y="47"/>
                  </a:cubicBezTo>
                  <a:cubicBezTo>
                    <a:pt x="382" y="51"/>
                    <a:pt x="381" y="52"/>
                    <a:pt x="380" y="52"/>
                  </a:cubicBezTo>
                  <a:cubicBezTo>
                    <a:pt x="379" y="52"/>
                    <a:pt x="378" y="50"/>
                    <a:pt x="379" y="45"/>
                  </a:cubicBezTo>
                  <a:cubicBezTo>
                    <a:pt x="379" y="39"/>
                    <a:pt x="378" y="37"/>
                    <a:pt x="377" y="37"/>
                  </a:cubicBezTo>
                  <a:cubicBezTo>
                    <a:pt x="376" y="37"/>
                    <a:pt x="374" y="38"/>
                    <a:pt x="372" y="41"/>
                  </a:cubicBezTo>
                  <a:cubicBezTo>
                    <a:pt x="371" y="41"/>
                    <a:pt x="369" y="40"/>
                    <a:pt x="370" y="31"/>
                  </a:cubicBezTo>
                  <a:lnTo>
                    <a:pt x="370" y="31"/>
                  </a:lnTo>
                  <a:cubicBezTo>
                    <a:pt x="369" y="31"/>
                    <a:pt x="369" y="31"/>
                    <a:pt x="365" y="39"/>
                  </a:cubicBezTo>
                  <a:cubicBezTo>
                    <a:pt x="364" y="43"/>
                    <a:pt x="364" y="45"/>
                    <a:pt x="363" y="45"/>
                  </a:cubicBezTo>
                  <a:cubicBezTo>
                    <a:pt x="363" y="45"/>
                    <a:pt x="363" y="43"/>
                    <a:pt x="363" y="38"/>
                  </a:cubicBezTo>
                  <a:cubicBezTo>
                    <a:pt x="365" y="28"/>
                    <a:pt x="364" y="23"/>
                    <a:pt x="362" y="23"/>
                  </a:cubicBezTo>
                  <a:cubicBezTo>
                    <a:pt x="361" y="23"/>
                    <a:pt x="360" y="25"/>
                    <a:pt x="359" y="28"/>
                  </a:cubicBezTo>
                  <a:cubicBezTo>
                    <a:pt x="357" y="34"/>
                    <a:pt x="356" y="35"/>
                    <a:pt x="354" y="35"/>
                  </a:cubicBezTo>
                  <a:cubicBezTo>
                    <a:pt x="354" y="35"/>
                    <a:pt x="354" y="35"/>
                    <a:pt x="353" y="35"/>
                  </a:cubicBezTo>
                  <a:cubicBezTo>
                    <a:pt x="353" y="34"/>
                    <a:pt x="352" y="34"/>
                    <a:pt x="352" y="34"/>
                  </a:cubicBezTo>
                  <a:cubicBezTo>
                    <a:pt x="351" y="34"/>
                    <a:pt x="349" y="36"/>
                    <a:pt x="346" y="41"/>
                  </a:cubicBezTo>
                  <a:lnTo>
                    <a:pt x="343" y="40"/>
                  </a:lnTo>
                  <a:cubicBezTo>
                    <a:pt x="342" y="40"/>
                    <a:pt x="345" y="32"/>
                    <a:pt x="346" y="32"/>
                  </a:cubicBezTo>
                  <a:lnTo>
                    <a:pt x="347" y="23"/>
                  </a:lnTo>
                  <a:cubicBezTo>
                    <a:pt x="347" y="23"/>
                    <a:pt x="346" y="23"/>
                    <a:pt x="345" y="23"/>
                  </a:cubicBezTo>
                  <a:cubicBezTo>
                    <a:pt x="343" y="23"/>
                    <a:pt x="341" y="24"/>
                    <a:pt x="339" y="30"/>
                  </a:cubicBezTo>
                  <a:cubicBezTo>
                    <a:pt x="336" y="39"/>
                    <a:pt x="335" y="43"/>
                    <a:pt x="335" y="43"/>
                  </a:cubicBezTo>
                  <a:cubicBezTo>
                    <a:pt x="335" y="43"/>
                    <a:pt x="336" y="39"/>
                    <a:pt x="337" y="30"/>
                  </a:cubicBezTo>
                  <a:cubicBezTo>
                    <a:pt x="338" y="24"/>
                    <a:pt x="338" y="17"/>
                    <a:pt x="337" y="17"/>
                  </a:cubicBezTo>
                  <a:cubicBezTo>
                    <a:pt x="337" y="17"/>
                    <a:pt x="336" y="18"/>
                    <a:pt x="335" y="20"/>
                  </a:cubicBezTo>
                  <a:cubicBezTo>
                    <a:pt x="333" y="27"/>
                    <a:pt x="332" y="30"/>
                    <a:pt x="332" y="30"/>
                  </a:cubicBezTo>
                  <a:cubicBezTo>
                    <a:pt x="331" y="30"/>
                    <a:pt x="331" y="25"/>
                    <a:pt x="332" y="20"/>
                  </a:cubicBezTo>
                  <a:cubicBezTo>
                    <a:pt x="335" y="11"/>
                    <a:pt x="336" y="7"/>
                    <a:pt x="335" y="7"/>
                  </a:cubicBezTo>
                  <a:lnTo>
                    <a:pt x="335" y="7"/>
                  </a:lnTo>
                  <a:cubicBezTo>
                    <a:pt x="334" y="7"/>
                    <a:pt x="332" y="11"/>
                    <a:pt x="327" y="19"/>
                  </a:cubicBezTo>
                  <a:cubicBezTo>
                    <a:pt x="327" y="19"/>
                    <a:pt x="327" y="19"/>
                    <a:pt x="326" y="19"/>
                  </a:cubicBezTo>
                  <a:cubicBezTo>
                    <a:pt x="322" y="19"/>
                    <a:pt x="316" y="25"/>
                    <a:pt x="311" y="25"/>
                  </a:cubicBezTo>
                  <a:cubicBezTo>
                    <a:pt x="311" y="25"/>
                    <a:pt x="311" y="25"/>
                    <a:pt x="310" y="25"/>
                  </a:cubicBezTo>
                  <a:cubicBezTo>
                    <a:pt x="304" y="23"/>
                    <a:pt x="300" y="23"/>
                    <a:pt x="299" y="14"/>
                  </a:cubicBezTo>
                  <a:cubicBezTo>
                    <a:pt x="299" y="12"/>
                    <a:pt x="299" y="10"/>
                    <a:pt x="299" y="8"/>
                  </a:cubicBezTo>
                  <a:lnTo>
                    <a:pt x="299" y="8"/>
                  </a:lnTo>
                  <a:cubicBezTo>
                    <a:pt x="298" y="23"/>
                    <a:pt x="297" y="23"/>
                    <a:pt x="291" y="23"/>
                  </a:cubicBezTo>
                  <a:cubicBezTo>
                    <a:pt x="290" y="21"/>
                    <a:pt x="289" y="20"/>
                    <a:pt x="288" y="20"/>
                  </a:cubicBezTo>
                  <a:cubicBezTo>
                    <a:pt x="285" y="20"/>
                    <a:pt x="283" y="26"/>
                    <a:pt x="282" y="31"/>
                  </a:cubicBezTo>
                  <a:lnTo>
                    <a:pt x="286" y="31"/>
                  </a:lnTo>
                  <a:cubicBezTo>
                    <a:pt x="286" y="41"/>
                    <a:pt x="285" y="45"/>
                    <a:pt x="284" y="45"/>
                  </a:cubicBezTo>
                  <a:cubicBezTo>
                    <a:pt x="284" y="45"/>
                    <a:pt x="283" y="43"/>
                    <a:pt x="281" y="40"/>
                  </a:cubicBezTo>
                  <a:cubicBezTo>
                    <a:pt x="279" y="40"/>
                    <a:pt x="279" y="31"/>
                    <a:pt x="278" y="22"/>
                  </a:cubicBezTo>
                  <a:cubicBezTo>
                    <a:pt x="278" y="15"/>
                    <a:pt x="276" y="6"/>
                    <a:pt x="274" y="6"/>
                  </a:cubicBezTo>
                  <a:close/>
                  <a:moveTo>
                    <a:pt x="472" y="599"/>
                  </a:moveTo>
                  <a:cubicBezTo>
                    <a:pt x="472" y="599"/>
                    <a:pt x="471" y="600"/>
                    <a:pt x="471" y="600"/>
                  </a:cubicBezTo>
                  <a:cubicBezTo>
                    <a:pt x="472" y="606"/>
                    <a:pt x="474" y="611"/>
                    <a:pt x="476" y="617"/>
                  </a:cubicBezTo>
                  <a:cubicBezTo>
                    <a:pt x="478" y="619"/>
                    <a:pt x="479" y="621"/>
                    <a:pt x="480" y="621"/>
                  </a:cubicBezTo>
                  <a:cubicBezTo>
                    <a:pt x="481" y="621"/>
                    <a:pt x="481" y="617"/>
                    <a:pt x="478" y="607"/>
                  </a:cubicBezTo>
                  <a:cubicBezTo>
                    <a:pt x="474" y="601"/>
                    <a:pt x="473" y="599"/>
                    <a:pt x="472" y="5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33"/>
            <p:cNvSpPr/>
            <p:nvPr/>
          </p:nvSpPr>
          <p:spPr>
            <a:xfrm>
              <a:off x="2401728" y="2575152"/>
              <a:ext cx="56439" cy="62033"/>
            </a:xfrm>
            <a:custGeom>
              <a:avLst/>
              <a:gdLst/>
              <a:ahLst/>
              <a:cxnLst/>
              <a:rect l="l" t="t" r="r" b="b"/>
              <a:pathLst>
                <a:path w="565" h="621" extrusionOk="0">
                  <a:moveTo>
                    <a:pt x="297" y="0"/>
                  </a:moveTo>
                  <a:lnTo>
                    <a:pt x="297" y="0"/>
                  </a:lnTo>
                  <a:cubicBezTo>
                    <a:pt x="297" y="0"/>
                    <a:pt x="297" y="2"/>
                    <a:pt x="298" y="5"/>
                  </a:cubicBezTo>
                  <a:lnTo>
                    <a:pt x="298" y="5"/>
                  </a:lnTo>
                  <a:cubicBezTo>
                    <a:pt x="298" y="2"/>
                    <a:pt x="298" y="0"/>
                    <a:pt x="297" y="0"/>
                  </a:cubicBezTo>
                  <a:close/>
                  <a:moveTo>
                    <a:pt x="298" y="5"/>
                  </a:moveTo>
                  <a:cubicBezTo>
                    <a:pt x="298" y="6"/>
                    <a:pt x="298" y="7"/>
                    <a:pt x="298" y="8"/>
                  </a:cubicBezTo>
                  <a:lnTo>
                    <a:pt x="298" y="8"/>
                  </a:lnTo>
                  <a:cubicBezTo>
                    <a:pt x="298" y="7"/>
                    <a:pt x="298" y="7"/>
                    <a:pt x="298" y="6"/>
                  </a:cubicBezTo>
                  <a:cubicBezTo>
                    <a:pt x="298" y="6"/>
                    <a:pt x="298" y="5"/>
                    <a:pt x="298" y="5"/>
                  </a:cubicBezTo>
                  <a:close/>
                  <a:moveTo>
                    <a:pt x="282" y="31"/>
                  </a:moveTo>
                  <a:lnTo>
                    <a:pt x="282" y="31"/>
                  </a:lnTo>
                  <a:cubicBezTo>
                    <a:pt x="280" y="31"/>
                    <a:pt x="280" y="35"/>
                    <a:pt x="280" y="35"/>
                  </a:cubicBezTo>
                  <a:cubicBezTo>
                    <a:pt x="280" y="35"/>
                    <a:pt x="281" y="34"/>
                    <a:pt x="282" y="31"/>
                  </a:cubicBezTo>
                  <a:close/>
                  <a:moveTo>
                    <a:pt x="277" y="40"/>
                  </a:moveTo>
                  <a:lnTo>
                    <a:pt x="279" y="48"/>
                  </a:lnTo>
                  <a:lnTo>
                    <a:pt x="277" y="48"/>
                  </a:lnTo>
                  <a:cubicBezTo>
                    <a:pt x="277" y="48"/>
                    <a:pt x="277" y="48"/>
                    <a:pt x="276" y="48"/>
                  </a:cubicBezTo>
                  <a:cubicBezTo>
                    <a:pt x="276" y="48"/>
                    <a:pt x="276" y="46"/>
                    <a:pt x="276" y="40"/>
                  </a:cubicBezTo>
                  <a:close/>
                  <a:moveTo>
                    <a:pt x="293" y="40"/>
                  </a:moveTo>
                  <a:lnTo>
                    <a:pt x="294" y="49"/>
                  </a:lnTo>
                  <a:lnTo>
                    <a:pt x="293" y="49"/>
                  </a:lnTo>
                  <a:cubicBezTo>
                    <a:pt x="291" y="49"/>
                    <a:pt x="291" y="49"/>
                    <a:pt x="291" y="40"/>
                  </a:cubicBezTo>
                  <a:close/>
                  <a:moveTo>
                    <a:pt x="303" y="41"/>
                  </a:moveTo>
                  <a:cubicBezTo>
                    <a:pt x="306" y="41"/>
                    <a:pt x="306" y="41"/>
                    <a:pt x="304" y="50"/>
                  </a:cubicBezTo>
                  <a:cubicBezTo>
                    <a:pt x="303" y="54"/>
                    <a:pt x="302" y="56"/>
                    <a:pt x="302" y="56"/>
                  </a:cubicBezTo>
                  <a:cubicBezTo>
                    <a:pt x="301" y="56"/>
                    <a:pt x="301" y="53"/>
                    <a:pt x="302" y="49"/>
                  </a:cubicBezTo>
                  <a:cubicBezTo>
                    <a:pt x="302" y="41"/>
                    <a:pt x="302" y="41"/>
                    <a:pt x="303" y="41"/>
                  </a:cubicBezTo>
                  <a:close/>
                  <a:moveTo>
                    <a:pt x="263" y="50"/>
                  </a:moveTo>
                  <a:cubicBezTo>
                    <a:pt x="265" y="54"/>
                    <a:pt x="266" y="59"/>
                    <a:pt x="267" y="66"/>
                  </a:cubicBezTo>
                  <a:lnTo>
                    <a:pt x="267" y="66"/>
                  </a:lnTo>
                  <a:lnTo>
                    <a:pt x="265" y="67"/>
                  </a:lnTo>
                  <a:cubicBezTo>
                    <a:pt x="264" y="67"/>
                    <a:pt x="263" y="58"/>
                    <a:pt x="263" y="58"/>
                  </a:cubicBezTo>
                  <a:cubicBezTo>
                    <a:pt x="263" y="58"/>
                    <a:pt x="261" y="50"/>
                    <a:pt x="263" y="50"/>
                  </a:cubicBezTo>
                  <a:close/>
                  <a:moveTo>
                    <a:pt x="204" y="61"/>
                  </a:moveTo>
                  <a:cubicBezTo>
                    <a:pt x="204" y="61"/>
                    <a:pt x="204" y="62"/>
                    <a:pt x="205" y="64"/>
                  </a:cubicBezTo>
                  <a:lnTo>
                    <a:pt x="209" y="72"/>
                  </a:lnTo>
                  <a:cubicBezTo>
                    <a:pt x="210" y="78"/>
                    <a:pt x="212" y="84"/>
                    <a:pt x="211" y="84"/>
                  </a:cubicBezTo>
                  <a:cubicBezTo>
                    <a:pt x="211" y="84"/>
                    <a:pt x="211" y="83"/>
                    <a:pt x="210" y="81"/>
                  </a:cubicBezTo>
                  <a:cubicBezTo>
                    <a:pt x="208" y="76"/>
                    <a:pt x="205" y="71"/>
                    <a:pt x="204" y="65"/>
                  </a:cubicBezTo>
                  <a:cubicBezTo>
                    <a:pt x="204" y="65"/>
                    <a:pt x="203" y="61"/>
                    <a:pt x="204" y="61"/>
                  </a:cubicBezTo>
                  <a:close/>
                  <a:moveTo>
                    <a:pt x="325" y="88"/>
                  </a:moveTo>
                  <a:lnTo>
                    <a:pt x="324" y="97"/>
                  </a:lnTo>
                  <a:cubicBezTo>
                    <a:pt x="322" y="105"/>
                    <a:pt x="321" y="105"/>
                    <a:pt x="321" y="105"/>
                  </a:cubicBezTo>
                  <a:cubicBezTo>
                    <a:pt x="320" y="105"/>
                    <a:pt x="320" y="105"/>
                    <a:pt x="322" y="96"/>
                  </a:cubicBezTo>
                  <a:cubicBezTo>
                    <a:pt x="322" y="96"/>
                    <a:pt x="324" y="88"/>
                    <a:pt x="325" y="88"/>
                  </a:cubicBezTo>
                  <a:close/>
                  <a:moveTo>
                    <a:pt x="310" y="94"/>
                  </a:moveTo>
                  <a:lnTo>
                    <a:pt x="310" y="101"/>
                  </a:lnTo>
                  <a:lnTo>
                    <a:pt x="307" y="110"/>
                  </a:lnTo>
                  <a:lnTo>
                    <a:pt x="306" y="110"/>
                  </a:lnTo>
                  <a:cubicBezTo>
                    <a:pt x="306" y="104"/>
                    <a:pt x="307" y="98"/>
                    <a:pt x="310" y="94"/>
                  </a:cubicBezTo>
                  <a:close/>
                  <a:moveTo>
                    <a:pt x="452" y="108"/>
                  </a:moveTo>
                  <a:cubicBezTo>
                    <a:pt x="452" y="108"/>
                    <a:pt x="452" y="108"/>
                    <a:pt x="452" y="108"/>
                  </a:cubicBezTo>
                  <a:lnTo>
                    <a:pt x="453" y="109"/>
                  </a:lnTo>
                  <a:cubicBezTo>
                    <a:pt x="449" y="114"/>
                    <a:pt x="444" y="117"/>
                    <a:pt x="440" y="120"/>
                  </a:cubicBezTo>
                  <a:lnTo>
                    <a:pt x="439" y="119"/>
                  </a:lnTo>
                  <a:cubicBezTo>
                    <a:pt x="444" y="114"/>
                    <a:pt x="450" y="108"/>
                    <a:pt x="452" y="108"/>
                  </a:cubicBezTo>
                  <a:close/>
                  <a:moveTo>
                    <a:pt x="174" y="111"/>
                  </a:moveTo>
                  <a:lnTo>
                    <a:pt x="174" y="111"/>
                  </a:lnTo>
                  <a:cubicBezTo>
                    <a:pt x="181" y="117"/>
                    <a:pt x="186" y="124"/>
                    <a:pt x="190" y="132"/>
                  </a:cubicBezTo>
                  <a:cubicBezTo>
                    <a:pt x="189" y="132"/>
                    <a:pt x="189" y="132"/>
                    <a:pt x="189" y="132"/>
                  </a:cubicBezTo>
                  <a:cubicBezTo>
                    <a:pt x="188" y="132"/>
                    <a:pt x="187" y="131"/>
                    <a:pt x="183" y="126"/>
                  </a:cubicBezTo>
                  <a:cubicBezTo>
                    <a:pt x="177" y="119"/>
                    <a:pt x="173" y="111"/>
                    <a:pt x="174" y="111"/>
                  </a:cubicBezTo>
                  <a:close/>
                  <a:moveTo>
                    <a:pt x="494" y="157"/>
                  </a:moveTo>
                  <a:cubicBezTo>
                    <a:pt x="497" y="157"/>
                    <a:pt x="497" y="158"/>
                    <a:pt x="498" y="160"/>
                  </a:cubicBezTo>
                  <a:cubicBezTo>
                    <a:pt x="493" y="164"/>
                    <a:pt x="486" y="167"/>
                    <a:pt x="484" y="167"/>
                  </a:cubicBezTo>
                  <a:cubicBezTo>
                    <a:pt x="483" y="167"/>
                    <a:pt x="483" y="167"/>
                    <a:pt x="482" y="166"/>
                  </a:cubicBezTo>
                  <a:cubicBezTo>
                    <a:pt x="481" y="163"/>
                    <a:pt x="481" y="163"/>
                    <a:pt x="488" y="159"/>
                  </a:cubicBezTo>
                  <a:cubicBezTo>
                    <a:pt x="491" y="157"/>
                    <a:pt x="493" y="157"/>
                    <a:pt x="494" y="157"/>
                  </a:cubicBezTo>
                  <a:close/>
                  <a:moveTo>
                    <a:pt x="505" y="264"/>
                  </a:moveTo>
                  <a:cubicBezTo>
                    <a:pt x="514" y="265"/>
                    <a:pt x="522" y="265"/>
                    <a:pt x="522" y="266"/>
                  </a:cubicBezTo>
                  <a:lnTo>
                    <a:pt x="514" y="267"/>
                  </a:lnTo>
                  <a:lnTo>
                    <a:pt x="505" y="266"/>
                  </a:lnTo>
                  <a:lnTo>
                    <a:pt x="505" y="264"/>
                  </a:lnTo>
                  <a:close/>
                  <a:moveTo>
                    <a:pt x="452" y="276"/>
                  </a:moveTo>
                  <a:cubicBezTo>
                    <a:pt x="458" y="276"/>
                    <a:pt x="463" y="277"/>
                    <a:pt x="469" y="280"/>
                  </a:cubicBezTo>
                  <a:lnTo>
                    <a:pt x="469" y="281"/>
                  </a:lnTo>
                  <a:cubicBezTo>
                    <a:pt x="460" y="280"/>
                    <a:pt x="452" y="277"/>
                    <a:pt x="452" y="277"/>
                  </a:cubicBezTo>
                  <a:lnTo>
                    <a:pt x="452" y="276"/>
                  </a:lnTo>
                  <a:close/>
                  <a:moveTo>
                    <a:pt x="105" y="282"/>
                  </a:moveTo>
                  <a:cubicBezTo>
                    <a:pt x="108" y="282"/>
                    <a:pt x="111" y="283"/>
                    <a:pt x="114" y="284"/>
                  </a:cubicBezTo>
                  <a:cubicBezTo>
                    <a:pt x="124" y="285"/>
                    <a:pt x="123" y="286"/>
                    <a:pt x="116" y="286"/>
                  </a:cubicBezTo>
                  <a:cubicBezTo>
                    <a:pt x="112" y="286"/>
                    <a:pt x="105" y="285"/>
                    <a:pt x="98" y="284"/>
                  </a:cubicBezTo>
                  <a:cubicBezTo>
                    <a:pt x="81" y="283"/>
                    <a:pt x="81" y="283"/>
                    <a:pt x="98" y="283"/>
                  </a:cubicBezTo>
                  <a:cubicBezTo>
                    <a:pt x="100" y="283"/>
                    <a:pt x="102" y="282"/>
                    <a:pt x="105" y="282"/>
                  </a:cubicBezTo>
                  <a:close/>
                  <a:moveTo>
                    <a:pt x="506" y="309"/>
                  </a:moveTo>
                  <a:cubicBezTo>
                    <a:pt x="507" y="309"/>
                    <a:pt x="509" y="310"/>
                    <a:pt x="514" y="311"/>
                  </a:cubicBezTo>
                  <a:cubicBezTo>
                    <a:pt x="519" y="312"/>
                    <a:pt x="525" y="315"/>
                    <a:pt x="530" y="317"/>
                  </a:cubicBezTo>
                  <a:cubicBezTo>
                    <a:pt x="522" y="316"/>
                    <a:pt x="514" y="313"/>
                    <a:pt x="505" y="310"/>
                  </a:cubicBezTo>
                  <a:cubicBezTo>
                    <a:pt x="505" y="310"/>
                    <a:pt x="506" y="309"/>
                    <a:pt x="506" y="309"/>
                  </a:cubicBezTo>
                  <a:close/>
                  <a:moveTo>
                    <a:pt x="181" y="332"/>
                  </a:moveTo>
                  <a:lnTo>
                    <a:pt x="174" y="337"/>
                  </a:lnTo>
                  <a:lnTo>
                    <a:pt x="175" y="338"/>
                  </a:lnTo>
                  <a:cubicBezTo>
                    <a:pt x="182" y="334"/>
                    <a:pt x="182" y="334"/>
                    <a:pt x="182" y="334"/>
                  </a:cubicBezTo>
                  <a:lnTo>
                    <a:pt x="181" y="332"/>
                  </a:lnTo>
                  <a:close/>
                  <a:moveTo>
                    <a:pt x="135" y="335"/>
                  </a:moveTo>
                  <a:cubicBezTo>
                    <a:pt x="136" y="335"/>
                    <a:pt x="136" y="335"/>
                    <a:pt x="137" y="336"/>
                  </a:cubicBezTo>
                  <a:cubicBezTo>
                    <a:pt x="137" y="337"/>
                    <a:pt x="137" y="337"/>
                    <a:pt x="129" y="340"/>
                  </a:cubicBezTo>
                  <a:cubicBezTo>
                    <a:pt x="129" y="340"/>
                    <a:pt x="124" y="342"/>
                    <a:pt x="121" y="342"/>
                  </a:cubicBezTo>
                  <a:cubicBezTo>
                    <a:pt x="121" y="342"/>
                    <a:pt x="120" y="342"/>
                    <a:pt x="120" y="341"/>
                  </a:cubicBezTo>
                  <a:lnTo>
                    <a:pt x="128" y="337"/>
                  </a:lnTo>
                  <a:cubicBezTo>
                    <a:pt x="132" y="335"/>
                    <a:pt x="134" y="335"/>
                    <a:pt x="135" y="335"/>
                  </a:cubicBezTo>
                  <a:close/>
                  <a:moveTo>
                    <a:pt x="499" y="346"/>
                  </a:moveTo>
                  <a:cubicBezTo>
                    <a:pt x="507" y="349"/>
                    <a:pt x="515" y="353"/>
                    <a:pt x="514" y="355"/>
                  </a:cubicBezTo>
                  <a:lnTo>
                    <a:pt x="506" y="353"/>
                  </a:lnTo>
                  <a:lnTo>
                    <a:pt x="498" y="347"/>
                  </a:lnTo>
                  <a:lnTo>
                    <a:pt x="499" y="346"/>
                  </a:lnTo>
                  <a:close/>
                  <a:moveTo>
                    <a:pt x="340" y="350"/>
                  </a:moveTo>
                  <a:cubicBezTo>
                    <a:pt x="339" y="350"/>
                    <a:pt x="339" y="350"/>
                    <a:pt x="343" y="358"/>
                  </a:cubicBezTo>
                  <a:lnTo>
                    <a:pt x="344" y="357"/>
                  </a:lnTo>
                  <a:cubicBezTo>
                    <a:pt x="341" y="350"/>
                    <a:pt x="341" y="350"/>
                    <a:pt x="340" y="350"/>
                  </a:cubicBezTo>
                  <a:close/>
                  <a:moveTo>
                    <a:pt x="141" y="348"/>
                  </a:moveTo>
                  <a:cubicBezTo>
                    <a:pt x="142" y="348"/>
                    <a:pt x="142" y="349"/>
                    <a:pt x="143" y="350"/>
                  </a:cubicBezTo>
                  <a:cubicBezTo>
                    <a:pt x="143" y="352"/>
                    <a:pt x="144" y="353"/>
                    <a:pt x="136" y="356"/>
                  </a:cubicBezTo>
                  <a:lnTo>
                    <a:pt x="136" y="355"/>
                  </a:lnTo>
                  <a:cubicBezTo>
                    <a:pt x="138" y="354"/>
                    <a:pt x="139" y="353"/>
                    <a:pt x="138" y="353"/>
                  </a:cubicBezTo>
                  <a:lnTo>
                    <a:pt x="138" y="353"/>
                  </a:lnTo>
                  <a:cubicBezTo>
                    <a:pt x="138" y="353"/>
                    <a:pt x="133" y="356"/>
                    <a:pt x="128" y="359"/>
                  </a:cubicBezTo>
                  <a:lnTo>
                    <a:pt x="113" y="367"/>
                  </a:lnTo>
                  <a:cubicBezTo>
                    <a:pt x="112" y="366"/>
                    <a:pt x="119" y="361"/>
                    <a:pt x="127" y="356"/>
                  </a:cubicBezTo>
                  <a:cubicBezTo>
                    <a:pt x="136" y="350"/>
                    <a:pt x="139" y="348"/>
                    <a:pt x="141" y="348"/>
                  </a:cubicBezTo>
                  <a:close/>
                  <a:moveTo>
                    <a:pt x="17" y="378"/>
                  </a:moveTo>
                  <a:cubicBezTo>
                    <a:pt x="10" y="380"/>
                    <a:pt x="5" y="381"/>
                    <a:pt x="0" y="383"/>
                  </a:cubicBezTo>
                  <a:lnTo>
                    <a:pt x="0" y="385"/>
                  </a:lnTo>
                  <a:cubicBezTo>
                    <a:pt x="0" y="386"/>
                    <a:pt x="1" y="386"/>
                    <a:pt x="2" y="386"/>
                  </a:cubicBezTo>
                  <a:cubicBezTo>
                    <a:pt x="5" y="386"/>
                    <a:pt x="11" y="383"/>
                    <a:pt x="17" y="381"/>
                  </a:cubicBezTo>
                  <a:lnTo>
                    <a:pt x="17" y="378"/>
                  </a:lnTo>
                  <a:close/>
                  <a:moveTo>
                    <a:pt x="371" y="410"/>
                  </a:moveTo>
                  <a:lnTo>
                    <a:pt x="371" y="410"/>
                  </a:lnTo>
                  <a:cubicBezTo>
                    <a:pt x="373" y="413"/>
                    <a:pt x="373" y="414"/>
                    <a:pt x="373" y="414"/>
                  </a:cubicBezTo>
                  <a:cubicBezTo>
                    <a:pt x="373" y="414"/>
                    <a:pt x="371" y="411"/>
                    <a:pt x="371" y="410"/>
                  </a:cubicBezTo>
                  <a:close/>
                  <a:moveTo>
                    <a:pt x="307" y="400"/>
                  </a:moveTo>
                  <a:lnTo>
                    <a:pt x="309" y="418"/>
                  </a:lnTo>
                  <a:cubicBezTo>
                    <a:pt x="309" y="412"/>
                    <a:pt x="309" y="413"/>
                    <a:pt x="309" y="409"/>
                  </a:cubicBezTo>
                  <a:lnTo>
                    <a:pt x="307" y="400"/>
                  </a:lnTo>
                  <a:close/>
                  <a:moveTo>
                    <a:pt x="436" y="417"/>
                  </a:moveTo>
                  <a:cubicBezTo>
                    <a:pt x="437" y="417"/>
                    <a:pt x="439" y="419"/>
                    <a:pt x="439" y="420"/>
                  </a:cubicBezTo>
                  <a:cubicBezTo>
                    <a:pt x="437" y="418"/>
                    <a:pt x="436" y="417"/>
                    <a:pt x="436" y="417"/>
                  </a:cubicBezTo>
                  <a:close/>
                  <a:moveTo>
                    <a:pt x="423" y="410"/>
                  </a:moveTo>
                  <a:cubicBezTo>
                    <a:pt x="427" y="417"/>
                    <a:pt x="433" y="423"/>
                    <a:pt x="432" y="424"/>
                  </a:cubicBezTo>
                  <a:lnTo>
                    <a:pt x="425" y="419"/>
                  </a:lnTo>
                  <a:lnTo>
                    <a:pt x="421" y="411"/>
                  </a:lnTo>
                  <a:lnTo>
                    <a:pt x="423" y="410"/>
                  </a:lnTo>
                  <a:close/>
                  <a:moveTo>
                    <a:pt x="347" y="411"/>
                  </a:moveTo>
                  <a:cubicBezTo>
                    <a:pt x="347" y="411"/>
                    <a:pt x="347" y="411"/>
                    <a:pt x="347" y="411"/>
                  </a:cubicBezTo>
                  <a:lnTo>
                    <a:pt x="346" y="411"/>
                  </a:lnTo>
                  <a:cubicBezTo>
                    <a:pt x="348" y="417"/>
                    <a:pt x="350" y="422"/>
                    <a:pt x="352" y="427"/>
                  </a:cubicBezTo>
                  <a:cubicBezTo>
                    <a:pt x="355" y="427"/>
                    <a:pt x="351" y="419"/>
                    <a:pt x="351" y="419"/>
                  </a:cubicBezTo>
                  <a:cubicBezTo>
                    <a:pt x="351" y="419"/>
                    <a:pt x="348" y="411"/>
                    <a:pt x="347" y="411"/>
                  </a:cubicBezTo>
                  <a:close/>
                  <a:moveTo>
                    <a:pt x="409" y="413"/>
                  </a:moveTo>
                  <a:cubicBezTo>
                    <a:pt x="409" y="413"/>
                    <a:pt x="413" y="415"/>
                    <a:pt x="420" y="422"/>
                  </a:cubicBezTo>
                  <a:cubicBezTo>
                    <a:pt x="424" y="430"/>
                    <a:pt x="424" y="430"/>
                    <a:pt x="423" y="430"/>
                  </a:cubicBezTo>
                  <a:cubicBezTo>
                    <a:pt x="418" y="427"/>
                    <a:pt x="415" y="422"/>
                    <a:pt x="412" y="418"/>
                  </a:cubicBezTo>
                  <a:cubicBezTo>
                    <a:pt x="409" y="415"/>
                    <a:pt x="408" y="413"/>
                    <a:pt x="409" y="413"/>
                  </a:cubicBezTo>
                  <a:close/>
                  <a:moveTo>
                    <a:pt x="174" y="434"/>
                  </a:moveTo>
                  <a:cubicBezTo>
                    <a:pt x="175" y="434"/>
                    <a:pt x="175" y="434"/>
                    <a:pt x="175" y="435"/>
                  </a:cubicBezTo>
                  <a:cubicBezTo>
                    <a:pt x="176" y="435"/>
                    <a:pt x="171" y="441"/>
                    <a:pt x="163" y="446"/>
                  </a:cubicBezTo>
                  <a:lnTo>
                    <a:pt x="160" y="444"/>
                  </a:lnTo>
                  <a:cubicBezTo>
                    <a:pt x="165" y="438"/>
                    <a:pt x="172" y="434"/>
                    <a:pt x="174" y="434"/>
                  </a:cubicBezTo>
                  <a:close/>
                  <a:moveTo>
                    <a:pt x="342" y="439"/>
                  </a:moveTo>
                  <a:cubicBezTo>
                    <a:pt x="343" y="439"/>
                    <a:pt x="344" y="440"/>
                    <a:pt x="346" y="447"/>
                  </a:cubicBezTo>
                  <a:lnTo>
                    <a:pt x="343" y="447"/>
                  </a:lnTo>
                  <a:lnTo>
                    <a:pt x="340" y="439"/>
                  </a:lnTo>
                  <a:lnTo>
                    <a:pt x="341" y="439"/>
                  </a:lnTo>
                  <a:cubicBezTo>
                    <a:pt x="342" y="439"/>
                    <a:pt x="342" y="439"/>
                    <a:pt x="342" y="439"/>
                  </a:cubicBezTo>
                  <a:close/>
                  <a:moveTo>
                    <a:pt x="253" y="432"/>
                  </a:moveTo>
                  <a:cubicBezTo>
                    <a:pt x="253" y="432"/>
                    <a:pt x="253" y="432"/>
                    <a:pt x="254" y="432"/>
                  </a:cubicBezTo>
                  <a:lnTo>
                    <a:pt x="251" y="440"/>
                  </a:lnTo>
                  <a:lnTo>
                    <a:pt x="247" y="448"/>
                  </a:lnTo>
                  <a:lnTo>
                    <a:pt x="249" y="440"/>
                  </a:lnTo>
                  <a:cubicBezTo>
                    <a:pt x="251" y="433"/>
                    <a:pt x="252" y="432"/>
                    <a:pt x="253" y="432"/>
                  </a:cubicBezTo>
                  <a:close/>
                  <a:moveTo>
                    <a:pt x="401" y="445"/>
                  </a:moveTo>
                  <a:cubicBezTo>
                    <a:pt x="402" y="445"/>
                    <a:pt x="406" y="450"/>
                    <a:pt x="406" y="450"/>
                  </a:cubicBezTo>
                  <a:cubicBezTo>
                    <a:pt x="407" y="453"/>
                    <a:pt x="407" y="454"/>
                    <a:pt x="407" y="454"/>
                  </a:cubicBezTo>
                  <a:cubicBezTo>
                    <a:pt x="406" y="454"/>
                    <a:pt x="404" y="452"/>
                    <a:pt x="403" y="452"/>
                  </a:cubicBezTo>
                  <a:cubicBezTo>
                    <a:pt x="403" y="452"/>
                    <a:pt x="403" y="452"/>
                    <a:pt x="403" y="452"/>
                  </a:cubicBezTo>
                  <a:cubicBezTo>
                    <a:pt x="397" y="446"/>
                    <a:pt x="397" y="446"/>
                    <a:pt x="401" y="445"/>
                  </a:cubicBezTo>
                  <a:cubicBezTo>
                    <a:pt x="401" y="445"/>
                    <a:pt x="401" y="445"/>
                    <a:pt x="401" y="445"/>
                  </a:cubicBezTo>
                  <a:close/>
                  <a:moveTo>
                    <a:pt x="289" y="427"/>
                  </a:moveTo>
                  <a:lnTo>
                    <a:pt x="289" y="427"/>
                  </a:lnTo>
                  <a:cubicBezTo>
                    <a:pt x="289" y="427"/>
                    <a:pt x="288" y="431"/>
                    <a:pt x="286" y="441"/>
                  </a:cubicBezTo>
                  <a:lnTo>
                    <a:pt x="282" y="457"/>
                  </a:lnTo>
                  <a:cubicBezTo>
                    <a:pt x="280" y="457"/>
                    <a:pt x="283" y="449"/>
                    <a:pt x="286" y="432"/>
                  </a:cubicBezTo>
                  <a:cubicBezTo>
                    <a:pt x="287" y="429"/>
                    <a:pt x="288" y="427"/>
                    <a:pt x="289" y="427"/>
                  </a:cubicBezTo>
                  <a:close/>
                  <a:moveTo>
                    <a:pt x="330" y="438"/>
                  </a:moveTo>
                  <a:cubicBezTo>
                    <a:pt x="331" y="438"/>
                    <a:pt x="333" y="445"/>
                    <a:pt x="334" y="457"/>
                  </a:cubicBezTo>
                  <a:cubicBezTo>
                    <a:pt x="334" y="458"/>
                    <a:pt x="333" y="458"/>
                    <a:pt x="332" y="458"/>
                  </a:cubicBezTo>
                  <a:cubicBezTo>
                    <a:pt x="330" y="449"/>
                    <a:pt x="329" y="441"/>
                    <a:pt x="330" y="441"/>
                  </a:cubicBezTo>
                  <a:cubicBezTo>
                    <a:pt x="330" y="439"/>
                    <a:pt x="330" y="438"/>
                    <a:pt x="330" y="438"/>
                  </a:cubicBezTo>
                  <a:close/>
                  <a:moveTo>
                    <a:pt x="172" y="449"/>
                  </a:moveTo>
                  <a:cubicBezTo>
                    <a:pt x="170" y="449"/>
                    <a:pt x="166" y="453"/>
                    <a:pt x="163" y="457"/>
                  </a:cubicBezTo>
                  <a:cubicBezTo>
                    <a:pt x="158" y="464"/>
                    <a:pt x="159" y="465"/>
                    <a:pt x="163" y="468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5" y="468"/>
                    <a:pt x="171" y="463"/>
                    <a:pt x="171" y="463"/>
                  </a:cubicBezTo>
                  <a:cubicBezTo>
                    <a:pt x="175" y="456"/>
                    <a:pt x="174" y="455"/>
                    <a:pt x="173" y="454"/>
                  </a:cubicBezTo>
                  <a:cubicBezTo>
                    <a:pt x="174" y="450"/>
                    <a:pt x="173" y="449"/>
                    <a:pt x="172" y="449"/>
                  </a:cubicBezTo>
                  <a:close/>
                  <a:moveTo>
                    <a:pt x="374" y="456"/>
                  </a:moveTo>
                  <a:cubicBezTo>
                    <a:pt x="375" y="456"/>
                    <a:pt x="377" y="456"/>
                    <a:pt x="379" y="463"/>
                  </a:cubicBezTo>
                  <a:cubicBezTo>
                    <a:pt x="379" y="463"/>
                    <a:pt x="383" y="470"/>
                    <a:pt x="381" y="472"/>
                  </a:cubicBezTo>
                  <a:cubicBezTo>
                    <a:pt x="379" y="472"/>
                    <a:pt x="375" y="465"/>
                    <a:pt x="375" y="465"/>
                  </a:cubicBezTo>
                  <a:cubicBezTo>
                    <a:pt x="371" y="457"/>
                    <a:pt x="374" y="456"/>
                    <a:pt x="374" y="456"/>
                  </a:cubicBezTo>
                  <a:cubicBezTo>
                    <a:pt x="374" y="456"/>
                    <a:pt x="374" y="456"/>
                    <a:pt x="374" y="456"/>
                  </a:cubicBezTo>
                  <a:close/>
                  <a:moveTo>
                    <a:pt x="256" y="447"/>
                  </a:moveTo>
                  <a:cubicBezTo>
                    <a:pt x="256" y="447"/>
                    <a:pt x="255" y="452"/>
                    <a:pt x="252" y="459"/>
                  </a:cubicBezTo>
                  <a:cubicBezTo>
                    <a:pt x="251" y="467"/>
                    <a:pt x="248" y="476"/>
                    <a:pt x="242" y="483"/>
                  </a:cubicBezTo>
                  <a:lnTo>
                    <a:pt x="239" y="482"/>
                  </a:lnTo>
                  <a:lnTo>
                    <a:pt x="248" y="466"/>
                  </a:lnTo>
                  <a:cubicBezTo>
                    <a:pt x="253" y="453"/>
                    <a:pt x="256" y="447"/>
                    <a:pt x="256" y="447"/>
                  </a:cubicBezTo>
                  <a:close/>
                  <a:moveTo>
                    <a:pt x="295" y="467"/>
                  </a:moveTo>
                  <a:cubicBezTo>
                    <a:pt x="295" y="476"/>
                    <a:pt x="295" y="485"/>
                    <a:pt x="293" y="485"/>
                  </a:cubicBezTo>
                  <a:lnTo>
                    <a:pt x="292" y="485"/>
                  </a:lnTo>
                  <a:cubicBezTo>
                    <a:pt x="292" y="479"/>
                    <a:pt x="293" y="473"/>
                    <a:pt x="294" y="467"/>
                  </a:cubicBezTo>
                  <a:close/>
                  <a:moveTo>
                    <a:pt x="328" y="493"/>
                  </a:moveTo>
                  <a:lnTo>
                    <a:pt x="329" y="501"/>
                  </a:lnTo>
                  <a:cubicBezTo>
                    <a:pt x="328" y="501"/>
                    <a:pt x="327" y="505"/>
                    <a:pt x="326" y="505"/>
                  </a:cubicBezTo>
                  <a:cubicBezTo>
                    <a:pt x="326" y="505"/>
                    <a:pt x="326" y="504"/>
                    <a:pt x="325" y="501"/>
                  </a:cubicBezTo>
                  <a:cubicBezTo>
                    <a:pt x="324" y="501"/>
                    <a:pt x="326" y="493"/>
                    <a:pt x="328" y="493"/>
                  </a:cubicBezTo>
                  <a:close/>
                  <a:moveTo>
                    <a:pt x="273" y="6"/>
                  </a:moveTo>
                  <a:cubicBezTo>
                    <a:pt x="270" y="6"/>
                    <a:pt x="269" y="6"/>
                    <a:pt x="272" y="14"/>
                  </a:cubicBezTo>
                  <a:cubicBezTo>
                    <a:pt x="273" y="23"/>
                    <a:pt x="273" y="23"/>
                    <a:pt x="270" y="23"/>
                  </a:cubicBezTo>
                  <a:cubicBezTo>
                    <a:pt x="269" y="23"/>
                    <a:pt x="267" y="23"/>
                    <a:pt x="266" y="32"/>
                  </a:cubicBezTo>
                  <a:cubicBezTo>
                    <a:pt x="267" y="40"/>
                    <a:pt x="266" y="41"/>
                    <a:pt x="265" y="41"/>
                  </a:cubicBezTo>
                  <a:cubicBezTo>
                    <a:pt x="262" y="34"/>
                    <a:pt x="259" y="33"/>
                    <a:pt x="258" y="33"/>
                  </a:cubicBezTo>
                  <a:cubicBezTo>
                    <a:pt x="258" y="33"/>
                    <a:pt x="258" y="33"/>
                    <a:pt x="258" y="33"/>
                  </a:cubicBezTo>
                  <a:lnTo>
                    <a:pt x="257" y="24"/>
                  </a:lnTo>
                  <a:cubicBezTo>
                    <a:pt x="256" y="18"/>
                    <a:pt x="255" y="13"/>
                    <a:pt x="252" y="7"/>
                  </a:cubicBezTo>
                  <a:cubicBezTo>
                    <a:pt x="250" y="7"/>
                    <a:pt x="252" y="16"/>
                    <a:pt x="252" y="16"/>
                  </a:cubicBezTo>
                  <a:cubicBezTo>
                    <a:pt x="254" y="24"/>
                    <a:pt x="213" y="33"/>
                    <a:pt x="209" y="35"/>
                  </a:cubicBezTo>
                  <a:cubicBezTo>
                    <a:pt x="206" y="32"/>
                    <a:pt x="203" y="31"/>
                    <a:pt x="202" y="31"/>
                  </a:cubicBezTo>
                  <a:cubicBezTo>
                    <a:pt x="199" y="31"/>
                    <a:pt x="199" y="34"/>
                    <a:pt x="202" y="37"/>
                  </a:cubicBezTo>
                  <a:cubicBezTo>
                    <a:pt x="205" y="45"/>
                    <a:pt x="197" y="49"/>
                    <a:pt x="189" y="53"/>
                  </a:cubicBezTo>
                  <a:cubicBezTo>
                    <a:pt x="177" y="59"/>
                    <a:pt x="171" y="63"/>
                    <a:pt x="175" y="70"/>
                  </a:cubicBezTo>
                  <a:lnTo>
                    <a:pt x="171" y="72"/>
                  </a:lnTo>
                  <a:cubicBezTo>
                    <a:pt x="167" y="73"/>
                    <a:pt x="171" y="83"/>
                    <a:pt x="168" y="83"/>
                  </a:cubicBezTo>
                  <a:cubicBezTo>
                    <a:pt x="171" y="88"/>
                    <a:pt x="172" y="90"/>
                    <a:pt x="171" y="90"/>
                  </a:cubicBezTo>
                  <a:cubicBezTo>
                    <a:pt x="171" y="90"/>
                    <a:pt x="169" y="88"/>
                    <a:pt x="167" y="85"/>
                  </a:cubicBezTo>
                  <a:cubicBezTo>
                    <a:pt x="163" y="78"/>
                    <a:pt x="158" y="72"/>
                    <a:pt x="156" y="72"/>
                  </a:cubicBezTo>
                  <a:cubicBezTo>
                    <a:pt x="156" y="72"/>
                    <a:pt x="156" y="72"/>
                    <a:pt x="156" y="72"/>
                  </a:cubicBezTo>
                  <a:cubicBezTo>
                    <a:pt x="154" y="73"/>
                    <a:pt x="158" y="80"/>
                    <a:pt x="164" y="88"/>
                  </a:cubicBezTo>
                  <a:cubicBezTo>
                    <a:pt x="168" y="95"/>
                    <a:pt x="167" y="95"/>
                    <a:pt x="167" y="95"/>
                  </a:cubicBezTo>
                  <a:cubicBezTo>
                    <a:pt x="167" y="95"/>
                    <a:pt x="167" y="95"/>
                    <a:pt x="166" y="95"/>
                  </a:cubicBezTo>
                  <a:cubicBezTo>
                    <a:pt x="166" y="95"/>
                    <a:pt x="164" y="94"/>
                    <a:pt x="160" y="89"/>
                  </a:cubicBezTo>
                  <a:lnTo>
                    <a:pt x="150" y="76"/>
                  </a:lnTo>
                  <a:lnTo>
                    <a:pt x="149" y="77"/>
                  </a:lnTo>
                  <a:cubicBezTo>
                    <a:pt x="155" y="83"/>
                    <a:pt x="153" y="85"/>
                    <a:pt x="153" y="85"/>
                  </a:cubicBezTo>
                  <a:cubicBezTo>
                    <a:pt x="152" y="85"/>
                    <a:pt x="152" y="85"/>
                    <a:pt x="152" y="85"/>
                  </a:cubicBezTo>
                  <a:cubicBezTo>
                    <a:pt x="151" y="85"/>
                    <a:pt x="149" y="83"/>
                    <a:pt x="141" y="72"/>
                  </a:cubicBezTo>
                  <a:cubicBezTo>
                    <a:pt x="136" y="66"/>
                    <a:pt x="133" y="63"/>
                    <a:pt x="132" y="63"/>
                  </a:cubicBezTo>
                  <a:lnTo>
                    <a:pt x="132" y="63"/>
                  </a:lnTo>
                  <a:cubicBezTo>
                    <a:pt x="131" y="63"/>
                    <a:pt x="133" y="67"/>
                    <a:pt x="138" y="74"/>
                  </a:cubicBezTo>
                  <a:lnTo>
                    <a:pt x="141" y="82"/>
                  </a:lnTo>
                  <a:cubicBezTo>
                    <a:pt x="138" y="79"/>
                    <a:pt x="136" y="78"/>
                    <a:pt x="135" y="78"/>
                  </a:cubicBezTo>
                  <a:cubicBezTo>
                    <a:pt x="133" y="78"/>
                    <a:pt x="138" y="88"/>
                    <a:pt x="141" y="94"/>
                  </a:cubicBezTo>
                  <a:cubicBezTo>
                    <a:pt x="136" y="88"/>
                    <a:pt x="132" y="86"/>
                    <a:pt x="131" y="86"/>
                  </a:cubicBezTo>
                  <a:cubicBezTo>
                    <a:pt x="130" y="86"/>
                    <a:pt x="132" y="90"/>
                    <a:pt x="138" y="97"/>
                  </a:cubicBezTo>
                  <a:cubicBezTo>
                    <a:pt x="141" y="100"/>
                    <a:pt x="142" y="102"/>
                    <a:pt x="141" y="102"/>
                  </a:cubicBezTo>
                  <a:cubicBezTo>
                    <a:pt x="140" y="102"/>
                    <a:pt x="138" y="101"/>
                    <a:pt x="135" y="99"/>
                  </a:cubicBezTo>
                  <a:cubicBezTo>
                    <a:pt x="131" y="96"/>
                    <a:pt x="129" y="95"/>
                    <a:pt x="127" y="95"/>
                  </a:cubicBezTo>
                  <a:cubicBezTo>
                    <a:pt x="126" y="95"/>
                    <a:pt x="125" y="96"/>
                    <a:pt x="123" y="97"/>
                  </a:cubicBezTo>
                  <a:cubicBezTo>
                    <a:pt x="129" y="105"/>
                    <a:pt x="120" y="113"/>
                    <a:pt x="111" y="123"/>
                  </a:cubicBezTo>
                  <a:cubicBezTo>
                    <a:pt x="101" y="134"/>
                    <a:pt x="95" y="142"/>
                    <a:pt x="102" y="146"/>
                  </a:cubicBezTo>
                  <a:cubicBezTo>
                    <a:pt x="102" y="147"/>
                    <a:pt x="102" y="148"/>
                    <a:pt x="101" y="148"/>
                  </a:cubicBezTo>
                  <a:cubicBezTo>
                    <a:pt x="100" y="148"/>
                    <a:pt x="98" y="147"/>
                    <a:pt x="93" y="145"/>
                  </a:cubicBezTo>
                  <a:cubicBezTo>
                    <a:pt x="91" y="143"/>
                    <a:pt x="89" y="142"/>
                    <a:pt x="89" y="142"/>
                  </a:cubicBezTo>
                  <a:cubicBezTo>
                    <a:pt x="87" y="142"/>
                    <a:pt x="90" y="145"/>
                    <a:pt x="99" y="152"/>
                  </a:cubicBezTo>
                  <a:cubicBezTo>
                    <a:pt x="103" y="156"/>
                    <a:pt x="107" y="159"/>
                    <a:pt x="106" y="159"/>
                  </a:cubicBezTo>
                  <a:cubicBezTo>
                    <a:pt x="106" y="159"/>
                    <a:pt x="104" y="157"/>
                    <a:pt x="98" y="153"/>
                  </a:cubicBezTo>
                  <a:cubicBezTo>
                    <a:pt x="95" y="152"/>
                    <a:pt x="94" y="151"/>
                    <a:pt x="92" y="151"/>
                  </a:cubicBezTo>
                  <a:cubicBezTo>
                    <a:pt x="89" y="151"/>
                    <a:pt x="88" y="154"/>
                    <a:pt x="85" y="157"/>
                  </a:cubicBezTo>
                  <a:cubicBezTo>
                    <a:pt x="82" y="162"/>
                    <a:pt x="80" y="168"/>
                    <a:pt x="86" y="171"/>
                  </a:cubicBezTo>
                  <a:cubicBezTo>
                    <a:pt x="90" y="175"/>
                    <a:pt x="92" y="176"/>
                    <a:pt x="91" y="176"/>
                  </a:cubicBezTo>
                  <a:cubicBezTo>
                    <a:pt x="91" y="176"/>
                    <a:pt x="89" y="175"/>
                    <a:pt x="85" y="173"/>
                  </a:cubicBezTo>
                  <a:cubicBezTo>
                    <a:pt x="80" y="169"/>
                    <a:pt x="75" y="168"/>
                    <a:pt x="72" y="168"/>
                  </a:cubicBezTo>
                  <a:cubicBezTo>
                    <a:pt x="66" y="168"/>
                    <a:pt x="65" y="172"/>
                    <a:pt x="73" y="179"/>
                  </a:cubicBezTo>
                  <a:cubicBezTo>
                    <a:pt x="72" y="180"/>
                    <a:pt x="72" y="181"/>
                    <a:pt x="70" y="181"/>
                  </a:cubicBezTo>
                  <a:cubicBezTo>
                    <a:pt x="69" y="181"/>
                    <a:pt x="66" y="180"/>
                    <a:pt x="63" y="179"/>
                  </a:cubicBezTo>
                  <a:lnTo>
                    <a:pt x="63" y="179"/>
                  </a:lnTo>
                  <a:cubicBezTo>
                    <a:pt x="63" y="180"/>
                    <a:pt x="62" y="182"/>
                    <a:pt x="67" y="190"/>
                  </a:cubicBezTo>
                  <a:lnTo>
                    <a:pt x="63" y="201"/>
                  </a:lnTo>
                  <a:cubicBezTo>
                    <a:pt x="62" y="203"/>
                    <a:pt x="68" y="210"/>
                    <a:pt x="68" y="210"/>
                  </a:cubicBezTo>
                  <a:cubicBezTo>
                    <a:pt x="68" y="211"/>
                    <a:pt x="68" y="211"/>
                    <a:pt x="68" y="211"/>
                  </a:cubicBezTo>
                  <a:lnTo>
                    <a:pt x="68" y="211"/>
                  </a:lnTo>
                  <a:cubicBezTo>
                    <a:pt x="67" y="211"/>
                    <a:pt x="67" y="211"/>
                    <a:pt x="66" y="211"/>
                  </a:cubicBezTo>
                  <a:cubicBezTo>
                    <a:pt x="60" y="211"/>
                    <a:pt x="57" y="218"/>
                    <a:pt x="54" y="228"/>
                  </a:cubicBezTo>
                  <a:cubicBezTo>
                    <a:pt x="52" y="239"/>
                    <a:pt x="49" y="249"/>
                    <a:pt x="40" y="249"/>
                  </a:cubicBezTo>
                  <a:cubicBezTo>
                    <a:pt x="40" y="249"/>
                    <a:pt x="40" y="252"/>
                    <a:pt x="48" y="254"/>
                  </a:cubicBezTo>
                  <a:cubicBezTo>
                    <a:pt x="65" y="257"/>
                    <a:pt x="65" y="260"/>
                    <a:pt x="56" y="260"/>
                  </a:cubicBezTo>
                  <a:cubicBezTo>
                    <a:pt x="39" y="260"/>
                    <a:pt x="38" y="267"/>
                    <a:pt x="55" y="270"/>
                  </a:cubicBezTo>
                  <a:lnTo>
                    <a:pt x="47" y="270"/>
                  </a:lnTo>
                  <a:cubicBezTo>
                    <a:pt x="29" y="271"/>
                    <a:pt x="37" y="276"/>
                    <a:pt x="55" y="277"/>
                  </a:cubicBezTo>
                  <a:cubicBezTo>
                    <a:pt x="46" y="280"/>
                    <a:pt x="38" y="281"/>
                    <a:pt x="46" y="283"/>
                  </a:cubicBezTo>
                  <a:cubicBezTo>
                    <a:pt x="46" y="284"/>
                    <a:pt x="46" y="284"/>
                    <a:pt x="29" y="284"/>
                  </a:cubicBezTo>
                  <a:cubicBezTo>
                    <a:pt x="20" y="285"/>
                    <a:pt x="12" y="285"/>
                    <a:pt x="12" y="288"/>
                  </a:cubicBezTo>
                  <a:cubicBezTo>
                    <a:pt x="12" y="289"/>
                    <a:pt x="20" y="289"/>
                    <a:pt x="29" y="289"/>
                  </a:cubicBezTo>
                  <a:lnTo>
                    <a:pt x="29" y="292"/>
                  </a:lnTo>
                  <a:cubicBezTo>
                    <a:pt x="29" y="292"/>
                    <a:pt x="29" y="294"/>
                    <a:pt x="34" y="294"/>
                  </a:cubicBezTo>
                  <a:cubicBezTo>
                    <a:pt x="35" y="294"/>
                    <a:pt x="36" y="293"/>
                    <a:pt x="38" y="293"/>
                  </a:cubicBezTo>
                  <a:cubicBezTo>
                    <a:pt x="46" y="293"/>
                    <a:pt x="46" y="294"/>
                    <a:pt x="46" y="297"/>
                  </a:cubicBezTo>
                  <a:cubicBezTo>
                    <a:pt x="42" y="297"/>
                    <a:pt x="42" y="297"/>
                    <a:pt x="44" y="297"/>
                  </a:cubicBezTo>
                  <a:cubicBezTo>
                    <a:pt x="46" y="297"/>
                    <a:pt x="51" y="297"/>
                    <a:pt x="55" y="295"/>
                  </a:cubicBezTo>
                  <a:cubicBezTo>
                    <a:pt x="59" y="295"/>
                    <a:pt x="63" y="295"/>
                    <a:pt x="66" y="295"/>
                  </a:cubicBezTo>
                  <a:cubicBezTo>
                    <a:pt x="70" y="295"/>
                    <a:pt x="72" y="295"/>
                    <a:pt x="72" y="295"/>
                  </a:cubicBezTo>
                  <a:lnTo>
                    <a:pt x="89" y="294"/>
                  </a:lnTo>
                  <a:cubicBezTo>
                    <a:pt x="100" y="293"/>
                    <a:pt x="111" y="292"/>
                    <a:pt x="122" y="289"/>
                  </a:cubicBezTo>
                  <a:cubicBezTo>
                    <a:pt x="131" y="284"/>
                    <a:pt x="140" y="281"/>
                    <a:pt x="122" y="281"/>
                  </a:cubicBezTo>
                  <a:cubicBezTo>
                    <a:pt x="122" y="281"/>
                    <a:pt x="114" y="280"/>
                    <a:pt x="114" y="279"/>
                  </a:cubicBezTo>
                  <a:cubicBezTo>
                    <a:pt x="114" y="277"/>
                    <a:pt x="122" y="276"/>
                    <a:pt x="122" y="276"/>
                  </a:cubicBezTo>
                  <a:cubicBezTo>
                    <a:pt x="123" y="276"/>
                    <a:pt x="124" y="277"/>
                    <a:pt x="125" y="277"/>
                  </a:cubicBezTo>
                  <a:cubicBezTo>
                    <a:pt x="131" y="277"/>
                    <a:pt x="131" y="272"/>
                    <a:pt x="132" y="267"/>
                  </a:cubicBezTo>
                  <a:cubicBezTo>
                    <a:pt x="134" y="262"/>
                    <a:pt x="134" y="258"/>
                    <a:pt x="143" y="258"/>
                  </a:cubicBezTo>
                  <a:lnTo>
                    <a:pt x="151" y="258"/>
                  </a:lnTo>
                  <a:cubicBezTo>
                    <a:pt x="144" y="256"/>
                    <a:pt x="145" y="251"/>
                    <a:pt x="147" y="244"/>
                  </a:cubicBezTo>
                  <a:cubicBezTo>
                    <a:pt x="149" y="237"/>
                    <a:pt x="151" y="230"/>
                    <a:pt x="144" y="227"/>
                  </a:cubicBezTo>
                  <a:lnTo>
                    <a:pt x="145" y="225"/>
                  </a:lnTo>
                  <a:cubicBezTo>
                    <a:pt x="148" y="226"/>
                    <a:pt x="150" y="227"/>
                    <a:pt x="151" y="227"/>
                  </a:cubicBezTo>
                  <a:cubicBezTo>
                    <a:pt x="153" y="227"/>
                    <a:pt x="154" y="225"/>
                    <a:pt x="155" y="225"/>
                  </a:cubicBezTo>
                  <a:cubicBezTo>
                    <a:pt x="148" y="219"/>
                    <a:pt x="149" y="217"/>
                    <a:pt x="149" y="217"/>
                  </a:cubicBezTo>
                  <a:lnTo>
                    <a:pt x="149" y="217"/>
                  </a:lnTo>
                  <a:cubicBezTo>
                    <a:pt x="153" y="219"/>
                    <a:pt x="155" y="219"/>
                    <a:pt x="156" y="219"/>
                  </a:cubicBezTo>
                  <a:cubicBezTo>
                    <a:pt x="157" y="219"/>
                    <a:pt x="158" y="219"/>
                    <a:pt x="158" y="218"/>
                  </a:cubicBezTo>
                  <a:cubicBezTo>
                    <a:pt x="159" y="216"/>
                    <a:pt x="159" y="215"/>
                    <a:pt x="153" y="211"/>
                  </a:cubicBezTo>
                  <a:cubicBezTo>
                    <a:pt x="154" y="207"/>
                    <a:pt x="159" y="204"/>
                    <a:pt x="163" y="204"/>
                  </a:cubicBezTo>
                  <a:cubicBezTo>
                    <a:pt x="164" y="204"/>
                    <a:pt x="165" y="204"/>
                    <a:pt x="166" y="205"/>
                  </a:cubicBezTo>
                  <a:cubicBezTo>
                    <a:pt x="168" y="205"/>
                    <a:pt x="169" y="206"/>
                    <a:pt x="169" y="206"/>
                  </a:cubicBezTo>
                  <a:cubicBezTo>
                    <a:pt x="171" y="206"/>
                    <a:pt x="166" y="201"/>
                    <a:pt x="160" y="198"/>
                  </a:cubicBezTo>
                  <a:cubicBezTo>
                    <a:pt x="154" y="193"/>
                    <a:pt x="147" y="188"/>
                    <a:pt x="147" y="187"/>
                  </a:cubicBezTo>
                  <a:lnTo>
                    <a:pt x="147" y="187"/>
                  </a:lnTo>
                  <a:lnTo>
                    <a:pt x="162" y="196"/>
                  </a:lnTo>
                  <a:cubicBezTo>
                    <a:pt x="166" y="199"/>
                    <a:pt x="167" y="200"/>
                    <a:pt x="168" y="200"/>
                  </a:cubicBezTo>
                  <a:cubicBezTo>
                    <a:pt x="169" y="200"/>
                    <a:pt x="169" y="200"/>
                    <a:pt x="169" y="199"/>
                  </a:cubicBezTo>
                  <a:lnTo>
                    <a:pt x="171" y="198"/>
                  </a:lnTo>
                  <a:cubicBezTo>
                    <a:pt x="164" y="193"/>
                    <a:pt x="167" y="188"/>
                    <a:pt x="173" y="182"/>
                  </a:cubicBezTo>
                  <a:cubicBezTo>
                    <a:pt x="180" y="174"/>
                    <a:pt x="182" y="172"/>
                    <a:pt x="175" y="166"/>
                  </a:cubicBezTo>
                  <a:cubicBezTo>
                    <a:pt x="172" y="163"/>
                    <a:pt x="170" y="161"/>
                    <a:pt x="172" y="161"/>
                  </a:cubicBezTo>
                  <a:cubicBezTo>
                    <a:pt x="173" y="161"/>
                    <a:pt x="175" y="162"/>
                    <a:pt x="178" y="163"/>
                  </a:cubicBezTo>
                  <a:cubicBezTo>
                    <a:pt x="192" y="170"/>
                    <a:pt x="198" y="173"/>
                    <a:pt x="199" y="173"/>
                  </a:cubicBezTo>
                  <a:cubicBezTo>
                    <a:pt x="200" y="173"/>
                    <a:pt x="199" y="172"/>
                    <a:pt x="196" y="169"/>
                  </a:cubicBezTo>
                  <a:cubicBezTo>
                    <a:pt x="196" y="169"/>
                    <a:pt x="196" y="169"/>
                    <a:pt x="196" y="169"/>
                  </a:cubicBezTo>
                  <a:cubicBezTo>
                    <a:pt x="195" y="169"/>
                    <a:pt x="189" y="164"/>
                    <a:pt x="184" y="157"/>
                  </a:cubicBezTo>
                  <a:cubicBezTo>
                    <a:pt x="178" y="151"/>
                    <a:pt x="175" y="148"/>
                    <a:pt x="175" y="148"/>
                  </a:cubicBezTo>
                  <a:lnTo>
                    <a:pt x="175" y="148"/>
                  </a:lnTo>
                  <a:cubicBezTo>
                    <a:pt x="176" y="148"/>
                    <a:pt x="179" y="151"/>
                    <a:pt x="185" y="156"/>
                  </a:cubicBezTo>
                  <a:cubicBezTo>
                    <a:pt x="188" y="159"/>
                    <a:pt x="191" y="161"/>
                    <a:pt x="193" y="161"/>
                  </a:cubicBezTo>
                  <a:cubicBezTo>
                    <a:pt x="200" y="161"/>
                    <a:pt x="202" y="149"/>
                    <a:pt x="195" y="138"/>
                  </a:cubicBezTo>
                  <a:lnTo>
                    <a:pt x="195" y="138"/>
                  </a:lnTo>
                  <a:lnTo>
                    <a:pt x="201" y="145"/>
                  </a:lnTo>
                  <a:cubicBezTo>
                    <a:pt x="203" y="149"/>
                    <a:pt x="205" y="150"/>
                    <a:pt x="206" y="150"/>
                  </a:cubicBezTo>
                  <a:cubicBezTo>
                    <a:pt x="208" y="150"/>
                    <a:pt x="209" y="149"/>
                    <a:pt x="211" y="148"/>
                  </a:cubicBezTo>
                  <a:lnTo>
                    <a:pt x="213" y="146"/>
                  </a:lnTo>
                  <a:cubicBezTo>
                    <a:pt x="208" y="140"/>
                    <a:pt x="208" y="137"/>
                    <a:pt x="211" y="137"/>
                  </a:cubicBezTo>
                  <a:cubicBezTo>
                    <a:pt x="213" y="137"/>
                    <a:pt x="217" y="140"/>
                    <a:pt x="219" y="143"/>
                  </a:cubicBezTo>
                  <a:cubicBezTo>
                    <a:pt x="223" y="148"/>
                    <a:pt x="224" y="149"/>
                    <a:pt x="225" y="149"/>
                  </a:cubicBezTo>
                  <a:cubicBezTo>
                    <a:pt x="225" y="149"/>
                    <a:pt x="225" y="149"/>
                    <a:pt x="226" y="148"/>
                  </a:cubicBezTo>
                  <a:cubicBezTo>
                    <a:pt x="223" y="141"/>
                    <a:pt x="224" y="138"/>
                    <a:pt x="226" y="138"/>
                  </a:cubicBezTo>
                  <a:cubicBezTo>
                    <a:pt x="228" y="138"/>
                    <a:pt x="231" y="141"/>
                    <a:pt x="233" y="145"/>
                  </a:cubicBezTo>
                  <a:cubicBezTo>
                    <a:pt x="233" y="145"/>
                    <a:pt x="235" y="144"/>
                    <a:pt x="235" y="144"/>
                  </a:cubicBezTo>
                  <a:cubicBezTo>
                    <a:pt x="232" y="136"/>
                    <a:pt x="233" y="135"/>
                    <a:pt x="235" y="135"/>
                  </a:cubicBezTo>
                  <a:cubicBezTo>
                    <a:pt x="238" y="134"/>
                    <a:pt x="239" y="134"/>
                    <a:pt x="233" y="126"/>
                  </a:cubicBezTo>
                  <a:cubicBezTo>
                    <a:pt x="230" y="118"/>
                    <a:pt x="227" y="110"/>
                    <a:pt x="228" y="110"/>
                  </a:cubicBezTo>
                  <a:lnTo>
                    <a:pt x="228" y="110"/>
                  </a:lnTo>
                  <a:lnTo>
                    <a:pt x="231" y="118"/>
                  </a:lnTo>
                  <a:cubicBezTo>
                    <a:pt x="233" y="123"/>
                    <a:pt x="235" y="124"/>
                    <a:pt x="237" y="124"/>
                  </a:cubicBezTo>
                  <a:cubicBezTo>
                    <a:pt x="239" y="124"/>
                    <a:pt x="241" y="124"/>
                    <a:pt x="242" y="123"/>
                  </a:cubicBezTo>
                  <a:cubicBezTo>
                    <a:pt x="244" y="122"/>
                    <a:pt x="245" y="122"/>
                    <a:pt x="246" y="122"/>
                  </a:cubicBezTo>
                  <a:cubicBezTo>
                    <a:pt x="248" y="122"/>
                    <a:pt x="250" y="124"/>
                    <a:pt x="252" y="129"/>
                  </a:cubicBezTo>
                  <a:lnTo>
                    <a:pt x="251" y="120"/>
                  </a:lnTo>
                  <a:cubicBezTo>
                    <a:pt x="250" y="116"/>
                    <a:pt x="250" y="114"/>
                    <a:pt x="250" y="114"/>
                  </a:cubicBezTo>
                  <a:lnTo>
                    <a:pt x="250" y="114"/>
                  </a:lnTo>
                  <a:cubicBezTo>
                    <a:pt x="251" y="114"/>
                    <a:pt x="251" y="116"/>
                    <a:pt x="252" y="119"/>
                  </a:cubicBezTo>
                  <a:cubicBezTo>
                    <a:pt x="255" y="123"/>
                    <a:pt x="257" y="125"/>
                    <a:pt x="258" y="125"/>
                  </a:cubicBezTo>
                  <a:cubicBezTo>
                    <a:pt x="259" y="125"/>
                    <a:pt x="260" y="123"/>
                    <a:pt x="260" y="118"/>
                  </a:cubicBezTo>
                  <a:lnTo>
                    <a:pt x="261" y="118"/>
                  </a:lnTo>
                  <a:cubicBezTo>
                    <a:pt x="264" y="126"/>
                    <a:pt x="266" y="130"/>
                    <a:pt x="267" y="130"/>
                  </a:cubicBezTo>
                  <a:cubicBezTo>
                    <a:pt x="268" y="130"/>
                    <a:pt x="268" y="126"/>
                    <a:pt x="267" y="118"/>
                  </a:cubicBezTo>
                  <a:lnTo>
                    <a:pt x="267" y="118"/>
                  </a:lnTo>
                  <a:cubicBezTo>
                    <a:pt x="268" y="124"/>
                    <a:pt x="269" y="125"/>
                    <a:pt x="270" y="125"/>
                  </a:cubicBezTo>
                  <a:cubicBezTo>
                    <a:pt x="270" y="125"/>
                    <a:pt x="270" y="125"/>
                    <a:pt x="270" y="125"/>
                  </a:cubicBezTo>
                  <a:cubicBezTo>
                    <a:pt x="270" y="121"/>
                    <a:pt x="272" y="119"/>
                    <a:pt x="273" y="119"/>
                  </a:cubicBezTo>
                  <a:cubicBezTo>
                    <a:pt x="274" y="119"/>
                    <a:pt x="275" y="121"/>
                    <a:pt x="276" y="125"/>
                  </a:cubicBezTo>
                  <a:lnTo>
                    <a:pt x="277" y="125"/>
                  </a:lnTo>
                  <a:cubicBezTo>
                    <a:pt x="276" y="116"/>
                    <a:pt x="277" y="116"/>
                    <a:pt x="278" y="116"/>
                  </a:cubicBezTo>
                  <a:cubicBezTo>
                    <a:pt x="279" y="116"/>
                    <a:pt x="280" y="116"/>
                    <a:pt x="280" y="108"/>
                  </a:cubicBezTo>
                  <a:cubicBezTo>
                    <a:pt x="280" y="99"/>
                    <a:pt x="282" y="99"/>
                    <a:pt x="282" y="99"/>
                  </a:cubicBezTo>
                  <a:cubicBezTo>
                    <a:pt x="283" y="105"/>
                    <a:pt x="283" y="110"/>
                    <a:pt x="283" y="116"/>
                  </a:cubicBezTo>
                  <a:cubicBezTo>
                    <a:pt x="282" y="120"/>
                    <a:pt x="282" y="122"/>
                    <a:pt x="283" y="122"/>
                  </a:cubicBezTo>
                  <a:cubicBezTo>
                    <a:pt x="283" y="122"/>
                    <a:pt x="285" y="117"/>
                    <a:pt x="286" y="108"/>
                  </a:cubicBezTo>
                  <a:lnTo>
                    <a:pt x="286" y="108"/>
                  </a:lnTo>
                  <a:cubicBezTo>
                    <a:pt x="286" y="114"/>
                    <a:pt x="286" y="120"/>
                    <a:pt x="286" y="120"/>
                  </a:cubicBezTo>
                  <a:cubicBezTo>
                    <a:pt x="286" y="120"/>
                    <a:pt x="287" y="119"/>
                    <a:pt x="287" y="116"/>
                  </a:cubicBezTo>
                  <a:cubicBezTo>
                    <a:pt x="287" y="116"/>
                    <a:pt x="288" y="116"/>
                    <a:pt x="288" y="108"/>
                  </a:cubicBezTo>
                  <a:lnTo>
                    <a:pt x="292" y="108"/>
                  </a:lnTo>
                  <a:cubicBezTo>
                    <a:pt x="294" y="117"/>
                    <a:pt x="294" y="117"/>
                    <a:pt x="295" y="117"/>
                  </a:cubicBezTo>
                  <a:cubicBezTo>
                    <a:pt x="296" y="113"/>
                    <a:pt x="296" y="110"/>
                    <a:pt x="296" y="110"/>
                  </a:cubicBezTo>
                  <a:cubicBezTo>
                    <a:pt x="296" y="110"/>
                    <a:pt x="297" y="113"/>
                    <a:pt x="297" y="117"/>
                  </a:cubicBezTo>
                  <a:cubicBezTo>
                    <a:pt x="297" y="120"/>
                    <a:pt x="297" y="122"/>
                    <a:pt x="297" y="122"/>
                  </a:cubicBezTo>
                  <a:cubicBezTo>
                    <a:pt x="297" y="122"/>
                    <a:pt x="298" y="118"/>
                    <a:pt x="298" y="108"/>
                  </a:cubicBezTo>
                  <a:cubicBezTo>
                    <a:pt x="300" y="104"/>
                    <a:pt x="300" y="102"/>
                    <a:pt x="301" y="102"/>
                  </a:cubicBezTo>
                  <a:cubicBezTo>
                    <a:pt x="302" y="102"/>
                    <a:pt x="302" y="105"/>
                    <a:pt x="302" y="109"/>
                  </a:cubicBezTo>
                  <a:cubicBezTo>
                    <a:pt x="301" y="119"/>
                    <a:pt x="301" y="123"/>
                    <a:pt x="301" y="123"/>
                  </a:cubicBezTo>
                  <a:cubicBezTo>
                    <a:pt x="301" y="123"/>
                    <a:pt x="301" y="121"/>
                    <a:pt x="302" y="118"/>
                  </a:cubicBezTo>
                  <a:cubicBezTo>
                    <a:pt x="304" y="109"/>
                    <a:pt x="305" y="109"/>
                    <a:pt x="305" y="109"/>
                  </a:cubicBezTo>
                  <a:lnTo>
                    <a:pt x="305" y="109"/>
                  </a:lnTo>
                  <a:cubicBezTo>
                    <a:pt x="304" y="118"/>
                    <a:pt x="312" y="119"/>
                    <a:pt x="321" y="123"/>
                  </a:cubicBezTo>
                  <a:cubicBezTo>
                    <a:pt x="324" y="117"/>
                    <a:pt x="326" y="111"/>
                    <a:pt x="328" y="106"/>
                  </a:cubicBezTo>
                  <a:cubicBezTo>
                    <a:pt x="329" y="99"/>
                    <a:pt x="330" y="97"/>
                    <a:pt x="330" y="97"/>
                  </a:cubicBezTo>
                  <a:lnTo>
                    <a:pt x="330" y="97"/>
                  </a:lnTo>
                  <a:cubicBezTo>
                    <a:pt x="330" y="97"/>
                    <a:pt x="329" y="102"/>
                    <a:pt x="329" y="107"/>
                  </a:cubicBezTo>
                  <a:cubicBezTo>
                    <a:pt x="326" y="119"/>
                    <a:pt x="325" y="126"/>
                    <a:pt x="325" y="126"/>
                  </a:cubicBezTo>
                  <a:cubicBezTo>
                    <a:pt x="326" y="126"/>
                    <a:pt x="328" y="120"/>
                    <a:pt x="331" y="107"/>
                  </a:cubicBezTo>
                  <a:cubicBezTo>
                    <a:pt x="333" y="99"/>
                    <a:pt x="333" y="94"/>
                    <a:pt x="334" y="94"/>
                  </a:cubicBezTo>
                  <a:lnTo>
                    <a:pt x="334" y="94"/>
                  </a:lnTo>
                  <a:cubicBezTo>
                    <a:pt x="334" y="94"/>
                    <a:pt x="333" y="99"/>
                    <a:pt x="332" y="108"/>
                  </a:cubicBezTo>
                  <a:cubicBezTo>
                    <a:pt x="331" y="112"/>
                    <a:pt x="330" y="114"/>
                    <a:pt x="331" y="114"/>
                  </a:cubicBezTo>
                  <a:cubicBezTo>
                    <a:pt x="331" y="114"/>
                    <a:pt x="332" y="112"/>
                    <a:pt x="333" y="109"/>
                  </a:cubicBezTo>
                  <a:cubicBezTo>
                    <a:pt x="335" y="105"/>
                    <a:pt x="336" y="103"/>
                    <a:pt x="336" y="103"/>
                  </a:cubicBezTo>
                  <a:lnTo>
                    <a:pt x="336" y="103"/>
                  </a:lnTo>
                  <a:cubicBezTo>
                    <a:pt x="337" y="103"/>
                    <a:pt x="336" y="105"/>
                    <a:pt x="334" y="109"/>
                  </a:cubicBezTo>
                  <a:cubicBezTo>
                    <a:pt x="334" y="116"/>
                    <a:pt x="332" y="121"/>
                    <a:pt x="333" y="121"/>
                  </a:cubicBezTo>
                  <a:cubicBezTo>
                    <a:pt x="333" y="121"/>
                    <a:pt x="333" y="120"/>
                    <a:pt x="334" y="118"/>
                  </a:cubicBezTo>
                  <a:lnTo>
                    <a:pt x="334" y="118"/>
                  </a:lnTo>
                  <a:cubicBezTo>
                    <a:pt x="334" y="118"/>
                    <a:pt x="335" y="118"/>
                    <a:pt x="333" y="127"/>
                  </a:cubicBezTo>
                  <a:cubicBezTo>
                    <a:pt x="333" y="130"/>
                    <a:pt x="332" y="130"/>
                    <a:pt x="333" y="130"/>
                  </a:cubicBezTo>
                  <a:cubicBezTo>
                    <a:pt x="334" y="130"/>
                    <a:pt x="336" y="125"/>
                    <a:pt x="339" y="120"/>
                  </a:cubicBezTo>
                  <a:cubicBezTo>
                    <a:pt x="344" y="113"/>
                    <a:pt x="346" y="109"/>
                    <a:pt x="347" y="109"/>
                  </a:cubicBezTo>
                  <a:lnTo>
                    <a:pt x="347" y="109"/>
                  </a:lnTo>
                  <a:cubicBezTo>
                    <a:pt x="348" y="109"/>
                    <a:pt x="346" y="113"/>
                    <a:pt x="342" y="122"/>
                  </a:cubicBezTo>
                  <a:cubicBezTo>
                    <a:pt x="339" y="128"/>
                    <a:pt x="339" y="131"/>
                    <a:pt x="340" y="131"/>
                  </a:cubicBezTo>
                  <a:cubicBezTo>
                    <a:pt x="341" y="131"/>
                    <a:pt x="346" y="125"/>
                    <a:pt x="351" y="116"/>
                  </a:cubicBezTo>
                  <a:cubicBezTo>
                    <a:pt x="356" y="108"/>
                    <a:pt x="358" y="104"/>
                    <a:pt x="358" y="104"/>
                  </a:cubicBezTo>
                  <a:lnTo>
                    <a:pt x="358" y="104"/>
                  </a:lnTo>
                  <a:cubicBezTo>
                    <a:pt x="358" y="104"/>
                    <a:pt x="357" y="106"/>
                    <a:pt x="356" y="109"/>
                  </a:cubicBezTo>
                  <a:cubicBezTo>
                    <a:pt x="351" y="117"/>
                    <a:pt x="352" y="117"/>
                    <a:pt x="352" y="117"/>
                  </a:cubicBezTo>
                  <a:cubicBezTo>
                    <a:pt x="353" y="118"/>
                    <a:pt x="355" y="118"/>
                    <a:pt x="351" y="126"/>
                  </a:cubicBezTo>
                  <a:cubicBezTo>
                    <a:pt x="351" y="126"/>
                    <a:pt x="351" y="126"/>
                    <a:pt x="351" y="126"/>
                  </a:cubicBezTo>
                  <a:cubicBezTo>
                    <a:pt x="352" y="126"/>
                    <a:pt x="354" y="125"/>
                    <a:pt x="358" y="120"/>
                  </a:cubicBezTo>
                  <a:cubicBezTo>
                    <a:pt x="361" y="115"/>
                    <a:pt x="363" y="113"/>
                    <a:pt x="365" y="113"/>
                  </a:cubicBezTo>
                  <a:cubicBezTo>
                    <a:pt x="367" y="113"/>
                    <a:pt x="365" y="121"/>
                    <a:pt x="360" y="132"/>
                  </a:cubicBezTo>
                  <a:lnTo>
                    <a:pt x="366" y="125"/>
                  </a:lnTo>
                  <a:cubicBezTo>
                    <a:pt x="372" y="117"/>
                    <a:pt x="376" y="111"/>
                    <a:pt x="377" y="111"/>
                  </a:cubicBezTo>
                  <a:lnTo>
                    <a:pt x="377" y="111"/>
                  </a:lnTo>
                  <a:cubicBezTo>
                    <a:pt x="377" y="111"/>
                    <a:pt x="376" y="114"/>
                    <a:pt x="372" y="119"/>
                  </a:cubicBezTo>
                  <a:cubicBezTo>
                    <a:pt x="370" y="123"/>
                    <a:pt x="370" y="123"/>
                    <a:pt x="368" y="126"/>
                  </a:cubicBezTo>
                  <a:cubicBezTo>
                    <a:pt x="371" y="122"/>
                    <a:pt x="374" y="120"/>
                    <a:pt x="375" y="120"/>
                  </a:cubicBezTo>
                  <a:cubicBezTo>
                    <a:pt x="377" y="120"/>
                    <a:pt x="375" y="127"/>
                    <a:pt x="368" y="137"/>
                  </a:cubicBezTo>
                  <a:cubicBezTo>
                    <a:pt x="364" y="144"/>
                    <a:pt x="364" y="144"/>
                    <a:pt x="365" y="144"/>
                  </a:cubicBezTo>
                  <a:lnTo>
                    <a:pt x="369" y="137"/>
                  </a:lnTo>
                  <a:cubicBezTo>
                    <a:pt x="373" y="131"/>
                    <a:pt x="378" y="124"/>
                    <a:pt x="379" y="124"/>
                  </a:cubicBezTo>
                  <a:cubicBezTo>
                    <a:pt x="379" y="124"/>
                    <a:pt x="379" y="124"/>
                    <a:pt x="379" y="124"/>
                  </a:cubicBezTo>
                  <a:cubicBezTo>
                    <a:pt x="380" y="125"/>
                    <a:pt x="381" y="125"/>
                    <a:pt x="377" y="133"/>
                  </a:cubicBezTo>
                  <a:cubicBezTo>
                    <a:pt x="374" y="138"/>
                    <a:pt x="371" y="144"/>
                    <a:pt x="372" y="144"/>
                  </a:cubicBezTo>
                  <a:cubicBezTo>
                    <a:pt x="372" y="144"/>
                    <a:pt x="372" y="143"/>
                    <a:pt x="374" y="141"/>
                  </a:cubicBezTo>
                  <a:lnTo>
                    <a:pt x="374" y="141"/>
                  </a:lnTo>
                  <a:cubicBezTo>
                    <a:pt x="374" y="141"/>
                    <a:pt x="375" y="142"/>
                    <a:pt x="370" y="150"/>
                  </a:cubicBezTo>
                  <a:cubicBezTo>
                    <a:pt x="371" y="150"/>
                    <a:pt x="372" y="151"/>
                    <a:pt x="374" y="152"/>
                  </a:cubicBezTo>
                  <a:cubicBezTo>
                    <a:pt x="377" y="149"/>
                    <a:pt x="378" y="148"/>
                    <a:pt x="379" y="148"/>
                  </a:cubicBezTo>
                  <a:cubicBezTo>
                    <a:pt x="380" y="148"/>
                    <a:pt x="380" y="150"/>
                    <a:pt x="377" y="154"/>
                  </a:cubicBezTo>
                  <a:cubicBezTo>
                    <a:pt x="377" y="154"/>
                    <a:pt x="377" y="154"/>
                    <a:pt x="377" y="154"/>
                  </a:cubicBezTo>
                  <a:cubicBezTo>
                    <a:pt x="378" y="154"/>
                    <a:pt x="380" y="154"/>
                    <a:pt x="385" y="150"/>
                  </a:cubicBezTo>
                  <a:lnTo>
                    <a:pt x="385" y="150"/>
                  </a:lnTo>
                  <a:cubicBezTo>
                    <a:pt x="386" y="152"/>
                    <a:pt x="387" y="152"/>
                    <a:pt x="381" y="159"/>
                  </a:cubicBezTo>
                  <a:cubicBezTo>
                    <a:pt x="379" y="162"/>
                    <a:pt x="377" y="164"/>
                    <a:pt x="377" y="164"/>
                  </a:cubicBezTo>
                  <a:cubicBezTo>
                    <a:pt x="378" y="164"/>
                    <a:pt x="379" y="162"/>
                    <a:pt x="383" y="160"/>
                  </a:cubicBezTo>
                  <a:cubicBezTo>
                    <a:pt x="386" y="155"/>
                    <a:pt x="387" y="154"/>
                    <a:pt x="388" y="154"/>
                  </a:cubicBezTo>
                  <a:cubicBezTo>
                    <a:pt x="389" y="154"/>
                    <a:pt x="389" y="154"/>
                    <a:pt x="389" y="154"/>
                  </a:cubicBezTo>
                  <a:lnTo>
                    <a:pt x="390" y="156"/>
                  </a:lnTo>
                  <a:cubicBezTo>
                    <a:pt x="394" y="152"/>
                    <a:pt x="396" y="150"/>
                    <a:pt x="396" y="150"/>
                  </a:cubicBezTo>
                  <a:cubicBezTo>
                    <a:pt x="397" y="150"/>
                    <a:pt x="397" y="150"/>
                    <a:pt x="397" y="151"/>
                  </a:cubicBezTo>
                  <a:cubicBezTo>
                    <a:pt x="398" y="152"/>
                    <a:pt x="395" y="160"/>
                    <a:pt x="396" y="161"/>
                  </a:cubicBezTo>
                  <a:cubicBezTo>
                    <a:pt x="397" y="162"/>
                    <a:pt x="397" y="162"/>
                    <a:pt x="398" y="162"/>
                  </a:cubicBezTo>
                  <a:cubicBezTo>
                    <a:pt x="399" y="162"/>
                    <a:pt x="400" y="161"/>
                    <a:pt x="403" y="156"/>
                  </a:cubicBezTo>
                  <a:cubicBezTo>
                    <a:pt x="403" y="156"/>
                    <a:pt x="405" y="153"/>
                    <a:pt x="405" y="153"/>
                  </a:cubicBezTo>
                  <a:lnTo>
                    <a:pt x="405" y="153"/>
                  </a:lnTo>
                  <a:cubicBezTo>
                    <a:pt x="406" y="153"/>
                    <a:pt x="406" y="154"/>
                    <a:pt x="404" y="157"/>
                  </a:cubicBezTo>
                  <a:cubicBezTo>
                    <a:pt x="405" y="159"/>
                    <a:pt x="401" y="168"/>
                    <a:pt x="403" y="170"/>
                  </a:cubicBezTo>
                  <a:cubicBezTo>
                    <a:pt x="404" y="171"/>
                    <a:pt x="405" y="172"/>
                    <a:pt x="406" y="172"/>
                  </a:cubicBezTo>
                  <a:cubicBezTo>
                    <a:pt x="407" y="172"/>
                    <a:pt x="409" y="171"/>
                    <a:pt x="413" y="168"/>
                  </a:cubicBezTo>
                  <a:cubicBezTo>
                    <a:pt x="418" y="162"/>
                    <a:pt x="421" y="159"/>
                    <a:pt x="422" y="159"/>
                  </a:cubicBezTo>
                  <a:lnTo>
                    <a:pt x="422" y="159"/>
                  </a:lnTo>
                  <a:cubicBezTo>
                    <a:pt x="422" y="159"/>
                    <a:pt x="419" y="162"/>
                    <a:pt x="413" y="169"/>
                  </a:cubicBezTo>
                  <a:cubicBezTo>
                    <a:pt x="406" y="176"/>
                    <a:pt x="403" y="180"/>
                    <a:pt x="404" y="180"/>
                  </a:cubicBezTo>
                  <a:cubicBezTo>
                    <a:pt x="404" y="180"/>
                    <a:pt x="406" y="179"/>
                    <a:pt x="408" y="177"/>
                  </a:cubicBezTo>
                  <a:cubicBezTo>
                    <a:pt x="414" y="174"/>
                    <a:pt x="415" y="173"/>
                    <a:pt x="416" y="173"/>
                  </a:cubicBezTo>
                  <a:cubicBezTo>
                    <a:pt x="416" y="173"/>
                    <a:pt x="416" y="173"/>
                    <a:pt x="416" y="173"/>
                  </a:cubicBezTo>
                  <a:cubicBezTo>
                    <a:pt x="412" y="177"/>
                    <a:pt x="411" y="178"/>
                    <a:pt x="413" y="178"/>
                  </a:cubicBezTo>
                  <a:cubicBezTo>
                    <a:pt x="414" y="178"/>
                    <a:pt x="416" y="178"/>
                    <a:pt x="418" y="177"/>
                  </a:cubicBezTo>
                  <a:cubicBezTo>
                    <a:pt x="420" y="177"/>
                    <a:pt x="420" y="177"/>
                    <a:pt x="413" y="182"/>
                  </a:cubicBezTo>
                  <a:cubicBezTo>
                    <a:pt x="413" y="182"/>
                    <a:pt x="413" y="183"/>
                    <a:pt x="414" y="184"/>
                  </a:cubicBezTo>
                  <a:cubicBezTo>
                    <a:pt x="418" y="182"/>
                    <a:pt x="421" y="181"/>
                    <a:pt x="422" y="181"/>
                  </a:cubicBezTo>
                  <a:cubicBezTo>
                    <a:pt x="427" y="181"/>
                    <a:pt x="423" y="188"/>
                    <a:pt x="418" y="192"/>
                  </a:cubicBezTo>
                  <a:cubicBezTo>
                    <a:pt x="418" y="192"/>
                    <a:pt x="419" y="192"/>
                    <a:pt x="419" y="192"/>
                  </a:cubicBezTo>
                  <a:cubicBezTo>
                    <a:pt x="420" y="192"/>
                    <a:pt x="423" y="192"/>
                    <a:pt x="427" y="190"/>
                  </a:cubicBezTo>
                  <a:cubicBezTo>
                    <a:pt x="434" y="186"/>
                    <a:pt x="438" y="185"/>
                    <a:pt x="439" y="185"/>
                  </a:cubicBezTo>
                  <a:cubicBezTo>
                    <a:pt x="440" y="185"/>
                    <a:pt x="437" y="187"/>
                    <a:pt x="429" y="192"/>
                  </a:cubicBezTo>
                  <a:cubicBezTo>
                    <a:pt x="430" y="192"/>
                    <a:pt x="432" y="191"/>
                    <a:pt x="433" y="191"/>
                  </a:cubicBezTo>
                  <a:cubicBezTo>
                    <a:pt x="437" y="191"/>
                    <a:pt x="436" y="196"/>
                    <a:pt x="424" y="202"/>
                  </a:cubicBezTo>
                  <a:lnTo>
                    <a:pt x="408" y="210"/>
                  </a:lnTo>
                  <a:cubicBezTo>
                    <a:pt x="413" y="208"/>
                    <a:pt x="415" y="208"/>
                    <a:pt x="416" y="208"/>
                  </a:cubicBezTo>
                  <a:cubicBezTo>
                    <a:pt x="417" y="208"/>
                    <a:pt x="417" y="208"/>
                    <a:pt x="417" y="208"/>
                  </a:cubicBezTo>
                  <a:cubicBezTo>
                    <a:pt x="421" y="206"/>
                    <a:pt x="423" y="205"/>
                    <a:pt x="424" y="205"/>
                  </a:cubicBezTo>
                  <a:cubicBezTo>
                    <a:pt x="425" y="205"/>
                    <a:pt x="426" y="206"/>
                    <a:pt x="426" y="208"/>
                  </a:cubicBezTo>
                  <a:cubicBezTo>
                    <a:pt x="427" y="209"/>
                    <a:pt x="436" y="210"/>
                    <a:pt x="438" y="212"/>
                  </a:cubicBezTo>
                  <a:cubicBezTo>
                    <a:pt x="438" y="214"/>
                    <a:pt x="439" y="217"/>
                    <a:pt x="431" y="221"/>
                  </a:cubicBezTo>
                  <a:cubicBezTo>
                    <a:pt x="432" y="223"/>
                    <a:pt x="432" y="223"/>
                    <a:pt x="441" y="223"/>
                  </a:cubicBezTo>
                  <a:cubicBezTo>
                    <a:pt x="443" y="222"/>
                    <a:pt x="445" y="222"/>
                    <a:pt x="446" y="222"/>
                  </a:cubicBezTo>
                  <a:cubicBezTo>
                    <a:pt x="449" y="222"/>
                    <a:pt x="447" y="223"/>
                    <a:pt x="441" y="225"/>
                  </a:cubicBezTo>
                  <a:lnTo>
                    <a:pt x="442" y="226"/>
                  </a:lnTo>
                  <a:cubicBezTo>
                    <a:pt x="450" y="226"/>
                    <a:pt x="450" y="227"/>
                    <a:pt x="450" y="227"/>
                  </a:cubicBezTo>
                  <a:cubicBezTo>
                    <a:pt x="443" y="229"/>
                    <a:pt x="436" y="232"/>
                    <a:pt x="440" y="232"/>
                  </a:cubicBezTo>
                  <a:cubicBezTo>
                    <a:pt x="441" y="232"/>
                    <a:pt x="442" y="232"/>
                    <a:pt x="443" y="231"/>
                  </a:cubicBezTo>
                  <a:cubicBezTo>
                    <a:pt x="446" y="231"/>
                    <a:pt x="448" y="230"/>
                    <a:pt x="450" y="230"/>
                  </a:cubicBezTo>
                  <a:cubicBezTo>
                    <a:pt x="451" y="230"/>
                    <a:pt x="451" y="231"/>
                    <a:pt x="452" y="231"/>
                  </a:cubicBezTo>
                  <a:cubicBezTo>
                    <a:pt x="445" y="237"/>
                    <a:pt x="447" y="267"/>
                    <a:pt x="453" y="269"/>
                  </a:cubicBezTo>
                  <a:lnTo>
                    <a:pt x="453" y="271"/>
                  </a:lnTo>
                  <a:cubicBezTo>
                    <a:pt x="452" y="272"/>
                    <a:pt x="452" y="274"/>
                    <a:pt x="452" y="274"/>
                  </a:cubicBezTo>
                  <a:cubicBezTo>
                    <a:pt x="449" y="274"/>
                    <a:pt x="447" y="274"/>
                    <a:pt x="446" y="274"/>
                  </a:cubicBezTo>
                  <a:cubicBezTo>
                    <a:pt x="438" y="274"/>
                    <a:pt x="444" y="278"/>
                    <a:pt x="451" y="282"/>
                  </a:cubicBezTo>
                  <a:cubicBezTo>
                    <a:pt x="459" y="284"/>
                    <a:pt x="459" y="285"/>
                    <a:pt x="459" y="286"/>
                  </a:cubicBezTo>
                  <a:cubicBezTo>
                    <a:pt x="453" y="285"/>
                    <a:pt x="449" y="285"/>
                    <a:pt x="447" y="285"/>
                  </a:cubicBezTo>
                  <a:cubicBezTo>
                    <a:pt x="442" y="285"/>
                    <a:pt x="444" y="287"/>
                    <a:pt x="449" y="290"/>
                  </a:cubicBezTo>
                  <a:cubicBezTo>
                    <a:pt x="458" y="292"/>
                    <a:pt x="462" y="294"/>
                    <a:pt x="461" y="294"/>
                  </a:cubicBezTo>
                  <a:cubicBezTo>
                    <a:pt x="460" y="294"/>
                    <a:pt x="456" y="293"/>
                    <a:pt x="449" y="291"/>
                  </a:cubicBezTo>
                  <a:cubicBezTo>
                    <a:pt x="443" y="290"/>
                    <a:pt x="439" y="289"/>
                    <a:pt x="438" y="289"/>
                  </a:cubicBezTo>
                  <a:cubicBezTo>
                    <a:pt x="435" y="289"/>
                    <a:pt x="440" y="292"/>
                    <a:pt x="455" y="298"/>
                  </a:cubicBezTo>
                  <a:cubicBezTo>
                    <a:pt x="460" y="300"/>
                    <a:pt x="462" y="301"/>
                    <a:pt x="461" y="301"/>
                  </a:cubicBezTo>
                  <a:cubicBezTo>
                    <a:pt x="460" y="301"/>
                    <a:pt x="458" y="300"/>
                    <a:pt x="454" y="300"/>
                  </a:cubicBezTo>
                  <a:cubicBezTo>
                    <a:pt x="446" y="298"/>
                    <a:pt x="442" y="297"/>
                    <a:pt x="441" y="297"/>
                  </a:cubicBezTo>
                  <a:cubicBezTo>
                    <a:pt x="440" y="297"/>
                    <a:pt x="441" y="298"/>
                    <a:pt x="445" y="299"/>
                  </a:cubicBezTo>
                  <a:cubicBezTo>
                    <a:pt x="455" y="303"/>
                    <a:pt x="459" y="305"/>
                    <a:pt x="456" y="305"/>
                  </a:cubicBezTo>
                  <a:cubicBezTo>
                    <a:pt x="455" y="305"/>
                    <a:pt x="451" y="304"/>
                    <a:pt x="444" y="302"/>
                  </a:cubicBezTo>
                  <a:cubicBezTo>
                    <a:pt x="436" y="301"/>
                    <a:pt x="432" y="299"/>
                    <a:pt x="432" y="299"/>
                  </a:cubicBezTo>
                  <a:cubicBezTo>
                    <a:pt x="431" y="299"/>
                    <a:pt x="435" y="301"/>
                    <a:pt x="443" y="304"/>
                  </a:cubicBezTo>
                  <a:cubicBezTo>
                    <a:pt x="454" y="310"/>
                    <a:pt x="456" y="314"/>
                    <a:pt x="451" y="314"/>
                  </a:cubicBezTo>
                  <a:cubicBezTo>
                    <a:pt x="449" y="314"/>
                    <a:pt x="446" y="313"/>
                    <a:pt x="441" y="311"/>
                  </a:cubicBezTo>
                  <a:cubicBezTo>
                    <a:pt x="440" y="311"/>
                    <a:pt x="437" y="310"/>
                    <a:pt x="437" y="310"/>
                  </a:cubicBezTo>
                  <a:cubicBezTo>
                    <a:pt x="436" y="310"/>
                    <a:pt x="436" y="311"/>
                    <a:pt x="440" y="312"/>
                  </a:cubicBezTo>
                  <a:lnTo>
                    <a:pt x="431" y="310"/>
                  </a:lnTo>
                  <a:cubicBezTo>
                    <a:pt x="431" y="311"/>
                    <a:pt x="431" y="312"/>
                    <a:pt x="431" y="312"/>
                  </a:cubicBezTo>
                  <a:lnTo>
                    <a:pt x="438" y="316"/>
                  </a:lnTo>
                  <a:cubicBezTo>
                    <a:pt x="438" y="317"/>
                    <a:pt x="427" y="318"/>
                    <a:pt x="423" y="325"/>
                  </a:cubicBezTo>
                  <a:cubicBezTo>
                    <a:pt x="417" y="334"/>
                    <a:pt x="414" y="335"/>
                    <a:pt x="422" y="339"/>
                  </a:cubicBezTo>
                  <a:cubicBezTo>
                    <a:pt x="430" y="344"/>
                    <a:pt x="433" y="347"/>
                    <a:pt x="432" y="347"/>
                  </a:cubicBezTo>
                  <a:cubicBezTo>
                    <a:pt x="431" y="347"/>
                    <a:pt x="427" y="345"/>
                    <a:pt x="421" y="341"/>
                  </a:cubicBezTo>
                  <a:cubicBezTo>
                    <a:pt x="420" y="341"/>
                    <a:pt x="415" y="340"/>
                    <a:pt x="413" y="340"/>
                  </a:cubicBezTo>
                  <a:cubicBezTo>
                    <a:pt x="412" y="340"/>
                    <a:pt x="411" y="340"/>
                    <a:pt x="411" y="340"/>
                  </a:cubicBezTo>
                  <a:cubicBezTo>
                    <a:pt x="410" y="341"/>
                    <a:pt x="409" y="342"/>
                    <a:pt x="408" y="342"/>
                  </a:cubicBezTo>
                  <a:cubicBezTo>
                    <a:pt x="406" y="342"/>
                    <a:pt x="404" y="341"/>
                    <a:pt x="402" y="338"/>
                  </a:cubicBezTo>
                  <a:lnTo>
                    <a:pt x="401" y="338"/>
                  </a:lnTo>
                  <a:cubicBezTo>
                    <a:pt x="410" y="348"/>
                    <a:pt x="408" y="354"/>
                    <a:pt x="403" y="354"/>
                  </a:cubicBezTo>
                  <a:cubicBezTo>
                    <a:pt x="402" y="354"/>
                    <a:pt x="400" y="353"/>
                    <a:pt x="398" y="353"/>
                  </a:cubicBezTo>
                  <a:lnTo>
                    <a:pt x="398" y="353"/>
                  </a:lnTo>
                  <a:cubicBezTo>
                    <a:pt x="397" y="354"/>
                    <a:pt x="396" y="355"/>
                    <a:pt x="401" y="362"/>
                  </a:cubicBezTo>
                  <a:cubicBezTo>
                    <a:pt x="403" y="366"/>
                    <a:pt x="404" y="368"/>
                    <a:pt x="403" y="368"/>
                  </a:cubicBezTo>
                  <a:cubicBezTo>
                    <a:pt x="402" y="368"/>
                    <a:pt x="400" y="366"/>
                    <a:pt x="397" y="364"/>
                  </a:cubicBezTo>
                  <a:cubicBezTo>
                    <a:pt x="395" y="361"/>
                    <a:pt x="391" y="359"/>
                    <a:pt x="389" y="359"/>
                  </a:cubicBezTo>
                  <a:cubicBezTo>
                    <a:pt x="387" y="359"/>
                    <a:pt x="387" y="362"/>
                    <a:pt x="393" y="368"/>
                  </a:cubicBezTo>
                  <a:lnTo>
                    <a:pt x="386" y="363"/>
                  </a:lnTo>
                  <a:cubicBezTo>
                    <a:pt x="384" y="361"/>
                    <a:pt x="384" y="361"/>
                    <a:pt x="383" y="361"/>
                  </a:cubicBezTo>
                  <a:lnTo>
                    <a:pt x="383" y="361"/>
                  </a:lnTo>
                  <a:cubicBezTo>
                    <a:pt x="383" y="361"/>
                    <a:pt x="386" y="366"/>
                    <a:pt x="389" y="371"/>
                  </a:cubicBezTo>
                  <a:cubicBezTo>
                    <a:pt x="394" y="377"/>
                    <a:pt x="397" y="380"/>
                    <a:pt x="397" y="380"/>
                  </a:cubicBezTo>
                  <a:cubicBezTo>
                    <a:pt x="396" y="380"/>
                    <a:pt x="392" y="375"/>
                    <a:pt x="383" y="365"/>
                  </a:cubicBezTo>
                  <a:cubicBezTo>
                    <a:pt x="376" y="357"/>
                    <a:pt x="374" y="355"/>
                    <a:pt x="373" y="355"/>
                  </a:cubicBezTo>
                  <a:lnTo>
                    <a:pt x="373" y="355"/>
                  </a:lnTo>
                  <a:cubicBezTo>
                    <a:pt x="373" y="355"/>
                    <a:pt x="374" y="356"/>
                    <a:pt x="376" y="359"/>
                  </a:cubicBezTo>
                  <a:cubicBezTo>
                    <a:pt x="379" y="364"/>
                    <a:pt x="382" y="370"/>
                    <a:pt x="382" y="370"/>
                  </a:cubicBezTo>
                  <a:cubicBezTo>
                    <a:pt x="382" y="370"/>
                    <a:pt x="381" y="369"/>
                    <a:pt x="379" y="367"/>
                  </a:cubicBezTo>
                  <a:lnTo>
                    <a:pt x="379" y="367"/>
                  </a:lnTo>
                  <a:cubicBezTo>
                    <a:pt x="378" y="368"/>
                    <a:pt x="377" y="368"/>
                    <a:pt x="387" y="382"/>
                  </a:cubicBezTo>
                  <a:cubicBezTo>
                    <a:pt x="393" y="390"/>
                    <a:pt x="392" y="390"/>
                    <a:pt x="390" y="391"/>
                  </a:cubicBezTo>
                  <a:cubicBezTo>
                    <a:pt x="387" y="386"/>
                    <a:pt x="384" y="381"/>
                    <a:pt x="381" y="376"/>
                  </a:cubicBezTo>
                  <a:cubicBezTo>
                    <a:pt x="382" y="376"/>
                    <a:pt x="382" y="376"/>
                    <a:pt x="382" y="376"/>
                  </a:cubicBezTo>
                  <a:lnTo>
                    <a:pt x="382" y="376"/>
                  </a:lnTo>
                  <a:cubicBezTo>
                    <a:pt x="382" y="376"/>
                    <a:pt x="381" y="377"/>
                    <a:pt x="379" y="377"/>
                  </a:cubicBezTo>
                  <a:cubicBezTo>
                    <a:pt x="379" y="377"/>
                    <a:pt x="379" y="377"/>
                    <a:pt x="379" y="377"/>
                  </a:cubicBezTo>
                  <a:cubicBezTo>
                    <a:pt x="377" y="377"/>
                    <a:pt x="371" y="371"/>
                    <a:pt x="367" y="365"/>
                  </a:cubicBezTo>
                  <a:cubicBezTo>
                    <a:pt x="365" y="362"/>
                    <a:pt x="363" y="361"/>
                    <a:pt x="363" y="361"/>
                  </a:cubicBezTo>
                  <a:lnTo>
                    <a:pt x="363" y="361"/>
                  </a:lnTo>
                  <a:cubicBezTo>
                    <a:pt x="362" y="361"/>
                    <a:pt x="364" y="365"/>
                    <a:pt x="371" y="373"/>
                  </a:cubicBezTo>
                  <a:cubicBezTo>
                    <a:pt x="380" y="386"/>
                    <a:pt x="380" y="386"/>
                    <a:pt x="378" y="387"/>
                  </a:cubicBezTo>
                  <a:cubicBezTo>
                    <a:pt x="378" y="388"/>
                    <a:pt x="377" y="388"/>
                    <a:pt x="377" y="388"/>
                  </a:cubicBezTo>
                  <a:cubicBezTo>
                    <a:pt x="376" y="388"/>
                    <a:pt x="375" y="387"/>
                    <a:pt x="371" y="382"/>
                  </a:cubicBezTo>
                  <a:cubicBezTo>
                    <a:pt x="367" y="375"/>
                    <a:pt x="367" y="375"/>
                    <a:pt x="366" y="375"/>
                  </a:cubicBezTo>
                  <a:cubicBezTo>
                    <a:pt x="362" y="377"/>
                    <a:pt x="372" y="401"/>
                    <a:pt x="379" y="417"/>
                  </a:cubicBezTo>
                  <a:cubicBezTo>
                    <a:pt x="383" y="424"/>
                    <a:pt x="385" y="428"/>
                    <a:pt x="385" y="428"/>
                  </a:cubicBezTo>
                  <a:lnTo>
                    <a:pt x="385" y="428"/>
                  </a:lnTo>
                  <a:cubicBezTo>
                    <a:pt x="385" y="428"/>
                    <a:pt x="383" y="424"/>
                    <a:pt x="378" y="417"/>
                  </a:cubicBezTo>
                  <a:cubicBezTo>
                    <a:pt x="374" y="410"/>
                    <a:pt x="372" y="410"/>
                    <a:pt x="371" y="410"/>
                  </a:cubicBezTo>
                  <a:cubicBezTo>
                    <a:pt x="368" y="403"/>
                    <a:pt x="369" y="402"/>
                    <a:pt x="370" y="402"/>
                  </a:cubicBezTo>
                  <a:lnTo>
                    <a:pt x="366" y="394"/>
                  </a:lnTo>
                  <a:cubicBezTo>
                    <a:pt x="361" y="387"/>
                    <a:pt x="359" y="384"/>
                    <a:pt x="358" y="384"/>
                  </a:cubicBezTo>
                  <a:lnTo>
                    <a:pt x="358" y="384"/>
                  </a:lnTo>
                  <a:cubicBezTo>
                    <a:pt x="358" y="384"/>
                    <a:pt x="359" y="388"/>
                    <a:pt x="362" y="395"/>
                  </a:cubicBezTo>
                  <a:cubicBezTo>
                    <a:pt x="364" y="400"/>
                    <a:pt x="365" y="402"/>
                    <a:pt x="365" y="402"/>
                  </a:cubicBezTo>
                  <a:cubicBezTo>
                    <a:pt x="365" y="402"/>
                    <a:pt x="363" y="400"/>
                    <a:pt x="361" y="396"/>
                  </a:cubicBezTo>
                  <a:cubicBezTo>
                    <a:pt x="357" y="392"/>
                    <a:pt x="354" y="386"/>
                    <a:pt x="353" y="386"/>
                  </a:cubicBezTo>
                  <a:lnTo>
                    <a:pt x="353" y="386"/>
                  </a:lnTo>
                  <a:cubicBezTo>
                    <a:pt x="353" y="386"/>
                    <a:pt x="354" y="387"/>
                    <a:pt x="355" y="390"/>
                  </a:cubicBezTo>
                  <a:cubicBezTo>
                    <a:pt x="355" y="390"/>
                    <a:pt x="354" y="390"/>
                    <a:pt x="354" y="390"/>
                  </a:cubicBezTo>
                  <a:cubicBezTo>
                    <a:pt x="354" y="390"/>
                    <a:pt x="352" y="389"/>
                    <a:pt x="349" y="383"/>
                  </a:cubicBezTo>
                  <a:cubicBezTo>
                    <a:pt x="347" y="384"/>
                    <a:pt x="346" y="384"/>
                    <a:pt x="349" y="392"/>
                  </a:cubicBezTo>
                  <a:cubicBezTo>
                    <a:pt x="352" y="400"/>
                    <a:pt x="351" y="401"/>
                    <a:pt x="350" y="401"/>
                  </a:cubicBezTo>
                  <a:cubicBezTo>
                    <a:pt x="349" y="401"/>
                    <a:pt x="348" y="401"/>
                    <a:pt x="351" y="410"/>
                  </a:cubicBezTo>
                  <a:cubicBezTo>
                    <a:pt x="355" y="418"/>
                    <a:pt x="357" y="426"/>
                    <a:pt x="353" y="427"/>
                  </a:cubicBezTo>
                  <a:cubicBezTo>
                    <a:pt x="354" y="431"/>
                    <a:pt x="354" y="433"/>
                    <a:pt x="354" y="433"/>
                  </a:cubicBezTo>
                  <a:cubicBezTo>
                    <a:pt x="353" y="433"/>
                    <a:pt x="352" y="429"/>
                    <a:pt x="348" y="420"/>
                  </a:cubicBezTo>
                  <a:cubicBezTo>
                    <a:pt x="345" y="413"/>
                    <a:pt x="344" y="412"/>
                    <a:pt x="343" y="412"/>
                  </a:cubicBezTo>
                  <a:cubicBezTo>
                    <a:pt x="343" y="412"/>
                    <a:pt x="342" y="412"/>
                    <a:pt x="342" y="412"/>
                  </a:cubicBezTo>
                  <a:cubicBezTo>
                    <a:pt x="342" y="412"/>
                    <a:pt x="341" y="412"/>
                    <a:pt x="338" y="404"/>
                  </a:cubicBezTo>
                  <a:cubicBezTo>
                    <a:pt x="337" y="402"/>
                    <a:pt x="336" y="401"/>
                    <a:pt x="336" y="401"/>
                  </a:cubicBezTo>
                  <a:lnTo>
                    <a:pt x="336" y="401"/>
                  </a:lnTo>
                  <a:cubicBezTo>
                    <a:pt x="336" y="401"/>
                    <a:pt x="337" y="408"/>
                    <a:pt x="339" y="413"/>
                  </a:cubicBezTo>
                  <a:lnTo>
                    <a:pt x="344" y="429"/>
                  </a:lnTo>
                  <a:cubicBezTo>
                    <a:pt x="340" y="422"/>
                    <a:pt x="337" y="413"/>
                    <a:pt x="334" y="405"/>
                  </a:cubicBezTo>
                  <a:cubicBezTo>
                    <a:pt x="332" y="397"/>
                    <a:pt x="330" y="393"/>
                    <a:pt x="330" y="393"/>
                  </a:cubicBezTo>
                  <a:lnTo>
                    <a:pt x="330" y="393"/>
                  </a:lnTo>
                  <a:cubicBezTo>
                    <a:pt x="330" y="393"/>
                    <a:pt x="331" y="397"/>
                    <a:pt x="333" y="405"/>
                  </a:cubicBezTo>
                  <a:cubicBezTo>
                    <a:pt x="335" y="411"/>
                    <a:pt x="336" y="417"/>
                    <a:pt x="335" y="417"/>
                  </a:cubicBezTo>
                  <a:cubicBezTo>
                    <a:pt x="334" y="417"/>
                    <a:pt x="333" y="416"/>
                    <a:pt x="332" y="414"/>
                  </a:cubicBezTo>
                  <a:cubicBezTo>
                    <a:pt x="332" y="414"/>
                    <a:pt x="331" y="414"/>
                    <a:pt x="331" y="414"/>
                  </a:cubicBezTo>
                  <a:cubicBezTo>
                    <a:pt x="329" y="414"/>
                    <a:pt x="327" y="414"/>
                    <a:pt x="326" y="406"/>
                  </a:cubicBezTo>
                  <a:cubicBezTo>
                    <a:pt x="325" y="404"/>
                    <a:pt x="325" y="403"/>
                    <a:pt x="325" y="403"/>
                  </a:cubicBezTo>
                  <a:cubicBezTo>
                    <a:pt x="324" y="403"/>
                    <a:pt x="324" y="408"/>
                    <a:pt x="324" y="408"/>
                  </a:cubicBezTo>
                  <a:cubicBezTo>
                    <a:pt x="325" y="412"/>
                    <a:pt x="325" y="414"/>
                    <a:pt x="324" y="414"/>
                  </a:cubicBezTo>
                  <a:cubicBezTo>
                    <a:pt x="323" y="414"/>
                    <a:pt x="321" y="412"/>
                    <a:pt x="319" y="408"/>
                  </a:cubicBezTo>
                  <a:cubicBezTo>
                    <a:pt x="315" y="399"/>
                    <a:pt x="314" y="395"/>
                    <a:pt x="313" y="395"/>
                  </a:cubicBezTo>
                  <a:lnTo>
                    <a:pt x="313" y="395"/>
                  </a:lnTo>
                  <a:cubicBezTo>
                    <a:pt x="312" y="395"/>
                    <a:pt x="313" y="399"/>
                    <a:pt x="314" y="408"/>
                  </a:cubicBezTo>
                  <a:cubicBezTo>
                    <a:pt x="315" y="413"/>
                    <a:pt x="315" y="418"/>
                    <a:pt x="315" y="418"/>
                  </a:cubicBezTo>
                  <a:cubicBezTo>
                    <a:pt x="315" y="418"/>
                    <a:pt x="314" y="415"/>
                    <a:pt x="313" y="408"/>
                  </a:cubicBezTo>
                  <a:cubicBezTo>
                    <a:pt x="312" y="405"/>
                    <a:pt x="312" y="405"/>
                    <a:pt x="312" y="405"/>
                  </a:cubicBezTo>
                  <a:cubicBezTo>
                    <a:pt x="311" y="405"/>
                    <a:pt x="310" y="411"/>
                    <a:pt x="310" y="417"/>
                  </a:cubicBezTo>
                  <a:cubicBezTo>
                    <a:pt x="310" y="426"/>
                    <a:pt x="311" y="442"/>
                    <a:pt x="311" y="451"/>
                  </a:cubicBezTo>
                  <a:cubicBezTo>
                    <a:pt x="312" y="461"/>
                    <a:pt x="313" y="465"/>
                    <a:pt x="312" y="465"/>
                  </a:cubicBezTo>
                  <a:cubicBezTo>
                    <a:pt x="312" y="465"/>
                    <a:pt x="311" y="463"/>
                    <a:pt x="310" y="459"/>
                  </a:cubicBezTo>
                  <a:cubicBezTo>
                    <a:pt x="307" y="459"/>
                    <a:pt x="306" y="451"/>
                    <a:pt x="305" y="442"/>
                  </a:cubicBezTo>
                  <a:cubicBezTo>
                    <a:pt x="305" y="433"/>
                    <a:pt x="306" y="433"/>
                    <a:pt x="306" y="433"/>
                  </a:cubicBezTo>
                  <a:lnTo>
                    <a:pt x="307" y="435"/>
                  </a:lnTo>
                  <a:cubicBezTo>
                    <a:pt x="307" y="426"/>
                    <a:pt x="306" y="417"/>
                    <a:pt x="304" y="417"/>
                  </a:cubicBezTo>
                  <a:cubicBezTo>
                    <a:pt x="303" y="413"/>
                    <a:pt x="303" y="411"/>
                    <a:pt x="303" y="411"/>
                  </a:cubicBezTo>
                  <a:lnTo>
                    <a:pt x="303" y="411"/>
                  </a:lnTo>
                  <a:cubicBezTo>
                    <a:pt x="302" y="411"/>
                    <a:pt x="302" y="413"/>
                    <a:pt x="303" y="417"/>
                  </a:cubicBezTo>
                  <a:cubicBezTo>
                    <a:pt x="302" y="409"/>
                    <a:pt x="300" y="408"/>
                    <a:pt x="297" y="408"/>
                  </a:cubicBezTo>
                  <a:cubicBezTo>
                    <a:pt x="295" y="408"/>
                    <a:pt x="293" y="408"/>
                    <a:pt x="293" y="399"/>
                  </a:cubicBezTo>
                  <a:cubicBezTo>
                    <a:pt x="291" y="399"/>
                    <a:pt x="291" y="399"/>
                    <a:pt x="289" y="406"/>
                  </a:cubicBezTo>
                  <a:cubicBezTo>
                    <a:pt x="288" y="416"/>
                    <a:pt x="287" y="421"/>
                    <a:pt x="287" y="421"/>
                  </a:cubicBezTo>
                  <a:cubicBezTo>
                    <a:pt x="287" y="421"/>
                    <a:pt x="287" y="419"/>
                    <a:pt x="287" y="415"/>
                  </a:cubicBezTo>
                  <a:cubicBezTo>
                    <a:pt x="287" y="405"/>
                    <a:pt x="284" y="396"/>
                    <a:pt x="280" y="396"/>
                  </a:cubicBezTo>
                  <a:cubicBezTo>
                    <a:pt x="278" y="396"/>
                    <a:pt x="276" y="398"/>
                    <a:pt x="275" y="404"/>
                  </a:cubicBezTo>
                  <a:lnTo>
                    <a:pt x="273" y="403"/>
                  </a:lnTo>
                  <a:cubicBezTo>
                    <a:pt x="273" y="398"/>
                    <a:pt x="271" y="395"/>
                    <a:pt x="269" y="395"/>
                  </a:cubicBezTo>
                  <a:cubicBezTo>
                    <a:pt x="267" y="395"/>
                    <a:pt x="266" y="396"/>
                    <a:pt x="264" y="400"/>
                  </a:cubicBezTo>
                  <a:lnTo>
                    <a:pt x="261" y="399"/>
                  </a:lnTo>
                  <a:cubicBezTo>
                    <a:pt x="262" y="394"/>
                    <a:pt x="262" y="392"/>
                    <a:pt x="261" y="392"/>
                  </a:cubicBezTo>
                  <a:cubicBezTo>
                    <a:pt x="261" y="392"/>
                    <a:pt x="260" y="394"/>
                    <a:pt x="258" y="398"/>
                  </a:cubicBezTo>
                  <a:cubicBezTo>
                    <a:pt x="255" y="403"/>
                    <a:pt x="252" y="409"/>
                    <a:pt x="252" y="409"/>
                  </a:cubicBezTo>
                  <a:cubicBezTo>
                    <a:pt x="252" y="409"/>
                    <a:pt x="253" y="408"/>
                    <a:pt x="254" y="405"/>
                  </a:cubicBezTo>
                  <a:cubicBezTo>
                    <a:pt x="257" y="396"/>
                    <a:pt x="255" y="396"/>
                    <a:pt x="251" y="394"/>
                  </a:cubicBezTo>
                  <a:cubicBezTo>
                    <a:pt x="250" y="393"/>
                    <a:pt x="249" y="393"/>
                    <a:pt x="249" y="393"/>
                  </a:cubicBezTo>
                  <a:cubicBezTo>
                    <a:pt x="248" y="393"/>
                    <a:pt x="247" y="395"/>
                    <a:pt x="245" y="401"/>
                  </a:cubicBezTo>
                  <a:cubicBezTo>
                    <a:pt x="243" y="402"/>
                    <a:pt x="242" y="403"/>
                    <a:pt x="241" y="403"/>
                  </a:cubicBezTo>
                  <a:cubicBezTo>
                    <a:pt x="239" y="403"/>
                    <a:pt x="242" y="397"/>
                    <a:pt x="245" y="391"/>
                  </a:cubicBezTo>
                  <a:cubicBezTo>
                    <a:pt x="249" y="384"/>
                    <a:pt x="251" y="380"/>
                    <a:pt x="250" y="380"/>
                  </a:cubicBezTo>
                  <a:lnTo>
                    <a:pt x="250" y="380"/>
                  </a:lnTo>
                  <a:cubicBezTo>
                    <a:pt x="250" y="380"/>
                    <a:pt x="246" y="385"/>
                    <a:pt x="239" y="398"/>
                  </a:cubicBezTo>
                  <a:cubicBezTo>
                    <a:pt x="234" y="405"/>
                    <a:pt x="231" y="408"/>
                    <a:pt x="230" y="408"/>
                  </a:cubicBezTo>
                  <a:cubicBezTo>
                    <a:pt x="230" y="408"/>
                    <a:pt x="230" y="406"/>
                    <a:pt x="232" y="403"/>
                  </a:cubicBezTo>
                  <a:cubicBezTo>
                    <a:pt x="236" y="397"/>
                    <a:pt x="237" y="396"/>
                    <a:pt x="238" y="396"/>
                  </a:cubicBezTo>
                  <a:cubicBezTo>
                    <a:pt x="238" y="396"/>
                    <a:pt x="238" y="396"/>
                    <a:pt x="238" y="396"/>
                  </a:cubicBezTo>
                  <a:lnTo>
                    <a:pt x="247" y="382"/>
                  </a:lnTo>
                  <a:cubicBezTo>
                    <a:pt x="247" y="381"/>
                    <a:pt x="246" y="381"/>
                    <a:pt x="246" y="381"/>
                  </a:cubicBezTo>
                  <a:cubicBezTo>
                    <a:pt x="245" y="381"/>
                    <a:pt x="244" y="383"/>
                    <a:pt x="240" y="387"/>
                  </a:cubicBezTo>
                  <a:cubicBezTo>
                    <a:pt x="240" y="387"/>
                    <a:pt x="240" y="387"/>
                    <a:pt x="235" y="394"/>
                  </a:cubicBezTo>
                  <a:cubicBezTo>
                    <a:pt x="229" y="401"/>
                    <a:pt x="224" y="409"/>
                    <a:pt x="222" y="417"/>
                  </a:cubicBezTo>
                  <a:cubicBezTo>
                    <a:pt x="220" y="423"/>
                    <a:pt x="218" y="423"/>
                    <a:pt x="217" y="423"/>
                  </a:cubicBezTo>
                  <a:cubicBezTo>
                    <a:pt x="217" y="423"/>
                    <a:pt x="217" y="423"/>
                    <a:pt x="217" y="423"/>
                  </a:cubicBezTo>
                  <a:cubicBezTo>
                    <a:pt x="219" y="414"/>
                    <a:pt x="222" y="406"/>
                    <a:pt x="228" y="400"/>
                  </a:cubicBezTo>
                  <a:cubicBezTo>
                    <a:pt x="228" y="400"/>
                    <a:pt x="228" y="400"/>
                    <a:pt x="228" y="400"/>
                  </a:cubicBezTo>
                  <a:cubicBezTo>
                    <a:pt x="229" y="400"/>
                    <a:pt x="234" y="393"/>
                    <a:pt x="238" y="386"/>
                  </a:cubicBezTo>
                  <a:cubicBezTo>
                    <a:pt x="239" y="385"/>
                    <a:pt x="239" y="384"/>
                    <a:pt x="238" y="384"/>
                  </a:cubicBezTo>
                  <a:cubicBezTo>
                    <a:pt x="237" y="384"/>
                    <a:pt x="227" y="394"/>
                    <a:pt x="219" y="404"/>
                  </a:cubicBezTo>
                  <a:cubicBezTo>
                    <a:pt x="221" y="401"/>
                    <a:pt x="220" y="403"/>
                    <a:pt x="223" y="396"/>
                  </a:cubicBezTo>
                  <a:cubicBezTo>
                    <a:pt x="228" y="390"/>
                    <a:pt x="227" y="389"/>
                    <a:pt x="224" y="387"/>
                  </a:cubicBezTo>
                  <a:cubicBezTo>
                    <a:pt x="224" y="387"/>
                    <a:pt x="224" y="387"/>
                    <a:pt x="223" y="387"/>
                  </a:cubicBezTo>
                  <a:cubicBezTo>
                    <a:pt x="222" y="387"/>
                    <a:pt x="220" y="388"/>
                    <a:pt x="217" y="392"/>
                  </a:cubicBezTo>
                  <a:cubicBezTo>
                    <a:pt x="212" y="398"/>
                    <a:pt x="208" y="404"/>
                    <a:pt x="207" y="404"/>
                  </a:cubicBezTo>
                  <a:cubicBezTo>
                    <a:pt x="207" y="404"/>
                    <a:pt x="207" y="404"/>
                    <a:pt x="206" y="404"/>
                  </a:cubicBezTo>
                  <a:cubicBezTo>
                    <a:pt x="206" y="405"/>
                    <a:pt x="202" y="412"/>
                    <a:pt x="197" y="420"/>
                  </a:cubicBezTo>
                  <a:cubicBezTo>
                    <a:pt x="199" y="414"/>
                    <a:pt x="201" y="409"/>
                    <a:pt x="204" y="403"/>
                  </a:cubicBezTo>
                  <a:cubicBezTo>
                    <a:pt x="212" y="387"/>
                    <a:pt x="215" y="380"/>
                    <a:pt x="213" y="377"/>
                  </a:cubicBezTo>
                  <a:cubicBezTo>
                    <a:pt x="211" y="375"/>
                    <a:pt x="209" y="373"/>
                    <a:pt x="214" y="366"/>
                  </a:cubicBezTo>
                  <a:cubicBezTo>
                    <a:pt x="213" y="365"/>
                    <a:pt x="213" y="365"/>
                    <a:pt x="212" y="365"/>
                  </a:cubicBezTo>
                  <a:cubicBezTo>
                    <a:pt x="211" y="365"/>
                    <a:pt x="209" y="366"/>
                    <a:pt x="205" y="369"/>
                  </a:cubicBezTo>
                  <a:lnTo>
                    <a:pt x="204" y="368"/>
                  </a:lnTo>
                  <a:cubicBezTo>
                    <a:pt x="207" y="364"/>
                    <a:pt x="208" y="362"/>
                    <a:pt x="207" y="362"/>
                  </a:cubicBezTo>
                  <a:cubicBezTo>
                    <a:pt x="207" y="362"/>
                    <a:pt x="205" y="363"/>
                    <a:pt x="202" y="366"/>
                  </a:cubicBezTo>
                  <a:cubicBezTo>
                    <a:pt x="200" y="367"/>
                    <a:pt x="199" y="368"/>
                    <a:pt x="199" y="368"/>
                  </a:cubicBezTo>
                  <a:cubicBezTo>
                    <a:pt x="198" y="368"/>
                    <a:pt x="201" y="364"/>
                    <a:pt x="200" y="363"/>
                  </a:cubicBezTo>
                  <a:cubicBezTo>
                    <a:pt x="205" y="357"/>
                    <a:pt x="208" y="354"/>
                    <a:pt x="207" y="354"/>
                  </a:cubicBezTo>
                  <a:lnTo>
                    <a:pt x="207" y="354"/>
                  </a:lnTo>
                  <a:cubicBezTo>
                    <a:pt x="207" y="354"/>
                    <a:pt x="203" y="359"/>
                    <a:pt x="193" y="368"/>
                  </a:cubicBezTo>
                  <a:cubicBezTo>
                    <a:pt x="186" y="374"/>
                    <a:pt x="182" y="382"/>
                    <a:pt x="183" y="382"/>
                  </a:cubicBezTo>
                  <a:lnTo>
                    <a:pt x="185" y="385"/>
                  </a:lnTo>
                  <a:lnTo>
                    <a:pt x="176" y="389"/>
                  </a:lnTo>
                  <a:cubicBezTo>
                    <a:pt x="176" y="388"/>
                    <a:pt x="176" y="388"/>
                    <a:pt x="176" y="388"/>
                  </a:cubicBezTo>
                  <a:cubicBezTo>
                    <a:pt x="174" y="388"/>
                    <a:pt x="167" y="392"/>
                    <a:pt x="162" y="396"/>
                  </a:cubicBezTo>
                  <a:cubicBezTo>
                    <a:pt x="162" y="396"/>
                    <a:pt x="156" y="401"/>
                    <a:pt x="154" y="401"/>
                  </a:cubicBezTo>
                  <a:cubicBezTo>
                    <a:pt x="154" y="401"/>
                    <a:pt x="154" y="401"/>
                    <a:pt x="154" y="401"/>
                  </a:cubicBezTo>
                  <a:lnTo>
                    <a:pt x="167" y="390"/>
                  </a:lnTo>
                  <a:cubicBezTo>
                    <a:pt x="174" y="385"/>
                    <a:pt x="181" y="380"/>
                    <a:pt x="186" y="374"/>
                  </a:cubicBezTo>
                  <a:cubicBezTo>
                    <a:pt x="195" y="366"/>
                    <a:pt x="199" y="359"/>
                    <a:pt x="198" y="359"/>
                  </a:cubicBezTo>
                  <a:cubicBezTo>
                    <a:pt x="197" y="359"/>
                    <a:pt x="195" y="360"/>
                    <a:pt x="191" y="364"/>
                  </a:cubicBezTo>
                  <a:cubicBezTo>
                    <a:pt x="190" y="364"/>
                    <a:pt x="190" y="363"/>
                    <a:pt x="195" y="357"/>
                  </a:cubicBezTo>
                  <a:cubicBezTo>
                    <a:pt x="198" y="355"/>
                    <a:pt x="200" y="353"/>
                    <a:pt x="199" y="353"/>
                  </a:cubicBezTo>
                  <a:cubicBezTo>
                    <a:pt x="198" y="353"/>
                    <a:pt x="195" y="355"/>
                    <a:pt x="187" y="361"/>
                  </a:cubicBezTo>
                  <a:cubicBezTo>
                    <a:pt x="181" y="365"/>
                    <a:pt x="178" y="367"/>
                    <a:pt x="177" y="367"/>
                  </a:cubicBezTo>
                  <a:cubicBezTo>
                    <a:pt x="176" y="367"/>
                    <a:pt x="178" y="364"/>
                    <a:pt x="185" y="357"/>
                  </a:cubicBezTo>
                  <a:cubicBezTo>
                    <a:pt x="194" y="349"/>
                    <a:pt x="195" y="345"/>
                    <a:pt x="193" y="345"/>
                  </a:cubicBezTo>
                  <a:cubicBezTo>
                    <a:pt x="192" y="345"/>
                    <a:pt x="190" y="346"/>
                    <a:pt x="189" y="347"/>
                  </a:cubicBezTo>
                  <a:cubicBezTo>
                    <a:pt x="182" y="352"/>
                    <a:pt x="178" y="354"/>
                    <a:pt x="177" y="354"/>
                  </a:cubicBezTo>
                  <a:cubicBezTo>
                    <a:pt x="175" y="354"/>
                    <a:pt x="176" y="351"/>
                    <a:pt x="180" y="348"/>
                  </a:cubicBezTo>
                  <a:cubicBezTo>
                    <a:pt x="184" y="345"/>
                    <a:pt x="185" y="343"/>
                    <a:pt x="183" y="343"/>
                  </a:cubicBezTo>
                  <a:cubicBezTo>
                    <a:pt x="182" y="343"/>
                    <a:pt x="180" y="344"/>
                    <a:pt x="177" y="345"/>
                  </a:cubicBezTo>
                  <a:cubicBezTo>
                    <a:pt x="183" y="341"/>
                    <a:pt x="188" y="338"/>
                    <a:pt x="187" y="338"/>
                  </a:cubicBezTo>
                  <a:lnTo>
                    <a:pt x="187" y="338"/>
                  </a:lnTo>
                  <a:cubicBezTo>
                    <a:pt x="187" y="338"/>
                    <a:pt x="186" y="338"/>
                    <a:pt x="184" y="339"/>
                  </a:cubicBezTo>
                  <a:cubicBezTo>
                    <a:pt x="184" y="339"/>
                    <a:pt x="184" y="339"/>
                    <a:pt x="184" y="339"/>
                  </a:cubicBezTo>
                  <a:cubicBezTo>
                    <a:pt x="183" y="339"/>
                    <a:pt x="181" y="340"/>
                    <a:pt x="176" y="344"/>
                  </a:cubicBezTo>
                  <a:lnTo>
                    <a:pt x="160" y="349"/>
                  </a:lnTo>
                  <a:cubicBezTo>
                    <a:pt x="162" y="350"/>
                    <a:pt x="154" y="355"/>
                    <a:pt x="147" y="359"/>
                  </a:cubicBezTo>
                  <a:cubicBezTo>
                    <a:pt x="146" y="360"/>
                    <a:pt x="145" y="360"/>
                    <a:pt x="144" y="360"/>
                  </a:cubicBezTo>
                  <a:cubicBezTo>
                    <a:pt x="141" y="360"/>
                    <a:pt x="148" y="352"/>
                    <a:pt x="166" y="340"/>
                  </a:cubicBezTo>
                  <a:lnTo>
                    <a:pt x="180" y="330"/>
                  </a:lnTo>
                  <a:lnTo>
                    <a:pt x="165" y="338"/>
                  </a:lnTo>
                  <a:cubicBezTo>
                    <a:pt x="164" y="337"/>
                    <a:pt x="164" y="336"/>
                    <a:pt x="172" y="332"/>
                  </a:cubicBezTo>
                  <a:cubicBezTo>
                    <a:pt x="178" y="328"/>
                    <a:pt x="178" y="328"/>
                    <a:pt x="178" y="327"/>
                  </a:cubicBezTo>
                  <a:lnTo>
                    <a:pt x="178" y="327"/>
                  </a:lnTo>
                  <a:cubicBezTo>
                    <a:pt x="178" y="327"/>
                    <a:pt x="178" y="327"/>
                    <a:pt x="171" y="330"/>
                  </a:cubicBezTo>
                  <a:cubicBezTo>
                    <a:pt x="162" y="334"/>
                    <a:pt x="158" y="336"/>
                    <a:pt x="158" y="336"/>
                  </a:cubicBezTo>
                  <a:cubicBezTo>
                    <a:pt x="157" y="336"/>
                    <a:pt x="159" y="334"/>
                    <a:pt x="163" y="332"/>
                  </a:cubicBezTo>
                  <a:cubicBezTo>
                    <a:pt x="171" y="328"/>
                    <a:pt x="175" y="326"/>
                    <a:pt x="173" y="326"/>
                  </a:cubicBezTo>
                  <a:cubicBezTo>
                    <a:pt x="172" y="326"/>
                    <a:pt x="168" y="327"/>
                    <a:pt x="162" y="329"/>
                  </a:cubicBezTo>
                  <a:cubicBezTo>
                    <a:pt x="154" y="333"/>
                    <a:pt x="150" y="334"/>
                    <a:pt x="150" y="334"/>
                  </a:cubicBezTo>
                  <a:cubicBezTo>
                    <a:pt x="149" y="334"/>
                    <a:pt x="153" y="332"/>
                    <a:pt x="160" y="328"/>
                  </a:cubicBezTo>
                  <a:cubicBezTo>
                    <a:pt x="166" y="327"/>
                    <a:pt x="172" y="323"/>
                    <a:pt x="175" y="320"/>
                  </a:cubicBezTo>
                  <a:lnTo>
                    <a:pt x="175" y="320"/>
                  </a:lnTo>
                  <a:lnTo>
                    <a:pt x="167" y="323"/>
                  </a:lnTo>
                  <a:cubicBezTo>
                    <a:pt x="159" y="326"/>
                    <a:pt x="155" y="327"/>
                    <a:pt x="154" y="327"/>
                  </a:cubicBezTo>
                  <a:cubicBezTo>
                    <a:pt x="153" y="327"/>
                    <a:pt x="155" y="326"/>
                    <a:pt x="159" y="325"/>
                  </a:cubicBezTo>
                  <a:cubicBezTo>
                    <a:pt x="165" y="322"/>
                    <a:pt x="167" y="321"/>
                    <a:pt x="163" y="321"/>
                  </a:cubicBezTo>
                  <a:cubicBezTo>
                    <a:pt x="162" y="321"/>
                    <a:pt x="160" y="321"/>
                    <a:pt x="158" y="321"/>
                  </a:cubicBezTo>
                  <a:cubicBezTo>
                    <a:pt x="157" y="319"/>
                    <a:pt x="157" y="318"/>
                    <a:pt x="165" y="315"/>
                  </a:cubicBezTo>
                  <a:cubicBezTo>
                    <a:pt x="174" y="312"/>
                    <a:pt x="178" y="310"/>
                    <a:pt x="178" y="310"/>
                  </a:cubicBezTo>
                  <a:lnTo>
                    <a:pt x="178" y="310"/>
                  </a:lnTo>
                  <a:cubicBezTo>
                    <a:pt x="177" y="310"/>
                    <a:pt x="173" y="311"/>
                    <a:pt x="165" y="313"/>
                  </a:cubicBezTo>
                  <a:cubicBezTo>
                    <a:pt x="161" y="314"/>
                    <a:pt x="159" y="315"/>
                    <a:pt x="158" y="315"/>
                  </a:cubicBezTo>
                  <a:cubicBezTo>
                    <a:pt x="157" y="315"/>
                    <a:pt x="159" y="314"/>
                    <a:pt x="164" y="311"/>
                  </a:cubicBezTo>
                  <a:cubicBezTo>
                    <a:pt x="169" y="309"/>
                    <a:pt x="171" y="308"/>
                    <a:pt x="169" y="308"/>
                  </a:cubicBezTo>
                  <a:cubicBezTo>
                    <a:pt x="169" y="308"/>
                    <a:pt x="167" y="308"/>
                    <a:pt x="164" y="309"/>
                  </a:cubicBezTo>
                  <a:cubicBezTo>
                    <a:pt x="147" y="313"/>
                    <a:pt x="139" y="316"/>
                    <a:pt x="139" y="317"/>
                  </a:cubicBezTo>
                  <a:cubicBezTo>
                    <a:pt x="140" y="319"/>
                    <a:pt x="140" y="318"/>
                    <a:pt x="131" y="321"/>
                  </a:cubicBezTo>
                  <a:lnTo>
                    <a:pt x="131" y="318"/>
                  </a:lnTo>
                  <a:cubicBezTo>
                    <a:pt x="130" y="317"/>
                    <a:pt x="130" y="316"/>
                    <a:pt x="121" y="316"/>
                  </a:cubicBezTo>
                  <a:cubicBezTo>
                    <a:pt x="120" y="316"/>
                    <a:pt x="119" y="315"/>
                    <a:pt x="118" y="315"/>
                  </a:cubicBezTo>
                  <a:cubicBezTo>
                    <a:pt x="109" y="315"/>
                    <a:pt x="98" y="319"/>
                    <a:pt x="106" y="320"/>
                  </a:cubicBezTo>
                  <a:lnTo>
                    <a:pt x="98" y="323"/>
                  </a:lnTo>
                  <a:cubicBezTo>
                    <a:pt x="82" y="328"/>
                    <a:pt x="77" y="331"/>
                    <a:pt x="81" y="331"/>
                  </a:cubicBezTo>
                  <a:cubicBezTo>
                    <a:pt x="83" y="331"/>
                    <a:pt x="89" y="329"/>
                    <a:pt x="99" y="327"/>
                  </a:cubicBezTo>
                  <a:cubicBezTo>
                    <a:pt x="112" y="323"/>
                    <a:pt x="118" y="321"/>
                    <a:pt x="118" y="321"/>
                  </a:cubicBezTo>
                  <a:lnTo>
                    <a:pt x="118" y="321"/>
                  </a:lnTo>
                  <a:cubicBezTo>
                    <a:pt x="119" y="321"/>
                    <a:pt x="115" y="322"/>
                    <a:pt x="107" y="326"/>
                  </a:cubicBezTo>
                  <a:cubicBezTo>
                    <a:pt x="91" y="330"/>
                    <a:pt x="91" y="331"/>
                    <a:pt x="91" y="334"/>
                  </a:cubicBezTo>
                  <a:cubicBezTo>
                    <a:pt x="92" y="335"/>
                    <a:pt x="92" y="335"/>
                    <a:pt x="84" y="338"/>
                  </a:cubicBezTo>
                  <a:cubicBezTo>
                    <a:pt x="75" y="340"/>
                    <a:pt x="67" y="345"/>
                    <a:pt x="68" y="346"/>
                  </a:cubicBezTo>
                  <a:cubicBezTo>
                    <a:pt x="69" y="347"/>
                    <a:pt x="69" y="348"/>
                    <a:pt x="70" y="348"/>
                  </a:cubicBezTo>
                  <a:cubicBezTo>
                    <a:pt x="72" y="348"/>
                    <a:pt x="74" y="347"/>
                    <a:pt x="77" y="346"/>
                  </a:cubicBezTo>
                  <a:cubicBezTo>
                    <a:pt x="80" y="344"/>
                    <a:pt x="81" y="344"/>
                    <a:pt x="82" y="344"/>
                  </a:cubicBezTo>
                  <a:cubicBezTo>
                    <a:pt x="83" y="344"/>
                    <a:pt x="80" y="346"/>
                    <a:pt x="71" y="352"/>
                  </a:cubicBezTo>
                  <a:cubicBezTo>
                    <a:pt x="67" y="354"/>
                    <a:pt x="65" y="355"/>
                    <a:pt x="66" y="355"/>
                  </a:cubicBezTo>
                  <a:cubicBezTo>
                    <a:pt x="66" y="355"/>
                    <a:pt x="70" y="353"/>
                    <a:pt x="79" y="350"/>
                  </a:cubicBezTo>
                  <a:cubicBezTo>
                    <a:pt x="84" y="348"/>
                    <a:pt x="88" y="348"/>
                    <a:pt x="90" y="348"/>
                  </a:cubicBezTo>
                  <a:cubicBezTo>
                    <a:pt x="93" y="348"/>
                    <a:pt x="90" y="351"/>
                    <a:pt x="81" y="356"/>
                  </a:cubicBezTo>
                  <a:cubicBezTo>
                    <a:pt x="81" y="356"/>
                    <a:pt x="81" y="357"/>
                    <a:pt x="82" y="359"/>
                  </a:cubicBezTo>
                  <a:cubicBezTo>
                    <a:pt x="82" y="360"/>
                    <a:pt x="82" y="360"/>
                    <a:pt x="82" y="360"/>
                  </a:cubicBezTo>
                  <a:cubicBezTo>
                    <a:pt x="84" y="360"/>
                    <a:pt x="91" y="357"/>
                    <a:pt x="98" y="354"/>
                  </a:cubicBezTo>
                  <a:cubicBezTo>
                    <a:pt x="106" y="350"/>
                    <a:pt x="110" y="349"/>
                    <a:pt x="111" y="349"/>
                  </a:cubicBezTo>
                  <a:cubicBezTo>
                    <a:pt x="112" y="349"/>
                    <a:pt x="110" y="350"/>
                    <a:pt x="107" y="353"/>
                  </a:cubicBezTo>
                  <a:cubicBezTo>
                    <a:pt x="102" y="355"/>
                    <a:pt x="97" y="358"/>
                    <a:pt x="92" y="361"/>
                  </a:cubicBezTo>
                  <a:cubicBezTo>
                    <a:pt x="84" y="364"/>
                    <a:pt x="84" y="366"/>
                    <a:pt x="85" y="367"/>
                  </a:cubicBezTo>
                  <a:cubicBezTo>
                    <a:pt x="85" y="369"/>
                    <a:pt x="86" y="371"/>
                    <a:pt x="89" y="371"/>
                  </a:cubicBezTo>
                  <a:cubicBezTo>
                    <a:pt x="90" y="371"/>
                    <a:pt x="93" y="370"/>
                    <a:pt x="95" y="368"/>
                  </a:cubicBezTo>
                  <a:lnTo>
                    <a:pt x="95" y="368"/>
                  </a:lnTo>
                  <a:lnTo>
                    <a:pt x="88" y="373"/>
                  </a:lnTo>
                  <a:cubicBezTo>
                    <a:pt x="88" y="374"/>
                    <a:pt x="84" y="376"/>
                    <a:pt x="85" y="376"/>
                  </a:cubicBezTo>
                  <a:cubicBezTo>
                    <a:pt x="85" y="376"/>
                    <a:pt x="85" y="375"/>
                    <a:pt x="88" y="374"/>
                  </a:cubicBezTo>
                  <a:lnTo>
                    <a:pt x="88" y="374"/>
                  </a:lnTo>
                  <a:cubicBezTo>
                    <a:pt x="88" y="374"/>
                    <a:pt x="89" y="376"/>
                    <a:pt x="83" y="383"/>
                  </a:cubicBezTo>
                  <a:cubicBezTo>
                    <a:pt x="81" y="386"/>
                    <a:pt x="82" y="387"/>
                    <a:pt x="84" y="387"/>
                  </a:cubicBezTo>
                  <a:cubicBezTo>
                    <a:pt x="89" y="387"/>
                    <a:pt x="99" y="383"/>
                    <a:pt x="107" y="374"/>
                  </a:cubicBezTo>
                  <a:lnTo>
                    <a:pt x="108" y="375"/>
                  </a:lnTo>
                  <a:cubicBezTo>
                    <a:pt x="108" y="376"/>
                    <a:pt x="108" y="376"/>
                    <a:pt x="109" y="376"/>
                  </a:cubicBezTo>
                  <a:cubicBezTo>
                    <a:pt x="111" y="376"/>
                    <a:pt x="116" y="373"/>
                    <a:pt x="116" y="373"/>
                  </a:cubicBezTo>
                  <a:cubicBezTo>
                    <a:pt x="119" y="371"/>
                    <a:pt x="121" y="370"/>
                    <a:pt x="122" y="370"/>
                  </a:cubicBezTo>
                  <a:cubicBezTo>
                    <a:pt x="124" y="370"/>
                    <a:pt x="124" y="371"/>
                    <a:pt x="125" y="372"/>
                  </a:cubicBezTo>
                  <a:lnTo>
                    <a:pt x="110" y="380"/>
                  </a:lnTo>
                  <a:cubicBezTo>
                    <a:pt x="95" y="387"/>
                    <a:pt x="88" y="393"/>
                    <a:pt x="91" y="393"/>
                  </a:cubicBezTo>
                  <a:cubicBezTo>
                    <a:pt x="92" y="393"/>
                    <a:pt x="97" y="391"/>
                    <a:pt x="104" y="387"/>
                  </a:cubicBezTo>
                  <a:lnTo>
                    <a:pt x="104" y="387"/>
                  </a:lnTo>
                  <a:lnTo>
                    <a:pt x="97" y="392"/>
                  </a:lnTo>
                  <a:cubicBezTo>
                    <a:pt x="91" y="395"/>
                    <a:pt x="91" y="397"/>
                    <a:pt x="95" y="397"/>
                  </a:cubicBezTo>
                  <a:cubicBezTo>
                    <a:pt x="96" y="397"/>
                    <a:pt x="98" y="397"/>
                    <a:pt x="100" y="396"/>
                  </a:cubicBezTo>
                  <a:cubicBezTo>
                    <a:pt x="100" y="397"/>
                    <a:pt x="100" y="397"/>
                    <a:pt x="101" y="397"/>
                  </a:cubicBezTo>
                  <a:cubicBezTo>
                    <a:pt x="104" y="397"/>
                    <a:pt x="117" y="390"/>
                    <a:pt x="123" y="385"/>
                  </a:cubicBezTo>
                  <a:cubicBezTo>
                    <a:pt x="128" y="382"/>
                    <a:pt x="130" y="382"/>
                    <a:pt x="131" y="382"/>
                  </a:cubicBezTo>
                  <a:cubicBezTo>
                    <a:pt x="131" y="382"/>
                    <a:pt x="131" y="382"/>
                    <a:pt x="131" y="382"/>
                  </a:cubicBezTo>
                  <a:cubicBezTo>
                    <a:pt x="131" y="384"/>
                    <a:pt x="131" y="384"/>
                    <a:pt x="125" y="389"/>
                  </a:cubicBezTo>
                  <a:cubicBezTo>
                    <a:pt x="116" y="394"/>
                    <a:pt x="114" y="397"/>
                    <a:pt x="116" y="397"/>
                  </a:cubicBezTo>
                  <a:cubicBezTo>
                    <a:pt x="118" y="397"/>
                    <a:pt x="121" y="396"/>
                    <a:pt x="127" y="393"/>
                  </a:cubicBezTo>
                  <a:lnTo>
                    <a:pt x="127" y="393"/>
                  </a:lnTo>
                  <a:lnTo>
                    <a:pt x="120" y="398"/>
                  </a:lnTo>
                  <a:cubicBezTo>
                    <a:pt x="113" y="402"/>
                    <a:pt x="108" y="409"/>
                    <a:pt x="119" y="411"/>
                  </a:cubicBezTo>
                  <a:cubicBezTo>
                    <a:pt x="123" y="417"/>
                    <a:pt x="127" y="421"/>
                    <a:pt x="120" y="427"/>
                  </a:cubicBezTo>
                  <a:cubicBezTo>
                    <a:pt x="119" y="428"/>
                    <a:pt x="119" y="429"/>
                    <a:pt x="120" y="429"/>
                  </a:cubicBezTo>
                  <a:cubicBezTo>
                    <a:pt x="124" y="429"/>
                    <a:pt x="135" y="424"/>
                    <a:pt x="146" y="418"/>
                  </a:cubicBezTo>
                  <a:lnTo>
                    <a:pt x="146" y="418"/>
                  </a:lnTo>
                  <a:cubicBezTo>
                    <a:pt x="140" y="423"/>
                    <a:pt x="141" y="424"/>
                    <a:pt x="144" y="427"/>
                  </a:cubicBezTo>
                  <a:cubicBezTo>
                    <a:pt x="147" y="431"/>
                    <a:pt x="147" y="431"/>
                    <a:pt x="141" y="437"/>
                  </a:cubicBezTo>
                  <a:cubicBezTo>
                    <a:pt x="134" y="443"/>
                    <a:pt x="131" y="445"/>
                    <a:pt x="131" y="445"/>
                  </a:cubicBezTo>
                  <a:cubicBezTo>
                    <a:pt x="132" y="445"/>
                    <a:pt x="135" y="443"/>
                    <a:pt x="143" y="438"/>
                  </a:cubicBezTo>
                  <a:cubicBezTo>
                    <a:pt x="146" y="435"/>
                    <a:pt x="149" y="434"/>
                    <a:pt x="150" y="434"/>
                  </a:cubicBezTo>
                  <a:cubicBezTo>
                    <a:pt x="153" y="434"/>
                    <a:pt x="149" y="441"/>
                    <a:pt x="141" y="449"/>
                  </a:cubicBezTo>
                  <a:cubicBezTo>
                    <a:pt x="136" y="456"/>
                    <a:pt x="137" y="457"/>
                    <a:pt x="140" y="459"/>
                  </a:cubicBezTo>
                  <a:cubicBezTo>
                    <a:pt x="143" y="457"/>
                    <a:pt x="145" y="457"/>
                    <a:pt x="147" y="457"/>
                  </a:cubicBezTo>
                  <a:cubicBezTo>
                    <a:pt x="149" y="457"/>
                    <a:pt x="151" y="458"/>
                    <a:pt x="153" y="459"/>
                  </a:cubicBezTo>
                  <a:cubicBezTo>
                    <a:pt x="154" y="460"/>
                    <a:pt x="155" y="461"/>
                    <a:pt x="156" y="461"/>
                  </a:cubicBezTo>
                  <a:cubicBezTo>
                    <a:pt x="158" y="461"/>
                    <a:pt x="160" y="458"/>
                    <a:pt x="167" y="449"/>
                  </a:cubicBezTo>
                  <a:cubicBezTo>
                    <a:pt x="174" y="440"/>
                    <a:pt x="177" y="438"/>
                    <a:pt x="178" y="438"/>
                  </a:cubicBezTo>
                  <a:cubicBezTo>
                    <a:pt x="179" y="438"/>
                    <a:pt x="180" y="438"/>
                    <a:pt x="181" y="439"/>
                  </a:cubicBezTo>
                  <a:cubicBezTo>
                    <a:pt x="183" y="440"/>
                    <a:pt x="184" y="441"/>
                    <a:pt x="178" y="448"/>
                  </a:cubicBezTo>
                  <a:cubicBezTo>
                    <a:pt x="178" y="448"/>
                    <a:pt x="175" y="456"/>
                    <a:pt x="176" y="457"/>
                  </a:cubicBezTo>
                  <a:cubicBezTo>
                    <a:pt x="177" y="458"/>
                    <a:pt x="180" y="459"/>
                    <a:pt x="174" y="466"/>
                  </a:cubicBezTo>
                  <a:cubicBezTo>
                    <a:pt x="174" y="466"/>
                    <a:pt x="171" y="474"/>
                    <a:pt x="174" y="476"/>
                  </a:cubicBezTo>
                  <a:cubicBezTo>
                    <a:pt x="177" y="478"/>
                    <a:pt x="181" y="481"/>
                    <a:pt x="176" y="488"/>
                  </a:cubicBezTo>
                  <a:cubicBezTo>
                    <a:pt x="176" y="489"/>
                    <a:pt x="177" y="489"/>
                    <a:pt x="177" y="489"/>
                  </a:cubicBezTo>
                  <a:cubicBezTo>
                    <a:pt x="178" y="489"/>
                    <a:pt x="179" y="487"/>
                    <a:pt x="182" y="482"/>
                  </a:cubicBezTo>
                  <a:cubicBezTo>
                    <a:pt x="184" y="477"/>
                    <a:pt x="188" y="473"/>
                    <a:pt x="190" y="473"/>
                  </a:cubicBezTo>
                  <a:cubicBezTo>
                    <a:pt x="192" y="473"/>
                    <a:pt x="193" y="475"/>
                    <a:pt x="194" y="479"/>
                  </a:cubicBezTo>
                  <a:cubicBezTo>
                    <a:pt x="195" y="480"/>
                    <a:pt x="197" y="481"/>
                    <a:pt x="199" y="481"/>
                  </a:cubicBezTo>
                  <a:cubicBezTo>
                    <a:pt x="201" y="481"/>
                    <a:pt x="204" y="480"/>
                    <a:pt x="205" y="476"/>
                  </a:cubicBezTo>
                  <a:cubicBezTo>
                    <a:pt x="206" y="476"/>
                    <a:pt x="206" y="476"/>
                    <a:pt x="203" y="484"/>
                  </a:cubicBezTo>
                  <a:cubicBezTo>
                    <a:pt x="199" y="492"/>
                    <a:pt x="198" y="497"/>
                    <a:pt x="200" y="497"/>
                  </a:cubicBezTo>
                  <a:cubicBezTo>
                    <a:pt x="202" y="497"/>
                    <a:pt x="205" y="494"/>
                    <a:pt x="210" y="487"/>
                  </a:cubicBezTo>
                  <a:cubicBezTo>
                    <a:pt x="211" y="484"/>
                    <a:pt x="212" y="482"/>
                    <a:pt x="213" y="482"/>
                  </a:cubicBezTo>
                  <a:cubicBezTo>
                    <a:pt x="214" y="482"/>
                    <a:pt x="214" y="485"/>
                    <a:pt x="213" y="490"/>
                  </a:cubicBezTo>
                  <a:cubicBezTo>
                    <a:pt x="213" y="490"/>
                    <a:pt x="214" y="490"/>
                    <a:pt x="219" y="483"/>
                  </a:cubicBezTo>
                  <a:cubicBezTo>
                    <a:pt x="221" y="480"/>
                    <a:pt x="223" y="478"/>
                    <a:pt x="224" y="478"/>
                  </a:cubicBezTo>
                  <a:cubicBezTo>
                    <a:pt x="224" y="478"/>
                    <a:pt x="224" y="480"/>
                    <a:pt x="224" y="485"/>
                  </a:cubicBezTo>
                  <a:cubicBezTo>
                    <a:pt x="221" y="493"/>
                    <a:pt x="222" y="493"/>
                    <a:pt x="224" y="494"/>
                  </a:cubicBezTo>
                  <a:cubicBezTo>
                    <a:pt x="226" y="492"/>
                    <a:pt x="228" y="492"/>
                    <a:pt x="231" y="492"/>
                  </a:cubicBezTo>
                  <a:cubicBezTo>
                    <a:pt x="239" y="492"/>
                    <a:pt x="248" y="496"/>
                    <a:pt x="248" y="503"/>
                  </a:cubicBezTo>
                  <a:cubicBezTo>
                    <a:pt x="251" y="495"/>
                    <a:pt x="251" y="495"/>
                    <a:pt x="254" y="495"/>
                  </a:cubicBezTo>
                  <a:cubicBezTo>
                    <a:pt x="253" y="502"/>
                    <a:pt x="253" y="504"/>
                    <a:pt x="253" y="504"/>
                  </a:cubicBezTo>
                  <a:cubicBezTo>
                    <a:pt x="254" y="504"/>
                    <a:pt x="256" y="498"/>
                    <a:pt x="258" y="487"/>
                  </a:cubicBezTo>
                  <a:lnTo>
                    <a:pt x="256" y="487"/>
                  </a:lnTo>
                  <a:cubicBezTo>
                    <a:pt x="257" y="480"/>
                    <a:pt x="259" y="476"/>
                    <a:pt x="260" y="476"/>
                  </a:cubicBezTo>
                  <a:lnTo>
                    <a:pt x="260" y="476"/>
                  </a:lnTo>
                  <a:cubicBezTo>
                    <a:pt x="261" y="476"/>
                    <a:pt x="261" y="482"/>
                    <a:pt x="258" y="496"/>
                  </a:cubicBezTo>
                  <a:cubicBezTo>
                    <a:pt x="257" y="505"/>
                    <a:pt x="257" y="509"/>
                    <a:pt x="258" y="509"/>
                  </a:cubicBezTo>
                  <a:cubicBezTo>
                    <a:pt x="258" y="509"/>
                    <a:pt x="259" y="505"/>
                    <a:pt x="261" y="497"/>
                  </a:cubicBezTo>
                  <a:cubicBezTo>
                    <a:pt x="264" y="489"/>
                    <a:pt x="266" y="485"/>
                    <a:pt x="267" y="485"/>
                  </a:cubicBezTo>
                  <a:cubicBezTo>
                    <a:pt x="268" y="485"/>
                    <a:pt x="268" y="490"/>
                    <a:pt x="267" y="498"/>
                  </a:cubicBezTo>
                  <a:cubicBezTo>
                    <a:pt x="265" y="507"/>
                    <a:pt x="265" y="511"/>
                    <a:pt x="265" y="511"/>
                  </a:cubicBezTo>
                  <a:cubicBezTo>
                    <a:pt x="265" y="511"/>
                    <a:pt x="266" y="507"/>
                    <a:pt x="268" y="498"/>
                  </a:cubicBezTo>
                  <a:cubicBezTo>
                    <a:pt x="273" y="480"/>
                    <a:pt x="277" y="469"/>
                    <a:pt x="278" y="469"/>
                  </a:cubicBezTo>
                  <a:cubicBezTo>
                    <a:pt x="280" y="469"/>
                    <a:pt x="280" y="476"/>
                    <a:pt x="278" y="492"/>
                  </a:cubicBezTo>
                  <a:cubicBezTo>
                    <a:pt x="276" y="509"/>
                    <a:pt x="277" y="516"/>
                    <a:pt x="279" y="518"/>
                  </a:cubicBezTo>
                  <a:cubicBezTo>
                    <a:pt x="280" y="518"/>
                    <a:pt x="282" y="509"/>
                    <a:pt x="283" y="501"/>
                  </a:cubicBezTo>
                  <a:cubicBezTo>
                    <a:pt x="283" y="492"/>
                    <a:pt x="283" y="488"/>
                    <a:pt x="284" y="488"/>
                  </a:cubicBezTo>
                  <a:cubicBezTo>
                    <a:pt x="284" y="488"/>
                    <a:pt x="285" y="492"/>
                    <a:pt x="286" y="501"/>
                  </a:cubicBezTo>
                  <a:cubicBezTo>
                    <a:pt x="288" y="516"/>
                    <a:pt x="290" y="522"/>
                    <a:pt x="293" y="522"/>
                  </a:cubicBezTo>
                  <a:cubicBezTo>
                    <a:pt x="295" y="522"/>
                    <a:pt x="297" y="518"/>
                    <a:pt x="300" y="511"/>
                  </a:cubicBezTo>
                  <a:cubicBezTo>
                    <a:pt x="303" y="502"/>
                    <a:pt x="306" y="498"/>
                    <a:pt x="308" y="498"/>
                  </a:cubicBezTo>
                  <a:cubicBezTo>
                    <a:pt x="309" y="498"/>
                    <a:pt x="309" y="502"/>
                    <a:pt x="306" y="511"/>
                  </a:cubicBezTo>
                  <a:cubicBezTo>
                    <a:pt x="305" y="521"/>
                    <a:pt x="304" y="525"/>
                    <a:pt x="304" y="525"/>
                  </a:cubicBezTo>
                  <a:cubicBezTo>
                    <a:pt x="305" y="525"/>
                    <a:pt x="306" y="522"/>
                    <a:pt x="307" y="519"/>
                  </a:cubicBezTo>
                  <a:lnTo>
                    <a:pt x="316" y="519"/>
                  </a:lnTo>
                  <a:cubicBezTo>
                    <a:pt x="319" y="519"/>
                    <a:pt x="320" y="511"/>
                    <a:pt x="319" y="502"/>
                  </a:cubicBezTo>
                  <a:lnTo>
                    <a:pt x="319" y="502"/>
                  </a:lnTo>
                  <a:cubicBezTo>
                    <a:pt x="321" y="512"/>
                    <a:pt x="324" y="519"/>
                    <a:pt x="326" y="519"/>
                  </a:cubicBezTo>
                  <a:cubicBezTo>
                    <a:pt x="327" y="519"/>
                    <a:pt x="328" y="516"/>
                    <a:pt x="329" y="510"/>
                  </a:cubicBezTo>
                  <a:lnTo>
                    <a:pt x="332" y="509"/>
                  </a:lnTo>
                  <a:cubicBezTo>
                    <a:pt x="334" y="509"/>
                    <a:pt x="334" y="509"/>
                    <a:pt x="334" y="501"/>
                  </a:cubicBezTo>
                  <a:cubicBezTo>
                    <a:pt x="335" y="498"/>
                    <a:pt x="335" y="497"/>
                    <a:pt x="336" y="497"/>
                  </a:cubicBezTo>
                  <a:cubicBezTo>
                    <a:pt x="337" y="497"/>
                    <a:pt x="339" y="502"/>
                    <a:pt x="341" y="509"/>
                  </a:cubicBezTo>
                  <a:cubicBezTo>
                    <a:pt x="343" y="514"/>
                    <a:pt x="346" y="520"/>
                    <a:pt x="347" y="520"/>
                  </a:cubicBezTo>
                  <a:cubicBezTo>
                    <a:pt x="347" y="520"/>
                    <a:pt x="347" y="519"/>
                    <a:pt x="347" y="516"/>
                  </a:cubicBezTo>
                  <a:cubicBezTo>
                    <a:pt x="346" y="507"/>
                    <a:pt x="346" y="498"/>
                    <a:pt x="347" y="490"/>
                  </a:cubicBezTo>
                  <a:cubicBezTo>
                    <a:pt x="347" y="487"/>
                    <a:pt x="347" y="486"/>
                    <a:pt x="347" y="486"/>
                  </a:cubicBezTo>
                  <a:cubicBezTo>
                    <a:pt x="348" y="486"/>
                    <a:pt x="350" y="492"/>
                    <a:pt x="350" y="497"/>
                  </a:cubicBezTo>
                  <a:cubicBezTo>
                    <a:pt x="351" y="504"/>
                    <a:pt x="353" y="510"/>
                    <a:pt x="358" y="513"/>
                  </a:cubicBezTo>
                  <a:cubicBezTo>
                    <a:pt x="360" y="513"/>
                    <a:pt x="364" y="512"/>
                    <a:pt x="361" y="504"/>
                  </a:cubicBezTo>
                  <a:cubicBezTo>
                    <a:pt x="360" y="499"/>
                    <a:pt x="363" y="497"/>
                    <a:pt x="367" y="497"/>
                  </a:cubicBezTo>
                  <a:cubicBezTo>
                    <a:pt x="369" y="497"/>
                    <a:pt x="372" y="498"/>
                    <a:pt x="374" y="501"/>
                  </a:cubicBezTo>
                  <a:lnTo>
                    <a:pt x="377" y="500"/>
                  </a:lnTo>
                  <a:cubicBezTo>
                    <a:pt x="379" y="498"/>
                    <a:pt x="377" y="491"/>
                    <a:pt x="379" y="490"/>
                  </a:cubicBezTo>
                  <a:cubicBezTo>
                    <a:pt x="379" y="490"/>
                    <a:pt x="381" y="490"/>
                    <a:pt x="379" y="481"/>
                  </a:cubicBezTo>
                  <a:cubicBezTo>
                    <a:pt x="380" y="481"/>
                    <a:pt x="380" y="480"/>
                    <a:pt x="381" y="480"/>
                  </a:cubicBezTo>
                  <a:cubicBezTo>
                    <a:pt x="382" y="480"/>
                    <a:pt x="383" y="481"/>
                    <a:pt x="386" y="487"/>
                  </a:cubicBezTo>
                  <a:cubicBezTo>
                    <a:pt x="384" y="479"/>
                    <a:pt x="383" y="475"/>
                    <a:pt x="383" y="475"/>
                  </a:cubicBezTo>
                  <a:lnTo>
                    <a:pt x="383" y="475"/>
                  </a:lnTo>
                  <a:cubicBezTo>
                    <a:pt x="383" y="475"/>
                    <a:pt x="385" y="479"/>
                    <a:pt x="389" y="486"/>
                  </a:cubicBezTo>
                  <a:cubicBezTo>
                    <a:pt x="393" y="494"/>
                    <a:pt x="394" y="498"/>
                    <a:pt x="395" y="498"/>
                  </a:cubicBezTo>
                  <a:cubicBezTo>
                    <a:pt x="395" y="498"/>
                    <a:pt x="394" y="494"/>
                    <a:pt x="392" y="486"/>
                  </a:cubicBezTo>
                  <a:cubicBezTo>
                    <a:pt x="390" y="481"/>
                    <a:pt x="390" y="479"/>
                    <a:pt x="390" y="479"/>
                  </a:cubicBezTo>
                  <a:lnTo>
                    <a:pt x="390" y="479"/>
                  </a:lnTo>
                  <a:cubicBezTo>
                    <a:pt x="391" y="479"/>
                    <a:pt x="392" y="481"/>
                    <a:pt x="394" y="484"/>
                  </a:cubicBezTo>
                  <a:cubicBezTo>
                    <a:pt x="395" y="488"/>
                    <a:pt x="397" y="490"/>
                    <a:pt x="397" y="490"/>
                  </a:cubicBezTo>
                  <a:cubicBezTo>
                    <a:pt x="398" y="490"/>
                    <a:pt x="398" y="488"/>
                    <a:pt x="396" y="484"/>
                  </a:cubicBezTo>
                  <a:cubicBezTo>
                    <a:pt x="392" y="473"/>
                    <a:pt x="392" y="465"/>
                    <a:pt x="393" y="465"/>
                  </a:cubicBezTo>
                  <a:cubicBezTo>
                    <a:pt x="394" y="465"/>
                    <a:pt x="396" y="468"/>
                    <a:pt x="398" y="473"/>
                  </a:cubicBezTo>
                  <a:cubicBezTo>
                    <a:pt x="398" y="473"/>
                    <a:pt x="401" y="473"/>
                    <a:pt x="398" y="464"/>
                  </a:cubicBezTo>
                  <a:cubicBezTo>
                    <a:pt x="395" y="456"/>
                    <a:pt x="393" y="452"/>
                    <a:pt x="393" y="452"/>
                  </a:cubicBezTo>
                  <a:lnTo>
                    <a:pt x="393" y="452"/>
                  </a:lnTo>
                  <a:cubicBezTo>
                    <a:pt x="394" y="452"/>
                    <a:pt x="395" y="456"/>
                    <a:pt x="399" y="464"/>
                  </a:cubicBezTo>
                  <a:cubicBezTo>
                    <a:pt x="404" y="471"/>
                    <a:pt x="406" y="474"/>
                    <a:pt x="407" y="474"/>
                  </a:cubicBezTo>
                  <a:cubicBezTo>
                    <a:pt x="408" y="474"/>
                    <a:pt x="407" y="470"/>
                    <a:pt x="404" y="461"/>
                  </a:cubicBezTo>
                  <a:cubicBezTo>
                    <a:pt x="404" y="461"/>
                    <a:pt x="403" y="458"/>
                    <a:pt x="404" y="458"/>
                  </a:cubicBezTo>
                  <a:cubicBezTo>
                    <a:pt x="405" y="458"/>
                    <a:pt x="406" y="458"/>
                    <a:pt x="407" y="460"/>
                  </a:cubicBezTo>
                  <a:cubicBezTo>
                    <a:pt x="410" y="463"/>
                    <a:pt x="414" y="464"/>
                    <a:pt x="417" y="464"/>
                  </a:cubicBezTo>
                  <a:cubicBezTo>
                    <a:pt x="421" y="464"/>
                    <a:pt x="423" y="461"/>
                    <a:pt x="417" y="454"/>
                  </a:cubicBezTo>
                  <a:lnTo>
                    <a:pt x="421" y="452"/>
                  </a:lnTo>
                  <a:cubicBezTo>
                    <a:pt x="424" y="455"/>
                    <a:pt x="426" y="456"/>
                    <a:pt x="427" y="456"/>
                  </a:cubicBezTo>
                  <a:cubicBezTo>
                    <a:pt x="428" y="456"/>
                    <a:pt x="428" y="454"/>
                    <a:pt x="426" y="449"/>
                  </a:cubicBezTo>
                  <a:lnTo>
                    <a:pt x="423" y="441"/>
                  </a:lnTo>
                  <a:lnTo>
                    <a:pt x="423" y="441"/>
                  </a:lnTo>
                  <a:cubicBezTo>
                    <a:pt x="427" y="448"/>
                    <a:pt x="433" y="454"/>
                    <a:pt x="435" y="454"/>
                  </a:cubicBezTo>
                  <a:cubicBezTo>
                    <a:pt x="435" y="454"/>
                    <a:pt x="435" y="454"/>
                    <a:pt x="435" y="454"/>
                  </a:cubicBezTo>
                  <a:cubicBezTo>
                    <a:pt x="436" y="452"/>
                    <a:pt x="436" y="452"/>
                    <a:pt x="432" y="446"/>
                  </a:cubicBezTo>
                  <a:cubicBezTo>
                    <a:pt x="425" y="439"/>
                    <a:pt x="426" y="438"/>
                    <a:pt x="427" y="438"/>
                  </a:cubicBezTo>
                  <a:cubicBezTo>
                    <a:pt x="428" y="438"/>
                    <a:pt x="428" y="438"/>
                    <a:pt x="428" y="438"/>
                  </a:cubicBezTo>
                  <a:cubicBezTo>
                    <a:pt x="431" y="438"/>
                    <a:pt x="436" y="443"/>
                    <a:pt x="441" y="449"/>
                  </a:cubicBezTo>
                  <a:lnTo>
                    <a:pt x="442" y="448"/>
                  </a:lnTo>
                  <a:cubicBezTo>
                    <a:pt x="436" y="440"/>
                    <a:pt x="434" y="436"/>
                    <a:pt x="435" y="436"/>
                  </a:cubicBezTo>
                  <a:lnTo>
                    <a:pt x="435" y="436"/>
                  </a:lnTo>
                  <a:cubicBezTo>
                    <a:pt x="435" y="436"/>
                    <a:pt x="437" y="438"/>
                    <a:pt x="439" y="440"/>
                  </a:cubicBezTo>
                  <a:cubicBezTo>
                    <a:pt x="443" y="444"/>
                    <a:pt x="445" y="445"/>
                    <a:pt x="447" y="445"/>
                  </a:cubicBezTo>
                  <a:cubicBezTo>
                    <a:pt x="447" y="445"/>
                    <a:pt x="447" y="445"/>
                    <a:pt x="448" y="445"/>
                  </a:cubicBezTo>
                  <a:cubicBezTo>
                    <a:pt x="446" y="442"/>
                    <a:pt x="445" y="441"/>
                    <a:pt x="446" y="441"/>
                  </a:cubicBezTo>
                  <a:lnTo>
                    <a:pt x="446" y="441"/>
                  </a:lnTo>
                  <a:cubicBezTo>
                    <a:pt x="446" y="441"/>
                    <a:pt x="449" y="444"/>
                    <a:pt x="448" y="445"/>
                  </a:cubicBezTo>
                  <a:lnTo>
                    <a:pt x="453" y="450"/>
                  </a:lnTo>
                  <a:cubicBezTo>
                    <a:pt x="455" y="452"/>
                    <a:pt x="456" y="452"/>
                    <a:pt x="456" y="452"/>
                  </a:cubicBezTo>
                  <a:cubicBezTo>
                    <a:pt x="457" y="452"/>
                    <a:pt x="453" y="448"/>
                    <a:pt x="450" y="444"/>
                  </a:cubicBezTo>
                  <a:lnTo>
                    <a:pt x="452" y="441"/>
                  </a:lnTo>
                  <a:cubicBezTo>
                    <a:pt x="453" y="440"/>
                    <a:pt x="454" y="439"/>
                    <a:pt x="448" y="433"/>
                  </a:cubicBezTo>
                  <a:cubicBezTo>
                    <a:pt x="442" y="427"/>
                    <a:pt x="436" y="420"/>
                    <a:pt x="439" y="420"/>
                  </a:cubicBezTo>
                  <a:lnTo>
                    <a:pt x="439" y="420"/>
                  </a:lnTo>
                  <a:cubicBezTo>
                    <a:pt x="444" y="425"/>
                    <a:pt x="448" y="431"/>
                    <a:pt x="450" y="431"/>
                  </a:cubicBezTo>
                  <a:cubicBezTo>
                    <a:pt x="451" y="431"/>
                    <a:pt x="451" y="431"/>
                    <a:pt x="451" y="431"/>
                  </a:cubicBezTo>
                  <a:cubicBezTo>
                    <a:pt x="451" y="431"/>
                    <a:pt x="451" y="431"/>
                    <a:pt x="451" y="431"/>
                  </a:cubicBezTo>
                  <a:cubicBezTo>
                    <a:pt x="453" y="431"/>
                    <a:pt x="458" y="437"/>
                    <a:pt x="458" y="437"/>
                  </a:cubicBezTo>
                  <a:cubicBezTo>
                    <a:pt x="461" y="441"/>
                    <a:pt x="463" y="443"/>
                    <a:pt x="465" y="443"/>
                  </a:cubicBezTo>
                  <a:cubicBezTo>
                    <a:pt x="467" y="443"/>
                    <a:pt x="466" y="437"/>
                    <a:pt x="463" y="432"/>
                  </a:cubicBezTo>
                  <a:cubicBezTo>
                    <a:pt x="458" y="424"/>
                    <a:pt x="456" y="420"/>
                    <a:pt x="457" y="420"/>
                  </a:cubicBezTo>
                  <a:lnTo>
                    <a:pt x="457" y="420"/>
                  </a:lnTo>
                  <a:cubicBezTo>
                    <a:pt x="458" y="420"/>
                    <a:pt x="461" y="423"/>
                    <a:pt x="467" y="429"/>
                  </a:cubicBezTo>
                  <a:cubicBezTo>
                    <a:pt x="470" y="432"/>
                    <a:pt x="471" y="433"/>
                    <a:pt x="472" y="433"/>
                  </a:cubicBezTo>
                  <a:cubicBezTo>
                    <a:pt x="474" y="433"/>
                    <a:pt x="466" y="421"/>
                    <a:pt x="452" y="408"/>
                  </a:cubicBezTo>
                  <a:lnTo>
                    <a:pt x="435" y="389"/>
                  </a:lnTo>
                  <a:lnTo>
                    <a:pt x="453" y="406"/>
                  </a:lnTo>
                  <a:cubicBezTo>
                    <a:pt x="467" y="419"/>
                    <a:pt x="474" y="424"/>
                    <a:pt x="475" y="424"/>
                  </a:cubicBezTo>
                  <a:cubicBezTo>
                    <a:pt x="476" y="424"/>
                    <a:pt x="474" y="420"/>
                    <a:pt x="470" y="413"/>
                  </a:cubicBezTo>
                  <a:cubicBezTo>
                    <a:pt x="468" y="409"/>
                    <a:pt x="467" y="407"/>
                    <a:pt x="468" y="407"/>
                  </a:cubicBezTo>
                  <a:lnTo>
                    <a:pt x="468" y="407"/>
                  </a:lnTo>
                  <a:cubicBezTo>
                    <a:pt x="469" y="407"/>
                    <a:pt x="470" y="408"/>
                    <a:pt x="473" y="411"/>
                  </a:cubicBezTo>
                  <a:cubicBezTo>
                    <a:pt x="476" y="414"/>
                    <a:pt x="478" y="415"/>
                    <a:pt x="479" y="415"/>
                  </a:cubicBezTo>
                  <a:cubicBezTo>
                    <a:pt x="481" y="415"/>
                    <a:pt x="482" y="413"/>
                    <a:pt x="485" y="411"/>
                  </a:cubicBezTo>
                  <a:cubicBezTo>
                    <a:pt x="488" y="408"/>
                    <a:pt x="489" y="406"/>
                    <a:pt x="482" y="401"/>
                  </a:cubicBezTo>
                  <a:cubicBezTo>
                    <a:pt x="482" y="401"/>
                    <a:pt x="484" y="400"/>
                    <a:pt x="485" y="398"/>
                  </a:cubicBezTo>
                  <a:cubicBezTo>
                    <a:pt x="489" y="401"/>
                    <a:pt x="492" y="402"/>
                    <a:pt x="493" y="402"/>
                  </a:cubicBezTo>
                  <a:cubicBezTo>
                    <a:pt x="495" y="402"/>
                    <a:pt x="490" y="396"/>
                    <a:pt x="480" y="390"/>
                  </a:cubicBezTo>
                  <a:lnTo>
                    <a:pt x="482" y="387"/>
                  </a:lnTo>
                  <a:lnTo>
                    <a:pt x="489" y="393"/>
                  </a:lnTo>
                  <a:cubicBezTo>
                    <a:pt x="491" y="394"/>
                    <a:pt x="493" y="395"/>
                    <a:pt x="495" y="395"/>
                  </a:cubicBezTo>
                  <a:cubicBezTo>
                    <a:pt x="498" y="395"/>
                    <a:pt x="501" y="392"/>
                    <a:pt x="506" y="384"/>
                  </a:cubicBezTo>
                  <a:cubicBezTo>
                    <a:pt x="515" y="371"/>
                    <a:pt x="516" y="368"/>
                    <a:pt x="500" y="361"/>
                  </a:cubicBezTo>
                  <a:cubicBezTo>
                    <a:pt x="493" y="356"/>
                    <a:pt x="490" y="353"/>
                    <a:pt x="491" y="353"/>
                  </a:cubicBezTo>
                  <a:cubicBezTo>
                    <a:pt x="492" y="353"/>
                    <a:pt x="496" y="355"/>
                    <a:pt x="503" y="358"/>
                  </a:cubicBezTo>
                  <a:cubicBezTo>
                    <a:pt x="508" y="360"/>
                    <a:pt x="513" y="363"/>
                    <a:pt x="514" y="363"/>
                  </a:cubicBezTo>
                  <a:cubicBezTo>
                    <a:pt x="514" y="363"/>
                    <a:pt x="513" y="362"/>
                    <a:pt x="510" y="361"/>
                  </a:cubicBezTo>
                  <a:cubicBezTo>
                    <a:pt x="510" y="361"/>
                    <a:pt x="512" y="359"/>
                    <a:pt x="516" y="359"/>
                  </a:cubicBezTo>
                  <a:cubicBezTo>
                    <a:pt x="517" y="359"/>
                    <a:pt x="519" y="359"/>
                    <a:pt x="521" y="359"/>
                  </a:cubicBezTo>
                  <a:cubicBezTo>
                    <a:pt x="524" y="360"/>
                    <a:pt x="527" y="360"/>
                    <a:pt x="529" y="360"/>
                  </a:cubicBezTo>
                  <a:cubicBezTo>
                    <a:pt x="536" y="360"/>
                    <a:pt x="530" y="356"/>
                    <a:pt x="524" y="354"/>
                  </a:cubicBezTo>
                  <a:cubicBezTo>
                    <a:pt x="516" y="351"/>
                    <a:pt x="514" y="350"/>
                    <a:pt x="515" y="350"/>
                  </a:cubicBezTo>
                  <a:cubicBezTo>
                    <a:pt x="516" y="350"/>
                    <a:pt x="521" y="351"/>
                    <a:pt x="525" y="352"/>
                  </a:cubicBezTo>
                  <a:cubicBezTo>
                    <a:pt x="529" y="353"/>
                    <a:pt x="534" y="354"/>
                    <a:pt x="536" y="354"/>
                  </a:cubicBezTo>
                  <a:cubicBezTo>
                    <a:pt x="538" y="354"/>
                    <a:pt x="538" y="353"/>
                    <a:pt x="534" y="352"/>
                  </a:cubicBezTo>
                  <a:cubicBezTo>
                    <a:pt x="528" y="348"/>
                    <a:pt x="525" y="339"/>
                    <a:pt x="533" y="339"/>
                  </a:cubicBezTo>
                  <a:cubicBezTo>
                    <a:pt x="535" y="339"/>
                    <a:pt x="537" y="339"/>
                    <a:pt x="540" y="340"/>
                  </a:cubicBezTo>
                  <a:lnTo>
                    <a:pt x="541" y="337"/>
                  </a:lnTo>
                  <a:cubicBezTo>
                    <a:pt x="533" y="334"/>
                    <a:pt x="534" y="330"/>
                    <a:pt x="535" y="327"/>
                  </a:cubicBezTo>
                  <a:cubicBezTo>
                    <a:pt x="536" y="325"/>
                    <a:pt x="537" y="324"/>
                    <a:pt x="540" y="324"/>
                  </a:cubicBezTo>
                  <a:cubicBezTo>
                    <a:pt x="541" y="324"/>
                    <a:pt x="543" y="324"/>
                    <a:pt x="545" y="325"/>
                  </a:cubicBezTo>
                  <a:cubicBezTo>
                    <a:pt x="548" y="326"/>
                    <a:pt x="550" y="327"/>
                    <a:pt x="551" y="327"/>
                  </a:cubicBezTo>
                  <a:cubicBezTo>
                    <a:pt x="552" y="327"/>
                    <a:pt x="551" y="325"/>
                    <a:pt x="546" y="321"/>
                  </a:cubicBezTo>
                  <a:cubicBezTo>
                    <a:pt x="547" y="319"/>
                    <a:pt x="531" y="313"/>
                    <a:pt x="532" y="312"/>
                  </a:cubicBezTo>
                  <a:cubicBezTo>
                    <a:pt x="523" y="310"/>
                    <a:pt x="515" y="307"/>
                    <a:pt x="515" y="304"/>
                  </a:cubicBezTo>
                  <a:lnTo>
                    <a:pt x="515" y="304"/>
                  </a:lnTo>
                  <a:lnTo>
                    <a:pt x="524" y="307"/>
                  </a:lnTo>
                  <a:lnTo>
                    <a:pt x="541" y="310"/>
                  </a:lnTo>
                  <a:cubicBezTo>
                    <a:pt x="541" y="309"/>
                    <a:pt x="541" y="307"/>
                    <a:pt x="533" y="306"/>
                  </a:cubicBezTo>
                  <a:cubicBezTo>
                    <a:pt x="542" y="306"/>
                    <a:pt x="542" y="303"/>
                    <a:pt x="543" y="300"/>
                  </a:cubicBezTo>
                  <a:cubicBezTo>
                    <a:pt x="544" y="297"/>
                    <a:pt x="545" y="293"/>
                    <a:pt x="536" y="290"/>
                  </a:cubicBezTo>
                  <a:lnTo>
                    <a:pt x="536" y="290"/>
                  </a:lnTo>
                  <a:cubicBezTo>
                    <a:pt x="537" y="290"/>
                    <a:pt x="538" y="290"/>
                    <a:pt x="539" y="290"/>
                  </a:cubicBezTo>
                  <a:cubicBezTo>
                    <a:pt x="553" y="290"/>
                    <a:pt x="553" y="280"/>
                    <a:pt x="537" y="276"/>
                  </a:cubicBezTo>
                  <a:cubicBezTo>
                    <a:pt x="530" y="276"/>
                    <a:pt x="530" y="274"/>
                    <a:pt x="539" y="273"/>
                  </a:cubicBezTo>
                  <a:cubicBezTo>
                    <a:pt x="547" y="272"/>
                    <a:pt x="547" y="272"/>
                    <a:pt x="539" y="270"/>
                  </a:cubicBezTo>
                  <a:cubicBezTo>
                    <a:pt x="531" y="269"/>
                    <a:pt x="540" y="266"/>
                    <a:pt x="547" y="265"/>
                  </a:cubicBezTo>
                  <a:cubicBezTo>
                    <a:pt x="564" y="263"/>
                    <a:pt x="564" y="261"/>
                    <a:pt x="556" y="260"/>
                  </a:cubicBezTo>
                  <a:cubicBezTo>
                    <a:pt x="547" y="256"/>
                    <a:pt x="547" y="253"/>
                    <a:pt x="547" y="251"/>
                  </a:cubicBezTo>
                  <a:cubicBezTo>
                    <a:pt x="542" y="248"/>
                    <a:pt x="540" y="247"/>
                    <a:pt x="537" y="247"/>
                  </a:cubicBezTo>
                  <a:cubicBezTo>
                    <a:pt x="535" y="247"/>
                    <a:pt x="533" y="248"/>
                    <a:pt x="531" y="248"/>
                  </a:cubicBezTo>
                  <a:lnTo>
                    <a:pt x="514" y="248"/>
                  </a:lnTo>
                  <a:cubicBezTo>
                    <a:pt x="507" y="247"/>
                    <a:pt x="510" y="246"/>
                    <a:pt x="512" y="246"/>
                  </a:cubicBezTo>
                  <a:cubicBezTo>
                    <a:pt x="513" y="246"/>
                    <a:pt x="514" y="246"/>
                    <a:pt x="514" y="246"/>
                  </a:cubicBezTo>
                  <a:cubicBezTo>
                    <a:pt x="517" y="247"/>
                    <a:pt x="519" y="247"/>
                    <a:pt x="520" y="247"/>
                  </a:cubicBezTo>
                  <a:cubicBezTo>
                    <a:pt x="523" y="247"/>
                    <a:pt x="525" y="246"/>
                    <a:pt x="531" y="245"/>
                  </a:cubicBezTo>
                  <a:cubicBezTo>
                    <a:pt x="539" y="243"/>
                    <a:pt x="539" y="239"/>
                    <a:pt x="539" y="237"/>
                  </a:cubicBezTo>
                  <a:cubicBezTo>
                    <a:pt x="539" y="236"/>
                    <a:pt x="537" y="233"/>
                    <a:pt x="537" y="230"/>
                  </a:cubicBezTo>
                  <a:cubicBezTo>
                    <a:pt x="544" y="225"/>
                    <a:pt x="545" y="223"/>
                    <a:pt x="541" y="223"/>
                  </a:cubicBezTo>
                  <a:cubicBezTo>
                    <a:pt x="540" y="223"/>
                    <a:pt x="538" y="223"/>
                    <a:pt x="536" y="224"/>
                  </a:cubicBezTo>
                  <a:lnTo>
                    <a:pt x="528" y="225"/>
                  </a:lnTo>
                  <a:cubicBezTo>
                    <a:pt x="544" y="221"/>
                    <a:pt x="541" y="203"/>
                    <a:pt x="528" y="203"/>
                  </a:cubicBezTo>
                  <a:cubicBezTo>
                    <a:pt x="526" y="203"/>
                    <a:pt x="525" y="203"/>
                    <a:pt x="524" y="203"/>
                  </a:cubicBezTo>
                  <a:lnTo>
                    <a:pt x="532" y="201"/>
                  </a:lnTo>
                  <a:cubicBezTo>
                    <a:pt x="540" y="199"/>
                    <a:pt x="540" y="198"/>
                    <a:pt x="539" y="193"/>
                  </a:cubicBezTo>
                  <a:cubicBezTo>
                    <a:pt x="539" y="192"/>
                    <a:pt x="528" y="188"/>
                    <a:pt x="526" y="183"/>
                  </a:cubicBezTo>
                  <a:cubicBezTo>
                    <a:pt x="524" y="178"/>
                    <a:pt x="523" y="174"/>
                    <a:pt x="519" y="174"/>
                  </a:cubicBezTo>
                  <a:cubicBezTo>
                    <a:pt x="518" y="174"/>
                    <a:pt x="517" y="175"/>
                    <a:pt x="515" y="175"/>
                  </a:cubicBezTo>
                  <a:cubicBezTo>
                    <a:pt x="514" y="173"/>
                    <a:pt x="514" y="173"/>
                    <a:pt x="522" y="170"/>
                  </a:cubicBezTo>
                  <a:cubicBezTo>
                    <a:pt x="530" y="168"/>
                    <a:pt x="530" y="166"/>
                    <a:pt x="528" y="164"/>
                  </a:cubicBezTo>
                  <a:cubicBezTo>
                    <a:pt x="528" y="164"/>
                    <a:pt x="528" y="164"/>
                    <a:pt x="528" y="164"/>
                  </a:cubicBezTo>
                  <a:cubicBezTo>
                    <a:pt x="525" y="164"/>
                    <a:pt x="520" y="167"/>
                    <a:pt x="513" y="170"/>
                  </a:cubicBezTo>
                  <a:cubicBezTo>
                    <a:pt x="510" y="171"/>
                    <a:pt x="508" y="172"/>
                    <a:pt x="507" y="172"/>
                  </a:cubicBezTo>
                  <a:cubicBezTo>
                    <a:pt x="505" y="172"/>
                    <a:pt x="506" y="170"/>
                    <a:pt x="510" y="165"/>
                  </a:cubicBezTo>
                  <a:cubicBezTo>
                    <a:pt x="516" y="159"/>
                    <a:pt x="513" y="153"/>
                    <a:pt x="507" y="153"/>
                  </a:cubicBezTo>
                  <a:cubicBezTo>
                    <a:pt x="506" y="153"/>
                    <a:pt x="505" y="153"/>
                    <a:pt x="505" y="153"/>
                  </a:cubicBezTo>
                  <a:cubicBezTo>
                    <a:pt x="504" y="152"/>
                    <a:pt x="503" y="151"/>
                    <a:pt x="510" y="146"/>
                  </a:cubicBezTo>
                  <a:cubicBezTo>
                    <a:pt x="516" y="142"/>
                    <a:pt x="519" y="136"/>
                    <a:pt x="514" y="136"/>
                  </a:cubicBezTo>
                  <a:cubicBezTo>
                    <a:pt x="512" y="136"/>
                    <a:pt x="510" y="137"/>
                    <a:pt x="506" y="138"/>
                  </a:cubicBezTo>
                  <a:cubicBezTo>
                    <a:pt x="505" y="137"/>
                    <a:pt x="505" y="137"/>
                    <a:pt x="512" y="133"/>
                  </a:cubicBezTo>
                  <a:cubicBezTo>
                    <a:pt x="516" y="129"/>
                    <a:pt x="520" y="125"/>
                    <a:pt x="519" y="125"/>
                  </a:cubicBezTo>
                  <a:cubicBezTo>
                    <a:pt x="518" y="125"/>
                    <a:pt x="516" y="126"/>
                    <a:pt x="510" y="129"/>
                  </a:cubicBezTo>
                  <a:cubicBezTo>
                    <a:pt x="509" y="130"/>
                    <a:pt x="508" y="130"/>
                    <a:pt x="508" y="130"/>
                  </a:cubicBezTo>
                  <a:cubicBezTo>
                    <a:pt x="500" y="130"/>
                    <a:pt x="499" y="125"/>
                    <a:pt x="503" y="118"/>
                  </a:cubicBezTo>
                  <a:cubicBezTo>
                    <a:pt x="503" y="118"/>
                    <a:pt x="502" y="117"/>
                    <a:pt x="501" y="117"/>
                  </a:cubicBezTo>
                  <a:cubicBezTo>
                    <a:pt x="500" y="117"/>
                    <a:pt x="498" y="118"/>
                    <a:pt x="494" y="120"/>
                  </a:cubicBezTo>
                  <a:cubicBezTo>
                    <a:pt x="490" y="124"/>
                    <a:pt x="491" y="123"/>
                    <a:pt x="487" y="126"/>
                  </a:cubicBezTo>
                  <a:cubicBezTo>
                    <a:pt x="494" y="119"/>
                    <a:pt x="498" y="116"/>
                    <a:pt x="497" y="116"/>
                  </a:cubicBezTo>
                  <a:lnTo>
                    <a:pt x="497" y="116"/>
                  </a:lnTo>
                  <a:cubicBezTo>
                    <a:pt x="496" y="116"/>
                    <a:pt x="492" y="119"/>
                    <a:pt x="486" y="123"/>
                  </a:cubicBezTo>
                  <a:cubicBezTo>
                    <a:pt x="483" y="125"/>
                    <a:pt x="481" y="126"/>
                    <a:pt x="480" y="126"/>
                  </a:cubicBezTo>
                  <a:cubicBezTo>
                    <a:pt x="480" y="126"/>
                    <a:pt x="481" y="125"/>
                    <a:pt x="485" y="122"/>
                  </a:cubicBezTo>
                  <a:cubicBezTo>
                    <a:pt x="490" y="115"/>
                    <a:pt x="489" y="114"/>
                    <a:pt x="489" y="114"/>
                  </a:cubicBezTo>
                  <a:cubicBezTo>
                    <a:pt x="482" y="111"/>
                    <a:pt x="476" y="108"/>
                    <a:pt x="470" y="104"/>
                  </a:cubicBezTo>
                  <a:cubicBezTo>
                    <a:pt x="464" y="97"/>
                    <a:pt x="461" y="93"/>
                    <a:pt x="457" y="93"/>
                  </a:cubicBezTo>
                  <a:cubicBezTo>
                    <a:pt x="456" y="93"/>
                    <a:pt x="454" y="94"/>
                    <a:pt x="452" y="96"/>
                  </a:cubicBezTo>
                  <a:cubicBezTo>
                    <a:pt x="449" y="98"/>
                    <a:pt x="447" y="100"/>
                    <a:pt x="446" y="100"/>
                  </a:cubicBezTo>
                  <a:cubicBezTo>
                    <a:pt x="445" y="100"/>
                    <a:pt x="446" y="98"/>
                    <a:pt x="449" y="94"/>
                  </a:cubicBezTo>
                  <a:cubicBezTo>
                    <a:pt x="453" y="87"/>
                    <a:pt x="452" y="85"/>
                    <a:pt x="451" y="83"/>
                  </a:cubicBezTo>
                  <a:cubicBezTo>
                    <a:pt x="450" y="82"/>
                    <a:pt x="449" y="81"/>
                    <a:pt x="454" y="76"/>
                  </a:cubicBezTo>
                  <a:lnTo>
                    <a:pt x="454" y="76"/>
                  </a:lnTo>
                  <a:cubicBezTo>
                    <a:pt x="450" y="79"/>
                    <a:pt x="448" y="80"/>
                    <a:pt x="448" y="80"/>
                  </a:cubicBezTo>
                  <a:cubicBezTo>
                    <a:pt x="447" y="80"/>
                    <a:pt x="447" y="79"/>
                    <a:pt x="447" y="79"/>
                  </a:cubicBezTo>
                  <a:cubicBezTo>
                    <a:pt x="449" y="75"/>
                    <a:pt x="450" y="73"/>
                    <a:pt x="449" y="73"/>
                  </a:cubicBezTo>
                  <a:cubicBezTo>
                    <a:pt x="448" y="73"/>
                    <a:pt x="446" y="74"/>
                    <a:pt x="443" y="77"/>
                  </a:cubicBezTo>
                  <a:cubicBezTo>
                    <a:pt x="438" y="83"/>
                    <a:pt x="435" y="86"/>
                    <a:pt x="435" y="86"/>
                  </a:cubicBezTo>
                  <a:cubicBezTo>
                    <a:pt x="434" y="86"/>
                    <a:pt x="437" y="82"/>
                    <a:pt x="442" y="76"/>
                  </a:cubicBezTo>
                  <a:cubicBezTo>
                    <a:pt x="446" y="71"/>
                    <a:pt x="448" y="64"/>
                    <a:pt x="447" y="64"/>
                  </a:cubicBezTo>
                  <a:lnTo>
                    <a:pt x="447" y="64"/>
                  </a:lnTo>
                  <a:cubicBezTo>
                    <a:pt x="446" y="64"/>
                    <a:pt x="445" y="65"/>
                    <a:pt x="444" y="67"/>
                  </a:cubicBezTo>
                  <a:cubicBezTo>
                    <a:pt x="440" y="73"/>
                    <a:pt x="436" y="71"/>
                    <a:pt x="431" y="77"/>
                  </a:cubicBezTo>
                  <a:cubicBezTo>
                    <a:pt x="429" y="76"/>
                    <a:pt x="427" y="74"/>
                    <a:pt x="433" y="68"/>
                  </a:cubicBezTo>
                  <a:cubicBezTo>
                    <a:pt x="435" y="64"/>
                    <a:pt x="433" y="63"/>
                    <a:pt x="430" y="63"/>
                  </a:cubicBezTo>
                  <a:cubicBezTo>
                    <a:pt x="427" y="63"/>
                    <a:pt x="422" y="65"/>
                    <a:pt x="418" y="68"/>
                  </a:cubicBezTo>
                  <a:cubicBezTo>
                    <a:pt x="416" y="71"/>
                    <a:pt x="415" y="72"/>
                    <a:pt x="414" y="72"/>
                  </a:cubicBezTo>
                  <a:cubicBezTo>
                    <a:pt x="414" y="72"/>
                    <a:pt x="414" y="70"/>
                    <a:pt x="417" y="67"/>
                  </a:cubicBezTo>
                  <a:cubicBezTo>
                    <a:pt x="422" y="60"/>
                    <a:pt x="420" y="59"/>
                    <a:pt x="418" y="58"/>
                  </a:cubicBezTo>
                  <a:lnTo>
                    <a:pt x="418" y="58"/>
                  </a:lnTo>
                  <a:cubicBezTo>
                    <a:pt x="417" y="59"/>
                    <a:pt x="416" y="60"/>
                    <a:pt x="416" y="60"/>
                  </a:cubicBezTo>
                  <a:cubicBezTo>
                    <a:pt x="415" y="60"/>
                    <a:pt x="419" y="55"/>
                    <a:pt x="422" y="50"/>
                  </a:cubicBezTo>
                  <a:cubicBezTo>
                    <a:pt x="427" y="43"/>
                    <a:pt x="426" y="42"/>
                    <a:pt x="423" y="41"/>
                  </a:cubicBezTo>
                  <a:lnTo>
                    <a:pt x="423" y="41"/>
                  </a:lnTo>
                  <a:cubicBezTo>
                    <a:pt x="421" y="43"/>
                    <a:pt x="418" y="44"/>
                    <a:pt x="416" y="44"/>
                  </a:cubicBezTo>
                  <a:cubicBezTo>
                    <a:pt x="412" y="44"/>
                    <a:pt x="409" y="42"/>
                    <a:pt x="406" y="40"/>
                  </a:cubicBezTo>
                  <a:cubicBezTo>
                    <a:pt x="405" y="39"/>
                    <a:pt x="403" y="38"/>
                    <a:pt x="402" y="38"/>
                  </a:cubicBezTo>
                  <a:cubicBezTo>
                    <a:pt x="396" y="38"/>
                    <a:pt x="391" y="45"/>
                    <a:pt x="383" y="56"/>
                  </a:cubicBezTo>
                  <a:lnTo>
                    <a:pt x="375" y="71"/>
                  </a:lnTo>
                  <a:lnTo>
                    <a:pt x="381" y="55"/>
                  </a:lnTo>
                  <a:cubicBezTo>
                    <a:pt x="385" y="48"/>
                    <a:pt x="390" y="32"/>
                    <a:pt x="390" y="32"/>
                  </a:cubicBezTo>
                  <a:cubicBezTo>
                    <a:pt x="390" y="32"/>
                    <a:pt x="390" y="32"/>
                    <a:pt x="390" y="32"/>
                  </a:cubicBezTo>
                  <a:cubicBezTo>
                    <a:pt x="389" y="32"/>
                    <a:pt x="385" y="39"/>
                    <a:pt x="381" y="46"/>
                  </a:cubicBezTo>
                  <a:cubicBezTo>
                    <a:pt x="380" y="50"/>
                    <a:pt x="379" y="52"/>
                    <a:pt x="378" y="52"/>
                  </a:cubicBezTo>
                  <a:cubicBezTo>
                    <a:pt x="377" y="52"/>
                    <a:pt x="377" y="49"/>
                    <a:pt x="377" y="44"/>
                  </a:cubicBezTo>
                  <a:cubicBezTo>
                    <a:pt x="378" y="39"/>
                    <a:pt x="377" y="36"/>
                    <a:pt x="376" y="36"/>
                  </a:cubicBezTo>
                  <a:cubicBezTo>
                    <a:pt x="375" y="36"/>
                    <a:pt x="373" y="38"/>
                    <a:pt x="371" y="41"/>
                  </a:cubicBezTo>
                  <a:cubicBezTo>
                    <a:pt x="369" y="41"/>
                    <a:pt x="368" y="40"/>
                    <a:pt x="369" y="31"/>
                  </a:cubicBezTo>
                  <a:lnTo>
                    <a:pt x="369" y="31"/>
                  </a:lnTo>
                  <a:cubicBezTo>
                    <a:pt x="368" y="31"/>
                    <a:pt x="368" y="31"/>
                    <a:pt x="365" y="39"/>
                  </a:cubicBezTo>
                  <a:cubicBezTo>
                    <a:pt x="364" y="42"/>
                    <a:pt x="362" y="44"/>
                    <a:pt x="362" y="44"/>
                  </a:cubicBezTo>
                  <a:cubicBezTo>
                    <a:pt x="361" y="44"/>
                    <a:pt x="361" y="42"/>
                    <a:pt x="361" y="37"/>
                  </a:cubicBezTo>
                  <a:cubicBezTo>
                    <a:pt x="364" y="27"/>
                    <a:pt x="363" y="22"/>
                    <a:pt x="361" y="22"/>
                  </a:cubicBezTo>
                  <a:cubicBezTo>
                    <a:pt x="360" y="22"/>
                    <a:pt x="359" y="24"/>
                    <a:pt x="358" y="27"/>
                  </a:cubicBezTo>
                  <a:cubicBezTo>
                    <a:pt x="356" y="33"/>
                    <a:pt x="354" y="34"/>
                    <a:pt x="353" y="34"/>
                  </a:cubicBezTo>
                  <a:cubicBezTo>
                    <a:pt x="353" y="34"/>
                    <a:pt x="353" y="34"/>
                    <a:pt x="352" y="34"/>
                  </a:cubicBezTo>
                  <a:cubicBezTo>
                    <a:pt x="352" y="34"/>
                    <a:pt x="352" y="34"/>
                    <a:pt x="351" y="34"/>
                  </a:cubicBezTo>
                  <a:cubicBezTo>
                    <a:pt x="350" y="34"/>
                    <a:pt x="348" y="35"/>
                    <a:pt x="346" y="41"/>
                  </a:cubicBezTo>
                  <a:lnTo>
                    <a:pt x="342" y="40"/>
                  </a:lnTo>
                  <a:cubicBezTo>
                    <a:pt x="341" y="40"/>
                    <a:pt x="344" y="32"/>
                    <a:pt x="346" y="32"/>
                  </a:cubicBezTo>
                  <a:lnTo>
                    <a:pt x="347" y="23"/>
                  </a:lnTo>
                  <a:cubicBezTo>
                    <a:pt x="346" y="23"/>
                    <a:pt x="345" y="23"/>
                    <a:pt x="345" y="23"/>
                  </a:cubicBezTo>
                  <a:cubicBezTo>
                    <a:pt x="342" y="23"/>
                    <a:pt x="340" y="23"/>
                    <a:pt x="338" y="30"/>
                  </a:cubicBezTo>
                  <a:cubicBezTo>
                    <a:pt x="335" y="38"/>
                    <a:pt x="334" y="42"/>
                    <a:pt x="333" y="42"/>
                  </a:cubicBezTo>
                  <a:cubicBezTo>
                    <a:pt x="333" y="42"/>
                    <a:pt x="334" y="38"/>
                    <a:pt x="337" y="30"/>
                  </a:cubicBezTo>
                  <a:cubicBezTo>
                    <a:pt x="337" y="23"/>
                    <a:pt x="338" y="17"/>
                    <a:pt x="336" y="17"/>
                  </a:cubicBezTo>
                  <a:cubicBezTo>
                    <a:pt x="336" y="17"/>
                    <a:pt x="335" y="18"/>
                    <a:pt x="334" y="21"/>
                  </a:cubicBezTo>
                  <a:cubicBezTo>
                    <a:pt x="333" y="27"/>
                    <a:pt x="331" y="29"/>
                    <a:pt x="331" y="29"/>
                  </a:cubicBezTo>
                  <a:cubicBezTo>
                    <a:pt x="330" y="29"/>
                    <a:pt x="330" y="24"/>
                    <a:pt x="331" y="19"/>
                  </a:cubicBezTo>
                  <a:cubicBezTo>
                    <a:pt x="333" y="11"/>
                    <a:pt x="334" y="7"/>
                    <a:pt x="334" y="7"/>
                  </a:cubicBezTo>
                  <a:lnTo>
                    <a:pt x="334" y="7"/>
                  </a:lnTo>
                  <a:cubicBezTo>
                    <a:pt x="333" y="7"/>
                    <a:pt x="330" y="11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1" y="18"/>
                    <a:pt x="315" y="24"/>
                    <a:pt x="311" y="24"/>
                  </a:cubicBezTo>
                  <a:cubicBezTo>
                    <a:pt x="310" y="24"/>
                    <a:pt x="310" y="24"/>
                    <a:pt x="310" y="24"/>
                  </a:cubicBezTo>
                  <a:cubicBezTo>
                    <a:pt x="303" y="23"/>
                    <a:pt x="300" y="23"/>
                    <a:pt x="298" y="14"/>
                  </a:cubicBezTo>
                  <a:cubicBezTo>
                    <a:pt x="298" y="11"/>
                    <a:pt x="298" y="9"/>
                    <a:pt x="298" y="8"/>
                  </a:cubicBezTo>
                  <a:lnTo>
                    <a:pt x="298" y="8"/>
                  </a:lnTo>
                  <a:cubicBezTo>
                    <a:pt x="297" y="23"/>
                    <a:pt x="296" y="23"/>
                    <a:pt x="291" y="23"/>
                  </a:cubicBezTo>
                  <a:cubicBezTo>
                    <a:pt x="289" y="20"/>
                    <a:pt x="288" y="19"/>
                    <a:pt x="287" y="19"/>
                  </a:cubicBezTo>
                  <a:cubicBezTo>
                    <a:pt x="284" y="19"/>
                    <a:pt x="282" y="25"/>
                    <a:pt x="282" y="31"/>
                  </a:cubicBezTo>
                  <a:lnTo>
                    <a:pt x="284" y="31"/>
                  </a:lnTo>
                  <a:cubicBezTo>
                    <a:pt x="285" y="41"/>
                    <a:pt x="284" y="45"/>
                    <a:pt x="283" y="45"/>
                  </a:cubicBezTo>
                  <a:cubicBezTo>
                    <a:pt x="282" y="45"/>
                    <a:pt x="281" y="43"/>
                    <a:pt x="279" y="40"/>
                  </a:cubicBezTo>
                  <a:cubicBezTo>
                    <a:pt x="278" y="40"/>
                    <a:pt x="278" y="31"/>
                    <a:pt x="277" y="23"/>
                  </a:cubicBezTo>
                  <a:cubicBezTo>
                    <a:pt x="277" y="14"/>
                    <a:pt x="275" y="6"/>
                    <a:pt x="273" y="6"/>
                  </a:cubicBezTo>
                  <a:close/>
                  <a:moveTo>
                    <a:pt x="472" y="599"/>
                  </a:moveTo>
                  <a:cubicBezTo>
                    <a:pt x="471" y="599"/>
                    <a:pt x="471" y="599"/>
                    <a:pt x="470" y="599"/>
                  </a:cubicBezTo>
                  <a:cubicBezTo>
                    <a:pt x="471" y="605"/>
                    <a:pt x="472" y="611"/>
                    <a:pt x="476" y="616"/>
                  </a:cubicBezTo>
                  <a:cubicBezTo>
                    <a:pt x="477" y="619"/>
                    <a:pt x="478" y="621"/>
                    <a:pt x="479" y="621"/>
                  </a:cubicBezTo>
                  <a:cubicBezTo>
                    <a:pt x="480" y="621"/>
                    <a:pt x="480" y="616"/>
                    <a:pt x="477" y="606"/>
                  </a:cubicBezTo>
                  <a:cubicBezTo>
                    <a:pt x="474" y="600"/>
                    <a:pt x="473" y="599"/>
                    <a:pt x="472" y="5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33"/>
            <p:cNvSpPr/>
            <p:nvPr/>
          </p:nvSpPr>
          <p:spPr>
            <a:xfrm>
              <a:off x="2810599" y="1731338"/>
              <a:ext cx="56439" cy="62033"/>
            </a:xfrm>
            <a:custGeom>
              <a:avLst/>
              <a:gdLst/>
              <a:ahLst/>
              <a:cxnLst/>
              <a:rect l="l" t="t" r="r" b="b"/>
              <a:pathLst>
                <a:path w="565" h="621" extrusionOk="0">
                  <a:moveTo>
                    <a:pt x="298" y="0"/>
                  </a:moveTo>
                  <a:lnTo>
                    <a:pt x="298" y="0"/>
                  </a:lnTo>
                  <a:cubicBezTo>
                    <a:pt x="298" y="0"/>
                    <a:pt x="298" y="2"/>
                    <a:pt x="299" y="5"/>
                  </a:cubicBezTo>
                  <a:lnTo>
                    <a:pt x="299" y="5"/>
                  </a:lnTo>
                  <a:cubicBezTo>
                    <a:pt x="298" y="2"/>
                    <a:pt x="298" y="0"/>
                    <a:pt x="298" y="0"/>
                  </a:cubicBezTo>
                  <a:close/>
                  <a:moveTo>
                    <a:pt x="299" y="5"/>
                  </a:moveTo>
                  <a:lnTo>
                    <a:pt x="299" y="5"/>
                  </a:lnTo>
                  <a:cubicBezTo>
                    <a:pt x="299" y="6"/>
                    <a:pt x="299" y="7"/>
                    <a:pt x="299" y="8"/>
                  </a:cubicBezTo>
                  <a:lnTo>
                    <a:pt x="299" y="8"/>
                  </a:lnTo>
                  <a:cubicBezTo>
                    <a:pt x="299" y="7"/>
                    <a:pt x="299" y="7"/>
                    <a:pt x="299" y="6"/>
                  </a:cubicBezTo>
                  <a:cubicBezTo>
                    <a:pt x="299" y="6"/>
                    <a:pt x="299" y="5"/>
                    <a:pt x="299" y="5"/>
                  </a:cubicBezTo>
                  <a:close/>
                  <a:moveTo>
                    <a:pt x="282" y="31"/>
                  </a:moveTo>
                  <a:cubicBezTo>
                    <a:pt x="280" y="31"/>
                    <a:pt x="280" y="35"/>
                    <a:pt x="280" y="35"/>
                  </a:cubicBezTo>
                  <a:cubicBezTo>
                    <a:pt x="281" y="35"/>
                    <a:pt x="281" y="34"/>
                    <a:pt x="282" y="31"/>
                  </a:cubicBezTo>
                  <a:close/>
                  <a:moveTo>
                    <a:pt x="278" y="40"/>
                  </a:moveTo>
                  <a:lnTo>
                    <a:pt x="280" y="48"/>
                  </a:lnTo>
                  <a:lnTo>
                    <a:pt x="278" y="48"/>
                  </a:lnTo>
                  <a:cubicBezTo>
                    <a:pt x="276" y="48"/>
                    <a:pt x="276" y="48"/>
                    <a:pt x="275" y="40"/>
                  </a:cubicBezTo>
                  <a:close/>
                  <a:moveTo>
                    <a:pt x="293" y="40"/>
                  </a:moveTo>
                  <a:lnTo>
                    <a:pt x="294" y="49"/>
                  </a:lnTo>
                  <a:lnTo>
                    <a:pt x="293" y="49"/>
                  </a:lnTo>
                  <a:cubicBezTo>
                    <a:pt x="291" y="49"/>
                    <a:pt x="291" y="49"/>
                    <a:pt x="291" y="40"/>
                  </a:cubicBezTo>
                  <a:close/>
                  <a:moveTo>
                    <a:pt x="303" y="40"/>
                  </a:moveTo>
                  <a:cubicBezTo>
                    <a:pt x="303" y="40"/>
                    <a:pt x="303" y="40"/>
                    <a:pt x="303" y="41"/>
                  </a:cubicBezTo>
                  <a:cubicBezTo>
                    <a:pt x="307" y="41"/>
                    <a:pt x="307" y="41"/>
                    <a:pt x="304" y="50"/>
                  </a:cubicBezTo>
                  <a:lnTo>
                    <a:pt x="304" y="49"/>
                  </a:lnTo>
                  <a:cubicBezTo>
                    <a:pt x="303" y="53"/>
                    <a:pt x="302" y="55"/>
                    <a:pt x="302" y="55"/>
                  </a:cubicBezTo>
                  <a:cubicBezTo>
                    <a:pt x="302" y="55"/>
                    <a:pt x="302" y="53"/>
                    <a:pt x="302" y="49"/>
                  </a:cubicBezTo>
                  <a:cubicBezTo>
                    <a:pt x="302" y="42"/>
                    <a:pt x="302" y="40"/>
                    <a:pt x="303" y="40"/>
                  </a:cubicBezTo>
                  <a:close/>
                  <a:moveTo>
                    <a:pt x="263" y="49"/>
                  </a:moveTo>
                  <a:cubicBezTo>
                    <a:pt x="265" y="54"/>
                    <a:pt x="266" y="60"/>
                    <a:pt x="266" y="65"/>
                  </a:cubicBezTo>
                  <a:lnTo>
                    <a:pt x="265" y="65"/>
                  </a:lnTo>
                  <a:cubicBezTo>
                    <a:pt x="265" y="66"/>
                    <a:pt x="265" y="66"/>
                    <a:pt x="265" y="66"/>
                  </a:cubicBezTo>
                  <a:cubicBezTo>
                    <a:pt x="264" y="66"/>
                    <a:pt x="263" y="58"/>
                    <a:pt x="263" y="58"/>
                  </a:cubicBezTo>
                  <a:cubicBezTo>
                    <a:pt x="263" y="58"/>
                    <a:pt x="262" y="50"/>
                    <a:pt x="263" y="49"/>
                  </a:cubicBezTo>
                  <a:close/>
                  <a:moveTo>
                    <a:pt x="204" y="61"/>
                  </a:moveTo>
                  <a:cubicBezTo>
                    <a:pt x="204" y="61"/>
                    <a:pt x="205" y="62"/>
                    <a:pt x="206" y="64"/>
                  </a:cubicBezTo>
                  <a:lnTo>
                    <a:pt x="209" y="72"/>
                  </a:lnTo>
                  <a:cubicBezTo>
                    <a:pt x="211" y="78"/>
                    <a:pt x="212" y="84"/>
                    <a:pt x="212" y="84"/>
                  </a:cubicBezTo>
                  <a:cubicBezTo>
                    <a:pt x="212" y="84"/>
                    <a:pt x="211" y="83"/>
                    <a:pt x="210" y="81"/>
                  </a:cubicBezTo>
                  <a:cubicBezTo>
                    <a:pt x="208" y="76"/>
                    <a:pt x="206" y="71"/>
                    <a:pt x="203" y="65"/>
                  </a:cubicBezTo>
                  <a:cubicBezTo>
                    <a:pt x="203" y="65"/>
                    <a:pt x="203" y="61"/>
                    <a:pt x="204" y="61"/>
                  </a:cubicBezTo>
                  <a:close/>
                  <a:moveTo>
                    <a:pt x="325" y="88"/>
                  </a:moveTo>
                  <a:lnTo>
                    <a:pt x="325" y="97"/>
                  </a:lnTo>
                  <a:cubicBezTo>
                    <a:pt x="322" y="105"/>
                    <a:pt x="321" y="105"/>
                    <a:pt x="321" y="105"/>
                  </a:cubicBezTo>
                  <a:cubicBezTo>
                    <a:pt x="320" y="105"/>
                    <a:pt x="320" y="105"/>
                    <a:pt x="322" y="96"/>
                  </a:cubicBezTo>
                  <a:cubicBezTo>
                    <a:pt x="322" y="96"/>
                    <a:pt x="323" y="88"/>
                    <a:pt x="325" y="88"/>
                  </a:cubicBezTo>
                  <a:close/>
                  <a:moveTo>
                    <a:pt x="310" y="93"/>
                  </a:moveTo>
                  <a:cubicBezTo>
                    <a:pt x="310" y="93"/>
                    <a:pt x="310" y="93"/>
                    <a:pt x="310" y="93"/>
                  </a:cubicBezTo>
                  <a:lnTo>
                    <a:pt x="310" y="101"/>
                  </a:lnTo>
                  <a:lnTo>
                    <a:pt x="308" y="110"/>
                  </a:lnTo>
                  <a:lnTo>
                    <a:pt x="307" y="109"/>
                  </a:lnTo>
                  <a:cubicBezTo>
                    <a:pt x="308" y="102"/>
                    <a:pt x="309" y="93"/>
                    <a:pt x="310" y="93"/>
                  </a:cubicBezTo>
                  <a:close/>
                  <a:moveTo>
                    <a:pt x="451" y="108"/>
                  </a:moveTo>
                  <a:cubicBezTo>
                    <a:pt x="451" y="108"/>
                    <a:pt x="451" y="108"/>
                    <a:pt x="451" y="108"/>
                  </a:cubicBezTo>
                  <a:lnTo>
                    <a:pt x="453" y="109"/>
                  </a:lnTo>
                  <a:cubicBezTo>
                    <a:pt x="449" y="114"/>
                    <a:pt x="445" y="117"/>
                    <a:pt x="440" y="120"/>
                  </a:cubicBezTo>
                  <a:lnTo>
                    <a:pt x="439" y="119"/>
                  </a:lnTo>
                  <a:cubicBezTo>
                    <a:pt x="444" y="113"/>
                    <a:pt x="449" y="108"/>
                    <a:pt x="451" y="108"/>
                  </a:cubicBezTo>
                  <a:close/>
                  <a:moveTo>
                    <a:pt x="174" y="111"/>
                  </a:moveTo>
                  <a:lnTo>
                    <a:pt x="174" y="111"/>
                  </a:lnTo>
                  <a:cubicBezTo>
                    <a:pt x="181" y="117"/>
                    <a:pt x="187" y="124"/>
                    <a:pt x="190" y="132"/>
                  </a:cubicBezTo>
                  <a:cubicBezTo>
                    <a:pt x="190" y="132"/>
                    <a:pt x="189" y="132"/>
                    <a:pt x="189" y="132"/>
                  </a:cubicBezTo>
                  <a:cubicBezTo>
                    <a:pt x="188" y="132"/>
                    <a:pt x="187" y="131"/>
                    <a:pt x="183" y="126"/>
                  </a:cubicBezTo>
                  <a:cubicBezTo>
                    <a:pt x="178" y="119"/>
                    <a:pt x="173" y="111"/>
                    <a:pt x="174" y="111"/>
                  </a:cubicBezTo>
                  <a:close/>
                  <a:moveTo>
                    <a:pt x="495" y="156"/>
                  </a:moveTo>
                  <a:cubicBezTo>
                    <a:pt x="497" y="156"/>
                    <a:pt x="498" y="158"/>
                    <a:pt x="498" y="159"/>
                  </a:cubicBezTo>
                  <a:cubicBezTo>
                    <a:pt x="493" y="163"/>
                    <a:pt x="485" y="167"/>
                    <a:pt x="483" y="167"/>
                  </a:cubicBezTo>
                  <a:cubicBezTo>
                    <a:pt x="483" y="167"/>
                    <a:pt x="483" y="167"/>
                    <a:pt x="483" y="166"/>
                  </a:cubicBezTo>
                  <a:cubicBezTo>
                    <a:pt x="482" y="163"/>
                    <a:pt x="482" y="163"/>
                    <a:pt x="488" y="159"/>
                  </a:cubicBezTo>
                  <a:cubicBezTo>
                    <a:pt x="491" y="157"/>
                    <a:pt x="493" y="156"/>
                    <a:pt x="495" y="156"/>
                  </a:cubicBezTo>
                  <a:close/>
                  <a:moveTo>
                    <a:pt x="505" y="264"/>
                  </a:moveTo>
                  <a:cubicBezTo>
                    <a:pt x="514" y="264"/>
                    <a:pt x="522" y="264"/>
                    <a:pt x="522" y="266"/>
                  </a:cubicBezTo>
                  <a:lnTo>
                    <a:pt x="514" y="267"/>
                  </a:lnTo>
                  <a:lnTo>
                    <a:pt x="505" y="266"/>
                  </a:lnTo>
                  <a:lnTo>
                    <a:pt x="505" y="264"/>
                  </a:lnTo>
                  <a:close/>
                  <a:moveTo>
                    <a:pt x="453" y="276"/>
                  </a:moveTo>
                  <a:cubicBezTo>
                    <a:pt x="458" y="276"/>
                    <a:pt x="464" y="277"/>
                    <a:pt x="469" y="280"/>
                  </a:cubicBezTo>
                  <a:lnTo>
                    <a:pt x="469" y="281"/>
                  </a:lnTo>
                  <a:cubicBezTo>
                    <a:pt x="460" y="280"/>
                    <a:pt x="453" y="277"/>
                    <a:pt x="453" y="277"/>
                  </a:cubicBezTo>
                  <a:lnTo>
                    <a:pt x="453" y="276"/>
                  </a:lnTo>
                  <a:close/>
                  <a:moveTo>
                    <a:pt x="106" y="282"/>
                  </a:moveTo>
                  <a:cubicBezTo>
                    <a:pt x="109" y="282"/>
                    <a:pt x="112" y="283"/>
                    <a:pt x="115" y="283"/>
                  </a:cubicBezTo>
                  <a:cubicBezTo>
                    <a:pt x="125" y="284"/>
                    <a:pt x="123" y="285"/>
                    <a:pt x="115" y="285"/>
                  </a:cubicBezTo>
                  <a:cubicBezTo>
                    <a:pt x="111" y="285"/>
                    <a:pt x="104" y="285"/>
                    <a:pt x="98" y="284"/>
                  </a:cubicBezTo>
                  <a:cubicBezTo>
                    <a:pt x="81" y="283"/>
                    <a:pt x="81" y="283"/>
                    <a:pt x="98" y="283"/>
                  </a:cubicBezTo>
                  <a:cubicBezTo>
                    <a:pt x="101" y="283"/>
                    <a:pt x="104" y="282"/>
                    <a:pt x="106" y="282"/>
                  </a:cubicBezTo>
                  <a:close/>
                  <a:moveTo>
                    <a:pt x="507" y="309"/>
                  </a:moveTo>
                  <a:cubicBezTo>
                    <a:pt x="508" y="309"/>
                    <a:pt x="510" y="310"/>
                    <a:pt x="514" y="311"/>
                  </a:cubicBezTo>
                  <a:cubicBezTo>
                    <a:pt x="520" y="312"/>
                    <a:pt x="525" y="314"/>
                    <a:pt x="530" y="317"/>
                  </a:cubicBezTo>
                  <a:cubicBezTo>
                    <a:pt x="522" y="316"/>
                    <a:pt x="513" y="313"/>
                    <a:pt x="505" y="310"/>
                  </a:cubicBezTo>
                  <a:cubicBezTo>
                    <a:pt x="506" y="310"/>
                    <a:pt x="506" y="309"/>
                    <a:pt x="507" y="309"/>
                  </a:cubicBezTo>
                  <a:close/>
                  <a:moveTo>
                    <a:pt x="181" y="332"/>
                  </a:moveTo>
                  <a:lnTo>
                    <a:pt x="174" y="337"/>
                  </a:lnTo>
                  <a:lnTo>
                    <a:pt x="175" y="338"/>
                  </a:lnTo>
                  <a:cubicBezTo>
                    <a:pt x="182" y="334"/>
                    <a:pt x="182" y="334"/>
                    <a:pt x="182" y="334"/>
                  </a:cubicBezTo>
                  <a:lnTo>
                    <a:pt x="181" y="332"/>
                  </a:lnTo>
                  <a:close/>
                  <a:moveTo>
                    <a:pt x="135" y="335"/>
                  </a:moveTo>
                  <a:cubicBezTo>
                    <a:pt x="136" y="335"/>
                    <a:pt x="137" y="335"/>
                    <a:pt x="137" y="336"/>
                  </a:cubicBezTo>
                  <a:cubicBezTo>
                    <a:pt x="137" y="337"/>
                    <a:pt x="137" y="337"/>
                    <a:pt x="129" y="340"/>
                  </a:cubicBezTo>
                  <a:cubicBezTo>
                    <a:pt x="129" y="340"/>
                    <a:pt x="124" y="342"/>
                    <a:pt x="122" y="342"/>
                  </a:cubicBezTo>
                  <a:cubicBezTo>
                    <a:pt x="121" y="342"/>
                    <a:pt x="121" y="342"/>
                    <a:pt x="120" y="341"/>
                  </a:cubicBezTo>
                  <a:lnTo>
                    <a:pt x="128" y="337"/>
                  </a:lnTo>
                  <a:cubicBezTo>
                    <a:pt x="132" y="335"/>
                    <a:pt x="134" y="335"/>
                    <a:pt x="135" y="335"/>
                  </a:cubicBezTo>
                  <a:close/>
                  <a:moveTo>
                    <a:pt x="500" y="346"/>
                  </a:moveTo>
                  <a:cubicBezTo>
                    <a:pt x="507" y="349"/>
                    <a:pt x="515" y="353"/>
                    <a:pt x="514" y="354"/>
                  </a:cubicBezTo>
                  <a:lnTo>
                    <a:pt x="506" y="352"/>
                  </a:lnTo>
                  <a:lnTo>
                    <a:pt x="498" y="347"/>
                  </a:lnTo>
                  <a:lnTo>
                    <a:pt x="500" y="346"/>
                  </a:lnTo>
                  <a:close/>
                  <a:moveTo>
                    <a:pt x="340" y="350"/>
                  </a:moveTo>
                  <a:cubicBezTo>
                    <a:pt x="338" y="350"/>
                    <a:pt x="338" y="350"/>
                    <a:pt x="344" y="358"/>
                  </a:cubicBezTo>
                  <a:lnTo>
                    <a:pt x="345" y="357"/>
                  </a:lnTo>
                  <a:cubicBezTo>
                    <a:pt x="340" y="350"/>
                    <a:pt x="340" y="350"/>
                    <a:pt x="340" y="350"/>
                  </a:cubicBezTo>
                  <a:close/>
                  <a:moveTo>
                    <a:pt x="142" y="348"/>
                  </a:moveTo>
                  <a:cubicBezTo>
                    <a:pt x="142" y="348"/>
                    <a:pt x="143" y="349"/>
                    <a:pt x="143" y="349"/>
                  </a:cubicBezTo>
                  <a:cubicBezTo>
                    <a:pt x="143" y="352"/>
                    <a:pt x="144" y="353"/>
                    <a:pt x="136" y="356"/>
                  </a:cubicBezTo>
                  <a:lnTo>
                    <a:pt x="136" y="355"/>
                  </a:lnTo>
                  <a:cubicBezTo>
                    <a:pt x="138" y="354"/>
                    <a:pt x="139" y="353"/>
                    <a:pt x="139" y="353"/>
                  </a:cubicBezTo>
                  <a:lnTo>
                    <a:pt x="139" y="353"/>
                  </a:lnTo>
                  <a:cubicBezTo>
                    <a:pt x="138" y="353"/>
                    <a:pt x="133" y="356"/>
                    <a:pt x="128" y="359"/>
                  </a:cubicBezTo>
                  <a:lnTo>
                    <a:pt x="113" y="367"/>
                  </a:lnTo>
                  <a:cubicBezTo>
                    <a:pt x="113" y="365"/>
                    <a:pt x="119" y="360"/>
                    <a:pt x="127" y="356"/>
                  </a:cubicBezTo>
                  <a:cubicBezTo>
                    <a:pt x="137" y="350"/>
                    <a:pt x="140" y="348"/>
                    <a:pt x="142" y="348"/>
                  </a:cubicBezTo>
                  <a:close/>
                  <a:moveTo>
                    <a:pt x="16" y="378"/>
                  </a:moveTo>
                  <a:cubicBezTo>
                    <a:pt x="11" y="380"/>
                    <a:pt x="5" y="381"/>
                    <a:pt x="0" y="382"/>
                  </a:cubicBezTo>
                  <a:lnTo>
                    <a:pt x="0" y="384"/>
                  </a:lnTo>
                  <a:cubicBezTo>
                    <a:pt x="1" y="385"/>
                    <a:pt x="2" y="385"/>
                    <a:pt x="3" y="385"/>
                  </a:cubicBezTo>
                  <a:cubicBezTo>
                    <a:pt x="6" y="385"/>
                    <a:pt x="12" y="383"/>
                    <a:pt x="17" y="381"/>
                  </a:cubicBezTo>
                  <a:lnTo>
                    <a:pt x="16" y="378"/>
                  </a:lnTo>
                  <a:close/>
                  <a:moveTo>
                    <a:pt x="372" y="410"/>
                  </a:moveTo>
                  <a:lnTo>
                    <a:pt x="372" y="410"/>
                  </a:lnTo>
                  <a:cubicBezTo>
                    <a:pt x="373" y="413"/>
                    <a:pt x="374" y="414"/>
                    <a:pt x="373" y="414"/>
                  </a:cubicBezTo>
                  <a:cubicBezTo>
                    <a:pt x="373" y="414"/>
                    <a:pt x="371" y="411"/>
                    <a:pt x="372" y="410"/>
                  </a:cubicBezTo>
                  <a:close/>
                  <a:moveTo>
                    <a:pt x="308" y="400"/>
                  </a:moveTo>
                  <a:cubicBezTo>
                    <a:pt x="309" y="409"/>
                    <a:pt x="309" y="417"/>
                    <a:pt x="309" y="417"/>
                  </a:cubicBezTo>
                  <a:cubicBezTo>
                    <a:pt x="309" y="412"/>
                    <a:pt x="309" y="413"/>
                    <a:pt x="309" y="409"/>
                  </a:cubicBezTo>
                  <a:lnTo>
                    <a:pt x="308" y="400"/>
                  </a:lnTo>
                  <a:close/>
                  <a:moveTo>
                    <a:pt x="436" y="416"/>
                  </a:moveTo>
                  <a:cubicBezTo>
                    <a:pt x="436" y="416"/>
                    <a:pt x="439" y="419"/>
                    <a:pt x="438" y="419"/>
                  </a:cubicBezTo>
                  <a:cubicBezTo>
                    <a:pt x="436" y="417"/>
                    <a:pt x="436" y="416"/>
                    <a:pt x="436" y="416"/>
                  </a:cubicBezTo>
                  <a:close/>
                  <a:moveTo>
                    <a:pt x="422" y="410"/>
                  </a:moveTo>
                  <a:cubicBezTo>
                    <a:pt x="428" y="417"/>
                    <a:pt x="433" y="423"/>
                    <a:pt x="432" y="424"/>
                  </a:cubicBezTo>
                  <a:lnTo>
                    <a:pt x="426" y="418"/>
                  </a:lnTo>
                  <a:lnTo>
                    <a:pt x="421" y="411"/>
                  </a:lnTo>
                  <a:lnTo>
                    <a:pt x="422" y="410"/>
                  </a:lnTo>
                  <a:close/>
                  <a:moveTo>
                    <a:pt x="347" y="411"/>
                  </a:moveTo>
                  <a:cubicBezTo>
                    <a:pt x="347" y="411"/>
                    <a:pt x="347" y="411"/>
                    <a:pt x="347" y="411"/>
                  </a:cubicBezTo>
                  <a:lnTo>
                    <a:pt x="346" y="411"/>
                  </a:lnTo>
                  <a:cubicBezTo>
                    <a:pt x="348" y="417"/>
                    <a:pt x="350" y="422"/>
                    <a:pt x="353" y="427"/>
                  </a:cubicBezTo>
                  <a:cubicBezTo>
                    <a:pt x="354" y="427"/>
                    <a:pt x="352" y="419"/>
                    <a:pt x="352" y="419"/>
                  </a:cubicBezTo>
                  <a:cubicBezTo>
                    <a:pt x="352" y="419"/>
                    <a:pt x="349" y="411"/>
                    <a:pt x="347" y="411"/>
                  </a:cubicBezTo>
                  <a:close/>
                  <a:moveTo>
                    <a:pt x="409" y="413"/>
                  </a:moveTo>
                  <a:cubicBezTo>
                    <a:pt x="410" y="413"/>
                    <a:pt x="413" y="415"/>
                    <a:pt x="419" y="422"/>
                  </a:cubicBezTo>
                  <a:cubicBezTo>
                    <a:pt x="424" y="429"/>
                    <a:pt x="424" y="429"/>
                    <a:pt x="423" y="430"/>
                  </a:cubicBezTo>
                  <a:cubicBezTo>
                    <a:pt x="419" y="427"/>
                    <a:pt x="415" y="422"/>
                    <a:pt x="412" y="418"/>
                  </a:cubicBezTo>
                  <a:cubicBezTo>
                    <a:pt x="410" y="415"/>
                    <a:pt x="408" y="413"/>
                    <a:pt x="409" y="413"/>
                  </a:cubicBezTo>
                  <a:close/>
                  <a:moveTo>
                    <a:pt x="175" y="433"/>
                  </a:moveTo>
                  <a:cubicBezTo>
                    <a:pt x="177" y="435"/>
                    <a:pt x="171" y="441"/>
                    <a:pt x="163" y="446"/>
                  </a:cubicBezTo>
                  <a:lnTo>
                    <a:pt x="161" y="443"/>
                  </a:lnTo>
                  <a:cubicBezTo>
                    <a:pt x="166" y="437"/>
                    <a:pt x="174" y="433"/>
                    <a:pt x="175" y="433"/>
                  </a:cubicBezTo>
                  <a:close/>
                  <a:moveTo>
                    <a:pt x="341" y="438"/>
                  </a:moveTo>
                  <a:cubicBezTo>
                    <a:pt x="343" y="438"/>
                    <a:pt x="343" y="438"/>
                    <a:pt x="346" y="447"/>
                  </a:cubicBezTo>
                  <a:lnTo>
                    <a:pt x="344" y="447"/>
                  </a:lnTo>
                  <a:lnTo>
                    <a:pt x="340" y="439"/>
                  </a:lnTo>
                  <a:lnTo>
                    <a:pt x="341" y="438"/>
                  </a:lnTo>
                  <a:close/>
                  <a:moveTo>
                    <a:pt x="253" y="432"/>
                  </a:moveTo>
                  <a:cubicBezTo>
                    <a:pt x="253" y="432"/>
                    <a:pt x="254" y="432"/>
                    <a:pt x="254" y="432"/>
                  </a:cubicBezTo>
                  <a:lnTo>
                    <a:pt x="252" y="440"/>
                  </a:lnTo>
                  <a:lnTo>
                    <a:pt x="247" y="448"/>
                  </a:lnTo>
                  <a:lnTo>
                    <a:pt x="249" y="439"/>
                  </a:lnTo>
                  <a:cubicBezTo>
                    <a:pt x="251" y="433"/>
                    <a:pt x="252" y="432"/>
                    <a:pt x="253" y="432"/>
                  </a:cubicBezTo>
                  <a:close/>
                  <a:moveTo>
                    <a:pt x="400" y="443"/>
                  </a:moveTo>
                  <a:cubicBezTo>
                    <a:pt x="402" y="443"/>
                    <a:pt x="405" y="450"/>
                    <a:pt x="405" y="450"/>
                  </a:cubicBezTo>
                  <a:cubicBezTo>
                    <a:pt x="407" y="453"/>
                    <a:pt x="407" y="454"/>
                    <a:pt x="407" y="454"/>
                  </a:cubicBezTo>
                  <a:cubicBezTo>
                    <a:pt x="406" y="454"/>
                    <a:pt x="404" y="452"/>
                    <a:pt x="403" y="452"/>
                  </a:cubicBezTo>
                  <a:cubicBezTo>
                    <a:pt x="403" y="452"/>
                    <a:pt x="403" y="452"/>
                    <a:pt x="403" y="452"/>
                  </a:cubicBezTo>
                  <a:cubicBezTo>
                    <a:pt x="398" y="446"/>
                    <a:pt x="398" y="446"/>
                    <a:pt x="400" y="443"/>
                  </a:cubicBezTo>
                  <a:close/>
                  <a:moveTo>
                    <a:pt x="288" y="427"/>
                  </a:moveTo>
                  <a:cubicBezTo>
                    <a:pt x="288" y="427"/>
                    <a:pt x="288" y="431"/>
                    <a:pt x="286" y="440"/>
                  </a:cubicBezTo>
                  <a:lnTo>
                    <a:pt x="282" y="457"/>
                  </a:lnTo>
                  <a:cubicBezTo>
                    <a:pt x="281" y="457"/>
                    <a:pt x="283" y="449"/>
                    <a:pt x="286" y="432"/>
                  </a:cubicBezTo>
                  <a:cubicBezTo>
                    <a:pt x="287" y="429"/>
                    <a:pt x="288" y="427"/>
                    <a:pt x="288" y="427"/>
                  </a:cubicBezTo>
                  <a:close/>
                  <a:moveTo>
                    <a:pt x="331" y="437"/>
                  </a:moveTo>
                  <a:cubicBezTo>
                    <a:pt x="332" y="437"/>
                    <a:pt x="333" y="445"/>
                    <a:pt x="335" y="457"/>
                  </a:cubicBezTo>
                  <a:cubicBezTo>
                    <a:pt x="334" y="458"/>
                    <a:pt x="334" y="458"/>
                    <a:pt x="332" y="458"/>
                  </a:cubicBezTo>
                  <a:cubicBezTo>
                    <a:pt x="330" y="449"/>
                    <a:pt x="329" y="441"/>
                    <a:pt x="330" y="441"/>
                  </a:cubicBezTo>
                  <a:cubicBezTo>
                    <a:pt x="330" y="439"/>
                    <a:pt x="330" y="437"/>
                    <a:pt x="331" y="437"/>
                  </a:cubicBezTo>
                  <a:close/>
                  <a:moveTo>
                    <a:pt x="172" y="449"/>
                  </a:moveTo>
                  <a:cubicBezTo>
                    <a:pt x="171" y="449"/>
                    <a:pt x="167" y="453"/>
                    <a:pt x="163" y="457"/>
                  </a:cubicBezTo>
                  <a:cubicBezTo>
                    <a:pt x="159" y="464"/>
                    <a:pt x="160" y="465"/>
                    <a:pt x="163" y="467"/>
                  </a:cubicBezTo>
                  <a:cubicBezTo>
                    <a:pt x="163" y="467"/>
                    <a:pt x="163" y="467"/>
                    <a:pt x="163" y="467"/>
                  </a:cubicBezTo>
                  <a:cubicBezTo>
                    <a:pt x="165" y="467"/>
                    <a:pt x="170" y="463"/>
                    <a:pt x="170" y="463"/>
                  </a:cubicBezTo>
                  <a:cubicBezTo>
                    <a:pt x="175" y="456"/>
                    <a:pt x="174" y="455"/>
                    <a:pt x="172" y="454"/>
                  </a:cubicBezTo>
                  <a:cubicBezTo>
                    <a:pt x="173" y="450"/>
                    <a:pt x="173" y="449"/>
                    <a:pt x="172" y="449"/>
                  </a:cubicBezTo>
                  <a:close/>
                  <a:moveTo>
                    <a:pt x="374" y="456"/>
                  </a:moveTo>
                  <a:cubicBezTo>
                    <a:pt x="376" y="456"/>
                    <a:pt x="377" y="456"/>
                    <a:pt x="380" y="463"/>
                  </a:cubicBezTo>
                  <a:cubicBezTo>
                    <a:pt x="380" y="463"/>
                    <a:pt x="383" y="470"/>
                    <a:pt x="382" y="472"/>
                  </a:cubicBezTo>
                  <a:cubicBezTo>
                    <a:pt x="380" y="472"/>
                    <a:pt x="375" y="465"/>
                    <a:pt x="375" y="465"/>
                  </a:cubicBezTo>
                  <a:lnTo>
                    <a:pt x="375" y="464"/>
                  </a:lnTo>
                  <a:cubicBezTo>
                    <a:pt x="372" y="456"/>
                    <a:pt x="373" y="456"/>
                    <a:pt x="373" y="456"/>
                  </a:cubicBezTo>
                  <a:cubicBezTo>
                    <a:pt x="373" y="456"/>
                    <a:pt x="374" y="456"/>
                    <a:pt x="374" y="456"/>
                  </a:cubicBezTo>
                  <a:close/>
                  <a:moveTo>
                    <a:pt x="256" y="447"/>
                  </a:moveTo>
                  <a:cubicBezTo>
                    <a:pt x="256" y="447"/>
                    <a:pt x="255" y="451"/>
                    <a:pt x="253" y="459"/>
                  </a:cubicBezTo>
                  <a:cubicBezTo>
                    <a:pt x="252" y="467"/>
                    <a:pt x="247" y="475"/>
                    <a:pt x="243" y="483"/>
                  </a:cubicBezTo>
                  <a:lnTo>
                    <a:pt x="239" y="482"/>
                  </a:lnTo>
                  <a:lnTo>
                    <a:pt x="248" y="466"/>
                  </a:lnTo>
                  <a:cubicBezTo>
                    <a:pt x="254" y="453"/>
                    <a:pt x="256" y="447"/>
                    <a:pt x="256" y="447"/>
                  </a:cubicBezTo>
                  <a:close/>
                  <a:moveTo>
                    <a:pt x="295" y="467"/>
                  </a:moveTo>
                  <a:cubicBezTo>
                    <a:pt x="295" y="476"/>
                    <a:pt x="295" y="485"/>
                    <a:pt x="293" y="485"/>
                  </a:cubicBezTo>
                  <a:lnTo>
                    <a:pt x="292" y="485"/>
                  </a:lnTo>
                  <a:cubicBezTo>
                    <a:pt x="292" y="478"/>
                    <a:pt x="293" y="473"/>
                    <a:pt x="294" y="467"/>
                  </a:cubicBezTo>
                  <a:close/>
                  <a:moveTo>
                    <a:pt x="328" y="492"/>
                  </a:moveTo>
                  <a:lnTo>
                    <a:pt x="329" y="501"/>
                  </a:lnTo>
                  <a:cubicBezTo>
                    <a:pt x="328" y="501"/>
                    <a:pt x="328" y="505"/>
                    <a:pt x="327" y="505"/>
                  </a:cubicBezTo>
                  <a:cubicBezTo>
                    <a:pt x="326" y="505"/>
                    <a:pt x="326" y="504"/>
                    <a:pt x="326" y="501"/>
                  </a:cubicBezTo>
                  <a:cubicBezTo>
                    <a:pt x="325" y="501"/>
                    <a:pt x="327" y="493"/>
                    <a:pt x="328" y="492"/>
                  </a:cubicBezTo>
                  <a:close/>
                  <a:moveTo>
                    <a:pt x="273" y="6"/>
                  </a:moveTo>
                  <a:cubicBezTo>
                    <a:pt x="271" y="6"/>
                    <a:pt x="270" y="6"/>
                    <a:pt x="272" y="14"/>
                  </a:cubicBezTo>
                  <a:cubicBezTo>
                    <a:pt x="273" y="23"/>
                    <a:pt x="273" y="23"/>
                    <a:pt x="271" y="23"/>
                  </a:cubicBezTo>
                  <a:cubicBezTo>
                    <a:pt x="270" y="23"/>
                    <a:pt x="267" y="23"/>
                    <a:pt x="266" y="32"/>
                  </a:cubicBezTo>
                  <a:cubicBezTo>
                    <a:pt x="267" y="40"/>
                    <a:pt x="266" y="41"/>
                    <a:pt x="265" y="41"/>
                  </a:cubicBezTo>
                  <a:cubicBezTo>
                    <a:pt x="262" y="34"/>
                    <a:pt x="260" y="33"/>
                    <a:pt x="259" y="33"/>
                  </a:cubicBezTo>
                  <a:cubicBezTo>
                    <a:pt x="259" y="33"/>
                    <a:pt x="258" y="33"/>
                    <a:pt x="258" y="33"/>
                  </a:cubicBezTo>
                  <a:lnTo>
                    <a:pt x="257" y="24"/>
                  </a:lnTo>
                  <a:cubicBezTo>
                    <a:pt x="256" y="18"/>
                    <a:pt x="255" y="13"/>
                    <a:pt x="253" y="7"/>
                  </a:cubicBezTo>
                  <a:cubicBezTo>
                    <a:pt x="251" y="7"/>
                    <a:pt x="253" y="16"/>
                    <a:pt x="253" y="16"/>
                  </a:cubicBezTo>
                  <a:cubicBezTo>
                    <a:pt x="254" y="24"/>
                    <a:pt x="214" y="33"/>
                    <a:pt x="209" y="35"/>
                  </a:cubicBezTo>
                  <a:cubicBezTo>
                    <a:pt x="206" y="32"/>
                    <a:pt x="204" y="31"/>
                    <a:pt x="202" y="31"/>
                  </a:cubicBezTo>
                  <a:cubicBezTo>
                    <a:pt x="200" y="31"/>
                    <a:pt x="199" y="33"/>
                    <a:pt x="202" y="37"/>
                  </a:cubicBezTo>
                  <a:cubicBezTo>
                    <a:pt x="206" y="45"/>
                    <a:pt x="198" y="49"/>
                    <a:pt x="189" y="53"/>
                  </a:cubicBezTo>
                  <a:cubicBezTo>
                    <a:pt x="178" y="59"/>
                    <a:pt x="171" y="63"/>
                    <a:pt x="175" y="70"/>
                  </a:cubicBezTo>
                  <a:cubicBezTo>
                    <a:pt x="175" y="70"/>
                    <a:pt x="174" y="71"/>
                    <a:pt x="171" y="72"/>
                  </a:cubicBezTo>
                  <a:cubicBezTo>
                    <a:pt x="169" y="74"/>
                    <a:pt x="171" y="83"/>
                    <a:pt x="169" y="83"/>
                  </a:cubicBezTo>
                  <a:cubicBezTo>
                    <a:pt x="171" y="88"/>
                    <a:pt x="172" y="90"/>
                    <a:pt x="171" y="90"/>
                  </a:cubicBezTo>
                  <a:cubicBezTo>
                    <a:pt x="171" y="90"/>
                    <a:pt x="170" y="88"/>
                    <a:pt x="168" y="85"/>
                  </a:cubicBezTo>
                  <a:cubicBezTo>
                    <a:pt x="163" y="78"/>
                    <a:pt x="158" y="72"/>
                    <a:pt x="157" y="72"/>
                  </a:cubicBezTo>
                  <a:cubicBezTo>
                    <a:pt x="157" y="72"/>
                    <a:pt x="156" y="72"/>
                    <a:pt x="156" y="72"/>
                  </a:cubicBezTo>
                  <a:cubicBezTo>
                    <a:pt x="154" y="73"/>
                    <a:pt x="159" y="80"/>
                    <a:pt x="164" y="88"/>
                  </a:cubicBezTo>
                  <a:cubicBezTo>
                    <a:pt x="169" y="95"/>
                    <a:pt x="168" y="95"/>
                    <a:pt x="168" y="95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6" y="95"/>
                    <a:pt x="165" y="94"/>
                    <a:pt x="161" y="89"/>
                  </a:cubicBezTo>
                  <a:lnTo>
                    <a:pt x="151" y="76"/>
                  </a:lnTo>
                  <a:lnTo>
                    <a:pt x="150" y="77"/>
                  </a:lnTo>
                  <a:cubicBezTo>
                    <a:pt x="155" y="83"/>
                    <a:pt x="153" y="85"/>
                    <a:pt x="153" y="85"/>
                  </a:cubicBezTo>
                  <a:cubicBezTo>
                    <a:pt x="153" y="85"/>
                    <a:pt x="153" y="85"/>
                    <a:pt x="152" y="85"/>
                  </a:cubicBezTo>
                  <a:cubicBezTo>
                    <a:pt x="151" y="85"/>
                    <a:pt x="150" y="83"/>
                    <a:pt x="142" y="72"/>
                  </a:cubicBezTo>
                  <a:cubicBezTo>
                    <a:pt x="136" y="66"/>
                    <a:pt x="133" y="63"/>
                    <a:pt x="133" y="63"/>
                  </a:cubicBezTo>
                  <a:lnTo>
                    <a:pt x="133" y="63"/>
                  </a:lnTo>
                  <a:cubicBezTo>
                    <a:pt x="132" y="63"/>
                    <a:pt x="134" y="67"/>
                    <a:pt x="138" y="74"/>
                  </a:cubicBezTo>
                  <a:lnTo>
                    <a:pt x="142" y="82"/>
                  </a:lnTo>
                  <a:cubicBezTo>
                    <a:pt x="139" y="79"/>
                    <a:pt x="137" y="78"/>
                    <a:pt x="136" y="78"/>
                  </a:cubicBezTo>
                  <a:cubicBezTo>
                    <a:pt x="133" y="78"/>
                    <a:pt x="138" y="88"/>
                    <a:pt x="142" y="93"/>
                  </a:cubicBezTo>
                  <a:cubicBezTo>
                    <a:pt x="136" y="88"/>
                    <a:pt x="133" y="86"/>
                    <a:pt x="132" y="86"/>
                  </a:cubicBezTo>
                  <a:cubicBezTo>
                    <a:pt x="130" y="86"/>
                    <a:pt x="132" y="90"/>
                    <a:pt x="138" y="97"/>
                  </a:cubicBezTo>
                  <a:cubicBezTo>
                    <a:pt x="142" y="100"/>
                    <a:pt x="143" y="102"/>
                    <a:pt x="141" y="102"/>
                  </a:cubicBezTo>
                  <a:cubicBezTo>
                    <a:pt x="140" y="102"/>
                    <a:pt x="138" y="101"/>
                    <a:pt x="135" y="99"/>
                  </a:cubicBezTo>
                  <a:cubicBezTo>
                    <a:pt x="131" y="96"/>
                    <a:pt x="129" y="95"/>
                    <a:pt x="128" y="95"/>
                  </a:cubicBezTo>
                  <a:cubicBezTo>
                    <a:pt x="126" y="95"/>
                    <a:pt x="125" y="96"/>
                    <a:pt x="124" y="97"/>
                  </a:cubicBezTo>
                  <a:cubicBezTo>
                    <a:pt x="129" y="105"/>
                    <a:pt x="120" y="113"/>
                    <a:pt x="111" y="123"/>
                  </a:cubicBezTo>
                  <a:cubicBezTo>
                    <a:pt x="103" y="134"/>
                    <a:pt x="96" y="142"/>
                    <a:pt x="103" y="146"/>
                  </a:cubicBezTo>
                  <a:cubicBezTo>
                    <a:pt x="103" y="147"/>
                    <a:pt x="103" y="148"/>
                    <a:pt x="102" y="148"/>
                  </a:cubicBezTo>
                  <a:cubicBezTo>
                    <a:pt x="101" y="148"/>
                    <a:pt x="98" y="147"/>
                    <a:pt x="94" y="145"/>
                  </a:cubicBezTo>
                  <a:cubicBezTo>
                    <a:pt x="91" y="143"/>
                    <a:pt x="89" y="142"/>
                    <a:pt x="89" y="142"/>
                  </a:cubicBezTo>
                  <a:lnTo>
                    <a:pt x="89" y="142"/>
                  </a:lnTo>
                  <a:cubicBezTo>
                    <a:pt x="88" y="142"/>
                    <a:pt x="90" y="145"/>
                    <a:pt x="99" y="152"/>
                  </a:cubicBezTo>
                  <a:cubicBezTo>
                    <a:pt x="103" y="156"/>
                    <a:pt x="107" y="159"/>
                    <a:pt x="107" y="159"/>
                  </a:cubicBezTo>
                  <a:cubicBezTo>
                    <a:pt x="107" y="159"/>
                    <a:pt x="104" y="157"/>
                    <a:pt x="98" y="153"/>
                  </a:cubicBezTo>
                  <a:cubicBezTo>
                    <a:pt x="96" y="152"/>
                    <a:pt x="94" y="151"/>
                    <a:pt x="93" y="151"/>
                  </a:cubicBezTo>
                  <a:cubicBezTo>
                    <a:pt x="90" y="151"/>
                    <a:pt x="88" y="154"/>
                    <a:pt x="86" y="157"/>
                  </a:cubicBezTo>
                  <a:cubicBezTo>
                    <a:pt x="82" y="162"/>
                    <a:pt x="80" y="168"/>
                    <a:pt x="87" y="171"/>
                  </a:cubicBezTo>
                  <a:cubicBezTo>
                    <a:pt x="91" y="175"/>
                    <a:pt x="92" y="176"/>
                    <a:pt x="92" y="176"/>
                  </a:cubicBezTo>
                  <a:cubicBezTo>
                    <a:pt x="91" y="176"/>
                    <a:pt x="90" y="175"/>
                    <a:pt x="87" y="173"/>
                  </a:cubicBezTo>
                  <a:cubicBezTo>
                    <a:pt x="81" y="169"/>
                    <a:pt x="76" y="168"/>
                    <a:pt x="72" y="168"/>
                  </a:cubicBezTo>
                  <a:cubicBezTo>
                    <a:pt x="67" y="168"/>
                    <a:pt x="65" y="172"/>
                    <a:pt x="73" y="179"/>
                  </a:cubicBezTo>
                  <a:cubicBezTo>
                    <a:pt x="73" y="180"/>
                    <a:pt x="72" y="181"/>
                    <a:pt x="70" y="181"/>
                  </a:cubicBezTo>
                  <a:cubicBezTo>
                    <a:pt x="69" y="181"/>
                    <a:pt x="67" y="180"/>
                    <a:pt x="63" y="179"/>
                  </a:cubicBezTo>
                  <a:lnTo>
                    <a:pt x="63" y="179"/>
                  </a:lnTo>
                  <a:cubicBezTo>
                    <a:pt x="63" y="180"/>
                    <a:pt x="62" y="182"/>
                    <a:pt x="68" y="190"/>
                  </a:cubicBezTo>
                  <a:cubicBezTo>
                    <a:pt x="68" y="191"/>
                    <a:pt x="64" y="198"/>
                    <a:pt x="63" y="201"/>
                  </a:cubicBezTo>
                  <a:cubicBezTo>
                    <a:pt x="62" y="203"/>
                    <a:pt x="69" y="210"/>
                    <a:pt x="69" y="210"/>
                  </a:cubicBezTo>
                  <a:cubicBezTo>
                    <a:pt x="69" y="211"/>
                    <a:pt x="69" y="211"/>
                    <a:pt x="69" y="211"/>
                  </a:cubicBezTo>
                  <a:lnTo>
                    <a:pt x="69" y="211"/>
                  </a:lnTo>
                  <a:cubicBezTo>
                    <a:pt x="68" y="211"/>
                    <a:pt x="67" y="211"/>
                    <a:pt x="66" y="211"/>
                  </a:cubicBezTo>
                  <a:cubicBezTo>
                    <a:pt x="60" y="211"/>
                    <a:pt x="57" y="218"/>
                    <a:pt x="54" y="228"/>
                  </a:cubicBezTo>
                  <a:cubicBezTo>
                    <a:pt x="52" y="239"/>
                    <a:pt x="50" y="249"/>
                    <a:pt x="41" y="249"/>
                  </a:cubicBezTo>
                  <a:cubicBezTo>
                    <a:pt x="41" y="249"/>
                    <a:pt x="41" y="252"/>
                    <a:pt x="49" y="254"/>
                  </a:cubicBezTo>
                  <a:cubicBezTo>
                    <a:pt x="65" y="257"/>
                    <a:pt x="65" y="260"/>
                    <a:pt x="57" y="260"/>
                  </a:cubicBezTo>
                  <a:cubicBezTo>
                    <a:pt x="40" y="260"/>
                    <a:pt x="39" y="267"/>
                    <a:pt x="55" y="270"/>
                  </a:cubicBezTo>
                  <a:lnTo>
                    <a:pt x="48" y="270"/>
                  </a:lnTo>
                  <a:cubicBezTo>
                    <a:pt x="30" y="271"/>
                    <a:pt x="37" y="276"/>
                    <a:pt x="55" y="277"/>
                  </a:cubicBezTo>
                  <a:cubicBezTo>
                    <a:pt x="46" y="280"/>
                    <a:pt x="39" y="281"/>
                    <a:pt x="46" y="283"/>
                  </a:cubicBezTo>
                  <a:cubicBezTo>
                    <a:pt x="46" y="284"/>
                    <a:pt x="46" y="284"/>
                    <a:pt x="30" y="284"/>
                  </a:cubicBezTo>
                  <a:cubicBezTo>
                    <a:pt x="21" y="285"/>
                    <a:pt x="13" y="285"/>
                    <a:pt x="13" y="288"/>
                  </a:cubicBezTo>
                  <a:cubicBezTo>
                    <a:pt x="13" y="289"/>
                    <a:pt x="21" y="289"/>
                    <a:pt x="30" y="289"/>
                  </a:cubicBezTo>
                  <a:lnTo>
                    <a:pt x="30" y="292"/>
                  </a:lnTo>
                  <a:cubicBezTo>
                    <a:pt x="30" y="292"/>
                    <a:pt x="30" y="293"/>
                    <a:pt x="34" y="293"/>
                  </a:cubicBezTo>
                  <a:cubicBezTo>
                    <a:pt x="35" y="293"/>
                    <a:pt x="37" y="293"/>
                    <a:pt x="39" y="293"/>
                  </a:cubicBezTo>
                  <a:cubicBezTo>
                    <a:pt x="46" y="293"/>
                    <a:pt x="46" y="294"/>
                    <a:pt x="46" y="297"/>
                  </a:cubicBezTo>
                  <a:cubicBezTo>
                    <a:pt x="42" y="297"/>
                    <a:pt x="42" y="297"/>
                    <a:pt x="45" y="297"/>
                  </a:cubicBezTo>
                  <a:cubicBezTo>
                    <a:pt x="47" y="297"/>
                    <a:pt x="51" y="297"/>
                    <a:pt x="55" y="295"/>
                  </a:cubicBezTo>
                  <a:cubicBezTo>
                    <a:pt x="59" y="295"/>
                    <a:pt x="64" y="295"/>
                    <a:pt x="67" y="295"/>
                  </a:cubicBezTo>
                  <a:cubicBezTo>
                    <a:pt x="70" y="295"/>
                    <a:pt x="72" y="295"/>
                    <a:pt x="72" y="295"/>
                  </a:cubicBezTo>
                  <a:lnTo>
                    <a:pt x="89" y="294"/>
                  </a:lnTo>
                  <a:cubicBezTo>
                    <a:pt x="100" y="293"/>
                    <a:pt x="111" y="292"/>
                    <a:pt x="123" y="289"/>
                  </a:cubicBezTo>
                  <a:cubicBezTo>
                    <a:pt x="132" y="284"/>
                    <a:pt x="141" y="281"/>
                    <a:pt x="123" y="281"/>
                  </a:cubicBezTo>
                  <a:cubicBezTo>
                    <a:pt x="123" y="281"/>
                    <a:pt x="115" y="280"/>
                    <a:pt x="115" y="279"/>
                  </a:cubicBezTo>
                  <a:cubicBezTo>
                    <a:pt x="115" y="277"/>
                    <a:pt x="124" y="276"/>
                    <a:pt x="124" y="276"/>
                  </a:cubicBezTo>
                  <a:cubicBezTo>
                    <a:pt x="125" y="276"/>
                    <a:pt x="125" y="277"/>
                    <a:pt x="126" y="277"/>
                  </a:cubicBezTo>
                  <a:cubicBezTo>
                    <a:pt x="132" y="277"/>
                    <a:pt x="132" y="272"/>
                    <a:pt x="133" y="267"/>
                  </a:cubicBezTo>
                  <a:cubicBezTo>
                    <a:pt x="134" y="262"/>
                    <a:pt x="134" y="258"/>
                    <a:pt x="143" y="258"/>
                  </a:cubicBezTo>
                  <a:lnTo>
                    <a:pt x="152" y="258"/>
                  </a:lnTo>
                  <a:cubicBezTo>
                    <a:pt x="144" y="256"/>
                    <a:pt x="145" y="251"/>
                    <a:pt x="147" y="244"/>
                  </a:cubicBezTo>
                  <a:cubicBezTo>
                    <a:pt x="150" y="237"/>
                    <a:pt x="152" y="230"/>
                    <a:pt x="144" y="227"/>
                  </a:cubicBezTo>
                  <a:cubicBezTo>
                    <a:pt x="145" y="226"/>
                    <a:pt x="145" y="225"/>
                    <a:pt x="145" y="225"/>
                  </a:cubicBezTo>
                  <a:cubicBezTo>
                    <a:pt x="148" y="226"/>
                    <a:pt x="150" y="227"/>
                    <a:pt x="152" y="227"/>
                  </a:cubicBezTo>
                  <a:cubicBezTo>
                    <a:pt x="154" y="227"/>
                    <a:pt x="155" y="225"/>
                    <a:pt x="155" y="225"/>
                  </a:cubicBezTo>
                  <a:cubicBezTo>
                    <a:pt x="149" y="219"/>
                    <a:pt x="150" y="217"/>
                    <a:pt x="150" y="217"/>
                  </a:cubicBezTo>
                  <a:lnTo>
                    <a:pt x="150" y="217"/>
                  </a:lnTo>
                  <a:cubicBezTo>
                    <a:pt x="154" y="219"/>
                    <a:pt x="156" y="219"/>
                    <a:pt x="157" y="219"/>
                  </a:cubicBezTo>
                  <a:cubicBezTo>
                    <a:pt x="158" y="219"/>
                    <a:pt x="158" y="219"/>
                    <a:pt x="159" y="218"/>
                  </a:cubicBezTo>
                  <a:cubicBezTo>
                    <a:pt x="160" y="216"/>
                    <a:pt x="160" y="215"/>
                    <a:pt x="153" y="211"/>
                  </a:cubicBezTo>
                  <a:cubicBezTo>
                    <a:pt x="155" y="207"/>
                    <a:pt x="159" y="204"/>
                    <a:pt x="164" y="204"/>
                  </a:cubicBezTo>
                  <a:cubicBezTo>
                    <a:pt x="165" y="204"/>
                    <a:pt x="166" y="204"/>
                    <a:pt x="166" y="205"/>
                  </a:cubicBezTo>
                  <a:cubicBezTo>
                    <a:pt x="168" y="205"/>
                    <a:pt x="169" y="206"/>
                    <a:pt x="170" y="206"/>
                  </a:cubicBezTo>
                  <a:cubicBezTo>
                    <a:pt x="171" y="206"/>
                    <a:pt x="166" y="201"/>
                    <a:pt x="161" y="198"/>
                  </a:cubicBezTo>
                  <a:cubicBezTo>
                    <a:pt x="154" y="193"/>
                    <a:pt x="147" y="188"/>
                    <a:pt x="147" y="187"/>
                  </a:cubicBezTo>
                  <a:lnTo>
                    <a:pt x="147" y="187"/>
                  </a:lnTo>
                  <a:lnTo>
                    <a:pt x="162" y="196"/>
                  </a:lnTo>
                  <a:cubicBezTo>
                    <a:pt x="166" y="199"/>
                    <a:pt x="168" y="200"/>
                    <a:pt x="169" y="200"/>
                  </a:cubicBezTo>
                  <a:cubicBezTo>
                    <a:pt x="169" y="200"/>
                    <a:pt x="169" y="200"/>
                    <a:pt x="170" y="199"/>
                  </a:cubicBezTo>
                  <a:cubicBezTo>
                    <a:pt x="171" y="198"/>
                    <a:pt x="172" y="198"/>
                    <a:pt x="172" y="198"/>
                  </a:cubicBezTo>
                  <a:cubicBezTo>
                    <a:pt x="164" y="192"/>
                    <a:pt x="168" y="188"/>
                    <a:pt x="173" y="182"/>
                  </a:cubicBezTo>
                  <a:cubicBezTo>
                    <a:pt x="180" y="174"/>
                    <a:pt x="182" y="172"/>
                    <a:pt x="175" y="166"/>
                  </a:cubicBezTo>
                  <a:cubicBezTo>
                    <a:pt x="172" y="163"/>
                    <a:pt x="171" y="161"/>
                    <a:pt x="173" y="161"/>
                  </a:cubicBezTo>
                  <a:cubicBezTo>
                    <a:pt x="174" y="161"/>
                    <a:pt x="176" y="162"/>
                    <a:pt x="179" y="163"/>
                  </a:cubicBezTo>
                  <a:cubicBezTo>
                    <a:pt x="192" y="170"/>
                    <a:pt x="198" y="173"/>
                    <a:pt x="199" y="173"/>
                  </a:cubicBezTo>
                  <a:cubicBezTo>
                    <a:pt x="200" y="173"/>
                    <a:pt x="199" y="172"/>
                    <a:pt x="197" y="169"/>
                  </a:cubicBezTo>
                  <a:cubicBezTo>
                    <a:pt x="197" y="169"/>
                    <a:pt x="197" y="169"/>
                    <a:pt x="197" y="169"/>
                  </a:cubicBezTo>
                  <a:cubicBezTo>
                    <a:pt x="196" y="169"/>
                    <a:pt x="190" y="164"/>
                    <a:pt x="184" y="157"/>
                  </a:cubicBezTo>
                  <a:cubicBezTo>
                    <a:pt x="178" y="151"/>
                    <a:pt x="175" y="148"/>
                    <a:pt x="176" y="148"/>
                  </a:cubicBezTo>
                  <a:lnTo>
                    <a:pt x="176" y="148"/>
                  </a:lnTo>
                  <a:cubicBezTo>
                    <a:pt x="176" y="148"/>
                    <a:pt x="180" y="151"/>
                    <a:pt x="187" y="156"/>
                  </a:cubicBezTo>
                  <a:cubicBezTo>
                    <a:pt x="189" y="159"/>
                    <a:pt x="192" y="161"/>
                    <a:pt x="194" y="161"/>
                  </a:cubicBezTo>
                  <a:cubicBezTo>
                    <a:pt x="200" y="161"/>
                    <a:pt x="202" y="149"/>
                    <a:pt x="196" y="138"/>
                  </a:cubicBezTo>
                  <a:lnTo>
                    <a:pt x="196" y="138"/>
                  </a:lnTo>
                  <a:cubicBezTo>
                    <a:pt x="198" y="141"/>
                    <a:pt x="197" y="138"/>
                    <a:pt x="201" y="145"/>
                  </a:cubicBezTo>
                  <a:cubicBezTo>
                    <a:pt x="204" y="149"/>
                    <a:pt x="205" y="150"/>
                    <a:pt x="207" y="150"/>
                  </a:cubicBezTo>
                  <a:cubicBezTo>
                    <a:pt x="208" y="150"/>
                    <a:pt x="210" y="149"/>
                    <a:pt x="211" y="148"/>
                  </a:cubicBezTo>
                  <a:lnTo>
                    <a:pt x="214" y="146"/>
                  </a:lnTo>
                  <a:cubicBezTo>
                    <a:pt x="208" y="139"/>
                    <a:pt x="209" y="137"/>
                    <a:pt x="211" y="137"/>
                  </a:cubicBezTo>
                  <a:cubicBezTo>
                    <a:pt x="213" y="137"/>
                    <a:pt x="217" y="139"/>
                    <a:pt x="219" y="143"/>
                  </a:cubicBezTo>
                  <a:cubicBezTo>
                    <a:pt x="223" y="148"/>
                    <a:pt x="224" y="149"/>
                    <a:pt x="225" y="149"/>
                  </a:cubicBezTo>
                  <a:cubicBezTo>
                    <a:pt x="226" y="149"/>
                    <a:pt x="226" y="149"/>
                    <a:pt x="227" y="148"/>
                  </a:cubicBezTo>
                  <a:cubicBezTo>
                    <a:pt x="224" y="141"/>
                    <a:pt x="224" y="138"/>
                    <a:pt x="226" y="138"/>
                  </a:cubicBezTo>
                  <a:cubicBezTo>
                    <a:pt x="228" y="138"/>
                    <a:pt x="231" y="141"/>
                    <a:pt x="234" y="145"/>
                  </a:cubicBezTo>
                  <a:cubicBezTo>
                    <a:pt x="234" y="145"/>
                    <a:pt x="235" y="144"/>
                    <a:pt x="235" y="144"/>
                  </a:cubicBezTo>
                  <a:cubicBezTo>
                    <a:pt x="233" y="136"/>
                    <a:pt x="234" y="135"/>
                    <a:pt x="235" y="135"/>
                  </a:cubicBezTo>
                  <a:cubicBezTo>
                    <a:pt x="238" y="134"/>
                    <a:pt x="239" y="134"/>
                    <a:pt x="234" y="126"/>
                  </a:cubicBezTo>
                  <a:cubicBezTo>
                    <a:pt x="230" y="118"/>
                    <a:pt x="227" y="110"/>
                    <a:pt x="228" y="110"/>
                  </a:cubicBezTo>
                  <a:lnTo>
                    <a:pt x="228" y="110"/>
                  </a:lnTo>
                  <a:lnTo>
                    <a:pt x="232" y="118"/>
                  </a:lnTo>
                  <a:cubicBezTo>
                    <a:pt x="233" y="123"/>
                    <a:pt x="235" y="124"/>
                    <a:pt x="237" y="124"/>
                  </a:cubicBezTo>
                  <a:cubicBezTo>
                    <a:pt x="239" y="124"/>
                    <a:pt x="241" y="123"/>
                    <a:pt x="243" y="123"/>
                  </a:cubicBezTo>
                  <a:cubicBezTo>
                    <a:pt x="244" y="122"/>
                    <a:pt x="245" y="122"/>
                    <a:pt x="246" y="122"/>
                  </a:cubicBezTo>
                  <a:cubicBezTo>
                    <a:pt x="249" y="122"/>
                    <a:pt x="250" y="124"/>
                    <a:pt x="253" y="129"/>
                  </a:cubicBezTo>
                  <a:lnTo>
                    <a:pt x="252" y="120"/>
                  </a:lnTo>
                  <a:cubicBezTo>
                    <a:pt x="251" y="116"/>
                    <a:pt x="250" y="114"/>
                    <a:pt x="251" y="114"/>
                  </a:cubicBezTo>
                  <a:lnTo>
                    <a:pt x="251" y="114"/>
                  </a:lnTo>
                  <a:cubicBezTo>
                    <a:pt x="251" y="114"/>
                    <a:pt x="252" y="116"/>
                    <a:pt x="253" y="119"/>
                  </a:cubicBezTo>
                  <a:cubicBezTo>
                    <a:pt x="255" y="123"/>
                    <a:pt x="257" y="125"/>
                    <a:pt x="258" y="125"/>
                  </a:cubicBezTo>
                  <a:cubicBezTo>
                    <a:pt x="260" y="125"/>
                    <a:pt x="261" y="123"/>
                    <a:pt x="261" y="118"/>
                  </a:cubicBezTo>
                  <a:lnTo>
                    <a:pt x="262" y="118"/>
                  </a:lnTo>
                  <a:cubicBezTo>
                    <a:pt x="265" y="126"/>
                    <a:pt x="266" y="130"/>
                    <a:pt x="267" y="130"/>
                  </a:cubicBezTo>
                  <a:cubicBezTo>
                    <a:pt x="268" y="130"/>
                    <a:pt x="269" y="126"/>
                    <a:pt x="268" y="118"/>
                  </a:cubicBezTo>
                  <a:lnTo>
                    <a:pt x="268" y="118"/>
                  </a:lnTo>
                  <a:cubicBezTo>
                    <a:pt x="268" y="124"/>
                    <a:pt x="269" y="125"/>
                    <a:pt x="270" y="125"/>
                  </a:cubicBezTo>
                  <a:cubicBezTo>
                    <a:pt x="270" y="125"/>
                    <a:pt x="271" y="125"/>
                    <a:pt x="271" y="125"/>
                  </a:cubicBezTo>
                  <a:cubicBezTo>
                    <a:pt x="271" y="121"/>
                    <a:pt x="272" y="119"/>
                    <a:pt x="273" y="119"/>
                  </a:cubicBezTo>
                  <a:cubicBezTo>
                    <a:pt x="274" y="119"/>
                    <a:pt x="276" y="121"/>
                    <a:pt x="276" y="125"/>
                  </a:cubicBezTo>
                  <a:lnTo>
                    <a:pt x="278" y="125"/>
                  </a:lnTo>
                  <a:cubicBezTo>
                    <a:pt x="276" y="117"/>
                    <a:pt x="278" y="116"/>
                    <a:pt x="279" y="116"/>
                  </a:cubicBezTo>
                  <a:cubicBezTo>
                    <a:pt x="280" y="116"/>
                    <a:pt x="281" y="116"/>
                    <a:pt x="281" y="108"/>
                  </a:cubicBezTo>
                  <a:cubicBezTo>
                    <a:pt x="281" y="99"/>
                    <a:pt x="282" y="99"/>
                    <a:pt x="282" y="99"/>
                  </a:cubicBezTo>
                  <a:cubicBezTo>
                    <a:pt x="283" y="105"/>
                    <a:pt x="283" y="110"/>
                    <a:pt x="283" y="116"/>
                  </a:cubicBezTo>
                  <a:cubicBezTo>
                    <a:pt x="283" y="120"/>
                    <a:pt x="283" y="122"/>
                    <a:pt x="283" y="122"/>
                  </a:cubicBezTo>
                  <a:cubicBezTo>
                    <a:pt x="284" y="122"/>
                    <a:pt x="285" y="117"/>
                    <a:pt x="286" y="108"/>
                  </a:cubicBezTo>
                  <a:cubicBezTo>
                    <a:pt x="288" y="100"/>
                    <a:pt x="288" y="95"/>
                    <a:pt x="288" y="95"/>
                  </a:cubicBezTo>
                  <a:lnTo>
                    <a:pt x="288" y="95"/>
                  </a:lnTo>
                  <a:cubicBezTo>
                    <a:pt x="288" y="95"/>
                    <a:pt x="288" y="100"/>
                    <a:pt x="288" y="108"/>
                  </a:cubicBezTo>
                  <a:cubicBezTo>
                    <a:pt x="287" y="114"/>
                    <a:pt x="286" y="120"/>
                    <a:pt x="286" y="120"/>
                  </a:cubicBezTo>
                  <a:cubicBezTo>
                    <a:pt x="287" y="120"/>
                    <a:pt x="287" y="119"/>
                    <a:pt x="288" y="116"/>
                  </a:cubicBezTo>
                  <a:cubicBezTo>
                    <a:pt x="288" y="116"/>
                    <a:pt x="289" y="116"/>
                    <a:pt x="289" y="108"/>
                  </a:cubicBezTo>
                  <a:lnTo>
                    <a:pt x="292" y="108"/>
                  </a:lnTo>
                  <a:cubicBezTo>
                    <a:pt x="294" y="117"/>
                    <a:pt x="294" y="117"/>
                    <a:pt x="295" y="117"/>
                  </a:cubicBezTo>
                  <a:cubicBezTo>
                    <a:pt x="296" y="113"/>
                    <a:pt x="297" y="110"/>
                    <a:pt x="297" y="110"/>
                  </a:cubicBezTo>
                  <a:cubicBezTo>
                    <a:pt x="297" y="110"/>
                    <a:pt x="298" y="113"/>
                    <a:pt x="298" y="117"/>
                  </a:cubicBezTo>
                  <a:cubicBezTo>
                    <a:pt x="298" y="120"/>
                    <a:pt x="298" y="122"/>
                    <a:pt x="298" y="122"/>
                  </a:cubicBezTo>
                  <a:cubicBezTo>
                    <a:pt x="298" y="122"/>
                    <a:pt x="298" y="118"/>
                    <a:pt x="299" y="108"/>
                  </a:cubicBezTo>
                  <a:cubicBezTo>
                    <a:pt x="300" y="104"/>
                    <a:pt x="301" y="102"/>
                    <a:pt x="301" y="102"/>
                  </a:cubicBezTo>
                  <a:cubicBezTo>
                    <a:pt x="302" y="102"/>
                    <a:pt x="302" y="105"/>
                    <a:pt x="302" y="109"/>
                  </a:cubicBezTo>
                  <a:cubicBezTo>
                    <a:pt x="302" y="119"/>
                    <a:pt x="301" y="123"/>
                    <a:pt x="301" y="123"/>
                  </a:cubicBezTo>
                  <a:cubicBezTo>
                    <a:pt x="301" y="123"/>
                    <a:pt x="302" y="121"/>
                    <a:pt x="302" y="118"/>
                  </a:cubicBezTo>
                  <a:cubicBezTo>
                    <a:pt x="304" y="109"/>
                    <a:pt x="306" y="109"/>
                    <a:pt x="306" y="109"/>
                  </a:cubicBezTo>
                  <a:lnTo>
                    <a:pt x="306" y="109"/>
                  </a:lnTo>
                  <a:cubicBezTo>
                    <a:pt x="304" y="118"/>
                    <a:pt x="312" y="119"/>
                    <a:pt x="321" y="123"/>
                  </a:cubicBezTo>
                  <a:cubicBezTo>
                    <a:pt x="325" y="117"/>
                    <a:pt x="327" y="111"/>
                    <a:pt x="328" y="106"/>
                  </a:cubicBezTo>
                  <a:cubicBezTo>
                    <a:pt x="330" y="99"/>
                    <a:pt x="331" y="97"/>
                    <a:pt x="331" y="97"/>
                  </a:cubicBezTo>
                  <a:lnTo>
                    <a:pt x="331" y="97"/>
                  </a:lnTo>
                  <a:cubicBezTo>
                    <a:pt x="331" y="97"/>
                    <a:pt x="330" y="102"/>
                    <a:pt x="329" y="107"/>
                  </a:cubicBezTo>
                  <a:cubicBezTo>
                    <a:pt x="326" y="119"/>
                    <a:pt x="325" y="126"/>
                    <a:pt x="326" y="126"/>
                  </a:cubicBezTo>
                  <a:cubicBezTo>
                    <a:pt x="326" y="126"/>
                    <a:pt x="328" y="120"/>
                    <a:pt x="331" y="107"/>
                  </a:cubicBezTo>
                  <a:cubicBezTo>
                    <a:pt x="333" y="99"/>
                    <a:pt x="334" y="94"/>
                    <a:pt x="334" y="94"/>
                  </a:cubicBezTo>
                  <a:lnTo>
                    <a:pt x="334" y="94"/>
                  </a:lnTo>
                  <a:cubicBezTo>
                    <a:pt x="334" y="94"/>
                    <a:pt x="334" y="99"/>
                    <a:pt x="332" y="108"/>
                  </a:cubicBezTo>
                  <a:cubicBezTo>
                    <a:pt x="331" y="112"/>
                    <a:pt x="331" y="114"/>
                    <a:pt x="331" y="114"/>
                  </a:cubicBezTo>
                  <a:cubicBezTo>
                    <a:pt x="331" y="114"/>
                    <a:pt x="332" y="112"/>
                    <a:pt x="334" y="109"/>
                  </a:cubicBezTo>
                  <a:cubicBezTo>
                    <a:pt x="335" y="105"/>
                    <a:pt x="336" y="103"/>
                    <a:pt x="337" y="103"/>
                  </a:cubicBezTo>
                  <a:lnTo>
                    <a:pt x="337" y="103"/>
                  </a:lnTo>
                  <a:cubicBezTo>
                    <a:pt x="337" y="103"/>
                    <a:pt x="336" y="105"/>
                    <a:pt x="335" y="109"/>
                  </a:cubicBezTo>
                  <a:cubicBezTo>
                    <a:pt x="334" y="116"/>
                    <a:pt x="333" y="121"/>
                    <a:pt x="333" y="121"/>
                  </a:cubicBezTo>
                  <a:cubicBezTo>
                    <a:pt x="333" y="121"/>
                    <a:pt x="334" y="120"/>
                    <a:pt x="335" y="118"/>
                  </a:cubicBezTo>
                  <a:lnTo>
                    <a:pt x="335" y="118"/>
                  </a:lnTo>
                  <a:cubicBezTo>
                    <a:pt x="335" y="118"/>
                    <a:pt x="336" y="118"/>
                    <a:pt x="334" y="127"/>
                  </a:cubicBezTo>
                  <a:cubicBezTo>
                    <a:pt x="333" y="129"/>
                    <a:pt x="333" y="130"/>
                    <a:pt x="333" y="130"/>
                  </a:cubicBezTo>
                  <a:cubicBezTo>
                    <a:pt x="334" y="130"/>
                    <a:pt x="337" y="125"/>
                    <a:pt x="339" y="120"/>
                  </a:cubicBezTo>
                  <a:cubicBezTo>
                    <a:pt x="344" y="113"/>
                    <a:pt x="347" y="109"/>
                    <a:pt x="348" y="109"/>
                  </a:cubicBezTo>
                  <a:lnTo>
                    <a:pt x="348" y="109"/>
                  </a:lnTo>
                  <a:cubicBezTo>
                    <a:pt x="348" y="109"/>
                    <a:pt x="347" y="113"/>
                    <a:pt x="343" y="122"/>
                  </a:cubicBezTo>
                  <a:cubicBezTo>
                    <a:pt x="340" y="128"/>
                    <a:pt x="339" y="131"/>
                    <a:pt x="340" y="131"/>
                  </a:cubicBezTo>
                  <a:cubicBezTo>
                    <a:pt x="342" y="131"/>
                    <a:pt x="346" y="125"/>
                    <a:pt x="352" y="116"/>
                  </a:cubicBezTo>
                  <a:cubicBezTo>
                    <a:pt x="356" y="108"/>
                    <a:pt x="358" y="104"/>
                    <a:pt x="358" y="104"/>
                  </a:cubicBezTo>
                  <a:lnTo>
                    <a:pt x="358" y="104"/>
                  </a:lnTo>
                  <a:cubicBezTo>
                    <a:pt x="358" y="104"/>
                    <a:pt x="357" y="106"/>
                    <a:pt x="356" y="109"/>
                  </a:cubicBezTo>
                  <a:cubicBezTo>
                    <a:pt x="352" y="117"/>
                    <a:pt x="353" y="117"/>
                    <a:pt x="353" y="117"/>
                  </a:cubicBezTo>
                  <a:cubicBezTo>
                    <a:pt x="354" y="118"/>
                    <a:pt x="355" y="118"/>
                    <a:pt x="352" y="126"/>
                  </a:cubicBezTo>
                  <a:cubicBezTo>
                    <a:pt x="352" y="126"/>
                    <a:pt x="352" y="126"/>
                    <a:pt x="352" y="126"/>
                  </a:cubicBezTo>
                  <a:cubicBezTo>
                    <a:pt x="352" y="126"/>
                    <a:pt x="354" y="125"/>
                    <a:pt x="358" y="120"/>
                  </a:cubicBezTo>
                  <a:cubicBezTo>
                    <a:pt x="362" y="115"/>
                    <a:pt x="364" y="113"/>
                    <a:pt x="365" y="113"/>
                  </a:cubicBezTo>
                  <a:cubicBezTo>
                    <a:pt x="367" y="113"/>
                    <a:pt x="365" y="121"/>
                    <a:pt x="361" y="132"/>
                  </a:cubicBezTo>
                  <a:lnTo>
                    <a:pt x="366" y="125"/>
                  </a:lnTo>
                  <a:cubicBezTo>
                    <a:pt x="372" y="117"/>
                    <a:pt x="377" y="111"/>
                    <a:pt x="377" y="111"/>
                  </a:cubicBezTo>
                  <a:lnTo>
                    <a:pt x="377" y="111"/>
                  </a:lnTo>
                  <a:cubicBezTo>
                    <a:pt x="378" y="111"/>
                    <a:pt x="376" y="114"/>
                    <a:pt x="373" y="119"/>
                  </a:cubicBezTo>
                  <a:lnTo>
                    <a:pt x="368" y="126"/>
                  </a:lnTo>
                  <a:cubicBezTo>
                    <a:pt x="372" y="122"/>
                    <a:pt x="374" y="120"/>
                    <a:pt x="375" y="120"/>
                  </a:cubicBezTo>
                  <a:cubicBezTo>
                    <a:pt x="377" y="120"/>
                    <a:pt x="375" y="127"/>
                    <a:pt x="368" y="137"/>
                  </a:cubicBezTo>
                  <a:cubicBezTo>
                    <a:pt x="364" y="144"/>
                    <a:pt x="364" y="144"/>
                    <a:pt x="365" y="144"/>
                  </a:cubicBezTo>
                  <a:lnTo>
                    <a:pt x="369" y="137"/>
                  </a:lnTo>
                  <a:cubicBezTo>
                    <a:pt x="374" y="131"/>
                    <a:pt x="378" y="124"/>
                    <a:pt x="379" y="124"/>
                  </a:cubicBezTo>
                  <a:cubicBezTo>
                    <a:pt x="379" y="124"/>
                    <a:pt x="380" y="124"/>
                    <a:pt x="380" y="124"/>
                  </a:cubicBezTo>
                  <a:cubicBezTo>
                    <a:pt x="381" y="125"/>
                    <a:pt x="382" y="125"/>
                    <a:pt x="377" y="133"/>
                  </a:cubicBezTo>
                  <a:cubicBezTo>
                    <a:pt x="374" y="138"/>
                    <a:pt x="372" y="144"/>
                    <a:pt x="372" y="144"/>
                  </a:cubicBezTo>
                  <a:cubicBezTo>
                    <a:pt x="372" y="144"/>
                    <a:pt x="373" y="143"/>
                    <a:pt x="374" y="141"/>
                  </a:cubicBezTo>
                  <a:lnTo>
                    <a:pt x="374" y="141"/>
                  </a:lnTo>
                  <a:cubicBezTo>
                    <a:pt x="374" y="141"/>
                    <a:pt x="375" y="142"/>
                    <a:pt x="371" y="150"/>
                  </a:cubicBezTo>
                  <a:cubicBezTo>
                    <a:pt x="372" y="150"/>
                    <a:pt x="373" y="151"/>
                    <a:pt x="374" y="152"/>
                  </a:cubicBezTo>
                  <a:cubicBezTo>
                    <a:pt x="377" y="149"/>
                    <a:pt x="379" y="148"/>
                    <a:pt x="380" y="148"/>
                  </a:cubicBezTo>
                  <a:cubicBezTo>
                    <a:pt x="381" y="148"/>
                    <a:pt x="380" y="150"/>
                    <a:pt x="377" y="154"/>
                  </a:cubicBezTo>
                  <a:cubicBezTo>
                    <a:pt x="377" y="154"/>
                    <a:pt x="377" y="154"/>
                    <a:pt x="378" y="154"/>
                  </a:cubicBezTo>
                  <a:cubicBezTo>
                    <a:pt x="378" y="154"/>
                    <a:pt x="380" y="154"/>
                    <a:pt x="385" y="150"/>
                  </a:cubicBezTo>
                  <a:lnTo>
                    <a:pt x="385" y="150"/>
                  </a:lnTo>
                  <a:cubicBezTo>
                    <a:pt x="386" y="152"/>
                    <a:pt x="387" y="152"/>
                    <a:pt x="382" y="159"/>
                  </a:cubicBezTo>
                  <a:cubicBezTo>
                    <a:pt x="379" y="162"/>
                    <a:pt x="377" y="164"/>
                    <a:pt x="378" y="164"/>
                  </a:cubicBezTo>
                  <a:cubicBezTo>
                    <a:pt x="378" y="164"/>
                    <a:pt x="380" y="162"/>
                    <a:pt x="383" y="160"/>
                  </a:cubicBezTo>
                  <a:cubicBezTo>
                    <a:pt x="387" y="155"/>
                    <a:pt x="388" y="154"/>
                    <a:pt x="389" y="154"/>
                  </a:cubicBezTo>
                  <a:cubicBezTo>
                    <a:pt x="389" y="154"/>
                    <a:pt x="389" y="154"/>
                    <a:pt x="390" y="154"/>
                  </a:cubicBezTo>
                  <a:lnTo>
                    <a:pt x="391" y="156"/>
                  </a:lnTo>
                  <a:cubicBezTo>
                    <a:pt x="396" y="152"/>
                    <a:pt x="397" y="150"/>
                    <a:pt x="397" y="150"/>
                  </a:cubicBezTo>
                  <a:cubicBezTo>
                    <a:pt x="398" y="150"/>
                    <a:pt x="398" y="150"/>
                    <a:pt x="398" y="151"/>
                  </a:cubicBezTo>
                  <a:cubicBezTo>
                    <a:pt x="399" y="152"/>
                    <a:pt x="395" y="160"/>
                    <a:pt x="396" y="161"/>
                  </a:cubicBezTo>
                  <a:cubicBezTo>
                    <a:pt x="397" y="162"/>
                    <a:pt x="398" y="162"/>
                    <a:pt x="398" y="162"/>
                  </a:cubicBezTo>
                  <a:cubicBezTo>
                    <a:pt x="399" y="162"/>
                    <a:pt x="400" y="161"/>
                    <a:pt x="403" y="156"/>
                  </a:cubicBezTo>
                  <a:cubicBezTo>
                    <a:pt x="403" y="156"/>
                    <a:pt x="405" y="153"/>
                    <a:pt x="406" y="153"/>
                  </a:cubicBezTo>
                  <a:lnTo>
                    <a:pt x="406" y="153"/>
                  </a:lnTo>
                  <a:cubicBezTo>
                    <a:pt x="406" y="153"/>
                    <a:pt x="406" y="154"/>
                    <a:pt x="404" y="157"/>
                  </a:cubicBezTo>
                  <a:cubicBezTo>
                    <a:pt x="405" y="159"/>
                    <a:pt x="401" y="168"/>
                    <a:pt x="403" y="170"/>
                  </a:cubicBezTo>
                  <a:cubicBezTo>
                    <a:pt x="405" y="171"/>
                    <a:pt x="405" y="172"/>
                    <a:pt x="406" y="172"/>
                  </a:cubicBezTo>
                  <a:cubicBezTo>
                    <a:pt x="408" y="172"/>
                    <a:pt x="409" y="171"/>
                    <a:pt x="413" y="168"/>
                  </a:cubicBezTo>
                  <a:cubicBezTo>
                    <a:pt x="419" y="162"/>
                    <a:pt x="422" y="159"/>
                    <a:pt x="422" y="159"/>
                  </a:cubicBezTo>
                  <a:lnTo>
                    <a:pt x="422" y="159"/>
                  </a:lnTo>
                  <a:cubicBezTo>
                    <a:pt x="423" y="159"/>
                    <a:pt x="420" y="162"/>
                    <a:pt x="413" y="169"/>
                  </a:cubicBezTo>
                  <a:cubicBezTo>
                    <a:pt x="406" y="176"/>
                    <a:pt x="404" y="180"/>
                    <a:pt x="404" y="180"/>
                  </a:cubicBezTo>
                  <a:cubicBezTo>
                    <a:pt x="405" y="180"/>
                    <a:pt x="406" y="179"/>
                    <a:pt x="409" y="177"/>
                  </a:cubicBezTo>
                  <a:cubicBezTo>
                    <a:pt x="414" y="174"/>
                    <a:pt x="416" y="173"/>
                    <a:pt x="416" y="173"/>
                  </a:cubicBezTo>
                  <a:cubicBezTo>
                    <a:pt x="417" y="173"/>
                    <a:pt x="417" y="173"/>
                    <a:pt x="417" y="173"/>
                  </a:cubicBezTo>
                  <a:cubicBezTo>
                    <a:pt x="412" y="177"/>
                    <a:pt x="411" y="178"/>
                    <a:pt x="413" y="178"/>
                  </a:cubicBezTo>
                  <a:cubicBezTo>
                    <a:pt x="414" y="178"/>
                    <a:pt x="416" y="178"/>
                    <a:pt x="419" y="177"/>
                  </a:cubicBezTo>
                  <a:cubicBezTo>
                    <a:pt x="420" y="177"/>
                    <a:pt x="420" y="177"/>
                    <a:pt x="413" y="182"/>
                  </a:cubicBezTo>
                  <a:cubicBezTo>
                    <a:pt x="413" y="182"/>
                    <a:pt x="413" y="183"/>
                    <a:pt x="414" y="184"/>
                  </a:cubicBezTo>
                  <a:cubicBezTo>
                    <a:pt x="418" y="182"/>
                    <a:pt x="421" y="181"/>
                    <a:pt x="423" y="181"/>
                  </a:cubicBezTo>
                  <a:cubicBezTo>
                    <a:pt x="427" y="181"/>
                    <a:pt x="424" y="188"/>
                    <a:pt x="419" y="192"/>
                  </a:cubicBezTo>
                  <a:cubicBezTo>
                    <a:pt x="419" y="192"/>
                    <a:pt x="419" y="192"/>
                    <a:pt x="420" y="192"/>
                  </a:cubicBezTo>
                  <a:cubicBezTo>
                    <a:pt x="421" y="192"/>
                    <a:pt x="423" y="192"/>
                    <a:pt x="428" y="190"/>
                  </a:cubicBezTo>
                  <a:cubicBezTo>
                    <a:pt x="434" y="186"/>
                    <a:pt x="438" y="185"/>
                    <a:pt x="439" y="185"/>
                  </a:cubicBezTo>
                  <a:cubicBezTo>
                    <a:pt x="440" y="185"/>
                    <a:pt x="437" y="187"/>
                    <a:pt x="429" y="192"/>
                  </a:cubicBezTo>
                  <a:cubicBezTo>
                    <a:pt x="431" y="192"/>
                    <a:pt x="432" y="191"/>
                    <a:pt x="433" y="191"/>
                  </a:cubicBezTo>
                  <a:cubicBezTo>
                    <a:pt x="438" y="191"/>
                    <a:pt x="436" y="196"/>
                    <a:pt x="424" y="202"/>
                  </a:cubicBezTo>
                  <a:lnTo>
                    <a:pt x="410" y="210"/>
                  </a:lnTo>
                  <a:cubicBezTo>
                    <a:pt x="415" y="208"/>
                    <a:pt x="416" y="208"/>
                    <a:pt x="417" y="208"/>
                  </a:cubicBezTo>
                  <a:cubicBezTo>
                    <a:pt x="418" y="208"/>
                    <a:pt x="418" y="208"/>
                    <a:pt x="418" y="208"/>
                  </a:cubicBezTo>
                  <a:cubicBezTo>
                    <a:pt x="421" y="206"/>
                    <a:pt x="423" y="205"/>
                    <a:pt x="424" y="205"/>
                  </a:cubicBezTo>
                  <a:cubicBezTo>
                    <a:pt x="426" y="205"/>
                    <a:pt x="426" y="206"/>
                    <a:pt x="427" y="208"/>
                  </a:cubicBezTo>
                  <a:cubicBezTo>
                    <a:pt x="428" y="209"/>
                    <a:pt x="437" y="210"/>
                    <a:pt x="438" y="212"/>
                  </a:cubicBezTo>
                  <a:cubicBezTo>
                    <a:pt x="438" y="214"/>
                    <a:pt x="439" y="217"/>
                    <a:pt x="432" y="221"/>
                  </a:cubicBezTo>
                  <a:cubicBezTo>
                    <a:pt x="432" y="223"/>
                    <a:pt x="432" y="223"/>
                    <a:pt x="441" y="223"/>
                  </a:cubicBezTo>
                  <a:cubicBezTo>
                    <a:pt x="444" y="222"/>
                    <a:pt x="446" y="222"/>
                    <a:pt x="447" y="222"/>
                  </a:cubicBezTo>
                  <a:cubicBezTo>
                    <a:pt x="450" y="222"/>
                    <a:pt x="448" y="223"/>
                    <a:pt x="442" y="225"/>
                  </a:cubicBezTo>
                  <a:lnTo>
                    <a:pt x="442" y="226"/>
                  </a:lnTo>
                  <a:cubicBezTo>
                    <a:pt x="450" y="226"/>
                    <a:pt x="451" y="227"/>
                    <a:pt x="451" y="227"/>
                  </a:cubicBezTo>
                  <a:cubicBezTo>
                    <a:pt x="444" y="229"/>
                    <a:pt x="437" y="232"/>
                    <a:pt x="441" y="232"/>
                  </a:cubicBezTo>
                  <a:cubicBezTo>
                    <a:pt x="441" y="232"/>
                    <a:pt x="442" y="232"/>
                    <a:pt x="444" y="231"/>
                  </a:cubicBezTo>
                  <a:cubicBezTo>
                    <a:pt x="447" y="231"/>
                    <a:pt x="449" y="230"/>
                    <a:pt x="450" y="230"/>
                  </a:cubicBezTo>
                  <a:cubicBezTo>
                    <a:pt x="452" y="230"/>
                    <a:pt x="452" y="231"/>
                    <a:pt x="453" y="231"/>
                  </a:cubicBezTo>
                  <a:cubicBezTo>
                    <a:pt x="446" y="237"/>
                    <a:pt x="447" y="267"/>
                    <a:pt x="454" y="268"/>
                  </a:cubicBezTo>
                  <a:lnTo>
                    <a:pt x="454" y="271"/>
                  </a:lnTo>
                  <a:cubicBezTo>
                    <a:pt x="453" y="272"/>
                    <a:pt x="453" y="274"/>
                    <a:pt x="453" y="274"/>
                  </a:cubicBezTo>
                  <a:cubicBezTo>
                    <a:pt x="450" y="274"/>
                    <a:pt x="448" y="274"/>
                    <a:pt x="446" y="274"/>
                  </a:cubicBezTo>
                  <a:cubicBezTo>
                    <a:pt x="438" y="274"/>
                    <a:pt x="446" y="278"/>
                    <a:pt x="451" y="282"/>
                  </a:cubicBezTo>
                  <a:cubicBezTo>
                    <a:pt x="459" y="284"/>
                    <a:pt x="459" y="285"/>
                    <a:pt x="459" y="286"/>
                  </a:cubicBezTo>
                  <a:cubicBezTo>
                    <a:pt x="454" y="285"/>
                    <a:pt x="450" y="285"/>
                    <a:pt x="447" y="285"/>
                  </a:cubicBezTo>
                  <a:cubicBezTo>
                    <a:pt x="443" y="285"/>
                    <a:pt x="444" y="287"/>
                    <a:pt x="449" y="290"/>
                  </a:cubicBezTo>
                  <a:cubicBezTo>
                    <a:pt x="459" y="292"/>
                    <a:pt x="462" y="294"/>
                    <a:pt x="461" y="294"/>
                  </a:cubicBezTo>
                  <a:cubicBezTo>
                    <a:pt x="460" y="294"/>
                    <a:pt x="456" y="293"/>
                    <a:pt x="449" y="291"/>
                  </a:cubicBezTo>
                  <a:cubicBezTo>
                    <a:pt x="444" y="290"/>
                    <a:pt x="440" y="289"/>
                    <a:pt x="438" y="289"/>
                  </a:cubicBezTo>
                  <a:cubicBezTo>
                    <a:pt x="435" y="289"/>
                    <a:pt x="440" y="292"/>
                    <a:pt x="456" y="298"/>
                  </a:cubicBezTo>
                  <a:cubicBezTo>
                    <a:pt x="461" y="300"/>
                    <a:pt x="463" y="301"/>
                    <a:pt x="461" y="301"/>
                  </a:cubicBezTo>
                  <a:cubicBezTo>
                    <a:pt x="460" y="301"/>
                    <a:pt x="458" y="300"/>
                    <a:pt x="455" y="300"/>
                  </a:cubicBezTo>
                  <a:cubicBezTo>
                    <a:pt x="446" y="298"/>
                    <a:pt x="442" y="297"/>
                    <a:pt x="441" y="297"/>
                  </a:cubicBezTo>
                  <a:cubicBezTo>
                    <a:pt x="440" y="297"/>
                    <a:pt x="442" y="298"/>
                    <a:pt x="446" y="299"/>
                  </a:cubicBezTo>
                  <a:cubicBezTo>
                    <a:pt x="455" y="303"/>
                    <a:pt x="459" y="305"/>
                    <a:pt x="457" y="305"/>
                  </a:cubicBezTo>
                  <a:cubicBezTo>
                    <a:pt x="455" y="305"/>
                    <a:pt x="451" y="304"/>
                    <a:pt x="445" y="302"/>
                  </a:cubicBezTo>
                  <a:cubicBezTo>
                    <a:pt x="437" y="301"/>
                    <a:pt x="433" y="299"/>
                    <a:pt x="432" y="299"/>
                  </a:cubicBezTo>
                  <a:cubicBezTo>
                    <a:pt x="431" y="299"/>
                    <a:pt x="435" y="301"/>
                    <a:pt x="444" y="304"/>
                  </a:cubicBezTo>
                  <a:cubicBezTo>
                    <a:pt x="454" y="310"/>
                    <a:pt x="457" y="314"/>
                    <a:pt x="452" y="314"/>
                  </a:cubicBezTo>
                  <a:cubicBezTo>
                    <a:pt x="450" y="314"/>
                    <a:pt x="446" y="313"/>
                    <a:pt x="441" y="311"/>
                  </a:cubicBezTo>
                  <a:cubicBezTo>
                    <a:pt x="441" y="311"/>
                    <a:pt x="438" y="310"/>
                    <a:pt x="437" y="310"/>
                  </a:cubicBezTo>
                  <a:cubicBezTo>
                    <a:pt x="436" y="310"/>
                    <a:pt x="437" y="311"/>
                    <a:pt x="440" y="312"/>
                  </a:cubicBezTo>
                  <a:lnTo>
                    <a:pt x="431" y="310"/>
                  </a:lnTo>
                  <a:cubicBezTo>
                    <a:pt x="431" y="311"/>
                    <a:pt x="431" y="312"/>
                    <a:pt x="431" y="312"/>
                  </a:cubicBezTo>
                  <a:lnTo>
                    <a:pt x="439" y="316"/>
                  </a:lnTo>
                  <a:cubicBezTo>
                    <a:pt x="438" y="317"/>
                    <a:pt x="428" y="318"/>
                    <a:pt x="423" y="325"/>
                  </a:cubicBezTo>
                  <a:cubicBezTo>
                    <a:pt x="418" y="334"/>
                    <a:pt x="414" y="335"/>
                    <a:pt x="422" y="339"/>
                  </a:cubicBezTo>
                  <a:cubicBezTo>
                    <a:pt x="431" y="344"/>
                    <a:pt x="434" y="347"/>
                    <a:pt x="433" y="347"/>
                  </a:cubicBezTo>
                  <a:cubicBezTo>
                    <a:pt x="432" y="347"/>
                    <a:pt x="427" y="345"/>
                    <a:pt x="421" y="341"/>
                  </a:cubicBezTo>
                  <a:cubicBezTo>
                    <a:pt x="421" y="341"/>
                    <a:pt x="416" y="340"/>
                    <a:pt x="413" y="340"/>
                  </a:cubicBezTo>
                  <a:cubicBezTo>
                    <a:pt x="412" y="340"/>
                    <a:pt x="411" y="340"/>
                    <a:pt x="411" y="340"/>
                  </a:cubicBezTo>
                  <a:cubicBezTo>
                    <a:pt x="410" y="341"/>
                    <a:pt x="410" y="342"/>
                    <a:pt x="409" y="342"/>
                  </a:cubicBezTo>
                  <a:cubicBezTo>
                    <a:pt x="407" y="342"/>
                    <a:pt x="405" y="341"/>
                    <a:pt x="402" y="338"/>
                  </a:cubicBezTo>
                  <a:lnTo>
                    <a:pt x="401" y="338"/>
                  </a:lnTo>
                  <a:cubicBezTo>
                    <a:pt x="410" y="348"/>
                    <a:pt x="409" y="354"/>
                    <a:pt x="403" y="354"/>
                  </a:cubicBezTo>
                  <a:cubicBezTo>
                    <a:pt x="402" y="354"/>
                    <a:pt x="400" y="353"/>
                    <a:pt x="399" y="353"/>
                  </a:cubicBezTo>
                  <a:lnTo>
                    <a:pt x="399" y="353"/>
                  </a:lnTo>
                  <a:cubicBezTo>
                    <a:pt x="398" y="354"/>
                    <a:pt x="396" y="354"/>
                    <a:pt x="401" y="362"/>
                  </a:cubicBezTo>
                  <a:cubicBezTo>
                    <a:pt x="403" y="366"/>
                    <a:pt x="404" y="368"/>
                    <a:pt x="403" y="368"/>
                  </a:cubicBezTo>
                  <a:cubicBezTo>
                    <a:pt x="403" y="368"/>
                    <a:pt x="401" y="366"/>
                    <a:pt x="399" y="364"/>
                  </a:cubicBezTo>
                  <a:cubicBezTo>
                    <a:pt x="396" y="361"/>
                    <a:pt x="392" y="359"/>
                    <a:pt x="390" y="359"/>
                  </a:cubicBezTo>
                  <a:cubicBezTo>
                    <a:pt x="387" y="359"/>
                    <a:pt x="387" y="362"/>
                    <a:pt x="393" y="368"/>
                  </a:cubicBezTo>
                  <a:lnTo>
                    <a:pt x="386" y="363"/>
                  </a:lnTo>
                  <a:cubicBezTo>
                    <a:pt x="385" y="361"/>
                    <a:pt x="384" y="361"/>
                    <a:pt x="384" y="361"/>
                  </a:cubicBezTo>
                  <a:lnTo>
                    <a:pt x="384" y="361"/>
                  </a:lnTo>
                  <a:cubicBezTo>
                    <a:pt x="383" y="361"/>
                    <a:pt x="386" y="366"/>
                    <a:pt x="390" y="371"/>
                  </a:cubicBezTo>
                  <a:cubicBezTo>
                    <a:pt x="395" y="377"/>
                    <a:pt x="397" y="380"/>
                    <a:pt x="397" y="380"/>
                  </a:cubicBezTo>
                  <a:cubicBezTo>
                    <a:pt x="397" y="380"/>
                    <a:pt x="392" y="375"/>
                    <a:pt x="383" y="365"/>
                  </a:cubicBezTo>
                  <a:cubicBezTo>
                    <a:pt x="377" y="357"/>
                    <a:pt x="374" y="354"/>
                    <a:pt x="374" y="354"/>
                  </a:cubicBezTo>
                  <a:lnTo>
                    <a:pt x="374" y="354"/>
                  </a:lnTo>
                  <a:cubicBezTo>
                    <a:pt x="374" y="354"/>
                    <a:pt x="375" y="356"/>
                    <a:pt x="377" y="359"/>
                  </a:cubicBezTo>
                  <a:cubicBezTo>
                    <a:pt x="380" y="364"/>
                    <a:pt x="383" y="370"/>
                    <a:pt x="382" y="370"/>
                  </a:cubicBezTo>
                  <a:cubicBezTo>
                    <a:pt x="382" y="370"/>
                    <a:pt x="381" y="369"/>
                    <a:pt x="380" y="367"/>
                  </a:cubicBezTo>
                  <a:lnTo>
                    <a:pt x="380" y="367"/>
                  </a:lnTo>
                  <a:cubicBezTo>
                    <a:pt x="378" y="368"/>
                    <a:pt x="377" y="368"/>
                    <a:pt x="387" y="382"/>
                  </a:cubicBezTo>
                  <a:cubicBezTo>
                    <a:pt x="393" y="390"/>
                    <a:pt x="392" y="390"/>
                    <a:pt x="391" y="391"/>
                  </a:cubicBezTo>
                  <a:cubicBezTo>
                    <a:pt x="387" y="386"/>
                    <a:pt x="384" y="381"/>
                    <a:pt x="382" y="376"/>
                  </a:cubicBezTo>
                  <a:cubicBezTo>
                    <a:pt x="382" y="376"/>
                    <a:pt x="382" y="376"/>
                    <a:pt x="382" y="376"/>
                  </a:cubicBezTo>
                  <a:lnTo>
                    <a:pt x="382" y="376"/>
                  </a:lnTo>
                  <a:cubicBezTo>
                    <a:pt x="382" y="376"/>
                    <a:pt x="381" y="377"/>
                    <a:pt x="380" y="377"/>
                  </a:cubicBezTo>
                  <a:cubicBezTo>
                    <a:pt x="380" y="377"/>
                    <a:pt x="380" y="377"/>
                    <a:pt x="379" y="377"/>
                  </a:cubicBezTo>
                  <a:cubicBezTo>
                    <a:pt x="378" y="377"/>
                    <a:pt x="371" y="371"/>
                    <a:pt x="367" y="365"/>
                  </a:cubicBezTo>
                  <a:cubicBezTo>
                    <a:pt x="365" y="362"/>
                    <a:pt x="364" y="361"/>
                    <a:pt x="363" y="361"/>
                  </a:cubicBezTo>
                  <a:lnTo>
                    <a:pt x="363" y="361"/>
                  </a:lnTo>
                  <a:cubicBezTo>
                    <a:pt x="363" y="361"/>
                    <a:pt x="365" y="365"/>
                    <a:pt x="372" y="373"/>
                  </a:cubicBezTo>
                  <a:cubicBezTo>
                    <a:pt x="381" y="386"/>
                    <a:pt x="381" y="386"/>
                    <a:pt x="378" y="387"/>
                  </a:cubicBezTo>
                  <a:cubicBezTo>
                    <a:pt x="378" y="388"/>
                    <a:pt x="378" y="388"/>
                    <a:pt x="377" y="388"/>
                  </a:cubicBezTo>
                  <a:cubicBezTo>
                    <a:pt x="376" y="388"/>
                    <a:pt x="375" y="387"/>
                    <a:pt x="372" y="382"/>
                  </a:cubicBezTo>
                  <a:cubicBezTo>
                    <a:pt x="367" y="375"/>
                    <a:pt x="367" y="375"/>
                    <a:pt x="366" y="375"/>
                  </a:cubicBezTo>
                  <a:cubicBezTo>
                    <a:pt x="363" y="377"/>
                    <a:pt x="373" y="401"/>
                    <a:pt x="380" y="417"/>
                  </a:cubicBezTo>
                  <a:cubicBezTo>
                    <a:pt x="384" y="424"/>
                    <a:pt x="385" y="428"/>
                    <a:pt x="385" y="428"/>
                  </a:cubicBezTo>
                  <a:cubicBezTo>
                    <a:pt x="385" y="428"/>
                    <a:pt x="383" y="424"/>
                    <a:pt x="378" y="417"/>
                  </a:cubicBezTo>
                  <a:cubicBezTo>
                    <a:pt x="374" y="410"/>
                    <a:pt x="373" y="410"/>
                    <a:pt x="372" y="410"/>
                  </a:cubicBezTo>
                  <a:cubicBezTo>
                    <a:pt x="368" y="403"/>
                    <a:pt x="369" y="402"/>
                    <a:pt x="371" y="402"/>
                  </a:cubicBezTo>
                  <a:lnTo>
                    <a:pt x="366" y="394"/>
                  </a:lnTo>
                  <a:cubicBezTo>
                    <a:pt x="362" y="387"/>
                    <a:pt x="360" y="384"/>
                    <a:pt x="359" y="384"/>
                  </a:cubicBezTo>
                  <a:lnTo>
                    <a:pt x="359" y="384"/>
                  </a:lnTo>
                  <a:cubicBezTo>
                    <a:pt x="358" y="384"/>
                    <a:pt x="360" y="388"/>
                    <a:pt x="363" y="395"/>
                  </a:cubicBezTo>
                  <a:cubicBezTo>
                    <a:pt x="364" y="400"/>
                    <a:pt x="365" y="402"/>
                    <a:pt x="365" y="402"/>
                  </a:cubicBezTo>
                  <a:cubicBezTo>
                    <a:pt x="365" y="402"/>
                    <a:pt x="364" y="400"/>
                    <a:pt x="362" y="396"/>
                  </a:cubicBezTo>
                  <a:cubicBezTo>
                    <a:pt x="358" y="392"/>
                    <a:pt x="354" y="386"/>
                    <a:pt x="354" y="386"/>
                  </a:cubicBezTo>
                  <a:lnTo>
                    <a:pt x="354" y="386"/>
                  </a:lnTo>
                  <a:cubicBezTo>
                    <a:pt x="354" y="386"/>
                    <a:pt x="354" y="387"/>
                    <a:pt x="355" y="390"/>
                  </a:cubicBezTo>
                  <a:cubicBezTo>
                    <a:pt x="355" y="390"/>
                    <a:pt x="355" y="390"/>
                    <a:pt x="355" y="390"/>
                  </a:cubicBezTo>
                  <a:cubicBezTo>
                    <a:pt x="354" y="390"/>
                    <a:pt x="353" y="389"/>
                    <a:pt x="349" y="383"/>
                  </a:cubicBezTo>
                  <a:cubicBezTo>
                    <a:pt x="347" y="384"/>
                    <a:pt x="346" y="385"/>
                    <a:pt x="349" y="392"/>
                  </a:cubicBezTo>
                  <a:cubicBezTo>
                    <a:pt x="353" y="400"/>
                    <a:pt x="352" y="401"/>
                    <a:pt x="350" y="401"/>
                  </a:cubicBezTo>
                  <a:cubicBezTo>
                    <a:pt x="349" y="401"/>
                    <a:pt x="348" y="401"/>
                    <a:pt x="352" y="410"/>
                  </a:cubicBezTo>
                  <a:cubicBezTo>
                    <a:pt x="355" y="418"/>
                    <a:pt x="357" y="426"/>
                    <a:pt x="354" y="427"/>
                  </a:cubicBezTo>
                  <a:cubicBezTo>
                    <a:pt x="354" y="431"/>
                    <a:pt x="355" y="433"/>
                    <a:pt x="354" y="433"/>
                  </a:cubicBezTo>
                  <a:cubicBezTo>
                    <a:pt x="354" y="433"/>
                    <a:pt x="352" y="429"/>
                    <a:pt x="348" y="420"/>
                  </a:cubicBezTo>
                  <a:cubicBezTo>
                    <a:pt x="345" y="413"/>
                    <a:pt x="344" y="412"/>
                    <a:pt x="343" y="412"/>
                  </a:cubicBezTo>
                  <a:cubicBezTo>
                    <a:pt x="343" y="412"/>
                    <a:pt x="343" y="412"/>
                    <a:pt x="343" y="412"/>
                  </a:cubicBezTo>
                  <a:cubicBezTo>
                    <a:pt x="343" y="412"/>
                    <a:pt x="341" y="412"/>
                    <a:pt x="338" y="404"/>
                  </a:cubicBezTo>
                  <a:cubicBezTo>
                    <a:pt x="337" y="402"/>
                    <a:pt x="337" y="401"/>
                    <a:pt x="336" y="401"/>
                  </a:cubicBezTo>
                  <a:lnTo>
                    <a:pt x="336" y="401"/>
                  </a:lnTo>
                  <a:cubicBezTo>
                    <a:pt x="336" y="401"/>
                    <a:pt x="338" y="407"/>
                    <a:pt x="339" y="413"/>
                  </a:cubicBezTo>
                  <a:lnTo>
                    <a:pt x="345" y="429"/>
                  </a:lnTo>
                  <a:cubicBezTo>
                    <a:pt x="340" y="422"/>
                    <a:pt x="337" y="413"/>
                    <a:pt x="335" y="405"/>
                  </a:cubicBezTo>
                  <a:cubicBezTo>
                    <a:pt x="332" y="397"/>
                    <a:pt x="331" y="393"/>
                    <a:pt x="330" y="393"/>
                  </a:cubicBezTo>
                  <a:lnTo>
                    <a:pt x="330" y="393"/>
                  </a:lnTo>
                  <a:cubicBezTo>
                    <a:pt x="330" y="393"/>
                    <a:pt x="331" y="397"/>
                    <a:pt x="334" y="405"/>
                  </a:cubicBezTo>
                  <a:cubicBezTo>
                    <a:pt x="335" y="411"/>
                    <a:pt x="336" y="417"/>
                    <a:pt x="335" y="417"/>
                  </a:cubicBezTo>
                  <a:cubicBezTo>
                    <a:pt x="335" y="417"/>
                    <a:pt x="334" y="416"/>
                    <a:pt x="332" y="414"/>
                  </a:cubicBezTo>
                  <a:cubicBezTo>
                    <a:pt x="332" y="414"/>
                    <a:pt x="332" y="414"/>
                    <a:pt x="331" y="414"/>
                  </a:cubicBezTo>
                  <a:cubicBezTo>
                    <a:pt x="329" y="414"/>
                    <a:pt x="328" y="414"/>
                    <a:pt x="327" y="406"/>
                  </a:cubicBezTo>
                  <a:cubicBezTo>
                    <a:pt x="326" y="404"/>
                    <a:pt x="325" y="403"/>
                    <a:pt x="325" y="403"/>
                  </a:cubicBezTo>
                  <a:cubicBezTo>
                    <a:pt x="324" y="403"/>
                    <a:pt x="325" y="408"/>
                    <a:pt x="325" y="408"/>
                  </a:cubicBezTo>
                  <a:cubicBezTo>
                    <a:pt x="325" y="412"/>
                    <a:pt x="325" y="414"/>
                    <a:pt x="324" y="414"/>
                  </a:cubicBezTo>
                  <a:cubicBezTo>
                    <a:pt x="323" y="414"/>
                    <a:pt x="321" y="412"/>
                    <a:pt x="319" y="408"/>
                  </a:cubicBezTo>
                  <a:cubicBezTo>
                    <a:pt x="316" y="399"/>
                    <a:pt x="314" y="395"/>
                    <a:pt x="313" y="395"/>
                  </a:cubicBezTo>
                  <a:lnTo>
                    <a:pt x="313" y="395"/>
                  </a:lnTo>
                  <a:cubicBezTo>
                    <a:pt x="313" y="395"/>
                    <a:pt x="313" y="399"/>
                    <a:pt x="315" y="408"/>
                  </a:cubicBezTo>
                  <a:cubicBezTo>
                    <a:pt x="315" y="413"/>
                    <a:pt x="316" y="417"/>
                    <a:pt x="316" y="417"/>
                  </a:cubicBezTo>
                  <a:cubicBezTo>
                    <a:pt x="315" y="417"/>
                    <a:pt x="315" y="415"/>
                    <a:pt x="313" y="408"/>
                  </a:cubicBezTo>
                  <a:cubicBezTo>
                    <a:pt x="313" y="405"/>
                    <a:pt x="312" y="405"/>
                    <a:pt x="312" y="405"/>
                  </a:cubicBezTo>
                  <a:cubicBezTo>
                    <a:pt x="311" y="405"/>
                    <a:pt x="311" y="411"/>
                    <a:pt x="310" y="417"/>
                  </a:cubicBezTo>
                  <a:cubicBezTo>
                    <a:pt x="310" y="426"/>
                    <a:pt x="311" y="442"/>
                    <a:pt x="312" y="451"/>
                  </a:cubicBezTo>
                  <a:cubicBezTo>
                    <a:pt x="313" y="461"/>
                    <a:pt x="313" y="465"/>
                    <a:pt x="313" y="465"/>
                  </a:cubicBezTo>
                  <a:cubicBezTo>
                    <a:pt x="312" y="465"/>
                    <a:pt x="311" y="463"/>
                    <a:pt x="310" y="459"/>
                  </a:cubicBezTo>
                  <a:cubicBezTo>
                    <a:pt x="308" y="459"/>
                    <a:pt x="307" y="451"/>
                    <a:pt x="307" y="442"/>
                  </a:cubicBezTo>
                  <a:cubicBezTo>
                    <a:pt x="306" y="435"/>
                    <a:pt x="306" y="434"/>
                    <a:pt x="307" y="434"/>
                  </a:cubicBezTo>
                  <a:lnTo>
                    <a:pt x="307" y="434"/>
                  </a:lnTo>
                  <a:cubicBezTo>
                    <a:pt x="307" y="434"/>
                    <a:pt x="307" y="435"/>
                    <a:pt x="307" y="435"/>
                  </a:cubicBezTo>
                  <a:lnTo>
                    <a:pt x="308" y="435"/>
                  </a:lnTo>
                  <a:cubicBezTo>
                    <a:pt x="308" y="426"/>
                    <a:pt x="307" y="417"/>
                    <a:pt x="306" y="417"/>
                  </a:cubicBezTo>
                  <a:cubicBezTo>
                    <a:pt x="304" y="413"/>
                    <a:pt x="304" y="411"/>
                    <a:pt x="304" y="411"/>
                  </a:cubicBezTo>
                  <a:cubicBezTo>
                    <a:pt x="303" y="411"/>
                    <a:pt x="303" y="413"/>
                    <a:pt x="303" y="417"/>
                  </a:cubicBezTo>
                  <a:cubicBezTo>
                    <a:pt x="302" y="409"/>
                    <a:pt x="300" y="408"/>
                    <a:pt x="298" y="408"/>
                  </a:cubicBezTo>
                  <a:cubicBezTo>
                    <a:pt x="297" y="408"/>
                    <a:pt x="293" y="408"/>
                    <a:pt x="293" y="399"/>
                  </a:cubicBezTo>
                  <a:cubicBezTo>
                    <a:pt x="291" y="399"/>
                    <a:pt x="291" y="399"/>
                    <a:pt x="290" y="406"/>
                  </a:cubicBezTo>
                  <a:cubicBezTo>
                    <a:pt x="289" y="417"/>
                    <a:pt x="288" y="421"/>
                    <a:pt x="287" y="421"/>
                  </a:cubicBezTo>
                  <a:cubicBezTo>
                    <a:pt x="287" y="421"/>
                    <a:pt x="287" y="419"/>
                    <a:pt x="288" y="415"/>
                  </a:cubicBezTo>
                  <a:cubicBezTo>
                    <a:pt x="288" y="404"/>
                    <a:pt x="285" y="396"/>
                    <a:pt x="281" y="396"/>
                  </a:cubicBezTo>
                  <a:cubicBezTo>
                    <a:pt x="279" y="396"/>
                    <a:pt x="277" y="398"/>
                    <a:pt x="275" y="404"/>
                  </a:cubicBezTo>
                  <a:lnTo>
                    <a:pt x="273" y="403"/>
                  </a:lnTo>
                  <a:cubicBezTo>
                    <a:pt x="273" y="398"/>
                    <a:pt x="271" y="395"/>
                    <a:pt x="270" y="395"/>
                  </a:cubicBezTo>
                  <a:cubicBezTo>
                    <a:pt x="268" y="395"/>
                    <a:pt x="267" y="396"/>
                    <a:pt x="265" y="400"/>
                  </a:cubicBezTo>
                  <a:lnTo>
                    <a:pt x="262" y="399"/>
                  </a:lnTo>
                  <a:cubicBezTo>
                    <a:pt x="262" y="394"/>
                    <a:pt x="262" y="392"/>
                    <a:pt x="262" y="392"/>
                  </a:cubicBezTo>
                  <a:cubicBezTo>
                    <a:pt x="261" y="392"/>
                    <a:pt x="260" y="394"/>
                    <a:pt x="258" y="398"/>
                  </a:cubicBezTo>
                  <a:cubicBezTo>
                    <a:pt x="255" y="403"/>
                    <a:pt x="253" y="409"/>
                    <a:pt x="253" y="409"/>
                  </a:cubicBezTo>
                  <a:cubicBezTo>
                    <a:pt x="253" y="409"/>
                    <a:pt x="253" y="408"/>
                    <a:pt x="254" y="405"/>
                  </a:cubicBezTo>
                  <a:cubicBezTo>
                    <a:pt x="257" y="398"/>
                    <a:pt x="255" y="396"/>
                    <a:pt x="252" y="394"/>
                  </a:cubicBezTo>
                  <a:cubicBezTo>
                    <a:pt x="251" y="393"/>
                    <a:pt x="250" y="393"/>
                    <a:pt x="249" y="393"/>
                  </a:cubicBezTo>
                  <a:cubicBezTo>
                    <a:pt x="248" y="393"/>
                    <a:pt x="247" y="395"/>
                    <a:pt x="245" y="401"/>
                  </a:cubicBezTo>
                  <a:cubicBezTo>
                    <a:pt x="243" y="402"/>
                    <a:pt x="242" y="403"/>
                    <a:pt x="242" y="403"/>
                  </a:cubicBezTo>
                  <a:cubicBezTo>
                    <a:pt x="240" y="403"/>
                    <a:pt x="242" y="397"/>
                    <a:pt x="245" y="391"/>
                  </a:cubicBezTo>
                  <a:cubicBezTo>
                    <a:pt x="249" y="384"/>
                    <a:pt x="251" y="380"/>
                    <a:pt x="251" y="380"/>
                  </a:cubicBezTo>
                  <a:lnTo>
                    <a:pt x="251" y="380"/>
                  </a:lnTo>
                  <a:cubicBezTo>
                    <a:pt x="250" y="380"/>
                    <a:pt x="247" y="385"/>
                    <a:pt x="239" y="398"/>
                  </a:cubicBezTo>
                  <a:cubicBezTo>
                    <a:pt x="235" y="405"/>
                    <a:pt x="232" y="408"/>
                    <a:pt x="231" y="408"/>
                  </a:cubicBezTo>
                  <a:cubicBezTo>
                    <a:pt x="230" y="408"/>
                    <a:pt x="231" y="406"/>
                    <a:pt x="233" y="403"/>
                  </a:cubicBezTo>
                  <a:cubicBezTo>
                    <a:pt x="236" y="397"/>
                    <a:pt x="238" y="396"/>
                    <a:pt x="238" y="396"/>
                  </a:cubicBezTo>
                  <a:cubicBezTo>
                    <a:pt x="238" y="396"/>
                    <a:pt x="238" y="396"/>
                    <a:pt x="238" y="396"/>
                  </a:cubicBezTo>
                  <a:cubicBezTo>
                    <a:pt x="238" y="396"/>
                    <a:pt x="243" y="389"/>
                    <a:pt x="247" y="382"/>
                  </a:cubicBezTo>
                  <a:cubicBezTo>
                    <a:pt x="247" y="381"/>
                    <a:pt x="247" y="381"/>
                    <a:pt x="246" y="381"/>
                  </a:cubicBezTo>
                  <a:cubicBezTo>
                    <a:pt x="246" y="381"/>
                    <a:pt x="245" y="383"/>
                    <a:pt x="242" y="387"/>
                  </a:cubicBezTo>
                  <a:cubicBezTo>
                    <a:pt x="242" y="387"/>
                    <a:pt x="240" y="387"/>
                    <a:pt x="235" y="394"/>
                  </a:cubicBezTo>
                  <a:cubicBezTo>
                    <a:pt x="229" y="401"/>
                    <a:pt x="226" y="409"/>
                    <a:pt x="223" y="417"/>
                  </a:cubicBezTo>
                  <a:cubicBezTo>
                    <a:pt x="220" y="423"/>
                    <a:pt x="219" y="423"/>
                    <a:pt x="218" y="423"/>
                  </a:cubicBezTo>
                  <a:cubicBezTo>
                    <a:pt x="217" y="423"/>
                    <a:pt x="217" y="423"/>
                    <a:pt x="217" y="423"/>
                  </a:cubicBezTo>
                  <a:cubicBezTo>
                    <a:pt x="219" y="414"/>
                    <a:pt x="224" y="406"/>
                    <a:pt x="229" y="401"/>
                  </a:cubicBezTo>
                  <a:cubicBezTo>
                    <a:pt x="229" y="401"/>
                    <a:pt x="234" y="394"/>
                    <a:pt x="238" y="386"/>
                  </a:cubicBezTo>
                  <a:cubicBezTo>
                    <a:pt x="239" y="385"/>
                    <a:pt x="239" y="384"/>
                    <a:pt x="239" y="384"/>
                  </a:cubicBezTo>
                  <a:lnTo>
                    <a:pt x="239" y="384"/>
                  </a:lnTo>
                  <a:cubicBezTo>
                    <a:pt x="238" y="384"/>
                    <a:pt x="228" y="394"/>
                    <a:pt x="219" y="404"/>
                  </a:cubicBezTo>
                  <a:cubicBezTo>
                    <a:pt x="221" y="401"/>
                    <a:pt x="220" y="403"/>
                    <a:pt x="224" y="396"/>
                  </a:cubicBezTo>
                  <a:cubicBezTo>
                    <a:pt x="229" y="390"/>
                    <a:pt x="227" y="389"/>
                    <a:pt x="225" y="387"/>
                  </a:cubicBezTo>
                  <a:cubicBezTo>
                    <a:pt x="224" y="387"/>
                    <a:pt x="224" y="387"/>
                    <a:pt x="223" y="387"/>
                  </a:cubicBezTo>
                  <a:cubicBezTo>
                    <a:pt x="222" y="387"/>
                    <a:pt x="221" y="388"/>
                    <a:pt x="218" y="392"/>
                  </a:cubicBezTo>
                  <a:cubicBezTo>
                    <a:pt x="212" y="399"/>
                    <a:pt x="208" y="405"/>
                    <a:pt x="207" y="405"/>
                  </a:cubicBezTo>
                  <a:cubicBezTo>
                    <a:pt x="208" y="405"/>
                    <a:pt x="202" y="412"/>
                    <a:pt x="198" y="420"/>
                  </a:cubicBezTo>
                  <a:cubicBezTo>
                    <a:pt x="199" y="414"/>
                    <a:pt x="201" y="409"/>
                    <a:pt x="205" y="403"/>
                  </a:cubicBezTo>
                  <a:cubicBezTo>
                    <a:pt x="212" y="387"/>
                    <a:pt x="217" y="380"/>
                    <a:pt x="214" y="377"/>
                  </a:cubicBezTo>
                  <a:cubicBezTo>
                    <a:pt x="211" y="375"/>
                    <a:pt x="209" y="373"/>
                    <a:pt x="215" y="366"/>
                  </a:cubicBezTo>
                  <a:cubicBezTo>
                    <a:pt x="214" y="366"/>
                    <a:pt x="214" y="365"/>
                    <a:pt x="213" y="365"/>
                  </a:cubicBezTo>
                  <a:cubicBezTo>
                    <a:pt x="212" y="365"/>
                    <a:pt x="210" y="366"/>
                    <a:pt x="207" y="369"/>
                  </a:cubicBezTo>
                  <a:lnTo>
                    <a:pt x="205" y="368"/>
                  </a:lnTo>
                  <a:cubicBezTo>
                    <a:pt x="208" y="364"/>
                    <a:pt x="209" y="362"/>
                    <a:pt x="208" y="362"/>
                  </a:cubicBezTo>
                  <a:cubicBezTo>
                    <a:pt x="207" y="362"/>
                    <a:pt x="205" y="363"/>
                    <a:pt x="202" y="366"/>
                  </a:cubicBezTo>
                  <a:cubicBezTo>
                    <a:pt x="201" y="367"/>
                    <a:pt x="200" y="368"/>
                    <a:pt x="199" y="368"/>
                  </a:cubicBezTo>
                  <a:cubicBezTo>
                    <a:pt x="198" y="368"/>
                    <a:pt x="201" y="364"/>
                    <a:pt x="200" y="363"/>
                  </a:cubicBezTo>
                  <a:cubicBezTo>
                    <a:pt x="206" y="357"/>
                    <a:pt x="209" y="354"/>
                    <a:pt x="209" y="354"/>
                  </a:cubicBezTo>
                  <a:lnTo>
                    <a:pt x="209" y="354"/>
                  </a:lnTo>
                  <a:cubicBezTo>
                    <a:pt x="209" y="354"/>
                    <a:pt x="204" y="359"/>
                    <a:pt x="193" y="368"/>
                  </a:cubicBezTo>
                  <a:cubicBezTo>
                    <a:pt x="188" y="374"/>
                    <a:pt x="182" y="382"/>
                    <a:pt x="183" y="383"/>
                  </a:cubicBezTo>
                  <a:lnTo>
                    <a:pt x="186" y="385"/>
                  </a:lnTo>
                  <a:lnTo>
                    <a:pt x="178" y="389"/>
                  </a:lnTo>
                  <a:cubicBezTo>
                    <a:pt x="178" y="388"/>
                    <a:pt x="177" y="388"/>
                    <a:pt x="177" y="388"/>
                  </a:cubicBezTo>
                  <a:cubicBezTo>
                    <a:pt x="175" y="388"/>
                    <a:pt x="168" y="391"/>
                    <a:pt x="162" y="396"/>
                  </a:cubicBezTo>
                  <a:cubicBezTo>
                    <a:pt x="162" y="396"/>
                    <a:pt x="156" y="401"/>
                    <a:pt x="155" y="401"/>
                  </a:cubicBezTo>
                  <a:cubicBezTo>
                    <a:pt x="155" y="401"/>
                    <a:pt x="155" y="401"/>
                    <a:pt x="155" y="401"/>
                  </a:cubicBezTo>
                  <a:lnTo>
                    <a:pt x="168" y="390"/>
                  </a:lnTo>
                  <a:cubicBezTo>
                    <a:pt x="174" y="385"/>
                    <a:pt x="181" y="380"/>
                    <a:pt x="188" y="374"/>
                  </a:cubicBezTo>
                  <a:cubicBezTo>
                    <a:pt x="195" y="366"/>
                    <a:pt x="200" y="359"/>
                    <a:pt x="198" y="359"/>
                  </a:cubicBezTo>
                  <a:cubicBezTo>
                    <a:pt x="197" y="359"/>
                    <a:pt x="195" y="361"/>
                    <a:pt x="191" y="364"/>
                  </a:cubicBezTo>
                  <a:cubicBezTo>
                    <a:pt x="190" y="364"/>
                    <a:pt x="190" y="364"/>
                    <a:pt x="196" y="357"/>
                  </a:cubicBezTo>
                  <a:cubicBezTo>
                    <a:pt x="199" y="355"/>
                    <a:pt x="200" y="353"/>
                    <a:pt x="200" y="353"/>
                  </a:cubicBezTo>
                  <a:lnTo>
                    <a:pt x="200" y="353"/>
                  </a:lnTo>
                  <a:cubicBezTo>
                    <a:pt x="199" y="353"/>
                    <a:pt x="196" y="355"/>
                    <a:pt x="188" y="360"/>
                  </a:cubicBezTo>
                  <a:cubicBezTo>
                    <a:pt x="182" y="365"/>
                    <a:pt x="178" y="367"/>
                    <a:pt x="177" y="367"/>
                  </a:cubicBezTo>
                  <a:cubicBezTo>
                    <a:pt x="176" y="367"/>
                    <a:pt x="179" y="364"/>
                    <a:pt x="186" y="358"/>
                  </a:cubicBezTo>
                  <a:cubicBezTo>
                    <a:pt x="194" y="349"/>
                    <a:pt x="196" y="345"/>
                    <a:pt x="193" y="345"/>
                  </a:cubicBezTo>
                  <a:cubicBezTo>
                    <a:pt x="192" y="345"/>
                    <a:pt x="191" y="346"/>
                    <a:pt x="189" y="347"/>
                  </a:cubicBezTo>
                  <a:cubicBezTo>
                    <a:pt x="183" y="352"/>
                    <a:pt x="179" y="354"/>
                    <a:pt x="177" y="354"/>
                  </a:cubicBezTo>
                  <a:cubicBezTo>
                    <a:pt x="175" y="354"/>
                    <a:pt x="176" y="351"/>
                    <a:pt x="180" y="348"/>
                  </a:cubicBezTo>
                  <a:cubicBezTo>
                    <a:pt x="184" y="345"/>
                    <a:pt x="185" y="343"/>
                    <a:pt x="184" y="343"/>
                  </a:cubicBezTo>
                  <a:cubicBezTo>
                    <a:pt x="183" y="343"/>
                    <a:pt x="181" y="344"/>
                    <a:pt x="179" y="345"/>
                  </a:cubicBezTo>
                  <a:cubicBezTo>
                    <a:pt x="184" y="341"/>
                    <a:pt x="189" y="338"/>
                    <a:pt x="188" y="338"/>
                  </a:cubicBezTo>
                  <a:lnTo>
                    <a:pt x="188" y="338"/>
                  </a:lnTo>
                  <a:cubicBezTo>
                    <a:pt x="187" y="338"/>
                    <a:pt x="186" y="338"/>
                    <a:pt x="184" y="339"/>
                  </a:cubicBezTo>
                  <a:cubicBezTo>
                    <a:pt x="184" y="339"/>
                    <a:pt x="184" y="339"/>
                    <a:pt x="184" y="339"/>
                  </a:cubicBezTo>
                  <a:cubicBezTo>
                    <a:pt x="183" y="339"/>
                    <a:pt x="181" y="340"/>
                    <a:pt x="177" y="344"/>
                  </a:cubicBezTo>
                  <a:lnTo>
                    <a:pt x="161" y="350"/>
                  </a:lnTo>
                  <a:cubicBezTo>
                    <a:pt x="162" y="352"/>
                    <a:pt x="154" y="355"/>
                    <a:pt x="147" y="359"/>
                  </a:cubicBezTo>
                  <a:cubicBezTo>
                    <a:pt x="146" y="360"/>
                    <a:pt x="145" y="361"/>
                    <a:pt x="144" y="361"/>
                  </a:cubicBezTo>
                  <a:cubicBezTo>
                    <a:pt x="142" y="361"/>
                    <a:pt x="149" y="352"/>
                    <a:pt x="166" y="340"/>
                  </a:cubicBezTo>
                  <a:lnTo>
                    <a:pt x="180" y="330"/>
                  </a:lnTo>
                  <a:lnTo>
                    <a:pt x="180" y="330"/>
                  </a:lnTo>
                  <a:lnTo>
                    <a:pt x="165" y="338"/>
                  </a:lnTo>
                  <a:cubicBezTo>
                    <a:pt x="164" y="337"/>
                    <a:pt x="164" y="336"/>
                    <a:pt x="172" y="332"/>
                  </a:cubicBezTo>
                  <a:cubicBezTo>
                    <a:pt x="180" y="328"/>
                    <a:pt x="179" y="328"/>
                    <a:pt x="179" y="327"/>
                  </a:cubicBezTo>
                  <a:lnTo>
                    <a:pt x="179" y="327"/>
                  </a:lnTo>
                  <a:cubicBezTo>
                    <a:pt x="179" y="327"/>
                    <a:pt x="179" y="327"/>
                    <a:pt x="171" y="330"/>
                  </a:cubicBezTo>
                  <a:cubicBezTo>
                    <a:pt x="163" y="334"/>
                    <a:pt x="159" y="336"/>
                    <a:pt x="158" y="336"/>
                  </a:cubicBezTo>
                  <a:cubicBezTo>
                    <a:pt x="157" y="336"/>
                    <a:pt x="159" y="335"/>
                    <a:pt x="163" y="332"/>
                  </a:cubicBezTo>
                  <a:cubicBezTo>
                    <a:pt x="172" y="328"/>
                    <a:pt x="175" y="326"/>
                    <a:pt x="173" y="326"/>
                  </a:cubicBezTo>
                  <a:cubicBezTo>
                    <a:pt x="172" y="326"/>
                    <a:pt x="169" y="327"/>
                    <a:pt x="162" y="329"/>
                  </a:cubicBezTo>
                  <a:cubicBezTo>
                    <a:pt x="155" y="333"/>
                    <a:pt x="151" y="334"/>
                    <a:pt x="150" y="334"/>
                  </a:cubicBezTo>
                  <a:cubicBezTo>
                    <a:pt x="149" y="334"/>
                    <a:pt x="153" y="332"/>
                    <a:pt x="161" y="328"/>
                  </a:cubicBezTo>
                  <a:cubicBezTo>
                    <a:pt x="166" y="327"/>
                    <a:pt x="172" y="323"/>
                    <a:pt x="177" y="320"/>
                  </a:cubicBezTo>
                  <a:lnTo>
                    <a:pt x="177" y="320"/>
                  </a:lnTo>
                  <a:lnTo>
                    <a:pt x="168" y="323"/>
                  </a:lnTo>
                  <a:cubicBezTo>
                    <a:pt x="160" y="327"/>
                    <a:pt x="156" y="328"/>
                    <a:pt x="155" y="328"/>
                  </a:cubicBezTo>
                  <a:cubicBezTo>
                    <a:pt x="154" y="328"/>
                    <a:pt x="156" y="326"/>
                    <a:pt x="160" y="325"/>
                  </a:cubicBezTo>
                  <a:cubicBezTo>
                    <a:pt x="166" y="322"/>
                    <a:pt x="167" y="321"/>
                    <a:pt x="164" y="321"/>
                  </a:cubicBezTo>
                  <a:cubicBezTo>
                    <a:pt x="163" y="321"/>
                    <a:pt x="161" y="321"/>
                    <a:pt x="159" y="321"/>
                  </a:cubicBezTo>
                  <a:cubicBezTo>
                    <a:pt x="157" y="319"/>
                    <a:pt x="157" y="318"/>
                    <a:pt x="165" y="314"/>
                  </a:cubicBezTo>
                  <a:cubicBezTo>
                    <a:pt x="174" y="312"/>
                    <a:pt x="178" y="310"/>
                    <a:pt x="178" y="310"/>
                  </a:cubicBezTo>
                  <a:lnTo>
                    <a:pt x="178" y="310"/>
                  </a:lnTo>
                  <a:cubicBezTo>
                    <a:pt x="177" y="310"/>
                    <a:pt x="173" y="311"/>
                    <a:pt x="165" y="313"/>
                  </a:cubicBezTo>
                  <a:cubicBezTo>
                    <a:pt x="162" y="314"/>
                    <a:pt x="159" y="315"/>
                    <a:pt x="159" y="315"/>
                  </a:cubicBezTo>
                  <a:cubicBezTo>
                    <a:pt x="158" y="315"/>
                    <a:pt x="160" y="314"/>
                    <a:pt x="164" y="311"/>
                  </a:cubicBezTo>
                  <a:cubicBezTo>
                    <a:pt x="169" y="309"/>
                    <a:pt x="171" y="308"/>
                    <a:pt x="170" y="308"/>
                  </a:cubicBezTo>
                  <a:cubicBezTo>
                    <a:pt x="169" y="308"/>
                    <a:pt x="167" y="308"/>
                    <a:pt x="164" y="309"/>
                  </a:cubicBezTo>
                  <a:cubicBezTo>
                    <a:pt x="147" y="313"/>
                    <a:pt x="140" y="316"/>
                    <a:pt x="140" y="317"/>
                  </a:cubicBezTo>
                  <a:cubicBezTo>
                    <a:pt x="141" y="319"/>
                    <a:pt x="141" y="319"/>
                    <a:pt x="132" y="321"/>
                  </a:cubicBezTo>
                  <a:lnTo>
                    <a:pt x="132" y="318"/>
                  </a:lnTo>
                  <a:cubicBezTo>
                    <a:pt x="132" y="317"/>
                    <a:pt x="131" y="316"/>
                    <a:pt x="122" y="316"/>
                  </a:cubicBezTo>
                  <a:cubicBezTo>
                    <a:pt x="121" y="315"/>
                    <a:pt x="120" y="315"/>
                    <a:pt x="118" y="315"/>
                  </a:cubicBezTo>
                  <a:cubicBezTo>
                    <a:pt x="109" y="315"/>
                    <a:pt x="98" y="319"/>
                    <a:pt x="106" y="319"/>
                  </a:cubicBezTo>
                  <a:lnTo>
                    <a:pt x="98" y="323"/>
                  </a:lnTo>
                  <a:cubicBezTo>
                    <a:pt x="83" y="327"/>
                    <a:pt x="77" y="330"/>
                    <a:pt x="81" y="330"/>
                  </a:cubicBezTo>
                  <a:cubicBezTo>
                    <a:pt x="84" y="330"/>
                    <a:pt x="90" y="329"/>
                    <a:pt x="99" y="326"/>
                  </a:cubicBezTo>
                  <a:cubicBezTo>
                    <a:pt x="111" y="322"/>
                    <a:pt x="117" y="321"/>
                    <a:pt x="118" y="321"/>
                  </a:cubicBezTo>
                  <a:cubicBezTo>
                    <a:pt x="119" y="321"/>
                    <a:pt x="115" y="322"/>
                    <a:pt x="107" y="326"/>
                  </a:cubicBezTo>
                  <a:cubicBezTo>
                    <a:pt x="91" y="330"/>
                    <a:pt x="91" y="331"/>
                    <a:pt x="91" y="334"/>
                  </a:cubicBezTo>
                  <a:cubicBezTo>
                    <a:pt x="92" y="335"/>
                    <a:pt x="92" y="335"/>
                    <a:pt x="83" y="338"/>
                  </a:cubicBezTo>
                  <a:cubicBezTo>
                    <a:pt x="76" y="340"/>
                    <a:pt x="68" y="345"/>
                    <a:pt x="69" y="346"/>
                  </a:cubicBezTo>
                  <a:cubicBezTo>
                    <a:pt x="69" y="347"/>
                    <a:pt x="69" y="347"/>
                    <a:pt x="70" y="347"/>
                  </a:cubicBezTo>
                  <a:cubicBezTo>
                    <a:pt x="71" y="347"/>
                    <a:pt x="73" y="347"/>
                    <a:pt x="78" y="345"/>
                  </a:cubicBezTo>
                  <a:cubicBezTo>
                    <a:pt x="80" y="344"/>
                    <a:pt x="81" y="343"/>
                    <a:pt x="82" y="343"/>
                  </a:cubicBezTo>
                  <a:cubicBezTo>
                    <a:pt x="84" y="343"/>
                    <a:pt x="81" y="346"/>
                    <a:pt x="70" y="352"/>
                  </a:cubicBezTo>
                  <a:cubicBezTo>
                    <a:pt x="67" y="354"/>
                    <a:pt x="65" y="355"/>
                    <a:pt x="66" y="355"/>
                  </a:cubicBezTo>
                  <a:cubicBezTo>
                    <a:pt x="67" y="355"/>
                    <a:pt x="71" y="353"/>
                    <a:pt x="79" y="350"/>
                  </a:cubicBezTo>
                  <a:cubicBezTo>
                    <a:pt x="84" y="348"/>
                    <a:pt x="88" y="348"/>
                    <a:pt x="90" y="348"/>
                  </a:cubicBezTo>
                  <a:cubicBezTo>
                    <a:pt x="94" y="348"/>
                    <a:pt x="91" y="351"/>
                    <a:pt x="81" y="356"/>
                  </a:cubicBezTo>
                  <a:lnTo>
                    <a:pt x="82" y="359"/>
                  </a:lnTo>
                  <a:cubicBezTo>
                    <a:pt x="82" y="360"/>
                    <a:pt x="82" y="360"/>
                    <a:pt x="83" y="360"/>
                  </a:cubicBezTo>
                  <a:cubicBezTo>
                    <a:pt x="84" y="360"/>
                    <a:pt x="91" y="357"/>
                    <a:pt x="98" y="354"/>
                  </a:cubicBezTo>
                  <a:cubicBezTo>
                    <a:pt x="106" y="350"/>
                    <a:pt x="110" y="349"/>
                    <a:pt x="111" y="349"/>
                  </a:cubicBezTo>
                  <a:cubicBezTo>
                    <a:pt x="112" y="349"/>
                    <a:pt x="110" y="350"/>
                    <a:pt x="107" y="353"/>
                  </a:cubicBezTo>
                  <a:cubicBezTo>
                    <a:pt x="101" y="355"/>
                    <a:pt x="97" y="358"/>
                    <a:pt x="91" y="360"/>
                  </a:cubicBezTo>
                  <a:cubicBezTo>
                    <a:pt x="83" y="364"/>
                    <a:pt x="85" y="366"/>
                    <a:pt x="86" y="367"/>
                  </a:cubicBezTo>
                  <a:cubicBezTo>
                    <a:pt x="86" y="369"/>
                    <a:pt x="87" y="371"/>
                    <a:pt x="89" y="371"/>
                  </a:cubicBezTo>
                  <a:cubicBezTo>
                    <a:pt x="90" y="371"/>
                    <a:pt x="92" y="370"/>
                    <a:pt x="95" y="368"/>
                  </a:cubicBezTo>
                  <a:lnTo>
                    <a:pt x="95" y="368"/>
                  </a:lnTo>
                  <a:lnTo>
                    <a:pt x="88" y="373"/>
                  </a:lnTo>
                  <a:cubicBezTo>
                    <a:pt x="88" y="374"/>
                    <a:pt x="84" y="375"/>
                    <a:pt x="84" y="375"/>
                  </a:cubicBezTo>
                  <a:cubicBezTo>
                    <a:pt x="85" y="375"/>
                    <a:pt x="85" y="375"/>
                    <a:pt x="88" y="374"/>
                  </a:cubicBezTo>
                  <a:lnTo>
                    <a:pt x="88" y="374"/>
                  </a:lnTo>
                  <a:cubicBezTo>
                    <a:pt x="88" y="374"/>
                    <a:pt x="89" y="375"/>
                    <a:pt x="83" y="383"/>
                  </a:cubicBezTo>
                  <a:cubicBezTo>
                    <a:pt x="81" y="386"/>
                    <a:pt x="82" y="387"/>
                    <a:pt x="85" y="387"/>
                  </a:cubicBezTo>
                  <a:cubicBezTo>
                    <a:pt x="89" y="387"/>
                    <a:pt x="99" y="383"/>
                    <a:pt x="107" y="374"/>
                  </a:cubicBezTo>
                  <a:lnTo>
                    <a:pt x="107" y="374"/>
                  </a:lnTo>
                  <a:cubicBezTo>
                    <a:pt x="107" y="374"/>
                    <a:pt x="108" y="375"/>
                    <a:pt x="108" y="375"/>
                  </a:cubicBezTo>
                  <a:cubicBezTo>
                    <a:pt x="108" y="376"/>
                    <a:pt x="108" y="376"/>
                    <a:pt x="109" y="376"/>
                  </a:cubicBezTo>
                  <a:cubicBezTo>
                    <a:pt x="111" y="376"/>
                    <a:pt x="116" y="373"/>
                    <a:pt x="116" y="373"/>
                  </a:cubicBezTo>
                  <a:cubicBezTo>
                    <a:pt x="120" y="371"/>
                    <a:pt x="122" y="370"/>
                    <a:pt x="123" y="370"/>
                  </a:cubicBezTo>
                  <a:cubicBezTo>
                    <a:pt x="124" y="370"/>
                    <a:pt x="124" y="371"/>
                    <a:pt x="125" y="372"/>
                  </a:cubicBezTo>
                  <a:lnTo>
                    <a:pt x="110" y="380"/>
                  </a:lnTo>
                  <a:cubicBezTo>
                    <a:pt x="95" y="387"/>
                    <a:pt x="87" y="393"/>
                    <a:pt x="90" y="393"/>
                  </a:cubicBezTo>
                  <a:cubicBezTo>
                    <a:pt x="92" y="393"/>
                    <a:pt x="97" y="391"/>
                    <a:pt x="105" y="387"/>
                  </a:cubicBezTo>
                  <a:lnTo>
                    <a:pt x="105" y="387"/>
                  </a:lnTo>
                  <a:lnTo>
                    <a:pt x="97" y="392"/>
                  </a:lnTo>
                  <a:cubicBezTo>
                    <a:pt x="92" y="395"/>
                    <a:pt x="91" y="397"/>
                    <a:pt x="95" y="397"/>
                  </a:cubicBezTo>
                  <a:cubicBezTo>
                    <a:pt x="96" y="397"/>
                    <a:pt x="98" y="397"/>
                    <a:pt x="100" y="396"/>
                  </a:cubicBezTo>
                  <a:cubicBezTo>
                    <a:pt x="100" y="396"/>
                    <a:pt x="101" y="397"/>
                    <a:pt x="101" y="397"/>
                  </a:cubicBezTo>
                  <a:cubicBezTo>
                    <a:pt x="104" y="397"/>
                    <a:pt x="117" y="390"/>
                    <a:pt x="124" y="385"/>
                  </a:cubicBezTo>
                  <a:cubicBezTo>
                    <a:pt x="128" y="382"/>
                    <a:pt x="130" y="382"/>
                    <a:pt x="131" y="382"/>
                  </a:cubicBezTo>
                  <a:cubicBezTo>
                    <a:pt x="132" y="382"/>
                    <a:pt x="132" y="382"/>
                    <a:pt x="132" y="382"/>
                  </a:cubicBezTo>
                  <a:cubicBezTo>
                    <a:pt x="132" y="384"/>
                    <a:pt x="132" y="384"/>
                    <a:pt x="125" y="389"/>
                  </a:cubicBezTo>
                  <a:cubicBezTo>
                    <a:pt x="116" y="394"/>
                    <a:pt x="113" y="397"/>
                    <a:pt x="116" y="397"/>
                  </a:cubicBezTo>
                  <a:cubicBezTo>
                    <a:pt x="118" y="397"/>
                    <a:pt x="122" y="396"/>
                    <a:pt x="127" y="393"/>
                  </a:cubicBezTo>
                  <a:lnTo>
                    <a:pt x="127" y="393"/>
                  </a:lnTo>
                  <a:lnTo>
                    <a:pt x="120" y="398"/>
                  </a:lnTo>
                  <a:cubicBezTo>
                    <a:pt x="114" y="402"/>
                    <a:pt x="108" y="409"/>
                    <a:pt x="119" y="411"/>
                  </a:cubicBezTo>
                  <a:cubicBezTo>
                    <a:pt x="124" y="417"/>
                    <a:pt x="127" y="421"/>
                    <a:pt x="120" y="427"/>
                  </a:cubicBezTo>
                  <a:cubicBezTo>
                    <a:pt x="119" y="428"/>
                    <a:pt x="119" y="429"/>
                    <a:pt x="120" y="429"/>
                  </a:cubicBezTo>
                  <a:cubicBezTo>
                    <a:pt x="124" y="429"/>
                    <a:pt x="136" y="424"/>
                    <a:pt x="146" y="418"/>
                  </a:cubicBezTo>
                  <a:lnTo>
                    <a:pt x="146" y="418"/>
                  </a:lnTo>
                  <a:cubicBezTo>
                    <a:pt x="141" y="423"/>
                    <a:pt x="142" y="424"/>
                    <a:pt x="144" y="427"/>
                  </a:cubicBezTo>
                  <a:cubicBezTo>
                    <a:pt x="147" y="431"/>
                    <a:pt x="147" y="431"/>
                    <a:pt x="142" y="437"/>
                  </a:cubicBezTo>
                  <a:cubicBezTo>
                    <a:pt x="135" y="443"/>
                    <a:pt x="131" y="445"/>
                    <a:pt x="132" y="445"/>
                  </a:cubicBezTo>
                  <a:cubicBezTo>
                    <a:pt x="132" y="445"/>
                    <a:pt x="136" y="443"/>
                    <a:pt x="143" y="438"/>
                  </a:cubicBezTo>
                  <a:cubicBezTo>
                    <a:pt x="147" y="434"/>
                    <a:pt x="149" y="433"/>
                    <a:pt x="150" y="433"/>
                  </a:cubicBezTo>
                  <a:cubicBezTo>
                    <a:pt x="153" y="433"/>
                    <a:pt x="150" y="441"/>
                    <a:pt x="142" y="449"/>
                  </a:cubicBezTo>
                  <a:cubicBezTo>
                    <a:pt x="136" y="456"/>
                    <a:pt x="137" y="457"/>
                    <a:pt x="141" y="459"/>
                  </a:cubicBezTo>
                  <a:cubicBezTo>
                    <a:pt x="143" y="457"/>
                    <a:pt x="146" y="457"/>
                    <a:pt x="147" y="457"/>
                  </a:cubicBezTo>
                  <a:cubicBezTo>
                    <a:pt x="149" y="457"/>
                    <a:pt x="151" y="458"/>
                    <a:pt x="153" y="459"/>
                  </a:cubicBezTo>
                  <a:cubicBezTo>
                    <a:pt x="154" y="460"/>
                    <a:pt x="155" y="461"/>
                    <a:pt x="156" y="461"/>
                  </a:cubicBezTo>
                  <a:cubicBezTo>
                    <a:pt x="158" y="461"/>
                    <a:pt x="160" y="458"/>
                    <a:pt x="168" y="449"/>
                  </a:cubicBezTo>
                  <a:cubicBezTo>
                    <a:pt x="174" y="440"/>
                    <a:pt x="177" y="438"/>
                    <a:pt x="179" y="438"/>
                  </a:cubicBezTo>
                  <a:cubicBezTo>
                    <a:pt x="180" y="438"/>
                    <a:pt x="180" y="438"/>
                    <a:pt x="181" y="439"/>
                  </a:cubicBezTo>
                  <a:cubicBezTo>
                    <a:pt x="182" y="440"/>
                    <a:pt x="184" y="441"/>
                    <a:pt x="179" y="448"/>
                  </a:cubicBezTo>
                  <a:cubicBezTo>
                    <a:pt x="179" y="448"/>
                    <a:pt x="175" y="456"/>
                    <a:pt x="177" y="457"/>
                  </a:cubicBezTo>
                  <a:cubicBezTo>
                    <a:pt x="178" y="458"/>
                    <a:pt x="180" y="459"/>
                    <a:pt x="174" y="466"/>
                  </a:cubicBezTo>
                  <a:cubicBezTo>
                    <a:pt x="174" y="466"/>
                    <a:pt x="171" y="474"/>
                    <a:pt x="174" y="476"/>
                  </a:cubicBezTo>
                  <a:cubicBezTo>
                    <a:pt x="178" y="478"/>
                    <a:pt x="181" y="481"/>
                    <a:pt x="177" y="488"/>
                  </a:cubicBezTo>
                  <a:cubicBezTo>
                    <a:pt x="178" y="488"/>
                    <a:pt x="178" y="488"/>
                    <a:pt x="182" y="482"/>
                  </a:cubicBezTo>
                  <a:cubicBezTo>
                    <a:pt x="185" y="477"/>
                    <a:pt x="188" y="473"/>
                    <a:pt x="191" y="473"/>
                  </a:cubicBezTo>
                  <a:cubicBezTo>
                    <a:pt x="192" y="473"/>
                    <a:pt x="194" y="474"/>
                    <a:pt x="194" y="478"/>
                  </a:cubicBezTo>
                  <a:cubicBezTo>
                    <a:pt x="196" y="479"/>
                    <a:pt x="198" y="481"/>
                    <a:pt x="200" y="481"/>
                  </a:cubicBezTo>
                  <a:cubicBezTo>
                    <a:pt x="202" y="481"/>
                    <a:pt x="204" y="480"/>
                    <a:pt x="206" y="476"/>
                  </a:cubicBezTo>
                  <a:cubicBezTo>
                    <a:pt x="207" y="476"/>
                    <a:pt x="207" y="476"/>
                    <a:pt x="203" y="484"/>
                  </a:cubicBezTo>
                  <a:cubicBezTo>
                    <a:pt x="199" y="492"/>
                    <a:pt x="199" y="497"/>
                    <a:pt x="200" y="497"/>
                  </a:cubicBezTo>
                  <a:cubicBezTo>
                    <a:pt x="202" y="497"/>
                    <a:pt x="206" y="493"/>
                    <a:pt x="210" y="487"/>
                  </a:cubicBezTo>
                  <a:cubicBezTo>
                    <a:pt x="212" y="484"/>
                    <a:pt x="213" y="482"/>
                    <a:pt x="213" y="482"/>
                  </a:cubicBezTo>
                  <a:cubicBezTo>
                    <a:pt x="214" y="482"/>
                    <a:pt x="214" y="484"/>
                    <a:pt x="214" y="488"/>
                  </a:cubicBezTo>
                  <a:cubicBezTo>
                    <a:pt x="214" y="488"/>
                    <a:pt x="214" y="488"/>
                    <a:pt x="214" y="488"/>
                  </a:cubicBezTo>
                  <a:cubicBezTo>
                    <a:pt x="214" y="488"/>
                    <a:pt x="216" y="488"/>
                    <a:pt x="219" y="483"/>
                  </a:cubicBezTo>
                  <a:cubicBezTo>
                    <a:pt x="222" y="479"/>
                    <a:pt x="223" y="477"/>
                    <a:pt x="224" y="477"/>
                  </a:cubicBezTo>
                  <a:cubicBezTo>
                    <a:pt x="225" y="477"/>
                    <a:pt x="225" y="480"/>
                    <a:pt x="225" y="485"/>
                  </a:cubicBezTo>
                  <a:cubicBezTo>
                    <a:pt x="221" y="493"/>
                    <a:pt x="223" y="493"/>
                    <a:pt x="225" y="494"/>
                  </a:cubicBezTo>
                  <a:cubicBezTo>
                    <a:pt x="226" y="492"/>
                    <a:pt x="229" y="491"/>
                    <a:pt x="232" y="491"/>
                  </a:cubicBezTo>
                  <a:cubicBezTo>
                    <a:pt x="239" y="491"/>
                    <a:pt x="248" y="496"/>
                    <a:pt x="248" y="502"/>
                  </a:cubicBezTo>
                  <a:cubicBezTo>
                    <a:pt x="251" y="496"/>
                    <a:pt x="251" y="495"/>
                    <a:pt x="252" y="495"/>
                  </a:cubicBezTo>
                  <a:cubicBezTo>
                    <a:pt x="253" y="495"/>
                    <a:pt x="253" y="495"/>
                    <a:pt x="254" y="495"/>
                  </a:cubicBezTo>
                  <a:cubicBezTo>
                    <a:pt x="253" y="502"/>
                    <a:pt x="253" y="504"/>
                    <a:pt x="254" y="504"/>
                  </a:cubicBezTo>
                  <a:cubicBezTo>
                    <a:pt x="254" y="504"/>
                    <a:pt x="256" y="498"/>
                    <a:pt x="258" y="487"/>
                  </a:cubicBezTo>
                  <a:lnTo>
                    <a:pt x="257" y="487"/>
                  </a:lnTo>
                  <a:lnTo>
                    <a:pt x="256" y="486"/>
                  </a:lnTo>
                  <a:cubicBezTo>
                    <a:pt x="258" y="479"/>
                    <a:pt x="259" y="476"/>
                    <a:pt x="260" y="476"/>
                  </a:cubicBezTo>
                  <a:lnTo>
                    <a:pt x="260" y="476"/>
                  </a:lnTo>
                  <a:cubicBezTo>
                    <a:pt x="262" y="476"/>
                    <a:pt x="262" y="482"/>
                    <a:pt x="258" y="496"/>
                  </a:cubicBezTo>
                  <a:cubicBezTo>
                    <a:pt x="258" y="505"/>
                    <a:pt x="258" y="509"/>
                    <a:pt x="258" y="509"/>
                  </a:cubicBezTo>
                  <a:cubicBezTo>
                    <a:pt x="258" y="509"/>
                    <a:pt x="260" y="505"/>
                    <a:pt x="262" y="497"/>
                  </a:cubicBezTo>
                  <a:cubicBezTo>
                    <a:pt x="265" y="489"/>
                    <a:pt x="266" y="485"/>
                    <a:pt x="267" y="485"/>
                  </a:cubicBezTo>
                  <a:cubicBezTo>
                    <a:pt x="268" y="485"/>
                    <a:pt x="268" y="490"/>
                    <a:pt x="267" y="498"/>
                  </a:cubicBezTo>
                  <a:cubicBezTo>
                    <a:pt x="266" y="507"/>
                    <a:pt x="265" y="511"/>
                    <a:pt x="265" y="511"/>
                  </a:cubicBezTo>
                  <a:cubicBezTo>
                    <a:pt x="265" y="511"/>
                    <a:pt x="266" y="507"/>
                    <a:pt x="269" y="498"/>
                  </a:cubicBezTo>
                  <a:cubicBezTo>
                    <a:pt x="274" y="480"/>
                    <a:pt x="277" y="469"/>
                    <a:pt x="279" y="469"/>
                  </a:cubicBezTo>
                  <a:lnTo>
                    <a:pt x="279" y="469"/>
                  </a:lnTo>
                  <a:cubicBezTo>
                    <a:pt x="280" y="469"/>
                    <a:pt x="280" y="476"/>
                    <a:pt x="279" y="491"/>
                  </a:cubicBezTo>
                  <a:cubicBezTo>
                    <a:pt x="276" y="509"/>
                    <a:pt x="278" y="516"/>
                    <a:pt x="280" y="518"/>
                  </a:cubicBezTo>
                  <a:cubicBezTo>
                    <a:pt x="281" y="518"/>
                    <a:pt x="282" y="509"/>
                    <a:pt x="283" y="501"/>
                  </a:cubicBezTo>
                  <a:cubicBezTo>
                    <a:pt x="283" y="492"/>
                    <a:pt x="283" y="488"/>
                    <a:pt x="284" y="488"/>
                  </a:cubicBezTo>
                  <a:cubicBezTo>
                    <a:pt x="284" y="488"/>
                    <a:pt x="285" y="492"/>
                    <a:pt x="286" y="501"/>
                  </a:cubicBezTo>
                  <a:cubicBezTo>
                    <a:pt x="288" y="516"/>
                    <a:pt x="291" y="522"/>
                    <a:pt x="293" y="522"/>
                  </a:cubicBezTo>
                  <a:cubicBezTo>
                    <a:pt x="295" y="522"/>
                    <a:pt x="297" y="518"/>
                    <a:pt x="300" y="511"/>
                  </a:cubicBezTo>
                  <a:cubicBezTo>
                    <a:pt x="303" y="502"/>
                    <a:pt x="306" y="498"/>
                    <a:pt x="307" y="498"/>
                  </a:cubicBezTo>
                  <a:cubicBezTo>
                    <a:pt x="309" y="498"/>
                    <a:pt x="309" y="502"/>
                    <a:pt x="307" y="511"/>
                  </a:cubicBezTo>
                  <a:cubicBezTo>
                    <a:pt x="305" y="521"/>
                    <a:pt x="304" y="525"/>
                    <a:pt x="305" y="525"/>
                  </a:cubicBezTo>
                  <a:cubicBezTo>
                    <a:pt x="305" y="525"/>
                    <a:pt x="306" y="522"/>
                    <a:pt x="308" y="519"/>
                  </a:cubicBezTo>
                  <a:lnTo>
                    <a:pt x="317" y="519"/>
                  </a:lnTo>
                  <a:cubicBezTo>
                    <a:pt x="319" y="519"/>
                    <a:pt x="320" y="510"/>
                    <a:pt x="319" y="502"/>
                  </a:cubicBezTo>
                  <a:lnTo>
                    <a:pt x="319" y="502"/>
                  </a:lnTo>
                  <a:cubicBezTo>
                    <a:pt x="321" y="512"/>
                    <a:pt x="324" y="519"/>
                    <a:pt x="326" y="519"/>
                  </a:cubicBezTo>
                  <a:cubicBezTo>
                    <a:pt x="328" y="519"/>
                    <a:pt x="329" y="516"/>
                    <a:pt x="329" y="510"/>
                  </a:cubicBezTo>
                  <a:lnTo>
                    <a:pt x="332" y="509"/>
                  </a:lnTo>
                  <a:cubicBezTo>
                    <a:pt x="335" y="509"/>
                    <a:pt x="335" y="509"/>
                    <a:pt x="335" y="501"/>
                  </a:cubicBezTo>
                  <a:cubicBezTo>
                    <a:pt x="335" y="498"/>
                    <a:pt x="335" y="497"/>
                    <a:pt x="336" y="497"/>
                  </a:cubicBezTo>
                  <a:cubicBezTo>
                    <a:pt x="337" y="497"/>
                    <a:pt x="339" y="502"/>
                    <a:pt x="341" y="509"/>
                  </a:cubicBezTo>
                  <a:cubicBezTo>
                    <a:pt x="344" y="514"/>
                    <a:pt x="346" y="519"/>
                    <a:pt x="347" y="519"/>
                  </a:cubicBezTo>
                  <a:cubicBezTo>
                    <a:pt x="347" y="519"/>
                    <a:pt x="347" y="518"/>
                    <a:pt x="347" y="515"/>
                  </a:cubicBezTo>
                  <a:cubicBezTo>
                    <a:pt x="346" y="507"/>
                    <a:pt x="346" y="498"/>
                    <a:pt x="347" y="489"/>
                  </a:cubicBezTo>
                  <a:cubicBezTo>
                    <a:pt x="347" y="487"/>
                    <a:pt x="347" y="486"/>
                    <a:pt x="348" y="486"/>
                  </a:cubicBezTo>
                  <a:cubicBezTo>
                    <a:pt x="349" y="486"/>
                    <a:pt x="350" y="491"/>
                    <a:pt x="350" y="497"/>
                  </a:cubicBezTo>
                  <a:cubicBezTo>
                    <a:pt x="352" y="503"/>
                    <a:pt x="354" y="509"/>
                    <a:pt x="358" y="513"/>
                  </a:cubicBezTo>
                  <a:cubicBezTo>
                    <a:pt x="359" y="513"/>
                    <a:pt x="364" y="512"/>
                    <a:pt x="362" y="504"/>
                  </a:cubicBezTo>
                  <a:cubicBezTo>
                    <a:pt x="360" y="499"/>
                    <a:pt x="363" y="497"/>
                    <a:pt x="367" y="497"/>
                  </a:cubicBezTo>
                  <a:cubicBezTo>
                    <a:pt x="369" y="497"/>
                    <a:pt x="372" y="498"/>
                    <a:pt x="374" y="501"/>
                  </a:cubicBezTo>
                  <a:lnTo>
                    <a:pt x="377" y="500"/>
                  </a:lnTo>
                  <a:cubicBezTo>
                    <a:pt x="378" y="498"/>
                    <a:pt x="377" y="491"/>
                    <a:pt x="380" y="489"/>
                  </a:cubicBezTo>
                  <a:cubicBezTo>
                    <a:pt x="380" y="489"/>
                    <a:pt x="381" y="489"/>
                    <a:pt x="380" y="481"/>
                  </a:cubicBezTo>
                  <a:cubicBezTo>
                    <a:pt x="380" y="481"/>
                    <a:pt x="381" y="480"/>
                    <a:pt x="381" y="480"/>
                  </a:cubicBezTo>
                  <a:cubicBezTo>
                    <a:pt x="382" y="480"/>
                    <a:pt x="384" y="481"/>
                    <a:pt x="386" y="487"/>
                  </a:cubicBezTo>
                  <a:cubicBezTo>
                    <a:pt x="384" y="479"/>
                    <a:pt x="383" y="475"/>
                    <a:pt x="383" y="475"/>
                  </a:cubicBezTo>
                  <a:lnTo>
                    <a:pt x="383" y="475"/>
                  </a:lnTo>
                  <a:cubicBezTo>
                    <a:pt x="384" y="475"/>
                    <a:pt x="386" y="479"/>
                    <a:pt x="390" y="486"/>
                  </a:cubicBezTo>
                  <a:cubicBezTo>
                    <a:pt x="393" y="494"/>
                    <a:pt x="395" y="498"/>
                    <a:pt x="395" y="498"/>
                  </a:cubicBezTo>
                  <a:cubicBezTo>
                    <a:pt x="395" y="498"/>
                    <a:pt x="394" y="494"/>
                    <a:pt x="391" y="486"/>
                  </a:cubicBezTo>
                  <a:cubicBezTo>
                    <a:pt x="390" y="481"/>
                    <a:pt x="390" y="479"/>
                    <a:pt x="390" y="479"/>
                  </a:cubicBezTo>
                  <a:lnTo>
                    <a:pt x="390" y="479"/>
                  </a:lnTo>
                  <a:cubicBezTo>
                    <a:pt x="391" y="479"/>
                    <a:pt x="392" y="481"/>
                    <a:pt x="394" y="484"/>
                  </a:cubicBezTo>
                  <a:cubicBezTo>
                    <a:pt x="396" y="488"/>
                    <a:pt x="397" y="490"/>
                    <a:pt x="398" y="490"/>
                  </a:cubicBezTo>
                  <a:cubicBezTo>
                    <a:pt x="398" y="490"/>
                    <a:pt x="398" y="488"/>
                    <a:pt x="396" y="484"/>
                  </a:cubicBezTo>
                  <a:cubicBezTo>
                    <a:pt x="393" y="473"/>
                    <a:pt x="391" y="465"/>
                    <a:pt x="393" y="465"/>
                  </a:cubicBezTo>
                  <a:cubicBezTo>
                    <a:pt x="394" y="465"/>
                    <a:pt x="396" y="468"/>
                    <a:pt x="399" y="473"/>
                  </a:cubicBezTo>
                  <a:cubicBezTo>
                    <a:pt x="399" y="473"/>
                    <a:pt x="401" y="473"/>
                    <a:pt x="399" y="464"/>
                  </a:cubicBezTo>
                  <a:cubicBezTo>
                    <a:pt x="395" y="456"/>
                    <a:pt x="394" y="452"/>
                    <a:pt x="394" y="452"/>
                  </a:cubicBezTo>
                  <a:lnTo>
                    <a:pt x="394" y="452"/>
                  </a:lnTo>
                  <a:cubicBezTo>
                    <a:pt x="394" y="452"/>
                    <a:pt x="396" y="456"/>
                    <a:pt x="400" y="464"/>
                  </a:cubicBezTo>
                  <a:cubicBezTo>
                    <a:pt x="404" y="471"/>
                    <a:pt x="407" y="474"/>
                    <a:pt x="408" y="474"/>
                  </a:cubicBezTo>
                  <a:cubicBezTo>
                    <a:pt x="409" y="474"/>
                    <a:pt x="408" y="470"/>
                    <a:pt x="404" y="461"/>
                  </a:cubicBezTo>
                  <a:cubicBezTo>
                    <a:pt x="404" y="461"/>
                    <a:pt x="403" y="458"/>
                    <a:pt x="404" y="458"/>
                  </a:cubicBezTo>
                  <a:cubicBezTo>
                    <a:pt x="405" y="458"/>
                    <a:pt x="406" y="458"/>
                    <a:pt x="408" y="460"/>
                  </a:cubicBezTo>
                  <a:cubicBezTo>
                    <a:pt x="410" y="463"/>
                    <a:pt x="415" y="464"/>
                    <a:pt x="418" y="464"/>
                  </a:cubicBezTo>
                  <a:cubicBezTo>
                    <a:pt x="422" y="464"/>
                    <a:pt x="424" y="461"/>
                    <a:pt x="418" y="454"/>
                  </a:cubicBezTo>
                  <a:lnTo>
                    <a:pt x="420" y="452"/>
                  </a:lnTo>
                  <a:cubicBezTo>
                    <a:pt x="423" y="455"/>
                    <a:pt x="426" y="456"/>
                    <a:pt x="427" y="456"/>
                  </a:cubicBezTo>
                  <a:cubicBezTo>
                    <a:pt x="429" y="456"/>
                    <a:pt x="429" y="454"/>
                    <a:pt x="427" y="449"/>
                  </a:cubicBezTo>
                  <a:lnTo>
                    <a:pt x="423" y="441"/>
                  </a:lnTo>
                  <a:lnTo>
                    <a:pt x="423" y="441"/>
                  </a:lnTo>
                  <a:cubicBezTo>
                    <a:pt x="428" y="448"/>
                    <a:pt x="435" y="454"/>
                    <a:pt x="436" y="454"/>
                  </a:cubicBezTo>
                  <a:cubicBezTo>
                    <a:pt x="437" y="452"/>
                    <a:pt x="437" y="452"/>
                    <a:pt x="432" y="445"/>
                  </a:cubicBezTo>
                  <a:cubicBezTo>
                    <a:pt x="426" y="439"/>
                    <a:pt x="427" y="438"/>
                    <a:pt x="428" y="437"/>
                  </a:cubicBezTo>
                  <a:lnTo>
                    <a:pt x="428" y="437"/>
                  </a:lnTo>
                  <a:cubicBezTo>
                    <a:pt x="430" y="437"/>
                    <a:pt x="436" y="442"/>
                    <a:pt x="441" y="449"/>
                  </a:cubicBezTo>
                  <a:lnTo>
                    <a:pt x="442" y="448"/>
                  </a:lnTo>
                  <a:cubicBezTo>
                    <a:pt x="436" y="440"/>
                    <a:pt x="434" y="436"/>
                    <a:pt x="435" y="436"/>
                  </a:cubicBezTo>
                  <a:lnTo>
                    <a:pt x="435" y="436"/>
                  </a:lnTo>
                  <a:cubicBezTo>
                    <a:pt x="435" y="436"/>
                    <a:pt x="437" y="438"/>
                    <a:pt x="439" y="440"/>
                  </a:cubicBezTo>
                  <a:cubicBezTo>
                    <a:pt x="443" y="443"/>
                    <a:pt x="445" y="444"/>
                    <a:pt x="446" y="444"/>
                  </a:cubicBezTo>
                  <a:cubicBezTo>
                    <a:pt x="447" y="444"/>
                    <a:pt x="448" y="444"/>
                    <a:pt x="448" y="443"/>
                  </a:cubicBezTo>
                  <a:cubicBezTo>
                    <a:pt x="446" y="442"/>
                    <a:pt x="446" y="441"/>
                    <a:pt x="446" y="441"/>
                  </a:cubicBezTo>
                  <a:lnTo>
                    <a:pt x="446" y="441"/>
                  </a:lnTo>
                  <a:cubicBezTo>
                    <a:pt x="446" y="441"/>
                    <a:pt x="449" y="443"/>
                    <a:pt x="448" y="443"/>
                  </a:cubicBezTo>
                  <a:lnTo>
                    <a:pt x="454" y="450"/>
                  </a:lnTo>
                  <a:cubicBezTo>
                    <a:pt x="455" y="452"/>
                    <a:pt x="456" y="452"/>
                    <a:pt x="457" y="452"/>
                  </a:cubicBezTo>
                  <a:cubicBezTo>
                    <a:pt x="457" y="452"/>
                    <a:pt x="453" y="448"/>
                    <a:pt x="449" y="443"/>
                  </a:cubicBezTo>
                  <a:lnTo>
                    <a:pt x="453" y="441"/>
                  </a:lnTo>
                  <a:cubicBezTo>
                    <a:pt x="454" y="440"/>
                    <a:pt x="455" y="439"/>
                    <a:pt x="448" y="433"/>
                  </a:cubicBezTo>
                  <a:cubicBezTo>
                    <a:pt x="442" y="427"/>
                    <a:pt x="437" y="420"/>
                    <a:pt x="438" y="419"/>
                  </a:cubicBezTo>
                  <a:lnTo>
                    <a:pt x="438" y="419"/>
                  </a:lnTo>
                  <a:cubicBezTo>
                    <a:pt x="443" y="425"/>
                    <a:pt x="448" y="431"/>
                    <a:pt x="451" y="431"/>
                  </a:cubicBezTo>
                  <a:cubicBezTo>
                    <a:pt x="451" y="431"/>
                    <a:pt x="451" y="431"/>
                    <a:pt x="451" y="431"/>
                  </a:cubicBezTo>
                  <a:cubicBezTo>
                    <a:pt x="451" y="431"/>
                    <a:pt x="452" y="431"/>
                    <a:pt x="452" y="431"/>
                  </a:cubicBezTo>
                  <a:cubicBezTo>
                    <a:pt x="453" y="431"/>
                    <a:pt x="458" y="437"/>
                    <a:pt x="458" y="437"/>
                  </a:cubicBezTo>
                  <a:cubicBezTo>
                    <a:pt x="462" y="441"/>
                    <a:pt x="464" y="443"/>
                    <a:pt x="465" y="443"/>
                  </a:cubicBezTo>
                  <a:cubicBezTo>
                    <a:pt x="467" y="443"/>
                    <a:pt x="466" y="437"/>
                    <a:pt x="463" y="432"/>
                  </a:cubicBezTo>
                  <a:cubicBezTo>
                    <a:pt x="458" y="424"/>
                    <a:pt x="456" y="420"/>
                    <a:pt x="457" y="420"/>
                  </a:cubicBezTo>
                  <a:lnTo>
                    <a:pt x="457" y="420"/>
                  </a:lnTo>
                  <a:cubicBezTo>
                    <a:pt x="458" y="420"/>
                    <a:pt x="461" y="423"/>
                    <a:pt x="467" y="429"/>
                  </a:cubicBezTo>
                  <a:cubicBezTo>
                    <a:pt x="470" y="432"/>
                    <a:pt x="472" y="433"/>
                    <a:pt x="472" y="433"/>
                  </a:cubicBezTo>
                  <a:cubicBezTo>
                    <a:pt x="474" y="433"/>
                    <a:pt x="465" y="421"/>
                    <a:pt x="453" y="406"/>
                  </a:cubicBezTo>
                  <a:lnTo>
                    <a:pt x="436" y="389"/>
                  </a:lnTo>
                  <a:lnTo>
                    <a:pt x="436" y="389"/>
                  </a:lnTo>
                  <a:lnTo>
                    <a:pt x="454" y="405"/>
                  </a:lnTo>
                  <a:cubicBezTo>
                    <a:pt x="468" y="418"/>
                    <a:pt x="474" y="424"/>
                    <a:pt x="476" y="424"/>
                  </a:cubicBezTo>
                  <a:cubicBezTo>
                    <a:pt x="477" y="424"/>
                    <a:pt x="475" y="420"/>
                    <a:pt x="470" y="413"/>
                  </a:cubicBezTo>
                  <a:cubicBezTo>
                    <a:pt x="469" y="408"/>
                    <a:pt x="468" y="406"/>
                    <a:pt x="468" y="406"/>
                  </a:cubicBezTo>
                  <a:lnTo>
                    <a:pt x="468" y="406"/>
                  </a:lnTo>
                  <a:cubicBezTo>
                    <a:pt x="469" y="406"/>
                    <a:pt x="470" y="408"/>
                    <a:pt x="473" y="411"/>
                  </a:cubicBezTo>
                  <a:cubicBezTo>
                    <a:pt x="476" y="414"/>
                    <a:pt x="478" y="415"/>
                    <a:pt x="479" y="415"/>
                  </a:cubicBezTo>
                  <a:cubicBezTo>
                    <a:pt x="481" y="415"/>
                    <a:pt x="482" y="413"/>
                    <a:pt x="484" y="411"/>
                  </a:cubicBezTo>
                  <a:cubicBezTo>
                    <a:pt x="488" y="408"/>
                    <a:pt x="490" y="406"/>
                    <a:pt x="483" y="401"/>
                  </a:cubicBezTo>
                  <a:lnTo>
                    <a:pt x="485" y="398"/>
                  </a:lnTo>
                  <a:cubicBezTo>
                    <a:pt x="490" y="401"/>
                    <a:pt x="492" y="402"/>
                    <a:pt x="493" y="402"/>
                  </a:cubicBezTo>
                  <a:cubicBezTo>
                    <a:pt x="496" y="402"/>
                    <a:pt x="491" y="396"/>
                    <a:pt x="481" y="390"/>
                  </a:cubicBezTo>
                  <a:lnTo>
                    <a:pt x="482" y="387"/>
                  </a:lnTo>
                  <a:lnTo>
                    <a:pt x="490" y="393"/>
                  </a:lnTo>
                  <a:cubicBezTo>
                    <a:pt x="491" y="394"/>
                    <a:pt x="493" y="395"/>
                    <a:pt x="494" y="395"/>
                  </a:cubicBezTo>
                  <a:cubicBezTo>
                    <a:pt x="498" y="395"/>
                    <a:pt x="501" y="392"/>
                    <a:pt x="506" y="384"/>
                  </a:cubicBezTo>
                  <a:cubicBezTo>
                    <a:pt x="515" y="371"/>
                    <a:pt x="516" y="368"/>
                    <a:pt x="501" y="360"/>
                  </a:cubicBezTo>
                  <a:cubicBezTo>
                    <a:pt x="493" y="356"/>
                    <a:pt x="490" y="353"/>
                    <a:pt x="491" y="353"/>
                  </a:cubicBezTo>
                  <a:cubicBezTo>
                    <a:pt x="492" y="353"/>
                    <a:pt x="496" y="355"/>
                    <a:pt x="503" y="358"/>
                  </a:cubicBezTo>
                  <a:cubicBezTo>
                    <a:pt x="508" y="360"/>
                    <a:pt x="513" y="362"/>
                    <a:pt x="514" y="362"/>
                  </a:cubicBezTo>
                  <a:cubicBezTo>
                    <a:pt x="514" y="362"/>
                    <a:pt x="514" y="362"/>
                    <a:pt x="511" y="360"/>
                  </a:cubicBezTo>
                  <a:cubicBezTo>
                    <a:pt x="511" y="360"/>
                    <a:pt x="512" y="359"/>
                    <a:pt x="516" y="359"/>
                  </a:cubicBezTo>
                  <a:cubicBezTo>
                    <a:pt x="517" y="359"/>
                    <a:pt x="519" y="359"/>
                    <a:pt x="521" y="359"/>
                  </a:cubicBezTo>
                  <a:cubicBezTo>
                    <a:pt x="525" y="360"/>
                    <a:pt x="528" y="360"/>
                    <a:pt x="529" y="360"/>
                  </a:cubicBezTo>
                  <a:cubicBezTo>
                    <a:pt x="536" y="360"/>
                    <a:pt x="530" y="356"/>
                    <a:pt x="524" y="354"/>
                  </a:cubicBezTo>
                  <a:cubicBezTo>
                    <a:pt x="515" y="351"/>
                    <a:pt x="514" y="350"/>
                    <a:pt x="516" y="350"/>
                  </a:cubicBezTo>
                  <a:cubicBezTo>
                    <a:pt x="517" y="350"/>
                    <a:pt x="521" y="350"/>
                    <a:pt x="525" y="352"/>
                  </a:cubicBezTo>
                  <a:cubicBezTo>
                    <a:pt x="530" y="353"/>
                    <a:pt x="534" y="354"/>
                    <a:pt x="536" y="354"/>
                  </a:cubicBezTo>
                  <a:cubicBezTo>
                    <a:pt x="538" y="354"/>
                    <a:pt x="538" y="353"/>
                    <a:pt x="534" y="352"/>
                  </a:cubicBezTo>
                  <a:cubicBezTo>
                    <a:pt x="529" y="348"/>
                    <a:pt x="526" y="339"/>
                    <a:pt x="533" y="339"/>
                  </a:cubicBezTo>
                  <a:cubicBezTo>
                    <a:pt x="535" y="339"/>
                    <a:pt x="537" y="339"/>
                    <a:pt x="540" y="340"/>
                  </a:cubicBezTo>
                  <a:lnTo>
                    <a:pt x="541" y="337"/>
                  </a:lnTo>
                  <a:cubicBezTo>
                    <a:pt x="533" y="334"/>
                    <a:pt x="534" y="330"/>
                    <a:pt x="536" y="327"/>
                  </a:cubicBezTo>
                  <a:cubicBezTo>
                    <a:pt x="536" y="325"/>
                    <a:pt x="536" y="323"/>
                    <a:pt x="539" y="323"/>
                  </a:cubicBezTo>
                  <a:cubicBezTo>
                    <a:pt x="540" y="323"/>
                    <a:pt x="542" y="324"/>
                    <a:pt x="546" y="325"/>
                  </a:cubicBezTo>
                  <a:cubicBezTo>
                    <a:pt x="548" y="326"/>
                    <a:pt x="550" y="327"/>
                    <a:pt x="551" y="327"/>
                  </a:cubicBezTo>
                  <a:cubicBezTo>
                    <a:pt x="552" y="327"/>
                    <a:pt x="551" y="325"/>
                    <a:pt x="547" y="321"/>
                  </a:cubicBezTo>
                  <a:cubicBezTo>
                    <a:pt x="548" y="319"/>
                    <a:pt x="531" y="313"/>
                    <a:pt x="531" y="312"/>
                  </a:cubicBezTo>
                  <a:cubicBezTo>
                    <a:pt x="523" y="310"/>
                    <a:pt x="515" y="307"/>
                    <a:pt x="515" y="304"/>
                  </a:cubicBezTo>
                  <a:lnTo>
                    <a:pt x="515" y="304"/>
                  </a:lnTo>
                  <a:lnTo>
                    <a:pt x="524" y="307"/>
                  </a:lnTo>
                  <a:lnTo>
                    <a:pt x="541" y="310"/>
                  </a:lnTo>
                  <a:cubicBezTo>
                    <a:pt x="541" y="309"/>
                    <a:pt x="541" y="307"/>
                    <a:pt x="533" y="306"/>
                  </a:cubicBezTo>
                  <a:cubicBezTo>
                    <a:pt x="542" y="306"/>
                    <a:pt x="542" y="303"/>
                    <a:pt x="543" y="300"/>
                  </a:cubicBezTo>
                  <a:cubicBezTo>
                    <a:pt x="544" y="297"/>
                    <a:pt x="544" y="293"/>
                    <a:pt x="537" y="290"/>
                  </a:cubicBezTo>
                  <a:lnTo>
                    <a:pt x="537" y="290"/>
                  </a:lnTo>
                  <a:cubicBezTo>
                    <a:pt x="537" y="290"/>
                    <a:pt x="538" y="290"/>
                    <a:pt x="539" y="290"/>
                  </a:cubicBezTo>
                  <a:cubicBezTo>
                    <a:pt x="554" y="290"/>
                    <a:pt x="554" y="280"/>
                    <a:pt x="538" y="276"/>
                  </a:cubicBezTo>
                  <a:cubicBezTo>
                    <a:pt x="530" y="276"/>
                    <a:pt x="530" y="274"/>
                    <a:pt x="539" y="273"/>
                  </a:cubicBezTo>
                  <a:cubicBezTo>
                    <a:pt x="548" y="272"/>
                    <a:pt x="548" y="272"/>
                    <a:pt x="539" y="270"/>
                  </a:cubicBezTo>
                  <a:cubicBezTo>
                    <a:pt x="531" y="267"/>
                    <a:pt x="539" y="266"/>
                    <a:pt x="548" y="265"/>
                  </a:cubicBezTo>
                  <a:cubicBezTo>
                    <a:pt x="565" y="263"/>
                    <a:pt x="565" y="261"/>
                    <a:pt x="557" y="260"/>
                  </a:cubicBezTo>
                  <a:cubicBezTo>
                    <a:pt x="548" y="256"/>
                    <a:pt x="548" y="253"/>
                    <a:pt x="548" y="251"/>
                  </a:cubicBezTo>
                  <a:cubicBezTo>
                    <a:pt x="542" y="248"/>
                    <a:pt x="540" y="247"/>
                    <a:pt x="537" y="247"/>
                  </a:cubicBezTo>
                  <a:cubicBezTo>
                    <a:pt x="536" y="247"/>
                    <a:pt x="534" y="248"/>
                    <a:pt x="531" y="248"/>
                  </a:cubicBezTo>
                  <a:lnTo>
                    <a:pt x="514" y="248"/>
                  </a:lnTo>
                  <a:cubicBezTo>
                    <a:pt x="508" y="247"/>
                    <a:pt x="511" y="246"/>
                    <a:pt x="513" y="246"/>
                  </a:cubicBezTo>
                  <a:cubicBezTo>
                    <a:pt x="514" y="246"/>
                    <a:pt x="514" y="246"/>
                    <a:pt x="514" y="246"/>
                  </a:cubicBezTo>
                  <a:cubicBezTo>
                    <a:pt x="517" y="247"/>
                    <a:pt x="519" y="247"/>
                    <a:pt x="521" y="247"/>
                  </a:cubicBezTo>
                  <a:cubicBezTo>
                    <a:pt x="523" y="247"/>
                    <a:pt x="525" y="246"/>
                    <a:pt x="531" y="245"/>
                  </a:cubicBezTo>
                  <a:cubicBezTo>
                    <a:pt x="539" y="243"/>
                    <a:pt x="539" y="239"/>
                    <a:pt x="539" y="237"/>
                  </a:cubicBezTo>
                  <a:cubicBezTo>
                    <a:pt x="539" y="236"/>
                    <a:pt x="538" y="233"/>
                    <a:pt x="538" y="230"/>
                  </a:cubicBezTo>
                  <a:cubicBezTo>
                    <a:pt x="544" y="225"/>
                    <a:pt x="545" y="223"/>
                    <a:pt x="542" y="223"/>
                  </a:cubicBezTo>
                  <a:cubicBezTo>
                    <a:pt x="541" y="223"/>
                    <a:pt x="539" y="223"/>
                    <a:pt x="537" y="224"/>
                  </a:cubicBezTo>
                  <a:lnTo>
                    <a:pt x="529" y="225"/>
                  </a:lnTo>
                  <a:cubicBezTo>
                    <a:pt x="544" y="221"/>
                    <a:pt x="542" y="203"/>
                    <a:pt x="528" y="203"/>
                  </a:cubicBezTo>
                  <a:cubicBezTo>
                    <a:pt x="527" y="203"/>
                    <a:pt x="526" y="203"/>
                    <a:pt x="524" y="203"/>
                  </a:cubicBezTo>
                  <a:lnTo>
                    <a:pt x="532" y="201"/>
                  </a:lnTo>
                  <a:cubicBezTo>
                    <a:pt x="540" y="199"/>
                    <a:pt x="540" y="197"/>
                    <a:pt x="539" y="193"/>
                  </a:cubicBezTo>
                  <a:cubicBezTo>
                    <a:pt x="539" y="192"/>
                    <a:pt x="529" y="188"/>
                    <a:pt x="527" y="183"/>
                  </a:cubicBezTo>
                  <a:cubicBezTo>
                    <a:pt x="525" y="178"/>
                    <a:pt x="523" y="174"/>
                    <a:pt x="520" y="174"/>
                  </a:cubicBezTo>
                  <a:cubicBezTo>
                    <a:pt x="518" y="174"/>
                    <a:pt x="517" y="174"/>
                    <a:pt x="515" y="175"/>
                  </a:cubicBezTo>
                  <a:cubicBezTo>
                    <a:pt x="514" y="173"/>
                    <a:pt x="514" y="173"/>
                    <a:pt x="522" y="170"/>
                  </a:cubicBezTo>
                  <a:cubicBezTo>
                    <a:pt x="530" y="168"/>
                    <a:pt x="530" y="166"/>
                    <a:pt x="529" y="164"/>
                  </a:cubicBezTo>
                  <a:cubicBezTo>
                    <a:pt x="529" y="164"/>
                    <a:pt x="528" y="164"/>
                    <a:pt x="528" y="164"/>
                  </a:cubicBezTo>
                  <a:cubicBezTo>
                    <a:pt x="526" y="164"/>
                    <a:pt x="520" y="167"/>
                    <a:pt x="513" y="170"/>
                  </a:cubicBezTo>
                  <a:cubicBezTo>
                    <a:pt x="510" y="171"/>
                    <a:pt x="508" y="172"/>
                    <a:pt x="507" y="172"/>
                  </a:cubicBezTo>
                  <a:cubicBezTo>
                    <a:pt x="505" y="172"/>
                    <a:pt x="506" y="170"/>
                    <a:pt x="511" y="165"/>
                  </a:cubicBezTo>
                  <a:cubicBezTo>
                    <a:pt x="516" y="159"/>
                    <a:pt x="514" y="153"/>
                    <a:pt x="507" y="153"/>
                  </a:cubicBezTo>
                  <a:cubicBezTo>
                    <a:pt x="506" y="153"/>
                    <a:pt x="506" y="153"/>
                    <a:pt x="505" y="153"/>
                  </a:cubicBezTo>
                  <a:cubicBezTo>
                    <a:pt x="504" y="152"/>
                    <a:pt x="503" y="151"/>
                    <a:pt x="511" y="146"/>
                  </a:cubicBezTo>
                  <a:cubicBezTo>
                    <a:pt x="516" y="142"/>
                    <a:pt x="520" y="136"/>
                    <a:pt x="514" y="136"/>
                  </a:cubicBezTo>
                  <a:cubicBezTo>
                    <a:pt x="513" y="136"/>
                    <a:pt x="510" y="137"/>
                    <a:pt x="506" y="138"/>
                  </a:cubicBezTo>
                  <a:cubicBezTo>
                    <a:pt x="505" y="137"/>
                    <a:pt x="505" y="137"/>
                    <a:pt x="512" y="133"/>
                  </a:cubicBezTo>
                  <a:cubicBezTo>
                    <a:pt x="516" y="129"/>
                    <a:pt x="520" y="125"/>
                    <a:pt x="519" y="125"/>
                  </a:cubicBezTo>
                  <a:cubicBezTo>
                    <a:pt x="519" y="125"/>
                    <a:pt x="516" y="126"/>
                    <a:pt x="511" y="129"/>
                  </a:cubicBezTo>
                  <a:cubicBezTo>
                    <a:pt x="510" y="130"/>
                    <a:pt x="509" y="130"/>
                    <a:pt x="508" y="130"/>
                  </a:cubicBezTo>
                  <a:cubicBezTo>
                    <a:pt x="500" y="130"/>
                    <a:pt x="499" y="125"/>
                    <a:pt x="503" y="118"/>
                  </a:cubicBezTo>
                  <a:cubicBezTo>
                    <a:pt x="503" y="118"/>
                    <a:pt x="503" y="117"/>
                    <a:pt x="501" y="117"/>
                  </a:cubicBezTo>
                  <a:cubicBezTo>
                    <a:pt x="500" y="117"/>
                    <a:pt x="498" y="118"/>
                    <a:pt x="494" y="120"/>
                  </a:cubicBezTo>
                  <a:lnTo>
                    <a:pt x="487" y="126"/>
                  </a:lnTo>
                  <a:cubicBezTo>
                    <a:pt x="495" y="119"/>
                    <a:pt x="498" y="116"/>
                    <a:pt x="497" y="116"/>
                  </a:cubicBezTo>
                  <a:lnTo>
                    <a:pt x="497" y="116"/>
                  </a:lnTo>
                  <a:cubicBezTo>
                    <a:pt x="496" y="116"/>
                    <a:pt x="493" y="119"/>
                    <a:pt x="486" y="123"/>
                  </a:cubicBezTo>
                  <a:cubicBezTo>
                    <a:pt x="483" y="125"/>
                    <a:pt x="481" y="126"/>
                    <a:pt x="481" y="126"/>
                  </a:cubicBezTo>
                  <a:cubicBezTo>
                    <a:pt x="480" y="126"/>
                    <a:pt x="481" y="125"/>
                    <a:pt x="485" y="122"/>
                  </a:cubicBezTo>
                  <a:cubicBezTo>
                    <a:pt x="491" y="115"/>
                    <a:pt x="490" y="114"/>
                    <a:pt x="490" y="114"/>
                  </a:cubicBezTo>
                  <a:cubicBezTo>
                    <a:pt x="483" y="111"/>
                    <a:pt x="476" y="108"/>
                    <a:pt x="470" y="104"/>
                  </a:cubicBezTo>
                  <a:cubicBezTo>
                    <a:pt x="464" y="97"/>
                    <a:pt x="461" y="93"/>
                    <a:pt x="458" y="93"/>
                  </a:cubicBezTo>
                  <a:cubicBezTo>
                    <a:pt x="456" y="93"/>
                    <a:pt x="454" y="94"/>
                    <a:pt x="453" y="96"/>
                  </a:cubicBezTo>
                  <a:cubicBezTo>
                    <a:pt x="449" y="98"/>
                    <a:pt x="447" y="100"/>
                    <a:pt x="446" y="100"/>
                  </a:cubicBezTo>
                  <a:cubicBezTo>
                    <a:pt x="446" y="100"/>
                    <a:pt x="447" y="98"/>
                    <a:pt x="449" y="93"/>
                  </a:cubicBezTo>
                  <a:cubicBezTo>
                    <a:pt x="454" y="87"/>
                    <a:pt x="453" y="85"/>
                    <a:pt x="451" y="83"/>
                  </a:cubicBezTo>
                  <a:cubicBezTo>
                    <a:pt x="450" y="82"/>
                    <a:pt x="449" y="81"/>
                    <a:pt x="455" y="74"/>
                  </a:cubicBezTo>
                  <a:lnTo>
                    <a:pt x="455" y="74"/>
                  </a:lnTo>
                  <a:cubicBezTo>
                    <a:pt x="450" y="78"/>
                    <a:pt x="449" y="80"/>
                    <a:pt x="448" y="80"/>
                  </a:cubicBezTo>
                  <a:cubicBezTo>
                    <a:pt x="447" y="80"/>
                    <a:pt x="447" y="79"/>
                    <a:pt x="447" y="79"/>
                  </a:cubicBezTo>
                  <a:cubicBezTo>
                    <a:pt x="449" y="75"/>
                    <a:pt x="450" y="73"/>
                    <a:pt x="449" y="73"/>
                  </a:cubicBezTo>
                  <a:cubicBezTo>
                    <a:pt x="448" y="73"/>
                    <a:pt x="446" y="74"/>
                    <a:pt x="444" y="77"/>
                  </a:cubicBezTo>
                  <a:cubicBezTo>
                    <a:pt x="438" y="83"/>
                    <a:pt x="435" y="86"/>
                    <a:pt x="435" y="86"/>
                  </a:cubicBezTo>
                  <a:cubicBezTo>
                    <a:pt x="435" y="86"/>
                    <a:pt x="437" y="82"/>
                    <a:pt x="442" y="76"/>
                  </a:cubicBezTo>
                  <a:cubicBezTo>
                    <a:pt x="447" y="71"/>
                    <a:pt x="448" y="64"/>
                    <a:pt x="447" y="64"/>
                  </a:cubicBezTo>
                  <a:lnTo>
                    <a:pt x="447" y="64"/>
                  </a:lnTo>
                  <a:cubicBezTo>
                    <a:pt x="447" y="64"/>
                    <a:pt x="446" y="65"/>
                    <a:pt x="445" y="67"/>
                  </a:cubicBezTo>
                  <a:cubicBezTo>
                    <a:pt x="440" y="73"/>
                    <a:pt x="437" y="71"/>
                    <a:pt x="431" y="77"/>
                  </a:cubicBezTo>
                  <a:cubicBezTo>
                    <a:pt x="429" y="76"/>
                    <a:pt x="428" y="74"/>
                    <a:pt x="433" y="68"/>
                  </a:cubicBezTo>
                  <a:cubicBezTo>
                    <a:pt x="435" y="64"/>
                    <a:pt x="433" y="62"/>
                    <a:pt x="430" y="62"/>
                  </a:cubicBezTo>
                  <a:cubicBezTo>
                    <a:pt x="426" y="62"/>
                    <a:pt x="422" y="64"/>
                    <a:pt x="419" y="68"/>
                  </a:cubicBezTo>
                  <a:cubicBezTo>
                    <a:pt x="417" y="71"/>
                    <a:pt x="415" y="72"/>
                    <a:pt x="415" y="72"/>
                  </a:cubicBezTo>
                  <a:cubicBezTo>
                    <a:pt x="414" y="72"/>
                    <a:pt x="415" y="70"/>
                    <a:pt x="418" y="67"/>
                  </a:cubicBezTo>
                  <a:cubicBezTo>
                    <a:pt x="422" y="60"/>
                    <a:pt x="420" y="59"/>
                    <a:pt x="419" y="58"/>
                  </a:cubicBezTo>
                  <a:lnTo>
                    <a:pt x="419" y="58"/>
                  </a:lnTo>
                  <a:cubicBezTo>
                    <a:pt x="417" y="59"/>
                    <a:pt x="417" y="60"/>
                    <a:pt x="416" y="60"/>
                  </a:cubicBezTo>
                  <a:cubicBezTo>
                    <a:pt x="416" y="60"/>
                    <a:pt x="419" y="55"/>
                    <a:pt x="422" y="50"/>
                  </a:cubicBezTo>
                  <a:cubicBezTo>
                    <a:pt x="428" y="43"/>
                    <a:pt x="427" y="42"/>
                    <a:pt x="423" y="40"/>
                  </a:cubicBezTo>
                  <a:lnTo>
                    <a:pt x="423" y="40"/>
                  </a:lnTo>
                  <a:cubicBezTo>
                    <a:pt x="421" y="42"/>
                    <a:pt x="418" y="44"/>
                    <a:pt x="416" y="44"/>
                  </a:cubicBezTo>
                  <a:cubicBezTo>
                    <a:pt x="412" y="44"/>
                    <a:pt x="409" y="42"/>
                    <a:pt x="407" y="40"/>
                  </a:cubicBezTo>
                  <a:cubicBezTo>
                    <a:pt x="405" y="39"/>
                    <a:pt x="403" y="38"/>
                    <a:pt x="402" y="38"/>
                  </a:cubicBezTo>
                  <a:cubicBezTo>
                    <a:pt x="396" y="38"/>
                    <a:pt x="391" y="45"/>
                    <a:pt x="383" y="56"/>
                  </a:cubicBezTo>
                  <a:lnTo>
                    <a:pt x="375" y="71"/>
                  </a:lnTo>
                  <a:lnTo>
                    <a:pt x="382" y="55"/>
                  </a:lnTo>
                  <a:cubicBezTo>
                    <a:pt x="385" y="48"/>
                    <a:pt x="391" y="32"/>
                    <a:pt x="391" y="32"/>
                  </a:cubicBezTo>
                  <a:cubicBezTo>
                    <a:pt x="391" y="32"/>
                    <a:pt x="391" y="32"/>
                    <a:pt x="391" y="32"/>
                  </a:cubicBezTo>
                  <a:cubicBezTo>
                    <a:pt x="389" y="32"/>
                    <a:pt x="385" y="39"/>
                    <a:pt x="382" y="46"/>
                  </a:cubicBezTo>
                  <a:cubicBezTo>
                    <a:pt x="380" y="50"/>
                    <a:pt x="379" y="52"/>
                    <a:pt x="379" y="52"/>
                  </a:cubicBezTo>
                  <a:cubicBezTo>
                    <a:pt x="378" y="52"/>
                    <a:pt x="377" y="49"/>
                    <a:pt x="377" y="44"/>
                  </a:cubicBezTo>
                  <a:cubicBezTo>
                    <a:pt x="378" y="39"/>
                    <a:pt x="378" y="36"/>
                    <a:pt x="376" y="36"/>
                  </a:cubicBezTo>
                  <a:cubicBezTo>
                    <a:pt x="375" y="36"/>
                    <a:pt x="374" y="38"/>
                    <a:pt x="372" y="41"/>
                  </a:cubicBezTo>
                  <a:cubicBezTo>
                    <a:pt x="369" y="41"/>
                    <a:pt x="368" y="40"/>
                    <a:pt x="369" y="31"/>
                  </a:cubicBezTo>
                  <a:lnTo>
                    <a:pt x="369" y="31"/>
                  </a:lnTo>
                  <a:cubicBezTo>
                    <a:pt x="368" y="31"/>
                    <a:pt x="368" y="31"/>
                    <a:pt x="365" y="39"/>
                  </a:cubicBezTo>
                  <a:cubicBezTo>
                    <a:pt x="364" y="42"/>
                    <a:pt x="363" y="44"/>
                    <a:pt x="362" y="44"/>
                  </a:cubicBezTo>
                  <a:cubicBezTo>
                    <a:pt x="361" y="44"/>
                    <a:pt x="361" y="42"/>
                    <a:pt x="362" y="37"/>
                  </a:cubicBezTo>
                  <a:cubicBezTo>
                    <a:pt x="364" y="27"/>
                    <a:pt x="363" y="22"/>
                    <a:pt x="362" y="22"/>
                  </a:cubicBezTo>
                  <a:cubicBezTo>
                    <a:pt x="360" y="22"/>
                    <a:pt x="359" y="24"/>
                    <a:pt x="358" y="27"/>
                  </a:cubicBezTo>
                  <a:cubicBezTo>
                    <a:pt x="357" y="33"/>
                    <a:pt x="355" y="34"/>
                    <a:pt x="354" y="34"/>
                  </a:cubicBezTo>
                  <a:cubicBezTo>
                    <a:pt x="353" y="34"/>
                    <a:pt x="353" y="34"/>
                    <a:pt x="353" y="34"/>
                  </a:cubicBezTo>
                  <a:cubicBezTo>
                    <a:pt x="352" y="34"/>
                    <a:pt x="352" y="34"/>
                    <a:pt x="351" y="34"/>
                  </a:cubicBezTo>
                  <a:cubicBezTo>
                    <a:pt x="350" y="34"/>
                    <a:pt x="348" y="35"/>
                    <a:pt x="346" y="41"/>
                  </a:cubicBezTo>
                  <a:lnTo>
                    <a:pt x="343" y="40"/>
                  </a:lnTo>
                  <a:cubicBezTo>
                    <a:pt x="341" y="40"/>
                    <a:pt x="345" y="32"/>
                    <a:pt x="346" y="32"/>
                  </a:cubicBezTo>
                  <a:lnTo>
                    <a:pt x="347" y="23"/>
                  </a:lnTo>
                  <a:cubicBezTo>
                    <a:pt x="346" y="23"/>
                    <a:pt x="345" y="22"/>
                    <a:pt x="344" y="22"/>
                  </a:cubicBezTo>
                  <a:cubicBezTo>
                    <a:pt x="342" y="22"/>
                    <a:pt x="341" y="24"/>
                    <a:pt x="338" y="30"/>
                  </a:cubicBezTo>
                  <a:cubicBezTo>
                    <a:pt x="335" y="38"/>
                    <a:pt x="334" y="42"/>
                    <a:pt x="334" y="42"/>
                  </a:cubicBezTo>
                  <a:cubicBezTo>
                    <a:pt x="334" y="42"/>
                    <a:pt x="335" y="38"/>
                    <a:pt x="337" y="30"/>
                  </a:cubicBezTo>
                  <a:cubicBezTo>
                    <a:pt x="338" y="23"/>
                    <a:pt x="338" y="16"/>
                    <a:pt x="337" y="16"/>
                  </a:cubicBezTo>
                  <a:cubicBezTo>
                    <a:pt x="336" y="16"/>
                    <a:pt x="336" y="17"/>
                    <a:pt x="335" y="19"/>
                  </a:cubicBezTo>
                  <a:cubicBezTo>
                    <a:pt x="333" y="26"/>
                    <a:pt x="332" y="29"/>
                    <a:pt x="331" y="29"/>
                  </a:cubicBezTo>
                  <a:cubicBezTo>
                    <a:pt x="330" y="29"/>
                    <a:pt x="331" y="24"/>
                    <a:pt x="331" y="19"/>
                  </a:cubicBezTo>
                  <a:cubicBezTo>
                    <a:pt x="334" y="11"/>
                    <a:pt x="335" y="7"/>
                    <a:pt x="334" y="7"/>
                  </a:cubicBezTo>
                  <a:lnTo>
                    <a:pt x="334" y="7"/>
                  </a:lnTo>
                  <a:cubicBezTo>
                    <a:pt x="333" y="7"/>
                    <a:pt x="331" y="11"/>
                    <a:pt x="326" y="18"/>
                  </a:cubicBezTo>
                  <a:cubicBezTo>
                    <a:pt x="326" y="18"/>
                    <a:pt x="325" y="18"/>
                    <a:pt x="325" y="18"/>
                  </a:cubicBezTo>
                  <a:cubicBezTo>
                    <a:pt x="322" y="18"/>
                    <a:pt x="315" y="24"/>
                    <a:pt x="311" y="24"/>
                  </a:cubicBezTo>
                  <a:cubicBezTo>
                    <a:pt x="311" y="24"/>
                    <a:pt x="310" y="24"/>
                    <a:pt x="310" y="24"/>
                  </a:cubicBezTo>
                  <a:cubicBezTo>
                    <a:pt x="303" y="23"/>
                    <a:pt x="300" y="23"/>
                    <a:pt x="299" y="14"/>
                  </a:cubicBezTo>
                  <a:cubicBezTo>
                    <a:pt x="299" y="11"/>
                    <a:pt x="299" y="9"/>
                    <a:pt x="299" y="8"/>
                  </a:cubicBezTo>
                  <a:lnTo>
                    <a:pt x="299" y="8"/>
                  </a:lnTo>
                  <a:cubicBezTo>
                    <a:pt x="298" y="23"/>
                    <a:pt x="296" y="23"/>
                    <a:pt x="291" y="23"/>
                  </a:cubicBezTo>
                  <a:cubicBezTo>
                    <a:pt x="290" y="20"/>
                    <a:pt x="288" y="19"/>
                    <a:pt x="287" y="19"/>
                  </a:cubicBezTo>
                  <a:cubicBezTo>
                    <a:pt x="285" y="19"/>
                    <a:pt x="283" y="25"/>
                    <a:pt x="282" y="31"/>
                  </a:cubicBezTo>
                  <a:lnTo>
                    <a:pt x="284" y="31"/>
                  </a:lnTo>
                  <a:cubicBezTo>
                    <a:pt x="285" y="41"/>
                    <a:pt x="285" y="45"/>
                    <a:pt x="284" y="45"/>
                  </a:cubicBezTo>
                  <a:cubicBezTo>
                    <a:pt x="283" y="45"/>
                    <a:pt x="282" y="43"/>
                    <a:pt x="281" y="40"/>
                  </a:cubicBezTo>
                  <a:cubicBezTo>
                    <a:pt x="279" y="40"/>
                    <a:pt x="279" y="31"/>
                    <a:pt x="278" y="23"/>
                  </a:cubicBezTo>
                  <a:cubicBezTo>
                    <a:pt x="278" y="14"/>
                    <a:pt x="275" y="6"/>
                    <a:pt x="273" y="6"/>
                  </a:cubicBezTo>
                  <a:close/>
                  <a:moveTo>
                    <a:pt x="472" y="599"/>
                  </a:moveTo>
                  <a:cubicBezTo>
                    <a:pt x="472" y="599"/>
                    <a:pt x="471" y="599"/>
                    <a:pt x="470" y="599"/>
                  </a:cubicBezTo>
                  <a:cubicBezTo>
                    <a:pt x="472" y="605"/>
                    <a:pt x="473" y="611"/>
                    <a:pt x="475" y="616"/>
                  </a:cubicBezTo>
                  <a:cubicBezTo>
                    <a:pt x="477" y="619"/>
                    <a:pt x="478" y="620"/>
                    <a:pt x="479" y="620"/>
                  </a:cubicBezTo>
                  <a:cubicBezTo>
                    <a:pt x="480" y="620"/>
                    <a:pt x="480" y="616"/>
                    <a:pt x="476" y="606"/>
                  </a:cubicBezTo>
                  <a:cubicBezTo>
                    <a:pt x="474" y="600"/>
                    <a:pt x="473" y="599"/>
                    <a:pt x="472" y="5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33"/>
            <p:cNvSpPr/>
            <p:nvPr/>
          </p:nvSpPr>
          <p:spPr>
            <a:xfrm>
              <a:off x="1495578" y="2955073"/>
              <a:ext cx="56439" cy="62033"/>
            </a:xfrm>
            <a:custGeom>
              <a:avLst/>
              <a:gdLst/>
              <a:ahLst/>
              <a:cxnLst/>
              <a:rect l="l" t="t" r="r" b="b"/>
              <a:pathLst>
                <a:path w="565" h="621" extrusionOk="0">
                  <a:moveTo>
                    <a:pt x="298" y="1"/>
                  </a:moveTo>
                  <a:cubicBezTo>
                    <a:pt x="298" y="1"/>
                    <a:pt x="298" y="3"/>
                    <a:pt x="299" y="6"/>
                  </a:cubicBezTo>
                  <a:lnTo>
                    <a:pt x="299" y="6"/>
                  </a:lnTo>
                  <a:cubicBezTo>
                    <a:pt x="298" y="2"/>
                    <a:pt x="298" y="1"/>
                    <a:pt x="298" y="1"/>
                  </a:cubicBezTo>
                  <a:close/>
                  <a:moveTo>
                    <a:pt x="299" y="6"/>
                  </a:moveTo>
                  <a:cubicBezTo>
                    <a:pt x="299" y="6"/>
                    <a:pt x="299" y="7"/>
                    <a:pt x="299" y="8"/>
                  </a:cubicBezTo>
                  <a:lnTo>
                    <a:pt x="299" y="8"/>
                  </a:lnTo>
                  <a:cubicBezTo>
                    <a:pt x="299" y="8"/>
                    <a:pt x="299" y="7"/>
                    <a:pt x="299" y="7"/>
                  </a:cubicBezTo>
                  <a:cubicBezTo>
                    <a:pt x="299" y="6"/>
                    <a:pt x="299" y="6"/>
                    <a:pt x="299" y="6"/>
                  </a:cubicBezTo>
                  <a:close/>
                  <a:moveTo>
                    <a:pt x="282" y="32"/>
                  </a:moveTo>
                  <a:cubicBezTo>
                    <a:pt x="280" y="32"/>
                    <a:pt x="280" y="35"/>
                    <a:pt x="281" y="35"/>
                  </a:cubicBezTo>
                  <a:cubicBezTo>
                    <a:pt x="281" y="35"/>
                    <a:pt x="282" y="34"/>
                    <a:pt x="282" y="32"/>
                  </a:cubicBezTo>
                  <a:close/>
                  <a:moveTo>
                    <a:pt x="277" y="41"/>
                  </a:moveTo>
                  <a:lnTo>
                    <a:pt x="280" y="48"/>
                  </a:lnTo>
                  <a:lnTo>
                    <a:pt x="277" y="48"/>
                  </a:lnTo>
                  <a:cubicBezTo>
                    <a:pt x="276" y="48"/>
                    <a:pt x="276" y="48"/>
                    <a:pt x="276" y="41"/>
                  </a:cubicBezTo>
                  <a:close/>
                  <a:moveTo>
                    <a:pt x="293" y="41"/>
                  </a:moveTo>
                  <a:lnTo>
                    <a:pt x="294" y="49"/>
                  </a:lnTo>
                  <a:lnTo>
                    <a:pt x="293" y="49"/>
                  </a:lnTo>
                  <a:cubicBezTo>
                    <a:pt x="291" y="49"/>
                    <a:pt x="291" y="49"/>
                    <a:pt x="291" y="41"/>
                  </a:cubicBezTo>
                  <a:close/>
                  <a:moveTo>
                    <a:pt x="303" y="41"/>
                  </a:moveTo>
                  <a:cubicBezTo>
                    <a:pt x="303" y="41"/>
                    <a:pt x="304" y="41"/>
                    <a:pt x="304" y="42"/>
                  </a:cubicBezTo>
                  <a:cubicBezTo>
                    <a:pt x="307" y="42"/>
                    <a:pt x="307" y="42"/>
                    <a:pt x="304" y="49"/>
                  </a:cubicBezTo>
                  <a:cubicBezTo>
                    <a:pt x="304" y="54"/>
                    <a:pt x="303" y="56"/>
                    <a:pt x="302" y="56"/>
                  </a:cubicBezTo>
                  <a:cubicBezTo>
                    <a:pt x="302" y="56"/>
                    <a:pt x="302" y="54"/>
                    <a:pt x="302" y="49"/>
                  </a:cubicBezTo>
                  <a:cubicBezTo>
                    <a:pt x="302" y="43"/>
                    <a:pt x="302" y="41"/>
                    <a:pt x="303" y="41"/>
                  </a:cubicBezTo>
                  <a:close/>
                  <a:moveTo>
                    <a:pt x="263" y="49"/>
                  </a:moveTo>
                  <a:cubicBezTo>
                    <a:pt x="265" y="55"/>
                    <a:pt x="266" y="61"/>
                    <a:pt x="267" y="66"/>
                  </a:cubicBezTo>
                  <a:lnTo>
                    <a:pt x="265" y="66"/>
                  </a:lnTo>
                  <a:cubicBezTo>
                    <a:pt x="264" y="66"/>
                    <a:pt x="263" y="58"/>
                    <a:pt x="263" y="58"/>
                  </a:cubicBezTo>
                  <a:cubicBezTo>
                    <a:pt x="263" y="58"/>
                    <a:pt x="262" y="49"/>
                    <a:pt x="263" y="49"/>
                  </a:cubicBezTo>
                  <a:close/>
                  <a:moveTo>
                    <a:pt x="204" y="62"/>
                  </a:moveTo>
                  <a:cubicBezTo>
                    <a:pt x="204" y="62"/>
                    <a:pt x="205" y="63"/>
                    <a:pt x="206" y="65"/>
                  </a:cubicBezTo>
                  <a:lnTo>
                    <a:pt x="209" y="73"/>
                  </a:lnTo>
                  <a:cubicBezTo>
                    <a:pt x="211" y="79"/>
                    <a:pt x="212" y="85"/>
                    <a:pt x="212" y="85"/>
                  </a:cubicBezTo>
                  <a:cubicBezTo>
                    <a:pt x="212" y="85"/>
                    <a:pt x="211" y="84"/>
                    <a:pt x="210" y="82"/>
                  </a:cubicBezTo>
                  <a:cubicBezTo>
                    <a:pt x="208" y="76"/>
                    <a:pt x="206" y="71"/>
                    <a:pt x="205" y="66"/>
                  </a:cubicBezTo>
                  <a:cubicBezTo>
                    <a:pt x="205" y="66"/>
                    <a:pt x="203" y="62"/>
                    <a:pt x="204" y="62"/>
                  </a:cubicBezTo>
                  <a:close/>
                  <a:moveTo>
                    <a:pt x="326" y="89"/>
                  </a:moveTo>
                  <a:lnTo>
                    <a:pt x="325" y="98"/>
                  </a:lnTo>
                  <a:cubicBezTo>
                    <a:pt x="322" y="106"/>
                    <a:pt x="321" y="106"/>
                    <a:pt x="321" y="106"/>
                  </a:cubicBezTo>
                  <a:cubicBezTo>
                    <a:pt x="320" y="104"/>
                    <a:pt x="320" y="104"/>
                    <a:pt x="322" y="97"/>
                  </a:cubicBezTo>
                  <a:cubicBezTo>
                    <a:pt x="322" y="97"/>
                    <a:pt x="325" y="89"/>
                    <a:pt x="326" y="89"/>
                  </a:cubicBezTo>
                  <a:close/>
                  <a:moveTo>
                    <a:pt x="310" y="93"/>
                  </a:moveTo>
                  <a:lnTo>
                    <a:pt x="310" y="102"/>
                  </a:lnTo>
                  <a:lnTo>
                    <a:pt x="308" y="110"/>
                  </a:lnTo>
                  <a:lnTo>
                    <a:pt x="307" y="110"/>
                  </a:lnTo>
                  <a:cubicBezTo>
                    <a:pt x="307" y="104"/>
                    <a:pt x="308" y="99"/>
                    <a:pt x="310" y="93"/>
                  </a:cubicBezTo>
                  <a:close/>
                  <a:moveTo>
                    <a:pt x="452" y="109"/>
                  </a:moveTo>
                  <a:cubicBezTo>
                    <a:pt x="452" y="109"/>
                    <a:pt x="452" y="109"/>
                    <a:pt x="452" y="109"/>
                  </a:cubicBezTo>
                  <a:lnTo>
                    <a:pt x="454" y="110"/>
                  </a:lnTo>
                  <a:cubicBezTo>
                    <a:pt x="449" y="115"/>
                    <a:pt x="445" y="118"/>
                    <a:pt x="440" y="121"/>
                  </a:cubicBezTo>
                  <a:lnTo>
                    <a:pt x="439" y="120"/>
                  </a:lnTo>
                  <a:cubicBezTo>
                    <a:pt x="444" y="114"/>
                    <a:pt x="450" y="109"/>
                    <a:pt x="452" y="109"/>
                  </a:cubicBezTo>
                  <a:close/>
                  <a:moveTo>
                    <a:pt x="174" y="112"/>
                  </a:moveTo>
                  <a:lnTo>
                    <a:pt x="174" y="112"/>
                  </a:lnTo>
                  <a:cubicBezTo>
                    <a:pt x="181" y="118"/>
                    <a:pt x="187" y="125"/>
                    <a:pt x="190" y="132"/>
                  </a:cubicBezTo>
                  <a:cubicBezTo>
                    <a:pt x="190" y="133"/>
                    <a:pt x="189" y="133"/>
                    <a:pt x="189" y="133"/>
                  </a:cubicBezTo>
                  <a:cubicBezTo>
                    <a:pt x="188" y="133"/>
                    <a:pt x="187" y="132"/>
                    <a:pt x="183" y="127"/>
                  </a:cubicBezTo>
                  <a:cubicBezTo>
                    <a:pt x="178" y="120"/>
                    <a:pt x="173" y="112"/>
                    <a:pt x="174" y="112"/>
                  </a:cubicBezTo>
                  <a:close/>
                  <a:moveTo>
                    <a:pt x="495" y="157"/>
                  </a:moveTo>
                  <a:cubicBezTo>
                    <a:pt x="497" y="157"/>
                    <a:pt x="498" y="159"/>
                    <a:pt x="498" y="159"/>
                  </a:cubicBezTo>
                  <a:cubicBezTo>
                    <a:pt x="493" y="164"/>
                    <a:pt x="486" y="167"/>
                    <a:pt x="483" y="167"/>
                  </a:cubicBezTo>
                  <a:cubicBezTo>
                    <a:pt x="483" y="167"/>
                    <a:pt x="483" y="167"/>
                    <a:pt x="483" y="167"/>
                  </a:cubicBezTo>
                  <a:lnTo>
                    <a:pt x="483" y="166"/>
                  </a:lnTo>
                  <a:cubicBezTo>
                    <a:pt x="482" y="164"/>
                    <a:pt x="482" y="164"/>
                    <a:pt x="488" y="159"/>
                  </a:cubicBezTo>
                  <a:cubicBezTo>
                    <a:pt x="491" y="158"/>
                    <a:pt x="493" y="157"/>
                    <a:pt x="495" y="157"/>
                  </a:cubicBezTo>
                  <a:close/>
                  <a:moveTo>
                    <a:pt x="505" y="265"/>
                  </a:moveTo>
                  <a:cubicBezTo>
                    <a:pt x="514" y="265"/>
                    <a:pt x="522" y="265"/>
                    <a:pt x="522" y="267"/>
                  </a:cubicBezTo>
                  <a:lnTo>
                    <a:pt x="514" y="268"/>
                  </a:lnTo>
                  <a:lnTo>
                    <a:pt x="505" y="266"/>
                  </a:lnTo>
                  <a:lnTo>
                    <a:pt x="505" y="265"/>
                  </a:lnTo>
                  <a:close/>
                  <a:moveTo>
                    <a:pt x="452" y="277"/>
                  </a:moveTo>
                  <a:cubicBezTo>
                    <a:pt x="458" y="277"/>
                    <a:pt x="464" y="278"/>
                    <a:pt x="469" y="281"/>
                  </a:cubicBezTo>
                  <a:lnTo>
                    <a:pt x="469" y="282"/>
                  </a:lnTo>
                  <a:cubicBezTo>
                    <a:pt x="461" y="281"/>
                    <a:pt x="452" y="278"/>
                    <a:pt x="452" y="278"/>
                  </a:cubicBezTo>
                  <a:lnTo>
                    <a:pt x="452" y="277"/>
                  </a:lnTo>
                  <a:close/>
                  <a:moveTo>
                    <a:pt x="106" y="283"/>
                  </a:moveTo>
                  <a:cubicBezTo>
                    <a:pt x="109" y="283"/>
                    <a:pt x="112" y="283"/>
                    <a:pt x="115" y="284"/>
                  </a:cubicBezTo>
                  <a:cubicBezTo>
                    <a:pt x="125" y="285"/>
                    <a:pt x="123" y="286"/>
                    <a:pt x="115" y="286"/>
                  </a:cubicBezTo>
                  <a:cubicBezTo>
                    <a:pt x="111" y="286"/>
                    <a:pt x="104" y="286"/>
                    <a:pt x="98" y="285"/>
                  </a:cubicBezTo>
                  <a:cubicBezTo>
                    <a:pt x="81" y="284"/>
                    <a:pt x="81" y="284"/>
                    <a:pt x="98" y="284"/>
                  </a:cubicBezTo>
                  <a:cubicBezTo>
                    <a:pt x="101" y="283"/>
                    <a:pt x="104" y="283"/>
                    <a:pt x="106" y="283"/>
                  </a:cubicBezTo>
                  <a:close/>
                  <a:moveTo>
                    <a:pt x="507" y="310"/>
                  </a:moveTo>
                  <a:cubicBezTo>
                    <a:pt x="508" y="310"/>
                    <a:pt x="510" y="310"/>
                    <a:pt x="514" y="311"/>
                  </a:cubicBezTo>
                  <a:cubicBezTo>
                    <a:pt x="520" y="313"/>
                    <a:pt x="525" y="315"/>
                    <a:pt x="530" y="318"/>
                  </a:cubicBezTo>
                  <a:cubicBezTo>
                    <a:pt x="522" y="316"/>
                    <a:pt x="514" y="314"/>
                    <a:pt x="506" y="311"/>
                  </a:cubicBezTo>
                  <a:cubicBezTo>
                    <a:pt x="506" y="310"/>
                    <a:pt x="506" y="310"/>
                    <a:pt x="507" y="310"/>
                  </a:cubicBezTo>
                  <a:close/>
                  <a:moveTo>
                    <a:pt x="181" y="333"/>
                  </a:moveTo>
                  <a:lnTo>
                    <a:pt x="174" y="338"/>
                  </a:lnTo>
                  <a:lnTo>
                    <a:pt x="175" y="339"/>
                  </a:lnTo>
                  <a:cubicBezTo>
                    <a:pt x="182" y="334"/>
                    <a:pt x="182" y="334"/>
                    <a:pt x="182" y="333"/>
                  </a:cubicBezTo>
                  <a:close/>
                  <a:moveTo>
                    <a:pt x="136" y="336"/>
                  </a:moveTo>
                  <a:cubicBezTo>
                    <a:pt x="137" y="336"/>
                    <a:pt x="137" y="336"/>
                    <a:pt x="137" y="337"/>
                  </a:cubicBezTo>
                  <a:cubicBezTo>
                    <a:pt x="137" y="338"/>
                    <a:pt x="137" y="338"/>
                    <a:pt x="129" y="341"/>
                  </a:cubicBezTo>
                  <a:cubicBezTo>
                    <a:pt x="129" y="341"/>
                    <a:pt x="124" y="343"/>
                    <a:pt x="122" y="343"/>
                  </a:cubicBezTo>
                  <a:cubicBezTo>
                    <a:pt x="121" y="343"/>
                    <a:pt x="121" y="342"/>
                    <a:pt x="120" y="342"/>
                  </a:cubicBezTo>
                  <a:lnTo>
                    <a:pt x="128" y="338"/>
                  </a:lnTo>
                  <a:cubicBezTo>
                    <a:pt x="132" y="336"/>
                    <a:pt x="134" y="336"/>
                    <a:pt x="136" y="336"/>
                  </a:cubicBezTo>
                  <a:close/>
                  <a:moveTo>
                    <a:pt x="500" y="346"/>
                  </a:moveTo>
                  <a:cubicBezTo>
                    <a:pt x="507" y="350"/>
                    <a:pt x="515" y="353"/>
                    <a:pt x="514" y="355"/>
                  </a:cubicBezTo>
                  <a:lnTo>
                    <a:pt x="506" y="352"/>
                  </a:lnTo>
                  <a:lnTo>
                    <a:pt x="500" y="348"/>
                  </a:lnTo>
                  <a:lnTo>
                    <a:pt x="500" y="346"/>
                  </a:lnTo>
                  <a:close/>
                  <a:moveTo>
                    <a:pt x="341" y="351"/>
                  </a:moveTo>
                  <a:cubicBezTo>
                    <a:pt x="341" y="351"/>
                    <a:pt x="341" y="351"/>
                    <a:pt x="340" y="351"/>
                  </a:cubicBezTo>
                  <a:cubicBezTo>
                    <a:pt x="339" y="351"/>
                    <a:pt x="339" y="351"/>
                    <a:pt x="344" y="359"/>
                  </a:cubicBezTo>
                  <a:lnTo>
                    <a:pt x="345" y="358"/>
                  </a:lnTo>
                  <a:cubicBezTo>
                    <a:pt x="342" y="352"/>
                    <a:pt x="342" y="351"/>
                    <a:pt x="341" y="351"/>
                  </a:cubicBezTo>
                  <a:close/>
                  <a:moveTo>
                    <a:pt x="141" y="349"/>
                  </a:moveTo>
                  <a:cubicBezTo>
                    <a:pt x="142" y="349"/>
                    <a:pt x="142" y="349"/>
                    <a:pt x="143" y="350"/>
                  </a:cubicBezTo>
                  <a:cubicBezTo>
                    <a:pt x="143" y="351"/>
                    <a:pt x="144" y="352"/>
                    <a:pt x="136" y="357"/>
                  </a:cubicBezTo>
                  <a:lnTo>
                    <a:pt x="136" y="356"/>
                  </a:lnTo>
                  <a:cubicBezTo>
                    <a:pt x="138" y="354"/>
                    <a:pt x="139" y="354"/>
                    <a:pt x="139" y="354"/>
                  </a:cubicBezTo>
                  <a:cubicBezTo>
                    <a:pt x="138" y="354"/>
                    <a:pt x="133" y="356"/>
                    <a:pt x="128" y="359"/>
                  </a:cubicBezTo>
                  <a:lnTo>
                    <a:pt x="114" y="368"/>
                  </a:lnTo>
                  <a:cubicBezTo>
                    <a:pt x="113" y="366"/>
                    <a:pt x="119" y="361"/>
                    <a:pt x="127" y="357"/>
                  </a:cubicBezTo>
                  <a:cubicBezTo>
                    <a:pt x="137" y="351"/>
                    <a:pt x="140" y="349"/>
                    <a:pt x="141" y="349"/>
                  </a:cubicBezTo>
                  <a:close/>
                  <a:moveTo>
                    <a:pt x="17" y="379"/>
                  </a:moveTo>
                  <a:cubicBezTo>
                    <a:pt x="12" y="379"/>
                    <a:pt x="6" y="382"/>
                    <a:pt x="0" y="383"/>
                  </a:cubicBezTo>
                  <a:lnTo>
                    <a:pt x="0" y="385"/>
                  </a:lnTo>
                  <a:cubicBezTo>
                    <a:pt x="1" y="386"/>
                    <a:pt x="2" y="386"/>
                    <a:pt x="3" y="386"/>
                  </a:cubicBezTo>
                  <a:cubicBezTo>
                    <a:pt x="6" y="386"/>
                    <a:pt x="12" y="384"/>
                    <a:pt x="17" y="382"/>
                  </a:cubicBezTo>
                  <a:lnTo>
                    <a:pt x="17" y="379"/>
                  </a:lnTo>
                  <a:close/>
                  <a:moveTo>
                    <a:pt x="187" y="375"/>
                  </a:moveTo>
                  <a:lnTo>
                    <a:pt x="187" y="375"/>
                  </a:lnTo>
                  <a:cubicBezTo>
                    <a:pt x="184" y="379"/>
                    <a:pt x="183" y="382"/>
                    <a:pt x="183" y="383"/>
                  </a:cubicBezTo>
                  <a:lnTo>
                    <a:pt x="185" y="386"/>
                  </a:lnTo>
                  <a:lnTo>
                    <a:pt x="178" y="389"/>
                  </a:lnTo>
                  <a:cubicBezTo>
                    <a:pt x="177" y="389"/>
                    <a:pt x="177" y="389"/>
                    <a:pt x="177" y="389"/>
                  </a:cubicBezTo>
                  <a:cubicBezTo>
                    <a:pt x="174" y="389"/>
                    <a:pt x="168" y="392"/>
                    <a:pt x="162" y="397"/>
                  </a:cubicBezTo>
                  <a:cubicBezTo>
                    <a:pt x="162" y="397"/>
                    <a:pt x="156" y="402"/>
                    <a:pt x="155" y="402"/>
                  </a:cubicBezTo>
                  <a:cubicBezTo>
                    <a:pt x="155" y="402"/>
                    <a:pt x="155" y="402"/>
                    <a:pt x="155" y="402"/>
                  </a:cubicBezTo>
                  <a:lnTo>
                    <a:pt x="167" y="391"/>
                  </a:lnTo>
                  <a:cubicBezTo>
                    <a:pt x="174" y="386"/>
                    <a:pt x="180" y="381"/>
                    <a:pt x="187" y="375"/>
                  </a:cubicBezTo>
                  <a:close/>
                  <a:moveTo>
                    <a:pt x="372" y="411"/>
                  </a:moveTo>
                  <a:cubicBezTo>
                    <a:pt x="373" y="414"/>
                    <a:pt x="374" y="414"/>
                    <a:pt x="373" y="414"/>
                  </a:cubicBezTo>
                  <a:cubicBezTo>
                    <a:pt x="373" y="414"/>
                    <a:pt x="371" y="411"/>
                    <a:pt x="372" y="411"/>
                  </a:cubicBezTo>
                  <a:close/>
                  <a:moveTo>
                    <a:pt x="308" y="401"/>
                  </a:moveTo>
                  <a:lnTo>
                    <a:pt x="309" y="417"/>
                  </a:lnTo>
                  <a:cubicBezTo>
                    <a:pt x="309" y="413"/>
                    <a:pt x="309" y="414"/>
                    <a:pt x="309" y="410"/>
                  </a:cubicBezTo>
                  <a:lnTo>
                    <a:pt x="308" y="401"/>
                  </a:lnTo>
                  <a:close/>
                  <a:moveTo>
                    <a:pt x="437" y="417"/>
                  </a:moveTo>
                  <a:lnTo>
                    <a:pt x="437" y="417"/>
                  </a:lnTo>
                  <a:cubicBezTo>
                    <a:pt x="437" y="417"/>
                    <a:pt x="440" y="419"/>
                    <a:pt x="439" y="420"/>
                  </a:cubicBezTo>
                  <a:cubicBezTo>
                    <a:pt x="437" y="418"/>
                    <a:pt x="437" y="417"/>
                    <a:pt x="437" y="417"/>
                  </a:cubicBezTo>
                  <a:close/>
                  <a:moveTo>
                    <a:pt x="423" y="411"/>
                  </a:moveTo>
                  <a:cubicBezTo>
                    <a:pt x="428" y="417"/>
                    <a:pt x="433" y="424"/>
                    <a:pt x="432" y="424"/>
                  </a:cubicBezTo>
                  <a:lnTo>
                    <a:pt x="426" y="419"/>
                  </a:lnTo>
                  <a:lnTo>
                    <a:pt x="421" y="412"/>
                  </a:lnTo>
                  <a:lnTo>
                    <a:pt x="423" y="411"/>
                  </a:lnTo>
                  <a:close/>
                  <a:moveTo>
                    <a:pt x="409" y="413"/>
                  </a:moveTo>
                  <a:cubicBezTo>
                    <a:pt x="410" y="413"/>
                    <a:pt x="413" y="416"/>
                    <a:pt x="420" y="423"/>
                  </a:cubicBezTo>
                  <a:cubicBezTo>
                    <a:pt x="424" y="430"/>
                    <a:pt x="424" y="430"/>
                    <a:pt x="423" y="431"/>
                  </a:cubicBezTo>
                  <a:cubicBezTo>
                    <a:pt x="419" y="428"/>
                    <a:pt x="415" y="423"/>
                    <a:pt x="412" y="419"/>
                  </a:cubicBezTo>
                  <a:cubicBezTo>
                    <a:pt x="410" y="415"/>
                    <a:pt x="408" y="413"/>
                    <a:pt x="409" y="413"/>
                  </a:cubicBezTo>
                  <a:close/>
                  <a:moveTo>
                    <a:pt x="175" y="434"/>
                  </a:moveTo>
                  <a:cubicBezTo>
                    <a:pt x="175" y="434"/>
                    <a:pt x="175" y="434"/>
                    <a:pt x="175" y="434"/>
                  </a:cubicBezTo>
                  <a:cubicBezTo>
                    <a:pt x="176" y="435"/>
                    <a:pt x="171" y="442"/>
                    <a:pt x="163" y="447"/>
                  </a:cubicBezTo>
                  <a:lnTo>
                    <a:pt x="161" y="444"/>
                  </a:lnTo>
                  <a:cubicBezTo>
                    <a:pt x="166" y="438"/>
                    <a:pt x="173" y="434"/>
                    <a:pt x="175" y="434"/>
                  </a:cubicBezTo>
                  <a:close/>
                  <a:moveTo>
                    <a:pt x="342" y="439"/>
                  </a:moveTo>
                  <a:cubicBezTo>
                    <a:pt x="344" y="439"/>
                    <a:pt x="344" y="439"/>
                    <a:pt x="346" y="447"/>
                  </a:cubicBezTo>
                  <a:lnTo>
                    <a:pt x="344" y="448"/>
                  </a:lnTo>
                  <a:lnTo>
                    <a:pt x="340" y="440"/>
                  </a:lnTo>
                  <a:lnTo>
                    <a:pt x="342" y="439"/>
                  </a:lnTo>
                  <a:close/>
                  <a:moveTo>
                    <a:pt x="253" y="433"/>
                  </a:moveTo>
                  <a:cubicBezTo>
                    <a:pt x="253" y="433"/>
                    <a:pt x="254" y="433"/>
                    <a:pt x="254" y="433"/>
                  </a:cubicBezTo>
                  <a:lnTo>
                    <a:pt x="252" y="441"/>
                  </a:lnTo>
                  <a:lnTo>
                    <a:pt x="247" y="449"/>
                  </a:lnTo>
                  <a:lnTo>
                    <a:pt x="247" y="449"/>
                  </a:lnTo>
                  <a:lnTo>
                    <a:pt x="249" y="440"/>
                  </a:lnTo>
                  <a:cubicBezTo>
                    <a:pt x="251" y="434"/>
                    <a:pt x="252" y="433"/>
                    <a:pt x="253" y="433"/>
                  </a:cubicBezTo>
                  <a:close/>
                  <a:moveTo>
                    <a:pt x="401" y="444"/>
                  </a:moveTo>
                  <a:lnTo>
                    <a:pt x="401" y="444"/>
                  </a:lnTo>
                  <a:cubicBezTo>
                    <a:pt x="402" y="444"/>
                    <a:pt x="406" y="451"/>
                    <a:pt x="406" y="451"/>
                  </a:cubicBezTo>
                  <a:cubicBezTo>
                    <a:pt x="408" y="454"/>
                    <a:pt x="408" y="455"/>
                    <a:pt x="407" y="455"/>
                  </a:cubicBezTo>
                  <a:cubicBezTo>
                    <a:pt x="406" y="455"/>
                    <a:pt x="404" y="453"/>
                    <a:pt x="403" y="453"/>
                  </a:cubicBezTo>
                  <a:cubicBezTo>
                    <a:pt x="403" y="453"/>
                    <a:pt x="403" y="453"/>
                    <a:pt x="403" y="453"/>
                  </a:cubicBezTo>
                  <a:cubicBezTo>
                    <a:pt x="397" y="447"/>
                    <a:pt x="397" y="447"/>
                    <a:pt x="401" y="444"/>
                  </a:cubicBezTo>
                  <a:close/>
                  <a:moveTo>
                    <a:pt x="289" y="427"/>
                  </a:moveTo>
                  <a:lnTo>
                    <a:pt x="289" y="427"/>
                  </a:lnTo>
                  <a:cubicBezTo>
                    <a:pt x="289" y="427"/>
                    <a:pt x="288" y="431"/>
                    <a:pt x="286" y="441"/>
                  </a:cubicBezTo>
                  <a:cubicBezTo>
                    <a:pt x="284" y="450"/>
                    <a:pt x="282" y="458"/>
                    <a:pt x="282" y="458"/>
                  </a:cubicBezTo>
                  <a:cubicBezTo>
                    <a:pt x="281" y="458"/>
                    <a:pt x="283" y="450"/>
                    <a:pt x="286" y="433"/>
                  </a:cubicBezTo>
                  <a:cubicBezTo>
                    <a:pt x="288" y="429"/>
                    <a:pt x="289" y="427"/>
                    <a:pt x="289" y="427"/>
                  </a:cubicBezTo>
                  <a:close/>
                  <a:moveTo>
                    <a:pt x="331" y="438"/>
                  </a:moveTo>
                  <a:cubicBezTo>
                    <a:pt x="331" y="438"/>
                    <a:pt x="333" y="446"/>
                    <a:pt x="335" y="458"/>
                  </a:cubicBezTo>
                  <a:cubicBezTo>
                    <a:pt x="335" y="458"/>
                    <a:pt x="334" y="459"/>
                    <a:pt x="332" y="459"/>
                  </a:cubicBezTo>
                  <a:cubicBezTo>
                    <a:pt x="330" y="450"/>
                    <a:pt x="329" y="442"/>
                    <a:pt x="330" y="442"/>
                  </a:cubicBezTo>
                  <a:cubicBezTo>
                    <a:pt x="330" y="440"/>
                    <a:pt x="330" y="438"/>
                    <a:pt x="331" y="438"/>
                  </a:cubicBezTo>
                  <a:close/>
                  <a:moveTo>
                    <a:pt x="172" y="450"/>
                  </a:moveTo>
                  <a:cubicBezTo>
                    <a:pt x="171" y="450"/>
                    <a:pt x="167" y="454"/>
                    <a:pt x="163" y="458"/>
                  </a:cubicBezTo>
                  <a:cubicBezTo>
                    <a:pt x="159" y="465"/>
                    <a:pt x="160" y="466"/>
                    <a:pt x="163" y="468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5" y="468"/>
                    <a:pt x="171" y="463"/>
                    <a:pt x="171" y="463"/>
                  </a:cubicBezTo>
                  <a:cubicBezTo>
                    <a:pt x="175" y="457"/>
                    <a:pt x="174" y="456"/>
                    <a:pt x="173" y="454"/>
                  </a:cubicBezTo>
                  <a:cubicBezTo>
                    <a:pt x="174" y="451"/>
                    <a:pt x="174" y="450"/>
                    <a:pt x="172" y="450"/>
                  </a:cubicBezTo>
                  <a:close/>
                  <a:moveTo>
                    <a:pt x="375" y="456"/>
                  </a:moveTo>
                  <a:cubicBezTo>
                    <a:pt x="376" y="456"/>
                    <a:pt x="377" y="458"/>
                    <a:pt x="380" y="463"/>
                  </a:cubicBezTo>
                  <a:cubicBezTo>
                    <a:pt x="380" y="463"/>
                    <a:pt x="383" y="471"/>
                    <a:pt x="382" y="472"/>
                  </a:cubicBezTo>
                  <a:cubicBezTo>
                    <a:pt x="380" y="472"/>
                    <a:pt x="375" y="465"/>
                    <a:pt x="375" y="465"/>
                  </a:cubicBezTo>
                  <a:cubicBezTo>
                    <a:pt x="372" y="457"/>
                    <a:pt x="374" y="457"/>
                    <a:pt x="374" y="457"/>
                  </a:cubicBezTo>
                  <a:cubicBezTo>
                    <a:pt x="374" y="456"/>
                    <a:pt x="375" y="456"/>
                    <a:pt x="375" y="456"/>
                  </a:cubicBezTo>
                  <a:close/>
                  <a:moveTo>
                    <a:pt x="256" y="448"/>
                  </a:moveTo>
                  <a:cubicBezTo>
                    <a:pt x="256" y="448"/>
                    <a:pt x="255" y="452"/>
                    <a:pt x="253" y="460"/>
                  </a:cubicBezTo>
                  <a:cubicBezTo>
                    <a:pt x="252" y="468"/>
                    <a:pt x="248" y="476"/>
                    <a:pt x="243" y="484"/>
                  </a:cubicBezTo>
                  <a:lnTo>
                    <a:pt x="239" y="482"/>
                  </a:lnTo>
                  <a:lnTo>
                    <a:pt x="248" y="467"/>
                  </a:lnTo>
                  <a:cubicBezTo>
                    <a:pt x="254" y="454"/>
                    <a:pt x="256" y="448"/>
                    <a:pt x="256" y="448"/>
                  </a:cubicBezTo>
                  <a:close/>
                  <a:moveTo>
                    <a:pt x="295" y="468"/>
                  </a:moveTo>
                  <a:cubicBezTo>
                    <a:pt x="295" y="477"/>
                    <a:pt x="295" y="485"/>
                    <a:pt x="293" y="485"/>
                  </a:cubicBezTo>
                  <a:lnTo>
                    <a:pt x="292" y="485"/>
                  </a:lnTo>
                  <a:cubicBezTo>
                    <a:pt x="292" y="479"/>
                    <a:pt x="293" y="474"/>
                    <a:pt x="294" y="468"/>
                  </a:cubicBezTo>
                  <a:close/>
                  <a:moveTo>
                    <a:pt x="328" y="493"/>
                  </a:moveTo>
                  <a:lnTo>
                    <a:pt x="330" y="502"/>
                  </a:lnTo>
                  <a:cubicBezTo>
                    <a:pt x="329" y="502"/>
                    <a:pt x="328" y="506"/>
                    <a:pt x="327" y="506"/>
                  </a:cubicBezTo>
                  <a:cubicBezTo>
                    <a:pt x="326" y="506"/>
                    <a:pt x="326" y="505"/>
                    <a:pt x="326" y="502"/>
                  </a:cubicBezTo>
                  <a:cubicBezTo>
                    <a:pt x="325" y="502"/>
                    <a:pt x="327" y="493"/>
                    <a:pt x="328" y="493"/>
                  </a:cubicBezTo>
                  <a:close/>
                  <a:moveTo>
                    <a:pt x="273" y="6"/>
                  </a:moveTo>
                  <a:cubicBezTo>
                    <a:pt x="271" y="7"/>
                    <a:pt x="270" y="7"/>
                    <a:pt x="272" y="15"/>
                  </a:cubicBezTo>
                  <a:cubicBezTo>
                    <a:pt x="273" y="24"/>
                    <a:pt x="273" y="24"/>
                    <a:pt x="271" y="24"/>
                  </a:cubicBezTo>
                  <a:cubicBezTo>
                    <a:pt x="270" y="24"/>
                    <a:pt x="267" y="24"/>
                    <a:pt x="267" y="33"/>
                  </a:cubicBezTo>
                  <a:cubicBezTo>
                    <a:pt x="267" y="41"/>
                    <a:pt x="266" y="41"/>
                    <a:pt x="265" y="42"/>
                  </a:cubicBezTo>
                  <a:cubicBezTo>
                    <a:pt x="262" y="33"/>
                    <a:pt x="258" y="33"/>
                    <a:pt x="258" y="33"/>
                  </a:cubicBezTo>
                  <a:cubicBezTo>
                    <a:pt x="258" y="28"/>
                    <a:pt x="258" y="29"/>
                    <a:pt x="257" y="25"/>
                  </a:cubicBezTo>
                  <a:cubicBezTo>
                    <a:pt x="256" y="19"/>
                    <a:pt x="255" y="14"/>
                    <a:pt x="253" y="8"/>
                  </a:cubicBezTo>
                  <a:cubicBezTo>
                    <a:pt x="251" y="8"/>
                    <a:pt x="253" y="17"/>
                    <a:pt x="253" y="17"/>
                  </a:cubicBezTo>
                  <a:cubicBezTo>
                    <a:pt x="254" y="24"/>
                    <a:pt x="213" y="34"/>
                    <a:pt x="209" y="36"/>
                  </a:cubicBezTo>
                  <a:cubicBezTo>
                    <a:pt x="206" y="33"/>
                    <a:pt x="204" y="32"/>
                    <a:pt x="202" y="32"/>
                  </a:cubicBezTo>
                  <a:cubicBezTo>
                    <a:pt x="200" y="32"/>
                    <a:pt x="200" y="34"/>
                    <a:pt x="202" y="38"/>
                  </a:cubicBezTo>
                  <a:cubicBezTo>
                    <a:pt x="206" y="46"/>
                    <a:pt x="198" y="49"/>
                    <a:pt x="189" y="54"/>
                  </a:cubicBezTo>
                  <a:cubicBezTo>
                    <a:pt x="179" y="58"/>
                    <a:pt x="171" y="64"/>
                    <a:pt x="175" y="71"/>
                  </a:cubicBezTo>
                  <a:lnTo>
                    <a:pt x="171" y="73"/>
                  </a:lnTo>
                  <a:cubicBezTo>
                    <a:pt x="169" y="74"/>
                    <a:pt x="171" y="83"/>
                    <a:pt x="170" y="84"/>
                  </a:cubicBezTo>
                  <a:cubicBezTo>
                    <a:pt x="172" y="88"/>
                    <a:pt x="172" y="91"/>
                    <a:pt x="171" y="91"/>
                  </a:cubicBezTo>
                  <a:cubicBezTo>
                    <a:pt x="171" y="91"/>
                    <a:pt x="170" y="89"/>
                    <a:pt x="167" y="85"/>
                  </a:cubicBezTo>
                  <a:cubicBezTo>
                    <a:pt x="163" y="79"/>
                    <a:pt x="159" y="72"/>
                    <a:pt x="156" y="72"/>
                  </a:cubicBezTo>
                  <a:cubicBezTo>
                    <a:pt x="154" y="74"/>
                    <a:pt x="159" y="81"/>
                    <a:pt x="164" y="88"/>
                  </a:cubicBezTo>
                  <a:cubicBezTo>
                    <a:pt x="169" y="94"/>
                    <a:pt x="167" y="95"/>
                    <a:pt x="167" y="95"/>
                  </a:cubicBezTo>
                  <a:cubicBezTo>
                    <a:pt x="167" y="96"/>
                    <a:pt x="167" y="96"/>
                    <a:pt x="167" y="96"/>
                  </a:cubicBezTo>
                  <a:cubicBezTo>
                    <a:pt x="166" y="96"/>
                    <a:pt x="165" y="95"/>
                    <a:pt x="162" y="90"/>
                  </a:cubicBezTo>
                  <a:lnTo>
                    <a:pt x="151" y="76"/>
                  </a:lnTo>
                  <a:lnTo>
                    <a:pt x="150" y="78"/>
                  </a:lnTo>
                  <a:cubicBezTo>
                    <a:pt x="155" y="84"/>
                    <a:pt x="153" y="85"/>
                    <a:pt x="153" y="85"/>
                  </a:cubicBezTo>
                  <a:cubicBezTo>
                    <a:pt x="152" y="85"/>
                    <a:pt x="152" y="85"/>
                    <a:pt x="142" y="73"/>
                  </a:cubicBezTo>
                  <a:cubicBezTo>
                    <a:pt x="136" y="67"/>
                    <a:pt x="133" y="63"/>
                    <a:pt x="133" y="63"/>
                  </a:cubicBezTo>
                  <a:lnTo>
                    <a:pt x="133" y="63"/>
                  </a:lnTo>
                  <a:cubicBezTo>
                    <a:pt x="132" y="63"/>
                    <a:pt x="134" y="67"/>
                    <a:pt x="138" y="74"/>
                  </a:cubicBezTo>
                  <a:lnTo>
                    <a:pt x="142" y="83"/>
                  </a:lnTo>
                  <a:cubicBezTo>
                    <a:pt x="138" y="80"/>
                    <a:pt x="137" y="79"/>
                    <a:pt x="136" y="79"/>
                  </a:cubicBezTo>
                  <a:cubicBezTo>
                    <a:pt x="133" y="79"/>
                    <a:pt x="138" y="89"/>
                    <a:pt x="142" y="94"/>
                  </a:cubicBezTo>
                  <a:cubicBezTo>
                    <a:pt x="136" y="89"/>
                    <a:pt x="133" y="86"/>
                    <a:pt x="132" y="86"/>
                  </a:cubicBezTo>
                  <a:cubicBezTo>
                    <a:pt x="131" y="86"/>
                    <a:pt x="133" y="90"/>
                    <a:pt x="138" y="98"/>
                  </a:cubicBezTo>
                  <a:cubicBezTo>
                    <a:pt x="142" y="101"/>
                    <a:pt x="143" y="103"/>
                    <a:pt x="141" y="103"/>
                  </a:cubicBezTo>
                  <a:cubicBezTo>
                    <a:pt x="140" y="103"/>
                    <a:pt x="138" y="102"/>
                    <a:pt x="135" y="100"/>
                  </a:cubicBezTo>
                  <a:cubicBezTo>
                    <a:pt x="131" y="97"/>
                    <a:pt x="129" y="96"/>
                    <a:pt x="128" y="96"/>
                  </a:cubicBezTo>
                  <a:cubicBezTo>
                    <a:pt x="126" y="96"/>
                    <a:pt x="125" y="97"/>
                    <a:pt x="124" y="98"/>
                  </a:cubicBezTo>
                  <a:cubicBezTo>
                    <a:pt x="129" y="106"/>
                    <a:pt x="120" y="113"/>
                    <a:pt x="111" y="124"/>
                  </a:cubicBezTo>
                  <a:cubicBezTo>
                    <a:pt x="102" y="135"/>
                    <a:pt x="96" y="143"/>
                    <a:pt x="102" y="147"/>
                  </a:cubicBezTo>
                  <a:cubicBezTo>
                    <a:pt x="102" y="148"/>
                    <a:pt x="102" y="148"/>
                    <a:pt x="102" y="148"/>
                  </a:cubicBezTo>
                  <a:cubicBezTo>
                    <a:pt x="101" y="148"/>
                    <a:pt x="100" y="147"/>
                    <a:pt x="95" y="145"/>
                  </a:cubicBezTo>
                  <a:cubicBezTo>
                    <a:pt x="92" y="143"/>
                    <a:pt x="90" y="143"/>
                    <a:pt x="89" y="143"/>
                  </a:cubicBezTo>
                  <a:cubicBezTo>
                    <a:pt x="88" y="143"/>
                    <a:pt x="90" y="146"/>
                    <a:pt x="99" y="153"/>
                  </a:cubicBezTo>
                  <a:cubicBezTo>
                    <a:pt x="103" y="156"/>
                    <a:pt x="107" y="159"/>
                    <a:pt x="107" y="159"/>
                  </a:cubicBezTo>
                  <a:cubicBezTo>
                    <a:pt x="106" y="159"/>
                    <a:pt x="104" y="157"/>
                    <a:pt x="98" y="154"/>
                  </a:cubicBezTo>
                  <a:cubicBezTo>
                    <a:pt x="96" y="152"/>
                    <a:pt x="94" y="152"/>
                    <a:pt x="93" y="152"/>
                  </a:cubicBezTo>
                  <a:cubicBezTo>
                    <a:pt x="90" y="152"/>
                    <a:pt x="88" y="154"/>
                    <a:pt x="86" y="158"/>
                  </a:cubicBezTo>
                  <a:cubicBezTo>
                    <a:pt x="82" y="162"/>
                    <a:pt x="80" y="168"/>
                    <a:pt x="87" y="172"/>
                  </a:cubicBezTo>
                  <a:cubicBezTo>
                    <a:pt x="90" y="175"/>
                    <a:pt x="92" y="177"/>
                    <a:pt x="92" y="177"/>
                  </a:cubicBezTo>
                  <a:cubicBezTo>
                    <a:pt x="92" y="177"/>
                    <a:pt x="90" y="176"/>
                    <a:pt x="87" y="173"/>
                  </a:cubicBezTo>
                  <a:cubicBezTo>
                    <a:pt x="81" y="170"/>
                    <a:pt x="76" y="168"/>
                    <a:pt x="73" y="168"/>
                  </a:cubicBezTo>
                  <a:cubicBezTo>
                    <a:pt x="67" y="168"/>
                    <a:pt x="65" y="173"/>
                    <a:pt x="73" y="180"/>
                  </a:cubicBezTo>
                  <a:cubicBezTo>
                    <a:pt x="73" y="180"/>
                    <a:pt x="72" y="181"/>
                    <a:pt x="70" y="181"/>
                  </a:cubicBezTo>
                  <a:cubicBezTo>
                    <a:pt x="68" y="181"/>
                    <a:pt x="66" y="181"/>
                    <a:pt x="63" y="180"/>
                  </a:cubicBezTo>
                  <a:lnTo>
                    <a:pt x="63" y="180"/>
                  </a:lnTo>
                  <a:cubicBezTo>
                    <a:pt x="63" y="181"/>
                    <a:pt x="62" y="183"/>
                    <a:pt x="68" y="191"/>
                  </a:cubicBezTo>
                  <a:cubicBezTo>
                    <a:pt x="68" y="192"/>
                    <a:pt x="64" y="199"/>
                    <a:pt x="63" y="201"/>
                  </a:cubicBezTo>
                  <a:cubicBezTo>
                    <a:pt x="62" y="204"/>
                    <a:pt x="69" y="210"/>
                    <a:pt x="69" y="210"/>
                  </a:cubicBezTo>
                  <a:cubicBezTo>
                    <a:pt x="69" y="211"/>
                    <a:pt x="69" y="212"/>
                    <a:pt x="68" y="212"/>
                  </a:cubicBezTo>
                  <a:lnTo>
                    <a:pt x="68" y="212"/>
                  </a:lnTo>
                  <a:cubicBezTo>
                    <a:pt x="67" y="212"/>
                    <a:pt x="66" y="211"/>
                    <a:pt x="65" y="211"/>
                  </a:cubicBezTo>
                  <a:cubicBezTo>
                    <a:pt x="60" y="211"/>
                    <a:pt x="57" y="219"/>
                    <a:pt x="54" y="229"/>
                  </a:cubicBezTo>
                  <a:cubicBezTo>
                    <a:pt x="52" y="240"/>
                    <a:pt x="50" y="249"/>
                    <a:pt x="41" y="250"/>
                  </a:cubicBezTo>
                  <a:cubicBezTo>
                    <a:pt x="41" y="250"/>
                    <a:pt x="41" y="253"/>
                    <a:pt x="49" y="255"/>
                  </a:cubicBezTo>
                  <a:cubicBezTo>
                    <a:pt x="65" y="258"/>
                    <a:pt x="65" y="259"/>
                    <a:pt x="56" y="260"/>
                  </a:cubicBezTo>
                  <a:cubicBezTo>
                    <a:pt x="40" y="260"/>
                    <a:pt x="39" y="268"/>
                    <a:pt x="54" y="270"/>
                  </a:cubicBezTo>
                  <a:lnTo>
                    <a:pt x="54" y="270"/>
                  </a:lnTo>
                  <a:lnTo>
                    <a:pt x="47" y="269"/>
                  </a:lnTo>
                  <a:lnTo>
                    <a:pt x="47" y="269"/>
                  </a:lnTo>
                  <a:cubicBezTo>
                    <a:pt x="30" y="270"/>
                    <a:pt x="38" y="277"/>
                    <a:pt x="55" y="278"/>
                  </a:cubicBezTo>
                  <a:cubicBezTo>
                    <a:pt x="46" y="279"/>
                    <a:pt x="38" y="282"/>
                    <a:pt x="46" y="283"/>
                  </a:cubicBezTo>
                  <a:cubicBezTo>
                    <a:pt x="46" y="285"/>
                    <a:pt x="46" y="285"/>
                    <a:pt x="30" y="285"/>
                  </a:cubicBezTo>
                  <a:cubicBezTo>
                    <a:pt x="22" y="285"/>
                    <a:pt x="13" y="286"/>
                    <a:pt x="13" y="287"/>
                  </a:cubicBezTo>
                  <a:cubicBezTo>
                    <a:pt x="13" y="290"/>
                    <a:pt x="22" y="290"/>
                    <a:pt x="30" y="290"/>
                  </a:cubicBezTo>
                  <a:lnTo>
                    <a:pt x="30" y="293"/>
                  </a:lnTo>
                  <a:cubicBezTo>
                    <a:pt x="30" y="293"/>
                    <a:pt x="30" y="294"/>
                    <a:pt x="38" y="294"/>
                  </a:cubicBezTo>
                  <a:cubicBezTo>
                    <a:pt x="40" y="294"/>
                    <a:pt x="41" y="294"/>
                    <a:pt x="42" y="294"/>
                  </a:cubicBezTo>
                  <a:cubicBezTo>
                    <a:pt x="46" y="294"/>
                    <a:pt x="46" y="295"/>
                    <a:pt x="46" y="296"/>
                  </a:cubicBezTo>
                  <a:cubicBezTo>
                    <a:pt x="42" y="297"/>
                    <a:pt x="43" y="298"/>
                    <a:pt x="46" y="298"/>
                  </a:cubicBezTo>
                  <a:cubicBezTo>
                    <a:pt x="48" y="298"/>
                    <a:pt x="52" y="297"/>
                    <a:pt x="55" y="296"/>
                  </a:cubicBezTo>
                  <a:cubicBezTo>
                    <a:pt x="59" y="296"/>
                    <a:pt x="63" y="295"/>
                    <a:pt x="67" y="295"/>
                  </a:cubicBezTo>
                  <a:cubicBezTo>
                    <a:pt x="70" y="295"/>
                    <a:pt x="72" y="296"/>
                    <a:pt x="72" y="296"/>
                  </a:cubicBezTo>
                  <a:lnTo>
                    <a:pt x="89" y="295"/>
                  </a:lnTo>
                  <a:cubicBezTo>
                    <a:pt x="100" y="294"/>
                    <a:pt x="111" y="293"/>
                    <a:pt x="123" y="290"/>
                  </a:cubicBezTo>
                  <a:cubicBezTo>
                    <a:pt x="132" y="285"/>
                    <a:pt x="141" y="282"/>
                    <a:pt x="124" y="282"/>
                  </a:cubicBezTo>
                  <a:cubicBezTo>
                    <a:pt x="124" y="282"/>
                    <a:pt x="115" y="281"/>
                    <a:pt x="115" y="279"/>
                  </a:cubicBezTo>
                  <a:cubicBezTo>
                    <a:pt x="115" y="278"/>
                    <a:pt x="124" y="277"/>
                    <a:pt x="124" y="277"/>
                  </a:cubicBezTo>
                  <a:cubicBezTo>
                    <a:pt x="132" y="277"/>
                    <a:pt x="133" y="274"/>
                    <a:pt x="133" y="268"/>
                  </a:cubicBezTo>
                  <a:cubicBezTo>
                    <a:pt x="134" y="261"/>
                    <a:pt x="134" y="259"/>
                    <a:pt x="143" y="259"/>
                  </a:cubicBezTo>
                  <a:cubicBezTo>
                    <a:pt x="152" y="259"/>
                    <a:pt x="152" y="258"/>
                    <a:pt x="152" y="258"/>
                  </a:cubicBezTo>
                  <a:cubicBezTo>
                    <a:pt x="144" y="257"/>
                    <a:pt x="145" y="251"/>
                    <a:pt x="147" y="245"/>
                  </a:cubicBezTo>
                  <a:cubicBezTo>
                    <a:pt x="150" y="238"/>
                    <a:pt x="152" y="231"/>
                    <a:pt x="144" y="228"/>
                  </a:cubicBezTo>
                  <a:cubicBezTo>
                    <a:pt x="145" y="227"/>
                    <a:pt x="145" y="226"/>
                    <a:pt x="145" y="226"/>
                  </a:cubicBezTo>
                  <a:cubicBezTo>
                    <a:pt x="148" y="227"/>
                    <a:pt x="150" y="227"/>
                    <a:pt x="151" y="227"/>
                  </a:cubicBezTo>
                  <a:cubicBezTo>
                    <a:pt x="154" y="227"/>
                    <a:pt x="154" y="226"/>
                    <a:pt x="155" y="224"/>
                  </a:cubicBezTo>
                  <a:cubicBezTo>
                    <a:pt x="148" y="220"/>
                    <a:pt x="150" y="218"/>
                    <a:pt x="150" y="218"/>
                  </a:cubicBezTo>
                  <a:lnTo>
                    <a:pt x="150" y="218"/>
                  </a:lnTo>
                  <a:cubicBezTo>
                    <a:pt x="153" y="219"/>
                    <a:pt x="155" y="220"/>
                    <a:pt x="156" y="220"/>
                  </a:cubicBezTo>
                  <a:cubicBezTo>
                    <a:pt x="158" y="220"/>
                    <a:pt x="158" y="219"/>
                    <a:pt x="159" y="218"/>
                  </a:cubicBezTo>
                  <a:cubicBezTo>
                    <a:pt x="160" y="217"/>
                    <a:pt x="161" y="216"/>
                    <a:pt x="153" y="211"/>
                  </a:cubicBezTo>
                  <a:cubicBezTo>
                    <a:pt x="155" y="207"/>
                    <a:pt x="159" y="205"/>
                    <a:pt x="164" y="205"/>
                  </a:cubicBezTo>
                  <a:cubicBezTo>
                    <a:pt x="164" y="205"/>
                    <a:pt x="165" y="205"/>
                    <a:pt x="166" y="205"/>
                  </a:cubicBezTo>
                  <a:cubicBezTo>
                    <a:pt x="168" y="206"/>
                    <a:pt x="169" y="206"/>
                    <a:pt x="170" y="206"/>
                  </a:cubicBezTo>
                  <a:cubicBezTo>
                    <a:pt x="171" y="206"/>
                    <a:pt x="166" y="202"/>
                    <a:pt x="161" y="198"/>
                  </a:cubicBezTo>
                  <a:cubicBezTo>
                    <a:pt x="154" y="193"/>
                    <a:pt x="147" y="189"/>
                    <a:pt x="148" y="187"/>
                  </a:cubicBezTo>
                  <a:lnTo>
                    <a:pt x="148" y="187"/>
                  </a:lnTo>
                  <a:lnTo>
                    <a:pt x="162" y="196"/>
                  </a:lnTo>
                  <a:cubicBezTo>
                    <a:pt x="166" y="200"/>
                    <a:pt x="168" y="201"/>
                    <a:pt x="168" y="201"/>
                  </a:cubicBezTo>
                  <a:cubicBezTo>
                    <a:pt x="169" y="201"/>
                    <a:pt x="169" y="201"/>
                    <a:pt x="170" y="200"/>
                  </a:cubicBezTo>
                  <a:cubicBezTo>
                    <a:pt x="171" y="199"/>
                    <a:pt x="172" y="198"/>
                    <a:pt x="172" y="198"/>
                  </a:cubicBezTo>
                  <a:cubicBezTo>
                    <a:pt x="164" y="193"/>
                    <a:pt x="167" y="189"/>
                    <a:pt x="173" y="183"/>
                  </a:cubicBezTo>
                  <a:cubicBezTo>
                    <a:pt x="180" y="174"/>
                    <a:pt x="182" y="173"/>
                    <a:pt x="175" y="167"/>
                  </a:cubicBezTo>
                  <a:cubicBezTo>
                    <a:pt x="172" y="163"/>
                    <a:pt x="171" y="162"/>
                    <a:pt x="172" y="162"/>
                  </a:cubicBezTo>
                  <a:cubicBezTo>
                    <a:pt x="173" y="162"/>
                    <a:pt x="175" y="163"/>
                    <a:pt x="179" y="164"/>
                  </a:cubicBezTo>
                  <a:cubicBezTo>
                    <a:pt x="192" y="171"/>
                    <a:pt x="198" y="174"/>
                    <a:pt x="199" y="174"/>
                  </a:cubicBezTo>
                  <a:cubicBezTo>
                    <a:pt x="200" y="174"/>
                    <a:pt x="199" y="172"/>
                    <a:pt x="197" y="170"/>
                  </a:cubicBezTo>
                  <a:cubicBezTo>
                    <a:pt x="197" y="170"/>
                    <a:pt x="197" y="170"/>
                    <a:pt x="197" y="170"/>
                  </a:cubicBezTo>
                  <a:cubicBezTo>
                    <a:pt x="196" y="170"/>
                    <a:pt x="190" y="163"/>
                    <a:pt x="184" y="158"/>
                  </a:cubicBezTo>
                  <a:cubicBezTo>
                    <a:pt x="178" y="152"/>
                    <a:pt x="175" y="148"/>
                    <a:pt x="176" y="148"/>
                  </a:cubicBezTo>
                  <a:lnTo>
                    <a:pt x="176" y="148"/>
                  </a:lnTo>
                  <a:cubicBezTo>
                    <a:pt x="177" y="148"/>
                    <a:pt x="180" y="151"/>
                    <a:pt x="187" y="157"/>
                  </a:cubicBezTo>
                  <a:cubicBezTo>
                    <a:pt x="189" y="160"/>
                    <a:pt x="192" y="161"/>
                    <a:pt x="194" y="161"/>
                  </a:cubicBezTo>
                  <a:cubicBezTo>
                    <a:pt x="200" y="161"/>
                    <a:pt x="202" y="149"/>
                    <a:pt x="196" y="138"/>
                  </a:cubicBezTo>
                  <a:lnTo>
                    <a:pt x="196" y="138"/>
                  </a:lnTo>
                  <a:lnTo>
                    <a:pt x="201" y="145"/>
                  </a:lnTo>
                  <a:cubicBezTo>
                    <a:pt x="205" y="149"/>
                    <a:pt x="206" y="151"/>
                    <a:pt x="208" y="151"/>
                  </a:cubicBezTo>
                  <a:cubicBezTo>
                    <a:pt x="209" y="151"/>
                    <a:pt x="210" y="150"/>
                    <a:pt x="211" y="149"/>
                  </a:cubicBezTo>
                  <a:lnTo>
                    <a:pt x="213" y="147"/>
                  </a:lnTo>
                  <a:cubicBezTo>
                    <a:pt x="208" y="140"/>
                    <a:pt x="209" y="137"/>
                    <a:pt x="211" y="137"/>
                  </a:cubicBezTo>
                  <a:cubicBezTo>
                    <a:pt x="213" y="137"/>
                    <a:pt x="217" y="140"/>
                    <a:pt x="219" y="144"/>
                  </a:cubicBezTo>
                  <a:cubicBezTo>
                    <a:pt x="223" y="148"/>
                    <a:pt x="224" y="150"/>
                    <a:pt x="225" y="150"/>
                  </a:cubicBezTo>
                  <a:cubicBezTo>
                    <a:pt x="226" y="150"/>
                    <a:pt x="226" y="150"/>
                    <a:pt x="227" y="149"/>
                  </a:cubicBezTo>
                  <a:cubicBezTo>
                    <a:pt x="224" y="142"/>
                    <a:pt x="224" y="139"/>
                    <a:pt x="226" y="139"/>
                  </a:cubicBezTo>
                  <a:cubicBezTo>
                    <a:pt x="228" y="139"/>
                    <a:pt x="231" y="142"/>
                    <a:pt x="234" y="146"/>
                  </a:cubicBezTo>
                  <a:cubicBezTo>
                    <a:pt x="234" y="145"/>
                    <a:pt x="235" y="145"/>
                    <a:pt x="235" y="145"/>
                  </a:cubicBezTo>
                  <a:cubicBezTo>
                    <a:pt x="233" y="137"/>
                    <a:pt x="234" y="136"/>
                    <a:pt x="235" y="136"/>
                  </a:cubicBezTo>
                  <a:cubicBezTo>
                    <a:pt x="238" y="135"/>
                    <a:pt x="239" y="135"/>
                    <a:pt x="235" y="127"/>
                  </a:cubicBezTo>
                  <a:cubicBezTo>
                    <a:pt x="230" y="119"/>
                    <a:pt x="227" y="111"/>
                    <a:pt x="228" y="111"/>
                  </a:cubicBezTo>
                  <a:lnTo>
                    <a:pt x="228" y="111"/>
                  </a:lnTo>
                  <a:lnTo>
                    <a:pt x="231" y="119"/>
                  </a:lnTo>
                  <a:cubicBezTo>
                    <a:pt x="234" y="123"/>
                    <a:pt x="236" y="125"/>
                    <a:pt x="238" y="125"/>
                  </a:cubicBezTo>
                  <a:cubicBezTo>
                    <a:pt x="239" y="125"/>
                    <a:pt x="241" y="124"/>
                    <a:pt x="243" y="124"/>
                  </a:cubicBezTo>
                  <a:cubicBezTo>
                    <a:pt x="244" y="123"/>
                    <a:pt x="246" y="123"/>
                    <a:pt x="247" y="123"/>
                  </a:cubicBezTo>
                  <a:cubicBezTo>
                    <a:pt x="249" y="123"/>
                    <a:pt x="251" y="124"/>
                    <a:pt x="253" y="129"/>
                  </a:cubicBezTo>
                  <a:lnTo>
                    <a:pt x="252" y="121"/>
                  </a:lnTo>
                  <a:cubicBezTo>
                    <a:pt x="250" y="117"/>
                    <a:pt x="250" y="114"/>
                    <a:pt x="251" y="114"/>
                  </a:cubicBezTo>
                  <a:lnTo>
                    <a:pt x="251" y="114"/>
                  </a:lnTo>
                  <a:cubicBezTo>
                    <a:pt x="251" y="114"/>
                    <a:pt x="252" y="116"/>
                    <a:pt x="254" y="120"/>
                  </a:cubicBezTo>
                  <a:cubicBezTo>
                    <a:pt x="255" y="124"/>
                    <a:pt x="257" y="126"/>
                    <a:pt x="258" y="126"/>
                  </a:cubicBezTo>
                  <a:cubicBezTo>
                    <a:pt x="260" y="126"/>
                    <a:pt x="261" y="124"/>
                    <a:pt x="261" y="119"/>
                  </a:cubicBezTo>
                  <a:lnTo>
                    <a:pt x="263" y="119"/>
                  </a:lnTo>
                  <a:cubicBezTo>
                    <a:pt x="265" y="127"/>
                    <a:pt x="267" y="131"/>
                    <a:pt x="268" y="131"/>
                  </a:cubicBezTo>
                  <a:cubicBezTo>
                    <a:pt x="268" y="131"/>
                    <a:pt x="268" y="126"/>
                    <a:pt x="267" y="118"/>
                  </a:cubicBezTo>
                  <a:lnTo>
                    <a:pt x="267" y="118"/>
                  </a:lnTo>
                  <a:cubicBezTo>
                    <a:pt x="268" y="126"/>
                    <a:pt x="270" y="126"/>
                    <a:pt x="271" y="126"/>
                  </a:cubicBezTo>
                  <a:cubicBezTo>
                    <a:pt x="271" y="121"/>
                    <a:pt x="272" y="119"/>
                    <a:pt x="273" y="119"/>
                  </a:cubicBezTo>
                  <a:cubicBezTo>
                    <a:pt x="274" y="119"/>
                    <a:pt x="276" y="121"/>
                    <a:pt x="276" y="126"/>
                  </a:cubicBezTo>
                  <a:lnTo>
                    <a:pt x="277" y="126"/>
                  </a:lnTo>
                  <a:cubicBezTo>
                    <a:pt x="277" y="117"/>
                    <a:pt x="277" y="117"/>
                    <a:pt x="279" y="117"/>
                  </a:cubicBezTo>
                  <a:cubicBezTo>
                    <a:pt x="280" y="117"/>
                    <a:pt x="281" y="117"/>
                    <a:pt x="281" y="108"/>
                  </a:cubicBezTo>
                  <a:cubicBezTo>
                    <a:pt x="282" y="100"/>
                    <a:pt x="283" y="100"/>
                    <a:pt x="283" y="100"/>
                  </a:cubicBezTo>
                  <a:cubicBezTo>
                    <a:pt x="283" y="106"/>
                    <a:pt x="283" y="111"/>
                    <a:pt x="283" y="117"/>
                  </a:cubicBezTo>
                  <a:cubicBezTo>
                    <a:pt x="283" y="120"/>
                    <a:pt x="283" y="122"/>
                    <a:pt x="283" y="122"/>
                  </a:cubicBezTo>
                  <a:cubicBezTo>
                    <a:pt x="284" y="122"/>
                    <a:pt x="285" y="118"/>
                    <a:pt x="286" y="108"/>
                  </a:cubicBezTo>
                  <a:cubicBezTo>
                    <a:pt x="288" y="100"/>
                    <a:pt x="288" y="95"/>
                    <a:pt x="288" y="95"/>
                  </a:cubicBezTo>
                  <a:lnTo>
                    <a:pt x="288" y="95"/>
                  </a:lnTo>
                  <a:cubicBezTo>
                    <a:pt x="288" y="95"/>
                    <a:pt x="288" y="100"/>
                    <a:pt x="288" y="109"/>
                  </a:cubicBezTo>
                  <a:cubicBezTo>
                    <a:pt x="287" y="114"/>
                    <a:pt x="287" y="121"/>
                    <a:pt x="287" y="121"/>
                  </a:cubicBezTo>
                  <a:cubicBezTo>
                    <a:pt x="287" y="121"/>
                    <a:pt x="287" y="119"/>
                    <a:pt x="288" y="117"/>
                  </a:cubicBezTo>
                  <a:cubicBezTo>
                    <a:pt x="288" y="117"/>
                    <a:pt x="290" y="117"/>
                    <a:pt x="289" y="109"/>
                  </a:cubicBezTo>
                  <a:lnTo>
                    <a:pt x="292" y="109"/>
                  </a:lnTo>
                  <a:cubicBezTo>
                    <a:pt x="294" y="117"/>
                    <a:pt x="295" y="117"/>
                    <a:pt x="295" y="117"/>
                  </a:cubicBezTo>
                  <a:cubicBezTo>
                    <a:pt x="296" y="113"/>
                    <a:pt x="297" y="111"/>
                    <a:pt x="297" y="111"/>
                  </a:cubicBezTo>
                  <a:cubicBezTo>
                    <a:pt x="298" y="111"/>
                    <a:pt x="298" y="113"/>
                    <a:pt x="298" y="118"/>
                  </a:cubicBezTo>
                  <a:cubicBezTo>
                    <a:pt x="298" y="121"/>
                    <a:pt x="298" y="123"/>
                    <a:pt x="298" y="123"/>
                  </a:cubicBezTo>
                  <a:cubicBezTo>
                    <a:pt x="298" y="123"/>
                    <a:pt x="298" y="119"/>
                    <a:pt x="299" y="109"/>
                  </a:cubicBezTo>
                  <a:cubicBezTo>
                    <a:pt x="300" y="105"/>
                    <a:pt x="301" y="103"/>
                    <a:pt x="301" y="103"/>
                  </a:cubicBezTo>
                  <a:cubicBezTo>
                    <a:pt x="302" y="103"/>
                    <a:pt x="302" y="105"/>
                    <a:pt x="302" y="110"/>
                  </a:cubicBezTo>
                  <a:cubicBezTo>
                    <a:pt x="301" y="120"/>
                    <a:pt x="302" y="124"/>
                    <a:pt x="302" y="124"/>
                  </a:cubicBezTo>
                  <a:cubicBezTo>
                    <a:pt x="302" y="124"/>
                    <a:pt x="302" y="122"/>
                    <a:pt x="302" y="118"/>
                  </a:cubicBezTo>
                  <a:cubicBezTo>
                    <a:pt x="304" y="110"/>
                    <a:pt x="305" y="110"/>
                    <a:pt x="305" y="110"/>
                  </a:cubicBezTo>
                  <a:lnTo>
                    <a:pt x="305" y="110"/>
                  </a:lnTo>
                  <a:cubicBezTo>
                    <a:pt x="304" y="119"/>
                    <a:pt x="313" y="120"/>
                    <a:pt x="321" y="122"/>
                  </a:cubicBezTo>
                  <a:cubicBezTo>
                    <a:pt x="325" y="118"/>
                    <a:pt x="327" y="112"/>
                    <a:pt x="328" y="107"/>
                  </a:cubicBezTo>
                  <a:cubicBezTo>
                    <a:pt x="330" y="100"/>
                    <a:pt x="330" y="98"/>
                    <a:pt x="331" y="98"/>
                  </a:cubicBezTo>
                  <a:lnTo>
                    <a:pt x="331" y="98"/>
                  </a:lnTo>
                  <a:cubicBezTo>
                    <a:pt x="331" y="98"/>
                    <a:pt x="330" y="103"/>
                    <a:pt x="329" y="108"/>
                  </a:cubicBezTo>
                  <a:cubicBezTo>
                    <a:pt x="326" y="120"/>
                    <a:pt x="325" y="127"/>
                    <a:pt x="326" y="127"/>
                  </a:cubicBezTo>
                  <a:cubicBezTo>
                    <a:pt x="326" y="127"/>
                    <a:pt x="328" y="121"/>
                    <a:pt x="331" y="108"/>
                  </a:cubicBezTo>
                  <a:cubicBezTo>
                    <a:pt x="333" y="100"/>
                    <a:pt x="334" y="95"/>
                    <a:pt x="334" y="95"/>
                  </a:cubicBezTo>
                  <a:lnTo>
                    <a:pt x="334" y="95"/>
                  </a:lnTo>
                  <a:cubicBezTo>
                    <a:pt x="334" y="95"/>
                    <a:pt x="334" y="100"/>
                    <a:pt x="332" y="109"/>
                  </a:cubicBezTo>
                  <a:cubicBezTo>
                    <a:pt x="331" y="113"/>
                    <a:pt x="331" y="115"/>
                    <a:pt x="331" y="115"/>
                  </a:cubicBezTo>
                  <a:cubicBezTo>
                    <a:pt x="331" y="115"/>
                    <a:pt x="332" y="113"/>
                    <a:pt x="335" y="109"/>
                  </a:cubicBezTo>
                  <a:cubicBezTo>
                    <a:pt x="336" y="105"/>
                    <a:pt x="336" y="104"/>
                    <a:pt x="337" y="104"/>
                  </a:cubicBezTo>
                  <a:lnTo>
                    <a:pt x="337" y="104"/>
                  </a:lnTo>
                  <a:cubicBezTo>
                    <a:pt x="337" y="104"/>
                    <a:pt x="337" y="106"/>
                    <a:pt x="336" y="110"/>
                  </a:cubicBezTo>
                  <a:cubicBezTo>
                    <a:pt x="334" y="116"/>
                    <a:pt x="333" y="122"/>
                    <a:pt x="334" y="122"/>
                  </a:cubicBezTo>
                  <a:cubicBezTo>
                    <a:pt x="334" y="122"/>
                    <a:pt x="334" y="121"/>
                    <a:pt x="335" y="119"/>
                  </a:cubicBezTo>
                  <a:lnTo>
                    <a:pt x="335" y="119"/>
                  </a:lnTo>
                  <a:cubicBezTo>
                    <a:pt x="335" y="119"/>
                    <a:pt x="336" y="119"/>
                    <a:pt x="334" y="128"/>
                  </a:cubicBezTo>
                  <a:cubicBezTo>
                    <a:pt x="333" y="130"/>
                    <a:pt x="333" y="131"/>
                    <a:pt x="334" y="131"/>
                  </a:cubicBezTo>
                  <a:cubicBezTo>
                    <a:pt x="334" y="131"/>
                    <a:pt x="337" y="126"/>
                    <a:pt x="340" y="121"/>
                  </a:cubicBezTo>
                  <a:cubicBezTo>
                    <a:pt x="345" y="114"/>
                    <a:pt x="347" y="110"/>
                    <a:pt x="348" y="110"/>
                  </a:cubicBezTo>
                  <a:lnTo>
                    <a:pt x="348" y="110"/>
                  </a:lnTo>
                  <a:cubicBezTo>
                    <a:pt x="348" y="110"/>
                    <a:pt x="347" y="114"/>
                    <a:pt x="342" y="122"/>
                  </a:cubicBezTo>
                  <a:cubicBezTo>
                    <a:pt x="340" y="128"/>
                    <a:pt x="339" y="131"/>
                    <a:pt x="340" y="131"/>
                  </a:cubicBezTo>
                  <a:cubicBezTo>
                    <a:pt x="342" y="131"/>
                    <a:pt x="346" y="126"/>
                    <a:pt x="351" y="117"/>
                  </a:cubicBezTo>
                  <a:cubicBezTo>
                    <a:pt x="356" y="108"/>
                    <a:pt x="358" y="105"/>
                    <a:pt x="358" y="105"/>
                  </a:cubicBezTo>
                  <a:lnTo>
                    <a:pt x="358" y="105"/>
                  </a:lnTo>
                  <a:cubicBezTo>
                    <a:pt x="358" y="105"/>
                    <a:pt x="357" y="107"/>
                    <a:pt x="356" y="110"/>
                  </a:cubicBezTo>
                  <a:cubicBezTo>
                    <a:pt x="353" y="118"/>
                    <a:pt x="354" y="118"/>
                    <a:pt x="354" y="118"/>
                  </a:cubicBezTo>
                  <a:cubicBezTo>
                    <a:pt x="354" y="119"/>
                    <a:pt x="355" y="119"/>
                    <a:pt x="351" y="127"/>
                  </a:cubicBezTo>
                  <a:cubicBezTo>
                    <a:pt x="351" y="127"/>
                    <a:pt x="353" y="127"/>
                    <a:pt x="358" y="121"/>
                  </a:cubicBezTo>
                  <a:cubicBezTo>
                    <a:pt x="362" y="116"/>
                    <a:pt x="364" y="114"/>
                    <a:pt x="365" y="114"/>
                  </a:cubicBezTo>
                  <a:cubicBezTo>
                    <a:pt x="367" y="114"/>
                    <a:pt x="365" y="122"/>
                    <a:pt x="360" y="132"/>
                  </a:cubicBezTo>
                  <a:lnTo>
                    <a:pt x="366" y="126"/>
                  </a:lnTo>
                  <a:cubicBezTo>
                    <a:pt x="372" y="117"/>
                    <a:pt x="376" y="112"/>
                    <a:pt x="377" y="112"/>
                  </a:cubicBezTo>
                  <a:lnTo>
                    <a:pt x="377" y="112"/>
                  </a:lnTo>
                  <a:cubicBezTo>
                    <a:pt x="378" y="112"/>
                    <a:pt x="376" y="114"/>
                    <a:pt x="373" y="120"/>
                  </a:cubicBezTo>
                  <a:lnTo>
                    <a:pt x="368" y="127"/>
                  </a:lnTo>
                  <a:cubicBezTo>
                    <a:pt x="372" y="122"/>
                    <a:pt x="374" y="121"/>
                    <a:pt x="375" y="121"/>
                  </a:cubicBezTo>
                  <a:cubicBezTo>
                    <a:pt x="377" y="121"/>
                    <a:pt x="375" y="128"/>
                    <a:pt x="369" y="137"/>
                  </a:cubicBezTo>
                  <a:cubicBezTo>
                    <a:pt x="364" y="145"/>
                    <a:pt x="364" y="145"/>
                    <a:pt x="365" y="145"/>
                  </a:cubicBezTo>
                  <a:lnTo>
                    <a:pt x="369" y="138"/>
                  </a:lnTo>
                  <a:cubicBezTo>
                    <a:pt x="374" y="132"/>
                    <a:pt x="379" y="125"/>
                    <a:pt x="379" y="125"/>
                  </a:cubicBezTo>
                  <a:cubicBezTo>
                    <a:pt x="379" y="125"/>
                    <a:pt x="380" y="125"/>
                    <a:pt x="380" y="125"/>
                  </a:cubicBezTo>
                  <a:cubicBezTo>
                    <a:pt x="381" y="126"/>
                    <a:pt x="382" y="126"/>
                    <a:pt x="377" y="134"/>
                  </a:cubicBezTo>
                  <a:cubicBezTo>
                    <a:pt x="375" y="139"/>
                    <a:pt x="372" y="144"/>
                    <a:pt x="372" y="144"/>
                  </a:cubicBezTo>
                  <a:cubicBezTo>
                    <a:pt x="372" y="144"/>
                    <a:pt x="373" y="143"/>
                    <a:pt x="374" y="141"/>
                  </a:cubicBezTo>
                  <a:lnTo>
                    <a:pt x="374" y="141"/>
                  </a:lnTo>
                  <a:cubicBezTo>
                    <a:pt x="374" y="141"/>
                    <a:pt x="375" y="143"/>
                    <a:pt x="372" y="150"/>
                  </a:cubicBezTo>
                  <a:lnTo>
                    <a:pt x="375" y="153"/>
                  </a:lnTo>
                  <a:cubicBezTo>
                    <a:pt x="377" y="150"/>
                    <a:pt x="379" y="149"/>
                    <a:pt x="380" y="149"/>
                  </a:cubicBezTo>
                  <a:cubicBezTo>
                    <a:pt x="381" y="149"/>
                    <a:pt x="380" y="151"/>
                    <a:pt x="377" y="155"/>
                  </a:cubicBezTo>
                  <a:cubicBezTo>
                    <a:pt x="377" y="155"/>
                    <a:pt x="377" y="155"/>
                    <a:pt x="378" y="155"/>
                  </a:cubicBezTo>
                  <a:cubicBezTo>
                    <a:pt x="378" y="155"/>
                    <a:pt x="380" y="154"/>
                    <a:pt x="385" y="150"/>
                  </a:cubicBezTo>
                  <a:lnTo>
                    <a:pt x="385" y="150"/>
                  </a:lnTo>
                  <a:cubicBezTo>
                    <a:pt x="386" y="152"/>
                    <a:pt x="387" y="153"/>
                    <a:pt x="382" y="159"/>
                  </a:cubicBezTo>
                  <a:cubicBezTo>
                    <a:pt x="379" y="163"/>
                    <a:pt x="377" y="165"/>
                    <a:pt x="378" y="165"/>
                  </a:cubicBezTo>
                  <a:cubicBezTo>
                    <a:pt x="378" y="165"/>
                    <a:pt x="380" y="163"/>
                    <a:pt x="383" y="161"/>
                  </a:cubicBezTo>
                  <a:cubicBezTo>
                    <a:pt x="387" y="155"/>
                    <a:pt x="388" y="155"/>
                    <a:pt x="389" y="155"/>
                  </a:cubicBezTo>
                  <a:cubicBezTo>
                    <a:pt x="389" y="155"/>
                    <a:pt x="389" y="155"/>
                    <a:pt x="390" y="155"/>
                  </a:cubicBezTo>
                  <a:lnTo>
                    <a:pt x="392" y="157"/>
                  </a:lnTo>
                  <a:cubicBezTo>
                    <a:pt x="396" y="152"/>
                    <a:pt x="397" y="151"/>
                    <a:pt x="397" y="151"/>
                  </a:cubicBezTo>
                  <a:cubicBezTo>
                    <a:pt x="397" y="151"/>
                    <a:pt x="397" y="151"/>
                    <a:pt x="397" y="152"/>
                  </a:cubicBezTo>
                  <a:cubicBezTo>
                    <a:pt x="399" y="152"/>
                    <a:pt x="395" y="161"/>
                    <a:pt x="396" y="162"/>
                  </a:cubicBezTo>
                  <a:cubicBezTo>
                    <a:pt x="397" y="162"/>
                    <a:pt x="398" y="163"/>
                    <a:pt x="398" y="163"/>
                  </a:cubicBezTo>
                  <a:cubicBezTo>
                    <a:pt x="399" y="163"/>
                    <a:pt x="401" y="161"/>
                    <a:pt x="404" y="157"/>
                  </a:cubicBezTo>
                  <a:cubicBezTo>
                    <a:pt x="404" y="156"/>
                    <a:pt x="405" y="154"/>
                    <a:pt x="406" y="154"/>
                  </a:cubicBezTo>
                  <a:lnTo>
                    <a:pt x="406" y="154"/>
                  </a:lnTo>
                  <a:cubicBezTo>
                    <a:pt x="406" y="154"/>
                    <a:pt x="406" y="155"/>
                    <a:pt x="404" y="158"/>
                  </a:cubicBezTo>
                  <a:cubicBezTo>
                    <a:pt x="405" y="159"/>
                    <a:pt x="402" y="167"/>
                    <a:pt x="404" y="171"/>
                  </a:cubicBezTo>
                  <a:cubicBezTo>
                    <a:pt x="405" y="172"/>
                    <a:pt x="406" y="173"/>
                    <a:pt x="407" y="173"/>
                  </a:cubicBezTo>
                  <a:cubicBezTo>
                    <a:pt x="408" y="173"/>
                    <a:pt x="409" y="172"/>
                    <a:pt x="413" y="168"/>
                  </a:cubicBezTo>
                  <a:cubicBezTo>
                    <a:pt x="419" y="162"/>
                    <a:pt x="422" y="160"/>
                    <a:pt x="422" y="160"/>
                  </a:cubicBezTo>
                  <a:lnTo>
                    <a:pt x="422" y="160"/>
                  </a:lnTo>
                  <a:cubicBezTo>
                    <a:pt x="423" y="160"/>
                    <a:pt x="420" y="163"/>
                    <a:pt x="413" y="170"/>
                  </a:cubicBezTo>
                  <a:cubicBezTo>
                    <a:pt x="406" y="177"/>
                    <a:pt x="403" y="181"/>
                    <a:pt x="404" y="181"/>
                  </a:cubicBezTo>
                  <a:cubicBezTo>
                    <a:pt x="405" y="181"/>
                    <a:pt x="406" y="179"/>
                    <a:pt x="409" y="177"/>
                  </a:cubicBezTo>
                  <a:cubicBezTo>
                    <a:pt x="414" y="174"/>
                    <a:pt x="416" y="173"/>
                    <a:pt x="416" y="173"/>
                  </a:cubicBezTo>
                  <a:cubicBezTo>
                    <a:pt x="417" y="173"/>
                    <a:pt x="417" y="174"/>
                    <a:pt x="417" y="174"/>
                  </a:cubicBezTo>
                  <a:cubicBezTo>
                    <a:pt x="413" y="177"/>
                    <a:pt x="411" y="179"/>
                    <a:pt x="412" y="179"/>
                  </a:cubicBezTo>
                  <a:cubicBezTo>
                    <a:pt x="413" y="179"/>
                    <a:pt x="415" y="178"/>
                    <a:pt x="419" y="176"/>
                  </a:cubicBezTo>
                  <a:lnTo>
                    <a:pt x="419" y="176"/>
                  </a:lnTo>
                  <a:cubicBezTo>
                    <a:pt x="420" y="177"/>
                    <a:pt x="420" y="177"/>
                    <a:pt x="413" y="183"/>
                  </a:cubicBezTo>
                  <a:lnTo>
                    <a:pt x="414" y="184"/>
                  </a:lnTo>
                  <a:cubicBezTo>
                    <a:pt x="418" y="182"/>
                    <a:pt x="420" y="181"/>
                    <a:pt x="422" y="181"/>
                  </a:cubicBezTo>
                  <a:cubicBezTo>
                    <a:pt x="427" y="181"/>
                    <a:pt x="424" y="189"/>
                    <a:pt x="419" y="193"/>
                  </a:cubicBezTo>
                  <a:cubicBezTo>
                    <a:pt x="419" y="193"/>
                    <a:pt x="419" y="193"/>
                    <a:pt x="420" y="193"/>
                  </a:cubicBezTo>
                  <a:cubicBezTo>
                    <a:pt x="421" y="193"/>
                    <a:pt x="423" y="193"/>
                    <a:pt x="428" y="191"/>
                  </a:cubicBezTo>
                  <a:cubicBezTo>
                    <a:pt x="434" y="187"/>
                    <a:pt x="438" y="185"/>
                    <a:pt x="439" y="185"/>
                  </a:cubicBezTo>
                  <a:cubicBezTo>
                    <a:pt x="440" y="185"/>
                    <a:pt x="437" y="188"/>
                    <a:pt x="429" y="192"/>
                  </a:cubicBezTo>
                  <a:cubicBezTo>
                    <a:pt x="421" y="197"/>
                    <a:pt x="418" y="199"/>
                    <a:pt x="418" y="199"/>
                  </a:cubicBezTo>
                  <a:cubicBezTo>
                    <a:pt x="418" y="199"/>
                    <a:pt x="422" y="197"/>
                    <a:pt x="429" y="193"/>
                  </a:cubicBezTo>
                  <a:cubicBezTo>
                    <a:pt x="431" y="192"/>
                    <a:pt x="432" y="192"/>
                    <a:pt x="433" y="192"/>
                  </a:cubicBezTo>
                  <a:cubicBezTo>
                    <a:pt x="438" y="192"/>
                    <a:pt x="436" y="197"/>
                    <a:pt x="424" y="202"/>
                  </a:cubicBezTo>
                  <a:lnTo>
                    <a:pt x="410" y="211"/>
                  </a:lnTo>
                  <a:cubicBezTo>
                    <a:pt x="415" y="209"/>
                    <a:pt x="416" y="209"/>
                    <a:pt x="417" y="209"/>
                  </a:cubicBezTo>
                  <a:cubicBezTo>
                    <a:pt x="418" y="209"/>
                    <a:pt x="418" y="209"/>
                    <a:pt x="418" y="209"/>
                  </a:cubicBezTo>
                  <a:cubicBezTo>
                    <a:pt x="421" y="207"/>
                    <a:pt x="423" y="206"/>
                    <a:pt x="424" y="206"/>
                  </a:cubicBezTo>
                  <a:cubicBezTo>
                    <a:pt x="426" y="206"/>
                    <a:pt x="426" y="207"/>
                    <a:pt x="427" y="209"/>
                  </a:cubicBezTo>
                  <a:cubicBezTo>
                    <a:pt x="428" y="210"/>
                    <a:pt x="437" y="210"/>
                    <a:pt x="438" y="212"/>
                  </a:cubicBezTo>
                  <a:cubicBezTo>
                    <a:pt x="438" y="214"/>
                    <a:pt x="439" y="218"/>
                    <a:pt x="432" y="222"/>
                  </a:cubicBezTo>
                  <a:cubicBezTo>
                    <a:pt x="432" y="222"/>
                    <a:pt x="432" y="223"/>
                    <a:pt x="435" y="223"/>
                  </a:cubicBezTo>
                  <a:cubicBezTo>
                    <a:pt x="436" y="223"/>
                    <a:pt x="438" y="223"/>
                    <a:pt x="441" y="222"/>
                  </a:cubicBezTo>
                  <a:cubicBezTo>
                    <a:pt x="443" y="222"/>
                    <a:pt x="444" y="222"/>
                    <a:pt x="445" y="222"/>
                  </a:cubicBezTo>
                  <a:cubicBezTo>
                    <a:pt x="450" y="222"/>
                    <a:pt x="449" y="224"/>
                    <a:pt x="442" y="226"/>
                  </a:cubicBezTo>
                  <a:lnTo>
                    <a:pt x="442" y="227"/>
                  </a:lnTo>
                  <a:cubicBezTo>
                    <a:pt x="450" y="227"/>
                    <a:pt x="451" y="228"/>
                    <a:pt x="451" y="228"/>
                  </a:cubicBezTo>
                  <a:cubicBezTo>
                    <a:pt x="444" y="230"/>
                    <a:pt x="438" y="232"/>
                    <a:pt x="440" y="232"/>
                  </a:cubicBezTo>
                  <a:cubicBezTo>
                    <a:pt x="440" y="232"/>
                    <a:pt x="441" y="232"/>
                    <a:pt x="443" y="231"/>
                  </a:cubicBezTo>
                  <a:cubicBezTo>
                    <a:pt x="446" y="230"/>
                    <a:pt x="448" y="230"/>
                    <a:pt x="450" y="230"/>
                  </a:cubicBezTo>
                  <a:cubicBezTo>
                    <a:pt x="451" y="230"/>
                    <a:pt x="452" y="231"/>
                    <a:pt x="452" y="232"/>
                  </a:cubicBezTo>
                  <a:cubicBezTo>
                    <a:pt x="446" y="238"/>
                    <a:pt x="447" y="268"/>
                    <a:pt x="454" y="268"/>
                  </a:cubicBezTo>
                  <a:cubicBezTo>
                    <a:pt x="454" y="268"/>
                    <a:pt x="454" y="269"/>
                    <a:pt x="454" y="272"/>
                  </a:cubicBezTo>
                  <a:cubicBezTo>
                    <a:pt x="454" y="273"/>
                    <a:pt x="452" y="275"/>
                    <a:pt x="452" y="275"/>
                  </a:cubicBezTo>
                  <a:cubicBezTo>
                    <a:pt x="450" y="275"/>
                    <a:pt x="448" y="274"/>
                    <a:pt x="446" y="274"/>
                  </a:cubicBezTo>
                  <a:cubicBezTo>
                    <a:pt x="438" y="274"/>
                    <a:pt x="446" y="279"/>
                    <a:pt x="451" y="283"/>
                  </a:cubicBezTo>
                  <a:cubicBezTo>
                    <a:pt x="459" y="285"/>
                    <a:pt x="459" y="286"/>
                    <a:pt x="459" y="287"/>
                  </a:cubicBezTo>
                  <a:cubicBezTo>
                    <a:pt x="453" y="286"/>
                    <a:pt x="449" y="286"/>
                    <a:pt x="447" y="286"/>
                  </a:cubicBezTo>
                  <a:cubicBezTo>
                    <a:pt x="443" y="286"/>
                    <a:pt x="444" y="287"/>
                    <a:pt x="449" y="290"/>
                  </a:cubicBezTo>
                  <a:cubicBezTo>
                    <a:pt x="459" y="293"/>
                    <a:pt x="463" y="295"/>
                    <a:pt x="461" y="295"/>
                  </a:cubicBezTo>
                  <a:cubicBezTo>
                    <a:pt x="460" y="295"/>
                    <a:pt x="456" y="294"/>
                    <a:pt x="449" y="292"/>
                  </a:cubicBezTo>
                  <a:cubicBezTo>
                    <a:pt x="443" y="291"/>
                    <a:pt x="440" y="290"/>
                    <a:pt x="438" y="290"/>
                  </a:cubicBezTo>
                  <a:cubicBezTo>
                    <a:pt x="435" y="290"/>
                    <a:pt x="440" y="293"/>
                    <a:pt x="456" y="299"/>
                  </a:cubicBezTo>
                  <a:cubicBezTo>
                    <a:pt x="461" y="301"/>
                    <a:pt x="463" y="301"/>
                    <a:pt x="461" y="301"/>
                  </a:cubicBezTo>
                  <a:cubicBezTo>
                    <a:pt x="460" y="301"/>
                    <a:pt x="458" y="301"/>
                    <a:pt x="455" y="301"/>
                  </a:cubicBezTo>
                  <a:cubicBezTo>
                    <a:pt x="446" y="299"/>
                    <a:pt x="442" y="298"/>
                    <a:pt x="441" y="298"/>
                  </a:cubicBezTo>
                  <a:cubicBezTo>
                    <a:pt x="440" y="298"/>
                    <a:pt x="442" y="299"/>
                    <a:pt x="446" y="300"/>
                  </a:cubicBezTo>
                  <a:cubicBezTo>
                    <a:pt x="455" y="304"/>
                    <a:pt x="459" y="306"/>
                    <a:pt x="457" y="306"/>
                  </a:cubicBezTo>
                  <a:cubicBezTo>
                    <a:pt x="455" y="306"/>
                    <a:pt x="451" y="305"/>
                    <a:pt x="445" y="303"/>
                  </a:cubicBezTo>
                  <a:cubicBezTo>
                    <a:pt x="437" y="301"/>
                    <a:pt x="433" y="300"/>
                    <a:pt x="432" y="300"/>
                  </a:cubicBezTo>
                  <a:cubicBezTo>
                    <a:pt x="431" y="300"/>
                    <a:pt x="435" y="302"/>
                    <a:pt x="443" y="305"/>
                  </a:cubicBezTo>
                  <a:cubicBezTo>
                    <a:pt x="454" y="310"/>
                    <a:pt x="457" y="314"/>
                    <a:pt x="452" y="314"/>
                  </a:cubicBezTo>
                  <a:cubicBezTo>
                    <a:pt x="450" y="314"/>
                    <a:pt x="446" y="313"/>
                    <a:pt x="441" y="311"/>
                  </a:cubicBezTo>
                  <a:cubicBezTo>
                    <a:pt x="441" y="311"/>
                    <a:pt x="440" y="311"/>
                    <a:pt x="439" y="311"/>
                  </a:cubicBezTo>
                  <a:cubicBezTo>
                    <a:pt x="439" y="311"/>
                    <a:pt x="438" y="311"/>
                    <a:pt x="437" y="311"/>
                  </a:cubicBezTo>
                  <a:cubicBezTo>
                    <a:pt x="436" y="311"/>
                    <a:pt x="436" y="311"/>
                    <a:pt x="440" y="313"/>
                  </a:cubicBezTo>
                  <a:lnTo>
                    <a:pt x="432" y="311"/>
                  </a:lnTo>
                  <a:lnTo>
                    <a:pt x="431" y="312"/>
                  </a:lnTo>
                  <a:lnTo>
                    <a:pt x="439" y="316"/>
                  </a:lnTo>
                  <a:cubicBezTo>
                    <a:pt x="438" y="318"/>
                    <a:pt x="428" y="319"/>
                    <a:pt x="423" y="324"/>
                  </a:cubicBezTo>
                  <a:cubicBezTo>
                    <a:pt x="418" y="334"/>
                    <a:pt x="414" y="336"/>
                    <a:pt x="423" y="340"/>
                  </a:cubicBezTo>
                  <a:cubicBezTo>
                    <a:pt x="431" y="345"/>
                    <a:pt x="434" y="348"/>
                    <a:pt x="433" y="348"/>
                  </a:cubicBezTo>
                  <a:cubicBezTo>
                    <a:pt x="432" y="348"/>
                    <a:pt x="428" y="346"/>
                    <a:pt x="421" y="341"/>
                  </a:cubicBezTo>
                  <a:cubicBezTo>
                    <a:pt x="421" y="341"/>
                    <a:pt x="421" y="341"/>
                    <a:pt x="420" y="341"/>
                  </a:cubicBezTo>
                  <a:cubicBezTo>
                    <a:pt x="419" y="341"/>
                    <a:pt x="416" y="340"/>
                    <a:pt x="413" y="340"/>
                  </a:cubicBezTo>
                  <a:cubicBezTo>
                    <a:pt x="412" y="340"/>
                    <a:pt x="411" y="341"/>
                    <a:pt x="411" y="341"/>
                  </a:cubicBezTo>
                  <a:cubicBezTo>
                    <a:pt x="410" y="342"/>
                    <a:pt x="410" y="342"/>
                    <a:pt x="409" y="342"/>
                  </a:cubicBezTo>
                  <a:cubicBezTo>
                    <a:pt x="408" y="342"/>
                    <a:pt x="406" y="341"/>
                    <a:pt x="402" y="339"/>
                  </a:cubicBezTo>
                  <a:lnTo>
                    <a:pt x="401" y="339"/>
                  </a:lnTo>
                  <a:cubicBezTo>
                    <a:pt x="410" y="349"/>
                    <a:pt x="409" y="354"/>
                    <a:pt x="403" y="354"/>
                  </a:cubicBezTo>
                  <a:cubicBezTo>
                    <a:pt x="402" y="354"/>
                    <a:pt x="400" y="354"/>
                    <a:pt x="399" y="353"/>
                  </a:cubicBezTo>
                  <a:lnTo>
                    <a:pt x="399" y="353"/>
                  </a:lnTo>
                  <a:cubicBezTo>
                    <a:pt x="397" y="355"/>
                    <a:pt x="396" y="355"/>
                    <a:pt x="401" y="362"/>
                  </a:cubicBezTo>
                  <a:cubicBezTo>
                    <a:pt x="403" y="367"/>
                    <a:pt x="404" y="369"/>
                    <a:pt x="404" y="369"/>
                  </a:cubicBezTo>
                  <a:cubicBezTo>
                    <a:pt x="403" y="369"/>
                    <a:pt x="402" y="367"/>
                    <a:pt x="399" y="365"/>
                  </a:cubicBezTo>
                  <a:cubicBezTo>
                    <a:pt x="395" y="362"/>
                    <a:pt x="391" y="360"/>
                    <a:pt x="389" y="360"/>
                  </a:cubicBezTo>
                  <a:cubicBezTo>
                    <a:pt x="387" y="360"/>
                    <a:pt x="387" y="362"/>
                    <a:pt x="393" y="369"/>
                  </a:cubicBezTo>
                  <a:lnTo>
                    <a:pt x="386" y="364"/>
                  </a:lnTo>
                  <a:cubicBezTo>
                    <a:pt x="385" y="362"/>
                    <a:pt x="384" y="361"/>
                    <a:pt x="384" y="361"/>
                  </a:cubicBezTo>
                  <a:lnTo>
                    <a:pt x="384" y="361"/>
                  </a:lnTo>
                  <a:cubicBezTo>
                    <a:pt x="383" y="361"/>
                    <a:pt x="387" y="366"/>
                    <a:pt x="391" y="371"/>
                  </a:cubicBezTo>
                  <a:cubicBezTo>
                    <a:pt x="395" y="377"/>
                    <a:pt x="398" y="380"/>
                    <a:pt x="397" y="380"/>
                  </a:cubicBezTo>
                  <a:cubicBezTo>
                    <a:pt x="396" y="380"/>
                    <a:pt x="392" y="376"/>
                    <a:pt x="383" y="366"/>
                  </a:cubicBezTo>
                  <a:cubicBezTo>
                    <a:pt x="377" y="358"/>
                    <a:pt x="374" y="355"/>
                    <a:pt x="374" y="355"/>
                  </a:cubicBezTo>
                  <a:lnTo>
                    <a:pt x="374" y="355"/>
                  </a:lnTo>
                  <a:cubicBezTo>
                    <a:pt x="374" y="355"/>
                    <a:pt x="375" y="356"/>
                    <a:pt x="377" y="359"/>
                  </a:cubicBezTo>
                  <a:cubicBezTo>
                    <a:pt x="381" y="365"/>
                    <a:pt x="383" y="371"/>
                    <a:pt x="382" y="371"/>
                  </a:cubicBezTo>
                  <a:cubicBezTo>
                    <a:pt x="382" y="371"/>
                    <a:pt x="381" y="370"/>
                    <a:pt x="380" y="368"/>
                  </a:cubicBezTo>
                  <a:lnTo>
                    <a:pt x="380" y="368"/>
                  </a:lnTo>
                  <a:cubicBezTo>
                    <a:pt x="378" y="369"/>
                    <a:pt x="377" y="369"/>
                    <a:pt x="387" y="383"/>
                  </a:cubicBezTo>
                  <a:cubicBezTo>
                    <a:pt x="393" y="389"/>
                    <a:pt x="392" y="391"/>
                    <a:pt x="391" y="392"/>
                  </a:cubicBezTo>
                  <a:cubicBezTo>
                    <a:pt x="387" y="387"/>
                    <a:pt x="384" y="382"/>
                    <a:pt x="382" y="377"/>
                  </a:cubicBezTo>
                  <a:cubicBezTo>
                    <a:pt x="382" y="377"/>
                    <a:pt x="382" y="377"/>
                    <a:pt x="382" y="377"/>
                  </a:cubicBezTo>
                  <a:lnTo>
                    <a:pt x="382" y="377"/>
                  </a:lnTo>
                  <a:cubicBezTo>
                    <a:pt x="382" y="377"/>
                    <a:pt x="381" y="377"/>
                    <a:pt x="380" y="378"/>
                  </a:cubicBezTo>
                  <a:cubicBezTo>
                    <a:pt x="380" y="378"/>
                    <a:pt x="379" y="378"/>
                    <a:pt x="379" y="378"/>
                  </a:cubicBezTo>
                  <a:cubicBezTo>
                    <a:pt x="379" y="378"/>
                    <a:pt x="372" y="372"/>
                    <a:pt x="367" y="366"/>
                  </a:cubicBezTo>
                  <a:cubicBezTo>
                    <a:pt x="365" y="363"/>
                    <a:pt x="364" y="361"/>
                    <a:pt x="363" y="361"/>
                  </a:cubicBezTo>
                  <a:lnTo>
                    <a:pt x="363" y="361"/>
                  </a:lnTo>
                  <a:cubicBezTo>
                    <a:pt x="363" y="361"/>
                    <a:pt x="366" y="365"/>
                    <a:pt x="372" y="374"/>
                  </a:cubicBezTo>
                  <a:cubicBezTo>
                    <a:pt x="381" y="387"/>
                    <a:pt x="381" y="387"/>
                    <a:pt x="378" y="388"/>
                  </a:cubicBezTo>
                  <a:cubicBezTo>
                    <a:pt x="378" y="389"/>
                    <a:pt x="378" y="389"/>
                    <a:pt x="377" y="389"/>
                  </a:cubicBezTo>
                  <a:cubicBezTo>
                    <a:pt x="376" y="389"/>
                    <a:pt x="375" y="387"/>
                    <a:pt x="372" y="383"/>
                  </a:cubicBezTo>
                  <a:cubicBezTo>
                    <a:pt x="368" y="377"/>
                    <a:pt x="368" y="375"/>
                    <a:pt x="367" y="375"/>
                  </a:cubicBezTo>
                  <a:cubicBezTo>
                    <a:pt x="367" y="375"/>
                    <a:pt x="366" y="376"/>
                    <a:pt x="366" y="376"/>
                  </a:cubicBezTo>
                  <a:cubicBezTo>
                    <a:pt x="363" y="378"/>
                    <a:pt x="373" y="402"/>
                    <a:pt x="380" y="417"/>
                  </a:cubicBezTo>
                  <a:cubicBezTo>
                    <a:pt x="384" y="425"/>
                    <a:pt x="386" y="428"/>
                    <a:pt x="386" y="428"/>
                  </a:cubicBezTo>
                  <a:cubicBezTo>
                    <a:pt x="385" y="428"/>
                    <a:pt x="383" y="425"/>
                    <a:pt x="378" y="417"/>
                  </a:cubicBezTo>
                  <a:cubicBezTo>
                    <a:pt x="375" y="411"/>
                    <a:pt x="373" y="411"/>
                    <a:pt x="372" y="411"/>
                  </a:cubicBezTo>
                  <a:cubicBezTo>
                    <a:pt x="368" y="404"/>
                    <a:pt x="369" y="403"/>
                    <a:pt x="371" y="403"/>
                  </a:cubicBezTo>
                  <a:lnTo>
                    <a:pt x="366" y="395"/>
                  </a:lnTo>
                  <a:cubicBezTo>
                    <a:pt x="362" y="388"/>
                    <a:pt x="359" y="384"/>
                    <a:pt x="359" y="384"/>
                  </a:cubicBezTo>
                  <a:lnTo>
                    <a:pt x="359" y="384"/>
                  </a:lnTo>
                  <a:cubicBezTo>
                    <a:pt x="359" y="384"/>
                    <a:pt x="360" y="388"/>
                    <a:pt x="364" y="396"/>
                  </a:cubicBezTo>
                  <a:cubicBezTo>
                    <a:pt x="365" y="400"/>
                    <a:pt x="366" y="403"/>
                    <a:pt x="365" y="403"/>
                  </a:cubicBezTo>
                  <a:cubicBezTo>
                    <a:pt x="365" y="403"/>
                    <a:pt x="364" y="401"/>
                    <a:pt x="362" y="397"/>
                  </a:cubicBezTo>
                  <a:cubicBezTo>
                    <a:pt x="358" y="393"/>
                    <a:pt x="354" y="387"/>
                    <a:pt x="354" y="387"/>
                  </a:cubicBezTo>
                  <a:lnTo>
                    <a:pt x="354" y="387"/>
                  </a:lnTo>
                  <a:cubicBezTo>
                    <a:pt x="354" y="387"/>
                    <a:pt x="355" y="388"/>
                    <a:pt x="356" y="391"/>
                  </a:cubicBezTo>
                  <a:cubicBezTo>
                    <a:pt x="356" y="391"/>
                    <a:pt x="356" y="391"/>
                    <a:pt x="356" y="391"/>
                  </a:cubicBezTo>
                  <a:cubicBezTo>
                    <a:pt x="355" y="391"/>
                    <a:pt x="353" y="390"/>
                    <a:pt x="349" y="384"/>
                  </a:cubicBezTo>
                  <a:cubicBezTo>
                    <a:pt x="347" y="385"/>
                    <a:pt x="346" y="385"/>
                    <a:pt x="349" y="393"/>
                  </a:cubicBezTo>
                  <a:cubicBezTo>
                    <a:pt x="353" y="401"/>
                    <a:pt x="351" y="402"/>
                    <a:pt x="350" y="402"/>
                  </a:cubicBezTo>
                  <a:cubicBezTo>
                    <a:pt x="349" y="402"/>
                    <a:pt x="348" y="402"/>
                    <a:pt x="351" y="410"/>
                  </a:cubicBezTo>
                  <a:cubicBezTo>
                    <a:pt x="355" y="418"/>
                    <a:pt x="357" y="426"/>
                    <a:pt x="354" y="427"/>
                  </a:cubicBezTo>
                  <a:lnTo>
                    <a:pt x="354" y="427"/>
                  </a:lnTo>
                  <a:cubicBezTo>
                    <a:pt x="355" y="427"/>
                    <a:pt x="351" y="419"/>
                    <a:pt x="351" y="419"/>
                  </a:cubicBezTo>
                  <a:cubicBezTo>
                    <a:pt x="351" y="419"/>
                    <a:pt x="349" y="412"/>
                    <a:pt x="347" y="412"/>
                  </a:cubicBezTo>
                  <a:cubicBezTo>
                    <a:pt x="347" y="412"/>
                    <a:pt x="347" y="412"/>
                    <a:pt x="347" y="412"/>
                  </a:cubicBezTo>
                  <a:lnTo>
                    <a:pt x="346" y="412"/>
                  </a:lnTo>
                  <a:cubicBezTo>
                    <a:pt x="348" y="417"/>
                    <a:pt x="350" y="422"/>
                    <a:pt x="354" y="428"/>
                  </a:cubicBezTo>
                  <a:cubicBezTo>
                    <a:pt x="354" y="431"/>
                    <a:pt x="354" y="433"/>
                    <a:pt x="354" y="433"/>
                  </a:cubicBezTo>
                  <a:cubicBezTo>
                    <a:pt x="354" y="433"/>
                    <a:pt x="352" y="429"/>
                    <a:pt x="348" y="420"/>
                  </a:cubicBezTo>
                  <a:cubicBezTo>
                    <a:pt x="345" y="414"/>
                    <a:pt x="344" y="413"/>
                    <a:pt x="343" y="413"/>
                  </a:cubicBezTo>
                  <a:cubicBezTo>
                    <a:pt x="343" y="413"/>
                    <a:pt x="343" y="413"/>
                    <a:pt x="342" y="413"/>
                  </a:cubicBezTo>
                  <a:cubicBezTo>
                    <a:pt x="342" y="413"/>
                    <a:pt x="341" y="413"/>
                    <a:pt x="338" y="405"/>
                  </a:cubicBezTo>
                  <a:cubicBezTo>
                    <a:pt x="337" y="403"/>
                    <a:pt x="337" y="402"/>
                    <a:pt x="336" y="402"/>
                  </a:cubicBezTo>
                  <a:lnTo>
                    <a:pt x="336" y="402"/>
                  </a:lnTo>
                  <a:cubicBezTo>
                    <a:pt x="336" y="402"/>
                    <a:pt x="338" y="408"/>
                    <a:pt x="339" y="414"/>
                  </a:cubicBezTo>
                  <a:cubicBezTo>
                    <a:pt x="342" y="422"/>
                    <a:pt x="345" y="430"/>
                    <a:pt x="345" y="430"/>
                  </a:cubicBezTo>
                  <a:cubicBezTo>
                    <a:pt x="340" y="423"/>
                    <a:pt x="337" y="414"/>
                    <a:pt x="335" y="406"/>
                  </a:cubicBezTo>
                  <a:cubicBezTo>
                    <a:pt x="332" y="398"/>
                    <a:pt x="330" y="394"/>
                    <a:pt x="330" y="394"/>
                  </a:cubicBezTo>
                  <a:lnTo>
                    <a:pt x="330" y="394"/>
                  </a:lnTo>
                  <a:cubicBezTo>
                    <a:pt x="330" y="394"/>
                    <a:pt x="331" y="398"/>
                    <a:pt x="334" y="406"/>
                  </a:cubicBezTo>
                  <a:cubicBezTo>
                    <a:pt x="335" y="412"/>
                    <a:pt x="336" y="418"/>
                    <a:pt x="335" y="418"/>
                  </a:cubicBezTo>
                  <a:cubicBezTo>
                    <a:pt x="334" y="418"/>
                    <a:pt x="334" y="417"/>
                    <a:pt x="332" y="415"/>
                  </a:cubicBezTo>
                  <a:cubicBezTo>
                    <a:pt x="332" y="415"/>
                    <a:pt x="332" y="415"/>
                    <a:pt x="331" y="415"/>
                  </a:cubicBezTo>
                  <a:cubicBezTo>
                    <a:pt x="330" y="415"/>
                    <a:pt x="329" y="415"/>
                    <a:pt x="327" y="407"/>
                  </a:cubicBezTo>
                  <a:cubicBezTo>
                    <a:pt x="326" y="405"/>
                    <a:pt x="325" y="404"/>
                    <a:pt x="325" y="404"/>
                  </a:cubicBezTo>
                  <a:cubicBezTo>
                    <a:pt x="324" y="404"/>
                    <a:pt x="325" y="408"/>
                    <a:pt x="325" y="408"/>
                  </a:cubicBezTo>
                  <a:cubicBezTo>
                    <a:pt x="325" y="412"/>
                    <a:pt x="325" y="414"/>
                    <a:pt x="324" y="414"/>
                  </a:cubicBezTo>
                  <a:cubicBezTo>
                    <a:pt x="324" y="414"/>
                    <a:pt x="322" y="412"/>
                    <a:pt x="320" y="408"/>
                  </a:cubicBezTo>
                  <a:cubicBezTo>
                    <a:pt x="316" y="400"/>
                    <a:pt x="314" y="396"/>
                    <a:pt x="313" y="396"/>
                  </a:cubicBezTo>
                  <a:lnTo>
                    <a:pt x="313" y="396"/>
                  </a:lnTo>
                  <a:cubicBezTo>
                    <a:pt x="313" y="396"/>
                    <a:pt x="313" y="400"/>
                    <a:pt x="314" y="408"/>
                  </a:cubicBezTo>
                  <a:cubicBezTo>
                    <a:pt x="315" y="414"/>
                    <a:pt x="316" y="418"/>
                    <a:pt x="316" y="418"/>
                  </a:cubicBezTo>
                  <a:cubicBezTo>
                    <a:pt x="315" y="418"/>
                    <a:pt x="315" y="416"/>
                    <a:pt x="313" y="408"/>
                  </a:cubicBezTo>
                  <a:cubicBezTo>
                    <a:pt x="313" y="406"/>
                    <a:pt x="312" y="405"/>
                    <a:pt x="312" y="405"/>
                  </a:cubicBezTo>
                  <a:cubicBezTo>
                    <a:pt x="311" y="405"/>
                    <a:pt x="312" y="412"/>
                    <a:pt x="310" y="417"/>
                  </a:cubicBezTo>
                  <a:cubicBezTo>
                    <a:pt x="310" y="426"/>
                    <a:pt x="311" y="443"/>
                    <a:pt x="312" y="452"/>
                  </a:cubicBezTo>
                  <a:cubicBezTo>
                    <a:pt x="313" y="462"/>
                    <a:pt x="313" y="466"/>
                    <a:pt x="313" y="466"/>
                  </a:cubicBezTo>
                  <a:cubicBezTo>
                    <a:pt x="312" y="466"/>
                    <a:pt x="311" y="464"/>
                    <a:pt x="310" y="460"/>
                  </a:cubicBezTo>
                  <a:cubicBezTo>
                    <a:pt x="308" y="460"/>
                    <a:pt x="307" y="451"/>
                    <a:pt x="307" y="443"/>
                  </a:cubicBezTo>
                  <a:cubicBezTo>
                    <a:pt x="305" y="434"/>
                    <a:pt x="307" y="434"/>
                    <a:pt x="307" y="434"/>
                  </a:cubicBezTo>
                  <a:lnTo>
                    <a:pt x="308" y="434"/>
                  </a:lnTo>
                  <a:cubicBezTo>
                    <a:pt x="308" y="426"/>
                    <a:pt x="307" y="417"/>
                    <a:pt x="305" y="417"/>
                  </a:cubicBezTo>
                  <a:cubicBezTo>
                    <a:pt x="304" y="413"/>
                    <a:pt x="304" y="411"/>
                    <a:pt x="304" y="411"/>
                  </a:cubicBezTo>
                  <a:cubicBezTo>
                    <a:pt x="303" y="411"/>
                    <a:pt x="303" y="413"/>
                    <a:pt x="303" y="417"/>
                  </a:cubicBezTo>
                  <a:cubicBezTo>
                    <a:pt x="302" y="408"/>
                    <a:pt x="300" y="408"/>
                    <a:pt x="298" y="408"/>
                  </a:cubicBezTo>
                  <a:cubicBezTo>
                    <a:pt x="296" y="408"/>
                    <a:pt x="293" y="408"/>
                    <a:pt x="293" y="399"/>
                  </a:cubicBezTo>
                  <a:cubicBezTo>
                    <a:pt x="291" y="399"/>
                    <a:pt x="291" y="399"/>
                    <a:pt x="290" y="407"/>
                  </a:cubicBezTo>
                  <a:cubicBezTo>
                    <a:pt x="288" y="417"/>
                    <a:pt x="288" y="421"/>
                    <a:pt x="288" y="421"/>
                  </a:cubicBezTo>
                  <a:cubicBezTo>
                    <a:pt x="288" y="421"/>
                    <a:pt x="288" y="419"/>
                    <a:pt x="288" y="416"/>
                  </a:cubicBezTo>
                  <a:cubicBezTo>
                    <a:pt x="288" y="405"/>
                    <a:pt x="285" y="396"/>
                    <a:pt x="281" y="396"/>
                  </a:cubicBezTo>
                  <a:cubicBezTo>
                    <a:pt x="279" y="396"/>
                    <a:pt x="277" y="399"/>
                    <a:pt x="275" y="404"/>
                  </a:cubicBezTo>
                  <a:lnTo>
                    <a:pt x="273" y="404"/>
                  </a:lnTo>
                  <a:cubicBezTo>
                    <a:pt x="273" y="399"/>
                    <a:pt x="271" y="396"/>
                    <a:pt x="269" y="396"/>
                  </a:cubicBezTo>
                  <a:cubicBezTo>
                    <a:pt x="268" y="396"/>
                    <a:pt x="266" y="397"/>
                    <a:pt x="265" y="401"/>
                  </a:cubicBezTo>
                  <a:lnTo>
                    <a:pt x="262" y="399"/>
                  </a:lnTo>
                  <a:cubicBezTo>
                    <a:pt x="262" y="395"/>
                    <a:pt x="262" y="393"/>
                    <a:pt x="262" y="393"/>
                  </a:cubicBezTo>
                  <a:cubicBezTo>
                    <a:pt x="261" y="393"/>
                    <a:pt x="260" y="395"/>
                    <a:pt x="258" y="398"/>
                  </a:cubicBezTo>
                  <a:cubicBezTo>
                    <a:pt x="255" y="403"/>
                    <a:pt x="253" y="408"/>
                    <a:pt x="253" y="408"/>
                  </a:cubicBezTo>
                  <a:cubicBezTo>
                    <a:pt x="252" y="408"/>
                    <a:pt x="253" y="407"/>
                    <a:pt x="254" y="405"/>
                  </a:cubicBezTo>
                  <a:cubicBezTo>
                    <a:pt x="257" y="397"/>
                    <a:pt x="255" y="397"/>
                    <a:pt x="252" y="395"/>
                  </a:cubicBezTo>
                  <a:cubicBezTo>
                    <a:pt x="250" y="394"/>
                    <a:pt x="250" y="394"/>
                    <a:pt x="249" y="394"/>
                  </a:cubicBezTo>
                  <a:cubicBezTo>
                    <a:pt x="248" y="394"/>
                    <a:pt x="247" y="395"/>
                    <a:pt x="245" y="401"/>
                  </a:cubicBezTo>
                  <a:cubicBezTo>
                    <a:pt x="243" y="402"/>
                    <a:pt x="242" y="403"/>
                    <a:pt x="242" y="403"/>
                  </a:cubicBezTo>
                  <a:cubicBezTo>
                    <a:pt x="240" y="403"/>
                    <a:pt x="243" y="397"/>
                    <a:pt x="246" y="392"/>
                  </a:cubicBezTo>
                  <a:cubicBezTo>
                    <a:pt x="250" y="385"/>
                    <a:pt x="251" y="381"/>
                    <a:pt x="251" y="381"/>
                  </a:cubicBezTo>
                  <a:lnTo>
                    <a:pt x="251" y="381"/>
                  </a:lnTo>
                  <a:cubicBezTo>
                    <a:pt x="250" y="381"/>
                    <a:pt x="247" y="386"/>
                    <a:pt x="239" y="398"/>
                  </a:cubicBezTo>
                  <a:cubicBezTo>
                    <a:pt x="234" y="406"/>
                    <a:pt x="231" y="409"/>
                    <a:pt x="231" y="409"/>
                  </a:cubicBezTo>
                  <a:cubicBezTo>
                    <a:pt x="230" y="409"/>
                    <a:pt x="231" y="407"/>
                    <a:pt x="233" y="404"/>
                  </a:cubicBezTo>
                  <a:cubicBezTo>
                    <a:pt x="236" y="398"/>
                    <a:pt x="237" y="397"/>
                    <a:pt x="238" y="397"/>
                  </a:cubicBezTo>
                  <a:cubicBezTo>
                    <a:pt x="239" y="397"/>
                    <a:pt x="239" y="397"/>
                    <a:pt x="239" y="397"/>
                  </a:cubicBezTo>
                  <a:lnTo>
                    <a:pt x="247" y="383"/>
                  </a:lnTo>
                  <a:cubicBezTo>
                    <a:pt x="247" y="382"/>
                    <a:pt x="247" y="382"/>
                    <a:pt x="246" y="382"/>
                  </a:cubicBezTo>
                  <a:cubicBezTo>
                    <a:pt x="246" y="382"/>
                    <a:pt x="245" y="383"/>
                    <a:pt x="242" y="388"/>
                  </a:cubicBezTo>
                  <a:cubicBezTo>
                    <a:pt x="242" y="388"/>
                    <a:pt x="240" y="388"/>
                    <a:pt x="235" y="395"/>
                  </a:cubicBezTo>
                  <a:cubicBezTo>
                    <a:pt x="229" y="402"/>
                    <a:pt x="226" y="408"/>
                    <a:pt x="222" y="417"/>
                  </a:cubicBezTo>
                  <a:cubicBezTo>
                    <a:pt x="220" y="423"/>
                    <a:pt x="219" y="424"/>
                    <a:pt x="218" y="424"/>
                  </a:cubicBezTo>
                  <a:cubicBezTo>
                    <a:pt x="218" y="424"/>
                    <a:pt x="217" y="423"/>
                    <a:pt x="217" y="423"/>
                  </a:cubicBezTo>
                  <a:cubicBezTo>
                    <a:pt x="219" y="415"/>
                    <a:pt x="224" y="407"/>
                    <a:pt x="229" y="401"/>
                  </a:cubicBezTo>
                  <a:cubicBezTo>
                    <a:pt x="229" y="401"/>
                    <a:pt x="229" y="401"/>
                    <a:pt x="229" y="401"/>
                  </a:cubicBezTo>
                  <a:cubicBezTo>
                    <a:pt x="231" y="401"/>
                    <a:pt x="234" y="393"/>
                    <a:pt x="238" y="387"/>
                  </a:cubicBezTo>
                  <a:cubicBezTo>
                    <a:pt x="239" y="385"/>
                    <a:pt x="239" y="385"/>
                    <a:pt x="239" y="385"/>
                  </a:cubicBezTo>
                  <a:cubicBezTo>
                    <a:pt x="237" y="385"/>
                    <a:pt x="228" y="395"/>
                    <a:pt x="219" y="405"/>
                  </a:cubicBezTo>
                  <a:cubicBezTo>
                    <a:pt x="221" y="402"/>
                    <a:pt x="220" y="404"/>
                    <a:pt x="224" y="397"/>
                  </a:cubicBezTo>
                  <a:cubicBezTo>
                    <a:pt x="229" y="391"/>
                    <a:pt x="227" y="389"/>
                    <a:pt x="225" y="388"/>
                  </a:cubicBezTo>
                  <a:cubicBezTo>
                    <a:pt x="224" y="387"/>
                    <a:pt x="224" y="387"/>
                    <a:pt x="223" y="387"/>
                  </a:cubicBezTo>
                  <a:cubicBezTo>
                    <a:pt x="222" y="387"/>
                    <a:pt x="221" y="388"/>
                    <a:pt x="218" y="393"/>
                  </a:cubicBezTo>
                  <a:cubicBezTo>
                    <a:pt x="213" y="399"/>
                    <a:pt x="209" y="405"/>
                    <a:pt x="207" y="405"/>
                  </a:cubicBezTo>
                  <a:cubicBezTo>
                    <a:pt x="207" y="405"/>
                    <a:pt x="207" y="405"/>
                    <a:pt x="207" y="405"/>
                  </a:cubicBezTo>
                  <a:lnTo>
                    <a:pt x="207" y="405"/>
                  </a:lnTo>
                  <a:cubicBezTo>
                    <a:pt x="208" y="406"/>
                    <a:pt x="202" y="413"/>
                    <a:pt x="198" y="420"/>
                  </a:cubicBezTo>
                  <a:cubicBezTo>
                    <a:pt x="199" y="414"/>
                    <a:pt x="202" y="410"/>
                    <a:pt x="205" y="404"/>
                  </a:cubicBezTo>
                  <a:cubicBezTo>
                    <a:pt x="212" y="388"/>
                    <a:pt x="217" y="380"/>
                    <a:pt x="213" y="377"/>
                  </a:cubicBezTo>
                  <a:cubicBezTo>
                    <a:pt x="212" y="376"/>
                    <a:pt x="209" y="374"/>
                    <a:pt x="215" y="367"/>
                  </a:cubicBezTo>
                  <a:cubicBezTo>
                    <a:pt x="214" y="366"/>
                    <a:pt x="214" y="366"/>
                    <a:pt x="213" y="366"/>
                  </a:cubicBezTo>
                  <a:cubicBezTo>
                    <a:pt x="212" y="366"/>
                    <a:pt x="210" y="367"/>
                    <a:pt x="207" y="370"/>
                  </a:cubicBezTo>
                  <a:lnTo>
                    <a:pt x="205" y="369"/>
                  </a:lnTo>
                  <a:cubicBezTo>
                    <a:pt x="208" y="365"/>
                    <a:pt x="209" y="362"/>
                    <a:pt x="208" y="362"/>
                  </a:cubicBezTo>
                  <a:cubicBezTo>
                    <a:pt x="207" y="362"/>
                    <a:pt x="205" y="363"/>
                    <a:pt x="202" y="366"/>
                  </a:cubicBezTo>
                  <a:cubicBezTo>
                    <a:pt x="200" y="367"/>
                    <a:pt x="199" y="368"/>
                    <a:pt x="199" y="368"/>
                  </a:cubicBezTo>
                  <a:cubicBezTo>
                    <a:pt x="198" y="368"/>
                    <a:pt x="201" y="364"/>
                    <a:pt x="200" y="364"/>
                  </a:cubicBezTo>
                  <a:cubicBezTo>
                    <a:pt x="206" y="357"/>
                    <a:pt x="209" y="354"/>
                    <a:pt x="209" y="354"/>
                  </a:cubicBezTo>
                  <a:lnTo>
                    <a:pt x="209" y="354"/>
                  </a:lnTo>
                  <a:cubicBezTo>
                    <a:pt x="208" y="354"/>
                    <a:pt x="204" y="358"/>
                    <a:pt x="193" y="368"/>
                  </a:cubicBezTo>
                  <a:cubicBezTo>
                    <a:pt x="193" y="368"/>
                    <a:pt x="193" y="369"/>
                    <a:pt x="192" y="369"/>
                  </a:cubicBezTo>
                  <a:lnTo>
                    <a:pt x="192" y="369"/>
                  </a:lnTo>
                  <a:cubicBezTo>
                    <a:pt x="197" y="363"/>
                    <a:pt x="199" y="359"/>
                    <a:pt x="198" y="359"/>
                  </a:cubicBezTo>
                  <a:cubicBezTo>
                    <a:pt x="197" y="359"/>
                    <a:pt x="195" y="361"/>
                    <a:pt x="191" y="365"/>
                  </a:cubicBezTo>
                  <a:cubicBezTo>
                    <a:pt x="190" y="364"/>
                    <a:pt x="190" y="364"/>
                    <a:pt x="196" y="358"/>
                  </a:cubicBezTo>
                  <a:cubicBezTo>
                    <a:pt x="199" y="355"/>
                    <a:pt x="200" y="354"/>
                    <a:pt x="200" y="354"/>
                  </a:cubicBezTo>
                  <a:cubicBezTo>
                    <a:pt x="199" y="354"/>
                    <a:pt x="196" y="356"/>
                    <a:pt x="188" y="361"/>
                  </a:cubicBezTo>
                  <a:cubicBezTo>
                    <a:pt x="182" y="366"/>
                    <a:pt x="178" y="368"/>
                    <a:pt x="177" y="368"/>
                  </a:cubicBezTo>
                  <a:cubicBezTo>
                    <a:pt x="176" y="368"/>
                    <a:pt x="178" y="364"/>
                    <a:pt x="185" y="358"/>
                  </a:cubicBezTo>
                  <a:cubicBezTo>
                    <a:pt x="194" y="349"/>
                    <a:pt x="196" y="346"/>
                    <a:pt x="193" y="346"/>
                  </a:cubicBezTo>
                  <a:cubicBezTo>
                    <a:pt x="193" y="346"/>
                    <a:pt x="191" y="346"/>
                    <a:pt x="189" y="348"/>
                  </a:cubicBezTo>
                  <a:cubicBezTo>
                    <a:pt x="183" y="353"/>
                    <a:pt x="179" y="354"/>
                    <a:pt x="177" y="354"/>
                  </a:cubicBezTo>
                  <a:cubicBezTo>
                    <a:pt x="175" y="354"/>
                    <a:pt x="176" y="352"/>
                    <a:pt x="180" y="349"/>
                  </a:cubicBezTo>
                  <a:cubicBezTo>
                    <a:pt x="184" y="345"/>
                    <a:pt x="185" y="344"/>
                    <a:pt x="184" y="344"/>
                  </a:cubicBezTo>
                  <a:cubicBezTo>
                    <a:pt x="183" y="344"/>
                    <a:pt x="181" y="344"/>
                    <a:pt x="179" y="346"/>
                  </a:cubicBezTo>
                  <a:cubicBezTo>
                    <a:pt x="184" y="342"/>
                    <a:pt x="189" y="338"/>
                    <a:pt x="187" y="338"/>
                  </a:cubicBezTo>
                  <a:cubicBezTo>
                    <a:pt x="187" y="338"/>
                    <a:pt x="186" y="338"/>
                    <a:pt x="184" y="339"/>
                  </a:cubicBezTo>
                  <a:cubicBezTo>
                    <a:pt x="184" y="339"/>
                    <a:pt x="183" y="339"/>
                    <a:pt x="176" y="343"/>
                  </a:cubicBezTo>
                  <a:lnTo>
                    <a:pt x="161" y="350"/>
                  </a:lnTo>
                  <a:cubicBezTo>
                    <a:pt x="162" y="351"/>
                    <a:pt x="154" y="356"/>
                    <a:pt x="147" y="360"/>
                  </a:cubicBezTo>
                  <a:cubicBezTo>
                    <a:pt x="146" y="361"/>
                    <a:pt x="145" y="361"/>
                    <a:pt x="145" y="361"/>
                  </a:cubicBezTo>
                  <a:cubicBezTo>
                    <a:pt x="143" y="361"/>
                    <a:pt x="149" y="352"/>
                    <a:pt x="166" y="341"/>
                  </a:cubicBezTo>
                  <a:lnTo>
                    <a:pt x="180" y="331"/>
                  </a:lnTo>
                  <a:lnTo>
                    <a:pt x="165" y="339"/>
                  </a:lnTo>
                  <a:cubicBezTo>
                    <a:pt x="164" y="338"/>
                    <a:pt x="164" y="337"/>
                    <a:pt x="172" y="333"/>
                  </a:cubicBezTo>
                  <a:cubicBezTo>
                    <a:pt x="180" y="329"/>
                    <a:pt x="180" y="329"/>
                    <a:pt x="179" y="328"/>
                  </a:cubicBezTo>
                  <a:cubicBezTo>
                    <a:pt x="179" y="328"/>
                    <a:pt x="179" y="328"/>
                    <a:pt x="178" y="328"/>
                  </a:cubicBezTo>
                  <a:cubicBezTo>
                    <a:pt x="178" y="328"/>
                    <a:pt x="176" y="328"/>
                    <a:pt x="171" y="331"/>
                  </a:cubicBezTo>
                  <a:cubicBezTo>
                    <a:pt x="162" y="335"/>
                    <a:pt x="158" y="336"/>
                    <a:pt x="158" y="336"/>
                  </a:cubicBezTo>
                  <a:cubicBezTo>
                    <a:pt x="158" y="336"/>
                    <a:pt x="159" y="335"/>
                    <a:pt x="163" y="333"/>
                  </a:cubicBezTo>
                  <a:cubicBezTo>
                    <a:pt x="172" y="329"/>
                    <a:pt x="175" y="326"/>
                    <a:pt x="173" y="326"/>
                  </a:cubicBezTo>
                  <a:cubicBezTo>
                    <a:pt x="172" y="326"/>
                    <a:pt x="168" y="328"/>
                    <a:pt x="162" y="330"/>
                  </a:cubicBezTo>
                  <a:cubicBezTo>
                    <a:pt x="154" y="333"/>
                    <a:pt x="150" y="335"/>
                    <a:pt x="150" y="335"/>
                  </a:cubicBezTo>
                  <a:cubicBezTo>
                    <a:pt x="150" y="335"/>
                    <a:pt x="153" y="333"/>
                    <a:pt x="161" y="329"/>
                  </a:cubicBezTo>
                  <a:cubicBezTo>
                    <a:pt x="166" y="328"/>
                    <a:pt x="172" y="324"/>
                    <a:pt x="176" y="321"/>
                  </a:cubicBezTo>
                  <a:lnTo>
                    <a:pt x="176" y="321"/>
                  </a:lnTo>
                  <a:lnTo>
                    <a:pt x="169" y="323"/>
                  </a:lnTo>
                  <a:cubicBezTo>
                    <a:pt x="161" y="327"/>
                    <a:pt x="157" y="328"/>
                    <a:pt x="155" y="328"/>
                  </a:cubicBezTo>
                  <a:cubicBezTo>
                    <a:pt x="154" y="328"/>
                    <a:pt x="156" y="327"/>
                    <a:pt x="160" y="324"/>
                  </a:cubicBezTo>
                  <a:cubicBezTo>
                    <a:pt x="165" y="323"/>
                    <a:pt x="167" y="322"/>
                    <a:pt x="164" y="322"/>
                  </a:cubicBezTo>
                  <a:cubicBezTo>
                    <a:pt x="163" y="322"/>
                    <a:pt x="161" y="322"/>
                    <a:pt x="159" y="322"/>
                  </a:cubicBezTo>
                  <a:cubicBezTo>
                    <a:pt x="159" y="320"/>
                    <a:pt x="157" y="319"/>
                    <a:pt x="165" y="315"/>
                  </a:cubicBezTo>
                  <a:cubicBezTo>
                    <a:pt x="174" y="312"/>
                    <a:pt x="178" y="311"/>
                    <a:pt x="178" y="311"/>
                  </a:cubicBezTo>
                  <a:lnTo>
                    <a:pt x="178" y="311"/>
                  </a:lnTo>
                  <a:cubicBezTo>
                    <a:pt x="177" y="311"/>
                    <a:pt x="173" y="312"/>
                    <a:pt x="165" y="314"/>
                  </a:cubicBezTo>
                  <a:cubicBezTo>
                    <a:pt x="162" y="315"/>
                    <a:pt x="160" y="316"/>
                    <a:pt x="159" y="316"/>
                  </a:cubicBezTo>
                  <a:cubicBezTo>
                    <a:pt x="159" y="316"/>
                    <a:pt x="160" y="315"/>
                    <a:pt x="164" y="312"/>
                  </a:cubicBezTo>
                  <a:cubicBezTo>
                    <a:pt x="169" y="309"/>
                    <a:pt x="171" y="309"/>
                    <a:pt x="171" y="309"/>
                  </a:cubicBezTo>
                  <a:cubicBezTo>
                    <a:pt x="170" y="309"/>
                    <a:pt x="168" y="309"/>
                    <a:pt x="164" y="310"/>
                  </a:cubicBezTo>
                  <a:cubicBezTo>
                    <a:pt x="147" y="314"/>
                    <a:pt x="139" y="316"/>
                    <a:pt x="139" y="318"/>
                  </a:cubicBezTo>
                  <a:cubicBezTo>
                    <a:pt x="141" y="319"/>
                    <a:pt x="141" y="319"/>
                    <a:pt x="132" y="322"/>
                  </a:cubicBezTo>
                  <a:lnTo>
                    <a:pt x="132" y="319"/>
                  </a:lnTo>
                  <a:cubicBezTo>
                    <a:pt x="132" y="318"/>
                    <a:pt x="130" y="316"/>
                    <a:pt x="122" y="316"/>
                  </a:cubicBezTo>
                  <a:cubicBezTo>
                    <a:pt x="120" y="316"/>
                    <a:pt x="119" y="316"/>
                    <a:pt x="118" y="316"/>
                  </a:cubicBezTo>
                  <a:cubicBezTo>
                    <a:pt x="109" y="316"/>
                    <a:pt x="98" y="319"/>
                    <a:pt x="106" y="320"/>
                  </a:cubicBezTo>
                  <a:lnTo>
                    <a:pt x="98" y="324"/>
                  </a:lnTo>
                  <a:cubicBezTo>
                    <a:pt x="83" y="328"/>
                    <a:pt x="77" y="331"/>
                    <a:pt x="81" y="331"/>
                  </a:cubicBezTo>
                  <a:cubicBezTo>
                    <a:pt x="84" y="331"/>
                    <a:pt x="90" y="330"/>
                    <a:pt x="99" y="327"/>
                  </a:cubicBezTo>
                  <a:cubicBezTo>
                    <a:pt x="111" y="323"/>
                    <a:pt x="118" y="322"/>
                    <a:pt x="119" y="322"/>
                  </a:cubicBezTo>
                  <a:cubicBezTo>
                    <a:pt x="120" y="322"/>
                    <a:pt x="115" y="323"/>
                    <a:pt x="107" y="327"/>
                  </a:cubicBezTo>
                  <a:cubicBezTo>
                    <a:pt x="91" y="331"/>
                    <a:pt x="91" y="332"/>
                    <a:pt x="92" y="334"/>
                  </a:cubicBezTo>
                  <a:cubicBezTo>
                    <a:pt x="92" y="336"/>
                    <a:pt x="92" y="336"/>
                    <a:pt x="84" y="338"/>
                  </a:cubicBezTo>
                  <a:cubicBezTo>
                    <a:pt x="76" y="341"/>
                    <a:pt x="68" y="346"/>
                    <a:pt x="69" y="347"/>
                  </a:cubicBezTo>
                  <a:cubicBezTo>
                    <a:pt x="69" y="348"/>
                    <a:pt x="70" y="348"/>
                    <a:pt x="70" y="348"/>
                  </a:cubicBezTo>
                  <a:cubicBezTo>
                    <a:pt x="71" y="348"/>
                    <a:pt x="73" y="347"/>
                    <a:pt x="78" y="346"/>
                  </a:cubicBezTo>
                  <a:cubicBezTo>
                    <a:pt x="80" y="344"/>
                    <a:pt x="81" y="344"/>
                    <a:pt x="82" y="344"/>
                  </a:cubicBezTo>
                  <a:cubicBezTo>
                    <a:pt x="84" y="344"/>
                    <a:pt x="81" y="347"/>
                    <a:pt x="71" y="352"/>
                  </a:cubicBezTo>
                  <a:cubicBezTo>
                    <a:pt x="67" y="354"/>
                    <a:pt x="65" y="356"/>
                    <a:pt x="66" y="356"/>
                  </a:cubicBezTo>
                  <a:cubicBezTo>
                    <a:pt x="67" y="356"/>
                    <a:pt x="71" y="354"/>
                    <a:pt x="79" y="351"/>
                  </a:cubicBezTo>
                  <a:cubicBezTo>
                    <a:pt x="85" y="349"/>
                    <a:pt x="89" y="348"/>
                    <a:pt x="90" y="348"/>
                  </a:cubicBezTo>
                  <a:cubicBezTo>
                    <a:pt x="93" y="348"/>
                    <a:pt x="90" y="351"/>
                    <a:pt x="81" y="356"/>
                  </a:cubicBezTo>
                  <a:lnTo>
                    <a:pt x="82" y="359"/>
                  </a:lnTo>
                  <a:cubicBezTo>
                    <a:pt x="82" y="360"/>
                    <a:pt x="83" y="360"/>
                    <a:pt x="83" y="360"/>
                  </a:cubicBezTo>
                  <a:cubicBezTo>
                    <a:pt x="86" y="360"/>
                    <a:pt x="92" y="357"/>
                    <a:pt x="98" y="355"/>
                  </a:cubicBezTo>
                  <a:cubicBezTo>
                    <a:pt x="107" y="351"/>
                    <a:pt x="110" y="349"/>
                    <a:pt x="111" y="349"/>
                  </a:cubicBezTo>
                  <a:cubicBezTo>
                    <a:pt x="112" y="349"/>
                    <a:pt x="110" y="350"/>
                    <a:pt x="107" y="352"/>
                  </a:cubicBezTo>
                  <a:cubicBezTo>
                    <a:pt x="102" y="356"/>
                    <a:pt x="97" y="359"/>
                    <a:pt x="92" y="361"/>
                  </a:cubicBezTo>
                  <a:cubicBezTo>
                    <a:pt x="84" y="365"/>
                    <a:pt x="84" y="366"/>
                    <a:pt x="86" y="368"/>
                  </a:cubicBezTo>
                  <a:cubicBezTo>
                    <a:pt x="86" y="369"/>
                    <a:pt x="87" y="371"/>
                    <a:pt x="90" y="371"/>
                  </a:cubicBezTo>
                  <a:cubicBezTo>
                    <a:pt x="91" y="371"/>
                    <a:pt x="93" y="370"/>
                    <a:pt x="96" y="369"/>
                  </a:cubicBezTo>
                  <a:lnTo>
                    <a:pt x="96" y="369"/>
                  </a:lnTo>
                  <a:lnTo>
                    <a:pt x="88" y="373"/>
                  </a:lnTo>
                  <a:cubicBezTo>
                    <a:pt x="88" y="374"/>
                    <a:pt x="85" y="376"/>
                    <a:pt x="85" y="376"/>
                  </a:cubicBezTo>
                  <a:cubicBezTo>
                    <a:pt x="85" y="376"/>
                    <a:pt x="86" y="376"/>
                    <a:pt x="88" y="375"/>
                  </a:cubicBezTo>
                  <a:lnTo>
                    <a:pt x="88" y="375"/>
                  </a:lnTo>
                  <a:cubicBezTo>
                    <a:pt x="88" y="375"/>
                    <a:pt x="89" y="376"/>
                    <a:pt x="83" y="384"/>
                  </a:cubicBezTo>
                  <a:cubicBezTo>
                    <a:pt x="81" y="386"/>
                    <a:pt x="82" y="388"/>
                    <a:pt x="84" y="388"/>
                  </a:cubicBezTo>
                  <a:cubicBezTo>
                    <a:pt x="89" y="388"/>
                    <a:pt x="99" y="383"/>
                    <a:pt x="107" y="375"/>
                  </a:cubicBezTo>
                  <a:cubicBezTo>
                    <a:pt x="107" y="374"/>
                    <a:pt x="107" y="374"/>
                    <a:pt x="107" y="374"/>
                  </a:cubicBezTo>
                  <a:cubicBezTo>
                    <a:pt x="107" y="374"/>
                    <a:pt x="107" y="375"/>
                    <a:pt x="108" y="376"/>
                  </a:cubicBezTo>
                  <a:cubicBezTo>
                    <a:pt x="108" y="376"/>
                    <a:pt x="109" y="377"/>
                    <a:pt x="109" y="377"/>
                  </a:cubicBezTo>
                  <a:cubicBezTo>
                    <a:pt x="112" y="377"/>
                    <a:pt x="116" y="374"/>
                    <a:pt x="116" y="374"/>
                  </a:cubicBezTo>
                  <a:cubicBezTo>
                    <a:pt x="120" y="371"/>
                    <a:pt x="122" y="371"/>
                    <a:pt x="123" y="371"/>
                  </a:cubicBezTo>
                  <a:cubicBezTo>
                    <a:pt x="125" y="371"/>
                    <a:pt x="125" y="371"/>
                    <a:pt x="125" y="373"/>
                  </a:cubicBezTo>
                  <a:lnTo>
                    <a:pt x="110" y="380"/>
                  </a:lnTo>
                  <a:cubicBezTo>
                    <a:pt x="96" y="388"/>
                    <a:pt x="88" y="394"/>
                    <a:pt x="91" y="394"/>
                  </a:cubicBezTo>
                  <a:cubicBezTo>
                    <a:pt x="93" y="394"/>
                    <a:pt x="97" y="392"/>
                    <a:pt x="105" y="388"/>
                  </a:cubicBezTo>
                  <a:lnTo>
                    <a:pt x="105" y="388"/>
                  </a:lnTo>
                  <a:lnTo>
                    <a:pt x="98" y="393"/>
                  </a:lnTo>
                  <a:cubicBezTo>
                    <a:pt x="92" y="396"/>
                    <a:pt x="91" y="398"/>
                    <a:pt x="95" y="398"/>
                  </a:cubicBezTo>
                  <a:cubicBezTo>
                    <a:pt x="96" y="398"/>
                    <a:pt x="98" y="397"/>
                    <a:pt x="100" y="397"/>
                  </a:cubicBezTo>
                  <a:cubicBezTo>
                    <a:pt x="100" y="397"/>
                    <a:pt x="100" y="397"/>
                    <a:pt x="101" y="397"/>
                  </a:cubicBezTo>
                  <a:cubicBezTo>
                    <a:pt x="103" y="397"/>
                    <a:pt x="116" y="390"/>
                    <a:pt x="124" y="386"/>
                  </a:cubicBezTo>
                  <a:cubicBezTo>
                    <a:pt x="128" y="383"/>
                    <a:pt x="130" y="383"/>
                    <a:pt x="131" y="383"/>
                  </a:cubicBezTo>
                  <a:cubicBezTo>
                    <a:pt x="131" y="383"/>
                    <a:pt x="132" y="383"/>
                    <a:pt x="132" y="383"/>
                  </a:cubicBezTo>
                  <a:cubicBezTo>
                    <a:pt x="133" y="384"/>
                    <a:pt x="133" y="384"/>
                    <a:pt x="125" y="389"/>
                  </a:cubicBezTo>
                  <a:cubicBezTo>
                    <a:pt x="117" y="395"/>
                    <a:pt x="114" y="398"/>
                    <a:pt x="116" y="398"/>
                  </a:cubicBezTo>
                  <a:cubicBezTo>
                    <a:pt x="118" y="398"/>
                    <a:pt x="122" y="396"/>
                    <a:pt x="128" y="393"/>
                  </a:cubicBezTo>
                  <a:lnTo>
                    <a:pt x="128" y="393"/>
                  </a:lnTo>
                  <a:lnTo>
                    <a:pt x="120" y="398"/>
                  </a:lnTo>
                  <a:cubicBezTo>
                    <a:pt x="114" y="403"/>
                    <a:pt x="108" y="410"/>
                    <a:pt x="120" y="412"/>
                  </a:cubicBezTo>
                  <a:cubicBezTo>
                    <a:pt x="124" y="417"/>
                    <a:pt x="127" y="422"/>
                    <a:pt x="122" y="428"/>
                  </a:cubicBezTo>
                  <a:cubicBezTo>
                    <a:pt x="120" y="429"/>
                    <a:pt x="120" y="430"/>
                    <a:pt x="121" y="430"/>
                  </a:cubicBezTo>
                  <a:cubicBezTo>
                    <a:pt x="124" y="430"/>
                    <a:pt x="136" y="425"/>
                    <a:pt x="146" y="419"/>
                  </a:cubicBezTo>
                  <a:lnTo>
                    <a:pt x="146" y="419"/>
                  </a:lnTo>
                  <a:cubicBezTo>
                    <a:pt x="141" y="424"/>
                    <a:pt x="142" y="425"/>
                    <a:pt x="144" y="428"/>
                  </a:cubicBezTo>
                  <a:cubicBezTo>
                    <a:pt x="147" y="432"/>
                    <a:pt x="147" y="432"/>
                    <a:pt x="142" y="438"/>
                  </a:cubicBezTo>
                  <a:cubicBezTo>
                    <a:pt x="135" y="443"/>
                    <a:pt x="131" y="446"/>
                    <a:pt x="132" y="446"/>
                  </a:cubicBezTo>
                  <a:cubicBezTo>
                    <a:pt x="132" y="446"/>
                    <a:pt x="136" y="444"/>
                    <a:pt x="143" y="439"/>
                  </a:cubicBezTo>
                  <a:cubicBezTo>
                    <a:pt x="147" y="435"/>
                    <a:pt x="149" y="434"/>
                    <a:pt x="150" y="434"/>
                  </a:cubicBezTo>
                  <a:cubicBezTo>
                    <a:pt x="153" y="434"/>
                    <a:pt x="149" y="441"/>
                    <a:pt x="142" y="450"/>
                  </a:cubicBezTo>
                  <a:cubicBezTo>
                    <a:pt x="136" y="457"/>
                    <a:pt x="137" y="458"/>
                    <a:pt x="141" y="460"/>
                  </a:cubicBezTo>
                  <a:cubicBezTo>
                    <a:pt x="143" y="458"/>
                    <a:pt x="145" y="457"/>
                    <a:pt x="147" y="457"/>
                  </a:cubicBezTo>
                  <a:cubicBezTo>
                    <a:pt x="149" y="457"/>
                    <a:pt x="151" y="459"/>
                    <a:pt x="153" y="460"/>
                  </a:cubicBezTo>
                  <a:cubicBezTo>
                    <a:pt x="154" y="461"/>
                    <a:pt x="155" y="462"/>
                    <a:pt x="156" y="462"/>
                  </a:cubicBezTo>
                  <a:cubicBezTo>
                    <a:pt x="159" y="462"/>
                    <a:pt x="161" y="459"/>
                    <a:pt x="167" y="450"/>
                  </a:cubicBezTo>
                  <a:cubicBezTo>
                    <a:pt x="174" y="441"/>
                    <a:pt x="177" y="438"/>
                    <a:pt x="179" y="438"/>
                  </a:cubicBezTo>
                  <a:cubicBezTo>
                    <a:pt x="180" y="438"/>
                    <a:pt x="181" y="439"/>
                    <a:pt x="182" y="440"/>
                  </a:cubicBezTo>
                  <a:cubicBezTo>
                    <a:pt x="183" y="441"/>
                    <a:pt x="184" y="442"/>
                    <a:pt x="179" y="449"/>
                  </a:cubicBezTo>
                  <a:cubicBezTo>
                    <a:pt x="179" y="449"/>
                    <a:pt x="175" y="457"/>
                    <a:pt x="176" y="458"/>
                  </a:cubicBezTo>
                  <a:cubicBezTo>
                    <a:pt x="179" y="459"/>
                    <a:pt x="180" y="460"/>
                    <a:pt x="175" y="467"/>
                  </a:cubicBezTo>
                  <a:cubicBezTo>
                    <a:pt x="175" y="467"/>
                    <a:pt x="172" y="475"/>
                    <a:pt x="174" y="477"/>
                  </a:cubicBezTo>
                  <a:cubicBezTo>
                    <a:pt x="178" y="479"/>
                    <a:pt x="181" y="481"/>
                    <a:pt x="176" y="488"/>
                  </a:cubicBezTo>
                  <a:cubicBezTo>
                    <a:pt x="177" y="488"/>
                    <a:pt x="177" y="489"/>
                    <a:pt x="177" y="489"/>
                  </a:cubicBezTo>
                  <a:cubicBezTo>
                    <a:pt x="178" y="489"/>
                    <a:pt x="179" y="487"/>
                    <a:pt x="182" y="482"/>
                  </a:cubicBezTo>
                  <a:cubicBezTo>
                    <a:pt x="185" y="478"/>
                    <a:pt x="188" y="473"/>
                    <a:pt x="191" y="473"/>
                  </a:cubicBezTo>
                  <a:cubicBezTo>
                    <a:pt x="192" y="473"/>
                    <a:pt x="194" y="475"/>
                    <a:pt x="194" y="479"/>
                  </a:cubicBezTo>
                  <a:cubicBezTo>
                    <a:pt x="196" y="480"/>
                    <a:pt x="198" y="481"/>
                    <a:pt x="200" y="481"/>
                  </a:cubicBezTo>
                  <a:cubicBezTo>
                    <a:pt x="202" y="481"/>
                    <a:pt x="204" y="480"/>
                    <a:pt x="206" y="477"/>
                  </a:cubicBezTo>
                  <a:cubicBezTo>
                    <a:pt x="208" y="477"/>
                    <a:pt x="208" y="477"/>
                    <a:pt x="203" y="485"/>
                  </a:cubicBezTo>
                  <a:cubicBezTo>
                    <a:pt x="199" y="493"/>
                    <a:pt x="199" y="497"/>
                    <a:pt x="200" y="497"/>
                  </a:cubicBezTo>
                  <a:cubicBezTo>
                    <a:pt x="202" y="497"/>
                    <a:pt x="205" y="494"/>
                    <a:pt x="210" y="488"/>
                  </a:cubicBezTo>
                  <a:cubicBezTo>
                    <a:pt x="212" y="484"/>
                    <a:pt x="213" y="483"/>
                    <a:pt x="213" y="483"/>
                  </a:cubicBezTo>
                  <a:cubicBezTo>
                    <a:pt x="214" y="483"/>
                    <a:pt x="214" y="485"/>
                    <a:pt x="213" y="489"/>
                  </a:cubicBezTo>
                  <a:cubicBezTo>
                    <a:pt x="213" y="489"/>
                    <a:pt x="214" y="489"/>
                    <a:pt x="214" y="489"/>
                  </a:cubicBezTo>
                  <a:cubicBezTo>
                    <a:pt x="214" y="489"/>
                    <a:pt x="216" y="489"/>
                    <a:pt x="220" y="484"/>
                  </a:cubicBezTo>
                  <a:cubicBezTo>
                    <a:pt x="222" y="480"/>
                    <a:pt x="223" y="478"/>
                    <a:pt x="224" y="478"/>
                  </a:cubicBezTo>
                  <a:cubicBezTo>
                    <a:pt x="225" y="478"/>
                    <a:pt x="225" y="480"/>
                    <a:pt x="225" y="486"/>
                  </a:cubicBezTo>
                  <a:cubicBezTo>
                    <a:pt x="221" y="494"/>
                    <a:pt x="224" y="494"/>
                    <a:pt x="225" y="495"/>
                  </a:cubicBezTo>
                  <a:cubicBezTo>
                    <a:pt x="227" y="493"/>
                    <a:pt x="230" y="492"/>
                    <a:pt x="233" y="492"/>
                  </a:cubicBezTo>
                  <a:cubicBezTo>
                    <a:pt x="240" y="492"/>
                    <a:pt x="248" y="496"/>
                    <a:pt x="248" y="503"/>
                  </a:cubicBezTo>
                  <a:cubicBezTo>
                    <a:pt x="252" y="497"/>
                    <a:pt x="252" y="495"/>
                    <a:pt x="253" y="495"/>
                  </a:cubicBezTo>
                  <a:cubicBezTo>
                    <a:pt x="253" y="495"/>
                    <a:pt x="253" y="496"/>
                    <a:pt x="254" y="496"/>
                  </a:cubicBezTo>
                  <a:cubicBezTo>
                    <a:pt x="253" y="502"/>
                    <a:pt x="253" y="505"/>
                    <a:pt x="254" y="505"/>
                  </a:cubicBezTo>
                  <a:cubicBezTo>
                    <a:pt x="254" y="505"/>
                    <a:pt x="257" y="498"/>
                    <a:pt x="259" y="488"/>
                  </a:cubicBezTo>
                  <a:lnTo>
                    <a:pt x="257" y="488"/>
                  </a:lnTo>
                  <a:lnTo>
                    <a:pt x="256" y="487"/>
                  </a:lnTo>
                  <a:cubicBezTo>
                    <a:pt x="258" y="480"/>
                    <a:pt x="259" y="477"/>
                    <a:pt x="260" y="477"/>
                  </a:cubicBezTo>
                  <a:cubicBezTo>
                    <a:pt x="261" y="477"/>
                    <a:pt x="262" y="483"/>
                    <a:pt x="258" y="497"/>
                  </a:cubicBezTo>
                  <a:cubicBezTo>
                    <a:pt x="258" y="506"/>
                    <a:pt x="258" y="510"/>
                    <a:pt x="258" y="510"/>
                  </a:cubicBezTo>
                  <a:cubicBezTo>
                    <a:pt x="258" y="510"/>
                    <a:pt x="260" y="506"/>
                    <a:pt x="262" y="498"/>
                  </a:cubicBezTo>
                  <a:cubicBezTo>
                    <a:pt x="264" y="490"/>
                    <a:pt x="266" y="486"/>
                    <a:pt x="267" y="486"/>
                  </a:cubicBezTo>
                  <a:cubicBezTo>
                    <a:pt x="268" y="486"/>
                    <a:pt x="268" y="490"/>
                    <a:pt x="267" y="499"/>
                  </a:cubicBezTo>
                  <a:cubicBezTo>
                    <a:pt x="266" y="508"/>
                    <a:pt x="265" y="512"/>
                    <a:pt x="266" y="512"/>
                  </a:cubicBezTo>
                  <a:cubicBezTo>
                    <a:pt x="266" y="512"/>
                    <a:pt x="267" y="508"/>
                    <a:pt x="270" y="499"/>
                  </a:cubicBezTo>
                  <a:cubicBezTo>
                    <a:pt x="274" y="481"/>
                    <a:pt x="277" y="470"/>
                    <a:pt x="279" y="470"/>
                  </a:cubicBezTo>
                  <a:cubicBezTo>
                    <a:pt x="280" y="470"/>
                    <a:pt x="280" y="477"/>
                    <a:pt x="279" y="491"/>
                  </a:cubicBezTo>
                  <a:cubicBezTo>
                    <a:pt x="276" y="508"/>
                    <a:pt x="277" y="517"/>
                    <a:pt x="280" y="517"/>
                  </a:cubicBezTo>
                  <a:cubicBezTo>
                    <a:pt x="280" y="517"/>
                    <a:pt x="280" y="517"/>
                    <a:pt x="280" y="517"/>
                  </a:cubicBezTo>
                  <a:cubicBezTo>
                    <a:pt x="281" y="517"/>
                    <a:pt x="282" y="509"/>
                    <a:pt x="283" y="502"/>
                  </a:cubicBezTo>
                  <a:cubicBezTo>
                    <a:pt x="283" y="493"/>
                    <a:pt x="283" y="488"/>
                    <a:pt x="284" y="488"/>
                  </a:cubicBezTo>
                  <a:cubicBezTo>
                    <a:pt x="284" y="488"/>
                    <a:pt x="285" y="493"/>
                    <a:pt x="286" y="502"/>
                  </a:cubicBezTo>
                  <a:cubicBezTo>
                    <a:pt x="288" y="516"/>
                    <a:pt x="290" y="523"/>
                    <a:pt x="293" y="523"/>
                  </a:cubicBezTo>
                  <a:cubicBezTo>
                    <a:pt x="295" y="523"/>
                    <a:pt x="297" y="518"/>
                    <a:pt x="300" y="511"/>
                  </a:cubicBezTo>
                  <a:cubicBezTo>
                    <a:pt x="303" y="502"/>
                    <a:pt x="306" y="498"/>
                    <a:pt x="308" y="498"/>
                  </a:cubicBezTo>
                  <a:cubicBezTo>
                    <a:pt x="310" y="498"/>
                    <a:pt x="310" y="502"/>
                    <a:pt x="308" y="511"/>
                  </a:cubicBezTo>
                  <a:cubicBezTo>
                    <a:pt x="306" y="521"/>
                    <a:pt x="305" y="525"/>
                    <a:pt x="305" y="525"/>
                  </a:cubicBezTo>
                  <a:cubicBezTo>
                    <a:pt x="306" y="525"/>
                    <a:pt x="306" y="523"/>
                    <a:pt x="308" y="520"/>
                  </a:cubicBezTo>
                  <a:lnTo>
                    <a:pt x="317" y="520"/>
                  </a:lnTo>
                  <a:cubicBezTo>
                    <a:pt x="319" y="520"/>
                    <a:pt x="320" y="511"/>
                    <a:pt x="319" y="503"/>
                  </a:cubicBezTo>
                  <a:lnTo>
                    <a:pt x="319" y="503"/>
                  </a:lnTo>
                  <a:cubicBezTo>
                    <a:pt x="321" y="513"/>
                    <a:pt x="324" y="520"/>
                    <a:pt x="326" y="520"/>
                  </a:cubicBezTo>
                  <a:cubicBezTo>
                    <a:pt x="327" y="520"/>
                    <a:pt x="329" y="517"/>
                    <a:pt x="329" y="511"/>
                  </a:cubicBezTo>
                  <a:lnTo>
                    <a:pt x="332" y="509"/>
                  </a:lnTo>
                  <a:cubicBezTo>
                    <a:pt x="335" y="509"/>
                    <a:pt x="335" y="509"/>
                    <a:pt x="335" y="500"/>
                  </a:cubicBezTo>
                  <a:cubicBezTo>
                    <a:pt x="335" y="498"/>
                    <a:pt x="335" y="497"/>
                    <a:pt x="336" y="497"/>
                  </a:cubicBezTo>
                  <a:cubicBezTo>
                    <a:pt x="337" y="497"/>
                    <a:pt x="339" y="503"/>
                    <a:pt x="341" y="508"/>
                  </a:cubicBezTo>
                  <a:cubicBezTo>
                    <a:pt x="344" y="514"/>
                    <a:pt x="347" y="520"/>
                    <a:pt x="347" y="520"/>
                  </a:cubicBezTo>
                  <a:cubicBezTo>
                    <a:pt x="348" y="520"/>
                    <a:pt x="348" y="519"/>
                    <a:pt x="347" y="516"/>
                  </a:cubicBezTo>
                  <a:cubicBezTo>
                    <a:pt x="346" y="508"/>
                    <a:pt x="346" y="499"/>
                    <a:pt x="347" y="490"/>
                  </a:cubicBezTo>
                  <a:cubicBezTo>
                    <a:pt x="347" y="488"/>
                    <a:pt x="347" y="486"/>
                    <a:pt x="348" y="486"/>
                  </a:cubicBezTo>
                  <a:cubicBezTo>
                    <a:pt x="349" y="486"/>
                    <a:pt x="350" y="492"/>
                    <a:pt x="350" y="498"/>
                  </a:cubicBezTo>
                  <a:cubicBezTo>
                    <a:pt x="351" y="504"/>
                    <a:pt x="354" y="509"/>
                    <a:pt x="358" y="514"/>
                  </a:cubicBezTo>
                  <a:cubicBezTo>
                    <a:pt x="360" y="514"/>
                    <a:pt x="364" y="513"/>
                    <a:pt x="362" y="505"/>
                  </a:cubicBezTo>
                  <a:cubicBezTo>
                    <a:pt x="360" y="500"/>
                    <a:pt x="363" y="497"/>
                    <a:pt x="367" y="497"/>
                  </a:cubicBezTo>
                  <a:cubicBezTo>
                    <a:pt x="369" y="497"/>
                    <a:pt x="372" y="498"/>
                    <a:pt x="374" y="502"/>
                  </a:cubicBezTo>
                  <a:lnTo>
                    <a:pt x="377" y="500"/>
                  </a:lnTo>
                  <a:cubicBezTo>
                    <a:pt x="380" y="499"/>
                    <a:pt x="378" y="491"/>
                    <a:pt x="380" y="490"/>
                  </a:cubicBezTo>
                  <a:cubicBezTo>
                    <a:pt x="380" y="490"/>
                    <a:pt x="382" y="490"/>
                    <a:pt x="380" y="481"/>
                  </a:cubicBezTo>
                  <a:cubicBezTo>
                    <a:pt x="380" y="481"/>
                    <a:pt x="380" y="481"/>
                    <a:pt x="381" y="481"/>
                  </a:cubicBezTo>
                  <a:cubicBezTo>
                    <a:pt x="382" y="481"/>
                    <a:pt x="384" y="482"/>
                    <a:pt x="386" y="488"/>
                  </a:cubicBezTo>
                  <a:cubicBezTo>
                    <a:pt x="384" y="480"/>
                    <a:pt x="383" y="476"/>
                    <a:pt x="383" y="476"/>
                  </a:cubicBezTo>
                  <a:lnTo>
                    <a:pt x="383" y="476"/>
                  </a:lnTo>
                  <a:cubicBezTo>
                    <a:pt x="384" y="476"/>
                    <a:pt x="386" y="480"/>
                    <a:pt x="390" y="487"/>
                  </a:cubicBezTo>
                  <a:cubicBezTo>
                    <a:pt x="393" y="495"/>
                    <a:pt x="395" y="499"/>
                    <a:pt x="395" y="499"/>
                  </a:cubicBezTo>
                  <a:cubicBezTo>
                    <a:pt x="395" y="499"/>
                    <a:pt x="394" y="495"/>
                    <a:pt x="392" y="487"/>
                  </a:cubicBezTo>
                  <a:cubicBezTo>
                    <a:pt x="391" y="482"/>
                    <a:pt x="390" y="480"/>
                    <a:pt x="391" y="480"/>
                  </a:cubicBezTo>
                  <a:lnTo>
                    <a:pt x="391" y="480"/>
                  </a:lnTo>
                  <a:cubicBezTo>
                    <a:pt x="391" y="480"/>
                    <a:pt x="393" y="482"/>
                    <a:pt x="395" y="485"/>
                  </a:cubicBezTo>
                  <a:cubicBezTo>
                    <a:pt x="397" y="489"/>
                    <a:pt x="398" y="491"/>
                    <a:pt x="398" y="491"/>
                  </a:cubicBezTo>
                  <a:cubicBezTo>
                    <a:pt x="399" y="491"/>
                    <a:pt x="398" y="489"/>
                    <a:pt x="396" y="485"/>
                  </a:cubicBezTo>
                  <a:cubicBezTo>
                    <a:pt x="393" y="474"/>
                    <a:pt x="392" y="466"/>
                    <a:pt x="394" y="466"/>
                  </a:cubicBezTo>
                  <a:cubicBezTo>
                    <a:pt x="395" y="466"/>
                    <a:pt x="396" y="468"/>
                    <a:pt x="399" y="474"/>
                  </a:cubicBezTo>
                  <a:cubicBezTo>
                    <a:pt x="399" y="474"/>
                    <a:pt x="401" y="474"/>
                    <a:pt x="399" y="465"/>
                  </a:cubicBezTo>
                  <a:cubicBezTo>
                    <a:pt x="395" y="457"/>
                    <a:pt x="394" y="453"/>
                    <a:pt x="394" y="453"/>
                  </a:cubicBezTo>
                  <a:lnTo>
                    <a:pt x="394" y="453"/>
                  </a:lnTo>
                  <a:cubicBezTo>
                    <a:pt x="394" y="453"/>
                    <a:pt x="396" y="457"/>
                    <a:pt x="400" y="465"/>
                  </a:cubicBezTo>
                  <a:cubicBezTo>
                    <a:pt x="405" y="471"/>
                    <a:pt x="407" y="474"/>
                    <a:pt x="408" y="474"/>
                  </a:cubicBezTo>
                  <a:cubicBezTo>
                    <a:pt x="409" y="474"/>
                    <a:pt x="408" y="470"/>
                    <a:pt x="404" y="462"/>
                  </a:cubicBezTo>
                  <a:cubicBezTo>
                    <a:pt x="404" y="462"/>
                    <a:pt x="403" y="458"/>
                    <a:pt x="405" y="458"/>
                  </a:cubicBezTo>
                  <a:cubicBezTo>
                    <a:pt x="405" y="458"/>
                    <a:pt x="406" y="459"/>
                    <a:pt x="408" y="460"/>
                  </a:cubicBezTo>
                  <a:cubicBezTo>
                    <a:pt x="411" y="463"/>
                    <a:pt x="415" y="465"/>
                    <a:pt x="418" y="465"/>
                  </a:cubicBezTo>
                  <a:cubicBezTo>
                    <a:pt x="422" y="465"/>
                    <a:pt x="423" y="462"/>
                    <a:pt x="418" y="454"/>
                  </a:cubicBezTo>
                  <a:lnTo>
                    <a:pt x="421" y="453"/>
                  </a:lnTo>
                  <a:cubicBezTo>
                    <a:pt x="424" y="456"/>
                    <a:pt x="426" y="457"/>
                    <a:pt x="427" y="457"/>
                  </a:cubicBezTo>
                  <a:cubicBezTo>
                    <a:pt x="429" y="457"/>
                    <a:pt x="429" y="455"/>
                    <a:pt x="427" y="450"/>
                  </a:cubicBezTo>
                  <a:lnTo>
                    <a:pt x="423" y="442"/>
                  </a:lnTo>
                  <a:lnTo>
                    <a:pt x="423" y="442"/>
                  </a:lnTo>
                  <a:cubicBezTo>
                    <a:pt x="427" y="448"/>
                    <a:pt x="433" y="453"/>
                    <a:pt x="435" y="453"/>
                  </a:cubicBezTo>
                  <a:cubicBezTo>
                    <a:pt x="435" y="453"/>
                    <a:pt x="436" y="453"/>
                    <a:pt x="436" y="453"/>
                  </a:cubicBezTo>
                  <a:cubicBezTo>
                    <a:pt x="437" y="452"/>
                    <a:pt x="437" y="453"/>
                    <a:pt x="432" y="445"/>
                  </a:cubicBezTo>
                  <a:cubicBezTo>
                    <a:pt x="426" y="440"/>
                    <a:pt x="427" y="439"/>
                    <a:pt x="429" y="438"/>
                  </a:cubicBezTo>
                  <a:lnTo>
                    <a:pt x="429" y="438"/>
                  </a:lnTo>
                  <a:cubicBezTo>
                    <a:pt x="430" y="438"/>
                    <a:pt x="436" y="443"/>
                    <a:pt x="441" y="450"/>
                  </a:cubicBezTo>
                  <a:lnTo>
                    <a:pt x="442" y="449"/>
                  </a:lnTo>
                  <a:cubicBezTo>
                    <a:pt x="436" y="441"/>
                    <a:pt x="434" y="437"/>
                    <a:pt x="435" y="437"/>
                  </a:cubicBezTo>
                  <a:lnTo>
                    <a:pt x="435" y="437"/>
                  </a:lnTo>
                  <a:cubicBezTo>
                    <a:pt x="435" y="437"/>
                    <a:pt x="437" y="438"/>
                    <a:pt x="439" y="441"/>
                  </a:cubicBezTo>
                  <a:cubicBezTo>
                    <a:pt x="443" y="444"/>
                    <a:pt x="445" y="445"/>
                    <a:pt x="446" y="445"/>
                  </a:cubicBezTo>
                  <a:cubicBezTo>
                    <a:pt x="447" y="445"/>
                    <a:pt x="447" y="445"/>
                    <a:pt x="448" y="444"/>
                  </a:cubicBezTo>
                  <a:cubicBezTo>
                    <a:pt x="446" y="442"/>
                    <a:pt x="446" y="441"/>
                    <a:pt x="447" y="441"/>
                  </a:cubicBezTo>
                  <a:lnTo>
                    <a:pt x="447" y="441"/>
                  </a:lnTo>
                  <a:cubicBezTo>
                    <a:pt x="447" y="441"/>
                    <a:pt x="449" y="444"/>
                    <a:pt x="448" y="444"/>
                  </a:cubicBezTo>
                  <a:lnTo>
                    <a:pt x="454" y="451"/>
                  </a:lnTo>
                  <a:cubicBezTo>
                    <a:pt x="455" y="453"/>
                    <a:pt x="456" y="453"/>
                    <a:pt x="457" y="453"/>
                  </a:cubicBezTo>
                  <a:cubicBezTo>
                    <a:pt x="457" y="453"/>
                    <a:pt x="453" y="448"/>
                    <a:pt x="450" y="443"/>
                  </a:cubicBezTo>
                  <a:lnTo>
                    <a:pt x="452" y="442"/>
                  </a:lnTo>
                  <a:cubicBezTo>
                    <a:pt x="454" y="441"/>
                    <a:pt x="456" y="440"/>
                    <a:pt x="448" y="434"/>
                  </a:cubicBezTo>
                  <a:cubicBezTo>
                    <a:pt x="442" y="428"/>
                    <a:pt x="438" y="421"/>
                    <a:pt x="439" y="420"/>
                  </a:cubicBezTo>
                  <a:lnTo>
                    <a:pt x="439" y="420"/>
                  </a:lnTo>
                  <a:cubicBezTo>
                    <a:pt x="444" y="426"/>
                    <a:pt x="449" y="432"/>
                    <a:pt x="451" y="432"/>
                  </a:cubicBezTo>
                  <a:cubicBezTo>
                    <a:pt x="451" y="432"/>
                    <a:pt x="451" y="432"/>
                    <a:pt x="451" y="432"/>
                  </a:cubicBezTo>
                  <a:cubicBezTo>
                    <a:pt x="451" y="432"/>
                    <a:pt x="452" y="432"/>
                    <a:pt x="452" y="432"/>
                  </a:cubicBezTo>
                  <a:cubicBezTo>
                    <a:pt x="453" y="432"/>
                    <a:pt x="458" y="438"/>
                    <a:pt x="458" y="438"/>
                  </a:cubicBezTo>
                  <a:cubicBezTo>
                    <a:pt x="461" y="442"/>
                    <a:pt x="464" y="444"/>
                    <a:pt x="465" y="444"/>
                  </a:cubicBezTo>
                  <a:cubicBezTo>
                    <a:pt x="468" y="444"/>
                    <a:pt x="467" y="437"/>
                    <a:pt x="464" y="432"/>
                  </a:cubicBezTo>
                  <a:cubicBezTo>
                    <a:pt x="459" y="424"/>
                    <a:pt x="457" y="421"/>
                    <a:pt x="458" y="421"/>
                  </a:cubicBezTo>
                  <a:cubicBezTo>
                    <a:pt x="459" y="421"/>
                    <a:pt x="462" y="423"/>
                    <a:pt x="467" y="429"/>
                  </a:cubicBezTo>
                  <a:cubicBezTo>
                    <a:pt x="470" y="432"/>
                    <a:pt x="472" y="433"/>
                    <a:pt x="473" y="433"/>
                  </a:cubicBezTo>
                  <a:cubicBezTo>
                    <a:pt x="474" y="433"/>
                    <a:pt x="466" y="422"/>
                    <a:pt x="454" y="407"/>
                  </a:cubicBezTo>
                  <a:lnTo>
                    <a:pt x="436" y="388"/>
                  </a:lnTo>
                  <a:lnTo>
                    <a:pt x="455" y="406"/>
                  </a:lnTo>
                  <a:cubicBezTo>
                    <a:pt x="468" y="419"/>
                    <a:pt x="475" y="425"/>
                    <a:pt x="476" y="425"/>
                  </a:cubicBezTo>
                  <a:cubicBezTo>
                    <a:pt x="478" y="425"/>
                    <a:pt x="476" y="421"/>
                    <a:pt x="471" y="414"/>
                  </a:cubicBezTo>
                  <a:cubicBezTo>
                    <a:pt x="469" y="409"/>
                    <a:pt x="468" y="407"/>
                    <a:pt x="469" y="407"/>
                  </a:cubicBezTo>
                  <a:cubicBezTo>
                    <a:pt x="469" y="407"/>
                    <a:pt x="471" y="408"/>
                    <a:pt x="474" y="411"/>
                  </a:cubicBezTo>
                  <a:cubicBezTo>
                    <a:pt x="476" y="414"/>
                    <a:pt x="478" y="415"/>
                    <a:pt x="480" y="415"/>
                  </a:cubicBezTo>
                  <a:cubicBezTo>
                    <a:pt x="481" y="415"/>
                    <a:pt x="483" y="414"/>
                    <a:pt x="485" y="412"/>
                  </a:cubicBezTo>
                  <a:cubicBezTo>
                    <a:pt x="488" y="408"/>
                    <a:pt x="489" y="406"/>
                    <a:pt x="483" y="402"/>
                  </a:cubicBezTo>
                  <a:lnTo>
                    <a:pt x="485" y="398"/>
                  </a:lnTo>
                  <a:cubicBezTo>
                    <a:pt x="490" y="401"/>
                    <a:pt x="492" y="402"/>
                    <a:pt x="493" y="402"/>
                  </a:cubicBezTo>
                  <a:cubicBezTo>
                    <a:pt x="496" y="402"/>
                    <a:pt x="491" y="397"/>
                    <a:pt x="480" y="391"/>
                  </a:cubicBezTo>
                  <a:lnTo>
                    <a:pt x="483" y="388"/>
                  </a:lnTo>
                  <a:lnTo>
                    <a:pt x="489" y="394"/>
                  </a:lnTo>
                  <a:cubicBezTo>
                    <a:pt x="492" y="395"/>
                    <a:pt x="493" y="396"/>
                    <a:pt x="495" y="396"/>
                  </a:cubicBezTo>
                  <a:cubicBezTo>
                    <a:pt x="498" y="396"/>
                    <a:pt x="501" y="393"/>
                    <a:pt x="506" y="385"/>
                  </a:cubicBezTo>
                  <a:cubicBezTo>
                    <a:pt x="515" y="371"/>
                    <a:pt x="516" y="369"/>
                    <a:pt x="501" y="361"/>
                  </a:cubicBezTo>
                  <a:cubicBezTo>
                    <a:pt x="493" y="356"/>
                    <a:pt x="490" y="354"/>
                    <a:pt x="491" y="354"/>
                  </a:cubicBezTo>
                  <a:cubicBezTo>
                    <a:pt x="493" y="354"/>
                    <a:pt x="496" y="356"/>
                    <a:pt x="503" y="359"/>
                  </a:cubicBezTo>
                  <a:cubicBezTo>
                    <a:pt x="508" y="361"/>
                    <a:pt x="513" y="363"/>
                    <a:pt x="514" y="363"/>
                  </a:cubicBezTo>
                  <a:cubicBezTo>
                    <a:pt x="515" y="363"/>
                    <a:pt x="514" y="363"/>
                    <a:pt x="512" y="361"/>
                  </a:cubicBezTo>
                  <a:cubicBezTo>
                    <a:pt x="512" y="361"/>
                    <a:pt x="513" y="359"/>
                    <a:pt x="516" y="359"/>
                  </a:cubicBezTo>
                  <a:cubicBezTo>
                    <a:pt x="517" y="359"/>
                    <a:pt x="519" y="360"/>
                    <a:pt x="521" y="360"/>
                  </a:cubicBezTo>
                  <a:cubicBezTo>
                    <a:pt x="524" y="361"/>
                    <a:pt x="527" y="361"/>
                    <a:pt x="528" y="361"/>
                  </a:cubicBezTo>
                  <a:cubicBezTo>
                    <a:pt x="536" y="361"/>
                    <a:pt x="531" y="357"/>
                    <a:pt x="524" y="353"/>
                  </a:cubicBezTo>
                  <a:cubicBezTo>
                    <a:pt x="517" y="351"/>
                    <a:pt x="515" y="350"/>
                    <a:pt x="515" y="350"/>
                  </a:cubicBezTo>
                  <a:cubicBezTo>
                    <a:pt x="516" y="350"/>
                    <a:pt x="521" y="351"/>
                    <a:pt x="525" y="352"/>
                  </a:cubicBezTo>
                  <a:cubicBezTo>
                    <a:pt x="530" y="354"/>
                    <a:pt x="535" y="354"/>
                    <a:pt x="537" y="354"/>
                  </a:cubicBezTo>
                  <a:cubicBezTo>
                    <a:pt x="538" y="354"/>
                    <a:pt x="538" y="354"/>
                    <a:pt x="534" y="352"/>
                  </a:cubicBezTo>
                  <a:cubicBezTo>
                    <a:pt x="529" y="349"/>
                    <a:pt x="526" y="340"/>
                    <a:pt x="533" y="340"/>
                  </a:cubicBezTo>
                  <a:cubicBezTo>
                    <a:pt x="535" y="340"/>
                    <a:pt x="537" y="340"/>
                    <a:pt x="540" y="341"/>
                  </a:cubicBezTo>
                  <a:lnTo>
                    <a:pt x="541" y="338"/>
                  </a:lnTo>
                  <a:cubicBezTo>
                    <a:pt x="533" y="334"/>
                    <a:pt x="534" y="331"/>
                    <a:pt x="535" y="328"/>
                  </a:cubicBezTo>
                  <a:cubicBezTo>
                    <a:pt x="536" y="326"/>
                    <a:pt x="537" y="324"/>
                    <a:pt x="539" y="324"/>
                  </a:cubicBezTo>
                  <a:cubicBezTo>
                    <a:pt x="541" y="324"/>
                    <a:pt x="543" y="325"/>
                    <a:pt x="546" y="325"/>
                  </a:cubicBezTo>
                  <a:cubicBezTo>
                    <a:pt x="548" y="327"/>
                    <a:pt x="550" y="328"/>
                    <a:pt x="551" y="328"/>
                  </a:cubicBezTo>
                  <a:cubicBezTo>
                    <a:pt x="552" y="328"/>
                    <a:pt x="551" y="326"/>
                    <a:pt x="547" y="322"/>
                  </a:cubicBezTo>
                  <a:cubicBezTo>
                    <a:pt x="548" y="320"/>
                    <a:pt x="531" y="314"/>
                    <a:pt x="532" y="312"/>
                  </a:cubicBezTo>
                  <a:cubicBezTo>
                    <a:pt x="523" y="311"/>
                    <a:pt x="515" y="306"/>
                    <a:pt x="516" y="305"/>
                  </a:cubicBezTo>
                  <a:lnTo>
                    <a:pt x="516" y="305"/>
                  </a:lnTo>
                  <a:lnTo>
                    <a:pt x="524" y="307"/>
                  </a:lnTo>
                  <a:lnTo>
                    <a:pt x="541" y="311"/>
                  </a:lnTo>
                  <a:cubicBezTo>
                    <a:pt x="541" y="310"/>
                    <a:pt x="541" y="307"/>
                    <a:pt x="533" y="306"/>
                  </a:cubicBezTo>
                  <a:cubicBezTo>
                    <a:pt x="542" y="306"/>
                    <a:pt x="542" y="304"/>
                    <a:pt x="543" y="301"/>
                  </a:cubicBezTo>
                  <a:cubicBezTo>
                    <a:pt x="544" y="297"/>
                    <a:pt x="546" y="294"/>
                    <a:pt x="537" y="291"/>
                  </a:cubicBezTo>
                  <a:lnTo>
                    <a:pt x="537" y="291"/>
                  </a:lnTo>
                  <a:cubicBezTo>
                    <a:pt x="537" y="291"/>
                    <a:pt x="538" y="291"/>
                    <a:pt x="539" y="291"/>
                  </a:cubicBezTo>
                  <a:cubicBezTo>
                    <a:pt x="554" y="291"/>
                    <a:pt x="555" y="280"/>
                    <a:pt x="539" y="277"/>
                  </a:cubicBezTo>
                  <a:cubicBezTo>
                    <a:pt x="530" y="277"/>
                    <a:pt x="530" y="275"/>
                    <a:pt x="539" y="274"/>
                  </a:cubicBezTo>
                  <a:cubicBezTo>
                    <a:pt x="548" y="273"/>
                    <a:pt x="548" y="273"/>
                    <a:pt x="539" y="270"/>
                  </a:cubicBezTo>
                  <a:cubicBezTo>
                    <a:pt x="531" y="268"/>
                    <a:pt x="540" y="267"/>
                    <a:pt x="548" y="266"/>
                  </a:cubicBezTo>
                  <a:cubicBezTo>
                    <a:pt x="565" y="264"/>
                    <a:pt x="565" y="261"/>
                    <a:pt x="557" y="260"/>
                  </a:cubicBezTo>
                  <a:cubicBezTo>
                    <a:pt x="548" y="257"/>
                    <a:pt x="548" y="253"/>
                    <a:pt x="548" y="251"/>
                  </a:cubicBezTo>
                  <a:cubicBezTo>
                    <a:pt x="542" y="249"/>
                    <a:pt x="540" y="248"/>
                    <a:pt x="537" y="248"/>
                  </a:cubicBezTo>
                  <a:cubicBezTo>
                    <a:pt x="536" y="248"/>
                    <a:pt x="534" y="248"/>
                    <a:pt x="531" y="249"/>
                  </a:cubicBezTo>
                  <a:lnTo>
                    <a:pt x="514" y="249"/>
                  </a:lnTo>
                  <a:cubicBezTo>
                    <a:pt x="508" y="248"/>
                    <a:pt x="511" y="246"/>
                    <a:pt x="513" y="246"/>
                  </a:cubicBezTo>
                  <a:cubicBezTo>
                    <a:pt x="513" y="246"/>
                    <a:pt x="514" y="247"/>
                    <a:pt x="514" y="247"/>
                  </a:cubicBezTo>
                  <a:cubicBezTo>
                    <a:pt x="517" y="248"/>
                    <a:pt x="519" y="248"/>
                    <a:pt x="521" y="248"/>
                  </a:cubicBezTo>
                  <a:cubicBezTo>
                    <a:pt x="523" y="248"/>
                    <a:pt x="525" y="247"/>
                    <a:pt x="531" y="246"/>
                  </a:cubicBezTo>
                  <a:cubicBezTo>
                    <a:pt x="539" y="244"/>
                    <a:pt x="539" y="240"/>
                    <a:pt x="539" y="238"/>
                  </a:cubicBezTo>
                  <a:cubicBezTo>
                    <a:pt x="539" y="237"/>
                    <a:pt x="538" y="232"/>
                    <a:pt x="538" y="231"/>
                  </a:cubicBezTo>
                  <a:cubicBezTo>
                    <a:pt x="544" y="226"/>
                    <a:pt x="545" y="224"/>
                    <a:pt x="542" y="224"/>
                  </a:cubicBezTo>
                  <a:cubicBezTo>
                    <a:pt x="540" y="224"/>
                    <a:pt x="539" y="224"/>
                    <a:pt x="537" y="224"/>
                  </a:cubicBezTo>
                  <a:lnTo>
                    <a:pt x="529" y="226"/>
                  </a:lnTo>
                  <a:cubicBezTo>
                    <a:pt x="544" y="221"/>
                    <a:pt x="542" y="204"/>
                    <a:pt x="528" y="204"/>
                  </a:cubicBezTo>
                  <a:cubicBezTo>
                    <a:pt x="527" y="204"/>
                    <a:pt x="526" y="204"/>
                    <a:pt x="524" y="204"/>
                  </a:cubicBezTo>
                  <a:lnTo>
                    <a:pt x="532" y="202"/>
                  </a:lnTo>
                  <a:cubicBezTo>
                    <a:pt x="541" y="200"/>
                    <a:pt x="540" y="198"/>
                    <a:pt x="539" y="194"/>
                  </a:cubicBezTo>
                  <a:cubicBezTo>
                    <a:pt x="539" y="193"/>
                    <a:pt x="529" y="189"/>
                    <a:pt x="526" y="184"/>
                  </a:cubicBezTo>
                  <a:cubicBezTo>
                    <a:pt x="525" y="179"/>
                    <a:pt x="524" y="175"/>
                    <a:pt x="520" y="175"/>
                  </a:cubicBezTo>
                  <a:cubicBezTo>
                    <a:pt x="519" y="175"/>
                    <a:pt x="517" y="175"/>
                    <a:pt x="515" y="176"/>
                  </a:cubicBezTo>
                  <a:cubicBezTo>
                    <a:pt x="514" y="174"/>
                    <a:pt x="514" y="174"/>
                    <a:pt x="522" y="171"/>
                  </a:cubicBezTo>
                  <a:cubicBezTo>
                    <a:pt x="530" y="168"/>
                    <a:pt x="530" y="167"/>
                    <a:pt x="529" y="165"/>
                  </a:cubicBezTo>
                  <a:cubicBezTo>
                    <a:pt x="529" y="165"/>
                    <a:pt x="529" y="165"/>
                    <a:pt x="528" y="165"/>
                  </a:cubicBezTo>
                  <a:cubicBezTo>
                    <a:pt x="527" y="165"/>
                    <a:pt x="520" y="168"/>
                    <a:pt x="513" y="171"/>
                  </a:cubicBezTo>
                  <a:cubicBezTo>
                    <a:pt x="510" y="172"/>
                    <a:pt x="508" y="173"/>
                    <a:pt x="507" y="173"/>
                  </a:cubicBezTo>
                  <a:cubicBezTo>
                    <a:pt x="505" y="173"/>
                    <a:pt x="506" y="170"/>
                    <a:pt x="511" y="166"/>
                  </a:cubicBezTo>
                  <a:cubicBezTo>
                    <a:pt x="516" y="160"/>
                    <a:pt x="514" y="154"/>
                    <a:pt x="507" y="154"/>
                  </a:cubicBezTo>
                  <a:cubicBezTo>
                    <a:pt x="506" y="154"/>
                    <a:pt x="506" y="154"/>
                    <a:pt x="505" y="154"/>
                  </a:cubicBezTo>
                  <a:cubicBezTo>
                    <a:pt x="504" y="153"/>
                    <a:pt x="503" y="150"/>
                    <a:pt x="511" y="147"/>
                  </a:cubicBezTo>
                  <a:cubicBezTo>
                    <a:pt x="516" y="142"/>
                    <a:pt x="519" y="137"/>
                    <a:pt x="515" y="137"/>
                  </a:cubicBezTo>
                  <a:cubicBezTo>
                    <a:pt x="513" y="137"/>
                    <a:pt x="511" y="137"/>
                    <a:pt x="506" y="139"/>
                  </a:cubicBezTo>
                  <a:cubicBezTo>
                    <a:pt x="505" y="138"/>
                    <a:pt x="505" y="138"/>
                    <a:pt x="512" y="132"/>
                  </a:cubicBezTo>
                  <a:cubicBezTo>
                    <a:pt x="516" y="129"/>
                    <a:pt x="520" y="126"/>
                    <a:pt x="519" y="126"/>
                  </a:cubicBezTo>
                  <a:cubicBezTo>
                    <a:pt x="519" y="126"/>
                    <a:pt x="516" y="127"/>
                    <a:pt x="511" y="130"/>
                  </a:cubicBezTo>
                  <a:cubicBezTo>
                    <a:pt x="510" y="130"/>
                    <a:pt x="509" y="130"/>
                    <a:pt x="508" y="130"/>
                  </a:cubicBezTo>
                  <a:cubicBezTo>
                    <a:pt x="501" y="130"/>
                    <a:pt x="499" y="126"/>
                    <a:pt x="504" y="119"/>
                  </a:cubicBezTo>
                  <a:cubicBezTo>
                    <a:pt x="503" y="118"/>
                    <a:pt x="503" y="118"/>
                    <a:pt x="502" y="118"/>
                  </a:cubicBezTo>
                  <a:cubicBezTo>
                    <a:pt x="500" y="118"/>
                    <a:pt x="498" y="118"/>
                    <a:pt x="495" y="121"/>
                  </a:cubicBezTo>
                  <a:lnTo>
                    <a:pt x="488" y="126"/>
                  </a:lnTo>
                  <a:cubicBezTo>
                    <a:pt x="495" y="120"/>
                    <a:pt x="498" y="117"/>
                    <a:pt x="497" y="117"/>
                  </a:cubicBezTo>
                  <a:lnTo>
                    <a:pt x="497" y="117"/>
                  </a:lnTo>
                  <a:cubicBezTo>
                    <a:pt x="497" y="117"/>
                    <a:pt x="493" y="119"/>
                    <a:pt x="486" y="124"/>
                  </a:cubicBezTo>
                  <a:cubicBezTo>
                    <a:pt x="483" y="126"/>
                    <a:pt x="481" y="127"/>
                    <a:pt x="481" y="127"/>
                  </a:cubicBezTo>
                  <a:cubicBezTo>
                    <a:pt x="480" y="127"/>
                    <a:pt x="481" y="125"/>
                    <a:pt x="485" y="122"/>
                  </a:cubicBezTo>
                  <a:cubicBezTo>
                    <a:pt x="491" y="116"/>
                    <a:pt x="489" y="113"/>
                    <a:pt x="489" y="113"/>
                  </a:cubicBezTo>
                  <a:cubicBezTo>
                    <a:pt x="483" y="112"/>
                    <a:pt x="476" y="109"/>
                    <a:pt x="470" y="104"/>
                  </a:cubicBezTo>
                  <a:cubicBezTo>
                    <a:pt x="464" y="98"/>
                    <a:pt x="461" y="93"/>
                    <a:pt x="457" y="93"/>
                  </a:cubicBezTo>
                  <a:cubicBezTo>
                    <a:pt x="456" y="93"/>
                    <a:pt x="454" y="94"/>
                    <a:pt x="452" y="97"/>
                  </a:cubicBezTo>
                  <a:cubicBezTo>
                    <a:pt x="449" y="99"/>
                    <a:pt x="447" y="101"/>
                    <a:pt x="446" y="101"/>
                  </a:cubicBezTo>
                  <a:cubicBezTo>
                    <a:pt x="446" y="101"/>
                    <a:pt x="447" y="99"/>
                    <a:pt x="449" y="94"/>
                  </a:cubicBezTo>
                  <a:cubicBezTo>
                    <a:pt x="455" y="86"/>
                    <a:pt x="452" y="85"/>
                    <a:pt x="451" y="84"/>
                  </a:cubicBezTo>
                  <a:cubicBezTo>
                    <a:pt x="450" y="83"/>
                    <a:pt x="449" y="82"/>
                    <a:pt x="455" y="75"/>
                  </a:cubicBezTo>
                  <a:lnTo>
                    <a:pt x="455" y="75"/>
                  </a:lnTo>
                  <a:cubicBezTo>
                    <a:pt x="450" y="79"/>
                    <a:pt x="449" y="80"/>
                    <a:pt x="448" y="80"/>
                  </a:cubicBezTo>
                  <a:cubicBezTo>
                    <a:pt x="447" y="80"/>
                    <a:pt x="447" y="80"/>
                    <a:pt x="447" y="80"/>
                  </a:cubicBezTo>
                  <a:cubicBezTo>
                    <a:pt x="449" y="76"/>
                    <a:pt x="450" y="74"/>
                    <a:pt x="449" y="74"/>
                  </a:cubicBezTo>
                  <a:cubicBezTo>
                    <a:pt x="448" y="74"/>
                    <a:pt x="446" y="75"/>
                    <a:pt x="443" y="78"/>
                  </a:cubicBezTo>
                  <a:cubicBezTo>
                    <a:pt x="438" y="84"/>
                    <a:pt x="435" y="87"/>
                    <a:pt x="435" y="87"/>
                  </a:cubicBezTo>
                  <a:cubicBezTo>
                    <a:pt x="435" y="87"/>
                    <a:pt x="437" y="83"/>
                    <a:pt x="442" y="76"/>
                  </a:cubicBezTo>
                  <a:cubicBezTo>
                    <a:pt x="446" y="71"/>
                    <a:pt x="448" y="65"/>
                    <a:pt x="447" y="65"/>
                  </a:cubicBezTo>
                  <a:lnTo>
                    <a:pt x="447" y="65"/>
                  </a:lnTo>
                  <a:cubicBezTo>
                    <a:pt x="447" y="65"/>
                    <a:pt x="447" y="65"/>
                    <a:pt x="446" y="67"/>
                  </a:cubicBezTo>
                  <a:cubicBezTo>
                    <a:pt x="440" y="74"/>
                    <a:pt x="437" y="72"/>
                    <a:pt x="431" y="78"/>
                  </a:cubicBezTo>
                  <a:cubicBezTo>
                    <a:pt x="429" y="76"/>
                    <a:pt x="428" y="75"/>
                    <a:pt x="433" y="69"/>
                  </a:cubicBezTo>
                  <a:cubicBezTo>
                    <a:pt x="435" y="65"/>
                    <a:pt x="433" y="63"/>
                    <a:pt x="430" y="63"/>
                  </a:cubicBezTo>
                  <a:cubicBezTo>
                    <a:pt x="426" y="63"/>
                    <a:pt x="422" y="65"/>
                    <a:pt x="419" y="69"/>
                  </a:cubicBezTo>
                  <a:cubicBezTo>
                    <a:pt x="417" y="72"/>
                    <a:pt x="415" y="73"/>
                    <a:pt x="415" y="73"/>
                  </a:cubicBezTo>
                  <a:cubicBezTo>
                    <a:pt x="414" y="73"/>
                    <a:pt x="415" y="71"/>
                    <a:pt x="418" y="67"/>
                  </a:cubicBezTo>
                  <a:cubicBezTo>
                    <a:pt x="422" y="61"/>
                    <a:pt x="421" y="60"/>
                    <a:pt x="419" y="58"/>
                  </a:cubicBezTo>
                  <a:lnTo>
                    <a:pt x="419" y="58"/>
                  </a:lnTo>
                  <a:cubicBezTo>
                    <a:pt x="417" y="60"/>
                    <a:pt x="417" y="61"/>
                    <a:pt x="416" y="61"/>
                  </a:cubicBezTo>
                  <a:cubicBezTo>
                    <a:pt x="415" y="61"/>
                    <a:pt x="419" y="55"/>
                    <a:pt x="422" y="49"/>
                  </a:cubicBezTo>
                  <a:cubicBezTo>
                    <a:pt x="428" y="44"/>
                    <a:pt x="427" y="43"/>
                    <a:pt x="423" y="41"/>
                  </a:cubicBezTo>
                  <a:lnTo>
                    <a:pt x="423" y="41"/>
                  </a:lnTo>
                  <a:cubicBezTo>
                    <a:pt x="421" y="43"/>
                    <a:pt x="418" y="44"/>
                    <a:pt x="416" y="44"/>
                  </a:cubicBezTo>
                  <a:cubicBezTo>
                    <a:pt x="412" y="44"/>
                    <a:pt x="409" y="42"/>
                    <a:pt x="406" y="41"/>
                  </a:cubicBezTo>
                  <a:cubicBezTo>
                    <a:pt x="405" y="40"/>
                    <a:pt x="404" y="39"/>
                    <a:pt x="402" y="39"/>
                  </a:cubicBezTo>
                  <a:cubicBezTo>
                    <a:pt x="397" y="39"/>
                    <a:pt x="391" y="46"/>
                    <a:pt x="383" y="57"/>
                  </a:cubicBezTo>
                  <a:lnTo>
                    <a:pt x="375" y="72"/>
                  </a:lnTo>
                  <a:lnTo>
                    <a:pt x="382" y="56"/>
                  </a:lnTo>
                  <a:cubicBezTo>
                    <a:pt x="385" y="48"/>
                    <a:pt x="391" y="33"/>
                    <a:pt x="391" y="33"/>
                  </a:cubicBezTo>
                  <a:cubicBezTo>
                    <a:pt x="391" y="33"/>
                    <a:pt x="391" y="33"/>
                    <a:pt x="390" y="33"/>
                  </a:cubicBezTo>
                  <a:cubicBezTo>
                    <a:pt x="389" y="33"/>
                    <a:pt x="386" y="40"/>
                    <a:pt x="383" y="47"/>
                  </a:cubicBezTo>
                  <a:cubicBezTo>
                    <a:pt x="381" y="51"/>
                    <a:pt x="380" y="52"/>
                    <a:pt x="379" y="52"/>
                  </a:cubicBezTo>
                  <a:cubicBezTo>
                    <a:pt x="378" y="52"/>
                    <a:pt x="377" y="50"/>
                    <a:pt x="377" y="45"/>
                  </a:cubicBezTo>
                  <a:cubicBezTo>
                    <a:pt x="378" y="39"/>
                    <a:pt x="377" y="36"/>
                    <a:pt x="376" y="36"/>
                  </a:cubicBezTo>
                  <a:cubicBezTo>
                    <a:pt x="375" y="36"/>
                    <a:pt x="374" y="38"/>
                    <a:pt x="372" y="42"/>
                  </a:cubicBezTo>
                  <a:cubicBezTo>
                    <a:pt x="371" y="42"/>
                    <a:pt x="368" y="41"/>
                    <a:pt x="369" y="32"/>
                  </a:cubicBezTo>
                  <a:lnTo>
                    <a:pt x="369" y="32"/>
                  </a:lnTo>
                  <a:cubicBezTo>
                    <a:pt x="368" y="32"/>
                    <a:pt x="368" y="32"/>
                    <a:pt x="365" y="39"/>
                  </a:cubicBezTo>
                  <a:cubicBezTo>
                    <a:pt x="364" y="43"/>
                    <a:pt x="363" y="45"/>
                    <a:pt x="362" y="45"/>
                  </a:cubicBezTo>
                  <a:cubicBezTo>
                    <a:pt x="362" y="45"/>
                    <a:pt x="362" y="43"/>
                    <a:pt x="363" y="38"/>
                  </a:cubicBezTo>
                  <a:cubicBezTo>
                    <a:pt x="365" y="27"/>
                    <a:pt x="363" y="23"/>
                    <a:pt x="361" y="23"/>
                  </a:cubicBezTo>
                  <a:cubicBezTo>
                    <a:pt x="360" y="23"/>
                    <a:pt x="359" y="24"/>
                    <a:pt x="358" y="27"/>
                  </a:cubicBezTo>
                  <a:cubicBezTo>
                    <a:pt x="356" y="34"/>
                    <a:pt x="355" y="35"/>
                    <a:pt x="353" y="35"/>
                  </a:cubicBezTo>
                  <a:cubicBezTo>
                    <a:pt x="353" y="35"/>
                    <a:pt x="353" y="35"/>
                    <a:pt x="353" y="35"/>
                  </a:cubicBezTo>
                  <a:cubicBezTo>
                    <a:pt x="352" y="35"/>
                    <a:pt x="352" y="34"/>
                    <a:pt x="351" y="34"/>
                  </a:cubicBezTo>
                  <a:cubicBezTo>
                    <a:pt x="350" y="34"/>
                    <a:pt x="348" y="36"/>
                    <a:pt x="346" y="42"/>
                  </a:cubicBezTo>
                  <a:lnTo>
                    <a:pt x="342" y="41"/>
                  </a:lnTo>
                  <a:cubicBezTo>
                    <a:pt x="341" y="39"/>
                    <a:pt x="344" y="33"/>
                    <a:pt x="346" y="33"/>
                  </a:cubicBezTo>
                  <a:cubicBezTo>
                    <a:pt x="346" y="33"/>
                    <a:pt x="346" y="33"/>
                    <a:pt x="346" y="33"/>
                  </a:cubicBezTo>
                  <a:lnTo>
                    <a:pt x="347" y="24"/>
                  </a:lnTo>
                  <a:cubicBezTo>
                    <a:pt x="346" y="23"/>
                    <a:pt x="345" y="23"/>
                    <a:pt x="344" y="23"/>
                  </a:cubicBezTo>
                  <a:cubicBezTo>
                    <a:pt x="342" y="23"/>
                    <a:pt x="340" y="25"/>
                    <a:pt x="338" y="30"/>
                  </a:cubicBezTo>
                  <a:cubicBezTo>
                    <a:pt x="335" y="38"/>
                    <a:pt x="334" y="42"/>
                    <a:pt x="334" y="42"/>
                  </a:cubicBezTo>
                  <a:cubicBezTo>
                    <a:pt x="334" y="42"/>
                    <a:pt x="335" y="38"/>
                    <a:pt x="337" y="30"/>
                  </a:cubicBezTo>
                  <a:cubicBezTo>
                    <a:pt x="338" y="24"/>
                    <a:pt x="338" y="17"/>
                    <a:pt x="337" y="17"/>
                  </a:cubicBezTo>
                  <a:cubicBezTo>
                    <a:pt x="336" y="17"/>
                    <a:pt x="336" y="18"/>
                    <a:pt x="335" y="20"/>
                  </a:cubicBezTo>
                  <a:cubicBezTo>
                    <a:pt x="333" y="27"/>
                    <a:pt x="332" y="30"/>
                    <a:pt x="331" y="30"/>
                  </a:cubicBezTo>
                  <a:cubicBezTo>
                    <a:pt x="330" y="30"/>
                    <a:pt x="331" y="25"/>
                    <a:pt x="331" y="20"/>
                  </a:cubicBezTo>
                  <a:cubicBezTo>
                    <a:pt x="334" y="12"/>
                    <a:pt x="335" y="7"/>
                    <a:pt x="334" y="7"/>
                  </a:cubicBezTo>
                  <a:cubicBezTo>
                    <a:pt x="334" y="7"/>
                    <a:pt x="331" y="11"/>
                    <a:pt x="327" y="18"/>
                  </a:cubicBezTo>
                  <a:cubicBezTo>
                    <a:pt x="323" y="18"/>
                    <a:pt x="315" y="25"/>
                    <a:pt x="311" y="25"/>
                  </a:cubicBezTo>
                  <a:cubicBezTo>
                    <a:pt x="311" y="25"/>
                    <a:pt x="310" y="25"/>
                    <a:pt x="310" y="25"/>
                  </a:cubicBezTo>
                  <a:cubicBezTo>
                    <a:pt x="303" y="24"/>
                    <a:pt x="300" y="24"/>
                    <a:pt x="299" y="15"/>
                  </a:cubicBezTo>
                  <a:cubicBezTo>
                    <a:pt x="299" y="12"/>
                    <a:pt x="299" y="10"/>
                    <a:pt x="299" y="8"/>
                  </a:cubicBezTo>
                  <a:lnTo>
                    <a:pt x="299" y="8"/>
                  </a:lnTo>
                  <a:cubicBezTo>
                    <a:pt x="298" y="24"/>
                    <a:pt x="296" y="24"/>
                    <a:pt x="291" y="24"/>
                  </a:cubicBezTo>
                  <a:cubicBezTo>
                    <a:pt x="289" y="21"/>
                    <a:pt x="288" y="20"/>
                    <a:pt x="287" y="20"/>
                  </a:cubicBezTo>
                  <a:cubicBezTo>
                    <a:pt x="285" y="20"/>
                    <a:pt x="283" y="25"/>
                    <a:pt x="282" y="32"/>
                  </a:cubicBezTo>
                  <a:lnTo>
                    <a:pt x="285" y="32"/>
                  </a:lnTo>
                  <a:cubicBezTo>
                    <a:pt x="285" y="42"/>
                    <a:pt x="285" y="46"/>
                    <a:pt x="284" y="46"/>
                  </a:cubicBezTo>
                  <a:cubicBezTo>
                    <a:pt x="283" y="46"/>
                    <a:pt x="282" y="44"/>
                    <a:pt x="281" y="41"/>
                  </a:cubicBezTo>
                  <a:cubicBezTo>
                    <a:pt x="279" y="41"/>
                    <a:pt x="279" y="32"/>
                    <a:pt x="277" y="23"/>
                  </a:cubicBezTo>
                  <a:cubicBezTo>
                    <a:pt x="277" y="15"/>
                    <a:pt x="275" y="6"/>
                    <a:pt x="273" y="6"/>
                  </a:cubicBezTo>
                  <a:close/>
                  <a:moveTo>
                    <a:pt x="472" y="600"/>
                  </a:moveTo>
                  <a:cubicBezTo>
                    <a:pt x="471" y="600"/>
                    <a:pt x="471" y="600"/>
                    <a:pt x="470" y="600"/>
                  </a:cubicBezTo>
                  <a:cubicBezTo>
                    <a:pt x="471" y="606"/>
                    <a:pt x="473" y="611"/>
                    <a:pt x="476" y="616"/>
                  </a:cubicBezTo>
                  <a:cubicBezTo>
                    <a:pt x="477" y="619"/>
                    <a:pt x="478" y="621"/>
                    <a:pt x="479" y="621"/>
                  </a:cubicBezTo>
                  <a:cubicBezTo>
                    <a:pt x="480" y="621"/>
                    <a:pt x="480" y="617"/>
                    <a:pt x="477" y="607"/>
                  </a:cubicBezTo>
                  <a:cubicBezTo>
                    <a:pt x="474" y="601"/>
                    <a:pt x="473" y="600"/>
                    <a:pt x="472" y="6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33"/>
            <p:cNvSpPr/>
            <p:nvPr/>
          </p:nvSpPr>
          <p:spPr>
            <a:xfrm>
              <a:off x="1562875" y="2039738"/>
              <a:ext cx="72600" cy="636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058" name="Google Shape;9058;p33"/>
            <p:cNvGrpSpPr/>
            <p:nvPr/>
          </p:nvGrpSpPr>
          <p:grpSpPr>
            <a:xfrm>
              <a:off x="593066" y="1253680"/>
              <a:ext cx="4063694" cy="2564897"/>
              <a:chOff x="5618971" y="1197520"/>
              <a:chExt cx="3448777" cy="2176778"/>
            </a:xfrm>
          </p:grpSpPr>
          <p:sp>
            <p:nvSpPr>
              <p:cNvPr id="9059" name="Google Shape;9059;p33"/>
              <p:cNvSpPr/>
              <p:nvPr/>
            </p:nvSpPr>
            <p:spPr>
              <a:xfrm>
                <a:off x="7567375" y="1197520"/>
                <a:ext cx="554585" cy="218988"/>
              </a:xfrm>
              <a:custGeom>
                <a:avLst/>
                <a:gdLst/>
                <a:ahLst/>
                <a:cxnLst/>
                <a:rect l="l" t="t" r="r" b="b"/>
                <a:pathLst>
                  <a:path w="6197" h="2447" extrusionOk="0">
                    <a:moveTo>
                      <a:pt x="4466" y="102"/>
                    </a:moveTo>
                    <a:cubicBezTo>
                      <a:pt x="4476" y="102"/>
                      <a:pt x="4477" y="113"/>
                      <a:pt x="4477" y="113"/>
                    </a:cubicBezTo>
                    <a:cubicBezTo>
                      <a:pt x="4477" y="113"/>
                      <a:pt x="4478" y="126"/>
                      <a:pt x="4468" y="127"/>
                    </a:cubicBezTo>
                    <a:cubicBezTo>
                      <a:pt x="4460" y="121"/>
                      <a:pt x="4456" y="113"/>
                      <a:pt x="4453" y="104"/>
                    </a:cubicBezTo>
                    <a:lnTo>
                      <a:pt x="4453" y="103"/>
                    </a:lnTo>
                    <a:lnTo>
                      <a:pt x="4465" y="102"/>
                    </a:lnTo>
                    <a:cubicBezTo>
                      <a:pt x="4465" y="102"/>
                      <a:pt x="4466" y="102"/>
                      <a:pt x="4466" y="102"/>
                    </a:cubicBezTo>
                    <a:close/>
                    <a:moveTo>
                      <a:pt x="4366" y="146"/>
                    </a:moveTo>
                    <a:cubicBezTo>
                      <a:pt x="4370" y="146"/>
                      <a:pt x="4370" y="149"/>
                      <a:pt x="4372" y="157"/>
                    </a:cubicBezTo>
                    <a:lnTo>
                      <a:pt x="4362" y="159"/>
                    </a:lnTo>
                    <a:lnTo>
                      <a:pt x="4347" y="150"/>
                    </a:lnTo>
                    <a:lnTo>
                      <a:pt x="4358" y="148"/>
                    </a:lnTo>
                    <a:cubicBezTo>
                      <a:pt x="4362" y="147"/>
                      <a:pt x="4365" y="146"/>
                      <a:pt x="4366" y="146"/>
                    </a:cubicBezTo>
                    <a:close/>
                    <a:moveTo>
                      <a:pt x="4917" y="142"/>
                    </a:moveTo>
                    <a:cubicBezTo>
                      <a:pt x="4920" y="142"/>
                      <a:pt x="4921" y="144"/>
                      <a:pt x="4920" y="148"/>
                    </a:cubicBezTo>
                    <a:cubicBezTo>
                      <a:pt x="4915" y="157"/>
                      <a:pt x="4910" y="164"/>
                      <a:pt x="4902" y="168"/>
                    </a:cubicBezTo>
                    <a:cubicBezTo>
                      <a:pt x="4902" y="168"/>
                      <a:pt x="4897" y="171"/>
                      <a:pt x="4893" y="171"/>
                    </a:cubicBezTo>
                    <a:cubicBezTo>
                      <a:pt x="4891" y="171"/>
                      <a:pt x="4889" y="170"/>
                      <a:pt x="4891" y="165"/>
                    </a:cubicBezTo>
                    <a:lnTo>
                      <a:pt x="4895" y="154"/>
                    </a:lnTo>
                    <a:cubicBezTo>
                      <a:pt x="4904" y="148"/>
                      <a:pt x="4913" y="142"/>
                      <a:pt x="4917" y="142"/>
                    </a:cubicBezTo>
                    <a:close/>
                    <a:moveTo>
                      <a:pt x="4339" y="172"/>
                    </a:moveTo>
                    <a:cubicBezTo>
                      <a:pt x="4338" y="172"/>
                      <a:pt x="4335" y="174"/>
                      <a:pt x="4332" y="179"/>
                    </a:cubicBezTo>
                    <a:cubicBezTo>
                      <a:pt x="4340" y="178"/>
                      <a:pt x="4341" y="172"/>
                      <a:pt x="4339" y="172"/>
                    </a:cubicBezTo>
                    <a:close/>
                    <a:moveTo>
                      <a:pt x="4260" y="179"/>
                    </a:moveTo>
                    <a:cubicBezTo>
                      <a:pt x="4264" y="179"/>
                      <a:pt x="4265" y="181"/>
                      <a:pt x="4267" y="189"/>
                    </a:cubicBezTo>
                    <a:lnTo>
                      <a:pt x="4256" y="193"/>
                    </a:lnTo>
                    <a:lnTo>
                      <a:pt x="4242" y="185"/>
                    </a:lnTo>
                    <a:cubicBezTo>
                      <a:pt x="4245" y="184"/>
                      <a:pt x="4248" y="182"/>
                      <a:pt x="4252" y="180"/>
                    </a:cubicBezTo>
                    <a:cubicBezTo>
                      <a:pt x="4256" y="179"/>
                      <a:pt x="4258" y="179"/>
                      <a:pt x="4260" y="179"/>
                    </a:cubicBezTo>
                    <a:close/>
                    <a:moveTo>
                      <a:pt x="4067" y="175"/>
                    </a:moveTo>
                    <a:cubicBezTo>
                      <a:pt x="4074" y="185"/>
                      <a:pt x="4079" y="196"/>
                      <a:pt x="4070" y="203"/>
                    </a:cubicBezTo>
                    <a:lnTo>
                      <a:pt x="4053" y="198"/>
                    </a:lnTo>
                    <a:lnTo>
                      <a:pt x="4057" y="182"/>
                    </a:lnTo>
                    <a:lnTo>
                      <a:pt x="4067" y="175"/>
                    </a:lnTo>
                    <a:close/>
                    <a:moveTo>
                      <a:pt x="4183" y="201"/>
                    </a:moveTo>
                    <a:cubicBezTo>
                      <a:pt x="4186" y="201"/>
                      <a:pt x="4188" y="203"/>
                      <a:pt x="4190" y="207"/>
                    </a:cubicBezTo>
                    <a:cubicBezTo>
                      <a:pt x="4196" y="219"/>
                      <a:pt x="4196" y="219"/>
                      <a:pt x="4186" y="223"/>
                    </a:cubicBezTo>
                    <a:cubicBezTo>
                      <a:pt x="4177" y="228"/>
                      <a:pt x="4172" y="231"/>
                      <a:pt x="4170" y="231"/>
                    </a:cubicBezTo>
                    <a:cubicBezTo>
                      <a:pt x="4168" y="231"/>
                      <a:pt x="4169" y="227"/>
                      <a:pt x="4171" y="217"/>
                    </a:cubicBezTo>
                    <a:cubicBezTo>
                      <a:pt x="4173" y="207"/>
                      <a:pt x="4178" y="201"/>
                      <a:pt x="4183" y="201"/>
                    </a:cubicBezTo>
                    <a:close/>
                    <a:moveTo>
                      <a:pt x="4243" y="243"/>
                    </a:moveTo>
                    <a:cubicBezTo>
                      <a:pt x="4244" y="246"/>
                      <a:pt x="4245" y="248"/>
                      <a:pt x="4246" y="251"/>
                    </a:cubicBezTo>
                    <a:cubicBezTo>
                      <a:pt x="4247" y="251"/>
                      <a:pt x="4248" y="252"/>
                      <a:pt x="4249" y="252"/>
                    </a:cubicBezTo>
                    <a:lnTo>
                      <a:pt x="4249" y="252"/>
                    </a:lnTo>
                    <a:cubicBezTo>
                      <a:pt x="4247" y="250"/>
                      <a:pt x="4245" y="247"/>
                      <a:pt x="4243" y="243"/>
                    </a:cubicBezTo>
                    <a:close/>
                    <a:moveTo>
                      <a:pt x="4249" y="252"/>
                    </a:moveTo>
                    <a:cubicBezTo>
                      <a:pt x="4251" y="256"/>
                      <a:pt x="4253" y="257"/>
                      <a:pt x="4254" y="257"/>
                    </a:cubicBezTo>
                    <a:cubicBezTo>
                      <a:pt x="4254" y="257"/>
                      <a:pt x="4253" y="255"/>
                      <a:pt x="4249" y="252"/>
                    </a:cubicBezTo>
                    <a:close/>
                    <a:moveTo>
                      <a:pt x="5270" y="260"/>
                    </a:moveTo>
                    <a:cubicBezTo>
                      <a:pt x="5271" y="260"/>
                      <a:pt x="5273" y="260"/>
                      <a:pt x="5274" y="260"/>
                    </a:cubicBezTo>
                    <a:cubicBezTo>
                      <a:pt x="5284" y="266"/>
                      <a:pt x="5284" y="266"/>
                      <a:pt x="5277" y="277"/>
                    </a:cubicBezTo>
                    <a:cubicBezTo>
                      <a:pt x="5272" y="284"/>
                      <a:pt x="5263" y="288"/>
                      <a:pt x="5255" y="288"/>
                    </a:cubicBezTo>
                    <a:cubicBezTo>
                      <a:pt x="5252" y="288"/>
                      <a:pt x="5248" y="287"/>
                      <a:pt x="5245" y="286"/>
                    </a:cubicBezTo>
                    <a:cubicBezTo>
                      <a:pt x="5235" y="280"/>
                      <a:pt x="5247" y="260"/>
                      <a:pt x="5270" y="260"/>
                    </a:cubicBezTo>
                    <a:close/>
                    <a:moveTo>
                      <a:pt x="3955" y="269"/>
                    </a:moveTo>
                    <a:cubicBezTo>
                      <a:pt x="3958" y="269"/>
                      <a:pt x="3960" y="271"/>
                      <a:pt x="3964" y="277"/>
                    </a:cubicBezTo>
                    <a:cubicBezTo>
                      <a:pt x="3968" y="282"/>
                      <a:pt x="3968" y="290"/>
                      <a:pt x="3963" y="295"/>
                    </a:cubicBezTo>
                    <a:lnTo>
                      <a:pt x="3946" y="292"/>
                    </a:lnTo>
                    <a:cubicBezTo>
                      <a:pt x="3941" y="287"/>
                      <a:pt x="3942" y="279"/>
                      <a:pt x="3947" y="275"/>
                    </a:cubicBezTo>
                    <a:cubicBezTo>
                      <a:pt x="3951" y="271"/>
                      <a:pt x="3953" y="269"/>
                      <a:pt x="3955" y="269"/>
                    </a:cubicBezTo>
                    <a:close/>
                    <a:moveTo>
                      <a:pt x="749" y="932"/>
                    </a:moveTo>
                    <a:cubicBezTo>
                      <a:pt x="750" y="932"/>
                      <a:pt x="751" y="932"/>
                      <a:pt x="752" y="932"/>
                    </a:cubicBezTo>
                    <a:cubicBezTo>
                      <a:pt x="763" y="935"/>
                      <a:pt x="760" y="946"/>
                      <a:pt x="737" y="956"/>
                    </a:cubicBezTo>
                    <a:lnTo>
                      <a:pt x="716" y="953"/>
                    </a:lnTo>
                    <a:cubicBezTo>
                      <a:pt x="717" y="941"/>
                      <a:pt x="737" y="932"/>
                      <a:pt x="749" y="932"/>
                    </a:cubicBezTo>
                    <a:close/>
                    <a:moveTo>
                      <a:pt x="792" y="962"/>
                    </a:moveTo>
                    <a:cubicBezTo>
                      <a:pt x="784" y="962"/>
                      <a:pt x="778" y="968"/>
                      <a:pt x="777" y="976"/>
                    </a:cubicBezTo>
                    <a:cubicBezTo>
                      <a:pt x="773" y="988"/>
                      <a:pt x="783" y="991"/>
                      <a:pt x="804" y="995"/>
                    </a:cubicBezTo>
                    <a:cubicBezTo>
                      <a:pt x="805" y="995"/>
                      <a:pt x="807" y="995"/>
                      <a:pt x="808" y="995"/>
                    </a:cubicBezTo>
                    <a:cubicBezTo>
                      <a:pt x="815" y="995"/>
                      <a:pt x="822" y="993"/>
                      <a:pt x="827" y="990"/>
                    </a:cubicBezTo>
                    <a:cubicBezTo>
                      <a:pt x="830" y="977"/>
                      <a:pt x="820" y="974"/>
                      <a:pt x="810" y="970"/>
                    </a:cubicBezTo>
                    <a:cubicBezTo>
                      <a:pt x="803" y="964"/>
                      <a:pt x="797" y="962"/>
                      <a:pt x="792" y="962"/>
                    </a:cubicBezTo>
                    <a:close/>
                    <a:moveTo>
                      <a:pt x="3509" y="1072"/>
                    </a:moveTo>
                    <a:cubicBezTo>
                      <a:pt x="3520" y="1077"/>
                      <a:pt x="3532" y="1081"/>
                      <a:pt x="3528" y="1092"/>
                    </a:cubicBezTo>
                    <a:lnTo>
                      <a:pt x="3524" y="1100"/>
                    </a:lnTo>
                    <a:cubicBezTo>
                      <a:pt x="3516" y="1097"/>
                      <a:pt x="3509" y="1090"/>
                      <a:pt x="3504" y="1083"/>
                    </a:cubicBezTo>
                    <a:lnTo>
                      <a:pt x="3509" y="1072"/>
                    </a:lnTo>
                    <a:close/>
                    <a:moveTo>
                      <a:pt x="128" y="1085"/>
                    </a:moveTo>
                    <a:cubicBezTo>
                      <a:pt x="125" y="1085"/>
                      <a:pt x="123" y="1088"/>
                      <a:pt x="119" y="1094"/>
                    </a:cubicBezTo>
                    <a:lnTo>
                      <a:pt x="111" y="1105"/>
                    </a:lnTo>
                    <a:lnTo>
                      <a:pt x="129" y="1102"/>
                    </a:lnTo>
                    <a:lnTo>
                      <a:pt x="137" y="1090"/>
                    </a:lnTo>
                    <a:cubicBezTo>
                      <a:pt x="132" y="1087"/>
                      <a:pt x="130" y="1085"/>
                      <a:pt x="128" y="1085"/>
                    </a:cubicBezTo>
                    <a:close/>
                    <a:moveTo>
                      <a:pt x="1232" y="1125"/>
                    </a:moveTo>
                    <a:cubicBezTo>
                      <a:pt x="1238" y="1125"/>
                      <a:pt x="1243" y="1130"/>
                      <a:pt x="1250" y="1135"/>
                    </a:cubicBezTo>
                    <a:lnTo>
                      <a:pt x="1241" y="1144"/>
                    </a:lnTo>
                    <a:lnTo>
                      <a:pt x="1224" y="1145"/>
                    </a:lnTo>
                    <a:lnTo>
                      <a:pt x="1224" y="1128"/>
                    </a:lnTo>
                    <a:cubicBezTo>
                      <a:pt x="1227" y="1126"/>
                      <a:pt x="1229" y="1125"/>
                      <a:pt x="1232" y="1125"/>
                    </a:cubicBezTo>
                    <a:close/>
                    <a:moveTo>
                      <a:pt x="166" y="1145"/>
                    </a:moveTo>
                    <a:cubicBezTo>
                      <a:pt x="168" y="1145"/>
                      <a:pt x="170" y="1146"/>
                      <a:pt x="173" y="1148"/>
                    </a:cubicBezTo>
                    <a:cubicBezTo>
                      <a:pt x="173" y="1148"/>
                      <a:pt x="173" y="1148"/>
                      <a:pt x="166" y="1158"/>
                    </a:cubicBezTo>
                    <a:cubicBezTo>
                      <a:pt x="164" y="1156"/>
                      <a:pt x="163" y="1156"/>
                      <a:pt x="162" y="1156"/>
                    </a:cubicBezTo>
                    <a:lnTo>
                      <a:pt x="162" y="1156"/>
                    </a:lnTo>
                    <a:cubicBezTo>
                      <a:pt x="158" y="1156"/>
                      <a:pt x="161" y="1165"/>
                      <a:pt x="172" y="1165"/>
                    </a:cubicBezTo>
                    <a:cubicBezTo>
                      <a:pt x="173" y="1165"/>
                      <a:pt x="174" y="1165"/>
                      <a:pt x="176" y="1164"/>
                    </a:cubicBezTo>
                    <a:lnTo>
                      <a:pt x="197" y="1179"/>
                    </a:lnTo>
                    <a:cubicBezTo>
                      <a:pt x="192" y="1185"/>
                      <a:pt x="185" y="1188"/>
                      <a:pt x="177" y="1188"/>
                    </a:cubicBezTo>
                    <a:cubicBezTo>
                      <a:pt x="173" y="1188"/>
                      <a:pt x="168" y="1187"/>
                      <a:pt x="164" y="1185"/>
                    </a:cubicBezTo>
                    <a:cubicBezTo>
                      <a:pt x="136" y="1182"/>
                      <a:pt x="136" y="1183"/>
                      <a:pt x="149" y="1161"/>
                    </a:cubicBezTo>
                    <a:cubicBezTo>
                      <a:pt x="154" y="1153"/>
                      <a:pt x="159" y="1145"/>
                      <a:pt x="166" y="1145"/>
                    </a:cubicBezTo>
                    <a:close/>
                    <a:moveTo>
                      <a:pt x="1271" y="1187"/>
                    </a:moveTo>
                    <a:cubicBezTo>
                      <a:pt x="1276" y="1187"/>
                      <a:pt x="1272" y="1191"/>
                      <a:pt x="1262" y="1201"/>
                    </a:cubicBezTo>
                    <a:cubicBezTo>
                      <a:pt x="1255" y="1210"/>
                      <a:pt x="1245" y="1215"/>
                      <a:pt x="1235" y="1215"/>
                    </a:cubicBezTo>
                    <a:cubicBezTo>
                      <a:pt x="1230" y="1215"/>
                      <a:pt x="1225" y="1214"/>
                      <a:pt x="1220" y="1211"/>
                    </a:cubicBezTo>
                    <a:lnTo>
                      <a:pt x="1205" y="1197"/>
                    </a:lnTo>
                    <a:lnTo>
                      <a:pt x="1237" y="1195"/>
                    </a:lnTo>
                    <a:cubicBezTo>
                      <a:pt x="1256" y="1190"/>
                      <a:pt x="1267" y="1187"/>
                      <a:pt x="1271" y="1187"/>
                    </a:cubicBezTo>
                    <a:close/>
                    <a:moveTo>
                      <a:pt x="98" y="1277"/>
                    </a:moveTo>
                    <a:cubicBezTo>
                      <a:pt x="100" y="1277"/>
                      <a:pt x="103" y="1278"/>
                      <a:pt x="108" y="1280"/>
                    </a:cubicBezTo>
                    <a:cubicBezTo>
                      <a:pt x="112" y="1288"/>
                      <a:pt x="113" y="1298"/>
                      <a:pt x="112" y="1307"/>
                    </a:cubicBezTo>
                    <a:cubicBezTo>
                      <a:pt x="106" y="1310"/>
                      <a:pt x="102" y="1312"/>
                      <a:pt x="98" y="1316"/>
                    </a:cubicBezTo>
                    <a:cubicBezTo>
                      <a:pt x="84" y="1313"/>
                      <a:pt x="87" y="1300"/>
                      <a:pt x="92" y="1288"/>
                    </a:cubicBezTo>
                    <a:cubicBezTo>
                      <a:pt x="94" y="1280"/>
                      <a:pt x="95" y="1277"/>
                      <a:pt x="98" y="1277"/>
                    </a:cubicBezTo>
                    <a:close/>
                    <a:moveTo>
                      <a:pt x="1446" y="1349"/>
                    </a:moveTo>
                    <a:lnTo>
                      <a:pt x="1446" y="1349"/>
                    </a:lnTo>
                    <a:cubicBezTo>
                      <a:pt x="1469" y="1359"/>
                      <a:pt x="1469" y="1359"/>
                      <a:pt x="1442" y="1365"/>
                    </a:cubicBezTo>
                    <a:lnTo>
                      <a:pt x="1409" y="1362"/>
                    </a:lnTo>
                    <a:cubicBezTo>
                      <a:pt x="1403" y="1354"/>
                      <a:pt x="1420" y="1355"/>
                      <a:pt x="1446" y="1349"/>
                    </a:cubicBezTo>
                    <a:close/>
                    <a:moveTo>
                      <a:pt x="269" y="1355"/>
                    </a:moveTo>
                    <a:lnTo>
                      <a:pt x="267" y="1363"/>
                    </a:lnTo>
                    <a:cubicBezTo>
                      <a:pt x="273" y="1368"/>
                      <a:pt x="282" y="1373"/>
                      <a:pt x="290" y="1374"/>
                    </a:cubicBezTo>
                    <a:lnTo>
                      <a:pt x="291" y="1367"/>
                    </a:lnTo>
                    <a:cubicBezTo>
                      <a:pt x="294" y="1360"/>
                      <a:pt x="281" y="1358"/>
                      <a:pt x="269" y="1355"/>
                    </a:cubicBezTo>
                    <a:close/>
                    <a:moveTo>
                      <a:pt x="1446" y="1449"/>
                    </a:moveTo>
                    <a:cubicBezTo>
                      <a:pt x="1448" y="1449"/>
                      <a:pt x="1450" y="1449"/>
                      <a:pt x="1452" y="1449"/>
                    </a:cubicBezTo>
                    <a:lnTo>
                      <a:pt x="1458" y="1458"/>
                    </a:lnTo>
                    <a:cubicBezTo>
                      <a:pt x="1451" y="1462"/>
                      <a:pt x="1445" y="1467"/>
                      <a:pt x="1439" y="1467"/>
                    </a:cubicBezTo>
                    <a:cubicBezTo>
                      <a:pt x="1436" y="1467"/>
                      <a:pt x="1433" y="1466"/>
                      <a:pt x="1431" y="1462"/>
                    </a:cubicBezTo>
                    <a:lnTo>
                      <a:pt x="1425" y="1453"/>
                    </a:lnTo>
                    <a:cubicBezTo>
                      <a:pt x="1432" y="1450"/>
                      <a:pt x="1439" y="1449"/>
                      <a:pt x="1446" y="1449"/>
                    </a:cubicBezTo>
                    <a:close/>
                    <a:moveTo>
                      <a:pt x="6155" y="1465"/>
                    </a:moveTo>
                    <a:cubicBezTo>
                      <a:pt x="6159" y="1465"/>
                      <a:pt x="6162" y="1467"/>
                      <a:pt x="6164" y="1470"/>
                    </a:cubicBezTo>
                    <a:cubicBezTo>
                      <a:pt x="6186" y="1477"/>
                      <a:pt x="6181" y="1484"/>
                      <a:pt x="6164" y="1484"/>
                    </a:cubicBezTo>
                    <a:cubicBezTo>
                      <a:pt x="6158" y="1484"/>
                      <a:pt x="6150" y="1483"/>
                      <a:pt x="6141" y="1480"/>
                    </a:cubicBezTo>
                    <a:cubicBezTo>
                      <a:pt x="6134" y="1481"/>
                      <a:pt x="6129" y="1481"/>
                      <a:pt x="6126" y="1481"/>
                    </a:cubicBezTo>
                    <a:cubicBezTo>
                      <a:pt x="6116" y="1481"/>
                      <a:pt x="6120" y="1479"/>
                      <a:pt x="6137" y="1471"/>
                    </a:cubicBezTo>
                    <a:cubicBezTo>
                      <a:pt x="6143" y="1468"/>
                      <a:pt x="6150" y="1465"/>
                      <a:pt x="6155" y="1465"/>
                    </a:cubicBezTo>
                    <a:close/>
                    <a:moveTo>
                      <a:pt x="3377" y="1467"/>
                    </a:moveTo>
                    <a:cubicBezTo>
                      <a:pt x="3379" y="1467"/>
                      <a:pt x="3382" y="1468"/>
                      <a:pt x="3386" y="1469"/>
                    </a:cubicBezTo>
                    <a:cubicBezTo>
                      <a:pt x="3397" y="1474"/>
                      <a:pt x="3390" y="1494"/>
                      <a:pt x="3387" y="1503"/>
                    </a:cubicBezTo>
                    <a:cubicBezTo>
                      <a:pt x="3385" y="1504"/>
                      <a:pt x="3382" y="1504"/>
                      <a:pt x="3380" y="1504"/>
                    </a:cubicBezTo>
                    <a:cubicBezTo>
                      <a:pt x="3371" y="1504"/>
                      <a:pt x="3363" y="1494"/>
                      <a:pt x="3366" y="1484"/>
                    </a:cubicBezTo>
                    <a:cubicBezTo>
                      <a:pt x="3372" y="1471"/>
                      <a:pt x="3373" y="1467"/>
                      <a:pt x="3377" y="1467"/>
                    </a:cubicBezTo>
                    <a:close/>
                    <a:moveTo>
                      <a:pt x="1612" y="1514"/>
                    </a:moveTo>
                    <a:lnTo>
                      <a:pt x="1589" y="1526"/>
                    </a:lnTo>
                    <a:cubicBezTo>
                      <a:pt x="1586" y="1528"/>
                      <a:pt x="1585" y="1529"/>
                      <a:pt x="1585" y="1529"/>
                    </a:cubicBezTo>
                    <a:cubicBezTo>
                      <a:pt x="1585" y="1529"/>
                      <a:pt x="1592" y="1525"/>
                      <a:pt x="1600" y="1521"/>
                    </a:cubicBezTo>
                    <a:lnTo>
                      <a:pt x="1612" y="1514"/>
                    </a:lnTo>
                    <a:close/>
                    <a:moveTo>
                      <a:pt x="1514" y="1642"/>
                    </a:moveTo>
                    <a:cubicBezTo>
                      <a:pt x="1518" y="1642"/>
                      <a:pt x="1531" y="1650"/>
                      <a:pt x="1534" y="1656"/>
                    </a:cubicBezTo>
                    <a:lnTo>
                      <a:pt x="1524" y="1663"/>
                    </a:lnTo>
                    <a:cubicBezTo>
                      <a:pt x="1519" y="1654"/>
                      <a:pt x="1503" y="1651"/>
                      <a:pt x="1513" y="1645"/>
                    </a:cubicBezTo>
                    <a:cubicBezTo>
                      <a:pt x="1512" y="1643"/>
                      <a:pt x="1512" y="1642"/>
                      <a:pt x="1514" y="1642"/>
                    </a:cubicBezTo>
                    <a:close/>
                    <a:moveTo>
                      <a:pt x="1629" y="1677"/>
                    </a:moveTo>
                    <a:cubicBezTo>
                      <a:pt x="1632" y="1677"/>
                      <a:pt x="1634" y="1678"/>
                      <a:pt x="1636" y="1681"/>
                    </a:cubicBezTo>
                    <a:cubicBezTo>
                      <a:pt x="1652" y="1684"/>
                      <a:pt x="1646" y="1699"/>
                      <a:pt x="1619" y="1703"/>
                    </a:cubicBezTo>
                    <a:cubicBezTo>
                      <a:pt x="1614" y="1694"/>
                      <a:pt x="1614" y="1694"/>
                      <a:pt x="1609" y="1685"/>
                    </a:cubicBezTo>
                    <a:cubicBezTo>
                      <a:pt x="1616" y="1681"/>
                      <a:pt x="1623" y="1677"/>
                      <a:pt x="1629" y="1677"/>
                    </a:cubicBezTo>
                    <a:close/>
                    <a:moveTo>
                      <a:pt x="1678" y="1753"/>
                    </a:moveTo>
                    <a:lnTo>
                      <a:pt x="1682" y="1762"/>
                    </a:lnTo>
                    <a:cubicBezTo>
                      <a:pt x="1688" y="1770"/>
                      <a:pt x="1688" y="1770"/>
                      <a:pt x="1677" y="1776"/>
                    </a:cubicBezTo>
                    <a:lnTo>
                      <a:pt x="1672" y="1767"/>
                    </a:lnTo>
                    <a:lnTo>
                      <a:pt x="1678" y="1753"/>
                    </a:lnTo>
                    <a:close/>
                    <a:moveTo>
                      <a:pt x="1766" y="1828"/>
                    </a:moveTo>
                    <a:cubicBezTo>
                      <a:pt x="1759" y="1833"/>
                      <a:pt x="1754" y="1841"/>
                      <a:pt x="1750" y="1850"/>
                    </a:cubicBezTo>
                    <a:cubicBezTo>
                      <a:pt x="1753" y="1853"/>
                      <a:pt x="1755" y="1854"/>
                      <a:pt x="1758" y="1854"/>
                    </a:cubicBezTo>
                    <a:cubicBezTo>
                      <a:pt x="1762" y="1854"/>
                      <a:pt x="1766" y="1851"/>
                      <a:pt x="1766" y="1851"/>
                    </a:cubicBezTo>
                    <a:cubicBezTo>
                      <a:pt x="1766" y="1851"/>
                      <a:pt x="1777" y="1845"/>
                      <a:pt x="1772" y="1837"/>
                    </a:cubicBezTo>
                    <a:lnTo>
                      <a:pt x="1766" y="1828"/>
                    </a:lnTo>
                    <a:close/>
                    <a:moveTo>
                      <a:pt x="1930" y="1917"/>
                    </a:moveTo>
                    <a:cubicBezTo>
                      <a:pt x="1928" y="1917"/>
                      <a:pt x="1926" y="1920"/>
                      <a:pt x="1924" y="1928"/>
                    </a:cubicBezTo>
                    <a:lnTo>
                      <a:pt x="1935" y="1942"/>
                    </a:lnTo>
                    <a:cubicBezTo>
                      <a:pt x="1945" y="1934"/>
                      <a:pt x="1945" y="1934"/>
                      <a:pt x="1940" y="1928"/>
                    </a:cubicBezTo>
                    <a:cubicBezTo>
                      <a:pt x="1934" y="1920"/>
                      <a:pt x="1931" y="1917"/>
                      <a:pt x="1930" y="1917"/>
                    </a:cubicBezTo>
                    <a:close/>
                    <a:moveTo>
                      <a:pt x="1732" y="1924"/>
                    </a:moveTo>
                    <a:cubicBezTo>
                      <a:pt x="1735" y="1924"/>
                      <a:pt x="1739" y="1925"/>
                      <a:pt x="1740" y="1928"/>
                    </a:cubicBezTo>
                    <a:cubicBezTo>
                      <a:pt x="1746" y="1936"/>
                      <a:pt x="1752" y="1944"/>
                      <a:pt x="1742" y="1951"/>
                    </a:cubicBezTo>
                    <a:cubicBezTo>
                      <a:pt x="1742" y="1951"/>
                      <a:pt x="1737" y="1954"/>
                      <a:pt x="1733" y="1954"/>
                    </a:cubicBezTo>
                    <a:cubicBezTo>
                      <a:pt x="1730" y="1954"/>
                      <a:pt x="1728" y="1953"/>
                      <a:pt x="1726" y="1950"/>
                    </a:cubicBezTo>
                    <a:cubicBezTo>
                      <a:pt x="1722" y="1942"/>
                      <a:pt x="1722" y="1934"/>
                      <a:pt x="1725" y="1926"/>
                    </a:cubicBezTo>
                    <a:cubicBezTo>
                      <a:pt x="1727" y="1924"/>
                      <a:pt x="1729" y="1924"/>
                      <a:pt x="1732" y="1924"/>
                    </a:cubicBezTo>
                    <a:close/>
                    <a:moveTo>
                      <a:pt x="1841" y="2069"/>
                    </a:moveTo>
                    <a:cubicBezTo>
                      <a:pt x="1843" y="2069"/>
                      <a:pt x="1846" y="2073"/>
                      <a:pt x="1852" y="2081"/>
                    </a:cubicBezTo>
                    <a:cubicBezTo>
                      <a:pt x="1859" y="2089"/>
                      <a:pt x="1850" y="2097"/>
                      <a:pt x="1850" y="2097"/>
                    </a:cubicBezTo>
                    <a:cubicBezTo>
                      <a:pt x="1848" y="2098"/>
                      <a:pt x="1847" y="2099"/>
                      <a:pt x="1846" y="2099"/>
                    </a:cubicBezTo>
                    <a:cubicBezTo>
                      <a:pt x="1841" y="2099"/>
                      <a:pt x="1842" y="2087"/>
                      <a:pt x="1837" y="2081"/>
                    </a:cubicBezTo>
                    <a:cubicBezTo>
                      <a:pt x="1838" y="2073"/>
                      <a:pt x="1839" y="2069"/>
                      <a:pt x="1841" y="2069"/>
                    </a:cubicBezTo>
                    <a:close/>
                    <a:moveTo>
                      <a:pt x="3033" y="2082"/>
                    </a:moveTo>
                    <a:cubicBezTo>
                      <a:pt x="3041" y="2091"/>
                      <a:pt x="3050" y="2099"/>
                      <a:pt x="3044" y="2107"/>
                    </a:cubicBezTo>
                    <a:lnTo>
                      <a:pt x="3028" y="2105"/>
                    </a:lnTo>
                    <a:lnTo>
                      <a:pt x="3026" y="2090"/>
                    </a:lnTo>
                    <a:lnTo>
                      <a:pt x="3033" y="2082"/>
                    </a:lnTo>
                    <a:close/>
                    <a:moveTo>
                      <a:pt x="2892" y="2115"/>
                    </a:moveTo>
                    <a:cubicBezTo>
                      <a:pt x="2900" y="2124"/>
                      <a:pt x="2909" y="2134"/>
                      <a:pt x="2901" y="2139"/>
                    </a:cubicBezTo>
                    <a:lnTo>
                      <a:pt x="2895" y="2145"/>
                    </a:lnTo>
                    <a:cubicBezTo>
                      <a:pt x="2889" y="2138"/>
                      <a:pt x="2886" y="2129"/>
                      <a:pt x="2886" y="2120"/>
                    </a:cubicBezTo>
                    <a:lnTo>
                      <a:pt x="2892" y="2115"/>
                    </a:lnTo>
                    <a:close/>
                    <a:moveTo>
                      <a:pt x="1611" y="2187"/>
                    </a:moveTo>
                    <a:cubicBezTo>
                      <a:pt x="1604" y="2187"/>
                      <a:pt x="1597" y="2189"/>
                      <a:pt x="1589" y="2193"/>
                    </a:cubicBezTo>
                    <a:cubicBezTo>
                      <a:pt x="1581" y="2199"/>
                      <a:pt x="1584" y="2206"/>
                      <a:pt x="1599" y="2206"/>
                    </a:cubicBezTo>
                    <a:cubicBezTo>
                      <a:pt x="1603" y="2206"/>
                      <a:pt x="1608" y="2206"/>
                      <a:pt x="1614" y="2204"/>
                    </a:cubicBezTo>
                    <a:cubicBezTo>
                      <a:pt x="1624" y="2196"/>
                      <a:pt x="1624" y="2196"/>
                      <a:pt x="1616" y="2188"/>
                    </a:cubicBezTo>
                    <a:cubicBezTo>
                      <a:pt x="1614" y="2187"/>
                      <a:pt x="1613" y="2187"/>
                      <a:pt x="1611" y="2187"/>
                    </a:cubicBezTo>
                    <a:close/>
                    <a:moveTo>
                      <a:pt x="1985" y="2174"/>
                    </a:moveTo>
                    <a:lnTo>
                      <a:pt x="1985" y="2174"/>
                    </a:lnTo>
                    <a:cubicBezTo>
                      <a:pt x="1989" y="2174"/>
                      <a:pt x="1991" y="2182"/>
                      <a:pt x="1984" y="2200"/>
                    </a:cubicBezTo>
                    <a:cubicBezTo>
                      <a:pt x="1979" y="2205"/>
                      <a:pt x="1977" y="2208"/>
                      <a:pt x="1975" y="2208"/>
                    </a:cubicBezTo>
                    <a:cubicBezTo>
                      <a:pt x="1973" y="2208"/>
                      <a:pt x="1971" y="2206"/>
                      <a:pt x="1968" y="2203"/>
                    </a:cubicBezTo>
                    <a:cubicBezTo>
                      <a:pt x="1969" y="2193"/>
                      <a:pt x="1972" y="2185"/>
                      <a:pt x="1978" y="2177"/>
                    </a:cubicBezTo>
                    <a:cubicBezTo>
                      <a:pt x="1980" y="2175"/>
                      <a:pt x="1983" y="2174"/>
                      <a:pt x="1985" y="2174"/>
                    </a:cubicBezTo>
                    <a:close/>
                    <a:moveTo>
                      <a:pt x="2036" y="2228"/>
                    </a:moveTo>
                    <a:lnTo>
                      <a:pt x="2043" y="2233"/>
                    </a:lnTo>
                    <a:cubicBezTo>
                      <a:pt x="2037" y="2242"/>
                      <a:pt x="2031" y="2250"/>
                      <a:pt x="2025" y="2250"/>
                    </a:cubicBezTo>
                    <a:cubicBezTo>
                      <a:pt x="2024" y="2250"/>
                      <a:pt x="2022" y="2249"/>
                      <a:pt x="2021" y="2248"/>
                    </a:cubicBezTo>
                    <a:lnTo>
                      <a:pt x="2021" y="2231"/>
                    </a:lnTo>
                    <a:lnTo>
                      <a:pt x="2036" y="2228"/>
                    </a:lnTo>
                    <a:close/>
                    <a:moveTo>
                      <a:pt x="2816" y="2281"/>
                    </a:moveTo>
                    <a:cubicBezTo>
                      <a:pt x="2818" y="2281"/>
                      <a:pt x="2820" y="2283"/>
                      <a:pt x="2824" y="2289"/>
                    </a:cubicBezTo>
                    <a:cubicBezTo>
                      <a:pt x="2829" y="2298"/>
                      <a:pt x="2830" y="2307"/>
                      <a:pt x="2829" y="2316"/>
                    </a:cubicBezTo>
                    <a:cubicBezTo>
                      <a:pt x="2828" y="2317"/>
                      <a:pt x="2827" y="2317"/>
                      <a:pt x="2826" y="2317"/>
                    </a:cubicBezTo>
                    <a:cubicBezTo>
                      <a:pt x="2820" y="2317"/>
                      <a:pt x="2816" y="2294"/>
                      <a:pt x="2809" y="2284"/>
                    </a:cubicBezTo>
                    <a:cubicBezTo>
                      <a:pt x="2813" y="2282"/>
                      <a:pt x="2815" y="2281"/>
                      <a:pt x="2816" y="2281"/>
                    </a:cubicBezTo>
                    <a:close/>
                    <a:moveTo>
                      <a:pt x="2611" y="2385"/>
                    </a:moveTo>
                    <a:cubicBezTo>
                      <a:pt x="2615" y="2397"/>
                      <a:pt x="2618" y="2409"/>
                      <a:pt x="2608" y="2412"/>
                    </a:cubicBezTo>
                    <a:lnTo>
                      <a:pt x="2595" y="2402"/>
                    </a:lnTo>
                    <a:lnTo>
                      <a:pt x="2602" y="2387"/>
                    </a:lnTo>
                    <a:lnTo>
                      <a:pt x="2611" y="2385"/>
                    </a:lnTo>
                    <a:close/>
                    <a:moveTo>
                      <a:pt x="4560" y="0"/>
                    </a:moveTo>
                    <a:cubicBezTo>
                      <a:pt x="4547" y="0"/>
                      <a:pt x="4534" y="7"/>
                      <a:pt x="4529" y="21"/>
                    </a:cubicBezTo>
                    <a:cubicBezTo>
                      <a:pt x="4528" y="12"/>
                      <a:pt x="4521" y="9"/>
                      <a:pt x="4513" y="9"/>
                    </a:cubicBezTo>
                    <a:cubicBezTo>
                      <a:pt x="4510" y="9"/>
                      <a:pt x="4506" y="10"/>
                      <a:pt x="4503" y="10"/>
                    </a:cubicBezTo>
                    <a:cubicBezTo>
                      <a:pt x="4488" y="18"/>
                      <a:pt x="4462" y="25"/>
                      <a:pt x="4445" y="25"/>
                    </a:cubicBezTo>
                    <a:cubicBezTo>
                      <a:pt x="4436" y="25"/>
                      <a:pt x="4430" y="23"/>
                      <a:pt x="4429" y="18"/>
                    </a:cubicBezTo>
                    <a:lnTo>
                      <a:pt x="4417" y="20"/>
                    </a:lnTo>
                    <a:cubicBezTo>
                      <a:pt x="4408" y="30"/>
                      <a:pt x="4395" y="37"/>
                      <a:pt x="4382" y="38"/>
                    </a:cubicBezTo>
                    <a:cubicBezTo>
                      <a:pt x="4368" y="39"/>
                      <a:pt x="4356" y="47"/>
                      <a:pt x="4348" y="59"/>
                    </a:cubicBezTo>
                    <a:cubicBezTo>
                      <a:pt x="4344" y="67"/>
                      <a:pt x="4337" y="74"/>
                      <a:pt x="4328" y="77"/>
                    </a:cubicBezTo>
                    <a:cubicBezTo>
                      <a:pt x="4327" y="77"/>
                      <a:pt x="4326" y="78"/>
                      <a:pt x="4326" y="78"/>
                    </a:cubicBezTo>
                    <a:cubicBezTo>
                      <a:pt x="4317" y="78"/>
                      <a:pt x="4325" y="64"/>
                      <a:pt x="4334" y="49"/>
                    </a:cubicBezTo>
                    <a:cubicBezTo>
                      <a:pt x="4341" y="44"/>
                      <a:pt x="4341" y="41"/>
                      <a:pt x="4337" y="41"/>
                    </a:cubicBezTo>
                    <a:lnTo>
                      <a:pt x="4337" y="41"/>
                    </a:lnTo>
                    <a:cubicBezTo>
                      <a:pt x="4330" y="41"/>
                      <a:pt x="4307" y="52"/>
                      <a:pt x="4289" y="75"/>
                    </a:cubicBezTo>
                    <a:cubicBezTo>
                      <a:pt x="4275" y="93"/>
                      <a:pt x="4268" y="102"/>
                      <a:pt x="4267" y="102"/>
                    </a:cubicBezTo>
                    <a:cubicBezTo>
                      <a:pt x="4266" y="102"/>
                      <a:pt x="4270" y="94"/>
                      <a:pt x="4278" y="78"/>
                    </a:cubicBezTo>
                    <a:cubicBezTo>
                      <a:pt x="4283" y="68"/>
                      <a:pt x="4288" y="58"/>
                      <a:pt x="4285" y="58"/>
                    </a:cubicBezTo>
                    <a:lnTo>
                      <a:pt x="4285" y="58"/>
                    </a:lnTo>
                    <a:cubicBezTo>
                      <a:pt x="4284" y="58"/>
                      <a:pt x="4281" y="60"/>
                      <a:pt x="4274" y="67"/>
                    </a:cubicBezTo>
                    <a:cubicBezTo>
                      <a:pt x="4274" y="67"/>
                      <a:pt x="4250" y="75"/>
                      <a:pt x="4254" y="86"/>
                    </a:cubicBezTo>
                    <a:lnTo>
                      <a:pt x="4219" y="99"/>
                    </a:lnTo>
                    <a:cubicBezTo>
                      <a:pt x="4215" y="98"/>
                      <a:pt x="4211" y="98"/>
                      <a:pt x="4207" y="98"/>
                    </a:cubicBezTo>
                    <a:cubicBezTo>
                      <a:pt x="4194" y="98"/>
                      <a:pt x="4181" y="101"/>
                      <a:pt x="4169" y="106"/>
                    </a:cubicBezTo>
                    <a:cubicBezTo>
                      <a:pt x="4165" y="117"/>
                      <a:pt x="4164" y="121"/>
                      <a:pt x="4160" y="121"/>
                    </a:cubicBezTo>
                    <a:cubicBezTo>
                      <a:pt x="4157" y="121"/>
                      <a:pt x="4153" y="119"/>
                      <a:pt x="4146" y="117"/>
                    </a:cubicBezTo>
                    <a:cubicBezTo>
                      <a:pt x="4145" y="113"/>
                      <a:pt x="4142" y="111"/>
                      <a:pt x="4140" y="111"/>
                    </a:cubicBezTo>
                    <a:lnTo>
                      <a:pt x="4140" y="111"/>
                    </a:lnTo>
                    <a:cubicBezTo>
                      <a:pt x="4136" y="111"/>
                      <a:pt x="4133" y="118"/>
                      <a:pt x="4141" y="133"/>
                    </a:cubicBezTo>
                    <a:cubicBezTo>
                      <a:pt x="4140" y="145"/>
                      <a:pt x="4130" y="153"/>
                      <a:pt x="4119" y="153"/>
                    </a:cubicBezTo>
                    <a:cubicBezTo>
                      <a:pt x="4116" y="153"/>
                      <a:pt x="4112" y="152"/>
                      <a:pt x="4108" y="150"/>
                    </a:cubicBezTo>
                    <a:cubicBezTo>
                      <a:pt x="4103" y="140"/>
                      <a:pt x="4097" y="136"/>
                      <a:pt x="4094" y="136"/>
                    </a:cubicBezTo>
                    <a:cubicBezTo>
                      <a:pt x="4090" y="136"/>
                      <a:pt x="4089" y="140"/>
                      <a:pt x="4092" y="146"/>
                    </a:cubicBezTo>
                    <a:cubicBezTo>
                      <a:pt x="4090" y="155"/>
                      <a:pt x="4085" y="162"/>
                      <a:pt x="4077" y="168"/>
                    </a:cubicBezTo>
                    <a:cubicBezTo>
                      <a:pt x="4076" y="167"/>
                      <a:pt x="4075" y="167"/>
                      <a:pt x="4074" y="167"/>
                    </a:cubicBezTo>
                    <a:cubicBezTo>
                      <a:pt x="4055" y="167"/>
                      <a:pt x="3967" y="219"/>
                      <a:pt x="3894" y="287"/>
                    </a:cubicBezTo>
                    <a:cubicBezTo>
                      <a:pt x="3885" y="296"/>
                      <a:pt x="3885" y="312"/>
                      <a:pt x="3894" y="321"/>
                    </a:cubicBezTo>
                    <a:cubicBezTo>
                      <a:pt x="3903" y="330"/>
                      <a:pt x="3905" y="333"/>
                      <a:pt x="3902" y="333"/>
                    </a:cubicBezTo>
                    <a:cubicBezTo>
                      <a:pt x="3900" y="333"/>
                      <a:pt x="3894" y="330"/>
                      <a:pt x="3885" y="329"/>
                    </a:cubicBezTo>
                    <a:cubicBezTo>
                      <a:pt x="3874" y="323"/>
                      <a:pt x="3865" y="320"/>
                      <a:pt x="3859" y="320"/>
                    </a:cubicBezTo>
                    <a:cubicBezTo>
                      <a:pt x="3845" y="320"/>
                      <a:pt x="3845" y="332"/>
                      <a:pt x="3869" y="345"/>
                    </a:cubicBezTo>
                    <a:cubicBezTo>
                      <a:pt x="3886" y="352"/>
                      <a:pt x="3892" y="354"/>
                      <a:pt x="3883" y="354"/>
                    </a:cubicBezTo>
                    <a:cubicBezTo>
                      <a:pt x="3878" y="354"/>
                      <a:pt x="3871" y="354"/>
                      <a:pt x="3860" y="353"/>
                    </a:cubicBezTo>
                    <a:cubicBezTo>
                      <a:pt x="3843" y="353"/>
                      <a:pt x="3843" y="353"/>
                      <a:pt x="3844" y="370"/>
                    </a:cubicBezTo>
                    <a:cubicBezTo>
                      <a:pt x="3850" y="376"/>
                      <a:pt x="3848" y="382"/>
                      <a:pt x="3843" y="382"/>
                    </a:cubicBezTo>
                    <a:cubicBezTo>
                      <a:pt x="3841" y="382"/>
                      <a:pt x="3839" y="381"/>
                      <a:pt x="3836" y="379"/>
                    </a:cubicBezTo>
                    <a:cubicBezTo>
                      <a:pt x="3833" y="379"/>
                      <a:pt x="3829" y="378"/>
                      <a:pt x="3826" y="378"/>
                    </a:cubicBezTo>
                    <a:cubicBezTo>
                      <a:pt x="3813" y="378"/>
                      <a:pt x="3803" y="380"/>
                      <a:pt x="3810" y="387"/>
                    </a:cubicBezTo>
                    <a:cubicBezTo>
                      <a:pt x="3804" y="392"/>
                      <a:pt x="3795" y="396"/>
                      <a:pt x="3786" y="396"/>
                    </a:cubicBezTo>
                    <a:cubicBezTo>
                      <a:pt x="3769" y="396"/>
                      <a:pt x="3770" y="414"/>
                      <a:pt x="3772" y="430"/>
                    </a:cubicBezTo>
                    <a:cubicBezTo>
                      <a:pt x="3770" y="457"/>
                      <a:pt x="3767" y="471"/>
                      <a:pt x="3761" y="471"/>
                    </a:cubicBezTo>
                    <a:cubicBezTo>
                      <a:pt x="3758" y="471"/>
                      <a:pt x="3754" y="466"/>
                      <a:pt x="3750" y="457"/>
                    </a:cubicBezTo>
                    <a:cubicBezTo>
                      <a:pt x="3747" y="453"/>
                      <a:pt x="3745" y="450"/>
                      <a:pt x="3742" y="450"/>
                    </a:cubicBezTo>
                    <a:cubicBezTo>
                      <a:pt x="3729" y="450"/>
                      <a:pt x="3714" y="491"/>
                      <a:pt x="3725" y="510"/>
                    </a:cubicBezTo>
                    <a:cubicBezTo>
                      <a:pt x="3734" y="525"/>
                      <a:pt x="3737" y="531"/>
                      <a:pt x="3735" y="531"/>
                    </a:cubicBezTo>
                    <a:cubicBezTo>
                      <a:pt x="3734" y="531"/>
                      <a:pt x="3732" y="529"/>
                      <a:pt x="3728" y="527"/>
                    </a:cubicBezTo>
                    <a:cubicBezTo>
                      <a:pt x="3726" y="525"/>
                      <a:pt x="3723" y="523"/>
                      <a:pt x="3720" y="523"/>
                    </a:cubicBezTo>
                    <a:cubicBezTo>
                      <a:pt x="3716" y="523"/>
                      <a:pt x="3713" y="525"/>
                      <a:pt x="3712" y="528"/>
                    </a:cubicBezTo>
                    <a:cubicBezTo>
                      <a:pt x="3707" y="535"/>
                      <a:pt x="3702" y="542"/>
                      <a:pt x="3695" y="542"/>
                    </a:cubicBezTo>
                    <a:cubicBezTo>
                      <a:pt x="3693" y="542"/>
                      <a:pt x="3691" y="541"/>
                      <a:pt x="3688" y="539"/>
                    </a:cubicBezTo>
                    <a:cubicBezTo>
                      <a:pt x="3682" y="550"/>
                      <a:pt x="3679" y="563"/>
                      <a:pt x="3679" y="575"/>
                    </a:cubicBezTo>
                    <a:cubicBezTo>
                      <a:pt x="3685" y="600"/>
                      <a:pt x="3665" y="625"/>
                      <a:pt x="3639" y="625"/>
                    </a:cubicBezTo>
                    <a:cubicBezTo>
                      <a:pt x="3636" y="625"/>
                      <a:pt x="3634" y="625"/>
                      <a:pt x="3631" y="624"/>
                    </a:cubicBezTo>
                    <a:lnTo>
                      <a:pt x="3630" y="650"/>
                    </a:lnTo>
                    <a:cubicBezTo>
                      <a:pt x="3642" y="667"/>
                      <a:pt x="3648" y="680"/>
                      <a:pt x="3641" y="680"/>
                    </a:cubicBezTo>
                    <a:cubicBezTo>
                      <a:pt x="3639" y="680"/>
                      <a:pt x="3635" y="679"/>
                      <a:pt x="3630" y="676"/>
                    </a:cubicBezTo>
                    <a:lnTo>
                      <a:pt x="3619" y="669"/>
                    </a:lnTo>
                    <a:lnTo>
                      <a:pt x="3619" y="669"/>
                    </a:lnTo>
                    <a:cubicBezTo>
                      <a:pt x="3632" y="688"/>
                      <a:pt x="3610" y="714"/>
                      <a:pt x="3590" y="714"/>
                    </a:cubicBezTo>
                    <a:cubicBezTo>
                      <a:pt x="3586" y="714"/>
                      <a:pt x="3583" y="713"/>
                      <a:pt x="3579" y="712"/>
                    </a:cubicBezTo>
                    <a:cubicBezTo>
                      <a:pt x="3575" y="709"/>
                      <a:pt x="3572" y="707"/>
                      <a:pt x="3570" y="707"/>
                    </a:cubicBezTo>
                    <a:cubicBezTo>
                      <a:pt x="3568" y="707"/>
                      <a:pt x="3567" y="709"/>
                      <a:pt x="3564" y="715"/>
                    </a:cubicBezTo>
                    <a:lnTo>
                      <a:pt x="3575" y="721"/>
                    </a:lnTo>
                    <a:cubicBezTo>
                      <a:pt x="3585" y="727"/>
                      <a:pt x="3596" y="733"/>
                      <a:pt x="3592" y="743"/>
                    </a:cubicBezTo>
                    <a:cubicBezTo>
                      <a:pt x="3587" y="751"/>
                      <a:pt x="3583" y="758"/>
                      <a:pt x="3576" y="758"/>
                    </a:cubicBezTo>
                    <a:cubicBezTo>
                      <a:pt x="3574" y="758"/>
                      <a:pt x="3572" y="758"/>
                      <a:pt x="3569" y="756"/>
                    </a:cubicBezTo>
                    <a:cubicBezTo>
                      <a:pt x="3554" y="760"/>
                      <a:pt x="3537" y="764"/>
                      <a:pt x="3548" y="770"/>
                    </a:cubicBezTo>
                    <a:cubicBezTo>
                      <a:pt x="3544" y="778"/>
                      <a:pt x="3536" y="782"/>
                      <a:pt x="3527" y="784"/>
                    </a:cubicBezTo>
                    <a:cubicBezTo>
                      <a:pt x="3522" y="795"/>
                      <a:pt x="3517" y="805"/>
                      <a:pt x="3507" y="824"/>
                    </a:cubicBezTo>
                    <a:cubicBezTo>
                      <a:pt x="3512" y="838"/>
                      <a:pt x="3506" y="855"/>
                      <a:pt x="3497" y="855"/>
                    </a:cubicBezTo>
                    <a:cubicBezTo>
                      <a:pt x="3496" y="855"/>
                      <a:pt x="3494" y="855"/>
                      <a:pt x="3493" y="854"/>
                    </a:cubicBezTo>
                    <a:cubicBezTo>
                      <a:pt x="3487" y="865"/>
                      <a:pt x="3486" y="877"/>
                      <a:pt x="3490" y="890"/>
                    </a:cubicBezTo>
                    <a:cubicBezTo>
                      <a:pt x="3482" y="906"/>
                      <a:pt x="3478" y="916"/>
                      <a:pt x="3471" y="916"/>
                    </a:cubicBezTo>
                    <a:cubicBezTo>
                      <a:pt x="3469" y="916"/>
                      <a:pt x="3467" y="915"/>
                      <a:pt x="3465" y="914"/>
                    </a:cubicBezTo>
                    <a:cubicBezTo>
                      <a:pt x="3461" y="913"/>
                      <a:pt x="3459" y="912"/>
                      <a:pt x="3457" y="912"/>
                    </a:cubicBezTo>
                    <a:lnTo>
                      <a:pt x="3457" y="912"/>
                    </a:lnTo>
                    <a:cubicBezTo>
                      <a:pt x="3455" y="912"/>
                      <a:pt x="3456" y="915"/>
                      <a:pt x="3461" y="925"/>
                    </a:cubicBezTo>
                    <a:cubicBezTo>
                      <a:pt x="3472" y="930"/>
                      <a:pt x="3468" y="940"/>
                      <a:pt x="3464" y="950"/>
                    </a:cubicBezTo>
                    <a:lnTo>
                      <a:pt x="3455" y="970"/>
                    </a:lnTo>
                    <a:cubicBezTo>
                      <a:pt x="3466" y="975"/>
                      <a:pt x="3466" y="975"/>
                      <a:pt x="3463" y="985"/>
                    </a:cubicBezTo>
                    <a:cubicBezTo>
                      <a:pt x="3458" y="995"/>
                      <a:pt x="3435" y="1020"/>
                      <a:pt x="3430" y="1030"/>
                    </a:cubicBezTo>
                    <a:cubicBezTo>
                      <a:pt x="3422" y="1051"/>
                      <a:pt x="3420" y="1057"/>
                      <a:pt x="3425" y="1057"/>
                    </a:cubicBezTo>
                    <a:cubicBezTo>
                      <a:pt x="3427" y="1057"/>
                      <a:pt x="3430" y="1056"/>
                      <a:pt x="3435" y="1055"/>
                    </a:cubicBezTo>
                    <a:cubicBezTo>
                      <a:pt x="3436" y="1051"/>
                      <a:pt x="3438" y="1049"/>
                      <a:pt x="3440" y="1049"/>
                    </a:cubicBezTo>
                    <a:lnTo>
                      <a:pt x="3440" y="1049"/>
                    </a:lnTo>
                    <a:cubicBezTo>
                      <a:pt x="3443" y="1049"/>
                      <a:pt x="3443" y="1055"/>
                      <a:pt x="3430" y="1065"/>
                    </a:cubicBezTo>
                    <a:cubicBezTo>
                      <a:pt x="3427" y="1074"/>
                      <a:pt x="3403" y="1099"/>
                      <a:pt x="3392" y="1128"/>
                    </a:cubicBezTo>
                    <a:cubicBezTo>
                      <a:pt x="3377" y="1169"/>
                      <a:pt x="3378" y="1169"/>
                      <a:pt x="3389" y="1172"/>
                    </a:cubicBezTo>
                    <a:cubicBezTo>
                      <a:pt x="3416" y="1172"/>
                      <a:pt x="3412" y="1181"/>
                      <a:pt x="3386" y="1182"/>
                    </a:cubicBezTo>
                    <a:cubicBezTo>
                      <a:pt x="3354" y="1193"/>
                      <a:pt x="3351" y="1204"/>
                      <a:pt x="3362" y="1208"/>
                    </a:cubicBezTo>
                    <a:cubicBezTo>
                      <a:pt x="3371" y="1222"/>
                      <a:pt x="3371" y="1222"/>
                      <a:pt x="3366" y="1232"/>
                    </a:cubicBezTo>
                    <a:cubicBezTo>
                      <a:pt x="3365" y="1231"/>
                      <a:pt x="3363" y="1231"/>
                      <a:pt x="3362" y="1231"/>
                    </a:cubicBezTo>
                    <a:cubicBezTo>
                      <a:pt x="3354" y="1231"/>
                      <a:pt x="3353" y="1241"/>
                      <a:pt x="3356" y="1261"/>
                    </a:cubicBezTo>
                    <a:cubicBezTo>
                      <a:pt x="3354" y="1267"/>
                      <a:pt x="3354" y="1269"/>
                      <a:pt x="3351" y="1269"/>
                    </a:cubicBezTo>
                    <a:cubicBezTo>
                      <a:pt x="3349" y="1269"/>
                      <a:pt x="3346" y="1268"/>
                      <a:pt x="3341" y="1266"/>
                    </a:cubicBezTo>
                    <a:cubicBezTo>
                      <a:pt x="3341" y="1266"/>
                      <a:pt x="3337" y="1276"/>
                      <a:pt x="3334" y="1285"/>
                    </a:cubicBezTo>
                    <a:cubicBezTo>
                      <a:pt x="3350" y="1313"/>
                      <a:pt x="3317" y="1367"/>
                      <a:pt x="3301" y="1372"/>
                    </a:cubicBezTo>
                    <a:cubicBezTo>
                      <a:pt x="3299" y="1381"/>
                      <a:pt x="3301" y="1388"/>
                      <a:pt x="3306" y="1395"/>
                    </a:cubicBezTo>
                    <a:cubicBezTo>
                      <a:pt x="3321" y="1409"/>
                      <a:pt x="3322" y="1418"/>
                      <a:pt x="3313" y="1418"/>
                    </a:cubicBezTo>
                    <a:cubicBezTo>
                      <a:pt x="3309" y="1418"/>
                      <a:pt x="3304" y="1417"/>
                      <a:pt x="3298" y="1414"/>
                    </a:cubicBezTo>
                    <a:cubicBezTo>
                      <a:pt x="3289" y="1411"/>
                      <a:pt x="3284" y="1408"/>
                      <a:pt x="3282" y="1408"/>
                    </a:cubicBezTo>
                    <a:lnTo>
                      <a:pt x="3282" y="1408"/>
                    </a:lnTo>
                    <a:cubicBezTo>
                      <a:pt x="3279" y="1408"/>
                      <a:pt x="3283" y="1413"/>
                      <a:pt x="3295" y="1424"/>
                    </a:cubicBezTo>
                    <a:cubicBezTo>
                      <a:pt x="3302" y="1436"/>
                      <a:pt x="3290" y="1471"/>
                      <a:pt x="3274" y="1471"/>
                    </a:cubicBezTo>
                    <a:cubicBezTo>
                      <a:pt x="3272" y="1471"/>
                      <a:pt x="3269" y="1470"/>
                      <a:pt x="3266" y="1467"/>
                    </a:cubicBezTo>
                    <a:lnTo>
                      <a:pt x="3242" y="1457"/>
                    </a:lnTo>
                    <a:lnTo>
                      <a:pt x="3242" y="1457"/>
                    </a:lnTo>
                    <a:cubicBezTo>
                      <a:pt x="3247" y="1464"/>
                      <a:pt x="3248" y="1473"/>
                      <a:pt x="3247" y="1480"/>
                    </a:cubicBezTo>
                    <a:cubicBezTo>
                      <a:pt x="3258" y="1485"/>
                      <a:pt x="3254" y="1495"/>
                      <a:pt x="3243" y="1522"/>
                    </a:cubicBezTo>
                    <a:cubicBezTo>
                      <a:pt x="3235" y="1541"/>
                      <a:pt x="3232" y="1582"/>
                      <a:pt x="3224" y="1600"/>
                    </a:cubicBezTo>
                    <a:cubicBezTo>
                      <a:pt x="3216" y="1618"/>
                      <a:pt x="3204" y="1645"/>
                      <a:pt x="3188" y="1648"/>
                    </a:cubicBezTo>
                    <a:cubicBezTo>
                      <a:pt x="3182" y="1661"/>
                      <a:pt x="3180" y="1675"/>
                      <a:pt x="3183" y="1689"/>
                    </a:cubicBezTo>
                    <a:cubicBezTo>
                      <a:pt x="3190" y="1701"/>
                      <a:pt x="3184" y="1716"/>
                      <a:pt x="3175" y="1716"/>
                    </a:cubicBezTo>
                    <a:cubicBezTo>
                      <a:pt x="3173" y="1716"/>
                      <a:pt x="3172" y="1715"/>
                      <a:pt x="3170" y="1715"/>
                    </a:cubicBezTo>
                    <a:lnTo>
                      <a:pt x="3166" y="1724"/>
                    </a:lnTo>
                    <a:cubicBezTo>
                      <a:pt x="3168" y="1734"/>
                      <a:pt x="3167" y="1745"/>
                      <a:pt x="3164" y="1755"/>
                    </a:cubicBezTo>
                    <a:cubicBezTo>
                      <a:pt x="3160" y="1753"/>
                      <a:pt x="3156" y="1752"/>
                      <a:pt x="3152" y="1752"/>
                    </a:cubicBezTo>
                    <a:cubicBezTo>
                      <a:pt x="3145" y="1752"/>
                      <a:pt x="3139" y="1756"/>
                      <a:pt x="3143" y="1766"/>
                    </a:cubicBezTo>
                    <a:cubicBezTo>
                      <a:pt x="3155" y="1772"/>
                      <a:pt x="3150" y="1780"/>
                      <a:pt x="3141" y="1798"/>
                    </a:cubicBezTo>
                    <a:cubicBezTo>
                      <a:pt x="3131" y="1802"/>
                      <a:pt x="3087" y="1875"/>
                      <a:pt x="3041" y="1935"/>
                    </a:cubicBezTo>
                    <a:cubicBezTo>
                      <a:pt x="2997" y="1998"/>
                      <a:pt x="2946" y="2053"/>
                      <a:pt x="2951" y="2058"/>
                    </a:cubicBezTo>
                    <a:lnTo>
                      <a:pt x="2932" y="2078"/>
                    </a:lnTo>
                    <a:lnTo>
                      <a:pt x="2911" y="2096"/>
                    </a:lnTo>
                    <a:cubicBezTo>
                      <a:pt x="2909" y="2092"/>
                      <a:pt x="2905" y="2091"/>
                      <a:pt x="2902" y="2091"/>
                    </a:cubicBezTo>
                    <a:cubicBezTo>
                      <a:pt x="2887" y="2091"/>
                      <a:pt x="2869" y="2121"/>
                      <a:pt x="2858" y="2143"/>
                    </a:cubicBezTo>
                    <a:cubicBezTo>
                      <a:pt x="2859" y="2154"/>
                      <a:pt x="2853" y="2164"/>
                      <a:pt x="2844" y="2170"/>
                    </a:cubicBezTo>
                    <a:cubicBezTo>
                      <a:pt x="2839" y="2163"/>
                      <a:pt x="2833" y="2160"/>
                      <a:pt x="2828" y="2160"/>
                    </a:cubicBezTo>
                    <a:cubicBezTo>
                      <a:pt x="2816" y="2160"/>
                      <a:pt x="2805" y="2172"/>
                      <a:pt x="2801" y="2185"/>
                    </a:cubicBezTo>
                    <a:cubicBezTo>
                      <a:pt x="2804" y="2200"/>
                      <a:pt x="2803" y="2208"/>
                      <a:pt x="2799" y="2208"/>
                    </a:cubicBezTo>
                    <a:cubicBezTo>
                      <a:pt x="2796" y="2208"/>
                      <a:pt x="2791" y="2204"/>
                      <a:pt x="2785" y="2195"/>
                    </a:cubicBezTo>
                    <a:cubicBezTo>
                      <a:pt x="2780" y="2188"/>
                      <a:pt x="2775" y="2184"/>
                      <a:pt x="2771" y="2184"/>
                    </a:cubicBezTo>
                    <a:cubicBezTo>
                      <a:pt x="2764" y="2184"/>
                      <a:pt x="2758" y="2197"/>
                      <a:pt x="2761" y="2224"/>
                    </a:cubicBezTo>
                    <a:cubicBezTo>
                      <a:pt x="2761" y="2234"/>
                      <a:pt x="2761" y="2238"/>
                      <a:pt x="2758" y="2238"/>
                    </a:cubicBezTo>
                    <a:cubicBezTo>
                      <a:pt x="2755" y="2238"/>
                      <a:pt x="2752" y="2236"/>
                      <a:pt x="2747" y="2233"/>
                    </a:cubicBezTo>
                    <a:cubicBezTo>
                      <a:pt x="2737" y="2224"/>
                      <a:pt x="2730" y="2221"/>
                      <a:pt x="2726" y="2221"/>
                    </a:cubicBezTo>
                    <a:cubicBezTo>
                      <a:pt x="2722" y="2221"/>
                      <a:pt x="2722" y="2224"/>
                      <a:pt x="2724" y="2230"/>
                    </a:cubicBezTo>
                    <a:cubicBezTo>
                      <a:pt x="2727" y="2246"/>
                      <a:pt x="2725" y="2254"/>
                      <a:pt x="2720" y="2254"/>
                    </a:cubicBezTo>
                    <a:cubicBezTo>
                      <a:pt x="2716" y="2254"/>
                      <a:pt x="2710" y="2250"/>
                      <a:pt x="2702" y="2242"/>
                    </a:cubicBezTo>
                    <a:cubicBezTo>
                      <a:pt x="2690" y="2236"/>
                      <a:pt x="2684" y="2232"/>
                      <a:pt x="2680" y="2232"/>
                    </a:cubicBezTo>
                    <a:cubicBezTo>
                      <a:pt x="2676" y="2232"/>
                      <a:pt x="2677" y="2239"/>
                      <a:pt x="2678" y="2254"/>
                    </a:cubicBezTo>
                    <a:cubicBezTo>
                      <a:pt x="2681" y="2271"/>
                      <a:pt x="2667" y="2283"/>
                      <a:pt x="2652" y="2283"/>
                    </a:cubicBezTo>
                    <a:cubicBezTo>
                      <a:pt x="2645" y="2283"/>
                      <a:pt x="2637" y="2280"/>
                      <a:pt x="2631" y="2273"/>
                    </a:cubicBezTo>
                    <a:cubicBezTo>
                      <a:pt x="2630" y="2273"/>
                      <a:pt x="2629" y="2273"/>
                      <a:pt x="2628" y="2273"/>
                    </a:cubicBezTo>
                    <a:cubicBezTo>
                      <a:pt x="2624" y="2273"/>
                      <a:pt x="2620" y="2272"/>
                      <a:pt x="2618" y="2272"/>
                    </a:cubicBezTo>
                    <a:cubicBezTo>
                      <a:pt x="2615" y="2272"/>
                      <a:pt x="2614" y="2273"/>
                      <a:pt x="2616" y="2278"/>
                    </a:cubicBezTo>
                    <a:lnTo>
                      <a:pt x="2603" y="2269"/>
                    </a:lnTo>
                    <a:cubicBezTo>
                      <a:pt x="2599" y="2270"/>
                      <a:pt x="2593" y="2273"/>
                      <a:pt x="2588" y="2274"/>
                    </a:cubicBezTo>
                    <a:lnTo>
                      <a:pt x="2592" y="2285"/>
                    </a:lnTo>
                    <a:cubicBezTo>
                      <a:pt x="2588" y="2286"/>
                      <a:pt x="2573" y="2287"/>
                      <a:pt x="2553" y="2289"/>
                    </a:cubicBezTo>
                    <a:cubicBezTo>
                      <a:pt x="2532" y="2289"/>
                      <a:pt x="2506" y="2293"/>
                      <a:pt x="2479" y="2293"/>
                    </a:cubicBezTo>
                    <a:cubicBezTo>
                      <a:pt x="2394" y="2297"/>
                      <a:pt x="2379" y="2289"/>
                      <a:pt x="2386" y="2304"/>
                    </a:cubicBezTo>
                    <a:cubicBezTo>
                      <a:pt x="2389" y="2317"/>
                      <a:pt x="2386" y="2322"/>
                      <a:pt x="2382" y="2322"/>
                    </a:cubicBezTo>
                    <a:cubicBezTo>
                      <a:pt x="2378" y="2322"/>
                      <a:pt x="2373" y="2316"/>
                      <a:pt x="2370" y="2303"/>
                    </a:cubicBezTo>
                    <a:cubicBezTo>
                      <a:pt x="2362" y="2302"/>
                      <a:pt x="2349" y="2286"/>
                      <a:pt x="2334" y="2283"/>
                    </a:cubicBezTo>
                    <a:cubicBezTo>
                      <a:pt x="2319" y="2281"/>
                      <a:pt x="2304" y="2275"/>
                      <a:pt x="2307" y="2263"/>
                    </a:cubicBezTo>
                    <a:lnTo>
                      <a:pt x="2301" y="2260"/>
                    </a:lnTo>
                    <a:cubicBezTo>
                      <a:pt x="2294" y="2267"/>
                      <a:pt x="2285" y="2270"/>
                      <a:pt x="2275" y="2270"/>
                    </a:cubicBezTo>
                    <a:cubicBezTo>
                      <a:pt x="2253" y="2270"/>
                      <a:pt x="2228" y="2256"/>
                      <a:pt x="2217" y="2240"/>
                    </a:cubicBezTo>
                    <a:cubicBezTo>
                      <a:pt x="2207" y="2234"/>
                      <a:pt x="2195" y="2231"/>
                      <a:pt x="2183" y="2231"/>
                    </a:cubicBezTo>
                    <a:cubicBezTo>
                      <a:pt x="2180" y="2231"/>
                      <a:pt x="2177" y="2231"/>
                      <a:pt x="2174" y="2231"/>
                    </a:cubicBezTo>
                    <a:cubicBezTo>
                      <a:pt x="2168" y="2232"/>
                      <a:pt x="2164" y="2232"/>
                      <a:pt x="2161" y="2232"/>
                    </a:cubicBezTo>
                    <a:cubicBezTo>
                      <a:pt x="2153" y="2232"/>
                      <a:pt x="2153" y="2229"/>
                      <a:pt x="2153" y="2219"/>
                    </a:cubicBezTo>
                    <a:cubicBezTo>
                      <a:pt x="2157" y="2210"/>
                      <a:pt x="2137" y="2184"/>
                      <a:pt x="2121" y="2184"/>
                    </a:cubicBezTo>
                    <a:cubicBezTo>
                      <a:pt x="2117" y="2184"/>
                      <a:pt x="2113" y="2186"/>
                      <a:pt x="2110" y="2190"/>
                    </a:cubicBezTo>
                    <a:lnTo>
                      <a:pt x="2111" y="2174"/>
                    </a:lnTo>
                    <a:cubicBezTo>
                      <a:pt x="2111" y="2167"/>
                      <a:pt x="2109" y="2164"/>
                      <a:pt x="2105" y="2164"/>
                    </a:cubicBezTo>
                    <a:cubicBezTo>
                      <a:pt x="2100" y="2164"/>
                      <a:pt x="2094" y="2168"/>
                      <a:pt x="2090" y="2174"/>
                    </a:cubicBezTo>
                    <a:cubicBezTo>
                      <a:pt x="2084" y="2181"/>
                      <a:pt x="2079" y="2185"/>
                      <a:pt x="2076" y="2185"/>
                    </a:cubicBezTo>
                    <a:cubicBezTo>
                      <a:pt x="2072" y="2185"/>
                      <a:pt x="2073" y="2175"/>
                      <a:pt x="2083" y="2153"/>
                    </a:cubicBezTo>
                    <a:cubicBezTo>
                      <a:pt x="2095" y="2140"/>
                      <a:pt x="2095" y="2133"/>
                      <a:pt x="2092" y="2133"/>
                    </a:cubicBezTo>
                    <a:lnTo>
                      <a:pt x="2092" y="2133"/>
                    </a:lnTo>
                    <a:cubicBezTo>
                      <a:pt x="2091" y="2133"/>
                      <a:pt x="2088" y="2135"/>
                      <a:pt x="2086" y="2138"/>
                    </a:cubicBezTo>
                    <a:cubicBezTo>
                      <a:pt x="2079" y="2140"/>
                      <a:pt x="2072" y="2141"/>
                      <a:pt x="2067" y="2141"/>
                    </a:cubicBezTo>
                    <a:cubicBezTo>
                      <a:pt x="2060" y="2141"/>
                      <a:pt x="2056" y="2139"/>
                      <a:pt x="2058" y="2130"/>
                    </a:cubicBezTo>
                    <a:cubicBezTo>
                      <a:pt x="2054" y="2128"/>
                      <a:pt x="2051" y="2125"/>
                      <a:pt x="2047" y="2125"/>
                    </a:cubicBezTo>
                    <a:cubicBezTo>
                      <a:pt x="2042" y="2125"/>
                      <a:pt x="2036" y="2128"/>
                      <a:pt x="2027" y="2137"/>
                    </a:cubicBezTo>
                    <a:cubicBezTo>
                      <a:pt x="2024" y="2140"/>
                      <a:pt x="2022" y="2142"/>
                      <a:pt x="2019" y="2142"/>
                    </a:cubicBezTo>
                    <a:cubicBezTo>
                      <a:pt x="2014" y="2142"/>
                      <a:pt x="2010" y="2138"/>
                      <a:pt x="2006" y="2134"/>
                    </a:cubicBezTo>
                    <a:cubicBezTo>
                      <a:pt x="2014" y="2125"/>
                      <a:pt x="2014" y="2125"/>
                      <a:pt x="2030" y="2121"/>
                    </a:cubicBezTo>
                    <a:lnTo>
                      <a:pt x="2016" y="2110"/>
                    </a:lnTo>
                    <a:cubicBezTo>
                      <a:pt x="2008" y="2099"/>
                      <a:pt x="2008" y="2084"/>
                      <a:pt x="2015" y="2073"/>
                    </a:cubicBezTo>
                    <a:cubicBezTo>
                      <a:pt x="2017" y="2065"/>
                      <a:pt x="2016" y="2060"/>
                      <a:pt x="2013" y="2060"/>
                    </a:cubicBezTo>
                    <a:cubicBezTo>
                      <a:pt x="2010" y="2060"/>
                      <a:pt x="2006" y="2064"/>
                      <a:pt x="2000" y="2075"/>
                    </a:cubicBezTo>
                    <a:cubicBezTo>
                      <a:pt x="1991" y="2085"/>
                      <a:pt x="1986" y="2089"/>
                      <a:pt x="1981" y="2089"/>
                    </a:cubicBezTo>
                    <a:cubicBezTo>
                      <a:pt x="1978" y="2089"/>
                      <a:pt x="1975" y="2086"/>
                      <a:pt x="1969" y="2080"/>
                    </a:cubicBezTo>
                    <a:cubicBezTo>
                      <a:pt x="1963" y="2073"/>
                      <a:pt x="1957" y="2065"/>
                      <a:pt x="1966" y="2058"/>
                    </a:cubicBezTo>
                    <a:cubicBezTo>
                      <a:pt x="1976" y="2049"/>
                      <a:pt x="1976" y="2049"/>
                      <a:pt x="1963" y="2035"/>
                    </a:cubicBezTo>
                    <a:cubicBezTo>
                      <a:pt x="1954" y="2024"/>
                      <a:pt x="1935" y="2020"/>
                      <a:pt x="1916" y="2020"/>
                    </a:cubicBezTo>
                    <a:cubicBezTo>
                      <a:pt x="1900" y="2020"/>
                      <a:pt x="1885" y="2023"/>
                      <a:pt x="1874" y="2026"/>
                    </a:cubicBezTo>
                    <a:cubicBezTo>
                      <a:pt x="1865" y="2033"/>
                      <a:pt x="1860" y="2037"/>
                      <a:pt x="1858" y="2037"/>
                    </a:cubicBezTo>
                    <a:cubicBezTo>
                      <a:pt x="1856" y="2037"/>
                      <a:pt x="1860" y="2031"/>
                      <a:pt x="1867" y="2018"/>
                    </a:cubicBezTo>
                    <a:cubicBezTo>
                      <a:pt x="1877" y="2010"/>
                      <a:pt x="1872" y="2003"/>
                      <a:pt x="1866" y="1996"/>
                    </a:cubicBezTo>
                    <a:cubicBezTo>
                      <a:pt x="1864" y="1997"/>
                      <a:pt x="1862" y="1998"/>
                      <a:pt x="1861" y="1998"/>
                    </a:cubicBezTo>
                    <a:cubicBezTo>
                      <a:pt x="1858" y="1998"/>
                      <a:pt x="1859" y="1993"/>
                      <a:pt x="1862" y="1993"/>
                    </a:cubicBezTo>
                    <a:cubicBezTo>
                      <a:pt x="1863" y="1993"/>
                      <a:pt x="1864" y="1994"/>
                      <a:pt x="1866" y="1996"/>
                    </a:cubicBezTo>
                    <a:cubicBezTo>
                      <a:pt x="1869" y="1994"/>
                      <a:pt x="1871" y="1993"/>
                      <a:pt x="1873" y="1993"/>
                    </a:cubicBezTo>
                    <a:cubicBezTo>
                      <a:pt x="1879" y="1993"/>
                      <a:pt x="1883" y="1998"/>
                      <a:pt x="1887" y="2003"/>
                    </a:cubicBezTo>
                    <a:lnTo>
                      <a:pt x="1897" y="1995"/>
                    </a:lnTo>
                    <a:cubicBezTo>
                      <a:pt x="1907" y="1978"/>
                      <a:pt x="1907" y="1969"/>
                      <a:pt x="1895" y="1969"/>
                    </a:cubicBezTo>
                    <a:cubicBezTo>
                      <a:pt x="1891" y="1969"/>
                      <a:pt x="1886" y="1970"/>
                      <a:pt x="1879" y="1972"/>
                    </a:cubicBezTo>
                    <a:cubicBezTo>
                      <a:pt x="1864" y="1972"/>
                      <a:pt x="1864" y="1972"/>
                      <a:pt x="1868" y="1958"/>
                    </a:cubicBezTo>
                    <a:cubicBezTo>
                      <a:pt x="1872" y="1945"/>
                      <a:pt x="1876" y="1933"/>
                      <a:pt x="1871" y="1933"/>
                    </a:cubicBezTo>
                    <a:lnTo>
                      <a:pt x="1871" y="1933"/>
                    </a:lnTo>
                    <a:cubicBezTo>
                      <a:pt x="1870" y="1933"/>
                      <a:pt x="1869" y="1933"/>
                      <a:pt x="1867" y="1934"/>
                    </a:cubicBezTo>
                    <a:cubicBezTo>
                      <a:pt x="1861" y="1925"/>
                      <a:pt x="1859" y="1915"/>
                      <a:pt x="1861" y="1904"/>
                    </a:cubicBezTo>
                    <a:cubicBezTo>
                      <a:pt x="1854" y="1893"/>
                      <a:pt x="1849" y="1885"/>
                      <a:pt x="1843" y="1885"/>
                    </a:cubicBezTo>
                    <a:cubicBezTo>
                      <a:pt x="1841" y="1885"/>
                      <a:pt x="1838" y="1886"/>
                      <a:pt x="1836" y="1888"/>
                    </a:cubicBezTo>
                    <a:cubicBezTo>
                      <a:pt x="1833" y="1890"/>
                      <a:pt x="1830" y="1891"/>
                      <a:pt x="1828" y="1891"/>
                    </a:cubicBezTo>
                    <a:cubicBezTo>
                      <a:pt x="1822" y="1891"/>
                      <a:pt x="1818" y="1885"/>
                      <a:pt x="1814" y="1878"/>
                    </a:cubicBezTo>
                    <a:cubicBezTo>
                      <a:pt x="1810" y="1872"/>
                      <a:pt x="1806" y="1867"/>
                      <a:pt x="1800" y="1867"/>
                    </a:cubicBezTo>
                    <a:cubicBezTo>
                      <a:pt x="1798" y="1867"/>
                      <a:pt x="1796" y="1867"/>
                      <a:pt x="1793" y="1869"/>
                    </a:cubicBezTo>
                    <a:cubicBezTo>
                      <a:pt x="1789" y="1872"/>
                      <a:pt x="1784" y="1873"/>
                      <a:pt x="1780" y="1873"/>
                    </a:cubicBezTo>
                    <a:cubicBezTo>
                      <a:pt x="1770" y="1873"/>
                      <a:pt x="1761" y="1867"/>
                      <a:pt x="1756" y="1858"/>
                    </a:cubicBezTo>
                    <a:cubicBezTo>
                      <a:pt x="1735" y="1848"/>
                      <a:pt x="1735" y="1847"/>
                      <a:pt x="1750" y="1826"/>
                    </a:cubicBezTo>
                    <a:cubicBezTo>
                      <a:pt x="1762" y="1819"/>
                      <a:pt x="1756" y="1811"/>
                      <a:pt x="1750" y="1802"/>
                    </a:cubicBezTo>
                    <a:cubicBezTo>
                      <a:pt x="1747" y="1794"/>
                      <a:pt x="1747" y="1786"/>
                      <a:pt x="1752" y="1778"/>
                    </a:cubicBezTo>
                    <a:cubicBezTo>
                      <a:pt x="1754" y="1771"/>
                      <a:pt x="1753" y="1769"/>
                      <a:pt x="1750" y="1769"/>
                    </a:cubicBezTo>
                    <a:cubicBezTo>
                      <a:pt x="1747" y="1769"/>
                      <a:pt x="1741" y="1773"/>
                      <a:pt x="1735" y="1776"/>
                    </a:cubicBezTo>
                    <a:lnTo>
                      <a:pt x="1714" y="1790"/>
                    </a:lnTo>
                    <a:cubicBezTo>
                      <a:pt x="1709" y="1781"/>
                      <a:pt x="1725" y="1759"/>
                      <a:pt x="1736" y="1753"/>
                    </a:cubicBezTo>
                    <a:cubicBezTo>
                      <a:pt x="1745" y="1741"/>
                      <a:pt x="1750" y="1735"/>
                      <a:pt x="1747" y="1735"/>
                    </a:cubicBezTo>
                    <a:lnTo>
                      <a:pt x="1747" y="1735"/>
                    </a:lnTo>
                    <a:cubicBezTo>
                      <a:pt x="1745" y="1735"/>
                      <a:pt x="1740" y="1738"/>
                      <a:pt x="1730" y="1744"/>
                    </a:cubicBezTo>
                    <a:cubicBezTo>
                      <a:pt x="1727" y="1746"/>
                      <a:pt x="1724" y="1747"/>
                      <a:pt x="1720" y="1747"/>
                    </a:cubicBezTo>
                    <a:cubicBezTo>
                      <a:pt x="1712" y="1747"/>
                      <a:pt x="1704" y="1741"/>
                      <a:pt x="1705" y="1724"/>
                    </a:cubicBezTo>
                    <a:cubicBezTo>
                      <a:pt x="1694" y="1707"/>
                      <a:pt x="1684" y="1689"/>
                      <a:pt x="1694" y="1682"/>
                    </a:cubicBezTo>
                    <a:cubicBezTo>
                      <a:pt x="1698" y="1674"/>
                      <a:pt x="1693" y="1665"/>
                      <a:pt x="1684" y="1664"/>
                    </a:cubicBezTo>
                    <a:cubicBezTo>
                      <a:pt x="1669" y="1662"/>
                      <a:pt x="1663" y="1653"/>
                      <a:pt x="1659" y="1619"/>
                    </a:cubicBezTo>
                    <a:cubicBezTo>
                      <a:pt x="1656" y="1580"/>
                      <a:pt x="1655" y="1568"/>
                      <a:pt x="1647" y="1568"/>
                    </a:cubicBezTo>
                    <a:cubicBezTo>
                      <a:pt x="1644" y="1568"/>
                      <a:pt x="1640" y="1571"/>
                      <a:pt x="1633" y="1575"/>
                    </a:cubicBezTo>
                    <a:cubicBezTo>
                      <a:pt x="1628" y="1578"/>
                      <a:pt x="1622" y="1581"/>
                      <a:pt x="1620" y="1581"/>
                    </a:cubicBezTo>
                    <a:cubicBezTo>
                      <a:pt x="1617" y="1581"/>
                      <a:pt x="1618" y="1577"/>
                      <a:pt x="1627" y="1566"/>
                    </a:cubicBezTo>
                    <a:cubicBezTo>
                      <a:pt x="1633" y="1550"/>
                      <a:pt x="1616" y="1548"/>
                      <a:pt x="1595" y="1535"/>
                    </a:cubicBezTo>
                    <a:cubicBezTo>
                      <a:pt x="1593" y="1535"/>
                      <a:pt x="1592" y="1535"/>
                      <a:pt x="1591" y="1535"/>
                    </a:cubicBezTo>
                    <a:cubicBezTo>
                      <a:pt x="1575" y="1535"/>
                      <a:pt x="1556" y="1546"/>
                      <a:pt x="1547" y="1552"/>
                    </a:cubicBezTo>
                    <a:cubicBezTo>
                      <a:pt x="1537" y="1557"/>
                      <a:pt x="1532" y="1560"/>
                      <a:pt x="1529" y="1560"/>
                    </a:cubicBezTo>
                    <a:cubicBezTo>
                      <a:pt x="1525" y="1560"/>
                      <a:pt x="1525" y="1555"/>
                      <a:pt x="1525" y="1541"/>
                    </a:cubicBezTo>
                    <a:cubicBezTo>
                      <a:pt x="1520" y="1529"/>
                      <a:pt x="1524" y="1516"/>
                      <a:pt x="1535" y="1510"/>
                    </a:cubicBezTo>
                    <a:cubicBezTo>
                      <a:pt x="1537" y="1508"/>
                      <a:pt x="1540" y="1507"/>
                      <a:pt x="1542" y="1507"/>
                    </a:cubicBezTo>
                    <a:cubicBezTo>
                      <a:pt x="1546" y="1507"/>
                      <a:pt x="1549" y="1508"/>
                      <a:pt x="1551" y="1512"/>
                    </a:cubicBezTo>
                    <a:lnTo>
                      <a:pt x="1557" y="1521"/>
                    </a:lnTo>
                    <a:cubicBezTo>
                      <a:pt x="1568" y="1514"/>
                      <a:pt x="1579" y="1508"/>
                      <a:pt x="1568" y="1489"/>
                    </a:cubicBezTo>
                    <a:cubicBezTo>
                      <a:pt x="1571" y="1477"/>
                      <a:pt x="1569" y="1469"/>
                      <a:pt x="1563" y="1469"/>
                    </a:cubicBezTo>
                    <a:cubicBezTo>
                      <a:pt x="1561" y="1469"/>
                      <a:pt x="1559" y="1470"/>
                      <a:pt x="1557" y="1471"/>
                    </a:cubicBezTo>
                    <a:cubicBezTo>
                      <a:pt x="1561" y="1456"/>
                      <a:pt x="1550" y="1437"/>
                      <a:pt x="1538" y="1419"/>
                    </a:cubicBezTo>
                    <a:cubicBezTo>
                      <a:pt x="1526" y="1400"/>
                      <a:pt x="1508" y="1373"/>
                      <a:pt x="1513" y="1356"/>
                    </a:cubicBezTo>
                    <a:cubicBezTo>
                      <a:pt x="1502" y="1342"/>
                      <a:pt x="1497" y="1334"/>
                      <a:pt x="1490" y="1334"/>
                    </a:cubicBezTo>
                    <a:cubicBezTo>
                      <a:pt x="1488" y="1334"/>
                      <a:pt x="1486" y="1334"/>
                      <a:pt x="1484" y="1336"/>
                    </a:cubicBezTo>
                    <a:cubicBezTo>
                      <a:pt x="1475" y="1341"/>
                      <a:pt x="1470" y="1344"/>
                      <a:pt x="1466" y="1344"/>
                    </a:cubicBezTo>
                    <a:cubicBezTo>
                      <a:pt x="1460" y="1344"/>
                      <a:pt x="1461" y="1338"/>
                      <a:pt x="1467" y="1334"/>
                    </a:cubicBezTo>
                    <a:cubicBezTo>
                      <a:pt x="1482" y="1312"/>
                      <a:pt x="1406" y="1191"/>
                      <a:pt x="1375" y="1191"/>
                    </a:cubicBezTo>
                    <a:cubicBezTo>
                      <a:pt x="1374" y="1191"/>
                      <a:pt x="1374" y="1191"/>
                      <a:pt x="1373" y="1191"/>
                    </a:cubicBezTo>
                    <a:cubicBezTo>
                      <a:pt x="1373" y="1191"/>
                      <a:pt x="1365" y="1183"/>
                      <a:pt x="1357" y="1174"/>
                    </a:cubicBezTo>
                    <a:cubicBezTo>
                      <a:pt x="1352" y="1148"/>
                      <a:pt x="1303" y="1098"/>
                      <a:pt x="1285" y="1098"/>
                    </a:cubicBezTo>
                    <a:cubicBezTo>
                      <a:pt x="1285" y="1098"/>
                      <a:pt x="1284" y="1098"/>
                      <a:pt x="1284" y="1098"/>
                    </a:cubicBezTo>
                    <a:lnTo>
                      <a:pt x="1259" y="1074"/>
                    </a:lnTo>
                    <a:cubicBezTo>
                      <a:pt x="1251" y="1052"/>
                      <a:pt x="1242" y="1043"/>
                      <a:pt x="1228" y="1043"/>
                    </a:cubicBezTo>
                    <a:cubicBezTo>
                      <a:pt x="1226" y="1043"/>
                      <a:pt x="1224" y="1043"/>
                      <a:pt x="1223" y="1043"/>
                    </a:cubicBezTo>
                    <a:cubicBezTo>
                      <a:pt x="1211" y="1044"/>
                      <a:pt x="1204" y="1049"/>
                      <a:pt x="1203" y="1049"/>
                    </a:cubicBezTo>
                    <a:cubicBezTo>
                      <a:pt x="1202" y="1049"/>
                      <a:pt x="1203" y="1048"/>
                      <a:pt x="1206" y="1044"/>
                    </a:cubicBezTo>
                    <a:cubicBezTo>
                      <a:pt x="1214" y="1035"/>
                      <a:pt x="1196" y="1020"/>
                      <a:pt x="1157" y="991"/>
                    </a:cubicBezTo>
                    <a:cubicBezTo>
                      <a:pt x="1135" y="976"/>
                      <a:pt x="1125" y="969"/>
                      <a:pt x="1121" y="969"/>
                    </a:cubicBezTo>
                    <a:cubicBezTo>
                      <a:pt x="1118" y="969"/>
                      <a:pt x="1119" y="973"/>
                      <a:pt x="1121" y="981"/>
                    </a:cubicBezTo>
                    <a:cubicBezTo>
                      <a:pt x="1074" y="965"/>
                      <a:pt x="1080" y="955"/>
                      <a:pt x="1087" y="944"/>
                    </a:cubicBezTo>
                    <a:cubicBezTo>
                      <a:pt x="1101" y="935"/>
                      <a:pt x="1099" y="927"/>
                      <a:pt x="1090" y="927"/>
                    </a:cubicBezTo>
                    <a:lnTo>
                      <a:pt x="1090" y="927"/>
                    </a:lnTo>
                    <a:cubicBezTo>
                      <a:pt x="1083" y="927"/>
                      <a:pt x="1072" y="931"/>
                      <a:pt x="1059" y="942"/>
                    </a:cubicBezTo>
                    <a:cubicBezTo>
                      <a:pt x="1051" y="948"/>
                      <a:pt x="1043" y="950"/>
                      <a:pt x="1037" y="950"/>
                    </a:cubicBezTo>
                    <a:cubicBezTo>
                      <a:pt x="1025" y="950"/>
                      <a:pt x="1018" y="943"/>
                      <a:pt x="1022" y="936"/>
                    </a:cubicBezTo>
                    <a:cubicBezTo>
                      <a:pt x="1024" y="931"/>
                      <a:pt x="1028" y="929"/>
                      <a:pt x="1032" y="929"/>
                    </a:cubicBezTo>
                    <a:cubicBezTo>
                      <a:pt x="1037" y="929"/>
                      <a:pt x="1043" y="933"/>
                      <a:pt x="1049" y="936"/>
                    </a:cubicBezTo>
                    <a:lnTo>
                      <a:pt x="1061" y="914"/>
                    </a:lnTo>
                    <a:cubicBezTo>
                      <a:pt x="1055" y="911"/>
                      <a:pt x="1053" y="909"/>
                      <a:pt x="1049" y="909"/>
                    </a:cubicBezTo>
                    <a:cubicBezTo>
                      <a:pt x="1045" y="909"/>
                      <a:pt x="1041" y="911"/>
                      <a:pt x="1033" y="913"/>
                    </a:cubicBezTo>
                    <a:cubicBezTo>
                      <a:pt x="1028" y="911"/>
                      <a:pt x="1023" y="910"/>
                      <a:pt x="1018" y="910"/>
                    </a:cubicBezTo>
                    <a:cubicBezTo>
                      <a:pt x="1014" y="910"/>
                      <a:pt x="1010" y="911"/>
                      <a:pt x="1006" y="912"/>
                    </a:cubicBezTo>
                    <a:cubicBezTo>
                      <a:pt x="991" y="916"/>
                      <a:pt x="983" y="932"/>
                      <a:pt x="990" y="946"/>
                    </a:cubicBezTo>
                    <a:cubicBezTo>
                      <a:pt x="992" y="954"/>
                      <a:pt x="990" y="957"/>
                      <a:pt x="987" y="957"/>
                    </a:cubicBezTo>
                    <a:cubicBezTo>
                      <a:pt x="983" y="957"/>
                      <a:pt x="978" y="955"/>
                      <a:pt x="973" y="953"/>
                    </a:cubicBezTo>
                    <a:cubicBezTo>
                      <a:pt x="957" y="931"/>
                      <a:pt x="963" y="920"/>
                      <a:pt x="978" y="913"/>
                    </a:cubicBezTo>
                    <a:cubicBezTo>
                      <a:pt x="980" y="914"/>
                      <a:pt x="982" y="915"/>
                      <a:pt x="984" y="915"/>
                    </a:cubicBezTo>
                    <a:cubicBezTo>
                      <a:pt x="992" y="915"/>
                      <a:pt x="996" y="906"/>
                      <a:pt x="1001" y="897"/>
                    </a:cubicBezTo>
                    <a:cubicBezTo>
                      <a:pt x="1004" y="890"/>
                      <a:pt x="988" y="887"/>
                      <a:pt x="970" y="887"/>
                    </a:cubicBezTo>
                    <a:cubicBezTo>
                      <a:pt x="951" y="887"/>
                      <a:pt x="928" y="891"/>
                      <a:pt x="918" y="901"/>
                    </a:cubicBezTo>
                    <a:cubicBezTo>
                      <a:pt x="919" y="898"/>
                      <a:pt x="920" y="894"/>
                      <a:pt x="922" y="890"/>
                    </a:cubicBezTo>
                    <a:cubicBezTo>
                      <a:pt x="927" y="879"/>
                      <a:pt x="904" y="867"/>
                      <a:pt x="880" y="861"/>
                    </a:cubicBezTo>
                    <a:cubicBezTo>
                      <a:pt x="867" y="857"/>
                      <a:pt x="858" y="854"/>
                      <a:pt x="852" y="854"/>
                    </a:cubicBezTo>
                    <a:cubicBezTo>
                      <a:pt x="846" y="854"/>
                      <a:pt x="842" y="856"/>
                      <a:pt x="841" y="862"/>
                    </a:cubicBezTo>
                    <a:cubicBezTo>
                      <a:pt x="837" y="872"/>
                      <a:pt x="834" y="883"/>
                      <a:pt x="825" y="883"/>
                    </a:cubicBezTo>
                    <a:cubicBezTo>
                      <a:pt x="824" y="883"/>
                      <a:pt x="823" y="883"/>
                      <a:pt x="823" y="883"/>
                    </a:cubicBezTo>
                    <a:lnTo>
                      <a:pt x="823" y="883"/>
                    </a:lnTo>
                    <a:cubicBezTo>
                      <a:pt x="834" y="885"/>
                      <a:pt x="830" y="898"/>
                      <a:pt x="827" y="910"/>
                    </a:cubicBezTo>
                    <a:cubicBezTo>
                      <a:pt x="816" y="900"/>
                      <a:pt x="807" y="889"/>
                      <a:pt x="798" y="877"/>
                    </a:cubicBezTo>
                    <a:cubicBezTo>
                      <a:pt x="780" y="847"/>
                      <a:pt x="756" y="829"/>
                      <a:pt x="705" y="825"/>
                    </a:cubicBezTo>
                    <a:cubicBezTo>
                      <a:pt x="679" y="821"/>
                      <a:pt x="640" y="821"/>
                      <a:pt x="626" y="809"/>
                    </a:cubicBezTo>
                    <a:cubicBezTo>
                      <a:pt x="601" y="809"/>
                      <a:pt x="586" y="811"/>
                      <a:pt x="587" y="824"/>
                    </a:cubicBezTo>
                    <a:lnTo>
                      <a:pt x="559" y="827"/>
                    </a:lnTo>
                    <a:cubicBezTo>
                      <a:pt x="553" y="823"/>
                      <a:pt x="545" y="821"/>
                      <a:pt x="537" y="821"/>
                    </a:cubicBezTo>
                    <a:cubicBezTo>
                      <a:pt x="526" y="821"/>
                      <a:pt x="516" y="826"/>
                      <a:pt x="518" y="834"/>
                    </a:cubicBezTo>
                    <a:cubicBezTo>
                      <a:pt x="512" y="841"/>
                      <a:pt x="506" y="843"/>
                      <a:pt x="499" y="843"/>
                    </a:cubicBezTo>
                    <a:cubicBezTo>
                      <a:pt x="494" y="843"/>
                      <a:pt x="489" y="842"/>
                      <a:pt x="484" y="842"/>
                    </a:cubicBezTo>
                    <a:cubicBezTo>
                      <a:pt x="482" y="842"/>
                      <a:pt x="480" y="842"/>
                      <a:pt x="477" y="843"/>
                    </a:cubicBezTo>
                    <a:cubicBezTo>
                      <a:pt x="464" y="836"/>
                      <a:pt x="455" y="832"/>
                      <a:pt x="452" y="832"/>
                    </a:cubicBezTo>
                    <a:lnTo>
                      <a:pt x="452" y="832"/>
                    </a:lnTo>
                    <a:cubicBezTo>
                      <a:pt x="448" y="832"/>
                      <a:pt x="453" y="840"/>
                      <a:pt x="467" y="858"/>
                    </a:cubicBezTo>
                    <a:cubicBezTo>
                      <a:pt x="470" y="868"/>
                      <a:pt x="490" y="874"/>
                      <a:pt x="504" y="874"/>
                    </a:cubicBezTo>
                    <a:cubicBezTo>
                      <a:pt x="507" y="874"/>
                      <a:pt x="510" y="874"/>
                      <a:pt x="512" y="873"/>
                    </a:cubicBezTo>
                    <a:cubicBezTo>
                      <a:pt x="524" y="870"/>
                      <a:pt x="538" y="867"/>
                      <a:pt x="550" y="866"/>
                    </a:cubicBezTo>
                    <a:lnTo>
                      <a:pt x="550" y="866"/>
                    </a:lnTo>
                    <a:cubicBezTo>
                      <a:pt x="538" y="872"/>
                      <a:pt x="527" y="879"/>
                      <a:pt x="516" y="885"/>
                    </a:cubicBezTo>
                    <a:cubicBezTo>
                      <a:pt x="503" y="889"/>
                      <a:pt x="482" y="907"/>
                      <a:pt x="485" y="919"/>
                    </a:cubicBezTo>
                    <a:cubicBezTo>
                      <a:pt x="488" y="926"/>
                      <a:pt x="484" y="932"/>
                      <a:pt x="479" y="935"/>
                    </a:cubicBezTo>
                    <a:lnTo>
                      <a:pt x="471" y="911"/>
                    </a:lnTo>
                    <a:cubicBezTo>
                      <a:pt x="476" y="899"/>
                      <a:pt x="476" y="884"/>
                      <a:pt x="471" y="871"/>
                    </a:cubicBezTo>
                    <a:cubicBezTo>
                      <a:pt x="462" y="862"/>
                      <a:pt x="448" y="857"/>
                      <a:pt x="437" y="857"/>
                    </a:cubicBezTo>
                    <a:cubicBezTo>
                      <a:pt x="423" y="857"/>
                      <a:pt x="412" y="864"/>
                      <a:pt x="417" y="876"/>
                    </a:cubicBezTo>
                    <a:cubicBezTo>
                      <a:pt x="411" y="879"/>
                      <a:pt x="408" y="880"/>
                      <a:pt x="404" y="880"/>
                    </a:cubicBezTo>
                    <a:cubicBezTo>
                      <a:pt x="400" y="880"/>
                      <a:pt x="396" y="879"/>
                      <a:pt x="388" y="875"/>
                    </a:cubicBezTo>
                    <a:cubicBezTo>
                      <a:pt x="386" y="872"/>
                      <a:pt x="384" y="870"/>
                      <a:pt x="381" y="870"/>
                    </a:cubicBezTo>
                    <a:cubicBezTo>
                      <a:pt x="376" y="870"/>
                      <a:pt x="369" y="879"/>
                      <a:pt x="369" y="899"/>
                    </a:cubicBezTo>
                    <a:cubicBezTo>
                      <a:pt x="368" y="917"/>
                      <a:pt x="364" y="925"/>
                      <a:pt x="355" y="925"/>
                    </a:cubicBezTo>
                    <a:cubicBezTo>
                      <a:pt x="349" y="925"/>
                      <a:pt x="343" y="922"/>
                      <a:pt x="334" y="917"/>
                    </a:cubicBezTo>
                    <a:cubicBezTo>
                      <a:pt x="330" y="916"/>
                      <a:pt x="325" y="915"/>
                      <a:pt x="321" y="915"/>
                    </a:cubicBezTo>
                    <a:cubicBezTo>
                      <a:pt x="288" y="915"/>
                      <a:pt x="253" y="941"/>
                      <a:pt x="260" y="950"/>
                    </a:cubicBezTo>
                    <a:cubicBezTo>
                      <a:pt x="275" y="970"/>
                      <a:pt x="244" y="993"/>
                      <a:pt x="228" y="993"/>
                    </a:cubicBezTo>
                    <a:cubicBezTo>
                      <a:pt x="226" y="993"/>
                      <a:pt x="225" y="993"/>
                      <a:pt x="224" y="993"/>
                    </a:cubicBezTo>
                    <a:cubicBezTo>
                      <a:pt x="209" y="993"/>
                      <a:pt x="197" y="1005"/>
                      <a:pt x="198" y="1020"/>
                    </a:cubicBezTo>
                    <a:cubicBezTo>
                      <a:pt x="195" y="1016"/>
                      <a:pt x="190" y="1014"/>
                      <a:pt x="186" y="1014"/>
                    </a:cubicBezTo>
                    <a:cubicBezTo>
                      <a:pt x="178" y="1014"/>
                      <a:pt x="170" y="1021"/>
                      <a:pt x="170" y="1031"/>
                    </a:cubicBezTo>
                    <a:cubicBezTo>
                      <a:pt x="170" y="1031"/>
                      <a:pt x="162" y="1039"/>
                      <a:pt x="176" y="1039"/>
                    </a:cubicBezTo>
                    <a:cubicBezTo>
                      <a:pt x="177" y="1039"/>
                      <a:pt x="178" y="1039"/>
                      <a:pt x="179" y="1039"/>
                    </a:cubicBezTo>
                    <a:lnTo>
                      <a:pt x="180" y="1075"/>
                    </a:lnTo>
                    <a:cubicBezTo>
                      <a:pt x="183" y="1072"/>
                      <a:pt x="186" y="1071"/>
                      <a:pt x="189" y="1071"/>
                    </a:cubicBezTo>
                    <a:cubicBezTo>
                      <a:pt x="195" y="1071"/>
                      <a:pt x="202" y="1076"/>
                      <a:pt x="208" y="1083"/>
                    </a:cubicBezTo>
                    <a:cubicBezTo>
                      <a:pt x="216" y="1090"/>
                      <a:pt x="177" y="1118"/>
                      <a:pt x="131" y="1118"/>
                    </a:cubicBezTo>
                    <a:cubicBezTo>
                      <a:pt x="119" y="1121"/>
                      <a:pt x="108" y="1124"/>
                      <a:pt x="95" y="1127"/>
                    </a:cubicBezTo>
                    <a:lnTo>
                      <a:pt x="117" y="1141"/>
                    </a:lnTo>
                    <a:cubicBezTo>
                      <a:pt x="111" y="1150"/>
                      <a:pt x="106" y="1160"/>
                      <a:pt x="98" y="1160"/>
                    </a:cubicBezTo>
                    <a:cubicBezTo>
                      <a:pt x="96" y="1160"/>
                      <a:pt x="94" y="1159"/>
                      <a:pt x="92" y="1158"/>
                    </a:cubicBezTo>
                    <a:cubicBezTo>
                      <a:pt x="87" y="1155"/>
                      <a:pt x="85" y="1154"/>
                      <a:pt x="82" y="1154"/>
                    </a:cubicBezTo>
                    <a:cubicBezTo>
                      <a:pt x="80" y="1154"/>
                      <a:pt x="78" y="1157"/>
                      <a:pt x="74" y="1163"/>
                    </a:cubicBezTo>
                    <a:cubicBezTo>
                      <a:pt x="74" y="1163"/>
                      <a:pt x="68" y="1177"/>
                      <a:pt x="80" y="1182"/>
                    </a:cubicBezTo>
                    <a:cubicBezTo>
                      <a:pt x="102" y="1193"/>
                      <a:pt x="102" y="1193"/>
                      <a:pt x="85" y="1200"/>
                    </a:cubicBezTo>
                    <a:cubicBezTo>
                      <a:pt x="56" y="1201"/>
                      <a:pt x="49" y="1216"/>
                      <a:pt x="68" y="1237"/>
                    </a:cubicBezTo>
                    <a:cubicBezTo>
                      <a:pt x="92" y="1246"/>
                      <a:pt x="92" y="1246"/>
                      <a:pt x="64" y="1251"/>
                    </a:cubicBezTo>
                    <a:cubicBezTo>
                      <a:pt x="62" y="1250"/>
                      <a:pt x="60" y="1250"/>
                      <a:pt x="58" y="1250"/>
                    </a:cubicBezTo>
                    <a:cubicBezTo>
                      <a:pt x="46" y="1250"/>
                      <a:pt x="35" y="1258"/>
                      <a:pt x="31" y="1270"/>
                    </a:cubicBezTo>
                    <a:lnTo>
                      <a:pt x="44" y="1273"/>
                    </a:lnTo>
                    <a:cubicBezTo>
                      <a:pt x="67" y="1281"/>
                      <a:pt x="63" y="1293"/>
                      <a:pt x="48" y="1304"/>
                    </a:cubicBezTo>
                    <a:cubicBezTo>
                      <a:pt x="47" y="1304"/>
                      <a:pt x="46" y="1304"/>
                      <a:pt x="45" y="1304"/>
                    </a:cubicBezTo>
                    <a:cubicBezTo>
                      <a:pt x="35" y="1304"/>
                      <a:pt x="33" y="1318"/>
                      <a:pt x="40" y="1346"/>
                    </a:cubicBezTo>
                    <a:cubicBezTo>
                      <a:pt x="36" y="1374"/>
                      <a:pt x="37" y="1388"/>
                      <a:pt x="24" y="1388"/>
                    </a:cubicBezTo>
                    <a:cubicBezTo>
                      <a:pt x="18" y="1388"/>
                      <a:pt x="13" y="1388"/>
                      <a:pt x="10" y="1388"/>
                    </a:cubicBezTo>
                    <a:cubicBezTo>
                      <a:pt x="0" y="1388"/>
                      <a:pt x="5" y="1391"/>
                      <a:pt x="24" y="1403"/>
                    </a:cubicBezTo>
                    <a:cubicBezTo>
                      <a:pt x="35" y="1418"/>
                      <a:pt x="35" y="1417"/>
                      <a:pt x="25" y="1448"/>
                    </a:cubicBezTo>
                    <a:cubicBezTo>
                      <a:pt x="13" y="1464"/>
                      <a:pt x="13" y="1465"/>
                      <a:pt x="28" y="1478"/>
                    </a:cubicBezTo>
                    <a:cubicBezTo>
                      <a:pt x="53" y="1474"/>
                      <a:pt x="65" y="1473"/>
                      <a:pt x="64" y="1459"/>
                    </a:cubicBezTo>
                    <a:cubicBezTo>
                      <a:pt x="62" y="1445"/>
                      <a:pt x="62" y="1445"/>
                      <a:pt x="75" y="1443"/>
                    </a:cubicBezTo>
                    <a:cubicBezTo>
                      <a:pt x="75" y="1443"/>
                      <a:pt x="76" y="1457"/>
                      <a:pt x="77" y="1470"/>
                    </a:cubicBezTo>
                    <a:cubicBezTo>
                      <a:pt x="80" y="1489"/>
                      <a:pt x="87" y="1506"/>
                      <a:pt x="101" y="1520"/>
                    </a:cubicBezTo>
                    <a:cubicBezTo>
                      <a:pt x="108" y="1529"/>
                      <a:pt x="117" y="1533"/>
                      <a:pt x="123" y="1533"/>
                    </a:cubicBezTo>
                    <a:cubicBezTo>
                      <a:pt x="131" y="1533"/>
                      <a:pt x="135" y="1525"/>
                      <a:pt x="124" y="1513"/>
                    </a:cubicBezTo>
                    <a:lnTo>
                      <a:pt x="135" y="1498"/>
                    </a:lnTo>
                    <a:cubicBezTo>
                      <a:pt x="165" y="1491"/>
                      <a:pt x="166" y="1475"/>
                      <a:pt x="142" y="1475"/>
                    </a:cubicBezTo>
                    <a:cubicBezTo>
                      <a:pt x="139" y="1475"/>
                      <a:pt x="134" y="1475"/>
                      <a:pt x="129" y="1476"/>
                    </a:cubicBezTo>
                    <a:cubicBezTo>
                      <a:pt x="115" y="1478"/>
                      <a:pt x="106" y="1480"/>
                      <a:pt x="102" y="1480"/>
                    </a:cubicBezTo>
                    <a:cubicBezTo>
                      <a:pt x="94" y="1480"/>
                      <a:pt x="100" y="1476"/>
                      <a:pt x="114" y="1466"/>
                    </a:cubicBezTo>
                    <a:cubicBezTo>
                      <a:pt x="139" y="1462"/>
                      <a:pt x="138" y="1451"/>
                      <a:pt x="137" y="1440"/>
                    </a:cubicBezTo>
                    <a:cubicBezTo>
                      <a:pt x="136" y="1428"/>
                      <a:pt x="137" y="1428"/>
                      <a:pt x="149" y="1428"/>
                    </a:cubicBezTo>
                    <a:cubicBezTo>
                      <a:pt x="161" y="1427"/>
                      <a:pt x="171" y="1418"/>
                      <a:pt x="174" y="1406"/>
                    </a:cubicBezTo>
                    <a:cubicBezTo>
                      <a:pt x="175" y="1396"/>
                      <a:pt x="175" y="1396"/>
                      <a:pt x="161" y="1395"/>
                    </a:cubicBezTo>
                    <a:cubicBezTo>
                      <a:pt x="159" y="1397"/>
                      <a:pt x="157" y="1398"/>
                      <a:pt x="156" y="1398"/>
                    </a:cubicBezTo>
                    <a:cubicBezTo>
                      <a:pt x="150" y="1398"/>
                      <a:pt x="155" y="1382"/>
                      <a:pt x="176" y="1376"/>
                    </a:cubicBezTo>
                    <a:cubicBezTo>
                      <a:pt x="188" y="1367"/>
                      <a:pt x="189" y="1367"/>
                      <a:pt x="165" y="1364"/>
                    </a:cubicBezTo>
                    <a:cubicBezTo>
                      <a:pt x="139" y="1360"/>
                      <a:pt x="143" y="1338"/>
                      <a:pt x="170" y="1332"/>
                    </a:cubicBezTo>
                    <a:cubicBezTo>
                      <a:pt x="171" y="1326"/>
                      <a:pt x="174" y="1319"/>
                      <a:pt x="176" y="1312"/>
                    </a:cubicBezTo>
                    <a:cubicBezTo>
                      <a:pt x="179" y="1302"/>
                      <a:pt x="167" y="1299"/>
                      <a:pt x="155" y="1295"/>
                    </a:cubicBezTo>
                    <a:cubicBezTo>
                      <a:pt x="131" y="1288"/>
                      <a:pt x="131" y="1288"/>
                      <a:pt x="147" y="1280"/>
                    </a:cubicBezTo>
                    <a:cubicBezTo>
                      <a:pt x="151" y="1278"/>
                      <a:pt x="157" y="1277"/>
                      <a:pt x="162" y="1277"/>
                    </a:cubicBezTo>
                    <a:cubicBezTo>
                      <a:pt x="166" y="1277"/>
                      <a:pt x="170" y="1277"/>
                      <a:pt x="174" y="1279"/>
                    </a:cubicBezTo>
                    <a:cubicBezTo>
                      <a:pt x="175" y="1279"/>
                      <a:pt x="177" y="1279"/>
                      <a:pt x="178" y="1279"/>
                    </a:cubicBezTo>
                    <a:cubicBezTo>
                      <a:pt x="186" y="1279"/>
                      <a:pt x="190" y="1272"/>
                      <a:pt x="194" y="1263"/>
                    </a:cubicBezTo>
                    <a:cubicBezTo>
                      <a:pt x="198" y="1254"/>
                      <a:pt x="207" y="1235"/>
                      <a:pt x="196" y="1229"/>
                    </a:cubicBezTo>
                    <a:lnTo>
                      <a:pt x="196" y="1229"/>
                    </a:lnTo>
                    <a:lnTo>
                      <a:pt x="207" y="1235"/>
                    </a:lnTo>
                    <a:cubicBezTo>
                      <a:pt x="213" y="1226"/>
                      <a:pt x="223" y="1232"/>
                      <a:pt x="213" y="1226"/>
                    </a:cubicBezTo>
                    <a:cubicBezTo>
                      <a:pt x="220" y="1217"/>
                      <a:pt x="229" y="1210"/>
                      <a:pt x="240" y="1206"/>
                    </a:cubicBezTo>
                    <a:cubicBezTo>
                      <a:pt x="258" y="1198"/>
                      <a:pt x="260" y="1166"/>
                      <a:pt x="233" y="1166"/>
                    </a:cubicBezTo>
                    <a:cubicBezTo>
                      <a:pt x="230" y="1166"/>
                      <a:pt x="226" y="1166"/>
                      <a:pt x="221" y="1168"/>
                    </a:cubicBezTo>
                    <a:cubicBezTo>
                      <a:pt x="218" y="1171"/>
                      <a:pt x="217" y="1173"/>
                      <a:pt x="216" y="1173"/>
                    </a:cubicBezTo>
                    <a:cubicBezTo>
                      <a:pt x="216" y="1173"/>
                      <a:pt x="219" y="1169"/>
                      <a:pt x="228" y="1159"/>
                    </a:cubicBezTo>
                    <a:cubicBezTo>
                      <a:pt x="233" y="1150"/>
                      <a:pt x="224" y="1142"/>
                      <a:pt x="224" y="1142"/>
                    </a:cubicBezTo>
                    <a:cubicBezTo>
                      <a:pt x="214" y="1134"/>
                      <a:pt x="221" y="1125"/>
                      <a:pt x="229" y="1116"/>
                    </a:cubicBezTo>
                    <a:lnTo>
                      <a:pt x="248" y="1133"/>
                    </a:lnTo>
                    <a:cubicBezTo>
                      <a:pt x="257" y="1147"/>
                      <a:pt x="267" y="1154"/>
                      <a:pt x="273" y="1154"/>
                    </a:cubicBezTo>
                    <a:cubicBezTo>
                      <a:pt x="281" y="1154"/>
                      <a:pt x="283" y="1144"/>
                      <a:pt x="271" y="1125"/>
                    </a:cubicBezTo>
                    <a:lnTo>
                      <a:pt x="271" y="1125"/>
                    </a:lnTo>
                    <a:cubicBezTo>
                      <a:pt x="274" y="1127"/>
                      <a:pt x="278" y="1131"/>
                      <a:pt x="281" y="1134"/>
                    </a:cubicBezTo>
                    <a:cubicBezTo>
                      <a:pt x="284" y="1137"/>
                      <a:pt x="286" y="1138"/>
                      <a:pt x="288" y="1138"/>
                    </a:cubicBezTo>
                    <a:cubicBezTo>
                      <a:pt x="293" y="1138"/>
                      <a:pt x="298" y="1129"/>
                      <a:pt x="303" y="1112"/>
                    </a:cubicBezTo>
                    <a:cubicBezTo>
                      <a:pt x="310" y="1105"/>
                      <a:pt x="301" y="1079"/>
                      <a:pt x="294" y="1069"/>
                    </a:cubicBezTo>
                    <a:cubicBezTo>
                      <a:pt x="288" y="1065"/>
                      <a:pt x="288" y="1057"/>
                      <a:pt x="294" y="1052"/>
                    </a:cubicBezTo>
                    <a:cubicBezTo>
                      <a:pt x="298" y="1049"/>
                      <a:pt x="300" y="1047"/>
                      <a:pt x="302" y="1047"/>
                    </a:cubicBezTo>
                    <a:cubicBezTo>
                      <a:pt x="304" y="1047"/>
                      <a:pt x="306" y="1049"/>
                      <a:pt x="310" y="1055"/>
                    </a:cubicBezTo>
                    <a:cubicBezTo>
                      <a:pt x="316" y="1061"/>
                      <a:pt x="321" y="1064"/>
                      <a:pt x="326" y="1064"/>
                    </a:cubicBezTo>
                    <a:cubicBezTo>
                      <a:pt x="335" y="1064"/>
                      <a:pt x="341" y="1052"/>
                      <a:pt x="337" y="1034"/>
                    </a:cubicBezTo>
                    <a:lnTo>
                      <a:pt x="337" y="1034"/>
                    </a:lnTo>
                    <a:lnTo>
                      <a:pt x="344" y="1044"/>
                    </a:lnTo>
                    <a:cubicBezTo>
                      <a:pt x="347" y="1049"/>
                      <a:pt x="351" y="1052"/>
                      <a:pt x="357" y="1052"/>
                    </a:cubicBezTo>
                    <a:cubicBezTo>
                      <a:pt x="367" y="1052"/>
                      <a:pt x="381" y="1044"/>
                      <a:pt x="406" y="1021"/>
                    </a:cubicBezTo>
                    <a:cubicBezTo>
                      <a:pt x="433" y="1007"/>
                      <a:pt x="455" y="997"/>
                      <a:pt x="468" y="997"/>
                    </a:cubicBezTo>
                    <a:cubicBezTo>
                      <a:pt x="473" y="997"/>
                      <a:pt x="476" y="998"/>
                      <a:pt x="477" y="1002"/>
                    </a:cubicBezTo>
                    <a:cubicBezTo>
                      <a:pt x="478" y="1003"/>
                      <a:pt x="479" y="1004"/>
                      <a:pt x="480" y="1004"/>
                    </a:cubicBezTo>
                    <a:cubicBezTo>
                      <a:pt x="489" y="1004"/>
                      <a:pt x="513" y="972"/>
                      <a:pt x="529" y="947"/>
                    </a:cubicBezTo>
                    <a:cubicBezTo>
                      <a:pt x="531" y="954"/>
                      <a:pt x="535" y="956"/>
                      <a:pt x="541" y="956"/>
                    </a:cubicBezTo>
                    <a:cubicBezTo>
                      <a:pt x="546" y="956"/>
                      <a:pt x="554" y="955"/>
                      <a:pt x="564" y="954"/>
                    </a:cubicBezTo>
                    <a:cubicBezTo>
                      <a:pt x="576" y="952"/>
                      <a:pt x="584" y="951"/>
                      <a:pt x="588" y="951"/>
                    </a:cubicBezTo>
                    <a:cubicBezTo>
                      <a:pt x="596" y="951"/>
                      <a:pt x="597" y="954"/>
                      <a:pt x="597" y="962"/>
                    </a:cubicBezTo>
                    <a:cubicBezTo>
                      <a:pt x="593" y="975"/>
                      <a:pt x="591" y="982"/>
                      <a:pt x="593" y="982"/>
                    </a:cubicBezTo>
                    <a:cubicBezTo>
                      <a:pt x="594" y="982"/>
                      <a:pt x="599" y="975"/>
                      <a:pt x="609" y="960"/>
                    </a:cubicBezTo>
                    <a:cubicBezTo>
                      <a:pt x="612" y="951"/>
                      <a:pt x="619" y="947"/>
                      <a:pt x="626" y="947"/>
                    </a:cubicBezTo>
                    <a:cubicBezTo>
                      <a:pt x="638" y="947"/>
                      <a:pt x="651" y="957"/>
                      <a:pt x="650" y="973"/>
                    </a:cubicBezTo>
                    <a:cubicBezTo>
                      <a:pt x="650" y="985"/>
                      <a:pt x="660" y="985"/>
                      <a:pt x="680" y="987"/>
                    </a:cubicBezTo>
                    <a:cubicBezTo>
                      <a:pt x="687" y="980"/>
                      <a:pt x="697" y="977"/>
                      <a:pt x="708" y="977"/>
                    </a:cubicBezTo>
                    <a:cubicBezTo>
                      <a:pt x="716" y="977"/>
                      <a:pt x="725" y="979"/>
                      <a:pt x="733" y="981"/>
                    </a:cubicBezTo>
                    <a:cubicBezTo>
                      <a:pt x="743" y="982"/>
                      <a:pt x="749" y="983"/>
                      <a:pt x="754" y="983"/>
                    </a:cubicBezTo>
                    <a:cubicBezTo>
                      <a:pt x="764" y="983"/>
                      <a:pt x="765" y="978"/>
                      <a:pt x="769" y="960"/>
                    </a:cubicBezTo>
                    <a:cubicBezTo>
                      <a:pt x="772" y="945"/>
                      <a:pt x="777" y="940"/>
                      <a:pt x="786" y="940"/>
                    </a:cubicBezTo>
                    <a:cubicBezTo>
                      <a:pt x="791" y="940"/>
                      <a:pt x="798" y="942"/>
                      <a:pt x="806" y="944"/>
                    </a:cubicBezTo>
                    <a:cubicBezTo>
                      <a:pt x="817" y="946"/>
                      <a:pt x="827" y="950"/>
                      <a:pt x="824" y="962"/>
                    </a:cubicBezTo>
                    <a:cubicBezTo>
                      <a:pt x="824" y="962"/>
                      <a:pt x="830" y="977"/>
                      <a:pt x="841" y="981"/>
                    </a:cubicBezTo>
                    <a:cubicBezTo>
                      <a:pt x="851" y="984"/>
                      <a:pt x="862" y="987"/>
                      <a:pt x="857" y="998"/>
                    </a:cubicBezTo>
                    <a:cubicBezTo>
                      <a:pt x="862" y="1010"/>
                      <a:pt x="871" y="1019"/>
                      <a:pt x="882" y="1022"/>
                    </a:cubicBezTo>
                    <a:cubicBezTo>
                      <a:pt x="901" y="1030"/>
                      <a:pt x="919" y="1039"/>
                      <a:pt x="914" y="1050"/>
                    </a:cubicBezTo>
                    <a:cubicBezTo>
                      <a:pt x="918" y="1052"/>
                      <a:pt x="920" y="1053"/>
                      <a:pt x="922" y="1053"/>
                    </a:cubicBezTo>
                    <a:cubicBezTo>
                      <a:pt x="924" y="1053"/>
                      <a:pt x="926" y="1050"/>
                      <a:pt x="929" y="1043"/>
                    </a:cubicBezTo>
                    <a:cubicBezTo>
                      <a:pt x="932" y="1038"/>
                      <a:pt x="936" y="1034"/>
                      <a:pt x="943" y="1034"/>
                    </a:cubicBezTo>
                    <a:cubicBezTo>
                      <a:pt x="952" y="1034"/>
                      <a:pt x="964" y="1040"/>
                      <a:pt x="981" y="1057"/>
                    </a:cubicBezTo>
                    <a:cubicBezTo>
                      <a:pt x="995" y="1065"/>
                      <a:pt x="1014" y="1077"/>
                      <a:pt x="1025" y="1077"/>
                    </a:cubicBezTo>
                    <a:cubicBezTo>
                      <a:pt x="1028" y="1077"/>
                      <a:pt x="1031" y="1076"/>
                      <a:pt x="1032" y="1074"/>
                    </a:cubicBezTo>
                    <a:cubicBezTo>
                      <a:pt x="1041" y="1079"/>
                      <a:pt x="1041" y="1079"/>
                      <a:pt x="1034" y="1089"/>
                    </a:cubicBezTo>
                    <a:cubicBezTo>
                      <a:pt x="1023" y="1106"/>
                      <a:pt x="1031" y="1116"/>
                      <a:pt x="1050" y="1116"/>
                    </a:cubicBezTo>
                    <a:cubicBezTo>
                      <a:pt x="1055" y="1116"/>
                      <a:pt x="1061" y="1116"/>
                      <a:pt x="1068" y="1114"/>
                    </a:cubicBezTo>
                    <a:cubicBezTo>
                      <a:pt x="1071" y="1110"/>
                      <a:pt x="1073" y="1108"/>
                      <a:pt x="1076" y="1108"/>
                    </a:cubicBezTo>
                    <a:cubicBezTo>
                      <a:pt x="1081" y="1108"/>
                      <a:pt x="1085" y="1115"/>
                      <a:pt x="1085" y="1126"/>
                    </a:cubicBezTo>
                    <a:cubicBezTo>
                      <a:pt x="1090" y="1129"/>
                      <a:pt x="1094" y="1130"/>
                      <a:pt x="1099" y="1130"/>
                    </a:cubicBezTo>
                    <a:cubicBezTo>
                      <a:pt x="1103" y="1130"/>
                      <a:pt x="1106" y="1130"/>
                      <a:pt x="1109" y="1128"/>
                    </a:cubicBezTo>
                    <a:cubicBezTo>
                      <a:pt x="1114" y="1128"/>
                      <a:pt x="1117" y="1127"/>
                      <a:pt x="1119" y="1127"/>
                    </a:cubicBezTo>
                    <a:cubicBezTo>
                      <a:pt x="1126" y="1127"/>
                      <a:pt x="1128" y="1132"/>
                      <a:pt x="1134" y="1149"/>
                    </a:cubicBezTo>
                    <a:cubicBezTo>
                      <a:pt x="1125" y="1159"/>
                      <a:pt x="1133" y="1165"/>
                      <a:pt x="1142" y="1172"/>
                    </a:cubicBezTo>
                    <a:cubicBezTo>
                      <a:pt x="1167" y="1176"/>
                      <a:pt x="1248" y="1257"/>
                      <a:pt x="1245" y="1275"/>
                    </a:cubicBezTo>
                    <a:cubicBezTo>
                      <a:pt x="1249" y="1275"/>
                      <a:pt x="1253" y="1275"/>
                      <a:pt x="1255" y="1275"/>
                    </a:cubicBezTo>
                    <a:cubicBezTo>
                      <a:pt x="1261" y="1275"/>
                      <a:pt x="1263" y="1276"/>
                      <a:pt x="1269" y="1282"/>
                    </a:cubicBezTo>
                    <a:cubicBezTo>
                      <a:pt x="1261" y="1296"/>
                      <a:pt x="1263" y="1302"/>
                      <a:pt x="1269" y="1302"/>
                    </a:cubicBezTo>
                    <a:cubicBezTo>
                      <a:pt x="1275" y="1302"/>
                      <a:pt x="1283" y="1298"/>
                      <a:pt x="1291" y="1291"/>
                    </a:cubicBezTo>
                    <a:lnTo>
                      <a:pt x="1284" y="1282"/>
                    </a:lnTo>
                    <a:lnTo>
                      <a:pt x="1278" y="1274"/>
                    </a:lnTo>
                    <a:cubicBezTo>
                      <a:pt x="1282" y="1270"/>
                      <a:pt x="1286" y="1269"/>
                      <a:pt x="1290" y="1269"/>
                    </a:cubicBezTo>
                    <a:lnTo>
                      <a:pt x="1290" y="1269"/>
                    </a:lnTo>
                    <a:cubicBezTo>
                      <a:pt x="1304" y="1269"/>
                      <a:pt x="1311" y="1288"/>
                      <a:pt x="1288" y="1307"/>
                    </a:cubicBezTo>
                    <a:cubicBezTo>
                      <a:pt x="1280" y="1322"/>
                      <a:pt x="1277" y="1327"/>
                      <a:pt x="1283" y="1327"/>
                    </a:cubicBezTo>
                    <a:cubicBezTo>
                      <a:pt x="1286" y="1327"/>
                      <a:pt x="1292" y="1325"/>
                      <a:pt x="1301" y="1322"/>
                    </a:cubicBezTo>
                    <a:cubicBezTo>
                      <a:pt x="1307" y="1321"/>
                      <a:pt x="1312" y="1320"/>
                      <a:pt x="1316" y="1320"/>
                    </a:cubicBezTo>
                    <a:cubicBezTo>
                      <a:pt x="1330" y="1320"/>
                      <a:pt x="1332" y="1330"/>
                      <a:pt x="1320" y="1348"/>
                    </a:cubicBezTo>
                    <a:cubicBezTo>
                      <a:pt x="1309" y="1357"/>
                      <a:pt x="1304" y="1360"/>
                      <a:pt x="1308" y="1360"/>
                    </a:cubicBezTo>
                    <a:cubicBezTo>
                      <a:pt x="1310" y="1360"/>
                      <a:pt x="1316" y="1359"/>
                      <a:pt x="1327" y="1356"/>
                    </a:cubicBezTo>
                    <a:cubicBezTo>
                      <a:pt x="1339" y="1353"/>
                      <a:pt x="1349" y="1352"/>
                      <a:pt x="1358" y="1352"/>
                    </a:cubicBezTo>
                    <a:cubicBezTo>
                      <a:pt x="1389" y="1352"/>
                      <a:pt x="1400" y="1368"/>
                      <a:pt x="1368" y="1391"/>
                    </a:cubicBezTo>
                    <a:cubicBezTo>
                      <a:pt x="1348" y="1405"/>
                      <a:pt x="1344" y="1421"/>
                      <a:pt x="1349" y="1430"/>
                    </a:cubicBezTo>
                    <a:cubicBezTo>
                      <a:pt x="1351" y="1432"/>
                      <a:pt x="1353" y="1433"/>
                      <a:pt x="1356" y="1433"/>
                    </a:cubicBezTo>
                    <a:cubicBezTo>
                      <a:pt x="1361" y="1433"/>
                      <a:pt x="1369" y="1429"/>
                      <a:pt x="1376" y="1424"/>
                    </a:cubicBezTo>
                    <a:cubicBezTo>
                      <a:pt x="1382" y="1415"/>
                      <a:pt x="1386" y="1411"/>
                      <a:pt x="1389" y="1411"/>
                    </a:cubicBezTo>
                    <a:lnTo>
                      <a:pt x="1389" y="1411"/>
                    </a:lnTo>
                    <a:cubicBezTo>
                      <a:pt x="1393" y="1411"/>
                      <a:pt x="1393" y="1422"/>
                      <a:pt x="1387" y="1441"/>
                    </a:cubicBezTo>
                    <a:cubicBezTo>
                      <a:pt x="1374" y="1488"/>
                      <a:pt x="1384" y="1505"/>
                      <a:pt x="1422" y="1518"/>
                    </a:cubicBezTo>
                    <a:cubicBezTo>
                      <a:pt x="1458" y="1536"/>
                      <a:pt x="1475" y="1557"/>
                      <a:pt x="1460" y="1557"/>
                    </a:cubicBezTo>
                    <a:cubicBezTo>
                      <a:pt x="1457" y="1557"/>
                      <a:pt x="1451" y="1556"/>
                      <a:pt x="1445" y="1553"/>
                    </a:cubicBezTo>
                    <a:cubicBezTo>
                      <a:pt x="1432" y="1551"/>
                      <a:pt x="1424" y="1550"/>
                      <a:pt x="1421" y="1550"/>
                    </a:cubicBezTo>
                    <a:lnTo>
                      <a:pt x="1421" y="1550"/>
                    </a:lnTo>
                    <a:cubicBezTo>
                      <a:pt x="1415" y="1550"/>
                      <a:pt x="1420" y="1553"/>
                      <a:pt x="1433" y="1560"/>
                    </a:cubicBezTo>
                    <a:lnTo>
                      <a:pt x="1460" y="1604"/>
                    </a:lnTo>
                    <a:cubicBezTo>
                      <a:pt x="1465" y="1610"/>
                      <a:pt x="1472" y="1613"/>
                      <a:pt x="1479" y="1613"/>
                    </a:cubicBezTo>
                    <a:cubicBezTo>
                      <a:pt x="1484" y="1613"/>
                      <a:pt x="1488" y="1612"/>
                      <a:pt x="1493" y="1609"/>
                    </a:cubicBezTo>
                    <a:lnTo>
                      <a:pt x="1493" y="1609"/>
                    </a:lnTo>
                    <a:cubicBezTo>
                      <a:pt x="1476" y="1631"/>
                      <a:pt x="1476" y="1655"/>
                      <a:pt x="1507" y="1660"/>
                    </a:cubicBezTo>
                    <a:lnTo>
                      <a:pt x="1517" y="1678"/>
                    </a:lnTo>
                    <a:cubicBezTo>
                      <a:pt x="1523" y="1687"/>
                      <a:pt x="1523" y="1687"/>
                      <a:pt x="1539" y="1690"/>
                    </a:cubicBezTo>
                    <a:cubicBezTo>
                      <a:pt x="1555" y="1692"/>
                      <a:pt x="1550" y="1708"/>
                      <a:pt x="1544" y="1722"/>
                    </a:cubicBezTo>
                    <a:cubicBezTo>
                      <a:pt x="1539" y="1736"/>
                      <a:pt x="1534" y="1749"/>
                      <a:pt x="1539" y="1749"/>
                    </a:cubicBezTo>
                    <a:cubicBezTo>
                      <a:pt x="1540" y="1749"/>
                      <a:pt x="1541" y="1748"/>
                      <a:pt x="1543" y="1747"/>
                    </a:cubicBezTo>
                    <a:cubicBezTo>
                      <a:pt x="1546" y="1746"/>
                      <a:pt x="1548" y="1745"/>
                      <a:pt x="1551" y="1745"/>
                    </a:cubicBezTo>
                    <a:cubicBezTo>
                      <a:pt x="1563" y="1745"/>
                      <a:pt x="1579" y="1753"/>
                      <a:pt x="1591" y="1755"/>
                    </a:cubicBezTo>
                    <a:cubicBezTo>
                      <a:pt x="1606" y="1757"/>
                      <a:pt x="1602" y="1771"/>
                      <a:pt x="1589" y="1771"/>
                    </a:cubicBezTo>
                    <a:cubicBezTo>
                      <a:pt x="1588" y="1771"/>
                      <a:pt x="1587" y="1771"/>
                      <a:pt x="1586" y="1771"/>
                    </a:cubicBezTo>
                    <a:cubicBezTo>
                      <a:pt x="1575" y="1776"/>
                      <a:pt x="1575" y="1776"/>
                      <a:pt x="1575" y="1801"/>
                    </a:cubicBezTo>
                    <a:cubicBezTo>
                      <a:pt x="1579" y="1808"/>
                      <a:pt x="1587" y="1823"/>
                      <a:pt x="1596" y="1823"/>
                    </a:cubicBezTo>
                    <a:cubicBezTo>
                      <a:pt x="1598" y="1823"/>
                      <a:pt x="1600" y="1822"/>
                      <a:pt x="1601" y="1821"/>
                    </a:cubicBezTo>
                    <a:cubicBezTo>
                      <a:pt x="1602" y="1821"/>
                      <a:pt x="1603" y="1820"/>
                      <a:pt x="1604" y="1820"/>
                    </a:cubicBezTo>
                    <a:cubicBezTo>
                      <a:pt x="1616" y="1820"/>
                      <a:pt x="1644" y="1869"/>
                      <a:pt x="1638" y="1884"/>
                    </a:cubicBezTo>
                    <a:cubicBezTo>
                      <a:pt x="1638" y="1884"/>
                      <a:pt x="1644" y="1892"/>
                      <a:pt x="1650" y="1901"/>
                    </a:cubicBezTo>
                    <a:cubicBezTo>
                      <a:pt x="1655" y="1910"/>
                      <a:pt x="1671" y="1912"/>
                      <a:pt x="1677" y="1921"/>
                    </a:cubicBezTo>
                    <a:cubicBezTo>
                      <a:pt x="1682" y="1928"/>
                      <a:pt x="1690" y="1931"/>
                      <a:pt x="1698" y="1931"/>
                    </a:cubicBezTo>
                    <a:cubicBezTo>
                      <a:pt x="1703" y="1940"/>
                      <a:pt x="1709" y="1949"/>
                      <a:pt x="1699" y="1956"/>
                    </a:cubicBezTo>
                    <a:cubicBezTo>
                      <a:pt x="1708" y="1954"/>
                      <a:pt x="1714" y="1952"/>
                      <a:pt x="1717" y="1952"/>
                    </a:cubicBezTo>
                    <a:lnTo>
                      <a:pt x="1717" y="1952"/>
                    </a:lnTo>
                    <a:cubicBezTo>
                      <a:pt x="1724" y="1952"/>
                      <a:pt x="1721" y="1957"/>
                      <a:pt x="1710" y="1972"/>
                    </a:cubicBezTo>
                    <a:cubicBezTo>
                      <a:pt x="1698" y="1981"/>
                      <a:pt x="1693" y="1985"/>
                      <a:pt x="1697" y="1985"/>
                    </a:cubicBezTo>
                    <a:cubicBezTo>
                      <a:pt x="1700" y="1985"/>
                      <a:pt x="1706" y="1983"/>
                      <a:pt x="1716" y="1981"/>
                    </a:cubicBezTo>
                    <a:cubicBezTo>
                      <a:pt x="1733" y="1982"/>
                      <a:pt x="1733" y="1982"/>
                      <a:pt x="1728" y="1998"/>
                    </a:cubicBezTo>
                    <a:cubicBezTo>
                      <a:pt x="1720" y="2003"/>
                      <a:pt x="1721" y="2009"/>
                      <a:pt x="1726" y="2009"/>
                    </a:cubicBezTo>
                    <a:cubicBezTo>
                      <a:pt x="1728" y="2009"/>
                      <a:pt x="1731" y="2008"/>
                      <a:pt x="1734" y="2006"/>
                    </a:cubicBezTo>
                    <a:cubicBezTo>
                      <a:pt x="1737" y="2005"/>
                      <a:pt x="1741" y="2005"/>
                      <a:pt x="1744" y="2005"/>
                    </a:cubicBezTo>
                    <a:cubicBezTo>
                      <a:pt x="1767" y="2005"/>
                      <a:pt x="1785" y="2019"/>
                      <a:pt x="1767" y="2033"/>
                    </a:cubicBezTo>
                    <a:cubicBezTo>
                      <a:pt x="1772" y="2038"/>
                      <a:pt x="1780" y="2041"/>
                      <a:pt x="1787" y="2041"/>
                    </a:cubicBezTo>
                    <a:cubicBezTo>
                      <a:pt x="1788" y="2041"/>
                      <a:pt x="1789" y="2041"/>
                      <a:pt x="1790" y="2041"/>
                    </a:cubicBezTo>
                    <a:cubicBezTo>
                      <a:pt x="1800" y="2038"/>
                      <a:pt x="1806" y="2036"/>
                      <a:pt x="1809" y="2036"/>
                    </a:cubicBezTo>
                    <a:lnTo>
                      <a:pt x="1809" y="2036"/>
                    </a:lnTo>
                    <a:cubicBezTo>
                      <a:pt x="1813" y="2036"/>
                      <a:pt x="1808" y="2040"/>
                      <a:pt x="1796" y="2050"/>
                    </a:cubicBezTo>
                    <a:cubicBezTo>
                      <a:pt x="1786" y="2067"/>
                      <a:pt x="1787" y="2076"/>
                      <a:pt x="1799" y="2076"/>
                    </a:cubicBezTo>
                    <a:cubicBezTo>
                      <a:pt x="1803" y="2076"/>
                      <a:pt x="1808" y="2075"/>
                      <a:pt x="1814" y="2073"/>
                    </a:cubicBezTo>
                    <a:cubicBezTo>
                      <a:pt x="1815" y="2073"/>
                      <a:pt x="1815" y="2073"/>
                      <a:pt x="1816" y="2073"/>
                    </a:cubicBezTo>
                    <a:cubicBezTo>
                      <a:pt x="1824" y="2073"/>
                      <a:pt x="1830" y="2081"/>
                      <a:pt x="1828" y="2089"/>
                    </a:cubicBezTo>
                    <a:cubicBezTo>
                      <a:pt x="1830" y="2108"/>
                      <a:pt x="1851" y="2149"/>
                      <a:pt x="1866" y="2149"/>
                    </a:cubicBezTo>
                    <a:cubicBezTo>
                      <a:pt x="1869" y="2149"/>
                      <a:pt x="1872" y="2147"/>
                      <a:pt x="1874" y="2143"/>
                    </a:cubicBezTo>
                    <a:lnTo>
                      <a:pt x="1887" y="2157"/>
                    </a:lnTo>
                    <a:cubicBezTo>
                      <a:pt x="1891" y="2179"/>
                      <a:pt x="1898" y="2187"/>
                      <a:pt x="1912" y="2187"/>
                    </a:cubicBezTo>
                    <a:cubicBezTo>
                      <a:pt x="1913" y="2187"/>
                      <a:pt x="1914" y="2186"/>
                      <a:pt x="1915" y="2186"/>
                    </a:cubicBezTo>
                    <a:lnTo>
                      <a:pt x="1931" y="2184"/>
                    </a:lnTo>
                    <a:lnTo>
                      <a:pt x="1931" y="2184"/>
                    </a:lnTo>
                    <a:cubicBezTo>
                      <a:pt x="1922" y="2193"/>
                      <a:pt x="1921" y="2207"/>
                      <a:pt x="1929" y="2217"/>
                    </a:cubicBezTo>
                    <a:cubicBezTo>
                      <a:pt x="1932" y="2220"/>
                      <a:pt x="1933" y="2221"/>
                      <a:pt x="1935" y="2221"/>
                    </a:cubicBezTo>
                    <a:cubicBezTo>
                      <a:pt x="1937" y="2221"/>
                      <a:pt x="1940" y="2219"/>
                      <a:pt x="1944" y="2214"/>
                    </a:cubicBezTo>
                    <a:cubicBezTo>
                      <a:pt x="1945" y="2207"/>
                      <a:pt x="1947" y="2205"/>
                      <a:pt x="1949" y="2205"/>
                    </a:cubicBezTo>
                    <a:cubicBezTo>
                      <a:pt x="1952" y="2205"/>
                      <a:pt x="1956" y="2208"/>
                      <a:pt x="1960" y="2212"/>
                    </a:cubicBezTo>
                    <a:cubicBezTo>
                      <a:pt x="1967" y="2222"/>
                      <a:pt x="1967" y="2236"/>
                      <a:pt x="1958" y="2245"/>
                    </a:cubicBezTo>
                    <a:lnTo>
                      <a:pt x="1966" y="2250"/>
                    </a:lnTo>
                    <a:cubicBezTo>
                      <a:pt x="1973" y="2241"/>
                      <a:pt x="1979" y="2238"/>
                      <a:pt x="1982" y="2238"/>
                    </a:cubicBezTo>
                    <a:lnTo>
                      <a:pt x="1982" y="2238"/>
                    </a:lnTo>
                    <a:cubicBezTo>
                      <a:pt x="1986" y="2238"/>
                      <a:pt x="1986" y="2243"/>
                      <a:pt x="1981" y="2248"/>
                    </a:cubicBezTo>
                    <a:cubicBezTo>
                      <a:pt x="1981" y="2259"/>
                      <a:pt x="1987" y="2270"/>
                      <a:pt x="1997" y="2277"/>
                    </a:cubicBezTo>
                    <a:cubicBezTo>
                      <a:pt x="1999" y="2275"/>
                      <a:pt x="2001" y="2274"/>
                      <a:pt x="2001" y="2274"/>
                    </a:cubicBezTo>
                    <a:lnTo>
                      <a:pt x="2001" y="2274"/>
                    </a:lnTo>
                    <a:cubicBezTo>
                      <a:pt x="2004" y="2274"/>
                      <a:pt x="2003" y="2278"/>
                      <a:pt x="2000" y="2278"/>
                    </a:cubicBezTo>
                    <a:cubicBezTo>
                      <a:pt x="1999" y="2278"/>
                      <a:pt x="1998" y="2278"/>
                      <a:pt x="1997" y="2277"/>
                    </a:cubicBezTo>
                    <a:lnTo>
                      <a:pt x="1989" y="2287"/>
                    </a:lnTo>
                    <a:cubicBezTo>
                      <a:pt x="1989" y="2293"/>
                      <a:pt x="1990" y="2295"/>
                      <a:pt x="1992" y="2295"/>
                    </a:cubicBezTo>
                    <a:cubicBezTo>
                      <a:pt x="1995" y="2295"/>
                      <a:pt x="2000" y="2289"/>
                      <a:pt x="2005" y="2283"/>
                    </a:cubicBezTo>
                    <a:lnTo>
                      <a:pt x="2021" y="2295"/>
                    </a:lnTo>
                    <a:cubicBezTo>
                      <a:pt x="2025" y="2299"/>
                      <a:pt x="2030" y="2302"/>
                      <a:pt x="2033" y="2302"/>
                    </a:cubicBezTo>
                    <a:cubicBezTo>
                      <a:pt x="2035" y="2302"/>
                      <a:pt x="2037" y="2299"/>
                      <a:pt x="2036" y="2292"/>
                    </a:cubicBezTo>
                    <a:cubicBezTo>
                      <a:pt x="2043" y="2284"/>
                      <a:pt x="2048" y="2276"/>
                      <a:pt x="2054" y="2276"/>
                    </a:cubicBezTo>
                    <a:cubicBezTo>
                      <a:pt x="2056" y="2276"/>
                      <a:pt x="2057" y="2276"/>
                      <a:pt x="2059" y="2277"/>
                    </a:cubicBezTo>
                    <a:cubicBezTo>
                      <a:pt x="2061" y="2275"/>
                      <a:pt x="2062" y="2274"/>
                      <a:pt x="2063" y="2274"/>
                    </a:cubicBezTo>
                    <a:lnTo>
                      <a:pt x="2063" y="2274"/>
                    </a:lnTo>
                    <a:cubicBezTo>
                      <a:pt x="2065" y="2274"/>
                      <a:pt x="2065" y="2278"/>
                      <a:pt x="2062" y="2278"/>
                    </a:cubicBezTo>
                    <a:cubicBezTo>
                      <a:pt x="2061" y="2278"/>
                      <a:pt x="2060" y="2278"/>
                      <a:pt x="2059" y="2277"/>
                    </a:cubicBezTo>
                    <a:cubicBezTo>
                      <a:pt x="2052" y="2287"/>
                      <a:pt x="2044" y="2297"/>
                      <a:pt x="2053" y="2303"/>
                    </a:cubicBezTo>
                    <a:cubicBezTo>
                      <a:pt x="2061" y="2309"/>
                      <a:pt x="2054" y="2319"/>
                      <a:pt x="2054" y="2319"/>
                    </a:cubicBezTo>
                    <a:cubicBezTo>
                      <a:pt x="2036" y="2331"/>
                      <a:pt x="2060" y="2343"/>
                      <a:pt x="2077" y="2343"/>
                    </a:cubicBezTo>
                    <a:cubicBezTo>
                      <a:pt x="2081" y="2343"/>
                      <a:pt x="2085" y="2342"/>
                      <a:pt x="2088" y="2341"/>
                    </a:cubicBezTo>
                    <a:cubicBezTo>
                      <a:pt x="2098" y="2337"/>
                      <a:pt x="2106" y="2335"/>
                      <a:pt x="2111" y="2335"/>
                    </a:cubicBezTo>
                    <a:cubicBezTo>
                      <a:pt x="2121" y="2335"/>
                      <a:pt x="2122" y="2342"/>
                      <a:pt x="2114" y="2357"/>
                    </a:cubicBezTo>
                    <a:cubicBezTo>
                      <a:pt x="2109" y="2365"/>
                      <a:pt x="2110" y="2368"/>
                      <a:pt x="2115" y="2368"/>
                    </a:cubicBezTo>
                    <a:cubicBezTo>
                      <a:pt x="2123" y="2368"/>
                      <a:pt x="2141" y="2356"/>
                      <a:pt x="2157" y="2338"/>
                    </a:cubicBezTo>
                    <a:lnTo>
                      <a:pt x="2183" y="2309"/>
                    </a:lnTo>
                    <a:lnTo>
                      <a:pt x="2166" y="2342"/>
                    </a:lnTo>
                    <a:cubicBezTo>
                      <a:pt x="2157" y="2376"/>
                      <a:pt x="2155" y="2387"/>
                      <a:pt x="2166" y="2387"/>
                    </a:cubicBezTo>
                    <a:cubicBezTo>
                      <a:pt x="2171" y="2387"/>
                      <a:pt x="2179" y="2385"/>
                      <a:pt x="2191" y="2381"/>
                    </a:cubicBezTo>
                    <a:cubicBezTo>
                      <a:pt x="2200" y="2380"/>
                      <a:pt x="2205" y="2379"/>
                      <a:pt x="2209" y="2379"/>
                    </a:cubicBezTo>
                    <a:cubicBezTo>
                      <a:pt x="2214" y="2379"/>
                      <a:pt x="2213" y="2382"/>
                      <a:pt x="2210" y="2389"/>
                    </a:cubicBezTo>
                    <a:cubicBezTo>
                      <a:pt x="2204" y="2400"/>
                      <a:pt x="2214" y="2404"/>
                      <a:pt x="2242" y="2415"/>
                    </a:cubicBezTo>
                    <a:cubicBezTo>
                      <a:pt x="2258" y="2419"/>
                      <a:pt x="2268" y="2422"/>
                      <a:pt x="2274" y="2422"/>
                    </a:cubicBezTo>
                    <a:cubicBezTo>
                      <a:pt x="2280" y="2422"/>
                      <a:pt x="2283" y="2420"/>
                      <a:pt x="2285" y="2414"/>
                    </a:cubicBezTo>
                    <a:cubicBezTo>
                      <a:pt x="2291" y="2415"/>
                      <a:pt x="2297" y="2417"/>
                      <a:pt x="2304" y="2418"/>
                    </a:cubicBezTo>
                    <a:cubicBezTo>
                      <a:pt x="2306" y="2430"/>
                      <a:pt x="2311" y="2435"/>
                      <a:pt x="2316" y="2435"/>
                    </a:cubicBezTo>
                    <a:cubicBezTo>
                      <a:pt x="2323" y="2435"/>
                      <a:pt x="2329" y="2425"/>
                      <a:pt x="2325" y="2411"/>
                    </a:cubicBezTo>
                    <a:lnTo>
                      <a:pt x="2325" y="2411"/>
                    </a:lnTo>
                    <a:cubicBezTo>
                      <a:pt x="2325" y="2411"/>
                      <a:pt x="2335" y="2413"/>
                      <a:pt x="2344" y="2414"/>
                    </a:cubicBezTo>
                    <a:lnTo>
                      <a:pt x="2342" y="2426"/>
                    </a:lnTo>
                    <a:cubicBezTo>
                      <a:pt x="2341" y="2432"/>
                      <a:pt x="2346" y="2436"/>
                      <a:pt x="2361" y="2440"/>
                    </a:cubicBezTo>
                    <a:cubicBezTo>
                      <a:pt x="2384" y="2444"/>
                      <a:pt x="2407" y="2447"/>
                      <a:pt x="2430" y="2447"/>
                    </a:cubicBezTo>
                    <a:cubicBezTo>
                      <a:pt x="2434" y="2447"/>
                      <a:pt x="2437" y="2447"/>
                      <a:pt x="2441" y="2446"/>
                    </a:cubicBezTo>
                    <a:cubicBezTo>
                      <a:pt x="2533" y="2444"/>
                      <a:pt x="2542" y="2437"/>
                      <a:pt x="2538" y="2414"/>
                    </a:cubicBezTo>
                    <a:cubicBezTo>
                      <a:pt x="2541" y="2400"/>
                      <a:pt x="2545" y="2393"/>
                      <a:pt x="2548" y="2393"/>
                    </a:cubicBezTo>
                    <a:cubicBezTo>
                      <a:pt x="2551" y="2393"/>
                      <a:pt x="2555" y="2399"/>
                      <a:pt x="2557" y="2411"/>
                    </a:cubicBezTo>
                    <a:cubicBezTo>
                      <a:pt x="2559" y="2419"/>
                      <a:pt x="2565" y="2426"/>
                      <a:pt x="2568" y="2426"/>
                    </a:cubicBezTo>
                    <a:cubicBezTo>
                      <a:pt x="2570" y="2426"/>
                      <a:pt x="2570" y="2425"/>
                      <a:pt x="2570" y="2421"/>
                    </a:cubicBezTo>
                    <a:cubicBezTo>
                      <a:pt x="2573" y="2420"/>
                      <a:pt x="2575" y="2420"/>
                      <a:pt x="2578" y="2420"/>
                    </a:cubicBezTo>
                    <a:cubicBezTo>
                      <a:pt x="2587" y="2420"/>
                      <a:pt x="2594" y="2422"/>
                      <a:pt x="2601" y="2426"/>
                    </a:cubicBezTo>
                    <a:cubicBezTo>
                      <a:pt x="2613" y="2432"/>
                      <a:pt x="2621" y="2434"/>
                      <a:pt x="2628" y="2434"/>
                    </a:cubicBezTo>
                    <a:cubicBezTo>
                      <a:pt x="2641" y="2434"/>
                      <a:pt x="2643" y="2424"/>
                      <a:pt x="2640" y="2416"/>
                    </a:cubicBezTo>
                    <a:cubicBezTo>
                      <a:pt x="2633" y="2406"/>
                      <a:pt x="2631" y="2403"/>
                      <a:pt x="2633" y="2403"/>
                    </a:cubicBezTo>
                    <a:lnTo>
                      <a:pt x="2633" y="2403"/>
                    </a:lnTo>
                    <a:cubicBezTo>
                      <a:pt x="2636" y="2403"/>
                      <a:pt x="2643" y="2408"/>
                      <a:pt x="2650" y="2413"/>
                    </a:cubicBezTo>
                    <a:cubicBezTo>
                      <a:pt x="2659" y="2418"/>
                      <a:pt x="2668" y="2424"/>
                      <a:pt x="2672" y="2424"/>
                    </a:cubicBezTo>
                    <a:cubicBezTo>
                      <a:pt x="2675" y="2424"/>
                      <a:pt x="2676" y="2422"/>
                      <a:pt x="2674" y="2417"/>
                    </a:cubicBezTo>
                    <a:cubicBezTo>
                      <a:pt x="2682" y="2406"/>
                      <a:pt x="2693" y="2397"/>
                      <a:pt x="2706" y="2391"/>
                    </a:cubicBezTo>
                    <a:cubicBezTo>
                      <a:pt x="2714" y="2386"/>
                      <a:pt x="2723" y="2383"/>
                      <a:pt x="2729" y="2383"/>
                    </a:cubicBezTo>
                    <a:cubicBezTo>
                      <a:pt x="2734" y="2383"/>
                      <a:pt x="2739" y="2385"/>
                      <a:pt x="2741" y="2390"/>
                    </a:cubicBezTo>
                    <a:lnTo>
                      <a:pt x="2760" y="2383"/>
                    </a:lnTo>
                    <a:cubicBezTo>
                      <a:pt x="2755" y="2371"/>
                      <a:pt x="2773" y="2362"/>
                      <a:pt x="2790" y="2352"/>
                    </a:cubicBezTo>
                    <a:cubicBezTo>
                      <a:pt x="2801" y="2347"/>
                      <a:pt x="2809" y="2343"/>
                      <a:pt x="2815" y="2343"/>
                    </a:cubicBezTo>
                    <a:cubicBezTo>
                      <a:pt x="2818" y="2343"/>
                      <a:pt x="2821" y="2344"/>
                      <a:pt x="2824" y="2349"/>
                    </a:cubicBezTo>
                    <a:cubicBezTo>
                      <a:pt x="2823" y="2355"/>
                      <a:pt x="2824" y="2358"/>
                      <a:pt x="2826" y="2358"/>
                    </a:cubicBezTo>
                    <a:cubicBezTo>
                      <a:pt x="2829" y="2358"/>
                      <a:pt x="2835" y="2351"/>
                      <a:pt x="2842" y="2338"/>
                    </a:cubicBezTo>
                    <a:cubicBezTo>
                      <a:pt x="2851" y="2332"/>
                      <a:pt x="2845" y="2305"/>
                      <a:pt x="2854" y="2301"/>
                    </a:cubicBezTo>
                    <a:cubicBezTo>
                      <a:pt x="2848" y="2291"/>
                      <a:pt x="2849" y="2277"/>
                      <a:pt x="2858" y="2268"/>
                    </a:cubicBezTo>
                    <a:lnTo>
                      <a:pt x="2864" y="2279"/>
                    </a:lnTo>
                    <a:lnTo>
                      <a:pt x="2879" y="2300"/>
                    </a:lnTo>
                    <a:cubicBezTo>
                      <a:pt x="2887" y="2294"/>
                      <a:pt x="2895" y="2287"/>
                      <a:pt x="2888" y="2277"/>
                    </a:cubicBezTo>
                    <a:lnTo>
                      <a:pt x="2888" y="2277"/>
                    </a:lnTo>
                    <a:cubicBezTo>
                      <a:pt x="2892" y="2278"/>
                      <a:pt x="2895" y="2279"/>
                      <a:pt x="2898" y="2279"/>
                    </a:cubicBezTo>
                    <a:cubicBezTo>
                      <a:pt x="2908" y="2279"/>
                      <a:pt x="2915" y="2273"/>
                      <a:pt x="2928" y="2264"/>
                    </a:cubicBezTo>
                    <a:cubicBezTo>
                      <a:pt x="2944" y="2250"/>
                      <a:pt x="2961" y="2238"/>
                      <a:pt x="2960" y="2222"/>
                    </a:cubicBezTo>
                    <a:lnTo>
                      <a:pt x="2960" y="2222"/>
                    </a:lnTo>
                    <a:cubicBezTo>
                      <a:pt x="2963" y="2224"/>
                      <a:pt x="2966" y="2225"/>
                      <a:pt x="2970" y="2225"/>
                    </a:cubicBezTo>
                    <a:cubicBezTo>
                      <a:pt x="2995" y="2225"/>
                      <a:pt x="3029" y="2189"/>
                      <a:pt x="3020" y="2167"/>
                    </a:cubicBezTo>
                    <a:cubicBezTo>
                      <a:pt x="3012" y="2159"/>
                      <a:pt x="3017" y="2153"/>
                      <a:pt x="3031" y="2153"/>
                    </a:cubicBezTo>
                    <a:cubicBezTo>
                      <a:pt x="3032" y="2153"/>
                      <a:pt x="3034" y="2153"/>
                      <a:pt x="3035" y="2153"/>
                    </a:cubicBezTo>
                    <a:cubicBezTo>
                      <a:pt x="3038" y="2153"/>
                      <a:pt x="3041" y="2153"/>
                      <a:pt x="3043" y="2153"/>
                    </a:cubicBezTo>
                    <a:cubicBezTo>
                      <a:pt x="3050" y="2153"/>
                      <a:pt x="3050" y="2151"/>
                      <a:pt x="3048" y="2138"/>
                    </a:cubicBezTo>
                    <a:cubicBezTo>
                      <a:pt x="3047" y="2127"/>
                      <a:pt x="3056" y="2124"/>
                      <a:pt x="3067" y="2124"/>
                    </a:cubicBezTo>
                    <a:cubicBezTo>
                      <a:pt x="3070" y="2124"/>
                      <a:pt x="3074" y="2124"/>
                      <a:pt x="3078" y="2125"/>
                    </a:cubicBezTo>
                    <a:cubicBezTo>
                      <a:pt x="3086" y="2127"/>
                      <a:pt x="3092" y="2129"/>
                      <a:pt x="3096" y="2129"/>
                    </a:cubicBezTo>
                    <a:cubicBezTo>
                      <a:pt x="3107" y="2129"/>
                      <a:pt x="3110" y="2121"/>
                      <a:pt x="3109" y="2109"/>
                    </a:cubicBezTo>
                    <a:cubicBezTo>
                      <a:pt x="3112" y="2092"/>
                      <a:pt x="3120" y="2075"/>
                      <a:pt x="3132" y="2062"/>
                    </a:cubicBezTo>
                    <a:cubicBezTo>
                      <a:pt x="3134" y="2039"/>
                      <a:pt x="3140" y="2031"/>
                      <a:pt x="3127" y="2031"/>
                    </a:cubicBezTo>
                    <a:cubicBezTo>
                      <a:pt x="3126" y="2031"/>
                      <a:pt x="3125" y="2031"/>
                      <a:pt x="3124" y="2031"/>
                    </a:cubicBezTo>
                    <a:cubicBezTo>
                      <a:pt x="3118" y="2024"/>
                      <a:pt x="3113" y="2016"/>
                      <a:pt x="3111" y="2007"/>
                    </a:cubicBezTo>
                    <a:cubicBezTo>
                      <a:pt x="3112" y="1996"/>
                      <a:pt x="3115" y="1992"/>
                      <a:pt x="3117" y="1992"/>
                    </a:cubicBezTo>
                    <a:lnTo>
                      <a:pt x="3117" y="1992"/>
                    </a:lnTo>
                    <a:cubicBezTo>
                      <a:pt x="3119" y="1992"/>
                      <a:pt x="3119" y="1995"/>
                      <a:pt x="3117" y="1999"/>
                    </a:cubicBezTo>
                    <a:cubicBezTo>
                      <a:pt x="3115" y="2013"/>
                      <a:pt x="3117" y="2016"/>
                      <a:pt x="3122" y="2016"/>
                    </a:cubicBezTo>
                    <a:cubicBezTo>
                      <a:pt x="3125" y="2016"/>
                      <a:pt x="3130" y="2014"/>
                      <a:pt x="3137" y="2014"/>
                    </a:cubicBezTo>
                    <a:cubicBezTo>
                      <a:pt x="3154" y="2014"/>
                      <a:pt x="3165" y="1997"/>
                      <a:pt x="3170" y="1988"/>
                    </a:cubicBezTo>
                    <a:cubicBezTo>
                      <a:pt x="3176" y="1980"/>
                      <a:pt x="3188" y="1963"/>
                      <a:pt x="3194" y="1954"/>
                    </a:cubicBezTo>
                    <a:cubicBezTo>
                      <a:pt x="3221" y="1935"/>
                      <a:pt x="3226" y="1926"/>
                      <a:pt x="3215" y="1920"/>
                    </a:cubicBezTo>
                    <a:lnTo>
                      <a:pt x="3204" y="1913"/>
                    </a:lnTo>
                    <a:lnTo>
                      <a:pt x="3204" y="1913"/>
                    </a:lnTo>
                    <a:cubicBezTo>
                      <a:pt x="3205" y="1913"/>
                      <a:pt x="3206" y="1913"/>
                      <a:pt x="3206" y="1913"/>
                    </a:cubicBezTo>
                    <a:cubicBezTo>
                      <a:pt x="3235" y="1913"/>
                      <a:pt x="3287" y="1818"/>
                      <a:pt x="3269" y="1798"/>
                    </a:cubicBezTo>
                    <a:lnTo>
                      <a:pt x="3269" y="1798"/>
                    </a:lnTo>
                    <a:cubicBezTo>
                      <a:pt x="3272" y="1799"/>
                      <a:pt x="3276" y="1801"/>
                      <a:pt x="3280" y="1803"/>
                    </a:cubicBezTo>
                    <a:cubicBezTo>
                      <a:pt x="3283" y="1805"/>
                      <a:pt x="3285" y="1805"/>
                      <a:pt x="3287" y="1805"/>
                    </a:cubicBezTo>
                    <a:cubicBezTo>
                      <a:pt x="3294" y="1805"/>
                      <a:pt x="3298" y="1796"/>
                      <a:pt x="3306" y="1782"/>
                    </a:cubicBezTo>
                    <a:cubicBezTo>
                      <a:pt x="3310" y="1773"/>
                      <a:pt x="3317" y="1730"/>
                      <a:pt x="3329" y="1702"/>
                    </a:cubicBezTo>
                    <a:cubicBezTo>
                      <a:pt x="3347" y="1664"/>
                      <a:pt x="3359" y="1636"/>
                      <a:pt x="3347" y="1631"/>
                    </a:cubicBezTo>
                    <a:cubicBezTo>
                      <a:pt x="3350" y="1625"/>
                      <a:pt x="3351" y="1623"/>
                      <a:pt x="3354" y="1623"/>
                    </a:cubicBezTo>
                    <a:cubicBezTo>
                      <a:pt x="3356" y="1623"/>
                      <a:pt x="3358" y="1624"/>
                      <a:pt x="3363" y="1626"/>
                    </a:cubicBezTo>
                    <a:cubicBezTo>
                      <a:pt x="3366" y="1632"/>
                      <a:pt x="3368" y="1634"/>
                      <a:pt x="3370" y="1634"/>
                    </a:cubicBezTo>
                    <a:cubicBezTo>
                      <a:pt x="3374" y="1634"/>
                      <a:pt x="3376" y="1628"/>
                      <a:pt x="3379" y="1622"/>
                    </a:cubicBezTo>
                    <a:cubicBezTo>
                      <a:pt x="3382" y="1613"/>
                      <a:pt x="3371" y="1607"/>
                      <a:pt x="3360" y="1603"/>
                    </a:cubicBezTo>
                    <a:cubicBezTo>
                      <a:pt x="3347" y="1598"/>
                      <a:pt x="3352" y="1588"/>
                      <a:pt x="3371" y="1575"/>
                    </a:cubicBezTo>
                    <a:cubicBezTo>
                      <a:pt x="3392" y="1554"/>
                      <a:pt x="3403" y="1526"/>
                      <a:pt x="3401" y="1497"/>
                    </a:cubicBezTo>
                    <a:cubicBezTo>
                      <a:pt x="3405" y="1490"/>
                      <a:pt x="3408" y="1482"/>
                      <a:pt x="3416" y="1482"/>
                    </a:cubicBezTo>
                    <a:cubicBezTo>
                      <a:pt x="3417" y="1482"/>
                      <a:pt x="3419" y="1482"/>
                      <a:pt x="3421" y="1483"/>
                    </a:cubicBezTo>
                    <a:cubicBezTo>
                      <a:pt x="3436" y="1478"/>
                      <a:pt x="3455" y="1462"/>
                      <a:pt x="3439" y="1434"/>
                    </a:cubicBezTo>
                    <a:cubicBezTo>
                      <a:pt x="3441" y="1429"/>
                      <a:pt x="3442" y="1427"/>
                      <a:pt x="3445" y="1427"/>
                    </a:cubicBezTo>
                    <a:cubicBezTo>
                      <a:pt x="3447" y="1427"/>
                      <a:pt x="3450" y="1428"/>
                      <a:pt x="3455" y="1429"/>
                    </a:cubicBezTo>
                    <a:cubicBezTo>
                      <a:pt x="3470" y="1424"/>
                      <a:pt x="3482" y="1429"/>
                      <a:pt x="3462" y="1410"/>
                    </a:cubicBezTo>
                    <a:cubicBezTo>
                      <a:pt x="3458" y="1384"/>
                      <a:pt x="3467" y="1358"/>
                      <a:pt x="3487" y="1341"/>
                    </a:cubicBezTo>
                    <a:cubicBezTo>
                      <a:pt x="3491" y="1332"/>
                      <a:pt x="3494" y="1322"/>
                      <a:pt x="3483" y="1318"/>
                    </a:cubicBezTo>
                    <a:cubicBezTo>
                      <a:pt x="3474" y="1315"/>
                      <a:pt x="3465" y="1312"/>
                      <a:pt x="3466" y="1312"/>
                    </a:cubicBezTo>
                    <a:lnTo>
                      <a:pt x="3466" y="1312"/>
                    </a:lnTo>
                    <a:cubicBezTo>
                      <a:pt x="3466" y="1312"/>
                      <a:pt x="3467" y="1312"/>
                      <a:pt x="3471" y="1313"/>
                    </a:cubicBezTo>
                    <a:cubicBezTo>
                      <a:pt x="3498" y="1312"/>
                      <a:pt x="3498" y="1313"/>
                      <a:pt x="3477" y="1294"/>
                    </a:cubicBezTo>
                    <a:cubicBezTo>
                      <a:pt x="3468" y="1291"/>
                      <a:pt x="3469" y="1284"/>
                      <a:pt x="3477" y="1284"/>
                    </a:cubicBezTo>
                    <a:lnTo>
                      <a:pt x="3477" y="1284"/>
                    </a:lnTo>
                    <a:cubicBezTo>
                      <a:pt x="3478" y="1284"/>
                      <a:pt x="3480" y="1284"/>
                      <a:pt x="3482" y="1284"/>
                    </a:cubicBezTo>
                    <a:cubicBezTo>
                      <a:pt x="3490" y="1283"/>
                      <a:pt x="3496" y="1278"/>
                      <a:pt x="3501" y="1270"/>
                    </a:cubicBezTo>
                    <a:cubicBezTo>
                      <a:pt x="3508" y="1232"/>
                      <a:pt x="3517" y="1195"/>
                      <a:pt x="3529" y="1159"/>
                    </a:cubicBezTo>
                    <a:cubicBezTo>
                      <a:pt x="3559" y="1081"/>
                      <a:pt x="3572" y="1052"/>
                      <a:pt x="3559" y="1048"/>
                    </a:cubicBezTo>
                    <a:cubicBezTo>
                      <a:pt x="3551" y="1033"/>
                      <a:pt x="3551" y="1033"/>
                      <a:pt x="3567" y="1028"/>
                    </a:cubicBezTo>
                    <a:cubicBezTo>
                      <a:pt x="3579" y="1024"/>
                      <a:pt x="3588" y="1015"/>
                      <a:pt x="3591" y="1004"/>
                    </a:cubicBezTo>
                    <a:cubicBezTo>
                      <a:pt x="3594" y="996"/>
                      <a:pt x="3598" y="988"/>
                      <a:pt x="3605" y="988"/>
                    </a:cubicBezTo>
                    <a:cubicBezTo>
                      <a:pt x="3607" y="988"/>
                      <a:pt x="3609" y="989"/>
                      <a:pt x="3611" y="990"/>
                    </a:cubicBezTo>
                    <a:cubicBezTo>
                      <a:pt x="3604" y="975"/>
                      <a:pt x="3604" y="975"/>
                      <a:pt x="3607" y="966"/>
                    </a:cubicBezTo>
                    <a:lnTo>
                      <a:pt x="3607" y="966"/>
                    </a:lnTo>
                    <a:cubicBezTo>
                      <a:pt x="3610" y="967"/>
                      <a:pt x="3611" y="967"/>
                      <a:pt x="3613" y="967"/>
                    </a:cubicBezTo>
                    <a:cubicBezTo>
                      <a:pt x="3621" y="967"/>
                      <a:pt x="3622" y="959"/>
                      <a:pt x="3616" y="947"/>
                    </a:cubicBezTo>
                    <a:cubicBezTo>
                      <a:pt x="3605" y="935"/>
                      <a:pt x="3601" y="930"/>
                      <a:pt x="3603" y="930"/>
                    </a:cubicBezTo>
                    <a:lnTo>
                      <a:pt x="3603" y="930"/>
                    </a:lnTo>
                    <a:cubicBezTo>
                      <a:pt x="3605" y="930"/>
                      <a:pt x="3611" y="933"/>
                      <a:pt x="3621" y="937"/>
                    </a:cubicBezTo>
                    <a:cubicBezTo>
                      <a:pt x="3622" y="937"/>
                      <a:pt x="3623" y="938"/>
                      <a:pt x="3625" y="938"/>
                    </a:cubicBezTo>
                    <a:cubicBezTo>
                      <a:pt x="3636" y="938"/>
                      <a:pt x="3652" y="923"/>
                      <a:pt x="3644" y="923"/>
                    </a:cubicBezTo>
                    <a:lnTo>
                      <a:pt x="3644" y="923"/>
                    </a:lnTo>
                    <a:cubicBezTo>
                      <a:pt x="3643" y="923"/>
                      <a:pt x="3642" y="923"/>
                      <a:pt x="3641" y="923"/>
                    </a:cubicBezTo>
                    <a:cubicBezTo>
                      <a:pt x="3630" y="918"/>
                      <a:pt x="3639" y="900"/>
                      <a:pt x="3632" y="884"/>
                    </a:cubicBezTo>
                    <a:cubicBezTo>
                      <a:pt x="3636" y="877"/>
                      <a:pt x="3639" y="869"/>
                      <a:pt x="3646" y="869"/>
                    </a:cubicBezTo>
                    <a:cubicBezTo>
                      <a:pt x="3648" y="869"/>
                      <a:pt x="3650" y="870"/>
                      <a:pt x="3652" y="871"/>
                    </a:cubicBezTo>
                    <a:cubicBezTo>
                      <a:pt x="3668" y="867"/>
                      <a:pt x="3680" y="816"/>
                      <a:pt x="3675" y="800"/>
                    </a:cubicBezTo>
                    <a:cubicBezTo>
                      <a:pt x="3666" y="796"/>
                      <a:pt x="3667" y="789"/>
                      <a:pt x="3673" y="789"/>
                    </a:cubicBezTo>
                    <a:lnTo>
                      <a:pt x="3673" y="789"/>
                    </a:lnTo>
                    <a:cubicBezTo>
                      <a:pt x="3675" y="789"/>
                      <a:pt x="3678" y="790"/>
                      <a:pt x="3680" y="791"/>
                    </a:cubicBezTo>
                    <a:cubicBezTo>
                      <a:pt x="3682" y="792"/>
                      <a:pt x="3684" y="793"/>
                      <a:pt x="3686" y="793"/>
                    </a:cubicBezTo>
                    <a:cubicBezTo>
                      <a:pt x="3693" y="793"/>
                      <a:pt x="3697" y="786"/>
                      <a:pt x="3700" y="779"/>
                    </a:cubicBezTo>
                    <a:cubicBezTo>
                      <a:pt x="3698" y="772"/>
                      <a:pt x="3699" y="769"/>
                      <a:pt x="3702" y="769"/>
                    </a:cubicBezTo>
                    <a:cubicBezTo>
                      <a:pt x="3705" y="769"/>
                      <a:pt x="3711" y="772"/>
                      <a:pt x="3717" y="775"/>
                    </a:cubicBezTo>
                    <a:cubicBezTo>
                      <a:pt x="3719" y="781"/>
                      <a:pt x="3721" y="783"/>
                      <a:pt x="3723" y="783"/>
                    </a:cubicBezTo>
                    <a:cubicBezTo>
                      <a:pt x="3727" y="783"/>
                      <a:pt x="3731" y="775"/>
                      <a:pt x="3739" y="764"/>
                    </a:cubicBezTo>
                    <a:cubicBezTo>
                      <a:pt x="3733" y="749"/>
                      <a:pt x="3753" y="713"/>
                      <a:pt x="3771" y="687"/>
                    </a:cubicBezTo>
                    <a:cubicBezTo>
                      <a:pt x="3798" y="643"/>
                      <a:pt x="3796" y="629"/>
                      <a:pt x="3787" y="596"/>
                    </a:cubicBezTo>
                    <a:lnTo>
                      <a:pt x="3772" y="573"/>
                    </a:lnTo>
                    <a:lnTo>
                      <a:pt x="3792" y="587"/>
                    </a:lnTo>
                    <a:cubicBezTo>
                      <a:pt x="3805" y="593"/>
                      <a:pt x="3817" y="598"/>
                      <a:pt x="3829" y="601"/>
                    </a:cubicBezTo>
                    <a:cubicBezTo>
                      <a:pt x="3836" y="593"/>
                      <a:pt x="3826" y="585"/>
                      <a:pt x="3816" y="577"/>
                    </a:cubicBezTo>
                    <a:cubicBezTo>
                      <a:pt x="3806" y="570"/>
                      <a:pt x="3812" y="561"/>
                      <a:pt x="3835" y="552"/>
                    </a:cubicBezTo>
                    <a:cubicBezTo>
                      <a:pt x="3857" y="544"/>
                      <a:pt x="3864" y="536"/>
                      <a:pt x="3862" y="520"/>
                    </a:cubicBezTo>
                    <a:cubicBezTo>
                      <a:pt x="3869" y="510"/>
                      <a:pt x="3880" y="503"/>
                      <a:pt x="3892" y="503"/>
                    </a:cubicBezTo>
                    <a:cubicBezTo>
                      <a:pt x="3899" y="495"/>
                      <a:pt x="3899" y="495"/>
                      <a:pt x="3889" y="487"/>
                    </a:cubicBezTo>
                    <a:cubicBezTo>
                      <a:pt x="3880" y="479"/>
                      <a:pt x="3886" y="472"/>
                      <a:pt x="3900" y="472"/>
                    </a:cubicBezTo>
                    <a:cubicBezTo>
                      <a:pt x="3901" y="472"/>
                      <a:pt x="3902" y="472"/>
                      <a:pt x="3903" y="472"/>
                    </a:cubicBezTo>
                    <a:cubicBezTo>
                      <a:pt x="3907" y="473"/>
                      <a:pt x="3911" y="474"/>
                      <a:pt x="3915" y="474"/>
                    </a:cubicBezTo>
                    <a:cubicBezTo>
                      <a:pt x="3935" y="474"/>
                      <a:pt x="3949" y="457"/>
                      <a:pt x="3941" y="449"/>
                    </a:cubicBezTo>
                    <a:cubicBezTo>
                      <a:pt x="3932" y="440"/>
                      <a:pt x="3940" y="434"/>
                      <a:pt x="3948" y="426"/>
                    </a:cubicBezTo>
                    <a:cubicBezTo>
                      <a:pt x="3957" y="419"/>
                      <a:pt x="3963" y="407"/>
                      <a:pt x="3963" y="394"/>
                    </a:cubicBezTo>
                    <a:cubicBezTo>
                      <a:pt x="3970" y="388"/>
                      <a:pt x="3978" y="380"/>
                      <a:pt x="3978" y="380"/>
                    </a:cubicBezTo>
                    <a:cubicBezTo>
                      <a:pt x="3980" y="379"/>
                      <a:pt x="3981" y="378"/>
                      <a:pt x="3982" y="378"/>
                    </a:cubicBezTo>
                    <a:lnTo>
                      <a:pt x="3982" y="378"/>
                    </a:lnTo>
                    <a:cubicBezTo>
                      <a:pt x="3986" y="378"/>
                      <a:pt x="3985" y="391"/>
                      <a:pt x="3978" y="397"/>
                    </a:cubicBezTo>
                    <a:lnTo>
                      <a:pt x="3995" y="399"/>
                    </a:lnTo>
                    <a:cubicBezTo>
                      <a:pt x="4011" y="386"/>
                      <a:pt x="4019" y="379"/>
                      <a:pt x="4019" y="362"/>
                    </a:cubicBezTo>
                    <a:cubicBezTo>
                      <a:pt x="4014" y="348"/>
                      <a:pt x="4013" y="342"/>
                      <a:pt x="4014" y="342"/>
                    </a:cubicBezTo>
                    <a:lnTo>
                      <a:pt x="4014" y="342"/>
                    </a:lnTo>
                    <a:cubicBezTo>
                      <a:pt x="4016" y="342"/>
                      <a:pt x="4020" y="346"/>
                      <a:pt x="4028" y="355"/>
                    </a:cubicBezTo>
                    <a:cubicBezTo>
                      <a:pt x="4032" y="360"/>
                      <a:pt x="4037" y="364"/>
                      <a:pt x="4042" y="364"/>
                    </a:cubicBezTo>
                    <a:cubicBezTo>
                      <a:pt x="4047" y="364"/>
                      <a:pt x="4051" y="360"/>
                      <a:pt x="4051" y="352"/>
                    </a:cubicBezTo>
                    <a:cubicBezTo>
                      <a:pt x="4047" y="337"/>
                      <a:pt x="4051" y="332"/>
                      <a:pt x="4056" y="332"/>
                    </a:cubicBezTo>
                    <a:cubicBezTo>
                      <a:pt x="4061" y="332"/>
                      <a:pt x="4066" y="335"/>
                      <a:pt x="4069" y="340"/>
                    </a:cubicBezTo>
                    <a:cubicBezTo>
                      <a:pt x="4072" y="351"/>
                      <a:pt x="4073" y="358"/>
                      <a:pt x="4076" y="358"/>
                    </a:cubicBezTo>
                    <a:cubicBezTo>
                      <a:pt x="4079" y="358"/>
                      <a:pt x="4083" y="347"/>
                      <a:pt x="4094" y="322"/>
                    </a:cubicBezTo>
                    <a:cubicBezTo>
                      <a:pt x="4112" y="310"/>
                      <a:pt x="4140" y="276"/>
                      <a:pt x="4169" y="261"/>
                    </a:cubicBezTo>
                    <a:cubicBezTo>
                      <a:pt x="4197" y="245"/>
                      <a:pt x="4216" y="237"/>
                      <a:pt x="4229" y="237"/>
                    </a:cubicBezTo>
                    <a:cubicBezTo>
                      <a:pt x="4234" y="237"/>
                      <a:pt x="4238" y="238"/>
                      <a:pt x="4242" y="240"/>
                    </a:cubicBezTo>
                    <a:cubicBezTo>
                      <a:pt x="4242" y="241"/>
                      <a:pt x="4243" y="242"/>
                      <a:pt x="4243" y="243"/>
                    </a:cubicBezTo>
                    <a:lnTo>
                      <a:pt x="4243" y="243"/>
                    </a:lnTo>
                    <a:cubicBezTo>
                      <a:pt x="4239" y="227"/>
                      <a:pt x="4249" y="222"/>
                      <a:pt x="4275" y="212"/>
                    </a:cubicBezTo>
                    <a:cubicBezTo>
                      <a:pt x="4278" y="212"/>
                      <a:pt x="4280" y="212"/>
                      <a:pt x="4283" y="212"/>
                    </a:cubicBezTo>
                    <a:cubicBezTo>
                      <a:pt x="4305" y="212"/>
                      <a:pt x="4324" y="199"/>
                      <a:pt x="4332" y="179"/>
                    </a:cubicBezTo>
                    <a:lnTo>
                      <a:pt x="4332" y="179"/>
                    </a:lnTo>
                    <a:lnTo>
                      <a:pt x="4312" y="186"/>
                    </a:lnTo>
                    <a:cubicBezTo>
                      <a:pt x="4307" y="169"/>
                      <a:pt x="4310" y="162"/>
                      <a:pt x="4323" y="162"/>
                    </a:cubicBezTo>
                    <a:cubicBezTo>
                      <a:pt x="4327" y="162"/>
                      <a:pt x="4333" y="163"/>
                      <a:pt x="4340" y="165"/>
                    </a:cubicBezTo>
                    <a:cubicBezTo>
                      <a:pt x="4341" y="165"/>
                      <a:pt x="4342" y="164"/>
                      <a:pt x="4343" y="164"/>
                    </a:cubicBezTo>
                    <a:cubicBezTo>
                      <a:pt x="4351" y="164"/>
                      <a:pt x="4354" y="176"/>
                      <a:pt x="4357" y="186"/>
                    </a:cubicBezTo>
                    <a:cubicBezTo>
                      <a:pt x="4360" y="198"/>
                      <a:pt x="4372" y="206"/>
                      <a:pt x="4384" y="206"/>
                    </a:cubicBezTo>
                    <a:cubicBezTo>
                      <a:pt x="4394" y="204"/>
                      <a:pt x="4404" y="201"/>
                      <a:pt x="4391" y="192"/>
                    </a:cubicBezTo>
                    <a:cubicBezTo>
                      <a:pt x="4388" y="179"/>
                      <a:pt x="4388" y="179"/>
                      <a:pt x="4399" y="176"/>
                    </a:cubicBezTo>
                    <a:cubicBezTo>
                      <a:pt x="4411" y="175"/>
                      <a:pt x="4421" y="168"/>
                      <a:pt x="4428" y="158"/>
                    </a:cubicBezTo>
                    <a:cubicBezTo>
                      <a:pt x="4425" y="146"/>
                      <a:pt x="4437" y="145"/>
                      <a:pt x="4447" y="142"/>
                    </a:cubicBezTo>
                    <a:cubicBezTo>
                      <a:pt x="4455" y="148"/>
                      <a:pt x="4464" y="151"/>
                      <a:pt x="4474" y="151"/>
                    </a:cubicBezTo>
                    <a:cubicBezTo>
                      <a:pt x="4476" y="151"/>
                      <a:pt x="4479" y="151"/>
                      <a:pt x="4481" y="150"/>
                    </a:cubicBezTo>
                    <a:lnTo>
                      <a:pt x="4483" y="162"/>
                    </a:lnTo>
                    <a:cubicBezTo>
                      <a:pt x="4485" y="171"/>
                      <a:pt x="4489" y="180"/>
                      <a:pt x="4496" y="186"/>
                    </a:cubicBezTo>
                    <a:cubicBezTo>
                      <a:pt x="4506" y="186"/>
                      <a:pt x="4505" y="174"/>
                      <a:pt x="4505" y="174"/>
                    </a:cubicBezTo>
                    <a:cubicBezTo>
                      <a:pt x="4504" y="169"/>
                      <a:pt x="4556" y="160"/>
                      <a:pt x="4616" y="160"/>
                    </a:cubicBezTo>
                    <a:cubicBezTo>
                      <a:pt x="4622" y="160"/>
                      <a:pt x="4628" y="160"/>
                      <a:pt x="4635" y="160"/>
                    </a:cubicBezTo>
                    <a:cubicBezTo>
                      <a:pt x="4669" y="161"/>
                      <a:pt x="4703" y="166"/>
                      <a:pt x="4731" y="168"/>
                    </a:cubicBezTo>
                    <a:lnTo>
                      <a:pt x="4789" y="179"/>
                    </a:lnTo>
                    <a:cubicBezTo>
                      <a:pt x="4800" y="189"/>
                      <a:pt x="4817" y="196"/>
                      <a:pt x="4825" y="196"/>
                    </a:cubicBezTo>
                    <a:cubicBezTo>
                      <a:pt x="4830" y="196"/>
                      <a:pt x="4832" y="194"/>
                      <a:pt x="4829" y="188"/>
                    </a:cubicBezTo>
                    <a:cubicBezTo>
                      <a:pt x="4830" y="185"/>
                      <a:pt x="4834" y="183"/>
                      <a:pt x="4842" y="183"/>
                    </a:cubicBezTo>
                    <a:cubicBezTo>
                      <a:pt x="4861" y="183"/>
                      <a:pt x="4900" y="194"/>
                      <a:pt x="4944" y="210"/>
                    </a:cubicBezTo>
                    <a:cubicBezTo>
                      <a:pt x="5002" y="230"/>
                      <a:pt x="5045" y="249"/>
                      <a:pt x="5061" y="249"/>
                    </a:cubicBezTo>
                    <a:cubicBezTo>
                      <a:pt x="5064" y="249"/>
                      <a:pt x="5067" y="249"/>
                      <a:pt x="5068" y="247"/>
                    </a:cubicBezTo>
                    <a:lnTo>
                      <a:pt x="5097" y="260"/>
                    </a:lnTo>
                    <a:cubicBezTo>
                      <a:pt x="5116" y="269"/>
                      <a:pt x="5140" y="269"/>
                      <a:pt x="5149" y="273"/>
                    </a:cubicBezTo>
                    <a:cubicBezTo>
                      <a:pt x="5154" y="272"/>
                      <a:pt x="5158" y="271"/>
                      <a:pt x="5161" y="271"/>
                    </a:cubicBezTo>
                    <a:cubicBezTo>
                      <a:pt x="5169" y="271"/>
                      <a:pt x="5171" y="275"/>
                      <a:pt x="5159" y="279"/>
                    </a:cubicBezTo>
                    <a:cubicBezTo>
                      <a:pt x="5153" y="290"/>
                      <a:pt x="5147" y="301"/>
                      <a:pt x="5156" y="306"/>
                    </a:cubicBezTo>
                    <a:cubicBezTo>
                      <a:pt x="5162" y="309"/>
                      <a:pt x="5166" y="310"/>
                      <a:pt x="5170" y="310"/>
                    </a:cubicBezTo>
                    <a:cubicBezTo>
                      <a:pt x="5179" y="310"/>
                      <a:pt x="5183" y="303"/>
                      <a:pt x="5188" y="295"/>
                    </a:cubicBezTo>
                    <a:cubicBezTo>
                      <a:pt x="5189" y="291"/>
                      <a:pt x="5194" y="288"/>
                      <a:pt x="5198" y="288"/>
                    </a:cubicBezTo>
                    <a:cubicBezTo>
                      <a:pt x="5200" y="288"/>
                      <a:pt x="5202" y="288"/>
                      <a:pt x="5203" y="289"/>
                    </a:cubicBezTo>
                    <a:cubicBezTo>
                      <a:pt x="5212" y="296"/>
                      <a:pt x="5212" y="296"/>
                      <a:pt x="5205" y="306"/>
                    </a:cubicBezTo>
                    <a:lnTo>
                      <a:pt x="5193" y="327"/>
                    </a:lnTo>
                    <a:lnTo>
                      <a:pt x="5202" y="333"/>
                    </a:lnTo>
                    <a:cubicBezTo>
                      <a:pt x="5204" y="329"/>
                      <a:pt x="5208" y="327"/>
                      <a:pt x="5212" y="327"/>
                    </a:cubicBezTo>
                    <a:cubicBezTo>
                      <a:pt x="5214" y="327"/>
                      <a:pt x="5216" y="327"/>
                      <a:pt x="5218" y="328"/>
                    </a:cubicBezTo>
                    <a:cubicBezTo>
                      <a:pt x="5227" y="334"/>
                      <a:pt x="5227" y="334"/>
                      <a:pt x="5213" y="355"/>
                    </a:cubicBezTo>
                    <a:cubicBezTo>
                      <a:pt x="5205" y="368"/>
                      <a:pt x="5205" y="375"/>
                      <a:pt x="5211" y="375"/>
                    </a:cubicBezTo>
                    <a:cubicBezTo>
                      <a:pt x="5215" y="375"/>
                      <a:pt x="5222" y="373"/>
                      <a:pt x="5231" y="366"/>
                    </a:cubicBezTo>
                    <a:cubicBezTo>
                      <a:pt x="5239" y="366"/>
                      <a:pt x="5247" y="366"/>
                      <a:pt x="5255" y="368"/>
                    </a:cubicBezTo>
                    <a:cubicBezTo>
                      <a:pt x="5252" y="382"/>
                      <a:pt x="5260" y="386"/>
                      <a:pt x="5270" y="386"/>
                    </a:cubicBezTo>
                    <a:cubicBezTo>
                      <a:pt x="5279" y="386"/>
                      <a:pt x="5290" y="384"/>
                      <a:pt x="5297" y="382"/>
                    </a:cubicBezTo>
                    <a:lnTo>
                      <a:pt x="5297" y="382"/>
                    </a:lnTo>
                    <a:cubicBezTo>
                      <a:pt x="5293" y="400"/>
                      <a:pt x="5295" y="408"/>
                      <a:pt x="5304" y="408"/>
                    </a:cubicBezTo>
                    <a:cubicBezTo>
                      <a:pt x="5309" y="408"/>
                      <a:pt x="5315" y="406"/>
                      <a:pt x="5323" y="401"/>
                    </a:cubicBezTo>
                    <a:cubicBezTo>
                      <a:pt x="5326" y="398"/>
                      <a:pt x="5328" y="396"/>
                      <a:pt x="5330" y="396"/>
                    </a:cubicBezTo>
                    <a:cubicBezTo>
                      <a:pt x="5335" y="396"/>
                      <a:pt x="5339" y="403"/>
                      <a:pt x="5340" y="415"/>
                    </a:cubicBezTo>
                    <a:cubicBezTo>
                      <a:pt x="5340" y="430"/>
                      <a:pt x="5348" y="437"/>
                      <a:pt x="5365" y="451"/>
                    </a:cubicBezTo>
                    <a:cubicBezTo>
                      <a:pt x="5365" y="450"/>
                      <a:pt x="5366" y="450"/>
                      <a:pt x="5366" y="450"/>
                    </a:cubicBezTo>
                    <a:cubicBezTo>
                      <a:pt x="5385" y="450"/>
                      <a:pt x="5440" y="498"/>
                      <a:pt x="5497" y="557"/>
                    </a:cubicBezTo>
                    <a:cubicBezTo>
                      <a:pt x="5557" y="622"/>
                      <a:pt x="5595" y="670"/>
                      <a:pt x="5608" y="670"/>
                    </a:cubicBezTo>
                    <a:cubicBezTo>
                      <a:pt x="5609" y="670"/>
                      <a:pt x="5610" y="670"/>
                      <a:pt x="5611" y="669"/>
                    </a:cubicBezTo>
                    <a:cubicBezTo>
                      <a:pt x="5618" y="677"/>
                      <a:pt x="5618" y="677"/>
                      <a:pt x="5614" y="694"/>
                    </a:cubicBezTo>
                    <a:cubicBezTo>
                      <a:pt x="5607" y="699"/>
                      <a:pt x="5608" y="705"/>
                      <a:pt x="5620" y="705"/>
                    </a:cubicBezTo>
                    <a:cubicBezTo>
                      <a:pt x="5624" y="705"/>
                      <a:pt x="5630" y="704"/>
                      <a:pt x="5637" y="703"/>
                    </a:cubicBezTo>
                    <a:cubicBezTo>
                      <a:pt x="5645" y="703"/>
                      <a:pt x="5651" y="701"/>
                      <a:pt x="5653" y="701"/>
                    </a:cubicBezTo>
                    <a:lnTo>
                      <a:pt x="5653" y="701"/>
                    </a:lnTo>
                    <a:cubicBezTo>
                      <a:pt x="5655" y="701"/>
                      <a:pt x="5653" y="703"/>
                      <a:pt x="5644" y="710"/>
                    </a:cubicBezTo>
                    <a:cubicBezTo>
                      <a:pt x="5632" y="718"/>
                      <a:pt x="5647" y="734"/>
                      <a:pt x="5671" y="769"/>
                    </a:cubicBezTo>
                    <a:cubicBezTo>
                      <a:pt x="5688" y="792"/>
                      <a:pt x="5709" y="823"/>
                      <a:pt x="5720" y="823"/>
                    </a:cubicBezTo>
                    <a:cubicBezTo>
                      <a:pt x="5721" y="823"/>
                      <a:pt x="5722" y="823"/>
                      <a:pt x="5723" y="823"/>
                    </a:cubicBezTo>
                    <a:cubicBezTo>
                      <a:pt x="5740" y="830"/>
                      <a:pt x="5744" y="832"/>
                      <a:pt x="5738" y="832"/>
                    </a:cubicBezTo>
                    <a:cubicBezTo>
                      <a:pt x="5736" y="832"/>
                      <a:pt x="5733" y="832"/>
                      <a:pt x="5729" y="832"/>
                    </a:cubicBezTo>
                    <a:lnTo>
                      <a:pt x="5729" y="832"/>
                    </a:lnTo>
                    <a:cubicBezTo>
                      <a:pt x="5702" y="837"/>
                      <a:pt x="5721" y="886"/>
                      <a:pt x="5759" y="900"/>
                    </a:cubicBezTo>
                    <a:cubicBezTo>
                      <a:pt x="5764" y="909"/>
                      <a:pt x="5769" y="918"/>
                      <a:pt x="5759" y="925"/>
                    </a:cubicBezTo>
                    <a:cubicBezTo>
                      <a:pt x="5769" y="939"/>
                      <a:pt x="5781" y="953"/>
                      <a:pt x="5797" y="963"/>
                    </a:cubicBezTo>
                    <a:cubicBezTo>
                      <a:pt x="5802" y="972"/>
                      <a:pt x="5824" y="1007"/>
                      <a:pt x="5833" y="1025"/>
                    </a:cubicBezTo>
                    <a:cubicBezTo>
                      <a:pt x="5841" y="1039"/>
                      <a:pt x="5852" y="1049"/>
                      <a:pt x="5864" y="1057"/>
                    </a:cubicBezTo>
                    <a:lnTo>
                      <a:pt x="5870" y="1066"/>
                    </a:lnTo>
                    <a:cubicBezTo>
                      <a:pt x="5859" y="1071"/>
                      <a:pt x="5883" y="1117"/>
                      <a:pt x="5917" y="1182"/>
                    </a:cubicBezTo>
                    <a:cubicBezTo>
                      <a:pt x="5950" y="1247"/>
                      <a:pt x="5976" y="1304"/>
                      <a:pt x="5970" y="1319"/>
                    </a:cubicBezTo>
                    <a:cubicBezTo>
                      <a:pt x="5974" y="1326"/>
                      <a:pt x="5981" y="1331"/>
                      <a:pt x="5990" y="1332"/>
                    </a:cubicBezTo>
                    <a:cubicBezTo>
                      <a:pt x="5991" y="1332"/>
                      <a:pt x="5993" y="1332"/>
                      <a:pt x="5994" y="1332"/>
                    </a:cubicBezTo>
                    <a:cubicBezTo>
                      <a:pt x="6017" y="1332"/>
                      <a:pt x="6021" y="1341"/>
                      <a:pt x="6015" y="1355"/>
                    </a:cubicBezTo>
                    <a:cubicBezTo>
                      <a:pt x="5997" y="1377"/>
                      <a:pt x="6012" y="1411"/>
                      <a:pt x="6040" y="1412"/>
                    </a:cubicBezTo>
                    <a:lnTo>
                      <a:pt x="6029" y="1418"/>
                    </a:lnTo>
                    <a:cubicBezTo>
                      <a:pt x="6012" y="1436"/>
                      <a:pt x="6034" y="1459"/>
                      <a:pt x="6060" y="1459"/>
                    </a:cubicBezTo>
                    <a:cubicBezTo>
                      <a:pt x="6060" y="1459"/>
                      <a:pt x="6061" y="1459"/>
                      <a:pt x="6062" y="1459"/>
                    </a:cubicBezTo>
                    <a:lnTo>
                      <a:pt x="6062" y="1459"/>
                    </a:lnTo>
                    <a:cubicBezTo>
                      <a:pt x="6055" y="1474"/>
                      <a:pt x="6048" y="1488"/>
                      <a:pt x="6064" y="1493"/>
                    </a:cubicBezTo>
                    <a:cubicBezTo>
                      <a:pt x="6068" y="1502"/>
                      <a:pt x="6068" y="1502"/>
                      <a:pt x="6045" y="1513"/>
                    </a:cubicBezTo>
                    <a:cubicBezTo>
                      <a:pt x="6034" y="1517"/>
                      <a:pt x="6022" y="1523"/>
                      <a:pt x="6026" y="1532"/>
                    </a:cubicBezTo>
                    <a:cubicBezTo>
                      <a:pt x="6028" y="1536"/>
                      <a:pt x="6031" y="1538"/>
                      <a:pt x="6034" y="1538"/>
                    </a:cubicBezTo>
                    <a:cubicBezTo>
                      <a:pt x="6040" y="1538"/>
                      <a:pt x="6047" y="1535"/>
                      <a:pt x="6054" y="1532"/>
                    </a:cubicBezTo>
                    <a:lnTo>
                      <a:pt x="6062" y="1550"/>
                    </a:lnTo>
                    <a:cubicBezTo>
                      <a:pt x="6064" y="1554"/>
                      <a:pt x="6067" y="1556"/>
                      <a:pt x="6071" y="1556"/>
                    </a:cubicBezTo>
                    <a:cubicBezTo>
                      <a:pt x="6073" y="1556"/>
                      <a:pt x="6075" y="1556"/>
                      <a:pt x="6077" y="1554"/>
                    </a:cubicBezTo>
                    <a:cubicBezTo>
                      <a:pt x="6079" y="1554"/>
                      <a:pt x="6081" y="1553"/>
                      <a:pt x="6083" y="1553"/>
                    </a:cubicBezTo>
                    <a:cubicBezTo>
                      <a:pt x="6090" y="1553"/>
                      <a:pt x="6094" y="1561"/>
                      <a:pt x="6097" y="1569"/>
                    </a:cubicBezTo>
                    <a:cubicBezTo>
                      <a:pt x="6092" y="1571"/>
                      <a:pt x="6093" y="1573"/>
                      <a:pt x="6096" y="1573"/>
                    </a:cubicBezTo>
                    <a:cubicBezTo>
                      <a:pt x="6099" y="1573"/>
                      <a:pt x="6105" y="1571"/>
                      <a:pt x="6109" y="1563"/>
                    </a:cubicBezTo>
                    <a:cubicBezTo>
                      <a:pt x="6115" y="1560"/>
                      <a:pt x="6122" y="1557"/>
                      <a:pt x="6128" y="1557"/>
                    </a:cubicBezTo>
                    <a:cubicBezTo>
                      <a:pt x="6131" y="1557"/>
                      <a:pt x="6134" y="1559"/>
                      <a:pt x="6136" y="1562"/>
                    </a:cubicBezTo>
                    <a:lnTo>
                      <a:pt x="6159" y="1552"/>
                    </a:lnTo>
                    <a:cubicBezTo>
                      <a:pt x="6182" y="1542"/>
                      <a:pt x="6194" y="1536"/>
                      <a:pt x="6196" y="1512"/>
                    </a:cubicBezTo>
                    <a:cubicBezTo>
                      <a:pt x="6191" y="1474"/>
                      <a:pt x="6190" y="1444"/>
                      <a:pt x="6174" y="1444"/>
                    </a:cubicBezTo>
                    <a:cubicBezTo>
                      <a:pt x="6172" y="1444"/>
                      <a:pt x="6170" y="1444"/>
                      <a:pt x="6167" y="1446"/>
                    </a:cubicBezTo>
                    <a:cubicBezTo>
                      <a:pt x="6167" y="1446"/>
                      <a:pt x="6150" y="1441"/>
                      <a:pt x="6147" y="1432"/>
                    </a:cubicBezTo>
                    <a:cubicBezTo>
                      <a:pt x="6145" y="1424"/>
                      <a:pt x="6146" y="1415"/>
                      <a:pt x="6149" y="1408"/>
                    </a:cubicBezTo>
                    <a:cubicBezTo>
                      <a:pt x="6160" y="1403"/>
                      <a:pt x="6143" y="1365"/>
                      <a:pt x="6121" y="1317"/>
                    </a:cubicBezTo>
                    <a:cubicBezTo>
                      <a:pt x="6094" y="1260"/>
                      <a:pt x="6081" y="1230"/>
                      <a:pt x="6087" y="1216"/>
                    </a:cubicBezTo>
                    <a:cubicBezTo>
                      <a:pt x="6091" y="1208"/>
                      <a:pt x="6092" y="1199"/>
                      <a:pt x="6090" y="1191"/>
                    </a:cubicBezTo>
                    <a:lnTo>
                      <a:pt x="6090" y="1191"/>
                    </a:lnTo>
                    <a:cubicBezTo>
                      <a:pt x="6089" y="1192"/>
                      <a:pt x="6089" y="1192"/>
                      <a:pt x="6088" y="1192"/>
                    </a:cubicBezTo>
                    <a:cubicBezTo>
                      <a:pt x="6076" y="1192"/>
                      <a:pt x="6049" y="1136"/>
                      <a:pt x="6016" y="1072"/>
                    </a:cubicBezTo>
                    <a:cubicBezTo>
                      <a:pt x="5982" y="1008"/>
                      <a:pt x="5946" y="944"/>
                      <a:pt x="5933" y="944"/>
                    </a:cubicBezTo>
                    <a:cubicBezTo>
                      <a:pt x="5933" y="944"/>
                      <a:pt x="5932" y="944"/>
                      <a:pt x="5932" y="945"/>
                    </a:cubicBezTo>
                    <a:lnTo>
                      <a:pt x="5922" y="927"/>
                    </a:lnTo>
                    <a:cubicBezTo>
                      <a:pt x="5932" y="920"/>
                      <a:pt x="5920" y="901"/>
                      <a:pt x="5910" y="882"/>
                    </a:cubicBezTo>
                    <a:cubicBezTo>
                      <a:pt x="5897" y="874"/>
                      <a:pt x="5886" y="864"/>
                      <a:pt x="5877" y="852"/>
                    </a:cubicBezTo>
                    <a:cubicBezTo>
                      <a:pt x="5887" y="845"/>
                      <a:pt x="5881" y="836"/>
                      <a:pt x="5870" y="817"/>
                    </a:cubicBezTo>
                    <a:cubicBezTo>
                      <a:pt x="5860" y="802"/>
                      <a:pt x="5855" y="793"/>
                      <a:pt x="5848" y="793"/>
                    </a:cubicBezTo>
                    <a:cubicBezTo>
                      <a:pt x="5846" y="793"/>
                      <a:pt x="5843" y="794"/>
                      <a:pt x="5841" y="796"/>
                    </a:cubicBezTo>
                    <a:cubicBezTo>
                      <a:pt x="5835" y="787"/>
                      <a:pt x="5793" y="723"/>
                      <a:pt x="5783" y="688"/>
                    </a:cubicBezTo>
                    <a:cubicBezTo>
                      <a:pt x="5786" y="671"/>
                      <a:pt x="5770" y="670"/>
                      <a:pt x="5753" y="669"/>
                    </a:cubicBezTo>
                    <a:cubicBezTo>
                      <a:pt x="5749" y="672"/>
                      <a:pt x="5744" y="673"/>
                      <a:pt x="5739" y="673"/>
                    </a:cubicBezTo>
                    <a:cubicBezTo>
                      <a:pt x="5732" y="673"/>
                      <a:pt x="5725" y="671"/>
                      <a:pt x="5720" y="666"/>
                    </a:cubicBezTo>
                    <a:lnTo>
                      <a:pt x="5740" y="651"/>
                    </a:lnTo>
                    <a:cubicBezTo>
                      <a:pt x="5743" y="651"/>
                      <a:pt x="5746" y="652"/>
                      <a:pt x="5748" y="652"/>
                    </a:cubicBezTo>
                    <a:cubicBezTo>
                      <a:pt x="5756" y="652"/>
                      <a:pt x="5754" y="649"/>
                      <a:pt x="5742" y="634"/>
                    </a:cubicBezTo>
                    <a:lnTo>
                      <a:pt x="5729" y="616"/>
                    </a:lnTo>
                    <a:cubicBezTo>
                      <a:pt x="5728" y="617"/>
                      <a:pt x="5727" y="617"/>
                      <a:pt x="5726" y="617"/>
                    </a:cubicBezTo>
                    <a:cubicBezTo>
                      <a:pt x="5713" y="617"/>
                      <a:pt x="5681" y="575"/>
                      <a:pt x="5632" y="521"/>
                    </a:cubicBezTo>
                    <a:cubicBezTo>
                      <a:pt x="5574" y="455"/>
                      <a:pt x="5546" y="430"/>
                      <a:pt x="5535" y="430"/>
                    </a:cubicBezTo>
                    <a:cubicBezTo>
                      <a:pt x="5533" y="430"/>
                      <a:pt x="5531" y="430"/>
                      <a:pt x="5530" y="431"/>
                    </a:cubicBezTo>
                    <a:cubicBezTo>
                      <a:pt x="5528" y="434"/>
                      <a:pt x="5526" y="435"/>
                      <a:pt x="5524" y="435"/>
                    </a:cubicBezTo>
                    <a:cubicBezTo>
                      <a:pt x="5517" y="435"/>
                      <a:pt x="5509" y="424"/>
                      <a:pt x="5497" y="400"/>
                    </a:cubicBezTo>
                    <a:cubicBezTo>
                      <a:pt x="5475" y="336"/>
                      <a:pt x="5470" y="327"/>
                      <a:pt x="5459" y="327"/>
                    </a:cubicBezTo>
                    <a:cubicBezTo>
                      <a:pt x="5457" y="327"/>
                      <a:pt x="5454" y="327"/>
                      <a:pt x="5452" y="327"/>
                    </a:cubicBezTo>
                    <a:cubicBezTo>
                      <a:pt x="5461" y="335"/>
                      <a:pt x="5453" y="344"/>
                      <a:pt x="5445" y="354"/>
                    </a:cubicBezTo>
                    <a:cubicBezTo>
                      <a:pt x="5439" y="361"/>
                      <a:pt x="5434" y="365"/>
                      <a:pt x="5430" y="365"/>
                    </a:cubicBezTo>
                    <a:cubicBezTo>
                      <a:pt x="5425" y="365"/>
                      <a:pt x="5423" y="356"/>
                      <a:pt x="5427" y="340"/>
                    </a:cubicBezTo>
                    <a:cubicBezTo>
                      <a:pt x="5444" y="320"/>
                      <a:pt x="5321" y="241"/>
                      <a:pt x="5280" y="241"/>
                    </a:cubicBezTo>
                    <a:cubicBezTo>
                      <a:pt x="5276" y="241"/>
                      <a:pt x="5273" y="241"/>
                      <a:pt x="5270" y="243"/>
                    </a:cubicBezTo>
                    <a:cubicBezTo>
                      <a:pt x="5268" y="247"/>
                      <a:pt x="5266" y="250"/>
                      <a:pt x="5266" y="250"/>
                    </a:cubicBezTo>
                    <a:cubicBezTo>
                      <a:pt x="5266" y="250"/>
                      <a:pt x="5269" y="245"/>
                      <a:pt x="5277" y="232"/>
                    </a:cubicBezTo>
                    <a:cubicBezTo>
                      <a:pt x="5284" y="222"/>
                      <a:pt x="5275" y="214"/>
                      <a:pt x="5235" y="192"/>
                    </a:cubicBezTo>
                    <a:lnTo>
                      <a:pt x="5203" y="175"/>
                    </a:lnTo>
                    <a:cubicBezTo>
                      <a:pt x="5201" y="179"/>
                      <a:pt x="5197" y="181"/>
                      <a:pt x="5193" y="181"/>
                    </a:cubicBezTo>
                    <a:cubicBezTo>
                      <a:pt x="5173" y="181"/>
                      <a:pt x="5138" y="150"/>
                      <a:pt x="5142" y="142"/>
                    </a:cubicBezTo>
                    <a:cubicBezTo>
                      <a:pt x="5136" y="126"/>
                      <a:pt x="5136" y="126"/>
                      <a:pt x="5115" y="115"/>
                    </a:cubicBezTo>
                    <a:cubicBezTo>
                      <a:pt x="5110" y="116"/>
                      <a:pt x="5106" y="117"/>
                      <a:pt x="5101" y="117"/>
                    </a:cubicBezTo>
                    <a:cubicBezTo>
                      <a:pt x="5063" y="117"/>
                      <a:pt x="5023" y="89"/>
                      <a:pt x="5027" y="78"/>
                    </a:cubicBezTo>
                    <a:cubicBezTo>
                      <a:pt x="5027" y="78"/>
                      <a:pt x="5017" y="74"/>
                      <a:pt x="5005" y="71"/>
                    </a:cubicBezTo>
                    <a:cubicBezTo>
                      <a:pt x="5000" y="73"/>
                      <a:pt x="4994" y="74"/>
                      <a:pt x="4988" y="74"/>
                    </a:cubicBezTo>
                    <a:cubicBezTo>
                      <a:pt x="4977" y="74"/>
                      <a:pt x="4964" y="70"/>
                      <a:pt x="4957" y="67"/>
                    </a:cubicBezTo>
                    <a:cubicBezTo>
                      <a:pt x="4939" y="62"/>
                      <a:pt x="4928" y="58"/>
                      <a:pt x="4922" y="58"/>
                    </a:cubicBezTo>
                    <a:cubicBezTo>
                      <a:pt x="4916" y="58"/>
                      <a:pt x="4915" y="61"/>
                      <a:pt x="4919" y="68"/>
                    </a:cubicBezTo>
                    <a:cubicBezTo>
                      <a:pt x="4916" y="79"/>
                      <a:pt x="4913" y="90"/>
                      <a:pt x="4904" y="90"/>
                    </a:cubicBezTo>
                    <a:cubicBezTo>
                      <a:pt x="4903" y="90"/>
                      <a:pt x="4902" y="90"/>
                      <a:pt x="4901" y="90"/>
                    </a:cubicBezTo>
                    <a:lnTo>
                      <a:pt x="4904" y="77"/>
                    </a:lnTo>
                    <a:cubicBezTo>
                      <a:pt x="4907" y="66"/>
                      <a:pt x="4874" y="56"/>
                      <a:pt x="4828" y="46"/>
                    </a:cubicBezTo>
                    <a:cubicBezTo>
                      <a:pt x="4768" y="35"/>
                      <a:pt x="4746" y="30"/>
                      <a:pt x="4735" y="17"/>
                    </a:cubicBezTo>
                    <a:lnTo>
                      <a:pt x="4721" y="28"/>
                    </a:lnTo>
                    <a:cubicBezTo>
                      <a:pt x="4715" y="33"/>
                      <a:pt x="4709" y="36"/>
                      <a:pt x="4705" y="36"/>
                    </a:cubicBezTo>
                    <a:cubicBezTo>
                      <a:pt x="4700" y="36"/>
                      <a:pt x="4697" y="32"/>
                      <a:pt x="4698" y="26"/>
                    </a:cubicBezTo>
                    <a:cubicBezTo>
                      <a:pt x="4691" y="17"/>
                      <a:pt x="4672" y="12"/>
                      <a:pt x="4652" y="12"/>
                    </a:cubicBezTo>
                    <a:cubicBezTo>
                      <a:pt x="4638" y="12"/>
                      <a:pt x="4624" y="15"/>
                      <a:pt x="4614" y="20"/>
                    </a:cubicBezTo>
                    <a:lnTo>
                      <a:pt x="4589" y="19"/>
                    </a:lnTo>
                    <a:cubicBezTo>
                      <a:pt x="4583" y="7"/>
                      <a:pt x="4571" y="0"/>
                      <a:pt x="4560" y="0"/>
                    </a:cubicBezTo>
                    <a:close/>
                  </a:path>
                </a:pathLst>
              </a:custGeom>
              <a:solidFill>
                <a:srgbClr val="000A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0" name="Google Shape;9060;p33"/>
              <p:cNvSpPr/>
              <p:nvPr/>
            </p:nvSpPr>
            <p:spPr>
              <a:xfrm rot="-3599953">
                <a:off x="5487514" y="2466688"/>
                <a:ext cx="1042950" cy="298548"/>
              </a:xfrm>
              <a:custGeom>
                <a:avLst/>
                <a:gdLst/>
                <a:ahLst/>
                <a:cxnLst/>
                <a:rect l="l" t="t" r="r" b="b"/>
                <a:pathLst>
                  <a:path w="11654" h="3336" extrusionOk="0">
                    <a:moveTo>
                      <a:pt x="6817" y="137"/>
                    </a:moveTo>
                    <a:lnTo>
                      <a:pt x="6837" y="142"/>
                    </a:lnTo>
                    <a:cubicBezTo>
                      <a:pt x="6833" y="152"/>
                      <a:pt x="6830" y="162"/>
                      <a:pt x="6818" y="162"/>
                    </a:cubicBezTo>
                    <a:cubicBezTo>
                      <a:pt x="6815" y="162"/>
                      <a:pt x="6812" y="162"/>
                      <a:pt x="6809" y="161"/>
                    </a:cubicBezTo>
                    <a:lnTo>
                      <a:pt x="6790" y="155"/>
                    </a:lnTo>
                    <a:cubicBezTo>
                      <a:pt x="6793" y="144"/>
                      <a:pt x="6817" y="137"/>
                      <a:pt x="6817" y="137"/>
                    </a:cubicBezTo>
                    <a:close/>
                    <a:moveTo>
                      <a:pt x="6032" y="237"/>
                    </a:moveTo>
                    <a:cubicBezTo>
                      <a:pt x="6036" y="237"/>
                      <a:pt x="6037" y="240"/>
                      <a:pt x="6040" y="246"/>
                    </a:cubicBezTo>
                    <a:cubicBezTo>
                      <a:pt x="6046" y="257"/>
                      <a:pt x="6010" y="275"/>
                      <a:pt x="5992" y="284"/>
                    </a:cubicBezTo>
                    <a:cubicBezTo>
                      <a:pt x="5968" y="282"/>
                      <a:pt x="5979" y="262"/>
                      <a:pt x="5999" y="253"/>
                    </a:cubicBezTo>
                    <a:cubicBezTo>
                      <a:pt x="6018" y="242"/>
                      <a:pt x="6027" y="237"/>
                      <a:pt x="6032" y="237"/>
                    </a:cubicBezTo>
                    <a:close/>
                    <a:moveTo>
                      <a:pt x="11506" y="1138"/>
                    </a:moveTo>
                    <a:cubicBezTo>
                      <a:pt x="11510" y="1138"/>
                      <a:pt x="11515" y="1139"/>
                      <a:pt x="11521" y="1142"/>
                    </a:cubicBezTo>
                    <a:cubicBezTo>
                      <a:pt x="11569" y="1148"/>
                      <a:pt x="11563" y="1165"/>
                      <a:pt x="11526" y="1165"/>
                    </a:cubicBezTo>
                    <a:cubicBezTo>
                      <a:pt x="11521" y="1165"/>
                      <a:pt x="11515" y="1164"/>
                      <a:pt x="11509" y="1164"/>
                    </a:cubicBezTo>
                    <a:cubicBezTo>
                      <a:pt x="11495" y="1168"/>
                      <a:pt x="11486" y="1171"/>
                      <a:pt x="11483" y="1171"/>
                    </a:cubicBezTo>
                    <a:cubicBezTo>
                      <a:pt x="11477" y="1171"/>
                      <a:pt x="11480" y="1166"/>
                      <a:pt x="11487" y="1154"/>
                    </a:cubicBezTo>
                    <a:cubicBezTo>
                      <a:pt x="11492" y="1146"/>
                      <a:pt x="11497" y="1138"/>
                      <a:pt x="11506" y="1138"/>
                    </a:cubicBezTo>
                    <a:close/>
                    <a:moveTo>
                      <a:pt x="5098" y="1265"/>
                    </a:moveTo>
                    <a:cubicBezTo>
                      <a:pt x="5109" y="1270"/>
                      <a:pt x="5120" y="1276"/>
                      <a:pt x="5111" y="1294"/>
                    </a:cubicBezTo>
                    <a:lnTo>
                      <a:pt x="5091" y="1305"/>
                    </a:lnTo>
                    <a:lnTo>
                      <a:pt x="5089" y="1281"/>
                    </a:lnTo>
                    <a:lnTo>
                      <a:pt x="5098" y="1265"/>
                    </a:lnTo>
                    <a:close/>
                    <a:moveTo>
                      <a:pt x="7866" y="1388"/>
                    </a:moveTo>
                    <a:cubicBezTo>
                      <a:pt x="7875" y="1388"/>
                      <a:pt x="7880" y="1402"/>
                      <a:pt x="7880" y="1402"/>
                    </a:cubicBezTo>
                    <a:cubicBezTo>
                      <a:pt x="7887" y="1422"/>
                      <a:pt x="7887" y="1422"/>
                      <a:pt x="7874" y="1425"/>
                    </a:cubicBezTo>
                    <a:cubicBezTo>
                      <a:pt x="7874" y="1425"/>
                      <a:pt x="7873" y="1425"/>
                      <a:pt x="7871" y="1425"/>
                    </a:cubicBezTo>
                    <a:cubicBezTo>
                      <a:pt x="7867" y="1425"/>
                      <a:pt x="7860" y="1423"/>
                      <a:pt x="7857" y="1411"/>
                    </a:cubicBezTo>
                    <a:lnTo>
                      <a:pt x="7862" y="1389"/>
                    </a:lnTo>
                    <a:cubicBezTo>
                      <a:pt x="7863" y="1389"/>
                      <a:pt x="7865" y="1388"/>
                      <a:pt x="7866" y="1388"/>
                    </a:cubicBezTo>
                    <a:close/>
                    <a:moveTo>
                      <a:pt x="1271" y="1408"/>
                    </a:moveTo>
                    <a:cubicBezTo>
                      <a:pt x="1264" y="1408"/>
                      <a:pt x="1254" y="1410"/>
                      <a:pt x="1244" y="1411"/>
                    </a:cubicBezTo>
                    <a:cubicBezTo>
                      <a:pt x="1239" y="1411"/>
                      <a:pt x="1235" y="1411"/>
                      <a:pt x="1232" y="1411"/>
                    </a:cubicBezTo>
                    <a:cubicBezTo>
                      <a:pt x="1199" y="1411"/>
                      <a:pt x="1186" y="1427"/>
                      <a:pt x="1189" y="1437"/>
                    </a:cubicBezTo>
                    <a:cubicBezTo>
                      <a:pt x="1190" y="1443"/>
                      <a:pt x="1194" y="1445"/>
                      <a:pt x="1200" y="1445"/>
                    </a:cubicBezTo>
                    <a:cubicBezTo>
                      <a:pt x="1210" y="1445"/>
                      <a:pt x="1226" y="1440"/>
                      <a:pt x="1249" y="1436"/>
                    </a:cubicBezTo>
                    <a:cubicBezTo>
                      <a:pt x="1263" y="1433"/>
                      <a:pt x="1275" y="1426"/>
                      <a:pt x="1285" y="1416"/>
                    </a:cubicBezTo>
                    <a:cubicBezTo>
                      <a:pt x="1284" y="1410"/>
                      <a:pt x="1279" y="1408"/>
                      <a:pt x="1271" y="1408"/>
                    </a:cubicBezTo>
                    <a:close/>
                    <a:moveTo>
                      <a:pt x="1130" y="1416"/>
                    </a:moveTo>
                    <a:cubicBezTo>
                      <a:pt x="1141" y="1416"/>
                      <a:pt x="1138" y="1428"/>
                      <a:pt x="1110" y="1448"/>
                    </a:cubicBezTo>
                    <a:lnTo>
                      <a:pt x="1073" y="1462"/>
                    </a:lnTo>
                    <a:cubicBezTo>
                      <a:pt x="1068" y="1451"/>
                      <a:pt x="1102" y="1425"/>
                      <a:pt x="1121" y="1418"/>
                    </a:cubicBezTo>
                    <a:cubicBezTo>
                      <a:pt x="1125" y="1417"/>
                      <a:pt x="1128" y="1416"/>
                      <a:pt x="1130" y="1416"/>
                    </a:cubicBezTo>
                    <a:close/>
                    <a:moveTo>
                      <a:pt x="4919" y="1461"/>
                    </a:moveTo>
                    <a:cubicBezTo>
                      <a:pt x="4931" y="1466"/>
                      <a:pt x="4942" y="1472"/>
                      <a:pt x="4934" y="1490"/>
                    </a:cubicBezTo>
                    <a:lnTo>
                      <a:pt x="4925" y="1507"/>
                    </a:lnTo>
                    <a:cubicBezTo>
                      <a:pt x="4914" y="1502"/>
                      <a:pt x="4910" y="1479"/>
                      <a:pt x="4910" y="1479"/>
                    </a:cubicBezTo>
                    <a:lnTo>
                      <a:pt x="4919" y="1461"/>
                    </a:lnTo>
                    <a:close/>
                    <a:moveTo>
                      <a:pt x="2038" y="1555"/>
                    </a:moveTo>
                    <a:cubicBezTo>
                      <a:pt x="2047" y="1555"/>
                      <a:pt x="2060" y="1566"/>
                      <a:pt x="2072" y="1577"/>
                    </a:cubicBezTo>
                    <a:lnTo>
                      <a:pt x="2063" y="1586"/>
                    </a:lnTo>
                    <a:lnTo>
                      <a:pt x="2038" y="1582"/>
                    </a:lnTo>
                    <a:lnTo>
                      <a:pt x="2031" y="1558"/>
                    </a:lnTo>
                    <a:cubicBezTo>
                      <a:pt x="2033" y="1556"/>
                      <a:pt x="2036" y="1555"/>
                      <a:pt x="2038" y="1555"/>
                    </a:cubicBezTo>
                    <a:close/>
                    <a:moveTo>
                      <a:pt x="7950" y="1602"/>
                    </a:moveTo>
                    <a:lnTo>
                      <a:pt x="7967" y="1617"/>
                    </a:lnTo>
                    <a:lnTo>
                      <a:pt x="7974" y="1634"/>
                    </a:lnTo>
                    <a:cubicBezTo>
                      <a:pt x="7969" y="1636"/>
                      <a:pt x="7964" y="1638"/>
                      <a:pt x="7959" y="1638"/>
                    </a:cubicBezTo>
                    <a:cubicBezTo>
                      <a:pt x="7953" y="1638"/>
                      <a:pt x="7948" y="1635"/>
                      <a:pt x="7944" y="1624"/>
                    </a:cubicBezTo>
                    <a:lnTo>
                      <a:pt x="7950" y="1602"/>
                    </a:lnTo>
                    <a:close/>
                    <a:moveTo>
                      <a:pt x="2033" y="1645"/>
                    </a:moveTo>
                    <a:cubicBezTo>
                      <a:pt x="2033" y="1645"/>
                      <a:pt x="2056" y="1650"/>
                      <a:pt x="2078" y="1657"/>
                    </a:cubicBezTo>
                    <a:cubicBezTo>
                      <a:pt x="2133" y="1664"/>
                      <a:pt x="2133" y="1664"/>
                      <a:pt x="2114" y="1680"/>
                    </a:cubicBezTo>
                    <a:cubicBezTo>
                      <a:pt x="2110" y="1684"/>
                      <a:pt x="2105" y="1689"/>
                      <a:pt x="2096" y="1689"/>
                    </a:cubicBezTo>
                    <a:cubicBezTo>
                      <a:pt x="2088" y="1689"/>
                      <a:pt x="2077" y="1685"/>
                      <a:pt x="2059" y="1675"/>
                    </a:cubicBezTo>
                    <a:cubicBezTo>
                      <a:pt x="2046" y="1659"/>
                      <a:pt x="2033" y="1645"/>
                      <a:pt x="2033" y="1645"/>
                    </a:cubicBezTo>
                    <a:close/>
                    <a:moveTo>
                      <a:pt x="7918" y="1763"/>
                    </a:moveTo>
                    <a:cubicBezTo>
                      <a:pt x="7920" y="1763"/>
                      <a:pt x="7924" y="1766"/>
                      <a:pt x="7932" y="1771"/>
                    </a:cubicBezTo>
                    <a:cubicBezTo>
                      <a:pt x="7950" y="1785"/>
                      <a:pt x="7957" y="1801"/>
                      <a:pt x="7945" y="1806"/>
                    </a:cubicBezTo>
                    <a:cubicBezTo>
                      <a:pt x="7941" y="1807"/>
                      <a:pt x="7939" y="1808"/>
                      <a:pt x="7937" y="1808"/>
                    </a:cubicBezTo>
                    <a:cubicBezTo>
                      <a:pt x="7933" y="1808"/>
                      <a:pt x="7932" y="1805"/>
                      <a:pt x="7927" y="1794"/>
                    </a:cubicBezTo>
                    <a:cubicBezTo>
                      <a:pt x="7918" y="1771"/>
                      <a:pt x="7915" y="1763"/>
                      <a:pt x="7918" y="1763"/>
                    </a:cubicBezTo>
                    <a:close/>
                    <a:moveTo>
                      <a:pt x="4864" y="1800"/>
                    </a:moveTo>
                    <a:cubicBezTo>
                      <a:pt x="4866" y="1800"/>
                      <a:pt x="4868" y="1802"/>
                      <a:pt x="4872" y="1804"/>
                    </a:cubicBezTo>
                    <a:cubicBezTo>
                      <a:pt x="4883" y="1808"/>
                      <a:pt x="4887" y="1832"/>
                      <a:pt x="4887" y="1832"/>
                    </a:cubicBezTo>
                    <a:cubicBezTo>
                      <a:pt x="4885" y="1835"/>
                      <a:pt x="4883" y="1837"/>
                      <a:pt x="4881" y="1837"/>
                    </a:cubicBezTo>
                    <a:cubicBezTo>
                      <a:pt x="4873" y="1837"/>
                      <a:pt x="4862" y="1819"/>
                      <a:pt x="4853" y="1815"/>
                    </a:cubicBezTo>
                    <a:cubicBezTo>
                      <a:pt x="4858" y="1804"/>
                      <a:pt x="4860" y="1800"/>
                      <a:pt x="4864" y="1800"/>
                    </a:cubicBezTo>
                    <a:close/>
                    <a:moveTo>
                      <a:pt x="7913" y="1882"/>
                    </a:moveTo>
                    <a:cubicBezTo>
                      <a:pt x="7912" y="1882"/>
                      <a:pt x="7910" y="1883"/>
                      <a:pt x="7909" y="1883"/>
                    </a:cubicBezTo>
                    <a:cubicBezTo>
                      <a:pt x="7909" y="1884"/>
                      <a:pt x="7909" y="1885"/>
                      <a:pt x="7909" y="1885"/>
                    </a:cubicBezTo>
                    <a:lnTo>
                      <a:pt x="7909" y="1885"/>
                    </a:lnTo>
                    <a:cubicBezTo>
                      <a:pt x="7910" y="1884"/>
                      <a:pt x="7911" y="1883"/>
                      <a:pt x="7913" y="1882"/>
                    </a:cubicBezTo>
                    <a:close/>
                    <a:moveTo>
                      <a:pt x="7909" y="1885"/>
                    </a:moveTo>
                    <a:cubicBezTo>
                      <a:pt x="7904" y="1890"/>
                      <a:pt x="7904" y="1894"/>
                      <a:pt x="7905" y="1894"/>
                    </a:cubicBezTo>
                    <a:cubicBezTo>
                      <a:pt x="7906" y="1894"/>
                      <a:pt x="7907" y="1892"/>
                      <a:pt x="7909" y="1885"/>
                    </a:cubicBezTo>
                    <a:close/>
                    <a:moveTo>
                      <a:pt x="7982" y="1893"/>
                    </a:moveTo>
                    <a:lnTo>
                      <a:pt x="7990" y="1911"/>
                    </a:lnTo>
                    <a:cubicBezTo>
                      <a:pt x="7998" y="1928"/>
                      <a:pt x="7998" y="1928"/>
                      <a:pt x="7987" y="1934"/>
                    </a:cubicBezTo>
                    <a:lnTo>
                      <a:pt x="7979" y="1916"/>
                    </a:lnTo>
                    <a:lnTo>
                      <a:pt x="7982" y="1893"/>
                    </a:lnTo>
                    <a:close/>
                    <a:moveTo>
                      <a:pt x="2350" y="1996"/>
                    </a:moveTo>
                    <a:cubicBezTo>
                      <a:pt x="2357" y="1996"/>
                      <a:pt x="2373" y="2002"/>
                      <a:pt x="2392" y="2005"/>
                    </a:cubicBezTo>
                    <a:cubicBezTo>
                      <a:pt x="2413" y="2025"/>
                      <a:pt x="2420" y="2031"/>
                      <a:pt x="2411" y="2031"/>
                    </a:cubicBezTo>
                    <a:cubicBezTo>
                      <a:pt x="2407" y="2031"/>
                      <a:pt x="2400" y="2030"/>
                      <a:pt x="2390" y="2028"/>
                    </a:cubicBezTo>
                    <a:lnTo>
                      <a:pt x="2349" y="2005"/>
                    </a:lnTo>
                    <a:cubicBezTo>
                      <a:pt x="2345" y="1999"/>
                      <a:pt x="2346" y="1996"/>
                      <a:pt x="2350" y="1996"/>
                    </a:cubicBezTo>
                    <a:close/>
                    <a:moveTo>
                      <a:pt x="8024" y="2041"/>
                    </a:moveTo>
                    <a:lnTo>
                      <a:pt x="8024" y="2041"/>
                    </a:lnTo>
                    <a:cubicBezTo>
                      <a:pt x="8028" y="2049"/>
                      <a:pt x="8032" y="2052"/>
                      <a:pt x="8034" y="2052"/>
                    </a:cubicBezTo>
                    <a:cubicBezTo>
                      <a:pt x="8036" y="2052"/>
                      <a:pt x="8035" y="2047"/>
                      <a:pt x="8024" y="2041"/>
                    </a:cubicBezTo>
                    <a:close/>
                    <a:moveTo>
                      <a:pt x="8064" y="2064"/>
                    </a:moveTo>
                    <a:lnTo>
                      <a:pt x="8073" y="2080"/>
                    </a:lnTo>
                    <a:cubicBezTo>
                      <a:pt x="8082" y="2097"/>
                      <a:pt x="8082" y="2097"/>
                      <a:pt x="8072" y="2103"/>
                    </a:cubicBezTo>
                    <a:lnTo>
                      <a:pt x="8063" y="2086"/>
                    </a:lnTo>
                    <a:lnTo>
                      <a:pt x="8064" y="2064"/>
                    </a:lnTo>
                    <a:close/>
                    <a:moveTo>
                      <a:pt x="247" y="2075"/>
                    </a:moveTo>
                    <a:cubicBezTo>
                      <a:pt x="244" y="2075"/>
                      <a:pt x="241" y="2079"/>
                      <a:pt x="234" y="2089"/>
                    </a:cubicBezTo>
                    <a:lnTo>
                      <a:pt x="224" y="2107"/>
                    </a:lnTo>
                    <a:lnTo>
                      <a:pt x="245" y="2096"/>
                    </a:lnTo>
                    <a:lnTo>
                      <a:pt x="255" y="2078"/>
                    </a:lnTo>
                    <a:cubicBezTo>
                      <a:pt x="252" y="2076"/>
                      <a:pt x="249" y="2075"/>
                      <a:pt x="247" y="2075"/>
                    </a:cubicBezTo>
                    <a:close/>
                    <a:moveTo>
                      <a:pt x="2398" y="2160"/>
                    </a:moveTo>
                    <a:cubicBezTo>
                      <a:pt x="2409" y="2160"/>
                      <a:pt x="2421" y="2167"/>
                      <a:pt x="2421" y="2167"/>
                    </a:cubicBezTo>
                    <a:lnTo>
                      <a:pt x="2430" y="2185"/>
                    </a:lnTo>
                    <a:cubicBezTo>
                      <a:pt x="2425" y="2187"/>
                      <a:pt x="2419" y="2190"/>
                      <a:pt x="2414" y="2190"/>
                    </a:cubicBezTo>
                    <a:cubicBezTo>
                      <a:pt x="2409" y="2190"/>
                      <a:pt x="2404" y="2187"/>
                      <a:pt x="2399" y="2178"/>
                    </a:cubicBezTo>
                    <a:lnTo>
                      <a:pt x="2390" y="2161"/>
                    </a:lnTo>
                    <a:cubicBezTo>
                      <a:pt x="2392" y="2160"/>
                      <a:pt x="2395" y="2160"/>
                      <a:pt x="2398" y="2160"/>
                    </a:cubicBezTo>
                    <a:close/>
                    <a:moveTo>
                      <a:pt x="285" y="2144"/>
                    </a:moveTo>
                    <a:cubicBezTo>
                      <a:pt x="287" y="2144"/>
                      <a:pt x="288" y="2144"/>
                      <a:pt x="290" y="2145"/>
                    </a:cubicBezTo>
                    <a:lnTo>
                      <a:pt x="280" y="2162"/>
                    </a:lnTo>
                    <a:cubicBezTo>
                      <a:pt x="279" y="2162"/>
                      <a:pt x="278" y="2161"/>
                      <a:pt x="277" y="2161"/>
                    </a:cubicBezTo>
                    <a:lnTo>
                      <a:pt x="277" y="2161"/>
                    </a:lnTo>
                    <a:cubicBezTo>
                      <a:pt x="272" y="2161"/>
                      <a:pt x="272" y="2172"/>
                      <a:pt x="281" y="2172"/>
                    </a:cubicBezTo>
                    <a:cubicBezTo>
                      <a:pt x="284" y="2172"/>
                      <a:pt x="287" y="2171"/>
                      <a:pt x="291" y="2169"/>
                    </a:cubicBezTo>
                    <a:lnTo>
                      <a:pt x="313" y="2181"/>
                    </a:lnTo>
                    <a:cubicBezTo>
                      <a:pt x="305" y="2195"/>
                      <a:pt x="290" y="2205"/>
                      <a:pt x="279" y="2205"/>
                    </a:cubicBezTo>
                    <a:cubicBezTo>
                      <a:pt x="276" y="2205"/>
                      <a:pt x="274" y="2205"/>
                      <a:pt x="272" y="2204"/>
                    </a:cubicBezTo>
                    <a:cubicBezTo>
                      <a:pt x="263" y="2205"/>
                      <a:pt x="257" y="2206"/>
                      <a:pt x="253" y="2206"/>
                    </a:cubicBezTo>
                    <a:cubicBezTo>
                      <a:pt x="242" y="2206"/>
                      <a:pt x="246" y="2199"/>
                      <a:pt x="260" y="2173"/>
                    </a:cubicBezTo>
                    <a:cubicBezTo>
                      <a:pt x="268" y="2159"/>
                      <a:pt x="276" y="2144"/>
                      <a:pt x="285" y="2144"/>
                    </a:cubicBezTo>
                    <a:close/>
                    <a:moveTo>
                      <a:pt x="8182" y="2208"/>
                    </a:moveTo>
                    <a:lnTo>
                      <a:pt x="8193" y="2223"/>
                    </a:lnTo>
                    <a:cubicBezTo>
                      <a:pt x="8204" y="2238"/>
                      <a:pt x="8193" y="2245"/>
                      <a:pt x="8193" y="2245"/>
                    </a:cubicBezTo>
                    <a:cubicBezTo>
                      <a:pt x="8193" y="2245"/>
                      <a:pt x="8190" y="2247"/>
                      <a:pt x="8186" y="2247"/>
                    </a:cubicBezTo>
                    <a:cubicBezTo>
                      <a:pt x="8183" y="2247"/>
                      <a:pt x="8178" y="2245"/>
                      <a:pt x="8173" y="2237"/>
                    </a:cubicBezTo>
                    <a:cubicBezTo>
                      <a:pt x="8173" y="2237"/>
                      <a:pt x="8171" y="2216"/>
                      <a:pt x="8182" y="2208"/>
                    </a:cubicBezTo>
                    <a:close/>
                    <a:moveTo>
                      <a:pt x="4664" y="2214"/>
                    </a:moveTo>
                    <a:cubicBezTo>
                      <a:pt x="4674" y="2219"/>
                      <a:pt x="4685" y="2226"/>
                      <a:pt x="4675" y="2243"/>
                    </a:cubicBezTo>
                    <a:lnTo>
                      <a:pt x="4655" y="2253"/>
                    </a:lnTo>
                    <a:lnTo>
                      <a:pt x="4654" y="2229"/>
                    </a:lnTo>
                    <a:lnTo>
                      <a:pt x="4664" y="2214"/>
                    </a:lnTo>
                    <a:close/>
                    <a:moveTo>
                      <a:pt x="2628" y="2342"/>
                    </a:moveTo>
                    <a:lnTo>
                      <a:pt x="2605" y="2354"/>
                    </a:lnTo>
                    <a:cubicBezTo>
                      <a:pt x="2608" y="2352"/>
                      <a:pt x="2612" y="2350"/>
                      <a:pt x="2616" y="2348"/>
                    </a:cubicBezTo>
                    <a:lnTo>
                      <a:pt x="2628" y="2342"/>
                    </a:lnTo>
                    <a:close/>
                    <a:moveTo>
                      <a:pt x="173" y="2354"/>
                    </a:moveTo>
                    <a:cubicBezTo>
                      <a:pt x="175" y="2354"/>
                      <a:pt x="177" y="2355"/>
                      <a:pt x="181" y="2357"/>
                    </a:cubicBezTo>
                    <a:cubicBezTo>
                      <a:pt x="183" y="2371"/>
                      <a:pt x="181" y="2385"/>
                      <a:pt x="177" y="2398"/>
                    </a:cubicBezTo>
                    <a:lnTo>
                      <a:pt x="157" y="2410"/>
                    </a:lnTo>
                    <a:cubicBezTo>
                      <a:pt x="145" y="2405"/>
                      <a:pt x="153" y="2388"/>
                      <a:pt x="162" y="2370"/>
                    </a:cubicBezTo>
                    <a:cubicBezTo>
                      <a:pt x="167" y="2358"/>
                      <a:pt x="169" y="2354"/>
                      <a:pt x="173" y="2354"/>
                    </a:cubicBezTo>
                    <a:close/>
                    <a:moveTo>
                      <a:pt x="317" y="2485"/>
                    </a:moveTo>
                    <a:lnTo>
                      <a:pt x="308" y="2502"/>
                    </a:lnTo>
                    <a:cubicBezTo>
                      <a:pt x="308" y="2502"/>
                      <a:pt x="312" y="2524"/>
                      <a:pt x="324" y="2530"/>
                    </a:cubicBezTo>
                    <a:lnTo>
                      <a:pt x="331" y="2513"/>
                    </a:lnTo>
                    <a:cubicBezTo>
                      <a:pt x="339" y="2495"/>
                      <a:pt x="328" y="2489"/>
                      <a:pt x="317" y="2485"/>
                    </a:cubicBezTo>
                    <a:close/>
                    <a:moveTo>
                      <a:pt x="2549" y="2509"/>
                    </a:moveTo>
                    <a:lnTo>
                      <a:pt x="2549" y="2509"/>
                    </a:lnTo>
                    <a:cubicBezTo>
                      <a:pt x="2553" y="2509"/>
                      <a:pt x="2573" y="2528"/>
                      <a:pt x="2581" y="2541"/>
                    </a:cubicBezTo>
                    <a:lnTo>
                      <a:pt x="2569" y="2548"/>
                    </a:lnTo>
                    <a:cubicBezTo>
                      <a:pt x="2560" y="2531"/>
                      <a:pt x="2539" y="2520"/>
                      <a:pt x="2550" y="2514"/>
                    </a:cubicBezTo>
                    <a:cubicBezTo>
                      <a:pt x="2548" y="2510"/>
                      <a:pt x="2548" y="2509"/>
                      <a:pt x="2549" y="2509"/>
                    </a:cubicBezTo>
                    <a:close/>
                    <a:moveTo>
                      <a:pt x="9314" y="2516"/>
                    </a:moveTo>
                    <a:cubicBezTo>
                      <a:pt x="9317" y="2516"/>
                      <a:pt x="9318" y="2519"/>
                      <a:pt x="9321" y="2525"/>
                    </a:cubicBezTo>
                    <a:cubicBezTo>
                      <a:pt x="9328" y="2535"/>
                      <a:pt x="9319" y="2556"/>
                      <a:pt x="9303" y="2565"/>
                    </a:cubicBezTo>
                    <a:cubicBezTo>
                      <a:pt x="9301" y="2566"/>
                      <a:pt x="9299" y="2567"/>
                      <a:pt x="9297" y="2567"/>
                    </a:cubicBezTo>
                    <a:cubicBezTo>
                      <a:pt x="9285" y="2567"/>
                      <a:pt x="9280" y="2546"/>
                      <a:pt x="9300" y="2522"/>
                    </a:cubicBezTo>
                    <a:lnTo>
                      <a:pt x="9301" y="2522"/>
                    </a:lnTo>
                    <a:cubicBezTo>
                      <a:pt x="9308" y="2518"/>
                      <a:pt x="9311" y="2516"/>
                      <a:pt x="9314" y="2516"/>
                    </a:cubicBezTo>
                    <a:close/>
                    <a:moveTo>
                      <a:pt x="8897" y="2574"/>
                    </a:moveTo>
                    <a:cubicBezTo>
                      <a:pt x="8897" y="2574"/>
                      <a:pt x="8897" y="2574"/>
                      <a:pt x="8896" y="2574"/>
                    </a:cubicBezTo>
                    <a:lnTo>
                      <a:pt x="8896" y="2574"/>
                    </a:lnTo>
                    <a:cubicBezTo>
                      <a:pt x="8897" y="2574"/>
                      <a:pt x="8897" y="2574"/>
                      <a:pt x="8897" y="2574"/>
                    </a:cubicBezTo>
                    <a:close/>
                    <a:moveTo>
                      <a:pt x="2701" y="2603"/>
                    </a:moveTo>
                    <a:cubicBezTo>
                      <a:pt x="2706" y="2603"/>
                      <a:pt x="2710" y="2606"/>
                      <a:pt x="2714" y="2613"/>
                    </a:cubicBezTo>
                    <a:cubicBezTo>
                      <a:pt x="2734" y="2622"/>
                      <a:pt x="2735" y="2643"/>
                      <a:pt x="2706" y="2643"/>
                    </a:cubicBezTo>
                    <a:cubicBezTo>
                      <a:pt x="2705" y="2643"/>
                      <a:pt x="2705" y="2643"/>
                      <a:pt x="2704" y="2643"/>
                    </a:cubicBezTo>
                    <a:lnTo>
                      <a:pt x="2684" y="2612"/>
                    </a:lnTo>
                    <a:cubicBezTo>
                      <a:pt x="2689" y="2607"/>
                      <a:pt x="2695" y="2603"/>
                      <a:pt x="2701" y="2603"/>
                    </a:cubicBezTo>
                    <a:close/>
                    <a:moveTo>
                      <a:pt x="8765" y="2649"/>
                    </a:moveTo>
                    <a:cubicBezTo>
                      <a:pt x="8769" y="2649"/>
                      <a:pt x="8771" y="2650"/>
                      <a:pt x="8770" y="2654"/>
                    </a:cubicBezTo>
                    <a:cubicBezTo>
                      <a:pt x="8770" y="2654"/>
                      <a:pt x="8767" y="2668"/>
                      <a:pt x="8745" y="2674"/>
                    </a:cubicBezTo>
                    <a:cubicBezTo>
                      <a:pt x="8745" y="2674"/>
                      <a:pt x="8740" y="2676"/>
                      <a:pt x="8735" y="2676"/>
                    </a:cubicBezTo>
                    <a:cubicBezTo>
                      <a:pt x="8731" y="2676"/>
                      <a:pt x="8727" y="2675"/>
                      <a:pt x="8728" y="2669"/>
                    </a:cubicBezTo>
                    <a:lnTo>
                      <a:pt x="8732" y="2656"/>
                    </a:lnTo>
                    <a:cubicBezTo>
                      <a:pt x="8745" y="2653"/>
                      <a:pt x="8758" y="2649"/>
                      <a:pt x="8765" y="2649"/>
                    </a:cubicBezTo>
                    <a:close/>
                    <a:moveTo>
                      <a:pt x="2800" y="2730"/>
                    </a:moveTo>
                    <a:lnTo>
                      <a:pt x="2813" y="2744"/>
                    </a:lnTo>
                    <a:cubicBezTo>
                      <a:pt x="2824" y="2757"/>
                      <a:pt x="2824" y="2757"/>
                      <a:pt x="2815" y="2765"/>
                    </a:cubicBezTo>
                    <a:lnTo>
                      <a:pt x="2802" y="2752"/>
                    </a:lnTo>
                    <a:lnTo>
                      <a:pt x="2800" y="2730"/>
                    </a:lnTo>
                    <a:close/>
                    <a:moveTo>
                      <a:pt x="2960" y="2839"/>
                    </a:moveTo>
                    <a:cubicBezTo>
                      <a:pt x="2953" y="2849"/>
                      <a:pt x="2957" y="2869"/>
                      <a:pt x="2957" y="2869"/>
                    </a:cubicBezTo>
                    <a:cubicBezTo>
                      <a:pt x="2962" y="2874"/>
                      <a:pt x="2966" y="2876"/>
                      <a:pt x="2970" y="2876"/>
                    </a:cubicBezTo>
                    <a:cubicBezTo>
                      <a:pt x="2975" y="2876"/>
                      <a:pt x="2978" y="2872"/>
                      <a:pt x="2978" y="2872"/>
                    </a:cubicBezTo>
                    <a:cubicBezTo>
                      <a:pt x="2978" y="2872"/>
                      <a:pt x="2986" y="2862"/>
                      <a:pt x="2973" y="2850"/>
                    </a:cubicBezTo>
                    <a:lnTo>
                      <a:pt x="2960" y="2839"/>
                    </a:lnTo>
                    <a:close/>
                    <a:moveTo>
                      <a:pt x="3233" y="2895"/>
                    </a:moveTo>
                    <a:lnTo>
                      <a:pt x="3233" y="2895"/>
                    </a:lnTo>
                    <a:cubicBezTo>
                      <a:pt x="3229" y="2895"/>
                      <a:pt x="3231" y="2899"/>
                      <a:pt x="3237" y="2907"/>
                    </a:cubicBezTo>
                    <a:lnTo>
                      <a:pt x="3265" y="2918"/>
                    </a:lnTo>
                    <a:cubicBezTo>
                      <a:pt x="3268" y="2905"/>
                      <a:pt x="3268" y="2905"/>
                      <a:pt x="3254" y="2901"/>
                    </a:cubicBezTo>
                    <a:cubicBezTo>
                      <a:pt x="3243" y="2897"/>
                      <a:pt x="3236" y="2895"/>
                      <a:pt x="3233" y="2895"/>
                    </a:cubicBezTo>
                    <a:close/>
                    <a:moveTo>
                      <a:pt x="3692" y="2916"/>
                    </a:moveTo>
                    <a:cubicBezTo>
                      <a:pt x="3692" y="2916"/>
                      <a:pt x="3692" y="2917"/>
                      <a:pt x="3692" y="2918"/>
                    </a:cubicBezTo>
                    <a:cubicBezTo>
                      <a:pt x="3683" y="2932"/>
                      <a:pt x="3672" y="2945"/>
                      <a:pt x="3658" y="2945"/>
                    </a:cubicBezTo>
                    <a:cubicBezTo>
                      <a:pt x="3657" y="2945"/>
                      <a:pt x="3656" y="2945"/>
                      <a:pt x="3656" y="2945"/>
                    </a:cubicBezTo>
                    <a:lnTo>
                      <a:pt x="3656" y="2945"/>
                    </a:lnTo>
                    <a:cubicBezTo>
                      <a:pt x="3669" y="2937"/>
                      <a:pt x="3681" y="2927"/>
                      <a:pt x="3692" y="2916"/>
                    </a:cubicBezTo>
                    <a:close/>
                    <a:moveTo>
                      <a:pt x="3570" y="2972"/>
                    </a:moveTo>
                    <a:cubicBezTo>
                      <a:pt x="3567" y="2973"/>
                      <a:pt x="3564" y="2973"/>
                      <a:pt x="3561" y="2973"/>
                    </a:cubicBezTo>
                    <a:cubicBezTo>
                      <a:pt x="3559" y="2973"/>
                      <a:pt x="3558" y="2973"/>
                      <a:pt x="3556" y="2973"/>
                    </a:cubicBezTo>
                    <a:lnTo>
                      <a:pt x="3556" y="2973"/>
                    </a:lnTo>
                    <a:cubicBezTo>
                      <a:pt x="3560" y="2973"/>
                      <a:pt x="3565" y="2973"/>
                      <a:pt x="3570" y="2972"/>
                    </a:cubicBezTo>
                    <a:close/>
                    <a:moveTo>
                      <a:pt x="3621" y="2962"/>
                    </a:moveTo>
                    <a:cubicBezTo>
                      <a:pt x="3620" y="2966"/>
                      <a:pt x="3620" y="2970"/>
                      <a:pt x="3622" y="2976"/>
                    </a:cubicBezTo>
                    <a:cubicBezTo>
                      <a:pt x="3624" y="2987"/>
                      <a:pt x="3608" y="2994"/>
                      <a:pt x="3591" y="2995"/>
                    </a:cubicBezTo>
                    <a:cubicBezTo>
                      <a:pt x="3588" y="2983"/>
                      <a:pt x="3589" y="2984"/>
                      <a:pt x="3603" y="2968"/>
                    </a:cubicBezTo>
                    <a:cubicBezTo>
                      <a:pt x="3609" y="2966"/>
                      <a:pt x="3615" y="2964"/>
                      <a:pt x="3621" y="2962"/>
                    </a:cubicBezTo>
                    <a:close/>
                    <a:moveTo>
                      <a:pt x="3001" y="2967"/>
                    </a:moveTo>
                    <a:cubicBezTo>
                      <a:pt x="3008" y="2967"/>
                      <a:pt x="3014" y="2971"/>
                      <a:pt x="3014" y="2971"/>
                    </a:cubicBezTo>
                    <a:cubicBezTo>
                      <a:pt x="3030" y="2980"/>
                      <a:pt x="3044" y="2990"/>
                      <a:pt x="3038" y="3002"/>
                    </a:cubicBezTo>
                    <a:cubicBezTo>
                      <a:pt x="3038" y="3002"/>
                      <a:pt x="3035" y="3007"/>
                      <a:pt x="3028" y="3007"/>
                    </a:cubicBezTo>
                    <a:cubicBezTo>
                      <a:pt x="3025" y="3007"/>
                      <a:pt x="3021" y="3006"/>
                      <a:pt x="3016" y="3003"/>
                    </a:cubicBezTo>
                    <a:cubicBezTo>
                      <a:pt x="3006" y="2994"/>
                      <a:pt x="2997" y="2984"/>
                      <a:pt x="2993" y="2971"/>
                    </a:cubicBezTo>
                    <a:cubicBezTo>
                      <a:pt x="2995" y="2968"/>
                      <a:pt x="2998" y="2967"/>
                      <a:pt x="3001" y="2967"/>
                    </a:cubicBezTo>
                    <a:close/>
                    <a:moveTo>
                      <a:pt x="3774" y="2996"/>
                    </a:moveTo>
                    <a:lnTo>
                      <a:pt x="3774" y="2996"/>
                    </a:lnTo>
                    <a:cubicBezTo>
                      <a:pt x="3779" y="3008"/>
                      <a:pt x="3783" y="3020"/>
                      <a:pt x="3765" y="3026"/>
                    </a:cubicBezTo>
                    <a:lnTo>
                      <a:pt x="3744" y="3020"/>
                    </a:lnTo>
                    <a:lnTo>
                      <a:pt x="3757" y="3002"/>
                    </a:lnTo>
                    <a:lnTo>
                      <a:pt x="3774" y="2996"/>
                    </a:lnTo>
                    <a:close/>
                    <a:moveTo>
                      <a:pt x="3628" y="3031"/>
                    </a:moveTo>
                    <a:cubicBezTo>
                      <a:pt x="3635" y="3031"/>
                      <a:pt x="3645" y="3035"/>
                      <a:pt x="3656" y="3045"/>
                    </a:cubicBezTo>
                    <a:cubicBezTo>
                      <a:pt x="3659" y="3058"/>
                      <a:pt x="3659" y="3058"/>
                      <a:pt x="3641" y="3062"/>
                    </a:cubicBezTo>
                    <a:cubicBezTo>
                      <a:pt x="3641" y="3062"/>
                      <a:pt x="3621" y="3054"/>
                      <a:pt x="3618" y="3042"/>
                    </a:cubicBezTo>
                    <a:cubicBezTo>
                      <a:pt x="3617" y="3036"/>
                      <a:pt x="3621" y="3031"/>
                      <a:pt x="3628" y="3031"/>
                    </a:cubicBezTo>
                    <a:close/>
                    <a:moveTo>
                      <a:pt x="3307" y="3079"/>
                    </a:moveTo>
                    <a:cubicBezTo>
                      <a:pt x="3311" y="3079"/>
                      <a:pt x="3319" y="3081"/>
                      <a:pt x="3334" y="3082"/>
                    </a:cubicBezTo>
                    <a:cubicBezTo>
                      <a:pt x="3352" y="3083"/>
                      <a:pt x="3350" y="3096"/>
                      <a:pt x="3350" y="3096"/>
                    </a:cubicBezTo>
                    <a:cubicBezTo>
                      <a:pt x="3350" y="3099"/>
                      <a:pt x="3348" y="3101"/>
                      <a:pt x="3345" y="3101"/>
                    </a:cubicBezTo>
                    <a:cubicBezTo>
                      <a:pt x="3338" y="3101"/>
                      <a:pt x="3326" y="3095"/>
                      <a:pt x="3315" y="3092"/>
                    </a:cubicBezTo>
                    <a:cubicBezTo>
                      <a:pt x="3304" y="3082"/>
                      <a:pt x="3300" y="3079"/>
                      <a:pt x="3307" y="3079"/>
                    </a:cubicBezTo>
                    <a:close/>
                    <a:moveTo>
                      <a:pt x="6493" y="1"/>
                    </a:moveTo>
                    <a:cubicBezTo>
                      <a:pt x="6484" y="1"/>
                      <a:pt x="6480" y="5"/>
                      <a:pt x="6480" y="11"/>
                    </a:cubicBezTo>
                    <a:cubicBezTo>
                      <a:pt x="6469" y="20"/>
                      <a:pt x="6455" y="26"/>
                      <a:pt x="6440" y="26"/>
                    </a:cubicBezTo>
                    <a:cubicBezTo>
                      <a:pt x="6439" y="26"/>
                      <a:pt x="6438" y="26"/>
                      <a:pt x="6437" y="26"/>
                    </a:cubicBezTo>
                    <a:cubicBezTo>
                      <a:pt x="6436" y="21"/>
                      <a:pt x="6431" y="19"/>
                      <a:pt x="6423" y="19"/>
                    </a:cubicBezTo>
                    <a:cubicBezTo>
                      <a:pt x="6412" y="19"/>
                      <a:pt x="6394" y="23"/>
                      <a:pt x="6369" y="34"/>
                    </a:cubicBezTo>
                    <a:cubicBezTo>
                      <a:pt x="6361" y="36"/>
                      <a:pt x="6356" y="37"/>
                      <a:pt x="6353" y="37"/>
                    </a:cubicBezTo>
                    <a:cubicBezTo>
                      <a:pt x="6348" y="37"/>
                      <a:pt x="6347" y="34"/>
                      <a:pt x="6346" y="26"/>
                    </a:cubicBezTo>
                    <a:lnTo>
                      <a:pt x="6302" y="35"/>
                    </a:lnTo>
                    <a:cubicBezTo>
                      <a:pt x="6289" y="44"/>
                      <a:pt x="6274" y="52"/>
                      <a:pt x="6259" y="57"/>
                    </a:cubicBezTo>
                    <a:cubicBezTo>
                      <a:pt x="6239" y="64"/>
                      <a:pt x="6220" y="70"/>
                      <a:pt x="6201" y="76"/>
                    </a:cubicBezTo>
                    <a:cubicBezTo>
                      <a:pt x="6171" y="83"/>
                      <a:pt x="6141" y="89"/>
                      <a:pt x="6111" y="91"/>
                    </a:cubicBezTo>
                    <a:cubicBezTo>
                      <a:pt x="6097" y="97"/>
                      <a:pt x="6085" y="107"/>
                      <a:pt x="6075" y="119"/>
                    </a:cubicBezTo>
                    <a:cubicBezTo>
                      <a:pt x="6069" y="138"/>
                      <a:pt x="6059" y="149"/>
                      <a:pt x="6050" y="149"/>
                    </a:cubicBezTo>
                    <a:cubicBezTo>
                      <a:pt x="6044" y="149"/>
                      <a:pt x="6039" y="144"/>
                      <a:pt x="6034" y="135"/>
                    </a:cubicBezTo>
                    <a:cubicBezTo>
                      <a:pt x="6030" y="125"/>
                      <a:pt x="6027" y="119"/>
                      <a:pt x="6025" y="119"/>
                    </a:cubicBezTo>
                    <a:cubicBezTo>
                      <a:pt x="6022" y="119"/>
                      <a:pt x="6020" y="127"/>
                      <a:pt x="6015" y="145"/>
                    </a:cubicBezTo>
                    <a:cubicBezTo>
                      <a:pt x="6005" y="161"/>
                      <a:pt x="5947" y="193"/>
                      <a:pt x="5923" y="193"/>
                    </a:cubicBezTo>
                    <a:cubicBezTo>
                      <a:pt x="5916" y="193"/>
                      <a:pt x="5912" y="190"/>
                      <a:pt x="5913" y="182"/>
                    </a:cubicBezTo>
                    <a:lnTo>
                      <a:pt x="5901" y="161"/>
                    </a:lnTo>
                    <a:cubicBezTo>
                      <a:pt x="5894" y="174"/>
                      <a:pt x="5883" y="185"/>
                      <a:pt x="5871" y="193"/>
                    </a:cubicBezTo>
                    <a:cubicBezTo>
                      <a:pt x="5876" y="204"/>
                      <a:pt x="5858" y="215"/>
                      <a:pt x="5804" y="249"/>
                    </a:cubicBezTo>
                    <a:cubicBezTo>
                      <a:pt x="5769" y="274"/>
                      <a:pt x="5706" y="332"/>
                      <a:pt x="5675" y="360"/>
                    </a:cubicBezTo>
                    <a:cubicBezTo>
                      <a:pt x="5641" y="386"/>
                      <a:pt x="5593" y="426"/>
                      <a:pt x="5570" y="432"/>
                    </a:cubicBezTo>
                    <a:cubicBezTo>
                      <a:pt x="5548" y="451"/>
                      <a:pt x="5530" y="473"/>
                      <a:pt x="5517" y="499"/>
                    </a:cubicBezTo>
                    <a:cubicBezTo>
                      <a:pt x="5512" y="520"/>
                      <a:pt x="5489" y="546"/>
                      <a:pt x="5477" y="546"/>
                    </a:cubicBezTo>
                    <a:cubicBezTo>
                      <a:pt x="5475" y="546"/>
                      <a:pt x="5474" y="545"/>
                      <a:pt x="5473" y="544"/>
                    </a:cubicBezTo>
                    <a:lnTo>
                      <a:pt x="5458" y="559"/>
                    </a:lnTo>
                    <a:cubicBezTo>
                      <a:pt x="5449" y="579"/>
                      <a:pt x="5438" y="597"/>
                      <a:pt x="5426" y="614"/>
                    </a:cubicBezTo>
                    <a:cubicBezTo>
                      <a:pt x="5424" y="612"/>
                      <a:pt x="5420" y="611"/>
                      <a:pt x="5417" y="611"/>
                    </a:cubicBezTo>
                    <a:cubicBezTo>
                      <a:pt x="5406" y="611"/>
                      <a:pt x="5393" y="619"/>
                      <a:pt x="5390" y="637"/>
                    </a:cubicBezTo>
                    <a:cubicBezTo>
                      <a:pt x="5399" y="646"/>
                      <a:pt x="5384" y="661"/>
                      <a:pt x="5360" y="693"/>
                    </a:cubicBezTo>
                    <a:cubicBezTo>
                      <a:pt x="5328" y="724"/>
                      <a:pt x="5300" y="758"/>
                      <a:pt x="5275" y="794"/>
                    </a:cubicBezTo>
                    <a:cubicBezTo>
                      <a:pt x="5226" y="860"/>
                      <a:pt x="5183" y="930"/>
                      <a:pt x="5142" y="1000"/>
                    </a:cubicBezTo>
                    <a:cubicBezTo>
                      <a:pt x="5099" y="1074"/>
                      <a:pt x="5061" y="1149"/>
                      <a:pt x="5034" y="1205"/>
                    </a:cubicBezTo>
                    <a:cubicBezTo>
                      <a:pt x="5007" y="1262"/>
                      <a:pt x="4992" y="1299"/>
                      <a:pt x="4994" y="1300"/>
                    </a:cubicBezTo>
                    <a:lnTo>
                      <a:pt x="4969" y="1354"/>
                    </a:lnTo>
                    <a:cubicBezTo>
                      <a:pt x="4961" y="1372"/>
                      <a:pt x="4944" y="1408"/>
                      <a:pt x="4944" y="1408"/>
                    </a:cubicBezTo>
                    <a:cubicBezTo>
                      <a:pt x="4943" y="1407"/>
                      <a:pt x="4941" y="1407"/>
                      <a:pt x="4940" y="1407"/>
                    </a:cubicBezTo>
                    <a:cubicBezTo>
                      <a:pt x="4917" y="1407"/>
                      <a:pt x="4890" y="1494"/>
                      <a:pt x="4878" y="1549"/>
                    </a:cubicBezTo>
                    <a:cubicBezTo>
                      <a:pt x="4879" y="1569"/>
                      <a:pt x="4875" y="1590"/>
                      <a:pt x="4864" y="1608"/>
                    </a:cubicBezTo>
                    <a:cubicBezTo>
                      <a:pt x="4863" y="1607"/>
                      <a:pt x="4861" y="1606"/>
                      <a:pt x="4859" y="1606"/>
                    </a:cubicBezTo>
                    <a:cubicBezTo>
                      <a:pt x="4838" y="1606"/>
                      <a:pt x="4817" y="1654"/>
                      <a:pt x="4813" y="1690"/>
                    </a:cubicBezTo>
                    <a:cubicBezTo>
                      <a:pt x="4825" y="1713"/>
                      <a:pt x="4822" y="1728"/>
                      <a:pt x="4809" y="1728"/>
                    </a:cubicBezTo>
                    <a:cubicBezTo>
                      <a:pt x="4806" y="1728"/>
                      <a:pt x="4802" y="1727"/>
                      <a:pt x="4797" y="1725"/>
                    </a:cubicBezTo>
                    <a:cubicBezTo>
                      <a:pt x="4794" y="1724"/>
                      <a:pt x="4792" y="1723"/>
                      <a:pt x="4789" y="1723"/>
                    </a:cubicBezTo>
                    <a:cubicBezTo>
                      <a:pt x="4771" y="1723"/>
                      <a:pt x="4760" y="1755"/>
                      <a:pt x="4776" y="1800"/>
                    </a:cubicBezTo>
                    <a:cubicBezTo>
                      <a:pt x="4779" y="1823"/>
                      <a:pt x="4779" y="1823"/>
                      <a:pt x="4759" y="1834"/>
                    </a:cubicBezTo>
                    <a:cubicBezTo>
                      <a:pt x="4729" y="1841"/>
                      <a:pt x="4721" y="1857"/>
                      <a:pt x="4732" y="1863"/>
                    </a:cubicBezTo>
                    <a:cubicBezTo>
                      <a:pt x="4747" y="1891"/>
                      <a:pt x="4738" y="1909"/>
                      <a:pt x="4708" y="1915"/>
                    </a:cubicBezTo>
                    <a:cubicBezTo>
                      <a:pt x="4668" y="1937"/>
                      <a:pt x="4668" y="1937"/>
                      <a:pt x="4682" y="1965"/>
                    </a:cubicBezTo>
                    <a:cubicBezTo>
                      <a:pt x="4695" y="1993"/>
                      <a:pt x="4660" y="2060"/>
                      <a:pt x="4630" y="2065"/>
                    </a:cubicBezTo>
                    <a:cubicBezTo>
                      <a:pt x="4621" y="2082"/>
                      <a:pt x="4601" y="2092"/>
                      <a:pt x="4612" y="2098"/>
                    </a:cubicBezTo>
                    <a:lnTo>
                      <a:pt x="4592" y="2108"/>
                    </a:lnTo>
                    <a:lnTo>
                      <a:pt x="4574" y="2141"/>
                    </a:lnTo>
                    <a:lnTo>
                      <a:pt x="4585" y="2147"/>
                    </a:lnTo>
                    <a:cubicBezTo>
                      <a:pt x="4575" y="2163"/>
                      <a:pt x="4510" y="2254"/>
                      <a:pt x="4439" y="2357"/>
                    </a:cubicBezTo>
                    <a:cubicBezTo>
                      <a:pt x="4330" y="2509"/>
                      <a:pt x="4298" y="2532"/>
                      <a:pt x="4315" y="2532"/>
                    </a:cubicBezTo>
                    <a:cubicBezTo>
                      <a:pt x="4315" y="2532"/>
                      <a:pt x="4316" y="2532"/>
                      <a:pt x="4318" y="2532"/>
                    </a:cubicBezTo>
                    <a:lnTo>
                      <a:pt x="4318" y="2532"/>
                    </a:lnTo>
                    <a:cubicBezTo>
                      <a:pt x="4345" y="2535"/>
                      <a:pt x="4327" y="2558"/>
                      <a:pt x="4301" y="2558"/>
                    </a:cubicBezTo>
                    <a:cubicBezTo>
                      <a:pt x="4298" y="2558"/>
                      <a:pt x="4296" y="2558"/>
                      <a:pt x="4294" y="2558"/>
                    </a:cubicBezTo>
                    <a:cubicBezTo>
                      <a:pt x="4283" y="2571"/>
                      <a:pt x="4247" y="2586"/>
                      <a:pt x="4222" y="2611"/>
                    </a:cubicBezTo>
                    <a:cubicBezTo>
                      <a:pt x="4202" y="2631"/>
                      <a:pt x="4180" y="2650"/>
                      <a:pt x="4168" y="2650"/>
                    </a:cubicBezTo>
                    <a:cubicBezTo>
                      <a:pt x="4166" y="2650"/>
                      <a:pt x="4164" y="2649"/>
                      <a:pt x="4163" y="2647"/>
                    </a:cubicBezTo>
                    <a:lnTo>
                      <a:pt x="4149" y="2659"/>
                    </a:lnTo>
                    <a:cubicBezTo>
                      <a:pt x="4139" y="2701"/>
                      <a:pt x="4054" y="2766"/>
                      <a:pt x="4004" y="2783"/>
                    </a:cubicBezTo>
                    <a:cubicBezTo>
                      <a:pt x="3978" y="2798"/>
                      <a:pt x="3954" y="2817"/>
                      <a:pt x="3935" y="2838"/>
                    </a:cubicBezTo>
                    <a:cubicBezTo>
                      <a:pt x="3917" y="2859"/>
                      <a:pt x="3912" y="2864"/>
                      <a:pt x="3902" y="2864"/>
                    </a:cubicBezTo>
                    <a:cubicBezTo>
                      <a:pt x="3899" y="2864"/>
                      <a:pt x="3895" y="2864"/>
                      <a:pt x="3889" y="2863"/>
                    </a:cubicBezTo>
                    <a:cubicBezTo>
                      <a:pt x="3889" y="2862"/>
                      <a:pt x="3887" y="2861"/>
                      <a:pt x="3884" y="2861"/>
                    </a:cubicBezTo>
                    <a:cubicBezTo>
                      <a:pt x="3862" y="2861"/>
                      <a:pt x="3787" y="2886"/>
                      <a:pt x="3795" y="2906"/>
                    </a:cubicBezTo>
                    <a:lnTo>
                      <a:pt x="3775" y="2902"/>
                    </a:lnTo>
                    <a:cubicBezTo>
                      <a:pt x="3773" y="2901"/>
                      <a:pt x="3770" y="2900"/>
                      <a:pt x="3767" y="2900"/>
                    </a:cubicBezTo>
                    <a:cubicBezTo>
                      <a:pt x="3755" y="2900"/>
                      <a:pt x="3745" y="2912"/>
                      <a:pt x="3748" y="2925"/>
                    </a:cubicBezTo>
                    <a:cubicBezTo>
                      <a:pt x="3753" y="2938"/>
                      <a:pt x="3750" y="2945"/>
                      <a:pt x="3743" y="2945"/>
                    </a:cubicBezTo>
                    <a:cubicBezTo>
                      <a:pt x="3736" y="2945"/>
                      <a:pt x="3725" y="2939"/>
                      <a:pt x="3712" y="2924"/>
                    </a:cubicBezTo>
                    <a:cubicBezTo>
                      <a:pt x="3709" y="2913"/>
                      <a:pt x="3703" y="2908"/>
                      <a:pt x="3699" y="2908"/>
                    </a:cubicBezTo>
                    <a:lnTo>
                      <a:pt x="3699" y="2908"/>
                    </a:lnTo>
                    <a:cubicBezTo>
                      <a:pt x="3736" y="2865"/>
                      <a:pt x="3753" y="2806"/>
                      <a:pt x="3740" y="2747"/>
                    </a:cubicBezTo>
                    <a:cubicBezTo>
                      <a:pt x="3721" y="2659"/>
                      <a:pt x="3644" y="2598"/>
                      <a:pt x="3558" y="2598"/>
                    </a:cubicBezTo>
                    <a:cubicBezTo>
                      <a:pt x="3547" y="2598"/>
                      <a:pt x="3537" y="2599"/>
                      <a:pt x="3526" y="2600"/>
                    </a:cubicBezTo>
                    <a:cubicBezTo>
                      <a:pt x="3427" y="2616"/>
                      <a:pt x="3357" y="2708"/>
                      <a:pt x="3369" y="2808"/>
                    </a:cubicBezTo>
                    <a:cubicBezTo>
                      <a:pt x="3378" y="2883"/>
                      <a:pt x="3431" y="2944"/>
                      <a:pt x="3500" y="2965"/>
                    </a:cubicBezTo>
                    <a:lnTo>
                      <a:pt x="3500" y="2965"/>
                    </a:lnTo>
                    <a:cubicBezTo>
                      <a:pt x="3501" y="2967"/>
                      <a:pt x="3503" y="2968"/>
                      <a:pt x="3504" y="2970"/>
                    </a:cubicBezTo>
                    <a:cubicBezTo>
                      <a:pt x="3506" y="2995"/>
                      <a:pt x="3506" y="2995"/>
                      <a:pt x="3474" y="2997"/>
                    </a:cubicBezTo>
                    <a:cubicBezTo>
                      <a:pt x="3471" y="2997"/>
                      <a:pt x="3469" y="2997"/>
                      <a:pt x="3466" y="2997"/>
                    </a:cubicBezTo>
                    <a:cubicBezTo>
                      <a:pt x="3452" y="2997"/>
                      <a:pt x="3440" y="2996"/>
                      <a:pt x="3440" y="2986"/>
                    </a:cubicBezTo>
                    <a:cubicBezTo>
                      <a:pt x="3440" y="2972"/>
                      <a:pt x="3440" y="2975"/>
                      <a:pt x="3409" y="2974"/>
                    </a:cubicBezTo>
                    <a:cubicBezTo>
                      <a:pt x="3407" y="2974"/>
                      <a:pt x="3405" y="2973"/>
                      <a:pt x="3403" y="2973"/>
                    </a:cubicBezTo>
                    <a:cubicBezTo>
                      <a:pt x="3381" y="2973"/>
                      <a:pt x="3359" y="2980"/>
                      <a:pt x="3339" y="2990"/>
                    </a:cubicBezTo>
                    <a:cubicBezTo>
                      <a:pt x="3321" y="2999"/>
                      <a:pt x="3304" y="3009"/>
                      <a:pt x="3289" y="3024"/>
                    </a:cubicBezTo>
                    <a:cubicBezTo>
                      <a:pt x="3287" y="3036"/>
                      <a:pt x="3286" y="3042"/>
                      <a:pt x="3284" y="3042"/>
                    </a:cubicBezTo>
                    <a:cubicBezTo>
                      <a:pt x="3281" y="3042"/>
                      <a:pt x="3278" y="3035"/>
                      <a:pt x="3272" y="3021"/>
                    </a:cubicBezTo>
                    <a:cubicBezTo>
                      <a:pt x="3275" y="3008"/>
                      <a:pt x="3259" y="3005"/>
                      <a:pt x="3243" y="3003"/>
                    </a:cubicBezTo>
                    <a:cubicBezTo>
                      <a:pt x="3242" y="3006"/>
                      <a:pt x="3240" y="3007"/>
                      <a:pt x="3239" y="3007"/>
                    </a:cubicBezTo>
                    <a:cubicBezTo>
                      <a:pt x="3236" y="3007"/>
                      <a:pt x="3233" y="3002"/>
                      <a:pt x="3238" y="3002"/>
                    </a:cubicBezTo>
                    <a:lnTo>
                      <a:pt x="3238" y="3002"/>
                    </a:lnTo>
                    <a:cubicBezTo>
                      <a:pt x="3239" y="3002"/>
                      <a:pt x="3240" y="3002"/>
                      <a:pt x="3243" y="3003"/>
                    </a:cubicBezTo>
                    <a:cubicBezTo>
                      <a:pt x="3245" y="2996"/>
                      <a:pt x="3251" y="2993"/>
                      <a:pt x="3259" y="2993"/>
                    </a:cubicBezTo>
                    <a:cubicBezTo>
                      <a:pt x="3264" y="2993"/>
                      <a:pt x="3271" y="2995"/>
                      <a:pt x="3278" y="2996"/>
                    </a:cubicBezTo>
                    <a:lnTo>
                      <a:pt x="3280" y="2984"/>
                    </a:lnTo>
                    <a:cubicBezTo>
                      <a:pt x="3274" y="2968"/>
                      <a:pt x="3267" y="2961"/>
                      <a:pt x="3258" y="2961"/>
                    </a:cubicBezTo>
                    <a:cubicBezTo>
                      <a:pt x="3251" y="2961"/>
                      <a:pt x="3243" y="2965"/>
                      <a:pt x="3234" y="2972"/>
                    </a:cubicBezTo>
                    <a:cubicBezTo>
                      <a:pt x="3226" y="2976"/>
                      <a:pt x="3222" y="2978"/>
                      <a:pt x="3218" y="2978"/>
                    </a:cubicBezTo>
                    <a:cubicBezTo>
                      <a:pt x="3213" y="2978"/>
                      <a:pt x="3210" y="2974"/>
                      <a:pt x="3204" y="2964"/>
                    </a:cubicBezTo>
                    <a:cubicBezTo>
                      <a:pt x="3195" y="2951"/>
                      <a:pt x="3187" y="2938"/>
                      <a:pt x="3182" y="2938"/>
                    </a:cubicBezTo>
                    <a:cubicBezTo>
                      <a:pt x="3180" y="2938"/>
                      <a:pt x="3179" y="2939"/>
                      <a:pt x="3178" y="2942"/>
                    </a:cubicBezTo>
                    <a:cubicBezTo>
                      <a:pt x="3162" y="2936"/>
                      <a:pt x="3150" y="2925"/>
                      <a:pt x="3141" y="2911"/>
                    </a:cubicBezTo>
                    <a:cubicBezTo>
                      <a:pt x="3123" y="2903"/>
                      <a:pt x="3111" y="2897"/>
                      <a:pt x="3103" y="2897"/>
                    </a:cubicBezTo>
                    <a:cubicBezTo>
                      <a:pt x="3098" y="2897"/>
                      <a:pt x="3095" y="2899"/>
                      <a:pt x="3093" y="2903"/>
                    </a:cubicBezTo>
                    <a:cubicBezTo>
                      <a:pt x="3091" y="2907"/>
                      <a:pt x="3088" y="2908"/>
                      <a:pt x="3085" y="2908"/>
                    </a:cubicBezTo>
                    <a:cubicBezTo>
                      <a:pt x="3078" y="2908"/>
                      <a:pt x="3069" y="2902"/>
                      <a:pt x="3060" y="2896"/>
                    </a:cubicBezTo>
                    <a:cubicBezTo>
                      <a:pt x="3051" y="2890"/>
                      <a:pt x="3042" y="2884"/>
                      <a:pt x="3035" y="2884"/>
                    </a:cubicBezTo>
                    <a:cubicBezTo>
                      <a:pt x="3031" y="2884"/>
                      <a:pt x="3029" y="2885"/>
                      <a:pt x="3027" y="2888"/>
                    </a:cubicBezTo>
                    <a:cubicBezTo>
                      <a:pt x="3023" y="2893"/>
                      <a:pt x="3017" y="2896"/>
                      <a:pt x="3008" y="2896"/>
                    </a:cubicBezTo>
                    <a:cubicBezTo>
                      <a:pt x="2998" y="2896"/>
                      <a:pt x="2985" y="2892"/>
                      <a:pt x="2969" y="2882"/>
                    </a:cubicBezTo>
                    <a:cubicBezTo>
                      <a:pt x="2936" y="2868"/>
                      <a:pt x="2936" y="2868"/>
                      <a:pt x="2939" y="2838"/>
                    </a:cubicBezTo>
                    <a:cubicBezTo>
                      <a:pt x="2948" y="2828"/>
                      <a:pt x="2935" y="2817"/>
                      <a:pt x="2922" y="2807"/>
                    </a:cubicBezTo>
                    <a:cubicBezTo>
                      <a:pt x="2920" y="2803"/>
                      <a:pt x="2918" y="2801"/>
                      <a:pt x="2916" y="2799"/>
                    </a:cubicBezTo>
                    <a:cubicBezTo>
                      <a:pt x="2911" y="2791"/>
                      <a:pt x="2908" y="2783"/>
                      <a:pt x="2907" y="2774"/>
                    </a:cubicBezTo>
                    <a:cubicBezTo>
                      <a:pt x="2906" y="2764"/>
                      <a:pt x="2903" y="2761"/>
                      <a:pt x="2900" y="2761"/>
                    </a:cubicBezTo>
                    <a:cubicBezTo>
                      <a:pt x="2896" y="2761"/>
                      <a:pt x="2891" y="2766"/>
                      <a:pt x="2886" y="2771"/>
                    </a:cubicBezTo>
                    <a:cubicBezTo>
                      <a:pt x="2878" y="2779"/>
                      <a:pt x="2869" y="2788"/>
                      <a:pt x="2869" y="2788"/>
                    </a:cubicBezTo>
                    <a:cubicBezTo>
                      <a:pt x="2856" y="2774"/>
                      <a:pt x="2863" y="2745"/>
                      <a:pt x="2873" y="2736"/>
                    </a:cubicBezTo>
                    <a:cubicBezTo>
                      <a:pt x="2877" y="2720"/>
                      <a:pt x="2879" y="2713"/>
                      <a:pt x="2877" y="2713"/>
                    </a:cubicBezTo>
                    <a:lnTo>
                      <a:pt x="2877" y="2713"/>
                    </a:lnTo>
                    <a:cubicBezTo>
                      <a:pt x="2875" y="2713"/>
                      <a:pt x="2870" y="2717"/>
                      <a:pt x="2862" y="2724"/>
                    </a:cubicBezTo>
                    <a:cubicBezTo>
                      <a:pt x="2859" y="2726"/>
                      <a:pt x="2855" y="2727"/>
                      <a:pt x="2851" y="2727"/>
                    </a:cubicBezTo>
                    <a:cubicBezTo>
                      <a:pt x="2840" y="2727"/>
                      <a:pt x="2826" y="2719"/>
                      <a:pt x="2818" y="2692"/>
                    </a:cubicBezTo>
                    <a:cubicBezTo>
                      <a:pt x="2797" y="2664"/>
                      <a:pt x="2776" y="2636"/>
                      <a:pt x="2787" y="2628"/>
                    </a:cubicBezTo>
                    <a:cubicBezTo>
                      <a:pt x="2786" y="2616"/>
                      <a:pt x="2778" y="2605"/>
                      <a:pt x="2765" y="2600"/>
                    </a:cubicBezTo>
                    <a:cubicBezTo>
                      <a:pt x="2745" y="2593"/>
                      <a:pt x="2735" y="2577"/>
                      <a:pt x="2717" y="2524"/>
                    </a:cubicBezTo>
                    <a:cubicBezTo>
                      <a:pt x="2698" y="2458"/>
                      <a:pt x="2693" y="2440"/>
                      <a:pt x="2684" y="2440"/>
                    </a:cubicBezTo>
                    <a:cubicBezTo>
                      <a:pt x="2680" y="2440"/>
                      <a:pt x="2676" y="2442"/>
                      <a:pt x="2670" y="2446"/>
                    </a:cubicBezTo>
                    <a:cubicBezTo>
                      <a:pt x="2665" y="2448"/>
                      <a:pt x="2661" y="2451"/>
                      <a:pt x="2658" y="2451"/>
                    </a:cubicBezTo>
                    <a:cubicBezTo>
                      <a:pt x="2654" y="2451"/>
                      <a:pt x="2654" y="2446"/>
                      <a:pt x="2661" y="2430"/>
                    </a:cubicBezTo>
                    <a:cubicBezTo>
                      <a:pt x="2662" y="2407"/>
                      <a:pt x="2642" y="2399"/>
                      <a:pt x="2613" y="2371"/>
                    </a:cubicBezTo>
                    <a:cubicBezTo>
                      <a:pt x="2607" y="2367"/>
                      <a:pt x="2601" y="2366"/>
                      <a:pt x="2595" y="2366"/>
                    </a:cubicBezTo>
                    <a:cubicBezTo>
                      <a:pt x="2581" y="2366"/>
                      <a:pt x="2568" y="2373"/>
                      <a:pt x="2560" y="2377"/>
                    </a:cubicBezTo>
                    <a:cubicBezTo>
                      <a:pt x="2553" y="2381"/>
                      <a:pt x="2547" y="2384"/>
                      <a:pt x="2544" y="2384"/>
                    </a:cubicBezTo>
                    <a:cubicBezTo>
                      <a:pt x="2537" y="2384"/>
                      <a:pt x="2536" y="2375"/>
                      <a:pt x="2531" y="2349"/>
                    </a:cubicBezTo>
                    <a:cubicBezTo>
                      <a:pt x="2522" y="2333"/>
                      <a:pt x="2525" y="2310"/>
                      <a:pt x="2536" y="2305"/>
                    </a:cubicBezTo>
                    <a:cubicBezTo>
                      <a:pt x="2537" y="2303"/>
                      <a:pt x="2539" y="2303"/>
                      <a:pt x="2541" y="2303"/>
                    </a:cubicBezTo>
                    <a:cubicBezTo>
                      <a:pt x="2549" y="2303"/>
                      <a:pt x="2555" y="2315"/>
                      <a:pt x="2555" y="2315"/>
                    </a:cubicBezTo>
                    <a:lnTo>
                      <a:pt x="2564" y="2331"/>
                    </a:lnTo>
                    <a:cubicBezTo>
                      <a:pt x="2575" y="2326"/>
                      <a:pt x="2586" y="2320"/>
                      <a:pt x="2568" y="2287"/>
                    </a:cubicBezTo>
                    <a:cubicBezTo>
                      <a:pt x="2570" y="2267"/>
                      <a:pt x="2565" y="2252"/>
                      <a:pt x="2556" y="2252"/>
                    </a:cubicBezTo>
                    <a:cubicBezTo>
                      <a:pt x="2554" y="2252"/>
                      <a:pt x="2553" y="2252"/>
                      <a:pt x="2551" y="2253"/>
                    </a:cubicBezTo>
                    <a:cubicBezTo>
                      <a:pt x="2554" y="2229"/>
                      <a:pt x="2536" y="2196"/>
                      <a:pt x="2518" y="2161"/>
                    </a:cubicBezTo>
                    <a:cubicBezTo>
                      <a:pt x="2500" y="2128"/>
                      <a:pt x="2472" y="2074"/>
                      <a:pt x="2474" y="2051"/>
                    </a:cubicBezTo>
                    <a:cubicBezTo>
                      <a:pt x="2458" y="2021"/>
                      <a:pt x="2448" y="2003"/>
                      <a:pt x="2438" y="2003"/>
                    </a:cubicBezTo>
                    <a:cubicBezTo>
                      <a:pt x="2436" y="2003"/>
                      <a:pt x="2435" y="2004"/>
                      <a:pt x="2434" y="2004"/>
                    </a:cubicBezTo>
                    <a:cubicBezTo>
                      <a:pt x="2428" y="2007"/>
                      <a:pt x="2424" y="2008"/>
                      <a:pt x="2420" y="2008"/>
                    </a:cubicBezTo>
                    <a:cubicBezTo>
                      <a:pt x="2409" y="2008"/>
                      <a:pt x="2405" y="1997"/>
                      <a:pt x="2414" y="1993"/>
                    </a:cubicBezTo>
                    <a:cubicBezTo>
                      <a:pt x="2418" y="1978"/>
                      <a:pt x="2396" y="1912"/>
                      <a:pt x="2359" y="1848"/>
                    </a:cubicBezTo>
                    <a:cubicBezTo>
                      <a:pt x="2325" y="1785"/>
                      <a:pt x="2278" y="1725"/>
                      <a:pt x="2261" y="1724"/>
                    </a:cubicBezTo>
                    <a:lnTo>
                      <a:pt x="2235" y="1690"/>
                    </a:lnTo>
                    <a:cubicBezTo>
                      <a:pt x="2230" y="1669"/>
                      <a:pt x="2203" y="1633"/>
                      <a:pt x="2176" y="1602"/>
                    </a:cubicBezTo>
                    <a:cubicBezTo>
                      <a:pt x="2149" y="1571"/>
                      <a:pt x="2120" y="1545"/>
                      <a:pt x="2107" y="1543"/>
                    </a:cubicBezTo>
                    <a:lnTo>
                      <a:pt x="2057" y="1497"/>
                    </a:lnTo>
                    <a:cubicBezTo>
                      <a:pt x="2033" y="1456"/>
                      <a:pt x="2013" y="1443"/>
                      <a:pt x="1987" y="1439"/>
                    </a:cubicBezTo>
                    <a:cubicBezTo>
                      <a:pt x="1983" y="1439"/>
                      <a:pt x="1980" y="1439"/>
                      <a:pt x="1977" y="1439"/>
                    </a:cubicBezTo>
                    <a:cubicBezTo>
                      <a:pt x="1965" y="1439"/>
                      <a:pt x="1959" y="1442"/>
                      <a:pt x="1958" y="1442"/>
                    </a:cubicBezTo>
                    <a:cubicBezTo>
                      <a:pt x="1957" y="1442"/>
                      <a:pt x="1958" y="1440"/>
                      <a:pt x="1960" y="1437"/>
                    </a:cubicBezTo>
                    <a:cubicBezTo>
                      <a:pt x="1963" y="1432"/>
                      <a:pt x="1956" y="1423"/>
                      <a:pt x="1937" y="1408"/>
                    </a:cubicBezTo>
                    <a:cubicBezTo>
                      <a:pt x="1928" y="1401"/>
                      <a:pt x="1917" y="1392"/>
                      <a:pt x="1903" y="1383"/>
                    </a:cubicBezTo>
                    <a:cubicBezTo>
                      <a:pt x="1888" y="1373"/>
                      <a:pt x="1869" y="1365"/>
                      <a:pt x="1849" y="1355"/>
                    </a:cubicBezTo>
                    <a:cubicBezTo>
                      <a:pt x="1801" y="1332"/>
                      <a:pt x="1780" y="1323"/>
                      <a:pt x="1774" y="1323"/>
                    </a:cubicBezTo>
                    <a:lnTo>
                      <a:pt x="1774" y="1323"/>
                    </a:lnTo>
                    <a:cubicBezTo>
                      <a:pt x="1770" y="1323"/>
                      <a:pt x="1774" y="1328"/>
                      <a:pt x="1780" y="1337"/>
                    </a:cubicBezTo>
                    <a:cubicBezTo>
                      <a:pt x="1691" y="1314"/>
                      <a:pt x="1693" y="1306"/>
                      <a:pt x="1697" y="1293"/>
                    </a:cubicBezTo>
                    <a:cubicBezTo>
                      <a:pt x="1715" y="1284"/>
                      <a:pt x="1707" y="1274"/>
                      <a:pt x="1691" y="1274"/>
                    </a:cubicBezTo>
                    <a:cubicBezTo>
                      <a:pt x="1679" y="1274"/>
                      <a:pt x="1663" y="1279"/>
                      <a:pt x="1649" y="1293"/>
                    </a:cubicBezTo>
                    <a:cubicBezTo>
                      <a:pt x="1637" y="1300"/>
                      <a:pt x="1623" y="1303"/>
                      <a:pt x="1611" y="1303"/>
                    </a:cubicBezTo>
                    <a:cubicBezTo>
                      <a:pt x="1592" y="1303"/>
                      <a:pt x="1577" y="1297"/>
                      <a:pt x="1579" y="1290"/>
                    </a:cubicBezTo>
                    <a:cubicBezTo>
                      <a:pt x="1580" y="1284"/>
                      <a:pt x="1586" y="1282"/>
                      <a:pt x="1594" y="1282"/>
                    </a:cubicBezTo>
                    <a:cubicBezTo>
                      <a:pt x="1603" y="1282"/>
                      <a:pt x="1615" y="1285"/>
                      <a:pt x="1627" y="1287"/>
                    </a:cubicBezTo>
                    <a:cubicBezTo>
                      <a:pt x="1627" y="1287"/>
                      <a:pt x="1629" y="1276"/>
                      <a:pt x="1632" y="1263"/>
                    </a:cubicBezTo>
                    <a:cubicBezTo>
                      <a:pt x="1625" y="1261"/>
                      <a:pt x="1617" y="1259"/>
                      <a:pt x="1610" y="1259"/>
                    </a:cubicBezTo>
                    <a:cubicBezTo>
                      <a:pt x="1600" y="1259"/>
                      <a:pt x="1591" y="1261"/>
                      <a:pt x="1583" y="1266"/>
                    </a:cubicBezTo>
                    <a:cubicBezTo>
                      <a:pt x="1580" y="1266"/>
                      <a:pt x="1578" y="1265"/>
                      <a:pt x="1575" y="1265"/>
                    </a:cubicBezTo>
                    <a:cubicBezTo>
                      <a:pt x="1561" y="1265"/>
                      <a:pt x="1548" y="1268"/>
                      <a:pt x="1535" y="1272"/>
                    </a:cubicBezTo>
                    <a:cubicBezTo>
                      <a:pt x="1510" y="1283"/>
                      <a:pt x="1510" y="1295"/>
                      <a:pt x="1530" y="1309"/>
                    </a:cubicBezTo>
                    <a:cubicBezTo>
                      <a:pt x="1543" y="1319"/>
                      <a:pt x="1540" y="1322"/>
                      <a:pt x="1530" y="1322"/>
                    </a:cubicBezTo>
                    <a:cubicBezTo>
                      <a:pt x="1524" y="1322"/>
                      <a:pt x="1516" y="1321"/>
                      <a:pt x="1507" y="1320"/>
                    </a:cubicBezTo>
                    <a:cubicBezTo>
                      <a:pt x="1466" y="1305"/>
                      <a:pt x="1464" y="1293"/>
                      <a:pt x="1488" y="1281"/>
                    </a:cubicBezTo>
                    <a:cubicBezTo>
                      <a:pt x="1511" y="1281"/>
                      <a:pt x="1513" y="1270"/>
                      <a:pt x="1514" y="1257"/>
                    </a:cubicBezTo>
                    <a:cubicBezTo>
                      <a:pt x="1514" y="1254"/>
                      <a:pt x="1509" y="1253"/>
                      <a:pt x="1500" y="1253"/>
                    </a:cubicBezTo>
                    <a:cubicBezTo>
                      <a:pt x="1469" y="1253"/>
                      <a:pt x="1393" y="1270"/>
                      <a:pt x="1376" y="1292"/>
                    </a:cubicBezTo>
                    <a:lnTo>
                      <a:pt x="1376" y="1292"/>
                    </a:lnTo>
                    <a:cubicBezTo>
                      <a:pt x="1376" y="1289"/>
                      <a:pt x="1376" y="1285"/>
                      <a:pt x="1376" y="1280"/>
                    </a:cubicBezTo>
                    <a:cubicBezTo>
                      <a:pt x="1375" y="1274"/>
                      <a:pt x="1363" y="1271"/>
                      <a:pt x="1345" y="1271"/>
                    </a:cubicBezTo>
                    <a:cubicBezTo>
                      <a:pt x="1329" y="1271"/>
                      <a:pt x="1307" y="1274"/>
                      <a:pt x="1285" y="1277"/>
                    </a:cubicBezTo>
                    <a:cubicBezTo>
                      <a:pt x="1240" y="1283"/>
                      <a:pt x="1219" y="1289"/>
                      <a:pt x="1221" y="1300"/>
                    </a:cubicBezTo>
                    <a:cubicBezTo>
                      <a:pt x="1223" y="1313"/>
                      <a:pt x="1226" y="1325"/>
                      <a:pt x="1206" y="1330"/>
                    </a:cubicBezTo>
                    <a:cubicBezTo>
                      <a:pt x="1209" y="1329"/>
                      <a:pt x="1211" y="1329"/>
                      <a:pt x="1214" y="1329"/>
                    </a:cubicBezTo>
                    <a:cubicBezTo>
                      <a:pt x="1227" y="1329"/>
                      <a:pt x="1229" y="1339"/>
                      <a:pt x="1231" y="1350"/>
                    </a:cubicBezTo>
                    <a:cubicBezTo>
                      <a:pt x="1231" y="1350"/>
                      <a:pt x="1186" y="1345"/>
                      <a:pt x="1163" y="1340"/>
                    </a:cubicBezTo>
                    <a:cubicBezTo>
                      <a:pt x="1145" y="1335"/>
                      <a:pt x="1128" y="1332"/>
                      <a:pt x="1108" y="1332"/>
                    </a:cubicBezTo>
                    <a:cubicBezTo>
                      <a:pt x="1075" y="1332"/>
                      <a:pt x="1038" y="1340"/>
                      <a:pt x="987" y="1362"/>
                    </a:cubicBezTo>
                    <a:cubicBezTo>
                      <a:pt x="947" y="1378"/>
                      <a:pt x="890" y="1408"/>
                      <a:pt x="865" y="1408"/>
                    </a:cubicBezTo>
                    <a:cubicBezTo>
                      <a:pt x="865" y="1408"/>
                      <a:pt x="864" y="1408"/>
                      <a:pt x="864" y="1408"/>
                    </a:cubicBezTo>
                    <a:cubicBezTo>
                      <a:pt x="826" y="1430"/>
                      <a:pt x="807" y="1442"/>
                      <a:pt x="813" y="1452"/>
                    </a:cubicBezTo>
                    <a:cubicBezTo>
                      <a:pt x="800" y="1460"/>
                      <a:pt x="789" y="1467"/>
                      <a:pt x="776" y="1475"/>
                    </a:cubicBezTo>
                    <a:cubicBezTo>
                      <a:pt x="752" y="1476"/>
                      <a:pt x="715" y="1502"/>
                      <a:pt x="723" y="1512"/>
                    </a:cubicBezTo>
                    <a:cubicBezTo>
                      <a:pt x="714" y="1536"/>
                      <a:pt x="688" y="1538"/>
                      <a:pt x="671" y="1552"/>
                    </a:cubicBezTo>
                    <a:cubicBezTo>
                      <a:pt x="622" y="1560"/>
                      <a:pt x="622" y="1560"/>
                      <a:pt x="662" y="1576"/>
                    </a:cubicBezTo>
                    <a:cubicBezTo>
                      <a:pt x="664" y="1578"/>
                      <a:pt x="666" y="1579"/>
                      <a:pt x="670" y="1579"/>
                    </a:cubicBezTo>
                    <a:cubicBezTo>
                      <a:pt x="685" y="1579"/>
                      <a:pt x="715" y="1566"/>
                      <a:pt x="728" y="1556"/>
                    </a:cubicBezTo>
                    <a:cubicBezTo>
                      <a:pt x="745" y="1544"/>
                      <a:pt x="762" y="1530"/>
                      <a:pt x="780" y="1519"/>
                    </a:cubicBezTo>
                    <a:lnTo>
                      <a:pt x="780" y="1519"/>
                    </a:lnTo>
                    <a:cubicBezTo>
                      <a:pt x="764" y="1534"/>
                      <a:pt x="749" y="1550"/>
                      <a:pt x="736" y="1566"/>
                    </a:cubicBezTo>
                    <a:cubicBezTo>
                      <a:pt x="718" y="1578"/>
                      <a:pt x="693" y="1614"/>
                      <a:pt x="702" y="1624"/>
                    </a:cubicBezTo>
                    <a:cubicBezTo>
                      <a:pt x="702" y="1624"/>
                      <a:pt x="710" y="1634"/>
                      <a:pt x="694" y="1648"/>
                    </a:cubicBezTo>
                    <a:lnTo>
                      <a:pt x="679" y="1628"/>
                    </a:lnTo>
                    <a:cubicBezTo>
                      <a:pt x="684" y="1614"/>
                      <a:pt x="682" y="1596"/>
                      <a:pt x="670" y="1585"/>
                    </a:cubicBezTo>
                    <a:cubicBezTo>
                      <a:pt x="667" y="1585"/>
                      <a:pt x="665" y="1585"/>
                      <a:pt x="662" y="1585"/>
                    </a:cubicBezTo>
                    <a:cubicBezTo>
                      <a:pt x="629" y="1585"/>
                      <a:pt x="582" y="1616"/>
                      <a:pt x="598" y="1633"/>
                    </a:cubicBezTo>
                    <a:cubicBezTo>
                      <a:pt x="588" y="1645"/>
                      <a:pt x="573" y="1652"/>
                      <a:pt x="558" y="1653"/>
                    </a:cubicBezTo>
                    <a:cubicBezTo>
                      <a:pt x="556" y="1652"/>
                      <a:pt x="554" y="1651"/>
                      <a:pt x="552" y="1651"/>
                    </a:cubicBezTo>
                    <a:cubicBezTo>
                      <a:pt x="544" y="1651"/>
                      <a:pt x="534" y="1666"/>
                      <a:pt x="538" y="1694"/>
                    </a:cubicBezTo>
                    <a:cubicBezTo>
                      <a:pt x="541" y="1725"/>
                      <a:pt x="527" y="1740"/>
                      <a:pt x="497" y="1740"/>
                    </a:cubicBezTo>
                    <a:cubicBezTo>
                      <a:pt x="496" y="1740"/>
                      <a:pt x="495" y="1740"/>
                      <a:pt x="494" y="1740"/>
                    </a:cubicBezTo>
                    <a:cubicBezTo>
                      <a:pt x="447" y="1754"/>
                      <a:pt x="394" y="1822"/>
                      <a:pt x="404" y="1829"/>
                    </a:cubicBezTo>
                    <a:cubicBezTo>
                      <a:pt x="423" y="1845"/>
                      <a:pt x="387" y="1896"/>
                      <a:pt x="365" y="1905"/>
                    </a:cubicBezTo>
                    <a:cubicBezTo>
                      <a:pt x="344" y="1913"/>
                      <a:pt x="330" y="1934"/>
                      <a:pt x="330" y="1956"/>
                    </a:cubicBezTo>
                    <a:cubicBezTo>
                      <a:pt x="328" y="1955"/>
                      <a:pt x="326" y="1954"/>
                      <a:pt x="323" y="1954"/>
                    </a:cubicBezTo>
                    <a:cubicBezTo>
                      <a:pt x="312" y="1954"/>
                      <a:pt x="298" y="1964"/>
                      <a:pt x="298" y="1984"/>
                    </a:cubicBezTo>
                    <a:cubicBezTo>
                      <a:pt x="298" y="1984"/>
                      <a:pt x="291" y="1994"/>
                      <a:pt x="298" y="1994"/>
                    </a:cubicBezTo>
                    <a:cubicBezTo>
                      <a:pt x="300" y="1994"/>
                      <a:pt x="303" y="1993"/>
                      <a:pt x="308" y="1991"/>
                    </a:cubicBezTo>
                    <a:lnTo>
                      <a:pt x="308" y="2039"/>
                    </a:lnTo>
                    <a:cubicBezTo>
                      <a:pt x="313" y="2030"/>
                      <a:pt x="318" y="2027"/>
                      <a:pt x="323" y="2027"/>
                    </a:cubicBezTo>
                    <a:cubicBezTo>
                      <a:pt x="328" y="2027"/>
                      <a:pt x="334" y="2031"/>
                      <a:pt x="339" y="2035"/>
                    </a:cubicBezTo>
                    <a:cubicBezTo>
                      <a:pt x="350" y="2041"/>
                      <a:pt x="298" y="2103"/>
                      <a:pt x="246" y="2120"/>
                    </a:cubicBezTo>
                    <a:lnTo>
                      <a:pt x="204" y="2143"/>
                    </a:lnTo>
                    <a:lnTo>
                      <a:pt x="226" y="2156"/>
                    </a:lnTo>
                    <a:cubicBezTo>
                      <a:pt x="217" y="2171"/>
                      <a:pt x="209" y="2187"/>
                      <a:pt x="200" y="2187"/>
                    </a:cubicBezTo>
                    <a:cubicBezTo>
                      <a:pt x="199" y="2187"/>
                      <a:pt x="197" y="2187"/>
                      <a:pt x="196" y="2186"/>
                    </a:cubicBezTo>
                    <a:cubicBezTo>
                      <a:pt x="192" y="2183"/>
                      <a:pt x="189" y="2182"/>
                      <a:pt x="187" y="2182"/>
                    </a:cubicBezTo>
                    <a:cubicBezTo>
                      <a:pt x="183" y="2182"/>
                      <a:pt x="181" y="2186"/>
                      <a:pt x="176" y="2197"/>
                    </a:cubicBezTo>
                    <a:cubicBezTo>
                      <a:pt x="176" y="2197"/>
                      <a:pt x="167" y="2216"/>
                      <a:pt x="178" y="2222"/>
                    </a:cubicBezTo>
                    <a:cubicBezTo>
                      <a:pt x="200" y="2233"/>
                      <a:pt x="199" y="2233"/>
                      <a:pt x="180" y="2245"/>
                    </a:cubicBezTo>
                    <a:cubicBezTo>
                      <a:pt x="149" y="2252"/>
                      <a:pt x="140" y="2270"/>
                      <a:pt x="153" y="2299"/>
                    </a:cubicBezTo>
                    <a:cubicBezTo>
                      <a:pt x="176" y="2310"/>
                      <a:pt x="176" y="2310"/>
                      <a:pt x="144" y="2317"/>
                    </a:cubicBezTo>
                    <a:cubicBezTo>
                      <a:pt x="142" y="2316"/>
                      <a:pt x="140" y="2316"/>
                      <a:pt x="138" y="2316"/>
                    </a:cubicBezTo>
                    <a:cubicBezTo>
                      <a:pt x="127" y="2316"/>
                      <a:pt x="112" y="2327"/>
                      <a:pt x="105" y="2343"/>
                    </a:cubicBezTo>
                    <a:lnTo>
                      <a:pt x="116" y="2347"/>
                    </a:lnTo>
                    <a:cubicBezTo>
                      <a:pt x="139" y="2358"/>
                      <a:pt x="130" y="2376"/>
                      <a:pt x="111" y="2390"/>
                    </a:cubicBezTo>
                    <a:cubicBezTo>
                      <a:pt x="109" y="2389"/>
                      <a:pt x="108" y="2389"/>
                      <a:pt x="107" y="2389"/>
                    </a:cubicBezTo>
                    <a:cubicBezTo>
                      <a:pt x="97" y="2389"/>
                      <a:pt x="90" y="2407"/>
                      <a:pt x="86" y="2444"/>
                    </a:cubicBezTo>
                    <a:cubicBezTo>
                      <a:pt x="72" y="2476"/>
                      <a:pt x="64" y="2494"/>
                      <a:pt x="55" y="2494"/>
                    </a:cubicBezTo>
                    <a:cubicBezTo>
                      <a:pt x="53" y="2494"/>
                      <a:pt x="52" y="2493"/>
                      <a:pt x="51" y="2493"/>
                    </a:cubicBezTo>
                    <a:cubicBezTo>
                      <a:pt x="42" y="2489"/>
                      <a:pt x="37" y="2487"/>
                      <a:pt x="34" y="2487"/>
                    </a:cubicBezTo>
                    <a:lnTo>
                      <a:pt x="34" y="2487"/>
                    </a:lnTo>
                    <a:cubicBezTo>
                      <a:pt x="30" y="2487"/>
                      <a:pt x="34" y="2493"/>
                      <a:pt x="43" y="2511"/>
                    </a:cubicBezTo>
                    <a:cubicBezTo>
                      <a:pt x="47" y="2534"/>
                      <a:pt x="47" y="2534"/>
                      <a:pt x="20" y="2565"/>
                    </a:cubicBezTo>
                    <a:cubicBezTo>
                      <a:pt x="1" y="2578"/>
                      <a:pt x="1" y="2578"/>
                      <a:pt x="4" y="2602"/>
                    </a:cubicBezTo>
                    <a:cubicBezTo>
                      <a:pt x="16" y="2606"/>
                      <a:pt x="25" y="2610"/>
                      <a:pt x="32" y="2610"/>
                    </a:cubicBezTo>
                    <a:cubicBezTo>
                      <a:pt x="38" y="2610"/>
                      <a:pt x="43" y="2607"/>
                      <a:pt x="47" y="2598"/>
                    </a:cubicBezTo>
                    <a:cubicBezTo>
                      <a:pt x="52" y="2586"/>
                      <a:pt x="54" y="2582"/>
                      <a:pt x="58" y="2582"/>
                    </a:cubicBezTo>
                    <a:cubicBezTo>
                      <a:pt x="60" y="2582"/>
                      <a:pt x="62" y="2583"/>
                      <a:pt x="66" y="2585"/>
                    </a:cubicBezTo>
                    <a:lnTo>
                      <a:pt x="51" y="2621"/>
                    </a:lnTo>
                    <a:cubicBezTo>
                      <a:pt x="40" y="2645"/>
                      <a:pt x="33" y="2671"/>
                      <a:pt x="32" y="2698"/>
                    </a:cubicBezTo>
                    <a:cubicBezTo>
                      <a:pt x="30" y="2720"/>
                      <a:pt x="37" y="2734"/>
                      <a:pt x="43" y="2734"/>
                    </a:cubicBezTo>
                    <a:cubicBezTo>
                      <a:pt x="49" y="2734"/>
                      <a:pt x="54" y="2725"/>
                      <a:pt x="56" y="2707"/>
                    </a:cubicBezTo>
                    <a:lnTo>
                      <a:pt x="75" y="2695"/>
                    </a:lnTo>
                    <a:cubicBezTo>
                      <a:pt x="80" y="2697"/>
                      <a:pt x="86" y="2698"/>
                      <a:pt x="90" y="2698"/>
                    </a:cubicBezTo>
                    <a:cubicBezTo>
                      <a:pt x="113" y="2698"/>
                      <a:pt x="118" y="2671"/>
                      <a:pt x="89" y="2659"/>
                    </a:cubicBezTo>
                    <a:cubicBezTo>
                      <a:pt x="56" y="2644"/>
                      <a:pt x="56" y="2644"/>
                      <a:pt x="86" y="2636"/>
                    </a:cubicBezTo>
                    <a:lnTo>
                      <a:pt x="86" y="2636"/>
                    </a:lnTo>
                    <a:cubicBezTo>
                      <a:pt x="90" y="2638"/>
                      <a:pt x="94" y="2639"/>
                      <a:pt x="97" y="2639"/>
                    </a:cubicBezTo>
                    <a:cubicBezTo>
                      <a:pt x="112" y="2639"/>
                      <a:pt x="118" y="2624"/>
                      <a:pt x="124" y="2609"/>
                    </a:cubicBezTo>
                    <a:cubicBezTo>
                      <a:pt x="129" y="2598"/>
                      <a:pt x="131" y="2594"/>
                      <a:pt x="135" y="2594"/>
                    </a:cubicBezTo>
                    <a:cubicBezTo>
                      <a:pt x="137" y="2594"/>
                      <a:pt x="139" y="2595"/>
                      <a:pt x="143" y="2597"/>
                    </a:cubicBezTo>
                    <a:cubicBezTo>
                      <a:pt x="145" y="2598"/>
                      <a:pt x="146" y="2598"/>
                      <a:pt x="148" y="2598"/>
                    </a:cubicBezTo>
                    <a:cubicBezTo>
                      <a:pt x="159" y="2598"/>
                      <a:pt x="174" y="2587"/>
                      <a:pt x="181" y="2571"/>
                    </a:cubicBezTo>
                    <a:cubicBezTo>
                      <a:pt x="189" y="2553"/>
                      <a:pt x="189" y="2553"/>
                      <a:pt x="178" y="2549"/>
                    </a:cubicBezTo>
                    <a:cubicBezTo>
                      <a:pt x="175" y="2551"/>
                      <a:pt x="173" y="2551"/>
                      <a:pt x="172" y="2551"/>
                    </a:cubicBezTo>
                    <a:cubicBezTo>
                      <a:pt x="164" y="2551"/>
                      <a:pt x="179" y="2524"/>
                      <a:pt x="205" y="2519"/>
                    </a:cubicBezTo>
                    <a:cubicBezTo>
                      <a:pt x="224" y="2505"/>
                      <a:pt x="224" y="2505"/>
                      <a:pt x="201" y="2495"/>
                    </a:cubicBezTo>
                    <a:cubicBezTo>
                      <a:pt x="178" y="2485"/>
                      <a:pt x="195" y="2449"/>
                      <a:pt x="225" y="2442"/>
                    </a:cubicBezTo>
                    <a:cubicBezTo>
                      <a:pt x="225" y="2442"/>
                      <a:pt x="233" y="2424"/>
                      <a:pt x="242" y="2407"/>
                    </a:cubicBezTo>
                    <a:cubicBezTo>
                      <a:pt x="250" y="2390"/>
                      <a:pt x="238" y="2384"/>
                      <a:pt x="227" y="2379"/>
                    </a:cubicBezTo>
                    <a:cubicBezTo>
                      <a:pt x="205" y="2367"/>
                      <a:pt x="205" y="2367"/>
                      <a:pt x="224" y="2355"/>
                    </a:cubicBezTo>
                    <a:cubicBezTo>
                      <a:pt x="234" y="2349"/>
                      <a:pt x="242" y="2348"/>
                      <a:pt x="247" y="2348"/>
                    </a:cubicBezTo>
                    <a:cubicBezTo>
                      <a:pt x="252" y="2348"/>
                      <a:pt x="255" y="2349"/>
                      <a:pt x="255" y="2349"/>
                    </a:cubicBezTo>
                    <a:cubicBezTo>
                      <a:pt x="257" y="2350"/>
                      <a:pt x="258" y="2350"/>
                      <a:pt x="259" y="2350"/>
                    </a:cubicBezTo>
                    <a:cubicBezTo>
                      <a:pt x="268" y="2350"/>
                      <a:pt x="275" y="2335"/>
                      <a:pt x="283" y="2319"/>
                    </a:cubicBezTo>
                    <a:cubicBezTo>
                      <a:pt x="292" y="2302"/>
                      <a:pt x="309" y="2268"/>
                      <a:pt x="299" y="2262"/>
                    </a:cubicBezTo>
                    <a:lnTo>
                      <a:pt x="299" y="2262"/>
                    </a:lnTo>
                    <a:lnTo>
                      <a:pt x="310" y="2268"/>
                    </a:lnTo>
                    <a:cubicBezTo>
                      <a:pt x="319" y="2251"/>
                      <a:pt x="329" y="2256"/>
                      <a:pt x="319" y="2251"/>
                    </a:cubicBezTo>
                    <a:cubicBezTo>
                      <a:pt x="329" y="2234"/>
                      <a:pt x="341" y="2218"/>
                      <a:pt x="357" y="2205"/>
                    </a:cubicBezTo>
                    <a:cubicBezTo>
                      <a:pt x="380" y="2184"/>
                      <a:pt x="390" y="2141"/>
                      <a:pt x="368" y="2141"/>
                    </a:cubicBezTo>
                    <a:cubicBezTo>
                      <a:pt x="362" y="2141"/>
                      <a:pt x="355" y="2144"/>
                      <a:pt x="344" y="2151"/>
                    </a:cubicBezTo>
                    <a:lnTo>
                      <a:pt x="344" y="2151"/>
                    </a:lnTo>
                    <a:cubicBezTo>
                      <a:pt x="346" y="2147"/>
                      <a:pt x="349" y="2142"/>
                      <a:pt x="353" y="2135"/>
                    </a:cubicBezTo>
                    <a:cubicBezTo>
                      <a:pt x="363" y="2119"/>
                      <a:pt x="352" y="2113"/>
                      <a:pt x="352" y="2113"/>
                    </a:cubicBezTo>
                    <a:cubicBezTo>
                      <a:pt x="341" y="2106"/>
                      <a:pt x="352" y="2088"/>
                      <a:pt x="362" y="2071"/>
                    </a:cubicBezTo>
                    <a:lnTo>
                      <a:pt x="383" y="2085"/>
                    </a:lnTo>
                    <a:cubicBezTo>
                      <a:pt x="390" y="2097"/>
                      <a:pt x="399" y="2102"/>
                      <a:pt x="406" y="2102"/>
                    </a:cubicBezTo>
                    <a:cubicBezTo>
                      <a:pt x="419" y="2102"/>
                      <a:pt x="428" y="2083"/>
                      <a:pt x="414" y="2059"/>
                    </a:cubicBezTo>
                    <a:lnTo>
                      <a:pt x="414" y="2059"/>
                    </a:lnTo>
                    <a:lnTo>
                      <a:pt x="424" y="2066"/>
                    </a:lnTo>
                    <a:cubicBezTo>
                      <a:pt x="426" y="2067"/>
                      <a:pt x="428" y="2067"/>
                      <a:pt x="429" y="2067"/>
                    </a:cubicBezTo>
                    <a:cubicBezTo>
                      <a:pt x="438" y="2067"/>
                      <a:pt x="446" y="2050"/>
                      <a:pt x="457" y="2017"/>
                    </a:cubicBezTo>
                    <a:cubicBezTo>
                      <a:pt x="465" y="1999"/>
                      <a:pt x="461" y="1977"/>
                      <a:pt x="448" y="1963"/>
                    </a:cubicBezTo>
                    <a:cubicBezTo>
                      <a:pt x="438" y="1956"/>
                      <a:pt x="449" y="1939"/>
                      <a:pt x="449" y="1939"/>
                    </a:cubicBezTo>
                    <a:cubicBezTo>
                      <a:pt x="456" y="1930"/>
                      <a:pt x="459" y="1926"/>
                      <a:pt x="462" y="1926"/>
                    </a:cubicBezTo>
                    <a:cubicBezTo>
                      <a:pt x="464" y="1926"/>
                      <a:pt x="466" y="1928"/>
                      <a:pt x="470" y="1930"/>
                    </a:cubicBezTo>
                    <a:cubicBezTo>
                      <a:pt x="474" y="1933"/>
                      <a:pt x="478" y="1934"/>
                      <a:pt x="482" y="1934"/>
                    </a:cubicBezTo>
                    <a:cubicBezTo>
                      <a:pt x="499" y="1934"/>
                      <a:pt x="513" y="1909"/>
                      <a:pt x="506" y="1883"/>
                    </a:cubicBezTo>
                    <a:lnTo>
                      <a:pt x="506" y="1883"/>
                    </a:lnTo>
                    <a:lnTo>
                      <a:pt x="516" y="1891"/>
                    </a:lnTo>
                    <a:cubicBezTo>
                      <a:pt x="518" y="1893"/>
                      <a:pt x="521" y="1893"/>
                      <a:pt x="524" y="1893"/>
                    </a:cubicBezTo>
                    <a:cubicBezTo>
                      <a:pt x="536" y="1893"/>
                      <a:pt x="557" y="1876"/>
                      <a:pt x="601" y="1809"/>
                    </a:cubicBezTo>
                    <a:cubicBezTo>
                      <a:pt x="649" y="1757"/>
                      <a:pt x="689" y="1719"/>
                      <a:pt x="702" y="1719"/>
                    </a:cubicBezTo>
                    <a:cubicBezTo>
                      <a:pt x="704" y="1719"/>
                      <a:pt x="705" y="1720"/>
                      <a:pt x="706" y="1721"/>
                    </a:cubicBezTo>
                    <a:cubicBezTo>
                      <a:pt x="706" y="1721"/>
                      <a:pt x="707" y="1722"/>
                      <a:pt x="707" y="1722"/>
                    </a:cubicBezTo>
                    <a:cubicBezTo>
                      <a:pt x="718" y="1722"/>
                      <a:pt x="756" y="1658"/>
                      <a:pt x="773" y="1617"/>
                    </a:cubicBezTo>
                    <a:cubicBezTo>
                      <a:pt x="775" y="1619"/>
                      <a:pt x="777" y="1620"/>
                      <a:pt x="780" y="1620"/>
                    </a:cubicBezTo>
                    <a:cubicBezTo>
                      <a:pt x="789" y="1620"/>
                      <a:pt x="803" y="1609"/>
                      <a:pt x="829" y="1592"/>
                    </a:cubicBezTo>
                    <a:cubicBezTo>
                      <a:pt x="860" y="1571"/>
                      <a:pt x="872" y="1564"/>
                      <a:pt x="877" y="1564"/>
                    </a:cubicBezTo>
                    <a:cubicBezTo>
                      <a:pt x="881" y="1564"/>
                      <a:pt x="883" y="1566"/>
                      <a:pt x="885" y="1571"/>
                    </a:cubicBezTo>
                    <a:cubicBezTo>
                      <a:pt x="883" y="1585"/>
                      <a:pt x="882" y="1593"/>
                      <a:pt x="884" y="1593"/>
                    </a:cubicBezTo>
                    <a:cubicBezTo>
                      <a:pt x="885" y="1593"/>
                      <a:pt x="890" y="1582"/>
                      <a:pt x="902" y="1560"/>
                    </a:cubicBezTo>
                    <a:cubicBezTo>
                      <a:pt x="904" y="1538"/>
                      <a:pt x="933" y="1523"/>
                      <a:pt x="954" y="1523"/>
                    </a:cubicBezTo>
                    <a:cubicBezTo>
                      <a:pt x="964" y="1523"/>
                      <a:pt x="972" y="1526"/>
                      <a:pt x="976" y="1534"/>
                    </a:cubicBezTo>
                    <a:cubicBezTo>
                      <a:pt x="978" y="1537"/>
                      <a:pt x="980" y="1539"/>
                      <a:pt x="984" y="1539"/>
                    </a:cubicBezTo>
                    <a:cubicBezTo>
                      <a:pt x="994" y="1539"/>
                      <a:pt x="1009" y="1531"/>
                      <a:pt x="1033" y="1520"/>
                    </a:cubicBezTo>
                    <a:cubicBezTo>
                      <a:pt x="1046" y="1501"/>
                      <a:pt x="1081" y="1484"/>
                      <a:pt x="1118" y="1473"/>
                    </a:cubicBezTo>
                    <a:cubicBezTo>
                      <a:pt x="1173" y="1453"/>
                      <a:pt x="1174" y="1456"/>
                      <a:pt x="1166" y="1430"/>
                    </a:cubicBezTo>
                    <a:cubicBezTo>
                      <a:pt x="1160" y="1407"/>
                      <a:pt x="1179" y="1400"/>
                      <a:pt x="1219" y="1391"/>
                    </a:cubicBezTo>
                    <a:cubicBezTo>
                      <a:pt x="1229" y="1389"/>
                      <a:pt x="1238" y="1387"/>
                      <a:pt x="1246" y="1387"/>
                    </a:cubicBezTo>
                    <a:cubicBezTo>
                      <a:pt x="1254" y="1387"/>
                      <a:pt x="1259" y="1389"/>
                      <a:pt x="1260" y="1396"/>
                    </a:cubicBezTo>
                    <a:cubicBezTo>
                      <a:pt x="1272" y="1399"/>
                      <a:pt x="1283" y="1402"/>
                      <a:pt x="1295" y="1402"/>
                    </a:cubicBezTo>
                    <a:cubicBezTo>
                      <a:pt x="1297" y="1402"/>
                      <a:pt x="1300" y="1402"/>
                      <a:pt x="1302" y="1401"/>
                    </a:cubicBezTo>
                    <a:cubicBezTo>
                      <a:pt x="1310" y="1400"/>
                      <a:pt x="1318" y="1400"/>
                      <a:pt x="1324" y="1400"/>
                    </a:cubicBezTo>
                    <a:cubicBezTo>
                      <a:pt x="1334" y="1400"/>
                      <a:pt x="1342" y="1402"/>
                      <a:pt x="1342" y="1409"/>
                    </a:cubicBezTo>
                    <a:cubicBezTo>
                      <a:pt x="1359" y="1415"/>
                      <a:pt x="1376" y="1418"/>
                      <a:pt x="1394" y="1418"/>
                    </a:cubicBezTo>
                    <a:cubicBezTo>
                      <a:pt x="1397" y="1418"/>
                      <a:pt x="1399" y="1418"/>
                      <a:pt x="1402" y="1418"/>
                    </a:cubicBezTo>
                    <a:cubicBezTo>
                      <a:pt x="1410" y="1417"/>
                      <a:pt x="1418" y="1417"/>
                      <a:pt x="1426" y="1417"/>
                    </a:cubicBezTo>
                    <a:cubicBezTo>
                      <a:pt x="1455" y="1417"/>
                      <a:pt x="1479" y="1422"/>
                      <a:pt x="1478" y="1432"/>
                    </a:cubicBezTo>
                    <a:cubicBezTo>
                      <a:pt x="1481" y="1432"/>
                      <a:pt x="1483" y="1432"/>
                      <a:pt x="1485" y="1432"/>
                    </a:cubicBezTo>
                    <a:cubicBezTo>
                      <a:pt x="1497" y="1432"/>
                      <a:pt x="1497" y="1431"/>
                      <a:pt x="1498" y="1419"/>
                    </a:cubicBezTo>
                    <a:cubicBezTo>
                      <a:pt x="1499" y="1413"/>
                      <a:pt x="1506" y="1406"/>
                      <a:pt x="1525" y="1406"/>
                    </a:cubicBezTo>
                    <a:cubicBezTo>
                      <a:pt x="1541" y="1406"/>
                      <a:pt x="1564" y="1410"/>
                      <a:pt x="1597" y="1423"/>
                    </a:cubicBezTo>
                    <a:cubicBezTo>
                      <a:pt x="1626" y="1428"/>
                      <a:pt x="1666" y="1441"/>
                      <a:pt x="1685" y="1441"/>
                    </a:cubicBezTo>
                    <a:cubicBezTo>
                      <a:pt x="1690" y="1441"/>
                      <a:pt x="1694" y="1440"/>
                      <a:pt x="1695" y="1437"/>
                    </a:cubicBezTo>
                    <a:cubicBezTo>
                      <a:pt x="1714" y="1443"/>
                      <a:pt x="1713" y="1444"/>
                      <a:pt x="1709" y="1455"/>
                    </a:cubicBezTo>
                    <a:cubicBezTo>
                      <a:pt x="1701" y="1476"/>
                      <a:pt x="1725" y="1491"/>
                      <a:pt x="1761" y="1491"/>
                    </a:cubicBezTo>
                    <a:cubicBezTo>
                      <a:pt x="1767" y="1491"/>
                      <a:pt x="1773" y="1491"/>
                      <a:pt x="1779" y="1490"/>
                    </a:cubicBezTo>
                    <a:cubicBezTo>
                      <a:pt x="1781" y="1486"/>
                      <a:pt x="1784" y="1485"/>
                      <a:pt x="1788" y="1485"/>
                    </a:cubicBezTo>
                    <a:cubicBezTo>
                      <a:pt x="1796" y="1485"/>
                      <a:pt x="1807" y="1493"/>
                      <a:pt x="1815" y="1507"/>
                    </a:cubicBezTo>
                    <a:cubicBezTo>
                      <a:pt x="1827" y="1512"/>
                      <a:pt x="1841" y="1516"/>
                      <a:pt x="1854" y="1517"/>
                    </a:cubicBezTo>
                    <a:cubicBezTo>
                      <a:pt x="1878" y="1518"/>
                      <a:pt x="1878" y="1518"/>
                      <a:pt x="1904" y="1550"/>
                    </a:cubicBezTo>
                    <a:cubicBezTo>
                      <a:pt x="1896" y="1560"/>
                      <a:pt x="1913" y="1572"/>
                      <a:pt x="1928" y="1583"/>
                    </a:cubicBezTo>
                    <a:cubicBezTo>
                      <a:pt x="1969" y="1609"/>
                      <a:pt x="2007" y="1640"/>
                      <a:pt x="2039" y="1676"/>
                    </a:cubicBezTo>
                    <a:cubicBezTo>
                      <a:pt x="2080" y="1722"/>
                      <a:pt x="2117" y="1768"/>
                      <a:pt x="2115" y="1780"/>
                    </a:cubicBezTo>
                    <a:cubicBezTo>
                      <a:pt x="2137" y="1789"/>
                      <a:pt x="2137" y="1789"/>
                      <a:pt x="2148" y="1805"/>
                    </a:cubicBezTo>
                    <a:cubicBezTo>
                      <a:pt x="2142" y="1826"/>
                      <a:pt x="2150" y="1836"/>
                      <a:pt x="2162" y="1836"/>
                    </a:cubicBezTo>
                    <a:cubicBezTo>
                      <a:pt x="2168" y="1836"/>
                      <a:pt x="2175" y="1834"/>
                      <a:pt x="2182" y="1829"/>
                    </a:cubicBezTo>
                    <a:lnTo>
                      <a:pt x="2170" y="1814"/>
                    </a:lnTo>
                    <a:lnTo>
                      <a:pt x="2159" y="1798"/>
                    </a:lnTo>
                    <a:cubicBezTo>
                      <a:pt x="2162" y="1796"/>
                      <a:pt x="2165" y="1795"/>
                      <a:pt x="2168" y="1795"/>
                    </a:cubicBezTo>
                    <a:cubicBezTo>
                      <a:pt x="2187" y="1795"/>
                      <a:pt x="2210" y="1835"/>
                      <a:pt x="2183" y="1853"/>
                    </a:cubicBezTo>
                    <a:cubicBezTo>
                      <a:pt x="2173" y="1882"/>
                      <a:pt x="2173" y="1882"/>
                      <a:pt x="2204" y="1885"/>
                    </a:cubicBezTo>
                    <a:cubicBezTo>
                      <a:pt x="2235" y="1889"/>
                      <a:pt x="2245" y="1906"/>
                      <a:pt x="2234" y="1935"/>
                    </a:cubicBezTo>
                    <a:cubicBezTo>
                      <a:pt x="2213" y="1948"/>
                      <a:pt x="2213" y="1948"/>
                      <a:pt x="2245" y="1952"/>
                    </a:cubicBezTo>
                    <a:cubicBezTo>
                      <a:pt x="2309" y="1959"/>
                      <a:pt x="2349" y="2006"/>
                      <a:pt x="2305" y="2030"/>
                    </a:cubicBezTo>
                    <a:cubicBezTo>
                      <a:pt x="2286" y="2040"/>
                      <a:pt x="2279" y="2064"/>
                      <a:pt x="2290" y="2082"/>
                    </a:cubicBezTo>
                    <a:cubicBezTo>
                      <a:pt x="2295" y="2090"/>
                      <a:pt x="2301" y="2093"/>
                      <a:pt x="2306" y="2093"/>
                    </a:cubicBezTo>
                    <a:cubicBezTo>
                      <a:pt x="2311" y="2093"/>
                      <a:pt x="2317" y="2090"/>
                      <a:pt x="2322" y="2087"/>
                    </a:cubicBezTo>
                    <a:cubicBezTo>
                      <a:pt x="2326" y="2077"/>
                      <a:pt x="2330" y="2073"/>
                      <a:pt x="2334" y="2073"/>
                    </a:cubicBezTo>
                    <a:cubicBezTo>
                      <a:pt x="2340" y="2073"/>
                      <a:pt x="2344" y="2090"/>
                      <a:pt x="2341" y="2121"/>
                    </a:cubicBezTo>
                    <a:cubicBezTo>
                      <a:pt x="2334" y="2190"/>
                      <a:pt x="2352" y="2224"/>
                      <a:pt x="2401" y="2264"/>
                    </a:cubicBezTo>
                    <a:cubicBezTo>
                      <a:pt x="2445" y="2307"/>
                      <a:pt x="2471" y="2347"/>
                      <a:pt x="2460" y="2347"/>
                    </a:cubicBezTo>
                    <a:cubicBezTo>
                      <a:pt x="2457" y="2347"/>
                      <a:pt x="2449" y="2343"/>
                      <a:pt x="2437" y="2334"/>
                    </a:cubicBezTo>
                    <a:cubicBezTo>
                      <a:pt x="2418" y="2323"/>
                      <a:pt x="2408" y="2317"/>
                      <a:pt x="2406" y="2317"/>
                    </a:cubicBezTo>
                    <a:lnTo>
                      <a:pt x="2406" y="2317"/>
                    </a:lnTo>
                    <a:cubicBezTo>
                      <a:pt x="2403" y="2317"/>
                      <a:pt x="2411" y="2324"/>
                      <a:pt x="2426" y="2339"/>
                    </a:cubicBezTo>
                    <a:lnTo>
                      <a:pt x="2472" y="2424"/>
                    </a:lnTo>
                    <a:cubicBezTo>
                      <a:pt x="2479" y="2438"/>
                      <a:pt x="2494" y="2448"/>
                      <a:pt x="2505" y="2448"/>
                    </a:cubicBezTo>
                    <a:cubicBezTo>
                      <a:pt x="2508" y="2448"/>
                      <a:pt x="2510" y="2448"/>
                      <a:pt x="2512" y="2447"/>
                    </a:cubicBezTo>
                    <a:lnTo>
                      <a:pt x="2512" y="2447"/>
                    </a:lnTo>
                    <a:cubicBezTo>
                      <a:pt x="2499" y="2476"/>
                      <a:pt x="2508" y="2515"/>
                      <a:pt x="2548" y="2537"/>
                    </a:cubicBezTo>
                    <a:lnTo>
                      <a:pt x="2568" y="2570"/>
                    </a:lnTo>
                    <a:cubicBezTo>
                      <a:pt x="2577" y="2587"/>
                      <a:pt x="2578" y="2587"/>
                      <a:pt x="2600" y="2597"/>
                    </a:cubicBezTo>
                    <a:cubicBezTo>
                      <a:pt x="2620" y="2606"/>
                      <a:pt x="2620" y="2630"/>
                      <a:pt x="2620" y="2652"/>
                    </a:cubicBezTo>
                    <a:cubicBezTo>
                      <a:pt x="2620" y="2673"/>
                      <a:pt x="2620" y="2693"/>
                      <a:pt x="2627" y="2693"/>
                    </a:cubicBezTo>
                    <a:cubicBezTo>
                      <a:pt x="2628" y="2693"/>
                      <a:pt x="2629" y="2693"/>
                      <a:pt x="2630" y="2692"/>
                    </a:cubicBezTo>
                    <a:cubicBezTo>
                      <a:pt x="2631" y="2692"/>
                      <a:pt x="2633" y="2691"/>
                      <a:pt x="2635" y="2691"/>
                    </a:cubicBezTo>
                    <a:cubicBezTo>
                      <a:pt x="2648" y="2691"/>
                      <a:pt x="2676" y="2710"/>
                      <a:pt x="2696" y="2717"/>
                    </a:cubicBezTo>
                    <a:cubicBezTo>
                      <a:pt x="2714" y="2724"/>
                      <a:pt x="2718" y="2741"/>
                      <a:pt x="2705" y="2741"/>
                    </a:cubicBezTo>
                    <a:cubicBezTo>
                      <a:pt x="2703" y="2741"/>
                      <a:pt x="2700" y="2741"/>
                      <a:pt x="2697" y="2739"/>
                    </a:cubicBezTo>
                    <a:lnTo>
                      <a:pt x="2697" y="2739"/>
                    </a:lnTo>
                    <a:cubicBezTo>
                      <a:pt x="2687" y="2747"/>
                      <a:pt x="2687" y="2747"/>
                      <a:pt x="2700" y="2786"/>
                    </a:cubicBezTo>
                    <a:cubicBezTo>
                      <a:pt x="2709" y="2800"/>
                      <a:pt x="2732" y="2824"/>
                      <a:pt x="2744" y="2824"/>
                    </a:cubicBezTo>
                    <a:cubicBezTo>
                      <a:pt x="2745" y="2824"/>
                      <a:pt x="2746" y="2823"/>
                      <a:pt x="2748" y="2822"/>
                    </a:cubicBezTo>
                    <a:cubicBezTo>
                      <a:pt x="2748" y="2822"/>
                      <a:pt x="2749" y="2822"/>
                      <a:pt x="2749" y="2822"/>
                    </a:cubicBezTo>
                    <a:cubicBezTo>
                      <a:pt x="2764" y="2822"/>
                      <a:pt x="2833" y="2901"/>
                      <a:pt x="2842" y="2920"/>
                    </a:cubicBezTo>
                    <a:lnTo>
                      <a:pt x="2871" y="2944"/>
                    </a:lnTo>
                    <a:cubicBezTo>
                      <a:pt x="2886" y="2957"/>
                      <a:pt x="2907" y="2962"/>
                      <a:pt x="2923" y="2971"/>
                    </a:cubicBezTo>
                    <a:cubicBezTo>
                      <a:pt x="2936" y="2978"/>
                      <a:pt x="2949" y="2983"/>
                      <a:pt x="2963" y="2983"/>
                    </a:cubicBezTo>
                    <a:cubicBezTo>
                      <a:pt x="2978" y="2993"/>
                      <a:pt x="2994" y="3003"/>
                      <a:pt x="2987" y="3014"/>
                    </a:cubicBezTo>
                    <a:cubicBezTo>
                      <a:pt x="2998" y="3010"/>
                      <a:pt x="3005" y="3007"/>
                      <a:pt x="3009" y="3007"/>
                    </a:cubicBezTo>
                    <a:cubicBezTo>
                      <a:pt x="3016" y="3007"/>
                      <a:pt x="3017" y="3014"/>
                      <a:pt x="3020" y="3034"/>
                    </a:cubicBezTo>
                    <a:cubicBezTo>
                      <a:pt x="3012" y="3047"/>
                      <a:pt x="3009" y="3052"/>
                      <a:pt x="3013" y="3052"/>
                    </a:cubicBezTo>
                    <a:cubicBezTo>
                      <a:pt x="3017" y="3052"/>
                      <a:pt x="3024" y="3049"/>
                      <a:pt x="3037" y="3043"/>
                    </a:cubicBezTo>
                    <a:cubicBezTo>
                      <a:pt x="3044" y="3042"/>
                      <a:pt x="3048" y="3041"/>
                      <a:pt x="3052" y="3041"/>
                    </a:cubicBezTo>
                    <a:cubicBezTo>
                      <a:pt x="3061" y="3041"/>
                      <a:pt x="3063" y="3045"/>
                      <a:pt x="3071" y="3059"/>
                    </a:cubicBezTo>
                    <a:cubicBezTo>
                      <a:pt x="3068" y="3066"/>
                      <a:pt x="3074" y="3072"/>
                      <a:pt x="3080" y="3072"/>
                    </a:cubicBezTo>
                    <a:cubicBezTo>
                      <a:pt x="3083" y="3072"/>
                      <a:pt x="3086" y="3071"/>
                      <a:pt x="3088" y="3068"/>
                    </a:cubicBezTo>
                    <a:cubicBezTo>
                      <a:pt x="3098" y="3063"/>
                      <a:pt x="3112" y="3060"/>
                      <a:pt x="3125" y="3060"/>
                    </a:cubicBezTo>
                    <a:cubicBezTo>
                      <a:pt x="3148" y="3060"/>
                      <a:pt x="3169" y="3068"/>
                      <a:pt x="3164" y="3082"/>
                    </a:cubicBezTo>
                    <a:cubicBezTo>
                      <a:pt x="3171" y="3084"/>
                      <a:pt x="3177" y="3085"/>
                      <a:pt x="3184" y="3085"/>
                    </a:cubicBezTo>
                    <a:cubicBezTo>
                      <a:pt x="3190" y="3085"/>
                      <a:pt x="3197" y="3084"/>
                      <a:pt x="3204" y="3082"/>
                    </a:cubicBezTo>
                    <a:cubicBezTo>
                      <a:pt x="3215" y="3073"/>
                      <a:pt x="3220" y="3069"/>
                      <a:pt x="3223" y="3069"/>
                    </a:cubicBezTo>
                    <a:lnTo>
                      <a:pt x="3223" y="3069"/>
                    </a:lnTo>
                    <a:cubicBezTo>
                      <a:pt x="3226" y="3069"/>
                      <a:pt x="3224" y="3075"/>
                      <a:pt x="3220" y="3088"/>
                    </a:cubicBezTo>
                    <a:cubicBezTo>
                      <a:pt x="3227" y="3104"/>
                      <a:pt x="3237" y="3112"/>
                      <a:pt x="3248" y="3112"/>
                    </a:cubicBezTo>
                    <a:cubicBezTo>
                      <a:pt x="3256" y="3112"/>
                      <a:pt x="3266" y="3107"/>
                      <a:pt x="3275" y="3098"/>
                    </a:cubicBezTo>
                    <a:cubicBezTo>
                      <a:pt x="3279" y="3096"/>
                      <a:pt x="3284" y="3095"/>
                      <a:pt x="3288" y="3095"/>
                    </a:cubicBezTo>
                    <a:cubicBezTo>
                      <a:pt x="3297" y="3095"/>
                      <a:pt x="3306" y="3099"/>
                      <a:pt x="3312" y="3105"/>
                    </a:cubicBezTo>
                    <a:cubicBezTo>
                      <a:pt x="3333" y="3116"/>
                      <a:pt x="3384" y="3126"/>
                      <a:pt x="3417" y="3126"/>
                    </a:cubicBezTo>
                    <a:cubicBezTo>
                      <a:pt x="3437" y="3126"/>
                      <a:pt x="3450" y="3122"/>
                      <a:pt x="3442" y="3111"/>
                    </a:cubicBezTo>
                    <a:lnTo>
                      <a:pt x="3479" y="3109"/>
                    </a:lnTo>
                    <a:cubicBezTo>
                      <a:pt x="3495" y="3114"/>
                      <a:pt x="3507" y="3117"/>
                      <a:pt x="3518" y="3117"/>
                    </a:cubicBezTo>
                    <a:cubicBezTo>
                      <a:pt x="3533" y="3117"/>
                      <a:pt x="3543" y="3112"/>
                      <a:pt x="3553" y="3102"/>
                    </a:cubicBezTo>
                    <a:lnTo>
                      <a:pt x="3570" y="3088"/>
                    </a:lnTo>
                    <a:cubicBezTo>
                      <a:pt x="3572" y="3099"/>
                      <a:pt x="3588" y="3107"/>
                      <a:pt x="3606" y="3107"/>
                    </a:cubicBezTo>
                    <a:cubicBezTo>
                      <a:pt x="3608" y="3107"/>
                      <a:pt x="3610" y="3107"/>
                      <a:pt x="3612" y="3107"/>
                    </a:cubicBezTo>
                    <a:cubicBezTo>
                      <a:pt x="3631" y="3104"/>
                      <a:pt x="3631" y="3104"/>
                      <a:pt x="3628" y="3091"/>
                    </a:cubicBezTo>
                    <a:cubicBezTo>
                      <a:pt x="3607" y="3082"/>
                      <a:pt x="3625" y="3079"/>
                      <a:pt x="3643" y="3074"/>
                    </a:cubicBezTo>
                    <a:cubicBezTo>
                      <a:pt x="3647" y="3073"/>
                      <a:pt x="3651" y="3073"/>
                      <a:pt x="3655" y="3073"/>
                    </a:cubicBezTo>
                    <a:cubicBezTo>
                      <a:pt x="3670" y="3073"/>
                      <a:pt x="3683" y="3079"/>
                      <a:pt x="3686" y="3089"/>
                    </a:cubicBezTo>
                    <a:lnTo>
                      <a:pt x="3705" y="3085"/>
                    </a:lnTo>
                    <a:cubicBezTo>
                      <a:pt x="3700" y="3069"/>
                      <a:pt x="3706" y="3061"/>
                      <a:pt x="3712" y="3061"/>
                    </a:cubicBezTo>
                    <a:cubicBezTo>
                      <a:pt x="3715" y="3061"/>
                      <a:pt x="3718" y="3063"/>
                      <a:pt x="3719" y="3068"/>
                    </a:cubicBezTo>
                    <a:cubicBezTo>
                      <a:pt x="3725" y="3069"/>
                      <a:pt x="3732" y="3070"/>
                      <a:pt x="3738" y="3070"/>
                    </a:cubicBezTo>
                    <a:cubicBezTo>
                      <a:pt x="3751" y="3070"/>
                      <a:pt x="3764" y="3067"/>
                      <a:pt x="3776" y="3061"/>
                    </a:cubicBezTo>
                    <a:cubicBezTo>
                      <a:pt x="3775" y="3056"/>
                      <a:pt x="3778" y="3055"/>
                      <a:pt x="3780" y="3055"/>
                    </a:cubicBezTo>
                    <a:lnTo>
                      <a:pt x="3780" y="3055"/>
                    </a:lnTo>
                    <a:cubicBezTo>
                      <a:pt x="3784" y="3055"/>
                      <a:pt x="3787" y="3058"/>
                      <a:pt x="3776" y="3061"/>
                    </a:cubicBezTo>
                    <a:lnTo>
                      <a:pt x="3781" y="3073"/>
                    </a:lnTo>
                    <a:cubicBezTo>
                      <a:pt x="3785" y="3074"/>
                      <a:pt x="3788" y="3075"/>
                      <a:pt x="3790" y="3075"/>
                    </a:cubicBezTo>
                    <a:cubicBezTo>
                      <a:pt x="3802" y="3075"/>
                      <a:pt x="3798" y="3065"/>
                      <a:pt x="3795" y="3055"/>
                    </a:cubicBezTo>
                    <a:lnTo>
                      <a:pt x="3831" y="3043"/>
                    </a:lnTo>
                    <a:cubicBezTo>
                      <a:pt x="3848" y="3035"/>
                      <a:pt x="3866" y="3027"/>
                      <a:pt x="3844" y="3023"/>
                    </a:cubicBezTo>
                    <a:cubicBezTo>
                      <a:pt x="3839" y="3012"/>
                      <a:pt x="3835" y="2999"/>
                      <a:pt x="3851" y="2993"/>
                    </a:cubicBezTo>
                    <a:cubicBezTo>
                      <a:pt x="3849" y="2987"/>
                      <a:pt x="3852" y="2985"/>
                      <a:pt x="3855" y="2985"/>
                    </a:cubicBezTo>
                    <a:lnTo>
                      <a:pt x="3855" y="2985"/>
                    </a:lnTo>
                    <a:cubicBezTo>
                      <a:pt x="3858" y="2985"/>
                      <a:pt x="3861" y="2988"/>
                      <a:pt x="3851" y="2993"/>
                    </a:cubicBezTo>
                    <a:cubicBezTo>
                      <a:pt x="3855" y="3001"/>
                      <a:pt x="3858" y="3010"/>
                      <a:pt x="3868" y="3010"/>
                    </a:cubicBezTo>
                    <a:cubicBezTo>
                      <a:pt x="3871" y="3010"/>
                      <a:pt x="3874" y="3009"/>
                      <a:pt x="3878" y="3007"/>
                    </a:cubicBezTo>
                    <a:cubicBezTo>
                      <a:pt x="3882" y="3006"/>
                      <a:pt x="3885" y="3005"/>
                      <a:pt x="3888" y="3005"/>
                    </a:cubicBezTo>
                    <a:cubicBezTo>
                      <a:pt x="3897" y="3005"/>
                      <a:pt x="3901" y="3012"/>
                      <a:pt x="3901" y="3012"/>
                    </a:cubicBezTo>
                    <a:cubicBezTo>
                      <a:pt x="3899" y="3020"/>
                      <a:pt x="3902" y="3023"/>
                      <a:pt x="3907" y="3023"/>
                    </a:cubicBezTo>
                    <a:cubicBezTo>
                      <a:pt x="3923" y="3023"/>
                      <a:pt x="3961" y="2994"/>
                      <a:pt x="3969" y="2977"/>
                    </a:cubicBezTo>
                    <a:cubicBezTo>
                      <a:pt x="3983" y="2951"/>
                      <a:pt x="3995" y="2939"/>
                      <a:pt x="4005" y="2939"/>
                    </a:cubicBezTo>
                    <a:cubicBezTo>
                      <a:pt x="4010" y="2939"/>
                      <a:pt x="4015" y="2942"/>
                      <a:pt x="4019" y="2950"/>
                    </a:cubicBezTo>
                    <a:cubicBezTo>
                      <a:pt x="4022" y="2954"/>
                      <a:pt x="4025" y="2956"/>
                      <a:pt x="4028" y="2956"/>
                    </a:cubicBezTo>
                    <a:cubicBezTo>
                      <a:pt x="4040" y="2956"/>
                      <a:pt x="4052" y="2922"/>
                      <a:pt x="4049" y="2888"/>
                    </a:cubicBezTo>
                    <a:lnTo>
                      <a:pt x="4044" y="2846"/>
                    </a:lnTo>
                    <a:lnTo>
                      <a:pt x="4064" y="2878"/>
                    </a:lnTo>
                    <a:cubicBezTo>
                      <a:pt x="4083" y="2892"/>
                      <a:pt x="4094" y="2900"/>
                      <a:pt x="4103" y="2900"/>
                    </a:cubicBezTo>
                    <a:cubicBezTo>
                      <a:pt x="4115" y="2900"/>
                      <a:pt x="4123" y="2888"/>
                      <a:pt x="4140" y="2857"/>
                    </a:cubicBezTo>
                    <a:cubicBezTo>
                      <a:pt x="4155" y="2836"/>
                      <a:pt x="4161" y="2828"/>
                      <a:pt x="4165" y="2828"/>
                    </a:cubicBezTo>
                    <a:cubicBezTo>
                      <a:pt x="4167" y="2828"/>
                      <a:pt x="4169" y="2831"/>
                      <a:pt x="4172" y="2835"/>
                    </a:cubicBezTo>
                    <a:cubicBezTo>
                      <a:pt x="4173" y="2837"/>
                      <a:pt x="4176" y="2838"/>
                      <a:pt x="4178" y="2838"/>
                    </a:cubicBezTo>
                    <a:cubicBezTo>
                      <a:pt x="4188" y="2838"/>
                      <a:pt x="4206" y="2826"/>
                      <a:pt x="4239" y="2797"/>
                    </a:cubicBezTo>
                    <a:cubicBezTo>
                      <a:pt x="4283" y="2760"/>
                      <a:pt x="4297" y="2747"/>
                      <a:pt x="4290" y="2738"/>
                    </a:cubicBezTo>
                    <a:lnTo>
                      <a:pt x="4316" y="2711"/>
                    </a:lnTo>
                    <a:cubicBezTo>
                      <a:pt x="4319" y="2712"/>
                      <a:pt x="4321" y="2712"/>
                      <a:pt x="4323" y="2712"/>
                    </a:cubicBezTo>
                    <a:cubicBezTo>
                      <a:pt x="4350" y="2712"/>
                      <a:pt x="4365" y="2681"/>
                      <a:pt x="4335" y="2677"/>
                    </a:cubicBezTo>
                    <a:lnTo>
                      <a:pt x="4362" y="2650"/>
                    </a:lnTo>
                    <a:lnTo>
                      <a:pt x="4371" y="2659"/>
                    </a:lnTo>
                    <a:cubicBezTo>
                      <a:pt x="4372" y="2660"/>
                      <a:pt x="4374" y="2660"/>
                      <a:pt x="4375" y="2660"/>
                    </a:cubicBezTo>
                    <a:cubicBezTo>
                      <a:pt x="4381" y="2660"/>
                      <a:pt x="4389" y="2654"/>
                      <a:pt x="4405" y="2639"/>
                    </a:cubicBezTo>
                    <a:cubicBezTo>
                      <a:pt x="4442" y="2602"/>
                      <a:pt x="4476" y="2563"/>
                      <a:pt x="4506" y="2522"/>
                    </a:cubicBezTo>
                    <a:cubicBezTo>
                      <a:pt x="4609" y="2383"/>
                      <a:pt x="4615" y="2363"/>
                      <a:pt x="4594" y="2351"/>
                    </a:cubicBezTo>
                    <a:cubicBezTo>
                      <a:pt x="4587" y="2328"/>
                      <a:pt x="4591" y="2313"/>
                      <a:pt x="4602" y="2313"/>
                    </a:cubicBezTo>
                    <a:cubicBezTo>
                      <a:pt x="4606" y="2313"/>
                      <a:pt x="4610" y="2315"/>
                      <a:pt x="4616" y="2318"/>
                    </a:cubicBezTo>
                    <a:cubicBezTo>
                      <a:pt x="4618" y="2320"/>
                      <a:pt x="4621" y="2320"/>
                      <a:pt x="4625" y="2320"/>
                    </a:cubicBezTo>
                    <a:cubicBezTo>
                      <a:pt x="4634" y="2320"/>
                      <a:pt x="4644" y="2314"/>
                      <a:pt x="4636" y="2309"/>
                    </a:cubicBezTo>
                    <a:cubicBezTo>
                      <a:pt x="4646" y="2291"/>
                      <a:pt x="4659" y="2277"/>
                      <a:pt x="4676" y="2265"/>
                    </a:cubicBezTo>
                    <a:cubicBezTo>
                      <a:pt x="4728" y="2228"/>
                      <a:pt x="4725" y="2205"/>
                      <a:pt x="4714" y="2199"/>
                    </a:cubicBezTo>
                    <a:lnTo>
                      <a:pt x="4714" y="2199"/>
                    </a:lnTo>
                    <a:cubicBezTo>
                      <a:pt x="4710" y="2200"/>
                      <a:pt x="4706" y="2200"/>
                      <a:pt x="4704" y="2200"/>
                    </a:cubicBezTo>
                    <a:cubicBezTo>
                      <a:pt x="4690" y="2200"/>
                      <a:pt x="4707" y="2191"/>
                      <a:pt x="4724" y="2182"/>
                    </a:cubicBezTo>
                    <a:cubicBezTo>
                      <a:pt x="4745" y="2171"/>
                      <a:pt x="4765" y="2160"/>
                      <a:pt x="4753" y="2154"/>
                    </a:cubicBezTo>
                    <a:cubicBezTo>
                      <a:pt x="4752" y="2132"/>
                      <a:pt x="4790" y="2034"/>
                      <a:pt x="4812" y="2034"/>
                    </a:cubicBezTo>
                    <a:cubicBezTo>
                      <a:pt x="4814" y="2034"/>
                      <a:pt x="4815" y="2034"/>
                      <a:pt x="4816" y="2035"/>
                    </a:cubicBezTo>
                    <a:cubicBezTo>
                      <a:pt x="4816" y="2035"/>
                      <a:pt x="4825" y="2017"/>
                      <a:pt x="4833" y="1999"/>
                    </a:cubicBezTo>
                    <a:cubicBezTo>
                      <a:pt x="4822" y="1993"/>
                      <a:pt x="4840" y="1959"/>
                      <a:pt x="4857" y="1924"/>
                    </a:cubicBezTo>
                    <a:cubicBezTo>
                      <a:pt x="4871" y="1893"/>
                      <a:pt x="4879" y="1877"/>
                      <a:pt x="4888" y="1877"/>
                    </a:cubicBezTo>
                    <a:cubicBezTo>
                      <a:pt x="4890" y="1877"/>
                      <a:pt x="4891" y="1877"/>
                      <a:pt x="4892" y="1878"/>
                    </a:cubicBezTo>
                    <a:cubicBezTo>
                      <a:pt x="4893" y="1884"/>
                      <a:pt x="4895" y="1887"/>
                      <a:pt x="4896" y="1887"/>
                    </a:cubicBezTo>
                    <a:cubicBezTo>
                      <a:pt x="4900" y="1887"/>
                      <a:pt x="4905" y="1870"/>
                      <a:pt x="4909" y="1842"/>
                    </a:cubicBezTo>
                    <a:cubicBezTo>
                      <a:pt x="4917" y="1825"/>
                      <a:pt x="4903" y="1796"/>
                      <a:pt x="4910" y="1779"/>
                    </a:cubicBezTo>
                    <a:cubicBezTo>
                      <a:pt x="4899" y="1773"/>
                      <a:pt x="4896" y="1750"/>
                      <a:pt x="4905" y="1733"/>
                    </a:cubicBezTo>
                    <a:lnTo>
                      <a:pt x="4905" y="1733"/>
                    </a:lnTo>
                    <a:lnTo>
                      <a:pt x="4916" y="1739"/>
                    </a:lnTo>
                    <a:lnTo>
                      <a:pt x="4938" y="1749"/>
                    </a:lnTo>
                    <a:cubicBezTo>
                      <a:pt x="4946" y="1731"/>
                      <a:pt x="4955" y="1714"/>
                      <a:pt x="4943" y="1708"/>
                    </a:cubicBezTo>
                    <a:cubicBezTo>
                      <a:pt x="4963" y="1696"/>
                      <a:pt x="4971" y="1678"/>
                      <a:pt x="4987" y="1643"/>
                    </a:cubicBezTo>
                    <a:cubicBezTo>
                      <a:pt x="5003" y="1608"/>
                      <a:pt x="5019" y="1573"/>
                      <a:pt x="5016" y="1550"/>
                    </a:cubicBezTo>
                    <a:cubicBezTo>
                      <a:pt x="5047" y="1543"/>
                      <a:pt x="5096" y="1438"/>
                      <a:pt x="5082" y="1409"/>
                    </a:cubicBezTo>
                    <a:cubicBezTo>
                      <a:pt x="5071" y="1404"/>
                      <a:pt x="5080" y="1387"/>
                      <a:pt x="5099" y="1374"/>
                    </a:cubicBezTo>
                    <a:cubicBezTo>
                      <a:pt x="5119" y="1362"/>
                      <a:pt x="5119" y="1362"/>
                      <a:pt x="5115" y="1340"/>
                    </a:cubicBezTo>
                    <a:cubicBezTo>
                      <a:pt x="5113" y="1316"/>
                      <a:pt x="5133" y="1304"/>
                      <a:pt x="5152" y="1293"/>
                    </a:cubicBezTo>
                    <a:cubicBezTo>
                      <a:pt x="5184" y="1287"/>
                      <a:pt x="5193" y="1270"/>
                      <a:pt x="5191" y="1247"/>
                    </a:cubicBezTo>
                    <a:cubicBezTo>
                      <a:pt x="5197" y="1214"/>
                      <a:pt x="5208" y="1184"/>
                      <a:pt x="5224" y="1155"/>
                    </a:cubicBezTo>
                    <a:cubicBezTo>
                      <a:pt x="5230" y="1123"/>
                      <a:pt x="5238" y="1105"/>
                      <a:pt x="5231" y="1105"/>
                    </a:cubicBezTo>
                    <a:lnTo>
                      <a:pt x="5231" y="1105"/>
                    </a:lnTo>
                    <a:cubicBezTo>
                      <a:pt x="5229" y="1105"/>
                      <a:pt x="5226" y="1107"/>
                      <a:pt x="5222" y="1109"/>
                    </a:cubicBezTo>
                    <a:cubicBezTo>
                      <a:pt x="5211" y="1102"/>
                      <a:pt x="5210" y="1080"/>
                      <a:pt x="5210" y="1080"/>
                    </a:cubicBezTo>
                    <a:cubicBezTo>
                      <a:pt x="5215" y="1057"/>
                      <a:pt x="5220" y="1049"/>
                      <a:pt x="5222" y="1049"/>
                    </a:cubicBezTo>
                    <a:lnTo>
                      <a:pt x="5222" y="1049"/>
                    </a:lnTo>
                    <a:cubicBezTo>
                      <a:pt x="5224" y="1049"/>
                      <a:pt x="5224" y="1054"/>
                      <a:pt x="5220" y="1062"/>
                    </a:cubicBezTo>
                    <a:cubicBezTo>
                      <a:pt x="5215" y="1081"/>
                      <a:pt x="5215" y="1087"/>
                      <a:pt x="5219" y="1087"/>
                    </a:cubicBezTo>
                    <a:cubicBezTo>
                      <a:pt x="5223" y="1087"/>
                      <a:pt x="5231" y="1080"/>
                      <a:pt x="5241" y="1075"/>
                    </a:cubicBezTo>
                    <a:cubicBezTo>
                      <a:pt x="5261" y="1064"/>
                      <a:pt x="5280" y="1030"/>
                      <a:pt x="5291" y="1014"/>
                    </a:cubicBezTo>
                    <a:lnTo>
                      <a:pt x="5332" y="947"/>
                    </a:lnTo>
                    <a:cubicBezTo>
                      <a:pt x="5374" y="905"/>
                      <a:pt x="5387" y="890"/>
                      <a:pt x="5375" y="882"/>
                    </a:cubicBezTo>
                    <a:cubicBezTo>
                      <a:pt x="5372" y="880"/>
                      <a:pt x="5368" y="877"/>
                      <a:pt x="5366" y="876"/>
                    </a:cubicBezTo>
                    <a:lnTo>
                      <a:pt x="5366" y="876"/>
                    </a:lnTo>
                    <a:cubicBezTo>
                      <a:pt x="5395" y="868"/>
                      <a:pt x="5527" y="705"/>
                      <a:pt x="5523" y="674"/>
                    </a:cubicBezTo>
                    <a:lnTo>
                      <a:pt x="5523" y="674"/>
                    </a:lnTo>
                    <a:cubicBezTo>
                      <a:pt x="5526" y="676"/>
                      <a:pt x="5530" y="680"/>
                      <a:pt x="5533" y="683"/>
                    </a:cubicBezTo>
                    <a:cubicBezTo>
                      <a:pt x="5535" y="684"/>
                      <a:pt x="5537" y="685"/>
                      <a:pt x="5539" y="685"/>
                    </a:cubicBezTo>
                    <a:cubicBezTo>
                      <a:pt x="5547" y="685"/>
                      <a:pt x="5560" y="671"/>
                      <a:pt x="5582" y="649"/>
                    </a:cubicBezTo>
                    <a:cubicBezTo>
                      <a:pt x="5595" y="635"/>
                      <a:pt x="5641" y="570"/>
                      <a:pt x="5685" y="532"/>
                    </a:cubicBezTo>
                    <a:cubicBezTo>
                      <a:pt x="5743" y="479"/>
                      <a:pt x="5791" y="444"/>
                      <a:pt x="5783" y="434"/>
                    </a:cubicBezTo>
                    <a:cubicBezTo>
                      <a:pt x="5791" y="428"/>
                      <a:pt x="5795" y="425"/>
                      <a:pt x="5798" y="425"/>
                    </a:cubicBezTo>
                    <a:cubicBezTo>
                      <a:pt x="5801" y="425"/>
                      <a:pt x="5803" y="427"/>
                      <a:pt x="5806" y="432"/>
                    </a:cubicBezTo>
                    <a:cubicBezTo>
                      <a:pt x="5803" y="441"/>
                      <a:pt x="5803" y="444"/>
                      <a:pt x="5806" y="444"/>
                    </a:cubicBezTo>
                    <a:cubicBezTo>
                      <a:pt x="5811" y="444"/>
                      <a:pt x="5820" y="437"/>
                      <a:pt x="5829" y="431"/>
                    </a:cubicBezTo>
                    <a:cubicBezTo>
                      <a:pt x="5845" y="420"/>
                      <a:pt x="5838" y="410"/>
                      <a:pt x="5830" y="399"/>
                    </a:cubicBezTo>
                    <a:cubicBezTo>
                      <a:pt x="5824" y="389"/>
                      <a:pt x="5839" y="377"/>
                      <a:pt x="5879" y="366"/>
                    </a:cubicBezTo>
                    <a:cubicBezTo>
                      <a:pt x="5920" y="356"/>
                      <a:pt x="5985" y="313"/>
                      <a:pt x="6015" y="285"/>
                    </a:cubicBezTo>
                    <a:cubicBezTo>
                      <a:pt x="6027" y="280"/>
                      <a:pt x="6039" y="274"/>
                      <a:pt x="6047" y="274"/>
                    </a:cubicBezTo>
                    <a:cubicBezTo>
                      <a:pt x="6051" y="274"/>
                      <a:pt x="6054" y="276"/>
                      <a:pt x="6056" y="280"/>
                    </a:cubicBezTo>
                    <a:cubicBezTo>
                      <a:pt x="6059" y="280"/>
                      <a:pt x="6062" y="280"/>
                      <a:pt x="6065" y="280"/>
                    </a:cubicBezTo>
                    <a:cubicBezTo>
                      <a:pt x="6096" y="280"/>
                      <a:pt x="6126" y="265"/>
                      <a:pt x="6145" y="239"/>
                    </a:cubicBezTo>
                    <a:cubicBezTo>
                      <a:pt x="6153" y="236"/>
                      <a:pt x="6158" y="235"/>
                      <a:pt x="6160" y="235"/>
                    </a:cubicBezTo>
                    <a:cubicBezTo>
                      <a:pt x="6164" y="235"/>
                      <a:pt x="6165" y="237"/>
                      <a:pt x="6168" y="244"/>
                    </a:cubicBezTo>
                    <a:cubicBezTo>
                      <a:pt x="6178" y="246"/>
                      <a:pt x="6185" y="250"/>
                      <a:pt x="6190" y="250"/>
                    </a:cubicBezTo>
                    <a:cubicBezTo>
                      <a:pt x="6195" y="250"/>
                      <a:pt x="6199" y="246"/>
                      <a:pt x="6205" y="230"/>
                    </a:cubicBezTo>
                    <a:cubicBezTo>
                      <a:pt x="6233" y="211"/>
                      <a:pt x="6280" y="193"/>
                      <a:pt x="6318" y="193"/>
                    </a:cubicBezTo>
                    <a:cubicBezTo>
                      <a:pt x="6324" y="193"/>
                      <a:pt x="6329" y="194"/>
                      <a:pt x="6335" y="194"/>
                    </a:cubicBezTo>
                    <a:cubicBezTo>
                      <a:pt x="6354" y="191"/>
                      <a:pt x="6373" y="187"/>
                      <a:pt x="6371" y="174"/>
                    </a:cubicBezTo>
                    <a:cubicBezTo>
                      <a:pt x="6370" y="170"/>
                      <a:pt x="6369" y="165"/>
                      <a:pt x="6369" y="162"/>
                    </a:cubicBezTo>
                    <a:lnTo>
                      <a:pt x="6369" y="162"/>
                    </a:lnTo>
                    <a:cubicBezTo>
                      <a:pt x="6380" y="172"/>
                      <a:pt x="6386" y="177"/>
                      <a:pt x="6390" y="177"/>
                    </a:cubicBezTo>
                    <a:cubicBezTo>
                      <a:pt x="6395" y="177"/>
                      <a:pt x="6399" y="170"/>
                      <a:pt x="6408" y="155"/>
                    </a:cubicBezTo>
                    <a:cubicBezTo>
                      <a:pt x="6407" y="149"/>
                      <a:pt x="6412" y="145"/>
                      <a:pt x="6417" y="145"/>
                    </a:cubicBezTo>
                    <a:cubicBezTo>
                      <a:pt x="6422" y="145"/>
                      <a:pt x="6427" y="148"/>
                      <a:pt x="6428" y="154"/>
                    </a:cubicBezTo>
                    <a:cubicBezTo>
                      <a:pt x="6440" y="160"/>
                      <a:pt x="6455" y="163"/>
                      <a:pt x="6468" y="163"/>
                    </a:cubicBezTo>
                    <a:cubicBezTo>
                      <a:pt x="6494" y="157"/>
                      <a:pt x="6521" y="155"/>
                      <a:pt x="6547" y="154"/>
                    </a:cubicBezTo>
                    <a:lnTo>
                      <a:pt x="6613" y="151"/>
                    </a:lnTo>
                    <a:cubicBezTo>
                      <a:pt x="6636" y="153"/>
                      <a:pt x="6661" y="155"/>
                      <a:pt x="6685" y="159"/>
                    </a:cubicBezTo>
                    <a:cubicBezTo>
                      <a:pt x="6817" y="183"/>
                      <a:pt x="6875" y="209"/>
                      <a:pt x="6894" y="209"/>
                    </a:cubicBezTo>
                    <a:cubicBezTo>
                      <a:pt x="6898" y="209"/>
                      <a:pt x="6900" y="208"/>
                      <a:pt x="6901" y="206"/>
                    </a:cubicBezTo>
                    <a:cubicBezTo>
                      <a:pt x="6907" y="205"/>
                      <a:pt x="6912" y="204"/>
                      <a:pt x="6916" y="204"/>
                    </a:cubicBezTo>
                    <a:cubicBezTo>
                      <a:pt x="6925" y="204"/>
                      <a:pt x="6928" y="208"/>
                      <a:pt x="6936" y="222"/>
                    </a:cubicBezTo>
                    <a:cubicBezTo>
                      <a:pt x="6949" y="239"/>
                      <a:pt x="6966" y="252"/>
                      <a:pt x="6985" y="261"/>
                    </a:cubicBezTo>
                    <a:cubicBezTo>
                      <a:pt x="7001" y="271"/>
                      <a:pt x="7019" y="281"/>
                      <a:pt x="7013" y="291"/>
                    </a:cubicBezTo>
                    <a:cubicBezTo>
                      <a:pt x="7016" y="290"/>
                      <a:pt x="7019" y="290"/>
                      <a:pt x="7022" y="290"/>
                    </a:cubicBezTo>
                    <a:cubicBezTo>
                      <a:pt x="7033" y="290"/>
                      <a:pt x="7044" y="294"/>
                      <a:pt x="7052" y="301"/>
                    </a:cubicBezTo>
                    <a:cubicBezTo>
                      <a:pt x="7045" y="312"/>
                      <a:pt x="7062" y="322"/>
                      <a:pt x="7086" y="323"/>
                    </a:cubicBezTo>
                    <a:cubicBezTo>
                      <a:pt x="7097" y="320"/>
                      <a:pt x="7104" y="318"/>
                      <a:pt x="7108" y="318"/>
                    </a:cubicBezTo>
                    <a:cubicBezTo>
                      <a:pt x="7114" y="318"/>
                      <a:pt x="7110" y="323"/>
                      <a:pt x="7101" y="336"/>
                    </a:cubicBezTo>
                    <a:cubicBezTo>
                      <a:pt x="7095" y="344"/>
                      <a:pt x="7119" y="375"/>
                      <a:pt x="7124" y="375"/>
                    </a:cubicBezTo>
                    <a:cubicBezTo>
                      <a:pt x="7126" y="375"/>
                      <a:pt x="7126" y="373"/>
                      <a:pt x="7125" y="369"/>
                    </a:cubicBezTo>
                    <a:cubicBezTo>
                      <a:pt x="7126" y="368"/>
                      <a:pt x="7128" y="367"/>
                      <a:pt x="7130" y="367"/>
                    </a:cubicBezTo>
                    <a:cubicBezTo>
                      <a:pt x="7143" y="367"/>
                      <a:pt x="7167" y="385"/>
                      <a:pt x="7186" y="388"/>
                    </a:cubicBezTo>
                    <a:cubicBezTo>
                      <a:pt x="7201" y="402"/>
                      <a:pt x="7216" y="414"/>
                      <a:pt x="7207" y="424"/>
                    </a:cubicBezTo>
                    <a:cubicBezTo>
                      <a:pt x="7210" y="435"/>
                      <a:pt x="7230" y="456"/>
                      <a:pt x="7254" y="475"/>
                    </a:cubicBezTo>
                    <a:cubicBezTo>
                      <a:pt x="7270" y="491"/>
                      <a:pt x="7291" y="505"/>
                      <a:pt x="7312" y="515"/>
                    </a:cubicBezTo>
                    <a:cubicBezTo>
                      <a:pt x="7314" y="513"/>
                      <a:pt x="7316" y="513"/>
                      <a:pt x="7318" y="513"/>
                    </a:cubicBezTo>
                    <a:cubicBezTo>
                      <a:pt x="7326" y="513"/>
                      <a:pt x="7332" y="524"/>
                      <a:pt x="7324" y="531"/>
                    </a:cubicBezTo>
                    <a:cubicBezTo>
                      <a:pt x="7314" y="538"/>
                      <a:pt x="7328" y="554"/>
                      <a:pt x="7340" y="569"/>
                    </a:cubicBezTo>
                    <a:cubicBezTo>
                      <a:pt x="7361" y="577"/>
                      <a:pt x="7352" y="584"/>
                      <a:pt x="7342" y="592"/>
                    </a:cubicBezTo>
                    <a:cubicBezTo>
                      <a:pt x="7338" y="591"/>
                      <a:pt x="7335" y="590"/>
                      <a:pt x="7333" y="590"/>
                    </a:cubicBezTo>
                    <a:lnTo>
                      <a:pt x="7333" y="590"/>
                    </a:lnTo>
                    <a:cubicBezTo>
                      <a:pt x="7324" y="590"/>
                      <a:pt x="7336" y="605"/>
                      <a:pt x="7354" y="630"/>
                    </a:cubicBezTo>
                    <a:cubicBezTo>
                      <a:pt x="7377" y="638"/>
                      <a:pt x="7422" y="702"/>
                      <a:pt x="7451" y="752"/>
                    </a:cubicBezTo>
                    <a:cubicBezTo>
                      <a:pt x="7501" y="835"/>
                      <a:pt x="7520" y="848"/>
                      <a:pt x="7561" y="871"/>
                    </a:cubicBezTo>
                    <a:lnTo>
                      <a:pt x="7592" y="878"/>
                    </a:lnTo>
                    <a:lnTo>
                      <a:pt x="7570" y="889"/>
                    </a:lnTo>
                    <a:cubicBezTo>
                      <a:pt x="7558" y="895"/>
                      <a:pt x="7545" y="923"/>
                      <a:pt x="7545" y="923"/>
                    </a:cubicBezTo>
                    <a:cubicBezTo>
                      <a:pt x="7549" y="932"/>
                      <a:pt x="7554" y="935"/>
                      <a:pt x="7559" y="935"/>
                    </a:cubicBezTo>
                    <a:cubicBezTo>
                      <a:pt x="7564" y="935"/>
                      <a:pt x="7570" y="932"/>
                      <a:pt x="7575" y="930"/>
                    </a:cubicBezTo>
                    <a:cubicBezTo>
                      <a:pt x="7576" y="929"/>
                      <a:pt x="7578" y="929"/>
                      <a:pt x="7579" y="929"/>
                    </a:cubicBezTo>
                    <a:cubicBezTo>
                      <a:pt x="7589" y="929"/>
                      <a:pt x="7597" y="946"/>
                      <a:pt x="7601" y="983"/>
                    </a:cubicBezTo>
                    <a:cubicBezTo>
                      <a:pt x="7604" y="1024"/>
                      <a:pt x="7612" y="1042"/>
                      <a:pt x="7631" y="1055"/>
                    </a:cubicBezTo>
                    <a:cubicBezTo>
                      <a:pt x="7641" y="1073"/>
                      <a:pt x="7645" y="1094"/>
                      <a:pt x="7641" y="1114"/>
                    </a:cubicBezTo>
                    <a:cubicBezTo>
                      <a:pt x="7647" y="1126"/>
                      <a:pt x="7648" y="1130"/>
                      <a:pt x="7652" y="1130"/>
                    </a:cubicBezTo>
                    <a:cubicBezTo>
                      <a:pt x="7654" y="1130"/>
                      <a:pt x="7657" y="1129"/>
                      <a:pt x="7660" y="1128"/>
                    </a:cubicBezTo>
                    <a:cubicBezTo>
                      <a:pt x="7662" y="1127"/>
                      <a:pt x="7663" y="1127"/>
                      <a:pt x="7664" y="1127"/>
                    </a:cubicBezTo>
                    <a:cubicBezTo>
                      <a:pt x="7674" y="1127"/>
                      <a:pt x="7679" y="1144"/>
                      <a:pt x="7675" y="1164"/>
                    </a:cubicBezTo>
                    <a:cubicBezTo>
                      <a:pt x="7659" y="1190"/>
                      <a:pt x="7677" y="1241"/>
                      <a:pt x="7688" y="1241"/>
                    </a:cubicBezTo>
                    <a:cubicBezTo>
                      <a:pt x="7689" y="1241"/>
                      <a:pt x="7689" y="1241"/>
                      <a:pt x="7690" y="1241"/>
                    </a:cubicBezTo>
                    <a:cubicBezTo>
                      <a:pt x="7691" y="1241"/>
                      <a:pt x="7692" y="1240"/>
                      <a:pt x="7693" y="1240"/>
                    </a:cubicBezTo>
                    <a:cubicBezTo>
                      <a:pt x="7703" y="1240"/>
                      <a:pt x="7709" y="1257"/>
                      <a:pt x="7715" y="1274"/>
                    </a:cubicBezTo>
                    <a:cubicBezTo>
                      <a:pt x="7720" y="1294"/>
                      <a:pt x="7731" y="1312"/>
                      <a:pt x="7747" y="1325"/>
                    </a:cubicBezTo>
                    <a:lnTo>
                      <a:pt x="7759" y="1361"/>
                    </a:lnTo>
                    <a:cubicBezTo>
                      <a:pt x="7761" y="1367"/>
                      <a:pt x="7761" y="1370"/>
                      <a:pt x="7759" y="1370"/>
                    </a:cubicBezTo>
                    <a:cubicBezTo>
                      <a:pt x="7755" y="1370"/>
                      <a:pt x="7745" y="1360"/>
                      <a:pt x="7741" y="1348"/>
                    </a:cubicBezTo>
                    <a:lnTo>
                      <a:pt x="7736" y="1370"/>
                    </a:lnTo>
                    <a:cubicBezTo>
                      <a:pt x="7748" y="1406"/>
                      <a:pt x="7755" y="1425"/>
                      <a:pt x="7772" y="1438"/>
                    </a:cubicBezTo>
                    <a:cubicBezTo>
                      <a:pt x="7803" y="1450"/>
                      <a:pt x="7803" y="1450"/>
                      <a:pt x="7779" y="1457"/>
                    </a:cubicBezTo>
                    <a:cubicBezTo>
                      <a:pt x="7767" y="1461"/>
                      <a:pt x="7761" y="1483"/>
                      <a:pt x="7779" y="1498"/>
                    </a:cubicBezTo>
                    <a:cubicBezTo>
                      <a:pt x="7809" y="1508"/>
                      <a:pt x="7804" y="1530"/>
                      <a:pt x="7792" y="1535"/>
                    </a:cubicBezTo>
                    <a:cubicBezTo>
                      <a:pt x="7783" y="1532"/>
                      <a:pt x="7777" y="1529"/>
                      <a:pt x="7773" y="1529"/>
                    </a:cubicBezTo>
                    <a:lnTo>
                      <a:pt x="7773" y="1529"/>
                    </a:lnTo>
                    <a:cubicBezTo>
                      <a:pt x="7765" y="1529"/>
                      <a:pt x="7775" y="1543"/>
                      <a:pt x="7811" y="1590"/>
                    </a:cubicBezTo>
                    <a:cubicBezTo>
                      <a:pt x="7824" y="1625"/>
                      <a:pt x="7861" y="1695"/>
                      <a:pt x="7882" y="1749"/>
                    </a:cubicBezTo>
                    <a:cubicBezTo>
                      <a:pt x="7909" y="1820"/>
                      <a:pt x="7925" y="1855"/>
                      <a:pt x="7920" y="1878"/>
                    </a:cubicBezTo>
                    <a:cubicBezTo>
                      <a:pt x="7917" y="1879"/>
                      <a:pt x="7915" y="1880"/>
                      <a:pt x="7913" y="1882"/>
                    </a:cubicBezTo>
                    <a:lnTo>
                      <a:pt x="7913" y="1882"/>
                    </a:lnTo>
                    <a:cubicBezTo>
                      <a:pt x="7915" y="1881"/>
                      <a:pt x="7918" y="1881"/>
                      <a:pt x="7920" y="1881"/>
                    </a:cubicBezTo>
                    <a:cubicBezTo>
                      <a:pt x="7936" y="1881"/>
                      <a:pt x="7944" y="1900"/>
                      <a:pt x="7963" y="1944"/>
                    </a:cubicBezTo>
                    <a:cubicBezTo>
                      <a:pt x="7975" y="2001"/>
                      <a:pt x="8004" y="2030"/>
                      <a:pt x="8024" y="2041"/>
                    </a:cubicBezTo>
                    <a:lnTo>
                      <a:pt x="8007" y="2008"/>
                    </a:lnTo>
                    <a:cubicBezTo>
                      <a:pt x="8012" y="2005"/>
                      <a:pt x="8016" y="2004"/>
                      <a:pt x="8019" y="2004"/>
                    </a:cubicBezTo>
                    <a:cubicBezTo>
                      <a:pt x="8033" y="2004"/>
                      <a:pt x="8039" y="2021"/>
                      <a:pt x="8044" y="2052"/>
                    </a:cubicBezTo>
                    <a:cubicBezTo>
                      <a:pt x="8053" y="2069"/>
                      <a:pt x="8041" y="2075"/>
                      <a:pt x="8030" y="2082"/>
                    </a:cubicBezTo>
                    <a:cubicBezTo>
                      <a:pt x="8019" y="2087"/>
                      <a:pt x="8018" y="2110"/>
                      <a:pt x="8027" y="2126"/>
                    </a:cubicBezTo>
                    <a:cubicBezTo>
                      <a:pt x="8033" y="2138"/>
                      <a:pt x="8039" y="2149"/>
                      <a:pt x="8043" y="2149"/>
                    </a:cubicBezTo>
                    <a:cubicBezTo>
                      <a:pt x="8045" y="2149"/>
                      <a:pt x="8047" y="2146"/>
                      <a:pt x="8047" y="2138"/>
                    </a:cubicBezTo>
                    <a:cubicBezTo>
                      <a:pt x="8051" y="2135"/>
                      <a:pt x="8054" y="2133"/>
                      <a:pt x="8056" y="2133"/>
                    </a:cubicBezTo>
                    <a:cubicBezTo>
                      <a:pt x="8060" y="2133"/>
                      <a:pt x="8062" y="2137"/>
                      <a:pt x="8068" y="2148"/>
                    </a:cubicBezTo>
                    <a:cubicBezTo>
                      <a:pt x="8076" y="2166"/>
                      <a:pt x="8091" y="2181"/>
                      <a:pt x="8109" y="2190"/>
                    </a:cubicBezTo>
                    <a:cubicBezTo>
                      <a:pt x="8111" y="2189"/>
                      <a:pt x="8113" y="2189"/>
                      <a:pt x="8114" y="2189"/>
                    </a:cubicBezTo>
                    <a:cubicBezTo>
                      <a:pt x="8123" y="2189"/>
                      <a:pt x="8132" y="2201"/>
                      <a:pt x="8140" y="2214"/>
                    </a:cubicBezTo>
                    <a:cubicBezTo>
                      <a:pt x="8139" y="2236"/>
                      <a:pt x="8160" y="2265"/>
                      <a:pt x="8162" y="2267"/>
                    </a:cubicBezTo>
                    <a:lnTo>
                      <a:pt x="8162" y="2267"/>
                    </a:lnTo>
                    <a:cubicBezTo>
                      <a:pt x="8160" y="2269"/>
                      <a:pt x="8156" y="2272"/>
                      <a:pt x="8152" y="2274"/>
                    </a:cubicBezTo>
                    <a:cubicBezTo>
                      <a:pt x="8142" y="2282"/>
                      <a:pt x="8143" y="2306"/>
                      <a:pt x="8143" y="2306"/>
                    </a:cubicBezTo>
                    <a:cubicBezTo>
                      <a:pt x="8149" y="2314"/>
                      <a:pt x="8154" y="2316"/>
                      <a:pt x="8158" y="2316"/>
                    </a:cubicBezTo>
                    <a:cubicBezTo>
                      <a:pt x="8162" y="2316"/>
                      <a:pt x="8165" y="2314"/>
                      <a:pt x="8165" y="2314"/>
                    </a:cubicBezTo>
                    <a:cubicBezTo>
                      <a:pt x="8165" y="2313"/>
                      <a:pt x="8165" y="2313"/>
                      <a:pt x="8165" y="2313"/>
                    </a:cubicBezTo>
                    <a:cubicBezTo>
                      <a:pt x="8174" y="2313"/>
                      <a:pt x="8243" y="2402"/>
                      <a:pt x="8334" y="2479"/>
                    </a:cubicBezTo>
                    <a:cubicBezTo>
                      <a:pt x="8402" y="2542"/>
                      <a:pt x="8479" y="2595"/>
                      <a:pt x="8560" y="2640"/>
                    </a:cubicBezTo>
                    <a:cubicBezTo>
                      <a:pt x="8575" y="2654"/>
                      <a:pt x="8591" y="2665"/>
                      <a:pt x="8609" y="2674"/>
                    </a:cubicBezTo>
                    <a:cubicBezTo>
                      <a:pt x="8616" y="2678"/>
                      <a:pt x="8622" y="2680"/>
                      <a:pt x="8626" y="2680"/>
                    </a:cubicBezTo>
                    <a:cubicBezTo>
                      <a:pt x="8630" y="2680"/>
                      <a:pt x="8632" y="2677"/>
                      <a:pt x="8629" y="2672"/>
                    </a:cubicBezTo>
                    <a:cubicBezTo>
                      <a:pt x="8629" y="2671"/>
                      <a:pt x="8631" y="2670"/>
                      <a:pt x="8634" y="2670"/>
                    </a:cubicBezTo>
                    <a:cubicBezTo>
                      <a:pt x="8655" y="2670"/>
                      <a:pt x="8732" y="2704"/>
                      <a:pt x="8829" y="2718"/>
                    </a:cubicBezTo>
                    <a:cubicBezTo>
                      <a:pt x="8866" y="2723"/>
                      <a:pt x="8900" y="2725"/>
                      <a:pt x="8930" y="2725"/>
                    </a:cubicBezTo>
                    <a:cubicBezTo>
                      <a:pt x="9004" y="2725"/>
                      <a:pt x="9051" y="2713"/>
                      <a:pt x="9049" y="2705"/>
                    </a:cubicBezTo>
                    <a:lnTo>
                      <a:pt x="9063" y="2702"/>
                    </a:lnTo>
                    <a:cubicBezTo>
                      <a:pt x="9077" y="2701"/>
                      <a:pt x="9090" y="2698"/>
                      <a:pt x="9104" y="2695"/>
                    </a:cubicBezTo>
                    <a:cubicBezTo>
                      <a:pt x="9140" y="2687"/>
                      <a:pt x="9170" y="2662"/>
                      <a:pt x="9188" y="2658"/>
                    </a:cubicBezTo>
                    <a:cubicBezTo>
                      <a:pt x="9195" y="2647"/>
                      <a:pt x="9204" y="2640"/>
                      <a:pt x="9208" y="2640"/>
                    </a:cubicBezTo>
                    <a:lnTo>
                      <a:pt x="9208" y="2640"/>
                    </a:lnTo>
                    <a:cubicBezTo>
                      <a:pt x="9210" y="2640"/>
                      <a:pt x="9210" y="2643"/>
                      <a:pt x="9205" y="2651"/>
                    </a:cubicBezTo>
                    <a:cubicBezTo>
                      <a:pt x="9208" y="2660"/>
                      <a:pt x="9212" y="2670"/>
                      <a:pt x="9222" y="2670"/>
                    </a:cubicBezTo>
                    <a:cubicBezTo>
                      <a:pt x="9224" y="2670"/>
                      <a:pt x="9227" y="2669"/>
                      <a:pt x="9230" y="2668"/>
                    </a:cubicBezTo>
                    <a:cubicBezTo>
                      <a:pt x="9265" y="2653"/>
                      <a:pt x="9261" y="2642"/>
                      <a:pt x="9255" y="2631"/>
                    </a:cubicBezTo>
                    <a:cubicBezTo>
                      <a:pt x="9251" y="2618"/>
                      <a:pt x="9266" y="2611"/>
                      <a:pt x="9266" y="2611"/>
                    </a:cubicBezTo>
                    <a:cubicBezTo>
                      <a:pt x="9274" y="2607"/>
                      <a:pt x="9278" y="2605"/>
                      <a:pt x="9281" y="2605"/>
                    </a:cubicBezTo>
                    <a:cubicBezTo>
                      <a:pt x="9284" y="2605"/>
                      <a:pt x="9286" y="2608"/>
                      <a:pt x="9289" y="2614"/>
                    </a:cubicBezTo>
                    <a:cubicBezTo>
                      <a:pt x="9293" y="2625"/>
                      <a:pt x="9299" y="2636"/>
                      <a:pt x="9299" y="2636"/>
                    </a:cubicBezTo>
                    <a:lnTo>
                      <a:pt x="9316" y="2628"/>
                    </a:lnTo>
                    <a:cubicBezTo>
                      <a:pt x="9310" y="2617"/>
                      <a:pt x="9327" y="2608"/>
                      <a:pt x="9327" y="2608"/>
                    </a:cubicBezTo>
                    <a:cubicBezTo>
                      <a:pt x="9333" y="2605"/>
                      <a:pt x="9337" y="2603"/>
                      <a:pt x="9340" y="2603"/>
                    </a:cubicBezTo>
                    <a:cubicBezTo>
                      <a:pt x="9344" y="2603"/>
                      <a:pt x="9347" y="2608"/>
                      <a:pt x="9355" y="2622"/>
                    </a:cubicBezTo>
                    <a:cubicBezTo>
                      <a:pt x="9359" y="2629"/>
                      <a:pt x="9365" y="2633"/>
                      <a:pt x="9370" y="2633"/>
                    </a:cubicBezTo>
                    <a:cubicBezTo>
                      <a:pt x="9378" y="2633"/>
                      <a:pt x="9386" y="2622"/>
                      <a:pt x="9388" y="2603"/>
                    </a:cubicBezTo>
                    <a:lnTo>
                      <a:pt x="9413" y="2571"/>
                    </a:lnTo>
                    <a:cubicBezTo>
                      <a:pt x="9416" y="2573"/>
                      <a:pt x="9420" y="2573"/>
                      <a:pt x="9423" y="2573"/>
                    </a:cubicBezTo>
                    <a:cubicBezTo>
                      <a:pt x="9447" y="2573"/>
                      <a:pt x="9462" y="2536"/>
                      <a:pt x="9468" y="2518"/>
                    </a:cubicBezTo>
                    <a:cubicBezTo>
                      <a:pt x="9475" y="2520"/>
                      <a:pt x="9481" y="2521"/>
                      <a:pt x="9486" y="2521"/>
                    </a:cubicBezTo>
                    <a:cubicBezTo>
                      <a:pt x="9504" y="2521"/>
                      <a:pt x="9514" y="2507"/>
                      <a:pt x="9513" y="2483"/>
                    </a:cubicBezTo>
                    <a:cubicBezTo>
                      <a:pt x="9505" y="2473"/>
                      <a:pt x="9520" y="2461"/>
                      <a:pt x="9542" y="2459"/>
                    </a:cubicBezTo>
                    <a:cubicBezTo>
                      <a:pt x="9564" y="2456"/>
                      <a:pt x="9579" y="2445"/>
                      <a:pt x="9607" y="2418"/>
                    </a:cubicBezTo>
                    <a:cubicBezTo>
                      <a:pt x="9613" y="2396"/>
                      <a:pt x="9710" y="2306"/>
                      <a:pt x="9804" y="2186"/>
                    </a:cubicBezTo>
                    <a:cubicBezTo>
                      <a:pt x="9912" y="2050"/>
                      <a:pt x="9978" y="1954"/>
                      <a:pt x="9969" y="1947"/>
                    </a:cubicBezTo>
                    <a:cubicBezTo>
                      <a:pt x="9980" y="1931"/>
                      <a:pt x="9980" y="1931"/>
                      <a:pt x="10001" y="1924"/>
                    </a:cubicBezTo>
                    <a:cubicBezTo>
                      <a:pt x="10003" y="1925"/>
                      <a:pt x="10005" y="1926"/>
                      <a:pt x="10007" y="1926"/>
                    </a:cubicBezTo>
                    <a:cubicBezTo>
                      <a:pt x="10015" y="1926"/>
                      <a:pt x="10021" y="1910"/>
                      <a:pt x="10014" y="1884"/>
                    </a:cubicBezTo>
                    <a:cubicBezTo>
                      <a:pt x="10015" y="1870"/>
                      <a:pt x="10011" y="1861"/>
                      <a:pt x="10014" y="1861"/>
                    </a:cubicBezTo>
                    <a:lnTo>
                      <a:pt x="10014" y="1861"/>
                    </a:lnTo>
                    <a:cubicBezTo>
                      <a:pt x="10016" y="1861"/>
                      <a:pt x="10019" y="1864"/>
                      <a:pt x="10026" y="1869"/>
                    </a:cubicBezTo>
                    <a:cubicBezTo>
                      <a:pt x="10027" y="1869"/>
                      <a:pt x="10028" y="1870"/>
                      <a:pt x="10030" y="1870"/>
                    </a:cubicBezTo>
                    <a:cubicBezTo>
                      <a:pt x="10041" y="1870"/>
                      <a:pt x="10063" y="1839"/>
                      <a:pt x="10106" y="1782"/>
                    </a:cubicBezTo>
                    <a:cubicBezTo>
                      <a:pt x="10140" y="1736"/>
                      <a:pt x="10189" y="1675"/>
                      <a:pt x="10180" y="1667"/>
                    </a:cubicBezTo>
                    <a:cubicBezTo>
                      <a:pt x="10189" y="1645"/>
                      <a:pt x="10192" y="1636"/>
                      <a:pt x="10193" y="1636"/>
                    </a:cubicBezTo>
                    <a:lnTo>
                      <a:pt x="10193" y="1636"/>
                    </a:lnTo>
                    <a:cubicBezTo>
                      <a:pt x="10194" y="1636"/>
                      <a:pt x="10193" y="1642"/>
                      <a:pt x="10192" y="1651"/>
                    </a:cubicBezTo>
                    <a:cubicBezTo>
                      <a:pt x="10193" y="1657"/>
                      <a:pt x="10196" y="1659"/>
                      <a:pt x="10201" y="1659"/>
                    </a:cubicBezTo>
                    <a:cubicBezTo>
                      <a:pt x="10222" y="1659"/>
                      <a:pt x="10273" y="1605"/>
                      <a:pt x="10292" y="1556"/>
                    </a:cubicBezTo>
                    <a:cubicBezTo>
                      <a:pt x="10302" y="1545"/>
                      <a:pt x="10313" y="1533"/>
                      <a:pt x="10321" y="1533"/>
                    </a:cubicBezTo>
                    <a:cubicBezTo>
                      <a:pt x="10324" y="1533"/>
                      <a:pt x="10326" y="1534"/>
                      <a:pt x="10328" y="1536"/>
                    </a:cubicBezTo>
                    <a:cubicBezTo>
                      <a:pt x="10350" y="1511"/>
                      <a:pt x="10370" y="1484"/>
                      <a:pt x="10388" y="1456"/>
                    </a:cubicBezTo>
                    <a:cubicBezTo>
                      <a:pt x="10402" y="1443"/>
                      <a:pt x="10461" y="1390"/>
                      <a:pt x="10492" y="1365"/>
                    </a:cubicBezTo>
                    <a:cubicBezTo>
                      <a:pt x="10507" y="1354"/>
                      <a:pt x="10520" y="1341"/>
                      <a:pt x="10532" y="1327"/>
                    </a:cubicBezTo>
                    <a:cubicBezTo>
                      <a:pt x="10543" y="1316"/>
                      <a:pt x="10549" y="1308"/>
                      <a:pt x="10549" y="1308"/>
                    </a:cubicBezTo>
                    <a:cubicBezTo>
                      <a:pt x="10561" y="1300"/>
                      <a:pt x="10573" y="1292"/>
                      <a:pt x="10573" y="1292"/>
                    </a:cubicBezTo>
                    <a:lnTo>
                      <a:pt x="10573" y="1292"/>
                    </a:lnTo>
                    <a:cubicBezTo>
                      <a:pt x="10573" y="1292"/>
                      <a:pt x="10571" y="1293"/>
                      <a:pt x="10566" y="1297"/>
                    </a:cubicBezTo>
                    <a:cubicBezTo>
                      <a:pt x="10567" y="1298"/>
                      <a:pt x="10568" y="1298"/>
                      <a:pt x="10569" y="1298"/>
                    </a:cubicBezTo>
                    <a:cubicBezTo>
                      <a:pt x="10586" y="1298"/>
                      <a:pt x="10666" y="1245"/>
                      <a:pt x="10786" y="1199"/>
                    </a:cubicBezTo>
                    <a:cubicBezTo>
                      <a:pt x="10885" y="1162"/>
                      <a:pt x="10979" y="1148"/>
                      <a:pt x="11028" y="1148"/>
                    </a:cubicBezTo>
                    <a:cubicBezTo>
                      <a:pt x="11044" y="1148"/>
                      <a:pt x="11055" y="1150"/>
                      <a:pt x="11060" y="1153"/>
                    </a:cubicBezTo>
                    <a:cubicBezTo>
                      <a:pt x="11074" y="1150"/>
                      <a:pt x="11087" y="1146"/>
                      <a:pt x="11100" y="1138"/>
                    </a:cubicBezTo>
                    <a:cubicBezTo>
                      <a:pt x="11111" y="1124"/>
                      <a:pt x="11124" y="1117"/>
                      <a:pt x="11136" y="1117"/>
                    </a:cubicBezTo>
                    <a:cubicBezTo>
                      <a:pt x="11144" y="1117"/>
                      <a:pt x="11152" y="1120"/>
                      <a:pt x="11160" y="1127"/>
                    </a:cubicBezTo>
                    <a:cubicBezTo>
                      <a:pt x="11170" y="1140"/>
                      <a:pt x="11195" y="1147"/>
                      <a:pt x="11220" y="1150"/>
                    </a:cubicBezTo>
                    <a:cubicBezTo>
                      <a:pt x="11228" y="1152"/>
                      <a:pt x="11236" y="1153"/>
                      <a:pt x="11243" y="1153"/>
                    </a:cubicBezTo>
                    <a:cubicBezTo>
                      <a:pt x="11260" y="1153"/>
                      <a:pt x="11274" y="1149"/>
                      <a:pt x="11282" y="1142"/>
                    </a:cubicBezTo>
                    <a:lnTo>
                      <a:pt x="11282" y="1142"/>
                    </a:lnTo>
                    <a:lnTo>
                      <a:pt x="11280" y="1155"/>
                    </a:lnTo>
                    <a:cubicBezTo>
                      <a:pt x="11288" y="1173"/>
                      <a:pt x="11315" y="1181"/>
                      <a:pt x="11340" y="1181"/>
                    </a:cubicBezTo>
                    <a:cubicBezTo>
                      <a:pt x="11355" y="1181"/>
                      <a:pt x="11370" y="1178"/>
                      <a:pt x="11381" y="1173"/>
                    </a:cubicBezTo>
                    <a:cubicBezTo>
                      <a:pt x="11397" y="1192"/>
                      <a:pt x="11409" y="1210"/>
                      <a:pt x="11433" y="1210"/>
                    </a:cubicBezTo>
                    <a:cubicBezTo>
                      <a:pt x="11450" y="1219"/>
                      <a:pt x="11450" y="1219"/>
                      <a:pt x="11438" y="1241"/>
                    </a:cubicBezTo>
                    <a:cubicBezTo>
                      <a:pt x="11431" y="1251"/>
                      <a:pt x="11426" y="1262"/>
                      <a:pt x="11441" y="1271"/>
                    </a:cubicBezTo>
                    <a:cubicBezTo>
                      <a:pt x="11446" y="1274"/>
                      <a:pt x="11450" y="1276"/>
                      <a:pt x="11453" y="1276"/>
                    </a:cubicBezTo>
                    <a:cubicBezTo>
                      <a:pt x="11461" y="1276"/>
                      <a:pt x="11466" y="1268"/>
                      <a:pt x="11472" y="1261"/>
                    </a:cubicBezTo>
                    <a:lnTo>
                      <a:pt x="11503" y="1283"/>
                    </a:lnTo>
                    <a:cubicBezTo>
                      <a:pt x="11503" y="1283"/>
                      <a:pt x="11511" y="1289"/>
                      <a:pt x="11518" y="1289"/>
                    </a:cubicBezTo>
                    <a:cubicBezTo>
                      <a:pt x="11521" y="1289"/>
                      <a:pt x="11524" y="1288"/>
                      <a:pt x="11527" y="1285"/>
                    </a:cubicBezTo>
                    <a:cubicBezTo>
                      <a:pt x="11528" y="1283"/>
                      <a:pt x="11531" y="1282"/>
                      <a:pt x="11533" y="1282"/>
                    </a:cubicBezTo>
                    <a:cubicBezTo>
                      <a:pt x="11542" y="1282"/>
                      <a:pt x="11553" y="1292"/>
                      <a:pt x="11565" y="1303"/>
                    </a:cubicBezTo>
                    <a:cubicBezTo>
                      <a:pt x="11561" y="1307"/>
                      <a:pt x="11564" y="1310"/>
                      <a:pt x="11567" y="1310"/>
                    </a:cubicBezTo>
                    <a:cubicBezTo>
                      <a:pt x="11572" y="1310"/>
                      <a:pt x="11577" y="1306"/>
                      <a:pt x="11574" y="1294"/>
                    </a:cubicBezTo>
                    <a:cubicBezTo>
                      <a:pt x="11579" y="1288"/>
                      <a:pt x="11585" y="1283"/>
                      <a:pt x="11592" y="1283"/>
                    </a:cubicBezTo>
                    <a:cubicBezTo>
                      <a:pt x="11596" y="1283"/>
                      <a:pt x="11601" y="1285"/>
                      <a:pt x="11607" y="1290"/>
                    </a:cubicBezTo>
                    <a:lnTo>
                      <a:pt x="11625" y="1272"/>
                    </a:lnTo>
                    <a:cubicBezTo>
                      <a:pt x="11643" y="1256"/>
                      <a:pt x="11653" y="1247"/>
                      <a:pt x="11625" y="1205"/>
                    </a:cubicBezTo>
                    <a:cubicBezTo>
                      <a:pt x="11598" y="1174"/>
                      <a:pt x="11568" y="1145"/>
                      <a:pt x="11536" y="1120"/>
                    </a:cubicBezTo>
                    <a:cubicBezTo>
                      <a:pt x="11518" y="1109"/>
                      <a:pt x="11505" y="1103"/>
                      <a:pt x="11496" y="1103"/>
                    </a:cubicBezTo>
                    <a:cubicBezTo>
                      <a:pt x="11491" y="1103"/>
                      <a:pt x="11487" y="1105"/>
                      <a:pt x="11485" y="1109"/>
                    </a:cubicBezTo>
                    <a:cubicBezTo>
                      <a:pt x="11480" y="1109"/>
                      <a:pt x="11474" y="1109"/>
                      <a:pt x="11468" y="1108"/>
                    </a:cubicBezTo>
                    <a:cubicBezTo>
                      <a:pt x="11457" y="1105"/>
                      <a:pt x="11447" y="1103"/>
                      <a:pt x="11436" y="1100"/>
                    </a:cubicBezTo>
                    <a:cubicBezTo>
                      <a:pt x="11421" y="1093"/>
                      <a:pt x="11408" y="1083"/>
                      <a:pt x="11397" y="1071"/>
                    </a:cubicBezTo>
                    <a:cubicBezTo>
                      <a:pt x="11401" y="1058"/>
                      <a:pt x="11308" y="1025"/>
                      <a:pt x="11190" y="1015"/>
                    </a:cubicBezTo>
                    <a:cubicBezTo>
                      <a:pt x="11168" y="1013"/>
                      <a:pt x="11146" y="1012"/>
                      <a:pt x="11124" y="1012"/>
                    </a:cubicBezTo>
                    <a:cubicBezTo>
                      <a:pt x="11116" y="1012"/>
                      <a:pt x="11108" y="1012"/>
                      <a:pt x="11100" y="1012"/>
                    </a:cubicBezTo>
                    <a:cubicBezTo>
                      <a:pt x="11092" y="1012"/>
                      <a:pt x="11086" y="1012"/>
                      <a:pt x="11079" y="1012"/>
                    </a:cubicBezTo>
                    <a:cubicBezTo>
                      <a:pt x="11061" y="1012"/>
                      <a:pt x="11046" y="1013"/>
                      <a:pt x="11032" y="1015"/>
                    </a:cubicBezTo>
                    <a:cubicBezTo>
                      <a:pt x="11024" y="1015"/>
                      <a:pt x="11016" y="1016"/>
                      <a:pt x="11008" y="1016"/>
                    </a:cubicBezTo>
                    <a:cubicBezTo>
                      <a:pt x="10991" y="1016"/>
                      <a:pt x="10975" y="1014"/>
                      <a:pt x="10960" y="1011"/>
                    </a:cubicBezTo>
                    <a:cubicBezTo>
                      <a:pt x="10948" y="1008"/>
                      <a:pt x="10937" y="1006"/>
                      <a:pt x="10925" y="1006"/>
                    </a:cubicBezTo>
                    <a:cubicBezTo>
                      <a:pt x="10921" y="1006"/>
                      <a:pt x="10917" y="1006"/>
                      <a:pt x="10913" y="1007"/>
                    </a:cubicBezTo>
                    <a:cubicBezTo>
                      <a:pt x="10915" y="1020"/>
                      <a:pt x="10778" y="1043"/>
                      <a:pt x="10636" y="1113"/>
                    </a:cubicBezTo>
                    <a:cubicBezTo>
                      <a:pt x="10570" y="1144"/>
                      <a:pt x="10507" y="1182"/>
                      <a:pt x="10450" y="1227"/>
                    </a:cubicBezTo>
                    <a:cubicBezTo>
                      <a:pt x="10404" y="1262"/>
                      <a:pt x="10377" y="1288"/>
                      <a:pt x="10381" y="1294"/>
                    </a:cubicBezTo>
                    <a:lnTo>
                      <a:pt x="10349" y="1322"/>
                    </a:lnTo>
                    <a:cubicBezTo>
                      <a:pt x="10348" y="1320"/>
                      <a:pt x="10346" y="1320"/>
                      <a:pt x="10344" y="1320"/>
                    </a:cubicBezTo>
                    <a:cubicBezTo>
                      <a:pt x="10331" y="1320"/>
                      <a:pt x="10304" y="1345"/>
                      <a:pt x="10277" y="1370"/>
                    </a:cubicBezTo>
                    <a:cubicBezTo>
                      <a:pt x="10264" y="1396"/>
                      <a:pt x="10247" y="1418"/>
                      <a:pt x="10228" y="1439"/>
                    </a:cubicBezTo>
                    <a:cubicBezTo>
                      <a:pt x="10226" y="1438"/>
                      <a:pt x="10224" y="1437"/>
                      <a:pt x="10222" y="1437"/>
                    </a:cubicBezTo>
                    <a:cubicBezTo>
                      <a:pt x="10213" y="1437"/>
                      <a:pt x="10199" y="1452"/>
                      <a:pt x="10175" y="1478"/>
                    </a:cubicBezTo>
                    <a:cubicBezTo>
                      <a:pt x="10148" y="1508"/>
                      <a:pt x="10135" y="1523"/>
                      <a:pt x="10144" y="1532"/>
                    </a:cubicBezTo>
                    <a:cubicBezTo>
                      <a:pt x="10130" y="1548"/>
                      <a:pt x="10041" y="1658"/>
                      <a:pt x="9996" y="1698"/>
                    </a:cubicBezTo>
                    <a:cubicBezTo>
                      <a:pt x="9973" y="1707"/>
                      <a:pt x="9971" y="1731"/>
                      <a:pt x="9970" y="1754"/>
                    </a:cubicBezTo>
                    <a:cubicBezTo>
                      <a:pt x="9980" y="1762"/>
                      <a:pt x="9978" y="1785"/>
                      <a:pt x="9967" y="1800"/>
                    </a:cubicBezTo>
                    <a:lnTo>
                      <a:pt x="9947" y="1786"/>
                    </a:lnTo>
                    <a:cubicBezTo>
                      <a:pt x="9947" y="1775"/>
                      <a:pt x="9947" y="1769"/>
                      <a:pt x="9945" y="1769"/>
                    </a:cubicBezTo>
                    <a:cubicBezTo>
                      <a:pt x="9943" y="1769"/>
                      <a:pt x="9937" y="1777"/>
                      <a:pt x="9924" y="1795"/>
                    </a:cubicBezTo>
                    <a:lnTo>
                      <a:pt x="9902" y="1826"/>
                    </a:lnTo>
                    <a:cubicBezTo>
                      <a:pt x="9912" y="1833"/>
                      <a:pt x="9855" y="1913"/>
                      <a:pt x="9775" y="2018"/>
                    </a:cubicBezTo>
                    <a:cubicBezTo>
                      <a:pt x="9673" y="2152"/>
                      <a:pt x="9637" y="2187"/>
                      <a:pt x="9646" y="2197"/>
                    </a:cubicBezTo>
                    <a:cubicBezTo>
                      <a:pt x="9656" y="2206"/>
                      <a:pt x="9644" y="2219"/>
                      <a:pt x="9598" y="2251"/>
                    </a:cubicBezTo>
                    <a:cubicBezTo>
                      <a:pt x="9496" y="2300"/>
                      <a:pt x="9496" y="2297"/>
                      <a:pt x="9493" y="2319"/>
                    </a:cubicBezTo>
                    <a:cubicBezTo>
                      <a:pt x="9497" y="2315"/>
                      <a:pt x="9501" y="2313"/>
                      <a:pt x="9504" y="2313"/>
                    </a:cubicBezTo>
                    <a:cubicBezTo>
                      <a:pt x="9511" y="2313"/>
                      <a:pt x="9517" y="2319"/>
                      <a:pt x="9522" y="2326"/>
                    </a:cubicBezTo>
                    <a:cubicBezTo>
                      <a:pt x="9535" y="2340"/>
                      <a:pt x="9530" y="2352"/>
                      <a:pt x="9512" y="2352"/>
                    </a:cubicBezTo>
                    <a:cubicBezTo>
                      <a:pt x="9507" y="2352"/>
                      <a:pt x="9502" y="2351"/>
                      <a:pt x="9496" y="2349"/>
                    </a:cubicBezTo>
                    <a:cubicBezTo>
                      <a:pt x="9495" y="2349"/>
                      <a:pt x="9494" y="2348"/>
                      <a:pt x="9492" y="2348"/>
                    </a:cubicBezTo>
                    <a:cubicBezTo>
                      <a:pt x="9478" y="2348"/>
                      <a:pt x="9432" y="2386"/>
                      <a:pt x="9385" y="2422"/>
                    </a:cubicBezTo>
                    <a:cubicBezTo>
                      <a:pt x="9335" y="2465"/>
                      <a:pt x="9281" y="2505"/>
                      <a:pt x="9280" y="2520"/>
                    </a:cubicBezTo>
                    <a:cubicBezTo>
                      <a:pt x="9282" y="2524"/>
                      <a:pt x="9283" y="2527"/>
                      <a:pt x="9283" y="2527"/>
                    </a:cubicBezTo>
                    <a:cubicBezTo>
                      <a:pt x="9283" y="2527"/>
                      <a:pt x="9280" y="2522"/>
                      <a:pt x="9273" y="2509"/>
                    </a:cubicBezTo>
                    <a:cubicBezTo>
                      <a:pt x="9271" y="2505"/>
                      <a:pt x="9269" y="2504"/>
                      <a:pt x="9265" y="2504"/>
                    </a:cubicBezTo>
                    <a:cubicBezTo>
                      <a:pt x="9256" y="2504"/>
                      <a:pt x="9236" y="2514"/>
                      <a:pt x="9195" y="2533"/>
                    </a:cubicBezTo>
                    <a:cubicBezTo>
                      <a:pt x="9165" y="2544"/>
                      <a:pt x="9150" y="2550"/>
                      <a:pt x="9150" y="2550"/>
                    </a:cubicBezTo>
                    <a:cubicBezTo>
                      <a:pt x="9154" y="2562"/>
                      <a:pt x="9133" y="2572"/>
                      <a:pt x="9109" y="2578"/>
                    </a:cubicBezTo>
                    <a:cubicBezTo>
                      <a:pt x="9100" y="2580"/>
                      <a:pt x="9090" y="2581"/>
                      <a:pt x="9081" y="2581"/>
                    </a:cubicBezTo>
                    <a:cubicBezTo>
                      <a:pt x="9069" y="2581"/>
                      <a:pt x="9061" y="2579"/>
                      <a:pt x="9060" y="2576"/>
                    </a:cubicBezTo>
                    <a:cubicBezTo>
                      <a:pt x="9050" y="2570"/>
                      <a:pt x="9046" y="2568"/>
                      <a:pt x="9037" y="2568"/>
                    </a:cubicBezTo>
                    <a:cubicBezTo>
                      <a:pt x="9032" y="2568"/>
                      <a:pt x="9025" y="2569"/>
                      <a:pt x="9014" y="2570"/>
                    </a:cubicBezTo>
                    <a:cubicBezTo>
                      <a:pt x="8995" y="2583"/>
                      <a:pt x="8972" y="2590"/>
                      <a:pt x="8948" y="2590"/>
                    </a:cubicBezTo>
                    <a:cubicBezTo>
                      <a:pt x="8945" y="2590"/>
                      <a:pt x="8941" y="2590"/>
                      <a:pt x="8938" y="2589"/>
                    </a:cubicBezTo>
                    <a:cubicBezTo>
                      <a:pt x="8913" y="2587"/>
                      <a:pt x="8895" y="2580"/>
                      <a:pt x="8896" y="2574"/>
                    </a:cubicBezTo>
                    <a:lnTo>
                      <a:pt x="8896" y="2574"/>
                    </a:lnTo>
                    <a:cubicBezTo>
                      <a:pt x="8896" y="2574"/>
                      <a:pt x="8896" y="2574"/>
                      <a:pt x="8895" y="2574"/>
                    </a:cubicBezTo>
                    <a:cubicBezTo>
                      <a:pt x="8891" y="2574"/>
                      <a:pt x="8879" y="2572"/>
                      <a:pt x="8867" y="2570"/>
                    </a:cubicBezTo>
                    <a:cubicBezTo>
                      <a:pt x="8860" y="2576"/>
                      <a:pt x="8849" y="2578"/>
                      <a:pt x="8839" y="2578"/>
                    </a:cubicBezTo>
                    <a:cubicBezTo>
                      <a:pt x="8826" y="2578"/>
                      <a:pt x="8814" y="2575"/>
                      <a:pt x="8806" y="2572"/>
                    </a:cubicBezTo>
                    <a:cubicBezTo>
                      <a:pt x="8780" y="2567"/>
                      <a:pt x="8764" y="2562"/>
                      <a:pt x="8757" y="2562"/>
                    </a:cubicBezTo>
                    <a:cubicBezTo>
                      <a:pt x="8753" y="2562"/>
                      <a:pt x="8753" y="2565"/>
                      <a:pt x="8758" y="2572"/>
                    </a:cubicBezTo>
                    <a:cubicBezTo>
                      <a:pt x="8755" y="2583"/>
                      <a:pt x="8752" y="2593"/>
                      <a:pt x="8742" y="2593"/>
                    </a:cubicBezTo>
                    <a:cubicBezTo>
                      <a:pt x="8740" y="2593"/>
                      <a:pt x="8738" y="2592"/>
                      <a:pt x="8735" y="2591"/>
                    </a:cubicBezTo>
                    <a:lnTo>
                      <a:pt x="8738" y="2580"/>
                    </a:lnTo>
                    <a:cubicBezTo>
                      <a:pt x="8743" y="2568"/>
                      <a:pt x="8697" y="2554"/>
                      <a:pt x="8640" y="2525"/>
                    </a:cubicBezTo>
                    <a:cubicBezTo>
                      <a:pt x="8568" y="2488"/>
                      <a:pt x="8541" y="2466"/>
                      <a:pt x="8535" y="2447"/>
                    </a:cubicBezTo>
                    <a:lnTo>
                      <a:pt x="8514" y="2448"/>
                    </a:lnTo>
                    <a:cubicBezTo>
                      <a:pt x="8493" y="2448"/>
                      <a:pt x="8480" y="2437"/>
                      <a:pt x="8487" y="2428"/>
                    </a:cubicBezTo>
                    <a:cubicBezTo>
                      <a:pt x="8482" y="2408"/>
                      <a:pt x="8431" y="2365"/>
                      <a:pt x="8399" y="2349"/>
                    </a:cubicBezTo>
                    <a:lnTo>
                      <a:pt x="8374" y="2325"/>
                    </a:lnTo>
                    <a:cubicBezTo>
                      <a:pt x="8381" y="2297"/>
                      <a:pt x="8350" y="2262"/>
                      <a:pt x="8321" y="2262"/>
                    </a:cubicBezTo>
                    <a:cubicBezTo>
                      <a:pt x="8320" y="2262"/>
                      <a:pt x="8318" y="2262"/>
                      <a:pt x="8317" y="2262"/>
                    </a:cubicBezTo>
                    <a:cubicBezTo>
                      <a:pt x="8327" y="2253"/>
                      <a:pt x="8316" y="2240"/>
                      <a:pt x="8306" y="2227"/>
                    </a:cubicBezTo>
                    <a:cubicBezTo>
                      <a:pt x="8273" y="2208"/>
                      <a:pt x="8233" y="2151"/>
                      <a:pt x="8244" y="2144"/>
                    </a:cubicBezTo>
                    <a:lnTo>
                      <a:pt x="8235" y="2130"/>
                    </a:lnTo>
                    <a:cubicBezTo>
                      <a:pt x="8217" y="2123"/>
                      <a:pt x="8204" y="2110"/>
                      <a:pt x="8196" y="2093"/>
                    </a:cubicBezTo>
                    <a:cubicBezTo>
                      <a:pt x="8188" y="2076"/>
                      <a:pt x="8175" y="2063"/>
                      <a:pt x="8159" y="2054"/>
                    </a:cubicBezTo>
                    <a:cubicBezTo>
                      <a:pt x="8147" y="2048"/>
                      <a:pt x="8138" y="2039"/>
                      <a:pt x="8131" y="2029"/>
                    </a:cubicBezTo>
                    <a:cubicBezTo>
                      <a:pt x="8128" y="2022"/>
                      <a:pt x="8129" y="2020"/>
                      <a:pt x="8132" y="2020"/>
                    </a:cubicBezTo>
                    <a:cubicBezTo>
                      <a:pt x="8138" y="2020"/>
                      <a:pt x="8150" y="2026"/>
                      <a:pt x="8161" y="2032"/>
                    </a:cubicBezTo>
                    <a:cubicBezTo>
                      <a:pt x="8167" y="2037"/>
                      <a:pt x="8170" y="2039"/>
                      <a:pt x="8172" y="2039"/>
                    </a:cubicBezTo>
                    <a:cubicBezTo>
                      <a:pt x="8178" y="2039"/>
                      <a:pt x="8154" y="2005"/>
                      <a:pt x="8117" y="1974"/>
                    </a:cubicBezTo>
                    <a:cubicBezTo>
                      <a:pt x="8090" y="1953"/>
                      <a:pt x="8078" y="1944"/>
                      <a:pt x="8080" y="1944"/>
                    </a:cubicBezTo>
                    <a:lnTo>
                      <a:pt x="8080" y="1944"/>
                    </a:lnTo>
                    <a:cubicBezTo>
                      <a:pt x="8082" y="1944"/>
                      <a:pt x="8092" y="1949"/>
                      <a:pt x="8109" y="1958"/>
                    </a:cubicBezTo>
                    <a:cubicBezTo>
                      <a:pt x="8119" y="1964"/>
                      <a:pt x="8129" y="1970"/>
                      <a:pt x="8133" y="1970"/>
                    </a:cubicBezTo>
                    <a:cubicBezTo>
                      <a:pt x="8136" y="1970"/>
                      <a:pt x="8133" y="1965"/>
                      <a:pt x="8120" y="1953"/>
                    </a:cubicBezTo>
                    <a:cubicBezTo>
                      <a:pt x="8120" y="1953"/>
                      <a:pt x="8107" y="1925"/>
                      <a:pt x="8096" y="1925"/>
                    </a:cubicBezTo>
                    <a:cubicBezTo>
                      <a:pt x="8095" y="1925"/>
                      <a:pt x="8094" y="1925"/>
                      <a:pt x="8093" y="1926"/>
                    </a:cubicBezTo>
                    <a:lnTo>
                      <a:pt x="8071" y="1875"/>
                    </a:lnTo>
                    <a:cubicBezTo>
                      <a:pt x="8069" y="1851"/>
                      <a:pt x="8063" y="1826"/>
                      <a:pt x="8053" y="1804"/>
                    </a:cubicBezTo>
                    <a:cubicBezTo>
                      <a:pt x="8034" y="1791"/>
                      <a:pt x="8034" y="1791"/>
                      <a:pt x="8039" y="1769"/>
                    </a:cubicBezTo>
                    <a:cubicBezTo>
                      <a:pt x="8048" y="1765"/>
                      <a:pt x="8046" y="1754"/>
                      <a:pt x="8033" y="1754"/>
                    </a:cubicBezTo>
                    <a:cubicBezTo>
                      <a:pt x="8029" y="1754"/>
                      <a:pt x="8025" y="1755"/>
                      <a:pt x="8020" y="1757"/>
                    </a:cubicBezTo>
                    <a:cubicBezTo>
                      <a:pt x="8002" y="1745"/>
                      <a:pt x="7994" y="1724"/>
                      <a:pt x="8000" y="1704"/>
                    </a:cubicBezTo>
                    <a:cubicBezTo>
                      <a:pt x="8021" y="1696"/>
                      <a:pt x="8018" y="1682"/>
                      <a:pt x="8008" y="1682"/>
                    </a:cubicBezTo>
                    <a:lnTo>
                      <a:pt x="8008" y="1682"/>
                    </a:lnTo>
                    <a:cubicBezTo>
                      <a:pt x="8007" y="1682"/>
                      <a:pt x="8006" y="1682"/>
                      <a:pt x="8004" y="1683"/>
                    </a:cubicBezTo>
                    <a:cubicBezTo>
                      <a:pt x="7994" y="1675"/>
                      <a:pt x="7985" y="1664"/>
                      <a:pt x="7980" y="1651"/>
                    </a:cubicBezTo>
                    <a:cubicBezTo>
                      <a:pt x="7991" y="1648"/>
                      <a:pt x="7935" y="1489"/>
                      <a:pt x="7878" y="1321"/>
                    </a:cubicBezTo>
                    <a:cubicBezTo>
                      <a:pt x="7873" y="1305"/>
                      <a:pt x="7858" y="1292"/>
                      <a:pt x="7846" y="1292"/>
                    </a:cubicBezTo>
                    <a:cubicBezTo>
                      <a:pt x="7845" y="1292"/>
                      <a:pt x="7843" y="1292"/>
                      <a:pt x="7842" y="1293"/>
                    </a:cubicBezTo>
                    <a:cubicBezTo>
                      <a:pt x="7835" y="1295"/>
                      <a:pt x="7831" y="1296"/>
                      <a:pt x="7829" y="1296"/>
                    </a:cubicBezTo>
                    <a:cubicBezTo>
                      <a:pt x="7824" y="1296"/>
                      <a:pt x="7831" y="1289"/>
                      <a:pt x="7835" y="1274"/>
                    </a:cubicBezTo>
                    <a:cubicBezTo>
                      <a:pt x="7857" y="1251"/>
                      <a:pt x="7855" y="1225"/>
                      <a:pt x="7841" y="1225"/>
                    </a:cubicBezTo>
                    <a:cubicBezTo>
                      <a:pt x="7836" y="1225"/>
                      <a:pt x="7830" y="1228"/>
                      <a:pt x="7822" y="1237"/>
                    </a:cubicBezTo>
                    <a:cubicBezTo>
                      <a:pt x="7815" y="1248"/>
                      <a:pt x="7810" y="1255"/>
                      <a:pt x="7809" y="1255"/>
                    </a:cubicBezTo>
                    <a:cubicBezTo>
                      <a:pt x="7807" y="1255"/>
                      <a:pt x="7809" y="1244"/>
                      <a:pt x="7815" y="1218"/>
                    </a:cubicBezTo>
                    <a:cubicBezTo>
                      <a:pt x="7821" y="1195"/>
                      <a:pt x="7821" y="1195"/>
                      <a:pt x="7802" y="1181"/>
                    </a:cubicBezTo>
                    <a:cubicBezTo>
                      <a:pt x="7800" y="1181"/>
                      <a:pt x="7799" y="1181"/>
                      <a:pt x="7798" y="1181"/>
                    </a:cubicBezTo>
                    <a:cubicBezTo>
                      <a:pt x="7788" y="1181"/>
                      <a:pt x="7784" y="1167"/>
                      <a:pt x="7795" y="1162"/>
                    </a:cubicBezTo>
                    <a:cubicBezTo>
                      <a:pt x="7799" y="1141"/>
                      <a:pt x="7804" y="1120"/>
                      <a:pt x="7795" y="1120"/>
                    </a:cubicBezTo>
                    <a:lnTo>
                      <a:pt x="7795" y="1120"/>
                    </a:lnTo>
                    <a:cubicBezTo>
                      <a:pt x="7795" y="1120"/>
                      <a:pt x="7794" y="1120"/>
                      <a:pt x="7793" y="1120"/>
                    </a:cubicBezTo>
                    <a:cubicBezTo>
                      <a:pt x="7788" y="1107"/>
                      <a:pt x="7787" y="1092"/>
                      <a:pt x="7789" y="1079"/>
                    </a:cubicBezTo>
                    <a:cubicBezTo>
                      <a:pt x="7794" y="1055"/>
                      <a:pt x="7775" y="1040"/>
                      <a:pt x="7756" y="1027"/>
                    </a:cubicBezTo>
                    <a:cubicBezTo>
                      <a:pt x="7717" y="988"/>
                      <a:pt x="7705" y="968"/>
                      <a:pt x="7720" y="968"/>
                    </a:cubicBezTo>
                    <a:cubicBezTo>
                      <a:pt x="7723" y="968"/>
                      <a:pt x="7727" y="968"/>
                      <a:pt x="7732" y="970"/>
                    </a:cubicBezTo>
                    <a:cubicBezTo>
                      <a:pt x="7734" y="970"/>
                      <a:pt x="7735" y="971"/>
                      <a:pt x="7736" y="971"/>
                    </a:cubicBezTo>
                    <a:cubicBezTo>
                      <a:pt x="7758" y="971"/>
                      <a:pt x="7709" y="889"/>
                      <a:pt x="7678" y="881"/>
                    </a:cubicBezTo>
                    <a:cubicBezTo>
                      <a:pt x="7646" y="874"/>
                      <a:pt x="7647" y="875"/>
                      <a:pt x="7658" y="869"/>
                    </a:cubicBezTo>
                    <a:cubicBezTo>
                      <a:pt x="7669" y="863"/>
                      <a:pt x="7660" y="844"/>
                      <a:pt x="7660" y="844"/>
                    </a:cubicBezTo>
                    <a:cubicBezTo>
                      <a:pt x="7650" y="826"/>
                      <a:pt x="7641" y="809"/>
                      <a:pt x="7653" y="803"/>
                    </a:cubicBezTo>
                    <a:cubicBezTo>
                      <a:pt x="7641" y="784"/>
                      <a:pt x="7628" y="767"/>
                      <a:pt x="7612" y="754"/>
                    </a:cubicBezTo>
                    <a:cubicBezTo>
                      <a:pt x="7570" y="729"/>
                      <a:pt x="7548" y="671"/>
                      <a:pt x="7558" y="639"/>
                    </a:cubicBezTo>
                    <a:lnTo>
                      <a:pt x="7525" y="611"/>
                    </a:lnTo>
                    <a:cubicBezTo>
                      <a:pt x="7492" y="608"/>
                      <a:pt x="7471" y="598"/>
                      <a:pt x="7491" y="583"/>
                    </a:cubicBezTo>
                    <a:cubicBezTo>
                      <a:pt x="7495" y="581"/>
                      <a:pt x="7498" y="578"/>
                      <a:pt x="7501" y="577"/>
                    </a:cubicBezTo>
                    <a:lnTo>
                      <a:pt x="7501" y="577"/>
                    </a:lnTo>
                    <a:cubicBezTo>
                      <a:pt x="7501" y="577"/>
                      <a:pt x="7501" y="577"/>
                      <a:pt x="7501" y="577"/>
                    </a:cubicBezTo>
                    <a:cubicBezTo>
                      <a:pt x="7505" y="574"/>
                      <a:pt x="7506" y="573"/>
                      <a:pt x="7506" y="573"/>
                    </a:cubicBezTo>
                    <a:lnTo>
                      <a:pt x="7506" y="573"/>
                    </a:lnTo>
                    <a:cubicBezTo>
                      <a:pt x="7506" y="573"/>
                      <a:pt x="7504" y="575"/>
                      <a:pt x="7501" y="577"/>
                    </a:cubicBezTo>
                    <a:lnTo>
                      <a:pt x="7501" y="577"/>
                    </a:lnTo>
                    <a:cubicBezTo>
                      <a:pt x="7469" y="573"/>
                      <a:pt x="7430" y="499"/>
                      <a:pt x="7449" y="484"/>
                    </a:cubicBezTo>
                    <a:cubicBezTo>
                      <a:pt x="7458" y="477"/>
                      <a:pt x="7458" y="477"/>
                      <a:pt x="7444" y="460"/>
                    </a:cubicBezTo>
                    <a:lnTo>
                      <a:pt x="7435" y="468"/>
                    </a:lnTo>
                    <a:cubicBezTo>
                      <a:pt x="7429" y="472"/>
                      <a:pt x="7424" y="477"/>
                      <a:pt x="7418" y="477"/>
                    </a:cubicBezTo>
                    <a:cubicBezTo>
                      <a:pt x="7413" y="477"/>
                      <a:pt x="7407" y="474"/>
                      <a:pt x="7402" y="467"/>
                    </a:cubicBezTo>
                    <a:cubicBezTo>
                      <a:pt x="7389" y="450"/>
                      <a:pt x="7374" y="435"/>
                      <a:pt x="7384" y="426"/>
                    </a:cubicBezTo>
                    <a:cubicBezTo>
                      <a:pt x="7380" y="406"/>
                      <a:pt x="7375" y="384"/>
                      <a:pt x="7368" y="384"/>
                    </a:cubicBezTo>
                    <a:cubicBezTo>
                      <a:pt x="7367" y="384"/>
                      <a:pt x="7366" y="385"/>
                      <a:pt x="7365" y="386"/>
                    </a:cubicBezTo>
                    <a:cubicBezTo>
                      <a:pt x="7354" y="375"/>
                      <a:pt x="7347" y="361"/>
                      <a:pt x="7342" y="346"/>
                    </a:cubicBezTo>
                    <a:cubicBezTo>
                      <a:pt x="7326" y="331"/>
                      <a:pt x="7312" y="314"/>
                      <a:pt x="7278" y="285"/>
                    </a:cubicBezTo>
                    <a:cubicBezTo>
                      <a:pt x="7254" y="280"/>
                      <a:pt x="7220" y="252"/>
                      <a:pt x="7228" y="243"/>
                    </a:cubicBezTo>
                    <a:cubicBezTo>
                      <a:pt x="7228" y="243"/>
                      <a:pt x="7192" y="215"/>
                      <a:pt x="7166" y="211"/>
                    </a:cubicBezTo>
                    <a:cubicBezTo>
                      <a:pt x="7129" y="187"/>
                      <a:pt x="7110" y="174"/>
                      <a:pt x="7117" y="164"/>
                    </a:cubicBezTo>
                    <a:cubicBezTo>
                      <a:pt x="7124" y="153"/>
                      <a:pt x="7125" y="153"/>
                      <a:pt x="7098" y="152"/>
                    </a:cubicBezTo>
                    <a:cubicBezTo>
                      <a:pt x="7096" y="155"/>
                      <a:pt x="7093" y="156"/>
                      <a:pt x="7090" y="156"/>
                    </a:cubicBezTo>
                    <a:cubicBezTo>
                      <a:pt x="7081" y="156"/>
                      <a:pt x="7067" y="148"/>
                      <a:pt x="7052" y="139"/>
                    </a:cubicBezTo>
                    <a:cubicBezTo>
                      <a:pt x="7033" y="128"/>
                      <a:pt x="7012" y="119"/>
                      <a:pt x="7012" y="119"/>
                    </a:cubicBezTo>
                    <a:cubicBezTo>
                      <a:pt x="7009" y="125"/>
                      <a:pt x="7007" y="128"/>
                      <a:pt x="7004" y="128"/>
                    </a:cubicBezTo>
                    <a:cubicBezTo>
                      <a:pt x="7001" y="128"/>
                      <a:pt x="6996" y="125"/>
                      <a:pt x="6986" y="120"/>
                    </a:cubicBezTo>
                    <a:cubicBezTo>
                      <a:pt x="6953" y="100"/>
                      <a:pt x="6920" y="82"/>
                      <a:pt x="6886" y="66"/>
                    </a:cubicBezTo>
                    <a:cubicBezTo>
                      <a:pt x="6854" y="56"/>
                      <a:pt x="6837" y="51"/>
                      <a:pt x="6831" y="51"/>
                    </a:cubicBezTo>
                    <a:cubicBezTo>
                      <a:pt x="6824" y="51"/>
                      <a:pt x="6829" y="56"/>
                      <a:pt x="6838" y="64"/>
                    </a:cubicBezTo>
                    <a:cubicBezTo>
                      <a:pt x="6850" y="68"/>
                      <a:pt x="6855" y="73"/>
                      <a:pt x="6850" y="73"/>
                    </a:cubicBezTo>
                    <a:cubicBezTo>
                      <a:pt x="6845" y="73"/>
                      <a:pt x="6835" y="69"/>
                      <a:pt x="6817" y="59"/>
                    </a:cubicBezTo>
                    <a:cubicBezTo>
                      <a:pt x="6805" y="55"/>
                      <a:pt x="6784" y="46"/>
                      <a:pt x="6757" y="36"/>
                    </a:cubicBezTo>
                    <a:cubicBezTo>
                      <a:pt x="6727" y="27"/>
                      <a:pt x="6694" y="20"/>
                      <a:pt x="6663" y="16"/>
                    </a:cubicBezTo>
                    <a:cubicBezTo>
                      <a:pt x="6645" y="12"/>
                      <a:pt x="6626" y="11"/>
                      <a:pt x="6608" y="11"/>
                    </a:cubicBezTo>
                    <a:cubicBezTo>
                      <a:pt x="6599" y="11"/>
                      <a:pt x="6591" y="11"/>
                      <a:pt x="6582" y="12"/>
                    </a:cubicBezTo>
                    <a:cubicBezTo>
                      <a:pt x="6571" y="13"/>
                      <a:pt x="6571" y="16"/>
                      <a:pt x="6571" y="22"/>
                    </a:cubicBezTo>
                    <a:cubicBezTo>
                      <a:pt x="6582" y="35"/>
                      <a:pt x="6582" y="41"/>
                      <a:pt x="6576" y="41"/>
                    </a:cubicBezTo>
                    <a:cubicBezTo>
                      <a:pt x="6570" y="41"/>
                      <a:pt x="6559" y="35"/>
                      <a:pt x="6549" y="22"/>
                    </a:cubicBezTo>
                    <a:cubicBezTo>
                      <a:pt x="6523" y="7"/>
                      <a:pt x="6505" y="1"/>
                      <a:pt x="6493" y="1"/>
                    </a:cubicBezTo>
                    <a:close/>
                    <a:moveTo>
                      <a:pt x="3163" y="3306"/>
                    </a:moveTo>
                    <a:cubicBezTo>
                      <a:pt x="3163" y="3306"/>
                      <a:pt x="3138" y="3311"/>
                      <a:pt x="3134" y="3323"/>
                    </a:cubicBezTo>
                    <a:cubicBezTo>
                      <a:pt x="3132" y="3330"/>
                      <a:pt x="3139" y="3336"/>
                      <a:pt x="3150" y="3336"/>
                    </a:cubicBezTo>
                    <a:cubicBezTo>
                      <a:pt x="3159" y="3336"/>
                      <a:pt x="3171" y="3332"/>
                      <a:pt x="3183" y="3323"/>
                    </a:cubicBezTo>
                    <a:cubicBezTo>
                      <a:pt x="3187" y="3311"/>
                      <a:pt x="3187" y="3312"/>
                      <a:pt x="3163" y="3306"/>
                    </a:cubicBezTo>
                    <a:close/>
                  </a:path>
                </a:pathLst>
              </a:custGeom>
              <a:solidFill>
                <a:srgbClr val="D78D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1" name="Google Shape;9061;p33"/>
              <p:cNvSpPr/>
              <p:nvPr/>
            </p:nvSpPr>
            <p:spPr>
              <a:xfrm rot="1799964">
                <a:off x="8542880" y="2824375"/>
                <a:ext cx="513682" cy="182384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2038" extrusionOk="0">
                    <a:moveTo>
                      <a:pt x="5692" y="170"/>
                    </a:moveTo>
                    <a:cubicBezTo>
                      <a:pt x="5701" y="170"/>
                      <a:pt x="5689" y="186"/>
                      <a:pt x="5668" y="198"/>
                    </a:cubicBezTo>
                    <a:cubicBezTo>
                      <a:pt x="5659" y="207"/>
                      <a:pt x="5654" y="211"/>
                      <a:pt x="5653" y="211"/>
                    </a:cubicBezTo>
                    <a:cubicBezTo>
                      <a:pt x="5651" y="211"/>
                      <a:pt x="5654" y="206"/>
                      <a:pt x="5660" y="194"/>
                    </a:cubicBezTo>
                    <a:cubicBezTo>
                      <a:pt x="5664" y="184"/>
                      <a:pt x="5668" y="174"/>
                      <a:pt x="5675" y="174"/>
                    </a:cubicBezTo>
                    <a:cubicBezTo>
                      <a:pt x="5676" y="174"/>
                      <a:pt x="5677" y="174"/>
                      <a:pt x="5678" y="175"/>
                    </a:cubicBezTo>
                    <a:cubicBezTo>
                      <a:pt x="5685" y="172"/>
                      <a:pt x="5689" y="170"/>
                      <a:pt x="5692" y="170"/>
                    </a:cubicBezTo>
                    <a:close/>
                    <a:moveTo>
                      <a:pt x="4389" y="178"/>
                    </a:moveTo>
                    <a:cubicBezTo>
                      <a:pt x="4391" y="178"/>
                      <a:pt x="4392" y="180"/>
                      <a:pt x="4396" y="187"/>
                    </a:cubicBezTo>
                    <a:cubicBezTo>
                      <a:pt x="4401" y="199"/>
                      <a:pt x="4397" y="211"/>
                      <a:pt x="4388" y="219"/>
                    </a:cubicBezTo>
                    <a:cubicBezTo>
                      <a:pt x="4388" y="219"/>
                      <a:pt x="4387" y="219"/>
                      <a:pt x="4387" y="219"/>
                    </a:cubicBezTo>
                    <a:cubicBezTo>
                      <a:pt x="4379" y="219"/>
                      <a:pt x="4371" y="198"/>
                      <a:pt x="4383" y="180"/>
                    </a:cubicBezTo>
                    <a:cubicBezTo>
                      <a:pt x="4385" y="178"/>
                      <a:pt x="4387" y="178"/>
                      <a:pt x="4389" y="178"/>
                    </a:cubicBezTo>
                    <a:close/>
                    <a:moveTo>
                      <a:pt x="4128" y="363"/>
                    </a:moveTo>
                    <a:cubicBezTo>
                      <a:pt x="4129" y="363"/>
                      <a:pt x="4130" y="364"/>
                      <a:pt x="4132" y="367"/>
                    </a:cubicBezTo>
                    <a:cubicBezTo>
                      <a:pt x="4136" y="375"/>
                      <a:pt x="4138" y="384"/>
                      <a:pt x="4138" y="393"/>
                    </a:cubicBezTo>
                    <a:cubicBezTo>
                      <a:pt x="4138" y="393"/>
                      <a:pt x="4138" y="402"/>
                      <a:pt x="4134" y="402"/>
                    </a:cubicBezTo>
                    <a:cubicBezTo>
                      <a:pt x="4133" y="402"/>
                      <a:pt x="4132" y="401"/>
                      <a:pt x="4130" y="398"/>
                    </a:cubicBezTo>
                    <a:lnTo>
                      <a:pt x="4124" y="387"/>
                    </a:lnTo>
                    <a:cubicBezTo>
                      <a:pt x="4124" y="375"/>
                      <a:pt x="4124" y="363"/>
                      <a:pt x="4128" y="363"/>
                    </a:cubicBezTo>
                    <a:close/>
                    <a:moveTo>
                      <a:pt x="1081" y="411"/>
                    </a:moveTo>
                    <a:cubicBezTo>
                      <a:pt x="1083" y="411"/>
                      <a:pt x="1086" y="411"/>
                      <a:pt x="1088" y="412"/>
                    </a:cubicBezTo>
                    <a:lnTo>
                      <a:pt x="1088" y="424"/>
                    </a:lnTo>
                    <a:lnTo>
                      <a:pt x="1078" y="436"/>
                    </a:lnTo>
                    <a:lnTo>
                      <a:pt x="1069" y="423"/>
                    </a:lnTo>
                    <a:cubicBezTo>
                      <a:pt x="1069" y="413"/>
                      <a:pt x="1074" y="411"/>
                      <a:pt x="1081" y="411"/>
                    </a:cubicBezTo>
                    <a:close/>
                    <a:moveTo>
                      <a:pt x="1355" y="433"/>
                    </a:moveTo>
                    <a:lnTo>
                      <a:pt x="1355" y="433"/>
                    </a:lnTo>
                    <a:cubicBezTo>
                      <a:pt x="1359" y="433"/>
                      <a:pt x="1355" y="438"/>
                      <a:pt x="1345" y="452"/>
                    </a:cubicBezTo>
                    <a:lnTo>
                      <a:pt x="1320" y="472"/>
                    </a:lnTo>
                    <a:cubicBezTo>
                      <a:pt x="1311" y="470"/>
                      <a:pt x="1323" y="460"/>
                      <a:pt x="1339" y="437"/>
                    </a:cubicBezTo>
                    <a:cubicBezTo>
                      <a:pt x="1347" y="435"/>
                      <a:pt x="1352" y="433"/>
                      <a:pt x="1355" y="433"/>
                    </a:cubicBezTo>
                    <a:close/>
                    <a:moveTo>
                      <a:pt x="1551" y="462"/>
                    </a:moveTo>
                    <a:cubicBezTo>
                      <a:pt x="1546" y="473"/>
                      <a:pt x="1541" y="484"/>
                      <a:pt x="1541" y="484"/>
                    </a:cubicBezTo>
                    <a:cubicBezTo>
                      <a:pt x="1542" y="481"/>
                      <a:pt x="1544" y="477"/>
                      <a:pt x="1546" y="473"/>
                    </a:cubicBezTo>
                    <a:lnTo>
                      <a:pt x="1551" y="462"/>
                    </a:lnTo>
                    <a:close/>
                    <a:moveTo>
                      <a:pt x="1133" y="434"/>
                    </a:moveTo>
                    <a:cubicBezTo>
                      <a:pt x="1134" y="434"/>
                      <a:pt x="1134" y="441"/>
                      <a:pt x="1133" y="452"/>
                    </a:cubicBezTo>
                    <a:cubicBezTo>
                      <a:pt x="1134" y="467"/>
                      <a:pt x="1126" y="481"/>
                      <a:pt x="1113" y="488"/>
                    </a:cubicBezTo>
                    <a:lnTo>
                      <a:pt x="1093" y="487"/>
                    </a:lnTo>
                    <a:cubicBezTo>
                      <a:pt x="1093" y="487"/>
                      <a:pt x="1104" y="476"/>
                      <a:pt x="1114" y="463"/>
                    </a:cubicBezTo>
                    <a:cubicBezTo>
                      <a:pt x="1125" y="443"/>
                      <a:pt x="1130" y="434"/>
                      <a:pt x="1133" y="434"/>
                    </a:cubicBezTo>
                    <a:close/>
                    <a:moveTo>
                      <a:pt x="1397" y="508"/>
                    </a:moveTo>
                    <a:lnTo>
                      <a:pt x="1406" y="511"/>
                    </a:lnTo>
                    <a:cubicBezTo>
                      <a:pt x="1402" y="521"/>
                      <a:pt x="1399" y="532"/>
                      <a:pt x="1392" y="532"/>
                    </a:cubicBezTo>
                    <a:cubicBezTo>
                      <a:pt x="1391" y="532"/>
                      <a:pt x="1390" y="532"/>
                      <a:pt x="1389" y="532"/>
                    </a:cubicBezTo>
                    <a:lnTo>
                      <a:pt x="1380" y="529"/>
                    </a:lnTo>
                    <a:cubicBezTo>
                      <a:pt x="1384" y="520"/>
                      <a:pt x="1389" y="514"/>
                      <a:pt x="1397" y="508"/>
                    </a:cubicBezTo>
                    <a:close/>
                    <a:moveTo>
                      <a:pt x="657" y="546"/>
                    </a:moveTo>
                    <a:lnTo>
                      <a:pt x="657" y="546"/>
                    </a:lnTo>
                    <a:cubicBezTo>
                      <a:pt x="664" y="546"/>
                      <a:pt x="666" y="556"/>
                      <a:pt x="655" y="572"/>
                    </a:cubicBezTo>
                    <a:cubicBezTo>
                      <a:pt x="646" y="575"/>
                      <a:pt x="638" y="579"/>
                      <a:pt x="638" y="579"/>
                    </a:cubicBezTo>
                    <a:cubicBezTo>
                      <a:pt x="636" y="565"/>
                      <a:pt x="642" y="552"/>
                      <a:pt x="654" y="546"/>
                    </a:cubicBezTo>
                    <a:cubicBezTo>
                      <a:pt x="655" y="546"/>
                      <a:pt x="656" y="546"/>
                      <a:pt x="657" y="546"/>
                    </a:cubicBezTo>
                    <a:close/>
                    <a:moveTo>
                      <a:pt x="725" y="548"/>
                    </a:moveTo>
                    <a:cubicBezTo>
                      <a:pt x="722" y="548"/>
                      <a:pt x="718" y="550"/>
                      <a:pt x="715" y="551"/>
                    </a:cubicBezTo>
                    <a:cubicBezTo>
                      <a:pt x="711" y="549"/>
                      <a:pt x="708" y="549"/>
                      <a:pt x="705" y="549"/>
                    </a:cubicBezTo>
                    <a:cubicBezTo>
                      <a:pt x="692" y="549"/>
                      <a:pt x="690" y="562"/>
                      <a:pt x="693" y="572"/>
                    </a:cubicBezTo>
                    <a:cubicBezTo>
                      <a:pt x="696" y="577"/>
                      <a:pt x="699" y="579"/>
                      <a:pt x="703" y="579"/>
                    </a:cubicBezTo>
                    <a:cubicBezTo>
                      <a:pt x="708" y="579"/>
                      <a:pt x="714" y="577"/>
                      <a:pt x="723" y="574"/>
                    </a:cubicBezTo>
                    <a:cubicBezTo>
                      <a:pt x="730" y="572"/>
                      <a:pt x="735" y="557"/>
                      <a:pt x="735" y="557"/>
                    </a:cubicBezTo>
                    <a:cubicBezTo>
                      <a:pt x="733" y="550"/>
                      <a:pt x="729" y="548"/>
                      <a:pt x="725" y="548"/>
                    </a:cubicBezTo>
                    <a:close/>
                    <a:moveTo>
                      <a:pt x="1657" y="585"/>
                    </a:moveTo>
                    <a:lnTo>
                      <a:pt x="1657" y="585"/>
                    </a:lnTo>
                    <a:cubicBezTo>
                      <a:pt x="1666" y="585"/>
                      <a:pt x="1664" y="599"/>
                      <a:pt x="1646" y="613"/>
                    </a:cubicBezTo>
                    <a:lnTo>
                      <a:pt x="1630" y="603"/>
                    </a:lnTo>
                    <a:cubicBezTo>
                      <a:pt x="1636" y="594"/>
                      <a:pt x="1641" y="585"/>
                      <a:pt x="1648" y="585"/>
                    </a:cubicBezTo>
                    <a:cubicBezTo>
                      <a:pt x="1649" y="585"/>
                      <a:pt x="1650" y="586"/>
                      <a:pt x="1652" y="586"/>
                    </a:cubicBezTo>
                    <a:cubicBezTo>
                      <a:pt x="1654" y="586"/>
                      <a:pt x="1655" y="585"/>
                      <a:pt x="1657" y="585"/>
                    </a:cubicBezTo>
                    <a:close/>
                    <a:moveTo>
                      <a:pt x="3846" y="605"/>
                    </a:moveTo>
                    <a:cubicBezTo>
                      <a:pt x="3851" y="605"/>
                      <a:pt x="3856" y="610"/>
                      <a:pt x="3856" y="610"/>
                    </a:cubicBezTo>
                    <a:cubicBezTo>
                      <a:pt x="3856" y="610"/>
                      <a:pt x="3865" y="619"/>
                      <a:pt x="3858" y="626"/>
                    </a:cubicBezTo>
                    <a:cubicBezTo>
                      <a:pt x="3849" y="623"/>
                      <a:pt x="3840" y="620"/>
                      <a:pt x="3833" y="614"/>
                    </a:cubicBezTo>
                    <a:lnTo>
                      <a:pt x="3840" y="608"/>
                    </a:lnTo>
                    <a:cubicBezTo>
                      <a:pt x="3842" y="606"/>
                      <a:pt x="3844" y="605"/>
                      <a:pt x="3846" y="605"/>
                    </a:cubicBezTo>
                    <a:close/>
                    <a:moveTo>
                      <a:pt x="1545" y="618"/>
                    </a:moveTo>
                    <a:cubicBezTo>
                      <a:pt x="1549" y="618"/>
                      <a:pt x="1554" y="618"/>
                      <a:pt x="1557" y="620"/>
                    </a:cubicBezTo>
                    <a:lnTo>
                      <a:pt x="1552" y="631"/>
                    </a:lnTo>
                    <a:cubicBezTo>
                      <a:pt x="1544" y="627"/>
                      <a:pt x="1531" y="634"/>
                      <a:pt x="1536" y="622"/>
                    </a:cubicBezTo>
                    <a:cubicBezTo>
                      <a:pt x="1531" y="620"/>
                      <a:pt x="1538" y="618"/>
                      <a:pt x="1545" y="618"/>
                    </a:cubicBezTo>
                    <a:close/>
                    <a:moveTo>
                      <a:pt x="1715" y="629"/>
                    </a:moveTo>
                    <a:lnTo>
                      <a:pt x="1723" y="635"/>
                    </a:lnTo>
                    <a:cubicBezTo>
                      <a:pt x="1731" y="640"/>
                      <a:pt x="1731" y="640"/>
                      <a:pt x="1723" y="650"/>
                    </a:cubicBezTo>
                    <a:lnTo>
                      <a:pt x="1715" y="645"/>
                    </a:lnTo>
                    <a:lnTo>
                      <a:pt x="1715" y="629"/>
                    </a:lnTo>
                    <a:close/>
                    <a:moveTo>
                      <a:pt x="1823" y="665"/>
                    </a:moveTo>
                    <a:cubicBezTo>
                      <a:pt x="1817" y="673"/>
                      <a:pt x="1815" y="682"/>
                      <a:pt x="1814" y="691"/>
                    </a:cubicBezTo>
                    <a:cubicBezTo>
                      <a:pt x="1816" y="692"/>
                      <a:pt x="1818" y="693"/>
                      <a:pt x="1820" y="693"/>
                    </a:cubicBezTo>
                    <a:cubicBezTo>
                      <a:pt x="1825" y="693"/>
                      <a:pt x="1830" y="687"/>
                      <a:pt x="1830" y="687"/>
                    </a:cubicBezTo>
                    <a:cubicBezTo>
                      <a:pt x="1830" y="687"/>
                      <a:pt x="1839" y="677"/>
                      <a:pt x="1831" y="672"/>
                    </a:cubicBezTo>
                    <a:lnTo>
                      <a:pt x="1823" y="665"/>
                    </a:lnTo>
                    <a:close/>
                    <a:moveTo>
                      <a:pt x="3804" y="689"/>
                    </a:moveTo>
                    <a:cubicBezTo>
                      <a:pt x="3806" y="689"/>
                      <a:pt x="3809" y="691"/>
                      <a:pt x="3813" y="695"/>
                    </a:cubicBezTo>
                    <a:lnTo>
                      <a:pt x="3808" y="702"/>
                    </a:lnTo>
                    <a:lnTo>
                      <a:pt x="3792" y="701"/>
                    </a:lnTo>
                    <a:lnTo>
                      <a:pt x="3798" y="694"/>
                    </a:lnTo>
                    <a:cubicBezTo>
                      <a:pt x="3801" y="691"/>
                      <a:pt x="3803" y="689"/>
                      <a:pt x="3804" y="689"/>
                    </a:cubicBezTo>
                    <a:close/>
                    <a:moveTo>
                      <a:pt x="3800" y="723"/>
                    </a:moveTo>
                    <a:lnTo>
                      <a:pt x="3800" y="723"/>
                    </a:lnTo>
                    <a:cubicBezTo>
                      <a:pt x="3799" y="723"/>
                      <a:pt x="3798" y="725"/>
                      <a:pt x="3800" y="731"/>
                    </a:cubicBezTo>
                    <a:cubicBezTo>
                      <a:pt x="3804" y="727"/>
                      <a:pt x="3802" y="723"/>
                      <a:pt x="3800" y="723"/>
                    </a:cubicBezTo>
                    <a:close/>
                    <a:moveTo>
                      <a:pt x="2010" y="728"/>
                    </a:moveTo>
                    <a:cubicBezTo>
                      <a:pt x="2008" y="728"/>
                      <a:pt x="2008" y="733"/>
                      <a:pt x="2007" y="741"/>
                    </a:cubicBezTo>
                    <a:lnTo>
                      <a:pt x="2020" y="758"/>
                    </a:lnTo>
                    <a:cubicBezTo>
                      <a:pt x="2030" y="749"/>
                      <a:pt x="2030" y="749"/>
                      <a:pt x="2022" y="741"/>
                    </a:cubicBezTo>
                    <a:cubicBezTo>
                      <a:pt x="2016" y="733"/>
                      <a:pt x="2012" y="728"/>
                      <a:pt x="2010" y="728"/>
                    </a:cubicBezTo>
                    <a:close/>
                    <a:moveTo>
                      <a:pt x="172" y="751"/>
                    </a:moveTo>
                    <a:cubicBezTo>
                      <a:pt x="170" y="751"/>
                      <a:pt x="169" y="752"/>
                      <a:pt x="166" y="756"/>
                    </a:cubicBezTo>
                    <a:lnTo>
                      <a:pt x="158" y="762"/>
                    </a:lnTo>
                    <a:lnTo>
                      <a:pt x="175" y="765"/>
                    </a:lnTo>
                    <a:lnTo>
                      <a:pt x="181" y="757"/>
                    </a:lnTo>
                    <a:cubicBezTo>
                      <a:pt x="177" y="753"/>
                      <a:pt x="174" y="751"/>
                      <a:pt x="172" y="751"/>
                    </a:cubicBezTo>
                    <a:close/>
                    <a:moveTo>
                      <a:pt x="3747" y="760"/>
                    </a:moveTo>
                    <a:cubicBezTo>
                      <a:pt x="3749" y="760"/>
                      <a:pt x="3751" y="762"/>
                      <a:pt x="3756" y="766"/>
                    </a:cubicBezTo>
                    <a:cubicBezTo>
                      <a:pt x="3756" y="766"/>
                      <a:pt x="3756" y="766"/>
                      <a:pt x="3751" y="774"/>
                    </a:cubicBezTo>
                    <a:lnTo>
                      <a:pt x="3736" y="774"/>
                    </a:lnTo>
                    <a:lnTo>
                      <a:pt x="3740" y="766"/>
                    </a:lnTo>
                    <a:cubicBezTo>
                      <a:pt x="3743" y="762"/>
                      <a:pt x="3745" y="760"/>
                      <a:pt x="3747" y="760"/>
                    </a:cubicBezTo>
                    <a:close/>
                    <a:moveTo>
                      <a:pt x="1817" y="764"/>
                    </a:moveTo>
                    <a:cubicBezTo>
                      <a:pt x="1820" y="764"/>
                      <a:pt x="1822" y="766"/>
                      <a:pt x="1822" y="766"/>
                    </a:cubicBezTo>
                    <a:cubicBezTo>
                      <a:pt x="1829" y="772"/>
                      <a:pt x="1836" y="779"/>
                      <a:pt x="1828" y="788"/>
                    </a:cubicBezTo>
                    <a:cubicBezTo>
                      <a:pt x="1828" y="788"/>
                      <a:pt x="1823" y="793"/>
                      <a:pt x="1818" y="793"/>
                    </a:cubicBezTo>
                    <a:cubicBezTo>
                      <a:pt x="1816" y="793"/>
                      <a:pt x="1814" y="792"/>
                      <a:pt x="1812" y="790"/>
                    </a:cubicBezTo>
                    <a:cubicBezTo>
                      <a:pt x="1805" y="785"/>
                      <a:pt x="1807" y="769"/>
                      <a:pt x="1807" y="769"/>
                    </a:cubicBezTo>
                    <a:cubicBezTo>
                      <a:pt x="1811" y="765"/>
                      <a:pt x="1814" y="764"/>
                      <a:pt x="1817" y="764"/>
                    </a:cubicBezTo>
                    <a:close/>
                    <a:moveTo>
                      <a:pt x="3774" y="822"/>
                    </a:moveTo>
                    <a:cubicBezTo>
                      <a:pt x="3775" y="823"/>
                      <a:pt x="3776" y="823"/>
                      <a:pt x="3777" y="824"/>
                    </a:cubicBezTo>
                    <a:cubicBezTo>
                      <a:pt x="3778" y="824"/>
                      <a:pt x="3778" y="824"/>
                      <a:pt x="3778" y="824"/>
                    </a:cubicBezTo>
                    <a:lnTo>
                      <a:pt x="3778" y="824"/>
                    </a:lnTo>
                    <a:cubicBezTo>
                      <a:pt x="3777" y="823"/>
                      <a:pt x="3776" y="823"/>
                      <a:pt x="3774" y="822"/>
                    </a:cubicBezTo>
                    <a:close/>
                    <a:moveTo>
                      <a:pt x="3778" y="824"/>
                    </a:moveTo>
                    <a:cubicBezTo>
                      <a:pt x="3782" y="826"/>
                      <a:pt x="3784" y="826"/>
                      <a:pt x="3785" y="826"/>
                    </a:cubicBezTo>
                    <a:cubicBezTo>
                      <a:pt x="3787" y="826"/>
                      <a:pt x="3785" y="824"/>
                      <a:pt x="3778" y="824"/>
                    </a:cubicBezTo>
                    <a:close/>
                    <a:moveTo>
                      <a:pt x="3704" y="809"/>
                    </a:moveTo>
                    <a:cubicBezTo>
                      <a:pt x="3705" y="809"/>
                      <a:pt x="3708" y="810"/>
                      <a:pt x="3710" y="812"/>
                    </a:cubicBezTo>
                    <a:cubicBezTo>
                      <a:pt x="3721" y="818"/>
                      <a:pt x="3721" y="818"/>
                      <a:pt x="3716" y="826"/>
                    </a:cubicBezTo>
                    <a:cubicBezTo>
                      <a:pt x="3711" y="834"/>
                      <a:pt x="3708" y="838"/>
                      <a:pt x="3706" y="838"/>
                    </a:cubicBezTo>
                    <a:cubicBezTo>
                      <a:pt x="3704" y="838"/>
                      <a:pt x="3703" y="835"/>
                      <a:pt x="3700" y="827"/>
                    </a:cubicBezTo>
                    <a:cubicBezTo>
                      <a:pt x="3696" y="816"/>
                      <a:pt x="3698" y="809"/>
                      <a:pt x="3704" y="809"/>
                    </a:cubicBezTo>
                    <a:close/>
                    <a:moveTo>
                      <a:pt x="205" y="810"/>
                    </a:moveTo>
                    <a:cubicBezTo>
                      <a:pt x="208" y="810"/>
                      <a:pt x="211" y="811"/>
                      <a:pt x="214" y="814"/>
                    </a:cubicBezTo>
                    <a:lnTo>
                      <a:pt x="207" y="821"/>
                    </a:lnTo>
                    <a:cubicBezTo>
                      <a:pt x="205" y="819"/>
                      <a:pt x="203" y="818"/>
                      <a:pt x="202" y="818"/>
                    </a:cubicBezTo>
                    <a:lnTo>
                      <a:pt x="202" y="818"/>
                    </a:lnTo>
                    <a:cubicBezTo>
                      <a:pt x="199" y="818"/>
                      <a:pt x="204" y="828"/>
                      <a:pt x="216" y="830"/>
                    </a:cubicBezTo>
                    <a:lnTo>
                      <a:pt x="235" y="846"/>
                    </a:lnTo>
                    <a:cubicBezTo>
                      <a:pt x="231" y="849"/>
                      <a:pt x="226" y="851"/>
                      <a:pt x="221" y="851"/>
                    </a:cubicBezTo>
                    <a:cubicBezTo>
                      <a:pt x="215" y="851"/>
                      <a:pt x="209" y="848"/>
                      <a:pt x="204" y="843"/>
                    </a:cubicBezTo>
                    <a:cubicBezTo>
                      <a:pt x="179" y="834"/>
                      <a:pt x="179" y="834"/>
                      <a:pt x="191" y="820"/>
                    </a:cubicBezTo>
                    <a:cubicBezTo>
                      <a:pt x="195" y="814"/>
                      <a:pt x="200" y="810"/>
                      <a:pt x="205" y="810"/>
                    </a:cubicBezTo>
                    <a:close/>
                    <a:moveTo>
                      <a:pt x="3595" y="830"/>
                    </a:moveTo>
                    <a:cubicBezTo>
                      <a:pt x="3606" y="835"/>
                      <a:pt x="3616" y="842"/>
                      <a:pt x="3612" y="850"/>
                    </a:cubicBezTo>
                    <a:lnTo>
                      <a:pt x="3595" y="852"/>
                    </a:lnTo>
                    <a:lnTo>
                      <a:pt x="3589" y="837"/>
                    </a:lnTo>
                    <a:lnTo>
                      <a:pt x="3595" y="830"/>
                    </a:lnTo>
                    <a:close/>
                    <a:moveTo>
                      <a:pt x="1929" y="887"/>
                    </a:moveTo>
                    <a:cubicBezTo>
                      <a:pt x="1931" y="887"/>
                      <a:pt x="1934" y="890"/>
                      <a:pt x="1940" y="898"/>
                    </a:cubicBezTo>
                    <a:cubicBezTo>
                      <a:pt x="1945" y="906"/>
                      <a:pt x="1935" y="913"/>
                      <a:pt x="1935" y="913"/>
                    </a:cubicBezTo>
                    <a:cubicBezTo>
                      <a:pt x="1933" y="914"/>
                      <a:pt x="1932" y="915"/>
                      <a:pt x="1931" y="915"/>
                    </a:cubicBezTo>
                    <a:cubicBezTo>
                      <a:pt x="1926" y="915"/>
                      <a:pt x="1928" y="904"/>
                      <a:pt x="1924" y="898"/>
                    </a:cubicBezTo>
                    <a:cubicBezTo>
                      <a:pt x="1926" y="891"/>
                      <a:pt x="1927" y="887"/>
                      <a:pt x="1929" y="887"/>
                    </a:cubicBezTo>
                    <a:close/>
                    <a:moveTo>
                      <a:pt x="132" y="895"/>
                    </a:moveTo>
                    <a:cubicBezTo>
                      <a:pt x="134" y="895"/>
                      <a:pt x="136" y="897"/>
                      <a:pt x="141" y="900"/>
                    </a:cubicBezTo>
                    <a:cubicBezTo>
                      <a:pt x="141" y="900"/>
                      <a:pt x="145" y="916"/>
                      <a:pt x="140" y="924"/>
                    </a:cubicBezTo>
                    <a:lnTo>
                      <a:pt x="124" y="924"/>
                    </a:lnTo>
                    <a:cubicBezTo>
                      <a:pt x="113" y="916"/>
                      <a:pt x="120" y="908"/>
                      <a:pt x="125" y="901"/>
                    </a:cubicBezTo>
                    <a:cubicBezTo>
                      <a:pt x="128" y="897"/>
                      <a:pt x="130" y="895"/>
                      <a:pt x="132" y="895"/>
                    </a:cubicBezTo>
                    <a:close/>
                    <a:moveTo>
                      <a:pt x="3551" y="938"/>
                    </a:moveTo>
                    <a:cubicBezTo>
                      <a:pt x="3553" y="938"/>
                      <a:pt x="3556" y="939"/>
                      <a:pt x="3561" y="942"/>
                    </a:cubicBezTo>
                    <a:cubicBezTo>
                      <a:pt x="3561" y="942"/>
                      <a:pt x="3572" y="947"/>
                      <a:pt x="3569" y="955"/>
                    </a:cubicBezTo>
                    <a:lnTo>
                      <a:pt x="3553" y="959"/>
                    </a:lnTo>
                    <a:cubicBezTo>
                      <a:pt x="3542" y="953"/>
                      <a:pt x="3545" y="944"/>
                      <a:pt x="3545" y="944"/>
                    </a:cubicBezTo>
                    <a:cubicBezTo>
                      <a:pt x="3548" y="940"/>
                      <a:pt x="3549" y="938"/>
                      <a:pt x="3551" y="938"/>
                    </a:cubicBezTo>
                    <a:close/>
                    <a:moveTo>
                      <a:pt x="1712" y="1017"/>
                    </a:moveTo>
                    <a:lnTo>
                      <a:pt x="1712" y="1017"/>
                    </a:lnTo>
                    <a:cubicBezTo>
                      <a:pt x="1704" y="1018"/>
                      <a:pt x="1696" y="1022"/>
                      <a:pt x="1689" y="1028"/>
                    </a:cubicBezTo>
                    <a:cubicBezTo>
                      <a:pt x="1683" y="1033"/>
                      <a:pt x="1683" y="1036"/>
                      <a:pt x="1688" y="1036"/>
                    </a:cubicBezTo>
                    <a:cubicBezTo>
                      <a:pt x="1691" y="1036"/>
                      <a:pt x="1698" y="1034"/>
                      <a:pt x="1708" y="1030"/>
                    </a:cubicBezTo>
                    <a:cubicBezTo>
                      <a:pt x="1717" y="1022"/>
                      <a:pt x="1717" y="1022"/>
                      <a:pt x="1712" y="1017"/>
                    </a:cubicBezTo>
                    <a:close/>
                    <a:moveTo>
                      <a:pt x="2048" y="1008"/>
                    </a:moveTo>
                    <a:cubicBezTo>
                      <a:pt x="2054" y="1008"/>
                      <a:pt x="2053" y="1016"/>
                      <a:pt x="2039" y="1032"/>
                    </a:cubicBezTo>
                    <a:cubicBezTo>
                      <a:pt x="2034" y="1035"/>
                      <a:pt x="2031" y="1036"/>
                      <a:pt x="2030" y="1036"/>
                    </a:cubicBezTo>
                    <a:cubicBezTo>
                      <a:pt x="2027" y="1036"/>
                      <a:pt x="2027" y="1034"/>
                      <a:pt x="2025" y="1030"/>
                    </a:cubicBezTo>
                    <a:cubicBezTo>
                      <a:pt x="2028" y="1021"/>
                      <a:pt x="2034" y="1015"/>
                      <a:pt x="2042" y="1010"/>
                    </a:cubicBezTo>
                    <a:cubicBezTo>
                      <a:pt x="2044" y="1008"/>
                      <a:pt x="2046" y="1008"/>
                      <a:pt x="2048" y="1008"/>
                    </a:cubicBezTo>
                    <a:close/>
                    <a:moveTo>
                      <a:pt x="266" y="1026"/>
                    </a:moveTo>
                    <a:lnTo>
                      <a:pt x="262" y="1032"/>
                    </a:lnTo>
                    <a:cubicBezTo>
                      <a:pt x="265" y="1040"/>
                      <a:pt x="271" y="1047"/>
                      <a:pt x="279" y="1053"/>
                    </a:cubicBezTo>
                    <a:cubicBezTo>
                      <a:pt x="280" y="1050"/>
                      <a:pt x="281" y="1048"/>
                      <a:pt x="283" y="1046"/>
                    </a:cubicBezTo>
                    <a:cubicBezTo>
                      <a:pt x="288" y="1040"/>
                      <a:pt x="278" y="1032"/>
                      <a:pt x="266" y="1026"/>
                    </a:cubicBezTo>
                    <a:close/>
                    <a:moveTo>
                      <a:pt x="2061" y="1073"/>
                    </a:moveTo>
                    <a:lnTo>
                      <a:pt x="2076" y="1075"/>
                    </a:lnTo>
                    <a:lnTo>
                      <a:pt x="2081" y="1083"/>
                    </a:lnTo>
                    <a:cubicBezTo>
                      <a:pt x="2074" y="1087"/>
                      <a:pt x="2066" y="1090"/>
                      <a:pt x="2061" y="1090"/>
                    </a:cubicBezTo>
                    <a:cubicBezTo>
                      <a:pt x="2058" y="1090"/>
                      <a:pt x="2055" y="1089"/>
                      <a:pt x="2054" y="1086"/>
                    </a:cubicBezTo>
                    <a:lnTo>
                      <a:pt x="2061" y="1073"/>
                    </a:lnTo>
                    <a:close/>
                    <a:moveTo>
                      <a:pt x="2266" y="1606"/>
                    </a:moveTo>
                    <a:lnTo>
                      <a:pt x="2281" y="1608"/>
                    </a:lnTo>
                    <a:lnTo>
                      <a:pt x="2285" y="1615"/>
                    </a:lnTo>
                    <a:cubicBezTo>
                      <a:pt x="2277" y="1620"/>
                      <a:pt x="2271" y="1624"/>
                      <a:pt x="2265" y="1624"/>
                    </a:cubicBezTo>
                    <a:cubicBezTo>
                      <a:pt x="2263" y="1624"/>
                      <a:pt x="2261" y="1622"/>
                      <a:pt x="2259" y="1620"/>
                    </a:cubicBezTo>
                    <a:lnTo>
                      <a:pt x="2266" y="1606"/>
                    </a:lnTo>
                    <a:close/>
                    <a:moveTo>
                      <a:pt x="3310" y="1629"/>
                    </a:moveTo>
                    <a:cubicBezTo>
                      <a:pt x="3320" y="1635"/>
                      <a:pt x="3331" y="1642"/>
                      <a:pt x="3326" y="1649"/>
                    </a:cubicBezTo>
                    <a:lnTo>
                      <a:pt x="3321" y="1657"/>
                    </a:lnTo>
                    <a:cubicBezTo>
                      <a:pt x="3315" y="1651"/>
                      <a:pt x="3309" y="1643"/>
                      <a:pt x="3306" y="1635"/>
                    </a:cubicBezTo>
                    <a:lnTo>
                      <a:pt x="3310" y="1629"/>
                    </a:lnTo>
                    <a:close/>
                    <a:moveTo>
                      <a:pt x="2399" y="1769"/>
                    </a:moveTo>
                    <a:cubicBezTo>
                      <a:pt x="2405" y="1775"/>
                      <a:pt x="2404" y="1776"/>
                      <a:pt x="2395" y="1783"/>
                    </a:cubicBezTo>
                    <a:cubicBezTo>
                      <a:pt x="2388" y="1788"/>
                      <a:pt x="2379" y="1791"/>
                      <a:pt x="2370" y="1792"/>
                    </a:cubicBezTo>
                    <a:cubicBezTo>
                      <a:pt x="2366" y="1786"/>
                      <a:pt x="2389" y="1777"/>
                      <a:pt x="2399" y="1769"/>
                    </a:cubicBezTo>
                    <a:close/>
                    <a:moveTo>
                      <a:pt x="2551" y="1802"/>
                    </a:moveTo>
                    <a:lnTo>
                      <a:pt x="2557" y="1807"/>
                    </a:lnTo>
                    <a:cubicBezTo>
                      <a:pt x="2550" y="1814"/>
                      <a:pt x="2543" y="1823"/>
                      <a:pt x="2538" y="1823"/>
                    </a:cubicBezTo>
                    <a:cubicBezTo>
                      <a:pt x="2537" y="1823"/>
                      <a:pt x="2536" y="1822"/>
                      <a:pt x="2535" y="1821"/>
                    </a:cubicBezTo>
                    <a:lnTo>
                      <a:pt x="2530" y="1816"/>
                    </a:lnTo>
                    <a:cubicBezTo>
                      <a:pt x="2536" y="1810"/>
                      <a:pt x="2544" y="1805"/>
                      <a:pt x="2551" y="1802"/>
                    </a:cubicBezTo>
                    <a:close/>
                    <a:moveTo>
                      <a:pt x="3098" y="1876"/>
                    </a:moveTo>
                    <a:cubicBezTo>
                      <a:pt x="3101" y="1876"/>
                      <a:pt x="3103" y="1879"/>
                      <a:pt x="3106" y="1884"/>
                    </a:cubicBezTo>
                    <a:cubicBezTo>
                      <a:pt x="3114" y="1894"/>
                      <a:pt x="3101" y="1903"/>
                      <a:pt x="3094" y="1908"/>
                    </a:cubicBezTo>
                    <a:cubicBezTo>
                      <a:pt x="3083" y="1905"/>
                      <a:pt x="3078" y="1891"/>
                      <a:pt x="3086" y="1883"/>
                    </a:cubicBezTo>
                    <a:cubicBezTo>
                      <a:pt x="3093" y="1879"/>
                      <a:pt x="3096" y="1876"/>
                      <a:pt x="3098" y="1876"/>
                    </a:cubicBezTo>
                    <a:close/>
                    <a:moveTo>
                      <a:pt x="2584" y="1919"/>
                    </a:moveTo>
                    <a:lnTo>
                      <a:pt x="2591" y="1922"/>
                    </a:lnTo>
                    <a:cubicBezTo>
                      <a:pt x="2585" y="1932"/>
                      <a:pt x="2580" y="1941"/>
                      <a:pt x="2574" y="1941"/>
                    </a:cubicBezTo>
                    <a:cubicBezTo>
                      <a:pt x="2573" y="1941"/>
                      <a:pt x="2572" y="1941"/>
                      <a:pt x="2570" y="1940"/>
                    </a:cubicBezTo>
                    <a:lnTo>
                      <a:pt x="2570" y="1926"/>
                    </a:lnTo>
                    <a:lnTo>
                      <a:pt x="2584" y="1919"/>
                    </a:lnTo>
                    <a:close/>
                    <a:moveTo>
                      <a:pt x="4912" y="1"/>
                    </a:moveTo>
                    <a:cubicBezTo>
                      <a:pt x="4905" y="1"/>
                      <a:pt x="4898" y="10"/>
                      <a:pt x="4891" y="19"/>
                    </a:cubicBezTo>
                    <a:cubicBezTo>
                      <a:pt x="4892" y="33"/>
                      <a:pt x="4885" y="45"/>
                      <a:pt x="4875" y="46"/>
                    </a:cubicBezTo>
                    <a:lnTo>
                      <a:pt x="4872" y="22"/>
                    </a:lnTo>
                    <a:cubicBezTo>
                      <a:pt x="4878" y="11"/>
                      <a:pt x="4880" y="9"/>
                      <a:pt x="4871" y="9"/>
                    </a:cubicBezTo>
                    <a:cubicBezTo>
                      <a:pt x="4869" y="9"/>
                      <a:pt x="4865" y="9"/>
                      <a:pt x="4861" y="9"/>
                    </a:cubicBezTo>
                    <a:lnTo>
                      <a:pt x="4842" y="10"/>
                    </a:lnTo>
                    <a:cubicBezTo>
                      <a:pt x="4843" y="23"/>
                      <a:pt x="4795" y="31"/>
                      <a:pt x="4729" y="41"/>
                    </a:cubicBezTo>
                    <a:cubicBezTo>
                      <a:pt x="4643" y="55"/>
                      <a:pt x="4616" y="66"/>
                      <a:pt x="4619" y="78"/>
                    </a:cubicBezTo>
                    <a:cubicBezTo>
                      <a:pt x="4621" y="86"/>
                      <a:pt x="4617" y="90"/>
                      <a:pt x="4606" y="90"/>
                    </a:cubicBezTo>
                    <a:cubicBezTo>
                      <a:pt x="4600" y="90"/>
                      <a:pt x="4592" y="89"/>
                      <a:pt x="4581" y="87"/>
                    </a:cubicBezTo>
                    <a:cubicBezTo>
                      <a:pt x="4546" y="75"/>
                      <a:pt x="4530" y="70"/>
                      <a:pt x="4521" y="70"/>
                    </a:cubicBezTo>
                    <a:cubicBezTo>
                      <a:pt x="4513" y="70"/>
                      <a:pt x="4512" y="74"/>
                      <a:pt x="4509" y="81"/>
                    </a:cubicBezTo>
                    <a:cubicBezTo>
                      <a:pt x="4510" y="81"/>
                      <a:pt x="4511" y="80"/>
                      <a:pt x="4512" y="80"/>
                    </a:cubicBezTo>
                    <a:cubicBezTo>
                      <a:pt x="4519" y="80"/>
                      <a:pt x="4523" y="91"/>
                      <a:pt x="4526" y="102"/>
                    </a:cubicBezTo>
                    <a:cubicBezTo>
                      <a:pt x="4530" y="115"/>
                      <a:pt x="4530" y="122"/>
                      <a:pt x="4525" y="122"/>
                    </a:cubicBezTo>
                    <a:cubicBezTo>
                      <a:pt x="4522" y="122"/>
                      <a:pt x="4516" y="118"/>
                      <a:pt x="4508" y="108"/>
                    </a:cubicBezTo>
                    <a:cubicBezTo>
                      <a:pt x="4507" y="104"/>
                      <a:pt x="4502" y="102"/>
                      <a:pt x="4496" y="102"/>
                    </a:cubicBezTo>
                    <a:cubicBezTo>
                      <a:pt x="4460" y="102"/>
                      <a:pt x="4366" y="148"/>
                      <a:pt x="4368" y="173"/>
                    </a:cubicBezTo>
                    <a:lnTo>
                      <a:pt x="4364" y="161"/>
                    </a:lnTo>
                    <a:cubicBezTo>
                      <a:pt x="4362" y="156"/>
                      <a:pt x="4359" y="154"/>
                      <a:pt x="4355" y="154"/>
                    </a:cubicBezTo>
                    <a:cubicBezTo>
                      <a:pt x="4348" y="154"/>
                      <a:pt x="4336" y="159"/>
                      <a:pt x="4314" y="168"/>
                    </a:cubicBezTo>
                    <a:lnTo>
                      <a:pt x="4287" y="181"/>
                    </a:lnTo>
                    <a:cubicBezTo>
                      <a:pt x="4296" y="198"/>
                      <a:pt x="4264" y="209"/>
                      <a:pt x="4247" y="209"/>
                    </a:cubicBezTo>
                    <a:cubicBezTo>
                      <a:pt x="4241" y="209"/>
                      <a:pt x="4237" y="208"/>
                      <a:pt x="4236" y="205"/>
                    </a:cubicBezTo>
                    <a:cubicBezTo>
                      <a:pt x="4229" y="202"/>
                      <a:pt x="4226" y="201"/>
                      <a:pt x="4222" y="201"/>
                    </a:cubicBezTo>
                    <a:cubicBezTo>
                      <a:pt x="4218" y="201"/>
                      <a:pt x="4214" y="203"/>
                      <a:pt x="4204" y="209"/>
                    </a:cubicBezTo>
                    <a:cubicBezTo>
                      <a:pt x="4193" y="237"/>
                      <a:pt x="4162" y="250"/>
                      <a:pt x="4145" y="250"/>
                    </a:cubicBezTo>
                    <a:cubicBezTo>
                      <a:pt x="4140" y="250"/>
                      <a:pt x="4136" y="249"/>
                      <a:pt x="4135" y="247"/>
                    </a:cubicBezTo>
                    <a:lnTo>
                      <a:pt x="4118" y="256"/>
                    </a:lnTo>
                    <a:cubicBezTo>
                      <a:pt x="4116" y="272"/>
                      <a:pt x="4100" y="282"/>
                      <a:pt x="4092" y="287"/>
                    </a:cubicBezTo>
                    <a:cubicBezTo>
                      <a:pt x="4068" y="304"/>
                      <a:pt x="4060" y="310"/>
                      <a:pt x="4074" y="314"/>
                    </a:cubicBezTo>
                    <a:cubicBezTo>
                      <a:pt x="4081" y="324"/>
                      <a:pt x="4089" y="335"/>
                      <a:pt x="4081" y="341"/>
                    </a:cubicBezTo>
                    <a:lnTo>
                      <a:pt x="4073" y="330"/>
                    </a:lnTo>
                    <a:cubicBezTo>
                      <a:pt x="4072" y="328"/>
                      <a:pt x="4070" y="327"/>
                      <a:pt x="4067" y="327"/>
                    </a:cubicBezTo>
                    <a:cubicBezTo>
                      <a:pt x="4056" y="327"/>
                      <a:pt x="4036" y="340"/>
                      <a:pt x="4011" y="358"/>
                    </a:cubicBezTo>
                    <a:cubicBezTo>
                      <a:pt x="3974" y="382"/>
                      <a:pt x="3960" y="396"/>
                      <a:pt x="3946" y="396"/>
                    </a:cubicBezTo>
                    <a:cubicBezTo>
                      <a:pt x="3944" y="396"/>
                      <a:pt x="3943" y="396"/>
                      <a:pt x="3941" y="396"/>
                    </a:cubicBezTo>
                    <a:lnTo>
                      <a:pt x="3941" y="396"/>
                    </a:lnTo>
                    <a:lnTo>
                      <a:pt x="3942" y="412"/>
                    </a:lnTo>
                    <a:cubicBezTo>
                      <a:pt x="3942" y="422"/>
                      <a:pt x="3939" y="429"/>
                      <a:pt x="3934" y="429"/>
                    </a:cubicBezTo>
                    <a:cubicBezTo>
                      <a:pt x="3932" y="429"/>
                      <a:pt x="3929" y="427"/>
                      <a:pt x="3926" y="424"/>
                    </a:cubicBezTo>
                    <a:cubicBezTo>
                      <a:pt x="3925" y="424"/>
                      <a:pt x="3924" y="424"/>
                      <a:pt x="3923" y="424"/>
                    </a:cubicBezTo>
                    <a:cubicBezTo>
                      <a:pt x="3907" y="424"/>
                      <a:pt x="3880" y="447"/>
                      <a:pt x="3875" y="468"/>
                    </a:cubicBezTo>
                    <a:cubicBezTo>
                      <a:pt x="3869" y="471"/>
                      <a:pt x="3865" y="476"/>
                      <a:pt x="3860" y="481"/>
                    </a:cubicBezTo>
                    <a:cubicBezTo>
                      <a:pt x="3856" y="478"/>
                      <a:pt x="3851" y="477"/>
                      <a:pt x="3847" y="477"/>
                    </a:cubicBezTo>
                    <a:cubicBezTo>
                      <a:pt x="3829" y="477"/>
                      <a:pt x="3815" y="497"/>
                      <a:pt x="3826" y="515"/>
                    </a:cubicBezTo>
                    <a:cubicBezTo>
                      <a:pt x="3823" y="512"/>
                      <a:pt x="3820" y="511"/>
                      <a:pt x="3818" y="511"/>
                    </a:cubicBezTo>
                    <a:cubicBezTo>
                      <a:pt x="3812" y="511"/>
                      <a:pt x="3808" y="516"/>
                      <a:pt x="3803" y="520"/>
                    </a:cubicBezTo>
                    <a:cubicBezTo>
                      <a:pt x="3798" y="540"/>
                      <a:pt x="3777" y="564"/>
                      <a:pt x="3766" y="564"/>
                    </a:cubicBezTo>
                    <a:cubicBezTo>
                      <a:pt x="3764" y="564"/>
                      <a:pt x="3763" y="563"/>
                      <a:pt x="3762" y="562"/>
                    </a:cubicBezTo>
                    <a:lnTo>
                      <a:pt x="3754" y="570"/>
                    </a:lnTo>
                    <a:cubicBezTo>
                      <a:pt x="3756" y="581"/>
                      <a:pt x="3753" y="592"/>
                      <a:pt x="3745" y="600"/>
                    </a:cubicBezTo>
                    <a:cubicBezTo>
                      <a:pt x="3736" y="608"/>
                      <a:pt x="3733" y="620"/>
                      <a:pt x="3736" y="631"/>
                    </a:cubicBezTo>
                    <a:cubicBezTo>
                      <a:pt x="3738" y="639"/>
                      <a:pt x="3737" y="647"/>
                      <a:pt x="3734" y="654"/>
                    </a:cubicBezTo>
                    <a:cubicBezTo>
                      <a:pt x="3732" y="655"/>
                      <a:pt x="3731" y="656"/>
                      <a:pt x="3730" y="656"/>
                    </a:cubicBezTo>
                    <a:cubicBezTo>
                      <a:pt x="3726" y="656"/>
                      <a:pt x="3723" y="643"/>
                      <a:pt x="3720" y="630"/>
                    </a:cubicBezTo>
                    <a:cubicBezTo>
                      <a:pt x="3721" y="624"/>
                      <a:pt x="3720" y="621"/>
                      <a:pt x="3718" y="621"/>
                    </a:cubicBezTo>
                    <a:cubicBezTo>
                      <a:pt x="3714" y="621"/>
                      <a:pt x="3704" y="641"/>
                      <a:pt x="3705" y="668"/>
                    </a:cubicBezTo>
                    <a:cubicBezTo>
                      <a:pt x="3706" y="688"/>
                      <a:pt x="3706" y="698"/>
                      <a:pt x="3705" y="698"/>
                    </a:cubicBezTo>
                    <a:cubicBezTo>
                      <a:pt x="3705" y="698"/>
                      <a:pt x="3703" y="690"/>
                      <a:pt x="3699" y="676"/>
                    </a:cubicBezTo>
                    <a:cubicBezTo>
                      <a:pt x="3697" y="667"/>
                      <a:pt x="3694" y="657"/>
                      <a:pt x="3692" y="657"/>
                    </a:cubicBezTo>
                    <a:cubicBezTo>
                      <a:pt x="3691" y="657"/>
                      <a:pt x="3690" y="660"/>
                      <a:pt x="3689" y="668"/>
                    </a:cubicBezTo>
                    <a:cubicBezTo>
                      <a:pt x="3689" y="668"/>
                      <a:pt x="3677" y="684"/>
                      <a:pt x="3687" y="692"/>
                    </a:cubicBezTo>
                    <a:cubicBezTo>
                      <a:pt x="3681" y="700"/>
                      <a:pt x="3674" y="706"/>
                      <a:pt x="3669" y="714"/>
                    </a:cubicBezTo>
                    <a:cubicBezTo>
                      <a:pt x="3655" y="719"/>
                      <a:pt x="3644" y="729"/>
                      <a:pt x="3637" y="740"/>
                    </a:cubicBezTo>
                    <a:cubicBezTo>
                      <a:pt x="3642" y="756"/>
                      <a:pt x="3642" y="756"/>
                      <a:pt x="3626" y="757"/>
                    </a:cubicBezTo>
                    <a:cubicBezTo>
                      <a:pt x="3624" y="755"/>
                      <a:pt x="3621" y="754"/>
                      <a:pt x="3620" y="754"/>
                    </a:cubicBezTo>
                    <a:lnTo>
                      <a:pt x="3620" y="754"/>
                    </a:lnTo>
                    <a:cubicBezTo>
                      <a:pt x="3615" y="754"/>
                      <a:pt x="3616" y="762"/>
                      <a:pt x="3632" y="772"/>
                    </a:cubicBezTo>
                    <a:cubicBezTo>
                      <a:pt x="3636" y="787"/>
                      <a:pt x="3632" y="795"/>
                      <a:pt x="3615" y="797"/>
                    </a:cubicBezTo>
                    <a:cubicBezTo>
                      <a:pt x="3606" y="792"/>
                      <a:pt x="3601" y="790"/>
                      <a:pt x="3597" y="790"/>
                    </a:cubicBezTo>
                    <a:lnTo>
                      <a:pt x="3597" y="790"/>
                    </a:lnTo>
                    <a:cubicBezTo>
                      <a:pt x="3592" y="790"/>
                      <a:pt x="3593" y="794"/>
                      <a:pt x="3599" y="798"/>
                    </a:cubicBezTo>
                    <a:cubicBezTo>
                      <a:pt x="3603" y="805"/>
                      <a:pt x="3603" y="814"/>
                      <a:pt x="3599" y="822"/>
                    </a:cubicBezTo>
                    <a:cubicBezTo>
                      <a:pt x="3599" y="821"/>
                      <a:pt x="3598" y="821"/>
                      <a:pt x="3597" y="821"/>
                    </a:cubicBezTo>
                    <a:cubicBezTo>
                      <a:pt x="3583" y="821"/>
                      <a:pt x="3540" y="894"/>
                      <a:pt x="3506" y="967"/>
                    </a:cubicBezTo>
                    <a:cubicBezTo>
                      <a:pt x="3503" y="975"/>
                      <a:pt x="3510" y="990"/>
                      <a:pt x="3521" y="994"/>
                    </a:cubicBezTo>
                    <a:cubicBezTo>
                      <a:pt x="3544" y="1006"/>
                      <a:pt x="3533" y="1000"/>
                      <a:pt x="3517" y="1003"/>
                    </a:cubicBezTo>
                    <a:cubicBezTo>
                      <a:pt x="3511" y="1002"/>
                      <a:pt x="3505" y="1001"/>
                      <a:pt x="3500" y="1001"/>
                    </a:cubicBezTo>
                    <a:cubicBezTo>
                      <a:pt x="3478" y="1001"/>
                      <a:pt x="3478" y="1014"/>
                      <a:pt x="3510" y="1020"/>
                    </a:cubicBezTo>
                    <a:cubicBezTo>
                      <a:pt x="3536" y="1022"/>
                      <a:pt x="3536" y="1022"/>
                      <a:pt x="3506" y="1028"/>
                    </a:cubicBezTo>
                    <a:cubicBezTo>
                      <a:pt x="3491" y="1031"/>
                      <a:pt x="3491" y="1031"/>
                      <a:pt x="3498" y="1045"/>
                    </a:cubicBezTo>
                    <a:cubicBezTo>
                      <a:pt x="3507" y="1049"/>
                      <a:pt x="3507" y="1055"/>
                      <a:pt x="3501" y="1055"/>
                    </a:cubicBezTo>
                    <a:cubicBezTo>
                      <a:pt x="3499" y="1055"/>
                      <a:pt x="3497" y="1055"/>
                      <a:pt x="3495" y="1054"/>
                    </a:cubicBezTo>
                    <a:cubicBezTo>
                      <a:pt x="3479" y="1057"/>
                      <a:pt x="3464" y="1060"/>
                      <a:pt x="3476" y="1065"/>
                    </a:cubicBezTo>
                    <a:cubicBezTo>
                      <a:pt x="3471" y="1072"/>
                      <a:pt x="3465" y="1076"/>
                      <a:pt x="3457" y="1077"/>
                    </a:cubicBezTo>
                    <a:cubicBezTo>
                      <a:pt x="3441" y="1081"/>
                      <a:pt x="3449" y="1094"/>
                      <a:pt x="3458" y="1106"/>
                    </a:cubicBezTo>
                    <a:cubicBezTo>
                      <a:pt x="3466" y="1130"/>
                      <a:pt x="3467" y="1141"/>
                      <a:pt x="3462" y="1141"/>
                    </a:cubicBezTo>
                    <a:cubicBezTo>
                      <a:pt x="3458" y="1141"/>
                      <a:pt x="3454" y="1138"/>
                      <a:pt x="3447" y="1132"/>
                    </a:cubicBezTo>
                    <a:cubicBezTo>
                      <a:pt x="3444" y="1129"/>
                      <a:pt x="3441" y="1128"/>
                      <a:pt x="3439" y="1128"/>
                    </a:cubicBezTo>
                    <a:lnTo>
                      <a:pt x="3439" y="1128"/>
                    </a:lnTo>
                    <a:cubicBezTo>
                      <a:pt x="3427" y="1128"/>
                      <a:pt x="3425" y="1163"/>
                      <a:pt x="3441" y="1177"/>
                    </a:cubicBezTo>
                    <a:cubicBezTo>
                      <a:pt x="3455" y="1189"/>
                      <a:pt x="3459" y="1193"/>
                      <a:pt x="3457" y="1193"/>
                    </a:cubicBezTo>
                    <a:cubicBezTo>
                      <a:pt x="3456" y="1193"/>
                      <a:pt x="3454" y="1192"/>
                      <a:pt x="3450" y="1190"/>
                    </a:cubicBezTo>
                    <a:cubicBezTo>
                      <a:pt x="3447" y="1189"/>
                      <a:pt x="3445" y="1189"/>
                      <a:pt x="3443" y="1189"/>
                    </a:cubicBezTo>
                    <a:cubicBezTo>
                      <a:pt x="3437" y="1189"/>
                      <a:pt x="3435" y="1194"/>
                      <a:pt x="3435" y="1194"/>
                    </a:cubicBezTo>
                    <a:cubicBezTo>
                      <a:pt x="3432" y="1200"/>
                      <a:pt x="3429" y="1206"/>
                      <a:pt x="3422" y="1206"/>
                    </a:cubicBezTo>
                    <a:cubicBezTo>
                      <a:pt x="3421" y="1206"/>
                      <a:pt x="3419" y="1206"/>
                      <a:pt x="3417" y="1205"/>
                    </a:cubicBezTo>
                    <a:lnTo>
                      <a:pt x="3417" y="1205"/>
                    </a:lnTo>
                    <a:cubicBezTo>
                      <a:pt x="3414" y="1215"/>
                      <a:pt x="3414" y="1225"/>
                      <a:pt x="3418" y="1234"/>
                    </a:cubicBezTo>
                    <a:cubicBezTo>
                      <a:pt x="3434" y="1259"/>
                      <a:pt x="3414" y="1278"/>
                      <a:pt x="3389" y="1278"/>
                    </a:cubicBezTo>
                    <a:cubicBezTo>
                      <a:pt x="3388" y="1278"/>
                      <a:pt x="3387" y="1278"/>
                      <a:pt x="3386" y="1278"/>
                    </a:cubicBezTo>
                    <a:lnTo>
                      <a:pt x="3386" y="1278"/>
                    </a:lnTo>
                    <a:lnTo>
                      <a:pt x="3391" y="1298"/>
                    </a:lnTo>
                    <a:cubicBezTo>
                      <a:pt x="3406" y="1312"/>
                      <a:pt x="3414" y="1322"/>
                      <a:pt x="3408" y="1322"/>
                    </a:cubicBezTo>
                    <a:cubicBezTo>
                      <a:pt x="3406" y="1322"/>
                      <a:pt x="3402" y="1321"/>
                      <a:pt x="3396" y="1318"/>
                    </a:cubicBezTo>
                    <a:lnTo>
                      <a:pt x="3384" y="1314"/>
                    </a:lnTo>
                    <a:lnTo>
                      <a:pt x="3384" y="1314"/>
                    </a:lnTo>
                    <a:cubicBezTo>
                      <a:pt x="3401" y="1329"/>
                      <a:pt x="3386" y="1350"/>
                      <a:pt x="3367" y="1350"/>
                    </a:cubicBezTo>
                    <a:cubicBezTo>
                      <a:pt x="3363" y="1350"/>
                      <a:pt x="3360" y="1349"/>
                      <a:pt x="3356" y="1347"/>
                    </a:cubicBezTo>
                    <a:cubicBezTo>
                      <a:pt x="3351" y="1345"/>
                      <a:pt x="3348" y="1344"/>
                      <a:pt x="3347" y="1344"/>
                    </a:cubicBezTo>
                    <a:cubicBezTo>
                      <a:pt x="3344" y="1344"/>
                      <a:pt x="3343" y="1346"/>
                      <a:pt x="3341" y="1351"/>
                    </a:cubicBezTo>
                    <a:lnTo>
                      <a:pt x="3353" y="1355"/>
                    </a:lnTo>
                    <a:cubicBezTo>
                      <a:pt x="3364" y="1361"/>
                      <a:pt x="3376" y="1365"/>
                      <a:pt x="3373" y="1373"/>
                    </a:cubicBezTo>
                    <a:cubicBezTo>
                      <a:pt x="3369" y="1379"/>
                      <a:pt x="3367" y="1385"/>
                      <a:pt x="3361" y="1385"/>
                    </a:cubicBezTo>
                    <a:cubicBezTo>
                      <a:pt x="3359" y="1385"/>
                      <a:pt x="3356" y="1385"/>
                      <a:pt x="3354" y="1383"/>
                    </a:cubicBezTo>
                    <a:cubicBezTo>
                      <a:pt x="3339" y="1385"/>
                      <a:pt x="3324" y="1388"/>
                      <a:pt x="3336" y="1393"/>
                    </a:cubicBezTo>
                    <a:cubicBezTo>
                      <a:pt x="3336" y="1393"/>
                      <a:pt x="3333" y="1401"/>
                      <a:pt x="3317" y="1403"/>
                    </a:cubicBezTo>
                    <a:cubicBezTo>
                      <a:pt x="3313" y="1410"/>
                      <a:pt x="3310" y="1418"/>
                      <a:pt x="3303" y="1433"/>
                    </a:cubicBezTo>
                    <a:cubicBezTo>
                      <a:pt x="3310" y="1443"/>
                      <a:pt x="3305" y="1455"/>
                      <a:pt x="3297" y="1455"/>
                    </a:cubicBezTo>
                    <a:cubicBezTo>
                      <a:pt x="3296" y="1455"/>
                      <a:pt x="3294" y="1455"/>
                      <a:pt x="3292" y="1454"/>
                    </a:cubicBezTo>
                    <a:lnTo>
                      <a:pt x="3292" y="1454"/>
                    </a:lnTo>
                    <a:cubicBezTo>
                      <a:pt x="3289" y="1463"/>
                      <a:pt x="3289" y="1473"/>
                      <a:pt x="3293" y="1481"/>
                    </a:cubicBezTo>
                    <a:cubicBezTo>
                      <a:pt x="3287" y="1492"/>
                      <a:pt x="3284" y="1498"/>
                      <a:pt x="3278" y="1498"/>
                    </a:cubicBezTo>
                    <a:cubicBezTo>
                      <a:pt x="3276" y="1498"/>
                      <a:pt x="3274" y="1498"/>
                      <a:pt x="3271" y="1496"/>
                    </a:cubicBezTo>
                    <a:cubicBezTo>
                      <a:pt x="3266" y="1494"/>
                      <a:pt x="3264" y="1493"/>
                      <a:pt x="3263" y="1493"/>
                    </a:cubicBezTo>
                    <a:lnTo>
                      <a:pt x="3263" y="1493"/>
                    </a:lnTo>
                    <a:cubicBezTo>
                      <a:pt x="3261" y="1493"/>
                      <a:pt x="3262" y="1496"/>
                      <a:pt x="3266" y="1503"/>
                    </a:cubicBezTo>
                    <a:cubicBezTo>
                      <a:pt x="3278" y="1509"/>
                      <a:pt x="3274" y="1515"/>
                      <a:pt x="3271" y="1523"/>
                    </a:cubicBezTo>
                    <a:cubicBezTo>
                      <a:pt x="3266" y="1530"/>
                      <a:pt x="3263" y="1537"/>
                      <a:pt x="3263" y="1537"/>
                    </a:cubicBezTo>
                    <a:cubicBezTo>
                      <a:pt x="3273" y="1542"/>
                      <a:pt x="3273" y="1542"/>
                      <a:pt x="3270" y="1549"/>
                    </a:cubicBezTo>
                    <a:cubicBezTo>
                      <a:pt x="3265" y="1556"/>
                      <a:pt x="3243" y="1570"/>
                      <a:pt x="3238" y="1576"/>
                    </a:cubicBezTo>
                    <a:cubicBezTo>
                      <a:pt x="3227" y="1595"/>
                      <a:pt x="3227" y="1595"/>
                      <a:pt x="3242" y="1595"/>
                    </a:cubicBezTo>
                    <a:cubicBezTo>
                      <a:pt x="3243" y="1594"/>
                      <a:pt x="3244" y="1593"/>
                      <a:pt x="3245" y="1593"/>
                    </a:cubicBezTo>
                    <a:lnTo>
                      <a:pt x="3245" y="1593"/>
                    </a:lnTo>
                    <a:cubicBezTo>
                      <a:pt x="3249" y="1593"/>
                      <a:pt x="3251" y="1598"/>
                      <a:pt x="3237" y="1602"/>
                    </a:cubicBezTo>
                    <a:cubicBezTo>
                      <a:pt x="3234" y="1608"/>
                      <a:pt x="3210" y="1619"/>
                      <a:pt x="3197" y="1636"/>
                    </a:cubicBezTo>
                    <a:cubicBezTo>
                      <a:pt x="3179" y="1660"/>
                      <a:pt x="3179" y="1660"/>
                      <a:pt x="3189" y="1668"/>
                    </a:cubicBezTo>
                    <a:cubicBezTo>
                      <a:pt x="3204" y="1674"/>
                      <a:pt x="3208" y="1679"/>
                      <a:pt x="3202" y="1679"/>
                    </a:cubicBezTo>
                    <a:cubicBezTo>
                      <a:pt x="3198" y="1679"/>
                      <a:pt x="3192" y="1677"/>
                      <a:pt x="3183" y="1673"/>
                    </a:cubicBezTo>
                    <a:cubicBezTo>
                      <a:pt x="3176" y="1672"/>
                      <a:pt x="3170" y="1672"/>
                      <a:pt x="3166" y="1672"/>
                    </a:cubicBezTo>
                    <a:cubicBezTo>
                      <a:pt x="3154" y="1672"/>
                      <a:pt x="3153" y="1676"/>
                      <a:pt x="3160" y="1682"/>
                    </a:cubicBezTo>
                    <a:cubicBezTo>
                      <a:pt x="3164" y="1696"/>
                      <a:pt x="3164" y="1696"/>
                      <a:pt x="3160" y="1701"/>
                    </a:cubicBezTo>
                    <a:cubicBezTo>
                      <a:pt x="3157" y="1699"/>
                      <a:pt x="3154" y="1697"/>
                      <a:pt x="3152" y="1697"/>
                    </a:cubicBezTo>
                    <a:cubicBezTo>
                      <a:pt x="3147" y="1697"/>
                      <a:pt x="3145" y="1704"/>
                      <a:pt x="3144" y="1717"/>
                    </a:cubicBezTo>
                    <a:cubicBezTo>
                      <a:pt x="3142" y="1720"/>
                      <a:pt x="3141" y="1721"/>
                      <a:pt x="3140" y="1721"/>
                    </a:cubicBezTo>
                    <a:cubicBezTo>
                      <a:pt x="3138" y="1721"/>
                      <a:pt x="3136" y="1719"/>
                      <a:pt x="3131" y="1714"/>
                    </a:cubicBezTo>
                    <a:lnTo>
                      <a:pt x="3120" y="1724"/>
                    </a:lnTo>
                    <a:cubicBezTo>
                      <a:pt x="3128" y="1750"/>
                      <a:pt x="3095" y="1769"/>
                      <a:pt x="3078" y="1769"/>
                    </a:cubicBezTo>
                    <a:cubicBezTo>
                      <a:pt x="3076" y="1769"/>
                      <a:pt x="3074" y="1768"/>
                      <a:pt x="3073" y="1768"/>
                    </a:cubicBezTo>
                    <a:cubicBezTo>
                      <a:pt x="3073" y="1768"/>
                      <a:pt x="3067" y="1772"/>
                      <a:pt x="3069" y="1786"/>
                    </a:cubicBezTo>
                    <a:cubicBezTo>
                      <a:pt x="3075" y="1800"/>
                      <a:pt x="3076" y="1807"/>
                      <a:pt x="3072" y="1807"/>
                    </a:cubicBezTo>
                    <a:cubicBezTo>
                      <a:pt x="3069" y="1807"/>
                      <a:pt x="3065" y="1803"/>
                      <a:pt x="3058" y="1795"/>
                    </a:cubicBezTo>
                    <a:cubicBezTo>
                      <a:pt x="3051" y="1785"/>
                      <a:pt x="3047" y="1780"/>
                      <a:pt x="3046" y="1780"/>
                    </a:cubicBezTo>
                    <a:lnTo>
                      <a:pt x="3046" y="1780"/>
                    </a:lnTo>
                    <a:cubicBezTo>
                      <a:pt x="3045" y="1780"/>
                      <a:pt x="3048" y="1786"/>
                      <a:pt x="3052" y="1799"/>
                    </a:cubicBezTo>
                    <a:cubicBezTo>
                      <a:pt x="3054" y="1809"/>
                      <a:pt x="3041" y="1821"/>
                      <a:pt x="3030" y="1821"/>
                    </a:cubicBezTo>
                    <a:cubicBezTo>
                      <a:pt x="3024" y="1821"/>
                      <a:pt x="3019" y="1817"/>
                      <a:pt x="3017" y="1809"/>
                    </a:cubicBezTo>
                    <a:lnTo>
                      <a:pt x="3003" y="1788"/>
                    </a:lnTo>
                    <a:lnTo>
                      <a:pt x="3003" y="1788"/>
                    </a:lnTo>
                    <a:cubicBezTo>
                      <a:pt x="3004" y="1802"/>
                      <a:pt x="2999" y="1805"/>
                      <a:pt x="2999" y="1805"/>
                    </a:cubicBezTo>
                    <a:cubicBezTo>
                      <a:pt x="3005" y="1816"/>
                      <a:pt x="3000" y="1819"/>
                      <a:pt x="2982" y="1829"/>
                    </a:cubicBezTo>
                    <a:cubicBezTo>
                      <a:pt x="2971" y="1835"/>
                      <a:pt x="2953" y="1860"/>
                      <a:pt x="2940" y="1863"/>
                    </a:cubicBezTo>
                    <a:cubicBezTo>
                      <a:pt x="2933" y="1866"/>
                      <a:pt x="2923" y="1870"/>
                      <a:pt x="2914" y="1870"/>
                    </a:cubicBezTo>
                    <a:cubicBezTo>
                      <a:pt x="2909" y="1870"/>
                      <a:pt x="2904" y="1869"/>
                      <a:pt x="2900" y="1865"/>
                    </a:cubicBezTo>
                    <a:cubicBezTo>
                      <a:pt x="2894" y="1866"/>
                      <a:pt x="2889" y="1868"/>
                      <a:pt x="2880" y="1883"/>
                    </a:cubicBezTo>
                    <a:cubicBezTo>
                      <a:pt x="2878" y="1891"/>
                      <a:pt x="2874" y="1895"/>
                      <a:pt x="2869" y="1895"/>
                    </a:cubicBezTo>
                    <a:cubicBezTo>
                      <a:pt x="2866" y="1895"/>
                      <a:pt x="2863" y="1893"/>
                      <a:pt x="2862" y="1888"/>
                    </a:cubicBezTo>
                    <a:lnTo>
                      <a:pt x="2856" y="1889"/>
                    </a:lnTo>
                    <a:cubicBezTo>
                      <a:pt x="2846" y="1903"/>
                      <a:pt x="2839" y="1903"/>
                      <a:pt x="2839" y="1903"/>
                    </a:cubicBezTo>
                    <a:cubicBezTo>
                      <a:pt x="2839" y="1895"/>
                      <a:pt x="2835" y="1886"/>
                      <a:pt x="2831" y="1886"/>
                    </a:cubicBezTo>
                    <a:cubicBezTo>
                      <a:pt x="2829" y="1886"/>
                      <a:pt x="2827" y="1888"/>
                      <a:pt x="2826" y="1892"/>
                    </a:cubicBezTo>
                    <a:cubicBezTo>
                      <a:pt x="2827" y="1903"/>
                      <a:pt x="2823" y="1906"/>
                      <a:pt x="2814" y="1906"/>
                    </a:cubicBezTo>
                    <a:cubicBezTo>
                      <a:pt x="2813" y="1906"/>
                      <a:pt x="2811" y="1906"/>
                      <a:pt x="2809" y="1905"/>
                    </a:cubicBezTo>
                    <a:cubicBezTo>
                      <a:pt x="2802" y="1900"/>
                      <a:pt x="2751" y="1898"/>
                      <a:pt x="2703" y="1881"/>
                    </a:cubicBezTo>
                    <a:cubicBezTo>
                      <a:pt x="2659" y="1868"/>
                      <a:pt x="2617" y="1843"/>
                      <a:pt x="2607" y="1843"/>
                    </a:cubicBezTo>
                    <a:cubicBezTo>
                      <a:pt x="2606" y="1843"/>
                      <a:pt x="2606" y="1843"/>
                      <a:pt x="2605" y="1844"/>
                    </a:cubicBezTo>
                    <a:lnTo>
                      <a:pt x="2588" y="1833"/>
                    </a:lnTo>
                    <a:cubicBezTo>
                      <a:pt x="2583" y="1828"/>
                      <a:pt x="2577" y="1824"/>
                      <a:pt x="2573" y="1819"/>
                    </a:cubicBezTo>
                    <a:cubicBezTo>
                      <a:pt x="2587" y="1800"/>
                      <a:pt x="2555" y="1789"/>
                      <a:pt x="2530" y="1783"/>
                    </a:cubicBezTo>
                    <a:cubicBezTo>
                      <a:pt x="2528" y="1784"/>
                      <a:pt x="2525" y="1785"/>
                      <a:pt x="2523" y="1785"/>
                    </a:cubicBezTo>
                    <a:cubicBezTo>
                      <a:pt x="2517" y="1785"/>
                      <a:pt x="2511" y="1782"/>
                      <a:pt x="2507" y="1777"/>
                    </a:cubicBezTo>
                    <a:cubicBezTo>
                      <a:pt x="2525" y="1760"/>
                      <a:pt x="2510" y="1744"/>
                      <a:pt x="2491" y="1742"/>
                    </a:cubicBezTo>
                    <a:cubicBezTo>
                      <a:pt x="2483" y="1746"/>
                      <a:pt x="2477" y="1748"/>
                      <a:pt x="2473" y="1748"/>
                    </a:cubicBezTo>
                    <a:cubicBezTo>
                      <a:pt x="2467" y="1748"/>
                      <a:pt x="2469" y="1741"/>
                      <a:pt x="2482" y="1731"/>
                    </a:cubicBezTo>
                    <a:cubicBezTo>
                      <a:pt x="2494" y="1719"/>
                      <a:pt x="2494" y="1711"/>
                      <a:pt x="2480" y="1711"/>
                    </a:cubicBezTo>
                    <a:cubicBezTo>
                      <a:pt x="2474" y="1711"/>
                      <a:pt x="2465" y="1712"/>
                      <a:pt x="2453" y="1716"/>
                    </a:cubicBezTo>
                    <a:cubicBezTo>
                      <a:pt x="2450" y="1716"/>
                      <a:pt x="2447" y="1717"/>
                      <a:pt x="2445" y="1717"/>
                    </a:cubicBezTo>
                    <a:cubicBezTo>
                      <a:pt x="2439" y="1717"/>
                      <a:pt x="2440" y="1714"/>
                      <a:pt x="2444" y="1704"/>
                    </a:cubicBezTo>
                    <a:cubicBezTo>
                      <a:pt x="2455" y="1688"/>
                      <a:pt x="2456" y="1681"/>
                      <a:pt x="2452" y="1681"/>
                    </a:cubicBezTo>
                    <a:lnTo>
                      <a:pt x="2452" y="1681"/>
                    </a:lnTo>
                    <a:cubicBezTo>
                      <a:pt x="2450" y="1681"/>
                      <a:pt x="2448" y="1682"/>
                      <a:pt x="2445" y="1684"/>
                    </a:cubicBezTo>
                    <a:cubicBezTo>
                      <a:pt x="2437" y="1686"/>
                      <a:pt x="2432" y="1688"/>
                      <a:pt x="2428" y="1688"/>
                    </a:cubicBezTo>
                    <a:cubicBezTo>
                      <a:pt x="2420" y="1688"/>
                      <a:pt x="2421" y="1680"/>
                      <a:pt x="2433" y="1666"/>
                    </a:cubicBezTo>
                    <a:cubicBezTo>
                      <a:pt x="2441" y="1648"/>
                      <a:pt x="2443" y="1642"/>
                      <a:pt x="2437" y="1642"/>
                    </a:cubicBezTo>
                    <a:lnTo>
                      <a:pt x="2437" y="1642"/>
                    </a:lnTo>
                    <a:cubicBezTo>
                      <a:pt x="2434" y="1642"/>
                      <a:pt x="2428" y="1644"/>
                      <a:pt x="2419" y="1647"/>
                    </a:cubicBezTo>
                    <a:cubicBezTo>
                      <a:pt x="2416" y="1648"/>
                      <a:pt x="2413" y="1649"/>
                      <a:pt x="2410" y="1649"/>
                    </a:cubicBezTo>
                    <a:cubicBezTo>
                      <a:pt x="2391" y="1649"/>
                      <a:pt x="2379" y="1623"/>
                      <a:pt x="2396" y="1608"/>
                    </a:cubicBezTo>
                    <a:cubicBezTo>
                      <a:pt x="2392" y="1603"/>
                      <a:pt x="2396" y="1593"/>
                      <a:pt x="2392" y="1593"/>
                    </a:cubicBezTo>
                    <a:lnTo>
                      <a:pt x="2392" y="1593"/>
                    </a:lnTo>
                    <a:cubicBezTo>
                      <a:pt x="2391" y="1593"/>
                      <a:pt x="2390" y="1594"/>
                      <a:pt x="2388" y="1595"/>
                    </a:cubicBezTo>
                    <a:lnTo>
                      <a:pt x="2396" y="1582"/>
                    </a:lnTo>
                    <a:lnTo>
                      <a:pt x="2388" y="1569"/>
                    </a:lnTo>
                    <a:lnTo>
                      <a:pt x="2377" y="1575"/>
                    </a:lnTo>
                    <a:cubicBezTo>
                      <a:pt x="2367" y="1539"/>
                      <a:pt x="2354" y="1504"/>
                      <a:pt x="2340" y="1470"/>
                    </a:cubicBezTo>
                    <a:cubicBezTo>
                      <a:pt x="2311" y="1402"/>
                      <a:pt x="2301" y="1378"/>
                      <a:pt x="2294" y="1378"/>
                    </a:cubicBezTo>
                    <a:cubicBezTo>
                      <a:pt x="2292" y="1378"/>
                      <a:pt x="2291" y="1380"/>
                      <a:pt x="2289" y="1382"/>
                    </a:cubicBezTo>
                    <a:cubicBezTo>
                      <a:pt x="2283" y="1388"/>
                      <a:pt x="2278" y="1390"/>
                      <a:pt x="2275" y="1390"/>
                    </a:cubicBezTo>
                    <a:cubicBezTo>
                      <a:pt x="2267" y="1390"/>
                      <a:pt x="2269" y="1379"/>
                      <a:pt x="2282" y="1366"/>
                    </a:cubicBezTo>
                    <a:cubicBezTo>
                      <a:pt x="2279" y="1359"/>
                      <a:pt x="2285" y="1338"/>
                      <a:pt x="2278" y="1322"/>
                    </a:cubicBezTo>
                    <a:cubicBezTo>
                      <a:pt x="2271" y="1306"/>
                      <a:pt x="2265" y="1289"/>
                      <a:pt x="2277" y="1285"/>
                    </a:cubicBezTo>
                    <a:lnTo>
                      <a:pt x="2274" y="1277"/>
                    </a:lnTo>
                    <a:cubicBezTo>
                      <a:pt x="2243" y="1270"/>
                      <a:pt x="2223" y="1220"/>
                      <a:pt x="2224" y="1190"/>
                    </a:cubicBezTo>
                    <a:cubicBezTo>
                      <a:pt x="2220" y="1174"/>
                      <a:pt x="2210" y="1160"/>
                      <a:pt x="2195" y="1152"/>
                    </a:cubicBezTo>
                    <a:cubicBezTo>
                      <a:pt x="2176" y="1141"/>
                      <a:pt x="2176" y="1141"/>
                      <a:pt x="2184" y="1127"/>
                    </a:cubicBezTo>
                    <a:cubicBezTo>
                      <a:pt x="2194" y="1123"/>
                      <a:pt x="2185" y="1075"/>
                      <a:pt x="2166" y="1075"/>
                    </a:cubicBezTo>
                    <a:cubicBezTo>
                      <a:pt x="2164" y="1075"/>
                      <a:pt x="2162" y="1075"/>
                      <a:pt x="2160" y="1076"/>
                    </a:cubicBezTo>
                    <a:lnTo>
                      <a:pt x="2167" y="1062"/>
                    </a:lnTo>
                    <a:cubicBezTo>
                      <a:pt x="2172" y="1052"/>
                      <a:pt x="2166" y="1048"/>
                      <a:pt x="2159" y="1048"/>
                    </a:cubicBezTo>
                    <a:cubicBezTo>
                      <a:pt x="2155" y="1048"/>
                      <a:pt x="2151" y="1049"/>
                      <a:pt x="2148" y="1050"/>
                    </a:cubicBezTo>
                    <a:cubicBezTo>
                      <a:pt x="2141" y="1054"/>
                      <a:pt x="2136" y="1055"/>
                      <a:pt x="2133" y="1055"/>
                    </a:cubicBezTo>
                    <a:cubicBezTo>
                      <a:pt x="2125" y="1055"/>
                      <a:pt x="2129" y="1045"/>
                      <a:pt x="2150" y="1027"/>
                    </a:cubicBezTo>
                    <a:cubicBezTo>
                      <a:pt x="2168" y="1018"/>
                      <a:pt x="2169" y="1011"/>
                      <a:pt x="2163" y="1011"/>
                    </a:cubicBezTo>
                    <a:lnTo>
                      <a:pt x="2163" y="1011"/>
                    </a:lnTo>
                    <a:cubicBezTo>
                      <a:pt x="2161" y="1011"/>
                      <a:pt x="2159" y="1011"/>
                      <a:pt x="2157" y="1012"/>
                    </a:cubicBezTo>
                    <a:cubicBezTo>
                      <a:pt x="2141" y="1010"/>
                      <a:pt x="2126" y="1007"/>
                      <a:pt x="2132" y="992"/>
                    </a:cubicBezTo>
                    <a:cubicBezTo>
                      <a:pt x="2129" y="987"/>
                      <a:pt x="2126" y="982"/>
                      <a:pt x="2118" y="982"/>
                    </a:cubicBezTo>
                    <a:cubicBezTo>
                      <a:pt x="2114" y="982"/>
                      <a:pt x="2109" y="983"/>
                      <a:pt x="2101" y="988"/>
                    </a:cubicBezTo>
                    <a:cubicBezTo>
                      <a:pt x="2098" y="989"/>
                      <a:pt x="2096" y="990"/>
                      <a:pt x="2094" y="990"/>
                    </a:cubicBezTo>
                    <a:cubicBezTo>
                      <a:pt x="2088" y="990"/>
                      <a:pt x="2084" y="983"/>
                      <a:pt x="2080" y="976"/>
                    </a:cubicBezTo>
                    <a:cubicBezTo>
                      <a:pt x="2087" y="973"/>
                      <a:pt x="2089" y="972"/>
                      <a:pt x="2094" y="972"/>
                    </a:cubicBezTo>
                    <a:cubicBezTo>
                      <a:pt x="2097" y="972"/>
                      <a:pt x="2100" y="972"/>
                      <a:pt x="2107" y="973"/>
                    </a:cubicBezTo>
                    <a:cubicBezTo>
                      <a:pt x="2108" y="975"/>
                      <a:pt x="2109" y="976"/>
                      <a:pt x="2109" y="976"/>
                    </a:cubicBezTo>
                    <a:cubicBezTo>
                      <a:pt x="2109" y="976"/>
                      <a:pt x="2104" y="968"/>
                      <a:pt x="2096" y="955"/>
                    </a:cubicBezTo>
                    <a:cubicBezTo>
                      <a:pt x="2092" y="947"/>
                      <a:pt x="2093" y="924"/>
                      <a:pt x="2103" y="917"/>
                    </a:cubicBezTo>
                    <a:cubicBezTo>
                      <a:pt x="2106" y="908"/>
                      <a:pt x="2106" y="901"/>
                      <a:pt x="2102" y="901"/>
                    </a:cubicBezTo>
                    <a:cubicBezTo>
                      <a:pt x="2099" y="901"/>
                      <a:pt x="2094" y="905"/>
                      <a:pt x="2087" y="915"/>
                    </a:cubicBezTo>
                    <a:cubicBezTo>
                      <a:pt x="2077" y="921"/>
                      <a:pt x="2072" y="925"/>
                      <a:pt x="2068" y="925"/>
                    </a:cubicBezTo>
                    <a:cubicBezTo>
                      <a:pt x="2064" y="925"/>
                      <a:pt x="2061" y="920"/>
                      <a:pt x="2055" y="911"/>
                    </a:cubicBezTo>
                    <a:cubicBezTo>
                      <a:pt x="2051" y="902"/>
                      <a:pt x="2044" y="895"/>
                      <a:pt x="2055" y="888"/>
                    </a:cubicBezTo>
                    <a:cubicBezTo>
                      <a:pt x="2065" y="881"/>
                      <a:pt x="2065" y="881"/>
                      <a:pt x="2053" y="864"/>
                    </a:cubicBezTo>
                    <a:cubicBezTo>
                      <a:pt x="2041" y="847"/>
                      <a:pt x="2016" y="841"/>
                      <a:pt x="1993" y="841"/>
                    </a:cubicBezTo>
                    <a:cubicBezTo>
                      <a:pt x="1981" y="841"/>
                      <a:pt x="1970" y="842"/>
                      <a:pt x="1961" y="845"/>
                    </a:cubicBezTo>
                    <a:cubicBezTo>
                      <a:pt x="1952" y="852"/>
                      <a:pt x="1948" y="856"/>
                      <a:pt x="1946" y="856"/>
                    </a:cubicBezTo>
                    <a:cubicBezTo>
                      <a:pt x="1945" y="856"/>
                      <a:pt x="1948" y="850"/>
                      <a:pt x="1955" y="837"/>
                    </a:cubicBezTo>
                    <a:cubicBezTo>
                      <a:pt x="1965" y="830"/>
                      <a:pt x="1959" y="822"/>
                      <a:pt x="1952" y="814"/>
                    </a:cubicBezTo>
                    <a:cubicBezTo>
                      <a:pt x="1950" y="816"/>
                      <a:pt x="1948" y="817"/>
                      <a:pt x="1947" y="817"/>
                    </a:cubicBezTo>
                    <a:cubicBezTo>
                      <a:pt x="1945" y="817"/>
                      <a:pt x="1946" y="812"/>
                      <a:pt x="1949" y="812"/>
                    </a:cubicBezTo>
                    <a:cubicBezTo>
                      <a:pt x="1950" y="812"/>
                      <a:pt x="1951" y="813"/>
                      <a:pt x="1952" y="814"/>
                    </a:cubicBezTo>
                    <a:cubicBezTo>
                      <a:pt x="1955" y="812"/>
                      <a:pt x="1958" y="811"/>
                      <a:pt x="1960" y="811"/>
                    </a:cubicBezTo>
                    <a:cubicBezTo>
                      <a:pt x="1966" y="811"/>
                      <a:pt x="1970" y="816"/>
                      <a:pt x="1974" y="822"/>
                    </a:cubicBezTo>
                    <a:lnTo>
                      <a:pt x="1984" y="814"/>
                    </a:lnTo>
                    <a:cubicBezTo>
                      <a:pt x="1994" y="796"/>
                      <a:pt x="1993" y="787"/>
                      <a:pt x="1981" y="787"/>
                    </a:cubicBezTo>
                    <a:cubicBezTo>
                      <a:pt x="1977" y="787"/>
                      <a:pt x="1972" y="788"/>
                      <a:pt x="1965" y="790"/>
                    </a:cubicBezTo>
                    <a:cubicBezTo>
                      <a:pt x="1963" y="790"/>
                      <a:pt x="1962" y="790"/>
                      <a:pt x="1960" y="790"/>
                    </a:cubicBezTo>
                    <a:cubicBezTo>
                      <a:pt x="1950" y="790"/>
                      <a:pt x="1950" y="790"/>
                      <a:pt x="1952" y="775"/>
                    </a:cubicBezTo>
                    <a:cubicBezTo>
                      <a:pt x="1955" y="762"/>
                      <a:pt x="1957" y="750"/>
                      <a:pt x="1953" y="750"/>
                    </a:cubicBezTo>
                    <a:lnTo>
                      <a:pt x="1953" y="750"/>
                    </a:lnTo>
                    <a:cubicBezTo>
                      <a:pt x="1952" y="750"/>
                      <a:pt x="1950" y="750"/>
                      <a:pt x="1949" y="752"/>
                    </a:cubicBezTo>
                    <a:cubicBezTo>
                      <a:pt x="1941" y="743"/>
                      <a:pt x="1936" y="732"/>
                      <a:pt x="1936" y="721"/>
                    </a:cubicBezTo>
                    <a:cubicBezTo>
                      <a:pt x="1926" y="711"/>
                      <a:pt x="1920" y="704"/>
                      <a:pt x="1913" y="704"/>
                    </a:cubicBezTo>
                    <a:cubicBezTo>
                      <a:pt x="1911" y="704"/>
                      <a:pt x="1909" y="705"/>
                      <a:pt x="1906" y="707"/>
                    </a:cubicBezTo>
                    <a:cubicBezTo>
                      <a:pt x="1903" y="711"/>
                      <a:pt x="1900" y="712"/>
                      <a:pt x="1897" y="712"/>
                    </a:cubicBezTo>
                    <a:cubicBezTo>
                      <a:pt x="1892" y="712"/>
                      <a:pt x="1888" y="707"/>
                      <a:pt x="1882" y="703"/>
                    </a:cubicBezTo>
                    <a:cubicBezTo>
                      <a:pt x="1878" y="699"/>
                      <a:pt x="1873" y="694"/>
                      <a:pt x="1868" y="694"/>
                    </a:cubicBezTo>
                    <a:cubicBezTo>
                      <a:pt x="1865" y="694"/>
                      <a:pt x="1863" y="695"/>
                      <a:pt x="1860" y="699"/>
                    </a:cubicBezTo>
                    <a:cubicBezTo>
                      <a:pt x="1855" y="704"/>
                      <a:pt x="1848" y="706"/>
                      <a:pt x="1841" y="706"/>
                    </a:cubicBezTo>
                    <a:cubicBezTo>
                      <a:pt x="1834" y="706"/>
                      <a:pt x="1826" y="703"/>
                      <a:pt x="1821" y="697"/>
                    </a:cubicBezTo>
                    <a:cubicBezTo>
                      <a:pt x="1798" y="694"/>
                      <a:pt x="1798" y="694"/>
                      <a:pt x="1807" y="668"/>
                    </a:cubicBezTo>
                    <a:cubicBezTo>
                      <a:pt x="1815" y="659"/>
                      <a:pt x="1807" y="653"/>
                      <a:pt x="1799" y="647"/>
                    </a:cubicBezTo>
                    <a:cubicBezTo>
                      <a:pt x="1794" y="640"/>
                      <a:pt x="1792" y="632"/>
                      <a:pt x="1792" y="625"/>
                    </a:cubicBezTo>
                    <a:cubicBezTo>
                      <a:pt x="1792" y="618"/>
                      <a:pt x="1791" y="616"/>
                      <a:pt x="1789" y="616"/>
                    </a:cubicBezTo>
                    <a:cubicBezTo>
                      <a:pt x="1786" y="616"/>
                      <a:pt x="1782" y="622"/>
                      <a:pt x="1777" y="628"/>
                    </a:cubicBezTo>
                    <a:lnTo>
                      <a:pt x="1761" y="648"/>
                    </a:lnTo>
                    <a:cubicBezTo>
                      <a:pt x="1754" y="641"/>
                      <a:pt x="1761" y="617"/>
                      <a:pt x="1768" y="606"/>
                    </a:cubicBezTo>
                    <a:cubicBezTo>
                      <a:pt x="1772" y="592"/>
                      <a:pt x="1773" y="585"/>
                      <a:pt x="1772" y="585"/>
                    </a:cubicBezTo>
                    <a:lnTo>
                      <a:pt x="1772" y="585"/>
                    </a:lnTo>
                    <a:cubicBezTo>
                      <a:pt x="1771" y="585"/>
                      <a:pt x="1767" y="590"/>
                      <a:pt x="1760" y="600"/>
                    </a:cubicBezTo>
                    <a:cubicBezTo>
                      <a:pt x="1756" y="605"/>
                      <a:pt x="1751" y="608"/>
                      <a:pt x="1746" y="608"/>
                    </a:cubicBezTo>
                    <a:cubicBezTo>
                      <a:pt x="1740" y="608"/>
                      <a:pt x="1734" y="604"/>
                      <a:pt x="1729" y="593"/>
                    </a:cubicBezTo>
                    <a:cubicBezTo>
                      <a:pt x="1713" y="581"/>
                      <a:pt x="1696" y="571"/>
                      <a:pt x="1703" y="561"/>
                    </a:cubicBezTo>
                    <a:cubicBezTo>
                      <a:pt x="1702" y="554"/>
                      <a:pt x="1697" y="548"/>
                      <a:pt x="1691" y="548"/>
                    </a:cubicBezTo>
                    <a:cubicBezTo>
                      <a:pt x="1689" y="548"/>
                      <a:pt x="1688" y="549"/>
                      <a:pt x="1686" y="549"/>
                    </a:cubicBezTo>
                    <a:cubicBezTo>
                      <a:pt x="1683" y="551"/>
                      <a:pt x="1680" y="551"/>
                      <a:pt x="1677" y="551"/>
                    </a:cubicBezTo>
                    <a:cubicBezTo>
                      <a:pt x="1666" y="551"/>
                      <a:pt x="1658" y="544"/>
                      <a:pt x="1644" y="524"/>
                    </a:cubicBezTo>
                    <a:cubicBezTo>
                      <a:pt x="1625" y="497"/>
                      <a:pt x="1617" y="486"/>
                      <a:pt x="1611" y="486"/>
                    </a:cubicBezTo>
                    <a:cubicBezTo>
                      <a:pt x="1607" y="486"/>
                      <a:pt x="1604" y="491"/>
                      <a:pt x="1599" y="500"/>
                    </a:cubicBezTo>
                    <a:cubicBezTo>
                      <a:pt x="1596" y="506"/>
                      <a:pt x="1593" y="512"/>
                      <a:pt x="1591" y="512"/>
                    </a:cubicBezTo>
                    <a:cubicBezTo>
                      <a:pt x="1590" y="512"/>
                      <a:pt x="1590" y="508"/>
                      <a:pt x="1591" y="496"/>
                    </a:cubicBezTo>
                    <a:cubicBezTo>
                      <a:pt x="1589" y="488"/>
                      <a:pt x="1585" y="485"/>
                      <a:pt x="1578" y="485"/>
                    </a:cubicBezTo>
                    <a:cubicBezTo>
                      <a:pt x="1571" y="485"/>
                      <a:pt x="1561" y="488"/>
                      <a:pt x="1550" y="489"/>
                    </a:cubicBezTo>
                    <a:cubicBezTo>
                      <a:pt x="1535" y="497"/>
                      <a:pt x="1525" y="519"/>
                      <a:pt x="1519" y="530"/>
                    </a:cubicBezTo>
                    <a:cubicBezTo>
                      <a:pt x="1514" y="543"/>
                      <a:pt x="1512" y="549"/>
                      <a:pt x="1509" y="549"/>
                    </a:cubicBezTo>
                    <a:cubicBezTo>
                      <a:pt x="1506" y="549"/>
                      <a:pt x="1503" y="543"/>
                      <a:pt x="1497" y="534"/>
                    </a:cubicBezTo>
                    <a:cubicBezTo>
                      <a:pt x="1488" y="527"/>
                      <a:pt x="1485" y="514"/>
                      <a:pt x="1490" y="504"/>
                    </a:cubicBezTo>
                    <a:cubicBezTo>
                      <a:pt x="1493" y="496"/>
                      <a:pt x="1497" y="495"/>
                      <a:pt x="1500" y="495"/>
                    </a:cubicBezTo>
                    <a:cubicBezTo>
                      <a:pt x="1502" y="495"/>
                      <a:pt x="1504" y="496"/>
                      <a:pt x="1504" y="496"/>
                    </a:cubicBezTo>
                    <a:lnTo>
                      <a:pt x="1513" y="500"/>
                    </a:lnTo>
                    <a:cubicBezTo>
                      <a:pt x="1517" y="488"/>
                      <a:pt x="1523" y="477"/>
                      <a:pt x="1505" y="469"/>
                    </a:cubicBezTo>
                    <a:cubicBezTo>
                      <a:pt x="1502" y="459"/>
                      <a:pt x="1497" y="454"/>
                      <a:pt x="1493" y="454"/>
                    </a:cubicBezTo>
                    <a:cubicBezTo>
                      <a:pt x="1490" y="454"/>
                      <a:pt x="1487" y="456"/>
                      <a:pt x="1486" y="461"/>
                    </a:cubicBezTo>
                    <a:cubicBezTo>
                      <a:pt x="1481" y="446"/>
                      <a:pt x="1462" y="439"/>
                      <a:pt x="1444" y="432"/>
                    </a:cubicBezTo>
                    <a:cubicBezTo>
                      <a:pt x="1425" y="425"/>
                      <a:pt x="1396" y="416"/>
                      <a:pt x="1390" y="400"/>
                    </a:cubicBezTo>
                    <a:cubicBezTo>
                      <a:pt x="1381" y="398"/>
                      <a:pt x="1374" y="395"/>
                      <a:pt x="1368" y="395"/>
                    </a:cubicBezTo>
                    <a:cubicBezTo>
                      <a:pt x="1363" y="395"/>
                      <a:pt x="1360" y="398"/>
                      <a:pt x="1358" y="404"/>
                    </a:cubicBezTo>
                    <a:cubicBezTo>
                      <a:pt x="1354" y="417"/>
                      <a:pt x="1350" y="423"/>
                      <a:pt x="1347" y="423"/>
                    </a:cubicBezTo>
                    <a:cubicBezTo>
                      <a:pt x="1345" y="423"/>
                      <a:pt x="1344" y="419"/>
                      <a:pt x="1346" y="414"/>
                    </a:cubicBezTo>
                    <a:cubicBezTo>
                      <a:pt x="1343" y="400"/>
                      <a:pt x="1312" y="382"/>
                      <a:pt x="1277" y="372"/>
                    </a:cubicBezTo>
                    <a:cubicBezTo>
                      <a:pt x="1258" y="367"/>
                      <a:pt x="1239" y="363"/>
                      <a:pt x="1225" y="363"/>
                    </a:cubicBezTo>
                    <a:cubicBezTo>
                      <a:pt x="1213" y="363"/>
                      <a:pt x="1204" y="366"/>
                      <a:pt x="1201" y="371"/>
                    </a:cubicBezTo>
                    <a:lnTo>
                      <a:pt x="1181" y="369"/>
                    </a:lnTo>
                    <a:cubicBezTo>
                      <a:pt x="1169" y="360"/>
                      <a:pt x="1142" y="354"/>
                      <a:pt x="1120" y="354"/>
                    </a:cubicBezTo>
                    <a:cubicBezTo>
                      <a:pt x="1106" y="354"/>
                      <a:pt x="1094" y="356"/>
                      <a:pt x="1090" y="361"/>
                    </a:cubicBezTo>
                    <a:lnTo>
                      <a:pt x="1060" y="360"/>
                    </a:lnTo>
                    <a:cubicBezTo>
                      <a:pt x="1050" y="354"/>
                      <a:pt x="1042" y="350"/>
                      <a:pt x="1036" y="350"/>
                    </a:cubicBezTo>
                    <a:cubicBezTo>
                      <a:pt x="1029" y="350"/>
                      <a:pt x="1024" y="354"/>
                      <a:pt x="1018" y="360"/>
                    </a:cubicBezTo>
                    <a:cubicBezTo>
                      <a:pt x="1012" y="370"/>
                      <a:pt x="1010" y="379"/>
                      <a:pt x="1010" y="379"/>
                    </a:cubicBezTo>
                    <a:cubicBezTo>
                      <a:pt x="1009" y="379"/>
                      <a:pt x="1009" y="377"/>
                      <a:pt x="1009" y="374"/>
                    </a:cubicBezTo>
                    <a:cubicBezTo>
                      <a:pt x="1009" y="365"/>
                      <a:pt x="999" y="362"/>
                      <a:pt x="979" y="362"/>
                    </a:cubicBezTo>
                    <a:cubicBezTo>
                      <a:pt x="971" y="362"/>
                      <a:pt x="960" y="362"/>
                      <a:pt x="948" y="363"/>
                    </a:cubicBezTo>
                    <a:cubicBezTo>
                      <a:pt x="907" y="368"/>
                      <a:pt x="907" y="368"/>
                      <a:pt x="919" y="379"/>
                    </a:cubicBezTo>
                    <a:cubicBezTo>
                      <a:pt x="905" y="385"/>
                      <a:pt x="896" y="387"/>
                      <a:pt x="890" y="387"/>
                    </a:cubicBezTo>
                    <a:cubicBezTo>
                      <a:pt x="879" y="387"/>
                      <a:pt x="878" y="380"/>
                      <a:pt x="877" y="371"/>
                    </a:cubicBezTo>
                    <a:cubicBezTo>
                      <a:pt x="880" y="360"/>
                      <a:pt x="878" y="355"/>
                      <a:pt x="874" y="355"/>
                    </a:cubicBezTo>
                    <a:cubicBezTo>
                      <a:pt x="869" y="355"/>
                      <a:pt x="861" y="365"/>
                      <a:pt x="859" y="387"/>
                    </a:cubicBezTo>
                    <a:cubicBezTo>
                      <a:pt x="855" y="404"/>
                      <a:pt x="846" y="412"/>
                      <a:pt x="839" y="412"/>
                    </a:cubicBezTo>
                    <a:cubicBezTo>
                      <a:pt x="835" y="412"/>
                      <a:pt x="832" y="409"/>
                      <a:pt x="831" y="405"/>
                    </a:cubicBezTo>
                    <a:cubicBezTo>
                      <a:pt x="829" y="393"/>
                      <a:pt x="839" y="390"/>
                      <a:pt x="849" y="389"/>
                    </a:cubicBezTo>
                    <a:lnTo>
                      <a:pt x="845" y="365"/>
                    </a:lnTo>
                    <a:cubicBezTo>
                      <a:pt x="835" y="366"/>
                      <a:pt x="835" y="366"/>
                      <a:pt x="827" y="379"/>
                    </a:cubicBezTo>
                    <a:cubicBezTo>
                      <a:pt x="827" y="379"/>
                      <a:pt x="817" y="381"/>
                      <a:pt x="809" y="396"/>
                    </a:cubicBezTo>
                    <a:cubicBezTo>
                      <a:pt x="802" y="408"/>
                      <a:pt x="805" y="424"/>
                      <a:pt x="817" y="433"/>
                    </a:cubicBezTo>
                    <a:cubicBezTo>
                      <a:pt x="829" y="443"/>
                      <a:pt x="820" y="445"/>
                      <a:pt x="810" y="447"/>
                    </a:cubicBezTo>
                    <a:cubicBezTo>
                      <a:pt x="789" y="440"/>
                      <a:pt x="785" y="427"/>
                      <a:pt x="792" y="413"/>
                    </a:cubicBezTo>
                    <a:cubicBezTo>
                      <a:pt x="802" y="411"/>
                      <a:pt x="800" y="398"/>
                      <a:pt x="797" y="386"/>
                    </a:cubicBezTo>
                    <a:cubicBezTo>
                      <a:pt x="796" y="384"/>
                      <a:pt x="795" y="383"/>
                      <a:pt x="793" y="383"/>
                    </a:cubicBezTo>
                    <a:cubicBezTo>
                      <a:pt x="783" y="383"/>
                      <a:pt x="750" y="413"/>
                      <a:pt x="747" y="436"/>
                    </a:cubicBezTo>
                    <a:lnTo>
                      <a:pt x="744" y="424"/>
                    </a:lnTo>
                    <a:cubicBezTo>
                      <a:pt x="742" y="419"/>
                      <a:pt x="738" y="417"/>
                      <a:pt x="732" y="417"/>
                    </a:cubicBezTo>
                    <a:cubicBezTo>
                      <a:pt x="724" y="417"/>
                      <a:pt x="713" y="420"/>
                      <a:pt x="702" y="423"/>
                    </a:cubicBezTo>
                    <a:cubicBezTo>
                      <a:pt x="683" y="430"/>
                      <a:pt x="674" y="432"/>
                      <a:pt x="678" y="444"/>
                    </a:cubicBezTo>
                    <a:cubicBezTo>
                      <a:pt x="682" y="455"/>
                      <a:pt x="686" y="468"/>
                      <a:pt x="677" y="471"/>
                    </a:cubicBezTo>
                    <a:cubicBezTo>
                      <a:pt x="678" y="471"/>
                      <a:pt x="679" y="470"/>
                      <a:pt x="679" y="470"/>
                    </a:cubicBezTo>
                    <a:cubicBezTo>
                      <a:pt x="687" y="470"/>
                      <a:pt x="690" y="481"/>
                      <a:pt x="693" y="491"/>
                    </a:cubicBezTo>
                    <a:cubicBezTo>
                      <a:pt x="681" y="488"/>
                      <a:pt x="670" y="483"/>
                      <a:pt x="659" y="478"/>
                    </a:cubicBezTo>
                    <a:cubicBezTo>
                      <a:pt x="644" y="467"/>
                      <a:pt x="627" y="462"/>
                      <a:pt x="610" y="462"/>
                    </a:cubicBezTo>
                    <a:cubicBezTo>
                      <a:pt x="597" y="462"/>
                      <a:pt x="583" y="465"/>
                      <a:pt x="571" y="471"/>
                    </a:cubicBezTo>
                    <a:cubicBezTo>
                      <a:pt x="557" y="478"/>
                      <a:pt x="535" y="487"/>
                      <a:pt x="520" y="487"/>
                    </a:cubicBezTo>
                    <a:cubicBezTo>
                      <a:pt x="517" y="487"/>
                      <a:pt x="513" y="487"/>
                      <a:pt x="511" y="486"/>
                    </a:cubicBezTo>
                    <a:cubicBezTo>
                      <a:pt x="494" y="495"/>
                      <a:pt x="485" y="499"/>
                      <a:pt x="491" y="510"/>
                    </a:cubicBezTo>
                    <a:lnTo>
                      <a:pt x="473" y="519"/>
                    </a:lnTo>
                    <a:cubicBezTo>
                      <a:pt x="470" y="518"/>
                      <a:pt x="466" y="517"/>
                      <a:pt x="463" y="517"/>
                    </a:cubicBezTo>
                    <a:cubicBezTo>
                      <a:pt x="452" y="517"/>
                      <a:pt x="442" y="525"/>
                      <a:pt x="447" y="534"/>
                    </a:cubicBezTo>
                    <a:cubicBezTo>
                      <a:pt x="445" y="551"/>
                      <a:pt x="430" y="545"/>
                      <a:pt x="421" y="549"/>
                    </a:cubicBezTo>
                    <a:cubicBezTo>
                      <a:pt x="409" y="545"/>
                      <a:pt x="402" y="542"/>
                      <a:pt x="399" y="542"/>
                    </a:cubicBezTo>
                    <a:lnTo>
                      <a:pt x="399" y="542"/>
                    </a:lnTo>
                    <a:cubicBezTo>
                      <a:pt x="395" y="542"/>
                      <a:pt x="402" y="549"/>
                      <a:pt x="419" y="565"/>
                    </a:cubicBezTo>
                    <a:cubicBezTo>
                      <a:pt x="423" y="572"/>
                      <a:pt x="433" y="575"/>
                      <a:pt x="443" y="575"/>
                    </a:cubicBezTo>
                    <a:cubicBezTo>
                      <a:pt x="449" y="575"/>
                      <a:pt x="454" y="574"/>
                      <a:pt x="457" y="572"/>
                    </a:cubicBezTo>
                    <a:cubicBezTo>
                      <a:pt x="466" y="566"/>
                      <a:pt x="474" y="562"/>
                      <a:pt x="483" y="557"/>
                    </a:cubicBezTo>
                    <a:lnTo>
                      <a:pt x="483" y="557"/>
                    </a:lnTo>
                    <a:cubicBezTo>
                      <a:pt x="476" y="565"/>
                      <a:pt x="469" y="574"/>
                      <a:pt x="464" y="583"/>
                    </a:cubicBezTo>
                    <a:cubicBezTo>
                      <a:pt x="456" y="588"/>
                      <a:pt x="446" y="608"/>
                      <a:pt x="452" y="619"/>
                    </a:cubicBezTo>
                    <a:cubicBezTo>
                      <a:pt x="452" y="619"/>
                      <a:pt x="459" y="629"/>
                      <a:pt x="451" y="635"/>
                    </a:cubicBezTo>
                    <a:lnTo>
                      <a:pt x="438" y="613"/>
                    </a:lnTo>
                    <a:cubicBezTo>
                      <a:pt x="438" y="600"/>
                      <a:pt x="435" y="586"/>
                      <a:pt x="426" y="576"/>
                    </a:cubicBezTo>
                    <a:cubicBezTo>
                      <a:pt x="417" y="570"/>
                      <a:pt x="407" y="567"/>
                      <a:pt x="398" y="567"/>
                    </a:cubicBezTo>
                    <a:cubicBezTo>
                      <a:pt x="386" y="567"/>
                      <a:pt x="377" y="574"/>
                      <a:pt x="385" y="586"/>
                    </a:cubicBezTo>
                    <a:cubicBezTo>
                      <a:pt x="381" y="589"/>
                      <a:pt x="379" y="591"/>
                      <a:pt x="376" y="591"/>
                    </a:cubicBezTo>
                    <a:cubicBezTo>
                      <a:pt x="373" y="591"/>
                      <a:pt x="370" y="590"/>
                      <a:pt x="363" y="588"/>
                    </a:cubicBezTo>
                    <a:cubicBezTo>
                      <a:pt x="360" y="584"/>
                      <a:pt x="358" y="583"/>
                      <a:pt x="356" y="583"/>
                    </a:cubicBezTo>
                    <a:cubicBezTo>
                      <a:pt x="352" y="583"/>
                      <a:pt x="349" y="591"/>
                      <a:pt x="354" y="609"/>
                    </a:cubicBezTo>
                    <a:cubicBezTo>
                      <a:pt x="357" y="626"/>
                      <a:pt x="356" y="634"/>
                      <a:pt x="348" y="634"/>
                    </a:cubicBezTo>
                    <a:cubicBezTo>
                      <a:pt x="344" y="634"/>
                      <a:pt x="338" y="632"/>
                      <a:pt x="329" y="627"/>
                    </a:cubicBezTo>
                    <a:cubicBezTo>
                      <a:pt x="325" y="626"/>
                      <a:pt x="321" y="625"/>
                      <a:pt x="317" y="625"/>
                    </a:cubicBezTo>
                    <a:cubicBezTo>
                      <a:pt x="291" y="625"/>
                      <a:pt x="267" y="645"/>
                      <a:pt x="274" y="654"/>
                    </a:cubicBezTo>
                    <a:cubicBezTo>
                      <a:pt x="289" y="672"/>
                      <a:pt x="270" y="690"/>
                      <a:pt x="255" y="690"/>
                    </a:cubicBezTo>
                    <a:cubicBezTo>
                      <a:pt x="255" y="690"/>
                      <a:pt x="254" y="690"/>
                      <a:pt x="253" y="690"/>
                    </a:cubicBezTo>
                    <a:cubicBezTo>
                      <a:pt x="250" y="689"/>
                      <a:pt x="248" y="689"/>
                      <a:pt x="246" y="689"/>
                    </a:cubicBezTo>
                    <a:cubicBezTo>
                      <a:pt x="235" y="689"/>
                      <a:pt x="230" y="696"/>
                      <a:pt x="231" y="709"/>
                    </a:cubicBezTo>
                    <a:cubicBezTo>
                      <a:pt x="226" y="704"/>
                      <a:pt x="220" y="702"/>
                      <a:pt x="216" y="702"/>
                    </a:cubicBezTo>
                    <a:cubicBezTo>
                      <a:pt x="210" y="702"/>
                      <a:pt x="206" y="705"/>
                      <a:pt x="207" y="713"/>
                    </a:cubicBezTo>
                    <a:cubicBezTo>
                      <a:pt x="207" y="713"/>
                      <a:pt x="199" y="720"/>
                      <a:pt x="216" y="722"/>
                    </a:cubicBezTo>
                    <a:cubicBezTo>
                      <a:pt x="216" y="722"/>
                      <a:pt x="217" y="738"/>
                      <a:pt x="219" y="755"/>
                    </a:cubicBezTo>
                    <a:cubicBezTo>
                      <a:pt x="221" y="752"/>
                      <a:pt x="223" y="752"/>
                      <a:pt x="225" y="752"/>
                    </a:cubicBezTo>
                    <a:cubicBezTo>
                      <a:pt x="231" y="752"/>
                      <a:pt x="237" y="758"/>
                      <a:pt x="244" y="765"/>
                    </a:cubicBezTo>
                    <a:cubicBezTo>
                      <a:pt x="251" y="772"/>
                      <a:pt x="232" y="784"/>
                      <a:pt x="203" y="784"/>
                    </a:cubicBezTo>
                    <a:cubicBezTo>
                      <a:pt x="195" y="784"/>
                      <a:pt x="186" y="783"/>
                      <a:pt x="177" y="780"/>
                    </a:cubicBezTo>
                    <a:cubicBezTo>
                      <a:pt x="166" y="779"/>
                      <a:pt x="155" y="778"/>
                      <a:pt x="144" y="778"/>
                    </a:cubicBezTo>
                    <a:lnTo>
                      <a:pt x="163" y="795"/>
                    </a:lnTo>
                    <a:cubicBezTo>
                      <a:pt x="159" y="800"/>
                      <a:pt x="154" y="805"/>
                      <a:pt x="149" y="805"/>
                    </a:cubicBezTo>
                    <a:cubicBezTo>
                      <a:pt x="146" y="805"/>
                      <a:pt x="144" y="804"/>
                      <a:pt x="141" y="802"/>
                    </a:cubicBezTo>
                    <a:cubicBezTo>
                      <a:pt x="136" y="798"/>
                      <a:pt x="133" y="796"/>
                      <a:pt x="131" y="796"/>
                    </a:cubicBezTo>
                    <a:cubicBezTo>
                      <a:pt x="129" y="796"/>
                      <a:pt x="127" y="797"/>
                      <a:pt x="124" y="800"/>
                    </a:cubicBezTo>
                    <a:cubicBezTo>
                      <a:pt x="121" y="806"/>
                      <a:pt x="122" y="814"/>
                      <a:pt x="127" y="816"/>
                    </a:cubicBezTo>
                    <a:cubicBezTo>
                      <a:pt x="143" y="830"/>
                      <a:pt x="146" y="832"/>
                      <a:pt x="138" y="832"/>
                    </a:cubicBezTo>
                    <a:cubicBezTo>
                      <a:pt x="137" y="832"/>
                      <a:pt x="134" y="832"/>
                      <a:pt x="131" y="832"/>
                    </a:cubicBezTo>
                    <a:cubicBezTo>
                      <a:pt x="124" y="830"/>
                      <a:pt x="119" y="829"/>
                      <a:pt x="115" y="829"/>
                    </a:cubicBezTo>
                    <a:cubicBezTo>
                      <a:pt x="103" y="829"/>
                      <a:pt x="102" y="838"/>
                      <a:pt x="112" y="855"/>
                    </a:cubicBezTo>
                    <a:cubicBezTo>
                      <a:pt x="123" y="864"/>
                      <a:pt x="128" y="868"/>
                      <a:pt x="125" y="868"/>
                    </a:cubicBezTo>
                    <a:cubicBezTo>
                      <a:pt x="123" y="868"/>
                      <a:pt x="117" y="866"/>
                      <a:pt x="106" y="863"/>
                    </a:cubicBezTo>
                    <a:cubicBezTo>
                      <a:pt x="102" y="859"/>
                      <a:pt x="96" y="858"/>
                      <a:pt x="91" y="858"/>
                    </a:cubicBezTo>
                    <a:cubicBezTo>
                      <a:pt x="84" y="858"/>
                      <a:pt x="78" y="860"/>
                      <a:pt x="74" y="864"/>
                    </a:cubicBezTo>
                    <a:lnTo>
                      <a:pt x="84" y="871"/>
                    </a:lnTo>
                    <a:cubicBezTo>
                      <a:pt x="104" y="887"/>
                      <a:pt x="98" y="895"/>
                      <a:pt x="83" y="895"/>
                    </a:cubicBezTo>
                    <a:cubicBezTo>
                      <a:pt x="80" y="893"/>
                      <a:pt x="78" y="892"/>
                      <a:pt x="76" y="892"/>
                    </a:cubicBezTo>
                    <a:cubicBezTo>
                      <a:pt x="70" y="892"/>
                      <a:pt x="66" y="901"/>
                      <a:pt x="66" y="919"/>
                    </a:cubicBezTo>
                    <a:cubicBezTo>
                      <a:pt x="57" y="931"/>
                      <a:pt x="52" y="939"/>
                      <a:pt x="45" y="939"/>
                    </a:cubicBezTo>
                    <a:cubicBezTo>
                      <a:pt x="43" y="939"/>
                      <a:pt x="41" y="939"/>
                      <a:pt x="39" y="937"/>
                    </a:cubicBezTo>
                    <a:cubicBezTo>
                      <a:pt x="30" y="931"/>
                      <a:pt x="24" y="928"/>
                      <a:pt x="23" y="928"/>
                    </a:cubicBezTo>
                    <a:lnTo>
                      <a:pt x="23" y="928"/>
                    </a:lnTo>
                    <a:cubicBezTo>
                      <a:pt x="21" y="928"/>
                      <a:pt x="25" y="933"/>
                      <a:pt x="33" y="945"/>
                    </a:cubicBezTo>
                    <a:cubicBezTo>
                      <a:pt x="39" y="961"/>
                      <a:pt x="39" y="961"/>
                      <a:pt x="17" y="971"/>
                    </a:cubicBezTo>
                    <a:cubicBezTo>
                      <a:pt x="1" y="973"/>
                      <a:pt x="1" y="973"/>
                      <a:pt x="8" y="989"/>
                    </a:cubicBezTo>
                    <a:cubicBezTo>
                      <a:pt x="22" y="997"/>
                      <a:pt x="32" y="1002"/>
                      <a:pt x="38" y="1002"/>
                    </a:cubicBezTo>
                    <a:cubicBezTo>
                      <a:pt x="41" y="1002"/>
                      <a:pt x="43" y="1001"/>
                      <a:pt x="45" y="999"/>
                    </a:cubicBezTo>
                    <a:cubicBezTo>
                      <a:pt x="47" y="994"/>
                      <a:pt x="48" y="992"/>
                      <a:pt x="50" y="992"/>
                    </a:cubicBezTo>
                    <a:cubicBezTo>
                      <a:pt x="52" y="992"/>
                      <a:pt x="55" y="993"/>
                      <a:pt x="60" y="997"/>
                    </a:cubicBezTo>
                    <a:cubicBezTo>
                      <a:pt x="60" y="997"/>
                      <a:pt x="56" y="1004"/>
                      <a:pt x="51" y="1013"/>
                    </a:cubicBezTo>
                    <a:cubicBezTo>
                      <a:pt x="43" y="1025"/>
                      <a:pt x="41" y="1039"/>
                      <a:pt x="43" y="1053"/>
                    </a:cubicBezTo>
                    <a:cubicBezTo>
                      <a:pt x="45" y="1066"/>
                      <a:pt x="54" y="1076"/>
                      <a:pt x="60" y="1076"/>
                    </a:cubicBezTo>
                    <a:cubicBezTo>
                      <a:pt x="64" y="1076"/>
                      <a:pt x="67" y="1072"/>
                      <a:pt x="66" y="1064"/>
                    </a:cubicBezTo>
                    <a:lnTo>
                      <a:pt x="82" y="1062"/>
                    </a:lnTo>
                    <a:cubicBezTo>
                      <a:pt x="92" y="1067"/>
                      <a:pt x="100" y="1070"/>
                      <a:pt x="105" y="1070"/>
                    </a:cubicBezTo>
                    <a:cubicBezTo>
                      <a:pt x="116" y="1070"/>
                      <a:pt x="113" y="1058"/>
                      <a:pt x="91" y="1046"/>
                    </a:cubicBezTo>
                    <a:cubicBezTo>
                      <a:pt x="69" y="1033"/>
                      <a:pt x="61" y="1029"/>
                      <a:pt x="67" y="1029"/>
                    </a:cubicBezTo>
                    <a:lnTo>
                      <a:pt x="67" y="1029"/>
                    </a:lnTo>
                    <a:cubicBezTo>
                      <a:pt x="70" y="1029"/>
                      <a:pt x="75" y="1030"/>
                      <a:pt x="84" y="1031"/>
                    </a:cubicBezTo>
                    <a:cubicBezTo>
                      <a:pt x="92" y="1036"/>
                      <a:pt x="98" y="1038"/>
                      <a:pt x="102" y="1038"/>
                    </a:cubicBezTo>
                    <a:cubicBezTo>
                      <a:pt x="110" y="1038"/>
                      <a:pt x="112" y="1033"/>
                      <a:pt x="115" y="1028"/>
                    </a:cubicBezTo>
                    <a:cubicBezTo>
                      <a:pt x="117" y="1024"/>
                      <a:pt x="118" y="1022"/>
                      <a:pt x="120" y="1022"/>
                    </a:cubicBezTo>
                    <a:cubicBezTo>
                      <a:pt x="122" y="1022"/>
                      <a:pt x="125" y="1024"/>
                      <a:pt x="130" y="1027"/>
                    </a:cubicBezTo>
                    <a:cubicBezTo>
                      <a:pt x="135" y="1030"/>
                      <a:pt x="141" y="1031"/>
                      <a:pt x="146" y="1031"/>
                    </a:cubicBezTo>
                    <a:cubicBezTo>
                      <a:pt x="153" y="1031"/>
                      <a:pt x="159" y="1029"/>
                      <a:pt x="161" y="1025"/>
                    </a:cubicBezTo>
                    <a:cubicBezTo>
                      <a:pt x="166" y="1018"/>
                      <a:pt x="166" y="1018"/>
                      <a:pt x="155" y="1011"/>
                    </a:cubicBezTo>
                    <a:cubicBezTo>
                      <a:pt x="155" y="1011"/>
                      <a:pt x="154" y="1011"/>
                      <a:pt x="154" y="1011"/>
                    </a:cubicBezTo>
                    <a:cubicBezTo>
                      <a:pt x="143" y="1011"/>
                      <a:pt x="148" y="1002"/>
                      <a:pt x="163" y="1002"/>
                    </a:cubicBezTo>
                    <a:cubicBezTo>
                      <a:pt x="167" y="1002"/>
                      <a:pt x="171" y="1002"/>
                      <a:pt x="176" y="1003"/>
                    </a:cubicBezTo>
                    <a:cubicBezTo>
                      <a:pt x="190" y="1003"/>
                      <a:pt x="190" y="1003"/>
                      <a:pt x="170" y="989"/>
                    </a:cubicBezTo>
                    <a:cubicBezTo>
                      <a:pt x="153" y="978"/>
                      <a:pt x="156" y="965"/>
                      <a:pt x="172" y="965"/>
                    </a:cubicBezTo>
                    <a:cubicBezTo>
                      <a:pt x="176" y="965"/>
                      <a:pt x="180" y="966"/>
                      <a:pt x="185" y="967"/>
                    </a:cubicBezTo>
                    <a:lnTo>
                      <a:pt x="196" y="953"/>
                    </a:lnTo>
                    <a:cubicBezTo>
                      <a:pt x="200" y="946"/>
                      <a:pt x="190" y="938"/>
                      <a:pt x="181" y="932"/>
                    </a:cubicBezTo>
                    <a:cubicBezTo>
                      <a:pt x="161" y="916"/>
                      <a:pt x="161" y="916"/>
                      <a:pt x="176" y="916"/>
                    </a:cubicBezTo>
                    <a:cubicBezTo>
                      <a:pt x="186" y="916"/>
                      <a:pt x="194" y="919"/>
                      <a:pt x="201" y="925"/>
                    </a:cubicBezTo>
                    <a:cubicBezTo>
                      <a:pt x="204" y="927"/>
                      <a:pt x="207" y="928"/>
                      <a:pt x="209" y="928"/>
                    </a:cubicBezTo>
                    <a:cubicBezTo>
                      <a:pt x="214" y="928"/>
                      <a:pt x="218" y="923"/>
                      <a:pt x="223" y="918"/>
                    </a:cubicBezTo>
                    <a:cubicBezTo>
                      <a:pt x="228" y="912"/>
                      <a:pt x="238" y="899"/>
                      <a:pt x="232" y="891"/>
                    </a:cubicBezTo>
                    <a:lnTo>
                      <a:pt x="232" y="891"/>
                    </a:lnTo>
                    <a:cubicBezTo>
                      <a:pt x="234" y="893"/>
                      <a:pt x="237" y="896"/>
                      <a:pt x="240" y="898"/>
                    </a:cubicBezTo>
                    <a:cubicBezTo>
                      <a:pt x="241" y="896"/>
                      <a:pt x="244" y="895"/>
                      <a:pt x="246" y="895"/>
                    </a:cubicBezTo>
                    <a:cubicBezTo>
                      <a:pt x="247" y="895"/>
                      <a:pt x="249" y="896"/>
                      <a:pt x="249" y="896"/>
                    </a:cubicBezTo>
                    <a:cubicBezTo>
                      <a:pt x="250" y="896"/>
                      <a:pt x="249" y="895"/>
                      <a:pt x="245" y="891"/>
                    </a:cubicBezTo>
                    <a:cubicBezTo>
                      <a:pt x="253" y="886"/>
                      <a:pt x="262" y="881"/>
                      <a:pt x="272" y="880"/>
                    </a:cubicBezTo>
                    <a:cubicBezTo>
                      <a:pt x="293" y="877"/>
                      <a:pt x="293" y="842"/>
                      <a:pt x="260" y="842"/>
                    </a:cubicBezTo>
                    <a:cubicBezTo>
                      <a:pt x="259" y="842"/>
                      <a:pt x="258" y="842"/>
                      <a:pt x="257" y="842"/>
                    </a:cubicBezTo>
                    <a:lnTo>
                      <a:pt x="257" y="842"/>
                    </a:lnTo>
                    <a:cubicBezTo>
                      <a:pt x="258" y="840"/>
                      <a:pt x="261" y="838"/>
                      <a:pt x="263" y="835"/>
                    </a:cubicBezTo>
                    <a:cubicBezTo>
                      <a:pt x="269" y="829"/>
                      <a:pt x="260" y="821"/>
                      <a:pt x="260" y="821"/>
                    </a:cubicBezTo>
                    <a:cubicBezTo>
                      <a:pt x="251" y="812"/>
                      <a:pt x="257" y="805"/>
                      <a:pt x="264" y="798"/>
                    </a:cubicBezTo>
                    <a:lnTo>
                      <a:pt x="282" y="816"/>
                    </a:lnTo>
                    <a:cubicBezTo>
                      <a:pt x="292" y="832"/>
                      <a:pt x="301" y="839"/>
                      <a:pt x="307" y="839"/>
                    </a:cubicBezTo>
                    <a:cubicBezTo>
                      <a:pt x="313" y="839"/>
                      <a:pt x="313" y="830"/>
                      <a:pt x="303" y="813"/>
                    </a:cubicBezTo>
                    <a:lnTo>
                      <a:pt x="303" y="813"/>
                    </a:lnTo>
                    <a:lnTo>
                      <a:pt x="312" y="822"/>
                    </a:lnTo>
                    <a:cubicBezTo>
                      <a:pt x="315" y="825"/>
                      <a:pt x="317" y="826"/>
                      <a:pt x="319" y="826"/>
                    </a:cubicBezTo>
                    <a:cubicBezTo>
                      <a:pt x="324" y="826"/>
                      <a:pt x="328" y="819"/>
                      <a:pt x="331" y="804"/>
                    </a:cubicBezTo>
                    <a:cubicBezTo>
                      <a:pt x="338" y="798"/>
                      <a:pt x="328" y="774"/>
                      <a:pt x="319" y="764"/>
                    </a:cubicBezTo>
                    <a:cubicBezTo>
                      <a:pt x="311" y="755"/>
                      <a:pt x="318" y="748"/>
                      <a:pt x="318" y="748"/>
                    </a:cubicBezTo>
                    <a:cubicBezTo>
                      <a:pt x="321" y="745"/>
                      <a:pt x="323" y="744"/>
                      <a:pt x="324" y="744"/>
                    </a:cubicBezTo>
                    <a:cubicBezTo>
                      <a:pt x="326" y="744"/>
                      <a:pt x="328" y="746"/>
                      <a:pt x="333" y="751"/>
                    </a:cubicBezTo>
                    <a:cubicBezTo>
                      <a:pt x="338" y="758"/>
                      <a:pt x="344" y="761"/>
                      <a:pt x="348" y="761"/>
                    </a:cubicBezTo>
                    <a:cubicBezTo>
                      <a:pt x="356" y="761"/>
                      <a:pt x="360" y="750"/>
                      <a:pt x="354" y="734"/>
                    </a:cubicBezTo>
                    <a:lnTo>
                      <a:pt x="354" y="734"/>
                    </a:lnTo>
                    <a:lnTo>
                      <a:pt x="362" y="744"/>
                    </a:lnTo>
                    <a:cubicBezTo>
                      <a:pt x="365" y="748"/>
                      <a:pt x="369" y="751"/>
                      <a:pt x="375" y="751"/>
                    </a:cubicBezTo>
                    <a:cubicBezTo>
                      <a:pt x="383" y="751"/>
                      <a:pt x="395" y="744"/>
                      <a:pt x="412" y="721"/>
                    </a:cubicBezTo>
                    <a:cubicBezTo>
                      <a:pt x="435" y="705"/>
                      <a:pt x="453" y="693"/>
                      <a:pt x="463" y="693"/>
                    </a:cubicBezTo>
                    <a:cubicBezTo>
                      <a:pt x="466" y="693"/>
                      <a:pt x="469" y="694"/>
                      <a:pt x="470" y="696"/>
                    </a:cubicBezTo>
                    <a:cubicBezTo>
                      <a:pt x="471" y="697"/>
                      <a:pt x="472" y="698"/>
                      <a:pt x="473" y="698"/>
                    </a:cubicBezTo>
                    <a:cubicBezTo>
                      <a:pt x="480" y="698"/>
                      <a:pt x="493" y="664"/>
                      <a:pt x="496" y="636"/>
                    </a:cubicBezTo>
                    <a:cubicBezTo>
                      <a:pt x="499" y="640"/>
                      <a:pt x="502" y="642"/>
                      <a:pt x="505" y="642"/>
                    </a:cubicBezTo>
                    <a:cubicBezTo>
                      <a:pt x="510" y="642"/>
                      <a:pt x="516" y="638"/>
                      <a:pt x="525" y="634"/>
                    </a:cubicBezTo>
                    <a:cubicBezTo>
                      <a:pt x="537" y="627"/>
                      <a:pt x="543" y="624"/>
                      <a:pt x="547" y="624"/>
                    </a:cubicBezTo>
                    <a:cubicBezTo>
                      <a:pt x="551" y="624"/>
                      <a:pt x="552" y="627"/>
                      <a:pt x="556" y="632"/>
                    </a:cubicBezTo>
                    <a:cubicBezTo>
                      <a:pt x="557" y="645"/>
                      <a:pt x="558" y="651"/>
                      <a:pt x="559" y="651"/>
                    </a:cubicBezTo>
                    <a:cubicBezTo>
                      <a:pt x="560" y="651"/>
                      <a:pt x="561" y="644"/>
                      <a:pt x="563" y="628"/>
                    </a:cubicBezTo>
                    <a:cubicBezTo>
                      <a:pt x="561" y="614"/>
                      <a:pt x="568" y="607"/>
                      <a:pt x="577" y="607"/>
                    </a:cubicBezTo>
                    <a:cubicBezTo>
                      <a:pt x="586" y="607"/>
                      <a:pt x="595" y="612"/>
                      <a:pt x="600" y="623"/>
                    </a:cubicBezTo>
                    <a:cubicBezTo>
                      <a:pt x="603" y="629"/>
                      <a:pt x="606" y="631"/>
                      <a:pt x="610" y="631"/>
                    </a:cubicBezTo>
                    <a:cubicBezTo>
                      <a:pt x="615" y="631"/>
                      <a:pt x="621" y="628"/>
                      <a:pt x="630" y="625"/>
                    </a:cubicBezTo>
                    <a:cubicBezTo>
                      <a:pt x="632" y="610"/>
                      <a:pt x="647" y="601"/>
                      <a:pt x="664" y="595"/>
                    </a:cubicBezTo>
                    <a:cubicBezTo>
                      <a:pt x="689" y="586"/>
                      <a:pt x="689" y="586"/>
                      <a:pt x="680" y="563"/>
                    </a:cubicBezTo>
                    <a:cubicBezTo>
                      <a:pt x="672" y="539"/>
                      <a:pt x="680" y="536"/>
                      <a:pt x="698" y="529"/>
                    </a:cubicBezTo>
                    <a:cubicBezTo>
                      <a:pt x="701" y="528"/>
                      <a:pt x="704" y="527"/>
                      <a:pt x="708" y="527"/>
                    </a:cubicBezTo>
                    <a:cubicBezTo>
                      <a:pt x="712" y="527"/>
                      <a:pt x="717" y="529"/>
                      <a:pt x="719" y="536"/>
                    </a:cubicBezTo>
                    <a:cubicBezTo>
                      <a:pt x="719" y="536"/>
                      <a:pt x="729" y="543"/>
                      <a:pt x="737" y="543"/>
                    </a:cubicBezTo>
                    <a:cubicBezTo>
                      <a:pt x="738" y="543"/>
                      <a:pt x="738" y="543"/>
                      <a:pt x="739" y="543"/>
                    </a:cubicBezTo>
                    <a:cubicBezTo>
                      <a:pt x="743" y="542"/>
                      <a:pt x="747" y="541"/>
                      <a:pt x="750" y="541"/>
                    </a:cubicBezTo>
                    <a:cubicBezTo>
                      <a:pt x="755" y="541"/>
                      <a:pt x="759" y="543"/>
                      <a:pt x="761" y="549"/>
                    </a:cubicBezTo>
                    <a:cubicBezTo>
                      <a:pt x="766" y="554"/>
                      <a:pt x="774" y="556"/>
                      <a:pt x="781" y="556"/>
                    </a:cubicBezTo>
                    <a:cubicBezTo>
                      <a:pt x="784" y="556"/>
                      <a:pt x="786" y="556"/>
                      <a:pt x="789" y="555"/>
                    </a:cubicBezTo>
                    <a:cubicBezTo>
                      <a:pt x="797" y="553"/>
                      <a:pt x="806" y="551"/>
                      <a:pt x="812" y="551"/>
                    </a:cubicBezTo>
                    <a:cubicBezTo>
                      <a:pt x="819" y="551"/>
                      <a:pt x="824" y="553"/>
                      <a:pt x="826" y="560"/>
                    </a:cubicBezTo>
                    <a:cubicBezTo>
                      <a:pt x="835" y="557"/>
                      <a:pt x="835" y="557"/>
                      <a:pt x="832" y="545"/>
                    </a:cubicBezTo>
                    <a:cubicBezTo>
                      <a:pt x="830" y="535"/>
                      <a:pt x="833" y="523"/>
                      <a:pt x="855" y="523"/>
                    </a:cubicBezTo>
                    <a:cubicBezTo>
                      <a:pt x="860" y="523"/>
                      <a:pt x="866" y="523"/>
                      <a:pt x="873" y="525"/>
                    </a:cubicBezTo>
                    <a:cubicBezTo>
                      <a:pt x="890" y="521"/>
                      <a:pt x="916" y="517"/>
                      <a:pt x="914" y="506"/>
                    </a:cubicBezTo>
                    <a:cubicBezTo>
                      <a:pt x="916" y="506"/>
                      <a:pt x="918" y="505"/>
                      <a:pt x="919" y="505"/>
                    </a:cubicBezTo>
                    <a:cubicBezTo>
                      <a:pt x="923" y="505"/>
                      <a:pt x="924" y="507"/>
                      <a:pt x="925" y="517"/>
                    </a:cubicBezTo>
                    <a:cubicBezTo>
                      <a:pt x="927" y="529"/>
                      <a:pt x="931" y="535"/>
                      <a:pt x="937" y="535"/>
                    </a:cubicBezTo>
                    <a:cubicBezTo>
                      <a:pt x="944" y="535"/>
                      <a:pt x="952" y="528"/>
                      <a:pt x="960" y="514"/>
                    </a:cubicBezTo>
                    <a:cubicBezTo>
                      <a:pt x="960" y="507"/>
                      <a:pt x="962" y="504"/>
                      <a:pt x="965" y="504"/>
                    </a:cubicBezTo>
                    <a:cubicBezTo>
                      <a:pt x="969" y="504"/>
                      <a:pt x="973" y="507"/>
                      <a:pt x="978" y="512"/>
                    </a:cubicBezTo>
                    <a:cubicBezTo>
                      <a:pt x="985" y="510"/>
                      <a:pt x="991" y="506"/>
                      <a:pt x="995" y="499"/>
                    </a:cubicBezTo>
                    <a:cubicBezTo>
                      <a:pt x="999" y="492"/>
                      <a:pt x="1002" y="489"/>
                      <a:pt x="1005" y="489"/>
                    </a:cubicBezTo>
                    <a:cubicBezTo>
                      <a:pt x="1009" y="489"/>
                      <a:pt x="1013" y="492"/>
                      <a:pt x="1022" y="498"/>
                    </a:cubicBezTo>
                    <a:cubicBezTo>
                      <a:pt x="1022" y="509"/>
                      <a:pt x="1028" y="510"/>
                      <a:pt x="1036" y="510"/>
                    </a:cubicBezTo>
                    <a:cubicBezTo>
                      <a:pt x="1037" y="510"/>
                      <a:pt x="1038" y="510"/>
                      <a:pt x="1040" y="510"/>
                    </a:cubicBezTo>
                    <a:cubicBezTo>
                      <a:pt x="1046" y="505"/>
                      <a:pt x="1065" y="503"/>
                      <a:pt x="1085" y="503"/>
                    </a:cubicBezTo>
                    <a:cubicBezTo>
                      <a:pt x="1119" y="503"/>
                      <a:pt x="1159" y="509"/>
                      <a:pt x="1163" y="518"/>
                    </a:cubicBezTo>
                    <a:cubicBezTo>
                      <a:pt x="1171" y="510"/>
                      <a:pt x="1172" y="508"/>
                      <a:pt x="1177" y="508"/>
                    </a:cubicBezTo>
                    <a:cubicBezTo>
                      <a:pt x="1178" y="508"/>
                      <a:pt x="1180" y="508"/>
                      <a:pt x="1182" y="508"/>
                    </a:cubicBezTo>
                    <a:cubicBezTo>
                      <a:pt x="1184" y="518"/>
                      <a:pt x="1187" y="523"/>
                      <a:pt x="1190" y="523"/>
                    </a:cubicBezTo>
                    <a:cubicBezTo>
                      <a:pt x="1195" y="523"/>
                      <a:pt x="1199" y="513"/>
                      <a:pt x="1202" y="498"/>
                    </a:cubicBezTo>
                    <a:lnTo>
                      <a:pt x="1193" y="497"/>
                    </a:lnTo>
                    <a:lnTo>
                      <a:pt x="1184" y="496"/>
                    </a:lnTo>
                    <a:cubicBezTo>
                      <a:pt x="1186" y="485"/>
                      <a:pt x="1191" y="479"/>
                      <a:pt x="1197" y="479"/>
                    </a:cubicBezTo>
                    <a:cubicBezTo>
                      <a:pt x="1204" y="479"/>
                      <a:pt x="1212" y="490"/>
                      <a:pt x="1209" y="512"/>
                    </a:cubicBezTo>
                    <a:cubicBezTo>
                      <a:pt x="1211" y="526"/>
                      <a:pt x="1212" y="532"/>
                      <a:pt x="1215" y="532"/>
                    </a:cubicBezTo>
                    <a:cubicBezTo>
                      <a:pt x="1217" y="532"/>
                      <a:pt x="1220" y="527"/>
                      <a:pt x="1226" y="516"/>
                    </a:cubicBezTo>
                    <a:cubicBezTo>
                      <a:pt x="1232" y="505"/>
                      <a:pt x="1238" y="499"/>
                      <a:pt x="1242" y="499"/>
                    </a:cubicBezTo>
                    <a:cubicBezTo>
                      <a:pt x="1247" y="499"/>
                      <a:pt x="1251" y="506"/>
                      <a:pt x="1253" y="520"/>
                    </a:cubicBezTo>
                    <a:cubicBezTo>
                      <a:pt x="1250" y="533"/>
                      <a:pt x="1248" y="539"/>
                      <a:pt x="1250" y="539"/>
                    </a:cubicBezTo>
                    <a:cubicBezTo>
                      <a:pt x="1251" y="539"/>
                      <a:pt x="1254" y="533"/>
                      <a:pt x="1262" y="521"/>
                    </a:cubicBezTo>
                    <a:cubicBezTo>
                      <a:pt x="1275" y="498"/>
                      <a:pt x="1290" y="486"/>
                      <a:pt x="1300" y="486"/>
                    </a:cubicBezTo>
                    <a:cubicBezTo>
                      <a:pt x="1309" y="486"/>
                      <a:pt x="1314" y="497"/>
                      <a:pt x="1308" y="520"/>
                    </a:cubicBezTo>
                    <a:cubicBezTo>
                      <a:pt x="1301" y="545"/>
                      <a:pt x="1306" y="560"/>
                      <a:pt x="1315" y="562"/>
                    </a:cubicBezTo>
                    <a:cubicBezTo>
                      <a:pt x="1316" y="562"/>
                      <a:pt x="1316" y="562"/>
                      <a:pt x="1316" y="562"/>
                    </a:cubicBezTo>
                    <a:cubicBezTo>
                      <a:pt x="1324" y="562"/>
                      <a:pt x="1327" y="551"/>
                      <a:pt x="1330" y="539"/>
                    </a:cubicBezTo>
                    <a:cubicBezTo>
                      <a:pt x="1329" y="527"/>
                      <a:pt x="1331" y="521"/>
                      <a:pt x="1334" y="521"/>
                    </a:cubicBezTo>
                    <a:cubicBezTo>
                      <a:pt x="1337" y="521"/>
                      <a:pt x="1342" y="529"/>
                      <a:pt x="1347" y="545"/>
                    </a:cubicBezTo>
                    <a:cubicBezTo>
                      <a:pt x="1357" y="575"/>
                      <a:pt x="1367" y="587"/>
                      <a:pt x="1383" y="587"/>
                    </a:cubicBezTo>
                    <a:cubicBezTo>
                      <a:pt x="1391" y="587"/>
                      <a:pt x="1400" y="584"/>
                      <a:pt x="1411" y="580"/>
                    </a:cubicBezTo>
                    <a:cubicBezTo>
                      <a:pt x="1423" y="576"/>
                      <a:pt x="1434" y="575"/>
                      <a:pt x="1443" y="575"/>
                    </a:cubicBezTo>
                    <a:cubicBezTo>
                      <a:pt x="1462" y="575"/>
                      <a:pt x="1467" y="583"/>
                      <a:pt x="1443" y="592"/>
                    </a:cubicBezTo>
                    <a:cubicBezTo>
                      <a:pt x="1426" y="603"/>
                      <a:pt x="1420" y="607"/>
                      <a:pt x="1424" y="607"/>
                    </a:cubicBezTo>
                    <a:cubicBezTo>
                      <a:pt x="1427" y="607"/>
                      <a:pt x="1431" y="606"/>
                      <a:pt x="1439" y="604"/>
                    </a:cubicBezTo>
                    <a:cubicBezTo>
                      <a:pt x="1454" y="610"/>
                      <a:pt x="1470" y="618"/>
                      <a:pt x="1478" y="622"/>
                    </a:cubicBezTo>
                    <a:cubicBezTo>
                      <a:pt x="1479" y="623"/>
                      <a:pt x="1480" y="623"/>
                      <a:pt x="1482" y="623"/>
                    </a:cubicBezTo>
                    <a:cubicBezTo>
                      <a:pt x="1490" y="623"/>
                      <a:pt x="1500" y="616"/>
                      <a:pt x="1505" y="607"/>
                    </a:cubicBezTo>
                    <a:lnTo>
                      <a:pt x="1505" y="607"/>
                    </a:lnTo>
                    <a:cubicBezTo>
                      <a:pt x="1502" y="627"/>
                      <a:pt x="1508" y="642"/>
                      <a:pt x="1523" y="642"/>
                    </a:cubicBezTo>
                    <a:cubicBezTo>
                      <a:pt x="1527" y="642"/>
                      <a:pt x="1532" y="641"/>
                      <a:pt x="1538" y="638"/>
                    </a:cubicBezTo>
                    <a:lnTo>
                      <a:pt x="1554" y="646"/>
                    </a:lnTo>
                    <a:cubicBezTo>
                      <a:pt x="1557" y="648"/>
                      <a:pt x="1559" y="649"/>
                      <a:pt x="1561" y="649"/>
                    </a:cubicBezTo>
                    <a:cubicBezTo>
                      <a:pt x="1564" y="649"/>
                      <a:pt x="1567" y="647"/>
                      <a:pt x="1575" y="644"/>
                    </a:cubicBezTo>
                    <a:cubicBezTo>
                      <a:pt x="1578" y="643"/>
                      <a:pt x="1579" y="642"/>
                      <a:pt x="1581" y="642"/>
                    </a:cubicBezTo>
                    <a:cubicBezTo>
                      <a:pt x="1589" y="642"/>
                      <a:pt x="1591" y="655"/>
                      <a:pt x="1591" y="668"/>
                    </a:cubicBezTo>
                    <a:cubicBezTo>
                      <a:pt x="1592" y="680"/>
                      <a:pt x="1593" y="692"/>
                      <a:pt x="1596" y="692"/>
                    </a:cubicBezTo>
                    <a:cubicBezTo>
                      <a:pt x="1597" y="692"/>
                      <a:pt x="1599" y="691"/>
                      <a:pt x="1600" y="688"/>
                    </a:cubicBezTo>
                    <a:cubicBezTo>
                      <a:pt x="1607" y="677"/>
                      <a:pt x="1628" y="676"/>
                      <a:pt x="1643" y="670"/>
                    </a:cubicBezTo>
                    <a:cubicBezTo>
                      <a:pt x="1645" y="670"/>
                      <a:pt x="1647" y="669"/>
                      <a:pt x="1648" y="669"/>
                    </a:cubicBezTo>
                    <a:lnTo>
                      <a:pt x="1648" y="669"/>
                    </a:lnTo>
                    <a:cubicBezTo>
                      <a:pt x="1657" y="669"/>
                      <a:pt x="1655" y="681"/>
                      <a:pt x="1643" y="685"/>
                    </a:cubicBezTo>
                    <a:cubicBezTo>
                      <a:pt x="1636" y="696"/>
                      <a:pt x="1636" y="696"/>
                      <a:pt x="1644" y="716"/>
                    </a:cubicBezTo>
                    <a:cubicBezTo>
                      <a:pt x="1648" y="720"/>
                      <a:pt x="1656" y="726"/>
                      <a:pt x="1663" y="726"/>
                    </a:cubicBezTo>
                    <a:cubicBezTo>
                      <a:pt x="1666" y="726"/>
                      <a:pt x="1669" y="725"/>
                      <a:pt x="1672" y="722"/>
                    </a:cubicBezTo>
                    <a:cubicBezTo>
                      <a:pt x="1673" y="720"/>
                      <a:pt x="1675" y="720"/>
                      <a:pt x="1677" y="720"/>
                    </a:cubicBezTo>
                    <a:cubicBezTo>
                      <a:pt x="1691" y="720"/>
                      <a:pt x="1722" y="746"/>
                      <a:pt x="1720" y="759"/>
                    </a:cubicBezTo>
                    <a:lnTo>
                      <a:pt x="1733" y="770"/>
                    </a:lnTo>
                    <a:cubicBezTo>
                      <a:pt x="1740" y="776"/>
                      <a:pt x="1756" y="772"/>
                      <a:pt x="1761" y="778"/>
                    </a:cubicBezTo>
                    <a:cubicBezTo>
                      <a:pt x="1766" y="781"/>
                      <a:pt x="1771" y="783"/>
                      <a:pt x="1776" y="783"/>
                    </a:cubicBezTo>
                    <a:cubicBezTo>
                      <a:pt x="1778" y="783"/>
                      <a:pt x="1780" y="782"/>
                      <a:pt x="1783" y="781"/>
                    </a:cubicBezTo>
                    <a:cubicBezTo>
                      <a:pt x="1789" y="787"/>
                      <a:pt x="1796" y="794"/>
                      <a:pt x="1787" y="803"/>
                    </a:cubicBezTo>
                    <a:cubicBezTo>
                      <a:pt x="1797" y="798"/>
                      <a:pt x="1803" y="795"/>
                      <a:pt x="1806" y="795"/>
                    </a:cubicBezTo>
                    <a:lnTo>
                      <a:pt x="1806" y="795"/>
                    </a:lnTo>
                    <a:cubicBezTo>
                      <a:pt x="1810" y="795"/>
                      <a:pt x="1807" y="801"/>
                      <a:pt x="1801" y="815"/>
                    </a:cubicBezTo>
                    <a:cubicBezTo>
                      <a:pt x="1791" y="825"/>
                      <a:pt x="1786" y="829"/>
                      <a:pt x="1788" y="829"/>
                    </a:cubicBezTo>
                    <a:cubicBezTo>
                      <a:pt x="1790" y="829"/>
                      <a:pt x="1795" y="826"/>
                      <a:pt x="1806" y="821"/>
                    </a:cubicBezTo>
                    <a:cubicBezTo>
                      <a:pt x="1811" y="820"/>
                      <a:pt x="1814" y="820"/>
                      <a:pt x="1816" y="820"/>
                    </a:cubicBezTo>
                    <a:cubicBezTo>
                      <a:pt x="1822" y="820"/>
                      <a:pt x="1821" y="823"/>
                      <a:pt x="1819" y="834"/>
                    </a:cubicBezTo>
                    <a:cubicBezTo>
                      <a:pt x="1813" y="840"/>
                      <a:pt x="1813" y="845"/>
                      <a:pt x="1817" y="845"/>
                    </a:cubicBezTo>
                    <a:cubicBezTo>
                      <a:pt x="1819" y="845"/>
                      <a:pt x="1822" y="843"/>
                      <a:pt x="1825" y="841"/>
                    </a:cubicBezTo>
                    <a:cubicBezTo>
                      <a:pt x="1832" y="838"/>
                      <a:pt x="1839" y="836"/>
                      <a:pt x="1845" y="836"/>
                    </a:cubicBezTo>
                    <a:cubicBezTo>
                      <a:pt x="1861" y="836"/>
                      <a:pt x="1872" y="846"/>
                      <a:pt x="1859" y="858"/>
                    </a:cubicBezTo>
                    <a:cubicBezTo>
                      <a:pt x="1863" y="862"/>
                      <a:pt x="1868" y="864"/>
                      <a:pt x="1874" y="864"/>
                    </a:cubicBezTo>
                    <a:cubicBezTo>
                      <a:pt x="1876" y="864"/>
                      <a:pt x="1877" y="864"/>
                      <a:pt x="1879" y="863"/>
                    </a:cubicBezTo>
                    <a:cubicBezTo>
                      <a:pt x="1890" y="859"/>
                      <a:pt x="1896" y="857"/>
                      <a:pt x="1898" y="857"/>
                    </a:cubicBezTo>
                    <a:lnTo>
                      <a:pt x="1898" y="857"/>
                    </a:lnTo>
                    <a:cubicBezTo>
                      <a:pt x="1901" y="857"/>
                      <a:pt x="1896" y="861"/>
                      <a:pt x="1885" y="871"/>
                    </a:cubicBezTo>
                    <a:cubicBezTo>
                      <a:pt x="1875" y="887"/>
                      <a:pt x="1875" y="895"/>
                      <a:pt x="1885" y="895"/>
                    </a:cubicBezTo>
                    <a:cubicBezTo>
                      <a:pt x="1890" y="895"/>
                      <a:pt x="1895" y="894"/>
                      <a:pt x="1903" y="891"/>
                    </a:cubicBezTo>
                    <a:cubicBezTo>
                      <a:pt x="1903" y="891"/>
                      <a:pt x="1918" y="891"/>
                      <a:pt x="1914" y="906"/>
                    </a:cubicBezTo>
                    <a:cubicBezTo>
                      <a:pt x="1915" y="924"/>
                      <a:pt x="1929" y="963"/>
                      <a:pt x="1943" y="963"/>
                    </a:cubicBezTo>
                    <a:cubicBezTo>
                      <a:pt x="1945" y="963"/>
                      <a:pt x="1948" y="961"/>
                      <a:pt x="1951" y="957"/>
                    </a:cubicBezTo>
                    <a:cubicBezTo>
                      <a:pt x="1954" y="962"/>
                      <a:pt x="1957" y="967"/>
                      <a:pt x="1961" y="973"/>
                    </a:cubicBezTo>
                    <a:cubicBezTo>
                      <a:pt x="1960" y="994"/>
                      <a:pt x="1964" y="1002"/>
                      <a:pt x="1980" y="1003"/>
                    </a:cubicBezTo>
                    <a:lnTo>
                      <a:pt x="1994" y="1004"/>
                    </a:lnTo>
                    <a:cubicBezTo>
                      <a:pt x="1984" y="1011"/>
                      <a:pt x="1978" y="1026"/>
                      <a:pt x="1982" y="1032"/>
                    </a:cubicBezTo>
                    <a:cubicBezTo>
                      <a:pt x="1985" y="1037"/>
                      <a:pt x="1986" y="1039"/>
                      <a:pt x="1988" y="1039"/>
                    </a:cubicBezTo>
                    <a:cubicBezTo>
                      <a:pt x="1990" y="1039"/>
                      <a:pt x="1993" y="1037"/>
                      <a:pt x="1998" y="1035"/>
                    </a:cubicBezTo>
                    <a:cubicBezTo>
                      <a:pt x="2001" y="1029"/>
                      <a:pt x="2003" y="1027"/>
                      <a:pt x="2005" y="1027"/>
                    </a:cubicBezTo>
                    <a:cubicBezTo>
                      <a:pt x="2008" y="1027"/>
                      <a:pt x="2011" y="1031"/>
                      <a:pt x="2014" y="1036"/>
                    </a:cubicBezTo>
                    <a:cubicBezTo>
                      <a:pt x="2018" y="1044"/>
                      <a:pt x="2011" y="1058"/>
                      <a:pt x="2000" y="1064"/>
                    </a:cubicBezTo>
                    <a:lnTo>
                      <a:pt x="2003" y="1072"/>
                    </a:lnTo>
                    <a:cubicBezTo>
                      <a:pt x="2012" y="1068"/>
                      <a:pt x="2018" y="1066"/>
                      <a:pt x="2021" y="1066"/>
                    </a:cubicBezTo>
                    <a:cubicBezTo>
                      <a:pt x="2027" y="1066"/>
                      <a:pt x="2026" y="1070"/>
                      <a:pt x="2019" y="1074"/>
                    </a:cubicBezTo>
                    <a:cubicBezTo>
                      <a:pt x="2014" y="1083"/>
                      <a:pt x="2015" y="1095"/>
                      <a:pt x="2020" y="1103"/>
                    </a:cubicBezTo>
                    <a:cubicBezTo>
                      <a:pt x="2022" y="1102"/>
                      <a:pt x="2024" y="1102"/>
                      <a:pt x="2024" y="1102"/>
                    </a:cubicBezTo>
                    <a:lnTo>
                      <a:pt x="2024" y="1102"/>
                    </a:lnTo>
                    <a:cubicBezTo>
                      <a:pt x="2028" y="1102"/>
                      <a:pt x="2026" y="1106"/>
                      <a:pt x="2023" y="1106"/>
                    </a:cubicBezTo>
                    <a:cubicBezTo>
                      <a:pt x="2022" y="1106"/>
                      <a:pt x="2021" y="1105"/>
                      <a:pt x="2020" y="1103"/>
                    </a:cubicBezTo>
                    <a:lnTo>
                      <a:pt x="2009" y="1110"/>
                    </a:lnTo>
                    <a:cubicBezTo>
                      <a:pt x="2005" y="1116"/>
                      <a:pt x="2006" y="1118"/>
                      <a:pt x="2008" y="1118"/>
                    </a:cubicBezTo>
                    <a:cubicBezTo>
                      <a:pt x="2011" y="1118"/>
                      <a:pt x="2018" y="1115"/>
                      <a:pt x="2024" y="1112"/>
                    </a:cubicBezTo>
                    <a:cubicBezTo>
                      <a:pt x="2024" y="1112"/>
                      <a:pt x="2028" y="1120"/>
                      <a:pt x="2031" y="1128"/>
                    </a:cubicBezTo>
                    <a:cubicBezTo>
                      <a:pt x="2034" y="1132"/>
                      <a:pt x="2036" y="1137"/>
                      <a:pt x="2040" y="1137"/>
                    </a:cubicBezTo>
                    <a:cubicBezTo>
                      <a:pt x="2042" y="1137"/>
                      <a:pt x="2044" y="1135"/>
                      <a:pt x="2047" y="1130"/>
                    </a:cubicBezTo>
                    <a:cubicBezTo>
                      <a:pt x="2054" y="1126"/>
                      <a:pt x="2061" y="1123"/>
                      <a:pt x="2066" y="1123"/>
                    </a:cubicBezTo>
                    <a:cubicBezTo>
                      <a:pt x="2070" y="1123"/>
                      <a:pt x="2072" y="1124"/>
                      <a:pt x="2074" y="1128"/>
                    </a:cubicBezTo>
                    <a:cubicBezTo>
                      <a:pt x="2076" y="1127"/>
                      <a:pt x="2077" y="1126"/>
                      <a:pt x="2078" y="1126"/>
                    </a:cubicBezTo>
                    <a:lnTo>
                      <a:pt x="2078" y="1126"/>
                    </a:lnTo>
                    <a:cubicBezTo>
                      <a:pt x="2081" y="1126"/>
                      <a:pt x="2079" y="1130"/>
                      <a:pt x="2077" y="1130"/>
                    </a:cubicBezTo>
                    <a:cubicBezTo>
                      <a:pt x="2076" y="1130"/>
                      <a:pt x="2075" y="1130"/>
                      <a:pt x="2074" y="1128"/>
                    </a:cubicBezTo>
                    <a:cubicBezTo>
                      <a:pt x="2062" y="1132"/>
                      <a:pt x="2051" y="1138"/>
                      <a:pt x="2055" y="1146"/>
                    </a:cubicBezTo>
                    <a:cubicBezTo>
                      <a:pt x="2058" y="1155"/>
                      <a:pt x="2047" y="1159"/>
                      <a:pt x="2047" y="1159"/>
                    </a:cubicBezTo>
                    <a:cubicBezTo>
                      <a:pt x="2020" y="1162"/>
                      <a:pt x="2046" y="1188"/>
                      <a:pt x="2062" y="1192"/>
                    </a:cubicBezTo>
                    <a:cubicBezTo>
                      <a:pt x="2092" y="1197"/>
                      <a:pt x="2095" y="1206"/>
                      <a:pt x="2072" y="1216"/>
                    </a:cubicBezTo>
                    <a:cubicBezTo>
                      <a:pt x="2056" y="1223"/>
                      <a:pt x="2066" y="1228"/>
                      <a:pt x="2086" y="1228"/>
                    </a:cubicBezTo>
                    <a:cubicBezTo>
                      <a:pt x="2094" y="1228"/>
                      <a:pt x="2105" y="1227"/>
                      <a:pt x="2117" y="1225"/>
                    </a:cubicBezTo>
                    <a:lnTo>
                      <a:pt x="2155" y="1218"/>
                    </a:lnTo>
                    <a:lnTo>
                      <a:pt x="2120" y="1234"/>
                    </a:lnTo>
                    <a:cubicBezTo>
                      <a:pt x="2077" y="1261"/>
                      <a:pt x="2077" y="1261"/>
                      <a:pt x="2111" y="1276"/>
                    </a:cubicBezTo>
                    <a:cubicBezTo>
                      <a:pt x="2129" y="1288"/>
                      <a:pt x="2129" y="1288"/>
                      <a:pt x="2118" y="1292"/>
                    </a:cubicBezTo>
                    <a:cubicBezTo>
                      <a:pt x="2105" y="1297"/>
                      <a:pt x="2109" y="1306"/>
                      <a:pt x="2119" y="1329"/>
                    </a:cubicBezTo>
                    <a:cubicBezTo>
                      <a:pt x="2127" y="1350"/>
                      <a:pt x="2131" y="1359"/>
                      <a:pt x="2138" y="1359"/>
                    </a:cubicBezTo>
                    <a:cubicBezTo>
                      <a:pt x="2140" y="1359"/>
                      <a:pt x="2142" y="1358"/>
                      <a:pt x="2144" y="1357"/>
                    </a:cubicBezTo>
                    <a:lnTo>
                      <a:pt x="2150" y="1374"/>
                    </a:lnTo>
                    <a:cubicBezTo>
                      <a:pt x="2137" y="1385"/>
                      <a:pt x="2140" y="1394"/>
                      <a:pt x="2149" y="1394"/>
                    </a:cubicBezTo>
                    <a:cubicBezTo>
                      <a:pt x="2154" y="1394"/>
                      <a:pt x="2161" y="1392"/>
                      <a:pt x="2168" y="1385"/>
                    </a:cubicBezTo>
                    <a:lnTo>
                      <a:pt x="2175" y="1401"/>
                    </a:lnTo>
                    <a:lnTo>
                      <a:pt x="2164" y="1407"/>
                    </a:lnTo>
                    <a:cubicBezTo>
                      <a:pt x="2151" y="1411"/>
                      <a:pt x="2158" y="1428"/>
                      <a:pt x="2185" y="1492"/>
                    </a:cubicBezTo>
                    <a:cubicBezTo>
                      <a:pt x="2209" y="1547"/>
                      <a:pt x="2217" y="1564"/>
                      <a:pt x="2230" y="1564"/>
                    </a:cubicBezTo>
                    <a:cubicBezTo>
                      <a:pt x="2234" y="1564"/>
                      <a:pt x="2238" y="1563"/>
                      <a:pt x="2243" y="1560"/>
                    </a:cubicBezTo>
                    <a:cubicBezTo>
                      <a:pt x="2248" y="1560"/>
                      <a:pt x="2251" y="1560"/>
                      <a:pt x="2254" y="1560"/>
                    </a:cubicBezTo>
                    <a:cubicBezTo>
                      <a:pt x="2271" y="1560"/>
                      <a:pt x="2270" y="1567"/>
                      <a:pt x="2251" y="1576"/>
                    </a:cubicBezTo>
                    <a:cubicBezTo>
                      <a:pt x="2242" y="1581"/>
                      <a:pt x="2235" y="1591"/>
                      <a:pt x="2239" y="1591"/>
                    </a:cubicBezTo>
                    <a:cubicBezTo>
                      <a:pt x="2240" y="1591"/>
                      <a:pt x="2241" y="1590"/>
                      <a:pt x="2243" y="1589"/>
                    </a:cubicBezTo>
                    <a:cubicBezTo>
                      <a:pt x="2248" y="1598"/>
                      <a:pt x="2248" y="1608"/>
                      <a:pt x="2244" y="1617"/>
                    </a:cubicBezTo>
                    <a:cubicBezTo>
                      <a:pt x="2236" y="1644"/>
                      <a:pt x="2242" y="1651"/>
                      <a:pt x="2251" y="1651"/>
                    </a:cubicBezTo>
                    <a:cubicBezTo>
                      <a:pt x="2254" y="1651"/>
                      <a:pt x="2257" y="1650"/>
                      <a:pt x="2260" y="1649"/>
                    </a:cubicBezTo>
                    <a:cubicBezTo>
                      <a:pt x="2267" y="1641"/>
                      <a:pt x="2270" y="1639"/>
                      <a:pt x="2271" y="1639"/>
                    </a:cubicBezTo>
                    <a:lnTo>
                      <a:pt x="2271" y="1639"/>
                    </a:lnTo>
                    <a:cubicBezTo>
                      <a:pt x="2273" y="1639"/>
                      <a:pt x="2269" y="1647"/>
                      <a:pt x="2265" y="1657"/>
                    </a:cubicBezTo>
                    <a:cubicBezTo>
                      <a:pt x="2259" y="1668"/>
                      <a:pt x="2253" y="1679"/>
                      <a:pt x="2258" y="1679"/>
                    </a:cubicBezTo>
                    <a:cubicBezTo>
                      <a:pt x="2259" y="1679"/>
                      <a:pt x="2261" y="1679"/>
                      <a:pt x="2262" y="1678"/>
                    </a:cubicBezTo>
                    <a:cubicBezTo>
                      <a:pt x="2277" y="1679"/>
                      <a:pt x="2315" y="1716"/>
                      <a:pt x="2294" y="1730"/>
                    </a:cubicBezTo>
                    <a:lnTo>
                      <a:pt x="2304" y="1744"/>
                    </a:lnTo>
                    <a:cubicBezTo>
                      <a:pt x="2306" y="1743"/>
                      <a:pt x="2308" y="1742"/>
                      <a:pt x="2309" y="1742"/>
                    </a:cubicBezTo>
                    <a:cubicBezTo>
                      <a:pt x="2318" y="1742"/>
                      <a:pt x="2326" y="1754"/>
                      <a:pt x="2334" y="1765"/>
                    </a:cubicBezTo>
                    <a:cubicBezTo>
                      <a:pt x="2344" y="1780"/>
                      <a:pt x="2350" y="1787"/>
                      <a:pt x="2340" y="1795"/>
                    </a:cubicBezTo>
                    <a:cubicBezTo>
                      <a:pt x="2324" y="1795"/>
                      <a:pt x="2330" y="1802"/>
                      <a:pt x="2351" y="1808"/>
                    </a:cubicBezTo>
                    <a:cubicBezTo>
                      <a:pt x="2353" y="1810"/>
                      <a:pt x="2356" y="1811"/>
                      <a:pt x="2360" y="1811"/>
                    </a:cubicBezTo>
                    <a:cubicBezTo>
                      <a:pt x="2366" y="1811"/>
                      <a:pt x="2372" y="1810"/>
                      <a:pt x="2377" y="1810"/>
                    </a:cubicBezTo>
                    <a:cubicBezTo>
                      <a:pt x="2381" y="1810"/>
                      <a:pt x="2385" y="1810"/>
                      <a:pt x="2387" y="1812"/>
                    </a:cubicBezTo>
                    <a:cubicBezTo>
                      <a:pt x="2392" y="1808"/>
                      <a:pt x="2400" y="1805"/>
                      <a:pt x="2406" y="1805"/>
                    </a:cubicBezTo>
                    <a:cubicBezTo>
                      <a:pt x="2410" y="1805"/>
                      <a:pt x="2414" y="1806"/>
                      <a:pt x="2416" y="1808"/>
                    </a:cubicBezTo>
                    <a:lnTo>
                      <a:pt x="2407" y="1817"/>
                    </a:lnTo>
                    <a:lnTo>
                      <a:pt x="2388" y="1834"/>
                    </a:lnTo>
                    <a:cubicBezTo>
                      <a:pt x="2392" y="1838"/>
                      <a:pt x="2396" y="1842"/>
                      <a:pt x="2401" y="1842"/>
                    </a:cubicBezTo>
                    <a:cubicBezTo>
                      <a:pt x="2403" y="1842"/>
                      <a:pt x="2406" y="1841"/>
                      <a:pt x="2409" y="1838"/>
                    </a:cubicBezTo>
                    <a:lnTo>
                      <a:pt x="2409" y="1838"/>
                    </a:lnTo>
                    <a:cubicBezTo>
                      <a:pt x="2405" y="1853"/>
                      <a:pt x="2411" y="1860"/>
                      <a:pt x="2424" y="1872"/>
                    </a:cubicBezTo>
                    <a:cubicBezTo>
                      <a:pt x="2434" y="1883"/>
                      <a:pt x="2445" y="1893"/>
                      <a:pt x="2458" y="1893"/>
                    </a:cubicBezTo>
                    <a:cubicBezTo>
                      <a:pt x="2459" y="1893"/>
                      <a:pt x="2461" y="1892"/>
                      <a:pt x="2463" y="1892"/>
                    </a:cubicBezTo>
                    <a:lnTo>
                      <a:pt x="2463" y="1892"/>
                    </a:lnTo>
                    <a:cubicBezTo>
                      <a:pt x="2454" y="1912"/>
                      <a:pt x="2481" y="1939"/>
                      <a:pt x="2503" y="1939"/>
                    </a:cubicBezTo>
                    <a:cubicBezTo>
                      <a:pt x="2507" y="1939"/>
                      <a:pt x="2512" y="1937"/>
                      <a:pt x="2516" y="1935"/>
                    </a:cubicBezTo>
                    <a:cubicBezTo>
                      <a:pt x="2518" y="1931"/>
                      <a:pt x="2521" y="1929"/>
                      <a:pt x="2523" y="1929"/>
                    </a:cubicBezTo>
                    <a:cubicBezTo>
                      <a:pt x="2527" y="1929"/>
                      <a:pt x="2530" y="1934"/>
                      <a:pt x="2530" y="1944"/>
                    </a:cubicBezTo>
                    <a:cubicBezTo>
                      <a:pt x="2530" y="1953"/>
                      <a:pt x="2530" y="1957"/>
                      <a:pt x="2533" y="1957"/>
                    </a:cubicBezTo>
                    <a:cubicBezTo>
                      <a:pt x="2535" y="1957"/>
                      <a:pt x="2539" y="1956"/>
                      <a:pt x="2544" y="1954"/>
                    </a:cubicBezTo>
                    <a:cubicBezTo>
                      <a:pt x="2546" y="1952"/>
                      <a:pt x="2548" y="1952"/>
                      <a:pt x="2549" y="1952"/>
                    </a:cubicBezTo>
                    <a:cubicBezTo>
                      <a:pt x="2557" y="1952"/>
                      <a:pt x="2558" y="1964"/>
                      <a:pt x="2559" y="1977"/>
                    </a:cubicBezTo>
                    <a:cubicBezTo>
                      <a:pt x="2556" y="1996"/>
                      <a:pt x="2559" y="2004"/>
                      <a:pt x="2566" y="2004"/>
                    </a:cubicBezTo>
                    <a:cubicBezTo>
                      <a:pt x="2569" y="2004"/>
                      <a:pt x="2572" y="2003"/>
                      <a:pt x="2576" y="2001"/>
                    </a:cubicBezTo>
                    <a:cubicBezTo>
                      <a:pt x="2579" y="2001"/>
                      <a:pt x="2581" y="2000"/>
                      <a:pt x="2584" y="2000"/>
                    </a:cubicBezTo>
                    <a:cubicBezTo>
                      <a:pt x="2597" y="2000"/>
                      <a:pt x="2610" y="2003"/>
                      <a:pt x="2621" y="2007"/>
                    </a:cubicBezTo>
                    <a:cubicBezTo>
                      <a:pt x="2642" y="2003"/>
                      <a:pt x="2649" y="2005"/>
                      <a:pt x="2646" y="1991"/>
                    </a:cubicBezTo>
                    <a:cubicBezTo>
                      <a:pt x="2649" y="1983"/>
                      <a:pt x="2655" y="1975"/>
                      <a:pt x="2661" y="1969"/>
                    </a:cubicBezTo>
                    <a:cubicBezTo>
                      <a:pt x="2666" y="1968"/>
                      <a:pt x="2669" y="1967"/>
                      <a:pt x="2671" y="1967"/>
                    </a:cubicBezTo>
                    <a:cubicBezTo>
                      <a:pt x="2678" y="1967"/>
                      <a:pt x="2675" y="1973"/>
                      <a:pt x="2670" y="1973"/>
                    </a:cubicBezTo>
                    <a:cubicBezTo>
                      <a:pt x="2670" y="1973"/>
                      <a:pt x="2669" y="1973"/>
                      <a:pt x="2669" y="1973"/>
                    </a:cubicBezTo>
                    <a:cubicBezTo>
                      <a:pt x="2650" y="1979"/>
                      <a:pt x="2657" y="1982"/>
                      <a:pt x="2661" y="1996"/>
                    </a:cubicBezTo>
                    <a:cubicBezTo>
                      <a:pt x="2665" y="2011"/>
                      <a:pt x="2681" y="2015"/>
                      <a:pt x="2689" y="2018"/>
                    </a:cubicBezTo>
                    <a:cubicBezTo>
                      <a:pt x="2697" y="2020"/>
                      <a:pt x="2714" y="2023"/>
                      <a:pt x="2722" y="2024"/>
                    </a:cubicBezTo>
                    <a:cubicBezTo>
                      <a:pt x="2734" y="2034"/>
                      <a:pt x="2743" y="2038"/>
                      <a:pt x="2748" y="2038"/>
                    </a:cubicBezTo>
                    <a:cubicBezTo>
                      <a:pt x="2753" y="2038"/>
                      <a:pt x="2755" y="2035"/>
                      <a:pt x="2755" y="2029"/>
                    </a:cubicBezTo>
                    <a:cubicBezTo>
                      <a:pt x="2756" y="2024"/>
                      <a:pt x="2756" y="2020"/>
                      <a:pt x="2757" y="2016"/>
                    </a:cubicBezTo>
                    <a:lnTo>
                      <a:pt x="2757" y="2016"/>
                    </a:lnTo>
                    <a:cubicBezTo>
                      <a:pt x="2759" y="2030"/>
                      <a:pt x="2782" y="2037"/>
                      <a:pt x="2806" y="2037"/>
                    </a:cubicBezTo>
                    <a:cubicBezTo>
                      <a:pt x="2833" y="2037"/>
                      <a:pt x="2861" y="2029"/>
                      <a:pt x="2863" y="2014"/>
                    </a:cubicBezTo>
                    <a:lnTo>
                      <a:pt x="2865" y="2026"/>
                    </a:lnTo>
                    <a:cubicBezTo>
                      <a:pt x="2866" y="2035"/>
                      <a:pt x="2870" y="2037"/>
                      <a:pt x="2878" y="2037"/>
                    </a:cubicBezTo>
                    <a:cubicBezTo>
                      <a:pt x="2882" y="2037"/>
                      <a:pt x="2886" y="2037"/>
                      <a:pt x="2892" y="2035"/>
                    </a:cubicBezTo>
                    <a:cubicBezTo>
                      <a:pt x="2901" y="2033"/>
                      <a:pt x="2931" y="2014"/>
                      <a:pt x="2955" y="2005"/>
                    </a:cubicBezTo>
                    <a:cubicBezTo>
                      <a:pt x="2987" y="1994"/>
                      <a:pt x="3011" y="1984"/>
                      <a:pt x="3005" y="1973"/>
                    </a:cubicBezTo>
                    <a:cubicBezTo>
                      <a:pt x="3008" y="1971"/>
                      <a:pt x="3010" y="1970"/>
                      <a:pt x="3012" y="1970"/>
                    </a:cubicBezTo>
                    <a:cubicBezTo>
                      <a:pt x="3014" y="1970"/>
                      <a:pt x="3015" y="1973"/>
                      <a:pt x="3019" y="1981"/>
                    </a:cubicBezTo>
                    <a:cubicBezTo>
                      <a:pt x="3018" y="1988"/>
                      <a:pt x="3019" y="1991"/>
                      <a:pt x="3022" y="1991"/>
                    </a:cubicBezTo>
                    <a:cubicBezTo>
                      <a:pt x="3025" y="1991"/>
                      <a:pt x="3029" y="1989"/>
                      <a:pt x="3032" y="1987"/>
                    </a:cubicBezTo>
                    <a:cubicBezTo>
                      <a:pt x="3039" y="1984"/>
                      <a:pt x="3033" y="1973"/>
                      <a:pt x="3028" y="1961"/>
                    </a:cubicBezTo>
                    <a:cubicBezTo>
                      <a:pt x="3023" y="1952"/>
                      <a:pt x="3027" y="1949"/>
                      <a:pt x="3040" y="1949"/>
                    </a:cubicBezTo>
                    <a:cubicBezTo>
                      <a:pt x="3043" y="1949"/>
                      <a:pt x="3046" y="1949"/>
                      <a:pt x="3050" y="1949"/>
                    </a:cubicBezTo>
                    <a:cubicBezTo>
                      <a:pt x="3051" y="1949"/>
                      <a:pt x="3052" y="1949"/>
                      <a:pt x="3053" y="1949"/>
                    </a:cubicBezTo>
                    <a:cubicBezTo>
                      <a:pt x="3076" y="1949"/>
                      <a:pt x="3098" y="1935"/>
                      <a:pt x="3107" y="1914"/>
                    </a:cubicBezTo>
                    <a:cubicBezTo>
                      <a:pt x="3111" y="1911"/>
                      <a:pt x="3115" y="1908"/>
                      <a:pt x="3119" y="1908"/>
                    </a:cubicBezTo>
                    <a:cubicBezTo>
                      <a:pt x="3123" y="1908"/>
                      <a:pt x="3126" y="1910"/>
                      <a:pt x="3129" y="1914"/>
                    </a:cubicBezTo>
                    <a:cubicBezTo>
                      <a:pt x="3133" y="1916"/>
                      <a:pt x="3137" y="1917"/>
                      <a:pt x="3142" y="1917"/>
                    </a:cubicBezTo>
                    <a:cubicBezTo>
                      <a:pt x="3154" y="1917"/>
                      <a:pt x="3165" y="1910"/>
                      <a:pt x="3163" y="1889"/>
                    </a:cubicBezTo>
                    <a:cubicBezTo>
                      <a:pt x="3166" y="1886"/>
                      <a:pt x="3168" y="1885"/>
                      <a:pt x="3170" y="1885"/>
                    </a:cubicBezTo>
                    <a:cubicBezTo>
                      <a:pt x="3172" y="1885"/>
                      <a:pt x="3173" y="1887"/>
                      <a:pt x="3178" y="1892"/>
                    </a:cubicBezTo>
                    <a:cubicBezTo>
                      <a:pt x="3185" y="1894"/>
                      <a:pt x="3191" y="1898"/>
                      <a:pt x="3194" y="1898"/>
                    </a:cubicBezTo>
                    <a:cubicBezTo>
                      <a:pt x="3197" y="1898"/>
                      <a:pt x="3196" y="1894"/>
                      <a:pt x="3191" y="1881"/>
                    </a:cubicBezTo>
                    <a:cubicBezTo>
                      <a:pt x="3197" y="1860"/>
                      <a:pt x="3214" y="1844"/>
                      <a:pt x="3236" y="1839"/>
                    </a:cubicBezTo>
                    <a:cubicBezTo>
                      <a:pt x="3242" y="1834"/>
                      <a:pt x="3248" y="1827"/>
                      <a:pt x="3240" y="1818"/>
                    </a:cubicBezTo>
                    <a:lnTo>
                      <a:pt x="3231" y="1810"/>
                    </a:lnTo>
                    <a:lnTo>
                      <a:pt x="3231" y="1810"/>
                    </a:lnTo>
                    <a:cubicBezTo>
                      <a:pt x="3240" y="1815"/>
                      <a:pt x="3246" y="1817"/>
                      <a:pt x="3249" y="1817"/>
                    </a:cubicBezTo>
                    <a:cubicBezTo>
                      <a:pt x="3253" y="1817"/>
                      <a:pt x="3250" y="1812"/>
                      <a:pt x="3242" y="1798"/>
                    </a:cubicBezTo>
                    <a:cubicBezTo>
                      <a:pt x="3236" y="1792"/>
                      <a:pt x="3236" y="1787"/>
                      <a:pt x="3240" y="1787"/>
                    </a:cubicBezTo>
                    <a:lnTo>
                      <a:pt x="3240" y="1787"/>
                    </a:lnTo>
                    <a:cubicBezTo>
                      <a:pt x="3242" y="1787"/>
                      <a:pt x="3245" y="1789"/>
                      <a:pt x="3248" y="1791"/>
                    </a:cubicBezTo>
                    <a:cubicBezTo>
                      <a:pt x="3250" y="1792"/>
                      <a:pt x="3252" y="1792"/>
                      <a:pt x="3254" y="1792"/>
                    </a:cubicBezTo>
                    <a:cubicBezTo>
                      <a:pt x="3259" y="1792"/>
                      <a:pt x="3265" y="1790"/>
                      <a:pt x="3269" y="1787"/>
                    </a:cubicBezTo>
                    <a:cubicBezTo>
                      <a:pt x="3274" y="1780"/>
                      <a:pt x="3293" y="1740"/>
                      <a:pt x="3318" y="1705"/>
                    </a:cubicBezTo>
                    <a:cubicBezTo>
                      <a:pt x="3358" y="1650"/>
                      <a:pt x="3370" y="1626"/>
                      <a:pt x="3359" y="1621"/>
                    </a:cubicBezTo>
                    <a:cubicBezTo>
                      <a:pt x="3353" y="1606"/>
                      <a:pt x="3353" y="1606"/>
                      <a:pt x="3368" y="1605"/>
                    </a:cubicBezTo>
                    <a:cubicBezTo>
                      <a:pt x="3378" y="1605"/>
                      <a:pt x="3389" y="1600"/>
                      <a:pt x="3392" y="1589"/>
                    </a:cubicBezTo>
                    <a:cubicBezTo>
                      <a:pt x="3395" y="1584"/>
                      <a:pt x="3398" y="1578"/>
                      <a:pt x="3404" y="1578"/>
                    </a:cubicBezTo>
                    <a:cubicBezTo>
                      <a:pt x="3406" y="1578"/>
                      <a:pt x="3408" y="1579"/>
                      <a:pt x="3411" y="1580"/>
                    </a:cubicBezTo>
                    <a:cubicBezTo>
                      <a:pt x="3404" y="1567"/>
                      <a:pt x="3404" y="1567"/>
                      <a:pt x="3409" y="1559"/>
                    </a:cubicBezTo>
                    <a:lnTo>
                      <a:pt x="3409" y="1559"/>
                    </a:lnTo>
                    <a:cubicBezTo>
                      <a:pt x="3411" y="1560"/>
                      <a:pt x="3413" y="1561"/>
                      <a:pt x="3415" y="1561"/>
                    </a:cubicBezTo>
                    <a:cubicBezTo>
                      <a:pt x="3421" y="1561"/>
                      <a:pt x="3423" y="1554"/>
                      <a:pt x="3417" y="1543"/>
                    </a:cubicBezTo>
                    <a:cubicBezTo>
                      <a:pt x="3406" y="1533"/>
                      <a:pt x="3401" y="1528"/>
                      <a:pt x="3403" y="1528"/>
                    </a:cubicBezTo>
                    <a:lnTo>
                      <a:pt x="3403" y="1528"/>
                    </a:lnTo>
                    <a:cubicBezTo>
                      <a:pt x="3405" y="1528"/>
                      <a:pt x="3410" y="1531"/>
                      <a:pt x="3420" y="1536"/>
                    </a:cubicBezTo>
                    <a:cubicBezTo>
                      <a:pt x="3422" y="1536"/>
                      <a:pt x="3423" y="1537"/>
                      <a:pt x="3425" y="1537"/>
                    </a:cubicBezTo>
                    <a:cubicBezTo>
                      <a:pt x="3437" y="1537"/>
                      <a:pt x="3451" y="1526"/>
                      <a:pt x="3440" y="1526"/>
                    </a:cubicBezTo>
                    <a:cubicBezTo>
                      <a:pt x="3440" y="1526"/>
                      <a:pt x="3439" y="1526"/>
                      <a:pt x="3439" y="1526"/>
                    </a:cubicBezTo>
                    <a:cubicBezTo>
                      <a:pt x="3428" y="1520"/>
                      <a:pt x="3436" y="1505"/>
                      <a:pt x="3429" y="1492"/>
                    </a:cubicBezTo>
                    <a:cubicBezTo>
                      <a:pt x="3431" y="1486"/>
                      <a:pt x="3434" y="1480"/>
                      <a:pt x="3440" y="1480"/>
                    </a:cubicBezTo>
                    <a:cubicBezTo>
                      <a:pt x="3442" y="1480"/>
                      <a:pt x="3444" y="1481"/>
                      <a:pt x="3447" y="1482"/>
                    </a:cubicBezTo>
                    <a:cubicBezTo>
                      <a:pt x="3463" y="1480"/>
                      <a:pt x="3469" y="1434"/>
                      <a:pt x="3461" y="1421"/>
                    </a:cubicBezTo>
                    <a:cubicBezTo>
                      <a:pt x="3453" y="1417"/>
                      <a:pt x="3453" y="1412"/>
                      <a:pt x="3458" y="1412"/>
                    </a:cubicBezTo>
                    <a:lnTo>
                      <a:pt x="3458" y="1412"/>
                    </a:lnTo>
                    <a:cubicBezTo>
                      <a:pt x="3460" y="1412"/>
                      <a:pt x="3462" y="1412"/>
                      <a:pt x="3465" y="1413"/>
                    </a:cubicBezTo>
                    <a:cubicBezTo>
                      <a:pt x="3467" y="1414"/>
                      <a:pt x="3469" y="1415"/>
                      <a:pt x="3471" y="1415"/>
                    </a:cubicBezTo>
                    <a:cubicBezTo>
                      <a:pt x="3477" y="1415"/>
                      <a:pt x="3480" y="1409"/>
                      <a:pt x="3484" y="1402"/>
                    </a:cubicBezTo>
                    <a:cubicBezTo>
                      <a:pt x="3479" y="1396"/>
                      <a:pt x="3480" y="1394"/>
                      <a:pt x="3483" y="1394"/>
                    </a:cubicBezTo>
                    <a:lnTo>
                      <a:pt x="3483" y="1394"/>
                    </a:lnTo>
                    <a:cubicBezTo>
                      <a:pt x="3487" y="1394"/>
                      <a:pt x="3493" y="1397"/>
                      <a:pt x="3498" y="1399"/>
                    </a:cubicBezTo>
                    <a:cubicBezTo>
                      <a:pt x="3501" y="1404"/>
                      <a:pt x="3503" y="1406"/>
                      <a:pt x="3505" y="1406"/>
                    </a:cubicBezTo>
                    <a:cubicBezTo>
                      <a:pt x="3509" y="1406"/>
                      <a:pt x="3512" y="1399"/>
                      <a:pt x="3517" y="1388"/>
                    </a:cubicBezTo>
                    <a:cubicBezTo>
                      <a:pt x="3508" y="1375"/>
                      <a:pt x="3523" y="1343"/>
                      <a:pt x="3533" y="1319"/>
                    </a:cubicBezTo>
                    <a:cubicBezTo>
                      <a:pt x="3550" y="1278"/>
                      <a:pt x="3541" y="1266"/>
                      <a:pt x="3525" y="1240"/>
                    </a:cubicBezTo>
                    <a:lnTo>
                      <a:pt x="3505" y="1222"/>
                    </a:lnTo>
                    <a:lnTo>
                      <a:pt x="3529" y="1232"/>
                    </a:lnTo>
                    <a:cubicBezTo>
                      <a:pt x="3541" y="1235"/>
                      <a:pt x="3553" y="1238"/>
                      <a:pt x="3567" y="1238"/>
                    </a:cubicBezTo>
                    <a:cubicBezTo>
                      <a:pt x="3570" y="1230"/>
                      <a:pt x="3558" y="1225"/>
                      <a:pt x="3547" y="1221"/>
                    </a:cubicBezTo>
                    <a:cubicBezTo>
                      <a:pt x="3535" y="1215"/>
                      <a:pt x="3539" y="1207"/>
                      <a:pt x="3557" y="1196"/>
                    </a:cubicBezTo>
                    <a:cubicBezTo>
                      <a:pt x="3575" y="1185"/>
                      <a:pt x="3578" y="1176"/>
                      <a:pt x="3570" y="1164"/>
                    </a:cubicBezTo>
                    <a:cubicBezTo>
                      <a:pt x="3573" y="1153"/>
                      <a:pt x="3581" y="1146"/>
                      <a:pt x="3593" y="1145"/>
                    </a:cubicBezTo>
                    <a:cubicBezTo>
                      <a:pt x="3596" y="1136"/>
                      <a:pt x="3596" y="1136"/>
                      <a:pt x="3585" y="1131"/>
                    </a:cubicBezTo>
                    <a:cubicBezTo>
                      <a:pt x="3572" y="1127"/>
                      <a:pt x="3576" y="1118"/>
                      <a:pt x="3591" y="1115"/>
                    </a:cubicBezTo>
                    <a:cubicBezTo>
                      <a:pt x="3592" y="1115"/>
                      <a:pt x="3593" y="1115"/>
                      <a:pt x="3593" y="1115"/>
                    </a:cubicBezTo>
                    <a:cubicBezTo>
                      <a:pt x="3619" y="1115"/>
                      <a:pt x="3628" y="1093"/>
                      <a:pt x="3617" y="1087"/>
                    </a:cubicBezTo>
                    <a:cubicBezTo>
                      <a:pt x="3606" y="1083"/>
                      <a:pt x="3609" y="1075"/>
                      <a:pt x="3613" y="1066"/>
                    </a:cubicBezTo>
                    <a:cubicBezTo>
                      <a:pt x="3618" y="1057"/>
                      <a:pt x="3618" y="1046"/>
                      <a:pt x="3613" y="1037"/>
                    </a:cubicBezTo>
                    <a:cubicBezTo>
                      <a:pt x="3616" y="1029"/>
                      <a:pt x="3621" y="1021"/>
                      <a:pt x="3621" y="1021"/>
                    </a:cubicBezTo>
                    <a:cubicBezTo>
                      <a:pt x="3621" y="1020"/>
                      <a:pt x="3622" y="1019"/>
                      <a:pt x="3623" y="1019"/>
                    </a:cubicBezTo>
                    <a:cubicBezTo>
                      <a:pt x="3627" y="1019"/>
                      <a:pt x="3631" y="1029"/>
                      <a:pt x="3628" y="1035"/>
                    </a:cubicBezTo>
                    <a:lnTo>
                      <a:pt x="3643" y="1031"/>
                    </a:lnTo>
                    <a:cubicBezTo>
                      <a:pt x="3651" y="1016"/>
                      <a:pt x="3655" y="1008"/>
                      <a:pt x="3647" y="994"/>
                    </a:cubicBezTo>
                    <a:cubicBezTo>
                      <a:pt x="3637" y="984"/>
                      <a:pt x="3633" y="979"/>
                      <a:pt x="3635" y="979"/>
                    </a:cubicBezTo>
                    <a:lnTo>
                      <a:pt x="3635" y="979"/>
                    </a:lnTo>
                    <a:cubicBezTo>
                      <a:pt x="3637" y="979"/>
                      <a:pt x="3642" y="982"/>
                      <a:pt x="3652" y="987"/>
                    </a:cubicBezTo>
                    <a:cubicBezTo>
                      <a:pt x="3656" y="988"/>
                      <a:pt x="3660" y="989"/>
                      <a:pt x="3663" y="989"/>
                    </a:cubicBezTo>
                    <a:cubicBezTo>
                      <a:pt x="3670" y="989"/>
                      <a:pt x="3675" y="985"/>
                      <a:pt x="3671" y="976"/>
                    </a:cubicBezTo>
                    <a:cubicBezTo>
                      <a:pt x="3658" y="963"/>
                      <a:pt x="3662" y="958"/>
                      <a:pt x="3669" y="958"/>
                    </a:cubicBezTo>
                    <a:cubicBezTo>
                      <a:pt x="3672" y="958"/>
                      <a:pt x="3675" y="959"/>
                      <a:pt x="3679" y="961"/>
                    </a:cubicBezTo>
                    <a:cubicBezTo>
                      <a:pt x="3686" y="968"/>
                      <a:pt x="3691" y="973"/>
                      <a:pt x="3693" y="973"/>
                    </a:cubicBezTo>
                    <a:cubicBezTo>
                      <a:pt x="3696" y="973"/>
                      <a:pt x="3694" y="963"/>
                      <a:pt x="3691" y="937"/>
                    </a:cubicBezTo>
                    <a:cubicBezTo>
                      <a:pt x="3699" y="922"/>
                      <a:pt x="3708" y="886"/>
                      <a:pt x="3723" y="863"/>
                    </a:cubicBezTo>
                    <a:cubicBezTo>
                      <a:pt x="3742" y="833"/>
                      <a:pt x="3752" y="817"/>
                      <a:pt x="3767" y="817"/>
                    </a:cubicBezTo>
                    <a:cubicBezTo>
                      <a:pt x="3770" y="819"/>
                      <a:pt x="3772" y="821"/>
                      <a:pt x="3774" y="822"/>
                    </a:cubicBezTo>
                    <a:lnTo>
                      <a:pt x="3774" y="822"/>
                    </a:lnTo>
                    <a:cubicBezTo>
                      <a:pt x="3758" y="810"/>
                      <a:pt x="3761" y="802"/>
                      <a:pt x="3776" y="780"/>
                    </a:cubicBezTo>
                    <a:cubicBezTo>
                      <a:pt x="3796" y="774"/>
                      <a:pt x="3807" y="751"/>
                      <a:pt x="3800" y="731"/>
                    </a:cubicBezTo>
                    <a:lnTo>
                      <a:pt x="3800" y="731"/>
                    </a:lnTo>
                    <a:lnTo>
                      <a:pt x="3789" y="746"/>
                    </a:lnTo>
                    <a:cubicBezTo>
                      <a:pt x="3770" y="730"/>
                      <a:pt x="3775" y="723"/>
                      <a:pt x="3796" y="716"/>
                    </a:cubicBezTo>
                    <a:cubicBezTo>
                      <a:pt x="3798" y="715"/>
                      <a:pt x="3800" y="714"/>
                      <a:pt x="3802" y="714"/>
                    </a:cubicBezTo>
                    <a:cubicBezTo>
                      <a:pt x="3807" y="714"/>
                      <a:pt x="3815" y="720"/>
                      <a:pt x="3821" y="725"/>
                    </a:cubicBezTo>
                    <a:cubicBezTo>
                      <a:pt x="3827" y="730"/>
                      <a:pt x="3834" y="732"/>
                      <a:pt x="3841" y="732"/>
                    </a:cubicBezTo>
                    <a:cubicBezTo>
                      <a:pt x="3846" y="732"/>
                      <a:pt x="3850" y="731"/>
                      <a:pt x="3853" y="728"/>
                    </a:cubicBezTo>
                    <a:cubicBezTo>
                      <a:pt x="3858" y="721"/>
                      <a:pt x="3863" y="714"/>
                      <a:pt x="3848" y="713"/>
                    </a:cubicBezTo>
                    <a:cubicBezTo>
                      <a:pt x="3838" y="704"/>
                      <a:pt x="3838" y="704"/>
                      <a:pt x="3844" y="697"/>
                    </a:cubicBezTo>
                    <a:cubicBezTo>
                      <a:pt x="3851" y="690"/>
                      <a:pt x="3855" y="678"/>
                      <a:pt x="3851" y="668"/>
                    </a:cubicBezTo>
                    <a:cubicBezTo>
                      <a:pt x="3841" y="660"/>
                      <a:pt x="3848" y="654"/>
                      <a:pt x="3855" y="647"/>
                    </a:cubicBezTo>
                    <a:cubicBezTo>
                      <a:pt x="3865" y="647"/>
                      <a:pt x="3875" y="644"/>
                      <a:pt x="3883" y="636"/>
                    </a:cubicBezTo>
                    <a:lnTo>
                      <a:pt x="3892" y="645"/>
                    </a:lnTo>
                    <a:cubicBezTo>
                      <a:pt x="3900" y="650"/>
                      <a:pt x="3907" y="655"/>
                      <a:pt x="3916" y="656"/>
                    </a:cubicBezTo>
                    <a:cubicBezTo>
                      <a:pt x="3923" y="649"/>
                      <a:pt x="3914" y="641"/>
                      <a:pt x="3914" y="641"/>
                    </a:cubicBezTo>
                    <a:cubicBezTo>
                      <a:pt x="3910" y="638"/>
                      <a:pt x="3943" y="594"/>
                      <a:pt x="3985" y="557"/>
                    </a:cubicBezTo>
                    <a:cubicBezTo>
                      <a:pt x="4028" y="520"/>
                      <a:pt x="4073" y="481"/>
                      <a:pt x="4086" y="474"/>
                    </a:cubicBezTo>
                    <a:cubicBezTo>
                      <a:pt x="4107" y="474"/>
                      <a:pt x="4129" y="460"/>
                      <a:pt x="4115" y="454"/>
                    </a:cubicBezTo>
                    <a:cubicBezTo>
                      <a:pt x="4107" y="444"/>
                      <a:pt x="4144" y="418"/>
                      <a:pt x="4189" y="389"/>
                    </a:cubicBezTo>
                    <a:cubicBezTo>
                      <a:pt x="4244" y="359"/>
                      <a:pt x="4283" y="338"/>
                      <a:pt x="4277" y="326"/>
                    </a:cubicBezTo>
                    <a:lnTo>
                      <a:pt x="4301" y="313"/>
                    </a:lnTo>
                    <a:cubicBezTo>
                      <a:pt x="4316" y="305"/>
                      <a:pt x="4328" y="287"/>
                      <a:pt x="4337" y="283"/>
                    </a:cubicBezTo>
                    <a:cubicBezTo>
                      <a:pt x="4338" y="275"/>
                      <a:pt x="4341" y="270"/>
                      <a:pt x="4343" y="270"/>
                    </a:cubicBezTo>
                    <a:cubicBezTo>
                      <a:pt x="4345" y="270"/>
                      <a:pt x="4346" y="273"/>
                      <a:pt x="4344" y="279"/>
                    </a:cubicBezTo>
                    <a:cubicBezTo>
                      <a:pt x="4349" y="289"/>
                      <a:pt x="4354" y="299"/>
                      <a:pt x="4361" y="299"/>
                    </a:cubicBezTo>
                    <a:cubicBezTo>
                      <a:pt x="4362" y="299"/>
                      <a:pt x="4363" y="299"/>
                      <a:pt x="4364" y="298"/>
                    </a:cubicBezTo>
                    <a:cubicBezTo>
                      <a:pt x="4379" y="292"/>
                      <a:pt x="4375" y="279"/>
                      <a:pt x="4369" y="268"/>
                    </a:cubicBezTo>
                    <a:cubicBezTo>
                      <a:pt x="4365" y="257"/>
                      <a:pt x="4372" y="254"/>
                      <a:pt x="4372" y="254"/>
                    </a:cubicBezTo>
                    <a:cubicBezTo>
                      <a:pt x="4376" y="252"/>
                      <a:pt x="4378" y="251"/>
                      <a:pt x="4380" y="251"/>
                    </a:cubicBezTo>
                    <a:cubicBezTo>
                      <a:pt x="4382" y="251"/>
                      <a:pt x="4383" y="254"/>
                      <a:pt x="4386" y="261"/>
                    </a:cubicBezTo>
                    <a:cubicBezTo>
                      <a:pt x="4392" y="273"/>
                      <a:pt x="4396" y="284"/>
                      <a:pt x="4396" y="284"/>
                    </a:cubicBezTo>
                    <a:lnTo>
                      <a:pt x="4404" y="281"/>
                    </a:lnTo>
                    <a:cubicBezTo>
                      <a:pt x="4399" y="269"/>
                      <a:pt x="4407" y="265"/>
                      <a:pt x="4407" y="265"/>
                    </a:cubicBezTo>
                    <a:cubicBezTo>
                      <a:pt x="4410" y="264"/>
                      <a:pt x="4411" y="263"/>
                      <a:pt x="4413" y="263"/>
                    </a:cubicBezTo>
                    <a:cubicBezTo>
                      <a:pt x="4417" y="263"/>
                      <a:pt x="4419" y="268"/>
                      <a:pt x="4425" y="285"/>
                    </a:cubicBezTo>
                    <a:cubicBezTo>
                      <a:pt x="4430" y="296"/>
                      <a:pt x="4434" y="301"/>
                      <a:pt x="4437" y="301"/>
                    </a:cubicBezTo>
                    <a:cubicBezTo>
                      <a:pt x="4440" y="301"/>
                      <a:pt x="4443" y="293"/>
                      <a:pt x="4442" y="278"/>
                    </a:cubicBezTo>
                    <a:lnTo>
                      <a:pt x="4453" y="260"/>
                    </a:lnTo>
                    <a:cubicBezTo>
                      <a:pt x="4458" y="265"/>
                      <a:pt x="4461" y="267"/>
                      <a:pt x="4465" y="267"/>
                    </a:cubicBezTo>
                    <a:cubicBezTo>
                      <a:pt x="4475" y="267"/>
                      <a:pt x="4480" y="248"/>
                      <a:pt x="4483" y="237"/>
                    </a:cubicBezTo>
                    <a:cubicBezTo>
                      <a:pt x="4491" y="246"/>
                      <a:pt x="4496" y="250"/>
                      <a:pt x="4501" y="250"/>
                    </a:cubicBezTo>
                    <a:cubicBezTo>
                      <a:pt x="4506" y="250"/>
                      <a:pt x="4508" y="243"/>
                      <a:pt x="4508" y="228"/>
                    </a:cubicBezTo>
                    <a:cubicBezTo>
                      <a:pt x="4506" y="221"/>
                      <a:pt x="4508" y="217"/>
                      <a:pt x="4513" y="217"/>
                    </a:cubicBezTo>
                    <a:cubicBezTo>
                      <a:pt x="4516" y="217"/>
                      <a:pt x="4521" y="219"/>
                      <a:pt x="4526" y="222"/>
                    </a:cubicBezTo>
                    <a:cubicBezTo>
                      <a:pt x="4531" y="226"/>
                      <a:pt x="4536" y="228"/>
                      <a:pt x="4541" y="228"/>
                    </a:cubicBezTo>
                    <a:cubicBezTo>
                      <a:pt x="4547" y="228"/>
                      <a:pt x="4554" y="225"/>
                      <a:pt x="4563" y="222"/>
                    </a:cubicBezTo>
                    <a:cubicBezTo>
                      <a:pt x="4567" y="205"/>
                      <a:pt x="4629" y="192"/>
                      <a:pt x="4699" y="174"/>
                    </a:cubicBezTo>
                    <a:cubicBezTo>
                      <a:pt x="4778" y="159"/>
                      <a:pt x="4831" y="153"/>
                      <a:pt x="4830" y="139"/>
                    </a:cubicBezTo>
                    <a:cubicBezTo>
                      <a:pt x="4832" y="139"/>
                      <a:pt x="4834" y="139"/>
                      <a:pt x="4835" y="139"/>
                    </a:cubicBezTo>
                    <a:cubicBezTo>
                      <a:pt x="4839" y="139"/>
                      <a:pt x="4841" y="141"/>
                      <a:pt x="4849" y="149"/>
                    </a:cubicBezTo>
                    <a:cubicBezTo>
                      <a:pt x="4850" y="154"/>
                      <a:pt x="4851" y="157"/>
                      <a:pt x="4854" y="157"/>
                    </a:cubicBezTo>
                    <a:cubicBezTo>
                      <a:pt x="4857" y="157"/>
                      <a:pt x="4861" y="150"/>
                      <a:pt x="4866" y="135"/>
                    </a:cubicBezTo>
                    <a:cubicBezTo>
                      <a:pt x="4870" y="127"/>
                      <a:pt x="4872" y="120"/>
                      <a:pt x="4873" y="120"/>
                    </a:cubicBezTo>
                    <a:cubicBezTo>
                      <a:pt x="4873" y="120"/>
                      <a:pt x="4874" y="124"/>
                      <a:pt x="4875" y="135"/>
                    </a:cubicBezTo>
                    <a:cubicBezTo>
                      <a:pt x="4875" y="143"/>
                      <a:pt x="4883" y="145"/>
                      <a:pt x="4899" y="145"/>
                    </a:cubicBezTo>
                    <a:cubicBezTo>
                      <a:pt x="4907" y="145"/>
                      <a:pt x="4917" y="145"/>
                      <a:pt x="4929" y="144"/>
                    </a:cubicBezTo>
                    <a:cubicBezTo>
                      <a:pt x="4956" y="142"/>
                      <a:pt x="4992" y="139"/>
                      <a:pt x="4992" y="127"/>
                    </a:cubicBezTo>
                    <a:cubicBezTo>
                      <a:pt x="5001" y="120"/>
                      <a:pt x="5005" y="116"/>
                      <a:pt x="5006" y="116"/>
                    </a:cubicBezTo>
                    <a:lnTo>
                      <a:pt x="5006" y="116"/>
                    </a:lnTo>
                    <a:cubicBezTo>
                      <a:pt x="5007" y="116"/>
                      <a:pt x="5005" y="120"/>
                      <a:pt x="5001" y="126"/>
                    </a:cubicBezTo>
                    <a:cubicBezTo>
                      <a:pt x="4995" y="142"/>
                      <a:pt x="5012" y="153"/>
                      <a:pt x="5031" y="153"/>
                    </a:cubicBezTo>
                    <a:cubicBezTo>
                      <a:pt x="5042" y="153"/>
                      <a:pt x="5054" y="149"/>
                      <a:pt x="5064" y="140"/>
                    </a:cubicBezTo>
                    <a:cubicBezTo>
                      <a:pt x="5073" y="140"/>
                      <a:pt x="5082" y="140"/>
                      <a:pt x="5082" y="153"/>
                    </a:cubicBezTo>
                    <a:cubicBezTo>
                      <a:pt x="5098" y="153"/>
                      <a:pt x="5113" y="149"/>
                      <a:pt x="5127" y="142"/>
                    </a:cubicBezTo>
                    <a:cubicBezTo>
                      <a:pt x="5148" y="143"/>
                      <a:pt x="5168" y="144"/>
                      <a:pt x="5189" y="147"/>
                    </a:cubicBezTo>
                    <a:cubicBezTo>
                      <a:pt x="5202" y="147"/>
                      <a:pt x="5215" y="145"/>
                      <a:pt x="5226" y="138"/>
                    </a:cubicBezTo>
                    <a:lnTo>
                      <a:pt x="5235" y="139"/>
                    </a:lnTo>
                    <a:cubicBezTo>
                      <a:pt x="5233" y="153"/>
                      <a:pt x="5278" y="155"/>
                      <a:pt x="5340" y="170"/>
                    </a:cubicBezTo>
                    <a:cubicBezTo>
                      <a:pt x="5370" y="176"/>
                      <a:pt x="5399" y="183"/>
                      <a:pt x="5420" y="190"/>
                    </a:cubicBezTo>
                    <a:cubicBezTo>
                      <a:pt x="5442" y="196"/>
                      <a:pt x="5455" y="205"/>
                      <a:pt x="5457" y="212"/>
                    </a:cubicBezTo>
                    <a:cubicBezTo>
                      <a:pt x="5459" y="212"/>
                      <a:pt x="5460" y="212"/>
                      <a:pt x="5461" y="212"/>
                    </a:cubicBezTo>
                    <a:cubicBezTo>
                      <a:pt x="5468" y="212"/>
                      <a:pt x="5474" y="210"/>
                      <a:pt x="5479" y="205"/>
                    </a:cubicBezTo>
                    <a:cubicBezTo>
                      <a:pt x="5486" y="195"/>
                      <a:pt x="5493" y="190"/>
                      <a:pt x="5497" y="190"/>
                    </a:cubicBezTo>
                    <a:cubicBezTo>
                      <a:pt x="5502" y="190"/>
                      <a:pt x="5505" y="195"/>
                      <a:pt x="5508" y="202"/>
                    </a:cubicBezTo>
                    <a:cubicBezTo>
                      <a:pt x="5508" y="219"/>
                      <a:pt x="5522" y="230"/>
                      <a:pt x="5537" y="230"/>
                    </a:cubicBezTo>
                    <a:cubicBezTo>
                      <a:pt x="5545" y="230"/>
                      <a:pt x="5553" y="227"/>
                      <a:pt x="5559" y="219"/>
                    </a:cubicBezTo>
                    <a:cubicBezTo>
                      <a:pt x="5561" y="216"/>
                      <a:pt x="5561" y="214"/>
                      <a:pt x="5561" y="214"/>
                    </a:cubicBezTo>
                    <a:lnTo>
                      <a:pt x="5561" y="214"/>
                    </a:lnTo>
                    <a:cubicBezTo>
                      <a:pt x="5561" y="214"/>
                      <a:pt x="5558" y="222"/>
                      <a:pt x="5555" y="231"/>
                    </a:cubicBezTo>
                    <a:cubicBezTo>
                      <a:pt x="5555" y="245"/>
                      <a:pt x="5563" y="251"/>
                      <a:pt x="5573" y="251"/>
                    </a:cubicBezTo>
                    <a:cubicBezTo>
                      <a:pt x="5582" y="251"/>
                      <a:pt x="5592" y="246"/>
                      <a:pt x="5601" y="237"/>
                    </a:cubicBezTo>
                    <a:cubicBezTo>
                      <a:pt x="5603" y="249"/>
                      <a:pt x="5606" y="261"/>
                      <a:pt x="5614" y="261"/>
                    </a:cubicBezTo>
                    <a:cubicBezTo>
                      <a:pt x="5616" y="261"/>
                      <a:pt x="5618" y="261"/>
                      <a:pt x="5621" y="259"/>
                    </a:cubicBezTo>
                    <a:lnTo>
                      <a:pt x="5621" y="259"/>
                    </a:lnTo>
                    <a:cubicBezTo>
                      <a:pt x="5629" y="263"/>
                      <a:pt x="5629" y="263"/>
                      <a:pt x="5619" y="286"/>
                    </a:cubicBezTo>
                    <a:cubicBezTo>
                      <a:pt x="5613" y="297"/>
                      <a:pt x="5609" y="309"/>
                      <a:pt x="5616" y="313"/>
                    </a:cubicBezTo>
                    <a:cubicBezTo>
                      <a:pt x="5617" y="313"/>
                      <a:pt x="5618" y="314"/>
                      <a:pt x="5619" y="314"/>
                    </a:cubicBezTo>
                    <a:cubicBezTo>
                      <a:pt x="5625" y="314"/>
                      <a:pt x="5629" y="304"/>
                      <a:pt x="5634" y="293"/>
                    </a:cubicBezTo>
                    <a:lnTo>
                      <a:pt x="5650" y="301"/>
                    </a:lnTo>
                    <a:cubicBezTo>
                      <a:pt x="5650" y="301"/>
                      <a:pt x="5651" y="301"/>
                      <a:pt x="5653" y="301"/>
                    </a:cubicBezTo>
                    <a:cubicBezTo>
                      <a:pt x="5656" y="301"/>
                      <a:pt x="5661" y="300"/>
                      <a:pt x="5665" y="293"/>
                    </a:cubicBezTo>
                    <a:cubicBezTo>
                      <a:pt x="5667" y="287"/>
                      <a:pt x="5670" y="285"/>
                      <a:pt x="5674" y="285"/>
                    </a:cubicBezTo>
                    <a:cubicBezTo>
                      <a:pt x="5678" y="285"/>
                      <a:pt x="5682" y="287"/>
                      <a:pt x="5686" y="288"/>
                    </a:cubicBezTo>
                    <a:cubicBezTo>
                      <a:pt x="5684" y="292"/>
                      <a:pt x="5684" y="294"/>
                      <a:pt x="5685" y="294"/>
                    </a:cubicBezTo>
                    <a:cubicBezTo>
                      <a:pt x="5688" y="294"/>
                      <a:pt x="5693" y="287"/>
                      <a:pt x="5691" y="277"/>
                    </a:cubicBezTo>
                    <a:cubicBezTo>
                      <a:pt x="5696" y="268"/>
                      <a:pt x="5701" y="258"/>
                      <a:pt x="5707" y="258"/>
                    </a:cubicBezTo>
                    <a:cubicBezTo>
                      <a:pt x="5708" y="258"/>
                      <a:pt x="5709" y="259"/>
                      <a:pt x="5711" y="259"/>
                    </a:cubicBezTo>
                    <a:lnTo>
                      <a:pt x="5723" y="237"/>
                    </a:lnTo>
                    <a:cubicBezTo>
                      <a:pt x="5734" y="214"/>
                      <a:pt x="5740" y="203"/>
                      <a:pt x="5727" y="184"/>
                    </a:cubicBezTo>
                    <a:cubicBezTo>
                      <a:pt x="5707" y="164"/>
                      <a:pt x="5689" y="146"/>
                      <a:pt x="5677" y="146"/>
                    </a:cubicBezTo>
                    <a:cubicBezTo>
                      <a:pt x="5673" y="146"/>
                      <a:pt x="5669" y="149"/>
                      <a:pt x="5666" y="156"/>
                    </a:cubicBezTo>
                    <a:cubicBezTo>
                      <a:pt x="5666" y="156"/>
                      <a:pt x="5657" y="160"/>
                      <a:pt x="5649" y="160"/>
                    </a:cubicBezTo>
                    <a:cubicBezTo>
                      <a:pt x="5647" y="160"/>
                      <a:pt x="5645" y="160"/>
                      <a:pt x="5643" y="159"/>
                    </a:cubicBezTo>
                    <a:cubicBezTo>
                      <a:pt x="5634" y="155"/>
                      <a:pt x="5630" y="140"/>
                      <a:pt x="5630" y="140"/>
                    </a:cubicBezTo>
                    <a:cubicBezTo>
                      <a:pt x="5635" y="128"/>
                      <a:pt x="5600" y="111"/>
                      <a:pt x="5553" y="98"/>
                    </a:cubicBezTo>
                    <a:cubicBezTo>
                      <a:pt x="5496" y="80"/>
                      <a:pt x="5468" y="71"/>
                      <a:pt x="5463" y="55"/>
                    </a:cubicBezTo>
                    <a:cubicBezTo>
                      <a:pt x="5460" y="47"/>
                      <a:pt x="5454" y="42"/>
                      <a:pt x="5446" y="38"/>
                    </a:cubicBezTo>
                    <a:cubicBezTo>
                      <a:pt x="5445" y="42"/>
                      <a:pt x="5440" y="44"/>
                      <a:pt x="5431" y="44"/>
                    </a:cubicBezTo>
                    <a:cubicBezTo>
                      <a:pt x="5409" y="44"/>
                      <a:pt x="5366" y="34"/>
                      <a:pt x="5318" y="24"/>
                    </a:cubicBezTo>
                    <a:cubicBezTo>
                      <a:pt x="5277" y="18"/>
                      <a:pt x="5235" y="13"/>
                      <a:pt x="5209" y="13"/>
                    </a:cubicBezTo>
                    <a:cubicBezTo>
                      <a:pt x="5192" y="13"/>
                      <a:pt x="5182" y="15"/>
                      <a:pt x="5182" y="19"/>
                    </a:cubicBezTo>
                    <a:lnTo>
                      <a:pt x="5163" y="17"/>
                    </a:lnTo>
                    <a:cubicBezTo>
                      <a:pt x="5163" y="5"/>
                      <a:pt x="5143" y="3"/>
                      <a:pt x="5124" y="3"/>
                    </a:cubicBezTo>
                    <a:cubicBezTo>
                      <a:pt x="5112" y="10"/>
                      <a:pt x="5099" y="14"/>
                      <a:pt x="5085" y="15"/>
                    </a:cubicBezTo>
                    <a:cubicBezTo>
                      <a:pt x="5085" y="1"/>
                      <a:pt x="5075" y="1"/>
                      <a:pt x="5056" y="1"/>
                    </a:cubicBezTo>
                    <a:cubicBezTo>
                      <a:pt x="5053" y="1"/>
                      <a:pt x="5051" y="1"/>
                      <a:pt x="5048" y="1"/>
                    </a:cubicBezTo>
                    <a:cubicBezTo>
                      <a:pt x="5034" y="1"/>
                      <a:pt x="5027" y="2"/>
                      <a:pt x="5027" y="14"/>
                    </a:cubicBezTo>
                    <a:cubicBezTo>
                      <a:pt x="5017" y="12"/>
                      <a:pt x="4950" y="15"/>
                      <a:pt x="4919" y="5"/>
                    </a:cubicBezTo>
                    <a:cubicBezTo>
                      <a:pt x="4917" y="2"/>
                      <a:pt x="4914" y="1"/>
                      <a:pt x="4912" y="1"/>
                    </a:cubicBezTo>
                    <a:close/>
                  </a:path>
                </a:pathLst>
              </a:custGeom>
              <a:solidFill>
                <a:srgbClr val="D581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2" name="Google Shape;9062;p33"/>
              <p:cNvSpPr/>
              <p:nvPr/>
            </p:nvSpPr>
            <p:spPr>
              <a:xfrm>
                <a:off x="8715234" y="3333758"/>
                <a:ext cx="53785" cy="4054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453" extrusionOk="0">
                    <a:moveTo>
                      <a:pt x="299" y="1"/>
                    </a:moveTo>
                    <a:lnTo>
                      <a:pt x="298" y="2"/>
                    </a:lnTo>
                    <a:cubicBezTo>
                      <a:pt x="295" y="2"/>
                      <a:pt x="297" y="11"/>
                      <a:pt x="299" y="21"/>
                    </a:cubicBezTo>
                    <a:lnTo>
                      <a:pt x="300" y="20"/>
                    </a:lnTo>
                    <a:cubicBezTo>
                      <a:pt x="300" y="14"/>
                      <a:pt x="300" y="7"/>
                      <a:pt x="299" y="1"/>
                    </a:cubicBezTo>
                    <a:close/>
                    <a:moveTo>
                      <a:pt x="224" y="131"/>
                    </a:moveTo>
                    <a:cubicBezTo>
                      <a:pt x="223" y="131"/>
                      <a:pt x="222" y="131"/>
                      <a:pt x="222" y="132"/>
                    </a:cubicBezTo>
                    <a:cubicBezTo>
                      <a:pt x="220" y="133"/>
                      <a:pt x="226" y="141"/>
                      <a:pt x="226" y="141"/>
                    </a:cubicBezTo>
                    <a:cubicBezTo>
                      <a:pt x="230" y="145"/>
                      <a:pt x="232" y="146"/>
                      <a:pt x="233" y="146"/>
                    </a:cubicBezTo>
                    <a:cubicBezTo>
                      <a:pt x="234" y="146"/>
                      <a:pt x="235" y="146"/>
                      <a:pt x="235" y="145"/>
                    </a:cubicBezTo>
                    <a:cubicBezTo>
                      <a:pt x="237" y="147"/>
                      <a:pt x="238" y="147"/>
                      <a:pt x="239" y="147"/>
                    </a:cubicBezTo>
                    <a:cubicBezTo>
                      <a:pt x="240" y="147"/>
                      <a:pt x="236" y="142"/>
                      <a:pt x="232" y="136"/>
                    </a:cubicBezTo>
                    <a:cubicBezTo>
                      <a:pt x="227" y="132"/>
                      <a:pt x="225" y="131"/>
                      <a:pt x="224" y="131"/>
                    </a:cubicBezTo>
                    <a:close/>
                    <a:moveTo>
                      <a:pt x="243" y="140"/>
                    </a:moveTo>
                    <a:cubicBezTo>
                      <a:pt x="247" y="144"/>
                      <a:pt x="251" y="150"/>
                      <a:pt x="253" y="156"/>
                    </a:cubicBezTo>
                    <a:cubicBezTo>
                      <a:pt x="247" y="152"/>
                      <a:pt x="244" y="146"/>
                      <a:pt x="241" y="141"/>
                    </a:cubicBezTo>
                    <a:lnTo>
                      <a:pt x="243" y="140"/>
                    </a:lnTo>
                    <a:close/>
                    <a:moveTo>
                      <a:pt x="318" y="141"/>
                    </a:moveTo>
                    <a:lnTo>
                      <a:pt x="320" y="151"/>
                    </a:lnTo>
                    <a:cubicBezTo>
                      <a:pt x="322" y="160"/>
                      <a:pt x="321" y="160"/>
                      <a:pt x="320" y="160"/>
                    </a:cubicBezTo>
                    <a:cubicBezTo>
                      <a:pt x="320" y="160"/>
                      <a:pt x="320" y="160"/>
                      <a:pt x="318" y="151"/>
                    </a:cubicBezTo>
                    <a:cubicBezTo>
                      <a:pt x="318" y="151"/>
                      <a:pt x="317" y="141"/>
                      <a:pt x="318" y="141"/>
                    </a:cubicBezTo>
                    <a:close/>
                    <a:moveTo>
                      <a:pt x="301" y="125"/>
                    </a:moveTo>
                    <a:cubicBezTo>
                      <a:pt x="304" y="131"/>
                      <a:pt x="307" y="136"/>
                      <a:pt x="308" y="143"/>
                    </a:cubicBezTo>
                    <a:cubicBezTo>
                      <a:pt x="313" y="161"/>
                      <a:pt x="313" y="161"/>
                      <a:pt x="312" y="161"/>
                    </a:cubicBezTo>
                    <a:cubicBezTo>
                      <a:pt x="311" y="161"/>
                      <a:pt x="311" y="161"/>
                      <a:pt x="308" y="152"/>
                    </a:cubicBezTo>
                    <a:lnTo>
                      <a:pt x="309" y="152"/>
                    </a:lnTo>
                    <a:cubicBezTo>
                      <a:pt x="310" y="154"/>
                      <a:pt x="310" y="156"/>
                      <a:pt x="310" y="156"/>
                    </a:cubicBezTo>
                    <a:cubicBezTo>
                      <a:pt x="310" y="156"/>
                      <a:pt x="309" y="149"/>
                      <a:pt x="307" y="143"/>
                    </a:cubicBezTo>
                    <a:lnTo>
                      <a:pt x="301" y="125"/>
                    </a:lnTo>
                    <a:close/>
                    <a:moveTo>
                      <a:pt x="340" y="166"/>
                    </a:moveTo>
                    <a:cubicBezTo>
                      <a:pt x="340" y="172"/>
                      <a:pt x="340" y="177"/>
                      <a:pt x="340" y="181"/>
                    </a:cubicBezTo>
                    <a:lnTo>
                      <a:pt x="340" y="181"/>
                    </a:lnTo>
                    <a:cubicBezTo>
                      <a:pt x="340" y="177"/>
                      <a:pt x="340" y="172"/>
                      <a:pt x="340" y="166"/>
                    </a:cubicBezTo>
                    <a:close/>
                    <a:moveTo>
                      <a:pt x="278" y="152"/>
                    </a:moveTo>
                    <a:cubicBezTo>
                      <a:pt x="278" y="152"/>
                      <a:pt x="283" y="160"/>
                      <a:pt x="288" y="168"/>
                    </a:cubicBezTo>
                    <a:cubicBezTo>
                      <a:pt x="292" y="176"/>
                      <a:pt x="297" y="184"/>
                      <a:pt x="301" y="193"/>
                    </a:cubicBezTo>
                    <a:lnTo>
                      <a:pt x="301" y="193"/>
                    </a:lnTo>
                    <a:cubicBezTo>
                      <a:pt x="299" y="190"/>
                      <a:pt x="297" y="188"/>
                      <a:pt x="294" y="185"/>
                    </a:cubicBezTo>
                    <a:lnTo>
                      <a:pt x="293" y="187"/>
                    </a:lnTo>
                    <a:lnTo>
                      <a:pt x="290" y="178"/>
                    </a:lnTo>
                    <a:cubicBezTo>
                      <a:pt x="288" y="171"/>
                      <a:pt x="285" y="165"/>
                      <a:pt x="282" y="160"/>
                    </a:cubicBezTo>
                    <a:cubicBezTo>
                      <a:pt x="282" y="160"/>
                      <a:pt x="278" y="152"/>
                      <a:pt x="278" y="152"/>
                    </a:cubicBezTo>
                    <a:close/>
                    <a:moveTo>
                      <a:pt x="320" y="198"/>
                    </a:moveTo>
                    <a:cubicBezTo>
                      <a:pt x="323" y="207"/>
                      <a:pt x="323" y="207"/>
                      <a:pt x="323" y="207"/>
                    </a:cubicBezTo>
                    <a:lnTo>
                      <a:pt x="321" y="198"/>
                    </a:lnTo>
                    <a:close/>
                    <a:moveTo>
                      <a:pt x="210" y="188"/>
                    </a:moveTo>
                    <a:lnTo>
                      <a:pt x="226" y="198"/>
                    </a:lnTo>
                    <a:cubicBezTo>
                      <a:pt x="240" y="206"/>
                      <a:pt x="246" y="210"/>
                      <a:pt x="246" y="210"/>
                    </a:cubicBezTo>
                    <a:cubicBezTo>
                      <a:pt x="245" y="210"/>
                      <a:pt x="241" y="207"/>
                      <a:pt x="234" y="203"/>
                    </a:cubicBezTo>
                    <a:cubicBezTo>
                      <a:pt x="225" y="200"/>
                      <a:pt x="217" y="196"/>
                      <a:pt x="209" y="189"/>
                    </a:cubicBezTo>
                    <a:lnTo>
                      <a:pt x="210" y="188"/>
                    </a:lnTo>
                    <a:close/>
                    <a:moveTo>
                      <a:pt x="244" y="205"/>
                    </a:moveTo>
                    <a:lnTo>
                      <a:pt x="253" y="208"/>
                    </a:lnTo>
                    <a:cubicBezTo>
                      <a:pt x="262" y="212"/>
                      <a:pt x="261" y="214"/>
                      <a:pt x="261" y="214"/>
                    </a:cubicBezTo>
                    <a:lnTo>
                      <a:pt x="253" y="209"/>
                    </a:lnTo>
                    <a:lnTo>
                      <a:pt x="244" y="205"/>
                    </a:lnTo>
                    <a:close/>
                    <a:moveTo>
                      <a:pt x="282" y="209"/>
                    </a:moveTo>
                    <a:lnTo>
                      <a:pt x="282" y="209"/>
                    </a:lnTo>
                    <a:cubicBezTo>
                      <a:pt x="282" y="209"/>
                      <a:pt x="284" y="210"/>
                      <a:pt x="287" y="212"/>
                    </a:cubicBezTo>
                    <a:cubicBezTo>
                      <a:pt x="294" y="219"/>
                      <a:pt x="293" y="219"/>
                      <a:pt x="293" y="219"/>
                    </a:cubicBezTo>
                    <a:cubicBezTo>
                      <a:pt x="284" y="212"/>
                      <a:pt x="281" y="209"/>
                      <a:pt x="282" y="209"/>
                    </a:cubicBezTo>
                    <a:close/>
                    <a:moveTo>
                      <a:pt x="205" y="222"/>
                    </a:moveTo>
                    <a:cubicBezTo>
                      <a:pt x="214" y="225"/>
                      <a:pt x="223" y="228"/>
                      <a:pt x="223" y="228"/>
                    </a:cubicBezTo>
                    <a:cubicBezTo>
                      <a:pt x="216" y="228"/>
                      <a:pt x="210" y="226"/>
                      <a:pt x="205" y="224"/>
                    </a:cubicBezTo>
                    <a:lnTo>
                      <a:pt x="205" y="222"/>
                    </a:lnTo>
                    <a:close/>
                    <a:moveTo>
                      <a:pt x="235" y="222"/>
                    </a:moveTo>
                    <a:lnTo>
                      <a:pt x="235" y="222"/>
                    </a:lnTo>
                    <a:cubicBezTo>
                      <a:pt x="244" y="226"/>
                      <a:pt x="253" y="228"/>
                      <a:pt x="262" y="233"/>
                    </a:cubicBezTo>
                    <a:cubicBezTo>
                      <a:pt x="266" y="234"/>
                      <a:pt x="268" y="235"/>
                      <a:pt x="268" y="235"/>
                    </a:cubicBezTo>
                    <a:cubicBezTo>
                      <a:pt x="267" y="235"/>
                      <a:pt x="263" y="233"/>
                      <a:pt x="252" y="230"/>
                    </a:cubicBezTo>
                    <a:lnTo>
                      <a:pt x="235" y="222"/>
                    </a:lnTo>
                    <a:close/>
                    <a:moveTo>
                      <a:pt x="454" y="235"/>
                    </a:moveTo>
                    <a:cubicBezTo>
                      <a:pt x="453" y="235"/>
                      <a:pt x="450" y="235"/>
                      <a:pt x="450" y="235"/>
                    </a:cubicBezTo>
                    <a:cubicBezTo>
                      <a:pt x="441" y="235"/>
                      <a:pt x="432" y="237"/>
                      <a:pt x="432" y="237"/>
                    </a:cubicBezTo>
                    <a:cubicBezTo>
                      <a:pt x="429" y="237"/>
                      <a:pt x="428" y="238"/>
                      <a:pt x="428" y="238"/>
                    </a:cubicBezTo>
                    <a:cubicBezTo>
                      <a:pt x="429" y="238"/>
                      <a:pt x="435" y="237"/>
                      <a:pt x="441" y="237"/>
                    </a:cubicBezTo>
                    <a:lnTo>
                      <a:pt x="450" y="236"/>
                    </a:lnTo>
                    <a:cubicBezTo>
                      <a:pt x="455" y="235"/>
                      <a:pt x="455" y="235"/>
                      <a:pt x="454" y="235"/>
                    </a:cubicBezTo>
                    <a:close/>
                    <a:moveTo>
                      <a:pt x="178" y="240"/>
                    </a:moveTo>
                    <a:cubicBezTo>
                      <a:pt x="178" y="240"/>
                      <a:pt x="179" y="240"/>
                      <a:pt x="181" y="240"/>
                    </a:cubicBezTo>
                    <a:cubicBezTo>
                      <a:pt x="181" y="240"/>
                      <a:pt x="182" y="240"/>
                      <a:pt x="182" y="240"/>
                    </a:cubicBezTo>
                    <a:cubicBezTo>
                      <a:pt x="185" y="240"/>
                      <a:pt x="191" y="243"/>
                      <a:pt x="191" y="244"/>
                    </a:cubicBezTo>
                    <a:lnTo>
                      <a:pt x="181" y="243"/>
                    </a:lnTo>
                    <a:cubicBezTo>
                      <a:pt x="181" y="242"/>
                      <a:pt x="175" y="240"/>
                      <a:pt x="178" y="240"/>
                    </a:cubicBezTo>
                    <a:close/>
                    <a:moveTo>
                      <a:pt x="228" y="252"/>
                    </a:moveTo>
                    <a:cubicBezTo>
                      <a:pt x="234" y="252"/>
                      <a:pt x="241" y="253"/>
                      <a:pt x="246" y="254"/>
                    </a:cubicBezTo>
                    <a:cubicBezTo>
                      <a:pt x="253" y="254"/>
                      <a:pt x="251" y="254"/>
                      <a:pt x="243" y="254"/>
                    </a:cubicBezTo>
                    <a:cubicBezTo>
                      <a:pt x="239" y="254"/>
                      <a:pt x="233" y="254"/>
                      <a:pt x="227" y="254"/>
                    </a:cubicBezTo>
                    <a:lnTo>
                      <a:pt x="228" y="252"/>
                    </a:lnTo>
                    <a:close/>
                    <a:moveTo>
                      <a:pt x="246" y="262"/>
                    </a:moveTo>
                    <a:lnTo>
                      <a:pt x="246" y="263"/>
                    </a:lnTo>
                    <a:cubicBezTo>
                      <a:pt x="246" y="264"/>
                      <a:pt x="246" y="264"/>
                      <a:pt x="236" y="264"/>
                    </a:cubicBezTo>
                    <a:lnTo>
                      <a:pt x="236" y="263"/>
                    </a:lnTo>
                    <a:lnTo>
                      <a:pt x="246" y="262"/>
                    </a:lnTo>
                    <a:close/>
                    <a:moveTo>
                      <a:pt x="207" y="283"/>
                    </a:moveTo>
                    <a:cubicBezTo>
                      <a:pt x="217" y="283"/>
                      <a:pt x="216" y="284"/>
                      <a:pt x="216" y="284"/>
                    </a:cubicBezTo>
                    <a:cubicBezTo>
                      <a:pt x="216" y="285"/>
                      <a:pt x="216" y="286"/>
                      <a:pt x="207" y="286"/>
                    </a:cubicBezTo>
                    <a:cubicBezTo>
                      <a:pt x="207" y="286"/>
                      <a:pt x="197" y="286"/>
                      <a:pt x="198" y="285"/>
                    </a:cubicBezTo>
                    <a:cubicBezTo>
                      <a:pt x="198" y="284"/>
                      <a:pt x="207" y="283"/>
                      <a:pt x="207" y="283"/>
                    </a:cubicBezTo>
                    <a:close/>
                    <a:moveTo>
                      <a:pt x="449" y="288"/>
                    </a:moveTo>
                    <a:cubicBezTo>
                      <a:pt x="448" y="288"/>
                      <a:pt x="448" y="288"/>
                      <a:pt x="448" y="289"/>
                    </a:cubicBezTo>
                    <a:lnTo>
                      <a:pt x="448" y="290"/>
                    </a:lnTo>
                    <a:lnTo>
                      <a:pt x="458" y="290"/>
                    </a:lnTo>
                    <a:lnTo>
                      <a:pt x="458" y="289"/>
                    </a:lnTo>
                    <a:cubicBezTo>
                      <a:pt x="453" y="288"/>
                      <a:pt x="450" y="288"/>
                      <a:pt x="449" y="288"/>
                    </a:cubicBezTo>
                    <a:close/>
                    <a:moveTo>
                      <a:pt x="463" y="292"/>
                    </a:moveTo>
                    <a:cubicBezTo>
                      <a:pt x="464" y="292"/>
                      <a:pt x="467" y="292"/>
                      <a:pt x="467" y="293"/>
                    </a:cubicBezTo>
                    <a:cubicBezTo>
                      <a:pt x="463" y="292"/>
                      <a:pt x="463" y="292"/>
                      <a:pt x="463" y="292"/>
                    </a:cubicBezTo>
                    <a:close/>
                    <a:moveTo>
                      <a:pt x="380" y="294"/>
                    </a:moveTo>
                    <a:cubicBezTo>
                      <a:pt x="385" y="295"/>
                      <a:pt x="392" y="298"/>
                      <a:pt x="397" y="300"/>
                    </a:cubicBezTo>
                    <a:lnTo>
                      <a:pt x="388" y="298"/>
                    </a:lnTo>
                    <a:lnTo>
                      <a:pt x="380" y="294"/>
                    </a:lnTo>
                    <a:close/>
                    <a:moveTo>
                      <a:pt x="447" y="298"/>
                    </a:moveTo>
                    <a:cubicBezTo>
                      <a:pt x="447" y="298"/>
                      <a:pt x="447" y="298"/>
                      <a:pt x="457" y="299"/>
                    </a:cubicBezTo>
                    <a:lnTo>
                      <a:pt x="456" y="300"/>
                    </a:lnTo>
                    <a:lnTo>
                      <a:pt x="447" y="299"/>
                    </a:lnTo>
                    <a:lnTo>
                      <a:pt x="447" y="298"/>
                    </a:lnTo>
                    <a:close/>
                    <a:moveTo>
                      <a:pt x="282" y="299"/>
                    </a:moveTo>
                    <a:cubicBezTo>
                      <a:pt x="277" y="301"/>
                      <a:pt x="275" y="301"/>
                      <a:pt x="274" y="301"/>
                    </a:cubicBezTo>
                    <a:cubicBezTo>
                      <a:pt x="273" y="301"/>
                      <a:pt x="273" y="301"/>
                      <a:pt x="273" y="301"/>
                    </a:cubicBezTo>
                    <a:lnTo>
                      <a:pt x="282" y="299"/>
                    </a:lnTo>
                    <a:close/>
                    <a:moveTo>
                      <a:pt x="432" y="161"/>
                    </a:moveTo>
                    <a:cubicBezTo>
                      <a:pt x="433" y="163"/>
                      <a:pt x="435" y="165"/>
                      <a:pt x="437" y="168"/>
                    </a:cubicBezTo>
                    <a:cubicBezTo>
                      <a:pt x="440" y="174"/>
                      <a:pt x="443" y="179"/>
                      <a:pt x="449" y="179"/>
                    </a:cubicBezTo>
                    <a:cubicBezTo>
                      <a:pt x="450" y="179"/>
                      <a:pt x="452" y="178"/>
                      <a:pt x="453" y="178"/>
                    </a:cubicBezTo>
                    <a:lnTo>
                      <a:pt x="453" y="178"/>
                    </a:lnTo>
                    <a:cubicBezTo>
                      <a:pt x="453" y="180"/>
                      <a:pt x="455" y="181"/>
                      <a:pt x="447" y="187"/>
                    </a:cubicBezTo>
                    <a:cubicBezTo>
                      <a:pt x="442" y="189"/>
                      <a:pt x="441" y="191"/>
                      <a:pt x="442" y="191"/>
                    </a:cubicBezTo>
                    <a:cubicBezTo>
                      <a:pt x="442" y="191"/>
                      <a:pt x="444" y="190"/>
                      <a:pt x="448" y="188"/>
                    </a:cubicBezTo>
                    <a:cubicBezTo>
                      <a:pt x="455" y="184"/>
                      <a:pt x="460" y="183"/>
                      <a:pt x="461" y="183"/>
                    </a:cubicBezTo>
                    <a:lnTo>
                      <a:pt x="461" y="183"/>
                    </a:lnTo>
                    <a:cubicBezTo>
                      <a:pt x="462" y="183"/>
                      <a:pt x="458" y="185"/>
                      <a:pt x="449" y="191"/>
                    </a:cubicBezTo>
                    <a:cubicBezTo>
                      <a:pt x="454" y="189"/>
                      <a:pt x="463" y="186"/>
                      <a:pt x="465" y="186"/>
                    </a:cubicBezTo>
                    <a:lnTo>
                      <a:pt x="465" y="186"/>
                    </a:lnTo>
                    <a:cubicBezTo>
                      <a:pt x="467" y="186"/>
                      <a:pt x="466" y="187"/>
                      <a:pt x="459" y="191"/>
                    </a:cubicBezTo>
                    <a:lnTo>
                      <a:pt x="468" y="189"/>
                    </a:lnTo>
                    <a:cubicBezTo>
                      <a:pt x="476" y="186"/>
                      <a:pt x="481" y="184"/>
                      <a:pt x="482" y="184"/>
                    </a:cubicBezTo>
                    <a:lnTo>
                      <a:pt x="482" y="184"/>
                    </a:lnTo>
                    <a:cubicBezTo>
                      <a:pt x="483" y="184"/>
                      <a:pt x="479" y="187"/>
                      <a:pt x="469" y="191"/>
                    </a:cubicBezTo>
                    <a:cubicBezTo>
                      <a:pt x="452" y="199"/>
                      <a:pt x="452" y="199"/>
                      <a:pt x="452" y="200"/>
                    </a:cubicBezTo>
                    <a:cubicBezTo>
                      <a:pt x="452" y="200"/>
                      <a:pt x="453" y="200"/>
                      <a:pt x="461" y="197"/>
                    </a:cubicBezTo>
                    <a:lnTo>
                      <a:pt x="462" y="198"/>
                    </a:lnTo>
                    <a:lnTo>
                      <a:pt x="445" y="206"/>
                    </a:lnTo>
                    <a:cubicBezTo>
                      <a:pt x="436" y="209"/>
                      <a:pt x="436" y="209"/>
                      <a:pt x="437" y="210"/>
                    </a:cubicBezTo>
                    <a:cubicBezTo>
                      <a:pt x="437" y="210"/>
                      <a:pt x="437" y="210"/>
                      <a:pt x="446" y="207"/>
                    </a:cubicBezTo>
                    <a:cubicBezTo>
                      <a:pt x="452" y="204"/>
                      <a:pt x="458" y="202"/>
                      <a:pt x="462" y="202"/>
                    </a:cubicBezTo>
                    <a:cubicBezTo>
                      <a:pt x="463" y="202"/>
                      <a:pt x="463" y="202"/>
                      <a:pt x="464" y="202"/>
                    </a:cubicBezTo>
                    <a:cubicBezTo>
                      <a:pt x="458" y="206"/>
                      <a:pt x="452" y="208"/>
                      <a:pt x="446" y="210"/>
                    </a:cubicBezTo>
                    <a:cubicBezTo>
                      <a:pt x="440" y="212"/>
                      <a:pt x="438" y="212"/>
                      <a:pt x="440" y="212"/>
                    </a:cubicBezTo>
                    <a:cubicBezTo>
                      <a:pt x="441" y="212"/>
                      <a:pt x="443" y="212"/>
                      <a:pt x="447" y="211"/>
                    </a:cubicBezTo>
                    <a:cubicBezTo>
                      <a:pt x="447" y="211"/>
                      <a:pt x="449" y="211"/>
                      <a:pt x="451" y="211"/>
                    </a:cubicBezTo>
                    <a:cubicBezTo>
                      <a:pt x="454" y="211"/>
                      <a:pt x="456" y="211"/>
                      <a:pt x="457" y="212"/>
                    </a:cubicBezTo>
                    <a:lnTo>
                      <a:pt x="457" y="216"/>
                    </a:lnTo>
                    <a:cubicBezTo>
                      <a:pt x="459" y="215"/>
                      <a:pt x="460" y="215"/>
                      <a:pt x="462" y="215"/>
                    </a:cubicBezTo>
                    <a:cubicBezTo>
                      <a:pt x="467" y="215"/>
                      <a:pt x="468" y="220"/>
                      <a:pt x="469" y="226"/>
                    </a:cubicBezTo>
                    <a:cubicBezTo>
                      <a:pt x="469" y="232"/>
                      <a:pt x="470" y="237"/>
                      <a:pt x="477" y="237"/>
                    </a:cubicBezTo>
                    <a:cubicBezTo>
                      <a:pt x="478" y="237"/>
                      <a:pt x="478" y="237"/>
                      <a:pt x="479" y="237"/>
                    </a:cubicBezTo>
                    <a:cubicBezTo>
                      <a:pt x="481" y="237"/>
                      <a:pt x="483" y="236"/>
                      <a:pt x="484" y="236"/>
                    </a:cubicBezTo>
                    <a:lnTo>
                      <a:pt x="484" y="236"/>
                    </a:lnTo>
                    <a:cubicBezTo>
                      <a:pt x="488" y="236"/>
                      <a:pt x="486" y="239"/>
                      <a:pt x="479" y="242"/>
                    </a:cubicBezTo>
                    <a:cubicBezTo>
                      <a:pt x="479" y="244"/>
                      <a:pt x="478" y="275"/>
                      <a:pt x="487" y="275"/>
                    </a:cubicBezTo>
                    <a:cubicBezTo>
                      <a:pt x="487" y="275"/>
                      <a:pt x="496" y="275"/>
                      <a:pt x="496" y="276"/>
                    </a:cubicBezTo>
                    <a:cubicBezTo>
                      <a:pt x="490" y="277"/>
                      <a:pt x="484" y="277"/>
                      <a:pt x="478" y="277"/>
                    </a:cubicBezTo>
                    <a:lnTo>
                      <a:pt x="468" y="277"/>
                    </a:lnTo>
                    <a:cubicBezTo>
                      <a:pt x="468" y="277"/>
                      <a:pt x="468" y="281"/>
                      <a:pt x="459" y="282"/>
                    </a:cubicBezTo>
                    <a:cubicBezTo>
                      <a:pt x="458" y="282"/>
                      <a:pt x="458" y="283"/>
                      <a:pt x="468" y="284"/>
                    </a:cubicBezTo>
                    <a:cubicBezTo>
                      <a:pt x="477" y="285"/>
                      <a:pt x="477" y="286"/>
                      <a:pt x="477" y="287"/>
                    </a:cubicBezTo>
                    <a:cubicBezTo>
                      <a:pt x="477" y="289"/>
                      <a:pt x="477" y="289"/>
                      <a:pt x="486" y="289"/>
                    </a:cubicBezTo>
                    <a:cubicBezTo>
                      <a:pt x="488" y="288"/>
                      <a:pt x="489" y="288"/>
                      <a:pt x="491" y="288"/>
                    </a:cubicBezTo>
                    <a:cubicBezTo>
                      <a:pt x="496" y="288"/>
                      <a:pt x="496" y="290"/>
                      <a:pt x="496" y="291"/>
                    </a:cubicBezTo>
                    <a:cubicBezTo>
                      <a:pt x="491" y="292"/>
                      <a:pt x="487" y="292"/>
                      <a:pt x="482" y="292"/>
                    </a:cubicBezTo>
                    <a:cubicBezTo>
                      <a:pt x="480" y="292"/>
                      <a:pt x="479" y="292"/>
                      <a:pt x="477" y="292"/>
                    </a:cubicBezTo>
                    <a:cubicBezTo>
                      <a:pt x="470" y="291"/>
                      <a:pt x="464" y="291"/>
                      <a:pt x="458" y="291"/>
                    </a:cubicBezTo>
                    <a:cubicBezTo>
                      <a:pt x="448" y="292"/>
                      <a:pt x="448" y="293"/>
                      <a:pt x="467" y="295"/>
                    </a:cubicBezTo>
                    <a:lnTo>
                      <a:pt x="467" y="293"/>
                    </a:lnTo>
                    <a:cubicBezTo>
                      <a:pt x="476" y="295"/>
                      <a:pt x="485" y="299"/>
                      <a:pt x="476" y="301"/>
                    </a:cubicBezTo>
                    <a:cubicBezTo>
                      <a:pt x="475" y="303"/>
                      <a:pt x="475" y="304"/>
                      <a:pt x="477" y="305"/>
                    </a:cubicBezTo>
                    <a:lnTo>
                      <a:pt x="477" y="305"/>
                    </a:lnTo>
                    <a:cubicBezTo>
                      <a:pt x="462" y="300"/>
                      <a:pt x="448" y="292"/>
                      <a:pt x="437" y="280"/>
                    </a:cubicBezTo>
                    <a:lnTo>
                      <a:pt x="437" y="280"/>
                    </a:lnTo>
                    <a:cubicBezTo>
                      <a:pt x="435" y="281"/>
                      <a:pt x="432" y="281"/>
                      <a:pt x="430" y="281"/>
                    </a:cubicBezTo>
                    <a:lnTo>
                      <a:pt x="430" y="280"/>
                    </a:lnTo>
                    <a:cubicBezTo>
                      <a:pt x="430" y="279"/>
                      <a:pt x="432" y="278"/>
                      <a:pt x="435" y="278"/>
                    </a:cubicBezTo>
                    <a:lnTo>
                      <a:pt x="435" y="278"/>
                    </a:lnTo>
                    <a:cubicBezTo>
                      <a:pt x="435" y="279"/>
                      <a:pt x="436" y="280"/>
                      <a:pt x="437" y="280"/>
                    </a:cubicBezTo>
                    <a:lnTo>
                      <a:pt x="437" y="280"/>
                    </a:lnTo>
                    <a:cubicBezTo>
                      <a:pt x="441" y="280"/>
                      <a:pt x="445" y="280"/>
                      <a:pt x="449" y="280"/>
                    </a:cubicBezTo>
                    <a:cubicBezTo>
                      <a:pt x="449" y="277"/>
                      <a:pt x="440" y="277"/>
                      <a:pt x="440" y="277"/>
                    </a:cubicBezTo>
                    <a:cubicBezTo>
                      <a:pt x="440" y="277"/>
                      <a:pt x="437" y="277"/>
                      <a:pt x="435" y="278"/>
                    </a:cubicBezTo>
                    <a:lnTo>
                      <a:pt x="435" y="278"/>
                    </a:lnTo>
                    <a:cubicBezTo>
                      <a:pt x="420" y="261"/>
                      <a:pt x="412" y="240"/>
                      <a:pt x="412" y="217"/>
                    </a:cubicBezTo>
                    <a:lnTo>
                      <a:pt x="412" y="217"/>
                    </a:lnTo>
                    <a:cubicBezTo>
                      <a:pt x="406" y="221"/>
                      <a:pt x="399" y="223"/>
                      <a:pt x="392" y="226"/>
                    </a:cubicBezTo>
                    <a:cubicBezTo>
                      <a:pt x="392" y="225"/>
                      <a:pt x="392" y="225"/>
                      <a:pt x="400" y="221"/>
                    </a:cubicBezTo>
                    <a:cubicBezTo>
                      <a:pt x="404" y="219"/>
                      <a:pt x="408" y="217"/>
                      <a:pt x="412" y="216"/>
                    </a:cubicBezTo>
                    <a:lnTo>
                      <a:pt x="412" y="216"/>
                    </a:lnTo>
                    <a:cubicBezTo>
                      <a:pt x="412" y="216"/>
                      <a:pt x="412" y="217"/>
                      <a:pt x="412" y="217"/>
                    </a:cubicBezTo>
                    <a:lnTo>
                      <a:pt x="412" y="217"/>
                    </a:lnTo>
                    <a:cubicBezTo>
                      <a:pt x="414" y="217"/>
                      <a:pt x="416" y="216"/>
                      <a:pt x="418" y="215"/>
                    </a:cubicBezTo>
                    <a:lnTo>
                      <a:pt x="418" y="215"/>
                    </a:lnTo>
                    <a:cubicBezTo>
                      <a:pt x="416" y="215"/>
                      <a:pt x="414" y="215"/>
                      <a:pt x="412" y="216"/>
                    </a:cubicBezTo>
                    <a:lnTo>
                      <a:pt x="412" y="216"/>
                    </a:lnTo>
                    <a:cubicBezTo>
                      <a:pt x="413" y="211"/>
                      <a:pt x="413" y="205"/>
                      <a:pt x="414" y="200"/>
                    </a:cubicBezTo>
                    <a:cubicBezTo>
                      <a:pt x="417" y="185"/>
                      <a:pt x="423" y="172"/>
                      <a:pt x="432" y="161"/>
                    </a:cubicBezTo>
                    <a:close/>
                    <a:moveTo>
                      <a:pt x="215" y="300"/>
                    </a:moveTo>
                    <a:cubicBezTo>
                      <a:pt x="216" y="300"/>
                      <a:pt x="216" y="301"/>
                      <a:pt x="217" y="302"/>
                    </a:cubicBezTo>
                    <a:cubicBezTo>
                      <a:pt x="217" y="303"/>
                      <a:pt x="207" y="304"/>
                      <a:pt x="207" y="304"/>
                    </a:cubicBezTo>
                    <a:cubicBezTo>
                      <a:pt x="205" y="305"/>
                      <a:pt x="204" y="305"/>
                      <a:pt x="203" y="305"/>
                    </a:cubicBezTo>
                    <a:cubicBezTo>
                      <a:pt x="202" y="305"/>
                      <a:pt x="207" y="303"/>
                      <a:pt x="207" y="302"/>
                    </a:cubicBezTo>
                    <a:cubicBezTo>
                      <a:pt x="211" y="301"/>
                      <a:pt x="214" y="300"/>
                      <a:pt x="215" y="300"/>
                    </a:cubicBezTo>
                    <a:close/>
                    <a:moveTo>
                      <a:pt x="477" y="305"/>
                    </a:moveTo>
                    <a:cubicBezTo>
                      <a:pt x="479" y="306"/>
                      <a:pt x="482" y="306"/>
                      <a:pt x="484" y="307"/>
                    </a:cubicBezTo>
                    <a:cubicBezTo>
                      <a:pt x="483" y="307"/>
                      <a:pt x="483" y="307"/>
                      <a:pt x="482" y="307"/>
                    </a:cubicBezTo>
                    <a:lnTo>
                      <a:pt x="482" y="307"/>
                    </a:lnTo>
                    <a:cubicBezTo>
                      <a:pt x="480" y="306"/>
                      <a:pt x="478" y="305"/>
                      <a:pt x="477" y="305"/>
                    </a:cubicBezTo>
                    <a:close/>
                    <a:moveTo>
                      <a:pt x="439" y="302"/>
                    </a:moveTo>
                    <a:cubicBezTo>
                      <a:pt x="440" y="302"/>
                      <a:pt x="442" y="303"/>
                      <a:pt x="446" y="303"/>
                    </a:cubicBezTo>
                    <a:cubicBezTo>
                      <a:pt x="455" y="305"/>
                      <a:pt x="455" y="305"/>
                      <a:pt x="455" y="307"/>
                    </a:cubicBezTo>
                    <a:cubicBezTo>
                      <a:pt x="455" y="307"/>
                      <a:pt x="455" y="307"/>
                      <a:pt x="454" y="307"/>
                    </a:cubicBezTo>
                    <a:cubicBezTo>
                      <a:pt x="453" y="307"/>
                      <a:pt x="451" y="307"/>
                      <a:pt x="446" y="305"/>
                    </a:cubicBezTo>
                    <a:cubicBezTo>
                      <a:pt x="440" y="303"/>
                      <a:pt x="438" y="302"/>
                      <a:pt x="439" y="302"/>
                    </a:cubicBezTo>
                    <a:close/>
                    <a:moveTo>
                      <a:pt x="386" y="302"/>
                    </a:moveTo>
                    <a:cubicBezTo>
                      <a:pt x="386" y="302"/>
                      <a:pt x="386" y="302"/>
                      <a:pt x="395" y="305"/>
                    </a:cubicBezTo>
                    <a:cubicBezTo>
                      <a:pt x="399" y="307"/>
                      <a:pt x="401" y="308"/>
                      <a:pt x="404" y="309"/>
                    </a:cubicBezTo>
                    <a:lnTo>
                      <a:pt x="394" y="305"/>
                    </a:lnTo>
                    <a:cubicBezTo>
                      <a:pt x="386" y="303"/>
                      <a:pt x="386" y="302"/>
                      <a:pt x="386" y="302"/>
                    </a:cubicBezTo>
                    <a:close/>
                    <a:moveTo>
                      <a:pt x="357" y="308"/>
                    </a:moveTo>
                    <a:lnTo>
                      <a:pt x="364" y="313"/>
                    </a:lnTo>
                    <a:cubicBezTo>
                      <a:pt x="362" y="311"/>
                      <a:pt x="359" y="309"/>
                      <a:pt x="357" y="308"/>
                    </a:cubicBezTo>
                    <a:close/>
                    <a:moveTo>
                      <a:pt x="360" y="312"/>
                    </a:moveTo>
                    <a:cubicBezTo>
                      <a:pt x="360" y="312"/>
                      <a:pt x="361" y="313"/>
                      <a:pt x="362" y="314"/>
                    </a:cubicBezTo>
                    <a:lnTo>
                      <a:pt x="362" y="314"/>
                    </a:lnTo>
                    <a:cubicBezTo>
                      <a:pt x="363" y="314"/>
                      <a:pt x="363" y="314"/>
                      <a:pt x="363" y="314"/>
                    </a:cubicBezTo>
                    <a:cubicBezTo>
                      <a:pt x="361" y="313"/>
                      <a:pt x="360" y="312"/>
                      <a:pt x="360" y="312"/>
                    </a:cubicBezTo>
                    <a:close/>
                    <a:moveTo>
                      <a:pt x="243" y="311"/>
                    </a:moveTo>
                    <a:lnTo>
                      <a:pt x="243" y="311"/>
                    </a:lnTo>
                    <a:cubicBezTo>
                      <a:pt x="244" y="311"/>
                      <a:pt x="240" y="312"/>
                      <a:pt x="228" y="317"/>
                    </a:cubicBezTo>
                    <a:cubicBezTo>
                      <a:pt x="223" y="318"/>
                      <a:pt x="221" y="318"/>
                      <a:pt x="220" y="318"/>
                    </a:cubicBezTo>
                    <a:cubicBezTo>
                      <a:pt x="219" y="318"/>
                      <a:pt x="219" y="318"/>
                      <a:pt x="219" y="318"/>
                    </a:cubicBezTo>
                    <a:cubicBezTo>
                      <a:pt x="218" y="318"/>
                      <a:pt x="227" y="314"/>
                      <a:pt x="237" y="312"/>
                    </a:cubicBezTo>
                    <a:cubicBezTo>
                      <a:pt x="240" y="311"/>
                      <a:pt x="243" y="311"/>
                      <a:pt x="243" y="311"/>
                    </a:cubicBezTo>
                    <a:close/>
                    <a:moveTo>
                      <a:pt x="334" y="304"/>
                    </a:moveTo>
                    <a:cubicBezTo>
                      <a:pt x="334" y="304"/>
                      <a:pt x="335" y="311"/>
                      <a:pt x="337" y="319"/>
                    </a:cubicBezTo>
                    <a:lnTo>
                      <a:pt x="337" y="319"/>
                    </a:lnTo>
                    <a:cubicBezTo>
                      <a:pt x="337" y="317"/>
                      <a:pt x="336" y="316"/>
                      <a:pt x="336" y="313"/>
                    </a:cubicBezTo>
                    <a:cubicBezTo>
                      <a:pt x="336" y="311"/>
                      <a:pt x="335" y="308"/>
                      <a:pt x="334" y="304"/>
                    </a:cubicBezTo>
                    <a:close/>
                    <a:moveTo>
                      <a:pt x="10" y="315"/>
                    </a:moveTo>
                    <a:cubicBezTo>
                      <a:pt x="1" y="317"/>
                      <a:pt x="1" y="319"/>
                      <a:pt x="20" y="320"/>
                    </a:cubicBezTo>
                    <a:cubicBezTo>
                      <a:pt x="29" y="319"/>
                      <a:pt x="29" y="319"/>
                      <a:pt x="29" y="317"/>
                    </a:cubicBezTo>
                    <a:cubicBezTo>
                      <a:pt x="22" y="315"/>
                      <a:pt x="16" y="315"/>
                      <a:pt x="10" y="315"/>
                    </a:cubicBezTo>
                    <a:close/>
                    <a:moveTo>
                      <a:pt x="238" y="318"/>
                    </a:moveTo>
                    <a:lnTo>
                      <a:pt x="238" y="319"/>
                    </a:lnTo>
                    <a:cubicBezTo>
                      <a:pt x="233" y="321"/>
                      <a:pt x="227" y="323"/>
                      <a:pt x="220" y="324"/>
                    </a:cubicBezTo>
                    <a:lnTo>
                      <a:pt x="229" y="320"/>
                    </a:lnTo>
                    <a:lnTo>
                      <a:pt x="238" y="318"/>
                    </a:lnTo>
                    <a:close/>
                    <a:moveTo>
                      <a:pt x="225" y="328"/>
                    </a:moveTo>
                    <a:cubicBezTo>
                      <a:pt x="226" y="328"/>
                      <a:pt x="223" y="329"/>
                      <a:pt x="222" y="329"/>
                    </a:cubicBezTo>
                    <a:cubicBezTo>
                      <a:pt x="222" y="329"/>
                      <a:pt x="222" y="329"/>
                      <a:pt x="222" y="329"/>
                    </a:cubicBezTo>
                    <a:cubicBezTo>
                      <a:pt x="224" y="328"/>
                      <a:pt x="225" y="328"/>
                      <a:pt x="225" y="328"/>
                    </a:cubicBezTo>
                    <a:close/>
                    <a:moveTo>
                      <a:pt x="358" y="328"/>
                    </a:moveTo>
                    <a:cubicBezTo>
                      <a:pt x="359" y="328"/>
                      <a:pt x="361" y="331"/>
                      <a:pt x="361" y="331"/>
                    </a:cubicBezTo>
                    <a:cubicBezTo>
                      <a:pt x="361" y="331"/>
                      <a:pt x="360" y="330"/>
                      <a:pt x="358" y="328"/>
                    </a:cubicBezTo>
                    <a:close/>
                    <a:moveTo>
                      <a:pt x="335" y="144"/>
                    </a:moveTo>
                    <a:lnTo>
                      <a:pt x="336" y="155"/>
                    </a:lnTo>
                    <a:cubicBezTo>
                      <a:pt x="337" y="174"/>
                      <a:pt x="337" y="184"/>
                      <a:pt x="338" y="193"/>
                    </a:cubicBezTo>
                    <a:cubicBezTo>
                      <a:pt x="339" y="199"/>
                      <a:pt x="339" y="205"/>
                      <a:pt x="339" y="205"/>
                    </a:cubicBezTo>
                    <a:cubicBezTo>
                      <a:pt x="340" y="205"/>
                      <a:pt x="340" y="202"/>
                      <a:pt x="340" y="194"/>
                    </a:cubicBezTo>
                    <a:cubicBezTo>
                      <a:pt x="340" y="191"/>
                      <a:pt x="340" y="188"/>
                      <a:pt x="341" y="184"/>
                    </a:cubicBezTo>
                    <a:cubicBezTo>
                      <a:pt x="341" y="188"/>
                      <a:pt x="341" y="191"/>
                      <a:pt x="341" y="194"/>
                    </a:cubicBezTo>
                    <a:cubicBezTo>
                      <a:pt x="340" y="203"/>
                      <a:pt x="341" y="205"/>
                      <a:pt x="343" y="205"/>
                    </a:cubicBezTo>
                    <a:cubicBezTo>
                      <a:pt x="343" y="205"/>
                      <a:pt x="344" y="206"/>
                      <a:pt x="341" y="215"/>
                    </a:cubicBezTo>
                    <a:lnTo>
                      <a:pt x="339" y="225"/>
                    </a:lnTo>
                    <a:cubicBezTo>
                      <a:pt x="341" y="218"/>
                      <a:pt x="342" y="216"/>
                      <a:pt x="343" y="216"/>
                    </a:cubicBezTo>
                    <a:cubicBezTo>
                      <a:pt x="343" y="216"/>
                      <a:pt x="343" y="217"/>
                      <a:pt x="344" y="217"/>
                    </a:cubicBezTo>
                    <a:cubicBezTo>
                      <a:pt x="344" y="217"/>
                      <a:pt x="344" y="218"/>
                      <a:pt x="345" y="218"/>
                    </a:cubicBezTo>
                    <a:cubicBezTo>
                      <a:pt x="346" y="218"/>
                      <a:pt x="347" y="216"/>
                      <a:pt x="350" y="210"/>
                    </a:cubicBezTo>
                    <a:lnTo>
                      <a:pt x="350" y="211"/>
                    </a:lnTo>
                    <a:cubicBezTo>
                      <a:pt x="346" y="219"/>
                      <a:pt x="346" y="219"/>
                      <a:pt x="347" y="220"/>
                    </a:cubicBezTo>
                    <a:cubicBezTo>
                      <a:pt x="352" y="212"/>
                      <a:pt x="353" y="212"/>
                      <a:pt x="353" y="212"/>
                    </a:cubicBezTo>
                    <a:lnTo>
                      <a:pt x="353" y="212"/>
                    </a:lnTo>
                    <a:cubicBezTo>
                      <a:pt x="347" y="220"/>
                      <a:pt x="347" y="221"/>
                      <a:pt x="348" y="221"/>
                    </a:cubicBezTo>
                    <a:cubicBezTo>
                      <a:pt x="348" y="221"/>
                      <a:pt x="348" y="221"/>
                      <a:pt x="348" y="221"/>
                    </a:cubicBezTo>
                    <a:cubicBezTo>
                      <a:pt x="348" y="221"/>
                      <a:pt x="349" y="221"/>
                      <a:pt x="354" y="215"/>
                    </a:cubicBezTo>
                    <a:lnTo>
                      <a:pt x="354" y="215"/>
                    </a:lnTo>
                    <a:cubicBezTo>
                      <a:pt x="354" y="215"/>
                      <a:pt x="356" y="217"/>
                      <a:pt x="350" y="225"/>
                    </a:cubicBezTo>
                    <a:cubicBezTo>
                      <a:pt x="349" y="227"/>
                      <a:pt x="348" y="228"/>
                      <a:pt x="348" y="228"/>
                    </a:cubicBezTo>
                    <a:cubicBezTo>
                      <a:pt x="348" y="228"/>
                      <a:pt x="352" y="223"/>
                      <a:pt x="357" y="218"/>
                    </a:cubicBezTo>
                    <a:cubicBezTo>
                      <a:pt x="362" y="214"/>
                      <a:pt x="366" y="209"/>
                      <a:pt x="371" y="206"/>
                    </a:cubicBezTo>
                    <a:lnTo>
                      <a:pt x="371" y="206"/>
                    </a:lnTo>
                    <a:lnTo>
                      <a:pt x="358" y="219"/>
                    </a:lnTo>
                    <a:cubicBezTo>
                      <a:pt x="352" y="226"/>
                      <a:pt x="352" y="226"/>
                      <a:pt x="352" y="226"/>
                    </a:cubicBezTo>
                    <a:lnTo>
                      <a:pt x="352" y="227"/>
                    </a:lnTo>
                    <a:cubicBezTo>
                      <a:pt x="355" y="223"/>
                      <a:pt x="357" y="221"/>
                      <a:pt x="358" y="221"/>
                    </a:cubicBezTo>
                    <a:cubicBezTo>
                      <a:pt x="359" y="221"/>
                      <a:pt x="360" y="223"/>
                      <a:pt x="360" y="224"/>
                    </a:cubicBezTo>
                    <a:cubicBezTo>
                      <a:pt x="362" y="225"/>
                      <a:pt x="362" y="226"/>
                      <a:pt x="363" y="226"/>
                    </a:cubicBezTo>
                    <a:cubicBezTo>
                      <a:pt x="365" y="226"/>
                      <a:pt x="367" y="225"/>
                      <a:pt x="371" y="222"/>
                    </a:cubicBezTo>
                    <a:cubicBezTo>
                      <a:pt x="374" y="220"/>
                      <a:pt x="376" y="219"/>
                      <a:pt x="376" y="219"/>
                    </a:cubicBezTo>
                    <a:lnTo>
                      <a:pt x="376" y="219"/>
                    </a:lnTo>
                    <a:cubicBezTo>
                      <a:pt x="377" y="219"/>
                      <a:pt x="375" y="221"/>
                      <a:pt x="372" y="224"/>
                    </a:cubicBezTo>
                    <a:cubicBezTo>
                      <a:pt x="357" y="235"/>
                      <a:pt x="351" y="239"/>
                      <a:pt x="351" y="239"/>
                    </a:cubicBezTo>
                    <a:cubicBezTo>
                      <a:pt x="351" y="239"/>
                      <a:pt x="353" y="238"/>
                      <a:pt x="356" y="236"/>
                    </a:cubicBezTo>
                    <a:cubicBezTo>
                      <a:pt x="356" y="236"/>
                      <a:pt x="364" y="231"/>
                      <a:pt x="373" y="226"/>
                    </a:cubicBezTo>
                    <a:cubicBezTo>
                      <a:pt x="380" y="221"/>
                      <a:pt x="384" y="219"/>
                      <a:pt x="385" y="219"/>
                    </a:cubicBezTo>
                    <a:lnTo>
                      <a:pt x="385" y="219"/>
                    </a:lnTo>
                    <a:cubicBezTo>
                      <a:pt x="385" y="219"/>
                      <a:pt x="381" y="222"/>
                      <a:pt x="373" y="227"/>
                    </a:cubicBezTo>
                    <a:cubicBezTo>
                      <a:pt x="365" y="232"/>
                      <a:pt x="363" y="234"/>
                      <a:pt x="365" y="234"/>
                    </a:cubicBezTo>
                    <a:cubicBezTo>
                      <a:pt x="368" y="234"/>
                      <a:pt x="374" y="232"/>
                      <a:pt x="383" y="229"/>
                    </a:cubicBezTo>
                    <a:lnTo>
                      <a:pt x="383" y="229"/>
                    </a:lnTo>
                    <a:lnTo>
                      <a:pt x="375" y="233"/>
                    </a:lnTo>
                    <a:cubicBezTo>
                      <a:pt x="366" y="237"/>
                      <a:pt x="366" y="237"/>
                      <a:pt x="366" y="238"/>
                    </a:cubicBezTo>
                    <a:lnTo>
                      <a:pt x="366" y="239"/>
                    </a:lnTo>
                    <a:cubicBezTo>
                      <a:pt x="372" y="237"/>
                      <a:pt x="375" y="236"/>
                      <a:pt x="376" y="236"/>
                    </a:cubicBezTo>
                    <a:lnTo>
                      <a:pt x="376" y="236"/>
                    </a:lnTo>
                    <a:cubicBezTo>
                      <a:pt x="379" y="236"/>
                      <a:pt x="373" y="240"/>
                      <a:pt x="367" y="242"/>
                    </a:cubicBezTo>
                    <a:cubicBezTo>
                      <a:pt x="357" y="245"/>
                      <a:pt x="357" y="245"/>
                      <a:pt x="357" y="245"/>
                    </a:cubicBezTo>
                    <a:cubicBezTo>
                      <a:pt x="363" y="243"/>
                      <a:pt x="366" y="243"/>
                      <a:pt x="368" y="243"/>
                    </a:cubicBezTo>
                    <a:lnTo>
                      <a:pt x="368" y="243"/>
                    </a:lnTo>
                    <a:cubicBezTo>
                      <a:pt x="370" y="243"/>
                      <a:pt x="364" y="246"/>
                      <a:pt x="357" y="247"/>
                    </a:cubicBezTo>
                    <a:cubicBezTo>
                      <a:pt x="360" y="247"/>
                      <a:pt x="363" y="247"/>
                      <a:pt x="364" y="247"/>
                    </a:cubicBezTo>
                    <a:cubicBezTo>
                      <a:pt x="367" y="247"/>
                      <a:pt x="367" y="247"/>
                      <a:pt x="367" y="247"/>
                    </a:cubicBezTo>
                    <a:cubicBezTo>
                      <a:pt x="367" y="248"/>
                      <a:pt x="367" y="248"/>
                      <a:pt x="367" y="248"/>
                    </a:cubicBezTo>
                    <a:cubicBezTo>
                      <a:pt x="368" y="248"/>
                      <a:pt x="371" y="247"/>
                      <a:pt x="376" y="246"/>
                    </a:cubicBezTo>
                    <a:cubicBezTo>
                      <a:pt x="379" y="245"/>
                      <a:pt x="382" y="245"/>
                      <a:pt x="385" y="245"/>
                    </a:cubicBezTo>
                    <a:lnTo>
                      <a:pt x="385" y="245"/>
                    </a:lnTo>
                    <a:cubicBezTo>
                      <a:pt x="376" y="247"/>
                      <a:pt x="376" y="248"/>
                      <a:pt x="376" y="249"/>
                    </a:cubicBezTo>
                    <a:cubicBezTo>
                      <a:pt x="375" y="252"/>
                      <a:pt x="375" y="252"/>
                      <a:pt x="366" y="253"/>
                    </a:cubicBezTo>
                    <a:lnTo>
                      <a:pt x="375" y="253"/>
                    </a:lnTo>
                    <a:cubicBezTo>
                      <a:pt x="385" y="253"/>
                      <a:pt x="385" y="254"/>
                      <a:pt x="375" y="254"/>
                    </a:cubicBezTo>
                    <a:cubicBezTo>
                      <a:pt x="366" y="254"/>
                      <a:pt x="365" y="259"/>
                      <a:pt x="375" y="262"/>
                    </a:cubicBezTo>
                    <a:lnTo>
                      <a:pt x="375" y="265"/>
                    </a:lnTo>
                    <a:cubicBezTo>
                      <a:pt x="356" y="266"/>
                      <a:pt x="355" y="270"/>
                      <a:pt x="374" y="271"/>
                    </a:cubicBezTo>
                    <a:cubicBezTo>
                      <a:pt x="365" y="271"/>
                      <a:pt x="365" y="273"/>
                      <a:pt x="365" y="274"/>
                    </a:cubicBezTo>
                    <a:cubicBezTo>
                      <a:pt x="373" y="276"/>
                      <a:pt x="374" y="281"/>
                      <a:pt x="366" y="281"/>
                    </a:cubicBezTo>
                    <a:cubicBezTo>
                      <a:pt x="366" y="281"/>
                      <a:pt x="365" y="281"/>
                      <a:pt x="364" y="281"/>
                    </a:cubicBezTo>
                    <a:lnTo>
                      <a:pt x="364" y="281"/>
                    </a:lnTo>
                    <a:cubicBezTo>
                      <a:pt x="374" y="282"/>
                      <a:pt x="374" y="282"/>
                      <a:pt x="374" y="282"/>
                    </a:cubicBezTo>
                    <a:cubicBezTo>
                      <a:pt x="373" y="283"/>
                      <a:pt x="373" y="283"/>
                      <a:pt x="383" y="284"/>
                    </a:cubicBezTo>
                    <a:cubicBezTo>
                      <a:pt x="392" y="285"/>
                      <a:pt x="392" y="285"/>
                      <a:pt x="392" y="285"/>
                    </a:cubicBezTo>
                    <a:cubicBezTo>
                      <a:pt x="385" y="285"/>
                      <a:pt x="380" y="285"/>
                      <a:pt x="373" y="284"/>
                    </a:cubicBezTo>
                    <a:cubicBezTo>
                      <a:pt x="370" y="284"/>
                      <a:pt x="367" y="283"/>
                      <a:pt x="367" y="283"/>
                    </a:cubicBezTo>
                    <a:lnTo>
                      <a:pt x="367" y="283"/>
                    </a:lnTo>
                    <a:cubicBezTo>
                      <a:pt x="366" y="283"/>
                      <a:pt x="370" y="284"/>
                      <a:pt x="382" y="286"/>
                    </a:cubicBezTo>
                    <a:cubicBezTo>
                      <a:pt x="378" y="286"/>
                      <a:pt x="375" y="286"/>
                      <a:pt x="373" y="285"/>
                    </a:cubicBezTo>
                    <a:lnTo>
                      <a:pt x="373" y="285"/>
                    </a:lnTo>
                    <a:cubicBezTo>
                      <a:pt x="373" y="285"/>
                      <a:pt x="373" y="286"/>
                      <a:pt x="382" y="287"/>
                    </a:cubicBezTo>
                    <a:lnTo>
                      <a:pt x="382" y="289"/>
                    </a:lnTo>
                    <a:cubicBezTo>
                      <a:pt x="378" y="288"/>
                      <a:pt x="376" y="288"/>
                      <a:pt x="375" y="288"/>
                    </a:cubicBezTo>
                    <a:cubicBezTo>
                      <a:pt x="372" y="288"/>
                      <a:pt x="372" y="289"/>
                      <a:pt x="372" y="289"/>
                    </a:cubicBezTo>
                    <a:cubicBezTo>
                      <a:pt x="368" y="288"/>
                      <a:pt x="366" y="288"/>
                      <a:pt x="365" y="288"/>
                    </a:cubicBezTo>
                    <a:lnTo>
                      <a:pt x="365" y="288"/>
                    </a:lnTo>
                    <a:cubicBezTo>
                      <a:pt x="364" y="288"/>
                      <a:pt x="369" y="289"/>
                      <a:pt x="381" y="291"/>
                    </a:cubicBezTo>
                    <a:cubicBezTo>
                      <a:pt x="386" y="292"/>
                      <a:pt x="388" y="293"/>
                      <a:pt x="387" y="293"/>
                    </a:cubicBezTo>
                    <a:cubicBezTo>
                      <a:pt x="386" y="293"/>
                      <a:pt x="384" y="293"/>
                      <a:pt x="381" y="292"/>
                    </a:cubicBezTo>
                    <a:cubicBezTo>
                      <a:pt x="370" y="290"/>
                      <a:pt x="365" y="289"/>
                      <a:pt x="365" y="289"/>
                    </a:cubicBezTo>
                    <a:lnTo>
                      <a:pt x="365" y="289"/>
                    </a:lnTo>
                    <a:cubicBezTo>
                      <a:pt x="364" y="289"/>
                      <a:pt x="367" y="290"/>
                      <a:pt x="371" y="291"/>
                    </a:cubicBezTo>
                    <a:cubicBezTo>
                      <a:pt x="380" y="293"/>
                      <a:pt x="380" y="293"/>
                      <a:pt x="380" y="293"/>
                    </a:cubicBezTo>
                    <a:cubicBezTo>
                      <a:pt x="377" y="293"/>
                      <a:pt x="376" y="292"/>
                      <a:pt x="374" y="292"/>
                    </a:cubicBezTo>
                    <a:cubicBezTo>
                      <a:pt x="370" y="292"/>
                      <a:pt x="369" y="295"/>
                      <a:pt x="367" y="296"/>
                    </a:cubicBezTo>
                    <a:cubicBezTo>
                      <a:pt x="367" y="296"/>
                      <a:pt x="376" y="301"/>
                      <a:pt x="385" y="304"/>
                    </a:cubicBezTo>
                    <a:cubicBezTo>
                      <a:pt x="392" y="308"/>
                      <a:pt x="395" y="309"/>
                      <a:pt x="395" y="309"/>
                    </a:cubicBezTo>
                    <a:cubicBezTo>
                      <a:pt x="394" y="309"/>
                      <a:pt x="389" y="307"/>
                      <a:pt x="384" y="305"/>
                    </a:cubicBezTo>
                    <a:lnTo>
                      <a:pt x="384" y="305"/>
                    </a:lnTo>
                    <a:cubicBezTo>
                      <a:pt x="393" y="309"/>
                      <a:pt x="398" y="311"/>
                      <a:pt x="397" y="311"/>
                    </a:cubicBezTo>
                    <a:cubicBezTo>
                      <a:pt x="397" y="311"/>
                      <a:pt x="393" y="310"/>
                      <a:pt x="384" y="307"/>
                    </a:cubicBezTo>
                    <a:cubicBezTo>
                      <a:pt x="380" y="304"/>
                      <a:pt x="377" y="303"/>
                      <a:pt x="377" y="303"/>
                    </a:cubicBezTo>
                    <a:lnTo>
                      <a:pt x="377" y="303"/>
                    </a:lnTo>
                    <a:cubicBezTo>
                      <a:pt x="377" y="303"/>
                      <a:pt x="379" y="304"/>
                      <a:pt x="383" y="307"/>
                    </a:cubicBezTo>
                    <a:cubicBezTo>
                      <a:pt x="388" y="309"/>
                      <a:pt x="390" y="310"/>
                      <a:pt x="390" y="310"/>
                    </a:cubicBezTo>
                    <a:cubicBezTo>
                      <a:pt x="389" y="310"/>
                      <a:pt x="387" y="309"/>
                      <a:pt x="383" y="308"/>
                    </a:cubicBezTo>
                    <a:cubicBezTo>
                      <a:pt x="377" y="305"/>
                      <a:pt x="371" y="302"/>
                      <a:pt x="370" y="302"/>
                    </a:cubicBezTo>
                    <a:lnTo>
                      <a:pt x="370" y="302"/>
                    </a:lnTo>
                    <a:cubicBezTo>
                      <a:pt x="370" y="302"/>
                      <a:pt x="371" y="303"/>
                      <a:pt x="374" y="304"/>
                    </a:cubicBezTo>
                    <a:lnTo>
                      <a:pt x="374" y="304"/>
                    </a:lnTo>
                    <a:cubicBezTo>
                      <a:pt x="374" y="304"/>
                      <a:pt x="374" y="304"/>
                      <a:pt x="365" y="300"/>
                    </a:cubicBezTo>
                    <a:cubicBezTo>
                      <a:pt x="363" y="299"/>
                      <a:pt x="362" y="299"/>
                      <a:pt x="361" y="299"/>
                    </a:cubicBezTo>
                    <a:lnTo>
                      <a:pt x="361" y="299"/>
                    </a:lnTo>
                    <a:cubicBezTo>
                      <a:pt x="360" y="299"/>
                      <a:pt x="367" y="302"/>
                      <a:pt x="373" y="305"/>
                    </a:cubicBezTo>
                    <a:cubicBezTo>
                      <a:pt x="381" y="311"/>
                      <a:pt x="385" y="314"/>
                      <a:pt x="384" y="314"/>
                    </a:cubicBezTo>
                    <a:cubicBezTo>
                      <a:pt x="384" y="314"/>
                      <a:pt x="380" y="311"/>
                      <a:pt x="372" y="307"/>
                    </a:cubicBezTo>
                    <a:cubicBezTo>
                      <a:pt x="366" y="303"/>
                      <a:pt x="363" y="301"/>
                      <a:pt x="363" y="301"/>
                    </a:cubicBezTo>
                    <a:lnTo>
                      <a:pt x="363" y="301"/>
                    </a:lnTo>
                    <a:cubicBezTo>
                      <a:pt x="362" y="301"/>
                      <a:pt x="368" y="306"/>
                      <a:pt x="378" y="313"/>
                    </a:cubicBezTo>
                    <a:cubicBezTo>
                      <a:pt x="378" y="314"/>
                      <a:pt x="378" y="314"/>
                      <a:pt x="377" y="314"/>
                    </a:cubicBezTo>
                    <a:cubicBezTo>
                      <a:pt x="377" y="314"/>
                      <a:pt x="375" y="313"/>
                      <a:pt x="369" y="309"/>
                    </a:cubicBezTo>
                    <a:lnTo>
                      <a:pt x="369" y="309"/>
                    </a:lnTo>
                    <a:cubicBezTo>
                      <a:pt x="372" y="311"/>
                      <a:pt x="374" y="313"/>
                      <a:pt x="376" y="315"/>
                    </a:cubicBezTo>
                    <a:cubicBezTo>
                      <a:pt x="383" y="320"/>
                      <a:pt x="385" y="322"/>
                      <a:pt x="384" y="322"/>
                    </a:cubicBezTo>
                    <a:cubicBezTo>
                      <a:pt x="383" y="322"/>
                      <a:pt x="376" y="318"/>
                      <a:pt x="367" y="311"/>
                    </a:cubicBezTo>
                    <a:lnTo>
                      <a:pt x="367" y="311"/>
                    </a:lnTo>
                    <a:lnTo>
                      <a:pt x="374" y="318"/>
                    </a:lnTo>
                    <a:cubicBezTo>
                      <a:pt x="383" y="325"/>
                      <a:pt x="389" y="331"/>
                      <a:pt x="389" y="331"/>
                    </a:cubicBezTo>
                    <a:cubicBezTo>
                      <a:pt x="389" y="331"/>
                      <a:pt x="386" y="329"/>
                      <a:pt x="381" y="324"/>
                    </a:cubicBezTo>
                    <a:lnTo>
                      <a:pt x="373" y="319"/>
                    </a:lnTo>
                    <a:lnTo>
                      <a:pt x="373" y="319"/>
                    </a:lnTo>
                    <a:cubicBezTo>
                      <a:pt x="379" y="324"/>
                      <a:pt x="381" y="326"/>
                      <a:pt x="380" y="326"/>
                    </a:cubicBezTo>
                    <a:cubicBezTo>
                      <a:pt x="379" y="326"/>
                      <a:pt x="373" y="321"/>
                      <a:pt x="364" y="313"/>
                    </a:cubicBezTo>
                    <a:lnTo>
                      <a:pt x="364" y="313"/>
                    </a:lnTo>
                    <a:cubicBezTo>
                      <a:pt x="368" y="318"/>
                      <a:pt x="374" y="322"/>
                      <a:pt x="377" y="327"/>
                    </a:cubicBezTo>
                    <a:cubicBezTo>
                      <a:pt x="377" y="327"/>
                      <a:pt x="377" y="327"/>
                      <a:pt x="377" y="327"/>
                    </a:cubicBezTo>
                    <a:cubicBezTo>
                      <a:pt x="377" y="327"/>
                      <a:pt x="375" y="326"/>
                      <a:pt x="369" y="321"/>
                    </a:cubicBezTo>
                    <a:cubicBezTo>
                      <a:pt x="367" y="319"/>
                      <a:pt x="364" y="316"/>
                      <a:pt x="362" y="314"/>
                    </a:cubicBezTo>
                    <a:lnTo>
                      <a:pt x="362" y="314"/>
                    </a:lnTo>
                    <a:cubicBezTo>
                      <a:pt x="362" y="314"/>
                      <a:pt x="362" y="314"/>
                      <a:pt x="362" y="314"/>
                    </a:cubicBezTo>
                    <a:cubicBezTo>
                      <a:pt x="362" y="314"/>
                      <a:pt x="360" y="314"/>
                      <a:pt x="355" y="309"/>
                    </a:cubicBezTo>
                    <a:lnTo>
                      <a:pt x="354" y="309"/>
                    </a:lnTo>
                    <a:cubicBezTo>
                      <a:pt x="357" y="313"/>
                      <a:pt x="359" y="315"/>
                      <a:pt x="358" y="315"/>
                    </a:cubicBezTo>
                    <a:cubicBezTo>
                      <a:pt x="358" y="315"/>
                      <a:pt x="356" y="313"/>
                      <a:pt x="354" y="310"/>
                    </a:cubicBezTo>
                    <a:lnTo>
                      <a:pt x="354" y="310"/>
                    </a:lnTo>
                    <a:cubicBezTo>
                      <a:pt x="354" y="310"/>
                      <a:pt x="353" y="310"/>
                      <a:pt x="358" y="318"/>
                    </a:cubicBezTo>
                    <a:cubicBezTo>
                      <a:pt x="358" y="318"/>
                      <a:pt x="357" y="318"/>
                      <a:pt x="352" y="310"/>
                    </a:cubicBezTo>
                    <a:cubicBezTo>
                      <a:pt x="349" y="307"/>
                      <a:pt x="347" y="305"/>
                      <a:pt x="347" y="305"/>
                    </a:cubicBezTo>
                    <a:lnTo>
                      <a:pt x="347" y="305"/>
                    </a:lnTo>
                    <a:cubicBezTo>
                      <a:pt x="347" y="305"/>
                      <a:pt x="349" y="307"/>
                      <a:pt x="352" y="311"/>
                    </a:cubicBezTo>
                    <a:cubicBezTo>
                      <a:pt x="357" y="318"/>
                      <a:pt x="357" y="318"/>
                      <a:pt x="357" y="318"/>
                    </a:cubicBezTo>
                    <a:lnTo>
                      <a:pt x="356" y="319"/>
                    </a:lnTo>
                    <a:cubicBezTo>
                      <a:pt x="362" y="326"/>
                      <a:pt x="362" y="326"/>
                      <a:pt x="362" y="327"/>
                    </a:cubicBezTo>
                    <a:cubicBezTo>
                      <a:pt x="358" y="324"/>
                      <a:pt x="356" y="322"/>
                      <a:pt x="354" y="320"/>
                    </a:cubicBezTo>
                    <a:cubicBezTo>
                      <a:pt x="353" y="320"/>
                      <a:pt x="353" y="320"/>
                      <a:pt x="358" y="328"/>
                    </a:cubicBezTo>
                    <a:cubicBezTo>
                      <a:pt x="357" y="328"/>
                      <a:pt x="352" y="321"/>
                      <a:pt x="351" y="321"/>
                    </a:cubicBezTo>
                    <a:cubicBezTo>
                      <a:pt x="351" y="321"/>
                      <a:pt x="350" y="321"/>
                      <a:pt x="350" y="321"/>
                    </a:cubicBezTo>
                    <a:cubicBezTo>
                      <a:pt x="349" y="321"/>
                      <a:pt x="349" y="321"/>
                      <a:pt x="354" y="329"/>
                    </a:cubicBezTo>
                    <a:cubicBezTo>
                      <a:pt x="358" y="337"/>
                      <a:pt x="361" y="342"/>
                      <a:pt x="360" y="342"/>
                    </a:cubicBezTo>
                    <a:cubicBezTo>
                      <a:pt x="360" y="342"/>
                      <a:pt x="358" y="338"/>
                      <a:pt x="354" y="330"/>
                    </a:cubicBezTo>
                    <a:cubicBezTo>
                      <a:pt x="348" y="320"/>
                      <a:pt x="345" y="316"/>
                      <a:pt x="345" y="316"/>
                    </a:cubicBezTo>
                    <a:lnTo>
                      <a:pt x="345" y="316"/>
                    </a:lnTo>
                    <a:cubicBezTo>
                      <a:pt x="345" y="316"/>
                      <a:pt x="346" y="318"/>
                      <a:pt x="348" y="321"/>
                    </a:cubicBezTo>
                    <a:cubicBezTo>
                      <a:pt x="352" y="330"/>
                      <a:pt x="352" y="330"/>
                      <a:pt x="352" y="330"/>
                    </a:cubicBezTo>
                    <a:cubicBezTo>
                      <a:pt x="349" y="326"/>
                      <a:pt x="348" y="324"/>
                      <a:pt x="348" y="324"/>
                    </a:cubicBezTo>
                    <a:lnTo>
                      <a:pt x="348" y="324"/>
                    </a:lnTo>
                    <a:cubicBezTo>
                      <a:pt x="348" y="324"/>
                      <a:pt x="349" y="326"/>
                      <a:pt x="350" y="330"/>
                    </a:cubicBezTo>
                    <a:cubicBezTo>
                      <a:pt x="350" y="330"/>
                      <a:pt x="350" y="331"/>
                      <a:pt x="350" y="331"/>
                    </a:cubicBezTo>
                    <a:cubicBezTo>
                      <a:pt x="349" y="331"/>
                      <a:pt x="348" y="329"/>
                      <a:pt x="346" y="322"/>
                    </a:cubicBezTo>
                    <a:lnTo>
                      <a:pt x="345" y="322"/>
                    </a:lnTo>
                    <a:cubicBezTo>
                      <a:pt x="348" y="329"/>
                      <a:pt x="348" y="332"/>
                      <a:pt x="347" y="332"/>
                    </a:cubicBezTo>
                    <a:cubicBezTo>
                      <a:pt x="346" y="332"/>
                      <a:pt x="343" y="327"/>
                      <a:pt x="341" y="322"/>
                    </a:cubicBezTo>
                    <a:lnTo>
                      <a:pt x="341" y="322"/>
                    </a:lnTo>
                    <a:cubicBezTo>
                      <a:pt x="343" y="326"/>
                      <a:pt x="344" y="329"/>
                      <a:pt x="345" y="332"/>
                    </a:cubicBezTo>
                    <a:cubicBezTo>
                      <a:pt x="347" y="341"/>
                      <a:pt x="348" y="346"/>
                      <a:pt x="348" y="346"/>
                    </a:cubicBezTo>
                    <a:cubicBezTo>
                      <a:pt x="348" y="346"/>
                      <a:pt x="346" y="341"/>
                      <a:pt x="344" y="332"/>
                    </a:cubicBezTo>
                    <a:cubicBezTo>
                      <a:pt x="341" y="323"/>
                      <a:pt x="339" y="318"/>
                      <a:pt x="339" y="318"/>
                    </a:cubicBezTo>
                    <a:lnTo>
                      <a:pt x="339" y="318"/>
                    </a:lnTo>
                    <a:cubicBezTo>
                      <a:pt x="339" y="318"/>
                      <a:pt x="340" y="323"/>
                      <a:pt x="343" y="332"/>
                    </a:cubicBezTo>
                    <a:cubicBezTo>
                      <a:pt x="344" y="336"/>
                      <a:pt x="344" y="338"/>
                      <a:pt x="344" y="338"/>
                    </a:cubicBezTo>
                    <a:cubicBezTo>
                      <a:pt x="343" y="338"/>
                      <a:pt x="341" y="334"/>
                      <a:pt x="338" y="323"/>
                    </a:cubicBezTo>
                    <a:cubicBezTo>
                      <a:pt x="338" y="322"/>
                      <a:pt x="337" y="320"/>
                      <a:pt x="337" y="319"/>
                    </a:cubicBezTo>
                    <a:lnTo>
                      <a:pt x="337" y="319"/>
                    </a:lnTo>
                    <a:cubicBezTo>
                      <a:pt x="338" y="323"/>
                      <a:pt x="338" y="323"/>
                      <a:pt x="337" y="323"/>
                    </a:cubicBezTo>
                    <a:cubicBezTo>
                      <a:pt x="336" y="323"/>
                      <a:pt x="336" y="332"/>
                      <a:pt x="335" y="332"/>
                    </a:cubicBezTo>
                    <a:cubicBezTo>
                      <a:pt x="334" y="332"/>
                      <a:pt x="332" y="332"/>
                      <a:pt x="331" y="323"/>
                    </a:cubicBezTo>
                    <a:cubicBezTo>
                      <a:pt x="331" y="323"/>
                      <a:pt x="331" y="323"/>
                      <a:pt x="331" y="323"/>
                    </a:cubicBezTo>
                    <a:cubicBezTo>
                      <a:pt x="330" y="323"/>
                      <a:pt x="330" y="324"/>
                      <a:pt x="330" y="332"/>
                    </a:cubicBezTo>
                    <a:cubicBezTo>
                      <a:pt x="330" y="337"/>
                      <a:pt x="330" y="339"/>
                      <a:pt x="330" y="339"/>
                    </a:cubicBezTo>
                    <a:cubicBezTo>
                      <a:pt x="329" y="339"/>
                      <a:pt x="329" y="337"/>
                      <a:pt x="329" y="332"/>
                    </a:cubicBezTo>
                    <a:lnTo>
                      <a:pt x="328" y="332"/>
                    </a:lnTo>
                    <a:cubicBezTo>
                      <a:pt x="328" y="336"/>
                      <a:pt x="328" y="338"/>
                      <a:pt x="328" y="341"/>
                    </a:cubicBezTo>
                    <a:cubicBezTo>
                      <a:pt x="327" y="335"/>
                      <a:pt x="327" y="328"/>
                      <a:pt x="327" y="328"/>
                    </a:cubicBezTo>
                    <a:cubicBezTo>
                      <a:pt x="327" y="328"/>
                      <a:pt x="327" y="329"/>
                      <a:pt x="327" y="331"/>
                    </a:cubicBezTo>
                    <a:cubicBezTo>
                      <a:pt x="327" y="341"/>
                      <a:pt x="327" y="341"/>
                      <a:pt x="326" y="341"/>
                    </a:cubicBezTo>
                    <a:cubicBezTo>
                      <a:pt x="326" y="336"/>
                      <a:pt x="324" y="332"/>
                      <a:pt x="322" y="332"/>
                    </a:cubicBezTo>
                    <a:cubicBezTo>
                      <a:pt x="320" y="332"/>
                      <a:pt x="318" y="333"/>
                      <a:pt x="317" y="337"/>
                    </a:cubicBezTo>
                    <a:lnTo>
                      <a:pt x="317" y="336"/>
                    </a:lnTo>
                    <a:lnTo>
                      <a:pt x="316" y="336"/>
                    </a:lnTo>
                    <a:cubicBezTo>
                      <a:pt x="319" y="328"/>
                      <a:pt x="319" y="326"/>
                      <a:pt x="319" y="326"/>
                    </a:cubicBezTo>
                    <a:lnTo>
                      <a:pt x="319" y="326"/>
                    </a:lnTo>
                    <a:cubicBezTo>
                      <a:pt x="318" y="326"/>
                      <a:pt x="316" y="330"/>
                      <a:pt x="313" y="335"/>
                    </a:cubicBezTo>
                    <a:cubicBezTo>
                      <a:pt x="310" y="340"/>
                      <a:pt x="309" y="342"/>
                      <a:pt x="308" y="342"/>
                    </a:cubicBezTo>
                    <a:cubicBezTo>
                      <a:pt x="308" y="342"/>
                      <a:pt x="308" y="342"/>
                      <a:pt x="308" y="341"/>
                    </a:cubicBezTo>
                    <a:cubicBezTo>
                      <a:pt x="313" y="331"/>
                      <a:pt x="315" y="327"/>
                      <a:pt x="315" y="327"/>
                    </a:cubicBezTo>
                    <a:lnTo>
                      <a:pt x="315" y="327"/>
                    </a:lnTo>
                    <a:cubicBezTo>
                      <a:pt x="314" y="327"/>
                      <a:pt x="313" y="329"/>
                      <a:pt x="311" y="332"/>
                    </a:cubicBezTo>
                    <a:cubicBezTo>
                      <a:pt x="306" y="340"/>
                      <a:pt x="304" y="344"/>
                      <a:pt x="303" y="344"/>
                    </a:cubicBezTo>
                    <a:cubicBezTo>
                      <a:pt x="303" y="344"/>
                      <a:pt x="305" y="340"/>
                      <a:pt x="310" y="331"/>
                    </a:cubicBezTo>
                    <a:cubicBezTo>
                      <a:pt x="315" y="324"/>
                      <a:pt x="317" y="320"/>
                      <a:pt x="317" y="320"/>
                    </a:cubicBezTo>
                    <a:lnTo>
                      <a:pt x="317" y="320"/>
                    </a:lnTo>
                    <a:cubicBezTo>
                      <a:pt x="317" y="320"/>
                      <a:pt x="313" y="326"/>
                      <a:pt x="304" y="339"/>
                    </a:cubicBezTo>
                    <a:cubicBezTo>
                      <a:pt x="302" y="342"/>
                      <a:pt x="300" y="344"/>
                      <a:pt x="300" y="344"/>
                    </a:cubicBezTo>
                    <a:cubicBezTo>
                      <a:pt x="300" y="344"/>
                      <a:pt x="301" y="342"/>
                      <a:pt x="303" y="338"/>
                    </a:cubicBezTo>
                    <a:cubicBezTo>
                      <a:pt x="309" y="329"/>
                      <a:pt x="312" y="325"/>
                      <a:pt x="312" y="325"/>
                    </a:cubicBezTo>
                    <a:lnTo>
                      <a:pt x="312" y="325"/>
                    </a:lnTo>
                    <a:cubicBezTo>
                      <a:pt x="311" y="325"/>
                      <a:pt x="310" y="327"/>
                      <a:pt x="308" y="330"/>
                    </a:cubicBezTo>
                    <a:cubicBezTo>
                      <a:pt x="302" y="337"/>
                      <a:pt x="300" y="341"/>
                      <a:pt x="299" y="341"/>
                    </a:cubicBezTo>
                    <a:cubicBezTo>
                      <a:pt x="299" y="341"/>
                      <a:pt x="302" y="337"/>
                      <a:pt x="307" y="329"/>
                    </a:cubicBezTo>
                    <a:cubicBezTo>
                      <a:pt x="312" y="321"/>
                      <a:pt x="315" y="317"/>
                      <a:pt x="315" y="317"/>
                    </a:cubicBezTo>
                    <a:lnTo>
                      <a:pt x="315" y="317"/>
                    </a:lnTo>
                    <a:cubicBezTo>
                      <a:pt x="315" y="317"/>
                      <a:pt x="312" y="321"/>
                      <a:pt x="307" y="328"/>
                    </a:cubicBezTo>
                    <a:cubicBezTo>
                      <a:pt x="301" y="335"/>
                      <a:pt x="298" y="338"/>
                      <a:pt x="297" y="338"/>
                    </a:cubicBezTo>
                    <a:cubicBezTo>
                      <a:pt x="296" y="338"/>
                      <a:pt x="298" y="333"/>
                      <a:pt x="304" y="326"/>
                    </a:cubicBezTo>
                    <a:lnTo>
                      <a:pt x="310" y="318"/>
                    </a:lnTo>
                    <a:lnTo>
                      <a:pt x="303" y="324"/>
                    </a:lnTo>
                    <a:cubicBezTo>
                      <a:pt x="303" y="323"/>
                      <a:pt x="308" y="315"/>
                      <a:pt x="307" y="313"/>
                    </a:cubicBezTo>
                    <a:cubicBezTo>
                      <a:pt x="306" y="312"/>
                      <a:pt x="305" y="310"/>
                      <a:pt x="304" y="310"/>
                    </a:cubicBezTo>
                    <a:cubicBezTo>
                      <a:pt x="302" y="310"/>
                      <a:pt x="301" y="312"/>
                      <a:pt x="297" y="314"/>
                    </a:cubicBezTo>
                    <a:cubicBezTo>
                      <a:pt x="290" y="320"/>
                      <a:pt x="286" y="323"/>
                      <a:pt x="286" y="323"/>
                    </a:cubicBezTo>
                    <a:cubicBezTo>
                      <a:pt x="285" y="323"/>
                      <a:pt x="289" y="320"/>
                      <a:pt x="297" y="313"/>
                    </a:cubicBezTo>
                    <a:cubicBezTo>
                      <a:pt x="297" y="313"/>
                      <a:pt x="303" y="308"/>
                      <a:pt x="303" y="307"/>
                    </a:cubicBezTo>
                    <a:cubicBezTo>
                      <a:pt x="303" y="307"/>
                      <a:pt x="303" y="305"/>
                      <a:pt x="311" y="300"/>
                    </a:cubicBezTo>
                    <a:lnTo>
                      <a:pt x="311" y="300"/>
                    </a:lnTo>
                    <a:cubicBezTo>
                      <a:pt x="303" y="305"/>
                      <a:pt x="299" y="306"/>
                      <a:pt x="297" y="306"/>
                    </a:cubicBezTo>
                    <a:cubicBezTo>
                      <a:pt x="296" y="306"/>
                      <a:pt x="298" y="304"/>
                      <a:pt x="302" y="302"/>
                    </a:cubicBezTo>
                    <a:cubicBezTo>
                      <a:pt x="302" y="302"/>
                      <a:pt x="302" y="301"/>
                      <a:pt x="301" y="301"/>
                    </a:cubicBezTo>
                    <a:cubicBezTo>
                      <a:pt x="300" y="301"/>
                      <a:pt x="298" y="302"/>
                      <a:pt x="293" y="304"/>
                    </a:cubicBezTo>
                    <a:cubicBezTo>
                      <a:pt x="289" y="306"/>
                      <a:pt x="287" y="307"/>
                      <a:pt x="286" y="307"/>
                    </a:cubicBezTo>
                    <a:cubicBezTo>
                      <a:pt x="286" y="307"/>
                      <a:pt x="288" y="306"/>
                      <a:pt x="292" y="303"/>
                    </a:cubicBezTo>
                    <a:cubicBezTo>
                      <a:pt x="298" y="300"/>
                      <a:pt x="303" y="297"/>
                      <a:pt x="302" y="297"/>
                    </a:cubicBezTo>
                    <a:lnTo>
                      <a:pt x="302" y="297"/>
                    </a:lnTo>
                    <a:cubicBezTo>
                      <a:pt x="302" y="297"/>
                      <a:pt x="299" y="298"/>
                      <a:pt x="292" y="301"/>
                    </a:cubicBezTo>
                    <a:lnTo>
                      <a:pt x="301" y="296"/>
                    </a:lnTo>
                    <a:lnTo>
                      <a:pt x="301" y="296"/>
                    </a:lnTo>
                    <a:cubicBezTo>
                      <a:pt x="299" y="297"/>
                      <a:pt x="295" y="299"/>
                      <a:pt x="292" y="300"/>
                    </a:cubicBezTo>
                    <a:cubicBezTo>
                      <a:pt x="285" y="303"/>
                      <a:pt x="280" y="304"/>
                      <a:pt x="280" y="304"/>
                    </a:cubicBezTo>
                    <a:cubicBezTo>
                      <a:pt x="279" y="304"/>
                      <a:pt x="285" y="301"/>
                      <a:pt x="301" y="295"/>
                    </a:cubicBezTo>
                    <a:cubicBezTo>
                      <a:pt x="312" y="292"/>
                      <a:pt x="316" y="291"/>
                      <a:pt x="316" y="291"/>
                    </a:cubicBezTo>
                    <a:lnTo>
                      <a:pt x="316" y="291"/>
                    </a:lnTo>
                    <a:cubicBezTo>
                      <a:pt x="316" y="291"/>
                      <a:pt x="314" y="291"/>
                      <a:pt x="310" y="292"/>
                    </a:cubicBezTo>
                    <a:cubicBezTo>
                      <a:pt x="304" y="294"/>
                      <a:pt x="298" y="296"/>
                      <a:pt x="297" y="296"/>
                    </a:cubicBezTo>
                    <a:cubicBezTo>
                      <a:pt x="296" y="296"/>
                      <a:pt x="297" y="295"/>
                      <a:pt x="300" y="294"/>
                    </a:cubicBezTo>
                    <a:lnTo>
                      <a:pt x="300" y="294"/>
                    </a:lnTo>
                    <a:cubicBezTo>
                      <a:pt x="297" y="295"/>
                      <a:pt x="294" y="295"/>
                      <a:pt x="291" y="296"/>
                    </a:cubicBezTo>
                    <a:lnTo>
                      <a:pt x="291" y="296"/>
                    </a:lnTo>
                    <a:lnTo>
                      <a:pt x="291" y="295"/>
                    </a:lnTo>
                    <a:cubicBezTo>
                      <a:pt x="298" y="293"/>
                      <a:pt x="303" y="291"/>
                      <a:pt x="310" y="290"/>
                    </a:cubicBezTo>
                    <a:cubicBezTo>
                      <a:pt x="314" y="289"/>
                      <a:pt x="316" y="288"/>
                      <a:pt x="316" y="288"/>
                    </a:cubicBezTo>
                    <a:lnTo>
                      <a:pt x="316" y="288"/>
                    </a:lnTo>
                    <a:cubicBezTo>
                      <a:pt x="316" y="288"/>
                      <a:pt x="311" y="289"/>
                      <a:pt x="300" y="292"/>
                    </a:cubicBezTo>
                    <a:cubicBezTo>
                      <a:pt x="288" y="295"/>
                      <a:pt x="284" y="296"/>
                      <a:pt x="283" y="296"/>
                    </a:cubicBezTo>
                    <a:cubicBezTo>
                      <a:pt x="282" y="296"/>
                      <a:pt x="282" y="296"/>
                      <a:pt x="282" y="295"/>
                    </a:cubicBezTo>
                    <a:cubicBezTo>
                      <a:pt x="282" y="294"/>
                      <a:pt x="282" y="294"/>
                      <a:pt x="291" y="292"/>
                    </a:cubicBezTo>
                    <a:cubicBezTo>
                      <a:pt x="300" y="291"/>
                      <a:pt x="300" y="291"/>
                      <a:pt x="300" y="290"/>
                    </a:cubicBezTo>
                    <a:lnTo>
                      <a:pt x="300" y="290"/>
                    </a:lnTo>
                    <a:cubicBezTo>
                      <a:pt x="300" y="290"/>
                      <a:pt x="273" y="292"/>
                      <a:pt x="254" y="294"/>
                    </a:cubicBezTo>
                    <a:cubicBezTo>
                      <a:pt x="245" y="295"/>
                      <a:pt x="241" y="296"/>
                      <a:pt x="240" y="296"/>
                    </a:cubicBezTo>
                    <a:cubicBezTo>
                      <a:pt x="239" y="296"/>
                      <a:pt x="244" y="295"/>
                      <a:pt x="254" y="293"/>
                    </a:cubicBezTo>
                    <a:cubicBezTo>
                      <a:pt x="263" y="292"/>
                      <a:pt x="263" y="292"/>
                      <a:pt x="263" y="291"/>
                    </a:cubicBezTo>
                    <a:cubicBezTo>
                      <a:pt x="266" y="290"/>
                      <a:pt x="268" y="290"/>
                      <a:pt x="270" y="290"/>
                    </a:cubicBezTo>
                    <a:cubicBezTo>
                      <a:pt x="273" y="290"/>
                      <a:pt x="272" y="291"/>
                      <a:pt x="273" y="291"/>
                    </a:cubicBezTo>
                    <a:lnTo>
                      <a:pt x="282" y="290"/>
                    </a:lnTo>
                    <a:cubicBezTo>
                      <a:pt x="293" y="288"/>
                      <a:pt x="298" y="288"/>
                      <a:pt x="296" y="288"/>
                    </a:cubicBezTo>
                    <a:cubicBezTo>
                      <a:pt x="295" y="288"/>
                      <a:pt x="290" y="288"/>
                      <a:pt x="282" y="289"/>
                    </a:cubicBezTo>
                    <a:cubicBezTo>
                      <a:pt x="273" y="289"/>
                      <a:pt x="273" y="289"/>
                      <a:pt x="282" y="287"/>
                    </a:cubicBezTo>
                    <a:cubicBezTo>
                      <a:pt x="286" y="287"/>
                      <a:pt x="290" y="287"/>
                      <a:pt x="292" y="286"/>
                    </a:cubicBezTo>
                    <a:lnTo>
                      <a:pt x="292" y="286"/>
                    </a:lnTo>
                    <a:cubicBezTo>
                      <a:pt x="292" y="286"/>
                      <a:pt x="292" y="286"/>
                      <a:pt x="292" y="286"/>
                    </a:cubicBezTo>
                    <a:cubicBezTo>
                      <a:pt x="295" y="286"/>
                      <a:pt x="296" y="286"/>
                      <a:pt x="296" y="286"/>
                    </a:cubicBezTo>
                    <a:lnTo>
                      <a:pt x="296" y="286"/>
                    </a:lnTo>
                    <a:cubicBezTo>
                      <a:pt x="296" y="286"/>
                      <a:pt x="294" y="286"/>
                      <a:pt x="292" y="286"/>
                    </a:cubicBezTo>
                    <a:lnTo>
                      <a:pt x="292" y="286"/>
                    </a:lnTo>
                    <a:cubicBezTo>
                      <a:pt x="292" y="286"/>
                      <a:pt x="293" y="285"/>
                      <a:pt x="301" y="284"/>
                    </a:cubicBezTo>
                    <a:lnTo>
                      <a:pt x="292" y="284"/>
                    </a:lnTo>
                    <a:cubicBezTo>
                      <a:pt x="282" y="284"/>
                      <a:pt x="282" y="284"/>
                      <a:pt x="282" y="283"/>
                    </a:cubicBezTo>
                    <a:cubicBezTo>
                      <a:pt x="282" y="283"/>
                      <a:pt x="283" y="282"/>
                      <a:pt x="273" y="282"/>
                    </a:cubicBezTo>
                    <a:cubicBezTo>
                      <a:pt x="265" y="282"/>
                      <a:pt x="255" y="281"/>
                      <a:pt x="255" y="278"/>
                    </a:cubicBezTo>
                    <a:lnTo>
                      <a:pt x="255" y="278"/>
                    </a:lnTo>
                    <a:cubicBezTo>
                      <a:pt x="258" y="279"/>
                      <a:pt x="264" y="279"/>
                      <a:pt x="264" y="279"/>
                    </a:cubicBezTo>
                    <a:cubicBezTo>
                      <a:pt x="264" y="279"/>
                      <a:pt x="273" y="279"/>
                      <a:pt x="273" y="277"/>
                    </a:cubicBezTo>
                    <a:lnTo>
                      <a:pt x="273" y="275"/>
                    </a:lnTo>
                    <a:cubicBezTo>
                      <a:pt x="268" y="276"/>
                      <a:pt x="261" y="276"/>
                      <a:pt x="255" y="277"/>
                    </a:cubicBezTo>
                    <a:lnTo>
                      <a:pt x="255" y="277"/>
                    </a:lnTo>
                    <a:cubicBezTo>
                      <a:pt x="245" y="275"/>
                      <a:pt x="245" y="275"/>
                      <a:pt x="264" y="274"/>
                    </a:cubicBezTo>
                    <a:cubicBezTo>
                      <a:pt x="274" y="274"/>
                      <a:pt x="274" y="273"/>
                      <a:pt x="274" y="272"/>
                    </a:cubicBezTo>
                    <a:cubicBezTo>
                      <a:pt x="274" y="272"/>
                      <a:pt x="274" y="270"/>
                      <a:pt x="283" y="268"/>
                    </a:cubicBezTo>
                    <a:cubicBezTo>
                      <a:pt x="293" y="267"/>
                      <a:pt x="283" y="267"/>
                      <a:pt x="274" y="267"/>
                    </a:cubicBezTo>
                    <a:lnTo>
                      <a:pt x="255" y="267"/>
                    </a:lnTo>
                    <a:cubicBezTo>
                      <a:pt x="264" y="265"/>
                      <a:pt x="274" y="265"/>
                      <a:pt x="283" y="265"/>
                    </a:cubicBezTo>
                    <a:cubicBezTo>
                      <a:pt x="302" y="264"/>
                      <a:pt x="302" y="264"/>
                      <a:pt x="283" y="264"/>
                    </a:cubicBezTo>
                    <a:cubicBezTo>
                      <a:pt x="274" y="264"/>
                      <a:pt x="265" y="263"/>
                      <a:pt x="274" y="259"/>
                    </a:cubicBezTo>
                    <a:cubicBezTo>
                      <a:pt x="274" y="257"/>
                      <a:pt x="274" y="255"/>
                      <a:pt x="284" y="255"/>
                    </a:cubicBezTo>
                    <a:cubicBezTo>
                      <a:pt x="275" y="254"/>
                      <a:pt x="275" y="253"/>
                      <a:pt x="284" y="253"/>
                    </a:cubicBezTo>
                    <a:cubicBezTo>
                      <a:pt x="304" y="252"/>
                      <a:pt x="304" y="253"/>
                      <a:pt x="285" y="250"/>
                    </a:cubicBezTo>
                    <a:cubicBezTo>
                      <a:pt x="280" y="250"/>
                      <a:pt x="274" y="249"/>
                      <a:pt x="274" y="249"/>
                    </a:cubicBezTo>
                    <a:lnTo>
                      <a:pt x="274" y="249"/>
                    </a:lnTo>
                    <a:cubicBezTo>
                      <a:pt x="274" y="249"/>
                      <a:pt x="277" y="250"/>
                      <a:pt x="285" y="250"/>
                    </a:cubicBezTo>
                    <a:cubicBezTo>
                      <a:pt x="294" y="250"/>
                      <a:pt x="285" y="249"/>
                      <a:pt x="276" y="247"/>
                    </a:cubicBezTo>
                    <a:lnTo>
                      <a:pt x="276" y="247"/>
                    </a:lnTo>
                    <a:lnTo>
                      <a:pt x="285" y="248"/>
                    </a:lnTo>
                    <a:lnTo>
                      <a:pt x="295" y="249"/>
                    </a:lnTo>
                    <a:lnTo>
                      <a:pt x="295" y="249"/>
                    </a:lnTo>
                    <a:lnTo>
                      <a:pt x="276" y="247"/>
                    </a:lnTo>
                    <a:lnTo>
                      <a:pt x="276" y="247"/>
                    </a:lnTo>
                    <a:lnTo>
                      <a:pt x="276" y="247"/>
                    </a:lnTo>
                    <a:lnTo>
                      <a:pt x="276" y="247"/>
                    </a:lnTo>
                    <a:cubicBezTo>
                      <a:pt x="276" y="247"/>
                      <a:pt x="276" y="247"/>
                      <a:pt x="276" y="247"/>
                    </a:cubicBezTo>
                    <a:lnTo>
                      <a:pt x="239" y="242"/>
                    </a:lnTo>
                    <a:cubicBezTo>
                      <a:pt x="220" y="238"/>
                      <a:pt x="220" y="238"/>
                      <a:pt x="230" y="238"/>
                    </a:cubicBezTo>
                    <a:cubicBezTo>
                      <a:pt x="236" y="238"/>
                      <a:pt x="243" y="238"/>
                      <a:pt x="250" y="240"/>
                    </a:cubicBezTo>
                    <a:cubicBezTo>
                      <a:pt x="258" y="242"/>
                      <a:pt x="258" y="243"/>
                      <a:pt x="258" y="243"/>
                    </a:cubicBezTo>
                    <a:cubicBezTo>
                      <a:pt x="264" y="244"/>
                      <a:pt x="271" y="245"/>
                      <a:pt x="278" y="245"/>
                    </a:cubicBezTo>
                    <a:cubicBezTo>
                      <a:pt x="281" y="245"/>
                      <a:pt x="283" y="246"/>
                      <a:pt x="284" y="246"/>
                    </a:cubicBezTo>
                    <a:cubicBezTo>
                      <a:pt x="285" y="246"/>
                      <a:pt x="283" y="245"/>
                      <a:pt x="278" y="244"/>
                    </a:cubicBezTo>
                    <a:lnTo>
                      <a:pt x="278" y="244"/>
                    </a:lnTo>
                    <a:cubicBezTo>
                      <a:pt x="282" y="244"/>
                      <a:pt x="284" y="245"/>
                      <a:pt x="286" y="245"/>
                    </a:cubicBezTo>
                    <a:cubicBezTo>
                      <a:pt x="287" y="245"/>
                      <a:pt x="287" y="244"/>
                      <a:pt x="288" y="244"/>
                    </a:cubicBezTo>
                    <a:cubicBezTo>
                      <a:pt x="288" y="243"/>
                      <a:pt x="288" y="242"/>
                      <a:pt x="290" y="242"/>
                    </a:cubicBezTo>
                    <a:cubicBezTo>
                      <a:pt x="292" y="242"/>
                      <a:pt x="294" y="243"/>
                      <a:pt x="298" y="244"/>
                    </a:cubicBezTo>
                    <a:cubicBezTo>
                      <a:pt x="298" y="244"/>
                      <a:pt x="298" y="244"/>
                      <a:pt x="289" y="240"/>
                    </a:cubicBezTo>
                    <a:cubicBezTo>
                      <a:pt x="278" y="237"/>
                      <a:pt x="274" y="236"/>
                      <a:pt x="274" y="236"/>
                    </a:cubicBezTo>
                    <a:lnTo>
                      <a:pt x="274" y="236"/>
                    </a:lnTo>
                    <a:cubicBezTo>
                      <a:pt x="274" y="236"/>
                      <a:pt x="276" y="236"/>
                      <a:pt x="280" y="237"/>
                    </a:cubicBezTo>
                    <a:cubicBezTo>
                      <a:pt x="289" y="239"/>
                      <a:pt x="296" y="241"/>
                      <a:pt x="299" y="241"/>
                    </a:cubicBezTo>
                    <a:cubicBezTo>
                      <a:pt x="302" y="241"/>
                      <a:pt x="301" y="239"/>
                      <a:pt x="292" y="235"/>
                    </a:cubicBezTo>
                    <a:lnTo>
                      <a:pt x="292" y="235"/>
                    </a:lnTo>
                    <a:cubicBezTo>
                      <a:pt x="295" y="236"/>
                      <a:pt x="298" y="237"/>
                      <a:pt x="299" y="237"/>
                    </a:cubicBezTo>
                    <a:cubicBezTo>
                      <a:pt x="301" y="237"/>
                      <a:pt x="299" y="235"/>
                      <a:pt x="294" y="231"/>
                    </a:cubicBezTo>
                    <a:cubicBezTo>
                      <a:pt x="294" y="231"/>
                      <a:pt x="294" y="231"/>
                      <a:pt x="295" y="230"/>
                    </a:cubicBezTo>
                    <a:cubicBezTo>
                      <a:pt x="300" y="232"/>
                      <a:pt x="302" y="234"/>
                      <a:pt x="302" y="234"/>
                    </a:cubicBezTo>
                    <a:cubicBezTo>
                      <a:pt x="303" y="234"/>
                      <a:pt x="301" y="232"/>
                      <a:pt x="297" y="229"/>
                    </a:cubicBezTo>
                    <a:cubicBezTo>
                      <a:pt x="296" y="229"/>
                      <a:pt x="295" y="228"/>
                      <a:pt x="294" y="228"/>
                    </a:cubicBezTo>
                    <a:lnTo>
                      <a:pt x="294" y="228"/>
                    </a:lnTo>
                    <a:cubicBezTo>
                      <a:pt x="295" y="228"/>
                      <a:pt x="296" y="229"/>
                      <a:pt x="297" y="229"/>
                    </a:cubicBezTo>
                    <a:cubicBezTo>
                      <a:pt x="297" y="229"/>
                      <a:pt x="297" y="228"/>
                      <a:pt x="298" y="228"/>
                    </a:cubicBezTo>
                    <a:cubicBezTo>
                      <a:pt x="299" y="227"/>
                      <a:pt x="299" y="227"/>
                      <a:pt x="291" y="221"/>
                    </a:cubicBezTo>
                    <a:cubicBezTo>
                      <a:pt x="289" y="219"/>
                      <a:pt x="289" y="218"/>
                      <a:pt x="289" y="218"/>
                    </a:cubicBezTo>
                    <a:lnTo>
                      <a:pt x="289" y="218"/>
                    </a:lnTo>
                    <a:cubicBezTo>
                      <a:pt x="290" y="218"/>
                      <a:pt x="295" y="222"/>
                      <a:pt x="300" y="226"/>
                    </a:cubicBezTo>
                    <a:cubicBezTo>
                      <a:pt x="306" y="231"/>
                      <a:pt x="310" y="234"/>
                      <a:pt x="311" y="234"/>
                    </a:cubicBezTo>
                    <a:cubicBezTo>
                      <a:pt x="311" y="234"/>
                      <a:pt x="306" y="230"/>
                      <a:pt x="293" y="219"/>
                    </a:cubicBezTo>
                    <a:lnTo>
                      <a:pt x="293" y="219"/>
                    </a:lnTo>
                    <a:lnTo>
                      <a:pt x="308" y="231"/>
                    </a:lnTo>
                    <a:cubicBezTo>
                      <a:pt x="307" y="229"/>
                      <a:pt x="303" y="227"/>
                      <a:pt x="301" y="225"/>
                    </a:cubicBezTo>
                    <a:cubicBezTo>
                      <a:pt x="301" y="225"/>
                      <a:pt x="302" y="225"/>
                      <a:pt x="294" y="218"/>
                    </a:cubicBezTo>
                    <a:cubicBezTo>
                      <a:pt x="288" y="211"/>
                      <a:pt x="281" y="206"/>
                      <a:pt x="273" y="200"/>
                    </a:cubicBezTo>
                    <a:cubicBezTo>
                      <a:pt x="265" y="193"/>
                      <a:pt x="266" y="193"/>
                      <a:pt x="266" y="193"/>
                    </a:cubicBezTo>
                    <a:lnTo>
                      <a:pt x="266" y="193"/>
                    </a:lnTo>
                    <a:cubicBezTo>
                      <a:pt x="274" y="198"/>
                      <a:pt x="282" y="205"/>
                      <a:pt x="289" y="211"/>
                    </a:cubicBezTo>
                    <a:cubicBezTo>
                      <a:pt x="293" y="216"/>
                      <a:pt x="298" y="220"/>
                      <a:pt x="302" y="225"/>
                    </a:cubicBezTo>
                    <a:cubicBezTo>
                      <a:pt x="303" y="226"/>
                      <a:pt x="304" y="226"/>
                      <a:pt x="304" y="226"/>
                    </a:cubicBezTo>
                    <a:cubicBezTo>
                      <a:pt x="305" y="226"/>
                      <a:pt x="295" y="215"/>
                      <a:pt x="283" y="204"/>
                    </a:cubicBezTo>
                    <a:lnTo>
                      <a:pt x="283" y="204"/>
                    </a:lnTo>
                    <a:lnTo>
                      <a:pt x="290" y="210"/>
                    </a:lnTo>
                    <a:cubicBezTo>
                      <a:pt x="296" y="215"/>
                      <a:pt x="297" y="216"/>
                      <a:pt x="298" y="216"/>
                    </a:cubicBezTo>
                    <a:cubicBezTo>
                      <a:pt x="298" y="216"/>
                      <a:pt x="299" y="216"/>
                      <a:pt x="299" y="216"/>
                    </a:cubicBezTo>
                    <a:cubicBezTo>
                      <a:pt x="300" y="215"/>
                      <a:pt x="300" y="215"/>
                      <a:pt x="293" y="208"/>
                    </a:cubicBezTo>
                    <a:cubicBezTo>
                      <a:pt x="289" y="203"/>
                      <a:pt x="284" y="199"/>
                      <a:pt x="281" y="193"/>
                    </a:cubicBezTo>
                    <a:cubicBezTo>
                      <a:pt x="276" y="189"/>
                      <a:pt x="272" y="184"/>
                      <a:pt x="267" y="180"/>
                    </a:cubicBezTo>
                    <a:lnTo>
                      <a:pt x="267" y="180"/>
                    </a:lnTo>
                    <a:cubicBezTo>
                      <a:pt x="272" y="184"/>
                      <a:pt x="278" y="188"/>
                      <a:pt x="282" y="192"/>
                    </a:cubicBezTo>
                    <a:cubicBezTo>
                      <a:pt x="295" y="206"/>
                      <a:pt x="302" y="212"/>
                      <a:pt x="304" y="212"/>
                    </a:cubicBezTo>
                    <a:cubicBezTo>
                      <a:pt x="304" y="212"/>
                      <a:pt x="305" y="212"/>
                      <a:pt x="305" y="212"/>
                    </a:cubicBezTo>
                    <a:cubicBezTo>
                      <a:pt x="305" y="212"/>
                      <a:pt x="307" y="213"/>
                      <a:pt x="311" y="219"/>
                    </a:cubicBezTo>
                    <a:cubicBezTo>
                      <a:pt x="312" y="218"/>
                      <a:pt x="312" y="218"/>
                      <a:pt x="308" y="210"/>
                    </a:cubicBezTo>
                    <a:lnTo>
                      <a:pt x="308" y="210"/>
                    </a:lnTo>
                    <a:cubicBezTo>
                      <a:pt x="311" y="214"/>
                      <a:pt x="312" y="216"/>
                      <a:pt x="313" y="216"/>
                    </a:cubicBezTo>
                    <a:cubicBezTo>
                      <a:pt x="313" y="216"/>
                      <a:pt x="312" y="214"/>
                      <a:pt x="309" y="210"/>
                    </a:cubicBezTo>
                    <a:cubicBezTo>
                      <a:pt x="307" y="207"/>
                      <a:pt x="307" y="206"/>
                      <a:pt x="307" y="206"/>
                    </a:cubicBezTo>
                    <a:lnTo>
                      <a:pt x="307" y="206"/>
                    </a:lnTo>
                    <a:cubicBezTo>
                      <a:pt x="308" y="206"/>
                      <a:pt x="310" y="209"/>
                      <a:pt x="310" y="209"/>
                    </a:cubicBezTo>
                    <a:cubicBezTo>
                      <a:pt x="315" y="216"/>
                      <a:pt x="318" y="220"/>
                      <a:pt x="318" y="220"/>
                    </a:cubicBezTo>
                    <a:cubicBezTo>
                      <a:pt x="318" y="220"/>
                      <a:pt x="314" y="214"/>
                      <a:pt x="306" y="201"/>
                    </a:cubicBezTo>
                    <a:cubicBezTo>
                      <a:pt x="305" y="200"/>
                      <a:pt x="305" y="199"/>
                      <a:pt x="304" y="198"/>
                    </a:cubicBezTo>
                    <a:lnTo>
                      <a:pt x="304" y="198"/>
                    </a:lnTo>
                    <a:cubicBezTo>
                      <a:pt x="309" y="205"/>
                      <a:pt x="312" y="209"/>
                      <a:pt x="312" y="209"/>
                    </a:cubicBezTo>
                    <a:cubicBezTo>
                      <a:pt x="313" y="209"/>
                      <a:pt x="311" y="207"/>
                      <a:pt x="308" y="200"/>
                    </a:cubicBezTo>
                    <a:lnTo>
                      <a:pt x="308" y="200"/>
                    </a:lnTo>
                    <a:cubicBezTo>
                      <a:pt x="308" y="200"/>
                      <a:pt x="309" y="200"/>
                      <a:pt x="313" y="208"/>
                    </a:cubicBezTo>
                    <a:cubicBezTo>
                      <a:pt x="315" y="212"/>
                      <a:pt x="316" y="214"/>
                      <a:pt x="316" y="214"/>
                    </a:cubicBezTo>
                    <a:cubicBezTo>
                      <a:pt x="316" y="214"/>
                      <a:pt x="315" y="210"/>
                      <a:pt x="310" y="200"/>
                    </a:cubicBezTo>
                    <a:cubicBezTo>
                      <a:pt x="305" y="191"/>
                      <a:pt x="303" y="187"/>
                      <a:pt x="304" y="187"/>
                    </a:cubicBezTo>
                    <a:lnTo>
                      <a:pt x="304" y="187"/>
                    </a:lnTo>
                    <a:cubicBezTo>
                      <a:pt x="304" y="187"/>
                      <a:pt x="307" y="191"/>
                      <a:pt x="311" y="199"/>
                    </a:cubicBezTo>
                    <a:cubicBezTo>
                      <a:pt x="316" y="209"/>
                      <a:pt x="319" y="213"/>
                      <a:pt x="320" y="213"/>
                    </a:cubicBezTo>
                    <a:cubicBezTo>
                      <a:pt x="320" y="213"/>
                      <a:pt x="319" y="211"/>
                      <a:pt x="318" y="207"/>
                    </a:cubicBezTo>
                    <a:cubicBezTo>
                      <a:pt x="313" y="197"/>
                      <a:pt x="312" y="192"/>
                      <a:pt x="313" y="192"/>
                    </a:cubicBezTo>
                    <a:lnTo>
                      <a:pt x="313" y="192"/>
                    </a:lnTo>
                    <a:cubicBezTo>
                      <a:pt x="313" y="192"/>
                      <a:pt x="314" y="194"/>
                      <a:pt x="316" y="198"/>
                    </a:cubicBezTo>
                    <a:cubicBezTo>
                      <a:pt x="318" y="202"/>
                      <a:pt x="319" y="205"/>
                      <a:pt x="319" y="205"/>
                    </a:cubicBezTo>
                    <a:cubicBezTo>
                      <a:pt x="319" y="205"/>
                      <a:pt x="319" y="202"/>
                      <a:pt x="317" y="198"/>
                    </a:cubicBezTo>
                    <a:lnTo>
                      <a:pt x="317" y="198"/>
                    </a:lnTo>
                    <a:cubicBezTo>
                      <a:pt x="319" y="205"/>
                      <a:pt x="322" y="210"/>
                      <a:pt x="322" y="210"/>
                    </a:cubicBezTo>
                    <a:cubicBezTo>
                      <a:pt x="322" y="210"/>
                      <a:pt x="322" y="209"/>
                      <a:pt x="321" y="207"/>
                    </a:cubicBezTo>
                    <a:cubicBezTo>
                      <a:pt x="321" y="207"/>
                      <a:pt x="321" y="207"/>
                      <a:pt x="318" y="198"/>
                    </a:cubicBezTo>
                    <a:lnTo>
                      <a:pt x="313" y="179"/>
                    </a:lnTo>
                    <a:cubicBezTo>
                      <a:pt x="310" y="173"/>
                      <a:pt x="308" y="168"/>
                      <a:pt x="307" y="162"/>
                    </a:cubicBezTo>
                    <a:cubicBezTo>
                      <a:pt x="306" y="160"/>
                      <a:pt x="306" y="158"/>
                      <a:pt x="306" y="158"/>
                    </a:cubicBezTo>
                    <a:lnTo>
                      <a:pt x="306" y="158"/>
                    </a:lnTo>
                    <a:cubicBezTo>
                      <a:pt x="307" y="158"/>
                      <a:pt x="312" y="168"/>
                      <a:pt x="319" y="188"/>
                    </a:cubicBezTo>
                    <a:lnTo>
                      <a:pt x="325" y="206"/>
                    </a:lnTo>
                    <a:lnTo>
                      <a:pt x="320" y="188"/>
                    </a:lnTo>
                    <a:lnTo>
                      <a:pt x="320" y="188"/>
                    </a:lnTo>
                    <a:cubicBezTo>
                      <a:pt x="320" y="188"/>
                      <a:pt x="321" y="188"/>
                      <a:pt x="323" y="197"/>
                    </a:cubicBezTo>
                    <a:cubicBezTo>
                      <a:pt x="326" y="206"/>
                      <a:pt x="326" y="206"/>
                      <a:pt x="326" y="206"/>
                    </a:cubicBezTo>
                    <a:cubicBezTo>
                      <a:pt x="326" y="202"/>
                      <a:pt x="326" y="200"/>
                      <a:pt x="325" y="197"/>
                    </a:cubicBezTo>
                    <a:cubicBezTo>
                      <a:pt x="324" y="193"/>
                      <a:pt x="323" y="190"/>
                      <a:pt x="322" y="188"/>
                    </a:cubicBezTo>
                    <a:lnTo>
                      <a:pt x="322" y="188"/>
                    </a:lnTo>
                    <a:cubicBezTo>
                      <a:pt x="325" y="197"/>
                      <a:pt x="326" y="201"/>
                      <a:pt x="326" y="201"/>
                    </a:cubicBezTo>
                    <a:cubicBezTo>
                      <a:pt x="327" y="201"/>
                      <a:pt x="326" y="197"/>
                      <a:pt x="325" y="188"/>
                    </a:cubicBezTo>
                    <a:lnTo>
                      <a:pt x="325" y="188"/>
                    </a:lnTo>
                    <a:cubicBezTo>
                      <a:pt x="326" y="193"/>
                      <a:pt x="328" y="200"/>
                      <a:pt x="329" y="206"/>
                    </a:cubicBezTo>
                    <a:lnTo>
                      <a:pt x="328" y="197"/>
                    </a:lnTo>
                    <a:cubicBezTo>
                      <a:pt x="326" y="185"/>
                      <a:pt x="325" y="181"/>
                      <a:pt x="325" y="181"/>
                    </a:cubicBezTo>
                    <a:lnTo>
                      <a:pt x="325" y="181"/>
                    </a:lnTo>
                    <a:cubicBezTo>
                      <a:pt x="325" y="181"/>
                      <a:pt x="326" y="183"/>
                      <a:pt x="327" y="187"/>
                    </a:cubicBezTo>
                    <a:cubicBezTo>
                      <a:pt x="328" y="192"/>
                      <a:pt x="329" y="194"/>
                      <a:pt x="329" y="194"/>
                    </a:cubicBezTo>
                    <a:cubicBezTo>
                      <a:pt x="329" y="194"/>
                      <a:pt x="329" y="192"/>
                      <a:pt x="329" y="187"/>
                    </a:cubicBezTo>
                    <a:cubicBezTo>
                      <a:pt x="330" y="187"/>
                      <a:pt x="330" y="187"/>
                      <a:pt x="331" y="197"/>
                    </a:cubicBezTo>
                    <a:cubicBezTo>
                      <a:pt x="333" y="206"/>
                      <a:pt x="334" y="210"/>
                      <a:pt x="334" y="210"/>
                    </a:cubicBezTo>
                    <a:cubicBezTo>
                      <a:pt x="334" y="210"/>
                      <a:pt x="333" y="206"/>
                      <a:pt x="332" y="197"/>
                    </a:cubicBezTo>
                    <a:cubicBezTo>
                      <a:pt x="332" y="192"/>
                      <a:pt x="332" y="189"/>
                      <a:pt x="332" y="189"/>
                    </a:cubicBezTo>
                    <a:lnTo>
                      <a:pt x="332" y="189"/>
                    </a:lnTo>
                    <a:cubicBezTo>
                      <a:pt x="332" y="189"/>
                      <a:pt x="332" y="192"/>
                      <a:pt x="334" y="197"/>
                    </a:cubicBezTo>
                    <a:cubicBezTo>
                      <a:pt x="335" y="201"/>
                      <a:pt x="335" y="203"/>
                      <a:pt x="335" y="203"/>
                    </a:cubicBezTo>
                    <a:cubicBezTo>
                      <a:pt x="335" y="203"/>
                      <a:pt x="335" y="201"/>
                      <a:pt x="335" y="197"/>
                    </a:cubicBezTo>
                    <a:cubicBezTo>
                      <a:pt x="335" y="187"/>
                      <a:pt x="334" y="178"/>
                      <a:pt x="331" y="169"/>
                    </a:cubicBezTo>
                    <a:cubicBezTo>
                      <a:pt x="331" y="169"/>
                      <a:pt x="331" y="169"/>
                      <a:pt x="330" y="159"/>
                    </a:cubicBezTo>
                    <a:lnTo>
                      <a:pt x="331" y="159"/>
                    </a:lnTo>
                    <a:cubicBezTo>
                      <a:pt x="332" y="159"/>
                      <a:pt x="334" y="159"/>
                      <a:pt x="335" y="150"/>
                    </a:cubicBezTo>
                    <a:cubicBezTo>
                      <a:pt x="335" y="148"/>
                      <a:pt x="335" y="146"/>
                      <a:pt x="335" y="144"/>
                    </a:cubicBezTo>
                    <a:close/>
                    <a:moveTo>
                      <a:pt x="315" y="336"/>
                    </a:moveTo>
                    <a:lnTo>
                      <a:pt x="315" y="336"/>
                    </a:lnTo>
                    <a:cubicBezTo>
                      <a:pt x="312" y="341"/>
                      <a:pt x="310" y="347"/>
                      <a:pt x="307" y="352"/>
                    </a:cubicBezTo>
                    <a:lnTo>
                      <a:pt x="306" y="352"/>
                    </a:lnTo>
                    <a:cubicBezTo>
                      <a:pt x="310" y="344"/>
                      <a:pt x="315" y="336"/>
                      <a:pt x="315" y="336"/>
                    </a:cubicBezTo>
                    <a:close/>
                    <a:moveTo>
                      <a:pt x="391" y="375"/>
                    </a:moveTo>
                    <a:cubicBezTo>
                      <a:pt x="395" y="379"/>
                      <a:pt x="397" y="385"/>
                      <a:pt x="401" y="391"/>
                    </a:cubicBezTo>
                    <a:lnTo>
                      <a:pt x="400" y="392"/>
                    </a:lnTo>
                    <a:lnTo>
                      <a:pt x="390" y="375"/>
                    </a:lnTo>
                    <a:close/>
                    <a:moveTo>
                      <a:pt x="252" y="379"/>
                    </a:moveTo>
                    <a:lnTo>
                      <a:pt x="252" y="379"/>
                    </a:lnTo>
                    <a:cubicBezTo>
                      <a:pt x="247" y="387"/>
                      <a:pt x="240" y="393"/>
                      <a:pt x="239" y="393"/>
                    </a:cubicBezTo>
                    <a:cubicBezTo>
                      <a:pt x="239" y="393"/>
                      <a:pt x="238" y="393"/>
                      <a:pt x="238" y="393"/>
                    </a:cubicBezTo>
                    <a:lnTo>
                      <a:pt x="244" y="385"/>
                    </a:lnTo>
                    <a:lnTo>
                      <a:pt x="252" y="379"/>
                    </a:lnTo>
                    <a:close/>
                    <a:moveTo>
                      <a:pt x="301" y="392"/>
                    </a:moveTo>
                    <a:lnTo>
                      <a:pt x="301" y="392"/>
                    </a:lnTo>
                    <a:cubicBezTo>
                      <a:pt x="300" y="398"/>
                      <a:pt x="298" y="404"/>
                      <a:pt x="294" y="410"/>
                    </a:cubicBezTo>
                    <a:lnTo>
                      <a:pt x="297" y="401"/>
                    </a:lnTo>
                    <a:lnTo>
                      <a:pt x="301" y="392"/>
                    </a:lnTo>
                    <a:close/>
                    <a:moveTo>
                      <a:pt x="274" y="387"/>
                    </a:moveTo>
                    <a:cubicBezTo>
                      <a:pt x="275" y="387"/>
                      <a:pt x="275" y="387"/>
                      <a:pt x="270" y="395"/>
                    </a:cubicBezTo>
                    <a:cubicBezTo>
                      <a:pt x="266" y="401"/>
                      <a:pt x="263" y="406"/>
                      <a:pt x="260" y="411"/>
                    </a:cubicBezTo>
                    <a:cubicBezTo>
                      <a:pt x="264" y="403"/>
                      <a:pt x="269" y="395"/>
                      <a:pt x="274" y="387"/>
                    </a:cubicBezTo>
                    <a:close/>
                    <a:moveTo>
                      <a:pt x="361" y="396"/>
                    </a:moveTo>
                    <a:cubicBezTo>
                      <a:pt x="362" y="396"/>
                      <a:pt x="362" y="397"/>
                      <a:pt x="364" y="404"/>
                    </a:cubicBezTo>
                    <a:cubicBezTo>
                      <a:pt x="367" y="413"/>
                      <a:pt x="365" y="414"/>
                      <a:pt x="364" y="414"/>
                    </a:cubicBezTo>
                    <a:cubicBezTo>
                      <a:pt x="360" y="409"/>
                      <a:pt x="359" y="402"/>
                      <a:pt x="359" y="396"/>
                    </a:cubicBezTo>
                    <a:cubicBezTo>
                      <a:pt x="360" y="396"/>
                      <a:pt x="360" y="396"/>
                      <a:pt x="361" y="396"/>
                    </a:cubicBezTo>
                    <a:close/>
                    <a:moveTo>
                      <a:pt x="343" y="71"/>
                    </a:moveTo>
                    <a:cubicBezTo>
                      <a:pt x="340" y="71"/>
                      <a:pt x="340" y="81"/>
                      <a:pt x="340" y="90"/>
                    </a:cubicBezTo>
                    <a:lnTo>
                      <a:pt x="338" y="90"/>
                    </a:lnTo>
                    <a:cubicBezTo>
                      <a:pt x="338" y="90"/>
                      <a:pt x="337" y="90"/>
                      <a:pt x="337" y="99"/>
                    </a:cubicBezTo>
                    <a:cubicBezTo>
                      <a:pt x="337" y="107"/>
                      <a:pt x="336" y="109"/>
                      <a:pt x="336" y="109"/>
                    </a:cubicBezTo>
                    <a:cubicBezTo>
                      <a:pt x="335" y="109"/>
                      <a:pt x="335" y="108"/>
                      <a:pt x="335" y="108"/>
                    </a:cubicBezTo>
                    <a:cubicBezTo>
                      <a:pt x="335" y="106"/>
                      <a:pt x="335" y="104"/>
                      <a:pt x="335" y="104"/>
                    </a:cubicBezTo>
                    <a:lnTo>
                      <a:pt x="335" y="104"/>
                    </a:lnTo>
                    <a:cubicBezTo>
                      <a:pt x="334" y="104"/>
                      <a:pt x="334" y="111"/>
                      <a:pt x="335" y="118"/>
                    </a:cubicBezTo>
                    <a:cubicBezTo>
                      <a:pt x="336" y="123"/>
                      <a:pt x="336" y="129"/>
                      <a:pt x="335" y="135"/>
                    </a:cubicBezTo>
                    <a:lnTo>
                      <a:pt x="335" y="135"/>
                    </a:lnTo>
                    <a:cubicBezTo>
                      <a:pt x="335" y="131"/>
                      <a:pt x="335" y="128"/>
                      <a:pt x="334" y="128"/>
                    </a:cubicBezTo>
                    <a:cubicBezTo>
                      <a:pt x="334" y="128"/>
                      <a:pt x="334" y="129"/>
                      <a:pt x="334" y="131"/>
                    </a:cubicBezTo>
                    <a:lnTo>
                      <a:pt x="331" y="122"/>
                    </a:lnTo>
                    <a:cubicBezTo>
                      <a:pt x="331" y="108"/>
                      <a:pt x="330" y="101"/>
                      <a:pt x="329" y="101"/>
                    </a:cubicBezTo>
                    <a:lnTo>
                      <a:pt x="329" y="101"/>
                    </a:lnTo>
                    <a:cubicBezTo>
                      <a:pt x="328" y="101"/>
                      <a:pt x="328" y="108"/>
                      <a:pt x="329" y="122"/>
                    </a:cubicBezTo>
                    <a:cubicBezTo>
                      <a:pt x="330" y="137"/>
                      <a:pt x="331" y="144"/>
                      <a:pt x="331" y="144"/>
                    </a:cubicBezTo>
                    <a:cubicBezTo>
                      <a:pt x="331" y="144"/>
                      <a:pt x="330" y="139"/>
                      <a:pt x="329" y="131"/>
                    </a:cubicBezTo>
                    <a:cubicBezTo>
                      <a:pt x="328" y="113"/>
                      <a:pt x="327" y="113"/>
                      <a:pt x="326" y="113"/>
                    </a:cubicBezTo>
                    <a:cubicBezTo>
                      <a:pt x="325" y="113"/>
                      <a:pt x="325" y="113"/>
                      <a:pt x="323" y="103"/>
                    </a:cubicBezTo>
                    <a:cubicBezTo>
                      <a:pt x="323" y="97"/>
                      <a:pt x="321" y="90"/>
                      <a:pt x="319" y="85"/>
                    </a:cubicBezTo>
                    <a:cubicBezTo>
                      <a:pt x="318" y="85"/>
                      <a:pt x="318" y="85"/>
                      <a:pt x="319" y="94"/>
                    </a:cubicBezTo>
                    <a:cubicBezTo>
                      <a:pt x="320" y="97"/>
                      <a:pt x="320" y="99"/>
                      <a:pt x="320" y="99"/>
                    </a:cubicBezTo>
                    <a:cubicBezTo>
                      <a:pt x="319" y="99"/>
                      <a:pt x="317" y="95"/>
                      <a:pt x="315" y="85"/>
                    </a:cubicBezTo>
                    <a:cubicBezTo>
                      <a:pt x="314" y="81"/>
                      <a:pt x="313" y="79"/>
                      <a:pt x="313" y="79"/>
                    </a:cubicBezTo>
                    <a:lnTo>
                      <a:pt x="313" y="79"/>
                    </a:lnTo>
                    <a:cubicBezTo>
                      <a:pt x="313" y="79"/>
                      <a:pt x="313" y="83"/>
                      <a:pt x="315" y="94"/>
                    </a:cubicBezTo>
                    <a:cubicBezTo>
                      <a:pt x="316" y="103"/>
                      <a:pt x="316" y="108"/>
                      <a:pt x="316" y="108"/>
                    </a:cubicBezTo>
                    <a:cubicBezTo>
                      <a:pt x="315" y="108"/>
                      <a:pt x="313" y="104"/>
                      <a:pt x="311" y="95"/>
                    </a:cubicBezTo>
                    <a:lnTo>
                      <a:pt x="309" y="95"/>
                    </a:lnTo>
                    <a:cubicBezTo>
                      <a:pt x="308" y="101"/>
                      <a:pt x="309" y="107"/>
                      <a:pt x="311" y="114"/>
                    </a:cubicBezTo>
                    <a:cubicBezTo>
                      <a:pt x="313" y="124"/>
                      <a:pt x="314" y="129"/>
                      <a:pt x="314" y="129"/>
                    </a:cubicBezTo>
                    <a:cubicBezTo>
                      <a:pt x="313" y="129"/>
                      <a:pt x="313" y="126"/>
                      <a:pt x="311" y="123"/>
                    </a:cubicBezTo>
                    <a:cubicBezTo>
                      <a:pt x="309" y="114"/>
                      <a:pt x="307" y="105"/>
                      <a:pt x="307" y="105"/>
                    </a:cubicBezTo>
                    <a:cubicBezTo>
                      <a:pt x="305" y="97"/>
                      <a:pt x="304" y="96"/>
                      <a:pt x="303" y="96"/>
                    </a:cubicBezTo>
                    <a:cubicBezTo>
                      <a:pt x="303" y="96"/>
                      <a:pt x="302" y="96"/>
                      <a:pt x="302" y="96"/>
                    </a:cubicBezTo>
                    <a:cubicBezTo>
                      <a:pt x="301" y="96"/>
                      <a:pt x="299" y="96"/>
                      <a:pt x="301" y="104"/>
                    </a:cubicBezTo>
                    <a:lnTo>
                      <a:pt x="301" y="104"/>
                    </a:lnTo>
                    <a:cubicBezTo>
                      <a:pt x="300" y="101"/>
                      <a:pt x="300" y="101"/>
                      <a:pt x="299" y="96"/>
                    </a:cubicBezTo>
                    <a:cubicBezTo>
                      <a:pt x="299" y="96"/>
                      <a:pt x="299" y="96"/>
                      <a:pt x="299" y="96"/>
                    </a:cubicBezTo>
                    <a:cubicBezTo>
                      <a:pt x="298" y="96"/>
                      <a:pt x="297" y="92"/>
                      <a:pt x="297" y="92"/>
                    </a:cubicBezTo>
                    <a:lnTo>
                      <a:pt x="297" y="92"/>
                    </a:lnTo>
                    <a:cubicBezTo>
                      <a:pt x="297" y="92"/>
                      <a:pt x="297" y="94"/>
                      <a:pt x="298" y="97"/>
                    </a:cubicBezTo>
                    <a:cubicBezTo>
                      <a:pt x="298" y="97"/>
                      <a:pt x="297" y="97"/>
                      <a:pt x="291" y="88"/>
                    </a:cubicBezTo>
                    <a:cubicBezTo>
                      <a:pt x="290" y="87"/>
                      <a:pt x="289" y="86"/>
                      <a:pt x="289" y="86"/>
                    </a:cubicBezTo>
                    <a:lnTo>
                      <a:pt x="289" y="86"/>
                    </a:lnTo>
                    <a:cubicBezTo>
                      <a:pt x="286" y="86"/>
                      <a:pt x="289" y="101"/>
                      <a:pt x="297" y="116"/>
                    </a:cubicBezTo>
                    <a:lnTo>
                      <a:pt x="295" y="116"/>
                    </a:lnTo>
                    <a:cubicBezTo>
                      <a:pt x="294" y="116"/>
                      <a:pt x="298" y="125"/>
                      <a:pt x="298" y="125"/>
                    </a:cubicBezTo>
                    <a:cubicBezTo>
                      <a:pt x="300" y="134"/>
                      <a:pt x="299" y="135"/>
                      <a:pt x="298" y="135"/>
                    </a:cubicBezTo>
                    <a:cubicBezTo>
                      <a:pt x="298" y="135"/>
                      <a:pt x="295" y="126"/>
                      <a:pt x="292" y="117"/>
                    </a:cubicBezTo>
                    <a:cubicBezTo>
                      <a:pt x="288" y="101"/>
                      <a:pt x="284" y="92"/>
                      <a:pt x="283" y="92"/>
                    </a:cubicBezTo>
                    <a:lnTo>
                      <a:pt x="283" y="92"/>
                    </a:lnTo>
                    <a:cubicBezTo>
                      <a:pt x="283" y="92"/>
                      <a:pt x="284" y="97"/>
                      <a:pt x="288" y="108"/>
                    </a:cubicBezTo>
                    <a:cubicBezTo>
                      <a:pt x="285" y="104"/>
                      <a:pt x="285" y="105"/>
                      <a:pt x="284" y="99"/>
                    </a:cubicBezTo>
                    <a:cubicBezTo>
                      <a:pt x="283" y="95"/>
                      <a:pt x="282" y="93"/>
                      <a:pt x="281" y="93"/>
                    </a:cubicBezTo>
                    <a:cubicBezTo>
                      <a:pt x="280" y="93"/>
                      <a:pt x="280" y="96"/>
                      <a:pt x="281" y="100"/>
                    </a:cubicBezTo>
                    <a:cubicBezTo>
                      <a:pt x="282" y="110"/>
                      <a:pt x="284" y="119"/>
                      <a:pt x="289" y="128"/>
                    </a:cubicBezTo>
                    <a:cubicBezTo>
                      <a:pt x="292" y="136"/>
                      <a:pt x="291" y="137"/>
                      <a:pt x="291" y="137"/>
                    </a:cubicBezTo>
                    <a:cubicBezTo>
                      <a:pt x="290" y="137"/>
                      <a:pt x="290" y="137"/>
                      <a:pt x="287" y="128"/>
                    </a:cubicBezTo>
                    <a:cubicBezTo>
                      <a:pt x="283" y="120"/>
                      <a:pt x="280" y="116"/>
                      <a:pt x="279" y="116"/>
                    </a:cubicBezTo>
                    <a:lnTo>
                      <a:pt x="279" y="116"/>
                    </a:lnTo>
                    <a:cubicBezTo>
                      <a:pt x="279" y="116"/>
                      <a:pt x="280" y="120"/>
                      <a:pt x="283" y="129"/>
                    </a:cubicBezTo>
                    <a:lnTo>
                      <a:pt x="280" y="120"/>
                    </a:lnTo>
                    <a:cubicBezTo>
                      <a:pt x="277" y="115"/>
                      <a:pt x="274" y="109"/>
                      <a:pt x="272" y="109"/>
                    </a:cubicBezTo>
                    <a:cubicBezTo>
                      <a:pt x="270" y="109"/>
                      <a:pt x="269" y="111"/>
                      <a:pt x="269" y="115"/>
                    </a:cubicBezTo>
                    <a:cubicBezTo>
                      <a:pt x="267" y="116"/>
                      <a:pt x="265" y="116"/>
                      <a:pt x="264" y="116"/>
                    </a:cubicBezTo>
                    <a:cubicBezTo>
                      <a:pt x="261" y="116"/>
                      <a:pt x="259" y="115"/>
                      <a:pt x="256" y="109"/>
                    </a:cubicBezTo>
                    <a:cubicBezTo>
                      <a:pt x="256" y="108"/>
                      <a:pt x="255" y="107"/>
                      <a:pt x="255" y="107"/>
                    </a:cubicBezTo>
                    <a:lnTo>
                      <a:pt x="255" y="107"/>
                    </a:lnTo>
                    <a:cubicBezTo>
                      <a:pt x="253" y="107"/>
                      <a:pt x="258" y="123"/>
                      <a:pt x="265" y="137"/>
                    </a:cubicBezTo>
                    <a:cubicBezTo>
                      <a:pt x="261" y="132"/>
                      <a:pt x="259" y="130"/>
                      <a:pt x="258" y="130"/>
                    </a:cubicBezTo>
                    <a:cubicBezTo>
                      <a:pt x="257" y="130"/>
                      <a:pt x="257" y="130"/>
                      <a:pt x="256" y="131"/>
                    </a:cubicBezTo>
                    <a:cubicBezTo>
                      <a:pt x="255" y="131"/>
                      <a:pt x="255" y="132"/>
                      <a:pt x="254" y="132"/>
                    </a:cubicBezTo>
                    <a:cubicBezTo>
                      <a:pt x="253" y="132"/>
                      <a:pt x="252" y="130"/>
                      <a:pt x="248" y="125"/>
                    </a:cubicBezTo>
                    <a:cubicBezTo>
                      <a:pt x="243" y="117"/>
                      <a:pt x="241" y="112"/>
                      <a:pt x="241" y="112"/>
                    </a:cubicBezTo>
                    <a:lnTo>
                      <a:pt x="241" y="112"/>
                    </a:lnTo>
                    <a:cubicBezTo>
                      <a:pt x="241" y="112"/>
                      <a:pt x="243" y="117"/>
                      <a:pt x="247" y="125"/>
                    </a:cubicBezTo>
                    <a:cubicBezTo>
                      <a:pt x="251" y="132"/>
                      <a:pt x="253" y="135"/>
                      <a:pt x="252" y="135"/>
                    </a:cubicBezTo>
                    <a:cubicBezTo>
                      <a:pt x="250" y="135"/>
                      <a:pt x="244" y="129"/>
                      <a:pt x="237" y="120"/>
                    </a:cubicBezTo>
                    <a:cubicBezTo>
                      <a:pt x="234" y="115"/>
                      <a:pt x="232" y="114"/>
                      <a:pt x="230" y="114"/>
                    </a:cubicBezTo>
                    <a:cubicBezTo>
                      <a:pt x="230" y="114"/>
                      <a:pt x="229" y="114"/>
                      <a:pt x="228" y="115"/>
                    </a:cubicBezTo>
                    <a:cubicBezTo>
                      <a:pt x="233" y="124"/>
                      <a:pt x="232" y="125"/>
                      <a:pt x="229" y="126"/>
                    </a:cubicBezTo>
                    <a:cubicBezTo>
                      <a:pt x="226" y="128"/>
                      <a:pt x="226" y="128"/>
                      <a:pt x="238" y="143"/>
                    </a:cubicBezTo>
                    <a:cubicBezTo>
                      <a:pt x="251" y="157"/>
                      <a:pt x="251" y="157"/>
                      <a:pt x="248" y="159"/>
                    </a:cubicBezTo>
                    <a:cubicBezTo>
                      <a:pt x="248" y="159"/>
                      <a:pt x="248" y="159"/>
                      <a:pt x="248" y="159"/>
                    </a:cubicBezTo>
                    <a:cubicBezTo>
                      <a:pt x="247" y="159"/>
                      <a:pt x="245" y="158"/>
                      <a:pt x="241" y="153"/>
                    </a:cubicBezTo>
                    <a:cubicBezTo>
                      <a:pt x="241" y="153"/>
                      <a:pt x="233" y="147"/>
                      <a:pt x="232" y="147"/>
                    </a:cubicBezTo>
                    <a:cubicBezTo>
                      <a:pt x="232" y="148"/>
                      <a:pt x="231" y="148"/>
                      <a:pt x="231" y="148"/>
                    </a:cubicBezTo>
                    <a:cubicBezTo>
                      <a:pt x="230" y="148"/>
                      <a:pt x="228" y="147"/>
                      <a:pt x="224" y="143"/>
                    </a:cubicBezTo>
                    <a:cubicBezTo>
                      <a:pt x="224" y="143"/>
                      <a:pt x="218" y="138"/>
                      <a:pt x="215" y="138"/>
                    </a:cubicBezTo>
                    <a:cubicBezTo>
                      <a:pt x="214" y="138"/>
                      <a:pt x="214" y="138"/>
                      <a:pt x="214" y="138"/>
                    </a:cubicBezTo>
                    <a:cubicBezTo>
                      <a:pt x="213" y="139"/>
                      <a:pt x="212" y="140"/>
                      <a:pt x="211" y="140"/>
                    </a:cubicBezTo>
                    <a:cubicBezTo>
                      <a:pt x="210" y="140"/>
                      <a:pt x="207" y="139"/>
                      <a:pt x="204" y="136"/>
                    </a:cubicBezTo>
                    <a:lnTo>
                      <a:pt x="204" y="136"/>
                    </a:lnTo>
                    <a:cubicBezTo>
                      <a:pt x="202" y="137"/>
                      <a:pt x="202" y="137"/>
                      <a:pt x="209" y="143"/>
                    </a:cubicBezTo>
                    <a:cubicBezTo>
                      <a:pt x="215" y="149"/>
                      <a:pt x="221" y="155"/>
                      <a:pt x="216" y="155"/>
                    </a:cubicBezTo>
                    <a:cubicBezTo>
                      <a:pt x="215" y="155"/>
                      <a:pt x="214" y="154"/>
                      <a:pt x="213" y="154"/>
                    </a:cubicBezTo>
                    <a:lnTo>
                      <a:pt x="213" y="154"/>
                    </a:lnTo>
                    <a:cubicBezTo>
                      <a:pt x="210" y="155"/>
                      <a:pt x="208" y="159"/>
                      <a:pt x="216" y="164"/>
                    </a:cubicBezTo>
                    <a:cubicBezTo>
                      <a:pt x="216" y="165"/>
                      <a:pt x="215" y="165"/>
                      <a:pt x="215" y="165"/>
                    </a:cubicBezTo>
                    <a:cubicBezTo>
                      <a:pt x="214" y="165"/>
                      <a:pt x="212" y="164"/>
                      <a:pt x="207" y="160"/>
                    </a:cubicBezTo>
                    <a:cubicBezTo>
                      <a:pt x="201" y="154"/>
                      <a:pt x="197" y="152"/>
                      <a:pt x="195" y="152"/>
                    </a:cubicBezTo>
                    <a:lnTo>
                      <a:pt x="195" y="152"/>
                    </a:lnTo>
                    <a:cubicBezTo>
                      <a:pt x="193" y="152"/>
                      <a:pt x="196" y="156"/>
                      <a:pt x="204" y="163"/>
                    </a:cubicBezTo>
                    <a:cubicBezTo>
                      <a:pt x="208" y="166"/>
                      <a:pt x="210" y="168"/>
                      <a:pt x="209" y="168"/>
                    </a:cubicBezTo>
                    <a:cubicBezTo>
                      <a:pt x="208" y="168"/>
                      <a:pt x="206" y="167"/>
                      <a:pt x="202" y="165"/>
                    </a:cubicBezTo>
                    <a:lnTo>
                      <a:pt x="202" y="165"/>
                    </a:lnTo>
                    <a:cubicBezTo>
                      <a:pt x="202" y="165"/>
                      <a:pt x="201" y="166"/>
                      <a:pt x="209" y="172"/>
                    </a:cubicBezTo>
                    <a:cubicBezTo>
                      <a:pt x="213" y="176"/>
                      <a:pt x="215" y="177"/>
                      <a:pt x="214" y="177"/>
                    </a:cubicBezTo>
                    <a:cubicBezTo>
                      <a:pt x="214" y="177"/>
                      <a:pt x="211" y="176"/>
                      <a:pt x="207" y="175"/>
                    </a:cubicBezTo>
                    <a:cubicBezTo>
                      <a:pt x="202" y="172"/>
                      <a:pt x="200" y="171"/>
                      <a:pt x="199" y="171"/>
                    </a:cubicBezTo>
                    <a:cubicBezTo>
                      <a:pt x="198" y="171"/>
                      <a:pt x="198" y="172"/>
                      <a:pt x="198" y="172"/>
                    </a:cubicBezTo>
                    <a:cubicBezTo>
                      <a:pt x="204" y="178"/>
                      <a:pt x="199" y="187"/>
                      <a:pt x="192" y="187"/>
                    </a:cubicBezTo>
                    <a:cubicBezTo>
                      <a:pt x="191" y="187"/>
                      <a:pt x="190" y="187"/>
                      <a:pt x="189" y="187"/>
                    </a:cubicBezTo>
                    <a:lnTo>
                      <a:pt x="189" y="187"/>
                    </a:lnTo>
                    <a:cubicBezTo>
                      <a:pt x="197" y="192"/>
                      <a:pt x="197" y="192"/>
                      <a:pt x="196" y="193"/>
                    </a:cubicBezTo>
                    <a:cubicBezTo>
                      <a:pt x="190" y="191"/>
                      <a:pt x="187" y="190"/>
                      <a:pt x="186" y="190"/>
                    </a:cubicBezTo>
                    <a:lnTo>
                      <a:pt x="186" y="190"/>
                    </a:lnTo>
                    <a:cubicBezTo>
                      <a:pt x="185" y="190"/>
                      <a:pt x="193" y="194"/>
                      <a:pt x="204" y="199"/>
                    </a:cubicBezTo>
                    <a:lnTo>
                      <a:pt x="205" y="198"/>
                    </a:lnTo>
                    <a:lnTo>
                      <a:pt x="205" y="197"/>
                    </a:lnTo>
                    <a:cubicBezTo>
                      <a:pt x="214" y="201"/>
                      <a:pt x="218" y="203"/>
                      <a:pt x="216" y="203"/>
                    </a:cubicBezTo>
                    <a:cubicBezTo>
                      <a:pt x="214" y="203"/>
                      <a:pt x="207" y="201"/>
                      <a:pt x="195" y="197"/>
                    </a:cubicBezTo>
                    <a:cubicBezTo>
                      <a:pt x="186" y="194"/>
                      <a:pt x="182" y="192"/>
                      <a:pt x="181" y="192"/>
                    </a:cubicBezTo>
                    <a:lnTo>
                      <a:pt x="181" y="192"/>
                    </a:lnTo>
                    <a:cubicBezTo>
                      <a:pt x="180" y="192"/>
                      <a:pt x="184" y="194"/>
                      <a:pt x="194" y="199"/>
                    </a:cubicBezTo>
                    <a:cubicBezTo>
                      <a:pt x="203" y="203"/>
                      <a:pt x="207" y="205"/>
                      <a:pt x="206" y="205"/>
                    </a:cubicBezTo>
                    <a:cubicBezTo>
                      <a:pt x="205" y="205"/>
                      <a:pt x="201" y="204"/>
                      <a:pt x="192" y="201"/>
                    </a:cubicBezTo>
                    <a:cubicBezTo>
                      <a:pt x="184" y="198"/>
                      <a:pt x="180" y="197"/>
                      <a:pt x="179" y="197"/>
                    </a:cubicBezTo>
                    <a:lnTo>
                      <a:pt x="179" y="197"/>
                    </a:lnTo>
                    <a:cubicBezTo>
                      <a:pt x="178" y="197"/>
                      <a:pt x="182" y="199"/>
                      <a:pt x="191" y="202"/>
                    </a:cubicBezTo>
                    <a:cubicBezTo>
                      <a:pt x="213" y="212"/>
                      <a:pt x="225" y="217"/>
                      <a:pt x="222" y="217"/>
                    </a:cubicBezTo>
                    <a:cubicBezTo>
                      <a:pt x="220" y="217"/>
                      <a:pt x="213" y="215"/>
                      <a:pt x="199" y="211"/>
                    </a:cubicBezTo>
                    <a:cubicBezTo>
                      <a:pt x="183" y="207"/>
                      <a:pt x="174" y="204"/>
                      <a:pt x="172" y="204"/>
                    </a:cubicBezTo>
                    <a:cubicBezTo>
                      <a:pt x="171" y="204"/>
                      <a:pt x="171" y="204"/>
                      <a:pt x="171" y="205"/>
                    </a:cubicBezTo>
                    <a:cubicBezTo>
                      <a:pt x="170" y="207"/>
                      <a:pt x="179" y="209"/>
                      <a:pt x="188" y="211"/>
                    </a:cubicBezTo>
                    <a:cubicBezTo>
                      <a:pt x="199" y="214"/>
                      <a:pt x="204" y="215"/>
                      <a:pt x="202" y="215"/>
                    </a:cubicBezTo>
                    <a:cubicBezTo>
                      <a:pt x="200" y="215"/>
                      <a:pt x="195" y="215"/>
                      <a:pt x="188" y="214"/>
                    </a:cubicBezTo>
                    <a:cubicBezTo>
                      <a:pt x="180" y="213"/>
                      <a:pt x="175" y="212"/>
                      <a:pt x="171" y="212"/>
                    </a:cubicBezTo>
                    <a:cubicBezTo>
                      <a:pt x="159" y="212"/>
                      <a:pt x="162" y="216"/>
                      <a:pt x="176" y="221"/>
                    </a:cubicBezTo>
                    <a:cubicBezTo>
                      <a:pt x="187" y="226"/>
                      <a:pt x="191" y="229"/>
                      <a:pt x="187" y="229"/>
                    </a:cubicBezTo>
                    <a:cubicBezTo>
                      <a:pt x="185" y="229"/>
                      <a:pt x="181" y="228"/>
                      <a:pt x="174" y="226"/>
                    </a:cubicBezTo>
                    <a:cubicBezTo>
                      <a:pt x="165" y="223"/>
                      <a:pt x="161" y="221"/>
                      <a:pt x="160" y="221"/>
                    </a:cubicBezTo>
                    <a:lnTo>
                      <a:pt x="160" y="221"/>
                    </a:lnTo>
                    <a:cubicBezTo>
                      <a:pt x="159" y="221"/>
                      <a:pt x="161" y="223"/>
                      <a:pt x="165" y="225"/>
                    </a:cubicBezTo>
                    <a:cubicBezTo>
                      <a:pt x="164" y="227"/>
                      <a:pt x="164" y="229"/>
                      <a:pt x="164" y="230"/>
                    </a:cubicBezTo>
                    <a:cubicBezTo>
                      <a:pt x="163" y="233"/>
                      <a:pt x="173" y="235"/>
                      <a:pt x="182" y="236"/>
                    </a:cubicBezTo>
                    <a:cubicBezTo>
                      <a:pt x="179" y="236"/>
                      <a:pt x="176" y="236"/>
                      <a:pt x="173" y="236"/>
                    </a:cubicBezTo>
                    <a:cubicBezTo>
                      <a:pt x="161" y="236"/>
                      <a:pt x="157" y="238"/>
                      <a:pt x="172" y="240"/>
                    </a:cubicBezTo>
                    <a:lnTo>
                      <a:pt x="172" y="244"/>
                    </a:lnTo>
                    <a:cubicBezTo>
                      <a:pt x="172" y="245"/>
                      <a:pt x="172" y="245"/>
                      <a:pt x="181" y="246"/>
                    </a:cubicBezTo>
                    <a:cubicBezTo>
                      <a:pt x="190" y="248"/>
                      <a:pt x="181" y="249"/>
                      <a:pt x="171" y="249"/>
                    </a:cubicBezTo>
                    <a:cubicBezTo>
                      <a:pt x="162" y="250"/>
                      <a:pt x="152" y="252"/>
                      <a:pt x="162" y="252"/>
                    </a:cubicBezTo>
                    <a:cubicBezTo>
                      <a:pt x="171" y="253"/>
                      <a:pt x="180" y="255"/>
                      <a:pt x="190" y="256"/>
                    </a:cubicBezTo>
                    <a:cubicBezTo>
                      <a:pt x="196" y="257"/>
                      <a:pt x="193" y="258"/>
                      <a:pt x="188" y="258"/>
                    </a:cubicBezTo>
                    <a:cubicBezTo>
                      <a:pt x="185" y="258"/>
                      <a:pt x="183" y="258"/>
                      <a:pt x="180" y="257"/>
                    </a:cubicBezTo>
                    <a:cubicBezTo>
                      <a:pt x="173" y="257"/>
                      <a:pt x="168" y="258"/>
                      <a:pt x="161" y="261"/>
                    </a:cubicBezTo>
                    <a:cubicBezTo>
                      <a:pt x="161" y="262"/>
                      <a:pt x="161" y="264"/>
                      <a:pt x="170" y="264"/>
                    </a:cubicBezTo>
                    <a:cubicBezTo>
                      <a:pt x="180" y="264"/>
                      <a:pt x="179" y="272"/>
                      <a:pt x="170" y="273"/>
                    </a:cubicBezTo>
                    <a:cubicBezTo>
                      <a:pt x="170" y="273"/>
                      <a:pt x="170" y="274"/>
                      <a:pt x="170" y="275"/>
                    </a:cubicBezTo>
                    <a:cubicBezTo>
                      <a:pt x="170" y="276"/>
                      <a:pt x="179" y="279"/>
                      <a:pt x="179" y="280"/>
                    </a:cubicBezTo>
                    <a:cubicBezTo>
                      <a:pt x="179" y="280"/>
                      <a:pt x="179" y="281"/>
                      <a:pt x="188" y="282"/>
                    </a:cubicBezTo>
                    <a:cubicBezTo>
                      <a:pt x="188" y="283"/>
                      <a:pt x="188" y="284"/>
                      <a:pt x="179" y="284"/>
                    </a:cubicBezTo>
                    <a:cubicBezTo>
                      <a:pt x="198" y="285"/>
                      <a:pt x="198" y="285"/>
                      <a:pt x="179" y="286"/>
                    </a:cubicBezTo>
                    <a:cubicBezTo>
                      <a:pt x="160" y="287"/>
                      <a:pt x="160" y="287"/>
                      <a:pt x="179" y="289"/>
                    </a:cubicBezTo>
                    <a:cubicBezTo>
                      <a:pt x="188" y="289"/>
                      <a:pt x="188" y="289"/>
                      <a:pt x="179" y="291"/>
                    </a:cubicBezTo>
                    <a:cubicBezTo>
                      <a:pt x="169" y="291"/>
                      <a:pt x="169" y="292"/>
                      <a:pt x="179" y="292"/>
                    </a:cubicBezTo>
                    <a:cubicBezTo>
                      <a:pt x="197" y="292"/>
                      <a:pt x="207" y="294"/>
                      <a:pt x="188" y="295"/>
                    </a:cubicBezTo>
                    <a:cubicBezTo>
                      <a:pt x="188" y="295"/>
                      <a:pt x="188" y="298"/>
                      <a:pt x="197" y="298"/>
                    </a:cubicBezTo>
                    <a:cubicBezTo>
                      <a:pt x="205" y="297"/>
                      <a:pt x="209" y="297"/>
                      <a:pt x="211" y="297"/>
                    </a:cubicBezTo>
                    <a:cubicBezTo>
                      <a:pt x="213" y="297"/>
                      <a:pt x="208" y="297"/>
                      <a:pt x="197" y="299"/>
                    </a:cubicBezTo>
                    <a:cubicBezTo>
                      <a:pt x="182" y="301"/>
                      <a:pt x="180" y="302"/>
                      <a:pt x="189" y="302"/>
                    </a:cubicBezTo>
                    <a:cubicBezTo>
                      <a:pt x="192" y="302"/>
                      <a:pt x="194" y="302"/>
                      <a:pt x="198" y="302"/>
                    </a:cubicBezTo>
                    <a:cubicBezTo>
                      <a:pt x="198" y="302"/>
                      <a:pt x="199" y="302"/>
                      <a:pt x="201" y="302"/>
                    </a:cubicBezTo>
                    <a:cubicBezTo>
                      <a:pt x="202" y="302"/>
                      <a:pt x="203" y="302"/>
                      <a:pt x="198" y="304"/>
                    </a:cubicBezTo>
                    <a:cubicBezTo>
                      <a:pt x="191" y="307"/>
                      <a:pt x="184" y="313"/>
                      <a:pt x="190" y="313"/>
                    </a:cubicBezTo>
                    <a:cubicBezTo>
                      <a:pt x="191" y="313"/>
                      <a:pt x="194" y="312"/>
                      <a:pt x="198" y="311"/>
                    </a:cubicBezTo>
                    <a:lnTo>
                      <a:pt x="199" y="313"/>
                    </a:lnTo>
                    <a:cubicBezTo>
                      <a:pt x="192" y="317"/>
                      <a:pt x="191" y="318"/>
                      <a:pt x="194" y="318"/>
                    </a:cubicBezTo>
                    <a:cubicBezTo>
                      <a:pt x="195" y="318"/>
                      <a:pt x="197" y="318"/>
                      <a:pt x="199" y="318"/>
                    </a:cubicBezTo>
                    <a:lnTo>
                      <a:pt x="209" y="317"/>
                    </a:lnTo>
                    <a:lnTo>
                      <a:pt x="209" y="317"/>
                    </a:lnTo>
                    <a:cubicBezTo>
                      <a:pt x="202" y="318"/>
                      <a:pt x="197" y="320"/>
                      <a:pt x="191" y="323"/>
                    </a:cubicBezTo>
                    <a:cubicBezTo>
                      <a:pt x="191" y="324"/>
                      <a:pt x="191" y="324"/>
                      <a:pt x="192" y="324"/>
                    </a:cubicBezTo>
                    <a:cubicBezTo>
                      <a:pt x="193" y="324"/>
                      <a:pt x="195" y="324"/>
                      <a:pt x="200" y="322"/>
                    </a:cubicBezTo>
                    <a:cubicBezTo>
                      <a:pt x="205" y="321"/>
                      <a:pt x="207" y="320"/>
                      <a:pt x="208" y="320"/>
                    </a:cubicBezTo>
                    <a:cubicBezTo>
                      <a:pt x="209" y="320"/>
                      <a:pt x="209" y="321"/>
                      <a:pt x="209" y="321"/>
                    </a:cubicBezTo>
                    <a:cubicBezTo>
                      <a:pt x="205" y="324"/>
                      <a:pt x="198" y="327"/>
                      <a:pt x="192" y="328"/>
                    </a:cubicBezTo>
                    <a:lnTo>
                      <a:pt x="192" y="329"/>
                    </a:lnTo>
                    <a:cubicBezTo>
                      <a:pt x="201" y="326"/>
                      <a:pt x="206" y="325"/>
                      <a:pt x="207" y="325"/>
                    </a:cubicBezTo>
                    <a:lnTo>
                      <a:pt x="207" y="325"/>
                    </a:lnTo>
                    <a:cubicBezTo>
                      <a:pt x="208" y="325"/>
                      <a:pt x="206" y="326"/>
                      <a:pt x="201" y="328"/>
                    </a:cubicBezTo>
                    <a:cubicBezTo>
                      <a:pt x="194" y="331"/>
                      <a:pt x="194" y="332"/>
                      <a:pt x="194" y="333"/>
                    </a:cubicBezTo>
                    <a:cubicBezTo>
                      <a:pt x="196" y="332"/>
                      <a:pt x="197" y="332"/>
                      <a:pt x="197" y="332"/>
                    </a:cubicBezTo>
                    <a:lnTo>
                      <a:pt x="197" y="332"/>
                    </a:lnTo>
                    <a:cubicBezTo>
                      <a:pt x="198" y="332"/>
                      <a:pt x="195" y="334"/>
                      <a:pt x="194" y="334"/>
                    </a:cubicBezTo>
                    <a:cubicBezTo>
                      <a:pt x="194" y="334"/>
                      <a:pt x="194" y="334"/>
                      <a:pt x="194" y="333"/>
                    </a:cubicBezTo>
                    <a:lnTo>
                      <a:pt x="185" y="337"/>
                    </a:lnTo>
                    <a:cubicBezTo>
                      <a:pt x="182" y="338"/>
                      <a:pt x="181" y="339"/>
                      <a:pt x="182" y="339"/>
                    </a:cubicBezTo>
                    <a:cubicBezTo>
                      <a:pt x="183" y="339"/>
                      <a:pt x="188" y="337"/>
                      <a:pt x="194" y="335"/>
                    </a:cubicBezTo>
                    <a:cubicBezTo>
                      <a:pt x="194" y="335"/>
                      <a:pt x="195" y="336"/>
                      <a:pt x="195" y="337"/>
                    </a:cubicBezTo>
                    <a:cubicBezTo>
                      <a:pt x="195" y="337"/>
                      <a:pt x="195" y="338"/>
                      <a:pt x="196" y="338"/>
                    </a:cubicBezTo>
                    <a:cubicBezTo>
                      <a:pt x="197" y="338"/>
                      <a:pt x="199" y="337"/>
                      <a:pt x="204" y="335"/>
                    </a:cubicBezTo>
                    <a:cubicBezTo>
                      <a:pt x="209" y="332"/>
                      <a:pt x="216" y="330"/>
                      <a:pt x="222" y="329"/>
                    </a:cubicBezTo>
                    <a:lnTo>
                      <a:pt x="222" y="329"/>
                    </a:lnTo>
                    <a:cubicBezTo>
                      <a:pt x="216" y="331"/>
                      <a:pt x="210" y="333"/>
                      <a:pt x="205" y="337"/>
                    </a:cubicBezTo>
                    <a:cubicBezTo>
                      <a:pt x="205" y="338"/>
                      <a:pt x="196" y="341"/>
                      <a:pt x="196" y="341"/>
                    </a:cubicBezTo>
                    <a:cubicBezTo>
                      <a:pt x="184" y="346"/>
                      <a:pt x="185" y="348"/>
                      <a:pt x="189" y="348"/>
                    </a:cubicBezTo>
                    <a:cubicBezTo>
                      <a:pt x="191" y="348"/>
                      <a:pt x="195" y="347"/>
                      <a:pt x="198" y="346"/>
                    </a:cubicBezTo>
                    <a:cubicBezTo>
                      <a:pt x="205" y="343"/>
                      <a:pt x="210" y="342"/>
                      <a:pt x="211" y="342"/>
                    </a:cubicBezTo>
                    <a:lnTo>
                      <a:pt x="211" y="342"/>
                    </a:lnTo>
                    <a:cubicBezTo>
                      <a:pt x="213" y="342"/>
                      <a:pt x="209" y="345"/>
                      <a:pt x="199" y="349"/>
                    </a:cubicBezTo>
                    <a:cubicBezTo>
                      <a:pt x="194" y="352"/>
                      <a:pt x="192" y="353"/>
                      <a:pt x="193" y="353"/>
                    </a:cubicBezTo>
                    <a:cubicBezTo>
                      <a:pt x="195" y="353"/>
                      <a:pt x="209" y="348"/>
                      <a:pt x="226" y="340"/>
                    </a:cubicBezTo>
                    <a:lnTo>
                      <a:pt x="226" y="340"/>
                    </a:lnTo>
                    <a:cubicBezTo>
                      <a:pt x="204" y="352"/>
                      <a:pt x="197" y="357"/>
                      <a:pt x="200" y="357"/>
                    </a:cubicBezTo>
                    <a:cubicBezTo>
                      <a:pt x="201" y="357"/>
                      <a:pt x="205" y="356"/>
                      <a:pt x="211" y="354"/>
                    </a:cubicBezTo>
                    <a:cubicBezTo>
                      <a:pt x="216" y="352"/>
                      <a:pt x="218" y="351"/>
                      <a:pt x="218" y="351"/>
                    </a:cubicBezTo>
                    <a:lnTo>
                      <a:pt x="218" y="351"/>
                    </a:lnTo>
                    <a:cubicBezTo>
                      <a:pt x="219" y="351"/>
                      <a:pt x="217" y="352"/>
                      <a:pt x="213" y="355"/>
                    </a:cubicBezTo>
                    <a:cubicBezTo>
                      <a:pt x="204" y="360"/>
                      <a:pt x="205" y="361"/>
                      <a:pt x="206" y="364"/>
                    </a:cubicBezTo>
                    <a:cubicBezTo>
                      <a:pt x="207" y="365"/>
                      <a:pt x="208" y="367"/>
                      <a:pt x="209" y="367"/>
                    </a:cubicBezTo>
                    <a:cubicBezTo>
                      <a:pt x="210" y="367"/>
                      <a:pt x="212" y="366"/>
                      <a:pt x="216" y="364"/>
                    </a:cubicBezTo>
                    <a:lnTo>
                      <a:pt x="217" y="365"/>
                    </a:lnTo>
                    <a:cubicBezTo>
                      <a:pt x="211" y="370"/>
                      <a:pt x="209" y="373"/>
                      <a:pt x="210" y="373"/>
                    </a:cubicBezTo>
                    <a:cubicBezTo>
                      <a:pt x="211" y="373"/>
                      <a:pt x="218" y="368"/>
                      <a:pt x="226" y="361"/>
                    </a:cubicBezTo>
                    <a:lnTo>
                      <a:pt x="227" y="364"/>
                    </a:lnTo>
                    <a:lnTo>
                      <a:pt x="220" y="369"/>
                    </a:lnTo>
                    <a:cubicBezTo>
                      <a:pt x="213" y="374"/>
                      <a:pt x="214" y="376"/>
                      <a:pt x="219" y="384"/>
                    </a:cubicBezTo>
                    <a:cubicBezTo>
                      <a:pt x="222" y="388"/>
                      <a:pt x="224" y="391"/>
                      <a:pt x="226" y="391"/>
                    </a:cubicBezTo>
                    <a:cubicBezTo>
                      <a:pt x="229" y="391"/>
                      <a:pt x="232" y="388"/>
                      <a:pt x="239" y="380"/>
                    </a:cubicBezTo>
                    <a:cubicBezTo>
                      <a:pt x="247" y="374"/>
                      <a:pt x="250" y="371"/>
                      <a:pt x="251" y="371"/>
                    </a:cubicBezTo>
                    <a:lnTo>
                      <a:pt x="251" y="371"/>
                    </a:lnTo>
                    <a:cubicBezTo>
                      <a:pt x="252" y="371"/>
                      <a:pt x="249" y="375"/>
                      <a:pt x="242" y="382"/>
                    </a:cubicBezTo>
                    <a:cubicBezTo>
                      <a:pt x="237" y="387"/>
                      <a:pt x="232" y="392"/>
                      <a:pt x="233" y="392"/>
                    </a:cubicBezTo>
                    <a:cubicBezTo>
                      <a:pt x="233" y="392"/>
                      <a:pt x="233" y="391"/>
                      <a:pt x="235" y="389"/>
                    </a:cubicBezTo>
                    <a:lnTo>
                      <a:pt x="235" y="389"/>
                    </a:lnTo>
                    <a:cubicBezTo>
                      <a:pt x="235" y="389"/>
                      <a:pt x="237" y="392"/>
                      <a:pt x="232" y="398"/>
                    </a:cubicBezTo>
                    <a:cubicBezTo>
                      <a:pt x="227" y="407"/>
                      <a:pt x="226" y="409"/>
                      <a:pt x="227" y="409"/>
                    </a:cubicBezTo>
                    <a:cubicBezTo>
                      <a:pt x="228" y="409"/>
                      <a:pt x="232" y="406"/>
                      <a:pt x="235" y="403"/>
                    </a:cubicBezTo>
                    <a:lnTo>
                      <a:pt x="235" y="403"/>
                    </a:lnTo>
                    <a:cubicBezTo>
                      <a:pt x="232" y="409"/>
                      <a:pt x="228" y="415"/>
                      <a:pt x="229" y="415"/>
                    </a:cubicBezTo>
                    <a:cubicBezTo>
                      <a:pt x="229" y="415"/>
                      <a:pt x="230" y="414"/>
                      <a:pt x="232" y="412"/>
                    </a:cubicBezTo>
                    <a:cubicBezTo>
                      <a:pt x="235" y="409"/>
                      <a:pt x="239" y="407"/>
                      <a:pt x="241" y="407"/>
                    </a:cubicBezTo>
                    <a:lnTo>
                      <a:pt x="241" y="407"/>
                    </a:lnTo>
                    <a:cubicBezTo>
                      <a:pt x="244" y="407"/>
                      <a:pt x="244" y="410"/>
                      <a:pt x="238" y="419"/>
                    </a:cubicBezTo>
                    <a:lnTo>
                      <a:pt x="239" y="420"/>
                    </a:lnTo>
                    <a:cubicBezTo>
                      <a:pt x="243" y="415"/>
                      <a:pt x="245" y="414"/>
                      <a:pt x="246" y="414"/>
                    </a:cubicBezTo>
                    <a:cubicBezTo>
                      <a:pt x="248" y="414"/>
                      <a:pt x="249" y="415"/>
                      <a:pt x="250" y="415"/>
                    </a:cubicBezTo>
                    <a:cubicBezTo>
                      <a:pt x="252" y="416"/>
                      <a:pt x="252" y="417"/>
                      <a:pt x="247" y="425"/>
                    </a:cubicBezTo>
                    <a:cubicBezTo>
                      <a:pt x="244" y="429"/>
                      <a:pt x="242" y="431"/>
                      <a:pt x="243" y="431"/>
                    </a:cubicBezTo>
                    <a:cubicBezTo>
                      <a:pt x="244" y="431"/>
                      <a:pt x="246" y="430"/>
                      <a:pt x="250" y="426"/>
                    </a:cubicBezTo>
                    <a:cubicBezTo>
                      <a:pt x="250" y="426"/>
                      <a:pt x="250" y="426"/>
                      <a:pt x="250" y="426"/>
                    </a:cubicBezTo>
                    <a:cubicBezTo>
                      <a:pt x="251" y="426"/>
                      <a:pt x="260" y="413"/>
                      <a:pt x="262" y="413"/>
                    </a:cubicBezTo>
                    <a:cubicBezTo>
                      <a:pt x="262" y="413"/>
                      <a:pt x="262" y="413"/>
                      <a:pt x="262" y="413"/>
                    </a:cubicBezTo>
                    <a:cubicBezTo>
                      <a:pt x="265" y="407"/>
                      <a:pt x="269" y="402"/>
                      <a:pt x="273" y="397"/>
                    </a:cubicBezTo>
                    <a:lnTo>
                      <a:pt x="273" y="397"/>
                    </a:lnTo>
                    <a:lnTo>
                      <a:pt x="269" y="406"/>
                    </a:lnTo>
                    <a:lnTo>
                      <a:pt x="258" y="422"/>
                    </a:lnTo>
                    <a:cubicBezTo>
                      <a:pt x="259" y="422"/>
                      <a:pt x="259" y="423"/>
                      <a:pt x="260" y="423"/>
                    </a:cubicBezTo>
                    <a:cubicBezTo>
                      <a:pt x="261" y="423"/>
                      <a:pt x="262" y="421"/>
                      <a:pt x="265" y="415"/>
                    </a:cubicBezTo>
                    <a:lnTo>
                      <a:pt x="265" y="415"/>
                    </a:lnTo>
                    <a:cubicBezTo>
                      <a:pt x="262" y="424"/>
                      <a:pt x="263" y="425"/>
                      <a:pt x="265" y="426"/>
                    </a:cubicBezTo>
                    <a:cubicBezTo>
                      <a:pt x="266" y="427"/>
                      <a:pt x="267" y="427"/>
                      <a:pt x="268" y="427"/>
                    </a:cubicBezTo>
                    <a:cubicBezTo>
                      <a:pt x="269" y="427"/>
                      <a:pt x="271" y="426"/>
                      <a:pt x="274" y="421"/>
                    </a:cubicBezTo>
                    <a:lnTo>
                      <a:pt x="274" y="421"/>
                    </a:lnTo>
                    <a:cubicBezTo>
                      <a:pt x="271" y="431"/>
                      <a:pt x="271" y="436"/>
                      <a:pt x="274" y="436"/>
                    </a:cubicBezTo>
                    <a:cubicBezTo>
                      <a:pt x="276" y="436"/>
                      <a:pt x="280" y="432"/>
                      <a:pt x="283" y="424"/>
                    </a:cubicBezTo>
                    <a:cubicBezTo>
                      <a:pt x="285" y="420"/>
                      <a:pt x="286" y="418"/>
                      <a:pt x="286" y="418"/>
                    </a:cubicBezTo>
                    <a:lnTo>
                      <a:pt x="286" y="418"/>
                    </a:lnTo>
                    <a:cubicBezTo>
                      <a:pt x="286" y="418"/>
                      <a:pt x="286" y="421"/>
                      <a:pt x="285" y="425"/>
                    </a:cubicBezTo>
                    <a:cubicBezTo>
                      <a:pt x="284" y="430"/>
                      <a:pt x="284" y="432"/>
                      <a:pt x="284" y="432"/>
                    </a:cubicBezTo>
                    <a:cubicBezTo>
                      <a:pt x="284" y="432"/>
                      <a:pt x="285" y="430"/>
                      <a:pt x="287" y="426"/>
                    </a:cubicBezTo>
                    <a:cubicBezTo>
                      <a:pt x="288" y="424"/>
                      <a:pt x="288" y="423"/>
                      <a:pt x="289" y="423"/>
                    </a:cubicBezTo>
                    <a:lnTo>
                      <a:pt x="289" y="423"/>
                    </a:lnTo>
                    <a:cubicBezTo>
                      <a:pt x="290" y="423"/>
                      <a:pt x="288" y="430"/>
                      <a:pt x="288" y="437"/>
                    </a:cubicBezTo>
                    <a:cubicBezTo>
                      <a:pt x="285" y="448"/>
                      <a:pt x="284" y="452"/>
                      <a:pt x="285" y="452"/>
                    </a:cubicBezTo>
                    <a:cubicBezTo>
                      <a:pt x="286" y="452"/>
                      <a:pt x="287" y="450"/>
                      <a:pt x="289" y="447"/>
                    </a:cubicBezTo>
                    <a:cubicBezTo>
                      <a:pt x="292" y="441"/>
                      <a:pt x="294" y="439"/>
                      <a:pt x="295" y="439"/>
                    </a:cubicBezTo>
                    <a:cubicBezTo>
                      <a:pt x="296" y="439"/>
                      <a:pt x="296" y="440"/>
                      <a:pt x="297" y="440"/>
                    </a:cubicBezTo>
                    <a:cubicBezTo>
                      <a:pt x="300" y="434"/>
                      <a:pt x="302" y="429"/>
                      <a:pt x="303" y="422"/>
                    </a:cubicBezTo>
                    <a:cubicBezTo>
                      <a:pt x="304" y="413"/>
                      <a:pt x="308" y="404"/>
                      <a:pt x="308" y="404"/>
                    </a:cubicBezTo>
                    <a:cubicBezTo>
                      <a:pt x="309" y="401"/>
                      <a:pt x="309" y="400"/>
                      <a:pt x="310" y="400"/>
                    </a:cubicBezTo>
                    <a:lnTo>
                      <a:pt x="310" y="400"/>
                    </a:lnTo>
                    <a:cubicBezTo>
                      <a:pt x="310" y="400"/>
                      <a:pt x="309" y="404"/>
                      <a:pt x="309" y="404"/>
                    </a:cubicBezTo>
                    <a:cubicBezTo>
                      <a:pt x="306" y="410"/>
                      <a:pt x="304" y="416"/>
                      <a:pt x="306" y="423"/>
                    </a:cubicBezTo>
                    <a:cubicBezTo>
                      <a:pt x="304" y="432"/>
                      <a:pt x="307" y="432"/>
                      <a:pt x="308" y="433"/>
                    </a:cubicBezTo>
                    <a:lnTo>
                      <a:pt x="312" y="433"/>
                    </a:lnTo>
                    <a:cubicBezTo>
                      <a:pt x="313" y="438"/>
                      <a:pt x="314" y="441"/>
                      <a:pt x="315" y="441"/>
                    </a:cubicBezTo>
                    <a:cubicBezTo>
                      <a:pt x="316" y="441"/>
                      <a:pt x="316" y="439"/>
                      <a:pt x="317" y="434"/>
                    </a:cubicBezTo>
                    <a:cubicBezTo>
                      <a:pt x="318" y="426"/>
                      <a:pt x="317" y="430"/>
                      <a:pt x="318" y="425"/>
                    </a:cubicBezTo>
                    <a:lnTo>
                      <a:pt x="318" y="425"/>
                    </a:lnTo>
                    <a:cubicBezTo>
                      <a:pt x="317" y="435"/>
                      <a:pt x="321" y="440"/>
                      <a:pt x="325" y="440"/>
                    </a:cubicBezTo>
                    <a:cubicBezTo>
                      <a:pt x="328" y="440"/>
                      <a:pt x="331" y="436"/>
                      <a:pt x="331" y="426"/>
                    </a:cubicBezTo>
                    <a:cubicBezTo>
                      <a:pt x="331" y="432"/>
                      <a:pt x="331" y="431"/>
                      <a:pt x="331" y="435"/>
                    </a:cubicBezTo>
                    <a:cubicBezTo>
                      <a:pt x="332" y="445"/>
                      <a:pt x="334" y="445"/>
                      <a:pt x="336" y="445"/>
                    </a:cubicBezTo>
                    <a:cubicBezTo>
                      <a:pt x="337" y="445"/>
                      <a:pt x="341" y="435"/>
                      <a:pt x="345" y="435"/>
                    </a:cubicBezTo>
                    <a:cubicBezTo>
                      <a:pt x="349" y="435"/>
                      <a:pt x="354" y="434"/>
                      <a:pt x="352" y="425"/>
                    </a:cubicBezTo>
                    <a:cubicBezTo>
                      <a:pt x="353" y="425"/>
                      <a:pt x="353" y="425"/>
                      <a:pt x="355" y="434"/>
                    </a:cubicBezTo>
                    <a:cubicBezTo>
                      <a:pt x="355" y="443"/>
                      <a:pt x="356" y="443"/>
                      <a:pt x="357" y="443"/>
                    </a:cubicBezTo>
                    <a:cubicBezTo>
                      <a:pt x="357" y="443"/>
                      <a:pt x="357" y="443"/>
                      <a:pt x="357" y="443"/>
                    </a:cubicBezTo>
                    <a:cubicBezTo>
                      <a:pt x="358" y="438"/>
                      <a:pt x="357" y="431"/>
                      <a:pt x="355" y="425"/>
                    </a:cubicBezTo>
                    <a:cubicBezTo>
                      <a:pt x="354" y="420"/>
                      <a:pt x="354" y="418"/>
                      <a:pt x="354" y="418"/>
                    </a:cubicBezTo>
                    <a:lnTo>
                      <a:pt x="354" y="418"/>
                    </a:lnTo>
                    <a:cubicBezTo>
                      <a:pt x="355" y="418"/>
                      <a:pt x="356" y="420"/>
                      <a:pt x="358" y="424"/>
                    </a:cubicBezTo>
                    <a:cubicBezTo>
                      <a:pt x="360" y="428"/>
                      <a:pt x="362" y="430"/>
                      <a:pt x="364" y="430"/>
                    </a:cubicBezTo>
                    <a:cubicBezTo>
                      <a:pt x="366" y="430"/>
                      <a:pt x="367" y="428"/>
                      <a:pt x="367" y="423"/>
                    </a:cubicBezTo>
                    <a:cubicBezTo>
                      <a:pt x="367" y="423"/>
                      <a:pt x="368" y="423"/>
                      <a:pt x="368" y="423"/>
                    </a:cubicBezTo>
                    <a:cubicBezTo>
                      <a:pt x="369" y="423"/>
                      <a:pt x="370" y="424"/>
                      <a:pt x="372" y="431"/>
                    </a:cubicBezTo>
                    <a:cubicBezTo>
                      <a:pt x="374" y="436"/>
                      <a:pt x="377" y="441"/>
                      <a:pt x="379" y="441"/>
                    </a:cubicBezTo>
                    <a:cubicBezTo>
                      <a:pt x="380" y="441"/>
                      <a:pt x="380" y="438"/>
                      <a:pt x="378" y="430"/>
                    </a:cubicBezTo>
                    <a:cubicBezTo>
                      <a:pt x="380" y="430"/>
                      <a:pt x="380" y="430"/>
                      <a:pt x="382" y="439"/>
                    </a:cubicBezTo>
                    <a:cubicBezTo>
                      <a:pt x="384" y="443"/>
                      <a:pt x="387" y="448"/>
                      <a:pt x="387" y="448"/>
                    </a:cubicBezTo>
                    <a:cubicBezTo>
                      <a:pt x="388" y="448"/>
                      <a:pt x="387" y="445"/>
                      <a:pt x="385" y="438"/>
                    </a:cubicBezTo>
                    <a:cubicBezTo>
                      <a:pt x="385" y="433"/>
                      <a:pt x="385" y="430"/>
                      <a:pt x="387" y="430"/>
                    </a:cubicBezTo>
                    <a:cubicBezTo>
                      <a:pt x="388" y="430"/>
                      <a:pt x="390" y="432"/>
                      <a:pt x="393" y="435"/>
                    </a:cubicBezTo>
                    <a:cubicBezTo>
                      <a:pt x="394" y="434"/>
                      <a:pt x="395" y="434"/>
                      <a:pt x="392" y="425"/>
                    </a:cubicBezTo>
                    <a:cubicBezTo>
                      <a:pt x="390" y="421"/>
                      <a:pt x="390" y="422"/>
                      <a:pt x="388" y="417"/>
                    </a:cubicBezTo>
                    <a:lnTo>
                      <a:pt x="388" y="417"/>
                    </a:lnTo>
                    <a:cubicBezTo>
                      <a:pt x="392" y="426"/>
                      <a:pt x="395" y="430"/>
                      <a:pt x="395" y="430"/>
                    </a:cubicBezTo>
                    <a:cubicBezTo>
                      <a:pt x="395" y="430"/>
                      <a:pt x="394" y="425"/>
                      <a:pt x="390" y="416"/>
                    </a:cubicBezTo>
                    <a:cubicBezTo>
                      <a:pt x="388" y="412"/>
                      <a:pt x="387" y="409"/>
                      <a:pt x="388" y="409"/>
                    </a:cubicBezTo>
                    <a:lnTo>
                      <a:pt x="388" y="409"/>
                    </a:lnTo>
                    <a:cubicBezTo>
                      <a:pt x="388" y="409"/>
                      <a:pt x="389" y="411"/>
                      <a:pt x="391" y="415"/>
                    </a:cubicBezTo>
                    <a:cubicBezTo>
                      <a:pt x="395" y="422"/>
                      <a:pt x="397" y="423"/>
                      <a:pt x="397" y="423"/>
                    </a:cubicBezTo>
                    <a:cubicBezTo>
                      <a:pt x="397" y="423"/>
                      <a:pt x="397" y="423"/>
                      <a:pt x="397" y="423"/>
                    </a:cubicBezTo>
                    <a:cubicBezTo>
                      <a:pt x="399" y="423"/>
                      <a:pt x="400" y="413"/>
                      <a:pt x="405" y="410"/>
                    </a:cubicBezTo>
                    <a:cubicBezTo>
                      <a:pt x="413" y="405"/>
                      <a:pt x="417" y="404"/>
                      <a:pt x="411" y="396"/>
                    </a:cubicBezTo>
                    <a:cubicBezTo>
                      <a:pt x="408" y="392"/>
                      <a:pt x="407" y="389"/>
                      <a:pt x="407" y="389"/>
                    </a:cubicBezTo>
                    <a:lnTo>
                      <a:pt x="407" y="389"/>
                    </a:lnTo>
                    <a:cubicBezTo>
                      <a:pt x="407" y="389"/>
                      <a:pt x="409" y="391"/>
                      <a:pt x="412" y="395"/>
                    </a:cubicBezTo>
                    <a:cubicBezTo>
                      <a:pt x="417" y="400"/>
                      <a:pt x="419" y="401"/>
                      <a:pt x="420" y="401"/>
                    </a:cubicBezTo>
                    <a:cubicBezTo>
                      <a:pt x="420" y="401"/>
                      <a:pt x="421" y="401"/>
                      <a:pt x="421" y="401"/>
                    </a:cubicBezTo>
                    <a:cubicBezTo>
                      <a:pt x="421" y="400"/>
                      <a:pt x="422" y="400"/>
                      <a:pt x="422" y="400"/>
                    </a:cubicBezTo>
                    <a:cubicBezTo>
                      <a:pt x="423" y="400"/>
                      <a:pt x="425" y="401"/>
                      <a:pt x="429" y="406"/>
                    </a:cubicBezTo>
                    <a:cubicBezTo>
                      <a:pt x="423" y="398"/>
                      <a:pt x="423" y="398"/>
                      <a:pt x="424" y="398"/>
                    </a:cubicBezTo>
                    <a:cubicBezTo>
                      <a:pt x="427" y="401"/>
                      <a:pt x="429" y="403"/>
                      <a:pt x="430" y="403"/>
                    </a:cubicBezTo>
                    <a:cubicBezTo>
                      <a:pt x="431" y="403"/>
                      <a:pt x="430" y="401"/>
                      <a:pt x="427" y="396"/>
                    </a:cubicBezTo>
                    <a:cubicBezTo>
                      <a:pt x="421" y="389"/>
                      <a:pt x="418" y="385"/>
                      <a:pt x="418" y="385"/>
                    </a:cubicBezTo>
                    <a:lnTo>
                      <a:pt x="418" y="385"/>
                    </a:lnTo>
                    <a:cubicBezTo>
                      <a:pt x="418" y="385"/>
                      <a:pt x="422" y="389"/>
                      <a:pt x="428" y="396"/>
                    </a:cubicBezTo>
                    <a:cubicBezTo>
                      <a:pt x="432" y="401"/>
                      <a:pt x="437" y="404"/>
                      <a:pt x="438" y="404"/>
                    </a:cubicBezTo>
                    <a:cubicBezTo>
                      <a:pt x="439" y="404"/>
                      <a:pt x="438" y="404"/>
                      <a:pt x="436" y="402"/>
                    </a:cubicBezTo>
                    <a:cubicBezTo>
                      <a:pt x="429" y="394"/>
                      <a:pt x="431" y="393"/>
                      <a:pt x="425" y="385"/>
                    </a:cubicBezTo>
                    <a:cubicBezTo>
                      <a:pt x="426" y="385"/>
                      <a:pt x="426" y="385"/>
                      <a:pt x="426" y="385"/>
                    </a:cubicBezTo>
                    <a:cubicBezTo>
                      <a:pt x="428" y="385"/>
                      <a:pt x="429" y="386"/>
                      <a:pt x="434" y="391"/>
                    </a:cubicBezTo>
                    <a:cubicBezTo>
                      <a:pt x="436" y="392"/>
                      <a:pt x="437" y="393"/>
                      <a:pt x="438" y="393"/>
                    </a:cubicBezTo>
                    <a:cubicBezTo>
                      <a:pt x="440" y="393"/>
                      <a:pt x="438" y="385"/>
                      <a:pt x="433" y="379"/>
                    </a:cubicBezTo>
                    <a:cubicBezTo>
                      <a:pt x="429" y="376"/>
                      <a:pt x="427" y="374"/>
                      <a:pt x="428" y="374"/>
                    </a:cubicBezTo>
                    <a:lnTo>
                      <a:pt x="428" y="374"/>
                    </a:lnTo>
                    <a:cubicBezTo>
                      <a:pt x="428" y="374"/>
                      <a:pt x="430" y="375"/>
                      <a:pt x="433" y="378"/>
                    </a:cubicBezTo>
                    <a:cubicBezTo>
                      <a:pt x="438" y="382"/>
                      <a:pt x="440" y="384"/>
                      <a:pt x="441" y="384"/>
                    </a:cubicBezTo>
                    <a:cubicBezTo>
                      <a:pt x="442" y="384"/>
                      <a:pt x="442" y="383"/>
                      <a:pt x="442" y="383"/>
                    </a:cubicBezTo>
                    <a:cubicBezTo>
                      <a:pt x="440" y="381"/>
                      <a:pt x="440" y="380"/>
                      <a:pt x="440" y="380"/>
                    </a:cubicBezTo>
                    <a:lnTo>
                      <a:pt x="440" y="380"/>
                    </a:lnTo>
                    <a:cubicBezTo>
                      <a:pt x="441" y="380"/>
                      <a:pt x="446" y="384"/>
                      <a:pt x="450" y="388"/>
                    </a:cubicBezTo>
                    <a:cubicBezTo>
                      <a:pt x="454" y="393"/>
                      <a:pt x="456" y="394"/>
                      <a:pt x="458" y="394"/>
                    </a:cubicBezTo>
                    <a:cubicBezTo>
                      <a:pt x="458" y="394"/>
                      <a:pt x="459" y="394"/>
                      <a:pt x="459" y="393"/>
                    </a:cubicBezTo>
                    <a:cubicBezTo>
                      <a:pt x="453" y="386"/>
                      <a:pt x="457" y="382"/>
                      <a:pt x="459" y="379"/>
                    </a:cubicBezTo>
                    <a:cubicBezTo>
                      <a:pt x="464" y="375"/>
                      <a:pt x="456" y="368"/>
                      <a:pt x="441" y="356"/>
                    </a:cubicBezTo>
                    <a:lnTo>
                      <a:pt x="425" y="345"/>
                    </a:lnTo>
                    <a:lnTo>
                      <a:pt x="442" y="355"/>
                    </a:lnTo>
                    <a:cubicBezTo>
                      <a:pt x="450" y="360"/>
                      <a:pt x="467" y="369"/>
                      <a:pt x="467" y="369"/>
                    </a:cubicBezTo>
                    <a:cubicBezTo>
                      <a:pt x="467" y="368"/>
                      <a:pt x="459" y="364"/>
                      <a:pt x="451" y="358"/>
                    </a:cubicBezTo>
                    <a:cubicBezTo>
                      <a:pt x="446" y="355"/>
                      <a:pt x="445" y="354"/>
                      <a:pt x="446" y="354"/>
                    </a:cubicBezTo>
                    <a:lnTo>
                      <a:pt x="446" y="354"/>
                    </a:lnTo>
                    <a:cubicBezTo>
                      <a:pt x="447" y="354"/>
                      <a:pt x="450" y="355"/>
                      <a:pt x="453" y="356"/>
                    </a:cubicBezTo>
                    <a:cubicBezTo>
                      <a:pt x="456" y="357"/>
                      <a:pt x="459" y="357"/>
                      <a:pt x="460" y="357"/>
                    </a:cubicBezTo>
                    <a:cubicBezTo>
                      <a:pt x="462" y="357"/>
                      <a:pt x="461" y="355"/>
                      <a:pt x="456" y="352"/>
                    </a:cubicBezTo>
                    <a:cubicBezTo>
                      <a:pt x="456" y="352"/>
                      <a:pt x="457" y="351"/>
                      <a:pt x="458" y="351"/>
                    </a:cubicBezTo>
                    <a:cubicBezTo>
                      <a:pt x="459" y="351"/>
                      <a:pt x="461" y="352"/>
                      <a:pt x="466" y="354"/>
                    </a:cubicBezTo>
                    <a:cubicBezTo>
                      <a:pt x="467" y="352"/>
                      <a:pt x="467" y="352"/>
                      <a:pt x="458" y="348"/>
                    </a:cubicBezTo>
                    <a:cubicBezTo>
                      <a:pt x="453" y="345"/>
                      <a:pt x="451" y="344"/>
                      <a:pt x="452" y="344"/>
                    </a:cubicBezTo>
                    <a:lnTo>
                      <a:pt x="452" y="344"/>
                    </a:lnTo>
                    <a:cubicBezTo>
                      <a:pt x="453" y="344"/>
                      <a:pt x="456" y="344"/>
                      <a:pt x="459" y="346"/>
                    </a:cubicBezTo>
                    <a:cubicBezTo>
                      <a:pt x="467" y="349"/>
                      <a:pt x="472" y="350"/>
                      <a:pt x="474" y="350"/>
                    </a:cubicBezTo>
                    <a:cubicBezTo>
                      <a:pt x="477" y="350"/>
                      <a:pt x="475" y="348"/>
                      <a:pt x="470" y="346"/>
                    </a:cubicBezTo>
                    <a:cubicBezTo>
                      <a:pt x="461" y="342"/>
                      <a:pt x="462" y="341"/>
                      <a:pt x="462" y="340"/>
                    </a:cubicBezTo>
                    <a:cubicBezTo>
                      <a:pt x="462" y="339"/>
                      <a:pt x="464" y="338"/>
                      <a:pt x="455" y="333"/>
                    </a:cubicBezTo>
                    <a:lnTo>
                      <a:pt x="456" y="331"/>
                    </a:lnTo>
                    <a:cubicBezTo>
                      <a:pt x="457" y="331"/>
                      <a:pt x="465" y="336"/>
                      <a:pt x="465" y="336"/>
                    </a:cubicBezTo>
                    <a:lnTo>
                      <a:pt x="474" y="339"/>
                    </a:lnTo>
                    <a:cubicBezTo>
                      <a:pt x="475" y="337"/>
                      <a:pt x="475" y="336"/>
                      <a:pt x="467" y="331"/>
                    </a:cubicBezTo>
                    <a:cubicBezTo>
                      <a:pt x="458" y="327"/>
                      <a:pt x="453" y="325"/>
                      <a:pt x="454" y="325"/>
                    </a:cubicBezTo>
                    <a:lnTo>
                      <a:pt x="454" y="325"/>
                    </a:lnTo>
                    <a:cubicBezTo>
                      <a:pt x="454" y="325"/>
                      <a:pt x="458" y="327"/>
                      <a:pt x="467" y="330"/>
                    </a:cubicBezTo>
                    <a:cubicBezTo>
                      <a:pt x="472" y="332"/>
                      <a:pt x="478" y="334"/>
                      <a:pt x="480" y="334"/>
                    </a:cubicBezTo>
                    <a:cubicBezTo>
                      <a:pt x="481" y="334"/>
                      <a:pt x="481" y="333"/>
                      <a:pt x="477" y="331"/>
                    </a:cubicBezTo>
                    <a:cubicBezTo>
                      <a:pt x="468" y="328"/>
                      <a:pt x="466" y="326"/>
                      <a:pt x="468" y="326"/>
                    </a:cubicBezTo>
                    <a:lnTo>
                      <a:pt x="468" y="326"/>
                    </a:lnTo>
                    <a:cubicBezTo>
                      <a:pt x="469" y="326"/>
                      <a:pt x="474" y="327"/>
                      <a:pt x="478" y="329"/>
                    </a:cubicBezTo>
                    <a:cubicBezTo>
                      <a:pt x="486" y="332"/>
                      <a:pt x="490" y="334"/>
                      <a:pt x="491" y="334"/>
                    </a:cubicBezTo>
                    <a:cubicBezTo>
                      <a:pt x="492" y="334"/>
                      <a:pt x="488" y="331"/>
                      <a:pt x="479" y="326"/>
                    </a:cubicBezTo>
                    <a:cubicBezTo>
                      <a:pt x="479" y="323"/>
                      <a:pt x="473" y="317"/>
                      <a:pt x="473" y="313"/>
                    </a:cubicBezTo>
                    <a:cubicBezTo>
                      <a:pt x="474" y="309"/>
                      <a:pt x="474" y="307"/>
                      <a:pt x="482" y="307"/>
                    </a:cubicBezTo>
                    <a:lnTo>
                      <a:pt x="482" y="307"/>
                    </a:lnTo>
                    <a:cubicBezTo>
                      <a:pt x="485" y="307"/>
                      <a:pt x="488" y="308"/>
                      <a:pt x="493" y="309"/>
                    </a:cubicBezTo>
                    <a:cubicBezTo>
                      <a:pt x="496" y="309"/>
                      <a:pt x="500" y="309"/>
                      <a:pt x="503" y="309"/>
                    </a:cubicBezTo>
                    <a:cubicBezTo>
                      <a:pt x="548" y="309"/>
                      <a:pt x="587" y="276"/>
                      <a:pt x="594" y="230"/>
                    </a:cubicBezTo>
                    <a:cubicBezTo>
                      <a:pt x="600" y="182"/>
                      <a:pt x="567" y="136"/>
                      <a:pt x="518" y="128"/>
                    </a:cubicBezTo>
                    <a:cubicBezTo>
                      <a:pt x="513" y="128"/>
                      <a:pt x="508" y="127"/>
                      <a:pt x="503" y="127"/>
                    </a:cubicBezTo>
                    <a:cubicBezTo>
                      <a:pt x="475" y="127"/>
                      <a:pt x="449" y="140"/>
                      <a:pt x="432" y="161"/>
                    </a:cubicBezTo>
                    <a:lnTo>
                      <a:pt x="432" y="161"/>
                    </a:lnTo>
                    <a:cubicBezTo>
                      <a:pt x="430" y="159"/>
                      <a:pt x="428" y="158"/>
                      <a:pt x="426" y="158"/>
                    </a:cubicBezTo>
                    <a:cubicBezTo>
                      <a:pt x="424" y="158"/>
                      <a:pt x="422" y="159"/>
                      <a:pt x="420" y="161"/>
                    </a:cubicBezTo>
                    <a:cubicBezTo>
                      <a:pt x="419" y="161"/>
                      <a:pt x="419" y="161"/>
                      <a:pt x="425" y="153"/>
                    </a:cubicBezTo>
                    <a:cubicBezTo>
                      <a:pt x="428" y="150"/>
                      <a:pt x="430" y="148"/>
                      <a:pt x="429" y="148"/>
                    </a:cubicBezTo>
                    <a:lnTo>
                      <a:pt x="429" y="148"/>
                    </a:lnTo>
                    <a:cubicBezTo>
                      <a:pt x="429" y="148"/>
                      <a:pt x="425" y="151"/>
                      <a:pt x="417" y="159"/>
                    </a:cubicBezTo>
                    <a:cubicBezTo>
                      <a:pt x="413" y="162"/>
                      <a:pt x="409" y="165"/>
                      <a:pt x="409" y="165"/>
                    </a:cubicBezTo>
                    <a:cubicBezTo>
                      <a:pt x="409" y="165"/>
                      <a:pt x="411" y="163"/>
                      <a:pt x="417" y="157"/>
                    </a:cubicBezTo>
                    <a:cubicBezTo>
                      <a:pt x="423" y="151"/>
                      <a:pt x="421" y="150"/>
                      <a:pt x="419" y="146"/>
                    </a:cubicBezTo>
                    <a:cubicBezTo>
                      <a:pt x="418" y="145"/>
                      <a:pt x="416" y="144"/>
                      <a:pt x="414" y="144"/>
                    </a:cubicBezTo>
                    <a:cubicBezTo>
                      <a:pt x="412" y="144"/>
                      <a:pt x="410" y="145"/>
                      <a:pt x="408" y="149"/>
                    </a:cubicBezTo>
                    <a:cubicBezTo>
                      <a:pt x="404" y="151"/>
                      <a:pt x="402" y="153"/>
                      <a:pt x="402" y="153"/>
                    </a:cubicBezTo>
                    <a:cubicBezTo>
                      <a:pt x="401" y="153"/>
                      <a:pt x="403" y="151"/>
                      <a:pt x="406" y="147"/>
                    </a:cubicBezTo>
                    <a:cubicBezTo>
                      <a:pt x="415" y="138"/>
                      <a:pt x="418" y="129"/>
                      <a:pt x="415" y="129"/>
                    </a:cubicBezTo>
                    <a:lnTo>
                      <a:pt x="415" y="129"/>
                    </a:lnTo>
                    <a:cubicBezTo>
                      <a:pt x="413" y="129"/>
                      <a:pt x="411" y="131"/>
                      <a:pt x="406" y="135"/>
                    </a:cubicBezTo>
                    <a:cubicBezTo>
                      <a:pt x="405" y="135"/>
                      <a:pt x="404" y="134"/>
                      <a:pt x="410" y="126"/>
                    </a:cubicBezTo>
                    <a:cubicBezTo>
                      <a:pt x="409" y="126"/>
                      <a:pt x="409" y="126"/>
                      <a:pt x="409" y="126"/>
                    </a:cubicBezTo>
                    <a:cubicBezTo>
                      <a:pt x="407" y="126"/>
                      <a:pt x="405" y="127"/>
                      <a:pt x="400" y="131"/>
                    </a:cubicBezTo>
                    <a:cubicBezTo>
                      <a:pt x="399" y="129"/>
                      <a:pt x="396" y="128"/>
                      <a:pt x="394" y="127"/>
                    </a:cubicBezTo>
                    <a:cubicBezTo>
                      <a:pt x="394" y="127"/>
                      <a:pt x="394" y="127"/>
                      <a:pt x="394" y="127"/>
                    </a:cubicBezTo>
                    <a:cubicBezTo>
                      <a:pt x="391" y="127"/>
                      <a:pt x="386" y="133"/>
                      <a:pt x="386" y="133"/>
                    </a:cubicBezTo>
                    <a:lnTo>
                      <a:pt x="385" y="133"/>
                    </a:lnTo>
                    <a:cubicBezTo>
                      <a:pt x="390" y="124"/>
                      <a:pt x="385" y="122"/>
                      <a:pt x="377" y="118"/>
                    </a:cubicBezTo>
                    <a:cubicBezTo>
                      <a:pt x="371" y="115"/>
                      <a:pt x="365" y="114"/>
                      <a:pt x="366" y="104"/>
                    </a:cubicBezTo>
                    <a:lnTo>
                      <a:pt x="366" y="104"/>
                    </a:lnTo>
                    <a:cubicBezTo>
                      <a:pt x="366" y="104"/>
                      <a:pt x="364" y="104"/>
                      <a:pt x="362" y="113"/>
                    </a:cubicBezTo>
                    <a:cubicBezTo>
                      <a:pt x="359" y="123"/>
                      <a:pt x="357" y="128"/>
                      <a:pt x="357" y="128"/>
                    </a:cubicBezTo>
                    <a:cubicBezTo>
                      <a:pt x="357" y="128"/>
                      <a:pt x="357" y="125"/>
                      <a:pt x="357" y="122"/>
                    </a:cubicBezTo>
                    <a:cubicBezTo>
                      <a:pt x="358" y="112"/>
                      <a:pt x="357" y="107"/>
                      <a:pt x="356" y="107"/>
                    </a:cubicBezTo>
                    <a:cubicBezTo>
                      <a:pt x="354" y="107"/>
                      <a:pt x="352" y="111"/>
                      <a:pt x="350" y="120"/>
                    </a:cubicBezTo>
                    <a:lnTo>
                      <a:pt x="352" y="110"/>
                    </a:lnTo>
                    <a:cubicBezTo>
                      <a:pt x="352" y="103"/>
                      <a:pt x="352" y="100"/>
                      <a:pt x="351" y="100"/>
                    </a:cubicBezTo>
                    <a:cubicBezTo>
                      <a:pt x="349" y="100"/>
                      <a:pt x="347" y="108"/>
                      <a:pt x="346" y="119"/>
                    </a:cubicBezTo>
                    <a:cubicBezTo>
                      <a:pt x="346" y="112"/>
                      <a:pt x="345" y="106"/>
                      <a:pt x="345" y="106"/>
                    </a:cubicBezTo>
                    <a:cubicBezTo>
                      <a:pt x="344" y="106"/>
                      <a:pt x="344" y="107"/>
                      <a:pt x="344" y="109"/>
                    </a:cubicBezTo>
                    <a:cubicBezTo>
                      <a:pt x="343" y="109"/>
                      <a:pt x="343" y="109"/>
                      <a:pt x="343" y="90"/>
                    </a:cubicBezTo>
                    <a:cubicBezTo>
                      <a:pt x="344" y="81"/>
                      <a:pt x="344" y="71"/>
                      <a:pt x="343" y="7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3" name="Google Shape;9063;p33"/>
              <p:cNvSpPr/>
              <p:nvPr/>
            </p:nvSpPr>
            <p:spPr>
              <a:xfrm>
                <a:off x="8844640" y="3302704"/>
                <a:ext cx="65509" cy="60139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72" extrusionOk="0">
                    <a:moveTo>
                      <a:pt x="406" y="0"/>
                    </a:moveTo>
                    <a:lnTo>
                      <a:pt x="404" y="1"/>
                    </a:lnTo>
                    <a:cubicBezTo>
                      <a:pt x="400" y="1"/>
                      <a:pt x="402" y="10"/>
                      <a:pt x="403" y="20"/>
                    </a:cubicBezTo>
                    <a:lnTo>
                      <a:pt x="405" y="19"/>
                    </a:lnTo>
                    <a:cubicBezTo>
                      <a:pt x="406" y="14"/>
                      <a:pt x="407" y="7"/>
                      <a:pt x="406" y="0"/>
                    </a:cubicBezTo>
                    <a:close/>
                    <a:moveTo>
                      <a:pt x="415" y="141"/>
                    </a:moveTo>
                    <a:lnTo>
                      <a:pt x="417" y="151"/>
                    </a:lnTo>
                    <a:cubicBezTo>
                      <a:pt x="418" y="160"/>
                      <a:pt x="417" y="160"/>
                      <a:pt x="415" y="160"/>
                    </a:cubicBezTo>
                    <a:cubicBezTo>
                      <a:pt x="414" y="160"/>
                      <a:pt x="414" y="160"/>
                      <a:pt x="413" y="151"/>
                    </a:cubicBezTo>
                    <a:cubicBezTo>
                      <a:pt x="413" y="151"/>
                      <a:pt x="413" y="141"/>
                      <a:pt x="415" y="141"/>
                    </a:cubicBezTo>
                    <a:close/>
                    <a:moveTo>
                      <a:pt x="387" y="125"/>
                    </a:moveTo>
                    <a:lnTo>
                      <a:pt x="387" y="125"/>
                    </a:lnTo>
                    <a:cubicBezTo>
                      <a:pt x="389" y="125"/>
                      <a:pt x="394" y="134"/>
                      <a:pt x="395" y="143"/>
                    </a:cubicBezTo>
                    <a:cubicBezTo>
                      <a:pt x="400" y="162"/>
                      <a:pt x="400" y="162"/>
                      <a:pt x="397" y="162"/>
                    </a:cubicBezTo>
                    <a:cubicBezTo>
                      <a:pt x="397" y="162"/>
                      <a:pt x="396" y="162"/>
                      <a:pt x="396" y="162"/>
                    </a:cubicBezTo>
                    <a:cubicBezTo>
                      <a:pt x="394" y="162"/>
                      <a:pt x="393" y="161"/>
                      <a:pt x="391" y="153"/>
                    </a:cubicBezTo>
                    <a:lnTo>
                      <a:pt x="394" y="153"/>
                    </a:lnTo>
                    <a:cubicBezTo>
                      <a:pt x="394" y="155"/>
                      <a:pt x="394" y="156"/>
                      <a:pt x="394" y="156"/>
                    </a:cubicBezTo>
                    <a:cubicBezTo>
                      <a:pt x="395" y="156"/>
                      <a:pt x="394" y="149"/>
                      <a:pt x="391" y="144"/>
                    </a:cubicBezTo>
                    <a:lnTo>
                      <a:pt x="387" y="125"/>
                    </a:lnTo>
                    <a:close/>
                    <a:moveTo>
                      <a:pt x="265" y="151"/>
                    </a:moveTo>
                    <a:cubicBezTo>
                      <a:pt x="264" y="151"/>
                      <a:pt x="263" y="152"/>
                      <a:pt x="261" y="154"/>
                    </a:cubicBezTo>
                    <a:cubicBezTo>
                      <a:pt x="259" y="155"/>
                      <a:pt x="265" y="163"/>
                      <a:pt x="265" y="163"/>
                    </a:cubicBezTo>
                    <a:cubicBezTo>
                      <a:pt x="268" y="167"/>
                      <a:pt x="270" y="168"/>
                      <a:pt x="272" y="168"/>
                    </a:cubicBezTo>
                    <a:cubicBezTo>
                      <a:pt x="273" y="168"/>
                      <a:pt x="273" y="168"/>
                      <a:pt x="274" y="167"/>
                    </a:cubicBezTo>
                    <a:cubicBezTo>
                      <a:pt x="276" y="168"/>
                      <a:pt x="277" y="168"/>
                      <a:pt x="278" y="168"/>
                    </a:cubicBezTo>
                    <a:cubicBezTo>
                      <a:pt x="281" y="168"/>
                      <a:pt x="277" y="162"/>
                      <a:pt x="272" y="156"/>
                    </a:cubicBezTo>
                    <a:cubicBezTo>
                      <a:pt x="269" y="152"/>
                      <a:pt x="267" y="151"/>
                      <a:pt x="265" y="151"/>
                    </a:cubicBezTo>
                    <a:close/>
                    <a:moveTo>
                      <a:pt x="287" y="156"/>
                    </a:moveTo>
                    <a:cubicBezTo>
                      <a:pt x="293" y="163"/>
                      <a:pt x="296" y="173"/>
                      <a:pt x="294" y="174"/>
                    </a:cubicBezTo>
                    <a:cubicBezTo>
                      <a:pt x="294" y="174"/>
                      <a:pt x="294" y="174"/>
                      <a:pt x="294" y="174"/>
                    </a:cubicBezTo>
                    <a:cubicBezTo>
                      <a:pt x="292" y="174"/>
                      <a:pt x="287" y="168"/>
                      <a:pt x="284" y="158"/>
                    </a:cubicBezTo>
                    <a:lnTo>
                      <a:pt x="287" y="156"/>
                    </a:lnTo>
                    <a:close/>
                    <a:moveTo>
                      <a:pt x="462" y="153"/>
                    </a:moveTo>
                    <a:lnTo>
                      <a:pt x="462" y="153"/>
                    </a:lnTo>
                    <a:cubicBezTo>
                      <a:pt x="462" y="153"/>
                      <a:pt x="462" y="157"/>
                      <a:pt x="461" y="167"/>
                    </a:cubicBezTo>
                    <a:cubicBezTo>
                      <a:pt x="461" y="176"/>
                      <a:pt x="460" y="185"/>
                      <a:pt x="459" y="185"/>
                    </a:cubicBezTo>
                    <a:cubicBezTo>
                      <a:pt x="458" y="191"/>
                      <a:pt x="457" y="193"/>
                      <a:pt x="457" y="193"/>
                    </a:cubicBezTo>
                    <a:cubicBezTo>
                      <a:pt x="456" y="193"/>
                      <a:pt x="457" y="180"/>
                      <a:pt x="460" y="166"/>
                    </a:cubicBezTo>
                    <a:cubicBezTo>
                      <a:pt x="461" y="157"/>
                      <a:pt x="462" y="153"/>
                      <a:pt x="462" y="153"/>
                    </a:cubicBezTo>
                    <a:close/>
                    <a:moveTo>
                      <a:pt x="399" y="200"/>
                    </a:moveTo>
                    <a:cubicBezTo>
                      <a:pt x="402" y="209"/>
                      <a:pt x="402" y="209"/>
                      <a:pt x="403" y="209"/>
                    </a:cubicBezTo>
                    <a:lnTo>
                      <a:pt x="404" y="208"/>
                    </a:lnTo>
                    <a:lnTo>
                      <a:pt x="400" y="200"/>
                    </a:lnTo>
                    <a:close/>
                    <a:moveTo>
                      <a:pt x="260" y="252"/>
                    </a:moveTo>
                    <a:lnTo>
                      <a:pt x="269" y="256"/>
                    </a:lnTo>
                    <a:cubicBezTo>
                      <a:pt x="277" y="260"/>
                      <a:pt x="276" y="261"/>
                      <a:pt x="275" y="262"/>
                    </a:cubicBezTo>
                    <a:lnTo>
                      <a:pt x="267" y="258"/>
                    </a:lnTo>
                    <a:lnTo>
                      <a:pt x="260" y="252"/>
                    </a:lnTo>
                    <a:close/>
                    <a:moveTo>
                      <a:pt x="226" y="237"/>
                    </a:moveTo>
                    <a:lnTo>
                      <a:pt x="240" y="249"/>
                    </a:lnTo>
                    <a:cubicBezTo>
                      <a:pt x="254" y="259"/>
                      <a:pt x="260" y="263"/>
                      <a:pt x="259" y="263"/>
                    </a:cubicBezTo>
                    <a:cubicBezTo>
                      <a:pt x="258" y="263"/>
                      <a:pt x="254" y="261"/>
                      <a:pt x="247" y="257"/>
                    </a:cubicBezTo>
                    <a:cubicBezTo>
                      <a:pt x="238" y="253"/>
                      <a:pt x="230" y="248"/>
                      <a:pt x="223" y="240"/>
                    </a:cubicBezTo>
                    <a:cubicBezTo>
                      <a:pt x="225" y="239"/>
                      <a:pt x="226" y="237"/>
                      <a:pt x="226" y="237"/>
                    </a:cubicBezTo>
                    <a:close/>
                    <a:moveTo>
                      <a:pt x="637" y="274"/>
                    </a:moveTo>
                    <a:cubicBezTo>
                      <a:pt x="638" y="274"/>
                      <a:pt x="638" y="274"/>
                      <a:pt x="638" y="275"/>
                    </a:cubicBezTo>
                    <a:cubicBezTo>
                      <a:pt x="630" y="279"/>
                      <a:pt x="621" y="284"/>
                      <a:pt x="612" y="285"/>
                    </a:cubicBezTo>
                    <a:cubicBezTo>
                      <a:pt x="612" y="284"/>
                      <a:pt x="612" y="284"/>
                      <a:pt x="620" y="279"/>
                    </a:cubicBezTo>
                    <a:cubicBezTo>
                      <a:pt x="627" y="277"/>
                      <a:pt x="634" y="274"/>
                      <a:pt x="637" y="274"/>
                    </a:cubicBezTo>
                    <a:close/>
                    <a:moveTo>
                      <a:pt x="209" y="297"/>
                    </a:moveTo>
                    <a:cubicBezTo>
                      <a:pt x="216" y="299"/>
                      <a:pt x="221" y="302"/>
                      <a:pt x="227" y="305"/>
                    </a:cubicBezTo>
                    <a:lnTo>
                      <a:pt x="226" y="306"/>
                    </a:lnTo>
                    <a:cubicBezTo>
                      <a:pt x="217" y="304"/>
                      <a:pt x="208" y="302"/>
                      <a:pt x="209" y="299"/>
                    </a:cubicBezTo>
                    <a:lnTo>
                      <a:pt x="209" y="297"/>
                    </a:lnTo>
                    <a:close/>
                    <a:moveTo>
                      <a:pt x="240" y="291"/>
                    </a:moveTo>
                    <a:cubicBezTo>
                      <a:pt x="242" y="291"/>
                      <a:pt x="251" y="296"/>
                      <a:pt x="266" y="303"/>
                    </a:cubicBezTo>
                    <a:cubicBezTo>
                      <a:pt x="270" y="305"/>
                      <a:pt x="272" y="307"/>
                      <a:pt x="272" y="307"/>
                    </a:cubicBezTo>
                    <a:cubicBezTo>
                      <a:pt x="271" y="307"/>
                      <a:pt x="266" y="305"/>
                      <a:pt x="257" y="302"/>
                    </a:cubicBezTo>
                    <a:lnTo>
                      <a:pt x="240" y="292"/>
                    </a:lnTo>
                    <a:cubicBezTo>
                      <a:pt x="240" y="291"/>
                      <a:pt x="240" y="291"/>
                      <a:pt x="240" y="291"/>
                    </a:cubicBezTo>
                    <a:close/>
                    <a:moveTo>
                      <a:pt x="681" y="322"/>
                    </a:moveTo>
                    <a:cubicBezTo>
                      <a:pt x="681" y="322"/>
                      <a:pt x="691" y="322"/>
                      <a:pt x="682" y="323"/>
                    </a:cubicBezTo>
                    <a:lnTo>
                      <a:pt x="673" y="325"/>
                    </a:lnTo>
                    <a:cubicBezTo>
                      <a:pt x="663" y="325"/>
                      <a:pt x="653" y="325"/>
                      <a:pt x="663" y="323"/>
                    </a:cubicBezTo>
                    <a:cubicBezTo>
                      <a:pt x="668" y="322"/>
                      <a:pt x="675" y="322"/>
                      <a:pt x="681" y="322"/>
                    </a:cubicBezTo>
                    <a:close/>
                    <a:moveTo>
                      <a:pt x="178" y="332"/>
                    </a:moveTo>
                    <a:cubicBezTo>
                      <a:pt x="178" y="332"/>
                      <a:pt x="179" y="332"/>
                      <a:pt x="181" y="332"/>
                    </a:cubicBezTo>
                    <a:cubicBezTo>
                      <a:pt x="181" y="332"/>
                      <a:pt x="181" y="332"/>
                      <a:pt x="181" y="332"/>
                    </a:cubicBezTo>
                    <a:cubicBezTo>
                      <a:pt x="183" y="332"/>
                      <a:pt x="190" y="336"/>
                      <a:pt x="190" y="338"/>
                    </a:cubicBezTo>
                    <a:lnTo>
                      <a:pt x="180" y="336"/>
                    </a:lnTo>
                    <a:cubicBezTo>
                      <a:pt x="180" y="334"/>
                      <a:pt x="173" y="332"/>
                      <a:pt x="178" y="332"/>
                    </a:cubicBezTo>
                    <a:close/>
                    <a:moveTo>
                      <a:pt x="276" y="338"/>
                    </a:moveTo>
                    <a:lnTo>
                      <a:pt x="285" y="340"/>
                    </a:lnTo>
                    <a:lnTo>
                      <a:pt x="294" y="341"/>
                    </a:lnTo>
                    <a:lnTo>
                      <a:pt x="276" y="338"/>
                    </a:lnTo>
                    <a:close/>
                    <a:moveTo>
                      <a:pt x="226" y="353"/>
                    </a:moveTo>
                    <a:cubicBezTo>
                      <a:pt x="235" y="354"/>
                      <a:pt x="245" y="355"/>
                      <a:pt x="244" y="357"/>
                    </a:cubicBezTo>
                    <a:cubicBezTo>
                      <a:pt x="249" y="358"/>
                      <a:pt x="249" y="359"/>
                      <a:pt x="244" y="359"/>
                    </a:cubicBezTo>
                    <a:cubicBezTo>
                      <a:pt x="240" y="359"/>
                      <a:pt x="233" y="358"/>
                      <a:pt x="225" y="357"/>
                    </a:cubicBezTo>
                    <a:lnTo>
                      <a:pt x="226" y="353"/>
                    </a:lnTo>
                    <a:close/>
                    <a:moveTo>
                      <a:pt x="242" y="370"/>
                    </a:moveTo>
                    <a:lnTo>
                      <a:pt x="242" y="371"/>
                    </a:lnTo>
                    <a:cubicBezTo>
                      <a:pt x="241" y="373"/>
                      <a:pt x="241" y="373"/>
                      <a:pt x="232" y="373"/>
                    </a:cubicBezTo>
                    <a:lnTo>
                      <a:pt x="232" y="371"/>
                    </a:lnTo>
                    <a:lnTo>
                      <a:pt x="242" y="370"/>
                    </a:lnTo>
                    <a:close/>
                    <a:moveTo>
                      <a:pt x="269" y="387"/>
                    </a:moveTo>
                    <a:cubicBezTo>
                      <a:pt x="264" y="388"/>
                      <a:pt x="257" y="388"/>
                      <a:pt x="251" y="389"/>
                    </a:cubicBezTo>
                    <a:cubicBezTo>
                      <a:pt x="251" y="391"/>
                      <a:pt x="260" y="391"/>
                      <a:pt x="260" y="391"/>
                    </a:cubicBezTo>
                    <a:cubicBezTo>
                      <a:pt x="260" y="391"/>
                      <a:pt x="269" y="390"/>
                      <a:pt x="269" y="389"/>
                    </a:cubicBezTo>
                    <a:lnTo>
                      <a:pt x="269" y="387"/>
                    </a:lnTo>
                    <a:close/>
                    <a:moveTo>
                      <a:pt x="669" y="393"/>
                    </a:moveTo>
                    <a:cubicBezTo>
                      <a:pt x="672" y="393"/>
                      <a:pt x="674" y="394"/>
                      <a:pt x="674" y="394"/>
                    </a:cubicBezTo>
                    <a:cubicBezTo>
                      <a:pt x="674" y="394"/>
                      <a:pt x="684" y="394"/>
                      <a:pt x="683" y="396"/>
                    </a:cubicBezTo>
                    <a:cubicBezTo>
                      <a:pt x="679" y="396"/>
                      <a:pt x="675" y="396"/>
                      <a:pt x="670" y="396"/>
                    </a:cubicBezTo>
                    <a:cubicBezTo>
                      <a:pt x="668" y="396"/>
                      <a:pt x="666" y="396"/>
                      <a:pt x="664" y="396"/>
                    </a:cubicBezTo>
                    <a:lnTo>
                      <a:pt x="665" y="395"/>
                    </a:lnTo>
                    <a:cubicBezTo>
                      <a:pt x="665" y="394"/>
                      <a:pt x="667" y="393"/>
                      <a:pt x="669" y="393"/>
                    </a:cubicBezTo>
                    <a:close/>
                    <a:moveTo>
                      <a:pt x="204" y="400"/>
                    </a:moveTo>
                    <a:cubicBezTo>
                      <a:pt x="213" y="400"/>
                      <a:pt x="213" y="402"/>
                      <a:pt x="213" y="402"/>
                    </a:cubicBezTo>
                    <a:cubicBezTo>
                      <a:pt x="213" y="404"/>
                      <a:pt x="213" y="406"/>
                      <a:pt x="204" y="407"/>
                    </a:cubicBezTo>
                    <a:cubicBezTo>
                      <a:pt x="204" y="407"/>
                      <a:pt x="195" y="407"/>
                      <a:pt x="195" y="406"/>
                    </a:cubicBezTo>
                    <a:cubicBezTo>
                      <a:pt x="195" y="404"/>
                      <a:pt x="204" y="400"/>
                      <a:pt x="204" y="400"/>
                    </a:cubicBezTo>
                    <a:close/>
                    <a:moveTo>
                      <a:pt x="334" y="404"/>
                    </a:moveTo>
                    <a:cubicBezTo>
                      <a:pt x="333" y="404"/>
                      <a:pt x="331" y="405"/>
                      <a:pt x="326" y="406"/>
                    </a:cubicBezTo>
                    <a:lnTo>
                      <a:pt x="326" y="408"/>
                    </a:lnTo>
                    <a:cubicBezTo>
                      <a:pt x="335" y="407"/>
                      <a:pt x="335" y="407"/>
                      <a:pt x="335" y="406"/>
                    </a:cubicBezTo>
                    <a:cubicBezTo>
                      <a:pt x="335" y="405"/>
                      <a:pt x="335" y="404"/>
                      <a:pt x="334" y="404"/>
                    </a:cubicBezTo>
                    <a:close/>
                    <a:moveTo>
                      <a:pt x="684" y="412"/>
                    </a:moveTo>
                    <a:cubicBezTo>
                      <a:pt x="685" y="412"/>
                      <a:pt x="687" y="412"/>
                      <a:pt x="691" y="413"/>
                    </a:cubicBezTo>
                    <a:lnTo>
                      <a:pt x="691" y="415"/>
                    </a:lnTo>
                    <a:lnTo>
                      <a:pt x="681" y="416"/>
                    </a:lnTo>
                    <a:lnTo>
                      <a:pt x="681" y="416"/>
                    </a:lnTo>
                    <a:lnTo>
                      <a:pt x="682" y="414"/>
                    </a:lnTo>
                    <a:cubicBezTo>
                      <a:pt x="682" y="412"/>
                      <a:pt x="682" y="412"/>
                      <a:pt x="684" y="412"/>
                    </a:cubicBezTo>
                    <a:close/>
                    <a:moveTo>
                      <a:pt x="695" y="419"/>
                    </a:moveTo>
                    <a:cubicBezTo>
                      <a:pt x="694" y="419"/>
                      <a:pt x="694" y="420"/>
                      <a:pt x="699" y="422"/>
                    </a:cubicBezTo>
                    <a:cubicBezTo>
                      <a:pt x="699" y="420"/>
                      <a:pt x="696" y="419"/>
                      <a:pt x="695" y="419"/>
                    </a:cubicBezTo>
                    <a:close/>
                    <a:moveTo>
                      <a:pt x="680" y="431"/>
                    </a:moveTo>
                    <a:cubicBezTo>
                      <a:pt x="681" y="431"/>
                      <a:pt x="683" y="431"/>
                      <a:pt x="688" y="432"/>
                    </a:cubicBezTo>
                    <a:lnTo>
                      <a:pt x="687" y="434"/>
                    </a:lnTo>
                    <a:lnTo>
                      <a:pt x="677" y="434"/>
                    </a:lnTo>
                    <a:lnTo>
                      <a:pt x="678" y="432"/>
                    </a:lnTo>
                    <a:cubicBezTo>
                      <a:pt x="678" y="431"/>
                      <a:pt x="678" y="431"/>
                      <a:pt x="680" y="431"/>
                    </a:cubicBezTo>
                    <a:close/>
                    <a:moveTo>
                      <a:pt x="215" y="435"/>
                    </a:moveTo>
                    <a:cubicBezTo>
                      <a:pt x="216" y="435"/>
                      <a:pt x="216" y="436"/>
                      <a:pt x="217" y="437"/>
                    </a:cubicBezTo>
                    <a:cubicBezTo>
                      <a:pt x="217" y="438"/>
                      <a:pt x="208" y="441"/>
                      <a:pt x="208" y="441"/>
                    </a:cubicBezTo>
                    <a:cubicBezTo>
                      <a:pt x="206" y="441"/>
                      <a:pt x="205" y="441"/>
                      <a:pt x="204" y="441"/>
                    </a:cubicBezTo>
                    <a:cubicBezTo>
                      <a:pt x="202" y="441"/>
                      <a:pt x="208" y="438"/>
                      <a:pt x="208" y="437"/>
                    </a:cubicBezTo>
                    <a:lnTo>
                      <a:pt x="207" y="437"/>
                    </a:lnTo>
                    <a:cubicBezTo>
                      <a:pt x="211" y="436"/>
                      <a:pt x="213" y="435"/>
                      <a:pt x="215" y="435"/>
                    </a:cubicBezTo>
                    <a:close/>
                    <a:moveTo>
                      <a:pt x="608" y="438"/>
                    </a:moveTo>
                    <a:cubicBezTo>
                      <a:pt x="617" y="441"/>
                      <a:pt x="626" y="444"/>
                      <a:pt x="625" y="445"/>
                    </a:cubicBezTo>
                    <a:lnTo>
                      <a:pt x="616" y="444"/>
                    </a:lnTo>
                    <a:lnTo>
                      <a:pt x="607" y="439"/>
                    </a:lnTo>
                    <a:lnTo>
                      <a:pt x="608" y="438"/>
                    </a:lnTo>
                    <a:close/>
                    <a:moveTo>
                      <a:pt x="669" y="442"/>
                    </a:moveTo>
                    <a:cubicBezTo>
                      <a:pt x="670" y="442"/>
                      <a:pt x="672" y="442"/>
                      <a:pt x="675" y="443"/>
                    </a:cubicBezTo>
                    <a:cubicBezTo>
                      <a:pt x="684" y="445"/>
                      <a:pt x="684" y="445"/>
                      <a:pt x="684" y="446"/>
                    </a:cubicBezTo>
                    <a:cubicBezTo>
                      <a:pt x="683" y="448"/>
                      <a:pt x="683" y="449"/>
                      <a:pt x="682" y="449"/>
                    </a:cubicBezTo>
                    <a:cubicBezTo>
                      <a:pt x="681" y="449"/>
                      <a:pt x="678" y="448"/>
                      <a:pt x="674" y="446"/>
                    </a:cubicBezTo>
                    <a:cubicBezTo>
                      <a:pt x="668" y="443"/>
                      <a:pt x="666" y="442"/>
                      <a:pt x="669" y="442"/>
                    </a:cubicBezTo>
                    <a:close/>
                    <a:moveTo>
                      <a:pt x="16" y="455"/>
                    </a:moveTo>
                    <a:cubicBezTo>
                      <a:pt x="14" y="455"/>
                      <a:pt x="12" y="455"/>
                      <a:pt x="9" y="455"/>
                    </a:cubicBezTo>
                    <a:cubicBezTo>
                      <a:pt x="0" y="456"/>
                      <a:pt x="0" y="460"/>
                      <a:pt x="19" y="460"/>
                    </a:cubicBezTo>
                    <a:cubicBezTo>
                      <a:pt x="28" y="459"/>
                      <a:pt x="28" y="459"/>
                      <a:pt x="28" y="455"/>
                    </a:cubicBezTo>
                    <a:cubicBezTo>
                      <a:pt x="24" y="455"/>
                      <a:pt x="20" y="455"/>
                      <a:pt x="16" y="455"/>
                    </a:cubicBezTo>
                    <a:close/>
                    <a:moveTo>
                      <a:pt x="611" y="458"/>
                    </a:moveTo>
                    <a:cubicBezTo>
                      <a:pt x="612" y="458"/>
                      <a:pt x="614" y="459"/>
                      <a:pt x="620" y="461"/>
                    </a:cubicBezTo>
                    <a:cubicBezTo>
                      <a:pt x="620" y="461"/>
                      <a:pt x="628" y="464"/>
                      <a:pt x="628" y="465"/>
                    </a:cubicBezTo>
                    <a:lnTo>
                      <a:pt x="618" y="463"/>
                    </a:lnTo>
                    <a:cubicBezTo>
                      <a:pt x="610" y="460"/>
                      <a:pt x="610" y="459"/>
                      <a:pt x="610" y="459"/>
                    </a:cubicBezTo>
                    <a:cubicBezTo>
                      <a:pt x="610" y="458"/>
                      <a:pt x="611" y="458"/>
                      <a:pt x="611" y="458"/>
                    </a:cubicBezTo>
                    <a:close/>
                    <a:moveTo>
                      <a:pt x="247" y="459"/>
                    </a:moveTo>
                    <a:lnTo>
                      <a:pt x="247" y="459"/>
                    </a:lnTo>
                    <a:cubicBezTo>
                      <a:pt x="248" y="459"/>
                      <a:pt x="244" y="461"/>
                      <a:pt x="232" y="466"/>
                    </a:cubicBezTo>
                    <a:cubicBezTo>
                      <a:pt x="227" y="468"/>
                      <a:pt x="225" y="469"/>
                      <a:pt x="224" y="469"/>
                    </a:cubicBezTo>
                    <a:cubicBezTo>
                      <a:pt x="223" y="469"/>
                      <a:pt x="223" y="469"/>
                      <a:pt x="223" y="467"/>
                    </a:cubicBezTo>
                    <a:cubicBezTo>
                      <a:pt x="229" y="465"/>
                      <a:pt x="235" y="462"/>
                      <a:pt x="241" y="461"/>
                    </a:cubicBezTo>
                    <a:cubicBezTo>
                      <a:pt x="244" y="460"/>
                      <a:pt x="246" y="459"/>
                      <a:pt x="247" y="459"/>
                    </a:cubicBezTo>
                    <a:close/>
                    <a:moveTo>
                      <a:pt x="245" y="473"/>
                    </a:moveTo>
                    <a:lnTo>
                      <a:pt x="246" y="475"/>
                    </a:lnTo>
                    <a:cubicBezTo>
                      <a:pt x="239" y="478"/>
                      <a:pt x="232" y="481"/>
                      <a:pt x="229" y="481"/>
                    </a:cubicBezTo>
                    <a:cubicBezTo>
                      <a:pt x="228" y="481"/>
                      <a:pt x="227" y="480"/>
                      <a:pt x="227" y="480"/>
                    </a:cubicBezTo>
                    <a:lnTo>
                      <a:pt x="236" y="475"/>
                    </a:lnTo>
                    <a:lnTo>
                      <a:pt x="245" y="473"/>
                    </a:lnTo>
                    <a:close/>
                    <a:moveTo>
                      <a:pt x="448" y="138"/>
                    </a:moveTo>
                    <a:lnTo>
                      <a:pt x="448" y="155"/>
                    </a:lnTo>
                    <a:cubicBezTo>
                      <a:pt x="448" y="168"/>
                      <a:pt x="449" y="181"/>
                      <a:pt x="451" y="193"/>
                    </a:cubicBezTo>
                    <a:cubicBezTo>
                      <a:pt x="454" y="200"/>
                      <a:pt x="457" y="206"/>
                      <a:pt x="458" y="206"/>
                    </a:cubicBezTo>
                    <a:cubicBezTo>
                      <a:pt x="460" y="206"/>
                      <a:pt x="461" y="203"/>
                      <a:pt x="461" y="195"/>
                    </a:cubicBezTo>
                    <a:cubicBezTo>
                      <a:pt x="461" y="195"/>
                      <a:pt x="463" y="186"/>
                      <a:pt x="464" y="186"/>
                    </a:cubicBezTo>
                    <a:cubicBezTo>
                      <a:pt x="465" y="186"/>
                      <a:pt x="467" y="196"/>
                      <a:pt x="467" y="196"/>
                    </a:cubicBezTo>
                    <a:cubicBezTo>
                      <a:pt x="465" y="205"/>
                      <a:pt x="471" y="206"/>
                      <a:pt x="478" y="208"/>
                    </a:cubicBezTo>
                    <a:cubicBezTo>
                      <a:pt x="486" y="209"/>
                      <a:pt x="490" y="208"/>
                      <a:pt x="489" y="218"/>
                    </a:cubicBezTo>
                    <a:cubicBezTo>
                      <a:pt x="489" y="228"/>
                      <a:pt x="489" y="229"/>
                      <a:pt x="489" y="229"/>
                    </a:cubicBezTo>
                    <a:cubicBezTo>
                      <a:pt x="490" y="224"/>
                      <a:pt x="492" y="222"/>
                      <a:pt x="495" y="222"/>
                    </a:cubicBezTo>
                    <a:cubicBezTo>
                      <a:pt x="498" y="222"/>
                      <a:pt x="502" y="224"/>
                      <a:pt x="506" y="225"/>
                    </a:cubicBezTo>
                    <a:cubicBezTo>
                      <a:pt x="509" y="226"/>
                      <a:pt x="512" y="228"/>
                      <a:pt x="515" y="228"/>
                    </a:cubicBezTo>
                    <a:cubicBezTo>
                      <a:pt x="519" y="228"/>
                      <a:pt x="522" y="226"/>
                      <a:pt x="524" y="222"/>
                    </a:cubicBezTo>
                    <a:lnTo>
                      <a:pt x="526" y="223"/>
                    </a:lnTo>
                    <a:cubicBezTo>
                      <a:pt x="521" y="232"/>
                      <a:pt x="524" y="233"/>
                      <a:pt x="525" y="234"/>
                    </a:cubicBezTo>
                    <a:cubicBezTo>
                      <a:pt x="530" y="229"/>
                      <a:pt x="532" y="229"/>
                      <a:pt x="532" y="229"/>
                    </a:cubicBezTo>
                    <a:cubicBezTo>
                      <a:pt x="533" y="229"/>
                      <a:pt x="533" y="229"/>
                      <a:pt x="533" y="229"/>
                    </a:cubicBezTo>
                    <a:cubicBezTo>
                      <a:pt x="528" y="237"/>
                      <a:pt x="529" y="238"/>
                      <a:pt x="530" y="239"/>
                    </a:cubicBezTo>
                    <a:cubicBezTo>
                      <a:pt x="531" y="239"/>
                      <a:pt x="532" y="239"/>
                      <a:pt x="532" y="239"/>
                    </a:cubicBezTo>
                    <a:cubicBezTo>
                      <a:pt x="534" y="239"/>
                      <a:pt x="535" y="238"/>
                      <a:pt x="538" y="232"/>
                    </a:cubicBezTo>
                    <a:cubicBezTo>
                      <a:pt x="544" y="236"/>
                      <a:pt x="546" y="242"/>
                      <a:pt x="543" y="247"/>
                    </a:cubicBezTo>
                    <a:cubicBezTo>
                      <a:pt x="541" y="250"/>
                      <a:pt x="541" y="251"/>
                      <a:pt x="541" y="251"/>
                    </a:cubicBezTo>
                    <a:cubicBezTo>
                      <a:pt x="542" y="251"/>
                      <a:pt x="546" y="247"/>
                      <a:pt x="551" y="242"/>
                    </a:cubicBezTo>
                    <a:cubicBezTo>
                      <a:pt x="557" y="236"/>
                      <a:pt x="563" y="230"/>
                      <a:pt x="565" y="230"/>
                    </a:cubicBezTo>
                    <a:cubicBezTo>
                      <a:pt x="565" y="230"/>
                      <a:pt x="565" y="230"/>
                      <a:pt x="565" y="230"/>
                    </a:cubicBezTo>
                    <a:lnTo>
                      <a:pt x="553" y="243"/>
                    </a:lnTo>
                    <a:cubicBezTo>
                      <a:pt x="546" y="250"/>
                      <a:pt x="546" y="250"/>
                      <a:pt x="547" y="252"/>
                    </a:cubicBezTo>
                    <a:lnTo>
                      <a:pt x="548" y="253"/>
                    </a:lnTo>
                    <a:cubicBezTo>
                      <a:pt x="551" y="251"/>
                      <a:pt x="553" y="250"/>
                      <a:pt x="555" y="250"/>
                    </a:cubicBezTo>
                    <a:cubicBezTo>
                      <a:pt x="558" y="250"/>
                      <a:pt x="561" y="252"/>
                      <a:pt x="564" y="256"/>
                    </a:cubicBezTo>
                    <a:cubicBezTo>
                      <a:pt x="569" y="261"/>
                      <a:pt x="571" y="265"/>
                      <a:pt x="574" y="265"/>
                    </a:cubicBezTo>
                    <a:cubicBezTo>
                      <a:pt x="576" y="265"/>
                      <a:pt x="577" y="264"/>
                      <a:pt x="580" y="262"/>
                    </a:cubicBezTo>
                    <a:cubicBezTo>
                      <a:pt x="583" y="260"/>
                      <a:pt x="584" y="259"/>
                      <a:pt x="585" y="259"/>
                    </a:cubicBezTo>
                    <a:lnTo>
                      <a:pt x="585" y="259"/>
                    </a:lnTo>
                    <a:cubicBezTo>
                      <a:pt x="586" y="259"/>
                      <a:pt x="585" y="261"/>
                      <a:pt x="582" y="266"/>
                    </a:cubicBezTo>
                    <a:cubicBezTo>
                      <a:pt x="568" y="281"/>
                      <a:pt x="564" y="286"/>
                      <a:pt x="565" y="286"/>
                    </a:cubicBezTo>
                    <a:cubicBezTo>
                      <a:pt x="566" y="286"/>
                      <a:pt x="568" y="285"/>
                      <a:pt x="571" y="284"/>
                    </a:cubicBezTo>
                    <a:cubicBezTo>
                      <a:pt x="570" y="283"/>
                      <a:pt x="578" y="277"/>
                      <a:pt x="586" y="273"/>
                    </a:cubicBezTo>
                    <a:cubicBezTo>
                      <a:pt x="594" y="268"/>
                      <a:pt x="598" y="266"/>
                      <a:pt x="599" y="266"/>
                    </a:cubicBezTo>
                    <a:lnTo>
                      <a:pt x="599" y="266"/>
                    </a:lnTo>
                    <a:cubicBezTo>
                      <a:pt x="600" y="266"/>
                      <a:pt x="596" y="269"/>
                      <a:pt x="588" y="275"/>
                    </a:cubicBezTo>
                    <a:cubicBezTo>
                      <a:pt x="575" y="282"/>
                      <a:pt x="582" y="291"/>
                      <a:pt x="594" y="291"/>
                    </a:cubicBezTo>
                    <a:cubicBezTo>
                      <a:pt x="597" y="291"/>
                      <a:pt x="601" y="291"/>
                      <a:pt x="604" y="289"/>
                    </a:cubicBezTo>
                    <a:lnTo>
                      <a:pt x="604" y="289"/>
                    </a:lnTo>
                    <a:lnTo>
                      <a:pt x="595" y="294"/>
                    </a:lnTo>
                    <a:cubicBezTo>
                      <a:pt x="586" y="297"/>
                      <a:pt x="588" y="298"/>
                      <a:pt x="589" y="303"/>
                    </a:cubicBezTo>
                    <a:lnTo>
                      <a:pt x="591" y="306"/>
                    </a:lnTo>
                    <a:cubicBezTo>
                      <a:pt x="595" y="305"/>
                      <a:pt x="597" y="304"/>
                      <a:pt x="599" y="304"/>
                    </a:cubicBezTo>
                    <a:lnTo>
                      <a:pt x="599" y="304"/>
                    </a:lnTo>
                    <a:cubicBezTo>
                      <a:pt x="605" y="304"/>
                      <a:pt x="600" y="311"/>
                      <a:pt x="593" y="314"/>
                    </a:cubicBezTo>
                    <a:cubicBezTo>
                      <a:pt x="584" y="317"/>
                      <a:pt x="584" y="317"/>
                      <a:pt x="585" y="321"/>
                    </a:cubicBezTo>
                    <a:cubicBezTo>
                      <a:pt x="587" y="320"/>
                      <a:pt x="589" y="320"/>
                      <a:pt x="590" y="320"/>
                    </a:cubicBezTo>
                    <a:cubicBezTo>
                      <a:pt x="602" y="320"/>
                      <a:pt x="594" y="328"/>
                      <a:pt x="586" y="330"/>
                    </a:cubicBezTo>
                    <a:cubicBezTo>
                      <a:pt x="586" y="330"/>
                      <a:pt x="586" y="331"/>
                      <a:pt x="586" y="332"/>
                    </a:cubicBezTo>
                    <a:cubicBezTo>
                      <a:pt x="597" y="332"/>
                      <a:pt x="597" y="334"/>
                      <a:pt x="598" y="335"/>
                    </a:cubicBezTo>
                    <a:cubicBezTo>
                      <a:pt x="598" y="337"/>
                      <a:pt x="598" y="339"/>
                      <a:pt x="601" y="339"/>
                    </a:cubicBezTo>
                    <a:cubicBezTo>
                      <a:pt x="602" y="339"/>
                      <a:pt x="605" y="339"/>
                      <a:pt x="608" y="338"/>
                    </a:cubicBezTo>
                    <a:cubicBezTo>
                      <a:pt x="614" y="336"/>
                      <a:pt x="621" y="335"/>
                      <a:pt x="624" y="335"/>
                    </a:cubicBezTo>
                    <a:cubicBezTo>
                      <a:pt x="625" y="335"/>
                      <a:pt x="626" y="335"/>
                      <a:pt x="626" y="335"/>
                    </a:cubicBezTo>
                    <a:lnTo>
                      <a:pt x="617" y="336"/>
                    </a:lnTo>
                    <a:cubicBezTo>
                      <a:pt x="608" y="339"/>
                      <a:pt x="609" y="342"/>
                      <a:pt x="609" y="348"/>
                    </a:cubicBezTo>
                    <a:cubicBezTo>
                      <a:pt x="609" y="355"/>
                      <a:pt x="609" y="358"/>
                      <a:pt x="600" y="360"/>
                    </a:cubicBezTo>
                    <a:lnTo>
                      <a:pt x="609" y="361"/>
                    </a:lnTo>
                    <a:cubicBezTo>
                      <a:pt x="618" y="361"/>
                      <a:pt x="618" y="362"/>
                      <a:pt x="609" y="363"/>
                    </a:cubicBezTo>
                    <a:cubicBezTo>
                      <a:pt x="600" y="366"/>
                      <a:pt x="600" y="370"/>
                      <a:pt x="609" y="373"/>
                    </a:cubicBezTo>
                    <a:lnTo>
                      <a:pt x="610" y="376"/>
                    </a:lnTo>
                    <a:cubicBezTo>
                      <a:pt x="591" y="378"/>
                      <a:pt x="591" y="381"/>
                      <a:pt x="609" y="382"/>
                    </a:cubicBezTo>
                    <a:cubicBezTo>
                      <a:pt x="600" y="382"/>
                      <a:pt x="600" y="383"/>
                      <a:pt x="600" y="385"/>
                    </a:cubicBezTo>
                    <a:cubicBezTo>
                      <a:pt x="608" y="388"/>
                      <a:pt x="608" y="393"/>
                      <a:pt x="600" y="393"/>
                    </a:cubicBezTo>
                    <a:cubicBezTo>
                      <a:pt x="599" y="393"/>
                      <a:pt x="599" y="393"/>
                      <a:pt x="598" y="392"/>
                    </a:cubicBezTo>
                    <a:lnTo>
                      <a:pt x="598" y="395"/>
                    </a:lnTo>
                    <a:cubicBezTo>
                      <a:pt x="608" y="396"/>
                      <a:pt x="607" y="398"/>
                      <a:pt x="607" y="399"/>
                    </a:cubicBezTo>
                    <a:cubicBezTo>
                      <a:pt x="607" y="400"/>
                      <a:pt x="607" y="401"/>
                      <a:pt x="616" y="404"/>
                    </a:cubicBezTo>
                    <a:cubicBezTo>
                      <a:pt x="625" y="407"/>
                      <a:pt x="625" y="408"/>
                      <a:pt x="625" y="408"/>
                    </a:cubicBezTo>
                    <a:cubicBezTo>
                      <a:pt x="625" y="408"/>
                      <a:pt x="624" y="408"/>
                      <a:pt x="624" y="408"/>
                    </a:cubicBezTo>
                    <a:cubicBezTo>
                      <a:pt x="621" y="408"/>
                      <a:pt x="614" y="407"/>
                      <a:pt x="607" y="405"/>
                    </a:cubicBezTo>
                    <a:cubicBezTo>
                      <a:pt x="604" y="403"/>
                      <a:pt x="602" y="403"/>
                      <a:pt x="601" y="403"/>
                    </a:cubicBezTo>
                    <a:lnTo>
                      <a:pt x="601" y="403"/>
                    </a:lnTo>
                    <a:cubicBezTo>
                      <a:pt x="599" y="403"/>
                      <a:pt x="602" y="407"/>
                      <a:pt x="614" y="411"/>
                    </a:cubicBezTo>
                    <a:cubicBezTo>
                      <a:pt x="624" y="415"/>
                      <a:pt x="629" y="417"/>
                      <a:pt x="629" y="417"/>
                    </a:cubicBezTo>
                    <a:cubicBezTo>
                      <a:pt x="628" y="417"/>
                      <a:pt x="624" y="415"/>
                      <a:pt x="614" y="413"/>
                    </a:cubicBezTo>
                    <a:cubicBezTo>
                      <a:pt x="609" y="411"/>
                      <a:pt x="603" y="409"/>
                      <a:pt x="602" y="409"/>
                    </a:cubicBezTo>
                    <a:lnTo>
                      <a:pt x="602" y="409"/>
                    </a:lnTo>
                    <a:cubicBezTo>
                      <a:pt x="601" y="409"/>
                      <a:pt x="602" y="410"/>
                      <a:pt x="606" y="411"/>
                    </a:cubicBezTo>
                    <a:cubicBezTo>
                      <a:pt x="606" y="411"/>
                      <a:pt x="606" y="414"/>
                      <a:pt x="614" y="416"/>
                    </a:cubicBezTo>
                    <a:lnTo>
                      <a:pt x="613" y="419"/>
                    </a:lnTo>
                    <a:cubicBezTo>
                      <a:pt x="603" y="420"/>
                      <a:pt x="602" y="422"/>
                      <a:pt x="602" y="423"/>
                    </a:cubicBezTo>
                    <a:cubicBezTo>
                      <a:pt x="608" y="425"/>
                      <a:pt x="610" y="426"/>
                      <a:pt x="608" y="426"/>
                    </a:cubicBezTo>
                    <a:cubicBezTo>
                      <a:pt x="607" y="426"/>
                      <a:pt x="605" y="425"/>
                      <a:pt x="601" y="425"/>
                    </a:cubicBezTo>
                    <a:cubicBezTo>
                      <a:pt x="599" y="424"/>
                      <a:pt x="597" y="424"/>
                      <a:pt x="596" y="424"/>
                    </a:cubicBezTo>
                    <a:lnTo>
                      <a:pt x="596" y="424"/>
                    </a:lnTo>
                    <a:cubicBezTo>
                      <a:pt x="593" y="424"/>
                      <a:pt x="597" y="426"/>
                      <a:pt x="610" y="428"/>
                    </a:cubicBezTo>
                    <a:cubicBezTo>
                      <a:pt x="617" y="431"/>
                      <a:pt x="618" y="433"/>
                      <a:pt x="613" y="433"/>
                    </a:cubicBezTo>
                    <a:cubicBezTo>
                      <a:pt x="612" y="433"/>
                      <a:pt x="610" y="433"/>
                      <a:pt x="609" y="433"/>
                    </a:cubicBezTo>
                    <a:cubicBezTo>
                      <a:pt x="600" y="431"/>
                      <a:pt x="595" y="430"/>
                      <a:pt x="594" y="430"/>
                    </a:cubicBezTo>
                    <a:lnTo>
                      <a:pt x="594" y="430"/>
                    </a:lnTo>
                    <a:cubicBezTo>
                      <a:pt x="592" y="430"/>
                      <a:pt x="594" y="431"/>
                      <a:pt x="599" y="432"/>
                    </a:cubicBezTo>
                    <a:cubicBezTo>
                      <a:pt x="608" y="435"/>
                      <a:pt x="608" y="436"/>
                      <a:pt x="608" y="436"/>
                    </a:cubicBezTo>
                    <a:cubicBezTo>
                      <a:pt x="607" y="436"/>
                      <a:pt x="606" y="436"/>
                      <a:pt x="605" y="436"/>
                    </a:cubicBezTo>
                    <a:cubicBezTo>
                      <a:pt x="597" y="436"/>
                      <a:pt x="596" y="447"/>
                      <a:pt x="590" y="455"/>
                    </a:cubicBezTo>
                    <a:cubicBezTo>
                      <a:pt x="590" y="456"/>
                      <a:pt x="598" y="462"/>
                      <a:pt x="606" y="465"/>
                    </a:cubicBezTo>
                    <a:cubicBezTo>
                      <a:pt x="613" y="469"/>
                      <a:pt x="616" y="470"/>
                      <a:pt x="616" y="470"/>
                    </a:cubicBezTo>
                    <a:cubicBezTo>
                      <a:pt x="616" y="470"/>
                      <a:pt x="611" y="468"/>
                      <a:pt x="606" y="466"/>
                    </a:cubicBezTo>
                    <a:cubicBezTo>
                      <a:pt x="594" y="462"/>
                      <a:pt x="587" y="460"/>
                      <a:pt x="585" y="460"/>
                    </a:cubicBezTo>
                    <a:lnTo>
                      <a:pt x="585" y="460"/>
                    </a:lnTo>
                    <a:cubicBezTo>
                      <a:pt x="583" y="460"/>
                      <a:pt x="589" y="463"/>
                      <a:pt x="604" y="469"/>
                    </a:cubicBezTo>
                    <a:cubicBezTo>
                      <a:pt x="614" y="472"/>
                      <a:pt x="618" y="474"/>
                      <a:pt x="618" y="474"/>
                    </a:cubicBezTo>
                    <a:cubicBezTo>
                      <a:pt x="617" y="474"/>
                      <a:pt x="612" y="472"/>
                      <a:pt x="603" y="470"/>
                    </a:cubicBezTo>
                    <a:cubicBezTo>
                      <a:pt x="600" y="469"/>
                      <a:pt x="598" y="468"/>
                      <a:pt x="597" y="468"/>
                    </a:cubicBezTo>
                    <a:lnTo>
                      <a:pt x="597" y="468"/>
                    </a:lnTo>
                    <a:cubicBezTo>
                      <a:pt x="596" y="468"/>
                      <a:pt x="597" y="470"/>
                      <a:pt x="602" y="473"/>
                    </a:cubicBezTo>
                    <a:cubicBezTo>
                      <a:pt x="607" y="475"/>
                      <a:pt x="609" y="476"/>
                      <a:pt x="608" y="476"/>
                    </a:cubicBezTo>
                    <a:cubicBezTo>
                      <a:pt x="608" y="476"/>
                      <a:pt x="605" y="476"/>
                      <a:pt x="602" y="474"/>
                    </a:cubicBezTo>
                    <a:cubicBezTo>
                      <a:pt x="596" y="472"/>
                      <a:pt x="590" y="470"/>
                      <a:pt x="589" y="470"/>
                    </a:cubicBezTo>
                    <a:lnTo>
                      <a:pt x="589" y="470"/>
                    </a:lnTo>
                    <a:cubicBezTo>
                      <a:pt x="589" y="470"/>
                      <a:pt x="589" y="470"/>
                      <a:pt x="592" y="472"/>
                    </a:cubicBezTo>
                    <a:cubicBezTo>
                      <a:pt x="592" y="472"/>
                      <a:pt x="592" y="472"/>
                      <a:pt x="592" y="472"/>
                    </a:cubicBezTo>
                    <a:cubicBezTo>
                      <a:pt x="591" y="472"/>
                      <a:pt x="588" y="472"/>
                      <a:pt x="583" y="470"/>
                    </a:cubicBezTo>
                    <a:cubicBezTo>
                      <a:pt x="581" y="469"/>
                      <a:pt x="580" y="469"/>
                      <a:pt x="580" y="469"/>
                    </a:cubicBezTo>
                    <a:lnTo>
                      <a:pt x="580" y="469"/>
                    </a:lnTo>
                    <a:cubicBezTo>
                      <a:pt x="577" y="469"/>
                      <a:pt x="584" y="473"/>
                      <a:pt x="590" y="478"/>
                    </a:cubicBezTo>
                    <a:cubicBezTo>
                      <a:pt x="597" y="484"/>
                      <a:pt x="600" y="488"/>
                      <a:pt x="599" y="488"/>
                    </a:cubicBezTo>
                    <a:cubicBezTo>
                      <a:pt x="598" y="488"/>
                      <a:pt x="594" y="485"/>
                      <a:pt x="588" y="481"/>
                    </a:cubicBezTo>
                    <a:cubicBezTo>
                      <a:pt x="583" y="478"/>
                      <a:pt x="580" y="477"/>
                      <a:pt x="579" y="477"/>
                    </a:cubicBezTo>
                    <a:lnTo>
                      <a:pt x="579" y="477"/>
                    </a:lnTo>
                    <a:cubicBezTo>
                      <a:pt x="576" y="477"/>
                      <a:pt x="581" y="483"/>
                      <a:pt x="591" y="491"/>
                    </a:cubicBezTo>
                    <a:cubicBezTo>
                      <a:pt x="599" y="498"/>
                      <a:pt x="603" y="500"/>
                      <a:pt x="603" y="500"/>
                    </a:cubicBezTo>
                    <a:cubicBezTo>
                      <a:pt x="603" y="500"/>
                      <a:pt x="601" y="499"/>
                      <a:pt x="598" y="497"/>
                    </a:cubicBezTo>
                    <a:cubicBezTo>
                      <a:pt x="592" y="494"/>
                      <a:pt x="591" y="493"/>
                      <a:pt x="590" y="493"/>
                    </a:cubicBezTo>
                    <a:cubicBezTo>
                      <a:pt x="590" y="493"/>
                      <a:pt x="590" y="493"/>
                      <a:pt x="590" y="493"/>
                    </a:cubicBezTo>
                    <a:cubicBezTo>
                      <a:pt x="589" y="493"/>
                      <a:pt x="589" y="493"/>
                      <a:pt x="588" y="493"/>
                    </a:cubicBezTo>
                    <a:cubicBezTo>
                      <a:pt x="587" y="493"/>
                      <a:pt x="585" y="493"/>
                      <a:pt x="580" y="490"/>
                    </a:cubicBezTo>
                    <a:lnTo>
                      <a:pt x="580" y="490"/>
                    </a:lnTo>
                    <a:cubicBezTo>
                      <a:pt x="580" y="490"/>
                      <a:pt x="580" y="490"/>
                      <a:pt x="585" y="498"/>
                    </a:cubicBezTo>
                    <a:cubicBezTo>
                      <a:pt x="592" y="504"/>
                      <a:pt x="593" y="507"/>
                      <a:pt x="590" y="507"/>
                    </a:cubicBezTo>
                    <a:cubicBezTo>
                      <a:pt x="588" y="507"/>
                      <a:pt x="581" y="504"/>
                      <a:pt x="573" y="498"/>
                    </a:cubicBezTo>
                    <a:lnTo>
                      <a:pt x="573" y="498"/>
                    </a:lnTo>
                    <a:lnTo>
                      <a:pt x="580" y="506"/>
                    </a:lnTo>
                    <a:cubicBezTo>
                      <a:pt x="589" y="514"/>
                      <a:pt x="594" y="521"/>
                      <a:pt x="593" y="521"/>
                    </a:cubicBezTo>
                    <a:cubicBezTo>
                      <a:pt x="592" y="521"/>
                      <a:pt x="590" y="519"/>
                      <a:pt x="585" y="515"/>
                    </a:cubicBezTo>
                    <a:lnTo>
                      <a:pt x="578" y="508"/>
                    </a:lnTo>
                    <a:lnTo>
                      <a:pt x="578" y="508"/>
                    </a:lnTo>
                    <a:cubicBezTo>
                      <a:pt x="584" y="514"/>
                      <a:pt x="585" y="517"/>
                      <a:pt x="583" y="517"/>
                    </a:cubicBezTo>
                    <a:cubicBezTo>
                      <a:pt x="581" y="517"/>
                      <a:pt x="574" y="513"/>
                      <a:pt x="566" y="506"/>
                    </a:cubicBezTo>
                    <a:cubicBezTo>
                      <a:pt x="560" y="500"/>
                      <a:pt x="560" y="500"/>
                      <a:pt x="558" y="500"/>
                    </a:cubicBezTo>
                    <a:lnTo>
                      <a:pt x="565" y="507"/>
                    </a:lnTo>
                    <a:cubicBezTo>
                      <a:pt x="572" y="513"/>
                      <a:pt x="579" y="519"/>
                      <a:pt x="578" y="520"/>
                    </a:cubicBezTo>
                    <a:cubicBezTo>
                      <a:pt x="577" y="521"/>
                      <a:pt x="577" y="521"/>
                      <a:pt x="576" y="521"/>
                    </a:cubicBezTo>
                    <a:cubicBezTo>
                      <a:pt x="575" y="521"/>
                      <a:pt x="573" y="520"/>
                      <a:pt x="569" y="516"/>
                    </a:cubicBezTo>
                    <a:cubicBezTo>
                      <a:pt x="564" y="511"/>
                      <a:pt x="559" y="507"/>
                      <a:pt x="558" y="507"/>
                    </a:cubicBezTo>
                    <a:lnTo>
                      <a:pt x="558" y="507"/>
                    </a:lnTo>
                    <a:cubicBezTo>
                      <a:pt x="558" y="507"/>
                      <a:pt x="559" y="508"/>
                      <a:pt x="561" y="510"/>
                    </a:cubicBezTo>
                    <a:cubicBezTo>
                      <a:pt x="561" y="510"/>
                      <a:pt x="561" y="510"/>
                      <a:pt x="560" y="510"/>
                    </a:cubicBezTo>
                    <a:cubicBezTo>
                      <a:pt x="560" y="510"/>
                      <a:pt x="558" y="510"/>
                      <a:pt x="552" y="504"/>
                    </a:cubicBezTo>
                    <a:lnTo>
                      <a:pt x="549" y="508"/>
                    </a:lnTo>
                    <a:cubicBezTo>
                      <a:pt x="552" y="512"/>
                      <a:pt x="553" y="514"/>
                      <a:pt x="552" y="514"/>
                    </a:cubicBezTo>
                    <a:cubicBezTo>
                      <a:pt x="551" y="514"/>
                      <a:pt x="549" y="513"/>
                      <a:pt x="546" y="510"/>
                    </a:cubicBezTo>
                    <a:lnTo>
                      <a:pt x="546" y="510"/>
                    </a:lnTo>
                    <a:cubicBezTo>
                      <a:pt x="546" y="510"/>
                      <a:pt x="545" y="511"/>
                      <a:pt x="551" y="519"/>
                    </a:cubicBezTo>
                    <a:cubicBezTo>
                      <a:pt x="550" y="520"/>
                      <a:pt x="549" y="520"/>
                      <a:pt x="548" y="520"/>
                    </a:cubicBezTo>
                    <a:cubicBezTo>
                      <a:pt x="547" y="520"/>
                      <a:pt x="545" y="519"/>
                      <a:pt x="542" y="515"/>
                    </a:cubicBezTo>
                    <a:lnTo>
                      <a:pt x="542" y="515"/>
                    </a:lnTo>
                    <a:cubicBezTo>
                      <a:pt x="547" y="522"/>
                      <a:pt x="546" y="522"/>
                      <a:pt x="545" y="522"/>
                    </a:cubicBezTo>
                    <a:lnTo>
                      <a:pt x="543" y="524"/>
                    </a:lnTo>
                    <a:cubicBezTo>
                      <a:pt x="548" y="531"/>
                      <a:pt x="548" y="531"/>
                      <a:pt x="547" y="532"/>
                    </a:cubicBezTo>
                    <a:cubicBezTo>
                      <a:pt x="546" y="532"/>
                      <a:pt x="539" y="527"/>
                      <a:pt x="536" y="527"/>
                    </a:cubicBezTo>
                    <a:cubicBezTo>
                      <a:pt x="536" y="527"/>
                      <a:pt x="536" y="527"/>
                      <a:pt x="536" y="527"/>
                    </a:cubicBezTo>
                    <a:cubicBezTo>
                      <a:pt x="534" y="528"/>
                      <a:pt x="534" y="528"/>
                      <a:pt x="539" y="536"/>
                    </a:cubicBezTo>
                    <a:cubicBezTo>
                      <a:pt x="539" y="536"/>
                      <a:pt x="540" y="536"/>
                      <a:pt x="540" y="536"/>
                    </a:cubicBezTo>
                    <a:cubicBezTo>
                      <a:pt x="541" y="536"/>
                      <a:pt x="542" y="539"/>
                      <a:pt x="542" y="539"/>
                    </a:cubicBezTo>
                    <a:cubicBezTo>
                      <a:pt x="541" y="539"/>
                      <a:pt x="540" y="538"/>
                      <a:pt x="538" y="536"/>
                    </a:cubicBezTo>
                    <a:cubicBezTo>
                      <a:pt x="538" y="536"/>
                      <a:pt x="538" y="536"/>
                      <a:pt x="538" y="536"/>
                    </a:cubicBezTo>
                    <a:cubicBezTo>
                      <a:pt x="536" y="536"/>
                      <a:pt x="531" y="532"/>
                      <a:pt x="528" y="532"/>
                    </a:cubicBezTo>
                    <a:cubicBezTo>
                      <a:pt x="527" y="532"/>
                      <a:pt x="526" y="532"/>
                      <a:pt x="526" y="532"/>
                    </a:cubicBezTo>
                    <a:cubicBezTo>
                      <a:pt x="523" y="535"/>
                      <a:pt x="523" y="535"/>
                      <a:pt x="527" y="543"/>
                    </a:cubicBezTo>
                    <a:cubicBezTo>
                      <a:pt x="532" y="551"/>
                      <a:pt x="534" y="555"/>
                      <a:pt x="533" y="555"/>
                    </a:cubicBezTo>
                    <a:cubicBezTo>
                      <a:pt x="533" y="555"/>
                      <a:pt x="530" y="551"/>
                      <a:pt x="526" y="544"/>
                    </a:cubicBezTo>
                    <a:cubicBezTo>
                      <a:pt x="520" y="534"/>
                      <a:pt x="517" y="530"/>
                      <a:pt x="517" y="530"/>
                    </a:cubicBezTo>
                    <a:lnTo>
                      <a:pt x="517" y="530"/>
                    </a:lnTo>
                    <a:cubicBezTo>
                      <a:pt x="516" y="530"/>
                      <a:pt x="517" y="532"/>
                      <a:pt x="518" y="536"/>
                    </a:cubicBezTo>
                    <a:cubicBezTo>
                      <a:pt x="520" y="545"/>
                      <a:pt x="520" y="545"/>
                      <a:pt x="519" y="545"/>
                    </a:cubicBezTo>
                    <a:cubicBezTo>
                      <a:pt x="518" y="540"/>
                      <a:pt x="517" y="538"/>
                      <a:pt x="516" y="538"/>
                    </a:cubicBezTo>
                    <a:cubicBezTo>
                      <a:pt x="515" y="538"/>
                      <a:pt x="515" y="541"/>
                      <a:pt x="516" y="546"/>
                    </a:cubicBezTo>
                    <a:cubicBezTo>
                      <a:pt x="515" y="546"/>
                      <a:pt x="515" y="546"/>
                      <a:pt x="511" y="537"/>
                    </a:cubicBezTo>
                    <a:lnTo>
                      <a:pt x="509" y="538"/>
                    </a:lnTo>
                    <a:cubicBezTo>
                      <a:pt x="511" y="546"/>
                      <a:pt x="509" y="549"/>
                      <a:pt x="507" y="549"/>
                    </a:cubicBezTo>
                    <a:cubicBezTo>
                      <a:pt x="505" y="549"/>
                      <a:pt x="501" y="545"/>
                      <a:pt x="499" y="540"/>
                    </a:cubicBezTo>
                    <a:cubicBezTo>
                      <a:pt x="499" y="540"/>
                      <a:pt x="498" y="540"/>
                      <a:pt x="499" y="550"/>
                    </a:cubicBezTo>
                    <a:cubicBezTo>
                      <a:pt x="501" y="560"/>
                      <a:pt x="501" y="564"/>
                      <a:pt x="501" y="564"/>
                    </a:cubicBezTo>
                    <a:cubicBezTo>
                      <a:pt x="500" y="564"/>
                      <a:pt x="499" y="560"/>
                      <a:pt x="497" y="550"/>
                    </a:cubicBezTo>
                    <a:cubicBezTo>
                      <a:pt x="495" y="542"/>
                      <a:pt x="494" y="537"/>
                      <a:pt x="493" y="537"/>
                    </a:cubicBezTo>
                    <a:lnTo>
                      <a:pt x="493" y="537"/>
                    </a:lnTo>
                    <a:cubicBezTo>
                      <a:pt x="493" y="537"/>
                      <a:pt x="494" y="542"/>
                      <a:pt x="496" y="552"/>
                    </a:cubicBezTo>
                    <a:cubicBezTo>
                      <a:pt x="496" y="556"/>
                      <a:pt x="495" y="559"/>
                      <a:pt x="494" y="559"/>
                    </a:cubicBezTo>
                    <a:cubicBezTo>
                      <a:pt x="492" y="559"/>
                      <a:pt x="489" y="554"/>
                      <a:pt x="487" y="544"/>
                    </a:cubicBezTo>
                    <a:lnTo>
                      <a:pt x="483" y="525"/>
                    </a:lnTo>
                    <a:lnTo>
                      <a:pt x="483" y="525"/>
                    </a:lnTo>
                    <a:cubicBezTo>
                      <a:pt x="485" y="535"/>
                      <a:pt x="483" y="535"/>
                      <a:pt x="483" y="535"/>
                    </a:cubicBezTo>
                    <a:cubicBezTo>
                      <a:pt x="485" y="544"/>
                      <a:pt x="483" y="544"/>
                      <a:pt x="479" y="544"/>
                    </a:cubicBezTo>
                    <a:cubicBezTo>
                      <a:pt x="477" y="544"/>
                      <a:pt x="472" y="553"/>
                      <a:pt x="470" y="553"/>
                    </a:cubicBezTo>
                    <a:cubicBezTo>
                      <a:pt x="469" y="553"/>
                      <a:pt x="468" y="553"/>
                      <a:pt x="467" y="553"/>
                    </a:cubicBezTo>
                    <a:cubicBezTo>
                      <a:pt x="465" y="553"/>
                      <a:pt x="463" y="551"/>
                      <a:pt x="461" y="544"/>
                    </a:cubicBezTo>
                    <a:cubicBezTo>
                      <a:pt x="460" y="545"/>
                      <a:pt x="459" y="545"/>
                      <a:pt x="455" y="554"/>
                    </a:cubicBezTo>
                    <a:cubicBezTo>
                      <a:pt x="455" y="559"/>
                      <a:pt x="454" y="561"/>
                      <a:pt x="454" y="561"/>
                    </a:cubicBezTo>
                    <a:cubicBezTo>
                      <a:pt x="453" y="561"/>
                      <a:pt x="452" y="559"/>
                      <a:pt x="452" y="555"/>
                    </a:cubicBezTo>
                    <a:lnTo>
                      <a:pt x="451" y="555"/>
                    </a:lnTo>
                    <a:cubicBezTo>
                      <a:pt x="448" y="563"/>
                      <a:pt x="447" y="564"/>
                      <a:pt x="447" y="564"/>
                    </a:cubicBezTo>
                    <a:cubicBezTo>
                      <a:pt x="446" y="564"/>
                      <a:pt x="446" y="564"/>
                      <a:pt x="446" y="564"/>
                    </a:cubicBezTo>
                    <a:cubicBezTo>
                      <a:pt x="446" y="557"/>
                      <a:pt x="446" y="550"/>
                      <a:pt x="445" y="550"/>
                    </a:cubicBezTo>
                    <a:cubicBezTo>
                      <a:pt x="444" y="550"/>
                      <a:pt x="444" y="551"/>
                      <a:pt x="443" y="554"/>
                    </a:cubicBezTo>
                    <a:cubicBezTo>
                      <a:pt x="443" y="562"/>
                      <a:pt x="442" y="563"/>
                      <a:pt x="440" y="563"/>
                    </a:cubicBezTo>
                    <a:cubicBezTo>
                      <a:pt x="440" y="563"/>
                      <a:pt x="439" y="563"/>
                      <a:pt x="439" y="563"/>
                    </a:cubicBezTo>
                    <a:cubicBezTo>
                      <a:pt x="437" y="555"/>
                      <a:pt x="414" y="550"/>
                      <a:pt x="401" y="550"/>
                    </a:cubicBezTo>
                    <a:cubicBezTo>
                      <a:pt x="395" y="550"/>
                      <a:pt x="392" y="551"/>
                      <a:pt x="391" y="553"/>
                    </a:cubicBezTo>
                    <a:lnTo>
                      <a:pt x="388" y="552"/>
                    </a:lnTo>
                    <a:lnTo>
                      <a:pt x="385" y="549"/>
                    </a:lnTo>
                    <a:cubicBezTo>
                      <a:pt x="387" y="541"/>
                      <a:pt x="387" y="538"/>
                      <a:pt x="385" y="538"/>
                    </a:cubicBezTo>
                    <a:lnTo>
                      <a:pt x="385" y="538"/>
                    </a:lnTo>
                    <a:cubicBezTo>
                      <a:pt x="383" y="538"/>
                      <a:pt x="379" y="542"/>
                      <a:pt x="375" y="546"/>
                    </a:cubicBezTo>
                    <a:cubicBezTo>
                      <a:pt x="371" y="553"/>
                      <a:pt x="370" y="554"/>
                      <a:pt x="369" y="554"/>
                    </a:cubicBezTo>
                    <a:cubicBezTo>
                      <a:pt x="368" y="554"/>
                      <a:pt x="368" y="554"/>
                      <a:pt x="368" y="554"/>
                    </a:cubicBezTo>
                    <a:cubicBezTo>
                      <a:pt x="372" y="543"/>
                      <a:pt x="373" y="538"/>
                      <a:pt x="371" y="538"/>
                    </a:cubicBezTo>
                    <a:lnTo>
                      <a:pt x="371" y="538"/>
                    </a:lnTo>
                    <a:cubicBezTo>
                      <a:pt x="370" y="538"/>
                      <a:pt x="369" y="539"/>
                      <a:pt x="367" y="541"/>
                    </a:cubicBezTo>
                    <a:cubicBezTo>
                      <a:pt x="362" y="550"/>
                      <a:pt x="359" y="554"/>
                      <a:pt x="359" y="554"/>
                    </a:cubicBezTo>
                    <a:cubicBezTo>
                      <a:pt x="358" y="554"/>
                      <a:pt x="360" y="549"/>
                      <a:pt x="365" y="540"/>
                    </a:cubicBezTo>
                    <a:cubicBezTo>
                      <a:pt x="368" y="532"/>
                      <a:pt x="370" y="528"/>
                      <a:pt x="369" y="528"/>
                    </a:cubicBezTo>
                    <a:lnTo>
                      <a:pt x="369" y="528"/>
                    </a:lnTo>
                    <a:cubicBezTo>
                      <a:pt x="368" y="528"/>
                      <a:pt x="364" y="534"/>
                      <a:pt x="356" y="546"/>
                    </a:cubicBezTo>
                    <a:cubicBezTo>
                      <a:pt x="353" y="550"/>
                      <a:pt x="352" y="551"/>
                      <a:pt x="351" y="551"/>
                    </a:cubicBezTo>
                    <a:cubicBezTo>
                      <a:pt x="351" y="551"/>
                      <a:pt x="352" y="549"/>
                      <a:pt x="353" y="545"/>
                    </a:cubicBezTo>
                    <a:cubicBezTo>
                      <a:pt x="359" y="534"/>
                      <a:pt x="361" y="530"/>
                      <a:pt x="360" y="530"/>
                    </a:cubicBezTo>
                    <a:lnTo>
                      <a:pt x="360" y="530"/>
                    </a:lnTo>
                    <a:cubicBezTo>
                      <a:pt x="360" y="530"/>
                      <a:pt x="359" y="532"/>
                      <a:pt x="357" y="535"/>
                    </a:cubicBezTo>
                    <a:cubicBezTo>
                      <a:pt x="351" y="542"/>
                      <a:pt x="348" y="546"/>
                      <a:pt x="348" y="546"/>
                    </a:cubicBezTo>
                    <a:cubicBezTo>
                      <a:pt x="347" y="546"/>
                      <a:pt x="349" y="541"/>
                      <a:pt x="353" y="532"/>
                    </a:cubicBezTo>
                    <a:cubicBezTo>
                      <a:pt x="358" y="524"/>
                      <a:pt x="360" y="520"/>
                      <a:pt x="360" y="520"/>
                    </a:cubicBezTo>
                    <a:lnTo>
                      <a:pt x="360" y="520"/>
                    </a:lnTo>
                    <a:cubicBezTo>
                      <a:pt x="359" y="520"/>
                      <a:pt x="357" y="524"/>
                      <a:pt x="351" y="531"/>
                    </a:cubicBezTo>
                    <a:cubicBezTo>
                      <a:pt x="346" y="538"/>
                      <a:pt x="342" y="541"/>
                      <a:pt x="340" y="541"/>
                    </a:cubicBezTo>
                    <a:cubicBezTo>
                      <a:pt x="338" y="541"/>
                      <a:pt x="339" y="536"/>
                      <a:pt x="344" y="527"/>
                    </a:cubicBezTo>
                    <a:cubicBezTo>
                      <a:pt x="344" y="527"/>
                      <a:pt x="346" y="523"/>
                      <a:pt x="346" y="523"/>
                    </a:cubicBezTo>
                    <a:lnTo>
                      <a:pt x="346" y="523"/>
                    </a:lnTo>
                    <a:cubicBezTo>
                      <a:pt x="346" y="523"/>
                      <a:pt x="345" y="523"/>
                      <a:pt x="343" y="526"/>
                    </a:cubicBezTo>
                    <a:lnTo>
                      <a:pt x="348" y="517"/>
                    </a:lnTo>
                    <a:lnTo>
                      <a:pt x="347" y="516"/>
                    </a:lnTo>
                    <a:lnTo>
                      <a:pt x="341" y="522"/>
                    </a:lnTo>
                    <a:cubicBezTo>
                      <a:pt x="340" y="522"/>
                      <a:pt x="341" y="509"/>
                      <a:pt x="337" y="504"/>
                    </a:cubicBezTo>
                    <a:cubicBezTo>
                      <a:pt x="330" y="500"/>
                      <a:pt x="328" y="496"/>
                      <a:pt x="326" y="496"/>
                    </a:cubicBezTo>
                    <a:cubicBezTo>
                      <a:pt x="325" y="496"/>
                      <a:pt x="323" y="497"/>
                      <a:pt x="321" y="500"/>
                    </a:cubicBezTo>
                    <a:cubicBezTo>
                      <a:pt x="314" y="506"/>
                      <a:pt x="310" y="508"/>
                      <a:pt x="309" y="508"/>
                    </a:cubicBezTo>
                    <a:cubicBezTo>
                      <a:pt x="308" y="508"/>
                      <a:pt x="311" y="504"/>
                      <a:pt x="319" y="498"/>
                    </a:cubicBezTo>
                    <a:cubicBezTo>
                      <a:pt x="319" y="497"/>
                      <a:pt x="325" y="489"/>
                      <a:pt x="323" y="487"/>
                    </a:cubicBezTo>
                    <a:cubicBezTo>
                      <a:pt x="322" y="484"/>
                      <a:pt x="321" y="482"/>
                      <a:pt x="329" y="478"/>
                    </a:cubicBezTo>
                    <a:lnTo>
                      <a:pt x="329" y="476"/>
                    </a:lnTo>
                    <a:cubicBezTo>
                      <a:pt x="323" y="479"/>
                      <a:pt x="319" y="480"/>
                      <a:pt x="316" y="480"/>
                    </a:cubicBezTo>
                    <a:cubicBezTo>
                      <a:pt x="310" y="480"/>
                      <a:pt x="309" y="476"/>
                      <a:pt x="314" y="471"/>
                    </a:cubicBezTo>
                    <a:cubicBezTo>
                      <a:pt x="313" y="469"/>
                      <a:pt x="313" y="468"/>
                      <a:pt x="310" y="468"/>
                    </a:cubicBezTo>
                    <a:cubicBezTo>
                      <a:pt x="308" y="468"/>
                      <a:pt x="306" y="468"/>
                      <a:pt x="304" y="469"/>
                    </a:cubicBezTo>
                    <a:cubicBezTo>
                      <a:pt x="301" y="469"/>
                      <a:pt x="298" y="470"/>
                      <a:pt x="297" y="470"/>
                    </a:cubicBezTo>
                    <a:cubicBezTo>
                      <a:pt x="295" y="470"/>
                      <a:pt x="297" y="468"/>
                      <a:pt x="302" y="465"/>
                    </a:cubicBezTo>
                    <a:cubicBezTo>
                      <a:pt x="309" y="462"/>
                      <a:pt x="314" y="455"/>
                      <a:pt x="309" y="455"/>
                    </a:cubicBezTo>
                    <a:lnTo>
                      <a:pt x="309" y="455"/>
                    </a:lnTo>
                    <a:cubicBezTo>
                      <a:pt x="307" y="455"/>
                      <a:pt x="304" y="456"/>
                      <a:pt x="300" y="457"/>
                    </a:cubicBezTo>
                    <a:lnTo>
                      <a:pt x="307" y="453"/>
                    </a:lnTo>
                    <a:cubicBezTo>
                      <a:pt x="311" y="451"/>
                      <a:pt x="312" y="450"/>
                      <a:pt x="311" y="450"/>
                    </a:cubicBezTo>
                    <a:lnTo>
                      <a:pt x="311" y="450"/>
                    </a:lnTo>
                    <a:cubicBezTo>
                      <a:pt x="309" y="450"/>
                      <a:pt x="304" y="452"/>
                      <a:pt x="298" y="454"/>
                    </a:cubicBezTo>
                    <a:cubicBezTo>
                      <a:pt x="291" y="457"/>
                      <a:pt x="287" y="458"/>
                      <a:pt x="286" y="458"/>
                    </a:cubicBezTo>
                    <a:cubicBezTo>
                      <a:pt x="284" y="458"/>
                      <a:pt x="290" y="455"/>
                      <a:pt x="306" y="448"/>
                    </a:cubicBezTo>
                    <a:cubicBezTo>
                      <a:pt x="317" y="444"/>
                      <a:pt x="321" y="442"/>
                      <a:pt x="320" y="442"/>
                    </a:cubicBezTo>
                    <a:lnTo>
                      <a:pt x="320" y="442"/>
                    </a:lnTo>
                    <a:cubicBezTo>
                      <a:pt x="319" y="442"/>
                      <a:pt x="317" y="443"/>
                      <a:pt x="314" y="444"/>
                    </a:cubicBezTo>
                    <a:cubicBezTo>
                      <a:pt x="309" y="445"/>
                      <a:pt x="303" y="447"/>
                      <a:pt x="301" y="447"/>
                    </a:cubicBezTo>
                    <a:cubicBezTo>
                      <a:pt x="300" y="447"/>
                      <a:pt x="300" y="446"/>
                      <a:pt x="304" y="444"/>
                    </a:cubicBezTo>
                    <a:cubicBezTo>
                      <a:pt x="304" y="444"/>
                      <a:pt x="304" y="443"/>
                      <a:pt x="303" y="443"/>
                    </a:cubicBezTo>
                    <a:cubicBezTo>
                      <a:pt x="301" y="443"/>
                      <a:pt x="297" y="444"/>
                      <a:pt x="286" y="447"/>
                    </a:cubicBezTo>
                    <a:cubicBezTo>
                      <a:pt x="282" y="448"/>
                      <a:pt x="280" y="449"/>
                      <a:pt x="278" y="449"/>
                    </a:cubicBezTo>
                    <a:cubicBezTo>
                      <a:pt x="276" y="449"/>
                      <a:pt x="276" y="448"/>
                      <a:pt x="276" y="447"/>
                    </a:cubicBezTo>
                    <a:cubicBezTo>
                      <a:pt x="283" y="445"/>
                      <a:pt x="288" y="444"/>
                      <a:pt x="294" y="443"/>
                    </a:cubicBezTo>
                    <a:cubicBezTo>
                      <a:pt x="294" y="443"/>
                      <a:pt x="294" y="443"/>
                      <a:pt x="294" y="443"/>
                    </a:cubicBezTo>
                    <a:cubicBezTo>
                      <a:pt x="295" y="443"/>
                      <a:pt x="294" y="442"/>
                      <a:pt x="294" y="441"/>
                    </a:cubicBezTo>
                    <a:cubicBezTo>
                      <a:pt x="298" y="436"/>
                      <a:pt x="305" y="433"/>
                      <a:pt x="312" y="432"/>
                    </a:cubicBezTo>
                    <a:cubicBezTo>
                      <a:pt x="316" y="429"/>
                      <a:pt x="318" y="428"/>
                      <a:pt x="317" y="428"/>
                    </a:cubicBezTo>
                    <a:lnTo>
                      <a:pt x="317" y="428"/>
                    </a:lnTo>
                    <a:cubicBezTo>
                      <a:pt x="316" y="428"/>
                      <a:pt x="311" y="429"/>
                      <a:pt x="302" y="433"/>
                    </a:cubicBezTo>
                    <a:cubicBezTo>
                      <a:pt x="291" y="435"/>
                      <a:pt x="287" y="436"/>
                      <a:pt x="285" y="436"/>
                    </a:cubicBezTo>
                    <a:cubicBezTo>
                      <a:pt x="284" y="436"/>
                      <a:pt x="284" y="436"/>
                      <a:pt x="284" y="435"/>
                    </a:cubicBezTo>
                    <a:cubicBezTo>
                      <a:pt x="283" y="433"/>
                      <a:pt x="283" y="432"/>
                      <a:pt x="292" y="429"/>
                    </a:cubicBezTo>
                    <a:cubicBezTo>
                      <a:pt x="302" y="427"/>
                      <a:pt x="302" y="427"/>
                      <a:pt x="301" y="425"/>
                    </a:cubicBezTo>
                    <a:cubicBezTo>
                      <a:pt x="300" y="423"/>
                      <a:pt x="294" y="423"/>
                      <a:pt x="286" y="423"/>
                    </a:cubicBezTo>
                    <a:cubicBezTo>
                      <a:pt x="276" y="423"/>
                      <a:pt x="263" y="424"/>
                      <a:pt x="253" y="425"/>
                    </a:cubicBezTo>
                    <a:cubicBezTo>
                      <a:pt x="244" y="426"/>
                      <a:pt x="240" y="427"/>
                      <a:pt x="238" y="427"/>
                    </a:cubicBezTo>
                    <a:cubicBezTo>
                      <a:pt x="237" y="427"/>
                      <a:pt x="242" y="426"/>
                      <a:pt x="253" y="423"/>
                    </a:cubicBezTo>
                    <a:cubicBezTo>
                      <a:pt x="261" y="422"/>
                      <a:pt x="260" y="420"/>
                      <a:pt x="260" y="418"/>
                    </a:cubicBezTo>
                    <a:lnTo>
                      <a:pt x="260" y="418"/>
                    </a:lnTo>
                    <a:cubicBezTo>
                      <a:pt x="258" y="418"/>
                      <a:pt x="257" y="419"/>
                      <a:pt x="257" y="419"/>
                    </a:cubicBezTo>
                    <a:cubicBezTo>
                      <a:pt x="255" y="419"/>
                      <a:pt x="258" y="418"/>
                      <a:pt x="259" y="418"/>
                    </a:cubicBezTo>
                    <a:cubicBezTo>
                      <a:pt x="260" y="418"/>
                      <a:pt x="260" y="418"/>
                      <a:pt x="260" y="418"/>
                    </a:cubicBezTo>
                    <a:cubicBezTo>
                      <a:pt x="263" y="418"/>
                      <a:pt x="265" y="418"/>
                      <a:pt x="267" y="418"/>
                    </a:cubicBezTo>
                    <a:cubicBezTo>
                      <a:pt x="270" y="418"/>
                      <a:pt x="270" y="419"/>
                      <a:pt x="270" y="419"/>
                    </a:cubicBezTo>
                    <a:lnTo>
                      <a:pt x="279" y="418"/>
                    </a:lnTo>
                    <a:cubicBezTo>
                      <a:pt x="294" y="415"/>
                      <a:pt x="297" y="413"/>
                      <a:pt x="289" y="413"/>
                    </a:cubicBezTo>
                    <a:cubicBezTo>
                      <a:pt x="287" y="413"/>
                      <a:pt x="284" y="413"/>
                      <a:pt x="279" y="414"/>
                    </a:cubicBezTo>
                    <a:cubicBezTo>
                      <a:pt x="270" y="414"/>
                      <a:pt x="270" y="414"/>
                      <a:pt x="279" y="411"/>
                    </a:cubicBezTo>
                    <a:cubicBezTo>
                      <a:pt x="287" y="409"/>
                      <a:pt x="295" y="407"/>
                      <a:pt x="292" y="407"/>
                    </a:cubicBezTo>
                    <a:lnTo>
                      <a:pt x="292" y="407"/>
                    </a:lnTo>
                    <a:cubicBezTo>
                      <a:pt x="291" y="407"/>
                      <a:pt x="290" y="407"/>
                      <a:pt x="288" y="407"/>
                    </a:cubicBezTo>
                    <a:cubicBezTo>
                      <a:pt x="288" y="407"/>
                      <a:pt x="288" y="405"/>
                      <a:pt x="298" y="401"/>
                    </a:cubicBezTo>
                    <a:cubicBezTo>
                      <a:pt x="298" y="400"/>
                      <a:pt x="298" y="399"/>
                      <a:pt x="295" y="399"/>
                    </a:cubicBezTo>
                    <a:cubicBezTo>
                      <a:pt x="293" y="399"/>
                      <a:pt x="291" y="399"/>
                      <a:pt x="288" y="399"/>
                    </a:cubicBezTo>
                    <a:cubicBezTo>
                      <a:pt x="279" y="399"/>
                      <a:pt x="279" y="398"/>
                      <a:pt x="279" y="397"/>
                    </a:cubicBezTo>
                    <a:cubicBezTo>
                      <a:pt x="279" y="396"/>
                      <a:pt x="279" y="394"/>
                      <a:pt x="274" y="394"/>
                    </a:cubicBezTo>
                    <a:cubicBezTo>
                      <a:pt x="273" y="394"/>
                      <a:pt x="271" y="394"/>
                      <a:pt x="269" y="395"/>
                    </a:cubicBezTo>
                    <a:cubicBezTo>
                      <a:pt x="260" y="395"/>
                      <a:pt x="250" y="394"/>
                      <a:pt x="250" y="391"/>
                    </a:cubicBezTo>
                    <a:cubicBezTo>
                      <a:pt x="241" y="388"/>
                      <a:pt x="241" y="388"/>
                      <a:pt x="259" y="386"/>
                    </a:cubicBezTo>
                    <a:cubicBezTo>
                      <a:pt x="269" y="386"/>
                      <a:pt x="269" y="385"/>
                      <a:pt x="269" y="382"/>
                    </a:cubicBezTo>
                    <a:cubicBezTo>
                      <a:pt x="269" y="382"/>
                      <a:pt x="269" y="381"/>
                      <a:pt x="278" y="380"/>
                    </a:cubicBezTo>
                    <a:cubicBezTo>
                      <a:pt x="287" y="378"/>
                      <a:pt x="278" y="378"/>
                      <a:pt x="269" y="378"/>
                    </a:cubicBezTo>
                    <a:lnTo>
                      <a:pt x="250" y="378"/>
                    </a:lnTo>
                    <a:cubicBezTo>
                      <a:pt x="257" y="376"/>
                      <a:pt x="264" y="375"/>
                      <a:pt x="271" y="375"/>
                    </a:cubicBezTo>
                    <a:cubicBezTo>
                      <a:pt x="274" y="375"/>
                      <a:pt x="277" y="375"/>
                      <a:pt x="279" y="376"/>
                    </a:cubicBezTo>
                    <a:cubicBezTo>
                      <a:pt x="298" y="374"/>
                      <a:pt x="298" y="374"/>
                      <a:pt x="279" y="373"/>
                    </a:cubicBezTo>
                    <a:cubicBezTo>
                      <a:pt x="269" y="373"/>
                      <a:pt x="260" y="372"/>
                      <a:pt x="270" y="369"/>
                    </a:cubicBezTo>
                    <a:cubicBezTo>
                      <a:pt x="270" y="367"/>
                      <a:pt x="271" y="364"/>
                      <a:pt x="277" y="364"/>
                    </a:cubicBezTo>
                    <a:cubicBezTo>
                      <a:pt x="278" y="364"/>
                      <a:pt x="279" y="364"/>
                      <a:pt x="281" y="364"/>
                    </a:cubicBezTo>
                    <a:cubicBezTo>
                      <a:pt x="291" y="363"/>
                      <a:pt x="281" y="361"/>
                      <a:pt x="281" y="361"/>
                    </a:cubicBezTo>
                    <a:cubicBezTo>
                      <a:pt x="272" y="359"/>
                      <a:pt x="272" y="358"/>
                      <a:pt x="282" y="354"/>
                    </a:cubicBezTo>
                    <a:cubicBezTo>
                      <a:pt x="302" y="350"/>
                      <a:pt x="301" y="350"/>
                      <a:pt x="283" y="348"/>
                    </a:cubicBezTo>
                    <a:cubicBezTo>
                      <a:pt x="275" y="346"/>
                      <a:pt x="269" y="345"/>
                      <a:pt x="273" y="345"/>
                    </a:cubicBezTo>
                    <a:cubicBezTo>
                      <a:pt x="275" y="345"/>
                      <a:pt x="278" y="345"/>
                      <a:pt x="283" y="345"/>
                    </a:cubicBezTo>
                    <a:cubicBezTo>
                      <a:pt x="292" y="345"/>
                      <a:pt x="283" y="343"/>
                      <a:pt x="275" y="339"/>
                    </a:cubicBezTo>
                    <a:cubicBezTo>
                      <a:pt x="263" y="335"/>
                      <a:pt x="250" y="332"/>
                      <a:pt x="238" y="331"/>
                    </a:cubicBezTo>
                    <a:cubicBezTo>
                      <a:pt x="220" y="327"/>
                      <a:pt x="220" y="326"/>
                      <a:pt x="230" y="325"/>
                    </a:cubicBezTo>
                    <a:cubicBezTo>
                      <a:pt x="230" y="325"/>
                      <a:pt x="232" y="324"/>
                      <a:pt x="235" y="324"/>
                    </a:cubicBezTo>
                    <a:cubicBezTo>
                      <a:pt x="238" y="324"/>
                      <a:pt x="244" y="325"/>
                      <a:pt x="249" y="326"/>
                    </a:cubicBezTo>
                    <a:cubicBezTo>
                      <a:pt x="258" y="327"/>
                      <a:pt x="258" y="330"/>
                      <a:pt x="258" y="330"/>
                    </a:cubicBezTo>
                    <a:lnTo>
                      <a:pt x="258" y="331"/>
                    </a:lnTo>
                    <a:cubicBezTo>
                      <a:pt x="264" y="332"/>
                      <a:pt x="269" y="333"/>
                      <a:pt x="273" y="333"/>
                    </a:cubicBezTo>
                    <a:cubicBezTo>
                      <a:pt x="275" y="333"/>
                      <a:pt x="277" y="333"/>
                      <a:pt x="277" y="332"/>
                    </a:cubicBezTo>
                    <a:cubicBezTo>
                      <a:pt x="286" y="332"/>
                      <a:pt x="287" y="331"/>
                      <a:pt x="278" y="329"/>
                    </a:cubicBezTo>
                    <a:lnTo>
                      <a:pt x="278" y="329"/>
                    </a:lnTo>
                    <a:cubicBezTo>
                      <a:pt x="280" y="329"/>
                      <a:pt x="281" y="329"/>
                      <a:pt x="282" y="329"/>
                    </a:cubicBezTo>
                    <a:cubicBezTo>
                      <a:pt x="288" y="329"/>
                      <a:pt x="289" y="327"/>
                      <a:pt x="290" y="324"/>
                    </a:cubicBezTo>
                    <a:cubicBezTo>
                      <a:pt x="290" y="322"/>
                      <a:pt x="290" y="319"/>
                      <a:pt x="296" y="319"/>
                    </a:cubicBezTo>
                    <a:cubicBezTo>
                      <a:pt x="297" y="319"/>
                      <a:pt x="299" y="319"/>
                      <a:pt x="301" y="320"/>
                    </a:cubicBezTo>
                    <a:cubicBezTo>
                      <a:pt x="301" y="317"/>
                      <a:pt x="302" y="315"/>
                      <a:pt x="293" y="313"/>
                    </a:cubicBezTo>
                    <a:cubicBezTo>
                      <a:pt x="281" y="309"/>
                      <a:pt x="277" y="307"/>
                      <a:pt x="278" y="307"/>
                    </a:cubicBezTo>
                    <a:lnTo>
                      <a:pt x="278" y="307"/>
                    </a:lnTo>
                    <a:cubicBezTo>
                      <a:pt x="279" y="307"/>
                      <a:pt x="281" y="307"/>
                      <a:pt x="284" y="308"/>
                    </a:cubicBezTo>
                    <a:cubicBezTo>
                      <a:pt x="287" y="309"/>
                      <a:pt x="289" y="309"/>
                      <a:pt x="292" y="309"/>
                    </a:cubicBezTo>
                    <a:cubicBezTo>
                      <a:pt x="306" y="309"/>
                      <a:pt x="316" y="301"/>
                      <a:pt x="302" y="294"/>
                    </a:cubicBezTo>
                    <a:lnTo>
                      <a:pt x="303" y="292"/>
                    </a:lnTo>
                    <a:cubicBezTo>
                      <a:pt x="304" y="292"/>
                      <a:pt x="306" y="292"/>
                      <a:pt x="307" y="292"/>
                    </a:cubicBezTo>
                    <a:cubicBezTo>
                      <a:pt x="313" y="292"/>
                      <a:pt x="314" y="286"/>
                      <a:pt x="307" y="281"/>
                    </a:cubicBezTo>
                    <a:cubicBezTo>
                      <a:pt x="309" y="280"/>
                      <a:pt x="310" y="279"/>
                      <a:pt x="311" y="278"/>
                    </a:cubicBezTo>
                    <a:cubicBezTo>
                      <a:pt x="314" y="279"/>
                      <a:pt x="316" y="280"/>
                      <a:pt x="318" y="280"/>
                    </a:cubicBezTo>
                    <a:cubicBezTo>
                      <a:pt x="319" y="280"/>
                      <a:pt x="318" y="278"/>
                      <a:pt x="313" y="275"/>
                    </a:cubicBezTo>
                    <a:cubicBezTo>
                      <a:pt x="308" y="270"/>
                      <a:pt x="303" y="266"/>
                      <a:pt x="303" y="266"/>
                    </a:cubicBezTo>
                    <a:lnTo>
                      <a:pt x="303" y="266"/>
                    </a:lnTo>
                    <a:cubicBezTo>
                      <a:pt x="303" y="266"/>
                      <a:pt x="304" y="267"/>
                      <a:pt x="306" y="268"/>
                    </a:cubicBezTo>
                    <a:cubicBezTo>
                      <a:pt x="310" y="270"/>
                      <a:pt x="312" y="271"/>
                      <a:pt x="314" y="271"/>
                    </a:cubicBezTo>
                    <a:cubicBezTo>
                      <a:pt x="316" y="271"/>
                      <a:pt x="317" y="270"/>
                      <a:pt x="319" y="268"/>
                    </a:cubicBezTo>
                    <a:cubicBezTo>
                      <a:pt x="322" y="264"/>
                      <a:pt x="322" y="264"/>
                      <a:pt x="313" y="259"/>
                    </a:cubicBezTo>
                    <a:cubicBezTo>
                      <a:pt x="312" y="255"/>
                      <a:pt x="312" y="254"/>
                      <a:pt x="313" y="254"/>
                    </a:cubicBezTo>
                    <a:cubicBezTo>
                      <a:pt x="315" y="254"/>
                      <a:pt x="319" y="257"/>
                      <a:pt x="324" y="261"/>
                    </a:cubicBezTo>
                    <a:cubicBezTo>
                      <a:pt x="330" y="267"/>
                      <a:pt x="334" y="269"/>
                      <a:pt x="334" y="269"/>
                    </a:cubicBezTo>
                    <a:cubicBezTo>
                      <a:pt x="335" y="269"/>
                      <a:pt x="330" y="264"/>
                      <a:pt x="318" y="253"/>
                    </a:cubicBezTo>
                    <a:cubicBezTo>
                      <a:pt x="309" y="244"/>
                      <a:pt x="307" y="241"/>
                      <a:pt x="308" y="241"/>
                    </a:cubicBezTo>
                    <a:lnTo>
                      <a:pt x="308" y="241"/>
                    </a:lnTo>
                    <a:cubicBezTo>
                      <a:pt x="309" y="241"/>
                      <a:pt x="311" y="241"/>
                      <a:pt x="313" y="243"/>
                    </a:cubicBezTo>
                    <a:cubicBezTo>
                      <a:pt x="320" y="250"/>
                      <a:pt x="320" y="251"/>
                      <a:pt x="319" y="252"/>
                    </a:cubicBezTo>
                    <a:lnTo>
                      <a:pt x="333" y="265"/>
                    </a:lnTo>
                    <a:cubicBezTo>
                      <a:pt x="334" y="264"/>
                      <a:pt x="333" y="264"/>
                      <a:pt x="328" y="256"/>
                    </a:cubicBezTo>
                    <a:cubicBezTo>
                      <a:pt x="328" y="256"/>
                      <a:pt x="329" y="256"/>
                      <a:pt x="322" y="249"/>
                    </a:cubicBezTo>
                    <a:cubicBezTo>
                      <a:pt x="316" y="241"/>
                      <a:pt x="310" y="236"/>
                      <a:pt x="302" y="230"/>
                    </a:cubicBezTo>
                    <a:cubicBezTo>
                      <a:pt x="293" y="224"/>
                      <a:pt x="294" y="223"/>
                      <a:pt x="295" y="222"/>
                    </a:cubicBezTo>
                    <a:lnTo>
                      <a:pt x="295" y="222"/>
                    </a:lnTo>
                    <a:cubicBezTo>
                      <a:pt x="304" y="227"/>
                      <a:pt x="312" y="233"/>
                      <a:pt x="318" y="241"/>
                    </a:cubicBezTo>
                    <a:cubicBezTo>
                      <a:pt x="316" y="241"/>
                      <a:pt x="323" y="248"/>
                      <a:pt x="330" y="255"/>
                    </a:cubicBezTo>
                    <a:cubicBezTo>
                      <a:pt x="331" y="255"/>
                      <a:pt x="332" y="256"/>
                      <a:pt x="332" y="256"/>
                    </a:cubicBezTo>
                    <a:cubicBezTo>
                      <a:pt x="335" y="256"/>
                      <a:pt x="326" y="242"/>
                      <a:pt x="316" y="230"/>
                    </a:cubicBezTo>
                    <a:lnTo>
                      <a:pt x="316" y="230"/>
                    </a:lnTo>
                    <a:lnTo>
                      <a:pt x="323" y="237"/>
                    </a:lnTo>
                    <a:cubicBezTo>
                      <a:pt x="326" y="240"/>
                      <a:pt x="328" y="242"/>
                      <a:pt x="330" y="242"/>
                    </a:cubicBezTo>
                    <a:cubicBezTo>
                      <a:pt x="331" y="242"/>
                      <a:pt x="332" y="241"/>
                      <a:pt x="333" y="240"/>
                    </a:cubicBezTo>
                    <a:cubicBezTo>
                      <a:pt x="334" y="239"/>
                      <a:pt x="335" y="238"/>
                      <a:pt x="330" y="231"/>
                    </a:cubicBezTo>
                    <a:cubicBezTo>
                      <a:pt x="323" y="223"/>
                      <a:pt x="318" y="216"/>
                      <a:pt x="318" y="215"/>
                    </a:cubicBezTo>
                    <a:cubicBezTo>
                      <a:pt x="318" y="215"/>
                      <a:pt x="317" y="215"/>
                      <a:pt x="317" y="215"/>
                    </a:cubicBezTo>
                    <a:cubicBezTo>
                      <a:pt x="317" y="215"/>
                      <a:pt x="310" y="209"/>
                      <a:pt x="304" y="203"/>
                    </a:cubicBezTo>
                    <a:lnTo>
                      <a:pt x="304" y="203"/>
                    </a:lnTo>
                    <a:cubicBezTo>
                      <a:pt x="310" y="205"/>
                      <a:pt x="315" y="210"/>
                      <a:pt x="320" y="214"/>
                    </a:cubicBezTo>
                    <a:cubicBezTo>
                      <a:pt x="333" y="225"/>
                      <a:pt x="340" y="230"/>
                      <a:pt x="344" y="230"/>
                    </a:cubicBezTo>
                    <a:cubicBezTo>
                      <a:pt x="345" y="230"/>
                      <a:pt x="345" y="230"/>
                      <a:pt x="346" y="230"/>
                    </a:cubicBezTo>
                    <a:cubicBezTo>
                      <a:pt x="347" y="229"/>
                      <a:pt x="348" y="229"/>
                      <a:pt x="349" y="229"/>
                    </a:cubicBezTo>
                    <a:cubicBezTo>
                      <a:pt x="351" y="229"/>
                      <a:pt x="354" y="230"/>
                      <a:pt x="358" y="234"/>
                    </a:cubicBezTo>
                    <a:cubicBezTo>
                      <a:pt x="360" y="233"/>
                      <a:pt x="360" y="233"/>
                      <a:pt x="356" y="225"/>
                    </a:cubicBezTo>
                    <a:lnTo>
                      <a:pt x="358" y="224"/>
                    </a:lnTo>
                    <a:cubicBezTo>
                      <a:pt x="360" y="227"/>
                      <a:pt x="362" y="229"/>
                      <a:pt x="363" y="229"/>
                    </a:cubicBezTo>
                    <a:cubicBezTo>
                      <a:pt x="364" y="229"/>
                      <a:pt x="364" y="226"/>
                      <a:pt x="361" y="222"/>
                    </a:cubicBezTo>
                    <a:cubicBezTo>
                      <a:pt x="360" y="219"/>
                      <a:pt x="360" y="218"/>
                      <a:pt x="360" y="218"/>
                    </a:cubicBezTo>
                    <a:lnTo>
                      <a:pt x="360" y="218"/>
                    </a:lnTo>
                    <a:cubicBezTo>
                      <a:pt x="361" y="218"/>
                      <a:pt x="363" y="221"/>
                      <a:pt x="363" y="221"/>
                    </a:cubicBezTo>
                    <a:cubicBezTo>
                      <a:pt x="369" y="227"/>
                      <a:pt x="371" y="231"/>
                      <a:pt x="372" y="231"/>
                    </a:cubicBezTo>
                    <a:cubicBezTo>
                      <a:pt x="372" y="231"/>
                      <a:pt x="369" y="226"/>
                      <a:pt x="361" y="212"/>
                    </a:cubicBezTo>
                    <a:cubicBezTo>
                      <a:pt x="357" y="204"/>
                      <a:pt x="351" y="197"/>
                      <a:pt x="348" y="197"/>
                    </a:cubicBezTo>
                    <a:cubicBezTo>
                      <a:pt x="348" y="197"/>
                      <a:pt x="348" y="197"/>
                      <a:pt x="348" y="197"/>
                    </a:cubicBezTo>
                    <a:lnTo>
                      <a:pt x="344" y="199"/>
                    </a:lnTo>
                    <a:lnTo>
                      <a:pt x="343" y="188"/>
                    </a:lnTo>
                    <a:cubicBezTo>
                      <a:pt x="344" y="182"/>
                      <a:pt x="342" y="175"/>
                      <a:pt x="339" y="169"/>
                    </a:cubicBezTo>
                    <a:cubicBezTo>
                      <a:pt x="339" y="169"/>
                      <a:pt x="334" y="162"/>
                      <a:pt x="337" y="160"/>
                    </a:cubicBezTo>
                    <a:lnTo>
                      <a:pt x="337" y="160"/>
                    </a:lnTo>
                    <a:lnTo>
                      <a:pt x="344" y="177"/>
                    </a:lnTo>
                    <a:cubicBezTo>
                      <a:pt x="348" y="186"/>
                      <a:pt x="352" y="195"/>
                      <a:pt x="357" y="203"/>
                    </a:cubicBezTo>
                    <a:cubicBezTo>
                      <a:pt x="363" y="212"/>
                      <a:pt x="368" y="219"/>
                      <a:pt x="369" y="219"/>
                    </a:cubicBezTo>
                    <a:cubicBezTo>
                      <a:pt x="369" y="219"/>
                      <a:pt x="368" y="216"/>
                      <a:pt x="365" y="209"/>
                    </a:cubicBezTo>
                    <a:cubicBezTo>
                      <a:pt x="366" y="209"/>
                      <a:pt x="366" y="209"/>
                      <a:pt x="371" y="216"/>
                    </a:cubicBezTo>
                    <a:cubicBezTo>
                      <a:pt x="373" y="220"/>
                      <a:pt x="374" y="222"/>
                      <a:pt x="374" y="222"/>
                    </a:cubicBezTo>
                    <a:cubicBezTo>
                      <a:pt x="374" y="222"/>
                      <a:pt x="374" y="217"/>
                      <a:pt x="370" y="208"/>
                    </a:cubicBezTo>
                    <a:cubicBezTo>
                      <a:pt x="367" y="198"/>
                      <a:pt x="366" y="193"/>
                      <a:pt x="366" y="193"/>
                    </a:cubicBezTo>
                    <a:lnTo>
                      <a:pt x="366" y="193"/>
                    </a:lnTo>
                    <a:cubicBezTo>
                      <a:pt x="367" y="193"/>
                      <a:pt x="370" y="198"/>
                      <a:pt x="374" y="206"/>
                    </a:cubicBezTo>
                    <a:cubicBezTo>
                      <a:pt x="379" y="216"/>
                      <a:pt x="383" y="220"/>
                      <a:pt x="385" y="220"/>
                    </a:cubicBezTo>
                    <a:cubicBezTo>
                      <a:pt x="386" y="220"/>
                      <a:pt x="386" y="217"/>
                      <a:pt x="385" y="213"/>
                    </a:cubicBezTo>
                    <a:cubicBezTo>
                      <a:pt x="381" y="202"/>
                      <a:pt x="381" y="198"/>
                      <a:pt x="382" y="198"/>
                    </a:cubicBezTo>
                    <a:lnTo>
                      <a:pt x="382" y="198"/>
                    </a:lnTo>
                    <a:cubicBezTo>
                      <a:pt x="383" y="198"/>
                      <a:pt x="385" y="199"/>
                      <a:pt x="387" y="203"/>
                    </a:cubicBezTo>
                    <a:cubicBezTo>
                      <a:pt x="389" y="207"/>
                      <a:pt x="390" y="210"/>
                      <a:pt x="390" y="210"/>
                    </a:cubicBezTo>
                    <a:cubicBezTo>
                      <a:pt x="391" y="210"/>
                      <a:pt x="391" y="207"/>
                      <a:pt x="390" y="202"/>
                    </a:cubicBezTo>
                    <a:lnTo>
                      <a:pt x="390" y="202"/>
                    </a:lnTo>
                    <a:cubicBezTo>
                      <a:pt x="392" y="208"/>
                      <a:pt x="395" y="215"/>
                      <a:pt x="395" y="215"/>
                    </a:cubicBezTo>
                    <a:cubicBezTo>
                      <a:pt x="396" y="215"/>
                      <a:pt x="396" y="213"/>
                      <a:pt x="395" y="211"/>
                    </a:cubicBezTo>
                    <a:cubicBezTo>
                      <a:pt x="395" y="211"/>
                      <a:pt x="396" y="210"/>
                      <a:pt x="393" y="201"/>
                    </a:cubicBezTo>
                    <a:cubicBezTo>
                      <a:pt x="393" y="201"/>
                      <a:pt x="391" y="192"/>
                      <a:pt x="390" y="183"/>
                    </a:cubicBezTo>
                    <a:cubicBezTo>
                      <a:pt x="389" y="183"/>
                      <a:pt x="387" y="174"/>
                      <a:pt x="385" y="165"/>
                    </a:cubicBezTo>
                    <a:cubicBezTo>
                      <a:pt x="384" y="162"/>
                      <a:pt x="384" y="161"/>
                      <a:pt x="385" y="161"/>
                    </a:cubicBezTo>
                    <a:lnTo>
                      <a:pt x="385" y="161"/>
                    </a:lnTo>
                    <a:cubicBezTo>
                      <a:pt x="386" y="161"/>
                      <a:pt x="393" y="170"/>
                      <a:pt x="399" y="190"/>
                    </a:cubicBezTo>
                    <a:lnTo>
                      <a:pt x="406" y="208"/>
                    </a:lnTo>
                    <a:cubicBezTo>
                      <a:pt x="404" y="197"/>
                      <a:pt x="403" y="188"/>
                      <a:pt x="403" y="188"/>
                    </a:cubicBezTo>
                    <a:cubicBezTo>
                      <a:pt x="404" y="188"/>
                      <a:pt x="405" y="188"/>
                      <a:pt x="407" y="197"/>
                    </a:cubicBezTo>
                    <a:cubicBezTo>
                      <a:pt x="408" y="208"/>
                      <a:pt x="408" y="208"/>
                      <a:pt x="411" y="208"/>
                    </a:cubicBezTo>
                    <a:cubicBezTo>
                      <a:pt x="411" y="208"/>
                      <a:pt x="412" y="208"/>
                      <a:pt x="409" y="197"/>
                    </a:cubicBezTo>
                    <a:cubicBezTo>
                      <a:pt x="408" y="187"/>
                      <a:pt x="408" y="183"/>
                      <a:pt x="408" y="183"/>
                    </a:cubicBezTo>
                    <a:lnTo>
                      <a:pt x="408" y="183"/>
                    </a:lnTo>
                    <a:cubicBezTo>
                      <a:pt x="408" y="183"/>
                      <a:pt x="408" y="185"/>
                      <a:pt x="409" y="188"/>
                    </a:cubicBezTo>
                    <a:cubicBezTo>
                      <a:pt x="412" y="198"/>
                      <a:pt x="414" y="203"/>
                      <a:pt x="415" y="203"/>
                    </a:cubicBezTo>
                    <a:cubicBezTo>
                      <a:pt x="415" y="203"/>
                      <a:pt x="415" y="198"/>
                      <a:pt x="414" y="188"/>
                    </a:cubicBezTo>
                    <a:cubicBezTo>
                      <a:pt x="413" y="179"/>
                      <a:pt x="412" y="174"/>
                      <a:pt x="413" y="174"/>
                    </a:cubicBezTo>
                    <a:lnTo>
                      <a:pt x="413" y="174"/>
                    </a:lnTo>
                    <a:cubicBezTo>
                      <a:pt x="413" y="174"/>
                      <a:pt x="414" y="179"/>
                      <a:pt x="416" y="188"/>
                    </a:cubicBezTo>
                    <a:cubicBezTo>
                      <a:pt x="416" y="195"/>
                      <a:pt x="418" y="202"/>
                      <a:pt x="422" y="208"/>
                    </a:cubicBezTo>
                    <a:lnTo>
                      <a:pt x="420" y="197"/>
                    </a:lnTo>
                    <a:cubicBezTo>
                      <a:pt x="418" y="187"/>
                      <a:pt x="418" y="183"/>
                      <a:pt x="419" y="183"/>
                    </a:cubicBezTo>
                    <a:lnTo>
                      <a:pt x="419" y="183"/>
                    </a:lnTo>
                    <a:cubicBezTo>
                      <a:pt x="420" y="183"/>
                      <a:pt x="421" y="185"/>
                      <a:pt x="422" y="188"/>
                    </a:cubicBezTo>
                    <a:cubicBezTo>
                      <a:pt x="422" y="193"/>
                      <a:pt x="423" y="195"/>
                      <a:pt x="424" y="195"/>
                    </a:cubicBezTo>
                    <a:cubicBezTo>
                      <a:pt x="424" y="195"/>
                      <a:pt x="425" y="193"/>
                      <a:pt x="426" y="188"/>
                    </a:cubicBezTo>
                    <a:cubicBezTo>
                      <a:pt x="427" y="188"/>
                      <a:pt x="428" y="188"/>
                      <a:pt x="428" y="188"/>
                    </a:cubicBezTo>
                    <a:cubicBezTo>
                      <a:pt x="430" y="188"/>
                      <a:pt x="431" y="190"/>
                      <a:pt x="432" y="197"/>
                    </a:cubicBezTo>
                    <a:cubicBezTo>
                      <a:pt x="432" y="207"/>
                      <a:pt x="433" y="212"/>
                      <a:pt x="433" y="212"/>
                    </a:cubicBezTo>
                    <a:cubicBezTo>
                      <a:pt x="433" y="212"/>
                      <a:pt x="433" y="207"/>
                      <a:pt x="433" y="197"/>
                    </a:cubicBezTo>
                    <a:cubicBezTo>
                      <a:pt x="434" y="192"/>
                      <a:pt x="434" y="190"/>
                      <a:pt x="434" y="190"/>
                    </a:cubicBezTo>
                    <a:cubicBezTo>
                      <a:pt x="435" y="190"/>
                      <a:pt x="436" y="192"/>
                      <a:pt x="437" y="196"/>
                    </a:cubicBezTo>
                    <a:cubicBezTo>
                      <a:pt x="438" y="201"/>
                      <a:pt x="438" y="204"/>
                      <a:pt x="439" y="204"/>
                    </a:cubicBezTo>
                    <a:cubicBezTo>
                      <a:pt x="439" y="204"/>
                      <a:pt x="439" y="201"/>
                      <a:pt x="440" y="196"/>
                    </a:cubicBezTo>
                    <a:cubicBezTo>
                      <a:pt x="440" y="177"/>
                      <a:pt x="439" y="168"/>
                      <a:pt x="437" y="168"/>
                    </a:cubicBezTo>
                    <a:cubicBezTo>
                      <a:pt x="435" y="168"/>
                      <a:pt x="435" y="168"/>
                      <a:pt x="435" y="159"/>
                    </a:cubicBezTo>
                    <a:lnTo>
                      <a:pt x="439" y="159"/>
                    </a:lnTo>
                    <a:cubicBezTo>
                      <a:pt x="440" y="158"/>
                      <a:pt x="442" y="158"/>
                      <a:pt x="445" y="149"/>
                    </a:cubicBezTo>
                    <a:cubicBezTo>
                      <a:pt x="446" y="146"/>
                      <a:pt x="447" y="142"/>
                      <a:pt x="448" y="138"/>
                    </a:cubicBezTo>
                    <a:close/>
                    <a:moveTo>
                      <a:pt x="380" y="548"/>
                    </a:moveTo>
                    <a:lnTo>
                      <a:pt x="381" y="549"/>
                    </a:lnTo>
                    <a:cubicBezTo>
                      <a:pt x="378" y="557"/>
                      <a:pt x="375" y="566"/>
                      <a:pt x="374" y="566"/>
                    </a:cubicBezTo>
                    <a:lnTo>
                      <a:pt x="372" y="566"/>
                    </a:lnTo>
                    <a:cubicBezTo>
                      <a:pt x="375" y="559"/>
                      <a:pt x="377" y="554"/>
                      <a:pt x="380" y="548"/>
                    </a:cubicBezTo>
                    <a:close/>
                    <a:moveTo>
                      <a:pt x="291" y="578"/>
                    </a:moveTo>
                    <a:lnTo>
                      <a:pt x="292" y="581"/>
                    </a:lnTo>
                    <a:cubicBezTo>
                      <a:pt x="287" y="587"/>
                      <a:pt x="281" y="593"/>
                      <a:pt x="279" y="593"/>
                    </a:cubicBezTo>
                    <a:cubicBezTo>
                      <a:pt x="279" y="593"/>
                      <a:pt x="278" y="593"/>
                      <a:pt x="278" y="593"/>
                    </a:cubicBezTo>
                    <a:lnTo>
                      <a:pt x="283" y="585"/>
                    </a:lnTo>
                    <a:lnTo>
                      <a:pt x="291" y="578"/>
                    </a:lnTo>
                    <a:close/>
                    <a:moveTo>
                      <a:pt x="570" y="584"/>
                    </a:moveTo>
                    <a:cubicBezTo>
                      <a:pt x="575" y="592"/>
                      <a:pt x="580" y="600"/>
                      <a:pt x="579" y="601"/>
                    </a:cubicBezTo>
                    <a:lnTo>
                      <a:pt x="576" y="602"/>
                    </a:lnTo>
                    <a:cubicBezTo>
                      <a:pt x="573" y="596"/>
                      <a:pt x="571" y="591"/>
                      <a:pt x="569" y="585"/>
                    </a:cubicBezTo>
                    <a:lnTo>
                      <a:pt x="570" y="584"/>
                    </a:lnTo>
                    <a:close/>
                    <a:moveTo>
                      <a:pt x="330" y="596"/>
                    </a:moveTo>
                    <a:cubicBezTo>
                      <a:pt x="331" y="597"/>
                      <a:pt x="331" y="597"/>
                      <a:pt x="328" y="605"/>
                    </a:cubicBezTo>
                    <a:cubicBezTo>
                      <a:pt x="324" y="611"/>
                      <a:pt x="321" y="617"/>
                      <a:pt x="316" y="621"/>
                    </a:cubicBezTo>
                    <a:cubicBezTo>
                      <a:pt x="315" y="620"/>
                      <a:pt x="325" y="604"/>
                      <a:pt x="330" y="596"/>
                    </a:cubicBezTo>
                    <a:close/>
                    <a:moveTo>
                      <a:pt x="381" y="609"/>
                    </a:moveTo>
                    <a:lnTo>
                      <a:pt x="383" y="610"/>
                    </a:lnTo>
                    <a:cubicBezTo>
                      <a:pt x="380" y="619"/>
                      <a:pt x="378" y="628"/>
                      <a:pt x="376" y="628"/>
                    </a:cubicBezTo>
                    <a:lnTo>
                      <a:pt x="377" y="618"/>
                    </a:lnTo>
                    <a:lnTo>
                      <a:pt x="381" y="609"/>
                    </a:lnTo>
                    <a:close/>
                    <a:moveTo>
                      <a:pt x="508" y="617"/>
                    </a:moveTo>
                    <a:cubicBezTo>
                      <a:pt x="509" y="617"/>
                      <a:pt x="510" y="619"/>
                      <a:pt x="511" y="626"/>
                    </a:cubicBezTo>
                    <a:cubicBezTo>
                      <a:pt x="514" y="634"/>
                      <a:pt x="509" y="636"/>
                      <a:pt x="508" y="637"/>
                    </a:cubicBezTo>
                    <a:cubicBezTo>
                      <a:pt x="504" y="627"/>
                      <a:pt x="505" y="618"/>
                      <a:pt x="506" y="618"/>
                    </a:cubicBezTo>
                    <a:cubicBezTo>
                      <a:pt x="507" y="617"/>
                      <a:pt x="507" y="617"/>
                      <a:pt x="508" y="617"/>
                    </a:cubicBezTo>
                    <a:close/>
                    <a:moveTo>
                      <a:pt x="464" y="72"/>
                    </a:moveTo>
                    <a:cubicBezTo>
                      <a:pt x="462" y="72"/>
                      <a:pt x="461" y="81"/>
                      <a:pt x="461" y="91"/>
                    </a:cubicBezTo>
                    <a:lnTo>
                      <a:pt x="456" y="90"/>
                    </a:lnTo>
                    <a:cubicBezTo>
                      <a:pt x="456" y="90"/>
                      <a:pt x="454" y="90"/>
                      <a:pt x="454" y="99"/>
                    </a:cubicBezTo>
                    <a:cubicBezTo>
                      <a:pt x="454" y="106"/>
                      <a:pt x="453" y="108"/>
                      <a:pt x="451" y="108"/>
                    </a:cubicBezTo>
                    <a:cubicBezTo>
                      <a:pt x="451" y="108"/>
                      <a:pt x="450" y="108"/>
                      <a:pt x="450" y="108"/>
                    </a:cubicBezTo>
                    <a:cubicBezTo>
                      <a:pt x="450" y="105"/>
                      <a:pt x="450" y="104"/>
                      <a:pt x="450" y="104"/>
                    </a:cubicBezTo>
                    <a:lnTo>
                      <a:pt x="450" y="104"/>
                    </a:lnTo>
                    <a:cubicBezTo>
                      <a:pt x="449" y="104"/>
                      <a:pt x="449" y="111"/>
                      <a:pt x="450" y="118"/>
                    </a:cubicBezTo>
                    <a:cubicBezTo>
                      <a:pt x="450" y="126"/>
                      <a:pt x="450" y="136"/>
                      <a:pt x="448" y="136"/>
                    </a:cubicBezTo>
                    <a:cubicBezTo>
                      <a:pt x="448" y="136"/>
                      <a:pt x="448" y="136"/>
                      <a:pt x="448" y="136"/>
                    </a:cubicBezTo>
                    <a:lnTo>
                      <a:pt x="448" y="136"/>
                    </a:lnTo>
                    <a:cubicBezTo>
                      <a:pt x="448" y="131"/>
                      <a:pt x="448" y="127"/>
                      <a:pt x="447" y="127"/>
                    </a:cubicBezTo>
                    <a:lnTo>
                      <a:pt x="447" y="127"/>
                    </a:lnTo>
                    <a:cubicBezTo>
                      <a:pt x="446" y="127"/>
                      <a:pt x="446" y="128"/>
                      <a:pt x="445" y="130"/>
                    </a:cubicBezTo>
                    <a:lnTo>
                      <a:pt x="443" y="121"/>
                    </a:lnTo>
                    <a:cubicBezTo>
                      <a:pt x="443" y="107"/>
                      <a:pt x="442" y="100"/>
                      <a:pt x="441" y="100"/>
                    </a:cubicBezTo>
                    <a:cubicBezTo>
                      <a:pt x="440" y="100"/>
                      <a:pt x="439" y="107"/>
                      <a:pt x="440" y="121"/>
                    </a:cubicBezTo>
                    <a:cubicBezTo>
                      <a:pt x="440" y="137"/>
                      <a:pt x="441" y="144"/>
                      <a:pt x="440" y="144"/>
                    </a:cubicBezTo>
                    <a:cubicBezTo>
                      <a:pt x="440" y="144"/>
                      <a:pt x="439" y="139"/>
                      <a:pt x="437" y="131"/>
                    </a:cubicBezTo>
                    <a:cubicBezTo>
                      <a:pt x="437" y="112"/>
                      <a:pt x="435" y="112"/>
                      <a:pt x="433" y="112"/>
                    </a:cubicBezTo>
                    <a:cubicBezTo>
                      <a:pt x="432" y="112"/>
                      <a:pt x="432" y="112"/>
                      <a:pt x="431" y="103"/>
                    </a:cubicBezTo>
                    <a:cubicBezTo>
                      <a:pt x="431" y="93"/>
                      <a:pt x="427" y="84"/>
                      <a:pt x="425" y="84"/>
                    </a:cubicBezTo>
                    <a:cubicBezTo>
                      <a:pt x="423" y="84"/>
                      <a:pt x="423" y="84"/>
                      <a:pt x="424" y="94"/>
                    </a:cubicBezTo>
                    <a:cubicBezTo>
                      <a:pt x="425" y="98"/>
                      <a:pt x="425" y="100"/>
                      <a:pt x="425" y="100"/>
                    </a:cubicBezTo>
                    <a:cubicBezTo>
                      <a:pt x="424" y="100"/>
                      <a:pt x="421" y="96"/>
                      <a:pt x="420" y="85"/>
                    </a:cubicBezTo>
                    <a:cubicBezTo>
                      <a:pt x="418" y="81"/>
                      <a:pt x="417" y="79"/>
                      <a:pt x="417" y="79"/>
                    </a:cubicBezTo>
                    <a:lnTo>
                      <a:pt x="417" y="79"/>
                    </a:lnTo>
                    <a:cubicBezTo>
                      <a:pt x="416" y="79"/>
                      <a:pt x="417" y="83"/>
                      <a:pt x="417" y="94"/>
                    </a:cubicBezTo>
                    <a:cubicBezTo>
                      <a:pt x="418" y="104"/>
                      <a:pt x="418" y="109"/>
                      <a:pt x="417" y="109"/>
                    </a:cubicBezTo>
                    <a:cubicBezTo>
                      <a:pt x="416" y="109"/>
                      <a:pt x="414" y="104"/>
                      <a:pt x="412" y="94"/>
                    </a:cubicBezTo>
                    <a:lnTo>
                      <a:pt x="407" y="95"/>
                    </a:lnTo>
                    <a:cubicBezTo>
                      <a:pt x="405" y="95"/>
                      <a:pt x="406" y="104"/>
                      <a:pt x="407" y="114"/>
                    </a:cubicBezTo>
                    <a:cubicBezTo>
                      <a:pt x="409" y="125"/>
                      <a:pt x="410" y="129"/>
                      <a:pt x="410" y="129"/>
                    </a:cubicBezTo>
                    <a:cubicBezTo>
                      <a:pt x="409" y="129"/>
                      <a:pt x="409" y="127"/>
                      <a:pt x="407" y="123"/>
                    </a:cubicBezTo>
                    <a:cubicBezTo>
                      <a:pt x="405" y="118"/>
                      <a:pt x="403" y="111"/>
                      <a:pt x="403" y="104"/>
                    </a:cubicBezTo>
                    <a:cubicBezTo>
                      <a:pt x="400" y="95"/>
                      <a:pt x="398" y="95"/>
                      <a:pt x="397" y="95"/>
                    </a:cubicBezTo>
                    <a:cubicBezTo>
                      <a:pt x="395" y="95"/>
                      <a:pt x="391" y="96"/>
                      <a:pt x="391" y="103"/>
                    </a:cubicBezTo>
                    <a:lnTo>
                      <a:pt x="391" y="103"/>
                    </a:lnTo>
                    <a:cubicBezTo>
                      <a:pt x="391" y="101"/>
                      <a:pt x="391" y="99"/>
                      <a:pt x="390" y="97"/>
                    </a:cubicBezTo>
                    <a:cubicBezTo>
                      <a:pt x="389" y="97"/>
                      <a:pt x="387" y="93"/>
                      <a:pt x="387" y="93"/>
                    </a:cubicBezTo>
                    <a:lnTo>
                      <a:pt x="387" y="93"/>
                    </a:lnTo>
                    <a:cubicBezTo>
                      <a:pt x="387" y="93"/>
                      <a:pt x="387" y="94"/>
                      <a:pt x="388" y="97"/>
                    </a:cubicBezTo>
                    <a:cubicBezTo>
                      <a:pt x="388" y="97"/>
                      <a:pt x="386" y="97"/>
                      <a:pt x="380" y="88"/>
                    </a:cubicBezTo>
                    <a:cubicBezTo>
                      <a:pt x="379" y="86"/>
                      <a:pt x="378" y="86"/>
                      <a:pt x="378" y="86"/>
                    </a:cubicBezTo>
                    <a:lnTo>
                      <a:pt x="378" y="86"/>
                    </a:lnTo>
                    <a:cubicBezTo>
                      <a:pt x="373" y="86"/>
                      <a:pt x="373" y="102"/>
                      <a:pt x="381" y="117"/>
                    </a:cubicBezTo>
                    <a:lnTo>
                      <a:pt x="380" y="117"/>
                    </a:lnTo>
                    <a:cubicBezTo>
                      <a:pt x="378" y="118"/>
                      <a:pt x="380" y="127"/>
                      <a:pt x="380" y="127"/>
                    </a:cubicBezTo>
                    <a:cubicBezTo>
                      <a:pt x="383" y="136"/>
                      <a:pt x="380" y="137"/>
                      <a:pt x="379" y="137"/>
                    </a:cubicBezTo>
                    <a:cubicBezTo>
                      <a:pt x="379" y="137"/>
                      <a:pt x="377" y="128"/>
                      <a:pt x="375" y="119"/>
                    </a:cubicBezTo>
                    <a:cubicBezTo>
                      <a:pt x="371" y="103"/>
                      <a:pt x="368" y="94"/>
                      <a:pt x="367" y="94"/>
                    </a:cubicBezTo>
                    <a:lnTo>
                      <a:pt x="367" y="94"/>
                    </a:lnTo>
                    <a:cubicBezTo>
                      <a:pt x="365" y="94"/>
                      <a:pt x="366" y="99"/>
                      <a:pt x="368" y="111"/>
                    </a:cubicBezTo>
                    <a:cubicBezTo>
                      <a:pt x="367" y="109"/>
                      <a:pt x="367" y="105"/>
                      <a:pt x="366" y="102"/>
                    </a:cubicBezTo>
                    <a:cubicBezTo>
                      <a:pt x="365" y="98"/>
                      <a:pt x="364" y="96"/>
                      <a:pt x="362" y="96"/>
                    </a:cubicBezTo>
                    <a:cubicBezTo>
                      <a:pt x="361" y="96"/>
                      <a:pt x="360" y="98"/>
                      <a:pt x="359" y="103"/>
                    </a:cubicBezTo>
                    <a:cubicBezTo>
                      <a:pt x="359" y="113"/>
                      <a:pt x="360" y="122"/>
                      <a:pt x="363" y="131"/>
                    </a:cubicBezTo>
                    <a:cubicBezTo>
                      <a:pt x="367" y="140"/>
                      <a:pt x="365" y="141"/>
                      <a:pt x="365" y="141"/>
                    </a:cubicBezTo>
                    <a:cubicBezTo>
                      <a:pt x="363" y="141"/>
                      <a:pt x="363" y="141"/>
                      <a:pt x="360" y="132"/>
                    </a:cubicBezTo>
                    <a:cubicBezTo>
                      <a:pt x="357" y="124"/>
                      <a:pt x="355" y="120"/>
                      <a:pt x="354" y="120"/>
                    </a:cubicBezTo>
                    <a:lnTo>
                      <a:pt x="354" y="120"/>
                    </a:lnTo>
                    <a:cubicBezTo>
                      <a:pt x="352" y="120"/>
                      <a:pt x="352" y="125"/>
                      <a:pt x="355" y="135"/>
                    </a:cubicBezTo>
                    <a:lnTo>
                      <a:pt x="351" y="126"/>
                    </a:lnTo>
                    <a:cubicBezTo>
                      <a:pt x="349" y="120"/>
                      <a:pt x="346" y="114"/>
                      <a:pt x="343" y="114"/>
                    </a:cubicBezTo>
                    <a:cubicBezTo>
                      <a:pt x="341" y="114"/>
                      <a:pt x="339" y="116"/>
                      <a:pt x="337" y="120"/>
                    </a:cubicBezTo>
                    <a:cubicBezTo>
                      <a:pt x="332" y="121"/>
                      <a:pt x="328" y="122"/>
                      <a:pt x="325" y="122"/>
                    </a:cubicBezTo>
                    <a:cubicBezTo>
                      <a:pt x="323" y="122"/>
                      <a:pt x="321" y="121"/>
                      <a:pt x="319" y="117"/>
                    </a:cubicBezTo>
                    <a:cubicBezTo>
                      <a:pt x="318" y="115"/>
                      <a:pt x="317" y="115"/>
                      <a:pt x="317" y="115"/>
                    </a:cubicBezTo>
                    <a:lnTo>
                      <a:pt x="317" y="115"/>
                    </a:lnTo>
                    <a:cubicBezTo>
                      <a:pt x="315" y="115"/>
                      <a:pt x="316" y="132"/>
                      <a:pt x="321" y="148"/>
                    </a:cubicBezTo>
                    <a:cubicBezTo>
                      <a:pt x="318" y="143"/>
                      <a:pt x="317" y="141"/>
                      <a:pt x="315" y="141"/>
                    </a:cubicBezTo>
                    <a:cubicBezTo>
                      <a:pt x="314" y="141"/>
                      <a:pt x="313" y="142"/>
                      <a:pt x="312" y="143"/>
                    </a:cubicBezTo>
                    <a:cubicBezTo>
                      <a:pt x="310" y="143"/>
                      <a:pt x="309" y="144"/>
                      <a:pt x="308" y="144"/>
                    </a:cubicBezTo>
                    <a:cubicBezTo>
                      <a:pt x="306" y="144"/>
                      <a:pt x="305" y="142"/>
                      <a:pt x="302" y="137"/>
                    </a:cubicBezTo>
                    <a:cubicBezTo>
                      <a:pt x="297" y="129"/>
                      <a:pt x="295" y="124"/>
                      <a:pt x="295" y="124"/>
                    </a:cubicBezTo>
                    <a:lnTo>
                      <a:pt x="295" y="124"/>
                    </a:lnTo>
                    <a:cubicBezTo>
                      <a:pt x="294" y="124"/>
                      <a:pt x="296" y="129"/>
                      <a:pt x="300" y="138"/>
                    </a:cubicBezTo>
                    <a:cubicBezTo>
                      <a:pt x="303" y="145"/>
                      <a:pt x="303" y="149"/>
                      <a:pt x="301" y="149"/>
                    </a:cubicBezTo>
                    <a:cubicBezTo>
                      <a:pt x="299" y="149"/>
                      <a:pt x="293" y="143"/>
                      <a:pt x="287" y="135"/>
                    </a:cubicBezTo>
                    <a:cubicBezTo>
                      <a:pt x="284" y="130"/>
                      <a:pt x="282" y="129"/>
                      <a:pt x="280" y="129"/>
                    </a:cubicBezTo>
                    <a:cubicBezTo>
                      <a:pt x="279" y="129"/>
                      <a:pt x="277" y="129"/>
                      <a:pt x="276" y="130"/>
                    </a:cubicBezTo>
                    <a:cubicBezTo>
                      <a:pt x="279" y="139"/>
                      <a:pt x="275" y="140"/>
                      <a:pt x="273" y="144"/>
                    </a:cubicBezTo>
                    <a:cubicBezTo>
                      <a:pt x="267" y="148"/>
                      <a:pt x="267" y="148"/>
                      <a:pt x="279" y="163"/>
                    </a:cubicBezTo>
                    <a:cubicBezTo>
                      <a:pt x="292" y="177"/>
                      <a:pt x="291" y="178"/>
                      <a:pt x="287" y="181"/>
                    </a:cubicBezTo>
                    <a:cubicBezTo>
                      <a:pt x="287" y="181"/>
                      <a:pt x="286" y="181"/>
                      <a:pt x="286" y="181"/>
                    </a:cubicBezTo>
                    <a:cubicBezTo>
                      <a:pt x="285" y="181"/>
                      <a:pt x="282" y="180"/>
                      <a:pt x="278" y="176"/>
                    </a:cubicBezTo>
                    <a:cubicBezTo>
                      <a:pt x="278" y="176"/>
                      <a:pt x="272" y="171"/>
                      <a:pt x="270" y="171"/>
                    </a:cubicBezTo>
                    <a:cubicBezTo>
                      <a:pt x="270" y="171"/>
                      <a:pt x="269" y="172"/>
                      <a:pt x="269" y="172"/>
                    </a:cubicBezTo>
                    <a:cubicBezTo>
                      <a:pt x="268" y="172"/>
                      <a:pt x="268" y="172"/>
                      <a:pt x="267" y="172"/>
                    </a:cubicBezTo>
                    <a:cubicBezTo>
                      <a:pt x="265" y="172"/>
                      <a:pt x="263" y="171"/>
                      <a:pt x="259" y="167"/>
                    </a:cubicBezTo>
                    <a:cubicBezTo>
                      <a:pt x="259" y="167"/>
                      <a:pt x="255" y="164"/>
                      <a:pt x="251" y="164"/>
                    </a:cubicBezTo>
                    <a:cubicBezTo>
                      <a:pt x="250" y="164"/>
                      <a:pt x="249" y="164"/>
                      <a:pt x="248" y="165"/>
                    </a:cubicBezTo>
                    <a:cubicBezTo>
                      <a:pt x="246" y="166"/>
                      <a:pt x="244" y="168"/>
                      <a:pt x="242" y="168"/>
                    </a:cubicBezTo>
                    <a:cubicBezTo>
                      <a:pt x="240" y="168"/>
                      <a:pt x="238" y="167"/>
                      <a:pt x="235" y="164"/>
                    </a:cubicBezTo>
                    <a:lnTo>
                      <a:pt x="235" y="164"/>
                    </a:lnTo>
                    <a:cubicBezTo>
                      <a:pt x="233" y="166"/>
                      <a:pt x="233" y="166"/>
                      <a:pt x="240" y="172"/>
                    </a:cubicBezTo>
                    <a:cubicBezTo>
                      <a:pt x="247" y="178"/>
                      <a:pt x="251" y="185"/>
                      <a:pt x="239" y="185"/>
                    </a:cubicBezTo>
                    <a:cubicBezTo>
                      <a:pt x="237" y="188"/>
                      <a:pt x="233" y="194"/>
                      <a:pt x="240" y="200"/>
                    </a:cubicBezTo>
                    <a:cubicBezTo>
                      <a:pt x="240" y="200"/>
                      <a:pt x="240" y="201"/>
                      <a:pt x="239" y="201"/>
                    </a:cubicBezTo>
                    <a:cubicBezTo>
                      <a:pt x="238" y="201"/>
                      <a:pt x="237" y="199"/>
                      <a:pt x="232" y="195"/>
                    </a:cubicBezTo>
                    <a:cubicBezTo>
                      <a:pt x="226" y="191"/>
                      <a:pt x="222" y="189"/>
                      <a:pt x="220" y="189"/>
                    </a:cubicBezTo>
                    <a:lnTo>
                      <a:pt x="220" y="189"/>
                    </a:lnTo>
                    <a:cubicBezTo>
                      <a:pt x="217" y="189"/>
                      <a:pt x="219" y="194"/>
                      <a:pt x="227" y="202"/>
                    </a:cubicBezTo>
                    <a:cubicBezTo>
                      <a:pt x="232" y="205"/>
                      <a:pt x="233" y="208"/>
                      <a:pt x="231" y="208"/>
                    </a:cubicBezTo>
                    <a:cubicBezTo>
                      <a:pt x="230" y="208"/>
                      <a:pt x="228" y="207"/>
                      <a:pt x="225" y="205"/>
                    </a:cubicBezTo>
                    <a:lnTo>
                      <a:pt x="225" y="205"/>
                    </a:lnTo>
                    <a:cubicBezTo>
                      <a:pt x="225" y="205"/>
                      <a:pt x="223" y="208"/>
                      <a:pt x="230" y="214"/>
                    </a:cubicBezTo>
                    <a:cubicBezTo>
                      <a:pt x="234" y="218"/>
                      <a:pt x="236" y="220"/>
                      <a:pt x="234" y="220"/>
                    </a:cubicBezTo>
                    <a:cubicBezTo>
                      <a:pt x="232" y="220"/>
                      <a:pt x="230" y="220"/>
                      <a:pt x="226" y="219"/>
                    </a:cubicBezTo>
                    <a:cubicBezTo>
                      <a:pt x="222" y="216"/>
                      <a:pt x="219" y="216"/>
                      <a:pt x="218" y="216"/>
                    </a:cubicBezTo>
                    <a:cubicBezTo>
                      <a:pt x="217" y="216"/>
                      <a:pt x="216" y="216"/>
                      <a:pt x="216" y="218"/>
                    </a:cubicBezTo>
                    <a:cubicBezTo>
                      <a:pt x="220" y="225"/>
                      <a:pt x="212" y="243"/>
                      <a:pt x="202" y="243"/>
                    </a:cubicBezTo>
                    <a:cubicBezTo>
                      <a:pt x="202" y="243"/>
                      <a:pt x="201" y="243"/>
                      <a:pt x="201" y="243"/>
                    </a:cubicBezTo>
                    <a:lnTo>
                      <a:pt x="201" y="243"/>
                    </a:lnTo>
                    <a:cubicBezTo>
                      <a:pt x="209" y="249"/>
                      <a:pt x="209" y="249"/>
                      <a:pt x="208" y="251"/>
                    </a:cubicBezTo>
                    <a:cubicBezTo>
                      <a:pt x="202" y="249"/>
                      <a:pt x="199" y="248"/>
                      <a:pt x="198" y="248"/>
                    </a:cubicBezTo>
                    <a:lnTo>
                      <a:pt x="198" y="248"/>
                    </a:lnTo>
                    <a:cubicBezTo>
                      <a:pt x="195" y="248"/>
                      <a:pt x="203" y="253"/>
                      <a:pt x="214" y="258"/>
                    </a:cubicBezTo>
                    <a:lnTo>
                      <a:pt x="216" y="257"/>
                    </a:lnTo>
                    <a:lnTo>
                      <a:pt x="217" y="255"/>
                    </a:lnTo>
                    <a:cubicBezTo>
                      <a:pt x="227" y="259"/>
                      <a:pt x="230" y="263"/>
                      <a:pt x="225" y="263"/>
                    </a:cubicBezTo>
                    <a:cubicBezTo>
                      <a:pt x="222" y="263"/>
                      <a:pt x="216" y="261"/>
                      <a:pt x="205" y="257"/>
                    </a:cubicBezTo>
                    <a:cubicBezTo>
                      <a:pt x="198" y="254"/>
                      <a:pt x="193" y="252"/>
                      <a:pt x="192" y="252"/>
                    </a:cubicBezTo>
                    <a:lnTo>
                      <a:pt x="192" y="252"/>
                    </a:lnTo>
                    <a:cubicBezTo>
                      <a:pt x="190" y="252"/>
                      <a:pt x="194" y="255"/>
                      <a:pt x="203" y="260"/>
                    </a:cubicBezTo>
                    <a:cubicBezTo>
                      <a:pt x="214" y="266"/>
                      <a:pt x="217" y="268"/>
                      <a:pt x="214" y="268"/>
                    </a:cubicBezTo>
                    <a:cubicBezTo>
                      <a:pt x="212" y="268"/>
                      <a:pt x="208" y="267"/>
                      <a:pt x="201" y="266"/>
                    </a:cubicBezTo>
                    <a:cubicBezTo>
                      <a:pt x="192" y="263"/>
                      <a:pt x="188" y="261"/>
                      <a:pt x="187" y="261"/>
                    </a:cubicBezTo>
                    <a:lnTo>
                      <a:pt x="187" y="261"/>
                    </a:lnTo>
                    <a:cubicBezTo>
                      <a:pt x="187" y="261"/>
                      <a:pt x="191" y="263"/>
                      <a:pt x="200" y="267"/>
                    </a:cubicBezTo>
                    <a:cubicBezTo>
                      <a:pt x="222" y="279"/>
                      <a:pt x="232" y="286"/>
                      <a:pt x="227" y="286"/>
                    </a:cubicBezTo>
                    <a:cubicBezTo>
                      <a:pt x="224" y="286"/>
                      <a:pt x="217" y="284"/>
                      <a:pt x="204" y="279"/>
                    </a:cubicBezTo>
                    <a:cubicBezTo>
                      <a:pt x="192" y="275"/>
                      <a:pt x="183" y="274"/>
                      <a:pt x="179" y="274"/>
                    </a:cubicBezTo>
                    <a:cubicBezTo>
                      <a:pt x="177" y="274"/>
                      <a:pt x="176" y="274"/>
                      <a:pt x="176" y="275"/>
                    </a:cubicBezTo>
                    <a:cubicBezTo>
                      <a:pt x="175" y="277"/>
                      <a:pt x="184" y="279"/>
                      <a:pt x="193" y="283"/>
                    </a:cubicBezTo>
                    <a:cubicBezTo>
                      <a:pt x="207" y="285"/>
                      <a:pt x="210" y="287"/>
                      <a:pt x="204" y="287"/>
                    </a:cubicBezTo>
                    <a:cubicBezTo>
                      <a:pt x="201" y="287"/>
                      <a:pt x="197" y="287"/>
                      <a:pt x="192" y="286"/>
                    </a:cubicBezTo>
                    <a:cubicBezTo>
                      <a:pt x="188" y="286"/>
                      <a:pt x="184" y="285"/>
                      <a:pt x="181" y="285"/>
                    </a:cubicBezTo>
                    <a:cubicBezTo>
                      <a:pt x="164" y="285"/>
                      <a:pt x="164" y="291"/>
                      <a:pt x="179" y="301"/>
                    </a:cubicBezTo>
                    <a:cubicBezTo>
                      <a:pt x="189" y="308"/>
                      <a:pt x="192" y="314"/>
                      <a:pt x="188" y="314"/>
                    </a:cubicBezTo>
                    <a:cubicBezTo>
                      <a:pt x="186" y="314"/>
                      <a:pt x="182" y="312"/>
                      <a:pt x="176" y="308"/>
                    </a:cubicBezTo>
                    <a:cubicBezTo>
                      <a:pt x="167" y="304"/>
                      <a:pt x="163" y="301"/>
                      <a:pt x="162" y="301"/>
                    </a:cubicBezTo>
                    <a:lnTo>
                      <a:pt x="162" y="301"/>
                    </a:lnTo>
                    <a:cubicBezTo>
                      <a:pt x="162" y="301"/>
                      <a:pt x="164" y="303"/>
                      <a:pt x="167" y="306"/>
                    </a:cubicBezTo>
                    <a:cubicBezTo>
                      <a:pt x="166" y="311"/>
                      <a:pt x="165" y="315"/>
                      <a:pt x="164" y="316"/>
                    </a:cubicBezTo>
                    <a:cubicBezTo>
                      <a:pt x="164" y="318"/>
                      <a:pt x="172" y="323"/>
                      <a:pt x="182" y="324"/>
                    </a:cubicBezTo>
                    <a:cubicBezTo>
                      <a:pt x="179" y="324"/>
                      <a:pt x="177" y="324"/>
                      <a:pt x="175" y="324"/>
                    </a:cubicBezTo>
                    <a:cubicBezTo>
                      <a:pt x="160" y="324"/>
                      <a:pt x="155" y="327"/>
                      <a:pt x="171" y="333"/>
                    </a:cubicBezTo>
                    <a:cubicBezTo>
                      <a:pt x="171" y="335"/>
                      <a:pt x="170" y="338"/>
                      <a:pt x="170" y="338"/>
                    </a:cubicBezTo>
                    <a:cubicBezTo>
                      <a:pt x="170" y="340"/>
                      <a:pt x="170" y="340"/>
                      <a:pt x="179" y="343"/>
                    </a:cubicBezTo>
                    <a:cubicBezTo>
                      <a:pt x="189" y="345"/>
                      <a:pt x="179" y="346"/>
                      <a:pt x="168" y="348"/>
                    </a:cubicBezTo>
                    <a:cubicBezTo>
                      <a:pt x="160" y="349"/>
                      <a:pt x="149" y="351"/>
                      <a:pt x="160" y="351"/>
                    </a:cubicBezTo>
                    <a:cubicBezTo>
                      <a:pt x="168" y="353"/>
                      <a:pt x="177" y="357"/>
                      <a:pt x="186" y="360"/>
                    </a:cubicBezTo>
                    <a:cubicBezTo>
                      <a:pt x="192" y="361"/>
                      <a:pt x="191" y="362"/>
                      <a:pt x="187" y="362"/>
                    </a:cubicBezTo>
                    <a:cubicBezTo>
                      <a:pt x="184" y="362"/>
                      <a:pt x="181" y="362"/>
                      <a:pt x="177" y="361"/>
                    </a:cubicBezTo>
                    <a:cubicBezTo>
                      <a:pt x="176" y="361"/>
                      <a:pt x="174" y="361"/>
                      <a:pt x="172" y="361"/>
                    </a:cubicBezTo>
                    <a:cubicBezTo>
                      <a:pt x="167" y="361"/>
                      <a:pt x="162" y="362"/>
                      <a:pt x="157" y="364"/>
                    </a:cubicBezTo>
                    <a:cubicBezTo>
                      <a:pt x="157" y="367"/>
                      <a:pt x="157" y="371"/>
                      <a:pt x="166" y="371"/>
                    </a:cubicBezTo>
                    <a:cubicBezTo>
                      <a:pt x="175" y="371"/>
                      <a:pt x="174" y="383"/>
                      <a:pt x="166" y="386"/>
                    </a:cubicBezTo>
                    <a:cubicBezTo>
                      <a:pt x="166" y="386"/>
                      <a:pt x="166" y="388"/>
                      <a:pt x="166" y="390"/>
                    </a:cubicBezTo>
                    <a:cubicBezTo>
                      <a:pt x="166" y="392"/>
                      <a:pt x="175" y="395"/>
                      <a:pt x="175" y="397"/>
                    </a:cubicBezTo>
                    <a:cubicBezTo>
                      <a:pt x="175" y="397"/>
                      <a:pt x="175" y="399"/>
                      <a:pt x="185" y="400"/>
                    </a:cubicBezTo>
                    <a:cubicBezTo>
                      <a:pt x="185" y="402"/>
                      <a:pt x="185" y="404"/>
                      <a:pt x="176" y="405"/>
                    </a:cubicBezTo>
                    <a:cubicBezTo>
                      <a:pt x="195" y="406"/>
                      <a:pt x="195" y="405"/>
                      <a:pt x="176" y="409"/>
                    </a:cubicBezTo>
                    <a:cubicBezTo>
                      <a:pt x="157" y="410"/>
                      <a:pt x="157" y="410"/>
                      <a:pt x="176" y="411"/>
                    </a:cubicBezTo>
                    <a:cubicBezTo>
                      <a:pt x="185" y="413"/>
                      <a:pt x="185" y="413"/>
                      <a:pt x="176" y="415"/>
                    </a:cubicBezTo>
                    <a:cubicBezTo>
                      <a:pt x="169" y="416"/>
                      <a:pt x="168" y="417"/>
                      <a:pt x="172" y="417"/>
                    </a:cubicBezTo>
                    <a:cubicBezTo>
                      <a:pt x="173" y="417"/>
                      <a:pt x="175" y="417"/>
                      <a:pt x="176" y="417"/>
                    </a:cubicBezTo>
                    <a:cubicBezTo>
                      <a:pt x="195" y="417"/>
                      <a:pt x="205" y="422"/>
                      <a:pt x="186" y="425"/>
                    </a:cubicBezTo>
                    <a:cubicBezTo>
                      <a:pt x="186" y="425"/>
                      <a:pt x="186" y="426"/>
                      <a:pt x="195" y="427"/>
                    </a:cubicBezTo>
                    <a:cubicBezTo>
                      <a:pt x="202" y="427"/>
                      <a:pt x="207" y="426"/>
                      <a:pt x="209" y="426"/>
                    </a:cubicBezTo>
                    <a:cubicBezTo>
                      <a:pt x="212" y="426"/>
                      <a:pt x="207" y="427"/>
                      <a:pt x="195" y="429"/>
                    </a:cubicBezTo>
                    <a:cubicBezTo>
                      <a:pt x="181" y="433"/>
                      <a:pt x="178" y="435"/>
                      <a:pt x="188" y="435"/>
                    </a:cubicBezTo>
                    <a:cubicBezTo>
                      <a:pt x="191" y="435"/>
                      <a:pt x="193" y="435"/>
                      <a:pt x="196" y="435"/>
                    </a:cubicBezTo>
                    <a:cubicBezTo>
                      <a:pt x="196" y="435"/>
                      <a:pt x="207" y="435"/>
                      <a:pt x="198" y="438"/>
                    </a:cubicBezTo>
                    <a:cubicBezTo>
                      <a:pt x="191" y="443"/>
                      <a:pt x="186" y="454"/>
                      <a:pt x="194" y="454"/>
                    </a:cubicBezTo>
                    <a:cubicBezTo>
                      <a:pt x="195" y="454"/>
                      <a:pt x="198" y="453"/>
                      <a:pt x="201" y="452"/>
                    </a:cubicBezTo>
                    <a:lnTo>
                      <a:pt x="201" y="456"/>
                    </a:lnTo>
                    <a:cubicBezTo>
                      <a:pt x="193" y="462"/>
                      <a:pt x="193" y="464"/>
                      <a:pt x="203" y="464"/>
                    </a:cubicBezTo>
                    <a:lnTo>
                      <a:pt x="212" y="463"/>
                    </a:lnTo>
                    <a:lnTo>
                      <a:pt x="212" y="463"/>
                    </a:lnTo>
                    <a:cubicBezTo>
                      <a:pt x="203" y="465"/>
                      <a:pt x="195" y="471"/>
                      <a:pt x="195" y="472"/>
                    </a:cubicBezTo>
                    <a:cubicBezTo>
                      <a:pt x="195" y="473"/>
                      <a:pt x="195" y="474"/>
                      <a:pt x="196" y="474"/>
                    </a:cubicBezTo>
                    <a:cubicBezTo>
                      <a:pt x="198" y="474"/>
                      <a:pt x="200" y="473"/>
                      <a:pt x="204" y="472"/>
                    </a:cubicBezTo>
                    <a:cubicBezTo>
                      <a:pt x="209" y="469"/>
                      <a:pt x="211" y="468"/>
                      <a:pt x="212" y="468"/>
                    </a:cubicBezTo>
                    <a:cubicBezTo>
                      <a:pt x="214" y="468"/>
                      <a:pt x="214" y="470"/>
                      <a:pt x="214" y="471"/>
                    </a:cubicBezTo>
                    <a:cubicBezTo>
                      <a:pt x="214" y="473"/>
                      <a:pt x="205" y="478"/>
                      <a:pt x="196" y="481"/>
                    </a:cubicBezTo>
                    <a:lnTo>
                      <a:pt x="198" y="482"/>
                    </a:lnTo>
                    <a:cubicBezTo>
                      <a:pt x="206" y="479"/>
                      <a:pt x="210" y="479"/>
                      <a:pt x="212" y="479"/>
                    </a:cubicBezTo>
                    <a:lnTo>
                      <a:pt x="212" y="479"/>
                    </a:lnTo>
                    <a:cubicBezTo>
                      <a:pt x="214" y="479"/>
                      <a:pt x="212" y="480"/>
                      <a:pt x="208" y="481"/>
                    </a:cubicBezTo>
                    <a:cubicBezTo>
                      <a:pt x="199" y="487"/>
                      <a:pt x="200" y="488"/>
                      <a:pt x="201" y="490"/>
                    </a:cubicBezTo>
                    <a:cubicBezTo>
                      <a:pt x="203" y="489"/>
                      <a:pt x="204" y="489"/>
                      <a:pt x="205" y="489"/>
                    </a:cubicBezTo>
                    <a:lnTo>
                      <a:pt x="205" y="489"/>
                    </a:lnTo>
                    <a:cubicBezTo>
                      <a:pt x="206" y="489"/>
                      <a:pt x="203" y="490"/>
                      <a:pt x="202" y="490"/>
                    </a:cubicBezTo>
                    <a:cubicBezTo>
                      <a:pt x="201" y="490"/>
                      <a:pt x="201" y="490"/>
                      <a:pt x="201" y="490"/>
                    </a:cubicBezTo>
                    <a:lnTo>
                      <a:pt x="192" y="493"/>
                    </a:lnTo>
                    <a:cubicBezTo>
                      <a:pt x="189" y="495"/>
                      <a:pt x="188" y="496"/>
                      <a:pt x="189" y="496"/>
                    </a:cubicBezTo>
                    <a:cubicBezTo>
                      <a:pt x="190" y="496"/>
                      <a:pt x="195" y="494"/>
                      <a:pt x="201" y="492"/>
                    </a:cubicBezTo>
                    <a:lnTo>
                      <a:pt x="203" y="496"/>
                    </a:lnTo>
                    <a:cubicBezTo>
                      <a:pt x="203" y="497"/>
                      <a:pt x="204" y="498"/>
                      <a:pt x="205" y="498"/>
                    </a:cubicBezTo>
                    <a:cubicBezTo>
                      <a:pt x="206" y="498"/>
                      <a:pt x="209" y="497"/>
                      <a:pt x="212" y="494"/>
                    </a:cubicBezTo>
                    <a:cubicBezTo>
                      <a:pt x="219" y="492"/>
                      <a:pt x="227" y="488"/>
                      <a:pt x="229" y="488"/>
                    </a:cubicBezTo>
                    <a:cubicBezTo>
                      <a:pt x="230" y="488"/>
                      <a:pt x="230" y="488"/>
                      <a:pt x="230" y="489"/>
                    </a:cubicBezTo>
                    <a:cubicBezTo>
                      <a:pt x="233" y="488"/>
                      <a:pt x="234" y="488"/>
                      <a:pt x="234" y="488"/>
                    </a:cubicBezTo>
                    <a:lnTo>
                      <a:pt x="234" y="488"/>
                    </a:lnTo>
                    <a:cubicBezTo>
                      <a:pt x="235" y="488"/>
                      <a:pt x="232" y="489"/>
                      <a:pt x="231" y="489"/>
                    </a:cubicBezTo>
                    <a:cubicBezTo>
                      <a:pt x="230" y="489"/>
                      <a:pt x="230" y="489"/>
                      <a:pt x="230" y="489"/>
                    </a:cubicBezTo>
                    <a:cubicBezTo>
                      <a:pt x="222" y="492"/>
                      <a:pt x="213" y="496"/>
                      <a:pt x="214" y="498"/>
                    </a:cubicBezTo>
                    <a:cubicBezTo>
                      <a:pt x="214" y="500"/>
                      <a:pt x="205" y="503"/>
                      <a:pt x="205" y="503"/>
                    </a:cubicBezTo>
                    <a:cubicBezTo>
                      <a:pt x="191" y="508"/>
                      <a:pt x="196" y="512"/>
                      <a:pt x="204" y="512"/>
                    </a:cubicBezTo>
                    <a:cubicBezTo>
                      <a:pt x="205" y="512"/>
                      <a:pt x="207" y="512"/>
                      <a:pt x="209" y="511"/>
                    </a:cubicBezTo>
                    <a:cubicBezTo>
                      <a:pt x="216" y="510"/>
                      <a:pt x="220" y="509"/>
                      <a:pt x="222" y="509"/>
                    </a:cubicBezTo>
                    <a:lnTo>
                      <a:pt x="222" y="509"/>
                    </a:lnTo>
                    <a:cubicBezTo>
                      <a:pt x="226" y="509"/>
                      <a:pt x="222" y="511"/>
                      <a:pt x="211" y="517"/>
                    </a:cubicBezTo>
                    <a:cubicBezTo>
                      <a:pt x="205" y="520"/>
                      <a:pt x="204" y="521"/>
                      <a:pt x="205" y="521"/>
                    </a:cubicBezTo>
                    <a:cubicBezTo>
                      <a:pt x="208" y="521"/>
                      <a:pt x="222" y="516"/>
                      <a:pt x="239" y="509"/>
                    </a:cubicBezTo>
                    <a:lnTo>
                      <a:pt x="265" y="498"/>
                    </a:lnTo>
                    <a:lnTo>
                      <a:pt x="239" y="511"/>
                    </a:lnTo>
                    <a:cubicBezTo>
                      <a:pt x="216" y="525"/>
                      <a:pt x="210" y="529"/>
                      <a:pt x="214" y="529"/>
                    </a:cubicBezTo>
                    <a:cubicBezTo>
                      <a:pt x="216" y="529"/>
                      <a:pt x="220" y="528"/>
                      <a:pt x="226" y="527"/>
                    </a:cubicBezTo>
                    <a:cubicBezTo>
                      <a:pt x="229" y="527"/>
                      <a:pt x="232" y="526"/>
                      <a:pt x="233" y="526"/>
                    </a:cubicBezTo>
                    <a:cubicBezTo>
                      <a:pt x="236" y="526"/>
                      <a:pt x="234" y="527"/>
                      <a:pt x="228" y="530"/>
                    </a:cubicBezTo>
                    <a:cubicBezTo>
                      <a:pt x="220" y="535"/>
                      <a:pt x="221" y="537"/>
                      <a:pt x="225" y="541"/>
                    </a:cubicBezTo>
                    <a:cubicBezTo>
                      <a:pt x="226" y="545"/>
                      <a:pt x="228" y="546"/>
                      <a:pt x="230" y="546"/>
                    </a:cubicBezTo>
                    <a:cubicBezTo>
                      <a:pt x="231" y="546"/>
                      <a:pt x="234" y="546"/>
                      <a:pt x="237" y="544"/>
                    </a:cubicBezTo>
                    <a:lnTo>
                      <a:pt x="239" y="547"/>
                    </a:lnTo>
                    <a:cubicBezTo>
                      <a:pt x="232" y="553"/>
                      <a:pt x="231" y="555"/>
                      <a:pt x="233" y="555"/>
                    </a:cubicBezTo>
                    <a:cubicBezTo>
                      <a:pt x="235" y="555"/>
                      <a:pt x="241" y="552"/>
                      <a:pt x="249" y="545"/>
                    </a:cubicBezTo>
                    <a:lnTo>
                      <a:pt x="250" y="548"/>
                    </a:lnTo>
                    <a:lnTo>
                      <a:pt x="244" y="554"/>
                    </a:lnTo>
                    <a:cubicBezTo>
                      <a:pt x="236" y="558"/>
                      <a:pt x="237" y="563"/>
                      <a:pt x="247" y="576"/>
                    </a:cubicBezTo>
                    <a:cubicBezTo>
                      <a:pt x="254" y="583"/>
                      <a:pt x="258" y="586"/>
                      <a:pt x="261" y="586"/>
                    </a:cubicBezTo>
                    <a:cubicBezTo>
                      <a:pt x="265" y="586"/>
                      <a:pt x="268" y="583"/>
                      <a:pt x="275" y="576"/>
                    </a:cubicBezTo>
                    <a:cubicBezTo>
                      <a:pt x="282" y="571"/>
                      <a:pt x="285" y="568"/>
                      <a:pt x="286" y="568"/>
                    </a:cubicBezTo>
                    <a:lnTo>
                      <a:pt x="286" y="568"/>
                    </a:lnTo>
                    <a:cubicBezTo>
                      <a:pt x="287" y="568"/>
                      <a:pt x="284" y="572"/>
                      <a:pt x="277" y="580"/>
                    </a:cubicBezTo>
                    <a:cubicBezTo>
                      <a:pt x="273" y="584"/>
                      <a:pt x="269" y="590"/>
                      <a:pt x="270" y="590"/>
                    </a:cubicBezTo>
                    <a:cubicBezTo>
                      <a:pt x="270" y="590"/>
                      <a:pt x="271" y="589"/>
                      <a:pt x="273" y="587"/>
                    </a:cubicBezTo>
                    <a:lnTo>
                      <a:pt x="273" y="587"/>
                    </a:lnTo>
                    <a:cubicBezTo>
                      <a:pt x="273" y="587"/>
                      <a:pt x="275" y="591"/>
                      <a:pt x="270" y="599"/>
                    </a:cubicBezTo>
                    <a:cubicBezTo>
                      <a:pt x="266" y="608"/>
                      <a:pt x="267" y="612"/>
                      <a:pt x="268" y="612"/>
                    </a:cubicBezTo>
                    <a:cubicBezTo>
                      <a:pt x="270" y="612"/>
                      <a:pt x="273" y="609"/>
                      <a:pt x="276" y="605"/>
                    </a:cubicBezTo>
                    <a:cubicBezTo>
                      <a:pt x="281" y="598"/>
                      <a:pt x="283" y="596"/>
                      <a:pt x="283" y="596"/>
                    </a:cubicBezTo>
                    <a:lnTo>
                      <a:pt x="283" y="596"/>
                    </a:lnTo>
                    <a:cubicBezTo>
                      <a:pt x="284" y="596"/>
                      <a:pt x="281" y="601"/>
                      <a:pt x="278" y="606"/>
                    </a:cubicBezTo>
                    <a:cubicBezTo>
                      <a:pt x="275" y="613"/>
                      <a:pt x="272" y="620"/>
                      <a:pt x="272" y="620"/>
                    </a:cubicBezTo>
                    <a:cubicBezTo>
                      <a:pt x="273" y="620"/>
                      <a:pt x="273" y="619"/>
                      <a:pt x="275" y="617"/>
                    </a:cubicBezTo>
                    <a:cubicBezTo>
                      <a:pt x="278" y="614"/>
                      <a:pt x="283" y="613"/>
                      <a:pt x="286" y="613"/>
                    </a:cubicBezTo>
                    <a:cubicBezTo>
                      <a:pt x="291" y="613"/>
                      <a:pt x="294" y="616"/>
                      <a:pt x="287" y="626"/>
                    </a:cubicBezTo>
                    <a:lnTo>
                      <a:pt x="291" y="628"/>
                    </a:lnTo>
                    <a:cubicBezTo>
                      <a:pt x="294" y="624"/>
                      <a:pt x="296" y="622"/>
                      <a:pt x="298" y="622"/>
                    </a:cubicBezTo>
                    <a:cubicBezTo>
                      <a:pt x="300" y="622"/>
                      <a:pt x="301" y="623"/>
                      <a:pt x="303" y="624"/>
                    </a:cubicBezTo>
                    <a:cubicBezTo>
                      <a:pt x="306" y="627"/>
                      <a:pt x="309" y="628"/>
                      <a:pt x="304" y="636"/>
                    </a:cubicBezTo>
                    <a:cubicBezTo>
                      <a:pt x="300" y="639"/>
                      <a:pt x="299" y="641"/>
                      <a:pt x="301" y="641"/>
                    </a:cubicBezTo>
                    <a:cubicBezTo>
                      <a:pt x="302" y="641"/>
                      <a:pt x="304" y="640"/>
                      <a:pt x="307" y="638"/>
                    </a:cubicBezTo>
                    <a:cubicBezTo>
                      <a:pt x="308" y="638"/>
                      <a:pt x="308" y="638"/>
                      <a:pt x="308" y="638"/>
                    </a:cubicBezTo>
                    <a:cubicBezTo>
                      <a:pt x="310" y="638"/>
                      <a:pt x="319" y="624"/>
                      <a:pt x="321" y="624"/>
                    </a:cubicBezTo>
                    <a:cubicBezTo>
                      <a:pt x="321" y="624"/>
                      <a:pt x="321" y="624"/>
                      <a:pt x="321" y="624"/>
                    </a:cubicBezTo>
                    <a:cubicBezTo>
                      <a:pt x="325" y="617"/>
                      <a:pt x="331" y="610"/>
                      <a:pt x="333" y="610"/>
                    </a:cubicBezTo>
                    <a:cubicBezTo>
                      <a:pt x="333" y="610"/>
                      <a:pt x="333" y="610"/>
                      <a:pt x="333" y="610"/>
                    </a:cubicBezTo>
                    <a:lnTo>
                      <a:pt x="329" y="619"/>
                    </a:lnTo>
                    <a:lnTo>
                      <a:pt x="321" y="636"/>
                    </a:lnTo>
                    <a:cubicBezTo>
                      <a:pt x="321" y="636"/>
                      <a:pt x="322" y="636"/>
                      <a:pt x="322" y="636"/>
                    </a:cubicBezTo>
                    <a:cubicBezTo>
                      <a:pt x="324" y="636"/>
                      <a:pt x="325" y="635"/>
                      <a:pt x="328" y="629"/>
                    </a:cubicBezTo>
                    <a:lnTo>
                      <a:pt x="328" y="629"/>
                    </a:lnTo>
                    <a:cubicBezTo>
                      <a:pt x="325" y="639"/>
                      <a:pt x="328" y="640"/>
                      <a:pt x="331" y="641"/>
                    </a:cubicBezTo>
                    <a:cubicBezTo>
                      <a:pt x="333" y="642"/>
                      <a:pt x="334" y="642"/>
                      <a:pt x="335" y="642"/>
                    </a:cubicBezTo>
                    <a:cubicBezTo>
                      <a:pt x="338" y="642"/>
                      <a:pt x="341" y="641"/>
                      <a:pt x="344" y="636"/>
                    </a:cubicBezTo>
                    <a:lnTo>
                      <a:pt x="344" y="636"/>
                    </a:lnTo>
                    <a:cubicBezTo>
                      <a:pt x="342" y="646"/>
                      <a:pt x="345" y="652"/>
                      <a:pt x="349" y="652"/>
                    </a:cubicBezTo>
                    <a:cubicBezTo>
                      <a:pt x="353" y="652"/>
                      <a:pt x="357" y="648"/>
                      <a:pt x="360" y="641"/>
                    </a:cubicBezTo>
                    <a:cubicBezTo>
                      <a:pt x="361" y="637"/>
                      <a:pt x="362" y="635"/>
                      <a:pt x="363" y="635"/>
                    </a:cubicBezTo>
                    <a:cubicBezTo>
                      <a:pt x="364" y="635"/>
                      <a:pt x="364" y="638"/>
                      <a:pt x="363" y="642"/>
                    </a:cubicBezTo>
                    <a:cubicBezTo>
                      <a:pt x="363" y="648"/>
                      <a:pt x="363" y="650"/>
                      <a:pt x="363" y="650"/>
                    </a:cubicBezTo>
                    <a:cubicBezTo>
                      <a:pt x="364" y="650"/>
                      <a:pt x="365" y="648"/>
                      <a:pt x="368" y="645"/>
                    </a:cubicBezTo>
                    <a:cubicBezTo>
                      <a:pt x="369" y="642"/>
                      <a:pt x="370" y="641"/>
                      <a:pt x="370" y="641"/>
                    </a:cubicBezTo>
                    <a:lnTo>
                      <a:pt x="370" y="641"/>
                    </a:lnTo>
                    <a:cubicBezTo>
                      <a:pt x="372" y="641"/>
                      <a:pt x="371" y="648"/>
                      <a:pt x="370" y="656"/>
                    </a:cubicBezTo>
                    <a:cubicBezTo>
                      <a:pt x="369" y="667"/>
                      <a:pt x="369" y="672"/>
                      <a:pt x="371" y="672"/>
                    </a:cubicBezTo>
                    <a:cubicBezTo>
                      <a:pt x="372" y="672"/>
                      <a:pt x="373" y="670"/>
                      <a:pt x="375" y="667"/>
                    </a:cubicBezTo>
                    <a:cubicBezTo>
                      <a:pt x="379" y="661"/>
                      <a:pt x="383" y="660"/>
                      <a:pt x="385" y="660"/>
                    </a:cubicBezTo>
                    <a:cubicBezTo>
                      <a:pt x="386" y="660"/>
                      <a:pt x="387" y="660"/>
                      <a:pt x="387" y="660"/>
                    </a:cubicBezTo>
                    <a:cubicBezTo>
                      <a:pt x="393" y="651"/>
                      <a:pt x="395" y="651"/>
                      <a:pt x="395" y="642"/>
                    </a:cubicBezTo>
                    <a:cubicBezTo>
                      <a:pt x="396" y="636"/>
                      <a:pt x="397" y="630"/>
                      <a:pt x="399" y="624"/>
                    </a:cubicBezTo>
                    <a:cubicBezTo>
                      <a:pt x="401" y="621"/>
                      <a:pt x="402" y="620"/>
                      <a:pt x="403" y="620"/>
                    </a:cubicBezTo>
                    <a:lnTo>
                      <a:pt x="403" y="620"/>
                    </a:lnTo>
                    <a:cubicBezTo>
                      <a:pt x="404" y="620"/>
                      <a:pt x="402" y="624"/>
                      <a:pt x="402" y="624"/>
                    </a:cubicBezTo>
                    <a:cubicBezTo>
                      <a:pt x="396" y="633"/>
                      <a:pt x="398" y="633"/>
                      <a:pt x="398" y="642"/>
                    </a:cubicBezTo>
                    <a:cubicBezTo>
                      <a:pt x="398" y="652"/>
                      <a:pt x="403" y="652"/>
                      <a:pt x="405" y="654"/>
                    </a:cubicBezTo>
                    <a:lnTo>
                      <a:pt x="413" y="655"/>
                    </a:lnTo>
                    <a:cubicBezTo>
                      <a:pt x="416" y="660"/>
                      <a:pt x="418" y="662"/>
                      <a:pt x="419" y="662"/>
                    </a:cubicBezTo>
                    <a:cubicBezTo>
                      <a:pt x="420" y="662"/>
                      <a:pt x="421" y="660"/>
                      <a:pt x="421" y="655"/>
                    </a:cubicBezTo>
                    <a:cubicBezTo>
                      <a:pt x="421" y="651"/>
                      <a:pt x="421" y="648"/>
                      <a:pt x="422" y="646"/>
                    </a:cubicBezTo>
                    <a:lnTo>
                      <a:pt x="422" y="646"/>
                    </a:lnTo>
                    <a:cubicBezTo>
                      <a:pt x="422" y="656"/>
                      <a:pt x="429" y="662"/>
                      <a:pt x="435" y="662"/>
                    </a:cubicBezTo>
                    <a:cubicBezTo>
                      <a:pt x="441" y="662"/>
                      <a:pt x="446" y="658"/>
                      <a:pt x="448" y="649"/>
                    </a:cubicBezTo>
                    <a:lnTo>
                      <a:pt x="448" y="659"/>
                    </a:lnTo>
                    <a:cubicBezTo>
                      <a:pt x="448" y="668"/>
                      <a:pt x="450" y="668"/>
                      <a:pt x="454" y="668"/>
                    </a:cubicBezTo>
                    <a:cubicBezTo>
                      <a:pt x="456" y="668"/>
                      <a:pt x="464" y="658"/>
                      <a:pt x="470" y="657"/>
                    </a:cubicBezTo>
                    <a:cubicBezTo>
                      <a:pt x="479" y="657"/>
                      <a:pt x="485" y="657"/>
                      <a:pt x="483" y="647"/>
                    </a:cubicBezTo>
                    <a:cubicBezTo>
                      <a:pt x="486" y="647"/>
                      <a:pt x="486" y="647"/>
                      <a:pt x="487" y="657"/>
                    </a:cubicBezTo>
                    <a:cubicBezTo>
                      <a:pt x="486" y="666"/>
                      <a:pt x="488" y="666"/>
                      <a:pt x="490" y="666"/>
                    </a:cubicBezTo>
                    <a:cubicBezTo>
                      <a:pt x="492" y="666"/>
                      <a:pt x="491" y="656"/>
                      <a:pt x="489" y="647"/>
                    </a:cubicBezTo>
                    <a:cubicBezTo>
                      <a:pt x="488" y="642"/>
                      <a:pt x="489" y="640"/>
                      <a:pt x="490" y="640"/>
                    </a:cubicBezTo>
                    <a:cubicBezTo>
                      <a:pt x="491" y="640"/>
                      <a:pt x="493" y="642"/>
                      <a:pt x="496" y="647"/>
                    </a:cubicBezTo>
                    <a:cubicBezTo>
                      <a:pt x="498" y="651"/>
                      <a:pt x="501" y="653"/>
                      <a:pt x="504" y="653"/>
                    </a:cubicBezTo>
                    <a:cubicBezTo>
                      <a:pt x="507" y="653"/>
                      <a:pt x="510" y="650"/>
                      <a:pt x="511" y="645"/>
                    </a:cubicBezTo>
                    <a:cubicBezTo>
                      <a:pt x="514" y="645"/>
                      <a:pt x="515" y="645"/>
                      <a:pt x="517" y="654"/>
                    </a:cubicBezTo>
                    <a:cubicBezTo>
                      <a:pt x="519" y="658"/>
                      <a:pt x="522" y="662"/>
                      <a:pt x="525" y="662"/>
                    </a:cubicBezTo>
                    <a:cubicBezTo>
                      <a:pt x="526" y="662"/>
                      <a:pt x="528" y="659"/>
                      <a:pt x="527" y="650"/>
                    </a:cubicBezTo>
                    <a:cubicBezTo>
                      <a:pt x="529" y="650"/>
                      <a:pt x="529" y="650"/>
                      <a:pt x="532" y="659"/>
                    </a:cubicBezTo>
                    <a:cubicBezTo>
                      <a:pt x="534" y="664"/>
                      <a:pt x="536" y="668"/>
                      <a:pt x="537" y="668"/>
                    </a:cubicBezTo>
                    <a:cubicBezTo>
                      <a:pt x="538" y="668"/>
                      <a:pt x="537" y="666"/>
                      <a:pt x="536" y="658"/>
                    </a:cubicBezTo>
                    <a:cubicBezTo>
                      <a:pt x="537" y="652"/>
                      <a:pt x="539" y="649"/>
                      <a:pt x="542" y="649"/>
                    </a:cubicBezTo>
                    <a:cubicBezTo>
                      <a:pt x="545" y="649"/>
                      <a:pt x="547" y="650"/>
                      <a:pt x="551" y="654"/>
                    </a:cubicBezTo>
                    <a:cubicBezTo>
                      <a:pt x="552" y="652"/>
                      <a:pt x="554" y="652"/>
                      <a:pt x="551" y="643"/>
                    </a:cubicBezTo>
                    <a:lnTo>
                      <a:pt x="547" y="634"/>
                    </a:lnTo>
                    <a:lnTo>
                      <a:pt x="547" y="634"/>
                    </a:lnTo>
                    <a:cubicBezTo>
                      <a:pt x="552" y="643"/>
                      <a:pt x="554" y="647"/>
                      <a:pt x="555" y="647"/>
                    </a:cubicBezTo>
                    <a:cubicBezTo>
                      <a:pt x="555" y="647"/>
                      <a:pt x="554" y="642"/>
                      <a:pt x="552" y="633"/>
                    </a:cubicBezTo>
                    <a:cubicBezTo>
                      <a:pt x="550" y="629"/>
                      <a:pt x="549" y="627"/>
                      <a:pt x="550" y="627"/>
                    </a:cubicBezTo>
                    <a:lnTo>
                      <a:pt x="550" y="627"/>
                    </a:lnTo>
                    <a:cubicBezTo>
                      <a:pt x="550" y="627"/>
                      <a:pt x="552" y="629"/>
                      <a:pt x="554" y="633"/>
                    </a:cubicBezTo>
                    <a:cubicBezTo>
                      <a:pt x="558" y="641"/>
                      <a:pt x="561" y="641"/>
                      <a:pt x="561" y="641"/>
                    </a:cubicBezTo>
                    <a:cubicBezTo>
                      <a:pt x="563" y="641"/>
                      <a:pt x="569" y="628"/>
                      <a:pt x="578" y="623"/>
                    </a:cubicBezTo>
                    <a:cubicBezTo>
                      <a:pt x="591" y="615"/>
                      <a:pt x="597" y="612"/>
                      <a:pt x="591" y="604"/>
                    </a:cubicBezTo>
                    <a:cubicBezTo>
                      <a:pt x="589" y="600"/>
                      <a:pt x="588" y="597"/>
                      <a:pt x="589" y="597"/>
                    </a:cubicBezTo>
                    <a:lnTo>
                      <a:pt x="589" y="597"/>
                    </a:lnTo>
                    <a:cubicBezTo>
                      <a:pt x="589" y="597"/>
                      <a:pt x="591" y="599"/>
                      <a:pt x="594" y="603"/>
                    </a:cubicBezTo>
                    <a:cubicBezTo>
                      <a:pt x="599" y="607"/>
                      <a:pt x="601" y="608"/>
                      <a:pt x="603" y="608"/>
                    </a:cubicBezTo>
                    <a:cubicBezTo>
                      <a:pt x="604" y="608"/>
                      <a:pt x="605" y="608"/>
                      <a:pt x="606" y="608"/>
                    </a:cubicBezTo>
                    <a:cubicBezTo>
                      <a:pt x="606" y="607"/>
                      <a:pt x="606" y="607"/>
                      <a:pt x="607" y="607"/>
                    </a:cubicBezTo>
                    <a:cubicBezTo>
                      <a:pt x="609" y="607"/>
                      <a:pt x="611" y="608"/>
                      <a:pt x="614" y="613"/>
                    </a:cubicBezTo>
                    <a:cubicBezTo>
                      <a:pt x="611" y="604"/>
                      <a:pt x="610" y="604"/>
                      <a:pt x="612" y="603"/>
                    </a:cubicBezTo>
                    <a:lnTo>
                      <a:pt x="612" y="603"/>
                    </a:lnTo>
                    <a:cubicBezTo>
                      <a:pt x="615" y="606"/>
                      <a:pt x="616" y="608"/>
                      <a:pt x="617" y="608"/>
                    </a:cubicBezTo>
                    <a:cubicBezTo>
                      <a:pt x="618" y="608"/>
                      <a:pt x="617" y="605"/>
                      <a:pt x="614" y="601"/>
                    </a:cubicBezTo>
                    <a:cubicBezTo>
                      <a:pt x="609" y="592"/>
                      <a:pt x="607" y="588"/>
                      <a:pt x="607" y="588"/>
                    </a:cubicBezTo>
                    <a:lnTo>
                      <a:pt x="607" y="588"/>
                    </a:lnTo>
                    <a:cubicBezTo>
                      <a:pt x="608" y="588"/>
                      <a:pt x="611" y="592"/>
                      <a:pt x="617" y="599"/>
                    </a:cubicBezTo>
                    <a:cubicBezTo>
                      <a:pt x="620" y="604"/>
                      <a:pt x="627" y="607"/>
                      <a:pt x="628" y="607"/>
                    </a:cubicBezTo>
                    <a:cubicBezTo>
                      <a:pt x="629" y="607"/>
                      <a:pt x="628" y="606"/>
                      <a:pt x="626" y="604"/>
                    </a:cubicBezTo>
                    <a:cubicBezTo>
                      <a:pt x="619" y="596"/>
                      <a:pt x="622" y="594"/>
                      <a:pt x="618" y="585"/>
                    </a:cubicBezTo>
                    <a:cubicBezTo>
                      <a:pt x="618" y="585"/>
                      <a:pt x="619" y="584"/>
                      <a:pt x="620" y="584"/>
                    </a:cubicBezTo>
                    <a:cubicBezTo>
                      <a:pt x="621" y="584"/>
                      <a:pt x="623" y="585"/>
                      <a:pt x="627" y="590"/>
                    </a:cubicBezTo>
                    <a:cubicBezTo>
                      <a:pt x="628" y="591"/>
                      <a:pt x="629" y="591"/>
                      <a:pt x="630" y="591"/>
                    </a:cubicBezTo>
                    <a:cubicBezTo>
                      <a:pt x="635" y="591"/>
                      <a:pt x="635" y="581"/>
                      <a:pt x="631" y="574"/>
                    </a:cubicBezTo>
                    <a:cubicBezTo>
                      <a:pt x="628" y="570"/>
                      <a:pt x="626" y="568"/>
                      <a:pt x="627" y="568"/>
                    </a:cubicBezTo>
                    <a:lnTo>
                      <a:pt x="627" y="568"/>
                    </a:lnTo>
                    <a:cubicBezTo>
                      <a:pt x="627" y="568"/>
                      <a:pt x="629" y="570"/>
                      <a:pt x="632" y="573"/>
                    </a:cubicBezTo>
                    <a:cubicBezTo>
                      <a:pt x="636" y="577"/>
                      <a:pt x="638" y="578"/>
                      <a:pt x="640" y="578"/>
                    </a:cubicBezTo>
                    <a:cubicBezTo>
                      <a:pt x="641" y="578"/>
                      <a:pt x="642" y="577"/>
                      <a:pt x="643" y="576"/>
                    </a:cubicBezTo>
                    <a:cubicBezTo>
                      <a:pt x="641" y="574"/>
                      <a:pt x="640" y="573"/>
                      <a:pt x="641" y="573"/>
                    </a:cubicBezTo>
                    <a:lnTo>
                      <a:pt x="641" y="573"/>
                    </a:lnTo>
                    <a:cubicBezTo>
                      <a:pt x="641" y="573"/>
                      <a:pt x="646" y="577"/>
                      <a:pt x="650" y="582"/>
                    </a:cubicBezTo>
                    <a:cubicBezTo>
                      <a:pt x="653" y="586"/>
                      <a:pt x="655" y="587"/>
                      <a:pt x="656" y="587"/>
                    </a:cubicBezTo>
                    <a:cubicBezTo>
                      <a:pt x="658" y="587"/>
                      <a:pt x="659" y="586"/>
                      <a:pt x="660" y="585"/>
                    </a:cubicBezTo>
                    <a:cubicBezTo>
                      <a:pt x="657" y="578"/>
                      <a:pt x="658" y="571"/>
                      <a:pt x="664" y="566"/>
                    </a:cubicBezTo>
                    <a:cubicBezTo>
                      <a:pt x="671" y="557"/>
                      <a:pt x="664" y="550"/>
                      <a:pt x="651" y="536"/>
                    </a:cubicBezTo>
                    <a:lnTo>
                      <a:pt x="637" y="525"/>
                    </a:lnTo>
                    <a:lnTo>
                      <a:pt x="653" y="535"/>
                    </a:lnTo>
                    <a:cubicBezTo>
                      <a:pt x="659" y="540"/>
                      <a:pt x="677" y="549"/>
                      <a:pt x="677" y="549"/>
                    </a:cubicBezTo>
                    <a:cubicBezTo>
                      <a:pt x="678" y="547"/>
                      <a:pt x="671" y="541"/>
                      <a:pt x="663" y="537"/>
                    </a:cubicBezTo>
                    <a:cubicBezTo>
                      <a:pt x="657" y="533"/>
                      <a:pt x="656" y="531"/>
                      <a:pt x="659" y="531"/>
                    </a:cubicBezTo>
                    <a:lnTo>
                      <a:pt x="659" y="531"/>
                    </a:lnTo>
                    <a:cubicBezTo>
                      <a:pt x="661" y="531"/>
                      <a:pt x="663" y="532"/>
                      <a:pt x="666" y="532"/>
                    </a:cubicBezTo>
                    <a:cubicBezTo>
                      <a:pt x="668" y="533"/>
                      <a:pt x="670" y="533"/>
                      <a:pt x="671" y="533"/>
                    </a:cubicBezTo>
                    <a:cubicBezTo>
                      <a:pt x="676" y="533"/>
                      <a:pt x="676" y="531"/>
                      <a:pt x="671" y="526"/>
                    </a:cubicBezTo>
                    <a:cubicBezTo>
                      <a:pt x="671" y="525"/>
                      <a:pt x="672" y="524"/>
                      <a:pt x="675" y="524"/>
                    </a:cubicBezTo>
                    <a:cubicBezTo>
                      <a:pt x="677" y="524"/>
                      <a:pt x="679" y="524"/>
                      <a:pt x="682" y="525"/>
                    </a:cubicBezTo>
                    <a:cubicBezTo>
                      <a:pt x="683" y="524"/>
                      <a:pt x="683" y="524"/>
                      <a:pt x="674" y="519"/>
                    </a:cubicBezTo>
                    <a:cubicBezTo>
                      <a:pt x="669" y="516"/>
                      <a:pt x="667" y="514"/>
                      <a:pt x="670" y="514"/>
                    </a:cubicBezTo>
                    <a:lnTo>
                      <a:pt x="670" y="514"/>
                    </a:lnTo>
                    <a:cubicBezTo>
                      <a:pt x="671" y="514"/>
                      <a:pt x="673" y="515"/>
                      <a:pt x="676" y="516"/>
                    </a:cubicBezTo>
                    <a:cubicBezTo>
                      <a:pt x="682" y="518"/>
                      <a:pt x="686" y="519"/>
                      <a:pt x="688" y="519"/>
                    </a:cubicBezTo>
                    <a:cubicBezTo>
                      <a:pt x="694" y="519"/>
                      <a:pt x="694" y="515"/>
                      <a:pt x="688" y="512"/>
                    </a:cubicBezTo>
                    <a:cubicBezTo>
                      <a:pt x="679" y="508"/>
                      <a:pt x="681" y="507"/>
                      <a:pt x="682" y="504"/>
                    </a:cubicBezTo>
                    <a:cubicBezTo>
                      <a:pt x="682" y="503"/>
                      <a:pt x="683" y="501"/>
                      <a:pt x="675" y="496"/>
                    </a:cubicBezTo>
                    <a:lnTo>
                      <a:pt x="677" y="492"/>
                    </a:lnTo>
                    <a:cubicBezTo>
                      <a:pt x="677" y="492"/>
                      <a:pt x="677" y="492"/>
                      <a:pt x="678" y="492"/>
                    </a:cubicBezTo>
                    <a:cubicBezTo>
                      <a:pt x="680" y="492"/>
                      <a:pt x="685" y="496"/>
                      <a:pt x="685" y="498"/>
                    </a:cubicBezTo>
                    <a:lnTo>
                      <a:pt x="694" y="499"/>
                    </a:lnTo>
                    <a:cubicBezTo>
                      <a:pt x="696" y="496"/>
                      <a:pt x="697" y="493"/>
                      <a:pt x="690" y="489"/>
                    </a:cubicBezTo>
                    <a:cubicBezTo>
                      <a:pt x="681" y="484"/>
                      <a:pt x="676" y="482"/>
                      <a:pt x="677" y="482"/>
                    </a:cubicBezTo>
                    <a:lnTo>
                      <a:pt x="677" y="482"/>
                    </a:lnTo>
                    <a:cubicBezTo>
                      <a:pt x="678" y="482"/>
                      <a:pt x="682" y="483"/>
                      <a:pt x="690" y="487"/>
                    </a:cubicBezTo>
                    <a:cubicBezTo>
                      <a:pt x="694" y="488"/>
                      <a:pt x="699" y="490"/>
                      <a:pt x="702" y="490"/>
                    </a:cubicBezTo>
                    <a:cubicBezTo>
                      <a:pt x="704" y="490"/>
                      <a:pt x="704" y="489"/>
                      <a:pt x="701" y="487"/>
                    </a:cubicBezTo>
                    <a:cubicBezTo>
                      <a:pt x="691" y="482"/>
                      <a:pt x="690" y="480"/>
                      <a:pt x="693" y="480"/>
                    </a:cubicBezTo>
                    <a:lnTo>
                      <a:pt x="693" y="480"/>
                    </a:lnTo>
                    <a:cubicBezTo>
                      <a:pt x="695" y="480"/>
                      <a:pt x="699" y="481"/>
                      <a:pt x="702" y="482"/>
                    </a:cubicBezTo>
                    <a:cubicBezTo>
                      <a:pt x="710" y="486"/>
                      <a:pt x="714" y="488"/>
                      <a:pt x="715" y="488"/>
                    </a:cubicBezTo>
                    <a:cubicBezTo>
                      <a:pt x="717" y="488"/>
                      <a:pt x="713" y="485"/>
                      <a:pt x="704" y="476"/>
                    </a:cubicBezTo>
                    <a:cubicBezTo>
                      <a:pt x="705" y="472"/>
                      <a:pt x="699" y="462"/>
                      <a:pt x="700" y="456"/>
                    </a:cubicBezTo>
                    <a:cubicBezTo>
                      <a:pt x="702" y="448"/>
                      <a:pt x="703" y="445"/>
                      <a:pt x="713" y="445"/>
                    </a:cubicBezTo>
                    <a:cubicBezTo>
                      <a:pt x="721" y="447"/>
                      <a:pt x="726" y="447"/>
                      <a:pt x="728" y="447"/>
                    </a:cubicBezTo>
                    <a:cubicBezTo>
                      <a:pt x="730" y="447"/>
                      <a:pt x="728" y="446"/>
                      <a:pt x="722" y="446"/>
                    </a:cubicBezTo>
                    <a:cubicBezTo>
                      <a:pt x="704" y="443"/>
                      <a:pt x="704" y="441"/>
                      <a:pt x="706" y="435"/>
                    </a:cubicBezTo>
                    <a:cubicBezTo>
                      <a:pt x="718" y="431"/>
                      <a:pt x="708" y="425"/>
                      <a:pt x="699" y="422"/>
                    </a:cubicBezTo>
                    <a:cubicBezTo>
                      <a:pt x="699" y="424"/>
                      <a:pt x="699" y="426"/>
                      <a:pt x="699" y="426"/>
                    </a:cubicBezTo>
                    <a:cubicBezTo>
                      <a:pt x="679" y="423"/>
                      <a:pt x="681" y="422"/>
                      <a:pt x="690" y="418"/>
                    </a:cubicBezTo>
                    <a:cubicBezTo>
                      <a:pt x="690" y="418"/>
                      <a:pt x="690" y="418"/>
                      <a:pt x="692" y="418"/>
                    </a:cubicBezTo>
                    <a:cubicBezTo>
                      <a:pt x="695" y="418"/>
                      <a:pt x="702" y="419"/>
                      <a:pt x="709" y="419"/>
                    </a:cubicBezTo>
                    <a:cubicBezTo>
                      <a:pt x="711" y="420"/>
                      <a:pt x="714" y="420"/>
                      <a:pt x="716" y="420"/>
                    </a:cubicBezTo>
                    <a:cubicBezTo>
                      <a:pt x="723" y="420"/>
                      <a:pt x="728" y="419"/>
                      <a:pt x="728" y="417"/>
                    </a:cubicBezTo>
                    <a:cubicBezTo>
                      <a:pt x="729" y="415"/>
                      <a:pt x="729" y="413"/>
                      <a:pt x="723" y="413"/>
                    </a:cubicBezTo>
                    <a:cubicBezTo>
                      <a:pt x="722" y="413"/>
                      <a:pt x="721" y="413"/>
                      <a:pt x="719" y="414"/>
                    </a:cubicBezTo>
                    <a:cubicBezTo>
                      <a:pt x="710" y="413"/>
                      <a:pt x="710" y="413"/>
                      <a:pt x="710" y="411"/>
                    </a:cubicBezTo>
                    <a:cubicBezTo>
                      <a:pt x="710" y="409"/>
                      <a:pt x="710" y="407"/>
                      <a:pt x="701" y="404"/>
                    </a:cubicBezTo>
                    <a:cubicBezTo>
                      <a:pt x="692" y="404"/>
                      <a:pt x="692" y="401"/>
                      <a:pt x="692" y="399"/>
                    </a:cubicBezTo>
                    <a:cubicBezTo>
                      <a:pt x="702" y="398"/>
                      <a:pt x="702" y="395"/>
                      <a:pt x="702" y="395"/>
                    </a:cubicBezTo>
                    <a:lnTo>
                      <a:pt x="712" y="395"/>
                    </a:lnTo>
                    <a:cubicBezTo>
                      <a:pt x="718" y="395"/>
                      <a:pt x="724" y="395"/>
                      <a:pt x="731" y="394"/>
                    </a:cubicBezTo>
                    <a:cubicBezTo>
                      <a:pt x="731" y="391"/>
                      <a:pt x="722" y="391"/>
                      <a:pt x="722" y="391"/>
                    </a:cubicBezTo>
                    <a:cubicBezTo>
                      <a:pt x="714" y="390"/>
                      <a:pt x="712" y="342"/>
                      <a:pt x="712" y="336"/>
                    </a:cubicBezTo>
                    <a:cubicBezTo>
                      <a:pt x="719" y="332"/>
                      <a:pt x="720" y="327"/>
                      <a:pt x="715" y="327"/>
                    </a:cubicBezTo>
                    <a:lnTo>
                      <a:pt x="715" y="327"/>
                    </a:lnTo>
                    <a:cubicBezTo>
                      <a:pt x="714" y="327"/>
                      <a:pt x="713" y="327"/>
                      <a:pt x="711" y="327"/>
                    </a:cubicBezTo>
                    <a:cubicBezTo>
                      <a:pt x="710" y="327"/>
                      <a:pt x="710" y="328"/>
                      <a:pt x="709" y="328"/>
                    </a:cubicBezTo>
                    <a:cubicBezTo>
                      <a:pt x="702" y="328"/>
                      <a:pt x="700" y="319"/>
                      <a:pt x="697" y="308"/>
                    </a:cubicBezTo>
                    <a:cubicBezTo>
                      <a:pt x="694" y="295"/>
                      <a:pt x="692" y="287"/>
                      <a:pt x="685" y="287"/>
                    </a:cubicBezTo>
                    <a:cubicBezTo>
                      <a:pt x="685" y="287"/>
                      <a:pt x="684" y="287"/>
                      <a:pt x="683" y="287"/>
                    </a:cubicBezTo>
                    <a:lnTo>
                      <a:pt x="682" y="281"/>
                    </a:lnTo>
                    <a:cubicBezTo>
                      <a:pt x="681" y="278"/>
                      <a:pt x="671" y="278"/>
                      <a:pt x="669" y="276"/>
                    </a:cubicBezTo>
                    <a:cubicBezTo>
                      <a:pt x="667" y="277"/>
                      <a:pt x="665" y="277"/>
                      <a:pt x="663" y="277"/>
                    </a:cubicBezTo>
                    <a:cubicBezTo>
                      <a:pt x="661" y="277"/>
                      <a:pt x="662" y="276"/>
                      <a:pt x="669" y="275"/>
                    </a:cubicBezTo>
                    <a:cubicBezTo>
                      <a:pt x="677" y="271"/>
                      <a:pt x="686" y="268"/>
                      <a:pt x="686" y="266"/>
                    </a:cubicBezTo>
                    <a:cubicBezTo>
                      <a:pt x="686" y="265"/>
                      <a:pt x="684" y="264"/>
                      <a:pt x="683" y="264"/>
                    </a:cubicBezTo>
                    <a:cubicBezTo>
                      <a:pt x="679" y="264"/>
                      <a:pt x="673" y="267"/>
                      <a:pt x="667" y="269"/>
                    </a:cubicBezTo>
                    <a:cubicBezTo>
                      <a:pt x="663" y="271"/>
                      <a:pt x="660" y="272"/>
                      <a:pt x="659" y="272"/>
                    </a:cubicBezTo>
                    <a:cubicBezTo>
                      <a:pt x="657" y="272"/>
                      <a:pt x="657" y="271"/>
                      <a:pt x="657" y="271"/>
                    </a:cubicBezTo>
                    <a:cubicBezTo>
                      <a:pt x="657" y="270"/>
                      <a:pt x="657" y="270"/>
                      <a:pt x="665" y="266"/>
                    </a:cubicBezTo>
                    <a:lnTo>
                      <a:pt x="683" y="258"/>
                    </a:lnTo>
                    <a:lnTo>
                      <a:pt x="682" y="257"/>
                    </a:lnTo>
                    <a:cubicBezTo>
                      <a:pt x="677" y="259"/>
                      <a:pt x="675" y="259"/>
                      <a:pt x="674" y="259"/>
                    </a:cubicBezTo>
                    <a:cubicBezTo>
                      <a:pt x="673" y="259"/>
                      <a:pt x="673" y="259"/>
                      <a:pt x="673" y="259"/>
                    </a:cubicBezTo>
                    <a:cubicBezTo>
                      <a:pt x="672" y="257"/>
                      <a:pt x="672" y="257"/>
                      <a:pt x="690" y="249"/>
                    </a:cubicBezTo>
                    <a:cubicBezTo>
                      <a:pt x="700" y="244"/>
                      <a:pt x="703" y="242"/>
                      <a:pt x="701" y="242"/>
                    </a:cubicBezTo>
                    <a:lnTo>
                      <a:pt x="701" y="242"/>
                    </a:lnTo>
                    <a:cubicBezTo>
                      <a:pt x="699" y="242"/>
                      <a:pt x="695" y="243"/>
                      <a:pt x="687" y="246"/>
                    </a:cubicBezTo>
                    <a:lnTo>
                      <a:pt x="677" y="246"/>
                    </a:lnTo>
                    <a:cubicBezTo>
                      <a:pt x="685" y="241"/>
                      <a:pt x="685" y="239"/>
                      <a:pt x="682" y="239"/>
                    </a:cubicBezTo>
                    <a:cubicBezTo>
                      <a:pt x="678" y="239"/>
                      <a:pt x="671" y="241"/>
                      <a:pt x="666" y="242"/>
                    </a:cubicBezTo>
                    <a:cubicBezTo>
                      <a:pt x="675" y="236"/>
                      <a:pt x="679" y="233"/>
                      <a:pt x="677" y="233"/>
                    </a:cubicBezTo>
                    <a:lnTo>
                      <a:pt x="677" y="233"/>
                    </a:lnTo>
                    <a:cubicBezTo>
                      <a:pt x="675" y="233"/>
                      <a:pt x="671" y="235"/>
                      <a:pt x="664" y="238"/>
                    </a:cubicBezTo>
                    <a:cubicBezTo>
                      <a:pt x="661" y="239"/>
                      <a:pt x="659" y="240"/>
                      <a:pt x="658" y="240"/>
                    </a:cubicBezTo>
                    <a:cubicBezTo>
                      <a:pt x="656" y="240"/>
                      <a:pt x="657" y="238"/>
                      <a:pt x="662" y="234"/>
                    </a:cubicBezTo>
                    <a:cubicBezTo>
                      <a:pt x="669" y="228"/>
                      <a:pt x="668" y="227"/>
                      <a:pt x="666" y="223"/>
                    </a:cubicBezTo>
                    <a:lnTo>
                      <a:pt x="666" y="223"/>
                    </a:lnTo>
                    <a:cubicBezTo>
                      <a:pt x="665" y="224"/>
                      <a:pt x="664" y="224"/>
                      <a:pt x="663" y="224"/>
                    </a:cubicBezTo>
                    <a:cubicBezTo>
                      <a:pt x="655" y="224"/>
                      <a:pt x="648" y="214"/>
                      <a:pt x="641" y="202"/>
                    </a:cubicBezTo>
                    <a:cubicBezTo>
                      <a:pt x="634" y="192"/>
                      <a:pt x="626" y="185"/>
                      <a:pt x="620" y="185"/>
                    </a:cubicBezTo>
                    <a:cubicBezTo>
                      <a:pt x="619" y="185"/>
                      <a:pt x="617" y="186"/>
                      <a:pt x="616" y="187"/>
                    </a:cubicBezTo>
                    <a:cubicBezTo>
                      <a:pt x="614" y="186"/>
                      <a:pt x="614" y="186"/>
                      <a:pt x="619" y="178"/>
                    </a:cubicBezTo>
                    <a:cubicBezTo>
                      <a:pt x="622" y="175"/>
                      <a:pt x="624" y="173"/>
                      <a:pt x="623" y="173"/>
                    </a:cubicBezTo>
                    <a:lnTo>
                      <a:pt x="623" y="173"/>
                    </a:lnTo>
                    <a:cubicBezTo>
                      <a:pt x="622" y="173"/>
                      <a:pt x="618" y="176"/>
                      <a:pt x="610" y="183"/>
                    </a:cubicBezTo>
                    <a:cubicBezTo>
                      <a:pt x="606" y="186"/>
                      <a:pt x="602" y="190"/>
                      <a:pt x="602" y="190"/>
                    </a:cubicBezTo>
                    <a:cubicBezTo>
                      <a:pt x="602" y="190"/>
                      <a:pt x="604" y="188"/>
                      <a:pt x="609" y="182"/>
                    </a:cubicBezTo>
                    <a:cubicBezTo>
                      <a:pt x="616" y="174"/>
                      <a:pt x="612" y="172"/>
                      <a:pt x="608" y="166"/>
                    </a:cubicBezTo>
                    <a:cubicBezTo>
                      <a:pt x="605" y="163"/>
                      <a:pt x="602" y="161"/>
                      <a:pt x="599" y="161"/>
                    </a:cubicBezTo>
                    <a:cubicBezTo>
                      <a:pt x="596" y="161"/>
                      <a:pt x="593" y="162"/>
                      <a:pt x="591" y="165"/>
                    </a:cubicBezTo>
                    <a:cubicBezTo>
                      <a:pt x="587" y="168"/>
                      <a:pt x="585" y="170"/>
                      <a:pt x="585" y="170"/>
                    </a:cubicBezTo>
                    <a:cubicBezTo>
                      <a:pt x="585" y="170"/>
                      <a:pt x="586" y="168"/>
                      <a:pt x="590" y="165"/>
                    </a:cubicBezTo>
                    <a:cubicBezTo>
                      <a:pt x="599" y="154"/>
                      <a:pt x="599" y="144"/>
                      <a:pt x="593" y="144"/>
                    </a:cubicBezTo>
                    <a:lnTo>
                      <a:pt x="593" y="144"/>
                    </a:lnTo>
                    <a:cubicBezTo>
                      <a:pt x="591" y="144"/>
                      <a:pt x="587" y="146"/>
                      <a:pt x="583" y="149"/>
                    </a:cubicBezTo>
                    <a:cubicBezTo>
                      <a:pt x="582" y="148"/>
                      <a:pt x="581" y="147"/>
                      <a:pt x="585" y="139"/>
                    </a:cubicBezTo>
                    <a:cubicBezTo>
                      <a:pt x="584" y="139"/>
                      <a:pt x="584" y="138"/>
                      <a:pt x="582" y="138"/>
                    </a:cubicBezTo>
                    <a:cubicBezTo>
                      <a:pt x="581" y="138"/>
                      <a:pt x="578" y="139"/>
                      <a:pt x="572" y="143"/>
                    </a:cubicBezTo>
                    <a:lnTo>
                      <a:pt x="561" y="135"/>
                    </a:lnTo>
                    <a:cubicBezTo>
                      <a:pt x="560" y="135"/>
                      <a:pt x="560" y="135"/>
                      <a:pt x="560" y="135"/>
                    </a:cubicBezTo>
                    <a:cubicBezTo>
                      <a:pt x="556" y="135"/>
                      <a:pt x="549" y="141"/>
                      <a:pt x="549" y="141"/>
                    </a:cubicBezTo>
                    <a:cubicBezTo>
                      <a:pt x="549" y="141"/>
                      <a:pt x="547" y="140"/>
                      <a:pt x="547" y="140"/>
                    </a:cubicBezTo>
                    <a:lnTo>
                      <a:pt x="547" y="140"/>
                    </a:lnTo>
                    <a:cubicBezTo>
                      <a:pt x="547" y="140"/>
                      <a:pt x="548" y="140"/>
                      <a:pt x="548" y="140"/>
                    </a:cubicBezTo>
                    <a:cubicBezTo>
                      <a:pt x="552" y="131"/>
                      <a:pt x="543" y="128"/>
                      <a:pt x="529" y="123"/>
                    </a:cubicBezTo>
                    <a:cubicBezTo>
                      <a:pt x="517" y="119"/>
                      <a:pt x="506" y="114"/>
                      <a:pt x="506" y="106"/>
                    </a:cubicBezTo>
                    <a:cubicBezTo>
                      <a:pt x="506" y="106"/>
                      <a:pt x="504" y="106"/>
                      <a:pt x="499" y="114"/>
                    </a:cubicBezTo>
                    <a:cubicBezTo>
                      <a:pt x="497" y="125"/>
                      <a:pt x="495" y="130"/>
                      <a:pt x="494" y="130"/>
                    </a:cubicBezTo>
                    <a:cubicBezTo>
                      <a:pt x="493" y="130"/>
                      <a:pt x="492" y="127"/>
                      <a:pt x="492" y="123"/>
                    </a:cubicBezTo>
                    <a:cubicBezTo>
                      <a:pt x="493" y="114"/>
                      <a:pt x="491" y="109"/>
                      <a:pt x="488" y="109"/>
                    </a:cubicBezTo>
                    <a:cubicBezTo>
                      <a:pt x="486" y="109"/>
                      <a:pt x="483" y="113"/>
                      <a:pt x="481" y="122"/>
                    </a:cubicBezTo>
                    <a:cubicBezTo>
                      <a:pt x="481" y="125"/>
                      <a:pt x="481" y="126"/>
                      <a:pt x="481" y="126"/>
                    </a:cubicBezTo>
                    <a:cubicBezTo>
                      <a:pt x="481" y="126"/>
                      <a:pt x="481" y="119"/>
                      <a:pt x="482" y="112"/>
                    </a:cubicBezTo>
                    <a:cubicBezTo>
                      <a:pt x="482" y="105"/>
                      <a:pt x="481" y="102"/>
                      <a:pt x="479" y="102"/>
                    </a:cubicBezTo>
                    <a:cubicBezTo>
                      <a:pt x="477" y="102"/>
                      <a:pt x="473" y="109"/>
                      <a:pt x="471" y="120"/>
                    </a:cubicBezTo>
                    <a:cubicBezTo>
                      <a:pt x="470" y="114"/>
                      <a:pt x="469" y="107"/>
                      <a:pt x="468" y="107"/>
                    </a:cubicBezTo>
                    <a:cubicBezTo>
                      <a:pt x="467" y="107"/>
                      <a:pt x="466" y="108"/>
                      <a:pt x="465" y="110"/>
                    </a:cubicBezTo>
                    <a:cubicBezTo>
                      <a:pt x="464" y="110"/>
                      <a:pt x="464" y="110"/>
                      <a:pt x="465" y="91"/>
                    </a:cubicBezTo>
                    <a:cubicBezTo>
                      <a:pt x="465" y="82"/>
                      <a:pt x="467" y="72"/>
                      <a:pt x="464" y="72"/>
                    </a:cubicBezTo>
                    <a:close/>
                  </a:path>
                </a:pathLst>
              </a:custGeom>
              <a:solidFill>
                <a:srgbClr val="000A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4" name="Google Shape;9064;p33"/>
              <p:cNvSpPr/>
              <p:nvPr/>
            </p:nvSpPr>
            <p:spPr>
              <a:xfrm>
                <a:off x="6398992" y="2439390"/>
                <a:ext cx="43225" cy="37229"/>
              </a:xfrm>
              <a:custGeom>
                <a:avLst/>
                <a:gdLst/>
                <a:ahLst/>
                <a:cxnLst/>
                <a:rect l="l" t="t" r="r" b="b"/>
                <a:pathLst>
                  <a:path w="483" h="416" extrusionOk="0">
                    <a:moveTo>
                      <a:pt x="294" y="0"/>
                    </a:moveTo>
                    <a:cubicBezTo>
                      <a:pt x="293" y="0"/>
                      <a:pt x="294" y="10"/>
                      <a:pt x="295" y="19"/>
                    </a:cubicBezTo>
                    <a:lnTo>
                      <a:pt x="296" y="19"/>
                    </a:lnTo>
                    <a:cubicBezTo>
                      <a:pt x="296" y="12"/>
                      <a:pt x="296" y="7"/>
                      <a:pt x="296" y="0"/>
                    </a:cubicBezTo>
                    <a:close/>
                    <a:moveTo>
                      <a:pt x="222" y="123"/>
                    </a:moveTo>
                    <a:cubicBezTo>
                      <a:pt x="221" y="123"/>
                      <a:pt x="221" y="124"/>
                      <a:pt x="220" y="124"/>
                    </a:cubicBezTo>
                    <a:cubicBezTo>
                      <a:pt x="219" y="124"/>
                      <a:pt x="224" y="132"/>
                      <a:pt x="224" y="132"/>
                    </a:cubicBezTo>
                    <a:cubicBezTo>
                      <a:pt x="229" y="138"/>
                      <a:pt x="230" y="139"/>
                      <a:pt x="231" y="139"/>
                    </a:cubicBezTo>
                    <a:cubicBezTo>
                      <a:pt x="231" y="139"/>
                      <a:pt x="231" y="139"/>
                      <a:pt x="231" y="139"/>
                    </a:cubicBezTo>
                    <a:cubicBezTo>
                      <a:pt x="233" y="140"/>
                      <a:pt x="234" y="141"/>
                      <a:pt x="234" y="141"/>
                    </a:cubicBezTo>
                    <a:cubicBezTo>
                      <a:pt x="236" y="141"/>
                      <a:pt x="232" y="135"/>
                      <a:pt x="228" y="129"/>
                    </a:cubicBezTo>
                    <a:cubicBezTo>
                      <a:pt x="224" y="125"/>
                      <a:pt x="223" y="123"/>
                      <a:pt x="222" y="123"/>
                    </a:cubicBezTo>
                    <a:close/>
                    <a:moveTo>
                      <a:pt x="239" y="132"/>
                    </a:moveTo>
                    <a:cubicBezTo>
                      <a:pt x="242" y="138"/>
                      <a:pt x="246" y="143"/>
                      <a:pt x="247" y="150"/>
                    </a:cubicBezTo>
                    <a:cubicBezTo>
                      <a:pt x="242" y="146"/>
                      <a:pt x="239" y="140"/>
                      <a:pt x="237" y="133"/>
                    </a:cubicBezTo>
                    <a:lnTo>
                      <a:pt x="239" y="132"/>
                    </a:lnTo>
                    <a:close/>
                    <a:moveTo>
                      <a:pt x="294" y="122"/>
                    </a:moveTo>
                    <a:cubicBezTo>
                      <a:pt x="297" y="128"/>
                      <a:pt x="298" y="134"/>
                      <a:pt x="299" y="140"/>
                    </a:cubicBezTo>
                    <a:cubicBezTo>
                      <a:pt x="304" y="159"/>
                      <a:pt x="304" y="159"/>
                      <a:pt x="303" y="159"/>
                    </a:cubicBezTo>
                    <a:cubicBezTo>
                      <a:pt x="302" y="159"/>
                      <a:pt x="302" y="159"/>
                      <a:pt x="299" y="150"/>
                    </a:cubicBezTo>
                    <a:lnTo>
                      <a:pt x="299" y="150"/>
                    </a:lnTo>
                    <a:cubicBezTo>
                      <a:pt x="300" y="153"/>
                      <a:pt x="300" y="154"/>
                      <a:pt x="300" y="154"/>
                    </a:cubicBezTo>
                    <a:cubicBezTo>
                      <a:pt x="301" y="154"/>
                      <a:pt x="300" y="147"/>
                      <a:pt x="298" y="140"/>
                    </a:cubicBezTo>
                    <a:lnTo>
                      <a:pt x="294" y="122"/>
                    </a:lnTo>
                    <a:close/>
                    <a:moveTo>
                      <a:pt x="308" y="140"/>
                    </a:moveTo>
                    <a:lnTo>
                      <a:pt x="311" y="149"/>
                    </a:lnTo>
                    <a:cubicBezTo>
                      <a:pt x="312" y="159"/>
                      <a:pt x="311" y="159"/>
                      <a:pt x="311" y="159"/>
                    </a:cubicBezTo>
                    <a:cubicBezTo>
                      <a:pt x="309" y="159"/>
                      <a:pt x="309" y="159"/>
                      <a:pt x="308" y="149"/>
                    </a:cubicBezTo>
                    <a:cubicBezTo>
                      <a:pt x="308" y="149"/>
                      <a:pt x="307" y="140"/>
                      <a:pt x="308" y="140"/>
                    </a:cubicBezTo>
                    <a:close/>
                    <a:moveTo>
                      <a:pt x="328" y="166"/>
                    </a:moveTo>
                    <a:cubicBezTo>
                      <a:pt x="328" y="173"/>
                      <a:pt x="328" y="179"/>
                      <a:pt x="327" y="185"/>
                    </a:cubicBezTo>
                    <a:cubicBezTo>
                      <a:pt x="327" y="190"/>
                      <a:pt x="326" y="193"/>
                      <a:pt x="326" y="193"/>
                    </a:cubicBezTo>
                    <a:cubicBezTo>
                      <a:pt x="326" y="193"/>
                      <a:pt x="327" y="179"/>
                      <a:pt x="328" y="166"/>
                    </a:cubicBezTo>
                    <a:close/>
                    <a:moveTo>
                      <a:pt x="207" y="177"/>
                    </a:moveTo>
                    <a:lnTo>
                      <a:pt x="222" y="189"/>
                    </a:lnTo>
                    <a:cubicBezTo>
                      <a:pt x="234" y="198"/>
                      <a:pt x="240" y="202"/>
                      <a:pt x="240" y="202"/>
                    </a:cubicBezTo>
                    <a:cubicBezTo>
                      <a:pt x="240" y="202"/>
                      <a:pt x="236" y="199"/>
                      <a:pt x="229" y="195"/>
                    </a:cubicBezTo>
                    <a:cubicBezTo>
                      <a:pt x="221" y="191"/>
                      <a:pt x="213" y="185"/>
                      <a:pt x="206" y="179"/>
                    </a:cubicBezTo>
                    <a:lnTo>
                      <a:pt x="207" y="177"/>
                    </a:lnTo>
                    <a:close/>
                    <a:moveTo>
                      <a:pt x="239" y="196"/>
                    </a:moveTo>
                    <a:lnTo>
                      <a:pt x="247" y="202"/>
                    </a:lnTo>
                    <a:cubicBezTo>
                      <a:pt x="255" y="206"/>
                      <a:pt x="255" y="207"/>
                      <a:pt x="253" y="207"/>
                    </a:cubicBezTo>
                    <a:lnTo>
                      <a:pt x="246" y="203"/>
                    </a:lnTo>
                    <a:lnTo>
                      <a:pt x="239" y="196"/>
                    </a:lnTo>
                    <a:close/>
                    <a:moveTo>
                      <a:pt x="202" y="210"/>
                    </a:moveTo>
                    <a:lnTo>
                      <a:pt x="219" y="217"/>
                    </a:lnTo>
                    <a:cubicBezTo>
                      <a:pt x="213" y="216"/>
                      <a:pt x="207" y="214"/>
                      <a:pt x="202" y="211"/>
                    </a:cubicBezTo>
                    <a:lnTo>
                      <a:pt x="202" y="210"/>
                    </a:lnTo>
                    <a:close/>
                    <a:moveTo>
                      <a:pt x="407" y="208"/>
                    </a:moveTo>
                    <a:cubicBezTo>
                      <a:pt x="399" y="214"/>
                      <a:pt x="391" y="219"/>
                      <a:pt x="382" y="222"/>
                    </a:cubicBezTo>
                    <a:cubicBezTo>
                      <a:pt x="382" y="221"/>
                      <a:pt x="382" y="221"/>
                      <a:pt x="390" y="216"/>
                    </a:cubicBezTo>
                    <a:cubicBezTo>
                      <a:pt x="396" y="213"/>
                      <a:pt x="401" y="211"/>
                      <a:pt x="407" y="208"/>
                    </a:cubicBezTo>
                    <a:close/>
                    <a:moveTo>
                      <a:pt x="230" y="214"/>
                    </a:moveTo>
                    <a:lnTo>
                      <a:pt x="230" y="214"/>
                    </a:lnTo>
                    <a:cubicBezTo>
                      <a:pt x="238" y="217"/>
                      <a:pt x="246" y="221"/>
                      <a:pt x="253" y="225"/>
                    </a:cubicBezTo>
                    <a:lnTo>
                      <a:pt x="255" y="225"/>
                    </a:lnTo>
                    <a:cubicBezTo>
                      <a:pt x="258" y="227"/>
                      <a:pt x="260" y="228"/>
                      <a:pt x="260" y="228"/>
                    </a:cubicBezTo>
                    <a:cubicBezTo>
                      <a:pt x="259" y="228"/>
                      <a:pt x="255" y="226"/>
                      <a:pt x="246" y="222"/>
                    </a:cubicBezTo>
                    <a:lnTo>
                      <a:pt x="230" y="214"/>
                    </a:lnTo>
                    <a:close/>
                    <a:moveTo>
                      <a:pt x="176" y="225"/>
                    </a:moveTo>
                    <a:cubicBezTo>
                      <a:pt x="176" y="225"/>
                      <a:pt x="177" y="225"/>
                      <a:pt x="179" y="225"/>
                    </a:cubicBezTo>
                    <a:cubicBezTo>
                      <a:pt x="179" y="225"/>
                      <a:pt x="180" y="225"/>
                      <a:pt x="180" y="225"/>
                    </a:cubicBezTo>
                    <a:cubicBezTo>
                      <a:pt x="181" y="225"/>
                      <a:pt x="187" y="228"/>
                      <a:pt x="187" y="229"/>
                    </a:cubicBezTo>
                    <a:lnTo>
                      <a:pt x="179" y="228"/>
                    </a:lnTo>
                    <a:cubicBezTo>
                      <a:pt x="179" y="227"/>
                      <a:pt x="174" y="225"/>
                      <a:pt x="176" y="225"/>
                    </a:cubicBezTo>
                    <a:close/>
                    <a:moveTo>
                      <a:pt x="441" y="224"/>
                    </a:moveTo>
                    <a:cubicBezTo>
                      <a:pt x="442" y="224"/>
                      <a:pt x="442" y="224"/>
                      <a:pt x="437" y="225"/>
                    </a:cubicBezTo>
                    <a:lnTo>
                      <a:pt x="429" y="228"/>
                    </a:lnTo>
                    <a:cubicBezTo>
                      <a:pt x="424" y="228"/>
                      <a:pt x="418" y="229"/>
                      <a:pt x="417" y="229"/>
                    </a:cubicBezTo>
                    <a:cubicBezTo>
                      <a:pt x="416" y="229"/>
                      <a:pt x="417" y="229"/>
                      <a:pt x="420" y="228"/>
                    </a:cubicBezTo>
                    <a:cubicBezTo>
                      <a:pt x="420" y="228"/>
                      <a:pt x="428" y="225"/>
                      <a:pt x="437" y="224"/>
                    </a:cubicBezTo>
                    <a:cubicBezTo>
                      <a:pt x="437" y="224"/>
                      <a:pt x="439" y="224"/>
                      <a:pt x="441" y="224"/>
                    </a:cubicBezTo>
                    <a:close/>
                    <a:moveTo>
                      <a:pt x="347" y="237"/>
                    </a:moveTo>
                    <a:cubicBezTo>
                      <a:pt x="346" y="238"/>
                      <a:pt x="346" y="239"/>
                      <a:pt x="346" y="239"/>
                    </a:cubicBezTo>
                    <a:cubicBezTo>
                      <a:pt x="346" y="239"/>
                      <a:pt x="346" y="238"/>
                      <a:pt x="347" y="237"/>
                    </a:cubicBezTo>
                    <a:close/>
                    <a:moveTo>
                      <a:pt x="386" y="239"/>
                    </a:moveTo>
                    <a:lnTo>
                      <a:pt x="380" y="240"/>
                    </a:lnTo>
                    <a:lnTo>
                      <a:pt x="380" y="240"/>
                    </a:lnTo>
                    <a:cubicBezTo>
                      <a:pt x="382" y="240"/>
                      <a:pt x="384" y="239"/>
                      <a:pt x="386" y="239"/>
                    </a:cubicBezTo>
                    <a:close/>
                    <a:moveTo>
                      <a:pt x="222" y="240"/>
                    </a:moveTo>
                    <a:cubicBezTo>
                      <a:pt x="228" y="241"/>
                      <a:pt x="233" y="242"/>
                      <a:pt x="239" y="243"/>
                    </a:cubicBezTo>
                    <a:cubicBezTo>
                      <a:pt x="242" y="244"/>
                      <a:pt x="243" y="244"/>
                      <a:pt x="242" y="244"/>
                    </a:cubicBezTo>
                    <a:cubicBezTo>
                      <a:pt x="240" y="244"/>
                      <a:pt x="232" y="243"/>
                      <a:pt x="221" y="242"/>
                    </a:cubicBezTo>
                    <a:lnTo>
                      <a:pt x="222" y="240"/>
                    </a:lnTo>
                    <a:close/>
                    <a:moveTo>
                      <a:pt x="238" y="249"/>
                    </a:moveTo>
                    <a:cubicBezTo>
                      <a:pt x="238" y="249"/>
                      <a:pt x="238" y="250"/>
                      <a:pt x="237" y="250"/>
                    </a:cubicBezTo>
                    <a:cubicBezTo>
                      <a:pt x="235" y="250"/>
                      <a:pt x="233" y="249"/>
                      <a:pt x="229" y="249"/>
                    </a:cubicBezTo>
                    <a:close/>
                    <a:moveTo>
                      <a:pt x="263" y="256"/>
                    </a:moveTo>
                    <a:lnTo>
                      <a:pt x="246" y="257"/>
                    </a:lnTo>
                    <a:lnTo>
                      <a:pt x="263" y="257"/>
                    </a:lnTo>
                    <a:lnTo>
                      <a:pt x="263" y="256"/>
                    </a:lnTo>
                    <a:close/>
                    <a:moveTo>
                      <a:pt x="428" y="258"/>
                    </a:moveTo>
                    <a:cubicBezTo>
                      <a:pt x="428" y="258"/>
                      <a:pt x="437" y="258"/>
                      <a:pt x="437" y="259"/>
                    </a:cubicBezTo>
                    <a:cubicBezTo>
                      <a:pt x="437" y="259"/>
                      <a:pt x="433" y="259"/>
                      <a:pt x="428" y="259"/>
                    </a:cubicBezTo>
                    <a:cubicBezTo>
                      <a:pt x="425" y="259"/>
                      <a:pt x="422" y="259"/>
                      <a:pt x="419" y="259"/>
                    </a:cubicBezTo>
                    <a:cubicBezTo>
                      <a:pt x="423" y="258"/>
                      <a:pt x="426" y="258"/>
                      <a:pt x="428" y="258"/>
                    </a:cubicBezTo>
                    <a:close/>
                    <a:moveTo>
                      <a:pt x="362" y="261"/>
                    </a:moveTo>
                    <a:cubicBezTo>
                      <a:pt x="362" y="261"/>
                      <a:pt x="363" y="261"/>
                      <a:pt x="366" y="261"/>
                    </a:cubicBezTo>
                    <a:lnTo>
                      <a:pt x="366" y="261"/>
                    </a:lnTo>
                    <a:cubicBezTo>
                      <a:pt x="365" y="261"/>
                      <a:pt x="365" y="261"/>
                      <a:pt x="365" y="261"/>
                    </a:cubicBezTo>
                    <a:cubicBezTo>
                      <a:pt x="363" y="261"/>
                      <a:pt x="362" y="261"/>
                      <a:pt x="362" y="261"/>
                    </a:cubicBezTo>
                    <a:close/>
                    <a:moveTo>
                      <a:pt x="366" y="261"/>
                    </a:moveTo>
                    <a:cubicBezTo>
                      <a:pt x="367" y="262"/>
                      <a:pt x="369" y="263"/>
                      <a:pt x="374" y="263"/>
                    </a:cubicBezTo>
                    <a:cubicBezTo>
                      <a:pt x="371" y="263"/>
                      <a:pt x="368" y="262"/>
                      <a:pt x="366" y="261"/>
                    </a:cubicBezTo>
                    <a:close/>
                    <a:moveTo>
                      <a:pt x="303" y="261"/>
                    </a:moveTo>
                    <a:lnTo>
                      <a:pt x="303" y="261"/>
                    </a:lnTo>
                    <a:cubicBezTo>
                      <a:pt x="303" y="261"/>
                      <a:pt x="300" y="262"/>
                      <a:pt x="293" y="264"/>
                    </a:cubicBezTo>
                    <a:lnTo>
                      <a:pt x="293" y="264"/>
                    </a:lnTo>
                    <a:cubicBezTo>
                      <a:pt x="294" y="264"/>
                      <a:pt x="296" y="264"/>
                      <a:pt x="297" y="263"/>
                    </a:cubicBezTo>
                    <a:cubicBezTo>
                      <a:pt x="301" y="262"/>
                      <a:pt x="303" y="261"/>
                      <a:pt x="303" y="261"/>
                    </a:cubicBezTo>
                    <a:close/>
                    <a:moveTo>
                      <a:pt x="202" y="261"/>
                    </a:moveTo>
                    <a:cubicBezTo>
                      <a:pt x="211" y="261"/>
                      <a:pt x="211" y="262"/>
                      <a:pt x="211" y="262"/>
                    </a:cubicBezTo>
                    <a:cubicBezTo>
                      <a:pt x="211" y="262"/>
                      <a:pt x="211" y="263"/>
                      <a:pt x="202" y="264"/>
                    </a:cubicBezTo>
                    <a:cubicBezTo>
                      <a:pt x="202" y="264"/>
                      <a:pt x="194" y="264"/>
                      <a:pt x="194" y="263"/>
                    </a:cubicBezTo>
                    <a:cubicBezTo>
                      <a:pt x="194" y="263"/>
                      <a:pt x="202" y="261"/>
                      <a:pt x="202" y="261"/>
                    </a:cubicBezTo>
                    <a:close/>
                    <a:moveTo>
                      <a:pt x="303" y="263"/>
                    </a:moveTo>
                    <a:cubicBezTo>
                      <a:pt x="303" y="263"/>
                      <a:pt x="301" y="264"/>
                      <a:pt x="298" y="265"/>
                    </a:cubicBezTo>
                    <a:lnTo>
                      <a:pt x="298" y="265"/>
                    </a:lnTo>
                    <a:cubicBezTo>
                      <a:pt x="301" y="264"/>
                      <a:pt x="303" y="263"/>
                      <a:pt x="303" y="263"/>
                    </a:cubicBezTo>
                    <a:close/>
                    <a:moveTo>
                      <a:pt x="293" y="264"/>
                    </a:moveTo>
                    <a:cubicBezTo>
                      <a:pt x="291" y="265"/>
                      <a:pt x="290" y="265"/>
                      <a:pt x="289" y="266"/>
                    </a:cubicBezTo>
                    <a:lnTo>
                      <a:pt x="289" y="266"/>
                    </a:lnTo>
                    <a:cubicBezTo>
                      <a:pt x="289" y="266"/>
                      <a:pt x="289" y="266"/>
                      <a:pt x="289" y="266"/>
                    </a:cubicBezTo>
                    <a:cubicBezTo>
                      <a:pt x="291" y="265"/>
                      <a:pt x="292" y="265"/>
                      <a:pt x="293" y="264"/>
                    </a:cubicBezTo>
                    <a:close/>
                    <a:moveTo>
                      <a:pt x="357" y="264"/>
                    </a:moveTo>
                    <a:cubicBezTo>
                      <a:pt x="357" y="264"/>
                      <a:pt x="359" y="265"/>
                      <a:pt x="364" y="266"/>
                    </a:cubicBezTo>
                    <a:lnTo>
                      <a:pt x="364" y="266"/>
                    </a:lnTo>
                    <a:cubicBezTo>
                      <a:pt x="364" y="266"/>
                      <a:pt x="364" y="266"/>
                      <a:pt x="363" y="266"/>
                    </a:cubicBezTo>
                    <a:cubicBezTo>
                      <a:pt x="360" y="265"/>
                      <a:pt x="357" y="264"/>
                      <a:pt x="357" y="264"/>
                    </a:cubicBezTo>
                    <a:close/>
                    <a:moveTo>
                      <a:pt x="437" y="267"/>
                    </a:moveTo>
                    <a:cubicBezTo>
                      <a:pt x="438" y="267"/>
                      <a:pt x="441" y="267"/>
                      <a:pt x="445" y="268"/>
                    </a:cubicBezTo>
                    <a:lnTo>
                      <a:pt x="445" y="269"/>
                    </a:lnTo>
                    <a:lnTo>
                      <a:pt x="436" y="269"/>
                    </a:lnTo>
                    <a:lnTo>
                      <a:pt x="436" y="268"/>
                    </a:lnTo>
                    <a:cubicBezTo>
                      <a:pt x="436" y="267"/>
                      <a:pt x="436" y="267"/>
                      <a:pt x="437" y="267"/>
                    </a:cubicBezTo>
                    <a:close/>
                    <a:moveTo>
                      <a:pt x="289" y="266"/>
                    </a:moveTo>
                    <a:cubicBezTo>
                      <a:pt x="285" y="267"/>
                      <a:pt x="282" y="267"/>
                      <a:pt x="280" y="268"/>
                    </a:cubicBezTo>
                    <a:lnTo>
                      <a:pt x="280" y="268"/>
                    </a:lnTo>
                    <a:cubicBezTo>
                      <a:pt x="280" y="268"/>
                      <a:pt x="280" y="267"/>
                      <a:pt x="280" y="267"/>
                    </a:cubicBezTo>
                    <a:lnTo>
                      <a:pt x="280" y="267"/>
                    </a:lnTo>
                    <a:cubicBezTo>
                      <a:pt x="272" y="269"/>
                      <a:pt x="272" y="269"/>
                      <a:pt x="272" y="269"/>
                    </a:cubicBezTo>
                    <a:cubicBezTo>
                      <a:pt x="272" y="269"/>
                      <a:pt x="272" y="270"/>
                      <a:pt x="273" y="270"/>
                    </a:cubicBezTo>
                    <a:cubicBezTo>
                      <a:pt x="274" y="270"/>
                      <a:pt x="276" y="269"/>
                      <a:pt x="280" y="268"/>
                    </a:cubicBezTo>
                    <a:lnTo>
                      <a:pt x="280" y="268"/>
                    </a:lnTo>
                    <a:cubicBezTo>
                      <a:pt x="280" y="268"/>
                      <a:pt x="280" y="269"/>
                      <a:pt x="280" y="269"/>
                    </a:cubicBezTo>
                    <a:cubicBezTo>
                      <a:pt x="283" y="268"/>
                      <a:pt x="286" y="267"/>
                      <a:pt x="289" y="266"/>
                    </a:cubicBezTo>
                    <a:close/>
                    <a:moveTo>
                      <a:pt x="449" y="271"/>
                    </a:moveTo>
                    <a:cubicBezTo>
                      <a:pt x="448" y="271"/>
                      <a:pt x="449" y="271"/>
                      <a:pt x="453" y="272"/>
                    </a:cubicBezTo>
                    <a:cubicBezTo>
                      <a:pt x="453" y="272"/>
                      <a:pt x="450" y="271"/>
                      <a:pt x="449" y="271"/>
                    </a:cubicBezTo>
                    <a:close/>
                    <a:moveTo>
                      <a:pt x="371" y="270"/>
                    </a:moveTo>
                    <a:lnTo>
                      <a:pt x="371" y="270"/>
                    </a:lnTo>
                    <a:cubicBezTo>
                      <a:pt x="377" y="271"/>
                      <a:pt x="382" y="272"/>
                      <a:pt x="388" y="275"/>
                    </a:cubicBezTo>
                    <a:lnTo>
                      <a:pt x="379" y="273"/>
                    </a:lnTo>
                    <a:lnTo>
                      <a:pt x="371" y="270"/>
                    </a:lnTo>
                    <a:close/>
                    <a:moveTo>
                      <a:pt x="278" y="275"/>
                    </a:moveTo>
                    <a:lnTo>
                      <a:pt x="278" y="275"/>
                    </a:lnTo>
                    <a:cubicBezTo>
                      <a:pt x="277" y="275"/>
                      <a:pt x="276" y="276"/>
                      <a:pt x="275" y="276"/>
                    </a:cubicBezTo>
                    <a:lnTo>
                      <a:pt x="275" y="276"/>
                    </a:lnTo>
                    <a:cubicBezTo>
                      <a:pt x="276" y="276"/>
                      <a:pt x="277" y="275"/>
                      <a:pt x="278" y="275"/>
                    </a:cubicBezTo>
                    <a:close/>
                    <a:moveTo>
                      <a:pt x="273" y="276"/>
                    </a:moveTo>
                    <a:cubicBezTo>
                      <a:pt x="273" y="276"/>
                      <a:pt x="274" y="276"/>
                      <a:pt x="274" y="276"/>
                    </a:cubicBezTo>
                    <a:cubicBezTo>
                      <a:pt x="274" y="276"/>
                      <a:pt x="275" y="276"/>
                      <a:pt x="275" y="276"/>
                    </a:cubicBezTo>
                    <a:lnTo>
                      <a:pt x="275" y="276"/>
                    </a:lnTo>
                    <a:cubicBezTo>
                      <a:pt x="272" y="277"/>
                      <a:pt x="270" y="278"/>
                      <a:pt x="270" y="278"/>
                    </a:cubicBezTo>
                    <a:cubicBezTo>
                      <a:pt x="269" y="278"/>
                      <a:pt x="270" y="277"/>
                      <a:pt x="273" y="276"/>
                    </a:cubicBezTo>
                    <a:close/>
                    <a:moveTo>
                      <a:pt x="434" y="275"/>
                    </a:moveTo>
                    <a:cubicBezTo>
                      <a:pt x="435" y="275"/>
                      <a:pt x="438" y="275"/>
                      <a:pt x="443" y="277"/>
                    </a:cubicBezTo>
                    <a:lnTo>
                      <a:pt x="443" y="278"/>
                    </a:lnTo>
                    <a:lnTo>
                      <a:pt x="434" y="277"/>
                    </a:lnTo>
                    <a:lnTo>
                      <a:pt x="434" y="276"/>
                    </a:lnTo>
                    <a:cubicBezTo>
                      <a:pt x="434" y="275"/>
                      <a:pt x="434" y="275"/>
                      <a:pt x="434" y="275"/>
                    </a:cubicBezTo>
                    <a:close/>
                    <a:moveTo>
                      <a:pt x="369" y="278"/>
                    </a:moveTo>
                    <a:lnTo>
                      <a:pt x="369" y="278"/>
                    </a:lnTo>
                    <a:cubicBezTo>
                      <a:pt x="368" y="278"/>
                      <a:pt x="370" y="279"/>
                      <a:pt x="374" y="281"/>
                    </a:cubicBezTo>
                    <a:cubicBezTo>
                      <a:pt x="371" y="279"/>
                      <a:pt x="369" y="278"/>
                      <a:pt x="369" y="278"/>
                    </a:cubicBezTo>
                    <a:close/>
                    <a:moveTo>
                      <a:pt x="211" y="277"/>
                    </a:moveTo>
                    <a:cubicBezTo>
                      <a:pt x="212" y="277"/>
                      <a:pt x="212" y="277"/>
                      <a:pt x="212" y="278"/>
                    </a:cubicBezTo>
                    <a:cubicBezTo>
                      <a:pt x="212" y="279"/>
                      <a:pt x="203" y="281"/>
                      <a:pt x="203" y="281"/>
                    </a:cubicBezTo>
                    <a:cubicBezTo>
                      <a:pt x="201" y="282"/>
                      <a:pt x="200" y="282"/>
                      <a:pt x="200" y="282"/>
                    </a:cubicBezTo>
                    <a:cubicBezTo>
                      <a:pt x="198" y="282"/>
                      <a:pt x="203" y="280"/>
                      <a:pt x="203" y="279"/>
                    </a:cubicBezTo>
                    <a:cubicBezTo>
                      <a:pt x="208" y="278"/>
                      <a:pt x="210" y="277"/>
                      <a:pt x="211" y="277"/>
                    </a:cubicBezTo>
                    <a:close/>
                    <a:moveTo>
                      <a:pt x="328" y="278"/>
                    </a:moveTo>
                    <a:lnTo>
                      <a:pt x="330" y="282"/>
                    </a:lnTo>
                    <a:lnTo>
                      <a:pt x="330" y="282"/>
                    </a:lnTo>
                    <a:cubicBezTo>
                      <a:pt x="329" y="281"/>
                      <a:pt x="329" y="280"/>
                      <a:pt x="328" y="278"/>
                    </a:cubicBezTo>
                    <a:close/>
                    <a:moveTo>
                      <a:pt x="378" y="277"/>
                    </a:moveTo>
                    <a:cubicBezTo>
                      <a:pt x="378" y="277"/>
                      <a:pt x="378" y="277"/>
                      <a:pt x="386" y="280"/>
                    </a:cubicBezTo>
                    <a:cubicBezTo>
                      <a:pt x="389" y="281"/>
                      <a:pt x="391" y="282"/>
                      <a:pt x="393" y="284"/>
                    </a:cubicBezTo>
                    <a:lnTo>
                      <a:pt x="386" y="281"/>
                    </a:lnTo>
                    <a:cubicBezTo>
                      <a:pt x="377" y="278"/>
                      <a:pt x="378" y="277"/>
                      <a:pt x="378" y="277"/>
                    </a:cubicBezTo>
                    <a:close/>
                    <a:moveTo>
                      <a:pt x="426" y="280"/>
                    </a:moveTo>
                    <a:cubicBezTo>
                      <a:pt x="427" y="280"/>
                      <a:pt x="429" y="280"/>
                      <a:pt x="433" y="280"/>
                    </a:cubicBezTo>
                    <a:cubicBezTo>
                      <a:pt x="441" y="282"/>
                      <a:pt x="441" y="282"/>
                      <a:pt x="441" y="284"/>
                    </a:cubicBezTo>
                    <a:cubicBezTo>
                      <a:pt x="440" y="285"/>
                      <a:pt x="440" y="285"/>
                      <a:pt x="439" y="285"/>
                    </a:cubicBezTo>
                    <a:cubicBezTo>
                      <a:pt x="438" y="285"/>
                      <a:pt x="436" y="284"/>
                      <a:pt x="432" y="282"/>
                    </a:cubicBezTo>
                    <a:cubicBezTo>
                      <a:pt x="427" y="280"/>
                      <a:pt x="425" y="280"/>
                      <a:pt x="426" y="280"/>
                    </a:cubicBezTo>
                    <a:close/>
                    <a:moveTo>
                      <a:pt x="330" y="282"/>
                    </a:moveTo>
                    <a:lnTo>
                      <a:pt x="330" y="282"/>
                    </a:lnTo>
                    <a:cubicBezTo>
                      <a:pt x="330" y="284"/>
                      <a:pt x="330" y="285"/>
                      <a:pt x="331" y="287"/>
                    </a:cubicBezTo>
                    <a:lnTo>
                      <a:pt x="330" y="282"/>
                    </a:lnTo>
                    <a:close/>
                    <a:moveTo>
                      <a:pt x="350" y="281"/>
                    </a:moveTo>
                    <a:lnTo>
                      <a:pt x="356" y="288"/>
                    </a:lnTo>
                    <a:cubicBezTo>
                      <a:pt x="355" y="286"/>
                      <a:pt x="353" y="284"/>
                      <a:pt x="350" y="281"/>
                    </a:cubicBezTo>
                    <a:close/>
                    <a:moveTo>
                      <a:pt x="356" y="288"/>
                    </a:moveTo>
                    <a:lnTo>
                      <a:pt x="356" y="288"/>
                    </a:lnTo>
                    <a:cubicBezTo>
                      <a:pt x="356" y="288"/>
                      <a:pt x="356" y="288"/>
                      <a:pt x="356" y="288"/>
                    </a:cubicBezTo>
                    <a:close/>
                    <a:moveTo>
                      <a:pt x="339" y="289"/>
                    </a:moveTo>
                    <a:lnTo>
                      <a:pt x="339" y="289"/>
                    </a:lnTo>
                    <a:cubicBezTo>
                      <a:pt x="339" y="289"/>
                      <a:pt x="340" y="290"/>
                      <a:pt x="341" y="293"/>
                    </a:cubicBezTo>
                    <a:lnTo>
                      <a:pt x="341" y="293"/>
                    </a:lnTo>
                    <a:cubicBezTo>
                      <a:pt x="340" y="291"/>
                      <a:pt x="339" y="289"/>
                      <a:pt x="339" y="289"/>
                    </a:cubicBezTo>
                    <a:close/>
                    <a:moveTo>
                      <a:pt x="236" y="285"/>
                    </a:moveTo>
                    <a:cubicBezTo>
                      <a:pt x="237" y="285"/>
                      <a:pt x="233" y="287"/>
                      <a:pt x="223" y="291"/>
                    </a:cubicBezTo>
                    <a:cubicBezTo>
                      <a:pt x="214" y="294"/>
                      <a:pt x="214" y="294"/>
                      <a:pt x="214" y="294"/>
                    </a:cubicBezTo>
                    <a:cubicBezTo>
                      <a:pt x="214" y="294"/>
                      <a:pt x="222" y="289"/>
                      <a:pt x="231" y="287"/>
                    </a:cubicBezTo>
                    <a:cubicBezTo>
                      <a:pt x="234" y="286"/>
                      <a:pt x="236" y="285"/>
                      <a:pt x="236" y="285"/>
                    </a:cubicBezTo>
                    <a:close/>
                    <a:moveTo>
                      <a:pt x="356" y="288"/>
                    </a:moveTo>
                    <a:cubicBezTo>
                      <a:pt x="359" y="290"/>
                      <a:pt x="361" y="292"/>
                      <a:pt x="363" y="294"/>
                    </a:cubicBezTo>
                    <a:lnTo>
                      <a:pt x="363" y="294"/>
                    </a:lnTo>
                    <a:cubicBezTo>
                      <a:pt x="361" y="292"/>
                      <a:pt x="359" y="290"/>
                      <a:pt x="356" y="288"/>
                    </a:cubicBezTo>
                    <a:close/>
                    <a:moveTo>
                      <a:pt x="232" y="292"/>
                    </a:moveTo>
                    <a:lnTo>
                      <a:pt x="232" y="294"/>
                    </a:lnTo>
                    <a:cubicBezTo>
                      <a:pt x="228" y="296"/>
                      <a:pt x="222" y="298"/>
                      <a:pt x="216" y="299"/>
                    </a:cubicBezTo>
                    <a:lnTo>
                      <a:pt x="224" y="295"/>
                    </a:lnTo>
                    <a:lnTo>
                      <a:pt x="232" y="292"/>
                    </a:lnTo>
                    <a:close/>
                    <a:moveTo>
                      <a:pt x="28" y="301"/>
                    </a:moveTo>
                    <a:cubicBezTo>
                      <a:pt x="21" y="301"/>
                      <a:pt x="15" y="301"/>
                      <a:pt x="9" y="303"/>
                    </a:cubicBezTo>
                    <a:cubicBezTo>
                      <a:pt x="0" y="304"/>
                      <a:pt x="0" y="306"/>
                      <a:pt x="19" y="306"/>
                    </a:cubicBezTo>
                    <a:cubicBezTo>
                      <a:pt x="28" y="304"/>
                      <a:pt x="28" y="304"/>
                      <a:pt x="28" y="301"/>
                    </a:cubicBezTo>
                    <a:close/>
                    <a:moveTo>
                      <a:pt x="296" y="299"/>
                    </a:moveTo>
                    <a:cubicBezTo>
                      <a:pt x="292" y="307"/>
                      <a:pt x="289" y="311"/>
                      <a:pt x="289" y="311"/>
                    </a:cubicBezTo>
                    <a:cubicBezTo>
                      <a:pt x="289" y="311"/>
                      <a:pt x="291" y="307"/>
                      <a:pt x="296" y="299"/>
                    </a:cubicBezTo>
                    <a:close/>
                    <a:moveTo>
                      <a:pt x="346" y="303"/>
                    </a:moveTo>
                    <a:lnTo>
                      <a:pt x="346" y="303"/>
                    </a:lnTo>
                    <a:cubicBezTo>
                      <a:pt x="351" y="310"/>
                      <a:pt x="353" y="314"/>
                      <a:pt x="353" y="314"/>
                    </a:cubicBezTo>
                    <a:cubicBezTo>
                      <a:pt x="353" y="314"/>
                      <a:pt x="350" y="310"/>
                      <a:pt x="346" y="303"/>
                    </a:cubicBezTo>
                    <a:close/>
                    <a:moveTo>
                      <a:pt x="304" y="305"/>
                    </a:moveTo>
                    <a:lnTo>
                      <a:pt x="304" y="305"/>
                    </a:lnTo>
                    <a:cubicBezTo>
                      <a:pt x="302" y="310"/>
                      <a:pt x="299" y="316"/>
                      <a:pt x="297" y="322"/>
                    </a:cubicBezTo>
                    <a:lnTo>
                      <a:pt x="296" y="321"/>
                    </a:lnTo>
                    <a:cubicBezTo>
                      <a:pt x="300" y="313"/>
                      <a:pt x="304" y="305"/>
                      <a:pt x="304" y="305"/>
                    </a:cubicBezTo>
                    <a:close/>
                    <a:moveTo>
                      <a:pt x="380" y="345"/>
                    </a:moveTo>
                    <a:cubicBezTo>
                      <a:pt x="383" y="350"/>
                      <a:pt x="387" y="355"/>
                      <a:pt x="389" y="361"/>
                    </a:cubicBezTo>
                    <a:lnTo>
                      <a:pt x="388" y="361"/>
                    </a:lnTo>
                    <a:lnTo>
                      <a:pt x="379" y="346"/>
                    </a:lnTo>
                    <a:lnTo>
                      <a:pt x="380" y="345"/>
                    </a:lnTo>
                    <a:close/>
                    <a:moveTo>
                      <a:pt x="247" y="350"/>
                    </a:moveTo>
                    <a:cubicBezTo>
                      <a:pt x="241" y="356"/>
                      <a:pt x="235" y="363"/>
                      <a:pt x="234" y="363"/>
                    </a:cubicBezTo>
                    <a:lnTo>
                      <a:pt x="239" y="355"/>
                    </a:lnTo>
                    <a:lnTo>
                      <a:pt x="246" y="350"/>
                    </a:lnTo>
                    <a:close/>
                    <a:moveTo>
                      <a:pt x="294" y="359"/>
                    </a:moveTo>
                    <a:cubicBezTo>
                      <a:pt x="293" y="364"/>
                      <a:pt x="290" y="370"/>
                      <a:pt x="288" y="375"/>
                    </a:cubicBezTo>
                    <a:lnTo>
                      <a:pt x="290" y="366"/>
                    </a:lnTo>
                    <a:lnTo>
                      <a:pt x="294" y="359"/>
                    </a:lnTo>
                    <a:close/>
                    <a:moveTo>
                      <a:pt x="267" y="355"/>
                    </a:moveTo>
                    <a:cubicBezTo>
                      <a:pt x="268" y="355"/>
                      <a:pt x="268" y="355"/>
                      <a:pt x="263" y="363"/>
                    </a:cubicBezTo>
                    <a:cubicBezTo>
                      <a:pt x="261" y="369"/>
                      <a:pt x="258" y="373"/>
                      <a:pt x="255" y="379"/>
                    </a:cubicBezTo>
                    <a:cubicBezTo>
                      <a:pt x="258" y="370"/>
                      <a:pt x="262" y="363"/>
                      <a:pt x="267" y="355"/>
                    </a:cubicBezTo>
                    <a:close/>
                    <a:moveTo>
                      <a:pt x="351" y="364"/>
                    </a:moveTo>
                    <a:cubicBezTo>
                      <a:pt x="352" y="364"/>
                      <a:pt x="352" y="364"/>
                      <a:pt x="354" y="372"/>
                    </a:cubicBezTo>
                    <a:cubicBezTo>
                      <a:pt x="356" y="381"/>
                      <a:pt x="354" y="381"/>
                      <a:pt x="354" y="381"/>
                    </a:cubicBezTo>
                    <a:cubicBezTo>
                      <a:pt x="352" y="377"/>
                      <a:pt x="351" y="370"/>
                      <a:pt x="351" y="364"/>
                    </a:cubicBezTo>
                    <a:close/>
                    <a:moveTo>
                      <a:pt x="333" y="72"/>
                    </a:moveTo>
                    <a:cubicBezTo>
                      <a:pt x="332" y="72"/>
                      <a:pt x="331" y="82"/>
                      <a:pt x="331" y="91"/>
                    </a:cubicBezTo>
                    <a:lnTo>
                      <a:pt x="328" y="91"/>
                    </a:lnTo>
                    <a:cubicBezTo>
                      <a:pt x="328" y="91"/>
                      <a:pt x="327" y="91"/>
                      <a:pt x="327" y="100"/>
                    </a:cubicBezTo>
                    <a:cubicBezTo>
                      <a:pt x="326" y="109"/>
                      <a:pt x="325" y="109"/>
                      <a:pt x="325" y="109"/>
                    </a:cubicBezTo>
                    <a:cubicBezTo>
                      <a:pt x="325" y="106"/>
                      <a:pt x="325" y="105"/>
                      <a:pt x="325" y="105"/>
                    </a:cubicBezTo>
                    <a:cubicBezTo>
                      <a:pt x="325" y="105"/>
                      <a:pt x="324" y="111"/>
                      <a:pt x="324" y="118"/>
                    </a:cubicBezTo>
                    <a:cubicBezTo>
                      <a:pt x="325" y="124"/>
                      <a:pt x="325" y="131"/>
                      <a:pt x="324" y="137"/>
                    </a:cubicBezTo>
                    <a:lnTo>
                      <a:pt x="324" y="156"/>
                    </a:lnTo>
                    <a:cubicBezTo>
                      <a:pt x="324" y="175"/>
                      <a:pt x="324" y="184"/>
                      <a:pt x="324" y="194"/>
                    </a:cubicBezTo>
                    <a:cubicBezTo>
                      <a:pt x="325" y="200"/>
                      <a:pt x="326" y="205"/>
                      <a:pt x="326" y="205"/>
                    </a:cubicBezTo>
                    <a:cubicBezTo>
                      <a:pt x="327" y="205"/>
                      <a:pt x="327" y="202"/>
                      <a:pt x="327" y="195"/>
                    </a:cubicBezTo>
                    <a:cubicBezTo>
                      <a:pt x="327" y="192"/>
                      <a:pt x="328" y="188"/>
                      <a:pt x="330" y="185"/>
                    </a:cubicBezTo>
                    <a:cubicBezTo>
                      <a:pt x="330" y="188"/>
                      <a:pt x="330" y="192"/>
                      <a:pt x="330" y="195"/>
                    </a:cubicBezTo>
                    <a:cubicBezTo>
                      <a:pt x="328" y="204"/>
                      <a:pt x="330" y="205"/>
                      <a:pt x="332" y="205"/>
                    </a:cubicBezTo>
                    <a:cubicBezTo>
                      <a:pt x="334" y="206"/>
                      <a:pt x="335" y="206"/>
                      <a:pt x="333" y="215"/>
                    </a:cubicBezTo>
                    <a:cubicBezTo>
                      <a:pt x="331" y="225"/>
                      <a:pt x="331" y="225"/>
                      <a:pt x="331" y="225"/>
                    </a:cubicBezTo>
                    <a:cubicBezTo>
                      <a:pt x="332" y="219"/>
                      <a:pt x="334" y="218"/>
                      <a:pt x="335" y="218"/>
                    </a:cubicBezTo>
                    <a:cubicBezTo>
                      <a:pt x="335" y="218"/>
                      <a:pt x="336" y="218"/>
                      <a:pt x="336" y="219"/>
                    </a:cubicBezTo>
                    <a:cubicBezTo>
                      <a:pt x="337" y="219"/>
                      <a:pt x="337" y="219"/>
                      <a:pt x="338" y="219"/>
                    </a:cubicBezTo>
                    <a:cubicBezTo>
                      <a:pt x="339" y="219"/>
                      <a:pt x="341" y="218"/>
                      <a:pt x="344" y="212"/>
                    </a:cubicBezTo>
                    <a:lnTo>
                      <a:pt x="344" y="212"/>
                    </a:lnTo>
                    <a:cubicBezTo>
                      <a:pt x="341" y="221"/>
                      <a:pt x="341" y="221"/>
                      <a:pt x="341" y="221"/>
                    </a:cubicBezTo>
                    <a:cubicBezTo>
                      <a:pt x="345" y="215"/>
                      <a:pt x="346" y="214"/>
                      <a:pt x="346" y="214"/>
                    </a:cubicBezTo>
                    <a:cubicBezTo>
                      <a:pt x="346" y="214"/>
                      <a:pt x="346" y="214"/>
                      <a:pt x="346" y="214"/>
                    </a:cubicBezTo>
                    <a:cubicBezTo>
                      <a:pt x="342" y="222"/>
                      <a:pt x="342" y="222"/>
                      <a:pt x="343" y="223"/>
                    </a:cubicBezTo>
                    <a:cubicBezTo>
                      <a:pt x="343" y="223"/>
                      <a:pt x="343" y="223"/>
                      <a:pt x="348" y="215"/>
                    </a:cubicBezTo>
                    <a:lnTo>
                      <a:pt x="348" y="215"/>
                    </a:lnTo>
                    <a:cubicBezTo>
                      <a:pt x="348" y="215"/>
                      <a:pt x="350" y="217"/>
                      <a:pt x="345" y="225"/>
                    </a:cubicBezTo>
                    <a:cubicBezTo>
                      <a:pt x="344" y="228"/>
                      <a:pt x="343" y="229"/>
                      <a:pt x="343" y="229"/>
                    </a:cubicBezTo>
                    <a:cubicBezTo>
                      <a:pt x="343" y="229"/>
                      <a:pt x="347" y="224"/>
                      <a:pt x="351" y="219"/>
                    </a:cubicBezTo>
                    <a:cubicBezTo>
                      <a:pt x="354" y="214"/>
                      <a:pt x="359" y="208"/>
                      <a:pt x="363" y="204"/>
                    </a:cubicBezTo>
                    <a:lnTo>
                      <a:pt x="363" y="204"/>
                    </a:lnTo>
                    <a:lnTo>
                      <a:pt x="352" y="220"/>
                    </a:lnTo>
                    <a:cubicBezTo>
                      <a:pt x="345" y="226"/>
                      <a:pt x="345" y="226"/>
                      <a:pt x="346" y="226"/>
                    </a:cubicBezTo>
                    <a:lnTo>
                      <a:pt x="346" y="228"/>
                    </a:lnTo>
                    <a:cubicBezTo>
                      <a:pt x="350" y="223"/>
                      <a:pt x="351" y="222"/>
                      <a:pt x="352" y="222"/>
                    </a:cubicBezTo>
                    <a:cubicBezTo>
                      <a:pt x="353" y="222"/>
                      <a:pt x="354" y="223"/>
                      <a:pt x="354" y="223"/>
                    </a:cubicBezTo>
                    <a:cubicBezTo>
                      <a:pt x="355" y="225"/>
                      <a:pt x="355" y="226"/>
                      <a:pt x="356" y="226"/>
                    </a:cubicBezTo>
                    <a:cubicBezTo>
                      <a:pt x="358" y="226"/>
                      <a:pt x="360" y="224"/>
                      <a:pt x="363" y="221"/>
                    </a:cubicBezTo>
                    <a:cubicBezTo>
                      <a:pt x="366" y="218"/>
                      <a:pt x="368" y="217"/>
                      <a:pt x="368" y="217"/>
                    </a:cubicBezTo>
                    <a:lnTo>
                      <a:pt x="368" y="217"/>
                    </a:lnTo>
                    <a:cubicBezTo>
                      <a:pt x="368" y="217"/>
                      <a:pt x="367" y="218"/>
                      <a:pt x="363" y="222"/>
                    </a:cubicBezTo>
                    <a:cubicBezTo>
                      <a:pt x="355" y="231"/>
                      <a:pt x="350" y="235"/>
                      <a:pt x="347" y="237"/>
                    </a:cubicBezTo>
                    <a:lnTo>
                      <a:pt x="347" y="237"/>
                    </a:lnTo>
                    <a:cubicBezTo>
                      <a:pt x="348" y="237"/>
                      <a:pt x="349" y="236"/>
                      <a:pt x="350" y="235"/>
                    </a:cubicBezTo>
                    <a:cubicBezTo>
                      <a:pt x="350" y="235"/>
                      <a:pt x="358" y="230"/>
                      <a:pt x="364" y="224"/>
                    </a:cubicBezTo>
                    <a:cubicBezTo>
                      <a:pt x="371" y="219"/>
                      <a:pt x="375" y="216"/>
                      <a:pt x="376" y="216"/>
                    </a:cubicBezTo>
                    <a:lnTo>
                      <a:pt x="376" y="216"/>
                    </a:lnTo>
                    <a:cubicBezTo>
                      <a:pt x="376" y="216"/>
                      <a:pt x="373" y="219"/>
                      <a:pt x="365" y="225"/>
                    </a:cubicBezTo>
                    <a:cubicBezTo>
                      <a:pt x="358" y="231"/>
                      <a:pt x="357" y="233"/>
                      <a:pt x="358" y="233"/>
                    </a:cubicBezTo>
                    <a:cubicBezTo>
                      <a:pt x="360" y="233"/>
                      <a:pt x="366" y="230"/>
                      <a:pt x="374" y="226"/>
                    </a:cubicBezTo>
                    <a:lnTo>
                      <a:pt x="374" y="226"/>
                    </a:lnTo>
                    <a:lnTo>
                      <a:pt x="367" y="231"/>
                    </a:lnTo>
                    <a:cubicBezTo>
                      <a:pt x="359" y="235"/>
                      <a:pt x="359" y="235"/>
                      <a:pt x="359" y="236"/>
                    </a:cubicBezTo>
                    <a:lnTo>
                      <a:pt x="360" y="238"/>
                    </a:lnTo>
                    <a:cubicBezTo>
                      <a:pt x="365" y="235"/>
                      <a:pt x="368" y="234"/>
                      <a:pt x="369" y="234"/>
                    </a:cubicBezTo>
                    <a:lnTo>
                      <a:pt x="369" y="234"/>
                    </a:lnTo>
                    <a:cubicBezTo>
                      <a:pt x="370" y="234"/>
                      <a:pt x="365" y="238"/>
                      <a:pt x="360" y="240"/>
                    </a:cubicBezTo>
                    <a:cubicBezTo>
                      <a:pt x="351" y="243"/>
                      <a:pt x="351" y="243"/>
                      <a:pt x="351" y="244"/>
                    </a:cubicBezTo>
                    <a:cubicBezTo>
                      <a:pt x="357" y="242"/>
                      <a:pt x="360" y="241"/>
                      <a:pt x="361" y="241"/>
                    </a:cubicBezTo>
                    <a:lnTo>
                      <a:pt x="361" y="241"/>
                    </a:lnTo>
                    <a:cubicBezTo>
                      <a:pt x="362" y="241"/>
                      <a:pt x="357" y="244"/>
                      <a:pt x="351" y="245"/>
                    </a:cubicBezTo>
                    <a:lnTo>
                      <a:pt x="351" y="247"/>
                    </a:lnTo>
                    <a:cubicBezTo>
                      <a:pt x="360" y="244"/>
                      <a:pt x="360" y="244"/>
                      <a:pt x="360" y="244"/>
                    </a:cubicBezTo>
                    <a:cubicBezTo>
                      <a:pt x="360" y="245"/>
                      <a:pt x="360" y="245"/>
                      <a:pt x="360" y="245"/>
                    </a:cubicBezTo>
                    <a:cubicBezTo>
                      <a:pt x="361" y="245"/>
                      <a:pt x="364" y="245"/>
                      <a:pt x="369" y="243"/>
                    </a:cubicBezTo>
                    <a:cubicBezTo>
                      <a:pt x="370" y="243"/>
                      <a:pt x="371" y="243"/>
                      <a:pt x="372" y="242"/>
                    </a:cubicBezTo>
                    <a:lnTo>
                      <a:pt x="372" y="242"/>
                    </a:lnTo>
                    <a:cubicBezTo>
                      <a:pt x="369" y="244"/>
                      <a:pt x="369" y="245"/>
                      <a:pt x="369" y="247"/>
                    </a:cubicBezTo>
                    <a:cubicBezTo>
                      <a:pt x="368" y="248"/>
                      <a:pt x="368" y="249"/>
                      <a:pt x="360" y="250"/>
                    </a:cubicBezTo>
                    <a:lnTo>
                      <a:pt x="368" y="250"/>
                    </a:lnTo>
                    <a:cubicBezTo>
                      <a:pt x="360" y="251"/>
                      <a:pt x="359" y="252"/>
                      <a:pt x="368" y="252"/>
                    </a:cubicBezTo>
                    <a:lnTo>
                      <a:pt x="368" y="253"/>
                    </a:lnTo>
                    <a:cubicBezTo>
                      <a:pt x="350" y="254"/>
                      <a:pt x="350" y="254"/>
                      <a:pt x="368" y="254"/>
                    </a:cubicBezTo>
                    <a:cubicBezTo>
                      <a:pt x="359" y="254"/>
                      <a:pt x="359" y="256"/>
                      <a:pt x="359" y="256"/>
                    </a:cubicBezTo>
                    <a:cubicBezTo>
                      <a:pt x="365" y="256"/>
                      <a:pt x="366" y="257"/>
                      <a:pt x="362" y="257"/>
                    </a:cubicBezTo>
                    <a:cubicBezTo>
                      <a:pt x="361" y="257"/>
                      <a:pt x="359" y="257"/>
                      <a:pt x="358" y="257"/>
                    </a:cubicBezTo>
                    <a:lnTo>
                      <a:pt x="358" y="258"/>
                    </a:lnTo>
                    <a:cubicBezTo>
                      <a:pt x="367" y="258"/>
                      <a:pt x="367" y="259"/>
                      <a:pt x="367" y="259"/>
                    </a:cubicBezTo>
                    <a:cubicBezTo>
                      <a:pt x="367" y="259"/>
                      <a:pt x="367" y="259"/>
                      <a:pt x="374" y="260"/>
                    </a:cubicBezTo>
                    <a:cubicBezTo>
                      <a:pt x="383" y="262"/>
                      <a:pt x="383" y="262"/>
                      <a:pt x="383" y="262"/>
                    </a:cubicBezTo>
                    <a:cubicBezTo>
                      <a:pt x="378" y="262"/>
                      <a:pt x="372" y="261"/>
                      <a:pt x="365" y="260"/>
                    </a:cubicBezTo>
                    <a:cubicBezTo>
                      <a:pt x="363" y="260"/>
                      <a:pt x="361" y="259"/>
                      <a:pt x="360" y="259"/>
                    </a:cubicBezTo>
                    <a:lnTo>
                      <a:pt x="360" y="259"/>
                    </a:lnTo>
                    <a:cubicBezTo>
                      <a:pt x="360" y="259"/>
                      <a:pt x="364" y="260"/>
                      <a:pt x="374" y="262"/>
                    </a:cubicBezTo>
                    <a:cubicBezTo>
                      <a:pt x="383" y="265"/>
                      <a:pt x="388" y="266"/>
                      <a:pt x="387" y="266"/>
                    </a:cubicBezTo>
                    <a:cubicBezTo>
                      <a:pt x="386" y="266"/>
                      <a:pt x="382" y="265"/>
                      <a:pt x="374" y="263"/>
                    </a:cubicBezTo>
                    <a:lnTo>
                      <a:pt x="373" y="264"/>
                    </a:lnTo>
                    <a:cubicBezTo>
                      <a:pt x="369" y="264"/>
                      <a:pt x="367" y="264"/>
                      <a:pt x="365" y="264"/>
                    </a:cubicBezTo>
                    <a:cubicBezTo>
                      <a:pt x="364" y="264"/>
                      <a:pt x="364" y="264"/>
                      <a:pt x="364" y="264"/>
                    </a:cubicBezTo>
                    <a:cubicBezTo>
                      <a:pt x="368" y="266"/>
                      <a:pt x="370" y="266"/>
                      <a:pt x="370" y="266"/>
                    </a:cubicBezTo>
                    <a:cubicBezTo>
                      <a:pt x="370" y="266"/>
                      <a:pt x="368" y="266"/>
                      <a:pt x="363" y="264"/>
                    </a:cubicBezTo>
                    <a:cubicBezTo>
                      <a:pt x="360" y="264"/>
                      <a:pt x="359" y="263"/>
                      <a:pt x="358" y="263"/>
                    </a:cubicBezTo>
                    <a:lnTo>
                      <a:pt x="358" y="263"/>
                    </a:lnTo>
                    <a:cubicBezTo>
                      <a:pt x="357" y="263"/>
                      <a:pt x="361" y="265"/>
                      <a:pt x="372" y="267"/>
                    </a:cubicBezTo>
                    <a:cubicBezTo>
                      <a:pt x="377" y="268"/>
                      <a:pt x="379" y="269"/>
                      <a:pt x="377" y="269"/>
                    </a:cubicBezTo>
                    <a:cubicBezTo>
                      <a:pt x="377" y="269"/>
                      <a:pt x="374" y="269"/>
                      <a:pt x="371" y="268"/>
                    </a:cubicBezTo>
                    <a:cubicBezTo>
                      <a:pt x="368" y="267"/>
                      <a:pt x="366" y="266"/>
                      <a:pt x="364" y="266"/>
                    </a:cubicBezTo>
                    <a:lnTo>
                      <a:pt x="364" y="266"/>
                    </a:lnTo>
                    <a:cubicBezTo>
                      <a:pt x="371" y="269"/>
                      <a:pt x="371" y="269"/>
                      <a:pt x="371" y="269"/>
                    </a:cubicBezTo>
                    <a:cubicBezTo>
                      <a:pt x="369" y="268"/>
                      <a:pt x="367" y="268"/>
                      <a:pt x="366" y="268"/>
                    </a:cubicBezTo>
                    <a:cubicBezTo>
                      <a:pt x="362" y="268"/>
                      <a:pt x="362" y="270"/>
                      <a:pt x="360" y="271"/>
                    </a:cubicBezTo>
                    <a:cubicBezTo>
                      <a:pt x="360" y="271"/>
                      <a:pt x="368" y="276"/>
                      <a:pt x="376" y="279"/>
                    </a:cubicBezTo>
                    <a:cubicBezTo>
                      <a:pt x="383" y="283"/>
                      <a:pt x="385" y="284"/>
                      <a:pt x="385" y="284"/>
                    </a:cubicBezTo>
                    <a:cubicBezTo>
                      <a:pt x="384" y="284"/>
                      <a:pt x="380" y="282"/>
                      <a:pt x="376" y="280"/>
                    </a:cubicBezTo>
                    <a:lnTo>
                      <a:pt x="376" y="280"/>
                    </a:lnTo>
                    <a:cubicBezTo>
                      <a:pt x="384" y="284"/>
                      <a:pt x="388" y="286"/>
                      <a:pt x="387" y="286"/>
                    </a:cubicBezTo>
                    <a:cubicBezTo>
                      <a:pt x="387" y="286"/>
                      <a:pt x="383" y="285"/>
                      <a:pt x="374" y="281"/>
                    </a:cubicBezTo>
                    <a:lnTo>
                      <a:pt x="374" y="281"/>
                    </a:lnTo>
                    <a:cubicBezTo>
                      <a:pt x="379" y="284"/>
                      <a:pt x="381" y="285"/>
                      <a:pt x="380" y="285"/>
                    </a:cubicBezTo>
                    <a:cubicBezTo>
                      <a:pt x="380" y="285"/>
                      <a:pt x="378" y="284"/>
                      <a:pt x="374" y="282"/>
                    </a:cubicBezTo>
                    <a:cubicBezTo>
                      <a:pt x="369" y="279"/>
                      <a:pt x="363" y="277"/>
                      <a:pt x="363" y="277"/>
                    </a:cubicBezTo>
                    <a:lnTo>
                      <a:pt x="363" y="277"/>
                    </a:lnTo>
                    <a:cubicBezTo>
                      <a:pt x="362" y="277"/>
                      <a:pt x="363" y="278"/>
                      <a:pt x="365" y="279"/>
                    </a:cubicBezTo>
                    <a:lnTo>
                      <a:pt x="365" y="279"/>
                    </a:lnTo>
                    <a:cubicBezTo>
                      <a:pt x="365" y="279"/>
                      <a:pt x="365" y="279"/>
                      <a:pt x="358" y="275"/>
                    </a:cubicBezTo>
                    <a:cubicBezTo>
                      <a:pt x="356" y="274"/>
                      <a:pt x="355" y="273"/>
                      <a:pt x="354" y="273"/>
                    </a:cubicBezTo>
                    <a:lnTo>
                      <a:pt x="354" y="273"/>
                    </a:lnTo>
                    <a:cubicBezTo>
                      <a:pt x="354" y="273"/>
                      <a:pt x="359" y="277"/>
                      <a:pt x="364" y="280"/>
                    </a:cubicBezTo>
                    <a:cubicBezTo>
                      <a:pt x="372" y="285"/>
                      <a:pt x="375" y="288"/>
                      <a:pt x="375" y="288"/>
                    </a:cubicBezTo>
                    <a:cubicBezTo>
                      <a:pt x="375" y="288"/>
                      <a:pt x="371" y="286"/>
                      <a:pt x="364" y="281"/>
                    </a:cubicBezTo>
                    <a:cubicBezTo>
                      <a:pt x="359" y="278"/>
                      <a:pt x="356" y="276"/>
                      <a:pt x="356" y="276"/>
                    </a:cubicBezTo>
                    <a:lnTo>
                      <a:pt x="356" y="276"/>
                    </a:lnTo>
                    <a:cubicBezTo>
                      <a:pt x="355" y="276"/>
                      <a:pt x="361" y="281"/>
                      <a:pt x="370" y="287"/>
                    </a:cubicBezTo>
                    <a:cubicBezTo>
                      <a:pt x="378" y="293"/>
                      <a:pt x="382" y="296"/>
                      <a:pt x="382" y="296"/>
                    </a:cubicBezTo>
                    <a:cubicBezTo>
                      <a:pt x="382" y="296"/>
                      <a:pt x="380" y="295"/>
                      <a:pt x="377" y="292"/>
                    </a:cubicBezTo>
                    <a:cubicBezTo>
                      <a:pt x="370" y="288"/>
                      <a:pt x="370" y="288"/>
                      <a:pt x="370" y="288"/>
                    </a:cubicBezTo>
                    <a:cubicBezTo>
                      <a:pt x="369" y="288"/>
                      <a:pt x="369" y="288"/>
                      <a:pt x="362" y="284"/>
                    </a:cubicBezTo>
                    <a:lnTo>
                      <a:pt x="362" y="284"/>
                    </a:lnTo>
                    <a:cubicBezTo>
                      <a:pt x="362" y="284"/>
                      <a:pt x="361" y="284"/>
                      <a:pt x="368" y="289"/>
                    </a:cubicBezTo>
                    <a:cubicBezTo>
                      <a:pt x="373" y="294"/>
                      <a:pt x="375" y="296"/>
                      <a:pt x="375" y="296"/>
                    </a:cubicBezTo>
                    <a:cubicBezTo>
                      <a:pt x="373" y="296"/>
                      <a:pt x="368" y="292"/>
                      <a:pt x="360" y="286"/>
                    </a:cubicBezTo>
                    <a:lnTo>
                      <a:pt x="360" y="286"/>
                    </a:lnTo>
                    <a:lnTo>
                      <a:pt x="365" y="291"/>
                    </a:lnTo>
                    <a:cubicBezTo>
                      <a:pt x="374" y="299"/>
                      <a:pt x="379" y="305"/>
                      <a:pt x="379" y="305"/>
                    </a:cubicBezTo>
                    <a:cubicBezTo>
                      <a:pt x="379" y="305"/>
                      <a:pt x="377" y="303"/>
                      <a:pt x="372" y="298"/>
                    </a:cubicBezTo>
                    <a:cubicBezTo>
                      <a:pt x="368" y="295"/>
                      <a:pt x="369" y="296"/>
                      <a:pt x="366" y="293"/>
                    </a:cubicBezTo>
                    <a:lnTo>
                      <a:pt x="366" y="293"/>
                    </a:lnTo>
                    <a:cubicBezTo>
                      <a:pt x="371" y="298"/>
                      <a:pt x="372" y="300"/>
                      <a:pt x="371" y="300"/>
                    </a:cubicBezTo>
                    <a:cubicBezTo>
                      <a:pt x="371" y="300"/>
                      <a:pt x="368" y="298"/>
                      <a:pt x="363" y="294"/>
                    </a:cubicBezTo>
                    <a:lnTo>
                      <a:pt x="363" y="294"/>
                    </a:lnTo>
                    <a:cubicBezTo>
                      <a:pt x="365" y="296"/>
                      <a:pt x="367" y="298"/>
                      <a:pt x="369" y="300"/>
                    </a:cubicBezTo>
                    <a:cubicBezTo>
                      <a:pt x="369" y="300"/>
                      <a:pt x="369" y="300"/>
                      <a:pt x="369" y="300"/>
                    </a:cubicBezTo>
                    <a:cubicBezTo>
                      <a:pt x="368" y="300"/>
                      <a:pt x="366" y="300"/>
                      <a:pt x="362" y="295"/>
                    </a:cubicBezTo>
                    <a:cubicBezTo>
                      <a:pt x="358" y="290"/>
                      <a:pt x="353" y="286"/>
                      <a:pt x="353" y="286"/>
                    </a:cubicBezTo>
                    <a:lnTo>
                      <a:pt x="353" y="286"/>
                    </a:lnTo>
                    <a:cubicBezTo>
                      <a:pt x="352" y="286"/>
                      <a:pt x="353" y="287"/>
                      <a:pt x="355" y="289"/>
                    </a:cubicBezTo>
                    <a:lnTo>
                      <a:pt x="355" y="289"/>
                    </a:lnTo>
                    <a:cubicBezTo>
                      <a:pt x="355" y="289"/>
                      <a:pt x="354" y="288"/>
                      <a:pt x="349" y="282"/>
                    </a:cubicBezTo>
                    <a:lnTo>
                      <a:pt x="348" y="284"/>
                    </a:lnTo>
                    <a:cubicBezTo>
                      <a:pt x="350" y="287"/>
                      <a:pt x="351" y="289"/>
                      <a:pt x="351" y="289"/>
                    </a:cubicBezTo>
                    <a:cubicBezTo>
                      <a:pt x="351" y="289"/>
                      <a:pt x="349" y="287"/>
                      <a:pt x="346" y="284"/>
                    </a:cubicBezTo>
                    <a:lnTo>
                      <a:pt x="346" y="284"/>
                    </a:lnTo>
                    <a:cubicBezTo>
                      <a:pt x="346" y="284"/>
                      <a:pt x="347" y="284"/>
                      <a:pt x="352" y="291"/>
                    </a:cubicBezTo>
                    <a:cubicBezTo>
                      <a:pt x="351" y="291"/>
                      <a:pt x="351" y="291"/>
                      <a:pt x="345" y="285"/>
                    </a:cubicBezTo>
                    <a:lnTo>
                      <a:pt x="345" y="285"/>
                    </a:lnTo>
                    <a:cubicBezTo>
                      <a:pt x="351" y="291"/>
                      <a:pt x="350" y="291"/>
                      <a:pt x="350" y="291"/>
                    </a:cubicBezTo>
                    <a:lnTo>
                      <a:pt x="349" y="291"/>
                    </a:lnTo>
                    <a:cubicBezTo>
                      <a:pt x="354" y="299"/>
                      <a:pt x="354" y="299"/>
                      <a:pt x="353" y="299"/>
                    </a:cubicBezTo>
                    <a:cubicBezTo>
                      <a:pt x="351" y="297"/>
                      <a:pt x="349" y="295"/>
                      <a:pt x="346" y="292"/>
                    </a:cubicBezTo>
                    <a:lnTo>
                      <a:pt x="346" y="292"/>
                    </a:lnTo>
                    <a:cubicBezTo>
                      <a:pt x="346" y="293"/>
                      <a:pt x="346" y="293"/>
                      <a:pt x="351" y="300"/>
                    </a:cubicBezTo>
                    <a:cubicBezTo>
                      <a:pt x="350" y="300"/>
                      <a:pt x="345" y="294"/>
                      <a:pt x="344" y="294"/>
                    </a:cubicBezTo>
                    <a:cubicBezTo>
                      <a:pt x="344" y="294"/>
                      <a:pt x="344" y="294"/>
                      <a:pt x="344" y="294"/>
                    </a:cubicBezTo>
                    <a:cubicBezTo>
                      <a:pt x="343" y="294"/>
                      <a:pt x="343" y="294"/>
                      <a:pt x="346" y="303"/>
                    </a:cubicBezTo>
                    <a:cubicBezTo>
                      <a:pt x="344" y="299"/>
                      <a:pt x="342" y="296"/>
                      <a:pt x="341" y="293"/>
                    </a:cubicBezTo>
                    <a:lnTo>
                      <a:pt x="341" y="293"/>
                    </a:lnTo>
                    <a:cubicBezTo>
                      <a:pt x="341" y="294"/>
                      <a:pt x="342" y="294"/>
                      <a:pt x="342" y="295"/>
                    </a:cubicBezTo>
                    <a:cubicBezTo>
                      <a:pt x="345" y="303"/>
                      <a:pt x="345" y="303"/>
                      <a:pt x="344" y="303"/>
                    </a:cubicBezTo>
                    <a:cubicBezTo>
                      <a:pt x="342" y="299"/>
                      <a:pt x="342" y="297"/>
                      <a:pt x="342" y="297"/>
                    </a:cubicBezTo>
                    <a:lnTo>
                      <a:pt x="342" y="297"/>
                    </a:lnTo>
                    <a:cubicBezTo>
                      <a:pt x="341" y="297"/>
                      <a:pt x="342" y="299"/>
                      <a:pt x="343" y="303"/>
                    </a:cubicBezTo>
                    <a:cubicBezTo>
                      <a:pt x="343" y="303"/>
                      <a:pt x="343" y="303"/>
                      <a:pt x="340" y="295"/>
                    </a:cubicBezTo>
                    <a:lnTo>
                      <a:pt x="339" y="295"/>
                    </a:lnTo>
                    <a:cubicBezTo>
                      <a:pt x="341" y="302"/>
                      <a:pt x="341" y="305"/>
                      <a:pt x="341" y="305"/>
                    </a:cubicBezTo>
                    <a:cubicBezTo>
                      <a:pt x="340" y="305"/>
                      <a:pt x="338" y="300"/>
                      <a:pt x="336" y="295"/>
                    </a:cubicBezTo>
                    <a:lnTo>
                      <a:pt x="336" y="295"/>
                    </a:lnTo>
                    <a:cubicBezTo>
                      <a:pt x="336" y="298"/>
                      <a:pt x="336" y="300"/>
                      <a:pt x="337" y="304"/>
                    </a:cubicBezTo>
                    <a:cubicBezTo>
                      <a:pt x="335" y="295"/>
                      <a:pt x="333" y="291"/>
                      <a:pt x="333" y="291"/>
                    </a:cubicBezTo>
                    <a:lnTo>
                      <a:pt x="333" y="291"/>
                    </a:lnTo>
                    <a:cubicBezTo>
                      <a:pt x="333" y="291"/>
                      <a:pt x="334" y="295"/>
                      <a:pt x="336" y="304"/>
                    </a:cubicBezTo>
                    <a:cubicBezTo>
                      <a:pt x="337" y="307"/>
                      <a:pt x="337" y="310"/>
                      <a:pt x="337" y="310"/>
                    </a:cubicBezTo>
                    <a:cubicBezTo>
                      <a:pt x="336" y="310"/>
                      <a:pt x="335" y="306"/>
                      <a:pt x="333" y="296"/>
                    </a:cubicBezTo>
                    <a:lnTo>
                      <a:pt x="331" y="287"/>
                    </a:lnTo>
                    <a:lnTo>
                      <a:pt x="331" y="287"/>
                    </a:lnTo>
                    <a:cubicBezTo>
                      <a:pt x="332" y="295"/>
                      <a:pt x="332" y="295"/>
                      <a:pt x="331" y="295"/>
                    </a:cubicBezTo>
                    <a:cubicBezTo>
                      <a:pt x="331" y="295"/>
                      <a:pt x="331" y="304"/>
                      <a:pt x="330" y="304"/>
                    </a:cubicBezTo>
                    <a:cubicBezTo>
                      <a:pt x="328" y="304"/>
                      <a:pt x="327" y="304"/>
                      <a:pt x="326" y="295"/>
                    </a:cubicBezTo>
                    <a:cubicBezTo>
                      <a:pt x="326" y="295"/>
                      <a:pt x="326" y="295"/>
                      <a:pt x="325" y="304"/>
                    </a:cubicBezTo>
                    <a:cubicBezTo>
                      <a:pt x="325" y="303"/>
                      <a:pt x="325" y="303"/>
                      <a:pt x="325" y="303"/>
                    </a:cubicBezTo>
                    <a:lnTo>
                      <a:pt x="324" y="303"/>
                    </a:lnTo>
                    <a:cubicBezTo>
                      <a:pt x="324" y="312"/>
                      <a:pt x="323" y="312"/>
                      <a:pt x="323" y="312"/>
                    </a:cubicBezTo>
                    <a:cubicBezTo>
                      <a:pt x="323" y="308"/>
                      <a:pt x="323" y="305"/>
                      <a:pt x="323" y="303"/>
                    </a:cubicBezTo>
                    <a:cubicBezTo>
                      <a:pt x="322" y="312"/>
                      <a:pt x="322" y="312"/>
                      <a:pt x="321" y="312"/>
                    </a:cubicBezTo>
                    <a:cubicBezTo>
                      <a:pt x="320" y="306"/>
                      <a:pt x="316" y="303"/>
                      <a:pt x="312" y="303"/>
                    </a:cubicBezTo>
                    <a:cubicBezTo>
                      <a:pt x="310" y="303"/>
                      <a:pt x="308" y="304"/>
                      <a:pt x="307" y="307"/>
                    </a:cubicBezTo>
                    <a:lnTo>
                      <a:pt x="306" y="306"/>
                    </a:lnTo>
                    <a:lnTo>
                      <a:pt x="305" y="306"/>
                    </a:lnTo>
                    <a:cubicBezTo>
                      <a:pt x="307" y="298"/>
                      <a:pt x="308" y="296"/>
                      <a:pt x="308" y="296"/>
                    </a:cubicBezTo>
                    <a:lnTo>
                      <a:pt x="308" y="296"/>
                    </a:lnTo>
                    <a:cubicBezTo>
                      <a:pt x="307" y="296"/>
                      <a:pt x="305" y="300"/>
                      <a:pt x="302" y="304"/>
                    </a:cubicBezTo>
                    <a:cubicBezTo>
                      <a:pt x="298" y="312"/>
                      <a:pt x="297" y="312"/>
                      <a:pt x="297" y="312"/>
                    </a:cubicBezTo>
                    <a:cubicBezTo>
                      <a:pt x="302" y="302"/>
                      <a:pt x="303" y="298"/>
                      <a:pt x="303" y="298"/>
                    </a:cubicBezTo>
                    <a:lnTo>
                      <a:pt x="303" y="298"/>
                    </a:lnTo>
                    <a:cubicBezTo>
                      <a:pt x="302" y="298"/>
                      <a:pt x="301" y="300"/>
                      <a:pt x="299" y="303"/>
                    </a:cubicBezTo>
                    <a:cubicBezTo>
                      <a:pt x="295" y="310"/>
                      <a:pt x="293" y="314"/>
                      <a:pt x="293" y="314"/>
                    </a:cubicBezTo>
                    <a:cubicBezTo>
                      <a:pt x="292" y="314"/>
                      <a:pt x="294" y="310"/>
                      <a:pt x="298" y="301"/>
                    </a:cubicBezTo>
                    <a:cubicBezTo>
                      <a:pt x="302" y="294"/>
                      <a:pt x="305" y="290"/>
                      <a:pt x="304" y="290"/>
                    </a:cubicBezTo>
                    <a:lnTo>
                      <a:pt x="304" y="290"/>
                    </a:lnTo>
                    <a:cubicBezTo>
                      <a:pt x="304" y="290"/>
                      <a:pt x="301" y="296"/>
                      <a:pt x="293" y="308"/>
                    </a:cubicBezTo>
                    <a:cubicBezTo>
                      <a:pt x="298" y="299"/>
                      <a:pt x="300" y="295"/>
                      <a:pt x="300" y="295"/>
                    </a:cubicBezTo>
                    <a:lnTo>
                      <a:pt x="300" y="295"/>
                    </a:lnTo>
                    <a:cubicBezTo>
                      <a:pt x="300" y="295"/>
                      <a:pt x="298" y="297"/>
                      <a:pt x="296" y="299"/>
                    </a:cubicBezTo>
                    <a:cubicBezTo>
                      <a:pt x="301" y="291"/>
                      <a:pt x="303" y="287"/>
                      <a:pt x="303" y="287"/>
                    </a:cubicBezTo>
                    <a:lnTo>
                      <a:pt x="303" y="287"/>
                    </a:lnTo>
                    <a:cubicBezTo>
                      <a:pt x="302" y="287"/>
                      <a:pt x="300" y="291"/>
                      <a:pt x="295" y="298"/>
                    </a:cubicBezTo>
                    <a:cubicBezTo>
                      <a:pt x="290" y="305"/>
                      <a:pt x="287" y="308"/>
                      <a:pt x="286" y="308"/>
                    </a:cubicBezTo>
                    <a:cubicBezTo>
                      <a:pt x="285" y="308"/>
                      <a:pt x="287" y="305"/>
                      <a:pt x="293" y="297"/>
                    </a:cubicBezTo>
                    <a:cubicBezTo>
                      <a:pt x="293" y="296"/>
                      <a:pt x="295" y="293"/>
                      <a:pt x="295" y="293"/>
                    </a:cubicBezTo>
                    <a:lnTo>
                      <a:pt x="295" y="293"/>
                    </a:lnTo>
                    <a:cubicBezTo>
                      <a:pt x="295" y="293"/>
                      <a:pt x="294" y="294"/>
                      <a:pt x="293" y="296"/>
                    </a:cubicBezTo>
                    <a:lnTo>
                      <a:pt x="297" y="289"/>
                    </a:lnTo>
                    <a:lnTo>
                      <a:pt x="297" y="288"/>
                    </a:lnTo>
                    <a:lnTo>
                      <a:pt x="292" y="295"/>
                    </a:lnTo>
                    <a:cubicBezTo>
                      <a:pt x="292" y="295"/>
                      <a:pt x="296" y="286"/>
                      <a:pt x="295" y="285"/>
                    </a:cubicBezTo>
                    <a:cubicBezTo>
                      <a:pt x="294" y="283"/>
                      <a:pt x="293" y="282"/>
                      <a:pt x="292" y="282"/>
                    </a:cubicBezTo>
                    <a:cubicBezTo>
                      <a:pt x="291" y="282"/>
                      <a:pt x="290" y="284"/>
                      <a:pt x="286" y="287"/>
                    </a:cubicBezTo>
                    <a:cubicBezTo>
                      <a:pt x="279" y="293"/>
                      <a:pt x="276" y="296"/>
                      <a:pt x="276" y="296"/>
                    </a:cubicBezTo>
                    <a:cubicBezTo>
                      <a:pt x="276" y="296"/>
                      <a:pt x="279" y="292"/>
                      <a:pt x="286" y="286"/>
                    </a:cubicBezTo>
                    <a:cubicBezTo>
                      <a:pt x="286" y="286"/>
                      <a:pt x="293" y="280"/>
                      <a:pt x="292" y="279"/>
                    </a:cubicBezTo>
                    <a:cubicBezTo>
                      <a:pt x="292" y="279"/>
                      <a:pt x="292" y="278"/>
                      <a:pt x="298" y="273"/>
                    </a:cubicBezTo>
                    <a:lnTo>
                      <a:pt x="298" y="272"/>
                    </a:lnTo>
                    <a:cubicBezTo>
                      <a:pt x="291" y="277"/>
                      <a:pt x="287" y="279"/>
                      <a:pt x="286" y="279"/>
                    </a:cubicBezTo>
                    <a:cubicBezTo>
                      <a:pt x="285" y="279"/>
                      <a:pt x="286" y="277"/>
                      <a:pt x="290" y="275"/>
                    </a:cubicBezTo>
                    <a:cubicBezTo>
                      <a:pt x="290" y="275"/>
                      <a:pt x="290" y="274"/>
                      <a:pt x="290" y="274"/>
                    </a:cubicBezTo>
                    <a:cubicBezTo>
                      <a:pt x="289" y="274"/>
                      <a:pt x="287" y="275"/>
                      <a:pt x="283" y="277"/>
                    </a:cubicBezTo>
                    <a:cubicBezTo>
                      <a:pt x="279" y="278"/>
                      <a:pt x="277" y="279"/>
                      <a:pt x="276" y="279"/>
                    </a:cubicBezTo>
                    <a:cubicBezTo>
                      <a:pt x="276" y="279"/>
                      <a:pt x="277" y="278"/>
                      <a:pt x="281" y="276"/>
                    </a:cubicBezTo>
                    <a:cubicBezTo>
                      <a:pt x="286" y="274"/>
                      <a:pt x="291" y="271"/>
                      <a:pt x="290" y="271"/>
                    </a:cubicBezTo>
                    <a:lnTo>
                      <a:pt x="290" y="271"/>
                    </a:lnTo>
                    <a:cubicBezTo>
                      <a:pt x="290" y="271"/>
                      <a:pt x="287" y="272"/>
                      <a:pt x="281" y="275"/>
                    </a:cubicBezTo>
                    <a:lnTo>
                      <a:pt x="289" y="270"/>
                    </a:lnTo>
                    <a:lnTo>
                      <a:pt x="289" y="270"/>
                    </a:lnTo>
                    <a:cubicBezTo>
                      <a:pt x="287" y="271"/>
                      <a:pt x="284" y="272"/>
                      <a:pt x="281" y="273"/>
                    </a:cubicBezTo>
                    <a:cubicBezTo>
                      <a:pt x="280" y="274"/>
                      <a:pt x="279" y="274"/>
                      <a:pt x="278" y="275"/>
                    </a:cubicBezTo>
                    <a:lnTo>
                      <a:pt x="278" y="275"/>
                    </a:lnTo>
                    <a:cubicBezTo>
                      <a:pt x="279" y="274"/>
                      <a:pt x="279" y="274"/>
                      <a:pt x="280" y="273"/>
                    </a:cubicBezTo>
                    <a:lnTo>
                      <a:pt x="280" y="273"/>
                    </a:lnTo>
                    <a:cubicBezTo>
                      <a:pt x="277" y="274"/>
                      <a:pt x="275" y="275"/>
                      <a:pt x="273" y="276"/>
                    </a:cubicBezTo>
                    <a:lnTo>
                      <a:pt x="273" y="276"/>
                    </a:lnTo>
                    <a:cubicBezTo>
                      <a:pt x="272" y="276"/>
                      <a:pt x="271" y="275"/>
                      <a:pt x="270" y="274"/>
                    </a:cubicBezTo>
                    <a:lnTo>
                      <a:pt x="270" y="274"/>
                    </a:lnTo>
                    <a:cubicBezTo>
                      <a:pt x="267" y="275"/>
                      <a:pt x="265" y="275"/>
                      <a:pt x="264" y="275"/>
                    </a:cubicBezTo>
                    <a:cubicBezTo>
                      <a:pt x="264" y="275"/>
                      <a:pt x="263" y="275"/>
                      <a:pt x="263" y="275"/>
                    </a:cubicBezTo>
                    <a:lnTo>
                      <a:pt x="269" y="273"/>
                    </a:lnTo>
                    <a:lnTo>
                      <a:pt x="269" y="273"/>
                    </a:lnTo>
                    <a:cubicBezTo>
                      <a:pt x="269" y="274"/>
                      <a:pt x="269" y="274"/>
                      <a:pt x="270" y="274"/>
                    </a:cubicBezTo>
                    <a:lnTo>
                      <a:pt x="270" y="274"/>
                    </a:lnTo>
                    <a:cubicBezTo>
                      <a:pt x="270" y="274"/>
                      <a:pt x="271" y="274"/>
                      <a:pt x="272" y="273"/>
                    </a:cubicBezTo>
                    <a:cubicBezTo>
                      <a:pt x="275" y="272"/>
                      <a:pt x="278" y="271"/>
                      <a:pt x="280" y="270"/>
                    </a:cubicBezTo>
                    <a:lnTo>
                      <a:pt x="280" y="270"/>
                    </a:lnTo>
                    <a:cubicBezTo>
                      <a:pt x="280" y="271"/>
                      <a:pt x="280" y="272"/>
                      <a:pt x="280" y="273"/>
                    </a:cubicBezTo>
                    <a:lnTo>
                      <a:pt x="280" y="273"/>
                    </a:lnTo>
                    <a:cubicBezTo>
                      <a:pt x="282" y="272"/>
                      <a:pt x="285" y="271"/>
                      <a:pt x="289" y="269"/>
                    </a:cubicBezTo>
                    <a:cubicBezTo>
                      <a:pt x="293" y="267"/>
                      <a:pt x="296" y="266"/>
                      <a:pt x="298" y="265"/>
                    </a:cubicBezTo>
                    <a:lnTo>
                      <a:pt x="298" y="265"/>
                    </a:lnTo>
                    <a:cubicBezTo>
                      <a:pt x="298" y="265"/>
                      <a:pt x="298" y="265"/>
                      <a:pt x="297" y="266"/>
                    </a:cubicBezTo>
                    <a:cubicBezTo>
                      <a:pt x="292" y="268"/>
                      <a:pt x="286" y="270"/>
                      <a:pt x="286" y="270"/>
                    </a:cubicBezTo>
                    <a:cubicBezTo>
                      <a:pt x="285" y="270"/>
                      <a:pt x="286" y="269"/>
                      <a:pt x="289" y="268"/>
                    </a:cubicBezTo>
                    <a:lnTo>
                      <a:pt x="289" y="268"/>
                    </a:lnTo>
                    <a:cubicBezTo>
                      <a:pt x="286" y="268"/>
                      <a:pt x="283" y="269"/>
                      <a:pt x="280" y="270"/>
                    </a:cubicBezTo>
                    <a:lnTo>
                      <a:pt x="280" y="270"/>
                    </a:lnTo>
                    <a:cubicBezTo>
                      <a:pt x="280" y="270"/>
                      <a:pt x="280" y="270"/>
                      <a:pt x="280" y="270"/>
                    </a:cubicBezTo>
                    <a:lnTo>
                      <a:pt x="280" y="270"/>
                    </a:lnTo>
                    <a:lnTo>
                      <a:pt x="269" y="273"/>
                    </a:lnTo>
                    <a:lnTo>
                      <a:pt x="269" y="273"/>
                    </a:lnTo>
                    <a:cubicBezTo>
                      <a:pt x="268" y="272"/>
                      <a:pt x="268" y="271"/>
                      <a:pt x="268" y="270"/>
                    </a:cubicBezTo>
                    <a:cubicBezTo>
                      <a:pt x="268" y="269"/>
                      <a:pt x="268" y="267"/>
                      <a:pt x="269" y="266"/>
                    </a:cubicBezTo>
                    <a:lnTo>
                      <a:pt x="269" y="266"/>
                    </a:lnTo>
                    <a:cubicBezTo>
                      <a:pt x="261" y="267"/>
                      <a:pt x="253" y="269"/>
                      <a:pt x="246" y="270"/>
                    </a:cubicBezTo>
                    <a:cubicBezTo>
                      <a:pt x="238" y="271"/>
                      <a:pt x="234" y="272"/>
                      <a:pt x="233" y="272"/>
                    </a:cubicBezTo>
                    <a:cubicBezTo>
                      <a:pt x="232" y="272"/>
                      <a:pt x="236" y="271"/>
                      <a:pt x="246" y="269"/>
                    </a:cubicBezTo>
                    <a:cubicBezTo>
                      <a:pt x="255" y="268"/>
                      <a:pt x="255" y="267"/>
                      <a:pt x="255" y="267"/>
                    </a:cubicBezTo>
                    <a:lnTo>
                      <a:pt x="255" y="267"/>
                    </a:lnTo>
                    <a:cubicBezTo>
                      <a:pt x="253" y="267"/>
                      <a:pt x="252" y="267"/>
                      <a:pt x="251" y="267"/>
                    </a:cubicBezTo>
                    <a:cubicBezTo>
                      <a:pt x="249" y="267"/>
                      <a:pt x="252" y="266"/>
                      <a:pt x="254" y="266"/>
                    </a:cubicBezTo>
                    <a:cubicBezTo>
                      <a:pt x="254" y="266"/>
                      <a:pt x="255" y="266"/>
                      <a:pt x="255" y="267"/>
                    </a:cubicBezTo>
                    <a:cubicBezTo>
                      <a:pt x="259" y="266"/>
                      <a:pt x="261" y="265"/>
                      <a:pt x="262" y="265"/>
                    </a:cubicBezTo>
                    <a:cubicBezTo>
                      <a:pt x="263" y="265"/>
                      <a:pt x="263" y="266"/>
                      <a:pt x="263" y="266"/>
                    </a:cubicBezTo>
                    <a:lnTo>
                      <a:pt x="270" y="265"/>
                    </a:lnTo>
                    <a:lnTo>
                      <a:pt x="270" y="265"/>
                    </a:lnTo>
                    <a:cubicBezTo>
                      <a:pt x="270" y="265"/>
                      <a:pt x="269" y="266"/>
                      <a:pt x="269" y="266"/>
                    </a:cubicBezTo>
                    <a:lnTo>
                      <a:pt x="269" y="266"/>
                    </a:lnTo>
                    <a:cubicBezTo>
                      <a:pt x="272" y="266"/>
                      <a:pt x="276" y="265"/>
                      <a:pt x="279" y="265"/>
                    </a:cubicBezTo>
                    <a:lnTo>
                      <a:pt x="279" y="265"/>
                    </a:lnTo>
                    <a:cubicBezTo>
                      <a:pt x="279" y="265"/>
                      <a:pt x="280" y="266"/>
                      <a:pt x="280" y="267"/>
                    </a:cubicBezTo>
                    <a:lnTo>
                      <a:pt x="280" y="267"/>
                    </a:lnTo>
                    <a:cubicBezTo>
                      <a:pt x="280" y="267"/>
                      <a:pt x="280" y="267"/>
                      <a:pt x="280" y="267"/>
                    </a:cubicBezTo>
                    <a:cubicBezTo>
                      <a:pt x="289" y="264"/>
                      <a:pt x="289" y="264"/>
                      <a:pt x="289" y="263"/>
                    </a:cubicBezTo>
                    <a:lnTo>
                      <a:pt x="289" y="263"/>
                    </a:lnTo>
                    <a:cubicBezTo>
                      <a:pt x="289" y="263"/>
                      <a:pt x="285" y="264"/>
                      <a:pt x="279" y="265"/>
                    </a:cubicBezTo>
                    <a:lnTo>
                      <a:pt x="279" y="265"/>
                    </a:lnTo>
                    <a:cubicBezTo>
                      <a:pt x="278" y="264"/>
                      <a:pt x="277" y="264"/>
                      <a:pt x="276" y="264"/>
                    </a:cubicBezTo>
                    <a:lnTo>
                      <a:pt x="276" y="264"/>
                    </a:lnTo>
                    <a:cubicBezTo>
                      <a:pt x="275" y="264"/>
                      <a:pt x="273" y="264"/>
                      <a:pt x="271" y="264"/>
                    </a:cubicBezTo>
                    <a:lnTo>
                      <a:pt x="270" y="265"/>
                    </a:lnTo>
                    <a:lnTo>
                      <a:pt x="270" y="265"/>
                    </a:lnTo>
                    <a:cubicBezTo>
                      <a:pt x="272" y="264"/>
                      <a:pt x="273" y="263"/>
                      <a:pt x="274" y="263"/>
                    </a:cubicBezTo>
                    <a:cubicBezTo>
                      <a:pt x="275" y="263"/>
                      <a:pt x="276" y="263"/>
                      <a:pt x="276" y="264"/>
                    </a:cubicBezTo>
                    <a:lnTo>
                      <a:pt x="276" y="264"/>
                    </a:lnTo>
                    <a:cubicBezTo>
                      <a:pt x="283" y="262"/>
                      <a:pt x="285" y="262"/>
                      <a:pt x="285" y="262"/>
                    </a:cubicBezTo>
                    <a:lnTo>
                      <a:pt x="285" y="262"/>
                    </a:lnTo>
                    <a:cubicBezTo>
                      <a:pt x="284" y="262"/>
                      <a:pt x="279" y="262"/>
                      <a:pt x="271" y="263"/>
                    </a:cubicBezTo>
                    <a:cubicBezTo>
                      <a:pt x="268" y="264"/>
                      <a:pt x="266" y="264"/>
                      <a:pt x="266" y="264"/>
                    </a:cubicBezTo>
                    <a:cubicBezTo>
                      <a:pt x="265" y="264"/>
                      <a:pt x="267" y="264"/>
                      <a:pt x="271" y="262"/>
                    </a:cubicBezTo>
                    <a:cubicBezTo>
                      <a:pt x="275" y="262"/>
                      <a:pt x="278" y="261"/>
                      <a:pt x="280" y="261"/>
                    </a:cubicBezTo>
                    <a:lnTo>
                      <a:pt x="280" y="261"/>
                    </a:lnTo>
                    <a:cubicBezTo>
                      <a:pt x="280" y="261"/>
                      <a:pt x="280" y="260"/>
                      <a:pt x="289" y="259"/>
                    </a:cubicBezTo>
                    <a:cubicBezTo>
                      <a:pt x="289" y="258"/>
                      <a:pt x="289" y="258"/>
                      <a:pt x="288" y="258"/>
                    </a:cubicBezTo>
                    <a:cubicBezTo>
                      <a:pt x="287" y="258"/>
                      <a:pt x="285" y="258"/>
                      <a:pt x="280" y="259"/>
                    </a:cubicBezTo>
                    <a:lnTo>
                      <a:pt x="272" y="259"/>
                    </a:lnTo>
                    <a:cubicBezTo>
                      <a:pt x="272" y="258"/>
                      <a:pt x="272" y="258"/>
                      <a:pt x="263" y="258"/>
                    </a:cubicBezTo>
                    <a:cubicBezTo>
                      <a:pt x="261" y="258"/>
                      <a:pt x="258" y="258"/>
                      <a:pt x="256" y="258"/>
                    </a:cubicBezTo>
                    <a:cubicBezTo>
                      <a:pt x="250" y="258"/>
                      <a:pt x="246" y="257"/>
                      <a:pt x="246" y="257"/>
                    </a:cubicBezTo>
                    <a:cubicBezTo>
                      <a:pt x="237" y="256"/>
                      <a:pt x="237" y="256"/>
                      <a:pt x="255" y="256"/>
                    </a:cubicBezTo>
                    <a:cubicBezTo>
                      <a:pt x="263" y="256"/>
                      <a:pt x="263" y="254"/>
                      <a:pt x="263" y="254"/>
                    </a:cubicBezTo>
                    <a:cubicBezTo>
                      <a:pt x="263" y="254"/>
                      <a:pt x="263" y="253"/>
                      <a:pt x="272" y="253"/>
                    </a:cubicBezTo>
                    <a:lnTo>
                      <a:pt x="263" y="253"/>
                    </a:lnTo>
                    <a:lnTo>
                      <a:pt x="246" y="252"/>
                    </a:lnTo>
                    <a:lnTo>
                      <a:pt x="272" y="252"/>
                    </a:lnTo>
                    <a:cubicBezTo>
                      <a:pt x="263" y="252"/>
                      <a:pt x="256" y="251"/>
                      <a:pt x="265" y="250"/>
                    </a:cubicBezTo>
                    <a:cubicBezTo>
                      <a:pt x="265" y="250"/>
                      <a:pt x="265" y="249"/>
                      <a:pt x="267" y="249"/>
                    </a:cubicBezTo>
                    <a:cubicBezTo>
                      <a:pt x="269" y="249"/>
                      <a:pt x="271" y="250"/>
                      <a:pt x="274" y="250"/>
                    </a:cubicBezTo>
                    <a:cubicBezTo>
                      <a:pt x="283" y="250"/>
                      <a:pt x="274" y="249"/>
                      <a:pt x="274" y="249"/>
                    </a:cubicBezTo>
                    <a:cubicBezTo>
                      <a:pt x="265" y="248"/>
                      <a:pt x="265" y="247"/>
                      <a:pt x="274" y="247"/>
                    </a:cubicBezTo>
                    <a:cubicBezTo>
                      <a:pt x="282" y="248"/>
                      <a:pt x="286" y="248"/>
                      <a:pt x="287" y="248"/>
                    </a:cubicBezTo>
                    <a:cubicBezTo>
                      <a:pt x="288" y="248"/>
                      <a:pt x="284" y="247"/>
                      <a:pt x="275" y="245"/>
                    </a:cubicBezTo>
                    <a:cubicBezTo>
                      <a:pt x="269" y="244"/>
                      <a:pt x="263" y="243"/>
                      <a:pt x="264" y="243"/>
                    </a:cubicBezTo>
                    <a:lnTo>
                      <a:pt x="264" y="243"/>
                    </a:lnTo>
                    <a:cubicBezTo>
                      <a:pt x="265" y="243"/>
                      <a:pt x="268" y="243"/>
                      <a:pt x="275" y="244"/>
                    </a:cubicBezTo>
                    <a:cubicBezTo>
                      <a:pt x="277" y="245"/>
                      <a:pt x="278" y="245"/>
                      <a:pt x="278" y="245"/>
                    </a:cubicBezTo>
                    <a:cubicBezTo>
                      <a:pt x="279" y="245"/>
                      <a:pt x="273" y="243"/>
                      <a:pt x="267" y="241"/>
                    </a:cubicBezTo>
                    <a:lnTo>
                      <a:pt x="267" y="241"/>
                    </a:lnTo>
                    <a:lnTo>
                      <a:pt x="284" y="245"/>
                    </a:lnTo>
                    <a:lnTo>
                      <a:pt x="276" y="243"/>
                    </a:lnTo>
                    <a:lnTo>
                      <a:pt x="267" y="241"/>
                    </a:lnTo>
                    <a:lnTo>
                      <a:pt x="267" y="241"/>
                    </a:lnTo>
                    <a:cubicBezTo>
                      <a:pt x="267" y="241"/>
                      <a:pt x="267" y="241"/>
                      <a:pt x="267" y="241"/>
                    </a:cubicBezTo>
                    <a:lnTo>
                      <a:pt x="232" y="232"/>
                    </a:lnTo>
                    <a:cubicBezTo>
                      <a:pt x="221" y="229"/>
                      <a:pt x="217" y="228"/>
                      <a:pt x="219" y="228"/>
                    </a:cubicBezTo>
                    <a:lnTo>
                      <a:pt x="219" y="228"/>
                    </a:lnTo>
                    <a:cubicBezTo>
                      <a:pt x="219" y="228"/>
                      <a:pt x="221" y="228"/>
                      <a:pt x="224" y="229"/>
                    </a:cubicBezTo>
                    <a:cubicBezTo>
                      <a:pt x="230" y="229"/>
                      <a:pt x="237" y="230"/>
                      <a:pt x="242" y="232"/>
                    </a:cubicBezTo>
                    <a:cubicBezTo>
                      <a:pt x="250" y="234"/>
                      <a:pt x="250" y="234"/>
                      <a:pt x="250" y="234"/>
                    </a:cubicBezTo>
                    <a:lnTo>
                      <a:pt x="250" y="235"/>
                    </a:lnTo>
                    <a:cubicBezTo>
                      <a:pt x="256" y="238"/>
                      <a:pt x="261" y="239"/>
                      <a:pt x="268" y="239"/>
                    </a:cubicBezTo>
                    <a:cubicBezTo>
                      <a:pt x="268" y="239"/>
                      <a:pt x="268" y="239"/>
                      <a:pt x="268" y="239"/>
                    </a:cubicBezTo>
                    <a:lnTo>
                      <a:pt x="268" y="239"/>
                    </a:lnTo>
                    <a:cubicBezTo>
                      <a:pt x="272" y="240"/>
                      <a:pt x="274" y="240"/>
                      <a:pt x="275" y="240"/>
                    </a:cubicBezTo>
                    <a:cubicBezTo>
                      <a:pt x="277" y="240"/>
                      <a:pt x="277" y="239"/>
                      <a:pt x="277" y="239"/>
                    </a:cubicBezTo>
                    <a:cubicBezTo>
                      <a:pt x="277" y="239"/>
                      <a:pt x="277" y="239"/>
                      <a:pt x="278" y="239"/>
                    </a:cubicBezTo>
                    <a:cubicBezTo>
                      <a:pt x="279" y="239"/>
                      <a:pt x="281" y="239"/>
                      <a:pt x="286" y="241"/>
                    </a:cubicBezTo>
                    <a:cubicBezTo>
                      <a:pt x="287" y="240"/>
                      <a:pt x="287" y="240"/>
                      <a:pt x="278" y="236"/>
                    </a:cubicBezTo>
                    <a:cubicBezTo>
                      <a:pt x="268" y="232"/>
                      <a:pt x="264" y="230"/>
                      <a:pt x="265" y="230"/>
                    </a:cubicBezTo>
                    <a:lnTo>
                      <a:pt x="265" y="230"/>
                    </a:lnTo>
                    <a:cubicBezTo>
                      <a:pt x="266" y="230"/>
                      <a:pt x="267" y="231"/>
                      <a:pt x="270" y="232"/>
                    </a:cubicBezTo>
                    <a:cubicBezTo>
                      <a:pt x="279" y="236"/>
                      <a:pt x="286" y="238"/>
                      <a:pt x="288" y="238"/>
                    </a:cubicBezTo>
                    <a:cubicBezTo>
                      <a:pt x="290" y="238"/>
                      <a:pt x="289" y="236"/>
                      <a:pt x="281" y="232"/>
                    </a:cubicBezTo>
                    <a:lnTo>
                      <a:pt x="283" y="231"/>
                    </a:lnTo>
                    <a:cubicBezTo>
                      <a:pt x="286" y="233"/>
                      <a:pt x="288" y="234"/>
                      <a:pt x="289" y="234"/>
                    </a:cubicBezTo>
                    <a:cubicBezTo>
                      <a:pt x="290" y="234"/>
                      <a:pt x="288" y="232"/>
                      <a:pt x="284" y="229"/>
                    </a:cubicBezTo>
                    <a:lnTo>
                      <a:pt x="285" y="228"/>
                    </a:lnTo>
                    <a:cubicBezTo>
                      <a:pt x="288" y="230"/>
                      <a:pt x="290" y="231"/>
                      <a:pt x="291" y="231"/>
                    </a:cubicBezTo>
                    <a:cubicBezTo>
                      <a:pt x="291" y="231"/>
                      <a:pt x="289" y="229"/>
                      <a:pt x="286" y="226"/>
                    </a:cubicBezTo>
                    <a:cubicBezTo>
                      <a:pt x="281" y="222"/>
                      <a:pt x="276" y="218"/>
                      <a:pt x="276" y="218"/>
                    </a:cubicBezTo>
                    <a:lnTo>
                      <a:pt x="276" y="218"/>
                    </a:lnTo>
                    <a:cubicBezTo>
                      <a:pt x="276" y="218"/>
                      <a:pt x="277" y="219"/>
                      <a:pt x="279" y="221"/>
                    </a:cubicBezTo>
                    <a:cubicBezTo>
                      <a:pt x="284" y="225"/>
                      <a:pt x="286" y="226"/>
                      <a:pt x="287" y="226"/>
                    </a:cubicBezTo>
                    <a:cubicBezTo>
                      <a:pt x="287" y="226"/>
                      <a:pt x="287" y="226"/>
                      <a:pt x="287" y="225"/>
                    </a:cubicBezTo>
                    <a:cubicBezTo>
                      <a:pt x="288" y="224"/>
                      <a:pt x="288" y="224"/>
                      <a:pt x="281" y="219"/>
                    </a:cubicBezTo>
                    <a:cubicBezTo>
                      <a:pt x="280" y="216"/>
                      <a:pt x="279" y="215"/>
                      <a:pt x="279" y="215"/>
                    </a:cubicBezTo>
                    <a:lnTo>
                      <a:pt x="279" y="215"/>
                    </a:lnTo>
                    <a:cubicBezTo>
                      <a:pt x="280" y="215"/>
                      <a:pt x="285" y="219"/>
                      <a:pt x="289" y="223"/>
                    </a:cubicBezTo>
                    <a:cubicBezTo>
                      <a:pt x="295" y="229"/>
                      <a:pt x="298" y="232"/>
                      <a:pt x="299" y="232"/>
                    </a:cubicBezTo>
                    <a:cubicBezTo>
                      <a:pt x="299" y="232"/>
                      <a:pt x="294" y="227"/>
                      <a:pt x="283" y="216"/>
                    </a:cubicBezTo>
                    <a:cubicBezTo>
                      <a:pt x="275" y="208"/>
                      <a:pt x="272" y="204"/>
                      <a:pt x="272" y="204"/>
                    </a:cubicBezTo>
                    <a:lnTo>
                      <a:pt x="272" y="204"/>
                    </a:lnTo>
                    <a:cubicBezTo>
                      <a:pt x="273" y="204"/>
                      <a:pt x="274" y="206"/>
                      <a:pt x="277" y="208"/>
                    </a:cubicBezTo>
                    <a:cubicBezTo>
                      <a:pt x="284" y="215"/>
                      <a:pt x="284" y="216"/>
                      <a:pt x="284" y="216"/>
                    </a:cubicBezTo>
                    <a:lnTo>
                      <a:pt x="297" y="229"/>
                    </a:lnTo>
                    <a:cubicBezTo>
                      <a:pt x="295" y="226"/>
                      <a:pt x="293" y="224"/>
                      <a:pt x="290" y="222"/>
                    </a:cubicBezTo>
                    <a:cubicBezTo>
                      <a:pt x="290" y="222"/>
                      <a:pt x="290" y="222"/>
                      <a:pt x="285" y="215"/>
                    </a:cubicBezTo>
                    <a:cubicBezTo>
                      <a:pt x="278" y="208"/>
                      <a:pt x="272" y="202"/>
                      <a:pt x="265" y="195"/>
                    </a:cubicBezTo>
                    <a:cubicBezTo>
                      <a:pt x="258" y="188"/>
                      <a:pt x="259" y="188"/>
                      <a:pt x="259" y="188"/>
                    </a:cubicBezTo>
                    <a:lnTo>
                      <a:pt x="259" y="188"/>
                    </a:lnTo>
                    <a:cubicBezTo>
                      <a:pt x="267" y="194"/>
                      <a:pt x="272" y="201"/>
                      <a:pt x="279" y="207"/>
                    </a:cubicBezTo>
                    <a:cubicBezTo>
                      <a:pt x="283" y="213"/>
                      <a:pt x="287" y="217"/>
                      <a:pt x="292" y="222"/>
                    </a:cubicBezTo>
                    <a:cubicBezTo>
                      <a:pt x="293" y="223"/>
                      <a:pt x="293" y="224"/>
                      <a:pt x="293" y="224"/>
                    </a:cubicBezTo>
                    <a:cubicBezTo>
                      <a:pt x="294" y="224"/>
                      <a:pt x="284" y="212"/>
                      <a:pt x="275" y="199"/>
                    </a:cubicBezTo>
                    <a:lnTo>
                      <a:pt x="275" y="199"/>
                    </a:lnTo>
                    <a:lnTo>
                      <a:pt x="280" y="206"/>
                    </a:lnTo>
                    <a:cubicBezTo>
                      <a:pt x="286" y="212"/>
                      <a:pt x="287" y="213"/>
                      <a:pt x="288" y="213"/>
                    </a:cubicBezTo>
                    <a:cubicBezTo>
                      <a:pt x="288" y="213"/>
                      <a:pt x="288" y="213"/>
                      <a:pt x="288" y="213"/>
                    </a:cubicBezTo>
                    <a:cubicBezTo>
                      <a:pt x="289" y="212"/>
                      <a:pt x="289" y="212"/>
                      <a:pt x="284" y="205"/>
                    </a:cubicBezTo>
                    <a:cubicBezTo>
                      <a:pt x="279" y="199"/>
                      <a:pt x="276" y="195"/>
                      <a:pt x="272" y="189"/>
                    </a:cubicBezTo>
                    <a:cubicBezTo>
                      <a:pt x="268" y="185"/>
                      <a:pt x="263" y="180"/>
                      <a:pt x="260" y="175"/>
                    </a:cubicBezTo>
                    <a:lnTo>
                      <a:pt x="260" y="175"/>
                    </a:lnTo>
                    <a:cubicBezTo>
                      <a:pt x="260" y="175"/>
                      <a:pt x="267" y="182"/>
                      <a:pt x="274" y="189"/>
                    </a:cubicBezTo>
                    <a:cubicBezTo>
                      <a:pt x="285" y="202"/>
                      <a:pt x="291" y="210"/>
                      <a:pt x="292" y="210"/>
                    </a:cubicBezTo>
                    <a:cubicBezTo>
                      <a:pt x="292" y="210"/>
                      <a:pt x="293" y="210"/>
                      <a:pt x="293" y="210"/>
                    </a:cubicBezTo>
                    <a:cubicBezTo>
                      <a:pt x="294" y="210"/>
                      <a:pt x="295" y="210"/>
                      <a:pt x="300" y="217"/>
                    </a:cubicBezTo>
                    <a:cubicBezTo>
                      <a:pt x="300" y="216"/>
                      <a:pt x="300" y="216"/>
                      <a:pt x="296" y="208"/>
                    </a:cubicBezTo>
                    <a:lnTo>
                      <a:pt x="297" y="208"/>
                    </a:lnTo>
                    <a:cubicBezTo>
                      <a:pt x="299" y="212"/>
                      <a:pt x="301" y="214"/>
                      <a:pt x="301" y="214"/>
                    </a:cubicBezTo>
                    <a:cubicBezTo>
                      <a:pt x="301" y="214"/>
                      <a:pt x="301" y="212"/>
                      <a:pt x="298" y="207"/>
                    </a:cubicBezTo>
                    <a:cubicBezTo>
                      <a:pt x="297" y="205"/>
                      <a:pt x="296" y="204"/>
                      <a:pt x="297" y="204"/>
                    </a:cubicBezTo>
                    <a:lnTo>
                      <a:pt x="297" y="204"/>
                    </a:lnTo>
                    <a:cubicBezTo>
                      <a:pt x="297" y="204"/>
                      <a:pt x="299" y="207"/>
                      <a:pt x="299" y="207"/>
                    </a:cubicBezTo>
                    <a:cubicBezTo>
                      <a:pt x="303" y="215"/>
                      <a:pt x="306" y="219"/>
                      <a:pt x="306" y="219"/>
                    </a:cubicBezTo>
                    <a:cubicBezTo>
                      <a:pt x="306" y="219"/>
                      <a:pt x="302" y="213"/>
                      <a:pt x="295" y="198"/>
                    </a:cubicBezTo>
                    <a:cubicBezTo>
                      <a:pt x="293" y="193"/>
                      <a:pt x="289" y="187"/>
                      <a:pt x="285" y="183"/>
                    </a:cubicBezTo>
                    <a:lnTo>
                      <a:pt x="284" y="184"/>
                    </a:lnTo>
                    <a:lnTo>
                      <a:pt x="281" y="175"/>
                    </a:lnTo>
                    <a:cubicBezTo>
                      <a:pt x="279" y="168"/>
                      <a:pt x="277" y="163"/>
                      <a:pt x="275" y="157"/>
                    </a:cubicBezTo>
                    <a:cubicBezTo>
                      <a:pt x="275" y="157"/>
                      <a:pt x="270" y="148"/>
                      <a:pt x="270" y="148"/>
                    </a:cubicBezTo>
                    <a:lnTo>
                      <a:pt x="270" y="148"/>
                    </a:lnTo>
                    <a:lnTo>
                      <a:pt x="279" y="165"/>
                    </a:lnTo>
                    <a:cubicBezTo>
                      <a:pt x="283" y="174"/>
                      <a:pt x="287" y="182"/>
                      <a:pt x="292" y="191"/>
                    </a:cubicBezTo>
                    <a:cubicBezTo>
                      <a:pt x="297" y="201"/>
                      <a:pt x="301" y="208"/>
                      <a:pt x="301" y="208"/>
                    </a:cubicBezTo>
                    <a:cubicBezTo>
                      <a:pt x="301" y="208"/>
                      <a:pt x="300" y="205"/>
                      <a:pt x="297" y="198"/>
                    </a:cubicBezTo>
                    <a:lnTo>
                      <a:pt x="297" y="198"/>
                    </a:lnTo>
                    <a:cubicBezTo>
                      <a:pt x="297" y="198"/>
                      <a:pt x="297" y="199"/>
                      <a:pt x="302" y="206"/>
                    </a:cubicBezTo>
                    <a:cubicBezTo>
                      <a:pt x="303" y="210"/>
                      <a:pt x="305" y="212"/>
                      <a:pt x="305" y="212"/>
                    </a:cubicBezTo>
                    <a:cubicBezTo>
                      <a:pt x="305" y="212"/>
                      <a:pt x="303" y="208"/>
                      <a:pt x="298" y="198"/>
                    </a:cubicBezTo>
                    <a:cubicBezTo>
                      <a:pt x="295" y="189"/>
                      <a:pt x="293" y="185"/>
                      <a:pt x="294" y="185"/>
                    </a:cubicBezTo>
                    <a:lnTo>
                      <a:pt x="294" y="185"/>
                    </a:lnTo>
                    <a:cubicBezTo>
                      <a:pt x="294" y="185"/>
                      <a:pt x="297" y="189"/>
                      <a:pt x="300" y="198"/>
                    </a:cubicBezTo>
                    <a:cubicBezTo>
                      <a:pt x="305" y="208"/>
                      <a:pt x="307" y="212"/>
                      <a:pt x="308" y="212"/>
                    </a:cubicBezTo>
                    <a:cubicBezTo>
                      <a:pt x="308" y="212"/>
                      <a:pt x="307" y="210"/>
                      <a:pt x="306" y="206"/>
                    </a:cubicBezTo>
                    <a:cubicBezTo>
                      <a:pt x="302" y="196"/>
                      <a:pt x="301" y="191"/>
                      <a:pt x="302" y="191"/>
                    </a:cubicBezTo>
                    <a:lnTo>
                      <a:pt x="302" y="191"/>
                    </a:lnTo>
                    <a:cubicBezTo>
                      <a:pt x="302" y="191"/>
                      <a:pt x="304" y="194"/>
                      <a:pt x="305" y="197"/>
                    </a:cubicBezTo>
                    <a:cubicBezTo>
                      <a:pt x="307" y="202"/>
                      <a:pt x="307" y="204"/>
                      <a:pt x="308" y="204"/>
                    </a:cubicBezTo>
                    <a:lnTo>
                      <a:pt x="308" y="204"/>
                    </a:lnTo>
                    <a:cubicBezTo>
                      <a:pt x="308" y="204"/>
                      <a:pt x="307" y="202"/>
                      <a:pt x="306" y="197"/>
                    </a:cubicBezTo>
                    <a:lnTo>
                      <a:pt x="306" y="197"/>
                    </a:lnTo>
                    <a:cubicBezTo>
                      <a:pt x="308" y="204"/>
                      <a:pt x="310" y="210"/>
                      <a:pt x="310" y="210"/>
                    </a:cubicBezTo>
                    <a:cubicBezTo>
                      <a:pt x="310" y="210"/>
                      <a:pt x="310" y="209"/>
                      <a:pt x="309" y="206"/>
                    </a:cubicBezTo>
                    <a:cubicBezTo>
                      <a:pt x="309" y="206"/>
                      <a:pt x="309" y="206"/>
                      <a:pt x="307" y="197"/>
                    </a:cubicBezTo>
                    <a:lnTo>
                      <a:pt x="303" y="178"/>
                    </a:lnTo>
                    <a:cubicBezTo>
                      <a:pt x="300" y="173"/>
                      <a:pt x="298" y="167"/>
                      <a:pt x="297" y="160"/>
                    </a:cubicBezTo>
                    <a:cubicBezTo>
                      <a:pt x="297" y="158"/>
                      <a:pt x="296" y="157"/>
                      <a:pt x="297" y="157"/>
                    </a:cubicBezTo>
                    <a:lnTo>
                      <a:pt x="297" y="157"/>
                    </a:lnTo>
                    <a:cubicBezTo>
                      <a:pt x="298" y="157"/>
                      <a:pt x="302" y="166"/>
                      <a:pt x="307" y="187"/>
                    </a:cubicBezTo>
                    <a:lnTo>
                      <a:pt x="313" y="205"/>
                    </a:lnTo>
                    <a:lnTo>
                      <a:pt x="308" y="187"/>
                    </a:lnTo>
                    <a:cubicBezTo>
                      <a:pt x="309" y="187"/>
                      <a:pt x="309" y="187"/>
                      <a:pt x="312" y="196"/>
                    </a:cubicBezTo>
                    <a:cubicBezTo>
                      <a:pt x="314" y="205"/>
                      <a:pt x="314" y="205"/>
                      <a:pt x="314" y="205"/>
                    </a:cubicBezTo>
                    <a:cubicBezTo>
                      <a:pt x="314" y="202"/>
                      <a:pt x="313" y="199"/>
                      <a:pt x="313" y="196"/>
                    </a:cubicBezTo>
                    <a:cubicBezTo>
                      <a:pt x="310" y="185"/>
                      <a:pt x="309" y="180"/>
                      <a:pt x="310" y="180"/>
                    </a:cubicBezTo>
                    <a:lnTo>
                      <a:pt x="310" y="180"/>
                    </a:lnTo>
                    <a:cubicBezTo>
                      <a:pt x="310" y="180"/>
                      <a:pt x="311" y="183"/>
                      <a:pt x="312" y="187"/>
                    </a:cubicBezTo>
                    <a:cubicBezTo>
                      <a:pt x="313" y="196"/>
                      <a:pt x="314" y="201"/>
                      <a:pt x="314" y="201"/>
                    </a:cubicBezTo>
                    <a:cubicBezTo>
                      <a:pt x="314" y="201"/>
                      <a:pt x="314" y="196"/>
                      <a:pt x="313" y="187"/>
                    </a:cubicBezTo>
                    <a:lnTo>
                      <a:pt x="313" y="187"/>
                    </a:lnTo>
                    <a:cubicBezTo>
                      <a:pt x="314" y="190"/>
                      <a:pt x="314" y="193"/>
                      <a:pt x="315" y="196"/>
                    </a:cubicBezTo>
                    <a:cubicBezTo>
                      <a:pt x="314" y="185"/>
                      <a:pt x="314" y="180"/>
                      <a:pt x="314" y="180"/>
                    </a:cubicBezTo>
                    <a:lnTo>
                      <a:pt x="314" y="180"/>
                    </a:lnTo>
                    <a:cubicBezTo>
                      <a:pt x="314" y="180"/>
                      <a:pt x="315" y="183"/>
                      <a:pt x="315" y="187"/>
                    </a:cubicBezTo>
                    <a:cubicBezTo>
                      <a:pt x="316" y="192"/>
                      <a:pt x="316" y="194"/>
                      <a:pt x="316" y="194"/>
                    </a:cubicBezTo>
                    <a:cubicBezTo>
                      <a:pt x="316" y="194"/>
                      <a:pt x="316" y="192"/>
                      <a:pt x="316" y="187"/>
                    </a:cubicBezTo>
                    <a:cubicBezTo>
                      <a:pt x="317" y="187"/>
                      <a:pt x="318" y="187"/>
                      <a:pt x="318" y="196"/>
                    </a:cubicBezTo>
                    <a:cubicBezTo>
                      <a:pt x="320" y="206"/>
                      <a:pt x="320" y="210"/>
                      <a:pt x="320" y="210"/>
                    </a:cubicBezTo>
                    <a:cubicBezTo>
                      <a:pt x="320" y="210"/>
                      <a:pt x="320" y="206"/>
                      <a:pt x="320" y="196"/>
                    </a:cubicBezTo>
                    <a:cubicBezTo>
                      <a:pt x="320" y="192"/>
                      <a:pt x="320" y="189"/>
                      <a:pt x="320" y="189"/>
                    </a:cubicBezTo>
                    <a:cubicBezTo>
                      <a:pt x="320" y="189"/>
                      <a:pt x="320" y="192"/>
                      <a:pt x="321" y="196"/>
                    </a:cubicBezTo>
                    <a:cubicBezTo>
                      <a:pt x="321" y="201"/>
                      <a:pt x="321" y="204"/>
                      <a:pt x="322" y="204"/>
                    </a:cubicBezTo>
                    <a:cubicBezTo>
                      <a:pt x="322" y="204"/>
                      <a:pt x="322" y="201"/>
                      <a:pt x="322" y="196"/>
                    </a:cubicBezTo>
                    <a:cubicBezTo>
                      <a:pt x="322" y="187"/>
                      <a:pt x="321" y="178"/>
                      <a:pt x="320" y="168"/>
                    </a:cubicBezTo>
                    <a:cubicBezTo>
                      <a:pt x="320" y="168"/>
                      <a:pt x="320" y="168"/>
                      <a:pt x="318" y="159"/>
                    </a:cubicBezTo>
                    <a:lnTo>
                      <a:pt x="320" y="159"/>
                    </a:lnTo>
                    <a:cubicBezTo>
                      <a:pt x="321" y="159"/>
                      <a:pt x="322" y="159"/>
                      <a:pt x="323" y="149"/>
                    </a:cubicBezTo>
                    <a:cubicBezTo>
                      <a:pt x="324" y="142"/>
                      <a:pt x="324" y="128"/>
                      <a:pt x="323" y="128"/>
                    </a:cubicBezTo>
                    <a:lnTo>
                      <a:pt x="323" y="128"/>
                    </a:lnTo>
                    <a:cubicBezTo>
                      <a:pt x="323" y="128"/>
                      <a:pt x="323" y="129"/>
                      <a:pt x="323" y="131"/>
                    </a:cubicBezTo>
                    <a:lnTo>
                      <a:pt x="322" y="121"/>
                    </a:lnTo>
                    <a:cubicBezTo>
                      <a:pt x="321" y="107"/>
                      <a:pt x="320" y="100"/>
                      <a:pt x="320" y="100"/>
                    </a:cubicBezTo>
                    <a:cubicBezTo>
                      <a:pt x="319" y="100"/>
                      <a:pt x="319" y="107"/>
                      <a:pt x="320" y="121"/>
                    </a:cubicBezTo>
                    <a:cubicBezTo>
                      <a:pt x="320" y="137"/>
                      <a:pt x="320" y="144"/>
                      <a:pt x="320" y="144"/>
                    </a:cubicBezTo>
                    <a:cubicBezTo>
                      <a:pt x="320" y="144"/>
                      <a:pt x="320" y="139"/>
                      <a:pt x="320" y="131"/>
                    </a:cubicBezTo>
                    <a:cubicBezTo>
                      <a:pt x="318" y="112"/>
                      <a:pt x="317" y="112"/>
                      <a:pt x="316" y="112"/>
                    </a:cubicBezTo>
                    <a:cubicBezTo>
                      <a:pt x="315" y="112"/>
                      <a:pt x="315" y="112"/>
                      <a:pt x="315" y="103"/>
                    </a:cubicBezTo>
                    <a:cubicBezTo>
                      <a:pt x="315" y="96"/>
                      <a:pt x="314" y="90"/>
                      <a:pt x="311" y="84"/>
                    </a:cubicBezTo>
                    <a:cubicBezTo>
                      <a:pt x="309" y="84"/>
                      <a:pt x="309" y="84"/>
                      <a:pt x="311" y="93"/>
                    </a:cubicBezTo>
                    <a:cubicBezTo>
                      <a:pt x="311" y="97"/>
                      <a:pt x="312" y="100"/>
                      <a:pt x="311" y="100"/>
                    </a:cubicBezTo>
                    <a:cubicBezTo>
                      <a:pt x="311" y="100"/>
                      <a:pt x="309" y="95"/>
                      <a:pt x="307" y="84"/>
                    </a:cubicBezTo>
                    <a:cubicBezTo>
                      <a:pt x="306" y="80"/>
                      <a:pt x="306" y="78"/>
                      <a:pt x="306" y="78"/>
                    </a:cubicBezTo>
                    <a:lnTo>
                      <a:pt x="306" y="78"/>
                    </a:lnTo>
                    <a:cubicBezTo>
                      <a:pt x="305" y="78"/>
                      <a:pt x="306" y="83"/>
                      <a:pt x="307" y="93"/>
                    </a:cubicBezTo>
                    <a:cubicBezTo>
                      <a:pt x="308" y="103"/>
                      <a:pt x="308" y="107"/>
                      <a:pt x="308" y="107"/>
                    </a:cubicBezTo>
                    <a:cubicBezTo>
                      <a:pt x="307" y="107"/>
                      <a:pt x="306" y="103"/>
                      <a:pt x="304" y="93"/>
                    </a:cubicBezTo>
                    <a:lnTo>
                      <a:pt x="302" y="94"/>
                    </a:lnTo>
                    <a:cubicBezTo>
                      <a:pt x="300" y="100"/>
                      <a:pt x="302" y="106"/>
                      <a:pt x="303" y="112"/>
                    </a:cubicBezTo>
                    <a:cubicBezTo>
                      <a:pt x="305" y="123"/>
                      <a:pt x="306" y="128"/>
                      <a:pt x="305" y="128"/>
                    </a:cubicBezTo>
                    <a:cubicBezTo>
                      <a:pt x="305" y="128"/>
                      <a:pt x="304" y="126"/>
                      <a:pt x="303" y="122"/>
                    </a:cubicBezTo>
                    <a:cubicBezTo>
                      <a:pt x="300" y="112"/>
                      <a:pt x="299" y="103"/>
                      <a:pt x="299" y="103"/>
                    </a:cubicBezTo>
                    <a:cubicBezTo>
                      <a:pt x="298" y="94"/>
                      <a:pt x="297" y="94"/>
                      <a:pt x="296" y="94"/>
                    </a:cubicBezTo>
                    <a:cubicBezTo>
                      <a:pt x="295" y="94"/>
                      <a:pt x="292" y="94"/>
                      <a:pt x="294" y="103"/>
                    </a:cubicBezTo>
                    <a:cubicBezTo>
                      <a:pt x="293" y="99"/>
                      <a:pt x="293" y="99"/>
                      <a:pt x="292" y="94"/>
                    </a:cubicBezTo>
                    <a:cubicBezTo>
                      <a:pt x="291" y="94"/>
                      <a:pt x="290" y="90"/>
                      <a:pt x="290" y="90"/>
                    </a:cubicBezTo>
                    <a:lnTo>
                      <a:pt x="290" y="90"/>
                    </a:lnTo>
                    <a:cubicBezTo>
                      <a:pt x="290" y="90"/>
                      <a:pt x="290" y="91"/>
                      <a:pt x="290" y="94"/>
                    </a:cubicBezTo>
                    <a:cubicBezTo>
                      <a:pt x="290" y="94"/>
                      <a:pt x="289" y="94"/>
                      <a:pt x="285" y="85"/>
                    </a:cubicBezTo>
                    <a:cubicBezTo>
                      <a:pt x="284" y="84"/>
                      <a:pt x="283" y="83"/>
                      <a:pt x="283" y="83"/>
                    </a:cubicBezTo>
                    <a:lnTo>
                      <a:pt x="283" y="83"/>
                    </a:lnTo>
                    <a:cubicBezTo>
                      <a:pt x="281" y="83"/>
                      <a:pt x="283" y="98"/>
                      <a:pt x="289" y="113"/>
                    </a:cubicBezTo>
                    <a:lnTo>
                      <a:pt x="288" y="113"/>
                    </a:lnTo>
                    <a:cubicBezTo>
                      <a:pt x="287" y="114"/>
                      <a:pt x="289" y="123"/>
                      <a:pt x="289" y="123"/>
                    </a:cubicBezTo>
                    <a:cubicBezTo>
                      <a:pt x="293" y="132"/>
                      <a:pt x="292" y="132"/>
                      <a:pt x="290" y="132"/>
                    </a:cubicBezTo>
                    <a:cubicBezTo>
                      <a:pt x="290" y="132"/>
                      <a:pt x="288" y="123"/>
                      <a:pt x="286" y="114"/>
                    </a:cubicBezTo>
                    <a:cubicBezTo>
                      <a:pt x="282" y="98"/>
                      <a:pt x="279" y="89"/>
                      <a:pt x="278" y="89"/>
                    </a:cubicBezTo>
                    <a:lnTo>
                      <a:pt x="278" y="89"/>
                    </a:lnTo>
                    <a:cubicBezTo>
                      <a:pt x="277" y="89"/>
                      <a:pt x="278" y="94"/>
                      <a:pt x="280" y="105"/>
                    </a:cubicBezTo>
                    <a:cubicBezTo>
                      <a:pt x="279" y="101"/>
                      <a:pt x="279" y="102"/>
                      <a:pt x="278" y="96"/>
                    </a:cubicBezTo>
                    <a:cubicBezTo>
                      <a:pt x="277" y="92"/>
                      <a:pt x="276" y="90"/>
                      <a:pt x="276" y="90"/>
                    </a:cubicBezTo>
                    <a:cubicBezTo>
                      <a:pt x="275" y="90"/>
                      <a:pt x="275" y="92"/>
                      <a:pt x="275" y="98"/>
                    </a:cubicBezTo>
                    <a:cubicBezTo>
                      <a:pt x="276" y="106"/>
                      <a:pt x="278" y="117"/>
                      <a:pt x="281" y="126"/>
                    </a:cubicBezTo>
                    <a:cubicBezTo>
                      <a:pt x="285" y="134"/>
                      <a:pt x="284" y="134"/>
                      <a:pt x="284" y="134"/>
                    </a:cubicBezTo>
                    <a:cubicBezTo>
                      <a:pt x="283" y="134"/>
                      <a:pt x="283" y="134"/>
                      <a:pt x="279" y="126"/>
                    </a:cubicBezTo>
                    <a:cubicBezTo>
                      <a:pt x="276" y="117"/>
                      <a:pt x="275" y="113"/>
                      <a:pt x="274" y="113"/>
                    </a:cubicBezTo>
                    <a:lnTo>
                      <a:pt x="274" y="113"/>
                    </a:lnTo>
                    <a:cubicBezTo>
                      <a:pt x="273" y="113"/>
                      <a:pt x="274" y="117"/>
                      <a:pt x="277" y="127"/>
                    </a:cubicBezTo>
                    <a:lnTo>
                      <a:pt x="274" y="118"/>
                    </a:lnTo>
                    <a:cubicBezTo>
                      <a:pt x="271" y="112"/>
                      <a:pt x="268" y="105"/>
                      <a:pt x="266" y="105"/>
                    </a:cubicBezTo>
                    <a:cubicBezTo>
                      <a:pt x="265" y="105"/>
                      <a:pt x="264" y="107"/>
                      <a:pt x="263" y="110"/>
                    </a:cubicBezTo>
                    <a:cubicBezTo>
                      <a:pt x="262" y="110"/>
                      <a:pt x="260" y="111"/>
                      <a:pt x="259" y="111"/>
                    </a:cubicBezTo>
                    <a:cubicBezTo>
                      <a:pt x="257" y="111"/>
                      <a:pt x="255" y="110"/>
                      <a:pt x="252" y="104"/>
                    </a:cubicBezTo>
                    <a:cubicBezTo>
                      <a:pt x="252" y="103"/>
                      <a:pt x="251" y="102"/>
                      <a:pt x="251" y="102"/>
                    </a:cubicBezTo>
                    <a:lnTo>
                      <a:pt x="251" y="102"/>
                    </a:lnTo>
                    <a:cubicBezTo>
                      <a:pt x="249" y="102"/>
                      <a:pt x="253" y="118"/>
                      <a:pt x="259" y="132"/>
                    </a:cubicBezTo>
                    <a:cubicBezTo>
                      <a:pt x="256" y="127"/>
                      <a:pt x="254" y="125"/>
                      <a:pt x="253" y="125"/>
                    </a:cubicBezTo>
                    <a:cubicBezTo>
                      <a:pt x="253" y="125"/>
                      <a:pt x="253" y="125"/>
                      <a:pt x="252" y="126"/>
                    </a:cubicBezTo>
                    <a:cubicBezTo>
                      <a:pt x="251" y="126"/>
                      <a:pt x="251" y="126"/>
                      <a:pt x="250" y="126"/>
                    </a:cubicBezTo>
                    <a:cubicBezTo>
                      <a:pt x="249" y="126"/>
                      <a:pt x="248" y="124"/>
                      <a:pt x="244" y="119"/>
                    </a:cubicBezTo>
                    <a:cubicBezTo>
                      <a:pt x="240" y="111"/>
                      <a:pt x="238" y="106"/>
                      <a:pt x="238" y="106"/>
                    </a:cubicBezTo>
                    <a:lnTo>
                      <a:pt x="238" y="106"/>
                    </a:lnTo>
                    <a:cubicBezTo>
                      <a:pt x="237" y="106"/>
                      <a:pt x="239" y="111"/>
                      <a:pt x="243" y="120"/>
                    </a:cubicBezTo>
                    <a:cubicBezTo>
                      <a:pt x="247" y="126"/>
                      <a:pt x="248" y="129"/>
                      <a:pt x="247" y="129"/>
                    </a:cubicBezTo>
                    <a:cubicBezTo>
                      <a:pt x="246" y="129"/>
                      <a:pt x="240" y="123"/>
                      <a:pt x="234" y="113"/>
                    </a:cubicBezTo>
                    <a:cubicBezTo>
                      <a:pt x="231" y="108"/>
                      <a:pt x="229" y="107"/>
                      <a:pt x="228" y="107"/>
                    </a:cubicBezTo>
                    <a:cubicBezTo>
                      <a:pt x="227" y="107"/>
                      <a:pt x="226" y="107"/>
                      <a:pt x="225" y="108"/>
                    </a:cubicBezTo>
                    <a:cubicBezTo>
                      <a:pt x="230" y="115"/>
                      <a:pt x="228" y="117"/>
                      <a:pt x="227" y="119"/>
                    </a:cubicBezTo>
                    <a:cubicBezTo>
                      <a:pt x="223" y="121"/>
                      <a:pt x="223" y="121"/>
                      <a:pt x="234" y="136"/>
                    </a:cubicBezTo>
                    <a:cubicBezTo>
                      <a:pt x="246" y="151"/>
                      <a:pt x="244" y="151"/>
                      <a:pt x="243" y="152"/>
                    </a:cubicBezTo>
                    <a:cubicBezTo>
                      <a:pt x="243" y="153"/>
                      <a:pt x="243" y="153"/>
                      <a:pt x="243" y="153"/>
                    </a:cubicBezTo>
                    <a:cubicBezTo>
                      <a:pt x="242" y="153"/>
                      <a:pt x="241" y="152"/>
                      <a:pt x="237" y="147"/>
                    </a:cubicBezTo>
                    <a:cubicBezTo>
                      <a:pt x="237" y="147"/>
                      <a:pt x="230" y="140"/>
                      <a:pt x="229" y="140"/>
                    </a:cubicBezTo>
                    <a:cubicBezTo>
                      <a:pt x="228" y="140"/>
                      <a:pt x="228" y="141"/>
                      <a:pt x="228" y="141"/>
                    </a:cubicBezTo>
                    <a:cubicBezTo>
                      <a:pt x="227" y="141"/>
                      <a:pt x="225" y="140"/>
                      <a:pt x="221" y="134"/>
                    </a:cubicBezTo>
                    <a:cubicBezTo>
                      <a:pt x="221" y="134"/>
                      <a:pt x="215" y="130"/>
                      <a:pt x="213" y="130"/>
                    </a:cubicBezTo>
                    <a:cubicBezTo>
                      <a:pt x="212" y="130"/>
                      <a:pt x="212" y="130"/>
                      <a:pt x="212" y="130"/>
                    </a:cubicBezTo>
                    <a:cubicBezTo>
                      <a:pt x="211" y="131"/>
                      <a:pt x="211" y="131"/>
                      <a:pt x="209" y="131"/>
                    </a:cubicBezTo>
                    <a:cubicBezTo>
                      <a:pt x="208" y="131"/>
                      <a:pt x="205" y="130"/>
                      <a:pt x="202" y="127"/>
                    </a:cubicBezTo>
                    <a:cubicBezTo>
                      <a:pt x="201" y="127"/>
                      <a:pt x="201" y="127"/>
                      <a:pt x="207" y="133"/>
                    </a:cubicBezTo>
                    <a:cubicBezTo>
                      <a:pt x="213" y="139"/>
                      <a:pt x="218" y="145"/>
                      <a:pt x="213" y="145"/>
                    </a:cubicBezTo>
                    <a:cubicBezTo>
                      <a:pt x="213" y="145"/>
                      <a:pt x="211" y="145"/>
                      <a:pt x="210" y="145"/>
                    </a:cubicBezTo>
                    <a:lnTo>
                      <a:pt x="210" y="145"/>
                    </a:lnTo>
                    <a:cubicBezTo>
                      <a:pt x="209" y="146"/>
                      <a:pt x="206" y="149"/>
                      <a:pt x="213" y="155"/>
                    </a:cubicBezTo>
                    <a:cubicBezTo>
                      <a:pt x="213" y="155"/>
                      <a:pt x="213" y="155"/>
                      <a:pt x="213" y="155"/>
                    </a:cubicBezTo>
                    <a:cubicBezTo>
                      <a:pt x="212" y="155"/>
                      <a:pt x="211" y="154"/>
                      <a:pt x="205" y="150"/>
                    </a:cubicBezTo>
                    <a:cubicBezTo>
                      <a:pt x="199" y="144"/>
                      <a:pt x="196" y="141"/>
                      <a:pt x="195" y="141"/>
                    </a:cubicBezTo>
                    <a:lnTo>
                      <a:pt x="195" y="141"/>
                    </a:lnTo>
                    <a:cubicBezTo>
                      <a:pt x="193" y="141"/>
                      <a:pt x="196" y="146"/>
                      <a:pt x="203" y="154"/>
                    </a:cubicBezTo>
                    <a:cubicBezTo>
                      <a:pt x="207" y="157"/>
                      <a:pt x="208" y="158"/>
                      <a:pt x="208" y="158"/>
                    </a:cubicBezTo>
                    <a:cubicBezTo>
                      <a:pt x="207" y="158"/>
                      <a:pt x="205" y="157"/>
                      <a:pt x="202" y="155"/>
                    </a:cubicBezTo>
                    <a:lnTo>
                      <a:pt x="202" y="155"/>
                    </a:lnTo>
                    <a:cubicBezTo>
                      <a:pt x="202" y="155"/>
                      <a:pt x="201" y="156"/>
                      <a:pt x="207" y="163"/>
                    </a:cubicBezTo>
                    <a:cubicBezTo>
                      <a:pt x="211" y="166"/>
                      <a:pt x="213" y="168"/>
                      <a:pt x="212" y="168"/>
                    </a:cubicBezTo>
                    <a:cubicBezTo>
                      <a:pt x="211" y="168"/>
                      <a:pt x="209" y="167"/>
                      <a:pt x="205" y="165"/>
                    </a:cubicBezTo>
                    <a:cubicBezTo>
                      <a:pt x="201" y="161"/>
                      <a:pt x="199" y="160"/>
                      <a:pt x="198" y="160"/>
                    </a:cubicBezTo>
                    <a:cubicBezTo>
                      <a:pt x="197" y="160"/>
                      <a:pt x="197" y="161"/>
                      <a:pt x="196" y="161"/>
                    </a:cubicBezTo>
                    <a:cubicBezTo>
                      <a:pt x="201" y="167"/>
                      <a:pt x="198" y="175"/>
                      <a:pt x="191" y="175"/>
                    </a:cubicBezTo>
                    <a:cubicBezTo>
                      <a:pt x="191" y="175"/>
                      <a:pt x="189" y="175"/>
                      <a:pt x="188" y="175"/>
                    </a:cubicBezTo>
                    <a:lnTo>
                      <a:pt x="188" y="175"/>
                    </a:lnTo>
                    <a:cubicBezTo>
                      <a:pt x="195" y="180"/>
                      <a:pt x="195" y="180"/>
                      <a:pt x="195" y="182"/>
                    </a:cubicBezTo>
                    <a:cubicBezTo>
                      <a:pt x="190" y="179"/>
                      <a:pt x="187" y="178"/>
                      <a:pt x="186" y="178"/>
                    </a:cubicBezTo>
                    <a:lnTo>
                      <a:pt x="186" y="178"/>
                    </a:lnTo>
                    <a:cubicBezTo>
                      <a:pt x="184" y="178"/>
                      <a:pt x="191" y="182"/>
                      <a:pt x="202" y="188"/>
                    </a:cubicBezTo>
                    <a:lnTo>
                      <a:pt x="203" y="187"/>
                    </a:lnTo>
                    <a:lnTo>
                      <a:pt x="203" y="186"/>
                    </a:lnTo>
                    <a:cubicBezTo>
                      <a:pt x="211" y="191"/>
                      <a:pt x="215" y="193"/>
                      <a:pt x="213" y="193"/>
                    </a:cubicBezTo>
                    <a:cubicBezTo>
                      <a:pt x="212" y="193"/>
                      <a:pt x="205" y="191"/>
                      <a:pt x="194" y="185"/>
                    </a:cubicBezTo>
                    <a:cubicBezTo>
                      <a:pt x="186" y="181"/>
                      <a:pt x="182" y="179"/>
                      <a:pt x="181" y="179"/>
                    </a:cubicBezTo>
                    <a:lnTo>
                      <a:pt x="181" y="179"/>
                    </a:lnTo>
                    <a:cubicBezTo>
                      <a:pt x="181" y="179"/>
                      <a:pt x="185" y="181"/>
                      <a:pt x="193" y="186"/>
                    </a:cubicBezTo>
                    <a:cubicBezTo>
                      <a:pt x="202" y="192"/>
                      <a:pt x="205" y="194"/>
                      <a:pt x="204" y="194"/>
                    </a:cubicBezTo>
                    <a:cubicBezTo>
                      <a:pt x="203" y="194"/>
                      <a:pt x="198" y="192"/>
                      <a:pt x="191" y="189"/>
                    </a:cubicBezTo>
                    <a:cubicBezTo>
                      <a:pt x="183" y="186"/>
                      <a:pt x="179" y="184"/>
                      <a:pt x="179" y="184"/>
                    </a:cubicBezTo>
                    <a:lnTo>
                      <a:pt x="179" y="184"/>
                    </a:lnTo>
                    <a:cubicBezTo>
                      <a:pt x="179" y="184"/>
                      <a:pt x="183" y="186"/>
                      <a:pt x="191" y="191"/>
                    </a:cubicBezTo>
                    <a:cubicBezTo>
                      <a:pt x="210" y="201"/>
                      <a:pt x="220" y="207"/>
                      <a:pt x="218" y="207"/>
                    </a:cubicBezTo>
                    <a:cubicBezTo>
                      <a:pt x="216" y="207"/>
                      <a:pt x="210" y="205"/>
                      <a:pt x="196" y="199"/>
                    </a:cubicBezTo>
                    <a:cubicBezTo>
                      <a:pt x="182" y="193"/>
                      <a:pt x="174" y="190"/>
                      <a:pt x="171" y="190"/>
                    </a:cubicBezTo>
                    <a:cubicBezTo>
                      <a:pt x="171" y="190"/>
                      <a:pt x="170" y="190"/>
                      <a:pt x="170" y="191"/>
                    </a:cubicBezTo>
                    <a:cubicBezTo>
                      <a:pt x="170" y="192"/>
                      <a:pt x="178" y="195"/>
                      <a:pt x="187" y="198"/>
                    </a:cubicBezTo>
                    <a:cubicBezTo>
                      <a:pt x="197" y="202"/>
                      <a:pt x="201" y="203"/>
                      <a:pt x="199" y="203"/>
                    </a:cubicBezTo>
                    <a:cubicBezTo>
                      <a:pt x="198" y="203"/>
                      <a:pt x="194" y="202"/>
                      <a:pt x="186" y="201"/>
                    </a:cubicBezTo>
                    <a:cubicBezTo>
                      <a:pt x="177" y="198"/>
                      <a:pt x="171" y="197"/>
                      <a:pt x="167" y="197"/>
                    </a:cubicBezTo>
                    <a:cubicBezTo>
                      <a:pt x="161" y="197"/>
                      <a:pt x="164" y="200"/>
                      <a:pt x="175" y="206"/>
                    </a:cubicBezTo>
                    <a:cubicBezTo>
                      <a:pt x="184" y="212"/>
                      <a:pt x="188" y="215"/>
                      <a:pt x="186" y="215"/>
                    </a:cubicBezTo>
                    <a:cubicBezTo>
                      <a:pt x="184" y="215"/>
                      <a:pt x="180" y="214"/>
                      <a:pt x="174" y="211"/>
                    </a:cubicBezTo>
                    <a:cubicBezTo>
                      <a:pt x="165" y="206"/>
                      <a:pt x="161" y="204"/>
                      <a:pt x="160" y="204"/>
                    </a:cubicBezTo>
                    <a:lnTo>
                      <a:pt x="160" y="204"/>
                    </a:lnTo>
                    <a:cubicBezTo>
                      <a:pt x="159" y="204"/>
                      <a:pt x="161" y="206"/>
                      <a:pt x="165" y="208"/>
                    </a:cubicBezTo>
                    <a:cubicBezTo>
                      <a:pt x="164" y="211"/>
                      <a:pt x="164" y="213"/>
                      <a:pt x="163" y="214"/>
                    </a:cubicBezTo>
                    <a:cubicBezTo>
                      <a:pt x="163" y="215"/>
                      <a:pt x="172" y="219"/>
                      <a:pt x="179" y="221"/>
                    </a:cubicBezTo>
                    <a:cubicBezTo>
                      <a:pt x="173" y="220"/>
                      <a:pt x="168" y="219"/>
                      <a:pt x="164" y="219"/>
                    </a:cubicBezTo>
                    <a:cubicBezTo>
                      <a:pt x="159" y="219"/>
                      <a:pt x="159" y="221"/>
                      <a:pt x="170" y="224"/>
                    </a:cubicBezTo>
                    <a:lnTo>
                      <a:pt x="170" y="226"/>
                    </a:lnTo>
                    <a:cubicBezTo>
                      <a:pt x="169" y="228"/>
                      <a:pt x="169" y="228"/>
                      <a:pt x="178" y="231"/>
                    </a:cubicBezTo>
                    <a:cubicBezTo>
                      <a:pt x="183" y="232"/>
                      <a:pt x="183" y="232"/>
                      <a:pt x="181" y="232"/>
                    </a:cubicBezTo>
                    <a:cubicBezTo>
                      <a:pt x="178" y="232"/>
                      <a:pt x="174" y="232"/>
                      <a:pt x="169" y="232"/>
                    </a:cubicBezTo>
                    <a:cubicBezTo>
                      <a:pt x="159" y="232"/>
                      <a:pt x="150" y="232"/>
                      <a:pt x="159" y="233"/>
                    </a:cubicBezTo>
                    <a:cubicBezTo>
                      <a:pt x="169" y="235"/>
                      <a:pt x="177" y="239"/>
                      <a:pt x="186" y="240"/>
                    </a:cubicBezTo>
                    <a:cubicBezTo>
                      <a:pt x="191" y="241"/>
                      <a:pt x="190" y="242"/>
                      <a:pt x="188" y="242"/>
                    </a:cubicBezTo>
                    <a:cubicBezTo>
                      <a:pt x="186" y="242"/>
                      <a:pt x="181" y="241"/>
                      <a:pt x="177" y="240"/>
                    </a:cubicBezTo>
                    <a:cubicBezTo>
                      <a:pt x="170" y="240"/>
                      <a:pt x="165" y="240"/>
                      <a:pt x="158" y="241"/>
                    </a:cubicBezTo>
                    <a:cubicBezTo>
                      <a:pt x="158" y="242"/>
                      <a:pt x="158" y="244"/>
                      <a:pt x="167" y="245"/>
                    </a:cubicBezTo>
                    <a:cubicBezTo>
                      <a:pt x="176" y="245"/>
                      <a:pt x="175" y="252"/>
                      <a:pt x="167" y="253"/>
                    </a:cubicBezTo>
                    <a:lnTo>
                      <a:pt x="167" y="256"/>
                    </a:lnTo>
                    <a:cubicBezTo>
                      <a:pt x="167" y="258"/>
                      <a:pt x="176" y="258"/>
                      <a:pt x="176" y="259"/>
                    </a:cubicBezTo>
                    <a:cubicBezTo>
                      <a:pt x="176" y="259"/>
                      <a:pt x="176" y="260"/>
                      <a:pt x="185" y="261"/>
                    </a:cubicBezTo>
                    <a:cubicBezTo>
                      <a:pt x="185" y="262"/>
                      <a:pt x="185" y="263"/>
                      <a:pt x="176" y="263"/>
                    </a:cubicBezTo>
                    <a:cubicBezTo>
                      <a:pt x="193" y="264"/>
                      <a:pt x="193" y="263"/>
                      <a:pt x="176" y="266"/>
                    </a:cubicBezTo>
                    <a:cubicBezTo>
                      <a:pt x="166" y="267"/>
                      <a:pt x="161" y="267"/>
                      <a:pt x="163" y="267"/>
                    </a:cubicBezTo>
                    <a:cubicBezTo>
                      <a:pt x="164" y="267"/>
                      <a:pt x="169" y="267"/>
                      <a:pt x="176" y="267"/>
                    </a:cubicBezTo>
                    <a:cubicBezTo>
                      <a:pt x="185" y="268"/>
                      <a:pt x="185" y="268"/>
                      <a:pt x="176" y="270"/>
                    </a:cubicBezTo>
                    <a:cubicBezTo>
                      <a:pt x="167" y="270"/>
                      <a:pt x="167" y="271"/>
                      <a:pt x="176" y="271"/>
                    </a:cubicBezTo>
                    <a:cubicBezTo>
                      <a:pt x="180" y="271"/>
                      <a:pt x="184" y="271"/>
                      <a:pt x="187" y="271"/>
                    </a:cubicBezTo>
                    <a:cubicBezTo>
                      <a:pt x="196" y="271"/>
                      <a:pt x="198" y="272"/>
                      <a:pt x="185" y="275"/>
                    </a:cubicBezTo>
                    <a:cubicBezTo>
                      <a:pt x="185" y="275"/>
                      <a:pt x="185" y="275"/>
                      <a:pt x="187" y="275"/>
                    </a:cubicBezTo>
                    <a:cubicBezTo>
                      <a:pt x="189" y="275"/>
                      <a:pt x="190" y="275"/>
                      <a:pt x="193" y="275"/>
                    </a:cubicBezTo>
                    <a:cubicBezTo>
                      <a:pt x="200" y="274"/>
                      <a:pt x="205" y="274"/>
                      <a:pt x="206" y="274"/>
                    </a:cubicBezTo>
                    <a:lnTo>
                      <a:pt x="206" y="274"/>
                    </a:lnTo>
                    <a:cubicBezTo>
                      <a:pt x="208" y="274"/>
                      <a:pt x="203" y="274"/>
                      <a:pt x="193" y="276"/>
                    </a:cubicBezTo>
                    <a:cubicBezTo>
                      <a:pt x="182" y="279"/>
                      <a:pt x="178" y="280"/>
                      <a:pt x="182" y="280"/>
                    </a:cubicBezTo>
                    <a:cubicBezTo>
                      <a:pt x="184" y="280"/>
                      <a:pt x="188" y="280"/>
                      <a:pt x="194" y="279"/>
                    </a:cubicBezTo>
                    <a:cubicBezTo>
                      <a:pt x="194" y="279"/>
                      <a:pt x="195" y="279"/>
                      <a:pt x="197" y="279"/>
                    </a:cubicBezTo>
                    <a:cubicBezTo>
                      <a:pt x="198" y="279"/>
                      <a:pt x="199" y="279"/>
                      <a:pt x="194" y="281"/>
                    </a:cubicBezTo>
                    <a:cubicBezTo>
                      <a:pt x="188" y="284"/>
                      <a:pt x="182" y="290"/>
                      <a:pt x="187" y="290"/>
                    </a:cubicBezTo>
                    <a:cubicBezTo>
                      <a:pt x="189" y="290"/>
                      <a:pt x="191" y="289"/>
                      <a:pt x="195" y="288"/>
                    </a:cubicBezTo>
                    <a:lnTo>
                      <a:pt x="196" y="290"/>
                    </a:lnTo>
                    <a:cubicBezTo>
                      <a:pt x="190" y="293"/>
                      <a:pt x="189" y="295"/>
                      <a:pt x="191" y="295"/>
                    </a:cubicBezTo>
                    <a:cubicBezTo>
                      <a:pt x="192" y="295"/>
                      <a:pt x="194" y="294"/>
                      <a:pt x="196" y="294"/>
                    </a:cubicBezTo>
                    <a:lnTo>
                      <a:pt x="205" y="292"/>
                    </a:lnTo>
                    <a:lnTo>
                      <a:pt x="205" y="292"/>
                    </a:lnTo>
                    <a:cubicBezTo>
                      <a:pt x="200" y="294"/>
                      <a:pt x="194" y="296"/>
                      <a:pt x="188" y="299"/>
                    </a:cubicBezTo>
                    <a:cubicBezTo>
                      <a:pt x="188" y="300"/>
                      <a:pt x="188" y="300"/>
                      <a:pt x="189" y="300"/>
                    </a:cubicBezTo>
                    <a:cubicBezTo>
                      <a:pt x="190" y="300"/>
                      <a:pt x="192" y="299"/>
                      <a:pt x="197" y="298"/>
                    </a:cubicBezTo>
                    <a:cubicBezTo>
                      <a:pt x="202" y="296"/>
                      <a:pt x="204" y="295"/>
                      <a:pt x="205" y="295"/>
                    </a:cubicBezTo>
                    <a:cubicBezTo>
                      <a:pt x="205" y="295"/>
                      <a:pt x="205" y="295"/>
                      <a:pt x="205" y="296"/>
                    </a:cubicBezTo>
                    <a:cubicBezTo>
                      <a:pt x="201" y="299"/>
                      <a:pt x="195" y="303"/>
                      <a:pt x="190" y="304"/>
                    </a:cubicBezTo>
                    <a:lnTo>
                      <a:pt x="190" y="305"/>
                    </a:lnTo>
                    <a:cubicBezTo>
                      <a:pt x="199" y="302"/>
                      <a:pt x="203" y="300"/>
                      <a:pt x="204" y="300"/>
                    </a:cubicBezTo>
                    <a:lnTo>
                      <a:pt x="204" y="300"/>
                    </a:lnTo>
                    <a:cubicBezTo>
                      <a:pt x="204" y="300"/>
                      <a:pt x="202" y="301"/>
                      <a:pt x="198" y="303"/>
                    </a:cubicBezTo>
                    <a:cubicBezTo>
                      <a:pt x="191" y="307"/>
                      <a:pt x="191" y="308"/>
                      <a:pt x="192" y="309"/>
                    </a:cubicBezTo>
                    <a:cubicBezTo>
                      <a:pt x="194" y="308"/>
                      <a:pt x="195" y="308"/>
                      <a:pt x="195" y="308"/>
                    </a:cubicBezTo>
                    <a:lnTo>
                      <a:pt x="195" y="308"/>
                    </a:lnTo>
                    <a:cubicBezTo>
                      <a:pt x="196" y="308"/>
                      <a:pt x="193" y="309"/>
                      <a:pt x="192" y="309"/>
                    </a:cubicBezTo>
                    <a:cubicBezTo>
                      <a:pt x="192" y="309"/>
                      <a:pt x="192" y="309"/>
                      <a:pt x="192" y="309"/>
                    </a:cubicBezTo>
                    <a:lnTo>
                      <a:pt x="183" y="313"/>
                    </a:lnTo>
                    <a:cubicBezTo>
                      <a:pt x="180" y="314"/>
                      <a:pt x="179" y="315"/>
                      <a:pt x="180" y="315"/>
                    </a:cubicBezTo>
                    <a:cubicBezTo>
                      <a:pt x="181" y="315"/>
                      <a:pt x="187" y="313"/>
                      <a:pt x="192" y="310"/>
                    </a:cubicBezTo>
                    <a:lnTo>
                      <a:pt x="193" y="312"/>
                    </a:lnTo>
                    <a:cubicBezTo>
                      <a:pt x="193" y="312"/>
                      <a:pt x="193" y="313"/>
                      <a:pt x="194" y="313"/>
                    </a:cubicBezTo>
                    <a:cubicBezTo>
                      <a:pt x="194" y="313"/>
                      <a:pt x="196" y="312"/>
                      <a:pt x="201" y="309"/>
                    </a:cubicBezTo>
                    <a:cubicBezTo>
                      <a:pt x="206" y="307"/>
                      <a:pt x="212" y="305"/>
                      <a:pt x="218" y="304"/>
                    </a:cubicBezTo>
                    <a:lnTo>
                      <a:pt x="218" y="304"/>
                    </a:lnTo>
                    <a:cubicBezTo>
                      <a:pt x="212" y="305"/>
                      <a:pt x="206" y="308"/>
                      <a:pt x="202" y="312"/>
                    </a:cubicBezTo>
                    <a:cubicBezTo>
                      <a:pt x="202" y="313"/>
                      <a:pt x="194" y="316"/>
                      <a:pt x="194" y="316"/>
                    </a:cubicBezTo>
                    <a:cubicBezTo>
                      <a:pt x="183" y="320"/>
                      <a:pt x="184" y="322"/>
                      <a:pt x="187" y="322"/>
                    </a:cubicBezTo>
                    <a:cubicBezTo>
                      <a:pt x="189" y="322"/>
                      <a:pt x="192" y="321"/>
                      <a:pt x="195" y="321"/>
                    </a:cubicBezTo>
                    <a:cubicBezTo>
                      <a:pt x="203" y="318"/>
                      <a:pt x="207" y="316"/>
                      <a:pt x="208" y="316"/>
                    </a:cubicBezTo>
                    <a:lnTo>
                      <a:pt x="208" y="316"/>
                    </a:lnTo>
                    <a:cubicBezTo>
                      <a:pt x="209" y="316"/>
                      <a:pt x="205" y="318"/>
                      <a:pt x="196" y="323"/>
                    </a:cubicBezTo>
                    <a:cubicBezTo>
                      <a:pt x="191" y="326"/>
                      <a:pt x="190" y="327"/>
                      <a:pt x="191" y="327"/>
                    </a:cubicBezTo>
                    <a:cubicBezTo>
                      <a:pt x="193" y="327"/>
                      <a:pt x="205" y="322"/>
                      <a:pt x="221" y="314"/>
                    </a:cubicBezTo>
                    <a:lnTo>
                      <a:pt x="221" y="314"/>
                    </a:lnTo>
                    <a:cubicBezTo>
                      <a:pt x="201" y="326"/>
                      <a:pt x="194" y="330"/>
                      <a:pt x="197" y="330"/>
                    </a:cubicBezTo>
                    <a:cubicBezTo>
                      <a:pt x="198" y="330"/>
                      <a:pt x="202" y="329"/>
                      <a:pt x="207" y="327"/>
                    </a:cubicBezTo>
                    <a:cubicBezTo>
                      <a:pt x="212" y="326"/>
                      <a:pt x="214" y="325"/>
                      <a:pt x="214" y="325"/>
                    </a:cubicBezTo>
                    <a:lnTo>
                      <a:pt x="214" y="325"/>
                    </a:lnTo>
                    <a:cubicBezTo>
                      <a:pt x="215" y="325"/>
                      <a:pt x="213" y="326"/>
                      <a:pt x="209" y="328"/>
                    </a:cubicBezTo>
                    <a:cubicBezTo>
                      <a:pt x="201" y="333"/>
                      <a:pt x="202" y="334"/>
                      <a:pt x="203" y="337"/>
                    </a:cubicBezTo>
                    <a:cubicBezTo>
                      <a:pt x="204" y="338"/>
                      <a:pt x="205" y="339"/>
                      <a:pt x="206" y="339"/>
                    </a:cubicBezTo>
                    <a:cubicBezTo>
                      <a:pt x="207" y="339"/>
                      <a:pt x="209" y="338"/>
                      <a:pt x="213" y="336"/>
                    </a:cubicBezTo>
                    <a:lnTo>
                      <a:pt x="214" y="337"/>
                    </a:lnTo>
                    <a:cubicBezTo>
                      <a:pt x="208" y="342"/>
                      <a:pt x="207" y="344"/>
                      <a:pt x="207" y="344"/>
                    </a:cubicBezTo>
                    <a:cubicBezTo>
                      <a:pt x="208" y="344"/>
                      <a:pt x="214" y="340"/>
                      <a:pt x="222" y="334"/>
                    </a:cubicBezTo>
                    <a:lnTo>
                      <a:pt x="223" y="335"/>
                    </a:lnTo>
                    <a:lnTo>
                      <a:pt x="216" y="341"/>
                    </a:lnTo>
                    <a:cubicBezTo>
                      <a:pt x="210" y="346"/>
                      <a:pt x="210" y="349"/>
                      <a:pt x="215" y="355"/>
                    </a:cubicBezTo>
                    <a:cubicBezTo>
                      <a:pt x="218" y="359"/>
                      <a:pt x="220" y="361"/>
                      <a:pt x="223" y="361"/>
                    </a:cubicBezTo>
                    <a:cubicBezTo>
                      <a:pt x="225" y="361"/>
                      <a:pt x="229" y="358"/>
                      <a:pt x="235" y="351"/>
                    </a:cubicBezTo>
                    <a:cubicBezTo>
                      <a:pt x="241" y="345"/>
                      <a:pt x="244" y="342"/>
                      <a:pt x="245" y="342"/>
                    </a:cubicBezTo>
                    <a:lnTo>
                      <a:pt x="245" y="342"/>
                    </a:lnTo>
                    <a:cubicBezTo>
                      <a:pt x="245" y="342"/>
                      <a:pt x="242" y="345"/>
                      <a:pt x="237" y="352"/>
                    </a:cubicBezTo>
                    <a:cubicBezTo>
                      <a:pt x="232" y="357"/>
                      <a:pt x="228" y="362"/>
                      <a:pt x="228" y="362"/>
                    </a:cubicBezTo>
                    <a:cubicBezTo>
                      <a:pt x="229" y="362"/>
                      <a:pt x="229" y="362"/>
                      <a:pt x="231" y="360"/>
                    </a:cubicBezTo>
                    <a:lnTo>
                      <a:pt x="231" y="360"/>
                    </a:lnTo>
                    <a:cubicBezTo>
                      <a:pt x="231" y="360"/>
                      <a:pt x="232" y="361"/>
                      <a:pt x="228" y="369"/>
                    </a:cubicBezTo>
                    <a:cubicBezTo>
                      <a:pt x="223" y="376"/>
                      <a:pt x="223" y="379"/>
                      <a:pt x="224" y="379"/>
                    </a:cubicBezTo>
                    <a:cubicBezTo>
                      <a:pt x="225" y="379"/>
                      <a:pt x="228" y="376"/>
                      <a:pt x="231" y="372"/>
                    </a:cubicBezTo>
                    <a:cubicBezTo>
                      <a:pt x="235" y="366"/>
                      <a:pt x="237" y="364"/>
                      <a:pt x="237" y="364"/>
                    </a:cubicBezTo>
                    <a:lnTo>
                      <a:pt x="237" y="364"/>
                    </a:lnTo>
                    <a:cubicBezTo>
                      <a:pt x="237" y="364"/>
                      <a:pt x="234" y="369"/>
                      <a:pt x="231" y="373"/>
                    </a:cubicBezTo>
                    <a:cubicBezTo>
                      <a:pt x="228" y="379"/>
                      <a:pt x="225" y="384"/>
                      <a:pt x="225" y="384"/>
                    </a:cubicBezTo>
                    <a:cubicBezTo>
                      <a:pt x="225" y="384"/>
                      <a:pt x="226" y="383"/>
                      <a:pt x="228" y="381"/>
                    </a:cubicBezTo>
                    <a:cubicBezTo>
                      <a:pt x="231" y="378"/>
                      <a:pt x="235" y="376"/>
                      <a:pt x="237" y="376"/>
                    </a:cubicBezTo>
                    <a:lnTo>
                      <a:pt x="237" y="376"/>
                    </a:lnTo>
                    <a:cubicBezTo>
                      <a:pt x="239" y="376"/>
                      <a:pt x="240" y="379"/>
                      <a:pt x="234" y="387"/>
                    </a:cubicBezTo>
                    <a:lnTo>
                      <a:pt x="237" y="388"/>
                    </a:lnTo>
                    <a:cubicBezTo>
                      <a:pt x="239" y="383"/>
                      <a:pt x="241" y="382"/>
                      <a:pt x="242" y="382"/>
                    </a:cubicBezTo>
                    <a:cubicBezTo>
                      <a:pt x="243" y="382"/>
                      <a:pt x="244" y="382"/>
                      <a:pt x="244" y="383"/>
                    </a:cubicBezTo>
                    <a:cubicBezTo>
                      <a:pt x="247" y="384"/>
                      <a:pt x="248" y="384"/>
                      <a:pt x="243" y="392"/>
                    </a:cubicBezTo>
                    <a:cubicBezTo>
                      <a:pt x="240" y="396"/>
                      <a:pt x="239" y="398"/>
                      <a:pt x="240" y="398"/>
                    </a:cubicBezTo>
                    <a:cubicBezTo>
                      <a:pt x="240" y="398"/>
                      <a:pt x="242" y="397"/>
                      <a:pt x="246" y="393"/>
                    </a:cubicBezTo>
                    <a:cubicBezTo>
                      <a:pt x="246" y="393"/>
                      <a:pt x="246" y="393"/>
                      <a:pt x="246" y="393"/>
                    </a:cubicBezTo>
                    <a:cubicBezTo>
                      <a:pt x="247" y="393"/>
                      <a:pt x="256" y="380"/>
                      <a:pt x="257" y="380"/>
                    </a:cubicBezTo>
                    <a:cubicBezTo>
                      <a:pt x="259" y="374"/>
                      <a:pt x="262" y="370"/>
                      <a:pt x="267" y="365"/>
                    </a:cubicBezTo>
                    <a:lnTo>
                      <a:pt x="267" y="365"/>
                    </a:lnTo>
                    <a:lnTo>
                      <a:pt x="262" y="373"/>
                    </a:lnTo>
                    <a:lnTo>
                      <a:pt x="255" y="389"/>
                    </a:lnTo>
                    <a:cubicBezTo>
                      <a:pt x="255" y="389"/>
                      <a:pt x="255" y="389"/>
                      <a:pt x="255" y="389"/>
                    </a:cubicBezTo>
                    <a:cubicBezTo>
                      <a:pt x="256" y="389"/>
                      <a:pt x="257" y="388"/>
                      <a:pt x="260" y="382"/>
                    </a:cubicBezTo>
                    <a:lnTo>
                      <a:pt x="260" y="382"/>
                    </a:lnTo>
                    <a:cubicBezTo>
                      <a:pt x="257" y="391"/>
                      <a:pt x="258" y="392"/>
                      <a:pt x="260" y="392"/>
                    </a:cubicBezTo>
                    <a:cubicBezTo>
                      <a:pt x="261" y="393"/>
                      <a:pt x="262" y="393"/>
                      <a:pt x="263" y="393"/>
                    </a:cubicBezTo>
                    <a:cubicBezTo>
                      <a:pt x="264" y="393"/>
                      <a:pt x="266" y="392"/>
                      <a:pt x="269" y="387"/>
                    </a:cubicBezTo>
                    <a:lnTo>
                      <a:pt x="269" y="387"/>
                    </a:lnTo>
                    <a:cubicBezTo>
                      <a:pt x="265" y="396"/>
                      <a:pt x="266" y="401"/>
                      <a:pt x="269" y="401"/>
                    </a:cubicBezTo>
                    <a:cubicBezTo>
                      <a:pt x="271" y="401"/>
                      <a:pt x="274" y="397"/>
                      <a:pt x="277" y="390"/>
                    </a:cubicBezTo>
                    <a:cubicBezTo>
                      <a:pt x="279" y="386"/>
                      <a:pt x="279" y="383"/>
                      <a:pt x="280" y="383"/>
                    </a:cubicBezTo>
                    <a:lnTo>
                      <a:pt x="280" y="383"/>
                    </a:lnTo>
                    <a:cubicBezTo>
                      <a:pt x="280" y="383"/>
                      <a:pt x="280" y="386"/>
                      <a:pt x="279" y="390"/>
                    </a:cubicBezTo>
                    <a:cubicBezTo>
                      <a:pt x="278" y="395"/>
                      <a:pt x="277" y="397"/>
                      <a:pt x="278" y="397"/>
                    </a:cubicBezTo>
                    <a:cubicBezTo>
                      <a:pt x="278" y="397"/>
                      <a:pt x="279" y="395"/>
                      <a:pt x="281" y="391"/>
                    </a:cubicBezTo>
                    <a:cubicBezTo>
                      <a:pt x="282" y="389"/>
                      <a:pt x="283" y="388"/>
                      <a:pt x="283" y="388"/>
                    </a:cubicBezTo>
                    <a:lnTo>
                      <a:pt x="283" y="388"/>
                    </a:lnTo>
                    <a:cubicBezTo>
                      <a:pt x="284" y="388"/>
                      <a:pt x="282" y="395"/>
                      <a:pt x="281" y="401"/>
                    </a:cubicBezTo>
                    <a:cubicBezTo>
                      <a:pt x="279" y="412"/>
                      <a:pt x="278" y="416"/>
                      <a:pt x="279" y="416"/>
                    </a:cubicBezTo>
                    <a:cubicBezTo>
                      <a:pt x="280" y="416"/>
                      <a:pt x="281" y="414"/>
                      <a:pt x="283" y="411"/>
                    </a:cubicBezTo>
                    <a:cubicBezTo>
                      <a:pt x="286" y="404"/>
                      <a:pt x="288" y="403"/>
                      <a:pt x="290" y="403"/>
                    </a:cubicBezTo>
                    <a:cubicBezTo>
                      <a:pt x="290" y="403"/>
                      <a:pt x="290" y="403"/>
                      <a:pt x="290" y="403"/>
                    </a:cubicBezTo>
                    <a:cubicBezTo>
                      <a:pt x="294" y="399"/>
                      <a:pt x="296" y="393"/>
                      <a:pt x="296" y="387"/>
                    </a:cubicBezTo>
                    <a:cubicBezTo>
                      <a:pt x="298" y="378"/>
                      <a:pt x="300" y="370"/>
                      <a:pt x="300" y="370"/>
                    </a:cubicBezTo>
                    <a:cubicBezTo>
                      <a:pt x="302" y="367"/>
                      <a:pt x="302" y="366"/>
                      <a:pt x="302" y="366"/>
                    </a:cubicBezTo>
                    <a:lnTo>
                      <a:pt x="302" y="366"/>
                    </a:lnTo>
                    <a:cubicBezTo>
                      <a:pt x="303" y="366"/>
                      <a:pt x="302" y="370"/>
                      <a:pt x="302" y="370"/>
                    </a:cubicBezTo>
                    <a:cubicBezTo>
                      <a:pt x="299" y="375"/>
                      <a:pt x="298" y="381"/>
                      <a:pt x="298" y="387"/>
                    </a:cubicBezTo>
                    <a:cubicBezTo>
                      <a:pt x="297" y="396"/>
                      <a:pt x="299" y="397"/>
                      <a:pt x="300" y="397"/>
                    </a:cubicBezTo>
                    <a:lnTo>
                      <a:pt x="305" y="397"/>
                    </a:lnTo>
                    <a:cubicBezTo>
                      <a:pt x="306" y="402"/>
                      <a:pt x="307" y="404"/>
                      <a:pt x="308" y="404"/>
                    </a:cubicBezTo>
                    <a:cubicBezTo>
                      <a:pt x="308" y="404"/>
                      <a:pt x="309" y="402"/>
                      <a:pt x="309" y="398"/>
                    </a:cubicBezTo>
                    <a:cubicBezTo>
                      <a:pt x="309" y="390"/>
                      <a:pt x="309" y="393"/>
                      <a:pt x="311" y="389"/>
                    </a:cubicBezTo>
                    <a:lnTo>
                      <a:pt x="311" y="389"/>
                    </a:lnTo>
                    <a:cubicBezTo>
                      <a:pt x="310" y="398"/>
                      <a:pt x="313" y="403"/>
                      <a:pt x="317" y="403"/>
                    </a:cubicBezTo>
                    <a:cubicBezTo>
                      <a:pt x="320" y="403"/>
                      <a:pt x="323" y="400"/>
                      <a:pt x="323" y="391"/>
                    </a:cubicBezTo>
                    <a:lnTo>
                      <a:pt x="323" y="400"/>
                    </a:lnTo>
                    <a:cubicBezTo>
                      <a:pt x="323" y="409"/>
                      <a:pt x="324" y="409"/>
                      <a:pt x="326" y="409"/>
                    </a:cubicBezTo>
                    <a:cubicBezTo>
                      <a:pt x="328" y="409"/>
                      <a:pt x="332" y="400"/>
                      <a:pt x="335" y="400"/>
                    </a:cubicBezTo>
                    <a:cubicBezTo>
                      <a:pt x="340" y="400"/>
                      <a:pt x="343" y="399"/>
                      <a:pt x="342" y="391"/>
                    </a:cubicBezTo>
                    <a:cubicBezTo>
                      <a:pt x="343" y="391"/>
                      <a:pt x="343" y="391"/>
                      <a:pt x="344" y="399"/>
                    </a:cubicBezTo>
                    <a:cubicBezTo>
                      <a:pt x="344" y="408"/>
                      <a:pt x="345" y="408"/>
                      <a:pt x="346" y="408"/>
                    </a:cubicBezTo>
                    <a:cubicBezTo>
                      <a:pt x="348" y="402"/>
                      <a:pt x="346" y="397"/>
                      <a:pt x="345" y="391"/>
                    </a:cubicBezTo>
                    <a:cubicBezTo>
                      <a:pt x="345" y="386"/>
                      <a:pt x="344" y="384"/>
                      <a:pt x="345" y="384"/>
                    </a:cubicBezTo>
                    <a:lnTo>
                      <a:pt x="345" y="384"/>
                    </a:lnTo>
                    <a:cubicBezTo>
                      <a:pt x="345" y="384"/>
                      <a:pt x="346" y="386"/>
                      <a:pt x="349" y="390"/>
                    </a:cubicBezTo>
                    <a:cubicBezTo>
                      <a:pt x="350" y="394"/>
                      <a:pt x="352" y="397"/>
                      <a:pt x="354" y="397"/>
                    </a:cubicBezTo>
                    <a:cubicBezTo>
                      <a:pt x="355" y="397"/>
                      <a:pt x="356" y="394"/>
                      <a:pt x="356" y="390"/>
                    </a:cubicBezTo>
                    <a:cubicBezTo>
                      <a:pt x="358" y="390"/>
                      <a:pt x="359" y="390"/>
                      <a:pt x="361" y="398"/>
                    </a:cubicBezTo>
                    <a:cubicBezTo>
                      <a:pt x="363" y="403"/>
                      <a:pt x="365" y="408"/>
                      <a:pt x="366" y="408"/>
                    </a:cubicBezTo>
                    <a:cubicBezTo>
                      <a:pt x="367" y="408"/>
                      <a:pt x="368" y="405"/>
                      <a:pt x="367" y="397"/>
                    </a:cubicBezTo>
                    <a:lnTo>
                      <a:pt x="367" y="397"/>
                    </a:lnTo>
                    <a:cubicBezTo>
                      <a:pt x="368" y="397"/>
                      <a:pt x="368" y="397"/>
                      <a:pt x="370" y="405"/>
                    </a:cubicBezTo>
                    <a:cubicBezTo>
                      <a:pt x="372" y="410"/>
                      <a:pt x="374" y="415"/>
                      <a:pt x="374" y="415"/>
                    </a:cubicBezTo>
                    <a:cubicBezTo>
                      <a:pt x="375" y="415"/>
                      <a:pt x="374" y="412"/>
                      <a:pt x="372" y="405"/>
                    </a:cubicBezTo>
                    <a:cubicBezTo>
                      <a:pt x="372" y="400"/>
                      <a:pt x="373" y="397"/>
                      <a:pt x="374" y="397"/>
                    </a:cubicBezTo>
                    <a:cubicBezTo>
                      <a:pt x="376" y="397"/>
                      <a:pt x="378" y="399"/>
                      <a:pt x="380" y="402"/>
                    </a:cubicBezTo>
                    <a:cubicBezTo>
                      <a:pt x="381" y="402"/>
                      <a:pt x="382" y="401"/>
                      <a:pt x="379" y="393"/>
                    </a:cubicBezTo>
                    <a:lnTo>
                      <a:pt x="376" y="386"/>
                    </a:lnTo>
                    <a:lnTo>
                      <a:pt x="376" y="386"/>
                    </a:lnTo>
                    <a:cubicBezTo>
                      <a:pt x="379" y="393"/>
                      <a:pt x="381" y="397"/>
                      <a:pt x="382" y="397"/>
                    </a:cubicBezTo>
                    <a:cubicBezTo>
                      <a:pt x="382" y="397"/>
                      <a:pt x="381" y="393"/>
                      <a:pt x="378" y="384"/>
                    </a:cubicBezTo>
                    <a:cubicBezTo>
                      <a:pt x="376" y="380"/>
                      <a:pt x="376" y="379"/>
                      <a:pt x="376" y="379"/>
                    </a:cubicBezTo>
                    <a:lnTo>
                      <a:pt x="376" y="379"/>
                    </a:lnTo>
                    <a:cubicBezTo>
                      <a:pt x="376" y="379"/>
                      <a:pt x="377" y="380"/>
                      <a:pt x="379" y="384"/>
                    </a:cubicBezTo>
                    <a:cubicBezTo>
                      <a:pt x="383" y="392"/>
                      <a:pt x="385" y="392"/>
                      <a:pt x="385" y="392"/>
                    </a:cubicBezTo>
                    <a:cubicBezTo>
                      <a:pt x="386" y="392"/>
                      <a:pt x="387" y="382"/>
                      <a:pt x="391" y="379"/>
                    </a:cubicBezTo>
                    <a:cubicBezTo>
                      <a:pt x="399" y="375"/>
                      <a:pt x="402" y="374"/>
                      <a:pt x="397" y="366"/>
                    </a:cubicBezTo>
                    <a:cubicBezTo>
                      <a:pt x="395" y="362"/>
                      <a:pt x="394" y="360"/>
                      <a:pt x="395" y="360"/>
                    </a:cubicBezTo>
                    <a:lnTo>
                      <a:pt x="395" y="360"/>
                    </a:lnTo>
                    <a:cubicBezTo>
                      <a:pt x="395" y="360"/>
                      <a:pt x="396" y="362"/>
                      <a:pt x="399" y="365"/>
                    </a:cubicBezTo>
                    <a:cubicBezTo>
                      <a:pt x="403" y="370"/>
                      <a:pt x="405" y="371"/>
                      <a:pt x="406" y="371"/>
                    </a:cubicBezTo>
                    <a:cubicBezTo>
                      <a:pt x="406" y="371"/>
                      <a:pt x="407" y="371"/>
                      <a:pt x="407" y="371"/>
                    </a:cubicBezTo>
                    <a:cubicBezTo>
                      <a:pt x="407" y="371"/>
                      <a:pt x="407" y="371"/>
                      <a:pt x="408" y="371"/>
                    </a:cubicBezTo>
                    <a:cubicBezTo>
                      <a:pt x="409" y="371"/>
                      <a:pt x="410" y="372"/>
                      <a:pt x="415" y="378"/>
                    </a:cubicBezTo>
                    <a:cubicBezTo>
                      <a:pt x="410" y="370"/>
                      <a:pt x="410" y="370"/>
                      <a:pt x="410" y="369"/>
                    </a:cubicBezTo>
                    <a:lnTo>
                      <a:pt x="410" y="369"/>
                    </a:lnTo>
                    <a:cubicBezTo>
                      <a:pt x="413" y="372"/>
                      <a:pt x="415" y="374"/>
                      <a:pt x="415" y="374"/>
                    </a:cubicBezTo>
                    <a:cubicBezTo>
                      <a:pt x="416" y="374"/>
                      <a:pt x="415" y="372"/>
                      <a:pt x="413" y="368"/>
                    </a:cubicBezTo>
                    <a:cubicBezTo>
                      <a:pt x="407" y="360"/>
                      <a:pt x="405" y="357"/>
                      <a:pt x="405" y="357"/>
                    </a:cubicBezTo>
                    <a:lnTo>
                      <a:pt x="405" y="357"/>
                    </a:lnTo>
                    <a:cubicBezTo>
                      <a:pt x="405" y="357"/>
                      <a:pt x="408" y="360"/>
                      <a:pt x="414" y="368"/>
                    </a:cubicBezTo>
                    <a:cubicBezTo>
                      <a:pt x="417" y="372"/>
                      <a:pt x="422" y="375"/>
                      <a:pt x="423" y="375"/>
                    </a:cubicBezTo>
                    <a:cubicBezTo>
                      <a:pt x="423" y="375"/>
                      <a:pt x="423" y="374"/>
                      <a:pt x="420" y="372"/>
                    </a:cubicBezTo>
                    <a:cubicBezTo>
                      <a:pt x="415" y="365"/>
                      <a:pt x="417" y="364"/>
                      <a:pt x="411" y="356"/>
                    </a:cubicBezTo>
                    <a:cubicBezTo>
                      <a:pt x="412" y="356"/>
                      <a:pt x="412" y="356"/>
                      <a:pt x="412" y="356"/>
                    </a:cubicBezTo>
                    <a:cubicBezTo>
                      <a:pt x="413" y="356"/>
                      <a:pt x="415" y="357"/>
                      <a:pt x="419" y="362"/>
                    </a:cubicBezTo>
                    <a:cubicBezTo>
                      <a:pt x="421" y="363"/>
                      <a:pt x="422" y="364"/>
                      <a:pt x="422" y="364"/>
                    </a:cubicBezTo>
                    <a:cubicBezTo>
                      <a:pt x="425" y="364"/>
                      <a:pt x="423" y="356"/>
                      <a:pt x="418" y="351"/>
                    </a:cubicBezTo>
                    <a:cubicBezTo>
                      <a:pt x="415" y="348"/>
                      <a:pt x="414" y="346"/>
                      <a:pt x="414" y="346"/>
                    </a:cubicBezTo>
                    <a:lnTo>
                      <a:pt x="414" y="346"/>
                    </a:lnTo>
                    <a:cubicBezTo>
                      <a:pt x="414" y="346"/>
                      <a:pt x="416" y="348"/>
                      <a:pt x="419" y="351"/>
                    </a:cubicBezTo>
                    <a:cubicBezTo>
                      <a:pt x="424" y="355"/>
                      <a:pt x="425" y="356"/>
                      <a:pt x="426" y="356"/>
                    </a:cubicBezTo>
                    <a:cubicBezTo>
                      <a:pt x="427" y="356"/>
                      <a:pt x="427" y="356"/>
                      <a:pt x="427" y="355"/>
                    </a:cubicBezTo>
                    <a:cubicBezTo>
                      <a:pt x="425" y="353"/>
                      <a:pt x="425" y="352"/>
                      <a:pt x="425" y="352"/>
                    </a:cubicBezTo>
                    <a:lnTo>
                      <a:pt x="425" y="352"/>
                    </a:lnTo>
                    <a:cubicBezTo>
                      <a:pt x="426" y="352"/>
                      <a:pt x="430" y="356"/>
                      <a:pt x="435" y="361"/>
                    </a:cubicBezTo>
                    <a:cubicBezTo>
                      <a:pt x="438" y="365"/>
                      <a:pt x="440" y="366"/>
                      <a:pt x="441" y="366"/>
                    </a:cubicBezTo>
                    <a:cubicBezTo>
                      <a:pt x="442" y="366"/>
                      <a:pt x="442" y="366"/>
                      <a:pt x="443" y="365"/>
                    </a:cubicBezTo>
                    <a:cubicBezTo>
                      <a:pt x="437" y="359"/>
                      <a:pt x="441" y="355"/>
                      <a:pt x="443" y="352"/>
                    </a:cubicBezTo>
                    <a:cubicBezTo>
                      <a:pt x="446" y="347"/>
                      <a:pt x="439" y="341"/>
                      <a:pt x="426" y="329"/>
                    </a:cubicBezTo>
                    <a:lnTo>
                      <a:pt x="413" y="318"/>
                    </a:lnTo>
                    <a:lnTo>
                      <a:pt x="427" y="328"/>
                    </a:lnTo>
                    <a:lnTo>
                      <a:pt x="450" y="343"/>
                    </a:lnTo>
                    <a:cubicBezTo>
                      <a:pt x="451" y="342"/>
                      <a:pt x="443" y="337"/>
                      <a:pt x="436" y="332"/>
                    </a:cubicBezTo>
                    <a:cubicBezTo>
                      <a:pt x="431" y="329"/>
                      <a:pt x="430" y="328"/>
                      <a:pt x="431" y="328"/>
                    </a:cubicBezTo>
                    <a:lnTo>
                      <a:pt x="431" y="328"/>
                    </a:lnTo>
                    <a:cubicBezTo>
                      <a:pt x="432" y="328"/>
                      <a:pt x="434" y="328"/>
                      <a:pt x="437" y="329"/>
                    </a:cubicBezTo>
                    <a:cubicBezTo>
                      <a:pt x="441" y="331"/>
                      <a:pt x="443" y="331"/>
                      <a:pt x="444" y="331"/>
                    </a:cubicBezTo>
                    <a:cubicBezTo>
                      <a:pt x="446" y="331"/>
                      <a:pt x="445" y="330"/>
                      <a:pt x="441" y="326"/>
                    </a:cubicBezTo>
                    <a:cubicBezTo>
                      <a:pt x="441" y="326"/>
                      <a:pt x="441" y="326"/>
                      <a:pt x="441" y="326"/>
                    </a:cubicBezTo>
                    <a:cubicBezTo>
                      <a:pt x="442" y="326"/>
                      <a:pt x="444" y="326"/>
                      <a:pt x="450" y="328"/>
                    </a:cubicBezTo>
                    <a:cubicBezTo>
                      <a:pt x="450" y="327"/>
                      <a:pt x="450" y="327"/>
                      <a:pt x="442" y="323"/>
                    </a:cubicBezTo>
                    <a:cubicBezTo>
                      <a:pt x="438" y="320"/>
                      <a:pt x="436" y="319"/>
                      <a:pt x="437" y="319"/>
                    </a:cubicBezTo>
                    <a:lnTo>
                      <a:pt x="437" y="319"/>
                    </a:lnTo>
                    <a:cubicBezTo>
                      <a:pt x="438" y="319"/>
                      <a:pt x="440" y="319"/>
                      <a:pt x="443" y="321"/>
                    </a:cubicBezTo>
                    <a:cubicBezTo>
                      <a:pt x="450" y="324"/>
                      <a:pt x="454" y="325"/>
                      <a:pt x="456" y="325"/>
                    </a:cubicBezTo>
                    <a:cubicBezTo>
                      <a:pt x="458" y="325"/>
                      <a:pt x="457" y="323"/>
                      <a:pt x="453" y="322"/>
                    </a:cubicBezTo>
                    <a:cubicBezTo>
                      <a:pt x="445" y="317"/>
                      <a:pt x="445" y="316"/>
                      <a:pt x="446" y="316"/>
                    </a:cubicBezTo>
                    <a:cubicBezTo>
                      <a:pt x="446" y="315"/>
                      <a:pt x="447" y="314"/>
                      <a:pt x="439" y="309"/>
                    </a:cubicBezTo>
                    <a:lnTo>
                      <a:pt x="441" y="307"/>
                    </a:lnTo>
                    <a:cubicBezTo>
                      <a:pt x="441" y="307"/>
                      <a:pt x="448" y="310"/>
                      <a:pt x="448" y="312"/>
                    </a:cubicBezTo>
                    <a:lnTo>
                      <a:pt x="456" y="315"/>
                    </a:lnTo>
                    <a:cubicBezTo>
                      <a:pt x="457" y="313"/>
                      <a:pt x="458" y="312"/>
                      <a:pt x="451" y="307"/>
                    </a:cubicBezTo>
                    <a:cubicBezTo>
                      <a:pt x="443" y="303"/>
                      <a:pt x="439" y="302"/>
                      <a:pt x="439" y="301"/>
                    </a:cubicBezTo>
                    <a:lnTo>
                      <a:pt x="439" y="301"/>
                    </a:lnTo>
                    <a:cubicBezTo>
                      <a:pt x="439" y="302"/>
                      <a:pt x="443" y="303"/>
                      <a:pt x="451" y="306"/>
                    </a:cubicBezTo>
                    <a:cubicBezTo>
                      <a:pt x="456" y="308"/>
                      <a:pt x="461" y="310"/>
                      <a:pt x="462" y="310"/>
                    </a:cubicBezTo>
                    <a:cubicBezTo>
                      <a:pt x="463" y="310"/>
                      <a:pt x="462" y="309"/>
                      <a:pt x="460" y="308"/>
                    </a:cubicBezTo>
                    <a:cubicBezTo>
                      <a:pt x="452" y="304"/>
                      <a:pt x="450" y="303"/>
                      <a:pt x="451" y="303"/>
                    </a:cubicBezTo>
                    <a:lnTo>
                      <a:pt x="451" y="303"/>
                    </a:lnTo>
                    <a:cubicBezTo>
                      <a:pt x="453" y="303"/>
                      <a:pt x="457" y="304"/>
                      <a:pt x="461" y="306"/>
                    </a:cubicBezTo>
                    <a:cubicBezTo>
                      <a:pt x="468" y="309"/>
                      <a:pt x="472" y="311"/>
                      <a:pt x="473" y="311"/>
                    </a:cubicBezTo>
                    <a:cubicBezTo>
                      <a:pt x="474" y="311"/>
                      <a:pt x="470" y="308"/>
                      <a:pt x="462" y="303"/>
                    </a:cubicBezTo>
                    <a:cubicBezTo>
                      <a:pt x="463" y="300"/>
                      <a:pt x="455" y="294"/>
                      <a:pt x="456" y="290"/>
                    </a:cubicBezTo>
                    <a:cubicBezTo>
                      <a:pt x="457" y="287"/>
                      <a:pt x="458" y="285"/>
                      <a:pt x="463" y="285"/>
                    </a:cubicBezTo>
                    <a:cubicBezTo>
                      <a:pt x="465" y="285"/>
                      <a:pt x="466" y="286"/>
                      <a:pt x="467" y="286"/>
                    </a:cubicBezTo>
                    <a:cubicBezTo>
                      <a:pt x="476" y="287"/>
                      <a:pt x="480" y="288"/>
                      <a:pt x="482" y="288"/>
                    </a:cubicBezTo>
                    <a:cubicBezTo>
                      <a:pt x="483" y="288"/>
                      <a:pt x="481" y="287"/>
                      <a:pt x="476" y="287"/>
                    </a:cubicBezTo>
                    <a:cubicBezTo>
                      <a:pt x="458" y="284"/>
                      <a:pt x="460" y="282"/>
                      <a:pt x="460" y="279"/>
                    </a:cubicBezTo>
                    <a:cubicBezTo>
                      <a:pt x="470" y="278"/>
                      <a:pt x="461" y="275"/>
                      <a:pt x="453" y="272"/>
                    </a:cubicBezTo>
                    <a:lnTo>
                      <a:pt x="453" y="275"/>
                    </a:lnTo>
                    <a:cubicBezTo>
                      <a:pt x="435" y="271"/>
                      <a:pt x="435" y="271"/>
                      <a:pt x="444" y="270"/>
                    </a:cubicBezTo>
                    <a:cubicBezTo>
                      <a:pt x="450" y="270"/>
                      <a:pt x="456" y="270"/>
                      <a:pt x="462" y="271"/>
                    </a:cubicBezTo>
                    <a:cubicBezTo>
                      <a:pt x="465" y="272"/>
                      <a:pt x="467" y="272"/>
                      <a:pt x="470" y="272"/>
                    </a:cubicBezTo>
                    <a:cubicBezTo>
                      <a:pt x="473" y="272"/>
                      <a:pt x="476" y="272"/>
                      <a:pt x="480" y="271"/>
                    </a:cubicBezTo>
                    <a:cubicBezTo>
                      <a:pt x="480" y="270"/>
                      <a:pt x="480" y="269"/>
                      <a:pt x="471" y="269"/>
                    </a:cubicBezTo>
                    <a:cubicBezTo>
                      <a:pt x="462" y="268"/>
                      <a:pt x="462" y="268"/>
                      <a:pt x="462" y="267"/>
                    </a:cubicBezTo>
                    <a:cubicBezTo>
                      <a:pt x="462" y="266"/>
                      <a:pt x="463" y="264"/>
                      <a:pt x="454" y="263"/>
                    </a:cubicBezTo>
                    <a:cubicBezTo>
                      <a:pt x="445" y="263"/>
                      <a:pt x="445" y="262"/>
                      <a:pt x="445" y="261"/>
                    </a:cubicBezTo>
                    <a:cubicBezTo>
                      <a:pt x="454" y="260"/>
                      <a:pt x="455" y="259"/>
                      <a:pt x="455" y="259"/>
                    </a:cubicBezTo>
                    <a:lnTo>
                      <a:pt x="463" y="259"/>
                    </a:lnTo>
                    <a:cubicBezTo>
                      <a:pt x="470" y="259"/>
                      <a:pt x="475" y="259"/>
                      <a:pt x="481" y="258"/>
                    </a:cubicBezTo>
                    <a:cubicBezTo>
                      <a:pt x="481" y="257"/>
                      <a:pt x="473" y="257"/>
                      <a:pt x="473" y="257"/>
                    </a:cubicBezTo>
                    <a:cubicBezTo>
                      <a:pt x="465" y="257"/>
                      <a:pt x="464" y="231"/>
                      <a:pt x="464" y="228"/>
                    </a:cubicBezTo>
                    <a:cubicBezTo>
                      <a:pt x="471" y="224"/>
                      <a:pt x="472" y="222"/>
                      <a:pt x="470" y="222"/>
                    </a:cubicBezTo>
                    <a:lnTo>
                      <a:pt x="470" y="222"/>
                    </a:lnTo>
                    <a:cubicBezTo>
                      <a:pt x="468" y="222"/>
                      <a:pt x="467" y="222"/>
                      <a:pt x="464" y="223"/>
                    </a:cubicBezTo>
                    <a:cubicBezTo>
                      <a:pt x="463" y="223"/>
                      <a:pt x="461" y="224"/>
                      <a:pt x="460" y="224"/>
                    </a:cubicBezTo>
                    <a:cubicBezTo>
                      <a:pt x="455" y="224"/>
                      <a:pt x="454" y="219"/>
                      <a:pt x="453" y="214"/>
                    </a:cubicBezTo>
                    <a:cubicBezTo>
                      <a:pt x="452" y="209"/>
                      <a:pt x="451" y="204"/>
                      <a:pt x="447" y="204"/>
                    </a:cubicBezTo>
                    <a:cubicBezTo>
                      <a:pt x="446" y="204"/>
                      <a:pt x="444" y="204"/>
                      <a:pt x="443" y="205"/>
                    </a:cubicBezTo>
                    <a:cubicBezTo>
                      <a:pt x="443" y="205"/>
                      <a:pt x="443" y="204"/>
                      <a:pt x="443" y="203"/>
                    </a:cubicBezTo>
                    <a:cubicBezTo>
                      <a:pt x="442" y="202"/>
                      <a:pt x="441" y="202"/>
                      <a:pt x="439" y="202"/>
                    </a:cubicBezTo>
                    <a:cubicBezTo>
                      <a:pt x="437" y="202"/>
                      <a:pt x="435" y="202"/>
                      <a:pt x="434" y="202"/>
                    </a:cubicBezTo>
                    <a:cubicBezTo>
                      <a:pt x="433" y="202"/>
                      <a:pt x="433" y="202"/>
                      <a:pt x="433" y="202"/>
                    </a:cubicBezTo>
                    <a:cubicBezTo>
                      <a:pt x="429" y="203"/>
                      <a:pt x="427" y="204"/>
                      <a:pt x="426" y="204"/>
                    </a:cubicBezTo>
                    <a:cubicBezTo>
                      <a:pt x="425" y="204"/>
                      <a:pt x="427" y="203"/>
                      <a:pt x="433" y="201"/>
                    </a:cubicBezTo>
                    <a:cubicBezTo>
                      <a:pt x="438" y="198"/>
                      <a:pt x="443" y="196"/>
                      <a:pt x="448" y="192"/>
                    </a:cubicBezTo>
                    <a:cubicBezTo>
                      <a:pt x="448" y="191"/>
                      <a:pt x="448" y="191"/>
                      <a:pt x="448" y="191"/>
                    </a:cubicBezTo>
                    <a:cubicBezTo>
                      <a:pt x="445" y="191"/>
                      <a:pt x="438" y="194"/>
                      <a:pt x="432" y="198"/>
                    </a:cubicBezTo>
                    <a:cubicBezTo>
                      <a:pt x="426" y="201"/>
                      <a:pt x="424" y="202"/>
                      <a:pt x="423" y="202"/>
                    </a:cubicBezTo>
                    <a:cubicBezTo>
                      <a:pt x="423" y="202"/>
                      <a:pt x="423" y="202"/>
                      <a:pt x="423" y="202"/>
                    </a:cubicBezTo>
                    <a:cubicBezTo>
                      <a:pt x="423" y="202"/>
                      <a:pt x="423" y="202"/>
                      <a:pt x="430" y="197"/>
                    </a:cubicBezTo>
                    <a:lnTo>
                      <a:pt x="446" y="188"/>
                    </a:lnTo>
                    <a:lnTo>
                      <a:pt x="446" y="187"/>
                    </a:lnTo>
                    <a:cubicBezTo>
                      <a:pt x="441" y="190"/>
                      <a:pt x="439" y="191"/>
                      <a:pt x="439" y="191"/>
                    </a:cubicBezTo>
                    <a:cubicBezTo>
                      <a:pt x="438" y="191"/>
                      <a:pt x="438" y="191"/>
                      <a:pt x="438" y="191"/>
                    </a:cubicBezTo>
                    <a:cubicBezTo>
                      <a:pt x="437" y="189"/>
                      <a:pt x="437" y="189"/>
                      <a:pt x="453" y="180"/>
                    </a:cubicBezTo>
                    <a:cubicBezTo>
                      <a:pt x="461" y="176"/>
                      <a:pt x="465" y="173"/>
                      <a:pt x="465" y="173"/>
                    </a:cubicBezTo>
                    <a:lnTo>
                      <a:pt x="465" y="173"/>
                    </a:lnTo>
                    <a:cubicBezTo>
                      <a:pt x="464" y="173"/>
                      <a:pt x="460" y="175"/>
                      <a:pt x="453" y="178"/>
                    </a:cubicBezTo>
                    <a:lnTo>
                      <a:pt x="444" y="182"/>
                    </a:lnTo>
                    <a:cubicBezTo>
                      <a:pt x="450" y="177"/>
                      <a:pt x="451" y="176"/>
                      <a:pt x="450" y="176"/>
                    </a:cubicBezTo>
                    <a:lnTo>
                      <a:pt x="450" y="176"/>
                    </a:lnTo>
                    <a:cubicBezTo>
                      <a:pt x="448" y="176"/>
                      <a:pt x="440" y="180"/>
                      <a:pt x="435" y="183"/>
                    </a:cubicBezTo>
                    <a:cubicBezTo>
                      <a:pt x="443" y="176"/>
                      <a:pt x="447" y="173"/>
                      <a:pt x="446" y="173"/>
                    </a:cubicBezTo>
                    <a:lnTo>
                      <a:pt x="446" y="173"/>
                    </a:lnTo>
                    <a:cubicBezTo>
                      <a:pt x="445" y="173"/>
                      <a:pt x="441" y="175"/>
                      <a:pt x="434" y="179"/>
                    </a:cubicBezTo>
                    <a:cubicBezTo>
                      <a:pt x="430" y="182"/>
                      <a:pt x="428" y="183"/>
                      <a:pt x="428" y="183"/>
                    </a:cubicBezTo>
                    <a:cubicBezTo>
                      <a:pt x="427" y="183"/>
                      <a:pt x="429" y="181"/>
                      <a:pt x="433" y="178"/>
                    </a:cubicBezTo>
                    <a:cubicBezTo>
                      <a:pt x="439" y="171"/>
                      <a:pt x="439" y="170"/>
                      <a:pt x="438" y="169"/>
                    </a:cubicBezTo>
                    <a:lnTo>
                      <a:pt x="438" y="169"/>
                    </a:lnTo>
                    <a:cubicBezTo>
                      <a:pt x="436" y="170"/>
                      <a:pt x="435" y="171"/>
                      <a:pt x="433" y="171"/>
                    </a:cubicBezTo>
                    <a:cubicBezTo>
                      <a:pt x="429" y="171"/>
                      <a:pt x="426" y="166"/>
                      <a:pt x="423" y="161"/>
                    </a:cubicBezTo>
                    <a:cubicBezTo>
                      <a:pt x="420" y="156"/>
                      <a:pt x="417" y="153"/>
                      <a:pt x="413" y="153"/>
                    </a:cubicBezTo>
                    <a:cubicBezTo>
                      <a:pt x="411" y="153"/>
                      <a:pt x="409" y="154"/>
                      <a:pt x="407" y="157"/>
                    </a:cubicBezTo>
                    <a:cubicBezTo>
                      <a:pt x="407" y="156"/>
                      <a:pt x="407" y="156"/>
                      <a:pt x="411" y="148"/>
                    </a:cubicBezTo>
                    <a:cubicBezTo>
                      <a:pt x="414" y="145"/>
                      <a:pt x="416" y="143"/>
                      <a:pt x="415" y="143"/>
                    </a:cubicBezTo>
                    <a:lnTo>
                      <a:pt x="415" y="143"/>
                    </a:lnTo>
                    <a:cubicBezTo>
                      <a:pt x="415" y="143"/>
                      <a:pt x="412" y="146"/>
                      <a:pt x="405" y="154"/>
                    </a:cubicBezTo>
                    <a:cubicBezTo>
                      <a:pt x="401" y="157"/>
                      <a:pt x="397" y="162"/>
                      <a:pt x="397" y="162"/>
                    </a:cubicBezTo>
                    <a:cubicBezTo>
                      <a:pt x="397" y="162"/>
                      <a:pt x="399" y="160"/>
                      <a:pt x="404" y="154"/>
                    </a:cubicBezTo>
                    <a:cubicBezTo>
                      <a:pt x="410" y="146"/>
                      <a:pt x="408" y="145"/>
                      <a:pt x="406" y="141"/>
                    </a:cubicBezTo>
                    <a:cubicBezTo>
                      <a:pt x="405" y="140"/>
                      <a:pt x="403" y="139"/>
                      <a:pt x="402" y="139"/>
                    </a:cubicBezTo>
                    <a:cubicBezTo>
                      <a:pt x="400" y="139"/>
                      <a:pt x="398" y="140"/>
                      <a:pt x="395" y="145"/>
                    </a:cubicBezTo>
                    <a:cubicBezTo>
                      <a:pt x="402" y="134"/>
                      <a:pt x="405" y="125"/>
                      <a:pt x="402" y="125"/>
                    </a:cubicBezTo>
                    <a:lnTo>
                      <a:pt x="402" y="125"/>
                    </a:lnTo>
                    <a:cubicBezTo>
                      <a:pt x="400" y="125"/>
                      <a:pt x="398" y="127"/>
                      <a:pt x="393" y="132"/>
                    </a:cubicBezTo>
                    <a:cubicBezTo>
                      <a:pt x="392" y="132"/>
                      <a:pt x="392" y="131"/>
                      <a:pt x="397" y="123"/>
                    </a:cubicBezTo>
                    <a:cubicBezTo>
                      <a:pt x="397" y="123"/>
                      <a:pt x="396" y="123"/>
                      <a:pt x="396" y="123"/>
                    </a:cubicBezTo>
                    <a:cubicBezTo>
                      <a:pt x="395" y="123"/>
                      <a:pt x="393" y="124"/>
                      <a:pt x="388" y="129"/>
                    </a:cubicBezTo>
                    <a:lnTo>
                      <a:pt x="382" y="124"/>
                    </a:lnTo>
                    <a:cubicBezTo>
                      <a:pt x="382" y="124"/>
                      <a:pt x="382" y="124"/>
                      <a:pt x="382" y="124"/>
                    </a:cubicBezTo>
                    <a:cubicBezTo>
                      <a:pt x="379" y="124"/>
                      <a:pt x="374" y="132"/>
                      <a:pt x="374" y="132"/>
                    </a:cubicBezTo>
                    <a:lnTo>
                      <a:pt x="373" y="131"/>
                    </a:lnTo>
                    <a:cubicBezTo>
                      <a:pt x="377" y="122"/>
                      <a:pt x="372" y="121"/>
                      <a:pt x="365" y="118"/>
                    </a:cubicBezTo>
                    <a:cubicBezTo>
                      <a:pt x="359" y="115"/>
                      <a:pt x="353" y="113"/>
                      <a:pt x="354" y="104"/>
                    </a:cubicBezTo>
                    <a:lnTo>
                      <a:pt x="354" y="104"/>
                    </a:lnTo>
                    <a:cubicBezTo>
                      <a:pt x="354" y="104"/>
                      <a:pt x="353" y="104"/>
                      <a:pt x="350" y="113"/>
                    </a:cubicBezTo>
                    <a:cubicBezTo>
                      <a:pt x="347" y="124"/>
                      <a:pt x="346" y="128"/>
                      <a:pt x="346" y="128"/>
                    </a:cubicBezTo>
                    <a:cubicBezTo>
                      <a:pt x="345" y="128"/>
                      <a:pt x="345" y="126"/>
                      <a:pt x="345" y="122"/>
                    </a:cubicBezTo>
                    <a:cubicBezTo>
                      <a:pt x="346" y="112"/>
                      <a:pt x="346" y="107"/>
                      <a:pt x="344" y="107"/>
                    </a:cubicBezTo>
                    <a:cubicBezTo>
                      <a:pt x="343" y="107"/>
                      <a:pt x="342" y="110"/>
                      <a:pt x="341" y="116"/>
                    </a:cubicBezTo>
                    <a:lnTo>
                      <a:pt x="341" y="116"/>
                    </a:lnTo>
                    <a:cubicBezTo>
                      <a:pt x="341" y="115"/>
                      <a:pt x="341" y="114"/>
                      <a:pt x="341" y="111"/>
                    </a:cubicBezTo>
                    <a:cubicBezTo>
                      <a:pt x="341" y="104"/>
                      <a:pt x="341" y="101"/>
                      <a:pt x="340" y="101"/>
                    </a:cubicBezTo>
                    <a:cubicBezTo>
                      <a:pt x="339" y="101"/>
                      <a:pt x="337" y="109"/>
                      <a:pt x="335" y="120"/>
                    </a:cubicBezTo>
                    <a:cubicBezTo>
                      <a:pt x="335" y="113"/>
                      <a:pt x="335" y="106"/>
                      <a:pt x="334" y="106"/>
                    </a:cubicBezTo>
                    <a:cubicBezTo>
                      <a:pt x="334" y="106"/>
                      <a:pt x="333" y="107"/>
                      <a:pt x="333" y="110"/>
                    </a:cubicBezTo>
                    <a:cubicBezTo>
                      <a:pt x="332" y="110"/>
                      <a:pt x="332" y="110"/>
                      <a:pt x="333" y="91"/>
                    </a:cubicBezTo>
                    <a:cubicBezTo>
                      <a:pt x="334" y="85"/>
                      <a:pt x="334" y="78"/>
                      <a:pt x="333" y="7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5" name="Google Shape;9065;p33"/>
              <p:cNvSpPr/>
              <p:nvPr/>
            </p:nvSpPr>
            <p:spPr>
              <a:xfrm>
                <a:off x="5647344" y="1742869"/>
                <a:ext cx="61392" cy="57007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37" extrusionOk="0">
                    <a:moveTo>
                      <a:pt x="629" y="1"/>
                    </a:moveTo>
                    <a:cubicBezTo>
                      <a:pt x="626" y="1"/>
                      <a:pt x="621" y="8"/>
                      <a:pt x="616" y="15"/>
                    </a:cubicBezTo>
                    <a:lnTo>
                      <a:pt x="618" y="17"/>
                    </a:lnTo>
                    <a:cubicBezTo>
                      <a:pt x="623" y="12"/>
                      <a:pt x="627" y="8"/>
                      <a:pt x="632" y="3"/>
                    </a:cubicBezTo>
                    <a:lnTo>
                      <a:pt x="630" y="1"/>
                    </a:lnTo>
                    <a:cubicBezTo>
                      <a:pt x="629" y="1"/>
                      <a:pt x="629" y="1"/>
                      <a:pt x="629" y="1"/>
                    </a:cubicBezTo>
                    <a:close/>
                    <a:moveTo>
                      <a:pt x="413" y="10"/>
                    </a:moveTo>
                    <a:cubicBezTo>
                      <a:pt x="411" y="10"/>
                      <a:pt x="409" y="19"/>
                      <a:pt x="409" y="19"/>
                    </a:cubicBezTo>
                    <a:cubicBezTo>
                      <a:pt x="409" y="29"/>
                      <a:pt x="411" y="29"/>
                      <a:pt x="413" y="29"/>
                    </a:cubicBezTo>
                    <a:cubicBezTo>
                      <a:pt x="414" y="32"/>
                      <a:pt x="415" y="33"/>
                      <a:pt x="416" y="33"/>
                    </a:cubicBezTo>
                    <a:cubicBezTo>
                      <a:pt x="418" y="33"/>
                      <a:pt x="419" y="27"/>
                      <a:pt x="420" y="20"/>
                    </a:cubicBezTo>
                    <a:cubicBezTo>
                      <a:pt x="420" y="11"/>
                      <a:pt x="418" y="10"/>
                      <a:pt x="413" y="10"/>
                    </a:cubicBezTo>
                    <a:close/>
                    <a:moveTo>
                      <a:pt x="427" y="30"/>
                    </a:moveTo>
                    <a:lnTo>
                      <a:pt x="431" y="31"/>
                    </a:lnTo>
                    <a:cubicBezTo>
                      <a:pt x="430" y="40"/>
                      <a:pt x="425" y="49"/>
                      <a:pt x="423" y="49"/>
                    </a:cubicBezTo>
                    <a:cubicBezTo>
                      <a:pt x="421" y="49"/>
                      <a:pt x="422" y="39"/>
                      <a:pt x="427" y="30"/>
                    </a:cubicBezTo>
                    <a:close/>
                    <a:moveTo>
                      <a:pt x="2" y="69"/>
                    </a:moveTo>
                    <a:cubicBezTo>
                      <a:pt x="0" y="69"/>
                      <a:pt x="2" y="72"/>
                      <a:pt x="12" y="81"/>
                    </a:cubicBezTo>
                    <a:cubicBezTo>
                      <a:pt x="17" y="84"/>
                      <a:pt x="19" y="85"/>
                      <a:pt x="20" y="85"/>
                    </a:cubicBezTo>
                    <a:cubicBezTo>
                      <a:pt x="21" y="85"/>
                      <a:pt x="21" y="85"/>
                      <a:pt x="22" y="83"/>
                    </a:cubicBezTo>
                    <a:cubicBezTo>
                      <a:pt x="18" y="79"/>
                      <a:pt x="13" y="74"/>
                      <a:pt x="8" y="71"/>
                    </a:cubicBezTo>
                    <a:cubicBezTo>
                      <a:pt x="5" y="69"/>
                      <a:pt x="3" y="69"/>
                      <a:pt x="2" y="69"/>
                    </a:cubicBezTo>
                    <a:close/>
                    <a:moveTo>
                      <a:pt x="324" y="46"/>
                    </a:moveTo>
                    <a:cubicBezTo>
                      <a:pt x="324" y="46"/>
                      <a:pt x="325" y="56"/>
                      <a:pt x="325" y="65"/>
                    </a:cubicBezTo>
                    <a:cubicBezTo>
                      <a:pt x="327" y="81"/>
                      <a:pt x="328" y="88"/>
                      <a:pt x="328" y="88"/>
                    </a:cubicBezTo>
                    <a:cubicBezTo>
                      <a:pt x="328" y="88"/>
                      <a:pt x="326" y="84"/>
                      <a:pt x="324" y="75"/>
                    </a:cubicBezTo>
                    <a:cubicBezTo>
                      <a:pt x="320" y="66"/>
                      <a:pt x="319" y="57"/>
                      <a:pt x="320" y="47"/>
                    </a:cubicBezTo>
                    <a:lnTo>
                      <a:pt x="324" y="46"/>
                    </a:lnTo>
                    <a:close/>
                    <a:moveTo>
                      <a:pt x="218" y="80"/>
                    </a:moveTo>
                    <a:lnTo>
                      <a:pt x="218" y="80"/>
                    </a:lnTo>
                    <a:cubicBezTo>
                      <a:pt x="218" y="80"/>
                      <a:pt x="219" y="81"/>
                      <a:pt x="221" y="83"/>
                    </a:cubicBezTo>
                    <a:cubicBezTo>
                      <a:pt x="221" y="83"/>
                      <a:pt x="221" y="83"/>
                      <a:pt x="221" y="83"/>
                    </a:cubicBezTo>
                    <a:cubicBezTo>
                      <a:pt x="223" y="83"/>
                      <a:pt x="225" y="91"/>
                      <a:pt x="223" y="93"/>
                    </a:cubicBezTo>
                    <a:lnTo>
                      <a:pt x="217" y="85"/>
                    </a:lnTo>
                    <a:cubicBezTo>
                      <a:pt x="219" y="84"/>
                      <a:pt x="217" y="80"/>
                      <a:pt x="218" y="80"/>
                    </a:cubicBezTo>
                    <a:close/>
                    <a:moveTo>
                      <a:pt x="267" y="76"/>
                    </a:moveTo>
                    <a:cubicBezTo>
                      <a:pt x="269" y="82"/>
                      <a:pt x="271" y="89"/>
                      <a:pt x="273" y="94"/>
                    </a:cubicBezTo>
                    <a:lnTo>
                      <a:pt x="272" y="95"/>
                    </a:lnTo>
                    <a:cubicBezTo>
                      <a:pt x="268" y="86"/>
                      <a:pt x="262" y="79"/>
                      <a:pt x="264" y="77"/>
                    </a:cubicBezTo>
                    <a:lnTo>
                      <a:pt x="267" y="76"/>
                    </a:lnTo>
                    <a:close/>
                    <a:moveTo>
                      <a:pt x="337" y="82"/>
                    </a:moveTo>
                    <a:lnTo>
                      <a:pt x="342" y="91"/>
                    </a:lnTo>
                    <a:cubicBezTo>
                      <a:pt x="344" y="100"/>
                      <a:pt x="342" y="101"/>
                      <a:pt x="341" y="101"/>
                    </a:cubicBezTo>
                    <a:lnTo>
                      <a:pt x="338" y="92"/>
                    </a:lnTo>
                    <a:lnTo>
                      <a:pt x="337" y="82"/>
                    </a:lnTo>
                    <a:close/>
                    <a:moveTo>
                      <a:pt x="531" y="81"/>
                    </a:moveTo>
                    <a:cubicBezTo>
                      <a:pt x="532" y="82"/>
                      <a:pt x="530" y="92"/>
                      <a:pt x="524" y="100"/>
                    </a:cubicBezTo>
                    <a:cubicBezTo>
                      <a:pt x="519" y="112"/>
                      <a:pt x="516" y="115"/>
                      <a:pt x="515" y="115"/>
                    </a:cubicBezTo>
                    <a:cubicBezTo>
                      <a:pt x="514" y="115"/>
                      <a:pt x="514" y="115"/>
                      <a:pt x="513" y="114"/>
                    </a:cubicBezTo>
                    <a:cubicBezTo>
                      <a:pt x="512" y="113"/>
                      <a:pt x="510" y="112"/>
                      <a:pt x="515" y="104"/>
                    </a:cubicBezTo>
                    <a:lnTo>
                      <a:pt x="517" y="105"/>
                    </a:lnTo>
                    <a:cubicBezTo>
                      <a:pt x="515" y="108"/>
                      <a:pt x="515" y="109"/>
                      <a:pt x="515" y="109"/>
                    </a:cubicBezTo>
                    <a:cubicBezTo>
                      <a:pt x="515" y="109"/>
                      <a:pt x="519" y="104"/>
                      <a:pt x="521" y="98"/>
                    </a:cubicBezTo>
                    <a:lnTo>
                      <a:pt x="531" y="81"/>
                    </a:lnTo>
                    <a:close/>
                    <a:moveTo>
                      <a:pt x="541" y="112"/>
                    </a:moveTo>
                    <a:cubicBezTo>
                      <a:pt x="541" y="112"/>
                      <a:pt x="541" y="112"/>
                      <a:pt x="541" y="112"/>
                    </a:cubicBezTo>
                    <a:lnTo>
                      <a:pt x="537" y="120"/>
                    </a:lnTo>
                    <a:cubicBezTo>
                      <a:pt x="533" y="125"/>
                      <a:pt x="531" y="126"/>
                      <a:pt x="530" y="126"/>
                    </a:cubicBezTo>
                    <a:cubicBezTo>
                      <a:pt x="530" y="126"/>
                      <a:pt x="529" y="126"/>
                      <a:pt x="529" y="126"/>
                    </a:cubicBezTo>
                    <a:cubicBezTo>
                      <a:pt x="528" y="124"/>
                      <a:pt x="528" y="124"/>
                      <a:pt x="532" y="117"/>
                    </a:cubicBezTo>
                    <a:cubicBezTo>
                      <a:pt x="532" y="117"/>
                      <a:pt x="539" y="112"/>
                      <a:pt x="541" y="112"/>
                    </a:cubicBezTo>
                    <a:close/>
                    <a:moveTo>
                      <a:pt x="292" y="95"/>
                    </a:moveTo>
                    <a:cubicBezTo>
                      <a:pt x="295" y="95"/>
                      <a:pt x="296" y="104"/>
                      <a:pt x="302" y="122"/>
                    </a:cubicBezTo>
                    <a:cubicBezTo>
                      <a:pt x="303" y="127"/>
                      <a:pt x="304" y="129"/>
                      <a:pt x="304" y="129"/>
                    </a:cubicBezTo>
                    <a:cubicBezTo>
                      <a:pt x="303" y="129"/>
                      <a:pt x="301" y="125"/>
                      <a:pt x="297" y="114"/>
                    </a:cubicBezTo>
                    <a:cubicBezTo>
                      <a:pt x="295" y="105"/>
                      <a:pt x="292" y="95"/>
                      <a:pt x="292" y="95"/>
                    </a:cubicBezTo>
                    <a:close/>
                    <a:moveTo>
                      <a:pt x="240" y="128"/>
                    </a:moveTo>
                    <a:cubicBezTo>
                      <a:pt x="246" y="135"/>
                      <a:pt x="253" y="141"/>
                      <a:pt x="252" y="142"/>
                    </a:cubicBezTo>
                    <a:cubicBezTo>
                      <a:pt x="254" y="145"/>
                      <a:pt x="254" y="146"/>
                      <a:pt x="254" y="146"/>
                    </a:cubicBezTo>
                    <a:cubicBezTo>
                      <a:pt x="252" y="146"/>
                      <a:pt x="246" y="140"/>
                      <a:pt x="237" y="130"/>
                    </a:cubicBezTo>
                    <a:lnTo>
                      <a:pt x="240" y="128"/>
                    </a:lnTo>
                    <a:close/>
                    <a:moveTo>
                      <a:pt x="234" y="146"/>
                    </a:moveTo>
                    <a:lnTo>
                      <a:pt x="243" y="151"/>
                    </a:lnTo>
                    <a:lnTo>
                      <a:pt x="242" y="153"/>
                    </a:lnTo>
                    <a:cubicBezTo>
                      <a:pt x="241" y="153"/>
                      <a:pt x="241" y="153"/>
                      <a:pt x="240" y="153"/>
                    </a:cubicBezTo>
                    <a:cubicBezTo>
                      <a:pt x="239" y="153"/>
                      <a:pt x="238" y="152"/>
                      <a:pt x="233" y="148"/>
                    </a:cubicBezTo>
                    <a:lnTo>
                      <a:pt x="234" y="146"/>
                    </a:lnTo>
                    <a:close/>
                    <a:moveTo>
                      <a:pt x="488" y="144"/>
                    </a:moveTo>
                    <a:cubicBezTo>
                      <a:pt x="484" y="151"/>
                      <a:pt x="484" y="151"/>
                      <a:pt x="485" y="153"/>
                    </a:cubicBezTo>
                    <a:lnTo>
                      <a:pt x="486" y="154"/>
                    </a:lnTo>
                    <a:lnTo>
                      <a:pt x="490" y="145"/>
                    </a:lnTo>
                    <a:lnTo>
                      <a:pt x="488" y="144"/>
                    </a:lnTo>
                    <a:close/>
                    <a:moveTo>
                      <a:pt x="183" y="150"/>
                    </a:moveTo>
                    <a:cubicBezTo>
                      <a:pt x="186" y="150"/>
                      <a:pt x="192" y="153"/>
                      <a:pt x="192" y="153"/>
                    </a:cubicBezTo>
                    <a:lnTo>
                      <a:pt x="192" y="151"/>
                    </a:lnTo>
                    <a:cubicBezTo>
                      <a:pt x="199" y="157"/>
                      <a:pt x="198" y="159"/>
                      <a:pt x="198" y="159"/>
                    </a:cubicBezTo>
                    <a:cubicBezTo>
                      <a:pt x="198" y="160"/>
                      <a:pt x="197" y="161"/>
                      <a:pt x="196" y="161"/>
                    </a:cubicBezTo>
                    <a:cubicBezTo>
                      <a:pt x="194" y="161"/>
                      <a:pt x="192" y="160"/>
                      <a:pt x="188" y="157"/>
                    </a:cubicBezTo>
                    <a:cubicBezTo>
                      <a:pt x="188" y="157"/>
                      <a:pt x="180" y="151"/>
                      <a:pt x="181" y="150"/>
                    </a:cubicBezTo>
                    <a:cubicBezTo>
                      <a:pt x="182" y="150"/>
                      <a:pt x="183" y="150"/>
                      <a:pt x="183" y="150"/>
                    </a:cubicBezTo>
                    <a:close/>
                    <a:moveTo>
                      <a:pt x="287" y="151"/>
                    </a:moveTo>
                    <a:lnTo>
                      <a:pt x="291" y="159"/>
                    </a:lnTo>
                    <a:lnTo>
                      <a:pt x="297" y="167"/>
                    </a:lnTo>
                    <a:lnTo>
                      <a:pt x="287" y="151"/>
                    </a:lnTo>
                    <a:close/>
                    <a:moveTo>
                      <a:pt x="567" y="152"/>
                    </a:moveTo>
                    <a:cubicBezTo>
                      <a:pt x="567" y="152"/>
                      <a:pt x="564" y="155"/>
                      <a:pt x="557" y="161"/>
                    </a:cubicBezTo>
                    <a:cubicBezTo>
                      <a:pt x="550" y="168"/>
                      <a:pt x="543" y="173"/>
                      <a:pt x="542" y="173"/>
                    </a:cubicBezTo>
                    <a:cubicBezTo>
                      <a:pt x="541" y="173"/>
                      <a:pt x="541" y="173"/>
                      <a:pt x="541" y="173"/>
                    </a:cubicBezTo>
                    <a:cubicBezTo>
                      <a:pt x="537" y="176"/>
                      <a:pt x="535" y="177"/>
                      <a:pt x="534" y="177"/>
                    </a:cubicBezTo>
                    <a:cubicBezTo>
                      <a:pt x="533" y="177"/>
                      <a:pt x="543" y="168"/>
                      <a:pt x="556" y="160"/>
                    </a:cubicBezTo>
                    <a:cubicBezTo>
                      <a:pt x="563" y="155"/>
                      <a:pt x="566" y="152"/>
                      <a:pt x="567" y="152"/>
                    </a:cubicBezTo>
                    <a:close/>
                    <a:moveTo>
                      <a:pt x="235" y="173"/>
                    </a:moveTo>
                    <a:lnTo>
                      <a:pt x="235" y="173"/>
                    </a:lnTo>
                    <a:cubicBezTo>
                      <a:pt x="234" y="175"/>
                      <a:pt x="242" y="181"/>
                      <a:pt x="242" y="181"/>
                    </a:cubicBezTo>
                    <a:cubicBezTo>
                      <a:pt x="242" y="181"/>
                      <a:pt x="248" y="185"/>
                      <a:pt x="250" y="185"/>
                    </a:cubicBezTo>
                    <a:cubicBezTo>
                      <a:pt x="251" y="185"/>
                      <a:pt x="251" y="185"/>
                      <a:pt x="251" y="185"/>
                    </a:cubicBezTo>
                    <a:lnTo>
                      <a:pt x="252" y="184"/>
                    </a:lnTo>
                    <a:cubicBezTo>
                      <a:pt x="246" y="179"/>
                      <a:pt x="241" y="176"/>
                      <a:pt x="235" y="173"/>
                    </a:cubicBezTo>
                    <a:close/>
                    <a:moveTo>
                      <a:pt x="170" y="184"/>
                    </a:moveTo>
                    <a:cubicBezTo>
                      <a:pt x="180" y="186"/>
                      <a:pt x="180" y="186"/>
                      <a:pt x="178" y="189"/>
                    </a:cubicBezTo>
                    <a:cubicBezTo>
                      <a:pt x="178" y="190"/>
                      <a:pt x="177" y="190"/>
                      <a:pt x="177" y="190"/>
                    </a:cubicBezTo>
                    <a:cubicBezTo>
                      <a:pt x="174" y="190"/>
                      <a:pt x="169" y="187"/>
                      <a:pt x="169" y="187"/>
                    </a:cubicBezTo>
                    <a:cubicBezTo>
                      <a:pt x="163" y="184"/>
                      <a:pt x="165" y="184"/>
                      <a:pt x="167" y="184"/>
                    </a:cubicBezTo>
                    <a:cubicBezTo>
                      <a:pt x="169" y="184"/>
                      <a:pt x="170" y="184"/>
                      <a:pt x="170" y="184"/>
                    </a:cubicBezTo>
                    <a:close/>
                    <a:moveTo>
                      <a:pt x="131" y="222"/>
                    </a:moveTo>
                    <a:cubicBezTo>
                      <a:pt x="135" y="224"/>
                      <a:pt x="135" y="224"/>
                      <a:pt x="135" y="224"/>
                    </a:cubicBezTo>
                    <a:cubicBezTo>
                      <a:pt x="134" y="224"/>
                      <a:pt x="131" y="223"/>
                      <a:pt x="131" y="222"/>
                    </a:cubicBezTo>
                    <a:close/>
                    <a:moveTo>
                      <a:pt x="164" y="219"/>
                    </a:moveTo>
                    <a:lnTo>
                      <a:pt x="164" y="219"/>
                    </a:lnTo>
                    <a:cubicBezTo>
                      <a:pt x="169" y="220"/>
                      <a:pt x="176" y="222"/>
                      <a:pt x="181" y="224"/>
                    </a:cubicBezTo>
                    <a:cubicBezTo>
                      <a:pt x="186" y="226"/>
                      <a:pt x="188" y="227"/>
                      <a:pt x="186" y="227"/>
                    </a:cubicBezTo>
                    <a:cubicBezTo>
                      <a:pt x="184" y="227"/>
                      <a:pt x="180" y="226"/>
                      <a:pt x="171" y="224"/>
                    </a:cubicBezTo>
                    <a:cubicBezTo>
                      <a:pt x="162" y="221"/>
                      <a:pt x="162" y="221"/>
                      <a:pt x="164" y="219"/>
                    </a:cubicBezTo>
                    <a:close/>
                    <a:moveTo>
                      <a:pt x="158" y="231"/>
                    </a:moveTo>
                    <a:lnTo>
                      <a:pt x="168" y="232"/>
                    </a:lnTo>
                    <a:lnTo>
                      <a:pt x="176" y="237"/>
                    </a:lnTo>
                    <a:lnTo>
                      <a:pt x="176" y="239"/>
                    </a:lnTo>
                    <a:cubicBezTo>
                      <a:pt x="167" y="235"/>
                      <a:pt x="158" y="233"/>
                      <a:pt x="158" y="231"/>
                    </a:cubicBezTo>
                    <a:close/>
                    <a:moveTo>
                      <a:pt x="156" y="240"/>
                    </a:moveTo>
                    <a:cubicBezTo>
                      <a:pt x="160" y="241"/>
                      <a:pt x="160" y="242"/>
                      <a:pt x="159" y="242"/>
                    </a:cubicBezTo>
                    <a:cubicBezTo>
                      <a:pt x="157" y="242"/>
                      <a:pt x="155" y="241"/>
                      <a:pt x="156" y="240"/>
                    </a:cubicBezTo>
                    <a:close/>
                    <a:moveTo>
                      <a:pt x="282" y="235"/>
                    </a:moveTo>
                    <a:cubicBezTo>
                      <a:pt x="282" y="237"/>
                      <a:pt x="281" y="238"/>
                      <a:pt x="281" y="238"/>
                    </a:cubicBezTo>
                    <a:cubicBezTo>
                      <a:pt x="286" y="241"/>
                      <a:pt x="288" y="242"/>
                      <a:pt x="289" y="242"/>
                    </a:cubicBezTo>
                    <a:cubicBezTo>
                      <a:pt x="290" y="242"/>
                      <a:pt x="290" y="241"/>
                      <a:pt x="290" y="241"/>
                    </a:cubicBezTo>
                    <a:cubicBezTo>
                      <a:pt x="291" y="240"/>
                      <a:pt x="291" y="240"/>
                      <a:pt x="282" y="235"/>
                    </a:cubicBezTo>
                    <a:close/>
                    <a:moveTo>
                      <a:pt x="133" y="358"/>
                    </a:moveTo>
                    <a:lnTo>
                      <a:pt x="143" y="360"/>
                    </a:lnTo>
                    <a:lnTo>
                      <a:pt x="143" y="361"/>
                    </a:lnTo>
                    <a:cubicBezTo>
                      <a:pt x="138" y="362"/>
                      <a:pt x="132" y="362"/>
                      <a:pt x="128" y="362"/>
                    </a:cubicBezTo>
                    <a:cubicBezTo>
                      <a:pt x="126" y="362"/>
                      <a:pt x="124" y="362"/>
                      <a:pt x="124" y="361"/>
                    </a:cubicBezTo>
                    <a:lnTo>
                      <a:pt x="133" y="358"/>
                    </a:lnTo>
                    <a:close/>
                    <a:moveTo>
                      <a:pt x="588" y="381"/>
                    </a:moveTo>
                    <a:cubicBezTo>
                      <a:pt x="589" y="381"/>
                      <a:pt x="592" y="382"/>
                      <a:pt x="596" y="382"/>
                    </a:cubicBezTo>
                    <a:cubicBezTo>
                      <a:pt x="605" y="384"/>
                      <a:pt x="614" y="389"/>
                      <a:pt x="614" y="390"/>
                    </a:cubicBezTo>
                    <a:cubicBezTo>
                      <a:pt x="604" y="390"/>
                      <a:pt x="595" y="387"/>
                      <a:pt x="586" y="382"/>
                    </a:cubicBezTo>
                    <a:cubicBezTo>
                      <a:pt x="587" y="382"/>
                      <a:pt x="587" y="381"/>
                      <a:pt x="588" y="381"/>
                    </a:cubicBezTo>
                    <a:close/>
                    <a:moveTo>
                      <a:pt x="159" y="404"/>
                    </a:moveTo>
                    <a:cubicBezTo>
                      <a:pt x="159" y="405"/>
                      <a:pt x="159" y="405"/>
                      <a:pt x="150" y="408"/>
                    </a:cubicBezTo>
                    <a:cubicBezTo>
                      <a:pt x="144" y="409"/>
                      <a:pt x="138" y="410"/>
                      <a:pt x="131" y="410"/>
                    </a:cubicBezTo>
                    <a:cubicBezTo>
                      <a:pt x="131" y="409"/>
                      <a:pt x="150" y="406"/>
                      <a:pt x="159" y="404"/>
                    </a:cubicBezTo>
                    <a:close/>
                    <a:moveTo>
                      <a:pt x="230" y="409"/>
                    </a:moveTo>
                    <a:lnTo>
                      <a:pt x="230" y="410"/>
                    </a:lnTo>
                    <a:cubicBezTo>
                      <a:pt x="222" y="414"/>
                      <a:pt x="215" y="417"/>
                      <a:pt x="212" y="417"/>
                    </a:cubicBezTo>
                    <a:cubicBezTo>
                      <a:pt x="212" y="417"/>
                      <a:pt x="212" y="417"/>
                      <a:pt x="212" y="417"/>
                    </a:cubicBezTo>
                    <a:lnTo>
                      <a:pt x="212" y="415"/>
                    </a:lnTo>
                    <a:cubicBezTo>
                      <a:pt x="217" y="413"/>
                      <a:pt x="223" y="411"/>
                      <a:pt x="230" y="409"/>
                    </a:cubicBezTo>
                    <a:close/>
                    <a:moveTo>
                      <a:pt x="597" y="443"/>
                    </a:moveTo>
                    <a:lnTo>
                      <a:pt x="597" y="443"/>
                    </a:lnTo>
                    <a:cubicBezTo>
                      <a:pt x="597" y="443"/>
                      <a:pt x="598" y="444"/>
                      <a:pt x="601" y="445"/>
                    </a:cubicBezTo>
                    <a:cubicBezTo>
                      <a:pt x="606" y="448"/>
                      <a:pt x="612" y="452"/>
                      <a:pt x="616" y="455"/>
                    </a:cubicBezTo>
                    <a:cubicBezTo>
                      <a:pt x="616" y="455"/>
                      <a:pt x="620" y="459"/>
                      <a:pt x="619" y="459"/>
                    </a:cubicBezTo>
                    <a:cubicBezTo>
                      <a:pt x="618" y="459"/>
                      <a:pt x="617" y="458"/>
                      <a:pt x="615" y="457"/>
                    </a:cubicBezTo>
                    <a:lnTo>
                      <a:pt x="607" y="453"/>
                    </a:lnTo>
                    <a:cubicBezTo>
                      <a:pt x="601" y="448"/>
                      <a:pt x="596" y="443"/>
                      <a:pt x="597" y="443"/>
                    </a:cubicBezTo>
                    <a:close/>
                    <a:moveTo>
                      <a:pt x="186" y="453"/>
                    </a:moveTo>
                    <a:lnTo>
                      <a:pt x="187" y="455"/>
                    </a:lnTo>
                    <a:cubicBezTo>
                      <a:pt x="181" y="459"/>
                      <a:pt x="173" y="462"/>
                      <a:pt x="170" y="462"/>
                    </a:cubicBezTo>
                    <a:cubicBezTo>
                      <a:pt x="170" y="462"/>
                      <a:pt x="169" y="462"/>
                      <a:pt x="169" y="462"/>
                    </a:cubicBezTo>
                    <a:lnTo>
                      <a:pt x="177" y="456"/>
                    </a:lnTo>
                    <a:lnTo>
                      <a:pt x="186" y="453"/>
                    </a:lnTo>
                    <a:close/>
                    <a:moveTo>
                      <a:pt x="486" y="494"/>
                    </a:moveTo>
                    <a:cubicBezTo>
                      <a:pt x="492" y="503"/>
                      <a:pt x="496" y="511"/>
                      <a:pt x="494" y="511"/>
                    </a:cubicBezTo>
                    <a:lnTo>
                      <a:pt x="488" y="504"/>
                    </a:lnTo>
                    <a:lnTo>
                      <a:pt x="485" y="495"/>
                    </a:lnTo>
                    <a:lnTo>
                      <a:pt x="486" y="494"/>
                    </a:lnTo>
                    <a:close/>
                    <a:moveTo>
                      <a:pt x="555" y="504"/>
                    </a:moveTo>
                    <a:cubicBezTo>
                      <a:pt x="557" y="504"/>
                      <a:pt x="562" y="509"/>
                      <a:pt x="562" y="509"/>
                    </a:cubicBezTo>
                    <a:cubicBezTo>
                      <a:pt x="562" y="509"/>
                      <a:pt x="569" y="516"/>
                      <a:pt x="568" y="517"/>
                    </a:cubicBezTo>
                    <a:cubicBezTo>
                      <a:pt x="562" y="513"/>
                      <a:pt x="558" y="510"/>
                      <a:pt x="553" y="506"/>
                    </a:cubicBezTo>
                    <a:lnTo>
                      <a:pt x="555" y="504"/>
                    </a:lnTo>
                    <a:cubicBezTo>
                      <a:pt x="555" y="504"/>
                      <a:pt x="555" y="504"/>
                      <a:pt x="555" y="504"/>
                    </a:cubicBezTo>
                    <a:close/>
                    <a:moveTo>
                      <a:pt x="476" y="509"/>
                    </a:moveTo>
                    <a:cubicBezTo>
                      <a:pt x="476" y="509"/>
                      <a:pt x="477" y="511"/>
                      <a:pt x="480" y="518"/>
                    </a:cubicBezTo>
                    <a:cubicBezTo>
                      <a:pt x="480" y="518"/>
                      <a:pt x="483" y="527"/>
                      <a:pt x="482" y="527"/>
                    </a:cubicBezTo>
                    <a:lnTo>
                      <a:pt x="477" y="519"/>
                    </a:lnTo>
                    <a:cubicBezTo>
                      <a:pt x="473" y="510"/>
                      <a:pt x="475" y="510"/>
                      <a:pt x="475" y="510"/>
                    </a:cubicBezTo>
                    <a:cubicBezTo>
                      <a:pt x="475" y="510"/>
                      <a:pt x="476" y="509"/>
                      <a:pt x="476" y="509"/>
                    </a:cubicBezTo>
                    <a:close/>
                    <a:moveTo>
                      <a:pt x="556" y="528"/>
                    </a:moveTo>
                    <a:cubicBezTo>
                      <a:pt x="557" y="528"/>
                      <a:pt x="558" y="530"/>
                      <a:pt x="562" y="535"/>
                    </a:cubicBezTo>
                    <a:lnTo>
                      <a:pt x="561" y="536"/>
                    </a:lnTo>
                    <a:lnTo>
                      <a:pt x="553" y="530"/>
                    </a:lnTo>
                    <a:lnTo>
                      <a:pt x="555" y="529"/>
                    </a:lnTo>
                    <a:cubicBezTo>
                      <a:pt x="555" y="529"/>
                      <a:pt x="556" y="528"/>
                      <a:pt x="556" y="528"/>
                    </a:cubicBezTo>
                    <a:close/>
                    <a:moveTo>
                      <a:pt x="540" y="539"/>
                    </a:moveTo>
                    <a:cubicBezTo>
                      <a:pt x="542" y="539"/>
                      <a:pt x="542" y="539"/>
                      <a:pt x="548" y="546"/>
                    </a:cubicBezTo>
                    <a:lnTo>
                      <a:pt x="546" y="547"/>
                    </a:lnTo>
                    <a:lnTo>
                      <a:pt x="539" y="540"/>
                    </a:lnTo>
                    <a:lnTo>
                      <a:pt x="540" y="539"/>
                    </a:lnTo>
                    <a:close/>
                    <a:moveTo>
                      <a:pt x="561" y="543"/>
                    </a:moveTo>
                    <a:cubicBezTo>
                      <a:pt x="561" y="543"/>
                      <a:pt x="561" y="544"/>
                      <a:pt x="562" y="547"/>
                    </a:cubicBezTo>
                    <a:cubicBezTo>
                      <a:pt x="564" y="546"/>
                      <a:pt x="562" y="543"/>
                      <a:pt x="561" y="543"/>
                    </a:cubicBezTo>
                    <a:close/>
                    <a:moveTo>
                      <a:pt x="527" y="540"/>
                    </a:moveTo>
                    <a:cubicBezTo>
                      <a:pt x="527" y="540"/>
                      <a:pt x="529" y="542"/>
                      <a:pt x="531" y="546"/>
                    </a:cubicBezTo>
                    <a:cubicBezTo>
                      <a:pt x="537" y="554"/>
                      <a:pt x="537" y="554"/>
                      <a:pt x="534" y="555"/>
                    </a:cubicBezTo>
                    <a:cubicBezTo>
                      <a:pt x="534" y="555"/>
                      <a:pt x="533" y="555"/>
                      <a:pt x="532" y="555"/>
                    </a:cubicBezTo>
                    <a:cubicBezTo>
                      <a:pt x="531" y="555"/>
                      <a:pt x="530" y="554"/>
                      <a:pt x="528" y="547"/>
                    </a:cubicBezTo>
                    <a:cubicBezTo>
                      <a:pt x="526" y="542"/>
                      <a:pt x="526" y="540"/>
                      <a:pt x="527" y="540"/>
                    </a:cubicBezTo>
                    <a:close/>
                    <a:moveTo>
                      <a:pt x="271" y="549"/>
                    </a:moveTo>
                    <a:cubicBezTo>
                      <a:pt x="271" y="549"/>
                      <a:pt x="271" y="549"/>
                      <a:pt x="271" y="549"/>
                    </a:cubicBezTo>
                    <a:cubicBezTo>
                      <a:pt x="274" y="550"/>
                      <a:pt x="274" y="550"/>
                      <a:pt x="269" y="559"/>
                    </a:cubicBezTo>
                    <a:cubicBezTo>
                      <a:pt x="266" y="564"/>
                      <a:pt x="264" y="565"/>
                      <a:pt x="262" y="565"/>
                    </a:cubicBezTo>
                    <a:cubicBezTo>
                      <a:pt x="261" y="565"/>
                      <a:pt x="260" y="564"/>
                      <a:pt x="260" y="564"/>
                    </a:cubicBezTo>
                    <a:cubicBezTo>
                      <a:pt x="262" y="555"/>
                      <a:pt x="268" y="549"/>
                      <a:pt x="271" y="549"/>
                    </a:cubicBezTo>
                    <a:close/>
                    <a:moveTo>
                      <a:pt x="561" y="580"/>
                    </a:moveTo>
                    <a:cubicBezTo>
                      <a:pt x="562" y="580"/>
                      <a:pt x="562" y="581"/>
                      <a:pt x="562" y="582"/>
                    </a:cubicBezTo>
                    <a:cubicBezTo>
                      <a:pt x="563" y="582"/>
                      <a:pt x="563" y="582"/>
                      <a:pt x="564" y="583"/>
                    </a:cubicBezTo>
                    <a:lnTo>
                      <a:pt x="564" y="583"/>
                    </a:lnTo>
                    <a:cubicBezTo>
                      <a:pt x="563" y="582"/>
                      <a:pt x="562" y="581"/>
                      <a:pt x="561" y="580"/>
                    </a:cubicBezTo>
                    <a:close/>
                    <a:moveTo>
                      <a:pt x="564" y="583"/>
                    </a:moveTo>
                    <a:cubicBezTo>
                      <a:pt x="566" y="585"/>
                      <a:pt x="567" y="586"/>
                      <a:pt x="567" y="586"/>
                    </a:cubicBezTo>
                    <a:cubicBezTo>
                      <a:pt x="567" y="586"/>
                      <a:pt x="566" y="585"/>
                      <a:pt x="564" y="583"/>
                    </a:cubicBezTo>
                    <a:close/>
                    <a:moveTo>
                      <a:pt x="344" y="572"/>
                    </a:moveTo>
                    <a:lnTo>
                      <a:pt x="345" y="573"/>
                    </a:lnTo>
                    <a:cubicBezTo>
                      <a:pt x="343" y="582"/>
                      <a:pt x="342" y="591"/>
                      <a:pt x="339" y="591"/>
                    </a:cubicBezTo>
                    <a:lnTo>
                      <a:pt x="337" y="590"/>
                    </a:lnTo>
                    <a:cubicBezTo>
                      <a:pt x="339" y="584"/>
                      <a:pt x="342" y="578"/>
                      <a:pt x="344" y="572"/>
                    </a:cubicBezTo>
                    <a:close/>
                    <a:moveTo>
                      <a:pt x="385" y="0"/>
                    </a:moveTo>
                    <a:cubicBezTo>
                      <a:pt x="383" y="0"/>
                      <a:pt x="383" y="0"/>
                      <a:pt x="384" y="10"/>
                    </a:cubicBezTo>
                    <a:cubicBezTo>
                      <a:pt x="385" y="17"/>
                      <a:pt x="384" y="24"/>
                      <a:pt x="380" y="24"/>
                    </a:cubicBezTo>
                    <a:cubicBezTo>
                      <a:pt x="379" y="24"/>
                      <a:pt x="377" y="23"/>
                      <a:pt x="374" y="20"/>
                    </a:cubicBezTo>
                    <a:cubicBezTo>
                      <a:pt x="370" y="20"/>
                      <a:pt x="363" y="21"/>
                      <a:pt x="364" y="30"/>
                    </a:cubicBezTo>
                    <a:cubicBezTo>
                      <a:pt x="362" y="30"/>
                      <a:pt x="362" y="30"/>
                      <a:pt x="361" y="21"/>
                    </a:cubicBezTo>
                    <a:cubicBezTo>
                      <a:pt x="360" y="12"/>
                      <a:pt x="358" y="8"/>
                      <a:pt x="356" y="8"/>
                    </a:cubicBezTo>
                    <a:cubicBezTo>
                      <a:pt x="354" y="8"/>
                      <a:pt x="352" y="13"/>
                      <a:pt x="352" y="23"/>
                    </a:cubicBezTo>
                    <a:cubicBezTo>
                      <a:pt x="352" y="27"/>
                      <a:pt x="352" y="29"/>
                      <a:pt x="352" y="29"/>
                    </a:cubicBezTo>
                    <a:cubicBezTo>
                      <a:pt x="351" y="29"/>
                      <a:pt x="350" y="27"/>
                      <a:pt x="347" y="23"/>
                    </a:cubicBezTo>
                    <a:cubicBezTo>
                      <a:pt x="347" y="23"/>
                      <a:pt x="345" y="24"/>
                      <a:pt x="345" y="33"/>
                    </a:cubicBezTo>
                    <a:cubicBezTo>
                      <a:pt x="345" y="38"/>
                      <a:pt x="345" y="40"/>
                      <a:pt x="344" y="40"/>
                    </a:cubicBezTo>
                    <a:cubicBezTo>
                      <a:pt x="343" y="40"/>
                      <a:pt x="342" y="38"/>
                      <a:pt x="338" y="34"/>
                    </a:cubicBezTo>
                    <a:cubicBezTo>
                      <a:pt x="337" y="27"/>
                      <a:pt x="336" y="25"/>
                      <a:pt x="334" y="25"/>
                    </a:cubicBezTo>
                    <a:cubicBezTo>
                      <a:pt x="334" y="25"/>
                      <a:pt x="333" y="26"/>
                      <a:pt x="333" y="26"/>
                    </a:cubicBezTo>
                    <a:cubicBezTo>
                      <a:pt x="330" y="32"/>
                      <a:pt x="320" y="36"/>
                      <a:pt x="312" y="36"/>
                    </a:cubicBezTo>
                    <a:cubicBezTo>
                      <a:pt x="307" y="36"/>
                      <a:pt x="304" y="35"/>
                      <a:pt x="302" y="33"/>
                    </a:cubicBezTo>
                    <a:cubicBezTo>
                      <a:pt x="302" y="43"/>
                      <a:pt x="302" y="42"/>
                      <a:pt x="301" y="43"/>
                    </a:cubicBezTo>
                    <a:cubicBezTo>
                      <a:pt x="298" y="36"/>
                      <a:pt x="296" y="34"/>
                      <a:pt x="295" y="34"/>
                    </a:cubicBezTo>
                    <a:lnTo>
                      <a:pt x="295" y="34"/>
                    </a:lnTo>
                    <a:cubicBezTo>
                      <a:pt x="294" y="34"/>
                      <a:pt x="296" y="41"/>
                      <a:pt x="300" y="53"/>
                    </a:cubicBezTo>
                    <a:lnTo>
                      <a:pt x="302" y="53"/>
                    </a:lnTo>
                    <a:lnTo>
                      <a:pt x="304" y="52"/>
                    </a:lnTo>
                    <a:cubicBezTo>
                      <a:pt x="307" y="60"/>
                      <a:pt x="307" y="65"/>
                      <a:pt x="306" y="65"/>
                    </a:cubicBezTo>
                    <a:cubicBezTo>
                      <a:pt x="304" y="65"/>
                      <a:pt x="300" y="59"/>
                      <a:pt x="295" y="45"/>
                    </a:cubicBezTo>
                    <a:cubicBezTo>
                      <a:pt x="291" y="37"/>
                      <a:pt x="289" y="32"/>
                      <a:pt x="288" y="32"/>
                    </a:cubicBezTo>
                    <a:lnTo>
                      <a:pt x="288" y="32"/>
                    </a:lnTo>
                    <a:cubicBezTo>
                      <a:pt x="287" y="32"/>
                      <a:pt x="288" y="37"/>
                      <a:pt x="290" y="46"/>
                    </a:cubicBezTo>
                    <a:cubicBezTo>
                      <a:pt x="293" y="55"/>
                      <a:pt x="294" y="60"/>
                      <a:pt x="293" y="60"/>
                    </a:cubicBezTo>
                    <a:cubicBezTo>
                      <a:pt x="292" y="60"/>
                      <a:pt x="289" y="56"/>
                      <a:pt x="285" y="48"/>
                    </a:cubicBezTo>
                    <a:cubicBezTo>
                      <a:pt x="281" y="39"/>
                      <a:pt x="280" y="35"/>
                      <a:pt x="279" y="35"/>
                    </a:cubicBezTo>
                    <a:lnTo>
                      <a:pt x="279" y="35"/>
                    </a:lnTo>
                    <a:cubicBezTo>
                      <a:pt x="279" y="35"/>
                      <a:pt x="280" y="40"/>
                      <a:pt x="282" y="49"/>
                    </a:cubicBezTo>
                    <a:cubicBezTo>
                      <a:pt x="289" y="70"/>
                      <a:pt x="291" y="82"/>
                      <a:pt x="289" y="82"/>
                    </a:cubicBezTo>
                    <a:cubicBezTo>
                      <a:pt x="287" y="82"/>
                      <a:pt x="283" y="76"/>
                      <a:pt x="277" y="62"/>
                    </a:cubicBezTo>
                    <a:cubicBezTo>
                      <a:pt x="269" y="46"/>
                      <a:pt x="264" y="38"/>
                      <a:pt x="261" y="38"/>
                    </a:cubicBezTo>
                    <a:cubicBezTo>
                      <a:pt x="261" y="38"/>
                      <a:pt x="261" y="38"/>
                      <a:pt x="261" y="38"/>
                    </a:cubicBezTo>
                    <a:cubicBezTo>
                      <a:pt x="259" y="38"/>
                      <a:pt x="262" y="47"/>
                      <a:pt x="267" y="55"/>
                    </a:cubicBezTo>
                    <a:cubicBezTo>
                      <a:pt x="272" y="64"/>
                      <a:pt x="274" y="68"/>
                      <a:pt x="273" y="68"/>
                    </a:cubicBezTo>
                    <a:cubicBezTo>
                      <a:pt x="273" y="68"/>
                      <a:pt x="269" y="64"/>
                      <a:pt x="263" y="57"/>
                    </a:cubicBezTo>
                    <a:cubicBezTo>
                      <a:pt x="254" y="46"/>
                      <a:pt x="248" y="41"/>
                      <a:pt x="245" y="41"/>
                    </a:cubicBezTo>
                    <a:cubicBezTo>
                      <a:pt x="241" y="41"/>
                      <a:pt x="241" y="47"/>
                      <a:pt x="243" y="57"/>
                    </a:cubicBezTo>
                    <a:cubicBezTo>
                      <a:pt x="244" y="68"/>
                      <a:pt x="243" y="74"/>
                      <a:pt x="241" y="74"/>
                    </a:cubicBezTo>
                    <a:cubicBezTo>
                      <a:pt x="239" y="74"/>
                      <a:pt x="237" y="70"/>
                      <a:pt x="235" y="62"/>
                    </a:cubicBezTo>
                    <a:cubicBezTo>
                      <a:pt x="231" y="51"/>
                      <a:pt x="230" y="47"/>
                      <a:pt x="229" y="47"/>
                    </a:cubicBezTo>
                    <a:lnTo>
                      <a:pt x="229" y="47"/>
                    </a:lnTo>
                    <a:cubicBezTo>
                      <a:pt x="229" y="47"/>
                      <a:pt x="229" y="50"/>
                      <a:pt x="230" y="54"/>
                    </a:cubicBezTo>
                    <a:lnTo>
                      <a:pt x="221" y="60"/>
                    </a:lnTo>
                    <a:cubicBezTo>
                      <a:pt x="218" y="62"/>
                      <a:pt x="222" y="70"/>
                      <a:pt x="227" y="77"/>
                    </a:cubicBezTo>
                    <a:cubicBezTo>
                      <a:pt x="221" y="70"/>
                      <a:pt x="215" y="65"/>
                      <a:pt x="212" y="65"/>
                    </a:cubicBezTo>
                    <a:lnTo>
                      <a:pt x="212" y="65"/>
                    </a:lnTo>
                    <a:cubicBezTo>
                      <a:pt x="209" y="65"/>
                      <a:pt x="209" y="69"/>
                      <a:pt x="213" y="76"/>
                    </a:cubicBezTo>
                    <a:lnTo>
                      <a:pt x="209" y="80"/>
                    </a:lnTo>
                    <a:cubicBezTo>
                      <a:pt x="208" y="81"/>
                      <a:pt x="207" y="81"/>
                      <a:pt x="213" y="90"/>
                    </a:cubicBezTo>
                    <a:cubicBezTo>
                      <a:pt x="214" y="93"/>
                      <a:pt x="214" y="94"/>
                      <a:pt x="213" y="94"/>
                    </a:cubicBezTo>
                    <a:cubicBezTo>
                      <a:pt x="212" y="94"/>
                      <a:pt x="206" y="90"/>
                      <a:pt x="200" y="86"/>
                    </a:cubicBezTo>
                    <a:cubicBezTo>
                      <a:pt x="195" y="83"/>
                      <a:pt x="190" y="80"/>
                      <a:pt x="189" y="80"/>
                    </a:cubicBezTo>
                    <a:lnTo>
                      <a:pt x="189" y="80"/>
                    </a:lnTo>
                    <a:cubicBezTo>
                      <a:pt x="189" y="80"/>
                      <a:pt x="189" y="81"/>
                      <a:pt x="192" y="83"/>
                    </a:cubicBezTo>
                    <a:cubicBezTo>
                      <a:pt x="197" y="91"/>
                      <a:pt x="202" y="99"/>
                      <a:pt x="206" y="108"/>
                    </a:cubicBezTo>
                    <a:cubicBezTo>
                      <a:pt x="208" y="110"/>
                      <a:pt x="208" y="111"/>
                      <a:pt x="208" y="111"/>
                    </a:cubicBezTo>
                    <a:cubicBezTo>
                      <a:pt x="207" y="111"/>
                      <a:pt x="202" y="107"/>
                      <a:pt x="198" y="102"/>
                    </a:cubicBezTo>
                    <a:cubicBezTo>
                      <a:pt x="194" y="98"/>
                      <a:pt x="188" y="94"/>
                      <a:pt x="181" y="93"/>
                    </a:cubicBezTo>
                    <a:lnTo>
                      <a:pt x="181" y="93"/>
                    </a:lnTo>
                    <a:cubicBezTo>
                      <a:pt x="179" y="94"/>
                      <a:pt x="176" y="98"/>
                      <a:pt x="184" y="104"/>
                    </a:cubicBezTo>
                    <a:cubicBezTo>
                      <a:pt x="189" y="109"/>
                      <a:pt x="184" y="117"/>
                      <a:pt x="177" y="117"/>
                    </a:cubicBezTo>
                    <a:cubicBezTo>
                      <a:pt x="176" y="117"/>
                      <a:pt x="174" y="116"/>
                      <a:pt x="172" y="116"/>
                    </a:cubicBezTo>
                    <a:cubicBezTo>
                      <a:pt x="172" y="116"/>
                      <a:pt x="171" y="118"/>
                      <a:pt x="170" y="119"/>
                    </a:cubicBezTo>
                    <a:cubicBezTo>
                      <a:pt x="168" y="121"/>
                      <a:pt x="175" y="129"/>
                      <a:pt x="174" y="130"/>
                    </a:cubicBezTo>
                    <a:cubicBezTo>
                      <a:pt x="174" y="130"/>
                      <a:pt x="171" y="132"/>
                      <a:pt x="178" y="139"/>
                    </a:cubicBezTo>
                    <a:cubicBezTo>
                      <a:pt x="178" y="140"/>
                      <a:pt x="177" y="141"/>
                      <a:pt x="176" y="141"/>
                    </a:cubicBezTo>
                    <a:cubicBezTo>
                      <a:pt x="174" y="141"/>
                      <a:pt x="172" y="140"/>
                      <a:pt x="168" y="137"/>
                    </a:cubicBezTo>
                    <a:lnTo>
                      <a:pt x="168" y="137"/>
                    </a:lnTo>
                    <a:cubicBezTo>
                      <a:pt x="175" y="144"/>
                      <a:pt x="178" y="147"/>
                      <a:pt x="178" y="147"/>
                    </a:cubicBezTo>
                    <a:cubicBezTo>
                      <a:pt x="177" y="147"/>
                      <a:pt x="173" y="144"/>
                      <a:pt x="165" y="140"/>
                    </a:cubicBezTo>
                    <a:cubicBezTo>
                      <a:pt x="158" y="135"/>
                      <a:pt x="154" y="133"/>
                      <a:pt x="154" y="133"/>
                    </a:cubicBezTo>
                    <a:lnTo>
                      <a:pt x="154" y="133"/>
                    </a:lnTo>
                    <a:cubicBezTo>
                      <a:pt x="153" y="133"/>
                      <a:pt x="156" y="136"/>
                      <a:pt x="164" y="142"/>
                    </a:cubicBezTo>
                    <a:cubicBezTo>
                      <a:pt x="167" y="146"/>
                      <a:pt x="169" y="148"/>
                      <a:pt x="168" y="148"/>
                    </a:cubicBezTo>
                    <a:cubicBezTo>
                      <a:pt x="167" y="148"/>
                      <a:pt x="165" y="147"/>
                      <a:pt x="161" y="146"/>
                    </a:cubicBezTo>
                    <a:cubicBezTo>
                      <a:pt x="158" y="144"/>
                      <a:pt x="156" y="143"/>
                      <a:pt x="155" y="143"/>
                    </a:cubicBezTo>
                    <a:lnTo>
                      <a:pt x="155" y="143"/>
                    </a:lnTo>
                    <a:cubicBezTo>
                      <a:pt x="154" y="143"/>
                      <a:pt x="155" y="145"/>
                      <a:pt x="160" y="148"/>
                    </a:cubicBezTo>
                    <a:cubicBezTo>
                      <a:pt x="171" y="157"/>
                      <a:pt x="176" y="164"/>
                      <a:pt x="172" y="164"/>
                    </a:cubicBezTo>
                    <a:cubicBezTo>
                      <a:pt x="171" y="164"/>
                      <a:pt x="168" y="163"/>
                      <a:pt x="164" y="160"/>
                    </a:cubicBezTo>
                    <a:lnTo>
                      <a:pt x="164" y="160"/>
                    </a:lnTo>
                    <a:cubicBezTo>
                      <a:pt x="163" y="160"/>
                      <a:pt x="161" y="161"/>
                      <a:pt x="169" y="168"/>
                    </a:cubicBezTo>
                    <a:cubicBezTo>
                      <a:pt x="177" y="174"/>
                      <a:pt x="180" y="177"/>
                      <a:pt x="180" y="177"/>
                    </a:cubicBezTo>
                    <a:cubicBezTo>
                      <a:pt x="179" y="177"/>
                      <a:pt x="175" y="175"/>
                      <a:pt x="168" y="170"/>
                    </a:cubicBezTo>
                    <a:cubicBezTo>
                      <a:pt x="160" y="167"/>
                      <a:pt x="156" y="165"/>
                      <a:pt x="154" y="165"/>
                    </a:cubicBezTo>
                    <a:lnTo>
                      <a:pt x="154" y="165"/>
                    </a:lnTo>
                    <a:cubicBezTo>
                      <a:pt x="152" y="165"/>
                      <a:pt x="156" y="168"/>
                      <a:pt x="165" y="175"/>
                    </a:cubicBezTo>
                    <a:cubicBezTo>
                      <a:pt x="165" y="175"/>
                      <a:pt x="169" y="179"/>
                      <a:pt x="166" y="179"/>
                    </a:cubicBezTo>
                    <a:cubicBezTo>
                      <a:pt x="165" y="179"/>
                      <a:pt x="164" y="179"/>
                      <a:pt x="162" y="178"/>
                    </a:cubicBezTo>
                    <a:cubicBezTo>
                      <a:pt x="162" y="178"/>
                      <a:pt x="161" y="178"/>
                      <a:pt x="160" y="178"/>
                    </a:cubicBezTo>
                    <a:cubicBezTo>
                      <a:pt x="150" y="178"/>
                      <a:pt x="138" y="185"/>
                      <a:pt x="156" y="192"/>
                    </a:cubicBezTo>
                    <a:lnTo>
                      <a:pt x="153" y="195"/>
                    </a:lnTo>
                    <a:cubicBezTo>
                      <a:pt x="143" y="195"/>
                      <a:pt x="142" y="197"/>
                      <a:pt x="150" y="203"/>
                    </a:cubicBezTo>
                    <a:lnTo>
                      <a:pt x="158" y="209"/>
                    </a:lnTo>
                    <a:cubicBezTo>
                      <a:pt x="152" y="206"/>
                      <a:pt x="145" y="204"/>
                      <a:pt x="142" y="204"/>
                    </a:cubicBezTo>
                    <a:cubicBezTo>
                      <a:pt x="140" y="204"/>
                      <a:pt x="139" y="204"/>
                      <a:pt x="139" y="205"/>
                    </a:cubicBezTo>
                    <a:cubicBezTo>
                      <a:pt x="138" y="206"/>
                      <a:pt x="138" y="206"/>
                      <a:pt x="147" y="210"/>
                    </a:cubicBezTo>
                    <a:cubicBezTo>
                      <a:pt x="156" y="212"/>
                      <a:pt x="156" y="213"/>
                      <a:pt x="155" y="215"/>
                    </a:cubicBezTo>
                    <a:cubicBezTo>
                      <a:pt x="154" y="216"/>
                      <a:pt x="153" y="216"/>
                      <a:pt x="152" y="216"/>
                    </a:cubicBezTo>
                    <a:cubicBezTo>
                      <a:pt x="148" y="216"/>
                      <a:pt x="142" y="215"/>
                      <a:pt x="135" y="213"/>
                    </a:cubicBezTo>
                    <a:lnTo>
                      <a:pt x="134" y="214"/>
                    </a:lnTo>
                    <a:cubicBezTo>
                      <a:pt x="147" y="219"/>
                      <a:pt x="150" y="221"/>
                      <a:pt x="148" y="221"/>
                    </a:cubicBezTo>
                    <a:cubicBezTo>
                      <a:pt x="147" y="221"/>
                      <a:pt x="145" y="221"/>
                      <a:pt x="142" y="220"/>
                    </a:cubicBezTo>
                    <a:cubicBezTo>
                      <a:pt x="140" y="220"/>
                      <a:pt x="139" y="219"/>
                      <a:pt x="138" y="219"/>
                    </a:cubicBezTo>
                    <a:cubicBezTo>
                      <a:pt x="133" y="219"/>
                      <a:pt x="132" y="221"/>
                      <a:pt x="131" y="222"/>
                    </a:cubicBezTo>
                    <a:lnTo>
                      <a:pt x="122" y="220"/>
                    </a:lnTo>
                    <a:cubicBezTo>
                      <a:pt x="121" y="220"/>
                      <a:pt x="120" y="220"/>
                      <a:pt x="119" y="220"/>
                    </a:cubicBezTo>
                    <a:lnTo>
                      <a:pt x="119" y="220"/>
                    </a:lnTo>
                    <a:cubicBezTo>
                      <a:pt x="115" y="220"/>
                      <a:pt x="123" y="222"/>
                      <a:pt x="131" y="224"/>
                    </a:cubicBezTo>
                    <a:lnTo>
                      <a:pt x="129" y="229"/>
                    </a:lnTo>
                    <a:cubicBezTo>
                      <a:pt x="129" y="231"/>
                      <a:pt x="128" y="232"/>
                      <a:pt x="138" y="233"/>
                    </a:cubicBezTo>
                    <a:cubicBezTo>
                      <a:pt x="147" y="235"/>
                      <a:pt x="156" y="239"/>
                      <a:pt x="156" y="240"/>
                    </a:cubicBezTo>
                    <a:cubicBezTo>
                      <a:pt x="147" y="238"/>
                      <a:pt x="140" y="236"/>
                      <a:pt x="137" y="236"/>
                    </a:cubicBezTo>
                    <a:cubicBezTo>
                      <a:pt x="137" y="236"/>
                      <a:pt x="137" y="236"/>
                      <a:pt x="137" y="237"/>
                    </a:cubicBezTo>
                    <a:cubicBezTo>
                      <a:pt x="136" y="237"/>
                      <a:pt x="135" y="238"/>
                      <a:pt x="133" y="238"/>
                    </a:cubicBezTo>
                    <a:cubicBezTo>
                      <a:pt x="131" y="238"/>
                      <a:pt x="127" y="237"/>
                      <a:pt x="127" y="237"/>
                    </a:cubicBezTo>
                    <a:cubicBezTo>
                      <a:pt x="123" y="235"/>
                      <a:pt x="120" y="234"/>
                      <a:pt x="118" y="234"/>
                    </a:cubicBezTo>
                    <a:lnTo>
                      <a:pt x="118" y="234"/>
                    </a:lnTo>
                    <a:cubicBezTo>
                      <a:pt x="112" y="234"/>
                      <a:pt x="117" y="242"/>
                      <a:pt x="124" y="244"/>
                    </a:cubicBezTo>
                    <a:cubicBezTo>
                      <a:pt x="135" y="250"/>
                      <a:pt x="139" y="253"/>
                      <a:pt x="135" y="253"/>
                    </a:cubicBezTo>
                    <a:cubicBezTo>
                      <a:pt x="133" y="253"/>
                      <a:pt x="129" y="252"/>
                      <a:pt x="123" y="251"/>
                    </a:cubicBezTo>
                    <a:cubicBezTo>
                      <a:pt x="120" y="251"/>
                      <a:pt x="118" y="250"/>
                      <a:pt x="117" y="250"/>
                    </a:cubicBezTo>
                    <a:lnTo>
                      <a:pt x="117" y="250"/>
                    </a:lnTo>
                    <a:cubicBezTo>
                      <a:pt x="110" y="250"/>
                      <a:pt x="126" y="257"/>
                      <a:pt x="149" y="262"/>
                    </a:cubicBezTo>
                    <a:lnTo>
                      <a:pt x="177" y="269"/>
                    </a:lnTo>
                    <a:lnTo>
                      <a:pt x="149" y="265"/>
                    </a:lnTo>
                    <a:cubicBezTo>
                      <a:pt x="133" y="263"/>
                      <a:pt x="124" y="262"/>
                      <a:pt x="120" y="262"/>
                    </a:cubicBezTo>
                    <a:cubicBezTo>
                      <a:pt x="114" y="262"/>
                      <a:pt x="118" y="264"/>
                      <a:pt x="129" y="269"/>
                    </a:cubicBezTo>
                    <a:cubicBezTo>
                      <a:pt x="135" y="273"/>
                      <a:pt x="137" y="274"/>
                      <a:pt x="134" y="274"/>
                    </a:cubicBezTo>
                    <a:cubicBezTo>
                      <a:pt x="133" y="274"/>
                      <a:pt x="131" y="274"/>
                      <a:pt x="128" y="274"/>
                    </a:cubicBezTo>
                    <a:cubicBezTo>
                      <a:pt x="126" y="273"/>
                      <a:pt x="124" y="273"/>
                      <a:pt x="123" y="273"/>
                    </a:cubicBezTo>
                    <a:cubicBezTo>
                      <a:pt x="118" y="273"/>
                      <a:pt x="118" y="275"/>
                      <a:pt x="118" y="280"/>
                    </a:cubicBezTo>
                    <a:cubicBezTo>
                      <a:pt x="116" y="287"/>
                      <a:pt x="116" y="289"/>
                      <a:pt x="125" y="289"/>
                    </a:cubicBezTo>
                    <a:cubicBezTo>
                      <a:pt x="125" y="289"/>
                      <a:pt x="125" y="291"/>
                      <a:pt x="125" y="294"/>
                    </a:cubicBezTo>
                    <a:cubicBezTo>
                      <a:pt x="108" y="295"/>
                      <a:pt x="114" y="298"/>
                      <a:pt x="128" y="298"/>
                    </a:cubicBezTo>
                    <a:cubicBezTo>
                      <a:pt x="130" y="298"/>
                      <a:pt x="132" y="298"/>
                      <a:pt x="134" y="298"/>
                    </a:cubicBezTo>
                    <a:lnTo>
                      <a:pt x="134" y="302"/>
                    </a:lnTo>
                    <a:lnTo>
                      <a:pt x="125" y="302"/>
                    </a:lnTo>
                    <a:cubicBezTo>
                      <a:pt x="115" y="302"/>
                      <a:pt x="115" y="306"/>
                      <a:pt x="115" y="324"/>
                    </a:cubicBezTo>
                    <a:cubicBezTo>
                      <a:pt x="114" y="344"/>
                      <a:pt x="114" y="346"/>
                      <a:pt x="133" y="346"/>
                    </a:cubicBezTo>
                    <a:cubicBezTo>
                      <a:pt x="152" y="348"/>
                      <a:pt x="152" y="350"/>
                      <a:pt x="133" y="350"/>
                    </a:cubicBezTo>
                    <a:cubicBezTo>
                      <a:pt x="126" y="351"/>
                      <a:pt x="118" y="352"/>
                      <a:pt x="121" y="352"/>
                    </a:cubicBezTo>
                    <a:cubicBezTo>
                      <a:pt x="121" y="352"/>
                      <a:pt x="122" y="352"/>
                      <a:pt x="124" y="352"/>
                    </a:cubicBezTo>
                    <a:lnTo>
                      <a:pt x="124" y="352"/>
                    </a:lnTo>
                    <a:cubicBezTo>
                      <a:pt x="124" y="352"/>
                      <a:pt x="124" y="356"/>
                      <a:pt x="114" y="360"/>
                    </a:cubicBezTo>
                    <a:cubicBezTo>
                      <a:pt x="100" y="366"/>
                      <a:pt x="103" y="368"/>
                      <a:pt x="109" y="368"/>
                    </a:cubicBezTo>
                    <a:cubicBezTo>
                      <a:pt x="111" y="368"/>
                      <a:pt x="113" y="368"/>
                      <a:pt x="115" y="368"/>
                    </a:cubicBezTo>
                    <a:cubicBezTo>
                      <a:pt x="122" y="367"/>
                      <a:pt x="125" y="366"/>
                      <a:pt x="125" y="366"/>
                    </a:cubicBezTo>
                    <a:lnTo>
                      <a:pt x="125" y="366"/>
                    </a:lnTo>
                    <a:cubicBezTo>
                      <a:pt x="127" y="366"/>
                      <a:pt x="121" y="368"/>
                      <a:pt x="115" y="370"/>
                    </a:cubicBezTo>
                    <a:cubicBezTo>
                      <a:pt x="108" y="373"/>
                      <a:pt x="100" y="376"/>
                      <a:pt x="104" y="376"/>
                    </a:cubicBezTo>
                    <a:cubicBezTo>
                      <a:pt x="104" y="376"/>
                      <a:pt x="105" y="376"/>
                      <a:pt x="106" y="376"/>
                    </a:cubicBezTo>
                    <a:cubicBezTo>
                      <a:pt x="115" y="377"/>
                      <a:pt x="127" y="388"/>
                      <a:pt x="109" y="391"/>
                    </a:cubicBezTo>
                    <a:cubicBezTo>
                      <a:pt x="109" y="391"/>
                      <a:pt x="109" y="393"/>
                      <a:pt x="109" y="396"/>
                    </a:cubicBezTo>
                    <a:cubicBezTo>
                      <a:pt x="110" y="395"/>
                      <a:pt x="112" y="395"/>
                      <a:pt x="113" y="395"/>
                    </a:cubicBezTo>
                    <a:cubicBezTo>
                      <a:pt x="119" y="395"/>
                      <a:pt x="119" y="399"/>
                      <a:pt x="120" y="402"/>
                    </a:cubicBezTo>
                    <a:cubicBezTo>
                      <a:pt x="121" y="407"/>
                      <a:pt x="121" y="409"/>
                      <a:pt x="112" y="411"/>
                    </a:cubicBezTo>
                    <a:cubicBezTo>
                      <a:pt x="102" y="411"/>
                      <a:pt x="103" y="414"/>
                      <a:pt x="113" y="416"/>
                    </a:cubicBezTo>
                    <a:cubicBezTo>
                      <a:pt x="113" y="416"/>
                      <a:pt x="115" y="417"/>
                      <a:pt x="117" y="417"/>
                    </a:cubicBezTo>
                    <a:cubicBezTo>
                      <a:pt x="121" y="417"/>
                      <a:pt x="126" y="416"/>
                      <a:pt x="129" y="416"/>
                    </a:cubicBezTo>
                    <a:cubicBezTo>
                      <a:pt x="131" y="416"/>
                      <a:pt x="133" y="416"/>
                      <a:pt x="133" y="417"/>
                    </a:cubicBezTo>
                    <a:cubicBezTo>
                      <a:pt x="139" y="416"/>
                      <a:pt x="144" y="415"/>
                      <a:pt x="148" y="415"/>
                    </a:cubicBezTo>
                    <a:cubicBezTo>
                      <a:pt x="150" y="415"/>
                      <a:pt x="152" y="415"/>
                      <a:pt x="152" y="416"/>
                    </a:cubicBezTo>
                    <a:lnTo>
                      <a:pt x="143" y="418"/>
                    </a:lnTo>
                    <a:lnTo>
                      <a:pt x="125" y="424"/>
                    </a:lnTo>
                    <a:cubicBezTo>
                      <a:pt x="125" y="425"/>
                      <a:pt x="126" y="427"/>
                      <a:pt x="128" y="427"/>
                    </a:cubicBezTo>
                    <a:cubicBezTo>
                      <a:pt x="130" y="427"/>
                      <a:pt x="132" y="426"/>
                      <a:pt x="135" y="425"/>
                    </a:cubicBezTo>
                    <a:lnTo>
                      <a:pt x="135" y="425"/>
                    </a:lnTo>
                    <a:cubicBezTo>
                      <a:pt x="127" y="430"/>
                      <a:pt x="128" y="433"/>
                      <a:pt x="129" y="436"/>
                    </a:cubicBezTo>
                    <a:cubicBezTo>
                      <a:pt x="130" y="440"/>
                      <a:pt x="131" y="443"/>
                      <a:pt x="137" y="443"/>
                    </a:cubicBezTo>
                    <a:cubicBezTo>
                      <a:pt x="138" y="443"/>
                      <a:pt x="139" y="443"/>
                      <a:pt x="141" y="443"/>
                    </a:cubicBezTo>
                    <a:lnTo>
                      <a:pt x="141" y="443"/>
                    </a:lnTo>
                    <a:cubicBezTo>
                      <a:pt x="127" y="450"/>
                      <a:pt x="129" y="460"/>
                      <a:pt x="139" y="460"/>
                    </a:cubicBezTo>
                    <a:cubicBezTo>
                      <a:pt x="141" y="460"/>
                      <a:pt x="144" y="460"/>
                      <a:pt x="148" y="458"/>
                    </a:cubicBezTo>
                    <a:cubicBezTo>
                      <a:pt x="150" y="457"/>
                      <a:pt x="152" y="457"/>
                      <a:pt x="153" y="457"/>
                    </a:cubicBezTo>
                    <a:lnTo>
                      <a:pt x="153" y="457"/>
                    </a:lnTo>
                    <a:cubicBezTo>
                      <a:pt x="155" y="457"/>
                      <a:pt x="154" y="459"/>
                      <a:pt x="149" y="463"/>
                    </a:cubicBezTo>
                    <a:cubicBezTo>
                      <a:pt x="144" y="466"/>
                      <a:pt x="142" y="468"/>
                      <a:pt x="144" y="468"/>
                    </a:cubicBezTo>
                    <a:cubicBezTo>
                      <a:pt x="145" y="468"/>
                      <a:pt x="147" y="467"/>
                      <a:pt x="151" y="466"/>
                    </a:cubicBezTo>
                    <a:cubicBezTo>
                      <a:pt x="152" y="466"/>
                      <a:pt x="153" y="466"/>
                      <a:pt x="154" y="466"/>
                    </a:cubicBezTo>
                    <a:lnTo>
                      <a:pt x="154" y="466"/>
                    </a:lnTo>
                    <a:cubicBezTo>
                      <a:pt x="158" y="466"/>
                      <a:pt x="151" y="472"/>
                      <a:pt x="146" y="478"/>
                    </a:cubicBezTo>
                    <a:cubicBezTo>
                      <a:pt x="133" y="485"/>
                      <a:pt x="131" y="488"/>
                      <a:pt x="135" y="488"/>
                    </a:cubicBezTo>
                    <a:cubicBezTo>
                      <a:pt x="136" y="488"/>
                      <a:pt x="138" y="488"/>
                      <a:pt x="140" y="488"/>
                    </a:cubicBezTo>
                    <a:cubicBezTo>
                      <a:pt x="141" y="487"/>
                      <a:pt x="142" y="487"/>
                      <a:pt x="143" y="487"/>
                    </a:cubicBezTo>
                    <a:cubicBezTo>
                      <a:pt x="151" y="487"/>
                      <a:pt x="152" y="491"/>
                      <a:pt x="153" y="492"/>
                    </a:cubicBezTo>
                    <a:cubicBezTo>
                      <a:pt x="164" y="491"/>
                      <a:pt x="165" y="493"/>
                      <a:pt x="171" y="486"/>
                    </a:cubicBezTo>
                    <a:cubicBezTo>
                      <a:pt x="177" y="483"/>
                      <a:pt x="183" y="480"/>
                      <a:pt x="188" y="478"/>
                    </a:cubicBezTo>
                    <a:cubicBezTo>
                      <a:pt x="189" y="477"/>
                      <a:pt x="190" y="477"/>
                      <a:pt x="191" y="477"/>
                    </a:cubicBezTo>
                    <a:lnTo>
                      <a:pt x="191" y="477"/>
                    </a:lnTo>
                    <a:cubicBezTo>
                      <a:pt x="196" y="477"/>
                      <a:pt x="192" y="480"/>
                      <a:pt x="190" y="480"/>
                    </a:cubicBezTo>
                    <a:cubicBezTo>
                      <a:pt x="190" y="480"/>
                      <a:pt x="189" y="480"/>
                      <a:pt x="189" y="480"/>
                    </a:cubicBezTo>
                    <a:cubicBezTo>
                      <a:pt x="180" y="481"/>
                      <a:pt x="180" y="483"/>
                      <a:pt x="174" y="490"/>
                    </a:cubicBezTo>
                    <a:cubicBezTo>
                      <a:pt x="167" y="497"/>
                      <a:pt x="169" y="500"/>
                      <a:pt x="170" y="502"/>
                    </a:cubicBezTo>
                    <a:lnTo>
                      <a:pt x="176" y="509"/>
                    </a:lnTo>
                    <a:cubicBezTo>
                      <a:pt x="173" y="516"/>
                      <a:pt x="172" y="520"/>
                      <a:pt x="175" y="520"/>
                    </a:cubicBezTo>
                    <a:cubicBezTo>
                      <a:pt x="176" y="520"/>
                      <a:pt x="178" y="519"/>
                      <a:pt x="180" y="517"/>
                    </a:cubicBezTo>
                    <a:lnTo>
                      <a:pt x="188" y="510"/>
                    </a:lnTo>
                    <a:lnTo>
                      <a:pt x="188" y="510"/>
                    </a:lnTo>
                    <a:cubicBezTo>
                      <a:pt x="177" y="521"/>
                      <a:pt x="185" y="535"/>
                      <a:pt x="196" y="535"/>
                    </a:cubicBezTo>
                    <a:cubicBezTo>
                      <a:pt x="199" y="535"/>
                      <a:pt x="202" y="534"/>
                      <a:pt x="205" y="531"/>
                    </a:cubicBezTo>
                    <a:lnTo>
                      <a:pt x="205" y="531"/>
                    </a:lnTo>
                    <a:lnTo>
                      <a:pt x="198" y="538"/>
                    </a:lnTo>
                    <a:cubicBezTo>
                      <a:pt x="192" y="544"/>
                      <a:pt x="193" y="546"/>
                      <a:pt x="196" y="549"/>
                    </a:cubicBezTo>
                    <a:cubicBezTo>
                      <a:pt x="197" y="550"/>
                      <a:pt x="211" y="549"/>
                      <a:pt x="215" y="554"/>
                    </a:cubicBezTo>
                    <a:cubicBezTo>
                      <a:pt x="219" y="557"/>
                      <a:pt x="222" y="560"/>
                      <a:pt x="226" y="560"/>
                    </a:cubicBezTo>
                    <a:cubicBezTo>
                      <a:pt x="228" y="560"/>
                      <a:pt x="230" y="559"/>
                      <a:pt x="232" y="556"/>
                    </a:cubicBezTo>
                    <a:lnTo>
                      <a:pt x="232" y="556"/>
                    </a:lnTo>
                    <a:cubicBezTo>
                      <a:pt x="234" y="557"/>
                      <a:pt x="234" y="557"/>
                      <a:pt x="229" y="565"/>
                    </a:cubicBezTo>
                    <a:cubicBezTo>
                      <a:pt x="221" y="572"/>
                      <a:pt x="223" y="573"/>
                      <a:pt x="224" y="574"/>
                    </a:cubicBezTo>
                    <a:cubicBezTo>
                      <a:pt x="224" y="574"/>
                      <a:pt x="224" y="574"/>
                      <a:pt x="224" y="574"/>
                    </a:cubicBezTo>
                    <a:cubicBezTo>
                      <a:pt x="227" y="574"/>
                      <a:pt x="232" y="567"/>
                      <a:pt x="237" y="560"/>
                    </a:cubicBezTo>
                    <a:cubicBezTo>
                      <a:pt x="239" y="557"/>
                      <a:pt x="241" y="555"/>
                      <a:pt x="242" y="555"/>
                    </a:cubicBezTo>
                    <a:cubicBezTo>
                      <a:pt x="243" y="555"/>
                      <a:pt x="243" y="558"/>
                      <a:pt x="242" y="564"/>
                    </a:cubicBezTo>
                    <a:cubicBezTo>
                      <a:pt x="240" y="571"/>
                      <a:pt x="244" y="575"/>
                      <a:pt x="249" y="575"/>
                    </a:cubicBezTo>
                    <a:cubicBezTo>
                      <a:pt x="251" y="575"/>
                      <a:pt x="253" y="574"/>
                      <a:pt x="255" y="573"/>
                    </a:cubicBezTo>
                    <a:lnTo>
                      <a:pt x="255" y="573"/>
                    </a:lnTo>
                    <a:cubicBezTo>
                      <a:pt x="258" y="574"/>
                      <a:pt x="260" y="575"/>
                      <a:pt x="254" y="584"/>
                    </a:cubicBezTo>
                    <a:cubicBezTo>
                      <a:pt x="253" y="590"/>
                      <a:pt x="252" y="596"/>
                      <a:pt x="255" y="596"/>
                    </a:cubicBezTo>
                    <a:cubicBezTo>
                      <a:pt x="257" y="596"/>
                      <a:pt x="260" y="594"/>
                      <a:pt x="264" y="590"/>
                    </a:cubicBezTo>
                    <a:lnTo>
                      <a:pt x="264" y="590"/>
                    </a:lnTo>
                    <a:cubicBezTo>
                      <a:pt x="265" y="591"/>
                      <a:pt x="265" y="591"/>
                      <a:pt x="262" y="599"/>
                    </a:cubicBezTo>
                    <a:cubicBezTo>
                      <a:pt x="260" y="604"/>
                      <a:pt x="258" y="609"/>
                      <a:pt x="259" y="609"/>
                    </a:cubicBezTo>
                    <a:cubicBezTo>
                      <a:pt x="260" y="609"/>
                      <a:pt x="261" y="607"/>
                      <a:pt x="265" y="601"/>
                    </a:cubicBezTo>
                    <a:cubicBezTo>
                      <a:pt x="268" y="598"/>
                      <a:pt x="271" y="597"/>
                      <a:pt x="273" y="597"/>
                    </a:cubicBezTo>
                    <a:cubicBezTo>
                      <a:pt x="277" y="597"/>
                      <a:pt x="279" y="601"/>
                      <a:pt x="280" y="607"/>
                    </a:cubicBezTo>
                    <a:cubicBezTo>
                      <a:pt x="280" y="608"/>
                      <a:pt x="281" y="608"/>
                      <a:pt x="282" y="608"/>
                    </a:cubicBezTo>
                    <a:cubicBezTo>
                      <a:pt x="283" y="608"/>
                      <a:pt x="285" y="607"/>
                      <a:pt x="287" y="601"/>
                    </a:cubicBezTo>
                    <a:lnTo>
                      <a:pt x="291" y="593"/>
                    </a:lnTo>
                    <a:lnTo>
                      <a:pt x="291" y="593"/>
                    </a:lnTo>
                    <a:cubicBezTo>
                      <a:pt x="288" y="602"/>
                      <a:pt x="287" y="607"/>
                      <a:pt x="287" y="607"/>
                    </a:cubicBezTo>
                    <a:cubicBezTo>
                      <a:pt x="288" y="607"/>
                      <a:pt x="290" y="602"/>
                      <a:pt x="295" y="594"/>
                    </a:cubicBezTo>
                    <a:cubicBezTo>
                      <a:pt x="297" y="590"/>
                      <a:pt x="298" y="588"/>
                      <a:pt x="299" y="588"/>
                    </a:cubicBezTo>
                    <a:lnTo>
                      <a:pt x="299" y="588"/>
                    </a:lnTo>
                    <a:cubicBezTo>
                      <a:pt x="299" y="588"/>
                      <a:pt x="299" y="590"/>
                      <a:pt x="297" y="595"/>
                    </a:cubicBezTo>
                    <a:cubicBezTo>
                      <a:pt x="296" y="605"/>
                      <a:pt x="297" y="605"/>
                      <a:pt x="297" y="605"/>
                    </a:cubicBezTo>
                    <a:cubicBezTo>
                      <a:pt x="297" y="605"/>
                      <a:pt x="298" y="605"/>
                      <a:pt x="298" y="605"/>
                    </a:cubicBezTo>
                    <a:cubicBezTo>
                      <a:pt x="301" y="605"/>
                      <a:pt x="307" y="604"/>
                      <a:pt x="314" y="604"/>
                    </a:cubicBezTo>
                    <a:cubicBezTo>
                      <a:pt x="317" y="604"/>
                      <a:pt x="320" y="604"/>
                      <a:pt x="323" y="605"/>
                    </a:cubicBezTo>
                    <a:cubicBezTo>
                      <a:pt x="330" y="608"/>
                      <a:pt x="335" y="609"/>
                      <a:pt x="339" y="609"/>
                    </a:cubicBezTo>
                    <a:cubicBezTo>
                      <a:pt x="343" y="609"/>
                      <a:pt x="346" y="607"/>
                      <a:pt x="346" y="602"/>
                    </a:cubicBezTo>
                    <a:cubicBezTo>
                      <a:pt x="348" y="598"/>
                      <a:pt x="349" y="595"/>
                      <a:pt x="350" y="595"/>
                    </a:cubicBezTo>
                    <a:cubicBezTo>
                      <a:pt x="351" y="595"/>
                      <a:pt x="351" y="598"/>
                      <a:pt x="351" y="603"/>
                    </a:cubicBezTo>
                    <a:cubicBezTo>
                      <a:pt x="351" y="613"/>
                      <a:pt x="353" y="613"/>
                      <a:pt x="355" y="614"/>
                    </a:cubicBezTo>
                    <a:cubicBezTo>
                      <a:pt x="357" y="614"/>
                      <a:pt x="360" y="614"/>
                      <a:pt x="357" y="624"/>
                    </a:cubicBezTo>
                    <a:cubicBezTo>
                      <a:pt x="360" y="617"/>
                      <a:pt x="361" y="615"/>
                      <a:pt x="362" y="615"/>
                    </a:cubicBezTo>
                    <a:cubicBezTo>
                      <a:pt x="362" y="615"/>
                      <a:pt x="362" y="615"/>
                      <a:pt x="363" y="615"/>
                    </a:cubicBezTo>
                    <a:cubicBezTo>
                      <a:pt x="362" y="620"/>
                      <a:pt x="363" y="622"/>
                      <a:pt x="364" y="622"/>
                    </a:cubicBezTo>
                    <a:cubicBezTo>
                      <a:pt x="364" y="622"/>
                      <a:pt x="366" y="620"/>
                      <a:pt x="367" y="615"/>
                    </a:cubicBezTo>
                    <a:cubicBezTo>
                      <a:pt x="370" y="607"/>
                      <a:pt x="371" y="602"/>
                      <a:pt x="371" y="602"/>
                    </a:cubicBezTo>
                    <a:lnTo>
                      <a:pt x="371" y="602"/>
                    </a:lnTo>
                    <a:cubicBezTo>
                      <a:pt x="371" y="602"/>
                      <a:pt x="370" y="607"/>
                      <a:pt x="370" y="616"/>
                    </a:cubicBezTo>
                    <a:cubicBezTo>
                      <a:pt x="369" y="623"/>
                      <a:pt x="371" y="630"/>
                      <a:pt x="373" y="630"/>
                    </a:cubicBezTo>
                    <a:cubicBezTo>
                      <a:pt x="373" y="630"/>
                      <a:pt x="373" y="628"/>
                      <a:pt x="373" y="625"/>
                    </a:cubicBezTo>
                    <a:cubicBezTo>
                      <a:pt x="374" y="616"/>
                      <a:pt x="378" y="616"/>
                      <a:pt x="380" y="607"/>
                    </a:cubicBezTo>
                    <a:cubicBezTo>
                      <a:pt x="382" y="607"/>
                      <a:pt x="384" y="607"/>
                      <a:pt x="384" y="618"/>
                    </a:cubicBezTo>
                    <a:cubicBezTo>
                      <a:pt x="385" y="620"/>
                      <a:pt x="386" y="621"/>
                      <a:pt x="388" y="621"/>
                    </a:cubicBezTo>
                    <a:cubicBezTo>
                      <a:pt x="392" y="621"/>
                      <a:pt x="397" y="615"/>
                      <a:pt x="398" y="609"/>
                    </a:cubicBezTo>
                    <a:cubicBezTo>
                      <a:pt x="398" y="604"/>
                      <a:pt x="398" y="601"/>
                      <a:pt x="399" y="601"/>
                    </a:cubicBezTo>
                    <a:cubicBezTo>
                      <a:pt x="399" y="601"/>
                      <a:pt x="400" y="604"/>
                      <a:pt x="400" y="609"/>
                    </a:cubicBezTo>
                    <a:cubicBezTo>
                      <a:pt x="401" y="618"/>
                      <a:pt x="403" y="618"/>
                      <a:pt x="406" y="618"/>
                    </a:cubicBezTo>
                    <a:cubicBezTo>
                      <a:pt x="406" y="615"/>
                      <a:pt x="406" y="613"/>
                      <a:pt x="407" y="613"/>
                    </a:cubicBezTo>
                    <a:cubicBezTo>
                      <a:pt x="407" y="613"/>
                      <a:pt x="408" y="620"/>
                      <a:pt x="408" y="627"/>
                    </a:cubicBezTo>
                    <a:cubicBezTo>
                      <a:pt x="407" y="634"/>
                      <a:pt x="408" y="636"/>
                      <a:pt x="410" y="636"/>
                    </a:cubicBezTo>
                    <a:cubicBezTo>
                      <a:pt x="411" y="636"/>
                      <a:pt x="412" y="636"/>
                      <a:pt x="413" y="636"/>
                    </a:cubicBezTo>
                    <a:cubicBezTo>
                      <a:pt x="415" y="627"/>
                      <a:pt x="423" y="625"/>
                      <a:pt x="430" y="625"/>
                    </a:cubicBezTo>
                    <a:cubicBezTo>
                      <a:pt x="441" y="624"/>
                      <a:pt x="441" y="614"/>
                      <a:pt x="443" y="595"/>
                    </a:cubicBezTo>
                    <a:lnTo>
                      <a:pt x="441" y="576"/>
                    </a:lnTo>
                    <a:lnTo>
                      <a:pt x="445" y="595"/>
                    </a:lnTo>
                    <a:cubicBezTo>
                      <a:pt x="446" y="604"/>
                      <a:pt x="453" y="622"/>
                      <a:pt x="453" y="622"/>
                    </a:cubicBezTo>
                    <a:cubicBezTo>
                      <a:pt x="455" y="622"/>
                      <a:pt x="453" y="613"/>
                      <a:pt x="450" y="603"/>
                    </a:cubicBezTo>
                    <a:cubicBezTo>
                      <a:pt x="450" y="598"/>
                      <a:pt x="450" y="596"/>
                      <a:pt x="451" y="596"/>
                    </a:cubicBezTo>
                    <a:cubicBezTo>
                      <a:pt x="452" y="596"/>
                      <a:pt x="454" y="598"/>
                      <a:pt x="457" y="602"/>
                    </a:cubicBezTo>
                    <a:cubicBezTo>
                      <a:pt x="460" y="606"/>
                      <a:pt x="462" y="608"/>
                      <a:pt x="463" y="608"/>
                    </a:cubicBezTo>
                    <a:cubicBezTo>
                      <a:pt x="464" y="608"/>
                      <a:pt x="465" y="606"/>
                      <a:pt x="465" y="601"/>
                    </a:cubicBezTo>
                    <a:cubicBezTo>
                      <a:pt x="466" y="600"/>
                      <a:pt x="466" y="600"/>
                      <a:pt x="467" y="600"/>
                    </a:cubicBezTo>
                    <a:cubicBezTo>
                      <a:pt x="469" y="600"/>
                      <a:pt x="471" y="602"/>
                      <a:pt x="474" y="609"/>
                    </a:cubicBezTo>
                    <a:cubicBezTo>
                      <a:pt x="476" y="607"/>
                      <a:pt x="476" y="607"/>
                      <a:pt x="473" y="599"/>
                    </a:cubicBezTo>
                    <a:cubicBezTo>
                      <a:pt x="472" y="594"/>
                      <a:pt x="472" y="592"/>
                      <a:pt x="473" y="592"/>
                    </a:cubicBezTo>
                    <a:lnTo>
                      <a:pt x="473" y="592"/>
                    </a:lnTo>
                    <a:cubicBezTo>
                      <a:pt x="473" y="592"/>
                      <a:pt x="475" y="594"/>
                      <a:pt x="477" y="597"/>
                    </a:cubicBezTo>
                    <a:cubicBezTo>
                      <a:pt x="482" y="607"/>
                      <a:pt x="485" y="611"/>
                      <a:pt x="488" y="611"/>
                    </a:cubicBezTo>
                    <a:cubicBezTo>
                      <a:pt x="489" y="611"/>
                      <a:pt x="490" y="608"/>
                      <a:pt x="488" y="604"/>
                    </a:cubicBezTo>
                    <a:cubicBezTo>
                      <a:pt x="485" y="595"/>
                      <a:pt x="487" y="595"/>
                      <a:pt x="490" y="594"/>
                    </a:cubicBezTo>
                    <a:cubicBezTo>
                      <a:pt x="492" y="594"/>
                      <a:pt x="493" y="593"/>
                      <a:pt x="492" y="584"/>
                    </a:cubicBezTo>
                    <a:lnTo>
                      <a:pt x="496" y="583"/>
                    </a:lnTo>
                    <a:cubicBezTo>
                      <a:pt x="496" y="583"/>
                      <a:pt x="496" y="583"/>
                      <a:pt x="497" y="583"/>
                    </a:cubicBezTo>
                    <a:cubicBezTo>
                      <a:pt x="498" y="583"/>
                      <a:pt x="500" y="591"/>
                      <a:pt x="497" y="592"/>
                    </a:cubicBezTo>
                    <a:lnTo>
                      <a:pt x="503" y="600"/>
                    </a:lnTo>
                    <a:cubicBezTo>
                      <a:pt x="506" y="599"/>
                      <a:pt x="509" y="597"/>
                      <a:pt x="508" y="588"/>
                    </a:cubicBezTo>
                    <a:cubicBezTo>
                      <a:pt x="505" y="579"/>
                      <a:pt x="503" y="575"/>
                      <a:pt x="504" y="575"/>
                    </a:cubicBezTo>
                    <a:lnTo>
                      <a:pt x="504" y="575"/>
                    </a:lnTo>
                    <a:cubicBezTo>
                      <a:pt x="504" y="575"/>
                      <a:pt x="506" y="579"/>
                      <a:pt x="510" y="587"/>
                    </a:cubicBezTo>
                    <a:cubicBezTo>
                      <a:pt x="512" y="593"/>
                      <a:pt x="515" y="599"/>
                      <a:pt x="517" y="599"/>
                    </a:cubicBezTo>
                    <a:cubicBezTo>
                      <a:pt x="517" y="599"/>
                      <a:pt x="517" y="598"/>
                      <a:pt x="517" y="595"/>
                    </a:cubicBezTo>
                    <a:cubicBezTo>
                      <a:pt x="514" y="587"/>
                      <a:pt x="514" y="583"/>
                      <a:pt x="515" y="583"/>
                    </a:cubicBezTo>
                    <a:lnTo>
                      <a:pt x="515" y="583"/>
                    </a:lnTo>
                    <a:cubicBezTo>
                      <a:pt x="516" y="583"/>
                      <a:pt x="519" y="588"/>
                      <a:pt x="521" y="593"/>
                    </a:cubicBezTo>
                    <a:cubicBezTo>
                      <a:pt x="524" y="602"/>
                      <a:pt x="525" y="606"/>
                      <a:pt x="526" y="606"/>
                    </a:cubicBezTo>
                    <a:cubicBezTo>
                      <a:pt x="527" y="606"/>
                      <a:pt x="527" y="601"/>
                      <a:pt x="527" y="591"/>
                    </a:cubicBezTo>
                    <a:cubicBezTo>
                      <a:pt x="531" y="588"/>
                      <a:pt x="534" y="576"/>
                      <a:pt x="539" y="574"/>
                    </a:cubicBezTo>
                    <a:cubicBezTo>
                      <a:pt x="543" y="571"/>
                      <a:pt x="546" y="570"/>
                      <a:pt x="549" y="570"/>
                    </a:cubicBezTo>
                    <a:cubicBezTo>
                      <a:pt x="551" y="570"/>
                      <a:pt x="554" y="571"/>
                      <a:pt x="557" y="574"/>
                    </a:cubicBezTo>
                    <a:cubicBezTo>
                      <a:pt x="558" y="576"/>
                      <a:pt x="560" y="578"/>
                      <a:pt x="561" y="580"/>
                    </a:cubicBezTo>
                    <a:lnTo>
                      <a:pt x="561" y="580"/>
                    </a:lnTo>
                    <a:cubicBezTo>
                      <a:pt x="552" y="566"/>
                      <a:pt x="554" y="565"/>
                      <a:pt x="559" y="562"/>
                    </a:cubicBezTo>
                    <a:lnTo>
                      <a:pt x="559" y="562"/>
                    </a:lnTo>
                    <a:cubicBezTo>
                      <a:pt x="561" y="562"/>
                      <a:pt x="562" y="563"/>
                      <a:pt x="563" y="563"/>
                    </a:cubicBezTo>
                    <a:cubicBezTo>
                      <a:pt x="568" y="563"/>
                      <a:pt x="566" y="554"/>
                      <a:pt x="562" y="547"/>
                    </a:cubicBezTo>
                    <a:lnTo>
                      <a:pt x="560" y="549"/>
                    </a:lnTo>
                    <a:cubicBezTo>
                      <a:pt x="552" y="540"/>
                      <a:pt x="550" y="536"/>
                      <a:pt x="552" y="536"/>
                    </a:cubicBezTo>
                    <a:lnTo>
                      <a:pt x="552" y="536"/>
                    </a:lnTo>
                    <a:cubicBezTo>
                      <a:pt x="553" y="536"/>
                      <a:pt x="555" y="537"/>
                      <a:pt x="558" y="539"/>
                    </a:cubicBezTo>
                    <a:cubicBezTo>
                      <a:pt x="558" y="539"/>
                      <a:pt x="559" y="539"/>
                      <a:pt x="559" y="539"/>
                    </a:cubicBezTo>
                    <a:cubicBezTo>
                      <a:pt x="562" y="539"/>
                      <a:pt x="567" y="546"/>
                      <a:pt x="573" y="551"/>
                    </a:cubicBezTo>
                    <a:cubicBezTo>
                      <a:pt x="577" y="558"/>
                      <a:pt x="584" y="563"/>
                      <a:pt x="587" y="563"/>
                    </a:cubicBezTo>
                    <a:cubicBezTo>
                      <a:pt x="587" y="563"/>
                      <a:pt x="588" y="563"/>
                      <a:pt x="588" y="563"/>
                    </a:cubicBezTo>
                    <a:cubicBezTo>
                      <a:pt x="589" y="562"/>
                      <a:pt x="592" y="560"/>
                      <a:pt x="584" y="555"/>
                    </a:cubicBezTo>
                    <a:cubicBezTo>
                      <a:pt x="577" y="548"/>
                      <a:pt x="577" y="548"/>
                      <a:pt x="578" y="546"/>
                    </a:cubicBezTo>
                    <a:cubicBezTo>
                      <a:pt x="580" y="545"/>
                      <a:pt x="582" y="544"/>
                      <a:pt x="576" y="536"/>
                    </a:cubicBezTo>
                    <a:cubicBezTo>
                      <a:pt x="570" y="529"/>
                      <a:pt x="571" y="528"/>
                      <a:pt x="573" y="527"/>
                    </a:cubicBezTo>
                    <a:lnTo>
                      <a:pt x="573" y="527"/>
                    </a:lnTo>
                    <a:cubicBezTo>
                      <a:pt x="576" y="529"/>
                      <a:pt x="579" y="530"/>
                      <a:pt x="581" y="530"/>
                    </a:cubicBezTo>
                    <a:cubicBezTo>
                      <a:pt x="583" y="530"/>
                      <a:pt x="584" y="529"/>
                      <a:pt x="584" y="529"/>
                    </a:cubicBezTo>
                    <a:lnTo>
                      <a:pt x="590" y="535"/>
                    </a:lnTo>
                    <a:cubicBezTo>
                      <a:pt x="595" y="539"/>
                      <a:pt x="601" y="543"/>
                      <a:pt x="606" y="546"/>
                    </a:cubicBezTo>
                    <a:cubicBezTo>
                      <a:pt x="607" y="545"/>
                      <a:pt x="601" y="538"/>
                      <a:pt x="601" y="538"/>
                    </a:cubicBezTo>
                    <a:cubicBezTo>
                      <a:pt x="595" y="532"/>
                      <a:pt x="627" y="493"/>
                      <a:pt x="630" y="486"/>
                    </a:cubicBezTo>
                    <a:cubicBezTo>
                      <a:pt x="631" y="487"/>
                      <a:pt x="633" y="487"/>
                      <a:pt x="634" y="487"/>
                    </a:cubicBezTo>
                    <a:cubicBezTo>
                      <a:pt x="642" y="487"/>
                      <a:pt x="643" y="483"/>
                      <a:pt x="634" y="480"/>
                    </a:cubicBezTo>
                    <a:cubicBezTo>
                      <a:pt x="626" y="475"/>
                      <a:pt x="632" y="466"/>
                      <a:pt x="638" y="455"/>
                    </a:cubicBezTo>
                    <a:cubicBezTo>
                      <a:pt x="644" y="443"/>
                      <a:pt x="649" y="433"/>
                      <a:pt x="640" y="429"/>
                    </a:cubicBezTo>
                    <a:lnTo>
                      <a:pt x="642" y="424"/>
                    </a:lnTo>
                    <a:cubicBezTo>
                      <a:pt x="643" y="420"/>
                      <a:pt x="636" y="414"/>
                      <a:pt x="636" y="411"/>
                    </a:cubicBezTo>
                    <a:cubicBezTo>
                      <a:pt x="632" y="409"/>
                      <a:pt x="630" y="407"/>
                      <a:pt x="631" y="407"/>
                    </a:cubicBezTo>
                    <a:lnTo>
                      <a:pt x="631" y="407"/>
                    </a:lnTo>
                    <a:cubicBezTo>
                      <a:pt x="631" y="407"/>
                      <a:pt x="634" y="408"/>
                      <a:pt x="638" y="410"/>
                    </a:cubicBezTo>
                    <a:cubicBezTo>
                      <a:pt x="644" y="412"/>
                      <a:pt x="651" y="414"/>
                      <a:pt x="654" y="414"/>
                    </a:cubicBezTo>
                    <a:cubicBezTo>
                      <a:pt x="655" y="414"/>
                      <a:pt x="655" y="414"/>
                      <a:pt x="655" y="414"/>
                    </a:cubicBezTo>
                    <a:cubicBezTo>
                      <a:pt x="658" y="409"/>
                      <a:pt x="648" y="407"/>
                      <a:pt x="639" y="405"/>
                    </a:cubicBezTo>
                    <a:cubicBezTo>
                      <a:pt x="630" y="402"/>
                      <a:pt x="631" y="400"/>
                      <a:pt x="631" y="400"/>
                    </a:cubicBezTo>
                    <a:cubicBezTo>
                      <a:pt x="631" y="399"/>
                      <a:pt x="631" y="399"/>
                      <a:pt x="632" y="399"/>
                    </a:cubicBezTo>
                    <a:cubicBezTo>
                      <a:pt x="633" y="399"/>
                      <a:pt x="635" y="399"/>
                      <a:pt x="640" y="401"/>
                    </a:cubicBezTo>
                    <a:lnTo>
                      <a:pt x="659" y="406"/>
                    </a:lnTo>
                    <a:lnTo>
                      <a:pt x="659" y="404"/>
                    </a:lnTo>
                    <a:cubicBezTo>
                      <a:pt x="650" y="401"/>
                      <a:pt x="650" y="399"/>
                      <a:pt x="650" y="399"/>
                    </a:cubicBezTo>
                    <a:cubicBezTo>
                      <a:pt x="650" y="399"/>
                      <a:pt x="651" y="398"/>
                      <a:pt x="652" y="398"/>
                    </a:cubicBezTo>
                    <a:cubicBezTo>
                      <a:pt x="653" y="398"/>
                      <a:pt x="658" y="399"/>
                      <a:pt x="669" y="401"/>
                    </a:cubicBezTo>
                    <a:cubicBezTo>
                      <a:pt x="676" y="403"/>
                      <a:pt x="680" y="404"/>
                      <a:pt x="682" y="404"/>
                    </a:cubicBezTo>
                    <a:cubicBezTo>
                      <a:pt x="686" y="404"/>
                      <a:pt x="681" y="401"/>
                      <a:pt x="670" y="398"/>
                    </a:cubicBezTo>
                    <a:lnTo>
                      <a:pt x="662" y="391"/>
                    </a:lnTo>
                    <a:lnTo>
                      <a:pt x="662" y="391"/>
                    </a:lnTo>
                    <a:cubicBezTo>
                      <a:pt x="665" y="391"/>
                      <a:pt x="666" y="392"/>
                      <a:pt x="668" y="392"/>
                    </a:cubicBezTo>
                    <a:cubicBezTo>
                      <a:pt x="677" y="392"/>
                      <a:pt x="662" y="385"/>
                      <a:pt x="654" y="382"/>
                    </a:cubicBezTo>
                    <a:lnTo>
                      <a:pt x="654" y="382"/>
                    </a:lnTo>
                    <a:cubicBezTo>
                      <a:pt x="658" y="382"/>
                      <a:pt x="660" y="383"/>
                      <a:pt x="662" y="383"/>
                    </a:cubicBezTo>
                    <a:cubicBezTo>
                      <a:pt x="673" y="383"/>
                      <a:pt x="671" y="380"/>
                      <a:pt x="655" y="376"/>
                    </a:cubicBezTo>
                    <a:cubicBezTo>
                      <a:pt x="647" y="374"/>
                      <a:pt x="647" y="372"/>
                      <a:pt x="657" y="372"/>
                    </a:cubicBezTo>
                    <a:cubicBezTo>
                      <a:pt x="667" y="371"/>
                      <a:pt x="667" y="369"/>
                      <a:pt x="667" y="365"/>
                    </a:cubicBezTo>
                    <a:cubicBezTo>
                      <a:pt x="658" y="361"/>
                      <a:pt x="660" y="349"/>
                      <a:pt x="660" y="331"/>
                    </a:cubicBezTo>
                    <a:cubicBezTo>
                      <a:pt x="661" y="311"/>
                      <a:pt x="661" y="298"/>
                      <a:pt x="652" y="298"/>
                    </a:cubicBezTo>
                    <a:cubicBezTo>
                      <a:pt x="652" y="298"/>
                      <a:pt x="651" y="298"/>
                      <a:pt x="651" y="298"/>
                    </a:cubicBezTo>
                    <a:cubicBezTo>
                      <a:pt x="651" y="296"/>
                      <a:pt x="651" y="296"/>
                      <a:pt x="661" y="294"/>
                    </a:cubicBezTo>
                    <a:cubicBezTo>
                      <a:pt x="670" y="294"/>
                      <a:pt x="670" y="291"/>
                      <a:pt x="651" y="290"/>
                    </a:cubicBezTo>
                    <a:cubicBezTo>
                      <a:pt x="642" y="289"/>
                      <a:pt x="632" y="290"/>
                      <a:pt x="651" y="288"/>
                    </a:cubicBezTo>
                    <a:cubicBezTo>
                      <a:pt x="661" y="288"/>
                      <a:pt x="661" y="284"/>
                      <a:pt x="660" y="276"/>
                    </a:cubicBezTo>
                    <a:cubicBezTo>
                      <a:pt x="660" y="271"/>
                      <a:pt x="659" y="263"/>
                      <a:pt x="652" y="263"/>
                    </a:cubicBezTo>
                    <a:cubicBezTo>
                      <a:pt x="651" y="263"/>
                      <a:pt x="650" y="263"/>
                      <a:pt x="649" y="263"/>
                    </a:cubicBezTo>
                    <a:cubicBezTo>
                      <a:pt x="640" y="261"/>
                      <a:pt x="640" y="261"/>
                      <a:pt x="649" y="261"/>
                    </a:cubicBezTo>
                    <a:cubicBezTo>
                      <a:pt x="668" y="260"/>
                      <a:pt x="676" y="248"/>
                      <a:pt x="655" y="246"/>
                    </a:cubicBezTo>
                    <a:cubicBezTo>
                      <a:pt x="655" y="243"/>
                      <a:pt x="655" y="241"/>
                      <a:pt x="664" y="239"/>
                    </a:cubicBezTo>
                    <a:cubicBezTo>
                      <a:pt x="663" y="237"/>
                      <a:pt x="663" y="235"/>
                      <a:pt x="652" y="231"/>
                    </a:cubicBezTo>
                    <a:lnTo>
                      <a:pt x="649" y="218"/>
                    </a:lnTo>
                    <a:cubicBezTo>
                      <a:pt x="648" y="213"/>
                      <a:pt x="638" y="213"/>
                      <a:pt x="638" y="213"/>
                    </a:cubicBezTo>
                    <a:cubicBezTo>
                      <a:pt x="637" y="212"/>
                      <a:pt x="637" y="211"/>
                      <a:pt x="637" y="211"/>
                    </a:cubicBezTo>
                    <a:lnTo>
                      <a:pt x="637" y="211"/>
                    </a:lnTo>
                    <a:cubicBezTo>
                      <a:pt x="645" y="207"/>
                      <a:pt x="642" y="198"/>
                      <a:pt x="636" y="185"/>
                    </a:cubicBezTo>
                    <a:cubicBezTo>
                      <a:pt x="630" y="172"/>
                      <a:pt x="624" y="160"/>
                      <a:pt x="631" y="154"/>
                    </a:cubicBezTo>
                    <a:cubicBezTo>
                      <a:pt x="631" y="154"/>
                      <a:pt x="631" y="153"/>
                      <a:pt x="629" y="153"/>
                    </a:cubicBezTo>
                    <a:cubicBezTo>
                      <a:pt x="628" y="153"/>
                      <a:pt x="625" y="154"/>
                      <a:pt x="621" y="155"/>
                    </a:cubicBezTo>
                    <a:cubicBezTo>
                      <a:pt x="613" y="159"/>
                      <a:pt x="608" y="161"/>
                      <a:pt x="606" y="161"/>
                    </a:cubicBezTo>
                    <a:cubicBezTo>
                      <a:pt x="605" y="161"/>
                      <a:pt x="606" y="159"/>
                      <a:pt x="610" y="155"/>
                    </a:cubicBezTo>
                    <a:cubicBezTo>
                      <a:pt x="619" y="147"/>
                      <a:pt x="621" y="141"/>
                      <a:pt x="615" y="141"/>
                    </a:cubicBezTo>
                    <a:lnTo>
                      <a:pt x="615" y="141"/>
                    </a:lnTo>
                    <a:cubicBezTo>
                      <a:pt x="612" y="141"/>
                      <a:pt x="608" y="143"/>
                      <a:pt x="603" y="146"/>
                    </a:cubicBezTo>
                    <a:lnTo>
                      <a:pt x="611" y="140"/>
                    </a:lnTo>
                    <a:cubicBezTo>
                      <a:pt x="618" y="133"/>
                      <a:pt x="618" y="130"/>
                      <a:pt x="614" y="130"/>
                    </a:cubicBezTo>
                    <a:lnTo>
                      <a:pt x="614" y="130"/>
                    </a:lnTo>
                    <a:cubicBezTo>
                      <a:pt x="611" y="130"/>
                      <a:pt x="604" y="132"/>
                      <a:pt x="597" y="137"/>
                    </a:cubicBezTo>
                    <a:cubicBezTo>
                      <a:pt x="602" y="131"/>
                      <a:pt x="607" y="125"/>
                      <a:pt x="604" y="125"/>
                    </a:cubicBezTo>
                    <a:lnTo>
                      <a:pt x="604" y="125"/>
                    </a:lnTo>
                    <a:cubicBezTo>
                      <a:pt x="604" y="125"/>
                      <a:pt x="602" y="126"/>
                      <a:pt x="601" y="127"/>
                    </a:cubicBezTo>
                    <a:cubicBezTo>
                      <a:pt x="599" y="124"/>
                      <a:pt x="599" y="124"/>
                      <a:pt x="614" y="112"/>
                    </a:cubicBezTo>
                    <a:cubicBezTo>
                      <a:pt x="621" y="107"/>
                      <a:pt x="627" y="100"/>
                      <a:pt x="626" y="99"/>
                    </a:cubicBezTo>
                    <a:cubicBezTo>
                      <a:pt x="626" y="98"/>
                      <a:pt x="626" y="98"/>
                      <a:pt x="625" y="98"/>
                    </a:cubicBezTo>
                    <a:cubicBezTo>
                      <a:pt x="623" y="98"/>
                      <a:pt x="616" y="103"/>
                      <a:pt x="611" y="109"/>
                    </a:cubicBezTo>
                    <a:lnTo>
                      <a:pt x="607" y="105"/>
                    </a:lnTo>
                    <a:cubicBezTo>
                      <a:pt x="607" y="105"/>
                      <a:pt x="607" y="105"/>
                      <a:pt x="607" y="105"/>
                    </a:cubicBezTo>
                    <a:cubicBezTo>
                      <a:pt x="606" y="105"/>
                      <a:pt x="604" y="106"/>
                      <a:pt x="599" y="110"/>
                    </a:cubicBezTo>
                    <a:cubicBezTo>
                      <a:pt x="596" y="114"/>
                      <a:pt x="594" y="115"/>
                      <a:pt x="592" y="115"/>
                    </a:cubicBezTo>
                    <a:cubicBezTo>
                      <a:pt x="591" y="115"/>
                      <a:pt x="590" y="114"/>
                      <a:pt x="589" y="113"/>
                    </a:cubicBezTo>
                    <a:cubicBezTo>
                      <a:pt x="591" y="112"/>
                      <a:pt x="592" y="111"/>
                      <a:pt x="592" y="111"/>
                    </a:cubicBezTo>
                    <a:lnTo>
                      <a:pt x="592" y="111"/>
                    </a:lnTo>
                    <a:cubicBezTo>
                      <a:pt x="591" y="111"/>
                      <a:pt x="586" y="115"/>
                      <a:pt x="583" y="120"/>
                    </a:cubicBezTo>
                    <a:cubicBezTo>
                      <a:pt x="576" y="126"/>
                      <a:pt x="570" y="132"/>
                      <a:pt x="568" y="132"/>
                    </a:cubicBezTo>
                    <a:cubicBezTo>
                      <a:pt x="568" y="132"/>
                      <a:pt x="568" y="132"/>
                      <a:pt x="568" y="132"/>
                    </a:cubicBezTo>
                    <a:lnTo>
                      <a:pt x="555" y="146"/>
                    </a:lnTo>
                    <a:cubicBezTo>
                      <a:pt x="546" y="154"/>
                      <a:pt x="537" y="164"/>
                      <a:pt x="530" y="174"/>
                    </a:cubicBezTo>
                    <a:cubicBezTo>
                      <a:pt x="528" y="181"/>
                      <a:pt x="525" y="188"/>
                      <a:pt x="528" y="188"/>
                    </a:cubicBezTo>
                    <a:cubicBezTo>
                      <a:pt x="529" y="188"/>
                      <a:pt x="532" y="186"/>
                      <a:pt x="537" y="182"/>
                    </a:cubicBezTo>
                    <a:cubicBezTo>
                      <a:pt x="537" y="182"/>
                      <a:pt x="542" y="178"/>
                      <a:pt x="545" y="178"/>
                    </a:cubicBezTo>
                    <a:cubicBezTo>
                      <a:pt x="545" y="178"/>
                      <a:pt x="545" y="178"/>
                      <a:pt x="546" y="178"/>
                    </a:cubicBezTo>
                    <a:cubicBezTo>
                      <a:pt x="546" y="179"/>
                      <a:pt x="540" y="186"/>
                      <a:pt x="540" y="186"/>
                    </a:cubicBezTo>
                    <a:cubicBezTo>
                      <a:pt x="532" y="192"/>
                      <a:pt x="536" y="196"/>
                      <a:pt x="539" y="202"/>
                    </a:cubicBezTo>
                    <a:cubicBezTo>
                      <a:pt x="543" y="209"/>
                      <a:pt x="545" y="213"/>
                      <a:pt x="538" y="219"/>
                    </a:cubicBezTo>
                    <a:cubicBezTo>
                      <a:pt x="530" y="224"/>
                      <a:pt x="530" y="225"/>
                      <a:pt x="530" y="225"/>
                    </a:cubicBezTo>
                    <a:cubicBezTo>
                      <a:pt x="532" y="224"/>
                      <a:pt x="534" y="224"/>
                      <a:pt x="535" y="224"/>
                    </a:cubicBezTo>
                    <a:cubicBezTo>
                      <a:pt x="540" y="224"/>
                      <a:pt x="543" y="230"/>
                      <a:pt x="546" y="237"/>
                    </a:cubicBezTo>
                    <a:cubicBezTo>
                      <a:pt x="549" y="244"/>
                      <a:pt x="551" y="252"/>
                      <a:pt x="557" y="252"/>
                    </a:cubicBezTo>
                    <a:cubicBezTo>
                      <a:pt x="558" y="252"/>
                      <a:pt x="559" y="252"/>
                      <a:pt x="560" y="251"/>
                    </a:cubicBezTo>
                    <a:lnTo>
                      <a:pt x="561" y="253"/>
                    </a:lnTo>
                    <a:cubicBezTo>
                      <a:pt x="552" y="257"/>
                      <a:pt x="552" y="259"/>
                      <a:pt x="553" y="261"/>
                    </a:cubicBezTo>
                    <a:cubicBezTo>
                      <a:pt x="562" y="261"/>
                      <a:pt x="564" y="265"/>
                      <a:pt x="564" y="265"/>
                    </a:cubicBezTo>
                    <a:cubicBezTo>
                      <a:pt x="555" y="267"/>
                      <a:pt x="555" y="268"/>
                      <a:pt x="555" y="270"/>
                    </a:cubicBezTo>
                    <a:cubicBezTo>
                      <a:pt x="555" y="272"/>
                      <a:pt x="556" y="274"/>
                      <a:pt x="558" y="274"/>
                    </a:cubicBezTo>
                    <a:cubicBezTo>
                      <a:pt x="559" y="274"/>
                      <a:pt x="562" y="273"/>
                      <a:pt x="565" y="272"/>
                    </a:cubicBezTo>
                    <a:lnTo>
                      <a:pt x="565" y="272"/>
                    </a:lnTo>
                    <a:cubicBezTo>
                      <a:pt x="566" y="279"/>
                      <a:pt x="562" y="285"/>
                      <a:pt x="557" y="288"/>
                    </a:cubicBezTo>
                    <a:cubicBezTo>
                      <a:pt x="548" y="290"/>
                      <a:pt x="557" y="290"/>
                      <a:pt x="567" y="290"/>
                    </a:cubicBezTo>
                    <a:cubicBezTo>
                      <a:pt x="570" y="290"/>
                      <a:pt x="572" y="290"/>
                      <a:pt x="575" y="290"/>
                    </a:cubicBezTo>
                    <a:cubicBezTo>
                      <a:pt x="581" y="290"/>
                      <a:pt x="586" y="291"/>
                      <a:pt x="586" y="291"/>
                    </a:cubicBezTo>
                    <a:lnTo>
                      <a:pt x="567" y="293"/>
                    </a:lnTo>
                    <a:cubicBezTo>
                      <a:pt x="557" y="293"/>
                      <a:pt x="557" y="293"/>
                      <a:pt x="557" y="295"/>
                    </a:cubicBezTo>
                    <a:lnTo>
                      <a:pt x="557" y="297"/>
                    </a:lnTo>
                    <a:cubicBezTo>
                      <a:pt x="567" y="298"/>
                      <a:pt x="567" y="299"/>
                      <a:pt x="566" y="317"/>
                    </a:cubicBezTo>
                    <a:cubicBezTo>
                      <a:pt x="566" y="337"/>
                      <a:pt x="565" y="343"/>
                      <a:pt x="573" y="343"/>
                    </a:cubicBezTo>
                    <a:cubicBezTo>
                      <a:pt x="573" y="343"/>
                      <a:pt x="574" y="343"/>
                      <a:pt x="575" y="343"/>
                    </a:cubicBezTo>
                    <a:cubicBezTo>
                      <a:pt x="584" y="343"/>
                      <a:pt x="584" y="344"/>
                      <a:pt x="574" y="349"/>
                    </a:cubicBezTo>
                    <a:cubicBezTo>
                      <a:pt x="545" y="354"/>
                      <a:pt x="545" y="353"/>
                      <a:pt x="555" y="355"/>
                    </a:cubicBezTo>
                    <a:cubicBezTo>
                      <a:pt x="556" y="355"/>
                      <a:pt x="558" y="355"/>
                      <a:pt x="560" y="355"/>
                    </a:cubicBezTo>
                    <a:cubicBezTo>
                      <a:pt x="564" y="355"/>
                      <a:pt x="569" y="356"/>
                      <a:pt x="574" y="356"/>
                    </a:cubicBezTo>
                    <a:cubicBezTo>
                      <a:pt x="588" y="357"/>
                      <a:pt x="591" y="359"/>
                      <a:pt x="581" y="359"/>
                    </a:cubicBezTo>
                    <a:cubicBezTo>
                      <a:pt x="579" y="359"/>
                      <a:pt x="576" y="359"/>
                      <a:pt x="573" y="359"/>
                    </a:cubicBezTo>
                    <a:cubicBezTo>
                      <a:pt x="572" y="359"/>
                      <a:pt x="571" y="359"/>
                      <a:pt x="570" y="359"/>
                    </a:cubicBezTo>
                    <a:cubicBezTo>
                      <a:pt x="555" y="359"/>
                      <a:pt x="561" y="376"/>
                      <a:pt x="577" y="381"/>
                    </a:cubicBezTo>
                    <a:lnTo>
                      <a:pt x="568" y="379"/>
                    </a:lnTo>
                    <a:cubicBezTo>
                      <a:pt x="565" y="378"/>
                      <a:pt x="563" y="378"/>
                      <a:pt x="562" y="378"/>
                    </a:cubicBezTo>
                    <a:cubicBezTo>
                      <a:pt x="559" y="378"/>
                      <a:pt x="558" y="380"/>
                      <a:pt x="557" y="383"/>
                    </a:cubicBezTo>
                    <a:lnTo>
                      <a:pt x="556" y="387"/>
                    </a:lnTo>
                    <a:cubicBezTo>
                      <a:pt x="569" y="391"/>
                      <a:pt x="565" y="395"/>
                      <a:pt x="559" y="395"/>
                    </a:cubicBezTo>
                    <a:cubicBezTo>
                      <a:pt x="557" y="395"/>
                      <a:pt x="555" y="394"/>
                      <a:pt x="552" y="393"/>
                    </a:cubicBezTo>
                    <a:cubicBezTo>
                      <a:pt x="548" y="392"/>
                      <a:pt x="546" y="392"/>
                      <a:pt x="544" y="392"/>
                    </a:cubicBezTo>
                    <a:cubicBezTo>
                      <a:pt x="543" y="392"/>
                      <a:pt x="543" y="392"/>
                      <a:pt x="542" y="393"/>
                    </a:cubicBezTo>
                    <a:cubicBezTo>
                      <a:pt x="554" y="401"/>
                      <a:pt x="551" y="404"/>
                      <a:pt x="546" y="404"/>
                    </a:cubicBezTo>
                    <a:cubicBezTo>
                      <a:pt x="543" y="404"/>
                      <a:pt x="540" y="404"/>
                      <a:pt x="538" y="402"/>
                    </a:cubicBezTo>
                    <a:lnTo>
                      <a:pt x="537" y="405"/>
                    </a:lnTo>
                    <a:cubicBezTo>
                      <a:pt x="545" y="409"/>
                      <a:pt x="543" y="413"/>
                      <a:pt x="543" y="414"/>
                    </a:cubicBezTo>
                    <a:cubicBezTo>
                      <a:pt x="541" y="417"/>
                      <a:pt x="540" y="418"/>
                      <a:pt x="549" y="421"/>
                    </a:cubicBezTo>
                    <a:cubicBezTo>
                      <a:pt x="558" y="426"/>
                      <a:pt x="566" y="430"/>
                      <a:pt x="565" y="432"/>
                    </a:cubicBezTo>
                    <a:lnTo>
                      <a:pt x="557" y="427"/>
                    </a:lnTo>
                    <a:cubicBezTo>
                      <a:pt x="554" y="426"/>
                      <a:pt x="552" y="425"/>
                      <a:pt x="550" y="425"/>
                    </a:cubicBezTo>
                    <a:cubicBezTo>
                      <a:pt x="547" y="425"/>
                      <a:pt x="546" y="427"/>
                      <a:pt x="543" y="430"/>
                    </a:cubicBezTo>
                    <a:cubicBezTo>
                      <a:pt x="540" y="434"/>
                      <a:pt x="538" y="437"/>
                      <a:pt x="535" y="437"/>
                    </a:cubicBezTo>
                    <a:cubicBezTo>
                      <a:pt x="533" y="437"/>
                      <a:pt x="531" y="436"/>
                      <a:pt x="529" y="435"/>
                    </a:cubicBezTo>
                    <a:lnTo>
                      <a:pt x="529" y="435"/>
                    </a:lnTo>
                    <a:lnTo>
                      <a:pt x="536" y="442"/>
                    </a:lnTo>
                    <a:cubicBezTo>
                      <a:pt x="540" y="445"/>
                      <a:pt x="541" y="447"/>
                      <a:pt x="539" y="447"/>
                    </a:cubicBezTo>
                    <a:cubicBezTo>
                      <a:pt x="539" y="447"/>
                      <a:pt x="536" y="446"/>
                      <a:pt x="533" y="444"/>
                    </a:cubicBezTo>
                    <a:cubicBezTo>
                      <a:pt x="531" y="443"/>
                      <a:pt x="529" y="442"/>
                      <a:pt x="527" y="442"/>
                    </a:cubicBezTo>
                    <a:cubicBezTo>
                      <a:pt x="523" y="442"/>
                      <a:pt x="523" y="446"/>
                      <a:pt x="527" y="452"/>
                    </a:cubicBezTo>
                    <a:cubicBezTo>
                      <a:pt x="525" y="453"/>
                      <a:pt x="524" y="454"/>
                      <a:pt x="524" y="454"/>
                    </a:cubicBezTo>
                    <a:cubicBezTo>
                      <a:pt x="518" y="449"/>
                      <a:pt x="514" y="447"/>
                      <a:pt x="512" y="447"/>
                    </a:cubicBezTo>
                    <a:lnTo>
                      <a:pt x="512" y="447"/>
                    </a:lnTo>
                    <a:cubicBezTo>
                      <a:pt x="509" y="447"/>
                      <a:pt x="512" y="452"/>
                      <a:pt x="520" y="460"/>
                    </a:cubicBezTo>
                    <a:cubicBezTo>
                      <a:pt x="515" y="455"/>
                      <a:pt x="513" y="454"/>
                      <a:pt x="512" y="454"/>
                    </a:cubicBezTo>
                    <a:cubicBezTo>
                      <a:pt x="511" y="454"/>
                      <a:pt x="511" y="455"/>
                      <a:pt x="511" y="455"/>
                    </a:cubicBezTo>
                    <a:cubicBezTo>
                      <a:pt x="514" y="461"/>
                      <a:pt x="513" y="464"/>
                      <a:pt x="511" y="464"/>
                    </a:cubicBezTo>
                    <a:cubicBezTo>
                      <a:pt x="510" y="464"/>
                      <a:pt x="508" y="463"/>
                      <a:pt x="505" y="461"/>
                    </a:cubicBezTo>
                    <a:lnTo>
                      <a:pt x="504" y="461"/>
                    </a:lnTo>
                    <a:cubicBezTo>
                      <a:pt x="510" y="469"/>
                      <a:pt x="510" y="470"/>
                      <a:pt x="509" y="470"/>
                    </a:cubicBezTo>
                    <a:cubicBezTo>
                      <a:pt x="508" y="471"/>
                      <a:pt x="508" y="471"/>
                      <a:pt x="512" y="479"/>
                    </a:cubicBezTo>
                    <a:cubicBezTo>
                      <a:pt x="518" y="486"/>
                      <a:pt x="517" y="488"/>
                      <a:pt x="517" y="488"/>
                    </a:cubicBezTo>
                    <a:cubicBezTo>
                      <a:pt x="517" y="488"/>
                      <a:pt x="516" y="488"/>
                      <a:pt x="516" y="488"/>
                    </a:cubicBezTo>
                    <a:cubicBezTo>
                      <a:pt x="516" y="488"/>
                      <a:pt x="511" y="479"/>
                      <a:pt x="505" y="472"/>
                    </a:cubicBezTo>
                    <a:cubicBezTo>
                      <a:pt x="504" y="469"/>
                      <a:pt x="502" y="468"/>
                      <a:pt x="502" y="468"/>
                    </a:cubicBezTo>
                    <a:lnTo>
                      <a:pt x="502" y="468"/>
                    </a:lnTo>
                    <a:cubicBezTo>
                      <a:pt x="501" y="468"/>
                      <a:pt x="502" y="472"/>
                      <a:pt x="508" y="482"/>
                    </a:cubicBezTo>
                    <a:cubicBezTo>
                      <a:pt x="512" y="491"/>
                      <a:pt x="514" y="495"/>
                      <a:pt x="514" y="495"/>
                    </a:cubicBezTo>
                    <a:cubicBezTo>
                      <a:pt x="514" y="495"/>
                      <a:pt x="512" y="491"/>
                      <a:pt x="508" y="483"/>
                    </a:cubicBezTo>
                    <a:cubicBezTo>
                      <a:pt x="504" y="478"/>
                      <a:pt x="500" y="472"/>
                      <a:pt x="500" y="472"/>
                    </a:cubicBezTo>
                    <a:lnTo>
                      <a:pt x="500" y="472"/>
                    </a:lnTo>
                    <a:cubicBezTo>
                      <a:pt x="500" y="472"/>
                      <a:pt x="500" y="473"/>
                      <a:pt x="501" y="475"/>
                    </a:cubicBezTo>
                    <a:cubicBezTo>
                      <a:pt x="501" y="475"/>
                      <a:pt x="500" y="476"/>
                      <a:pt x="505" y="484"/>
                    </a:cubicBezTo>
                    <a:lnTo>
                      <a:pt x="502" y="486"/>
                    </a:lnTo>
                    <a:cubicBezTo>
                      <a:pt x="496" y="482"/>
                      <a:pt x="495" y="480"/>
                      <a:pt x="494" y="480"/>
                    </a:cubicBezTo>
                    <a:cubicBezTo>
                      <a:pt x="494" y="480"/>
                      <a:pt x="493" y="481"/>
                      <a:pt x="493" y="481"/>
                    </a:cubicBezTo>
                    <a:cubicBezTo>
                      <a:pt x="495" y="485"/>
                      <a:pt x="496" y="488"/>
                      <a:pt x="496" y="488"/>
                    </a:cubicBezTo>
                    <a:cubicBezTo>
                      <a:pt x="496" y="488"/>
                      <a:pt x="494" y="486"/>
                      <a:pt x="491" y="482"/>
                    </a:cubicBezTo>
                    <a:cubicBezTo>
                      <a:pt x="489" y="479"/>
                      <a:pt x="488" y="477"/>
                      <a:pt x="487" y="477"/>
                    </a:cubicBezTo>
                    <a:lnTo>
                      <a:pt x="487" y="477"/>
                    </a:lnTo>
                    <a:cubicBezTo>
                      <a:pt x="487" y="477"/>
                      <a:pt x="489" y="481"/>
                      <a:pt x="495" y="491"/>
                    </a:cubicBezTo>
                    <a:cubicBezTo>
                      <a:pt x="497" y="495"/>
                      <a:pt x="498" y="497"/>
                      <a:pt x="497" y="497"/>
                    </a:cubicBezTo>
                    <a:cubicBezTo>
                      <a:pt x="496" y="497"/>
                      <a:pt x="494" y="496"/>
                      <a:pt x="492" y="492"/>
                    </a:cubicBezTo>
                    <a:cubicBezTo>
                      <a:pt x="486" y="483"/>
                      <a:pt x="483" y="479"/>
                      <a:pt x="483" y="479"/>
                    </a:cubicBezTo>
                    <a:lnTo>
                      <a:pt x="483" y="479"/>
                    </a:lnTo>
                    <a:cubicBezTo>
                      <a:pt x="483" y="479"/>
                      <a:pt x="484" y="481"/>
                      <a:pt x="486" y="484"/>
                    </a:cubicBezTo>
                    <a:cubicBezTo>
                      <a:pt x="490" y="493"/>
                      <a:pt x="488" y="494"/>
                      <a:pt x="488" y="494"/>
                    </a:cubicBezTo>
                    <a:cubicBezTo>
                      <a:pt x="486" y="491"/>
                      <a:pt x="483" y="489"/>
                      <a:pt x="480" y="489"/>
                    </a:cubicBezTo>
                    <a:cubicBezTo>
                      <a:pt x="475" y="489"/>
                      <a:pt x="469" y="492"/>
                      <a:pt x="463" y="494"/>
                    </a:cubicBezTo>
                    <a:cubicBezTo>
                      <a:pt x="463" y="501"/>
                      <a:pt x="464" y="507"/>
                      <a:pt x="466" y="512"/>
                    </a:cubicBezTo>
                    <a:cubicBezTo>
                      <a:pt x="469" y="520"/>
                      <a:pt x="470" y="523"/>
                      <a:pt x="470" y="523"/>
                    </a:cubicBezTo>
                    <a:cubicBezTo>
                      <a:pt x="470" y="523"/>
                      <a:pt x="468" y="518"/>
                      <a:pt x="465" y="513"/>
                    </a:cubicBezTo>
                    <a:cubicBezTo>
                      <a:pt x="460" y="500"/>
                      <a:pt x="457" y="494"/>
                      <a:pt x="456" y="494"/>
                    </a:cubicBezTo>
                    <a:lnTo>
                      <a:pt x="456" y="494"/>
                    </a:lnTo>
                    <a:cubicBezTo>
                      <a:pt x="455" y="494"/>
                      <a:pt x="457" y="500"/>
                      <a:pt x="463" y="513"/>
                    </a:cubicBezTo>
                    <a:cubicBezTo>
                      <a:pt x="466" y="522"/>
                      <a:pt x="468" y="527"/>
                      <a:pt x="467" y="527"/>
                    </a:cubicBezTo>
                    <a:cubicBezTo>
                      <a:pt x="467" y="527"/>
                      <a:pt x="465" y="523"/>
                      <a:pt x="460" y="514"/>
                    </a:cubicBezTo>
                    <a:cubicBezTo>
                      <a:pt x="459" y="510"/>
                      <a:pt x="458" y="508"/>
                      <a:pt x="458" y="508"/>
                    </a:cubicBezTo>
                    <a:lnTo>
                      <a:pt x="458" y="508"/>
                    </a:lnTo>
                    <a:cubicBezTo>
                      <a:pt x="457" y="508"/>
                      <a:pt x="458" y="510"/>
                      <a:pt x="458" y="516"/>
                    </a:cubicBezTo>
                    <a:cubicBezTo>
                      <a:pt x="459" y="520"/>
                      <a:pt x="460" y="522"/>
                      <a:pt x="459" y="522"/>
                    </a:cubicBezTo>
                    <a:cubicBezTo>
                      <a:pt x="459" y="522"/>
                      <a:pt x="458" y="520"/>
                      <a:pt x="457" y="516"/>
                    </a:cubicBezTo>
                    <a:cubicBezTo>
                      <a:pt x="454" y="509"/>
                      <a:pt x="451" y="503"/>
                      <a:pt x="450" y="503"/>
                    </a:cubicBezTo>
                    <a:lnTo>
                      <a:pt x="450" y="503"/>
                    </a:lnTo>
                    <a:cubicBezTo>
                      <a:pt x="450" y="503"/>
                      <a:pt x="451" y="504"/>
                      <a:pt x="452" y="507"/>
                    </a:cubicBezTo>
                    <a:cubicBezTo>
                      <a:pt x="452" y="507"/>
                      <a:pt x="451" y="507"/>
                      <a:pt x="451" y="507"/>
                    </a:cubicBezTo>
                    <a:cubicBezTo>
                      <a:pt x="451" y="507"/>
                      <a:pt x="449" y="506"/>
                      <a:pt x="446" y="499"/>
                    </a:cubicBezTo>
                    <a:cubicBezTo>
                      <a:pt x="445" y="496"/>
                      <a:pt x="444" y="495"/>
                      <a:pt x="443" y="495"/>
                    </a:cubicBezTo>
                    <a:lnTo>
                      <a:pt x="443" y="495"/>
                    </a:lnTo>
                    <a:cubicBezTo>
                      <a:pt x="442" y="495"/>
                      <a:pt x="443" y="502"/>
                      <a:pt x="444" y="509"/>
                    </a:cubicBezTo>
                    <a:cubicBezTo>
                      <a:pt x="444" y="519"/>
                      <a:pt x="443" y="523"/>
                      <a:pt x="443" y="523"/>
                    </a:cubicBezTo>
                    <a:cubicBezTo>
                      <a:pt x="442" y="523"/>
                      <a:pt x="441" y="519"/>
                      <a:pt x="439" y="510"/>
                    </a:cubicBezTo>
                    <a:cubicBezTo>
                      <a:pt x="438" y="503"/>
                      <a:pt x="437" y="500"/>
                      <a:pt x="436" y="500"/>
                    </a:cubicBezTo>
                    <a:cubicBezTo>
                      <a:pt x="434" y="500"/>
                      <a:pt x="433" y="508"/>
                      <a:pt x="434" y="520"/>
                    </a:cubicBezTo>
                    <a:cubicBezTo>
                      <a:pt x="435" y="531"/>
                      <a:pt x="435" y="536"/>
                      <a:pt x="435" y="536"/>
                    </a:cubicBezTo>
                    <a:cubicBezTo>
                      <a:pt x="435" y="536"/>
                      <a:pt x="435" y="534"/>
                      <a:pt x="435" y="530"/>
                    </a:cubicBezTo>
                    <a:cubicBezTo>
                      <a:pt x="432" y="520"/>
                      <a:pt x="431" y="520"/>
                      <a:pt x="431" y="520"/>
                    </a:cubicBezTo>
                    <a:cubicBezTo>
                      <a:pt x="431" y="520"/>
                      <a:pt x="430" y="521"/>
                      <a:pt x="430" y="521"/>
                    </a:cubicBezTo>
                    <a:cubicBezTo>
                      <a:pt x="428" y="521"/>
                      <a:pt x="427" y="519"/>
                      <a:pt x="426" y="512"/>
                    </a:cubicBezTo>
                    <a:cubicBezTo>
                      <a:pt x="426" y="512"/>
                      <a:pt x="425" y="512"/>
                      <a:pt x="423" y="521"/>
                    </a:cubicBezTo>
                    <a:cubicBezTo>
                      <a:pt x="423" y="529"/>
                      <a:pt x="422" y="532"/>
                      <a:pt x="420" y="532"/>
                    </a:cubicBezTo>
                    <a:cubicBezTo>
                      <a:pt x="418" y="532"/>
                      <a:pt x="414" y="524"/>
                      <a:pt x="412" y="513"/>
                    </a:cubicBezTo>
                    <a:lnTo>
                      <a:pt x="410" y="522"/>
                    </a:lnTo>
                    <a:cubicBezTo>
                      <a:pt x="411" y="534"/>
                      <a:pt x="411" y="543"/>
                      <a:pt x="410" y="543"/>
                    </a:cubicBezTo>
                    <a:cubicBezTo>
                      <a:pt x="409" y="543"/>
                      <a:pt x="409" y="540"/>
                      <a:pt x="408" y="532"/>
                    </a:cubicBezTo>
                    <a:cubicBezTo>
                      <a:pt x="407" y="526"/>
                      <a:pt x="406" y="519"/>
                      <a:pt x="406" y="519"/>
                    </a:cubicBezTo>
                    <a:lnTo>
                      <a:pt x="406" y="519"/>
                    </a:lnTo>
                    <a:cubicBezTo>
                      <a:pt x="406" y="519"/>
                      <a:pt x="406" y="520"/>
                      <a:pt x="407" y="523"/>
                    </a:cubicBezTo>
                    <a:cubicBezTo>
                      <a:pt x="407" y="530"/>
                      <a:pt x="406" y="533"/>
                      <a:pt x="404" y="533"/>
                    </a:cubicBezTo>
                    <a:cubicBezTo>
                      <a:pt x="402" y="533"/>
                      <a:pt x="399" y="525"/>
                      <a:pt x="398" y="513"/>
                    </a:cubicBezTo>
                    <a:cubicBezTo>
                      <a:pt x="398" y="504"/>
                      <a:pt x="398" y="504"/>
                      <a:pt x="397" y="504"/>
                    </a:cubicBezTo>
                    <a:lnTo>
                      <a:pt x="397" y="514"/>
                    </a:lnTo>
                    <a:cubicBezTo>
                      <a:pt x="398" y="523"/>
                      <a:pt x="398" y="532"/>
                      <a:pt x="397" y="532"/>
                    </a:cubicBezTo>
                    <a:cubicBezTo>
                      <a:pt x="394" y="532"/>
                      <a:pt x="393" y="532"/>
                      <a:pt x="392" y="523"/>
                    </a:cubicBezTo>
                    <a:cubicBezTo>
                      <a:pt x="390" y="517"/>
                      <a:pt x="390" y="510"/>
                      <a:pt x="390" y="510"/>
                    </a:cubicBezTo>
                    <a:cubicBezTo>
                      <a:pt x="390" y="510"/>
                      <a:pt x="390" y="511"/>
                      <a:pt x="390" y="513"/>
                    </a:cubicBezTo>
                    <a:cubicBezTo>
                      <a:pt x="390" y="513"/>
                      <a:pt x="389" y="513"/>
                      <a:pt x="388" y="504"/>
                    </a:cubicBezTo>
                    <a:lnTo>
                      <a:pt x="384" y="504"/>
                    </a:lnTo>
                    <a:cubicBezTo>
                      <a:pt x="384" y="509"/>
                      <a:pt x="383" y="511"/>
                      <a:pt x="382" y="511"/>
                    </a:cubicBezTo>
                    <a:cubicBezTo>
                      <a:pt x="382" y="511"/>
                      <a:pt x="381" y="508"/>
                      <a:pt x="382" y="503"/>
                    </a:cubicBezTo>
                    <a:lnTo>
                      <a:pt x="382" y="503"/>
                    </a:lnTo>
                    <a:cubicBezTo>
                      <a:pt x="382" y="503"/>
                      <a:pt x="380" y="503"/>
                      <a:pt x="379" y="512"/>
                    </a:cubicBezTo>
                    <a:cubicBezTo>
                      <a:pt x="376" y="512"/>
                      <a:pt x="375" y="512"/>
                      <a:pt x="376" y="502"/>
                    </a:cubicBezTo>
                    <a:cubicBezTo>
                      <a:pt x="377" y="498"/>
                      <a:pt x="377" y="495"/>
                      <a:pt x="377" y="495"/>
                    </a:cubicBezTo>
                    <a:lnTo>
                      <a:pt x="377" y="495"/>
                    </a:lnTo>
                    <a:cubicBezTo>
                      <a:pt x="377" y="495"/>
                      <a:pt x="376" y="498"/>
                      <a:pt x="375" y="502"/>
                    </a:cubicBezTo>
                    <a:cubicBezTo>
                      <a:pt x="374" y="510"/>
                      <a:pt x="374" y="512"/>
                      <a:pt x="373" y="512"/>
                    </a:cubicBezTo>
                    <a:cubicBezTo>
                      <a:pt x="373" y="512"/>
                      <a:pt x="372" y="511"/>
                      <a:pt x="372" y="511"/>
                    </a:cubicBezTo>
                    <a:lnTo>
                      <a:pt x="370" y="511"/>
                    </a:lnTo>
                    <a:cubicBezTo>
                      <a:pt x="367" y="520"/>
                      <a:pt x="367" y="520"/>
                      <a:pt x="366" y="520"/>
                    </a:cubicBezTo>
                    <a:cubicBezTo>
                      <a:pt x="365" y="519"/>
                      <a:pt x="363" y="509"/>
                      <a:pt x="362" y="509"/>
                    </a:cubicBezTo>
                    <a:cubicBezTo>
                      <a:pt x="361" y="509"/>
                      <a:pt x="360" y="508"/>
                      <a:pt x="360" y="508"/>
                    </a:cubicBezTo>
                    <a:cubicBezTo>
                      <a:pt x="358" y="508"/>
                      <a:pt x="358" y="510"/>
                      <a:pt x="357" y="518"/>
                    </a:cubicBezTo>
                    <a:cubicBezTo>
                      <a:pt x="358" y="518"/>
                      <a:pt x="357" y="522"/>
                      <a:pt x="357" y="522"/>
                    </a:cubicBezTo>
                    <a:cubicBezTo>
                      <a:pt x="357" y="522"/>
                      <a:pt x="356" y="520"/>
                      <a:pt x="356" y="517"/>
                    </a:cubicBezTo>
                    <a:cubicBezTo>
                      <a:pt x="355" y="517"/>
                      <a:pt x="354" y="506"/>
                      <a:pt x="350" y="504"/>
                    </a:cubicBezTo>
                    <a:cubicBezTo>
                      <a:pt x="348" y="504"/>
                      <a:pt x="347" y="504"/>
                      <a:pt x="347" y="504"/>
                    </a:cubicBezTo>
                    <a:cubicBezTo>
                      <a:pt x="345" y="504"/>
                      <a:pt x="344" y="506"/>
                      <a:pt x="342" y="512"/>
                    </a:cubicBezTo>
                    <a:cubicBezTo>
                      <a:pt x="340" y="521"/>
                      <a:pt x="338" y="525"/>
                      <a:pt x="338" y="525"/>
                    </a:cubicBezTo>
                    <a:cubicBezTo>
                      <a:pt x="337" y="525"/>
                      <a:pt x="338" y="520"/>
                      <a:pt x="341" y="511"/>
                    </a:cubicBezTo>
                    <a:cubicBezTo>
                      <a:pt x="343" y="500"/>
                      <a:pt x="343" y="495"/>
                      <a:pt x="343" y="495"/>
                    </a:cubicBezTo>
                    <a:lnTo>
                      <a:pt x="343" y="495"/>
                    </a:lnTo>
                    <a:cubicBezTo>
                      <a:pt x="343" y="495"/>
                      <a:pt x="342" y="497"/>
                      <a:pt x="341" y="501"/>
                    </a:cubicBezTo>
                    <a:cubicBezTo>
                      <a:pt x="335" y="509"/>
                      <a:pt x="335" y="509"/>
                      <a:pt x="334" y="509"/>
                    </a:cubicBezTo>
                    <a:cubicBezTo>
                      <a:pt x="336" y="504"/>
                      <a:pt x="336" y="501"/>
                      <a:pt x="335" y="501"/>
                    </a:cubicBezTo>
                    <a:lnTo>
                      <a:pt x="335" y="501"/>
                    </a:lnTo>
                    <a:cubicBezTo>
                      <a:pt x="335" y="501"/>
                      <a:pt x="333" y="503"/>
                      <a:pt x="330" y="507"/>
                    </a:cubicBezTo>
                    <a:cubicBezTo>
                      <a:pt x="328" y="506"/>
                      <a:pt x="329" y="506"/>
                      <a:pt x="333" y="498"/>
                    </a:cubicBezTo>
                    <a:lnTo>
                      <a:pt x="330" y="497"/>
                    </a:lnTo>
                    <a:cubicBezTo>
                      <a:pt x="327" y="502"/>
                      <a:pt x="324" y="504"/>
                      <a:pt x="322" y="504"/>
                    </a:cubicBezTo>
                    <a:cubicBezTo>
                      <a:pt x="318" y="504"/>
                      <a:pt x="317" y="496"/>
                      <a:pt x="319" y="490"/>
                    </a:cubicBezTo>
                    <a:lnTo>
                      <a:pt x="319" y="490"/>
                    </a:lnTo>
                    <a:cubicBezTo>
                      <a:pt x="319" y="490"/>
                      <a:pt x="318" y="490"/>
                      <a:pt x="313" y="497"/>
                    </a:cubicBezTo>
                    <a:cubicBezTo>
                      <a:pt x="307" y="504"/>
                      <a:pt x="304" y="508"/>
                      <a:pt x="303" y="508"/>
                    </a:cubicBezTo>
                    <a:cubicBezTo>
                      <a:pt x="303" y="508"/>
                      <a:pt x="305" y="504"/>
                      <a:pt x="309" y="495"/>
                    </a:cubicBezTo>
                    <a:cubicBezTo>
                      <a:pt x="314" y="487"/>
                      <a:pt x="317" y="483"/>
                      <a:pt x="317" y="483"/>
                    </a:cubicBezTo>
                    <a:lnTo>
                      <a:pt x="317" y="483"/>
                    </a:lnTo>
                    <a:cubicBezTo>
                      <a:pt x="316" y="483"/>
                      <a:pt x="314" y="487"/>
                      <a:pt x="308" y="494"/>
                    </a:cubicBezTo>
                    <a:cubicBezTo>
                      <a:pt x="306" y="497"/>
                      <a:pt x="304" y="498"/>
                      <a:pt x="303" y="498"/>
                    </a:cubicBezTo>
                    <a:cubicBezTo>
                      <a:pt x="300" y="498"/>
                      <a:pt x="299" y="493"/>
                      <a:pt x="307" y="483"/>
                    </a:cubicBezTo>
                    <a:lnTo>
                      <a:pt x="317" y="466"/>
                    </a:lnTo>
                    <a:lnTo>
                      <a:pt x="317" y="466"/>
                    </a:lnTo>
                    <a:cubicBezTo>
                      <a:pt x="313" y="472"/>
                      <a:pt x="311" y="473"/>
                      <a:pt x="311" y="473"/>
                    </a:cubicBezTo>
                    <a:cubicBezTo>
                      <a:pt x="310" y="473"/>
                      <a:pt x="310" y="473"/>
                      <a:pt x="310" y="473"/>
                    </a:cubicBezTo>
                    <a:cubicBezTo>
                      <a:pt x="307" y="478"/>
                      <a:pt x="305" y="479"/>
                      <a:pt x="304" y="479"/>
                    </a:cubicBezTo>
                    <a:cubicBezTo>
                      <a:pt x="303" y="479"/>
                      <a:pt x="302" y="478"/>
                      <a:pt x="300" y="478"/>
                    </a:cubicBezTo>
                    <a:cubicBezTo>
                      <a:pt x="300" y="477"/>
                      <a:pt x="300" y="477"/>
                      <a:pt x="300" y="477"/>
                    </a:cubicBezTo>
                    <a:cubicBezTo>
                      <a:pt x="298" y="477"/>
                      <a:pt x="292" y="479"/>
                      <a:pt x="289" y="479"/>
                    </a:cubicBezTo>
                    <a:cubicBezTo>
                      <a:pt x="288" y="479"/>
                      <a:pt x="287" y="479"/>
                      <a:pt x="287" y="479"/>
                    </a:cubicBezTo>
                    <a:cubicBezTo>
                      <a:pt x="285" y="476"/>
                      <a:pt x="281" y="474"/>
                      <a:pt x="287" y="466"/>
                    </a:cubicBezTo>
                    <a:cubicBezTo>
                      <a:pt x="286" y="466"/>
                      <a:pt x="286" y="465"/>
                      <a:pt x="285" y="465"/>
                    </a:cubicBezTo>
                    <a:cubicBezTo>
                      <a:pt x="284" y="465"/>
                      <a:pt x="282" y="466"/>
                      <a:pt x="277" y="470"/>
                    </a:cubicBezTo>
                    <a:cubicBezTo>
                      <a:pt x="274" y="472"/>
                      <a:pt x="272" y="474"/>
                      <a:pt x="271" y="474"/>
                    </a:cubicBezTo>
                    <a:cubicBezTo>
                      <a:pt x="270" y="474"/>
                      <a:pt x="271" y="471"/>
                      <a:pt x="274" y="467"/>
                    </a:cubicBezTo>
                    <a:lnTo>
                      <a:pt x="273" y="466"/>
                    </a:lnTo>
                    <a:cubicBezTo>
                      <a:pt x="268" y="469"/>
                      <a:pt x="266" y="470"/>
                      <a:pt x="265" y="470"/>
                    </a:cubicBezTo>
                    <a:cubicBezTo>
                      <a:pt x="264" y="470"/>
                      <a:pt x="264" y="470"/>
                      <a:pt x="264" y="470"/>
                    </a:cubicBezTo>
                    <a:cubicBezTo>
                      <a:pt x="269" y="465"/>
                      <a:pt x="274" y="460"/>
                      <a:pt x="273" y="460"/>
                    </a:cubicBezTo>
                    <a:lnTo>
                      <a:pt x="273" y="460"/>
                    </a:lnTo>
                    <a:cubicBezTo>
                      <a:pt x="273" y="460"/>
                      <a:pt x="272" y="460"/>
                      <a:pt x="270" y="462"/>
                    </a:cubicBezTo>
                    <a:cubicBezTo>
                      <a:pt x="266" y="466"/>
                      <a:pt x="264" y="467"/>
                      <a:pt x="263" y="467"/>
                    </a:cubicBezTo>
                    <a:cubicBezTo>
                      <a:pt x="262" y="467"/>
                      <a:pt x="261" y="466"/>
                      <a:pt x="260" y="465"/>
                    </a:cubicBezTo>
                    <a:cubicBezTo>
                      <a:pt x="264" y="458"/>
                      <a:pt x="243" y="422"/>
                      <a:pt x="236" y="422"/>
                    </a:cubicBezTo>
                    <a:cubicBezTo>
                      <a:pt x="236" y="422"/>
                      <a:pt x="235" y="423"/>
                      <a:pt x="235" y="423"/>
                    </a:cubicBezTo>
                    <a:lnTo>
                      <a:pt x="233" y="419"/>
                    </a:lnTo>
                    <a:cubicBezTo>
                      <a:pt x="233" y="417"/>
                      <a:pt x="232" y="415"/>
                      <a:pt x="232" y="415"/>
                    </a:cubicBezTo>
                    <a:cubicBezTo>
                      <a:pt x="249" y="407"/>
                      <a:pt x="237" y="405"/>
                      <a:pt x="227" y="404"/>
                    </a:cubicBezTo>
                    <a:cubicBezTo>
                      <a:pt x="224" y="404"/>
                      <a:pt x="222" y="405"/>
                      <a:pt x="220" y="405"/>
                    </a:cubicBezTo>
                    <a:cubicBezTo>
                      <a:pt x="218" y="405"/>
                      <a:pt x="217" y="404"/>
                      <a:pt x="217" y="402"/>
                    </a:cubicBezTo>
                    <a:cubicBezTo>
                      <a:pt x="235" y="397"/>
                      <a:pt x="234" y="392"/>
                      <a:pt x="224" y="392"/>
                    </a:cubicBezTo>
                    <a:lnTo>
                      <a:pt x="224" y="392"/>
                    </a:lnTo>
                    <a:cubicBezTo>
                      <a:pt x="217" y="394"/>
                      <a:pt x="212" y="395"/>
                      <a:pt x="211" y="395"/>
                    </a:cubicBezTo>
                    <a:cubicBezTo>
                      <a:pt x="209" y="395"/>
                      <a:pt x="214" y="393"/>
                      <a:pt x="224" y="390"/>
                    </a:cubicBezTo>
                    <a:cubicBezTo>
                      <a:pt x="235" y="387"/>
                      <a:pt x="239" y="384"/>
                      <a:pt x="233" y="384"/>
                    </a:cubicBezTo>
                    <a:cubicBezTo>
                      <a:pt x="230" y="384"/>
                      <a:pt x="223" y="385"/>
                      <a:pt x="213" y="387"/>
                    </a:cubicBezTo>
                    <a:cubicBezTo>
                      <a:pt x="210" y="387"/>
                      <a:pt x="207" y="387"/>
                      <a:pt x="207" y="387"/>
                    </a:cubicBezTo>
                    <a:cubicBezTo>
                      <a:pt x="205" y="387"/>
                      <a:pt x="207" y="387"/>
                      <a:pt x="213" y="384"/>
                    </a:cubicBezTo>
                    <a:cubicBezTo>
                      <a:pt x="225" y="380"/>
                      <a:pt x="229" y="378"/>
                      <a:pt x="227" y="378"/>
                    </a:cubicBezTo>
                    <a:lnTo>
                      <a:pt x="227" y="378"/>
                    </a:lnTo>
                    <a:cubicBezTo>
                      <a:pt x="226" y="378"/>
                      <a:pt x="224" y="378"/>
                      <a:pt x="222" y="379"/>
                    </a:cubicBezTo>
                    <a:cubicBezTo>
                      <a:pt x="216" y="380"/>
                      <a:pt x="212" y="380"/>
                      <a:pt x="209" y="380"/>
                    </a:cubicBezTo>
                    <a:cubicBezTo>
                      <a:pt x="205" y="380"/>
                      <a:pt x="208" y="378"/>
                      <a:pt x="221" y="374"/>
                    </a:cubicBezTo>
                    <a:cubicBezTo>
                      <a:pt x="231" y="371"/>
                      <a:pt x="235" y="369"/>
                      <a:pt x="234" y="369"/>
                    </a:cubicBezTo>
                    <a:lnTo>
                      <a:pt x="234" y="369"/>
                    </a:lnTo>
                    <a:cubicBezTo>
                      <a:pt x="232" y="369"/>
                      <a:pt x="228" y="370"/>
                      <a:pt x="220" y="371"/>
                    </a:cubicBezTo>
                    <a:cubicBezTo>
                      <a:pt x="217" y="371"/>
                      <a:pt x="215" y="371"/>
                      <a:pt x="213" y="371"/>
                    </a:cubicBezTo>
                    <a:cubicBezTo>
                      <a:pt x="202" y="371"/>
                      <a:pt x="203" y="366"/>
                      <a:pt x="220" y="362"/>
                    </a:cubicBezTo>
                    <a:cubicBezTo>
                      <a:pt x="219" y="361"/>
                      <a:pt x="225" y="360"/>
                      <a:pt x="222" y="360"/>
                    </a:cubicBezTo>
                    <a:lnTo>
                      <a:pt x="222" y="360"/>
                    </a:lnTo>
                    <a:cubicBezTo>
                      <a:pt x="222" y="360"/>
                      <a:pt x="220" y="360"/>
                      <a:pt x="218" y="360"/>
                    </a:cubicBezTo>
                    <a:lnTo>
                      <a:pt x="229" y="358"/>
                    </a:lnTo>
                    <a:lnTo>
                      <a:pt x="227" y="355"/>
                    </a:lnTo>
                    <a:lnTo>
                      <a:pt x="218" y="355"/>
                    </a:lnTo>
                    <a:cubicBezTo>
                      <a:pt x="218" y="353"/>
                      <a:pt x="227" y="349"/>
                      <a:pt x="229" y="335"/>
                    </a:cubicBezTo>
                    <a:cubicBezTo>
                      <a:pt x="229" y="314"/>
                      <a:pt x="229" y="308"/>
                      <a:pt x="223" y="308"/>
                    </a:cubicBezTo>
                    <a:cubicBezTo>
                      <a:pt x="222" y="308"/>
                      <a:pt x="221" y="308"/>
                      <a:pt x="220" y="308"/>
                    </a:cubicBezTo>
                    <a:cubicBezTo>
                      <a:pt x="216" y="309"/>
                      <a:pt x="213" y="309"/>
                      <a:pt x="211" y="309"/>
                    </a:cubicBezTo>
                    <a:cubicBezTo>
                      <a:pt x="201" y="309"/>
                      <a:pt x="204" y="306"/>
                      <a:pt x="220" y="304"/>
                    </a:cubicBezTo>
                    <a:cubicBezTo>
                      <a:pt x="220" y="303"/>
                      <a:pt x="230" y="300"/>
                      <a:pt x="230" y="298"/>
                    </a:cubicBezTo>
                    <a:cubicBezTo>
                      <a:pt x="230" y="296"/>
                      <a:pt x="230" y="293"/>
                      <a:pt x="236" y="293"/>
                    </a:cubicBezTo>
                    <a:cubicBezTo>
                      <a:pt x="237" y="293"/>
                      <a:pt x="238" y="294"/>
                      <a:pt x="240" y="294"/>
                    </a:cubicBezTo>
                    <a:lnTo>
                      <a:pt x="240" y="293"/>
                    </a:lnTo>
                    <a:cubicBezTo>
                      <a:pt x="221" y="289"/>
                      <a:pt x="223" y="280"/>
                      <a:pt x="233" y="278"/>
                    </a:cubicBezTo>
                    <a:cubicBezTo>
                      <a:pt x="233" y="276"/>
                      <a:pt x="234" y="275"/>
                      <a:pt x="225" y="270"/>
                    </a:cubicBezTo>
                    <a:cubicBezTo>
                      <a:pt x="219" y="267"/>
                      <a:pt x="217" y="266"/>
                      <a:pt x="219" y="266"/>
                    </a:cubicBezTo>
                    <a:lnTo>
                      <a:pt x="219" y="266"/>
                    </a:lnTo>
                    <a:cubicBezTo>
                      <a:pt x="221" y="266"/>
                      <a:pt x="223" y="266"/>
                      <a:pt x="226" y="267"/>
                    </a:cubicBezTo>
                    <a:cubicBezTo>
                      <a:pt x="228" y="267"/>
                      <a:pt x="230" y="267"/>
                      <a:pt x="231" y="267"/>
                    </a:cubicBezTo>
                    <a:cubicBezTo>
                      <a:pt x="238" y="267"/>
                      <a:pt x="243" y="264"/>
                      <a:pt x="229" y="259"/>
                    </a:cubicBezTo>
                    <a:lnTo>
                      <a:pt x="229" y="259"/>
                    </a:lnTo>
                    <a:lnTo>
                      <a:pt x="237" y="261"/>
                    </a:lnTo>
                    <a:cubicBezTo>
                      <a:pt x="239" y="261"/>
                      <a:pt x="240" y="261"/>
                      <a:pt x="241" y="261"/>
                    </a:cubicBezTo>
                    <a:cubicBezTo>
                      <a:pt x="245" y="261"/>
                      <a:pt x="237" y="259"/>
                      <a:pt x="230" y="256"/>
                    </a:cubicBezTo>
                    <a:cubicBezTo>
                      <a:pt x="220" y="253"/>
                      <a:pt x="216" y="251"/>
                      <a:pt x="218" y="251"/>
                    </a:cubicBezTo>
                    <a:lnTo>
                      <a:pt x="218" y="251"/>
                    </a:lnTo>
                    <a:cubicBezTo>
                      <a:pt x="220" y="251"/>
                      <a:pt x="227" y="252"/>
                      <a:pt x="240" y="256"/>
                    </a:cubicBezTo>
                    <a:cubicBezTo>
                      <a:pt x="249" y="259"/>
                      <a:pt x="254" y="261"/>
                      <a:pt x="254" y="261"/>
                    </a:cubicBezTo>
                    <a:cubicBezTo>
                      <a:pt x="255" y="261"/>
                      <a:pt x="253" y="259"/>
                      <a:pt x="249" y="258"/>
                    </a:cubicBezTo>
                    <a:cubicBezTo>
                      <a:pt x="242" y="254"/>
                      <a:pt x="235" y="251"/>
                      <a:pt x="238" y="251"/>
                    </a:cubicBezTo>
                    <a:lnTo>
                      <a:pt x="238" y="251"/>
                    </a:lnTo>
                    <a:cubicBezTo>
                      <a:pt x="239" y="251"/>
                      <a:pt x="240" y="251"/>
                      <a:pt x="242" y="251"/>
                    </a:cubicBezTo>
                    <a:cubicBezTo>
                      <a:pt x="242" y="250"/>
                      <a:pt x="243" y="249"/>
                      <a:pt x="225" y="242"/>
                    </a:cubicBezTo>
                    <a:cubicBezTo>
                      <a:pt x="216" y="239"/>
                      <a:pt x="217" y="238"/>
                      <a:pt x="217" y="237"/>
                    </a:cubicBezTo>
                    <a:lnTo>
                      <a:pt x="217" y="237"/>
                    </a:lnTo>
                    <a:cubicBezTo>
                      <a:pt x="223" y="239"/>
                      <a:pt x="229" y="241"/>
                      <a:pt x="234" y="244"/>
                    </a:cubicBezTo>
                    <a:cubicBezTo>
                      <a:pt x="234" y="245"/>
                      <a:pt x="234" y="245"/>
                      <a:pt x="234" y="245"/>
                    </a:cubicBezTo>
                    <a:cubicBezTo>
                      <a:pt x="234" y="245"/>
                      <a:pt x="234" y="244"/>
                      <a:pt x="235" y="242"/>
                    </a:cubicBezTo>
                    <a:cubicBezTo>
                      <a:pt x="236" y="242"/>
                      <a:pt x="238" y="242"/>
                      <a:pt x="239" y="242"/>
                    </a:cubicBezTo>
                    <a:cubicBezTo>
                      <a:pt x="244" y="242"/>
                      <a:pt x="250" y="244"/>
                      <a:pt x="254" y="246"/>
                    </a:cubicBezTo>
                    <a:cubicBezTo>
                      <a:pt x="257" y="247"/>
                      <a:pt x="260" y="247"/>
                      <a:pt x="260" y="247"/>
                    </a:cubicBezTo>
                    <a:cubicBezTo>
                      <a:pt x="262" y="247"/>
                      <a:pt x="258" y="245"/>
                      <a:pt x="246" y="241"/>
                    </a:cubicBezTo>
                    <a:cubicBezTo>
                      <a:pt x="230" y="233"/>
                      <a:pt x="230" y="233"/>
                      <a:pt x="231" y="231"/>
                    </a:cubicBezTo>
                    <a:cubicBezTo>
                      <a:pt x="231" y="230"/>
                      <a:pt x="231" y="230"/>
                      <a:pt x="232" y="230"/>
                    </a:cubicBezTo>
                    <a:cubicBezTo>
                      <a:pt x="234" y="230"/>
                      <a:pt x="236" y="230"/>
                      <a:pt x="241" y="232"/>
                    </a:cubicBezTo>
                    <a:cubicBezTo>
                      <a:pt x="245" y="235"/>
                      <a:pt x="247" y="236"/>
                      <a:pt x="248" y="236"/>
                    </a:cubicBezTo>
                    <a:cubicBezTo>
                      <a:pt x="249" y="236"/>
                      <a:pt x="249" y="235"/>
                      <a:pt x="250" y="234"/>
                    </a:cubicBezTo>
                    <a:cubicBezTo>
                      <a:pt x="252" y="231"/>
                      <a:pt x="230" y="214"/>
                      <a:pt x="214" y="203"/>
                    </a:cubicBezTo>
                    <a:cubicBezTo>
                      <a:pt x="205" y="198"/>
                      <a:pt x="201" y="196"/>
                      <a:pt x="201" y="196"/>
                    </a:cubicBezTo>
                    <a:lnTo>
                      <a:pt x="201" y="196"/>
                    </a:lnTo>
                    <a:cubicBezTo>
                      <a:pt x="202" y="196"/>
                      <a:pt x="206" y="198"/>
                      <a:pt x="215" y="202"/>
                    </a:cubicBezTo>
                    <a:cubicBezTo>
                      <a:pt x="219" y="204"/>
                      <a:pt x="222" y="205"/>
                      <a:pt x="223" y="205"/>
                    </a:cubicBezTo>
                    <a:cubicBezTo>
                      <a:pt x="224" y="205"/>
                      <a:pt x="225" y="205"/>
                      <a:pt x="225" y="204"/>
                    </a:cubicBezTo>
                    <a:cubicBezTo>
                      <a:pt x="222" y="202"/>
                      <a:pt x="221" y="201"/>
                      <a:pt x="221" y="201"/>
                    </a:cubicBezTo>
                    <a:lnTo>
                      <a:pt x="221" y="201"/>
                    </a:lnTo>
                    <a:cubicBezTo>
                      <a:pt x="222" y="201"/>
                      <a:pt x="225" y="203"/>
                      <a:pt x="225" y="204"/>
                    </a:cubicBezTo>
                    <a:cubicBezTo>
                      <a:pt x="233" y="209"/>
                      <a:pt x="232" y="210"/>
                      <a:pt x="231" y="211"/>
                    </a:cubicBezTo>
                    <a:lnTo>
                      <a:pt x="240" y="215"/>
                    </a:lnTo>
                    <a:cubicBezTo>
                      <a:pt x="247" y="219"/>
                      <a:pt x="252" y="221"/>
                      <a:pt x="253" y="221"/>
                    </a:cubicBezTo>
                    <a:cubicBezTo>
                      <a:pt x="254" y="221"/>
                      <a:pt x="251" y="218"/>
                      <a:pt x="242" y="212"/>
                    </a:cubicBezTo>
                    <a:cubicBezTo>
                      <a:pt x="238" y="209"/>
                      <a:pt x="236" y="207"/>
                      <a:pt x="236" y="207"/>
                    </a:cubicBezTo>
                    <a:lnTo>
                      <a:pt x="236" y="207"/>
                    </a:lnTo>
                    <a:cubicBezTo>
                      <a:pt x="237" y="207"/>
                      <a:pt x="239" y="208"/>
                      <a:pt x="243" y="210"/>
                    </a:cubicBezTo>
                    <a:cubicBezTo>
                      <a:pt x="249" y="212"/>
                      <a:pt x="255" y="215"/>
                      <a:pt x="256" y="215"/>
                    </a:cubicBezTo>
                    <a:cubicBezTo>
                      <a:pt x="257" y="215"/>
                      <a:pt x="256" y="214"/>
                      <a:pt x="253" y="212"/>
                    </a:cubicBezTo>
                    <a:cubicBezTo>
                      <a:pt x="253" y="212"/>
                      <a:pt x="253" y="211"/>
                      <a:pt x="255" y="211"/>
                    </a:cubicBezTo>
                    <a:cubicBezTo>
                      <a:pt x="256" y="211"/>
                      <a:pt x="259" y="212"/>
                      <a:pt x="263" y="214"/>
                    </a:cubicBezTo>
                    <a:cubicBezTo>
                      <a:pt x="265" y="212"/>
                      <a:pt x="265" y="211"/>
                      <a:pt x="259" y="205"/>
                    </a:cubicBezTo>
                    <a:cubicBezTo>
                      <a:pt x="251" y="200"/>
                      <a:pt x="251" y="198"/>
                      <a:pt x="252" y="197"/>
                    </a:cubicBezTo>
                    <a:cubicBezTo>
                      <a:pt x="253" y="196"/>
                      <a:pt x="254" y="195"/>
                      <a:pt x="246" y="189"/>
                    </a:cubicBezTo>
                    <a:cubicBezTo>
                      <a:pt x="239" y="184"/>
                      <a:pt x="233" y="177"/>
                      <a:pt x="235" y="174"/>
                    </a:cubicBezTo>
                    <a:cubicBezTo>
                      <a:pt x="233" y="170"/>
                      <a:pt x="231" y="168"/>
                      <a:pt x="232" y="168"/>
                    </a:cubicBezTo>
                    <a:lnTo>
                      <a:pt x="232" y="168"/>
                    </a:lnTo>
                    <a:cubicBezTo>
                      <a:pt x="233" y="168"/>
                      <a:pt x="237" y="171"/>
                      <a:pt x="245" y="176"/>
                    </a:cubicBezTo>
                    <a:cubicBezTo>
                      <a:pt x="250" y="179"/>
                      <a:pt x="252" y="180"/>
                      <a:pt x="254" y="180"/>
                    </a:cubicBezTo>
                    <a:cubicBezTo>
                      <a:pt x="254" y="180"/>
                      <a:pt x="255" y="180"/>
                      <a:pt x="255" y="179"/>
                    </a:cubicBezTo>
                    <a:cubicBezTo>
                      <a:pt x="255" y="179"/>
                      <a:pt x="256" y="179"/>
                      <a:pt x="256" y="179"/>
                    </a:cubicBezTo>
                    <a:cubicBezTo>
                      <a:pt x="257" y="179"/>
                      <a:pt x="259" y="180"/>
                      <a:pt x="264" y="183"/>
                    </a:cubicBezTo>
                    <a:cubicBezTo>
                      <a:pt x="266" y="184"/>
                      <a:pt x="268" y="185"/>
                      <a:pt x="268" y="185"/>
                    </a:cubicBezTo>
                    <a:cubicBezTo>
                      <a:pt x="269" y="185"/>
                      <a:pt x="264" y="180"/>
                      <a:pt x="259" y="176"/>
                    </a:cubicBezTo>
                    <a:lnTo>
                      <a:pt x="244" y="164"/>
                    </a:lnTo>
                    <a:lnTo>
                      <a:pt x="244" y="164"/>
                    </a:lnTo>
                    <a:cubicBezTo>
                      <a:pt x="253" y="168"/>
                      <a:pt x="261" y="173"/>
                      <a:pt x="268" y="179"/>
                    </a:cubicBezTo>
                    <a:cubicBezTo>
                      <a:pt x="275" y="185"/>
                      <a:pt x="279" y="188"/>
                      <a:pt x="280" y="188"/>
                    </a:cubicBezTo>
                    <a:cubicBezTo>
                      <a:pt x="280" y="188"/>
                      <a:pt x="276" y="185"/>
                      <a:pt x="269" y="178"/>
                    </a:cubicBezTo>
                    <a:cubicBezTo>
                      <a:pt x="264" y="174"/>
                      <a:pt x="258" y="168"/>
                      <a:pt x="261" y="168"/>
                    </a:cubicBezTo>
                    <a:lnTo>
                      <a:pt x="261" y="168"/>
                    </a:lnTo>
                    <a:cubicBezTo>
                      <a:pt x="262" y="168"/>
                      <a:pt x="263" y="168"/>
                      <a:pt x="265" y="169"/>
                    </a:cubicBezTo>
                    <a:cubicBezTo>
                      <a:pt x="266" y="168"/>
                      <a:pt x="267" y="167"/>
                      <a:pt x="268" y="167"/>
                    </a:cubicBezTo>
                    <a:cubicBezTo>
                      <a:pt x="270" y="167"/>
                      <a:pt x="272" y="168"/>
                      <a:pt x="276" y="172"/>
                    </a:cubicBezTo>
                    <a:cubicBezTo>
                      <a:pt x="278" y="174"/>
                      <a:pt x="279" y="174"/>
                      <a:pt x="280" y="174"/>
                    </a:cubicBezTo>
                    <a:cubicBezTo>
                      <a:pt x="281" y="174"/>
                      <a:pt x="278" y="170"/>
                      <a:pt x="278" y="170"/>
                    </a:cubicBezTo>
                    <a:cubicBezTo>
                      <a:pt x="274" y="166"/>
                      <a:pt x="273" y="164"/>
                      <a:pt x="274" y="164"/>
                    </a:cubicBezTo>
                    <a:lnTo>
                      <a:pt x="274" y="164"/>
                    </a:lnTo>
                    <a:cubicBezTo>
                      <a:pt x="275" y="164"/>
                      <a:pt x="277" y="165"/>
                      <a:pt x="281" y="167"/>
                    </a:cubicBezTo>
                    <a:cubicBezTo>
                      <a:pt x="289" y="172"/>
                      <a:pt x="293" y="175"/>
                      <a:pt x="294" y="175"/>
                    </a:cubicBezTo>
                    <a:cubicBezTo>
                      <a:pt x="295" y="175"/>
                      <a:pt x="293" y="171"/>
                      <a:pt x="287" y="164"/>
                    </a:cubicBezTo>
                    <a:cubicBezTo>
                      <a:pt x="283" y="159"/>
                      <a:pt x="279" y="155"/>
                      <a:pt x="279" y="155"/>
                    </a:cubicBezTo>
                    <a:lnTo>
                      <a:pt x="279" y="155"/>
                    </a:lnTo>
                    <a:cubicBezTo>
                      <a:pt x="280" y="155"/>
                      <a:pt x="282" y="157"/>
                      <a:pt x="287" y="163"/>
                    </a:cubicBezTo>
                    <a:cubicBezTo>
                      <a:pt x="289" y="164"/>
                      <a:pt x="290" y="165"/>
                      <a:pt x="290" y="165"/>
                    </a:cubicBezTo>
                    <a:cubicBezTo>
                      <a:pt x="291" y="165"/>
                      <a:pt x="288" y="159"/>
                      <a:pt x="286" y="153"/>
                    </a:cubicBezTo>
                    <a:cubicBezTo>
                      <a:pt x="281" y="145"/>
                      <a:pt x="270" y="129"/>
                      <a:pt x="264" y="121"/>
                    </a:cubicBezTo>
                    <a:cubicBezTo>
                      <a:pt x="258" y="112"/>
                      <a:pt x="255" y="108"/>
                      <a:pt x="256" y="108"/>
                    </a:cubicBezTo>
                    <a:lnTo>
                      <a:pt x="256" y="108"/>
                    </a:lnTo>
                    <a:cubicBezTo>
                      <a:pt x="256" y="108"/>
                      <a:pt x="259" y="110"/>
                      <a:pt x="262" y="112"/>
                    </a:cubicBezTo>
                    <a:cubicBezTo>
                      <a:pt x="262" y="112"/>
                      <a:pt x="262" y="112"/>
                      <a:pt x="262" y="112"/>
                    </a:cubicBezTo>
                    <a:cubicBezTo>
                      <a:pt x="264" y="112"/>
                      <a:pt x="270" y="118"/>
                      <a:pt x="276" y="126"/>
                    </a:cubicBezTo>
                    <a:cubicBezTo>
                      <a:pt x="280" y="133"/>
                      <a:pt x="279" y="135"/>
                      <a:pt x="279" y="135"/>
                    </a:cubicBezTo>
                    <a:lnTo>
                      <a:pt x="278" y="135"/>
                    </a:lnTo>
                    <a:cubicBezTo>
                      <a:pt x="283" y="142"/>
                      <a:pt x="288" y="149"/>
                      <a:pt x="291" y="149"/>
                    </a:cubicBezTo>
                    <a:cubicBezTo>
                      <a:pt x="291" y="149"/>
                      <a:pt x="291" y="149"/>
                      <a:pt x="291" y="149"/>
                    </a:cubicBezTo>
                    <a:cubicBezTo>
                      <a:pt x="294" y="152"/>
                      <a:pt x="296" y="154"/>
                      <a:pt x="296" y="154"/>
                    </a:cubicBezTo>
                    <a:cubicBezTo>
                      <a:pt x="297" y="154"/>
                      <a:pt x="296" y="152"/>
                      <a:pt x="293" y="148"/>
                    </a:cubicBezTo>
                    <a:lnTo>
                      <a:pt x="293" y="148"/>
                    </a:lnTo>
                    <a:cubicBezTo>
                      <a:pt x="297" y="152"/>
                      <a:pt x="299" y="153"/>
                      <a:pt x="301" y="153"/>
                    </a:cubicBezTo>
                    <a:cubicBezTo>
                      <a:pt x="302" y="153"/>
                      <a:pt x="303" y="153"/>
                      <a:pt x="304" y="153"/>
                    </a:cubicBezTo>
                    <a:cubicBezTo>
                      <a:pt x="304" y="152"/>
                      <a:pt x="305" y="152"/>
                      <a:pt x="306" y="152"/>
                    </a:cubicBezTo>
                    <a:cubicBezTo>
                      <a:pt x="308" y="152"/>
                      <a:pt x="311" y="153"/>
                      <a:pt x="315" y="158"/>
                    </a:cubicBezTo>
                    <a:cubicBezTo>
                      <a:pt x="317" y="157"/>
                      <a:pt x="318" y="157"/>
                      <a:pt x="314" y="148"/>
                    </a:cubicBezTo>
                    <a:cubicBezTo>
                      <a:pt x="309" y="138"/>
                      <a:pt x="307" y="134"/>
                      <a:pt x="308" y="134"/>
                    </a:cubicBezTo>
                    <a:lnTo>
                      <a:pt x="308" y="134"/>
                    </a:lnTo>
                    <a:cubicBezTo>
                      <a:pt x="308" y="134"/>
                      <a:pt x="310" y="135"/>
                      <a:pt x="311" y="139"/>
                    </a:cubicBezTo>
                    <a:cubicBezTo>
                      <a:pt x="316" y="148"/>
                      <a:pt x="324" y="153"/>
                      <a:pt x="330" y="153"/>
                    </a:cubicBezTo>
                    <a:cubicBezTo>
                      <a:pt x="334" y="153"/>
                      <a:pt x="337" y="149"/>
                      <a:pt x="335" y="141"/>
                    </a:cubicBezTo>
                    <a:lnTo>
                      <a:pt x="337" y="140"/>
                    </a:lnTo>
                    <a:cubicBezTo>
                      <a:pt x="340" y="144"/>
                      <a:pt x="343" y="145"/>
                      <a:pt x="345" y="145"/>
                    </a:cubicBezTo>
                    <a:cubicBezTo>
                      <a:pt x="348" y="145"/>
                      <a:pt x="350" y="142"/>
                      <a:pt x="350" y="137"/>
                    </a:cubicBezTo>
                    <a:lnTo>
                      <a:pt x="354" y="137"/>
                    </a:lnTo>
                    <a:cubicBezTo>
                      <a:pt x="357" y="141"/>
                      <a:pt x="358" y="143"/>
                      <a:pt x="359" y="143"/>
                    </a:cubicBezTo>
                    <a:cubicBezTo>
                      <a:pt x="360" y="143"/>
                      <a:pt x="360" y="140"/>
                      <a:pt x="360" y="136"/>
                    </a:cubicBezTo>
                    <a:cubicBezTo>
                      <a:pt x="360" y="129"/>
                      <a:pt x="358" y="122"/>
                      <a:pt x="359" y="122"/>
                    </a:cubicBezTo>
                    <a:lnTo>
                      <a:pt x="359" y="122"/>
                    </a:lnTo>
                    <a:cubicBezTo>
                      <a:pt x="359" y="122"/>
                      <a:pt x="359" y="123"/>
                      <a:pt x="360" y="126"/>
                    </a:cubicBezTo>
                    <a:cubicBezTo>
                      <a:pt x="361" y="133"/>
                      <a:pt x="363" y="134"/>
                      <a:pt x="366" y="134"/>
                    </a:cubicBezTo>
                    <a:cubicBezTo>
                      <a:pt x="367" y="134"/>
                      <a:pt x="369" y="134"/>
                      <a:pt x="371" y="133"/>
                    </a:cubicBezTo>
                    <a:cubicBezTo>
                      <a:pt x="376" y="133"/>
                      <a:pt x="376" y="133"/>
                      <a:pt x="374" y="124"/>
                    </a:cubicBezTo>
                    <a:cubicBezTo>
                      <a:pt x="376" y="121"/>
                      <a:pt x="377" y="120"/>
                      <a:pt x="377" y="120"/>
                    </a:cubicBezTo>
                    <a:cubicBezTo>
                      <a:pt x="379" y="120"/>
                      <a:pt x="380" y="127"/>
                      <a:pt x="381" y="133"/>
                    </a:cubicBezTo>
                    <a:cubicBezTo>
                      <a:pt x="381" y="141"/>
                      <a:pt x="382" y="146"/>
                      <a:pt x="383" y="146"/>
                    </a:cubicBezTo>
                    <a:cubicBezTo>
                      <a:pt x="383" y="146"/>
                      <a:pt x="384" y="139"/>
                      <a:pt x="383" y="123"/>
                    </a:cubicBezTo>
                    <a:cubicBezTo>
                      <a:pt x="383" y="112"/>
                      <a:pt x="384" y="107"/>
                      <a:pt x="386" y="107"/>
                    </a:cubicBezTo>
                    <a:cubicBezTo>
                      <a:pt x="386" y="107"/>
                      <a:pt x="387" y="110"/>
                      <a:pt x="388" y="113"/>
                    </a:cubicBezTo>
                    <a:cubicBezTo>
                      <a:pt x="388" y="123"/>
                      <a:pt x="387" y="123"/>
                      <a:pt x="384" y="123"/>
                    </a:cubicBezTo>
                    <a:cubicBezTo>
                      <a:pt x="384" y="123"/>
                      <a:pt x="385" y="132"/>
                      <a:pt x="387" y="142"/>
                    </a:cubicBezTo>
                    <a:cubicBezTo>
                      <a:pt x="389" y="142"/>
                      <a:pt x="388" y="142"/>
                      <a:pt x="389" y="132"/>
                    </a:cubicBezTo>
                    <a:cubicBezTo>
                      <a:pt x="389" y="132"/>
                      <a:pt x="390" y="132"/>
                      <a:pt x="391" y="123"/>
                    </a:cubicBezTo>
                    <a:cubicBezTo>
                      <a:pt x="392" y="113"/>
                      <a:pt x="391" y="104"/>
                      <a:pt x="389" y="94"/>
                    </a:cubicBezTo>
                    <a:cubicBezTo>
                      <a:pt x="387" y="85"/>
                      <a:pt x="389" y="85"/>
                      <a:pt x="390" y="85"/>
                    </a:cubicBezTo>
                    <a:cubicBezTo>
                      <a:pt x="394" y="94"/>
                      <a:pt x="395" y="104"/>
                      <a:pt x="394" y="113"/>
                    </a:cubicBezTo>
                    <a:cubicBezTo>
                      <a:pt x="392" y="113"/>
                      <a:pt x="393" y="123"/>
                      <a:pt x="393" y="132"/>
                    </a:cubicBezTo>
                    <a:cubicBezTo>
                      <a:pt x="393" y="134"/>
                      <a:pt x="394" y="135"/>
                      <a:pt x="394" y="135"/>
                    </a:cubicBezTo>
                    <a:cubicBezTo>
                      <a:pt x="397" y="135"/>
                      <a:pt x="401" y="119"/>
                      <a:pt x="401" y="104"/>
                    </a:cubicBezTo>
                    <a:lnTo>
                      <a:pt x="402" y="113"/>
                    </a:lnTo>
                    <a:cubicBezTo>
                      <a:pt x="402" y="122"/>
                      <a:pt x="404" y="123"/>
                      <a:pt x="407" y="123"/>
                    </a:cubicBezTo>
                    <a:cubicBezTo>
                      <a:pt x="408" y="123"/>
                      <a:pt x="409" y="123"/>
                      <a:pt x="410" y="114"/>
                    </a:cubicBezTo>
                    <a:cubicBezTo>
                      <a:pt x="410" y="104"/>
                      <a:pt x="410" y="95"/>
                      <a:pt x="412" y="95"/>
                    </a:cubicBezTo>
                    <a:cubicBezTo>
                      <a:pt x="410" y="89"/>
                      <a:pt x="410" y="83"/>
                      <a:pt x="411" y="76"/>
                    </a:cubicBezTo>
                    <a:lnTo>
                      <a:pt x="411" y="76"/>
                    </a:lnTo>
                    <a:cubicBezTo>
                      <a:pt x="413" y="83"/>
                      <a:pt x="415" y="89"/>
                      <a:pt x="415" y="95"/>
                    </a:cubicBezTo>
                    <a:cubicBezTo>
                      <a:pt x="416" y="114"/>
                      <a:pt x="417" y="124"/>
                      <a:pt x="421" y="126"/>
                    </a:cubicBezTo>
                    <a:cubicBezTo>
                      <a:pt x="425" y="126"/>
                      <a:pt x="428" y="127"/>
                      <a:pt x="427" y="136"/>
                    </a:cubicBezTo>
                    <a:cubicBezTo>
                      <a:pt x="427" y="136"/>
                      <a:pt x="428" y="136"/>
                      <a:pt x="428" y="136"/>
                    </a:cubicBezTo>
                    <a:cubicBezTo>
                      <a:pt x="430" y="136"/>
                      <a:pt x="431" y="134"/>
                      <a:pt x="432" y="128"/>
                    </a:cubicBezTo>
                    <a:lnTo>
                      <a:pt x="436" y="129"/>
                    </a:lnTo>
                    <a:cubicBezTo>
                      <a:pt x="435" y="134"/>
                      <a:pt x="436" y="136"/>
                      <a:pt x="436" y="136"/>
                    </a:cubicBezTo>
                    <a:cubicBezTo>
                      <a:pt x="437" y="136"/>
                      <a:pt x="438" y="134"/>
                      <a:pt x="439" y="130"/>
                    </a:cubicBezTo>
                    <a:cubicBezTo>
                      <a:pt x="440" y="127"/>
                      <a:pt x="441" y="126"/>
                      <a:pt x="441" y="126"/>
                    </a:cubicBezTo>
                    <a:cubicBezTo>
                      <a:pt x="442" y="126"/>
                      <a:pt x="442" y="131"/>
                      <a:pt x="443" y="131"/>
                    </a:cubicBezTo>
                    <a:cubicBezTo>
                      <a:pt x="442" y="140"/>
                      <a:pt x="441" y="145"/>
                      <a:pt x="441" y="145"/>
                    </a:cubicBezTo>
                    <a:cubicBezTo>
                      <a:pt x="442" y="145"/>
                      <a:pt x="443" y="138"/>
                      <a:pt x="447" y="123"/>
                    </a:cubicBezTo>
                    <a:cubicBezTo>
                      <a:pt x="449" y="117"/>
                      <a:pt x="450" y="110"/>
                      <a:pt x="448" y="103"/>
                    </a:cubicBezTo>
                    <a:lnTo>
                      <a:pt x="444" y="102"/>
                    </a:lnTo>
                    <a:lnTo>
                      <a:pt x="450" y="94"/>
                    </a:lnTo>
                    <a:cubicBezTo>
                      <a:pt x="451" y="94"/>
                      <a:pt x="451" y="94"/>
                      <a:pt x="451" y="94"/>
                    </a:cubicBezTo>
                    <a:cubicBezTo>
                      <a:pt x="453" y="94"/>
                      <a:pt x="458" y="86"/>
                      <a:pt x="460" y="77"/>
                    </a:cubicBezTo>
                    <a:cubicBezTo>
                      <a:pt x="460" y="77"/>
                      <a:pt x="463" y="69"/>
                      <a:pt x="465" y="69"/>
                    </a:cubicBezTo>
                    <a:cubicBezTo>
                      <a:pt x="465" y="69"/>
                      <a:pt x="465" y="70"/>
                      <a:pt x="465" y="70"/>
                    </a:cubicBezTo>
                    <a:lnTo>
                      <a:pt x="459" y="88"/>
                    </a:lnTo>
                    <a:cubicBezTo>
                      <a:pt x="456" y="95"/>
                      <a:pt x="453" y="104"/>
                      <a:pt x="449" y="114"/>
                    </a:cubicBezTo>
                    <a:cubicBezTo>
                      <a:pt x="447" y="126"/>
                      <a:pt x="446" y="134"/>
                      <a:pt x="448" y="134"/>
                    </a:cubicBezTo>
                    <a:cubicBezTo>
                      <a:pt x="449" y="134"/>
                      <a:pt x="450" y="131"/>
                      <a:pt x="453" y="124"/>
                    </a:cubicBezTo>
                    <a:lnTo>
                      <a:pt x="453" y="124"/>
                    </a:lnTo>
                    <a:cubicBezTo>
                      <a:pt x="454" y="126"/>
                      <a:pt x="454" y="126"/>
                      <a:pt x="452" y="135"/>
                    </a:cubicBezTo>
                    <a:cubicBezTo>
                      <a:pt x="451" y="138"/>
                      <a:pt x="450" y="141"/>
                      <a:pt x="451" y="141"/>
                    </a:cubicBezTo>
                    <a:cubicBezTo>
                      <a:pt x="452" y="141"/>
                      <a:pt x="454" y="137"/>
                      <a:pt x="458" y="127"/>
                    </a:cubicBezTo>
                    <a:cubicBezTo>
                      <a:pt x="462" y="119"/>
                      <a:pt x="464" y="115"/>
                      <a:pt x="465" y="115"/>
                    </a:cubicBezTo>
                    <a:lnTo>
                      <a:pt x="465" y="115"/>
                    </a:lnTo>
                    <a:cubicBezTo>
                      <a:pt x="466" y="115"/>
                      <a:pt x="465" y="120"/>
                      <a:pt x="462" y="129"/>
                    </a:cubicBezTo>
                    <a:cubicBezTo>
                      <a:pt x="459" y="141"/>
                      <a:pt x="460" y="146"/>
                      <a:pt x="462" y="146"/>
                    </a:cubicBezTo>
                    <a:cubicBezTo>
                      <a:pt x="463" y="146"/>
                      <a:pt x="465" y="145"/>
                      <a:pt x="466" y="141"/>
                    </a:cubicBezTo>
                    <a:cubicBezTo>
                      <a:pt x="470" y="132"/>
                      <a:pt x="473" y="129"/>
                      <a:pt x="475" y="129"/>
                    </a:cubicBezTo>
                    <a:lnTo>
                      <a:pt x="475" y="129"/>
                    </a:lnTo>
                    <a:cubicBezTo>
                      <a:pt x="476" y="129"/>
                      <a:pt x="477" y="132"/>
                      <a:pt x="475" y="136"/>
                    </a:cubicBezTo>
                    <a:cubicBezTo>
                      <a:pt x="474" y="141"/>
                      <a:pt x="474" y="143"/>
                      <a:pt x="475" y="143"/>
                    </a:cubicBezTo>
                    <a:cubicBezTo>
                      <a:pt x="475" y="143"/>
                      <a:pt x="477" y="141"/>
                      <a:pt x="480" y="138"/>
                    </a:cubicBezTo>
                    <a:lnTo>
                      <a:pt x="480" y="138"/>
                    </a:lnTo>
                    <a:cubicBezTo>
                      <a:pt x="476" y="144"/>
                      <a:pt x="474" y="151"/>
                      <a:pt x="475" y="151"/>
                    </a:cubicBezTo>
                    <a:cubicBezTo>
                      <a:pt x="475" y="151"/>
                      <a:pt x="476" y="150"/>
                      <a:pt x="477" y="148"/>
                    </a:cubicBezTo>
                    <a:cubicBezTo>
                      <a:pt x="477" y="148"/>
                      <a:pt x="480" y="148"/>
                      <a:pt x="482" y="139"/>
                    </a:cubicBezTo>
                    <a:lnTo>
                      <a:pt x="494" y="124"/>
                    </a:lnTo>
                    <a:cubicBezTo>
                      <a:pt x="492" y="123"/>
                      <a:pt x="496" y="116"/>
                      <a:pt x="501" y="107"/>
                    </a:cubicBezTo>
                    <a:cubicBezTo>
                      <a:pt x="502" y="105"/>
                      <a:pt x="503" y="104"/>
                      <a:pt x="503" y="104"/>
                    </a:cubicBezTo>
                    <a:lnTo>
                      <a:pt x="503" y="104"/>
                    </a:lnTo>
                    <a:cubicBezTo>
                      <a:pt x="506" y="104"/>
                      <a:pt x="505" y="116"/>
                      <a:pt x="496" y="137"/>
                    </a:cubicBezTo>
                    <a:lnTo>
                      <a:pt x="488" y="155"/>
                    </a:lnTo>
                    <a:lnTo>
                      <a:pt x="499" y="139"/>
                    </a:lnTo>
                    <a:lnTo>
                      <a:pt x="499" y="139"/>
                    </a:lnTo>
                    <a:cubicBezTo>
                      <a:pt x="500" y="139"/>
                      <a:pt x="501" y="140"/>
                      <a:pt x="496" y="148"/>
                    </a:cubicBezTo>
                    <a:cubicBezTo>
                      <a:pt x="491" y="156"/>
                      <a:pt x="491" y="156"/>
                      <a:pt x="492" y="157"/>
                    </a:cubicBezTo>
                    <a:cubicBezTo>
                      <a:pt x="492" y="157"/>
                      <a:pt x="492" y="157"/>
                      <a:pt x="492" y="157"/>
                    </a:cubicBezTo>
                    <a:cubicBezTo>
                      <a:pt x="493" y="157"/>
                      <a:pt x="494" y="156"/>
                      <a:pt x="499" y="150"/>
                    </a:cubicBezTo>
                    <a:cubicBezTo>
                      <a:pt x="504" y="141"/>
                      <a:pt x="507" y="137"/>
                      <a:pt x="507" y="137"/>
                    </a:cubicBezTo>
                    <a:lnTo>
                      <a:pt x="507" y="137"/>
                    </a:lnTo>
                    <a:cubicBezTo>
                      <a:pt x="508" y="137"/>
                      <a:pt x="507" y="140"/>
                      <a:pt x="505" y="144"/>
                    </a:cubicBezTo>
                    <a:cubicBezTo>
                      <a:pt x="501" y="152"/>
                      <a:pt x="498" y="156"/>
                      <a:pt x="499" y="156"/>
                    </a:cubicBezTo>
                    <a:cubicBezTo>
                      <a:pt x="500" y="156"/>
                      <a:pt x="503" y="153"/>
                      <a:pt x="509" y="146"/>
                    </a:cubicBezTo>
                    <a:cubicBezTo>
                      <a:pt x="514" y="138"/>
                      <a:pt x="517" y="134"/>
                      <a:pt x="517" y="134"/>
                    </a:cubicBezTo>
                    <a:lnTo>
                      <a:pt x="517" y="134"/>
                    </a:lnTo>
                    <a:cubicBezTo>
                      <a:pt x="517" y="134"/>
                      <a:pt x="515" y="138"/>
                      <a:pt x="510" y="147"/>
                    </a:cubicBezTo>
                    <a:cubicBezTo>
                      <a:pt x="504" y="155"/>
                      <a:pt x="500" y="163"/>
                      <a:pt x="501" y="164"/>
                    </a:cubicBezTo>
                    <a:lnTo>
                      <a:pt x="506" y="156"/>
                    </a:lnTo>
                    <a:cubicBezTo>
                      <a:pt x="513" y="148"/>
                      <a:pt x="516" y="145"/>
                      <a:pt x="517" y="145"/>
                    </a:cubicBezTo>
                    <a:lnTo>
                      <a:pt x="517" y="145"/>
                    </a:lnTo>
                    <a:cubicBezTo>
                      <a:pt x="517" y="145"/>
                      <a:pt x="516" y="147"/>
                      <a:pt x="514" y="150"/>
                    </a:cubicBezTo>
                    <a:cubicBezTo>
                      <a:pt x="511" y="155"/>
                      <a:pt x="510" y="157"/>
                      <a:pt x="511" y="157"/>
                    </a:cubicBezTo>
                    <a:cubicBezTo>
                      <a:pt x="512" y="157"/>
                      <a:pt x="514" y="156"/>
                      <a:pt x="518" y="154"/>
                    </a:cubicBezTo>
                    <a:lnTo>
                      <a:pt x="518" y="154"/>
                    </a:lnTo>
                    <a:cubicBezTo>
                      <a:pt x="520" y="156"/>
                      <a:pt x="521" y="156"/>
                      <a:pt x="515" y="164"/>
                    </a:cubicBezTo>
                    <a:cubicBezTo>
                      <a:pt x="509" y="171"/>
                      <a:pt x="506" y="175"/>
                      <a:pt x="506" y="175"/>
                    </a:cubicBezTo>
                    <a:cubicBezTo>
                      <a:pt x="507" y="175"/>
                      <a:pt x="510" y="171"/>
                      <a:pt x="517" y="165"/>
                    </a:cubicBezTo>
                    <a:cubicBezTo>
                      <a:pt x="520" y="162"/>
                      <a:pt x="521" y="160"/>
                      <a:pt x="522" y="160"/>
                    </a:cubicBezTo>
                    <a:lnTo>
                      <a:pt x="522" y="160"/>
                    </a:lnTo>
                    <a:cubicBezTo>
                      <a:pt x="523" y="160"/>
                      <a:pt x="522" y="162"/>
                      <a:pt x="520" y="167"/>
                    </a:cubicBezTo>
                    <a:cubicBezTo>
                      <a:pt x="517" y="171"/>
                      <a:pt x="515" y="173"/>
                      <a:pt x="516" y="173"/>
                    </a:cubicBezTo>
                    <a:cubicBezTo>
                      <a:pt x="516" y="173"/>
                      <a:pt x="518" y="172"/>
                      <a:pt x="521" y="169"/>
                    </a:cubicBezTo>
                    <a:cubicBezTo>
                      <a:pt x="533" y="155"/>
                      <a:pt x="540" y="148"/>
                      <a:pt x="539" y="147"/>
                    </a:cubicBezTo>
                    <a:cubicBezTo>
                      <a:pt x="538" y="146"/>
                      <a:pt x="538" y="146"/>
                      <a:pt x="545" y="139"/>
                    </a:cubicBezTo>
                    <a:lnTo>
                      <a:pt x="547" y="141"/>
                    </a:lnTo>
                    <a:cubicBezTo>
                      <a:pt x="547" y="142"/>
                      <a:pt x="548" y="142"/>
                      <a:pt x="549" y="142"/>
                    </a:cubicBezTo>
                    <a:cubicBezTo>
                      <a:pt x="550" y="142"/>
                      <a:pt x="553" y="142"/>
                      <a:pt x="558" y="139"/>
                    </a:cubicBezTo>
                    <a:cubicBezTo>
                      <a:pt x="566" y="135"/>
                      <a:pt x="577" y="125"/>
                      <a:pt x="573" y="125"/>
                    </a:cubicBezTo>
                    <a:lnTo>
                      <a:pt x="573" y="125"/>
                    </a:lnTo>
                    <a:cubicBezTo>
                      <a:pt x="572" y="125"/>
                      <a:pt x="571" y="125"/>
                      <a:pt x="570" y="126"/>
                    </a:cubicBezTo>
                    <a:lnTo>
                      <a:pt x="576" y="118"/>
                    </a:lnTo>
                    <a:cubicBezTo>
                      <a:pt x="586" y="107"/>
                      <a:pt x="590" y="101"/>
                      <a:pt x="589" y="101"/>
                    </a:cubicBezTo>
                    <a:lnTo>
                      <a:pt x="589" y="101"/>
                    </a:lnTo>
                    <a:cubicBezTo>
                      <a:pt x="588" y="101"/>
                      <a:pt x="582" y="105"/>
                      <a:pt x="574" y="114"/>
                    </a:cubicBezTo>
                    <a:cubicBezTo>
                      <a:pt x="563" y="126"/>
                      <a:pt x="558" y="131"/>
                      <a:pt x="557" y="131"/>
                    </a:cubicBezTo>
                    <a:cubicBezTo>
                      <a:pt x="557" y="131"/>
                      <a:pt x="560" y="127"/>
                      <a:pt x="566" y="120"/>
                    </a:cubicBezTo>
                    <a:cubicBezTo>
                      <a:pt x="578" y="107"/>
                      <a:pt x="577" y="105"/>
                      <a:pt x="575" y="103"/>
                    </a:cubicBezTo>
                    <a:cubicBezTo>
                      <a:pt x="574" y="102"/>
                      <a:pt x="574" y="102"/>
                      <a:pt x="579" y="95"/>
                    </a:cubicBezTo>
                    <a:cubicBezTo>
                      <a:pt x="586" y="89"/>
                      <a:pt x="590" y="80"/>
                      <a:pt x="588" y="77"/>
                    </a:cubicBezTo>
                    <a:cubicBezTo>
                      <a:pt x="588" y="77"/>
                      <a:pt x="588" y="77"/>
                      <a:pt x="587" y="77"/>
                    </a:cubicBezTo>
                    <a:cubicBezTo>
                      <a:pt x="587" y="77"/>
                      <a:pt x="586" y="78"/>
                      <a:pt x="582" y="84"/>
                    </a:cubicBezTo>
                    <a:cubicBezTo>
                      <a:pt x="580" y="87"/>
                      <a:pt x="578" y="88"/>
                      <a:pt x="578" y="88"/>
                    </a:cubicBezTo>
                    <a:cubicBezTo>
                      <a:pt x="576" y="88"/>
                      <a:pt x="577" y="84"/>
                      <a:pt x="584" y="73"/>
                    </a:cubicBezTo>
                    <a:cubicBezTo>
                      <a:pt x="585" y="69"/>
                      <a:pt x="586" y="67"/>
                      <a:pt x="586" y="67"/>
                    </a:cubicBezTo>
                    <a:lnTo>
                      <a:pt x="586" y="67"/>
                    </a:lnTo>
                    <a:cubicBezTo>
                      <a:pt x="585" y="67"/>
                      <a:pt x="582" y="71"/>
                      <a:pt x="576" y="80"/>
                    </a:cubicBezTo>
                    <a:cubicBezTo>
                      <a:pt x="571" y="86"/>
                      <a:pt x="567" y="89"/>
                      <a:pt x="566" y="89"/>
                    </a:cubicBezTo>
                    <a:cubicBezTo>
                      <a:pt x="564" y="89"/>
                      <a:pt x="565" y="84"/>
                      <a:pt x="570" y="75"/>
                    </a:cubicBezTo>
                    <a:lnTo>
                      <a:pt x="567" y="72"/>
                    </a:lnTo>
                    <a:cubicBezTo>
                      <a:pt x="567" y="72"/>
                      <a:pt x="567" y="72"/>
                      <a:pt x="567" y="72"/>
                    </a:cubicBezTo>
                    <a:cubicBezTo>
                      <a:pt x="565" y="72"/>
                      <a:pt x="560" y="79"/>
                      <a:pt x="555" y="86"/>
                    </a:cubicBezTo>
                    <a:cubicBezTo>
                      <a:pt x="548" y="95"/>
                      <a:pt x="545" y="99"/>
                      <a:pt x="545" y="99"/>
                    </a:cubicBezTo>
                    <a:cubicBezTo>
                      <a:pt x="545" y="99"/>
                      <a:pt x="546" y="97"/>
                      <a:pt x="548" y="93"/>
                    </a:cubicBezTo>
                    <a:cubicBezTo>
                      <a:pt x="550" y="88"/>
                      <a:pt x="553" y="82"/>
                      <a:pt x="557" y="76"/>
                    </a:cubicBezTo>
                    <a:cubicBezTo>
                      <a:pt x="562" y="68"/>
                      <a:pt x="560" y="67"/>
                      <a:pt x="558" y="66"/>
                    </a:cubicBezTo>
                    <a:cubicBezTo>
                      <a:pt x="557" y="65"/>
                      <a:pt x="556" y="64"/>
                      <a:pt x="554" y="64"/>
                    </a:cubicBezTo>
                    <a:cubicBezTo>
                      <a:pt x="553" y="64"/>
                      <a:pt x="552" y="65"/>
                      <a:pt x="550" y="66"/>
                    </a:cubicBezTo>
                    <a:lnTo>
                      <a:pt x="550" y="66"/>
                    </a:lnTo>
                    <a:lnTo>
                      <a:pt x="553" y="62"/>
                    </a:lnTo>
                    <a:cubicBezTo>
                      <a:pt x="552" y="61"/>
                      <a:pt x="554" y="57"/>
                      <a:pt x="553" y="57"/>
                    </a:cubicBezTo>
                    <a:lnTo>
                      <a:pt x="553" y="57"/>
                    </a:lnTo>
                    <a:cubicBezTo>
                      <a:pt x="553" y="57"/>
                      <a:pt x="553" y="58"/>
                      <a:pt x="551" y="61"/>
                    </a:cubicBezTo>
                    <a:cubicBezTo>
                      <a:pt x="551" y="61"/>
                      <a:pt x="549" y="60"/>
                      <a:pt x="550" y="49"/>
                    </a:cubicBezTo>
                    <a:cubicBezTo>
                      <a:pt x="550" y="47"/>
                      <a:pt x="550" y="45"/>
                      <a:pt x="548" y="45"/>
                    </a:cubicBezTo>
                    <a:cubicBezTo>
                      <a:pt x="545" y="45"/>
                      <a:pt x="536" y="56"/>
                      <a:pt x="532" y="71"/>
                    </a:cubicBezTo>
                    <a:lnTo>
                      <a:pt x="530" y="70"/>
                    </a:lnTo>
                    <a:cubicBezTo>
                      <a:pt x="530" y="70"/>
                      <a:pt x="530" y="69"/>
                      <a:pt x="530" y="69"/>
                    </a:cubicBezTo>
                    <a:cubicBezTo>
                      <a:pt x="528" y="69"/>
                      <a:pt x="524" y="77"/>
                      <a:pt x="524" y="77"/>
                    </a:cubicBezTo>
                    <a:cubicBezTo>
                      <a:pt x="521" y="83"/>
                      <a:pt x="519" y="84"/>
                      <a:pt x="518" y="84"/>
                    </a:cubicBezTo>
                    <a:cubicBezTo>
                      <a:pt x="517" y="84"/>
                      <a:pt x="517" y="83"/>
                      <a:pt x="517" y="83"/>
                    </a:cubicBezTo>
                    <a:lnTo>
                      <a:pt x="525" y="66"/>
                    </a:lnTo>
                    <a:cubicBezTo>
                      <a:pt x="535" y="52"/>
                      <a:pt x="539" y="43"/>
                      <a:pt x="537" y="43"/>
                    </a:cubicBezTo>
                    <a:lnTo>
                      <a:pt x="537" y="43"/>
                    </a:lnTo>
                    <a:cubicBezTo>
                      <a:pt x="535" y="43"/>
                      <a:pt x="532" y="47"/>
                      <a:pt x="525" y="56"/>
                    </a:cubicBezTo>
                    <a:cubicBezTo>
                      <a:pt x="524" y="58"/>
                      <a:pt x="524" y="59"/>
                      <a:pt x="524" y="59"/>
                    </a:cubicBezTo>
                    <a:cubicBezTo>
                      <a:pt x="524" y="59"/>
                      <a:pt x="527" y="54"/>
                      <a:pt x="530" y="47"/>
                    </a:cubicBezTo>
                    <a:cubicBezTo>
                      <a:pt x="532" y="43"/>
                      <a:pt x="533" y="41"/>
                      <a:pt x="531" y="41"/>
                    </a:cubicBezTo>
                    <a:lnTo>
                      <a:pt x="531" y="41"/>
                    </a:lnTo>
                    <a:cubicBezTo>
                      <a:pt x="530" y="41"/>
                      <a:pt x="528" y="42"/>
                      <a:pt x="524" y="45"/>
                    </a:cubicBezTo>
                    <a:cubicBezTo>
                      <a:pt x="524" y="45"/>
                      <a:pt x="524" y="45"/>
                      <a:pt x="524" y="45"/>
                    </a:cubicBezTo>
                    <a:cubicBezTo>
                      <a:pt x="521" y="45"/>
                      <a:pt x="512" y="60"/>
                      <a:pt x="509" y="67"/>
                    </a:cubicBezTo>
                    <a:cubicBezTo>
                      <a:pt x="505" y="75"/>
                      <a:pt x="503" y="75"/>
                      <a:pt x="502" y="75"/>
                    </a:cubicBezTo>
                    <a:cubicBezTo>
                      <a:pt x="502" y="75"/>
                      <a:pt x="502" y="75"/>
                      <a:pt x="502" y="75"/>
                    </a:cubicBezTo>
                    <a:cubicBezTo>
                      <a:pt x="501" y="74"/>
                      <a:pt x="501" y="74"/>
                      <a:pt x="504" y="66"/>
                    </a:cubicBezTo>
                    <a:cubicBezTo>
                      <a:pt x="508" y="57"/>
                      <a:pt x="509" y="52"/>
                      <a:pt x="508" y="52"/>
                    </a:cubicBezTo>
                    <a:lnTo>
                      <a:pt x="508" y="52"/>
                    </a:lnTo>
                    <a:cubicBezTo>
                      <a:pt x="506" y="52"/>
                      <a:pt x="503" y="56"/>
                      <a:pt x="499" y="63"/>
                    </a:cubicBezTo>
                    <a:lnTo>
                      <a:pt x="503" y="55"/>
                    </a:lnTo>
                    <a:cubicBezTo>
                      <a:pt x="506" y="48"/>
                      <a:pt x="508" y="39"/>
                      <a:pt x="501" y="39"/>
                    </a:cubicBezTo>
                    <a:cubicBezTo>
                      <a:pt x="499" y="39"/>
                      <a:pt x="497" y="40"/>
                      <a:pt x="495" y="40"/>
                    </a:cubicBezTo>
                    <a:cubicBezTo>
                      <a:pt x="487" y="37"/>
                      <a:pt x="481" y="35"/>
                      <a:pt x="484" y="26"/>
                    </a:cubicBezTo>
                    <a:cubicBezTo>
                      <a:pt x="484" y="24"/>
                      <a:pt x="484" y="23"/>
                      <a:pt x="483" y="23"/>
                    </a:cubicBezTo>
                    <a:cubicBezTo>
                      <a:pt x="480" y="23"/>
                      <a:pt x="470" y="35"/>
                      <a:pt x="463" y="49"/>
                    </a:cubicBezTo>
                    <a:cubicBezTo>
                      <a:pt x="466" y="40"/>
                      <a:pt x="464" y="39"/>
                      <a:pt x="459" y="38"/>
                    </a:cubicBezTo>
                    <a:cubicBezTo>
                      <a:pt x="454" y="36"/>
                      <a:pt x="454" y="36"/>
                      <a:pt x="456" y="27"/>
                    </a:cubicBezTo>
                    <a:cubicBezTo>
                      <a:pt x="459" y="18"/>
                      <a:pt x="461" y="14"/>
                      <a:pt x="461" y="14"/>
                    </a:cubicBezTo>
                    <a:lnTo>
                      <a:pt x="461" y="14"/>
                    </a:lnTo>
                    <a:cubicBezTo>
                      <a:pt x="460" y="14"/>
                      <a:pt x="458" y="18"/>
                      <a:pt x="454" y="27"/>
                    </a:cubicBezTo>
                    <a:cubicBezTo>
                      <a:pt x="452" y="33"/>
                      <a:pt x="450" y="36"/>
                      <a:pt x="448" y="36"/>
                    </a:cubicBezTo>
                    <a:cubicBezTo>
                      <a:pt x="446" y="36"/>
                      <a:pt x="445" y="27"/>
                      <a:pt x="447" y="16"/>
                    </a:cubicBezTo>
                    <a:cubicBezTo>
                      <a:pt x="449" y="6"/>
                      <a:pt x="447" y="6"/>
                      <a:pt x="443" y="5"/>
                    </a:cubicBezTo>
                    <a:cubicBezTo>
                      <a:pt x="439" y="12"/>
                      <a:pt x="435" y="12"/>
                      <a:pt x="432" y="12"/>
                    </a:cubicBezTo>
                    <a:cubicBezTo>
                      <a:pt x="431" y="12"/>
                      <a:pt x="430" y="12"/>
                      <a:pt x="429" y="12"/>
                    </a:cubicBezTo>
                    <a:cubicBezTo>
                      <a:pt x="428" y="12"/>
                      <a:pt x="427" y="12"/>
                      <a:pt x="426" y="12"/>
                    </a:cubicBezTo>
                    <a:cubicBezTo>
                      <a:pt x="422" y="12"/>
                      <a:pt x="422" y="15"/>
                      <a:pt x="421" y="30"/>
                    </a:cubicBezTo>
                    <a:cubicBezTo>
                      <a:pt x="419" y="48"/>
                      <a:pt x="418" y="48"/>
                      <a:pt x="413" y="48"/>
                    </a:cubicBezTo>
                    <a:cubicBezTo>
                      <a:pt x="412" y="48"/>
                      <a:pt x="410" y="48"/>
                      <a:pt x="410" y="38"/>
                    </a:cubicBezTo>
                    <a:cubicBezTo>
                      <a:pt x="410" y="38"/>
                      <a:pt x="409" y="29"/>
                      <a:pt x="407" y="29"/>
                    </a:cubicBezTo>
                    <a:cubicBezTo>
                      <a:pt x="404" y="29"/>
                      <a:pt x="402" y="29"/>
                      <a:pt x="402" y="19"/>
                    </a:cubicBezTo>
                    <a:cubicBezTo>
                      <a:pt x="402" y="19"/>
                      <a:pt x="400" y="10"/>
                      <a:pt x="395" y="10"/>
                    </a:cubicBezTo>
                    <a:cubicBezTo>
                      <a:pt x="391" y="10"/>
                      <a:pt x="387" y="10"/>
                      <a:pt x="3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066" name="Google Shape;9066;p33"/>
            <p:cNvSpPr/>
            <p:nvPr/>
          </p:nvSpPr>
          <p:spPr>
            <a:xfrm>
              <a:off x="1013075" y="3169600"/>
              <a:ext cx="42300" cy="423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067" name="Google Shape;9067;p33"/>
            <p:cNvGrpSpPr/>
            <p:nvPr/>
          </p:nvGrpSpPr>
          <p:grpSpPr>
            <a:xfrm>
              <a:off x="1406621" y="3536205"/>
              <a:ext cx="441642" cy="350956"/>
              <a:chOff x="1378475" y="3603275"/>
              <a:chExt cx="640525" cy="509000"/>
            </a:xfrm>
          </p:grpSpPr>
          <p:sp>
            <p:nvSpPr>
              <p:cNvPr id="9068" name="Google Shape;9068;p33"/>
              <p:cNvSpPr/>
              <p:nvPr/>
            </p:nvSpPr>
            <p:spPr>
              <a:xfrm>
                <a:off x="1439475" y="3603275"/>
                <a:ext cx="579525" cy="509000"/>
              </a:xfrm>
              <a:custGeom>
                <a:avLst/>
                <a:gdLst/>
                <a:ahLst/>
                <a:cxnLst/>
                <a:rect l="l" t="t" r="r" b="b"/>
                <a:pathLst>
                  <a:path w="23181" h="20360" extrusionOk="0">
                    <a:moveTo>
                      <a:pt x="3365" y="1"/>
                    </a:moveTo>
                    <a:lnTo>
                      <a:pt x="3365" y="16987"/>
                    </a:lnTo>
                    <a:cubicBezTo>
                      <a:pt x="3365" y="18851"/>
                      <a:pt x="1857" y="20359"/>
                      <a:pt x="1" y="20359"/>
                    </a:cubicBezTo>
                    <a:lnTo>
                      <a:pt x="19954" y="20359"/>
                    </a:lnTo>
                    <a:cubicBezTo>
                      <a:pt x="21738" y="20359"/>
                      <a:pt x="23181" y="18916"/>
                      <a:pt x="23181" y="17133"/>
                    </a:cubicBezTo>
                    <a:lnTo>
                      <a:pt x="23181" y="1"/>
                    </a:lnTo>
                    <a:close/>
                  </a:path>
                </a:pathLst>
              </a:custGeom>
              <a:solidFill>
                <a:srgbClr val="D581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9" name="Google Shape;9069;p33"/>
              <p:cNvSpPr/>
              <p:nvPr/>
            </p:nvSpPr>
            <p:spPr>
              <a:xfrm>
                <a:off x="1378475" y="3973800"/>
                <a:ext cx="145150" cy="138275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5531" extrusionOk="0">
                    <a:moveTo>
                      <a:pt x="0" y="1"/>
                    </a:moveTo>
                    <a:lnTo>
                      <a:pt x="0" y="2766"/>
                    </a:lnTo>
                    <a:cubicBezTo>
                      <a:pt x="0" y="4257"/>
                      <a:pt x="1184" y="5482"/>
                      <a:pt x="2668" y="5530"/>
                    </a:cubicBezTo>
                    <a:cubicBezTo>
                      <a:pt x="4435" y="5409"/>
                      <a:pt x="5805" y="3941"/>
                      <a:pt x="5805" y="2166"/>
                    </a:cubicBezTo>
                    <a:lnTo>
                      <a:pt x="580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0" name="Google Shape;9070;p33"/>
              <p:cNvSpPr/>
              <p:nvPr/>
            </p:nvSpPr>
            <p:spPr>
              <a:xfrm>
                <a:off x="1445150" y="3973800"/>
                <a:ext cx="573850" cy="138275"/>
              </a:xfrm>
              <a:custGeom>
                <a:avLst/>
                <a:gdLst/>
                <a:ahLst/>
                <a:cxnLst/>
                <a:rect l="l" t="t" r="r" b="b"/>
                <a:pathLst>
                  <a:path w="22954" h="5531" extrusionOk="0">
                    <a:moveTo>
                      <a:pt x="3138" y="1"/>
                    </a:moveTo>
                    <a:lnTo>
                      <a:pt x="3138" y="2166"/>
                    </a:lnTo>
                    <a:cubicBezTo>
                      <a:pt x="3138" y="3941"/>
                      <a:pt x="1768" y="5409"/>
                      <a:pt x="1" y="5530"/>
                    </a:cubicBezTo>
                    <a:lnTo>
                      <a:pt x="19865" y="5530"/>
                    </a:lnTo>
                    <a:cubicBezTo>
                      <a:pt x="21592" y="5457"/>
                      <a:pt x="22954" y="4038"/>
                      <a:pt x="22954" y="2312"/>
                    </a:cubicBezTo>
                    <a:lnTo>
                      <a:pt x="229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1" name="Google Shape;9071;p33"/>
              <p:cNvSpPr/>
              <p:nvPr/>
            </p:nvSpPr>
            <p:spPr>
              <a:xfrm>
                <a:off x="1873850" y="3960425"/>
                <a:ext cx="145150" cy="151650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6066" extrusionOk="0">
                    <a:moveTo>
                      <a:pt x="1" y="1"/>
                    </a:moveTo>
                    <a:lnTo>
                      <a:pt x="1" y="3301"/>
                    </a:lnTo>
                    <a:cubicBezTo>
                      <a:pt x="1" y="4792"/>
                      <a:pt x="1184" y="6017"/>
                      <a:pt x="2668" y="6065"/>
                    </a:cubicBezTo>
                    <a:cubicBezTo>
                      <a:pt x="4598" y="6065"/>
                      <a:pt x="5806" y="4906"/>
                      <a:pt x="5806" y="2847"/>
                    </a:cubicBezTo>
                    <a:lnTo>
                      <a:pt x="5806" y="1"/>
                    </a:lnTo>
                    <a:close/>
                  </a:path>
                </a:pathLst>
              </a:custGeom>
              <a:solidFill>
                <a:srgbClr val="D581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2" name="Google Shape;9072;p33"/>
              <p:cNvSpPr/>
              <p:nvPr/>
            </p:nvSpPr>
            <p:spPr>
              <a:xfrm>
                <a:off x="1531950" y="3688225"/>
                <a:ext cx="473475" cy="53250"/>
              </a:xfrm>
              <a:custGeom>
                <a:avLst/>
                <a:gdLst/>
                <a:ahLst/>
                <a:cxnLst/>
                <a:rect l="l" t="t" r="r" b="b"/>
                <a:pathLst>
                  <a:path w="18939" h="2130" extrusionOk="0">
                    <a:moveTo>
                      <a:pt x="5277" y="0"/>
                    </a:moveTo>
                    <a:cubicBezTo>
                      <a:pt x="5228" y="0"/>
                      <a:pt x="5228" y="0"/>
                      <a:pt x="5253" y="57"/>
                    </a:cubicBezTo>
                    <a:lnTo>
                      <a:pt x="5293" y="57"/>
                    </a:lnTo>
                    <a:cubicBezTo>
                      <a:pt x="5293" y="0"/>
                      <a:pt x="5293" y="0"/>
                      <a:pt x="5277" y="0"/>
                    </a:cubicBezTo>
                    <a:close/>
                    <a:moveTo>
                      <a:pt x="729" y="324"/>
                    </a:moveTo>
                    <a:lnTo>
                      <a:pt x="753" y="389"/>
                    </a:lnTo>
                    <a:lnTo>
                      <a:pt x="777" y="389"/>
                    </a:lnTo>
                    <a:cubicBezTo>
                      <a:pt x="777" y="324"/>
                      <a:pt x="777" y="324"/>
                      <a:pt x="753" y="324"/>
                    </a:cubicBezTo>
                    <a:close/>
                    <a:moveTo>
                      <a:pt x="13247" y="341"/>
                    </a:moveTo>
                    <a:cubicBezTo>
                      <a:pt x="13247" y="397"/>
                      <a:pt x="13247" y="454"/>
                      <a:pt x="13223" y="454"/>
                    </a:cubicBezTo>
                    <a:lnTo>
                      <a:pt x="13198" y="397"/>
                    </a:lnTo>
                    <a:lnTo>
                      <a:pt x="13223" y="341"/>
                    </a:lnTo>
                    <a:close/>
                    <a:moveTo>
                      <a:pt x="8350" y="357"/>
                    </a:moveTo>
                    <a:cubicBezTo>
                      <a:pt x="8350" y="422"/>
                      <a:pt x="8350" y="478"/>
                      <a:pt x="8326" y="478"/>
                    </a:cubicBezTo>
                    <a:lnTo>
                      <a:pt x="8301" y="478"/>
                    </a:lnTo>
                    <a:cubicBezTo>
                      <a:pt x="8301" y="438"/>
                      <a:pt x="8309" y="397"/>
                      <a:pt x="8326" y="357"/>
                    </a:cubicBezTo>
                    <a:close/>
                    <a:moveTo>
                      <a:pt x="12955" y="389"/>
                    </a:moveTo>
                    <a:cubicBezTo>
                      <a:pt x="12979" y="389"/>
                      <a:pt x="12979" y="389"/>
                      <a:pt x="12979" y="454"/>
                    </a:cubicBezTo>
                    <a:cubicBezTo>
                      <a:pt x="12979" y="454"/>
                      <a:pt x="12979" y="511"/>
                      <a:pt x="12955" y="511"/>
                    </a:cubicBezTo>
                    <a:lnTo>
                      <a:pt x="12931" y="454"/>
                    </a:lnTo>
                    <a:cubicBezTo>
                      <a:pt x="12931" y="389"/>
                      <a:pt x="12955" y="389"/>
                      <a:pt x="12955" y="389"/>
                    </a:cubicBezTo>
                    <a:close/>
                    <a:moveTo>
                      <a:pt x="4847" y="405"/>
                    </a:moveTo>
                    <a:cubicBezTo>
                      <a:pt x="4855" y="446"/>
                      <a:pt x="4855" y="486"/>
                      <a:pt x="4872" y="527"/>
                    </a:cubicBezTo>
                    <a:cubicBezTo>
                      <a:pt x="4896" y="527"/>
                      <a:pt x="4896" y="470"/>
                      <a:pt x="4896" y="470"/>
                    </a:cubicBezTo>
                    <a:cubicBezTo>
                      <a:pt x="4896" y="470"/>
                      <a:pt x="4896" y="405"/>
                      <a:pt x="4872" y="405"/>
                    </a:cubicBezTo>
                    <a:close/>
                    <a:moveTo>
                      <a:pt x="15647" y="446"/>
                    </a:moveTo>
                    <a:cubicBezTo>
                      <a:pt x="15671" y="446"/>
                      <a:pt x="15671" y="446"/>
                      <a:pt x="15671" y="503"/>
                    </a:cubicBezTo>
                    <a:cubicBezTo>
                      <a:pt x="15671" y="568"/>
                      <a:pt x="15647" y="624"/>
                      <a:pt x="15631" y="624"/>
                    </a:cubicBezTo>
                    <a:cubicBezTo>
                      <a:pt x="15606" y="624"/>
                      <a:pt x="15606" y="503"/>
                      <a:pt x="15647" y="446"/>
                    </a:cubicBezTo>
                    <a:close/>
                    <a:moveTo>
                      <a:pt x="4628" y="584"/>
                    </a:moveTo>
                    <a:cubicBezTo>
                      <a:pt x="4653" y="584"/>
                      <a:pt x="4653" y="584"/>
                      <a:pt x="4653" y="641"/>
                    </a:cubicBezTo>
                    <a:lnTo>
                      <a:pt x="4628" y="641"/>
                    </a:lnTo>
                    <a:lnTo>
                      <a:pt x="4604" y="584"/>
                    </a:lnTo>
                    <a:close/>
                    <a:moveTo>
                      <a:pt x="18793" y="399"/>
                    </a:moveTo>
                    <a:cubicBezTo>
                      <a:pt x="18805" y="399"/>
                      <a:pt x="18797" y="481"/>
                      <a:pt x="18768" y="568"/>
                    </a:cubicBezTo>
                    <a:cubicBezTo>
                      <a:pt x="18756" y="628"/>
                      <a:pt x="18750" y="659"/>
                      <a:pt x="18747" y="659"/>
                    </a:cubicBezTo>
                    <a:cubicBezTo>
                      <a:pt x="18744" y="659"/>
                      <a:pt x="18744" y="628"/>
                      <a:pt x="18744" y="568"/>
                    </a:cubicBezTo>
                    <a:cubicBezTo>
                      <a:pt x="18744" y="511"/>
                      <a:pt x="18744" y="446"/>
                      <a:pt x="18768" y="446"/>
                    </a:cubicBezTo>
                    <a:cubicBezTo>
                      <a:pt x="18780" y="413"/>
                      <a:pt x="18788" y="399"/>
                      <a:pt x="18793" y="399"/>
                    </a:cubicBezTo>
                    <a:close/>
                    <a:moveTo>
                      <a:pt x="3047" y="551"/>
                    </a:moveTo>
                    <a:lnTo>
                      <a:pt x="3047" y="608"/>
                    </a:lnTo>
                    <a:lnTo>
                      <a:pt x="3023" y="673"/>
                    </a:lnTo>
                    <a:lnTo>
                      <a:pt x="2999" y="608"/>
                    </a:lnTo>
                    <a:cubicBezTo>
                      <a:pt x="2999" y="551"/>
                      <a:pt x="3023" y="551"/>
                      <a:pt x="3047" y="551"/>
                    </a:cubicBezTo>
                    <a:close/>
                    <a:moveTo>
                      <a:pt x="3660" y="466"/>
                    </a:moveTo>
                    <a:cubicBezTo>
                      <a:pt x="3668" y="466"/>
                      <a:pt x="3662" y="495"/>
                      <a:pt x="3647" y="568"/>
                    </a:cubicBezTo>
                    <a:lnTo>
                      <a:pt x="3599" y="681"/>
                    </a:lnTo>
                    <a:cubicBezTo>
                      <a:pt x="3582" y="681"/>
                      <a:pt x="3607" y="624"/>
                      <a:pt x="3623" y="503"/>
                    </a:cubicBezTo>
                    <a:cubicBezTo>
                      <a:pt x="3643" y="480"/>
                      <a:pt x="3654" y="466"/>
                      <a:pt x="3660" y="466"/>
                    </a:cubicBezTo>
                    <a:close/>
                    <a:moveTo>
                      <a:pt x="4445" y="558"/>
                    </a:moveTo>
                    <a:cubicBezTo>
                      <a:pt x="4460" y="558"/>
                      <a:pt x="4468" y="615"/>
                      <a:pt x="4450" y="697"/>
                    </a:cubicBezTo>
                    <a:lnTo>
                      <a:pt x="4401" y="697"/>
                    </a:lnTo>
                    <a:cubicBezTo>
                      <a:pt x="4401" y="644"/>
                      <a:pt x="4401" y="583"/>
                      <a:pt x="4422" y="583"/>
                    </a:cubicBezTo>
                    <a:cubicBezTo>
                      <a:pt x="4423" y="583"/>
                      <a:pt x="4424" y="583"/>
                      <a:pt x="4426" y="584"/>
                    </a:cubicBezTo>
                    <a:cubicBezTo>
                      <a:pt x="4432" y="566"/>
                      <a:pt x="4439" y="558"/>
                      <a:pt x="4445" y="558"/>
                    </a:cubicBezTo>
                    <a:close/>
                    <a:moveTo>
                      <a:pt x="437" y="616"/>
                    </a:moveTo>
                    <a:cubicBezTo>
                      <a:pt x="461" y="616"/>
                      <a:pt x="461" y="616"/>
                      <a:pt x="461" y="681"/>
                    </a:cubicBezTo>
                    <a:cubicBezTo>
                      <a:pt x="461" y="681"/>
                      <a:pt x="437" y="738"/>
                      <a:pt x="420" y="738"/>
                    </a:cubicBezTo>
                    <a:lnTo>
                      <a:pt x="396" y="681"/>
                    </a:lnTo>
                    <a:cubicBezTo>
                      <a:pt x="396" y="616"/>
                      <a:pt x="420" y="616"/>
                      <a:pt x="437" y="616"/>
                    </a:cubicBezTo>
                    <a:close/>
                    <a:moveTo>
                      <a:pt x="14001" y="649"/>
                    </a:moveTo>
                    <a:cubicBezTo>
                      <a:pt x="14025" y="649"/>
                      <a:pt x="14025" y="713"/>
                      <a:pt x="14025" y="713"/>
                    </a:cubicBezTo>
                    <a:cubicBezTo>
                      <a:pt x="14025" y="713"/>
                      <a:pt x="14025" y="770"/>
                      <a:pt x="14001" y="770"/>
                    </a:cubicBezTo>
                    <a:cubicBezTo>
                      <a:pt x="13985" y="730"/>
                      <a:pt x="13985" y="689"/>
                      <a:pt x="13977" y="649"/>
                    </a:cubicBezTo>
                    <a:close/>
                    <a:moveTo>
                      <a:pt x="5795" y="628"/>
                    </a:moveTo>
                    <a:cubicBezTo>
                      <a:pt x="5802" y="628"/>
                      <a:pt x="5814" y="657"/>
                      <a:pt x="5828" y="730"/>
                    </a:cubicBezTo>
                    <a:cubicBezTo>
                      <a:pt x="5828" y="786"/>
                      <a:pt x="5828" y="786"/>
                      <a:pt x="5804" y="786"/>
                    </a:cubicBezTo>
                    <a:cubicBezTo>
                      <a:pt x="5796" y="746"/>
                      <a:pt x="5788" y="705"/>
                      <a:pt x="5788" y="665"/>
                    </a:cubicBezTo>
                    <a:cubicBezTo>
                      <a:pt x="5788" y="642"/>
                      <a:pt x="5790" y="628"/>
                      <a:pt x="5795" y="628"/>
                    </a:cubicBezTo>
                    <a:close/>
                    <a:moveTo>
                      <a:pt x="5982" y="673"/>
                    </a:moveTo>
                    <a:cubicBezTo>
                      <a:pt x="5982" y="730"/>
                      <a:pt x="5982" y="786"/>
                      <a:pt x="5966" y="786"/>
                    </a:cubicBezTo>
                    <a:lnTo>
                      <a:pt x="5942" y="730"/>
                    </a:lnTo>
                    <a:lnTo>
                      <a:pt x="5966" y="673"/>
                    </a:lnTo>
                    <a:close/>
                    <a:moveTo>
                      <a:pt x="14911" y="646"/>
                    </a:moveTo>
                    <a:cubicBezTo>
                      <a:pt x="14915" y="646"/>
                      <a:pt x="14917" y="654"/>
                      <a:pt x="14917" y="673"/>
                    </a:cubicBezTo>
                    <a:cubicBezTo>
                      <a:pt x="14917" y="713"/>
                      <a:pt x="14909" y="754"/>
                      <a:pt x="14893" y="786"/>
                    </a:cubicBezTo>
                    <a:cubicBezTo>
                      <a:pt x="14893" y="786"/>
                      <a:pt x="14882" y="815"/>
                      <a:pt x="14875" y="815"/>
                    </a:cubicBezTo>
                    <a:cubicBezTo>
                      <a:pt x="14871" y="815"/>
                      <a:pt x="14868" y="808"/>
                      <a:pt x="14868" y="786"/>
                    </a:cubicBezTo>
                    <a:lnTo>
                      <a:pt x="14868" y="730"/>
                    </a:lnTo>
                    <a:cubicBezTo>
                      <a:pt x="14886" y="690"/>
                      <a:pt x="14903" y="646"/>
                      <a:pt x="14911" y="646"/>
                    </a:cubicBezTo>
                    <a:close/>
                    <a:moveTo>
                      <a:pt x="13410" y="713"/>
                    </a:moveTo>
                    <a:cubicBezTo>
                      <a:pt x="13419" y="713"/>
                      <a:pt x="13425" y="730"/>
                      <a:pt x="13425" y="762"/>
                    </a:cubicBezTo>
                    <a:cubicBezTo>
                      <a:pt x="13425" y="819"/>
                      <a:pt x="13425" y="819"/>
                      <a:pt x="13401" y="819"/>
                    </a:cubicBezTo>
                    <a:cubicBezTo>
                      <a:pt x="13352" y="819"/>
                      <a:pt x="13352" y="819"/>
                      <a:pt x="13377" y="762"/>
                    </a:cubicBezTo>
                    <a:cubicBezTo>
                      <a:pt x="13389" y="730"/>
                      <a:pt x="13401" y="713"/>
                      <a:pt x="13410" y="713"/>
                    </a:cubicBezTo>
                    <a:close/>
                    <a:moveTo>
                      <a:pt x="13555" y="762"/>
                    </a:moveTo>
                    <a:cubicBezTo>
                      <a:pt x="13579" y="762"/>
                      <a:pt x="13579" y="762"/>
                      <a:pt x="13579" y="819"/>
                    </a:cubicBezTo>
                    <a:lnTo>
                      <a:pt x="13555" y="819"/>
                    </a:lnTo>
                    <a:lnTo>
                      <a:pt x="13531" y="762"/>
                    </a:lnTo>
                    <a:close/>
                    <a:moveTo>
                      <a:pt x="13782" y="770"/>
                    </a:moveTo>
                    <a:cubicBezTo>
                      <a:pt x="13798" y="770"/>
                      <a:pt x="13798" y="770"/>
                      <a:pt x="13798" y="827"/>
                    </a:cubicBezTo>
                    <a:lnTo>
                      <a:pt x="13782" y="827"/>
                    </a:lnTo>
                    <a:lnTo>
                      <a:pt x="13758" y="770"/>
                    </a:lnTo>
                    <a:close/>
                    <a:moveTo>
                      <a:pt x="11106" y="713"/>
                    </a:moveTo>
                    <a:cubicBezTo>
                      <a:pt x="11106" y="770"/>
                      <a:pt x="11106" y="835"/>
                      <a:pt x="11082" y="835"/>
                    </a:cubicBezTo>
                    <a:lnTo>
                      <a:pt x="11058" y="835"/>
                    </a:lnTo>
                    <a:cubicBezTo>
                      <a:pt x="11066" y="795"/>
                      <a:pt x="11074" y="754"/>
                      <a:pt x="11082" y="713"/>
                    </a:cubicBezTo>
                    <a:close/>
                    <a:moveTo>
                      <a:pt x="8634" y="722"/>
                    </a:moveTo>
                    <a:cubicBezTo>
                      <a:pt x="8634" y="786"/>
                      <a:pt x="8634" y="843"/>
                      <a:pt x="8609" y="843"/>
                    </a:cubicBezTo>
                    <a:lnTo>
                      <a:pt x="8593" y="786"/>
                    </a:lnTo>
                    <a:lnTo>
                      <a:pt x="8609" y="722"/>
                    </a:lnTo>
                    <a:close/>
                    <a:moveTo>
                      <a:pt x="5431" y="778"/>
                    </a:moveTo>
                    <a:cubicBezTo>
                      <a:pt x="5447" y="778"/>
                      <a:pt x="5447" y="843"/>
                      <a:pt x="5447" y="843"/>
                    </a:cubicBezTo>
                    <a:cubicBezTo>
                      <a:pt x="5447" y="860"/>
                      <a:pt x="5446" y="867"/>
                      <a:pt x="5443" y="867"/>
                    </a:cubicBezTo>
                    <a:cubicBezTo>
                      <a:pt x="5437" y="867"/>
                      <a:pt x="5424" y="835"/>
                      <a:pt x="5407" y="835"/>
                    </a:cubicBezTo>
                    <a:cubicBezTo>
                      <a:pt x="5382" y="778"/>
                      <a:pt x="5382" y="778"/>
                      <a:pt x="5431" y="778"/>
                    </a:cubicBezTo>
                    <a:close/>
                    <a:moveTo>
                      <a:pt x="688" y="624"/>
                    </a:moveTo>
                    <a:cubicBezTo>
                      <a:pt x="704" y="624"/>
                      <a:pt x="729" y="624"/>
                      <a:pt x="729" y="689"/>
                    </a:cubicBezTo>
                    <a:lnTo>
                      <a:pt x="704" y="689"/>
                    </a:lnTo>
                    <a:cubicBezTo>
                      <a:pt x="704" y="670"/>
                      <a:pt x="703" y="662"/>
                      <a:pt x="701" y="662"/>
                    </a:cubicBezTo>
                    <a:cubicBezTo>
                      <a:pt x="697" y="662"/>
                      <a:pt x="693" y="706"/>
                      <a:pt x="704" y="746"/>
                    </a:cubicBezTo>
                    <a:lnTo>
                      <a:pt x="704" y="868"/>
                    </a:lnTo>
                    <a:cubicBezTo>
                      <a:pt x="688" y="859"/>
                      <a:pt x="664" y="803"/>
                      <a:pt x="664" y="746"/>
                    </a:cubicBezTo>
                    <a:cubicBezTo>
                      <a:pt x="639" y="624"/>
                      <a:pt x="639" y="624"/>
                      <a:pt x="688" y="624"/>
                    </a:cubicBezTo>
                    <a:close/>
                    <a:moveTo>
                      <a:pt x="3826" y="746"/>
                    </a:moveTo>
                    <a:cubicBezTo>
                      <a:pt x="3826" y="803"/>
                      <a:pt x="3826" y="868"/>
                      <a:pt x="3801" y="868"/>
                    </a:cubicBezTo>
                    <a:lnTo>
                      <a:pt x="3777" y="868"/>
                    </a:lnTo>
                    <a:cubicBezTo>
                      <a:pt x="3777" y="827"/>
                      <a:pt x="3785" y="786"/>
                      <a:pt x="3801" y="746"/>
                    </a:cubicBezTo>
                    <a:close/>
                    <a:moveTo>
                      <a:pt x="10174" y="754"/>
                    </a:moveTo>
                    <a:cubicBezTo>
                      <a:pt x="10215" y="754"/>
                      <a:pt x="10215" y="754"/>
                      <a:pt x="10215" y="819"/>
                    </a:cubicBezTo>
                    <a:cubicBezTo>
                      <a:pt x="10215" y="876"/>
                      <a:pt x="10174" y="876"/>
                      <a:pt x="10150" y="876"/>
                    </a:cubicBezTo>
                    <a:cubicBezTo>
                      <a:pt x="10125" y="811"/>
                      <a:pt x="10150" y="754"/>
                      <a:pt x="10174" y="754"/>
                    </a:cubicBezTo>
                    <a:close/>
                    <a:moveTo>
                      <a:pt x="13733" y="855"/>
                    </a:moveTo>
                    <a:cubicBezTo>
                      <a:pt x="13731" y="855"/>
                      <a:pt x="13725" y="862"/>
                      <a:pt x="13717" y="884"/>
                    </a:cubicBezTo>
                    <a:cubicBezTo>
                      <a:pt x="13733" y="884"/>
                      <a:pt x="13739" y="855"/>
                      <a:pt x="13733" y="855"/>
                    </a:cubicBezTo>
                    <a:close/>
                    <a:moveTo>
                      <a:pt x="5001" y="770"/>
                    </a:moveTo>
                    <a:cubicBezTo>
                      <a:pt x="5026" y="770"/>
                      <a:pt x="5050" y="770"/>
                      <a:pt x="5050" y="835"/>
                    </a:cubicBezTo>
                    <a:cubicBezTo>
                      <a:pt x="5050" y="835"/>
                      <a:pt x="5050" y="892"/>
                      <a:pt x="5026" y="892"/>
                    </a:cubicBezTo>
                    <a:cubicBezTo>
                      <a:pt x="5001" y="892"/>
                      <a:pt x="4985" y="827"/>
                      <a:pt x="4985" y="827"/>
                    </a:cubicBezTo>
                    <a:cubicBezTo>
                      <a:pt x="4985" y="770"/>
                      <a:pt x="5001" y="770"/>
                      <a:pt x="5001" y="770"/>
                    </a:cubicBezTo>
                    <a:close/>
                    <a:moveTo>
                      <a:pt x="3156" y="653"/>
                    </a:moveTo>
                    <a:cubicBezTo>
                      <a:pt x="3161" y="653"/>
                      <a:pt x="3161" y="683"/>
                      <a:pt x="3161" y="738"/>
                    </a:cubicBezTo>
                    <a:cubicBezTo>
                      <a:pt x="3161" y="795"/>
                      <a:pt x="3145" y="859"/>
                      <a:pt x="3112" y="916"/>
                    </a:cubicBezTo>
                    <a:lnTo>
                      <a:pt x="3064" y="908"/>
                    </a:lnTo>
                    <a:cubicBezTo>
                      <a:pt x="3064" y="908"/>
                      <a:pt x="3088" y="851"/>
                      <a:pt x="3112" y="795"/>
                    </a:cubicBezTo>
                    <a:cubicBezTo>
                      <a:pt x="3139" y="697"/>
                      <a:pt x="3151" y="653"/>
                      <a:pt x="3156" y="653"/>
                    </a:cubicBezTo>
                    <a:close/>
                    <a:moveTo>
                      <a:pt x="7434" y="819"/>
                    </a:moveTo>
                    <a:cubicBezTo>
                      <a:pt x="7434" y="876"/>
                      <a:pt x="7434" y="941"/>
                      <a:pt x="7409" y="941"/>
                    </a:cubicBezTo>
                    <a:lnTo>
                      <a:pt x="7385" y="876"/>
                    </a:lnTo>
                    <a:lnTo>
                      <a:pt x="7409" y="819"/>
                    </a:lnTo>
                    <a:close/>
                    <a:moveTo>
                      <a:pt x="1977" y="827"/>
                    </a:moveTo>
                    <a:cubicBezTo>
                      <a:pt x="2001" y="827"/>
                      <a:pt x="2001" y="892"/>
                      <a:pt x="1953" y="949"/>
                    </a:cubicBezTo>
                    <a:lnTo>
                      <a:pt x="1912" y="949"/>
                    </a:lnTo>
                    <a:cubicBezTo>
                      <a:pt x="1912" y="892"/>
                      <a:pt x="1953" y="827"/>
                      <a:pt x="1977" y="827"/>
                    </a:cubicBezTo>
                    <a:close/>
                    <a:moveTo>
                      <a:pt x="7944" y="770"/>
                    </a:moveTo>
                    <a:cubicBezTo>
                      <a:pt x="7969" y="770"/>
                      <a:pt x="7969" y="770"/>
                      <a:pt x="7969" y="827"/>
                    </a:cubicBezTo>
                    <a:cubicBezTo>
                      <a:pt x="7969" y="868"/>
                      <a:pt x="7961" y="908"/>
                      <a:pt x="7944" y="949"/>
                    </a:cubicBezTo>
                    <a:cubicBezTo>
                      <a:pt x="7920" y="949"/>
                      <a:pt x="7944" y="827"/>
                      <a:pt x="7944" y="770"/>
                    </a:cubicBezTo>
                    <a:close/>
                    <a:moveTo>
                      <a:pt x="4272" y="932"/>
                    </a:moveTo>
                    <a:lnTo>
                      <a:pt x="4272" y="997"/>
                    </a:lnTo>
                    <a:cubicBezTo>
                      <a:pt x="4255" y="997"/>
                      <a:pt x="4239" y="1022"/>
                      <a:pt x="4230" y="1022"/>
                    </a:cubicBezTo>
                    <a:cubicBezTo>
                      <a:pt x="4226" y="1022"/>
                      <a:pt x="4223" y="1016"/>
                      <a:pt x="4223" y="997"/>
                    </a:cubicBezTo>
                    <a:cubicBezTo>
                      <a:pt x="4199" y="997"/>
                      <a:pt x="4247" y="932"/>
                      <a:pt x="4272" y="932"/>
                    </a:cubicBezTo>
                    <a:close/>
                    <a:moveTo>
                      <a:pt x="13491" y="1027"/>
                    </a:moveTo>
                    <a:cubicBezTo>
                      <a:pt x="13490" y="1035"/>
                      <a:pt x="13490" y="1044"/>
                      <a:pt x="13490" y="1054"/>
                    </a:cubicBezTo>
                    <a:cubicBezTo>
                      <a:pt x="13491" y="1057"/>
                      <a:pt x="13492" y="1060"/>
                      <a:pt x="13493" y="1062"/>
                    </a:cubicBezTo>
                    <a:lnTo>
                      <a:pt x="13493" y="1062"/>
                    </a:lnTo>
                    <a:cubicBezTo>
                      <a:pt x="13492" y="1053"/>
                      <a:pt x="13491" y="1041"/>
                      <a:pt x="13491" y="1027"/>
                    </a:cubicBezTo>
                    <a:close/>
                    <a:moveTo>
                      <a:pt x="2076" y="925"/>
                    </a:moveTo>
                    <a:cubicBezTo>
                      <a:pt x="2054" y="925"/>
                      <a:pt x="2042" y="967"/>
                      <a:pt x="2042" y="1013"/>
                    </a:cubicBezTo>
                    <a:cubicBezTo>
                      <a:pt x="2042" y="1070"/>
                      <a:pt x="2066" y="1070"/>
                      <a:pt x="2107" y="1070"/>
                    </a:cubicBezTo>
                    <a:cubicBezTo>
                      <a:pt x="2131" y="1070"/>
                      <a:pt x="2156" y="1013"/>
                      <a:pt x="2156" y="1013"/>
                    </a:cubicBezTo>
                    <a:cubicBezTo>
                      <a:pt x="2156" y="949"/>
                      <a:pt x="2131" y="949"/>
                      <a:pt x="2107" y="949"/>
                    </a:cubicBezTo>
                    <a:cubicBezTo>
                      <a:pt x="2095" y="932"/>
                      <a:pt x="2085" y="925"/>
                      <a:pt x="2076" y="925"/>
                    </a:cubicBezTo>
                    <a:close/>
                    <a:moveTo>
                      <a:pt x="13493" y="1062"/>
                    </a:moveTo>
                    <a:cubicBezTo>
                      <a:pt x="13496" y="1086"/>
                      <a:pt x="13499" y="1097"/>
                      <a:pt x="13500" y="1097"/>
                    </a:cubicBezTo>
                    <a:cubicBezTo>
                      <a:pt x="13502" y="1097"/>
                      <a:pt x="13501" y="1085"/>
                      <a:pt x="13493" y="1062"/>
                    </a:cubicBezTo>
                    <a:close/>
                    <a:moveTo>
                      <a:pt x="5650" y="142"/>
                    </a:moveTo>
                    <a:cubicBezTo>
                      <a:pt x="5642" y="142"/>
                      <a:pt x="5640" y="171"/>
                      <a:pt x="5650" y="243"/>
                    </a:cubicBezTo>
                    <a:cubicBezTo>
                      <a:pt x="5650" y="357"/>
                      <a:pt x="5650" y="357"/>
                      <a:pt x="5609" y="357"/>
                    </a:cubicBezTo>
                    <a:cubicBezTo>
                      <a:pt x="5585" y="357"/>
                      <a:pt x="5561" y="357"/>
                      <a:pt x="5561" y="300"/>
                    </a:cubicBezTo>
                    <a:cubicBezTo>
                      <a:pt x="5561" y="235"/>
                      <a:pt x="5561" y="235"/>
                      <a:pt x="5520" y="235"/>
                    </a:cubicBezTo>
                    <a:cubicBezTo>
                      <a:pt x="5455" y="235"/>
                      <a:pt x="5382" y="414"/>
                      <a:pt x="5366" y="535"/>
                    </a:cubicBezTo>
                    <a:cubicBezTo>
                      <a:pt x="5366" y="596"/>
                      <a:pt x="5366" y="626"/>
                      <a:pt x="5363" y="626"/>
                    </a:cubicBezTo>
                    <a:cubicBezTo>
                      <a:pt x="5360" y="626"/>
                      <a:pt x="5354" y="596"/>
                      <a:pt x="5342" y="535"/>
                    </a:cubicBezTo>
                    <a:cubicBezTo>
                      <a:pt x="5342" y="470"/>
                      <a:pt x="5318" y="470"/>
                      <a:pt x="5293" y="470"/>
                    </a:cubicBezTo>
                    <a:cubicBezTo>
                      <a:pt x="5293" y="492"/>
                      <a:pt x="5291" y="499"/>
                      <a:pt x="5290" y="499"/>
                    </a:cubicBezTo>
                    <a:cubicBezTo>
                      <a:pt x="5286" y="499"/>
                      <a:pt x="5282" y="470"/>
                      <a:pt x="5293" y="470"/>
                    </a:cubicBezTo>
                    <a:cubicBezTo>
                      <a:pt x="5293" y="414"/>
                      <a:pt x="5318" y="414"/>
                      <a:pt x="5342" y="414"/>
                    </a:cubicBezTo>
                    <a:lnTo>
                      <a:pt x="5342" y="357"/>
                    </a:lnTo>
                    <a:cubicBezTo>
                      <a:pt x="5330" y="296"/>
                      <a:pt x="5318" y="266"/>
                      <a:pt x="5306" y="266"/>
                    </a:cubicBezTo>
                    <a:cubicBezTo>
                      <a:pt x="5295" y="266"/>
                      <a:pt x="5285" y="296"/>
                      <a:pt x="5277" y="357"/>
                    </a:cubicBezTo>
                    <a:cubicBezTo>
                      <a:pt x="5265" y="384"/>
                      <a:pt x="5259" y="398"/>
                      <a:pt x="5253" y="398"/>
                    </a:cubicBezTo>
                    <a:cubicBezTo>
                      <a:pt x="5247" y="398"/>
                      <a:pt x="5241" y="382"/>
                      <a:pt x="5228" y="349"/>
                    </a:cubicBezTo>
                    <a:cubicBezTo>
                      <a:pt x="5211" y="309"/>
                      <a:pt x="5198" y="268"/>
                      <a:pt x="5192" y="268"/>
                    </a:cubicBezTo>
                    <a:cubicBezTo>
                      <a:pt x="5189" y="268"/>
                      <a:pt x="5188" y="275"/>
                      <a:pt x="5188" y="292"/>
                    </a:cubicBezTo>
                    <a:cubicBezTo>
                      <a:pt x="5188" y="292"/>
                      <a:pt x="5139" y="292"/>
                      <a:pt x="5115" y="227"/>
                    </a:cubicBezTo>
                    <a:cubicBezTo>
                      <a:pt x="5074" y="227"/>
                      <a:pt x="5050" y="227"/>
                      <a:pt x="5050" y="292"/>
                    </a:cubicBezTo>
                    <a:cubicBezTo>
                      <a:pt x="5050" y="349"/>
                      <a:pt x="5026" y="349"/>
                      <a:pt x="5009" y="349"/>
                    </a:cubicBezTo>
                    <a:cubicBezTo>
                      <a:pt x="4985" y="349"/>
                      <a:pt x="4961" y="349"/>
                      <a:pt x="4961" y="405"/>
                    </a:cubicBezTo>
                    <a:cubicBezTo>
                      <a:pt x="4961" y="470"/>
                      <a:pt x="4936" y="527"/>
                      <a:pt x="4896" y="527"/>
                    </a:cubicBezTo>
                    <a:cubicBezTo>
                      <a:pt x="4876" y="550"/>
                      <a:pt x="4864" y="564"/>
                      <a:pt x="4856" y="564"/>
                    </a:cubicBezTo>
                    <a:cubicBezTo>
                      <a:pt x="4845" y="564"/>
                      <a:pt x="4841" y="534"/>
                      <a:pt x="4831" y="462"/>
                    </a:cubicBezTo>
                    <a:cubicBezTo>
                      <a:pt x="4831" y="405"/>
                      <a:pt x="4807" y="405"/>
                      <a:pt x="4782" y="405"/>
                    </a:cubicBezTo>
                    <a:cubicBezTo>
                      <a:pt x="4782" y="405"/>
                      <a:pt x="4758" y="405"/>
                      <a:pt x="4742" y="341"/>
                    </a:cubicBezTo>
                    <a:cubicBezTo>
                      <a:pt x="4735" y="324"/>
                      <a:pt x="4730" y="317"/>
                      <a:pt x="4726" y="317"/>
                    </a:cubicBezTo>
                    <a:cubicBezTo>
                      <a:pt x="4718" y="317"/>
                      <a:pt x="4718" y="359"/>
                      <a:pt x="4718" y="405"/>
                    </a:cubicBezTo>
                    <a:cubicBezTo>
                      <a:pt x="4718" y="462"/>
                      <a:pt x="4718" y="519"/>
                      <a:pt x="4718" y="519"/>
                    </a:cubicBezTo>
                    <a:cubicBezTo>
                      <a:pt x="4693" y="519"/>
                      <a:pt x="4669" y="397"/>
                      <a:pt x="4677" y="341"/>
                    </a:cubicBezTo>
                    <a:cubicBezTo>
                      <a:pt x="4665" y="280"/>
                      <a:pt x="4659" y="249"/>
                      <a:pt x="4656" y="249"/>
                    </a:cubicBezTo>
                    <a:cubicBezTo>
                      <a:pt x="4653" y="249"/>
                      <a:pt x="4653" y="280"/>
                      <a:pt x="4653" y="341"/>
                    </a:cubicBezTo>
                    <a:cubicBezTo>
                      <a:pt x="4653" y="380"/>
                      <a:pt x="4641" y="424"/>
                      <a:pt x="4619" y="424"/>
                    </a:cubicBezTo>
                    <a:cubicBezTo>
                      <a:pt x="4610" y="424"/>
                      <a:pt x="4600" y="417"/>
                      <a:pt x="4588" y="397"/>
                    </a:cubicBezTo>
                    <a:cubicBezTo>
                      <a:pt x="4539" y="397"/>
                      <a:pt x="4499" y="397"/>
                      <a:pt x="4499" y="341"/>
                    </a:cubicBezTo>
                    <a:cubicBezTo>
                      <a:pt x="4491" y="319"/>
                      <a:pt x="4482" y="312"/>
                      <a:pt x="4475" y="312"/>
                    </a:cubicBezTo>
                    <a:cubicBezTo>
                      <a:pt x="4461" y="312"/>
                      <a:pt x="4450" y="341"/>
                      <a:pt x="4450" y="341"/>
                    </a:cubicBezTo>
                    <a:cubicBezTo>
                      <a:pt x="4438" y="368"/>
                      <a:pt x="4428" y="382"/>
                      <a:pt x="4413" y="382"/>
                    </a:cubicBezTo>
                    <a:cubicBezTo>
                      <a:pt x="4397" y="382"/>
                      <a:pt x="4374" y="366"/>
                      <a:pt x="4337" y="332"/>
                    </a:cubicBezTo>
                    <a:cubicBezTo>
                      <a:pt x="4284" y="272"/>
                      <a:pt x="4257" y="241"/>
                      <a:pt x="4244" y="241"/>
                    </a:cubicBezTo>
                    <a:cubicBezTo>
                      <a:pt x="4231" y="241"/>
                      <a:pt x="4231" y="272"/>
                      <a:pt x="4231" y="332"/>
                    </a:cubicBezTo>
                    <a:cubicBezTo>
                      <a:pt x="4231" y="366"/>
                      <a:pt x="4231" y="401"/>
                      <a:pt x="4226" y="401"/>
                    </a:cubicBezTo>
                    <a:cubicBezTo>
                      <a:pt x="4223" y="401"/>
                      <a:pt x="4217" y="383"/>
                      <a:pt x="4207" y="332"/>
                    </a:cubicBezTo>
                    <a:cubicBezTo>
                      <a:pt x="4200" y="316"/>
                      <a:pt x="4193" y="309"/>
                      <a:pt x="4185" y="309"/>
                    </a:cubicBezTo>
                    <a:cubicBezTo>
                      <a:pt x="4167" y="309"/>
                      <a:pt x="4146" y="349"/>
                      <a:pt x="4118" y="389"/>
                    </a:cubicBezTo>
                    <a:cubicBezTo>
                      <a:pt x="4093" y="470"/>
                      <a:pt x="4093" y="551"/>
                      <a:pt x="4093" y="632"/>
                    </a:cubicBezTo>
                    <a:cubicBezTo>
                      <a:pt x="4093" y="699"/>
                      <a:pt x="4093" y="726"/>
                      <a:pt x="4083" y="726"/>
                    </a:cubicBezTo>
                    <a:cubicBezTo>
                      <a:pt x="4077" y="726"/>
                      <a:pt x="4065" y="713"/>
                      <a:pt x="4045" y="689"/>
                    </a:cubicBezTo>
                    <a:cubicBezTo>
                      <a:pt x="4028" y="689"/>
                      <a:pt x="4004" y="624"/>
                      <a:pt x="4004" y="568"/>
                    </a:cubicBezTo>
                    <a:cubicBezTo>
                      <a:pt x="4004" y="511"/>
                      <a:pt x="4028" y="511"/>
                      <a:pt x="4028" y="511"/>
                    </a:cubicBezTo>
                    <a:lnTo>
                      <a:pt x="4053" y="511"/>
                    </a:lnTo>
                    <a:cubicBezTo>
                      <a:pt x="4053" y="446"/>
                      <a:pt x="4053" y="389"/>
                      <a:pt x="4004" y="389"/>
                    </a:cubicBezTo>
                    <a:cubicBezTo>
                      <a:pt x="3992" y="357"/>
                      <a:pt x="3982" y="341"/>
                      <a:pt x="3975" y="341"/>
                    </a:cubicBezTo>
                    <a:cubicBezTo>
                      <a:pt x="3968" y="341"/>
                      <a:pt x="3964" y="357"/>
                      <a:pt x="3964" y="389"/>
                    </a:cubicBezTo>
                    <a:cubicBezTo>
                      <a:pt x="3939" y="324"/>
                      <a:pt x="3891" y="324"/>
                      <a:pt x="3850" y="324"/>
                    </a:cubicBezTo>
                    <a:cubicBezTo>
                      <a:pt x="3801" y="324"/>
                      <a:pt x="3737" y="324"/>
                      <a:pt x="3712" y="259"/>
                    </a:cubicBezTo>
                    <a:cubicBezTo>
                      <a:pt x="3672" y="259"/>
                      <a:pt x="3647" y="259"/>
                      <a:pt x="3647" y="324"/>
                    </a:cubicBezTo>
                    <a:cubicBezTo>
                      <a:pt x="3647" y="391"/>
                      <a:pt x="3639" y="418"/>
                      <a:pt x="3632" y="418"/>
                    </a:cubicBezTo>
                    <a:cubicBezTo>
                      <a:pt x="3627" y="418"/>
                      <a:pt x="3623" y="405"/>
                      <a:pt x="3623" y="381"/>
                    </a:cubicBezTo>
                    <a:cubicBezTo>
                      <a:pt x="3613" y="305"/>
                      <a:pt x="3495" y="251"/>
                      <a:pt x="3402" y="251"/>
                    </a:cubicBezTo>
                    <a:cubicBezTo>
                      <a:pt x="3346" y="251"/>
                      <a:pt x="3300" y="271"/>
                      <a:pt x="3291" y="316"/>
                    </a:cubicBezTo>
                    <a:lnTo>
                      <a:pt x="3250" y="316"/>
                    </a:lnTo>
                    <a:cubicBezTo>
                      <a:pt x="3225" y="283"/>
                      <a:pt x="3178" y="267"/>
                      <a:pt x="3135" y="267"/>
                    </a:cubicBezTo>
                    <a:cubicBezTo>
                      <a:pt x="3096" y="267"/>
                      <a:pt x="3059" y="281"/>
                      <a:pt x="3047" y="308"/>
                    </a:cubicBezTo>
                    <a:lnTo>
                      <a:pt x="2983" y="308"/>
                    </a:lnTo>
                    <a:cubicBezTo>
                      <a:pt x="2958" y="276"/>
                      <a:pt x="2940" y="259"/>
                      <a:pt x="2926" y="259"/>
                    </a:cubicBezTo>
                    <a:cubicBezTo>
                      <a:pt x="2912" y="259"/>
                      <a:pt x="2901" y="276"/>
                      <a:pt x="2893" y="308"/>
                    </a:cubicBezTo>
                    <a:cubicBezTo>
                      <a:pt x="2876" y="348"/>
                      <a:pt x="2871" y="388"/>
                      <a:pt x="2870" y="388"/>
                    </a:cubicBezTo>
                    <a:cubicBezTo>
                      <a:pt x="2869" y="388"/>
                      <a:pt x="2869" y="381"/>
                      <a:pt x="2869" y="365"/>
                    </a:cubicBezTo>
                    <a:cubicBezTo>
                      <a:pt x="2869" y="308"/>
                      <a:pt x="2820" y="300"/>
                      <a:pt x="2739" y="300"/>
                    </a:cubicBezTo>
                    <a:cubicBezTo>
                      <a:pt x="2650" y="300"/>
                      <a:pt x="2650" y="300"/>
                      <a:pt x="2666" y="357"/>
                    </a:cubicBezTo>
                    <a:cubicBezTo>
                      <a:pt x="2640" y="376"/>
                      <a:pt x="2621" y="384"/>
                      <a:pt x="2608" y="384"/>
                    </a:cubicBezTo>
                    <a:cubicBezTo>
                      <a:pt x="2577" y="384"/>
                      <a:pt x="2577" y="340"/>
                      <a:pt x="2577" y="300"/>
                    </a:cubicBezTo>
                    <a:cubicBezTo>
                      <a:pt x="2588" y="245"/>
                      <a:pt x="2586" y="215"/>
                      <a:pt x="2578" y="215"/>
                    </a:cubicBezTo>
                    <a:cubicBezTo>
                      <a:pt x="2568" y="215"/>
                      <a:pt x="2550" y="259"/>
                      <a:pt x="2537" y="357"/>
                    </a:cubicBezTo>
                    <a:cubicBezTo>
                      <a:pt x="2523" y="427"/>
                      <a:pt x="2500" y="457"/>
                      <a:pt x="2486" y="457"/>
                    </a:cubicBezTo>
                    <a:cubicBezTo>
                      <a:pt x="2475" y="457"/>
                      <a:pt x="2468" y="441"/>
                      <a:pt x="2472" y="414"/>
                    </a:cubicBezTo>
                    <a:cubicBezTo>
                      <a:pt x="2472" y="357"/>
                      <a:pt x="2488" y="357"/>
                      <a:pt x="2512" y="357"/>
                    </a:cubicBezTo>
                    <a:lnTo>
                      <a:pt x="2512" y="235"/>
                    </a:lnTo>
                    <a:cubicBezTo>
                      <a:pt x="2488" y="235"/>
                      <a:pt x="2488" y="235"/>
                      <a:pt x="2472" y="300"/>
                    </a:cubicBezTo>
                    <a:cubicBezTo>
                      <a:pt x="2472" y="300"/>
                      <a:pt x="2447" y="300"/>
                      <a:pt x="2423" y="357"/>
                    </a:cubicBezTo>
                    <a:cubicBezTo>
                      <a:pt x="2399" y="414"/>
                      <a:pt x="2399" y="478"/>
                      <a:pt x="2423" y="535"/>
                    </a:cubicBezTo>
                    <a:cubicBezTo>
                      <a:pt x="2443" y="587"/>
                      <a:pt x="2431" y="592"/>
                      <a:pt x="2413" y="592"/>
                    </a:cubicBezTo>
                    <a:cubicBezTo>
                      <a:pt x="2408" y="592"/>
                      <a:pt x="2404" y="592"/>
                      <a:pt x="2399" y="592"/>
                    </a:cubicBezTo>
                    <a:cubicBezTo>
                      <a:pt x="2358" y="543"/>
                      <a:pt x="2350" y="470"/>
                      <a:pt x="2383" y="414"/>
                    </a:cubicBezTo>
                    <a:cubicBezTo>
                      <a:pt x="2399" y="414"/>
                      <a:pt x="2399" y="357"/>
                      <a:pt x="2399" y="292"/>
                    </a:cubicBezTo>
                    <a:cubicBezTo>
                      <a:pt x="2399" y="282"/>
                      <a:pt x="2396" y="277"/>
                      <a:pt x="2390" y="277"/>
                    </a:cubicBezTo>
                    <a:cubicBezTo>
                      <a:pt x="2364" y="277"/>
                      <a:pt x="2289" y="377"/>
                      <a:pt x="2269" y="470"/>
                    </a:cubicBezTo>
                    <a:lnTo>
                      <a:pt x="2269" y="414"/>
                    </a:lnTo>
                    <a:cubicBezTo>
                      <a:pt x="2269" y="357"/>
                      <a:pt x="2220" y="349"/>
                      <a:pt x="2180" y="349"/>
                    </a:cubicBezTo>
                    <a:cubicBezTo>
                      <a:pt x="2131" y="349"/>
                      <a:pt x="2115" y="349"/>
                      <a:pt x="2115" y="405"/>
                    </a:cubicBezTo>
                    <a:cubicBezTo>
                      <a:pt x="2115" y="470"/>
                      <a:pt x="2115" y="527"/>
                      <a:pt x="2091" y="527"/>
                    </a:cubicBezTo>
                    <a:cubicBezTo>
                      <a:pt x="2115" y="527"/>
                      <a:pt x="2107" y="592"/>
                      <a:pt x="2107" y="649"/>
                    </a:cubicBezTo>
                    <a:cubicBezTo>
                      <a:pt x="2083" y="608"/>
                      <a:pt x="2058" y="568"/>
                      <a:pt x="2042" y="527"/>
                    </a:cubicBezTo>
                    <a:cubicBezTo>
                      <a:pt x="2001" y="405"/>
                      <a:pt x="1953" y="349"/>
                      <a:pt x="1864" y="349"/>
                    </a:cubicBezTo>
                    <a:cubicBezTo>
                      <a:pt x="1823" y="341"/>
                      <a:pt x="1758" y="341"/>
                      <a:pt x="1734" y="284"/>
                    </a:cubicBezTo>
                    <a:cubicBezTo>
                      <a:pt x="1685" y="284"/>
                      <a:pt x="1669" y="284"/>
                      <a:pt x="1669" y="341"/>
                    </a:cubicBezTo>
                    <a:lnTo>
                      <a:pt x="1620" y="341"/>
                    </a:lnTo>
                    <a:cubicBezTo>
                      <a:pt x="1608" y="308"/>
                      <a:pt x="1592" y="292"/>
                      <a:pt x="1579" y="292"/>
                    </a:cubicBezTo>
                    <a:cubicBezTo>
                      <a:pt x="1566" y="292"/>
                      <a:pt x="1556" y="308"/>
                      <a:pt x="1556" y="341"/>
                    </a:cubicBezTo>
                    <a:cubicBezTo>
                      <a:pt x="1547" y="359"/>
                      <a:pt x="1539" y="366"/>
                      <a:pt x="1532" y="366"/>
                    </a:cubicBezTo>
                    <a:cubicBezTo>
                      <a:pt x="1516" y="366"/>
                      <a:pt x="1501" y="341"/>
                      <a:pt x="1491" y="341"/>
                    </a:cubicBezTo>
                    <a:cubicBezTo>
                      <a:pt x="1469" y="286"/>
                      <a:pt x="1457" y="255"/>
                      <a:pt x="1452" y="255"/>
                    </a:cubicBezTo>
                    <a:cubicBezTo>
                      <a:pt x="1447" y="255"/>
                      <a:pt x="1453" y="300"/>
                      <a:pt x="1466" y="397"/>
                    </a:cubicBezTo>
                    <a:cubicBezTo>
                      <a:pt x="1466" y="454"/>
                      <a:pt x="1507" y="519"/>
                      <a:pt x="1531" y="519"/>
                    </a:cubicBezTo>
                    <a:lnTo>
                      <a:pt x="1596" y="519"/>
                    </a:lnTo>
                    <a:lnTo>
                      <a:pt x="1531" y="576"/>
                    </a:lnTo>
                    <a:cubicBezTo>
                      <a:pt x="1507" y="576"/>
                      <a:pt x="1466" y="632"/>
                      <a:pt x="1466" y="697"/>
                    </a:cubicBezTo>
                    <a:cubicBezTo>
                      <a:pt x="1466" y="697"/>
                      <a:pt x="1466" y="754"/>
                      <a:pt x="1442" y="754"/>
                    </a:cubicBezTo>
                    <a:lnTo>
                      <a:pt x="1442" y="632"/>
                    </a:lnTo>
                    <a:cubicBezTo>
                      <a:pt x="1458" y="576"/>
                      <a:pt x="1466" y="519"/>
                      <a:pt x="1466" y="454"/>
                    </a:cubicBezTo>
                    <a:cubicBezTo>
                      <a:pt x="1451" y="380"/>
                      <a:pt x="1422" y="330"/>
                      <a:pt x="1400" y="330"/>
                    </a:cubicBezTo>
                    <a:cubicBezTo>
                      <a:pt x="1387" y="330"/>
                      <a:pt x="1377" y="350"/>
                      <a:pt x="1377" y="397"/>
                    </a:cubicBezTo>
                    <a:cubicBezTo>
                      <a:pt x="1353" y="397"/>
                      <a:pt x="1353" y="397"/>
                      <a:pt x="1329" y="332"/>
                    </a:cubicBezTo>
                    <a:cubicBezTo>
                      <a:pt x="1329" y="309"/>
                      <a:pt x="1326" y="295"/>
                      <a:pt x="1321" y="295"/>
                    </a:cubicBezTo>
                    <a:cubicBezTo>
                      <a:pt x="1314" y="295"/>
                      <a:pt x="1302" y="323"/>
                      <a:pt x="1288" y="389"/>
                    </a:cubicBezTo>
                    <a:cubicBezTo>
                      <a:pt x="1276" y="450"/>
                      <a:pt x="1264" y="480"/>
                      <a:pt x="1253" y="480"/>
                    </a:cubicBezTo>
                    <a:cubicBezTo>
                      <a:pt x="1241" y="480"/>
                      <a:pt x="1231" y="450"/>
                      <a:pt x="1223" y="389"/>
                    </a:cubicBezTo>
                    <a:cubicBezTo>
                      <a:pt x="1195" y="319"/>
                      <a:pt x="1153" y="289"/>
                      <a:pt x="1123" y="289"/>
                    </a:cubicBezTo>
                    <a:cubicBezTo>
                      <a:pt x="1101" y="289"/>
                      <a:pt x="1085" y="305"/>
                      <a:pt x="1085" y="332"/>
                    </a:cubicBezTo>
                    <a:cubicBezTo>
                      <a:pt x="1085" y="399"/>
                      <a:pt x="1063" y="426"/>
                      <a:pt x="1040" y="426"/>
                    </a:cubicBezTo>
                    <a:cubicBezTo>
                      <a:pt x="1023" y="426"/>
                      <a:pt x="1006" y="413"/>
                      <a:pt x="996" y="389"/>
                    </a:cubicBezTo>
                    <a:cubicBezTo>
                      <a:pt x="984" y="357"/>
                      <a:pt x="974" y="341"/>
                      <a:pt x="964" y="341"/>
                    </a:cubicBezTo>
                    <a:cubicBezTo>
                      <a:pt x="954" y="341"/>
                      <a:pt x="943" y="357"/>
                      <a:pt x="931" y="389"/>
                    </a:cubicBezTo>
                    <a:cubicBezTo>
                      <a:pt x="931" y="343"/>
                      <a:pt x="919" y="301"/>
                      <a:pt x="903" y="301"/>
                    </a:cubicBezTo>
                    <a:cubicBezTo>
                      <a:pt x="897" y="301"/>
                      <a:pt x="890" y="308"/>
                      <a:pt x="883" y="324"/>
                    </a:cubicBezTo>
                    <a:cubicBezTo>
                      <a:pt x="883" y="324"/>
                      <a:pt x="866" y="324"/>
                      <a:pt x="883" y="381"/>
                    </a:cubicBezTo>
                    <a:cubicBezTo>
                      <a:pt x="883" y="381"/>
                      <a:pt x="866" y="446"/>
                      <a:pt x="842" y="503"/>
                    </a:cubicBezTo>
                    <a:cubicBezTo>
                      <a:pt x="866" y="503"/>
                      <a:pt x="866" y="568"/>
                      <a:pt x="866" y="624"/>
                    </a:cubicBezTo>
                    <a:cubicBezTo>
                      <a:pt x="866" y="638"/>
                      <a:pt x="861" y="645"/>
                      <a:pt x="852" y="645"/>
                    </a:cubicBezTo>
                    <a:cubicBezTo>
                      <a:pt x="825" y="645"/>
                      <a:pt x="765" y="578"/>
                      <a:pt x="729" y="438"/>
                    </a:cubicBezTo>
                    <a:lnTo>
                      <a:pt x="688" y="324"/>
                    </a:lnTo>
                    <a:lnTo>
                      <a:pt x="688" y="438"/>
                    </a:lnTo>
                    <a:cubicBezTo>
                      <a:pt x="664" y="438"/>
                      <a:pt x="639" y="438"/>
                      <a:pt x="639" y="381"/>
                    </a:cubicBezTo>
                    <a:cubicBezTo>
                      <a:pt x="639" y="316"/>
                      <a:pt x="639" y="316"/>
                      <a:pt x="623" y="316"/>
                    </a:cubicBezTo>
                    <a:cubicBezTo>
                      <a:pt x="623" y="316"/>
                      <a:pt x="599" y="316"/>
                      <a:pt x="599" y="381"/>
                    </a:cubicBezTo>
                    <a:cubicBezTo>
                      <a:pt x="599" y="448"/>
                      <a:pt x="599" y="475"/>
                      <a:pt x="594" y="475"/>
                    </a:cubicBezTo>
                    <a:cubicBezTo>
                      <a:pt x="590" y="475"/>
                      <a:pt x="585" y="461"/>
                      <a:pt x="575" y="438"/>
                    </a:cubicBezTo>
                    <a:cubicBezTo>
                      <a:pt x="562" y="377"/>
                      <a:pt x="552" y="347"/>
                      <a:pt x="542" y="347"/>
                    </a:cubicBezTo>
                    <a:cubicBezTo>
                      <a:pt x="532" y="347"/>
                      <a:pt x="522" y="377"/>
                      <a:pt x="510" y="438"/>
                    </a:cubicBezTo>
                    <a:cubicBezTo>
                      <a:pt x="510" y="499"/>
                      <a:pt x="510" y="529"/>
                      <a:pt x="507" y="529"/>
                    </a:cubicBezTo>
                    <a:cubicBezTo>
                      <a:pt x="504" y="529"/>
                      <a:pt x="497" y="499"/>
                      <a:pt x="485" y="438"/>
                    </a:cubicBezTo>
                    <a:cubicBezTo>
                      <a:pt x="485" y="373"/>
                      <a:pt x="461" y="316"/>
                      <a:pt x="445" y="316"/>
                    </a:cubicBezTo>
                    <a:lnTo>
                      <a:pt x="445" y="373"/>
                    </a:lnTo>
                    <a:cubicBezTo>
                      <a:pt x="445" y="445"/>
                      <a:pt x="436" y="475"/>
                      <a:pt x="424" y="475"/>
                    </a:cubicBezTo>
                    <a:cubicBezTo>
                      <a:pt x="416" y="475"/>
                      <a:pt x="406" y="461"/>
                      <a:pt x="396" y="438"/>
                    </a:cubicBezTo>
                    <a:cubicBezTo>
                      <a:pt x="396" y="404"/>
                      <a:pt x="390" y="388"/>
                      <a:pt x="378" y="388"/>
                    </a:cubicBezTo>
                    <a:cubicBezTo>
                      <a:pt x="367" y="388"/>
                      <a:pt x="351" y="402"/>
                      <a:pt x="331" y="430"/>
                    </a:cubicBezTo>
                    <a:cubicBezTo>
                      <a:pt x="283" y="430"/>
                      <a:pt x="266" y="430"/>
                      <a:pt x="266" y="373"/>
                    </a:cubicBezTo>
                    <a:cubicBezTo>
                      <a:pt x="266" y="312"/>
                      <a:pt x="266" y="282"/>
                      <a:pt x="263" y="282"/>
                    </a:cubicBezTo>
                    <a:cubicBezTo>
                      <a:pt x="260" y="282"/>
                      <a:pt x="254" y="312"/>
                      <a:pt x="242" y="373"/>
                    </a:cubicBezTo>
                    <a:cubicBezTo>
                      <a:pt x="230" y="401"/>
                      <a:pt x="224" y="416"/>
                      <a:pt x="216" y="416"/>
                    </a:cubicBezTo>
                    <a:cubicBezTo>
                      <a:pt x="208" y="416"/>
                      <a:pt x="197" y="401"/>
                      <a:pt x="177" y="373"/>
                    </a:cubicBezTo>
                    <a:cubicBezTo>
                      <a:pt x="165" y="341"/>
                      <a:pt x="159" y="324"/>
                      <a:pt x="153" y="324"/>
                    </a:cubicBezTo>
                    <a:cubicBezTo>
                      <a:pt x="147" y="324"/>
                      <a:pt x="141" y="341"/>
                      <a:pt x="129" y="373"/>
                    </a:cubicBezTo>
                    <a:cubicBezTo>
                      <a:pt x="129" y="486"/>
                      <a:pt x="129" y="551"/>
                      <a:pt x="153" y="551"/>
                    </a:cubicBezTo>
                    <a:cubicBezTo>
                      <a:pt x="177" y="551"/>
                      <a:pt x="177" y="551"/>
                      <a:pt x="177" y="608"/>
                    </a:cubicBezTo>
                    <a:lnTo>
                      <a:pt x="129" y="608"/>
                    </a:lnTo>
                    <a:cubicBezTo>
                      <a:pt x="104" y="608"/>
                      <a:pt x="88" y="608"/>
                      <a:pt x="39" y="665"/>
                    </a:cubicBezTo>
                    <a:cubicBezTo>
                      <a:pt x="7" y="717"/>
                      <a:pt x="0" y="805"/>
                      <a:pt x="20" y="805"/>
                    </a:cubicBezTo>
                    <a:cubicBezTo>
                      <a:pt x="25" y="805"/>
                      <a:pt x="31" y="799"/>
                      <a:pt x="39" y="786"/>
                    </a:cubicBezTo>
                    <a:lnTo>
                      <a:pt x="39" y="795"/>
                    </a:lnTo>
                    <a:lnTo>
                      <a:pt x="64" y="851"/>
                    </a:lnTo>
                    <a:cubicBezTo>
                      <a:pt x="64" y="941"/>
                      <a:pt x="74" y="985"/>
                      <a:pt x="84" y="985"/>
                    </a:cubicBezTo>
                    <a:cubicBezTo>
                      <a:pt x="94" y="985"/>
                      <a:pt x="104" y="941"/>
                      <a:pt x="104" y="851"/>
                    </a:cubicBezTo>
                    <a:cubicBezTo>
                      <a:pt x="104" y="754"/>
                      <a:pt x="104" y="709"/>
                      <a:pt x="108" y="709"/>
                    </a:cubicBezTo>
                    <a:cubicBezTo>
                      <a:pt x="112" y="709"/>
                      <a:pt x="118" y="740"/>
                      <a:pt x="129" y="795"/>
                    </a:cubicBezTo>
                    <a:cubicBezTo>
                      <a:pt x="129" y="916"/>
                      <a:pt x="153" y="916"/>
                      <a:pt x="169" y="916"/>
                    </a:cubicBezTo>
                    <a:cubicBezTo>
                      <a:pt x="193" y="916"/>
                      <a:pt x="193" y="916"/>
                      <a:pt x="193" y="973"/>
                    </a:cubicBezTo>
                    <a:cubicBezTo>
                      <a:pt x="193" y="1038"/>
                      <a:pt x="218" y="1095"/>
                      <a:pt x="242" y="1095"/>
                    </a:cubicBezTo>
                    <a:cubicBezTo>
                      <a:pt x="258" y="1095"/>
                      <a:pt x="258" y="1095"/>
                      <a:pt x="258" y="1038"/>
                    </a:cubicBezTo>
                    <a:cubicBezTo>
                      <a:pt x="251" y="1010"/>
                      <a:pt x="255" y="995"/>
                      <a:pt x="263" y="995"/>
                    </a:cubicBezTo>
                    <a:cubicBezTo>
                      <a:pt x="273" y="995"/>
                      <a:pt x="293" y="1024"/>
                      <a:pt x="307" y="1095"/>
                    </a:cubicBezTo>
                    <a:cubicBezTo>
                      <a:pt x="317" y="1122"/>
                      <a:pt x="323" y="1138"/>
                      <a:pt x="327" y="1138"/>
                    </a:cubicBezTo>
                    <a:cubicBezTo>
                      <a:pt x="331" y="1138"/>
                      <a:pt x="331" y="1108"/>
                      <a:pt x="331" y="1038"/>
                    </a:cubicBezTo>
                    <a:cubicBezTo>
                      <a:pt x="331" y="977"/>
                      <a:pt x="341" y="947"/>
                      <a:pt x="355" y="947"/>
                    </a:cubicBezTo>
                    <a:cubicBezTo>
                      <a:pt x="368" y="947"/>
                      <a:pt x="384" y="977"/>
                      <a:pt x="396" y="1038"/>
                    </a:cubicBezTo>
                    <a:lnTo>
                      <a:pt x="437" y="1038"/>
                    </a:lnTo>
                    <a:cubicBezTo>
                      <a:pt x="461" y="1038"/>
                      <a:pt x="461" y="981"/>
                      <a:pt x="461" y="916"/>
                    </a:cubicBezTo>
                    <a:cubicBezTo>
                      <a:pt x="461" y="850"/>
                      <a:pt x="461" y="822"/>
                      <a:pt x="466" y="822"/>
                    </a:cubicBezTo>
                    <a:cubicBezTo>
                      <a:pt x="469" y="822"/>
                      <a:pt x="475" y="836"/>
                      <a:pt x="485" y="859"/>
                    </a:cubicBezTo>
                    <a:cubicBezTo>
                      <a:pt x="502" y="900"/>
                      <a:pt x="502" y="941"/>
                      <a:pt x="510" y="981"/>
                    </a:cubicBezTo>
                    <a:cubicBezTo>
                      <a:pt x="510" y="1038"/>
                      <a:pt x="526" y="1038"/>
                      <a:pt x="550" y="1038"/>
                    </a:cubicBezTo>
                    <a:cubicBezTo>
                      <a:pt x="555" y="1038"/>
                      <a:pt x="561" y="1038"/>
                      <a:pt x="566" y="1038"/>
                    </a:cubicBezTo>
                    <a:cubicBezTo>
                      <a:pt x="589" y="1038"/>
                      <a:pt x="615" y="1033"/>
                      <a:pt x="615" y="981"/>
                    </a:cubicBezTo>
                    <a:lnTo>
                      <a:pt x="615" y="1046"/>
                    </a:lnTo>
                    <a:cubicBezTo>
                      <a:pt x="631" y="1046"/>
                      <a:pt x="637" y="1071"/>
                      <a:pt x="638" y="1071"/>
                    </a:cubicBezTo>
                    <a:cubicBezTo>
                      <a:pt x="639" y="1071"/>
                      <a:pt x="639" y="1065"/>
                      <a:pt x="639" y="1046"/>
                    </a:cubicBezTo>
                    <a:cubicBezTo>
                      <a:pt x="639" y="1046"/>
                      <a:pt x="664" y="1046"/>
                      <a:pt x="704" y="1103"/>
                    </a:cubicBezTo>
                    <a:cubicBezTo>
                      <a:pt x="714" y="1115"/>
                      <a:pt x="724" y="1121"/>
                      <a:pt x="733" y="1121"/>
                    </a:cubicBezTo>
                    <a:cubicBezTo>
                      <a:pt x="773" y="1121"/>
                      <a:pt x="805" y="1023"/>
                      <a:pt x="753" y="924"/>
                    </a:cubicBezTo>
                    <a:lnTo>
                      <a:pt x="777" y="924"/>
                    </a:lnTo>
                    <a:cubicBezTo>
                      <a:pt x="793" y="924"/>
                      <a:pt x="793" y="868"/>
                      <a:pt x="793" y="868"/>
                    </a:cubicBezTo>
                    <a:cubicBezTo>
                      <a:pt x="793" y="820"/>
                      <a:pt x="807" y="807"/>
                      <a:pt x="823" y="807"/>
                    </a:cubicBezTo>
                    <a:cubicBezTo>
                      <a:pt x="829" y="807"/>
                      <a:pt x="836" y="809"/>
                      <a:pt x="842" y="811"/>
                    </a:cubicBezTo>
                    <a:lnTo>
                      <a:pt x="842" y="924"/>
                    </a:lnTo>
                    <a:cubicBezTo>
                      <a:pt x="828" y="1029"/>
                      <a:pt x="839" y="1095"/>
                      <a:pt x="853" y="1095"/>
                    </a:cubicBezTo>
                    <a:cubicBezTo>
                      <a:pt x="864" y="1095"/>
                      <a:pt x="876" y="1063"/>
                      <a:pt x="883" y="989"/>
                    </a:cubicBezTo>
                    <a:lnTo>
                      <a:pt x="883" y="1046"/>
                    </a:lnTo>
                    <a:cubicBezTo>
                      <a:pt x="883" y="1078"/>
                      <a:pt x="889" y="1095"/>
                      <a:pt x="901" y="1095"/>
                    </a:cubicBezTo>
                    <a:cubicBezTo>
                      <a:pt x="913" y="1095"/>
                      <a:pt x="931" y="1078"/>
                      <a:pt x="956" y="1046"/>
                    </a:cubicBezTo>
                    <a:cubicBezTo>
                      <a:pt x="972" y="1046"/>
                      <a:pt x="996" y="932"/>
                      <a:pt x="996" y="868"/>
                    </a:cubicBezTo>
                    <a:cubicBezTo>
                      <a:pt x="996" y="811"/>
                      <a:pt x="1020" y="811"/>
                      <a:pt x="1020" y="811"/>
                    </a:cubicBezTo>
                    <a:cubicBezTo>
                      <a:pt x="1045" y="811"/>
                      <a:pt x="1045" y="811"/>
                      <a:pt x="1045" y="868"/>
                    </a:cubicBezTo>
                    <a:cubicBezTo>
                      <a:pt x="1045" y="929"/>
                      <a:pt x="1055" y="960"/>
                      <a:pt x="1069" y="960"/>
                    </a:cubicBezTo>
                    <a:cubicBezTo>
                      <a:pt x="1082" y="960"/>
                      <a:pt x="1098" y="931"/>
                      <a:pt x="1110" y="876"/>
                    </a:cubicBezTo>
                    <a:lnTo>
                      <a:pt x="1110" y="932"/>
                    </a:lnTo>
                    <a:cubicBezTo>
                      <a:pt x="1110" y="974"/>
                      <a:pt x="1122" y="1019"/>
                      <a:pt x="1170" y="1019"/>
                    </a:cubicBezTo>
                    <a:cubicBezTo>
                      <a:pt x="1188" y="1019"/>
                      <a:pt x="1211" y="1013"/>
                      <a:pt x="1239" y="997"/>
                    </a:cubicBezTo>
                    <a:cubicBezTo>
                      <a:pt x="1329" y="997"/>
                      <a:pt x="1401" y="997"/>
                      <a:pt x="1401" y="1062"/>
                    </a:cubicBezTo>
                    <a:cubicBezTo>
                      <a:pt x="1401" y="1072"/>
                      <a:pt x="1404" y="1077"/>
                      <a:pt x="1409" y="1077"/>
                    </a:cubicBezTo>
                    <a:cubicBezTo>
                      <a:pt x="1431" y="1077"/>
                      <a:pt x="1498" y="977"/>
                      <a:pt x="1531" y="884"/>
                    </a:cubicBezTo>
                    <a:cubicBezTo>
                      <a:pt x="1531" y="941"/>
                      <a:pt x="1556" y="941"/>
                      <a:pt x="1596" y="941"/>
                    </a:cubicBezTo>
                    <a:cubicBezTo>
                      <a:pt x="1669" y="941"/>
                      <a:pt x="1669" y="941"/>
                      <a:pt x="1669" y="1005"/>
                    </a:cubicBezTo>
                    <a:cubicBezTo>
                      <a:pt x="1657" y="1062"/>
                      <a:pt x="1651" y="1091"/>
                      <a:pt x="1653" y="1091"/>
                    </a:cubicBezTo>
                    <a:cubicBezTo>
                      <a:pt x="1655" y="1091"/>
                      <a:pt x="1665" y="1062"/>
                      <a:pt x="1685" y="1005"/>
                    </a:cubicBezTo>
                    <a:cubicBezTo>
                      <a:pt x="1694" y="959"/>
                      <a:pt x="1710" y="940"/>
                      <a:pt x="1725" y="940"/>
                    </a:cubicBezTo>
                    <a:cubicBezTo>
                      <a:pt x="1749" y="940"/>
                      <a:pt x="1774" y="992"/>
                      <a:pt x="1774" y="1062"/>
                    </a:cubicBezTo>
                    <a:cubicBezTo>
                      <a:pt x="1774" y="1127"/>
                      <a:pt x="1799" y="1127"/>
                      <a:pt x="1839" y="1127"/>
                    </a:cubicBezTo>
                    <a:cubicBezTo>
                      <a:pt x="1859" y="1075"/>
                      <a:pt x="1894" y="1070"/>
                      <a:pt x="1928" y="1070"/>
                    </a:cubicBezTo>
                    <a:cubicBezTo>
                      <a:pt x="1936" y="1070"/>
                      <a:pt x="1945" y="1070"/>
                      <a:pt x="1953" y="1070"/>
                    </a:cubicBezTo>
                    <a:cubicBezTo>
                      <a:pt x="2018" y="1070"/>
                      <a:pt x="2018" y="1070"/>
                      <a:pt x="2018" y="949"/>
                    </a:cubicBezTo>
                    <a:cubicBezTo>
                      <a:pt x="2024" y="852"/>
                      <a:pt x="2036" y="832"/>
                      <a:pt x="2065" y="832"/>
                    </a:cubicBezTo>
                    <a:cubicBezTo>
                      <a:pt x="2072" y="832"/>
                      <a:pt x="2081" y="833"/>
                      <a:pt x="2091" y="835"/>
                    </a:cubicBezTo>
                    <a:cubicBezTo>
                      <a:pt x="2115" y="835"/>
                      <a:pt x="2131" y="835"/>
                      <a:pt x="2131" y="892"/>
                    </a:cubicBezTo>
                    <a:cubicBezTo>
                      <a:pt x="2131" y="892"/>
                      <a:pt x="2156" y="949"/>
                      <a:pt x="2180" y="957"/>
                    </a:cubicBezTo>
                    <a:cubicBezTo>
                      <a:pt x="2196" y="957"/>
                      <a:pt x="2220" y="957"/>
                      <a:pt x="2220" y="1013"/>
                    </a:cubicBezTo>
                    <a:cubicBezTo>
                      <a:pt x="2220" y="1013"/>
                      <a:pt x="2245" y="1070"/>
                      <a:pt x="2285" y="1078"/>
                    </a:cubicBezTo>
                    <a:cubicBezTo>
                      <a:pt x="2334" y="1078"/>
                      <a:pt x="2374" y="1078"/>
                      <a:pt x="2374" y="1135"/>
                    </a:cubicBezTo>
                    <a:cubicBezTo>
                      <a:pt x="2399" y="1135"/>
                      <a:pt x="2399" y="1135"/>
                      <a:pt x="2399" y="1078"/>
                    </a:cubicBezTo>
                    <a:cubicBezTo>
                      <a:pt x="2399" y="1034"/>
                      <a:pt x="2410" y="993"/>
                      <a:pt x="2446" y="993"/>
                    </a:cubicBezTo>
                    <a:cubicBezTo>
                      <a:pt x="2463" y="993"/>
                      <a:pt x="2484" y="1001"/>
                      <a:pt x="2512" y="1022"/>
                    </a:cubicBezTo>
                    <a:cubicBezTo>
                      <a:pt x="2553" y="1022"/>
                      <a:pt x="2626" y="1022"/>
                      <a:pt x="2626" y="965"/>
                    </a:cubicBezTo>
                    <a:cubicBezTo>
                      <a:pt x="2642" y="965"/>
                      <a:pt x="2642" y="965"/>
                      <a:pt x="2642" y="1022"/>
                    </a:cubicBezTo>
                    <a:cubicBezTo>
                      <a:pt x="2642" y="1082"/>
                      <a:pt x="2654" y="1113"/>
                      <a:pt x="2671" y="1113"/>
                    </a:cubicBezTo>
                    <a:cubicBezTo>
                      <a:pt x="2689" y="1113"/>
                      <a:pt x="2711" y="1082"/>
                      <a:pt x="2731" y="1022"/>
                    </a:cubicBezTo>
                    <a:cubicBezTo>
                      <a:pt x="2731" y="993"/>
                      <a:pt x="2737" y="979"/>
                      <a:pt x="2746" y="979"/>
                    </a:cubicBezTo>
                    <a:cubicBezTo>
                      <a:pt x="2755" y="979"/>
                      <a:pt x="2768" y="993"/>
                      <a:pt x="2780" y="1022"/>
                    </a:cubicBezTo>
                    <a:cubicBezTo>
                      <a:pt x="2780" y="1022"/>
                      <a:pt x="2804" y="1022"/>
                      <a:pt x="2820" y="965"/>
                    </a:cubicBezTo>
                    <a:cubicBezTo>
                      <a:pt x="2833" y="936"/>
                      <a:pt x="2839" y="922"/>
                      <a:pt x="2848" y="922"/>
                    </a:cubicBezTo>
                    <a:cubicBezTo>
                      <a:pt x="2857" y="922"/>
                      <a:pt x="2869" y="936"/>
                      <a:pt x="2893" y="965"/>
                    </a:cubicBezTo>
                    <a:cubicBezTo>
                      <a:pt x="2893" y="1030"/>
                      <a:pt x="2910" y="1030"/>
                      <a:pt x="2934" y="1030"/>
                    </a:cubicBezTo>
                    <a:cubicBezTo>
                      <a:pt x="2957" y="999"/>
                      <a:pt x="3022" y="985"/>
                      <a:pt x="3088" y="985"/>
                    </a:cubicBezTo>
                    <a:cubicBezTo>
                      <a:pt x="3162" y="985"/>
                      <a:pt x="3237" y="1003"/>
                      <a:pt x="3250" y="1038"/>
                    </a:cubicBezTo>
                    <a:cubicBezTo>
                      <a:pt x="3266" y="973"/>
                      <a:pt x="3266" y="973"/>
                      <a:pt x="3291" y="973"/>
                    </a:cubicBezTo>
                    <a:cubicBezTo>
                      <a:pt x="3300" y="1020"/>
                      <a:pt x="3308" y="1041"/>
                      <a:pt x="3315" y="1041"/>
                    </a:cubicBezTo>
                    <a:cubicBezTo>
                      <a:pt x="3326" y="1041"/>
                      <a:pt x="3334" y="990"/>
                      <a:pt x="3339" y="916"/>
                    </a:cubicBezTo>
                    <a:lnTo>
                      <a:pt x="3291" y="916"/>
                    </a:lnTo>
                    <a:cubicBezTo>
                      <a:pt x="3291" y="862"/>
                      <a:pt x="3304" y="832"/>
                      <a:pt x="3318" y="832"/>
                    </a:cubicBezTo>
                    <a:cubicBezTo>
                      <a:pt x="3336" y="832"/>
                      <a:pt x="3355" y="878"/>
                      <a:pt x="3355" y="981"/>
                    </a:cubicBezTo>
                    <a:cubicBezTo>
                      <a:pt x="3368" y="1038"/>
                      <a:pt x="3374" y="1066"/>
                      <a:pt x="3380" y="1066"/>
                    </a:cubicBezTo>
                    <a:cubicBezTo>
                      <a:pt x="3386" y="1066"/>
                      <a:pt x="3392" y="1038"/>
                      <a:pt x="3404" y="981"/>
                    </a:cubicBezTo>
                    <a:cubicBezTo>
                      <a:pt x="3416" y="920"/>
                      <a:pt x="3426" y="890"/>
                      <a:pt x="3437" y="890"/>
                    </a:cubicBezTo>
                    <a:cubicBezTo>
                      <a:pt x="3447" y="890"/>
                      <a:pt x="3457" y="920"/>
                      <a:pt x="3469" y="981"/>
                    </a:cubicBezTo>
                    <a:cubicBezTo>
                      <a:pt x="3469" y="1042"/>
                      <a:pt x="3469" y="1072"/>
                      <a:pt x="3472" y="1072"/>
                    </a:cubicBezTo>
                    <a:cubicBezTo>
                      <a:pt x="3475" y="1072"/>
                      <a:pt x="3481" y="1042"/>
                      <a:pt x="3493" y="981"/>
                    </a:cubicBezTo>
                    <a:cubicBezTo>
                      <a:pt x="3516" y="845"/>
                      <a:pt x="3549" y="768"/>
                      <a:pt x="3572" y="768"/>
                    </a:cubicBezTo>
                    <a:cubicBezTo>
                      <a:pt x="3590" y="768"/>
                      <a:pt x="3602" y="817"/>
                      <a:pt x="3599" y="924"/>
                    </a:cubicBezTo>
                    <a:cubicBezTo>
                      <a:pt x="3599" y="1038"/>
                      <a:pt x="3623" y="1103"/>
                      <a:pt x="3647" y="1103"/>
                    </a:cubicBezTo>
                    <a:cubicBezTo>
                      <a:pt x="3672" y="1103"/>
                      <a:pt x="3672" y="1046"/>
                      <a:pt x="3672" y="981"/>
                    </a:cubicBezTo>
                    <a:cubicBezTo>
                      <a:pt x="3660" y="921"/>
                      <a:pt x="3660" y="893"/>
                      <a:pt x="3667" y="893"/>
                    </a:cubicBezTo>
                    <a:cubicBezTo>
                      <a:pt x="3675" y="893"/>
                      <a:pt x="3692" y="923"/>
                      <a:pt x="3712" y="981"/>
                    </a:cubicBezTo>
                    <a:cubicBezTo>
                      <a:pt x="3748" y="1084"/>
                      <a:pt x="3779" y="1130"/>
                      <a:pt x="3810" y="1130"/>
                    </a:cubicBezTo>
                    <a:cubicBezTo>
                      <a:pt x="3836" y="1130"/>
                      <a:pt x="3862" y="1100"/>
                      <a:pt x="3891" y="1046"/>
                    </a:cubicBezTo>
                    <a:cubicBezTo>
                      <a:pt x="3935" y="989"/>
                      <a:pt x="3974" y="961"/>
                      <a:pt x="3993" y="961"/>
                    </a:cubicBezTo>
                    <a:cubicBezTo>
                      <a:pt x="4012" y="961"/>
                      <a:pt x="4012" y="989"/>
                      <a:pt x="3980" y="1046"/>
                    </a:cubicBezTo>
                    <a:cubicBezTo>
                      <a:pt x="3956" y="1118"/>
                      <a:pt x="3946" y="1147"/>
                      <a:pt x="3950" y="1147"/>
                    </a:cubicBezTo>
                    <a:cubicBezTo>
                      <a:pt x="3954" y="1147"/>
                      <a:pt x="3963" y="1134"/>
                      <a:pt x="3980" y="1111"/>
                    </a:cubicBezTo>
                    <a:lnTo>
                      <a:pt x="4093" y="1111"/>
                    </a:lnTo>
                    <a:cubicBezTo>
                      <a:pt x="4118" y="1111"/>
                      <a:pt x="4134" y="1054"/>
                      <a:pt x="4134" y="989"/>
                    </a:cubicBezTo>
                    <a:cubicBezTo>
                      <a:pt x="4149" y="1065"/>
                      <a:pt x="4174" y="1119"/>
                      <a:pt x="4200" y="1119"/>
                    </a:cubicBezTo>
                    <a:cubicBezTo>
                      <a:pt x="4216" y="1119"/>
                      <a:pt x="4232" y="1100"/>
                      <a:pt x="4247" y="1054"/>
                    </a:cubicBezTo>
                    <a:lnTo>
                      <a:pt x="4296" y="1054"/>
                    </a:lnTo>
                    <a:cubicBezTo>
                      <a:pt x="4312" y="1054"/>
                      <a:pt x="4312" y="1054"/>
                      <a:pt x="4337" y="997"/>
                    </a:cubicBezTo>
                    <a:cubicBezTo>
                      <a:pt x="4344" y="981"/>
                      <a:pt x="4351" y="974"/>
                      <a:pt x="4358" y="974"/>
                    </a:cubicBezTo>
                    <a:cubicBezTo>
                      <a:pt x="4374" y="974"/>
                      <a:pt x="4390" y="1014"/>
                      <a:pt x="4401" y="1054"/>
                    </a:cubicBezTo>
                    <a:cubicBezTo>
                      <a:pt x="4419" y="1100"/>
                      <a:pt x="4436" y="1142"/>
                      <a:pt x="4445" y="1142"/>
                    </a:cubicBezTo>
                    <a:cubicBezTo>
                      <a:pt x="4448" y="1142"/>
                      <a:pt x="4450" y="1135"/>
                      <a:pt x="4450" y="1119"/>
                    </a:cubicBezTo>
                    <a:cubicBezTo>
                      <a:pt x="4458" y="1054"/>
                      <a:pt x="4482" y="997"/>
                      <a:pt x="4515" y="941"/>
                    </a:cubicBezTo>
                    <a:cubicBezTo>
                      <a:pt x="4522" y="924"/>
                      <a:pt x="4529" y="917"/>
                      <a:pt x="4535" y="917"/>
                    </a:cubicBezTo>
                    <a:cubicBezTo>
                      <a:pt x="4549" y="917"/>
                      <a:pt x="4556" y="957"/>
                      <a:pt x="4539" y="997"/>
                    </a:cubicBezTo>
                    <a:cubicBezTo>
                      <a:pt x="4539" y="1062"/>
                      <a:pt x="4539" y="1062"/>
                      <a:pt x="4580" y="1119"/>
                    </a:cubicBezTo>
                    <a:cubicBezTo>
                      <a:pt x="4604" y="1119"/>
                      <a:pt x="4653" y="1119"/>
                      <a:pt x="4653" y="1062"/>
                    </a:cubicBezTo>
                    <a:cubicBezTo>
                      <a:pt x="4653" y="1035"/>
                      <a:pt x="4683" y="1021"/>
                      <a:pt x="4717" y="1021"/>
                    </a:cubicBezTo>
                    <a:cubicBezTo>
                      <a:pt x="4753" y="1021"/>
                      <a:pt x="4794" y="1037"/>
                      <a:pt x="4807" y="1070"/>
                    </a:cubicBezTo>
                    <a:lnTo>
                      <a:pt x="4847" y="1070"/>
                    </a:lnTo>
                    <a:cubicBezTo>
                      <a:pt x="4872" y="1070"/>
                      <a:pt x="4896" y="1005"/>
                      <a:pt x="4920" y="1005"/>
                    </a:cubicBezTo>
                    <a:cubicBezTo>
                      <a:pt x="4920" y="1005"/>
                      <a:pt x="4936" y="1005"/>
                      <a:pt x="4961" y="949"/>
                    </a:cubicBezTo>
                    <a:cubicBezTo>
                      <a:pt x="4985" y="949"/>
                      <a:pt x="5009" y="949"/>
                      <a:pt x="5009" y="1013"/>
                    </a:cubicBezTo>
                    <a:cubicBezTo>
                      <a:pt x="5018" y="953"/>
                      <a:pt x="5022" y="922"/>
                      <a:pt x="5027" y="922"/>
                    </a:cubicBezTo>
                    <a:cubicBezTo>
                      <a:pt x="5032" y="922"/>
                      <a:pt x="5038" y="953"/>
                      <a:pt x="5050" y="1013"/>
                    </a:cubicBezTo>
                    <a:cubicBezTo>
                      <a:pt x="5050" y="1074"/>
                      <a:pt x="5050" y="1105"/>
                      <a:pt x="5053" y="1105"/>
                    </a:cubicBezTo>
                    <a:cubicBezTo>
                      <a:pt x="5056" y="1105"/>
                      <a:pt x="5062" y="1074"/>
                      <a:pt x="5074" y="1013"/>
                    </a:cubicBezTo>
                    <a:cubicBezTo>
                      <a:pt x="5086" y="981"/>
                      <a:pt x="5093" y="965"/>
                      <a:pt x="5098" y="965"/>
                    </a:cubicBezTo>
                    <a:cubicBezTo>
                      <a:pt x="5103" y="965"/>
                      <a:pt x="5107" y="981"/>
                      <a:pt x="5115" y="1013"/>
                    </a:cubicBezTo>
                    <a:cubicBezTo>
                      <a:pt x="5115" y="1042"/>
                      <a:pt x="5121" y="1056"/>
                      <a:pt x="5127" y="1056"/>
                    </a:cubicBezTo>
                    <a:cubicBezTo>
                      <a:pt x="5133" y="1056"/>
                      <a:pt x="5139" y="1042"/>
                      <a:pt x="5139" y="1013"/>
                    </a:cubicBezTo>
                    <a:cubicBezTo>
                      <a:pt x="5154" y="939"/>
                      <a:pt x="5184" y="889"/>
                      <a:pt x="5205" y="889"/>
                    </a:cubicBezTo>
                    <a:cubicBezTo>
                      <a:pt x="5219" y="889"/>
                      <a:pt x="5228" y="909"/>
                      <a:pt x="5228" y="957"/>
                    </a:cubicBezTo>
                    <a:cubicBezTo>
                      <a:pt x="5228" y="957"/>
                      <a:pt x="5253" y="957"/>
                      <a:pt x="5277" y="892"/>
                    </a:cubicBezTo>
                    <a:cubicBezTo>
                      <a:pt x="5285" y="835"/>
                      <a:pt x="5289" y="807"/>
                      <a:pt x="5291" y="807"/>
                    </a:cubicBezTo>
                    <a:cubicBezTo>
                      <a:pt x="5293" y="807"/>
                      <a:pt x="5293" y="835"/>
                      <a:pt x="5293" y="892"/>
                    </a:cubicBezTo>
                    <a:cubicBezTo>
                      <a:pt x="5306" y="954"/>
                      <a:pt x="5318" y="984"/>
                      <a:pt x="5330" y="984"/>
                    </a:cubicBezTo>
                    <a:cubicBezTo>
                      <a:pt x="5342" y="984"/>
                      <a:pt x="5354" y="956"/>
                      <a:pt x="5366" y="900"/>
                    </a:cubicBezTo>
                    <a:cubicBezTo>
                      <a:pt x="5366" y="900"/>
                      <a:pt x="5373" y="871"/>
                      <a:pt x="5385" y="871"/>
                    </a:cubicBezTo>
                    <a:cubicBezTo>
                      <a:pt x="5391" y="871"/>
                      <a:pt x="5399" y="878"/>
                      <a:pt x="5407" y="900"/>
                    </a:cubicBezTo>
                    <a:cubicBezTo>
                      <a:pt x="5430" y="933"/>
                      <a:pt x="5487" y="969"/>
                      <a:pt x="5525" y="969"/>
                    </a:cubicBezTo>
                    <a:cubicBezTo>
                      <a:pt x="5553" y="969"/>
                      <a:pt x="5571" y="951"/>
                      <a:pt x="5561" y="900"/>
                    </a:cubicBezTo>
                    <a:lnTo>
                      <a:pt x="5609" y="900"/>
                    </a:lnTo>
                    <a:cubicBezTo>
                      <a:pt x="5630" y="932"/>
                      <a:pt x="5646" y="949"/>
                      <a:pt x="5660" y="949"/>
                    </a:cubicBezTo>
                    <a:cubicBezTo>
                      <a:pt x="5674" y="949"/>
                      <a:pt x="5686" y="932"/>
                      <a:pt x="5699" y="900"/>
                    </a:cubicBezTo>
                    <a:lnTo>
                      <a:pt x="5715" y="843"/>
                    </a:lnTo>
                    <a:cubicBezTo>
                      <a:pt x="5715" y="900"/>
                      <a:pt x="5739" y="965"/>
                      <a:pt x="5763" y="965"/>
                    </a:cubicBezTo>
                    <a:cubicBezTo>
                      <a:pt x="5788" y="965"/>
                      <a:pt x="5788" y="965"/>
                      <a:pt x="5788" y="908"/>
                    </a:cubicBezTo>
                    <a:cubicBezTo>
                      <a:pt x="5763" y="843"/>
                      <a:pt x="5788" y="843"/>
                      <a:pt x="5804" y="843"/>
                    </a:cubicBezTo>
                    <a:cubicBezTo>
                      <a:pt x="5828" y="843"/>
                      <a:pt x="5853" y="908"/>
                      <a:pt x="5853" y="965"/>
                    </a:cubicBezTo>
                    <a:lnTo>
                      <a:pt x="5877" y="965"/>
                    </a:lnTo>
                    <a:cubicBezTo>
                      <a:pt x="5877" y="895"/>
                      <a:pt x="5882" y="868"/>
                      <a:pt x="5887" y="868"/>
                    </a:cubicBezTo>
                    <a:cubicBezTo>
                      <a:pt x="5890" y="868"/>
                      <a:pt x="5893" y="884"/>
                      <a:pt x="5893" y="908"/>
                    </a:cubicBezTo>
                    <a:cubicBezTo>
                      <a:pt x="5918" y="965"/>
                      <a:pt x="5942" y="965"/>
                      <a:pt x="5966" y="965"/>
                    </a:cubicBezTo>
                    <a:cubicBezTo>
                      <a:pt x="5966" y="946"/>
                      <a:pt x="5968" y="940"/>
                      <a:pt x="5970" y="940"/>
                    </a:cubicBezTo>
                    <a:cubicBezTo>
                      <a:pt x="5973" y="940"/>
                      <a:pt x="5977" y="965"/>
                      <a:pt x="5966" y="965"/>
                    </a:cubicBezTo>
                    <a:lnTo>
                      <a:pt x="5966" y="1030"/>
                    </a:lnTo>
                    <a:cubicBezTo>
                      <a:pt x="5971" y="1046"/>
                      <a:pt x="5974" y="1053"/>
                      <a:pt x="5977" y="1053"/>
                    </a:cubicBezTo>
                    <a:cubicBezTo>
                      <a:pt x="5982" y="1053"/>
                      <a:pt x="5982" y="1011"/>
                      <a:pt x="5982" y="965"/>
                    </a:cubicBezTo>
                    <a:lnTo>
                      <a:pt x="6031" y="973"/>
                    </a:lnTo>
                    <a:cubicBezTo>
                      <a:pt x="6055" y="973"/>
                      <a:pt x="6072" y="973"/>
                      <a:pt x="6055" y="908"/>
                    </a:cubicBezTo>
                    <a:cubicBezTo>
                      <a:pt x="6055" y="855"/>
                      <a:pt x="6055" y="794"/>
                      <a:pt x="6069" y="794"/>
                    </a:cubicBezTo>
                    <a:cubicBezTo>
                      <a:pt x="6070" y="794"/>
                      <a:pt x="6071" y="794"/>
                      <a:pt x="6072" y="795"/>
                    </a:cubicBezTo>
                    <a:cubicBezTo>
                      <a:pt x="6072" y="773"/>
                      <a:pt x="6074" y="766"/>
                      <a:pt x="6077" y="766"/>
                    </a:cubicBezTo>
                    <a:cubicBezTo>
                      <a:pt x="6082" y="766"/>
                      <a:pt x="6088" y="795"/>
                      <a:pt x="6072" y="795"/>
                    </a:cubicBezTo>
                    <a:cubicBezTo>
                      <a:pt x="6072" y="851"/>
                      <a:pt x="6072" y="908"/>
                      <a:pt x="6096" y="908"/>
                    </a:cubicBezTo>
                    <a:cubicBezTo>
                      <a:pt x="6120" y="908"/>
                      <a:pt x="6120" y="973"/>
                      <a:pt x="6120" y="973"/>
                    </a:cubicBezTo>
                    <a:cubicBezTo>
                      <a:pt x="6110" y="1021"/>
                      <a:pt x="6120" y="1038"/>
                      <a:pt x="6137" y="1038"/>
                    </a:cubicBezTo>
                    <a:cubicBezTo>
                      <a:pt x="6160" y="1038"/>
                      <a:pt x="6195" y="1006"/>
                      <a:pt x="6209" y="973"/>
                    </a:cubicBezTo>
                    <a:cubicBezTo>
                      <a:pt x="6230" y="912"/>
                      <a:pt x="6246" y="882"/>
                      <a:pt x="6257" y="882"/>
                    </a:cubicBezTo>
                    <a:cubicBezTo>
                      <a:pt x="6268" y="882"/>
                      <a:pt x="6274" y="912"/>
                      <a:pt x="6274" y="973"/>
                    </a:cubicBezTo>
                    <a:cubicBezTo>
                      <a:pt x="6274" y="1007"/>
                      <a:pt x="6278" y="1022"/>
                      <a:pt x="6284" y="1022"/>
                    </a:cubicBezTo>
                    <a:cubicBezTo>
                      <a:pt x="6299" y="1022"/>
                      <a:pt x="6327" y="923"/>
                      <a:pt x="6339" y="795"/>
                    </a:cubicBezTo>
                    <a:lnTo>
                      <a:pt x="6363" y="616"/>
                    </a:lnTo>
                    <a:lnTo>
                      <a:pt x="6363" y="795"/>
                    </a:lnTo>
                    <a:cubicBezTo>
                      <a:pt x="6378" y="937"/>
                      <a:pt x="6384" y="996"/>
                      <a:pt x="6399" y="996"/>
                    </a:cubicBezTo>
                    <a:cubicBezTo>
                      <a:pt x="6410" y="996"/>
                      <a:pt x="6426" y="967"/>
                      <a:pt x="6453" y="916"/>
                    </a:cubicBezTo>
                    <a:cubicBezTo>
                      <a:pt x="6477" y="888"/>
                      <a:pt x="6489" y="874"/>
                      <a:pt x="6495" y="874"/>
                    </a:cubicBezTo>
                    <a:cubicBezTo>
                      <a:pt x="6501" y="874"/>
                      <a:pt x="6501" y="888"/>
                      <a:pt x="6501" y="916"/>
                    </a:cubicBezTo>
                    <a:cubicBezTo>
                      <a:pt x="6501" y="981"/>
                      <a:pt x="6517" y="981"/>
                      <a:pt x="6590" y="981"/>
                    </a:cubicBezTo>
                    <a:cubicBezTo>
                      <a:pt x="6655" y="981"/>
                      <a:pt x="6680" y="981"/>
                      <a:pt x="6680" y="924"/>
                    </a:cubicBezTo>
                    <a:lnTo>
                      <a:pt x="6720" y="924"/>
                    </a:lnTo>
                    <a:cubicBezTo>
                      <a:pt x="6729" y="970"/>
                      <a:pt x="6741" y="990"/>
                      <a:pt x="6751" y="990"/>
                    </a:cubicBezTo>
                    <a:cubicBezTo>
                      <a:pt x="6767" y="990"/>
                      <a:pt x="6779" y="938"/>
                      <a:pt x="6769" y="868"/>
                    </a:cubicBezTo>
                    <a:lnTo>
                      <a:pt x="6809" y="868"/>
                    </a:lnTo>
                    <a:lnTo>
                      <a:pt x="6809" y="924"/>
                    </a:lnTo>
                    <a:cubicBezTo>
                      <a:pt x="6809" y="981"/>
                      <a:pt x="6858" y="989"/>
                      <a:pt x="7036" y="989"/>
                    </a:cubicBezTo>
                    <a:cubicBezTo>
                      <a:pt x="7076" y="991"/>
                      <a:pt x="7109" y="992"/>
                      <a:pt x="7136" y="992"/>
                    </a:cubicBezTo>
                    <a:cubicBezTo>
                      <a:pt x="7240" y="992"/>
                      <a:pt x="7255" y="972"/>
                      <a:pt x="7255" y="876"/>
                    </a:cubicBezTo>
                    <a:cubicBezTo>
                      <a:pt x="7267" y="815"/>
                      <a:pt x="7280" y="784"/>
                      <a:pt x="7289" y="784"/>
                    </a:cubicBezTo>
                    <a:cubicBezTo>
                      <a:pt x="7298" y="784"/>
                      <a:pt x="7304" y="815"/>
                      <a:pt x="7304" y="876"/>
                    </a:cubicBezTo>
                    <a:cubicBezTo>
                      <a:pt x="7304" y="916"/>
                      <a:pt x="7312" y="959"/>
                      <a:pt x="7317" y="959"/>
                    </a:cubicBezTo>
                    <a:cubicBezTo>
                      <a:pt x="7319" y="959"/>
                      <a:pt x="7320" y="952"/>
                      <a:pt x="7320" y="932"/>
                    </a:cubicBezTo>
                    <a:cubicBezTo>
                      <a:pt x="7320" y="932"/>
                      <a:pt x="7369" y="932"/>
                      <a:pt x="7393" y="997"/>
                    </a:cubicBezTo>
                    <a:cubicBezTo>
                      <a:pt x="7420" y="1048"/>
                      <a:pt x="7440" y="1066"/>
                      <a:pt x="7454" y="1066"/>
                    </a:cubicBezTo>
                    <a:cubicBezTo>
                      <a:pt x="7474" y="1066"/>
                      <a:pt x="7482" y="1030"/>
                      <a:pt x="7482" y="997"/>
                    </a:cubicBezTo>
                    <a:cubicBezTo>
                      <a:pt x="7472" y="947"/>
                      <a:pt x="7470" y="928"/>
                      <a:pt x="7473" y="928"/>
                    </a:cubicBezTo>
                    <a:cubicBezTo>
                      <a:pt x="7477" y="928"/>
                      <a:pt x="7489" y="964"/>
                      <a:pt x="7499" y="997"/>
                    </a:cubicBezTo>
                    <a:cubicBezTo>
                      <a:pt x="7516" y="1043"/>
                      <a:pt x="7533" y="1085"/>
                      <a:pt x="7542" y="1085"/>
                    </a:cubicBezTo>
                    <a:cubicBezTo>
                      <a:pt x="7545" y="1085"/>
                      <a:pt x="7547" y="1079"/>
                      <a:pt x="7547" y="1062"/>
                    </a:cubicBezTo>
                    <a:cubicBezTo>
                      <a:pt x="7561" y="1025"/>
                      <a:pt x="7609" y="991"/>
                      <a:pt x="7648" y="991"/>
                    </a:cubicBezTo>
                    <a:cubicBezTo>
                      <a:pt x="7677" y="991"/>
                      <a:pt x="7701" y="1010"/>
                      <a:pt x="7701" y="1062"/>
                    </a:cubicBezTo>
                    <a:lnTo>
                      <a:pt x="7750" y="1062"/>
                    </a:lnTo>
                    <a:cubicBezTo>
                      <a:pt x="7750" y="1005"/>
                      <a:pt x="7790" y="1005"/>
                      <a:pt x="7839" y="1005"/>
                    </a:cubicBezTo>
                    <a:cubicBezTo>
                      <a:pt x="7880" y="1005"/>
                      <a:pt x="7904" y="1005"/>
                      <a:pt x="7904" y="1062"/>
                    </a:cubicBezTo>
                    <a:cubicBezTo>
                      <a:pt x="7891" y="1096"/>
                      <a:pt x="7892" y="1112"/>
                      <a:pt x="7901" y="1112"/>
                    </a:cubicBezTo>
                    <a:cubicBezTo>
                      <a:pt x="7909" y="1112"/>
                      <a:pt x="7925" y="1098"/>
                      <a:pt x="7944" y="1070"/>
                    </a:cubicBezTo>
                    <a:cubicBezTo>
                      <a:pt x="7969" y="1070"/>
                      <a:pt x="7993" y="949"/>
                      <a:pt x="8017" y="949"/>
                    </a:cubicBezTo>
                    <a:cubicBezTo>
                      <a:pt x="8017" y="892"/>
                      <a:pt x="8034" y="827"/>
                      <a:pt x="8058" y="827"/>
                    </a:cubicBezTo>
                    <a:lnTo>
                      <a:pt x="8058" y="892"/>
                    </a:lnTo>
                    <a:lnTo>
                      <a:pt x="8058" y="1013"/>
                    </a:lnTo>
                    <a:cubicBezTo>
                      <a:pt x="8082" y="1013"/>
                      <a:pt x="8107" y="1013"/>
                      <a:pt x="8107" y="949"/>
                    </a:cubicBezTo>
                    <a:cubicBezTo>
                      <a:pt x="8123" y="1013"/>
                      <a:pt x="8147" y="1013"/>
                      <a:pt x="8196" y="1013"/>
                    </a:cubicBezTo>
                    <a:cubicBezTo>
                      <a:pt x="8236" y="1013"/>
                      <a:pt x="8285" y="1013"/>
                      <a:pt x="8301" y="957"/>
                    </a:cubicBezTo>
                    <a:cubicBezTo>
                      <a:pt x="8313" y="1018"/>
                      <a:pt x="8352" y="1048"/>
                      <a:pt x="8390" y="1048"/>
                    </a:cubicBezTo>
                    <a:cubicBezTo>
                      <a:pt x="8429" y="1048"/>
                      <a:pt x="8467" y="1018"/>
                      <a:pt x="8480" y="957"/>
                    </a:cubicBezTo>
                    <a:cubicBezTo>
                      <a:pt x="8480" y="928"/>
                      <a:pt x="8486" y="914"/>
                      <a:pt x="8495" y="914"/>
                    </a:cubicBezTo>
                    <a:cubicBezTo>
                      <a:pt x="8504" y="914"/>
                      <a:pt x="8516" y="928"/>
                      <a:pt x="8528" y="957"/>
                    </a:cubicBezTo>
                    <a:cubicBezTo>
                      <a:pt x="8536" y="989"/>
                      <a:pt x="8540" y="1005"/>
                      <a:pt x="8545" y="1005"/>
                    </a:cubicBezTo>
                    <a:cubicBezTo>
                      <a:pt x="8551" y="1005"/>
                      <a:pt x="8557" y="989"/>
                      <a:pt x="8569" y="957"/>
                    </a:cubicBezTo>
                    <a:cubicBezTo>
                      <a:pt x="8575" y="941"/>
                      <a:pt x="8582" y="935"/>
                      <a:pt x="8589" y="935"/>
                    </a:cubicBezTo>
                    <a:cubicBezTo>
                      <a:pt x="8606" y="935"/>
                      <a:pt x="8622" y="980"/>
                      <a:pt x="8634" y="1022"/>
                    </a:cubicBezTo>
                    <a:cubicBezTo>
                      <a:pt x="8648" y="1092"/>
                      <a:pt x="8662" y="1122"/>
                      <a:pt x="8676" y="1122"/>
                    </a:cubicBezTo>
                    <a:cubicBezTo>
                      <a:pt x="8686" y="1122"/>
                      <a:pt x="8696" y="1106"/>
                      <a:pt x="8707" y="1078"/>
                    </a:cubicBezTo>
                    <a:cubicBezTo>
                      <a:pt x="8731" y="1046"/>
                      <a:pt x="8771" y="1022"/>
                      <a:pt x="8812" y="1022"/>
                    </a:cubicBezTo>
                    <a:cubicBezTo>
                      <a:pt x="8861" y="965"/>
                      <a:pt x="8885" y="965"/>
                      <a:pt x="8861" y="908"/>
                    </a:cubicBezTo>
                    <a:cubicBezTo>
                      <a:pt x="8861" y="868"/>
                      <a:pt x="8869" y="827"/>
                      <a:pt x="8885" y="786"/>
                    </a:cubicBezTo>
                    <a:cubicBezTo>
                      <a:pt x="8898" y="768"/>
                      <a:pt x="8907" y="761"/>
                      <a:pt x="8913" y="761"/>
                    </a:cubicBezTo>
                    <a:cubicBezTo>
                      <a:pt x="8923" y="761"/>
                      <a:pt x="8917" y="786"/>
                      <a:pt x="8901" y="786"/>
                    </a:cubicBezTo>
                    <a:cubicBezTo>
                      <a:pt x="8861" y="843"/>
                      <a:pt x="8885" y="843"/>
                      <a:pt x="8901" y="908"/>
                    </a:cubicBezTo>
                    <a:cubicBezTo>
                      <a:pt x="8915" y="943"/>
                      <a:pt x="8942" y="966"/>
                      <a:pt x="8975" y="966"/>
                    </a:cubicBezTo>
                    <a:cubicBezTo>
                      <a:pt x="8980" y="966"/>
                      <a:pt x="8985" y="966"/>
                      <a:pt x="8990" y="965"/>
                    </a:cubicBezTo>
                    <a:lnTo>
                      <a:pt x="9080" y="973"/>
                    </a:lnTo>
                    <a:cubicBezTo>
                      <a:pt x="9116" y="1001"/>
                      <a:pt x="9138" y="1016"/>
                      <a:pt x="9152" y="1016"/>
                    </a:cubicBezTo>
                    <a:cubicBezTo>
                      <a:pt x="9165" y="1016"/>
                      <a:pt x="9169" y="1001"/>
                      <a:pt x="9169" y="973"/>
                    </a:cubicBezTo>
                    <a:lnTo>
                      <a:pt x="9169" y="908"/>
                    </a:lnTo>
                    <a:cubicBezTo>
                      <a:pt x="9181" y="971"/>
                      <a:pt x="9252" y="1003"/>
                      <a:pt x="9321" y="1003"/>
                    </a:cubicBezTo>
                    <a:cubicBezTo>
                      <a:pt x="9386" y="1003"/>
                      <a:pt x="9449" y="975"/>
                      <a:pt x="9461" y="916"/>
                    </a:cubicBezTo>
                    <a:lnTo>
                      <a:pt x="9461" y="973"/>
                    </a:lnTo>
                    <a:cubicBezTo>
                      <a:pt x="9461" y="1038"/>
                      <a:pt x="9485" y="1038"/>
                      <a:pt x="9525" y="1038"/>
                    </a:cubicBezTo>
                    <a:cubicBezTo>
                      <a:pt x="9550" y="1038"/>
                      <a:pt x="9639" y="981"/>
                      <a:pt x="9704" y="981"/>
                    </a:cubicBezTo>
                    <a:cubicBezTo>
                      <a:pt x="9793" y="981"/>
                      <a:pt x="9866" y="981"/>
                      <a:pt x="9866" y="924"/>
                    </a:cubicBezTo>
                    <a:cubicBezTo>
                      <a:pt x="9882" y="924"/>
                      <a:pt x="9882" y="924"/>
                      <a:pt x="9882" y="981"/>
                    </a:cubicBezTo>
                    <a:cubicBezTo>
                      <a:pt x="9866" y="1046"/>
                      <a:pt x="9882" y="1046"/>
                      <a:pt x="9907" y="1046"/>
                    </a:cubicBezTo>
                    <a:cubicBezTo>
                      <a:pt x="9931" y="1046"/>
                      <a:pt x="9931" y="989"/>
                      <a:pt x="9931" y="924"/>
                    </a:cubicBezTo>
                    <a:cubicBezTo>
                      <a:pt x="9931" y="896"/>
                      <a:pt x="9937" y="882"/>
                      <a:pt x="9948" y="882"/>
                    </a:cubicBezTo>
                    <a:cubicBezTo>
                      <a:pt x="9959" y="882"/>
                      <a:pt x="9975" y="896"/>
                      <a:pt x="9996" y="924"/>
                    </a:cubicBezTo>
                    <a:cubicBezTo>
                      <a:pt x="10017" y="958"/>
                      <a:pt x="10051" y="974"/>
                      <a:pt x="10085" y="974"/>
                    </a:cubicBezTo>
                    <a:cubicBezTo>
                      <a:pt x="10118" y="974"/>
                      <a:pt x="10151" y="960"/>
                      <a:pt x="10174" y="932"/>
                    </a:cubicBezTo>
                    <a:cubicBezTo>
                      <a:pt x="10198" y="932"/>
                      <a:pt x="10223" y="932"/>
                      <a:pt x="10215" y="989"/>
                    </a:cubicBezTo>
                    <a:cubicBezTo>
                      <a:pt x="10229" y="1027"/>
                      <a:pt x="10251" y="1062"/>
                      <a:pt x="10276" y="1062"/>
                    </a:cubicBezTo>
                    <a:cubicBezTo>
                      <a:pt x="10293" y="1062"/>
                      <a:pt x="10311" y="1044"/>
                      <a:pt x="10328" y="997"/>
                    </a:cubicBezTo>
                    <a:cubicBezTo>
                      <a:pt x="10352" y="997"/>
                      <a:pt x="10352" y="997"/>
                      <a:pt x="10352" y="1054"/>
                    </a:cubicBezTo>
                    <a:cubicBezTo>
                      <a:pt x="10367" y="1087"/>
                      <a:pt x="10373" y="1123"/>
                      <a:pt x="10378" y="1123"/>
                    </a:cubicBezTo>
                    <a:cubicBezTo>
                      <a:pt x="10382" y="1123"/>
                      <a:pt x="10386" y="1105"/>
                      <a:pt x="10393" y="1054"/>
                    </a:cubicBezTo>
                    <a:cubicBezTo>
                      <a:pt x="10413" y="1027"/>
                      <a:pt x="10444" y="1012"/>
                      <a:pt x="10474" y="1012"/>
                    </a:cubicBezTo>
                    <a:cubicBezTo>
                      <a:pt x="10506" y="1012"/>
                      <a:pt x="10538" y="1029"/>
                      <a:pt x="10555" y="1062"/>
                    </a:cubicBezTo>
                    <a:cubicBezTo>
                      <a:pt x="10571" y="1062"/>
                      <a:pt x="10596" y="1062"/>
                      <a:pt x="10596" y="997"/>
                    </a:cubicBezTo>
                    <a:cubicBezTo>
                      <a:pt x="10596" y="976"/>
                      <a:pt x="10596" y="956"/>
                      <a:pt x="10596" y="941"/>
                    </a:cubicBezTo>
                    <a:cubicBezTo>
                      <a:pt x="10608" y="1001"/>
                      <a:pt x="10614" y="1032"/>
                      <a:pt x="10620" y="1032"/>
                    </a:cubicBezTo>
                    <a:cubicBezTo>
                      <a:pt x="10626" y="1032"/>
                      <a:pt x="10632" y="1001"/>
                      <a:pt x="10644" y="941"/>
                    </a:cubicBezTo>
                    <a:cubicBezTo>
                      <a:pt x="10644" y="912"/>
                      <a:pt x="10648" y="898"/>
                      <a:pt x="10652" y="898"/>
                    </a:cubicBezTo>
                    <a:cubicBezTo>
                      <a:pt x="10657" y="898"/>
                      <a:pt x="10661" y="912"/>
                      <a:pt x="10661" y="941"/>
                    </a:cubicBezTo>
                    <a:cubicBezTo>
                      <a:pt x="10685" y="1005"/>
                      <a:pt x="10709" y="1005"/>
                      <a:pt x="10709" y="1005"/>
                    </a:cubicBezTo>
                    <a:cubicBezTo>
                      <a:pt x="10790" y="973"/>
                      <a:pt x="10871" y="957"/>
                      <a:pt x="10952" y="949"/>
                    </a:cubicBezTo>
                    <a:cubicBezTo>
                      <a:pt x="11131" y="949"/>
                      <a:pt x="11196" y="949"/>
                      <a:pt x="11196" y="892"/>
                    </a:cubicBezTo>
                    <a:cubicBezTo>
                      <a:pt x="11208" y="863"/>
                      <a:pt x="11214" y="849"/>
                      <a:pt x="11220" y="849"/>
                    </a:cubicBezTo>
                    <a:cubicBezTo>
                      <a:pt x="11226" y="849"/>
                      <a:pt x="11232" y="863"/>
                      <a:pt x="11244" y="892"/>
                    </a:cubicBezTo>
                    <a:cubicBezTo>
                      <a:pt x="11269" y="957"/>
                      <a:pt x="11285" y="957"/>
                      <a:pt x="11309" y="957"/>
                    </a:cubicBezTo>
                    <a:cubicBezTo>
                      <a:pt x="11334" y="957"/>
                      <a:pt x="11358" y="957"/>
                      <a:pt x="11358" y="1013"/>
                    </a:cubicBezTo>
                    <a:cubicBezTo>
                      <a:pt x="11374" y="957"/>
                      <a:pt x="11374" y="957"/>
                      <a:pt x="11398" y="957"/>
                    </a:cubicBezTo>
                    <a:cubicBezTo>
                      <a:pt x="11398" y="985"/>
                      <a:pt x="11404" y="999"/>
                      <a:pt x="11414" y="999"/>
                    </a:cubicBezTo>
                    <a:cubicBezTo>
                      <a:pt x="11423" y="999"/>
                      <a:pt x="11435" y="985"/>
                      <a:pt x="11447" y="957"/>
                    </a:cubicBezTo>
                    <a:cubicBezTo>
                      <a:pt x="11455" y="896"/>
                      <a:pt x="11459" y="866"/>
                      <a:pt x="11461" y="866"/>
                    </a:cubicBezTo>
                    <a:cubicBezTo>
                      <a:pt x="11463" y="866"/>
                      <a:pt x="11463" y="896"/>
                      <a:pt x="11463" y="957"/>
                    </a:cubicBezTo>
                    <a:cubicBezTo>
                      <a:pt x="11463" y="997"/>
                      <a:pt x="11499" y="1041"/>
                      <a:pt x="11512" y="1041"/>
                    </a:cubicBezTo>
                    <a:cubicBezTo>
                      <a:pt x="11518" y="1041"/>
                      <a:pt x="11519" y="1033"/>
                      <a:pt x="11512" y="1013"/>
                    </a:cubicBezTo>
                    <a:cubicBezTo>
                      <a:pt x="11512" y="957"/>
                      <a:pt x="11552" y="957"/>
                      <a:pt x="11577" y="900"/>
                    </a:cubicBezTo>
                    <a:cubicBezTo>
                      <a:pt x="11601" y="900"/>
                      <a:pt x="11625" y="900"/>
                      <a:pt x="11625" y="957"/>
                    </a:cubicBezTo>
                    <a:cubicBezTo>
                      <a:pt x="11630" y="977"/>
                      <a:pt x="11645" y="985"/>
                      <a:pt x="11663" y="985"/>
                    </a:cubicBezTo>
                    <a:cubicBezTo>
                      <a:pt x="11704" y="985"/>
                      <a:pt x="11763" y="945"/>
                      <a:pt x="11779" y="900"/>
                    </a:cubicBezTo>
                    <a:cubicBezTo>
                      <a:pt x="11779" y="872"/>
                      <a:pt x="11786" y="857"/>
                      <a:pt x="11792" y="857"/>
                    </a:cubicBezTo>
                    <a:cubicBezTo>
                      <a:pt x="11798" y="857"/>
                      <a:pt x="11804" y="872"/>
                      <a:pt x="11804" y="900"/>
                    </a:cubicBezTo>
                    <a:cubicBezTo>
                      <a:pt x="11796" y="965"/>
                      <a:pt x="11820" y="965"/>
                      <a:pt x="11844" y="965"/>
                    </a:cubicBezTo>
                    <a:cubicBezTo>
                      <a:pt x="11851" y="948"/>
                      <a:pt x="11856" y="941"/>
                      <a:pt x="11860" y="941"/>
                    </a:cubicBezTo>
                    <a:cubicBezTo>
                      <a:pt x="11869" y="941"/>
                      <a:pt x="11869" y="981"/>
                      <a:pt x="11869" y="1022"/>
                    </a:cubicBezTo>
                    <a:cubicBezTo>
                      <a:pt x="11844" y="1086"/>
                      <a:pt x="11869" y="1086"/>
                      <a:pt x="11909" y="1086"/>
                    </a:cubicBezTo>
                    <a:cubicBezTo>
                      <a:pt x="11933" y="1030"/>
                      <a:pt x="12023" y="1030"/>
                      <a:pt x="12088" y="1030"/>
                    </a:cubicBezTo>
                    <a:cubicBezTo>
                      <a:pt x="12201" y="1030"/>
                      <a:pt x="12225" y="973"/>
                      <a:pt x="12266" y="851"/>
                    </a:cubicBezTo>
                    <a:lnTo>
                      <a:pt x="12290" y="738"/>
                    </a:lnTo>
                    <a:lnTo>
                      <a:pt x="12290" y="851"/>
                    </a:lnTo>
                    <a:cubicBezTo>
                      <a:pt x="12290" y="916"/>
                      <a:pt x="12298" y="973"/>
                      <a:pt x="12315" y="1030"/>
                    </a:cubicBezTo>
                    <a:cubicBezTo>
                      <a:pt x="12315" y="1030"/>
                      <a:pt x="12316" y="1030"/>
                      <a:pt x="12317" y="1030"/>
                    </a:cubicBezTo>
                    <a:cubicBezTo>
                      <a:pt x="12331" y="1030"/>
                      <a:pt x="12331" y="970"/>
                      <a:pt x="12331" y="916"/>
                    </a:cubicBezTo>
                    <a:cubicBezTo>
                      <a:pt x="12331" y="884"/>
                      <a:pt x="12337" y="868"/>
                      <a:pt x="12349" y="868"/>
                    </a:cubicBezTo>
                    <a:cubicBezTo>
                      <a:pt x="12361" y="868"/>
                      <a:pt x="12379" y="884"/>
                      <a:pt x="12404" y="916"/>
                    </a:cubicBezTo>
                    <a:cubicBezTo>
                      <a:pt x="12424" y="945"/>
                      <a:pt x="12440" y="959"/>
                      <a:pt x="12454" y="959"/>
                    </a:cubicBezTo>
                    <a:cubicBezTo>
                      <a:pt x="12469" y="959"/>
                      <a:pt x="12481" y="945"/>
                      <a:pt x="12493" y="916"/>
                    </a:cubicBezTo>
                    <a:cubicBezTo>
                      <a:pt x="12509" y="916"/>
                      <a:pt x="12533" y="916"/>
                      <a:pt x="12558" y="981"/>
                    </a:cubicBezTo>
                    <a:cubicBezTo>
                      <a:pt x="12582" y="981"/>
                      <a:pt x="12582" y="981"/>
                      <a:pt x="12582" y="916"/>
                    </a:cubicBezTo>
                    <a:cubicBezTo>
                      <a:pt x="12582" y="888"/>
                      <a:pt x="12586" y="874"/>
                      <a:pt x="12593" y="874"/>
                    </a:cubicBezTo>
                    <a:cubicBezTo>
                      <a:pt x="12600" y="874"/>
                      <a:pt x="12610" y="888"/>
                      <a:pt x="12623" y="916"/>
                    </a:cubicBezTo>
                    <a:cubicBezTo>
                      <a:pt x="12637" y="988"/>
                      <a:pt x="12666" y="1018"/>
                      <a:pt x="12687" y="1018"/>
                    </a:cubicBezTo>
                    <a:cubicBezTo>
                      <a:pt x="12701" y="1018"/>
                      <a:pt x="12712" y="1004"/>
                      <a:pt x="12712" y="981"/>
                    </a:cubicBezTo>
                    <a:cubicBezTo>
                      <a:pt x="12712" y="924"/>
                      <a:pt x="12736" y="924"/>
                      <a:pt x="12760" y="924"/>
                    </a:cubicBezTo>
                    <a:cubicBezTo>
                      <a:pt x="12777" y="924"/>
                      <a:pt x="12801" y="924"/>
                      <a:pt x="12825" y="868"/>
                    </a:cubicBezTo>
                    <a:lnTo>
                      <a:pt x="12866" y="868"/>
                    </a:lnTo>
                    <a:cubicBezTo>
                      <a:pt x="12890" y="868"/>
                      <a:pt x="12866" y="924"/>
                      <a:pt x="12850" y="924"/>
                    </a:cubicBezTo>
                    <a:lnTo>
                      <a:pt x="12866" y="981"/>
                    </a:lnTo>
                    <a:cubicBezTo>
                      <a:pt x="12879" y="983"/>
                      <a:pt x="12890" y="985"/>
                      <a:pt x="12899" y="985"/>
                    </a:cubicBezTo>
                    <a:cubicBezTo>
                      <a:pt x="12927" y="985"/>
                      <a:pt x="12943" y="972"/>
                      <a:pt x="12955" y="924"/>
                    </a:cubicBezTo>
                    <a:cubicBezTo>
                      <a:pt x="12967" y="868"/>
                      <a:pt x="12973" y="839"/>
                      <a:pt x="12976" y="839"/>
                    </a:cubicBezTo>
                    <a:cubicBezTo>
                      <a:pt x="12979" y="839"/>
                      <a:pt x="12979" y="868"/>
                      <a:pt x="12979" y="924"/>
                    </a:cubicBezTo>
                    <a:cubicBezTo>
                      <a:pt x="12979" y="970"/>
                      <a:pt x="12992" y="1012"/>
                      <a:pt x="13008" y="1012"/>
                    </a:cubicBezTo>
                    <a:cubicBezTo>
                      <a:pt x="13014" y="1012"/>
                      <a:pt x="13021" y="1006"/>
                      <a:pt x="13028" y="989"/>
                    </a:cubicBezTo>
                    <a:cubicBezTo>
                      <a:pt x="13035" y="938"/>
                      <a:pt x="13043" y="920"/>
                      <a:pt x="13050" y="920"/>
                    </a:cubicBezTo>
                    <a:cubicBezTo>
                      <a:pt x="13060" y="920"/>
                      <a:pt x="13069" y="956"/>
                      <a:pt x="13069" y="989"/>
                    </a:cubicBezTo>
                    <a:cubicBezTo>
                      <a:pt x="13056" y="1050"/>
                      <a:pt x="13050" y="1080"/>
                      <a:pt x="13058" y="1080"/>
                    </a:cubicBezTo>
                    <a:cubicBezTo>
                      <a:pt x="13067" y="1080"/>
                      <a:pt x="13089" y="1050"/>
                      <a:pt x="13133" y="989"/>
                    </a:cubicBezTo>
                    <a:cubicBezTo>
                      <a:pt x="13182" y="989"/>
                      <a:pt x="13271" y="932"/>
                      <a:pt x="13336" y="932"/>
                    </a:cubicBezTo>
                    <a:cubicBezTo>
                      <a:pt x="13425" y="932"/>
                      <a:pt x="13474" y="941"/>
                      <a:pt x="13490" y="997"/>
                    </a:cubicBezTo>
                    <a:cubicBezTo>
                      <a:pt x="13490" y="1008"/>
                      <a:pt x="13490" y="1018"/>
                      <a:pt x="13491" y="1027"/>
                    </a:cubicBezTo>
                    <a:lnTo>
                      <a:pt x="13491" y="1027"/>
                    </a:lnTo>
                    <a:cubicBezTo>
                      <a:pt x="13495" y="941"/>
                      <a:pt x="13520" y="941"/>
                      <a:pt x="13579" y="941"/>
                    </a:cubicBezTo>
                    <a:cubicBezTo>
                      <a:pt x="13601" y="957"/>
                      <a:pt x="13619" y="964"/>
                      <a:pt x="13636" y="964"/>
                    </a:cubicBezTo>
                    <a:cubicBezTo>
                      <a:pt x="13675" y="964"/>
                      <a:pt x="13700" y="924"/>
                      <a:pt x="13717" y="884"/>
                    </a:cubicBezTo>
                    <a:lnTo>
                      <a:pt x="13669" y="884"/>
                    </a:lnTo>
                    <a:cubicBezTo>
                      <a:pt x="13669" y="812"/>
                      <a:pt x="13677" y="782"/>
                      <a:pt x="13694" y="782"/>
                    </a:cubicBezTo>
                    <a:cubicBezTo>
                      <a:pt x="13706" y="782"/>
                      <a:pt x="13722" y="796"/>
                      <a:pt x="13742" y="819"/>
                    </a:cubicBezTo>
                    <a:cubicBezTo>
                      <a:pt x="13758" y="819"/>
                      <a:pt x="13758" y="884"/>
                      <a:pt x="13758" y="941"/>
                    </a:cubicBezTo>
                    <a:cubicBezTo>
                      <a:pt x="13758" y="1005"/>
                      <a:pt x="13782" y="1062"/>
                      <a:pt x="13806" y="1062"/>
                    </a:cubicBezTo>
                    <a:cubicBezTo>
                      <a:pt x="13823" y="1062"/>
                      <a:pt x="13847" y="1062"/>
                      <a:pt x="13823" y="1005"/>
                    </a:cubicBezTo>
                    <a:cubicBezTo>
                      <a:pt x="13823" y="941"/>
                      <a:pt x="13823" y="941"/>
                      <a:pt x="13847" y="941"/>
                    </a:cubicBezTo>
                    <a:cubicBezTo>
                      <a:pt x="13852" y="941"/>
                      <a:pt x="13857" y="941"/>
                      <a:pt x="13862" y="941"/>
                    </a:cubicBezTo>
                    <a:cubicBezTo>
                      <a:pt x="13881" y="941"/>
                      <a:pt x="13900" y="936"/>
                      <a:pt x="13920" y="884"/>
                    </a:cubicBezTo>
                    <a:cubicBezTo>
                      <a:pt x="13920" y="827"/>
                      <a:pt x="13936" y="827"/>
                      <a:pt x="13960" y="827"/>
                    </a:cubicBezTo>
                    <a:cubicBezTo>
                      <a:pt x="13985" y="884"/>
                      <a:pt x="14025" y="884"/>
                      <a:pt x="14025" y="884"/>
                    </a:cubicBezTo>
                    <a:lnTo>
                      <a:pt x="14025" y="949"/>
                    </a:lnTo>
                    <a:cubicBezTo>
                      <a:pt x="14025" y="989"/>
                      <a:pt x="14033" y="1030"/>
                      <a:pt x="14050" y="1070"/>
                    </a:cubicBezTo>
                    <a:cubicBezTo>
                      <a:pt x="14074" y="1070"/>
                      <a:pt x="14074" y="1005"/>
                      <a:pt x="14074" y="1005"/>
                    </a:cubicBezTo>
                    <a:cubicBezTo>
                      <a:pt x="14074" y="961"/>
                      <a:pt x="14398" y="956"/>
                      <a:pt x="14572" y="956"/>
                    </a:cubicBezTo>
                    <a:cubicBezTo>
                      <a:pt x="14622" y="956"/>
                      <a:pt x="14659" y="957"/>
                      <a:pt x="14674" y="957"/>
                    </a:cubicBezTo>
                    <a:cubicBezTo>
                      <a:pt x="14695" y="990"/>
                      <a:pt x="14724" y="1006"/>
                      <a:pt x="14745" y="1006"/>
                    </a:cubicBezTo>
                    <a:cubicBezTo>
                      <a:pt x="14764" y="1006"/>
                      <a:pt x="14775" y="992"/>
                      <a:pt x="14763" y="965"/>
                    </a:cubicBezTo>
                    <a:cubicBezTo>
                      <a:pt x="14763" y="913"/>
                      <a:pt x="14836" y="908"/>
                      <a:pt x="14931" y="908"/>
                    </a:cubicBezTo>
                    <a:cubicBezTo>
                      <a:pt x="14955" y="908"/>
                      <a:pt x="14980" y="908"/>
                      <a:pt x="15006" y="908"/>
                    </a:cubicBezTo>
                    <a:cubicBezTo>
                      <a:pt x="15037" y="908"/>
                      <a:pt x="15066" y="908"/>
                      <a:pt x="15093" y="908"/>
                    </a:cubicBezTo>
                    <a:cubicBezTo>
                      <a:pt x="15201" y="908"/>
                      <a:pt x="15274" y="903"/>
                      <a:pt x="15274" y="851"/>
                    </a:cubicBezTo>
                    <a:lnTo>
                      <a:pt x="15339" y="851"/>
                    </a:lnTo>
                    <a:cubicBezTo>
                      <a:pt x="15387" y="851"/>
                      <a:pt x="15428" y="795"/>
                      <a:pt x="15452" y="795"/>
                    </a:cubicBezTo>
                    <a:cubicBezTo>
                      <a:pt x="15464" y="766"/>
                      <a:pt x="15477" y="752"/>
                      <a:pt x="15483" y="752"/>
                    </a:cubicBezTo>
                    <a:cubicBezTo>
                      <a:pt x="15489" y="752"/>
                      <a:pt x="15489" y="766"/>
                      <a:pt x="15477" y="795"/>
                    </a:cubicBezTo>
                    <a:cubicBezTo>
                      <a:pt x="15477" y="859"/>
                      <a:pt x="15477" y="916"/>
                      <a:pt x="15501" y="916"/>
                    </a:cubicBezTo>
                    <a:cubicBezTo>
                      <a:pt x="15541" y="916"/>
                      <a:pt x="15541" y="859"/>
                      <a:pt x="15541" y="795"/>
                    </a:cubicBezTo>
                    <a:cubicBezTo>
                      <a:pt x="15541" y="738"/>
                      <a:pt x="15566" y="738"/>
                      <a:pt x="15566" y="738"/>
                    </a:cubicBezTo>
                    <a:cubicBezTo>
                      <a:pt x="15590" y="738"/>
                      <a:pt x="15590" y="738"/>
                      <a:pt x="15590" y="803"/>
                    </a:cubicBezTo>
                    <a:cubicBezTo>
                      <a:pt x="15590" y="859"/>
                      <a:pt x="15590" y="916"/>
                      <a:pt x="15590" y="916"/>
                    </a:cubicBezTo>
                    <a:lnTo>
                      <a:pt x="15606" y="916"/>
                    </a:lnTo>
                    <a:cubicBezTo>
                      <a:pt x="15606" y="859"/>
                      <a:pt x="15631" y="859"/>
                      <a:pt x="15631" y="859"/>
                    </a:cubicBezTo>
                    <a:cubicBezTo>
                      <a:pt x="15655" y="859"/>
                      <a:pt x="15655" y="859"/>
                      <a:pt x="15655" y="981"/>
                    </a:cubicBezTo>
                    <a:cubicBezTo>
                      <a:pt x="15655" y="1042"/>
                      <a:pt x="15659" y="1072"/>
                      <a:pt x="15666" y="1072"/>
                    </a:cubicBezTo>
                    <a:cubicBezTo>
                      <a:pt x="15673" y="1072"/>
                      <a:pt x="15683" y="1042"/>
                      <a:pt x="15695" y="981"/>
                    </a:cubicBezTo>
                    <a:lnTo>
                      <a:pt x="15744" y="924"/>
                    </a:lnTo>
                    <a:cubicBezTo>
                      <a:pt x="15749" y="959"/>
                      <a:pt x="15757" y="973"/>
                      <a:pt x="15767" y="973"/>
                    </a:cubicBezTo>
                    <a:cubicBezTo>
                      <a:pt x="15788" y="973"/>
                      <a:pt x="15817" y="907"/>
                      <a:pt x="15833" y="868"/>
                    </a:cubicBezTo>
                    <a:cubicBezTo>
                      <a:pt x="15841" y="924"/>
                      <a:pt x="15852" y="953"/>
                      <a:pt x="15863" y="953"/>
                    </a:cubicBezTo>
                    <a:cubicBezTo>
                      <a:pt x="15874" y="953"/>
                      <a:pt x="15886" y="924"/>
                      <a:pt x="15898" y="868"/>
                    </a:cubicBezTo>
                    <a:cubicBezTo>
                      <a:pt x="15898" y="835"/>
                      <a:pt x="15904" y="819"/>
                      <a:pt x="15913" y="819"/>
                    </a:cubicBezTo>
                    <a:cubicBezTo>
                      <a:pt x="15923" y="819"/>
                      <a:pt x="15935" y="835"/>
                      <a:pt x="15947" y="868"/>
                    </a:cubicBezTo>
                    <a:cubicBezTo>
                      <a:pt x="15963" y="924"/>
                      <a:pt x="15987" y="924"/>
                      <a:pt x="16028" y="924"/>
                    </a:cubicBezTo>
                    <a:cubicBezTo>
                      <a:pt x="16046" y="883"/>
                      <a:pt x="16132" y="872"/>
                      <a:pt x="16246" y="872"/>
                    </a:cubicBezTo>
                    <a:cubicBezTo>
                      <a:pt x="16289" y="872"/>
                      <a:pt x="16336" y="873"/>
                      <a:pt x="16385" y="876"/>
                    </a:cubicBezTo>
                    <a:cubicBezTo>
                      <a:pt x="16425" y="876"/>
                      <a:pt x="16463" y="876"/>
                      <a:pt x="16498" y="876"/>
                    </a:cubicBezTo>
                    <a:cubicBezTo>
                      <a:pt x="16637" y="876"/>
                      <a:pt x="16725" y="871"/>
                      <a:pt x="16725" y="819"/>
                    </a:cubicBezTo>
                    <a:cubicBezTo>
                      <a:pt x="16741" y="819"/>
                      <a:pt x="16741" y="819"/>
                      <a:pt x="16766" y="884"/>
                    </a:cubicBezTo>
                    <a:cubicBezTo>
                      <a:pt x="16766" y="907"/>
                      <a:pt x="16770" y="921"/>
                      <a:pt x="16777" y="921"/>
                    </a:cubicBezTo>
                    <a:cubicBezTo>
                      <a:pt x="16786" y="921"/>
                      <a:pt x="16800" y="893"/>
                      <a:pt x="16814" y="827"/>
                    </a:cubicBezTo>
                    <a:cubicBezTo>
                      <a:pt x="16824" y="790"/>
                      <a:pt x="16828" y="756"/>
                      <a:pt x="16829" y="756"/>
                    </a:cubicBezTo>
                    <a:cubicBezTo>
                      <a:pt x="16831" y="756"/>
                      <a:pt x="16831" y="775"/>
                      <a:pt x="16831" y="827"/>
                    </a:cubicBezTo>
                    <a:cubicBezTo>
                      <a:pt x="16831" y="884"/>
                      <a:pt x="16879" y="884"/>
                      <a:pt x="16968" y="884"/>
                    </a:cubicBezTo>
                    <a:cubicBezTo>
                      <a:pt x="16981" y="884"/>
                      <a:pt x="16995" y="884"/>
                      <a:pt x="17009" y="884"/>
                    </a:cubicBezTo>
                    <a:cubicBezTo>
                      <a:pt x="17065" y="884"/>
                      <a:pt x="17122" y="879"/>
                      <a:pt x="17122" y="827"/>
                    </a:cubicBezTo>
                    <a:cubicBezTo>
                      <a:pt x="17147" y="799"/>
                      <a:pt x="17159" y="784"/>
                      <a:pt x="17162" y="784"/>
                    </a:cubicBezTo>
                    <a:cubicBezTo>
                      <a:pt x="17165" y="784"/>
                      <a:pt x="17159" y="799"/>
                      <a:pt x="17147" y="827"/>
                    </a:cubicBezTo>
                    <a:cubicBezTo>
                      <a:pt x="17132" y="903"/>
                      <a:pt x="17170" y="957"/>
                      <a:pt x="17217" y="957"/>
                    </a:cubicBezTo>
                    <a:cubicBezTo>
                      <a:pt x="17245" y="957"/>
                      <a:pt x="17276" y="937"/>
                      <a:pt x="17301" y="892"/>
                    </a:cubicBezTo>
                    <a:cubicBezTo>
                      <a:pt x="17325" y="892"/>
                      <a:pt x="17349" y="892"/>
                      <a:pt x="17349" y="957"/>
                    </a:cubicBezTo>
                    <a:cubicBezTo>
                      <a:pt x="17366" y="957"/>
                      <a:pt x="17390" y="957"/>
                      <a:pt x="17455" y="900"/>
                    </a:cubicBezTo>
                    <a:lnTo>
                      <a:pt x="17617" y="900"/>
                    </a:lnTo>
                    <a:cubicBezTo>
                      <a:pt x="17658" y="900"/>
                      <a:pt x="17706" y="843"/>
                      <a:pt x="17706" y="843"/>
                    </a:cubicBezTo>
                    <a:lnTo>
                      <a:pt x="17722" y="843"/>
                    </a:lnTo>
                    <a:cubicBezTo>
                      <a:pt x="17722" y="900"/>
                      <a:pt x="17836" y="900"/>
                      <a:pt x="17990" y="908"/>
                    </a:cubicBezTo>
                    <a:cubicBezTo>
                      <a:pt x="18144" y="908"/>
                      <a:pt x="18282" y="908"/>
                      <a:pt x="18306" y="973"/>
                    </a:cubicBezTo>
                    <a:cubicBezTo>
                      <a:pt x="18306" y="973"/>
                      <a:pt x="18322" y="973"/>
                      <a:pt x="18347" y="916"/>
                    </a:cubicBezTo>
                    <a:cubicBezTo>
                      <a:pt x="18361" y="844"/>
                      <a:pt x="18376" y="815"/>
                      <a:pt x="18388" y="815"/>
                    </a:cubicBezTo>
                    <a:cubicBezTo>
                      <a:pt x="18397" y="815"/>
                      <a:pt x="18405" y="828"/>
                      <a:pt x="18412" y="851"/>
                    </a:cubicBezTo>
                    <a:cubicBezTo>
                      <a:pt x="18424" y="913"/>
                      <a:pt x="18453" y="944"/>
                      <a:pt x="18482" y="944"/>
                    </a:cubicBezTo>
                    <a:cubicBezTo>
                      <a:pt x="18510" y="944"/>
                      <a:pt x="18537" y="915"/>
                      <a:pt x="18549" y="859"/>
                    </a:cubicBezTo>
                    <a:lnTo>
                      <a:pt x="18549" y="916"/>
                    </a:lnTo>
                    <a:cubicBezTo>
                      <a:pt x="18559" y="964"/>
                      <a:pt x="18574" y="984"/>
                      <a:pt x="18591" y="984"/>
                    </a:cubicBezTo>
                    <a:cubicBezTo>
                      <a:pt x="18618" y="984"/>
                      <a:pt x="18648" y="934"/>
                      <a:pt x="18663" y="859"/>
                    </a:cubicBezTo>
                    <a:cubicBezTo>
                      <a:pt x="18674" y="906"/>
                      <a:pt x="18690" y="948"/>
                      <a:pt x="18707" y="948"/>
                    </a:cubicBezTo>
                    <a:cubicBezTo>
                      <a:pt x="18714" y="948"/>
                      <a:pt x="18721" y="941"/>
                      <a:pt x="18728" y="924"/>
                    </a:cubicBezTo>
                    <a:cubicBezTo>
                      <a:pt x="18752" y="924"/>
                      <a:pt x="18752" y="924"/>
                      <a:pt x="18752" y="1038"/>
                    </a:cubicBezTo>
                    <a:cubicBezTo>
                      <a:pt x="18752" y="1103"/>
                      <a:pt x="18752" y="1159"/>
                      <a:pt x="18768" y="1159"/>
                    </a:cubicBezTo>
                    <a:cubicBezTo>
                      <a:pt x="18793" y="1159"/>
                      <a:pt x="18793" y="1103"/>
                      <a:pt x="18793" y="1038"/>
                    </a:cubicBezTo>
                    <a:lnTo>
                      <a:pt x="18841" y="1046"/>
                    </a:lnTo>
                    <a:cubicBezTo>
                      <a:pt x="18841" y="1046"/>
                      <a:pt x="18858" y="1046"/>
                      <a:pt x="18858" y="981"/>
                    </a:cubicBezTo>
                    <a:cubicBezTo>
                      <a:pt x="18858" y="924"/>
                      <a:pt x="18882" y="924"/>
                      <a:pt x="18906" y="924"/>
                    </a:cubicBezTo>
                    <a:cubicBezTo>
                      <a:pt x="18906" y="941"/>
                      <a:pt x="18908" y="948"/>
                      <a:pt x="18911" y="948"/>
                    </a:cubicBezTo>
                    <a:cubicBezTo>
                      <a:pt x="18916" y="948"/>
                      <a:pt x="18923" y="908"/>
                      <a:pt x="18906" y="868"/>
                    </a:cubicBezTo>
                    <a:cubicBezTo>
                      <a:pt x="18906" y="803"/>
                      <a:pt x="18906" y="746"/>
                      <a:pt x="18930" y="746"/>
                    </a:cubicBezTo>
                    <a:lnTo>
                      <a:pt x="18930" y="624"/>
                    </a:lnTo>
                    <a:cubicBezTo>
                      <a:pt x="18939" y="543"/>
                      <a:pt x="18922" y="462"/>
                      <a:pt x="18882" y="389"/>
                    </a:cubicBezTo>
                    <a:cubicBezTo>
                      <a:pt x="18829" y="351"/>
                      <a:pt x="18785" y="313"/>
                      <a:pt x="18758" y="313"/>
                    </a:cubicBezTo>
                    <a:cubicBezTo>
                      <a:pt x="18739" y="313"/>
                      <a:pt x="18728" y="331"/>
                      <a:pt x="18728" y="381"/>
                    </a:cubicBezTo>
                    <a:cubicBezTo>
                      <a:pt x="18728" y="381"/>
                      <a:pt x="18703" y="438"/>
                      <a:pt x="18679" y="438"/>
                    </a:cubicBezTo>
                    <a:cubicBezTo>
                      <a:pt x="18663" y="438"/>
                      <a:pt x="18639" y="381"/>
                      <a:pt x="18639" y="381"/>
                    </a:cubicBezTo>
                    <a:cubicBezTo>
                      <a:pt x="18639" y="324"/>
                      <a:pt x="18549" y="316"/>
                      <a:pt x="18436" y="316"/>
                    </a:cubicBezTo>
                    <a:cubicBezTo>
                      <a:pt x="18306" y="316"/>
                      <a:pt x="18241" y="316"/>
                      <a:pt x="18217" y="251"/>
                    </a:cubicBezTo>
                    <a:cubicBezTo>
                      <a:pt x="18193" y="195"/>
                      <a:pt x="18168" y="195"/>
                      <a:pt x="18168" y="195"/>
                    </a:cubicBezTo>
                    <a:cubicBezTo>
                      <a:pt x="18168" y="236"/>
                      <a:pt x="18100" y="247"/>
                      <a:pt x="18004" y="247"/>
                    </a:cubicBezTo>
                    <a:cubicBezTo>
                      <a:pt x="17967" y="247"/>
                      <a:pt x="17927" y="245"/>
                      <a:pt x="17885" y="243"/>
                    </a:cubicBezTo>
                    <a:cubicBezTo>
                      <a:pt x="17722" y="243"/>
                      <a:pt x="17568" y="243"/>
                      <a:pt x="17568" y="300"/>
                    </a:cubicBezTo>
                    <a:lnTo>
                      <a:pt x="17528" y="300"/>
                    </a:lnTo>
                    <a:cubicBezTo>
                      <a:pt x="17528" y="235"/>
                      <a:pt x="17479" y="235"/>
                      <a:pt x="17439" y="235"/>
                    </a:cubicBezTo>
                    <a:cubicBezTo>
                      <a:pt x="17414" y="268"/>
                      <a:pt x="17382" y="292"/>
                      <a:pt x="17349" y="292"/>
                    </a:cubicBezTo>
                    <a:cubicBezTo>
                      <a:pt x="17349" y="235"/>
                      <a:pt x="17325" y="235"/>
                      <a:pt x="17276" y="235"/>
                    </a:cubicBezTo>
                    <a:cubicBezTo>
                      <a:pt x="17236" y="235"/>
                      <a:pt x="17212" y="235"/>
                      <a:pt x="17212" y="292"/>
                    </a:cubicBezTo>
                    <a:cubicBezTo>
                      <a:pt x="17131" y="292"/>
                      <a:pt x="17041" y="276"/>
                      <a:pt x="16968" y="227"/>
                    </a:cubicBezTo>
                    <a:cubicBezTo>
                      <a:pt x="16961" y="210"/>
                      <a:pt x="16954" y="204"/>
                      <a:pt x="16947" y="204"/>
                    </a:cubicBezTo>
                    <a:cubicBezTo>
                      <a:pt x="16931" y="204"/>
                      <a:pt x="16915" y="244"/>
                      <a:pt x="16904" y="284"/>
                    </a:cubicBezTo>
                    <a:cubicBezTo>
                      <a:pt x="16904" y="349"/>
                      <a:pt x="16879" y="405"/>
                      <a:pt x="16855" y="405"/>
                    </a:cubicBezTo>
                    <a:lnTo>
                      <a:pt x="16855" y="284"/>
                    </a:lnTo>
                    <a:cubicBezTo>
                      <a:pt x="16879" y="227"/>
                      <a:pt x="16879" y="227"/>
                      <a:pt x="16831" y="227"/>
                    </a:cubicBezTo>
                    <a:lnTo>
                      <a:pt x="16790" y="227"/>
                    </a:lnTo>
                    <a:cubicBezTo>
                      <a:pt x="16790" y="268"/>
                      <a:pt x="16730" y="280"/>
                      <a:pt x="16639" y="280"/>
                    </a:cubicBezTo>
                    <a:cubicBezTo>
                      <a:pt x="16604" y="280"/>
                      <a:pt x="16565" y="278"/>
                      <a:pt x="16522" y="276"/>
                    </a:cubicBezTo>
                    <a:cubicBezTo>
                      <a:pt x="16320" y="276"/>
                      <a:pt x="16255" y="276"/>
                      <a:pt x="16255" y="332"/>
                    </a:cubicBezTo>
                    <a:cubicBezTo>
                      <a:pt x="16255" y="361"/>
                      <a:pt x="16249" y="375"/>
                      <a:pt x="16235" y="375"/>
                    </a:cubicBezTo>
                    <a:cubicBezTo>
                      <a:pt x="16220" y="375"/>
                      <a:pt x="16198" y="361"/>
                      <a:pt x="16166" y="332"/>
                    </a:cubicBezTo>
                    <a:cubicBezTo>
                      <a:pt x="16084" y="215"/>
                      <a:pt x="16054" y="172"/>
                      <a:pt x="16037" y="172"/>
                    </a:cubicBezTo>
                    <a:cubicBezTo>
                      <a:pt x="16026" y="172"/>
                      <a:pt x="16021" y="187"/>
                      <a:pt x="16012" y="211"/>
                    </a:cubicBezTo>
                    <a:cubicBezTo>
                      <a:pt x="16036" y="211"/>
                      <a:pt x="16036" y="268"/>
                      <a:pt x="16036" y="324"/>
                    </a:cubicBezTo>
                    <a:cubicBezTo>
                      <a:pt x="16036" y="385"/>
                      <a:pt x="16030" y="416"/>
                      <a:pt x="16021" y="416"/>
                    </a:cubicBezTo>
                    <a:cubicBezTo>
                      <a:pt x="16012" y="416"/>
                      <a:pt x="16000" y="385"/>
                      <a:pt x="15987" y="324"/>
                    </a:cubicBezTo>
                    <a:cubicBezTo>
                      <a:pt x="15987" y="280"/>
                      <a:pt x="15936" y="260"/>
                      <a:pt x="15873" y="260"/>
                    </a:cubicBezTo>
                    <a:cubicBezTo>
                      <a:pt x="15774" y="260"/>
                      <a:pt x="15645" y="307"/>
                      <a:pt x="15631" y="381"/>
                    </a:cubicBezTo>
                    <a:lnTo>
                      <a:pt x="15631" y="316"/>
                    </a:lnTo>
                    <a:cubicBezTo>
                      <a:pt x="15631" y="259"/>
                      <a:pt x="15606" y="259"/>
                      <a:pt x="15517" y="259"/>
                    </a:cubicBezTo>
                    <a:lnTo>
                      <a:pt x="15452" y="259"/>
                    </a:lnTo>
                    <a:cubicBezTo>
                      <a:pt x="15452" y="307"/>
                      <a:pt x="15430" y="324"/>
                      <a:pt x="15404" y="324"/>
                    </a:cubicBezTo>
                    <a:cubicBezTo>
                      <a:pt x="15367" y="324"/>
                      <a:pt x="15323" y="289"/>
                      <a:pt x="15323" y="251"/>
                    </a:cubicBezTo>
                    <a:cubicBezTo>
                      <a:pt x="15298" y="195"/>
                      <a:pt x="15298" y="195"/>
                      <a:pt x="15250" y="195"/>
                    </a:cubicBezTo>
                    <a:cubicBezTo>
                      <a:pt x="15223" y="242"/>
                      <a:pt x="15187" y="260"/>
                      <a:pt x="15155" y="260"/>
                    </a:cubicBezTo>
                    <a:cubicBezTo>
                      <a:pt x="15110" y="260"/>
                      <a:pt x="15071" y="224"/>
                      <a:pt x="15071" y="186"/>
                    </a:cubicBezTo>
                    <a:lnTo>
                      <a:pt x="15031" y="186"/>
                    </a:lnTo>
                    <a:cubicBezTo>
                      <a:pt x="15024" y="222"/>
                      <a:pt x="14992" y="245"/>
                      <a:pt x="14957" y="245"/>
                    </a:cubicBezTo>
                    <a:cubicBezTo>
                      <a:pt x="14952" y="245"/>
                      <a:pt x="14947" y="244"/>
                      <a:pt x="14941" y="243"/>
                    </a:cubicBezTo>
                    <a:cubicBezTo>
                      <a:pt x="14877" y="243"/>
                      <a:pt x="14852" y="243"/>
                      <a:pt x="14877" y="308"/>
                    </a:cubicBezTo>
                    <a:cubicBezTo>
                      <a:pt x="14877" y="365"/>
                      <a:pt x="14877" y="422"/>
                      <a:pt x="14852" y="422"/>
                    </a:cubicBezTo>
                    <a:lnTo>
                      <a:pt x="14852" y="365"/>
                    </a:lnTo>
                    <a:cubicBezTo>
                      <a:pt x="14852" y="308"/>
                      <a:pt x="14787" y="308"/>
                      <a:pt x="14698" y="300"/>
                    </a:cubicBezTo>
                    <a:cubicBezTo>
                      <a:pt x="14585" y="300"/>
                      <a:pt x="14536" y="300"/>
                      <a:pt x="14520" y="235"/>
                    </a:cubicBezTo>
                    <a:lnTo>
                      <a:pt x="14496" y="300"/>
                    </a:lnTo>
                    <a:cubicBezTo>
                      <a:pt x="14483" y="328"/>
                      <a:pt x="14471" y="343"/>
                      <a:pt x="14462" y="343"/>
                    </a:cubicBezTo>
                    <a:cubicBezTo>
                      <a:pt x="14453" y="343"/>
                      <a:pt x="14447" y="328"/>
                      <a:pt x="14447" y="300"/>
                    </a:cubicBezTo>
                    <a:cubicBezTo>
                      <a:pt x="14430" y="266"/>
                      <a:pt x="14400" y="250"/>
                      <a:pt x="14370" y="250"/>
                    </a:cubicBezTo>
                    <a:cubicBezTo>
                      <a:pt x="14341" y="250"/>
                      <a:pt x="14312" y="264"/>
                      <a:pt x="14293" y="292"/>
                    </a:cubicBezTo>
                    <a:lnTo>
                      <a:pt x="14252" y="292"/>
                    </a:lnTo>
                    <a:cubicBezTo>
                      <a:pt x="14240" y="231"/>
                      <a:pt x="14218" y="201"/>
                      <a:pt x="14196" y="201"/>
                    </a:cubicBezTo>
                    <a:cubicBezTo>
                      <a:pt x="14173" y="201"/>
                      <a:pt x="14151" y="231"/>
                      <a:pt x="14139" y="292"/>
                    </a:cubicBezTo>
                    <a:cubicBezTo>
                      <a:pt x="14139" y="227"/>
                      <a:pt x="14114" y="227"/>
                      <a:pt x="14098" y="227"/>
                    </a:cubicBezTo>
                    <a:cubicBezTo>
                      <a:pt x="14075" y="258"/>
                      <a:pt x="14042" y="273"/>
                      <a:pt x="14014" y="273"/>
                    </a:cubicBezTo>
                    <a:cubicBezTo>
                      <a:pt x="13984" y="273"/>
                      <a:pt x="13960" y="256"/>
                      <a:pt x="13960" y="227"/>
                    </a:cubicBezTo>
                    <a:lnTo>
                      <a:pt x="13936" y="227"/>
                    </a:lnTo>
                    <a:cubicBezTo>
                      <a:pt x="13920" y="284"/>
                      <a:pt x="13896" y="284"/>
                      <a:pt x="13871" y="284"/>
                    </a:cubicBezTo>
                    <a:cubicBezTo>
                      <a:pt x="13847" y="284"/>
                      <a:pt x="13831" y="284"/>
                      <a:pt x="13806" y="341"/>
                    </a:cubicBezTo>
                    <a:cubicBezTo>
                      <a:pt x="13782" y="405"/>
                      <a:pt x="13758" y="405"/>
                      <a:pt x="13758" y="405"/>
                    </a:cubicBezTo>
                    <a:cubicBezTo>
                      <a:pt x="13742" y="405"/>
                      <a:pt x="13758" y="341"/>
                      <a:pt x="13782" y="284"/>
                    </a:cubicBezTo>
                    <a:cubicBezTo>
                      <a:pt x="13802" y="260"/>
                      <a:pt x="13801" y="247"/>
                      <a:pt x="13789" y="247"/>
                    </a:cubicBezTo>
                    <a:cubicBezTo>
                      <a:pt x="13772" y="247"/>
                      <a:pt x="13731" y="274"/>
                      <a:pt x="13693" y="341"/>
                    </a:cubicBezTo>
                    <a:cubicBezTo>
                      <a:pt x="13660" y="401"/>
                      <a:pt x="13644" y="432"/>
                      <a:pt x="13641" y="432"/>
                    </a:cubicBezTo>
                    <a:cubicBezTo>
                      <a:pt x="13638" y="432"/>
                      <a:pt x="13648" y="401"/>
                      <a:pt x="13669" y="341"/>
                    </a:cubicBezTo>
                    <a:cubicBezTo>
                      <a:pt x="13686" y="300"/>
                      <a:pt x="13703" y="260"/>
                      <a:pt x="13694" y="260"/>
                    </a:cubicBezTo>
                    <a:cubicBezTo>
                      <a:pt x="13691" y="260"/>
                      <a:pt x="13683" y="267"/>
                      <a:pt x="13669" y="284"/>
                    </a:cubicBezTo>
                    <a:cubicBezTo>
                      <a:pt x="13669" y="284"/>
                      <a:pt x="13628" y="284"/>
                      <a:pt x="13628" y="341"/>
                    </a:cubicBezTo>
                    <a:lnTo>
                      <a:pt x="13563" y="341"/>
                    </a:lnTo>
                    <a:cubicBezTo>
                      <a:pt x="13514" y="276"/>
                      <a:pt x="13490" y="276"/>
                      <a:pt x="13474" y="276"/>
                    </a:cubicBezTo>
                    <a:cubicBezTo>
                      <a:pt x="13462" y="308"/>
                      <a:pt x="13456" y="324"/>
                      <a:pt x="13450" y="324"/>
                    </a:cubicBezTo>
                    <a:cubicBezTo>
                      <a:pt x="13444" y="324"/>
                      <a:pt x="13437" y="308"/>
                      <a:pt x="13425" y="276"/>
                    </a:cubicBezTo>
                    <a:cubicBezTo>
                      <a:pt x="13425" y="253"/>
                      <a:pt x="13421" y="239"/>
                      <a:pt x="13417" y="239"/>
                    </a:cubicBezTo>
                    <a:cubicBezTo>
                      <a:pt x="13410" y="239"/>
                      <a:pt x="13401" y="268"/>
                      <a:pt x="13401" y="341"/>
                    </a:cubicBezTo>
                    <a:cubicBezTo>
                      <a:pt x="13393" y="368"/>
                      <a:pt x="13383" y="382"/>
                      <a:pt x="13373" y="382"/>
                    </a:cubicBezTo>
                    <a:cubicBezTo>
                      <a:pt x="13361" y="382"/>
                      <a:pt x="13349" y="366"/>
                      <a:pt x="13336" y="332"/>
                    </a:cubicBezTo>
                    <a:cubicBezTo>
                      <a:pt x="13336" y="266"/>
                      <a:pt x="13328" y="238"/>
                      <a:pt x="13321" y="238"/>
                    </a:cubicBezTo>
                    <a:cubicBezTo>
                      <a:pt x="13316" y="238"/>
                      <a:pt x="13312" y="252"/>
                      <a:pt x="13312" y="276"/>
                    </a:cubicBezTo>
                    <a:cubicBezTo>
                      <a:pt x="13296" y="332"/>
                      <a:pt x="13271" y="332"/>
                      <a:pt x="13271" y="332"/>
                    </a:cubicBezTo>
                    <a:cubicBezTo>
                      <a:pt x="13271" y="276"/>
                      <a:pt x="13069" y="268"/>
                      <a:pt x="12866" y="268"/>
                    </a:cubicBezTo>
                    <a:cubicBezTo>
                      <a:pt x="12850" y="268"/>
                      <a:pt x="12825" y="324"/>
                      <a:pt x="12825" y="381"/>
                    </a:cubicBezTo>
                    <a:cubicBezTo>
                      <a:pt x="12825" y="433"/>
                      <a:pt x="12825" y="453"/>
                      <a:pt x="12823" y="453"/>
                    </a:cubicBezTo>
                    <a:cubicBezTo>
                      <a:pt x="12821" y="453"/>
                      <a:pt x="12815" y="418"/>
                      <a:pt x="12801" y="381"/>
                    </a:cubicBezTo>
                    <a:cubicBezTo>
                      <a:pt x="12789" y="292"/>
                      <a:pt x="12773" y="247"/>
                      <a:pt x="12763" y="247"/>
                    </a:cubicBezTo>
                    <a:cubicBezTo>
                      <a:pt x="12752" y="247"/>
                      <a:pt x="12748" y="292"/>
                      <a:pt x="12760" y="381"/>
                    </a:cubicBezTo>
                    <a:cubicBezTo>
                      <a:pt x="12769" y="442"/>
                      <a:pt x="12773" y="472"/>
                      <a:pt x="12770" y="472"/>
                    </a:cubicBezTo>
                    <a:cubicBezTo>
                      <a:pt x="12767" y="472"/>
                      <a:pt x="12756" y="442"/>
                      <a:pt x="12736" y="381"/>
                    </a:cubicBezTo>
                    <a:cubicBezTo>
                      <a:pt x="12724" y="353"/>
                      <a:pt x="12718" y="339"/>
                      <a:pt x="12712" y="339"/>
                    </a:cubicBezTo>
                    <a:cubicBezTo>
                      <a:pt x="12706" y="339"/>
                      <a:pt x="12700" y="353"/>
                      <a:pt x="12688" y="381"/>
                    </a:cubicBezTo>
                    <a:cubicBezTo>
                      <a:pt x="12688" y="412"/>
                      <a:pt x="12684" y="427"/>
                      <a:pt x="12680" y="427"/>
                    </a:cubicBezTo>
                    <a:cubicBezTo>
                      <a:pt x="12676" y="427"/>
                      <a:pt x="12671" y="410"/>
                      <a:pt x="12671" y="381"/>
                    </a:cubicBezTo>
                    <a:cubicBezTo>
                      <a:pt x="12654" y="341"/>
                      <a:pt x="12637" y="297"/>
                      <a:pt x="12628" y="297"/>
                    </a:cubicBezTo>
                    <a:cubicBezTo>
                      <a:pt x="12625" y="297"/>
                      <a:pt x="12623" y="305"/>
                      <a:pt x="12623" y="324"/>
                    </a:cubicBezTo>
                    <a:cubicBezTo>
                      <a:pt x="12623" y="324"/>
                      <a:pt x="12598" y="324"/>
                      <a:pt x="12582" y="259"/>
                    </a:cubicBezTo>
                    <a:cubicBezTo>
                      <a:pt x="12575" y="243"/>
                      <a:pt x="12568" y="236"/>
                      <a:pt x="12561" y="236"/>
                    </a:cubicBezTo>
                    <a:cubicBezTo>
                      <a:pt x="12544" y="236"/>
                      <a:pt x="12526" y="276"/>
                      <a:pt x="12509" y="316"/>
                    </a:cubicBezTo>
                    <a:cubicBezTo>
                      <a:pt x="12477" y="377"/>
                      <a:pt x="12454" y="407"/>
                      <a:pt x="12443" y="407"/>
                    </a:cubicBezTo>
                    <a:cubicBezTo>
                      <a:pt x="12432" y="407"/>
                      <a:pt x="12432" y="377"/>
                      <a:pt x="12444" y="316"/>
                    </a:cubicBezTo>
                    <a:cubicBezTo>
                      <a:pt x="12453" y="270"/>
                      <a:pt x="12443" y="251"/>
                      <a:pt x="12425" y="251"/>
                    </a:cubicBezTo>
                    <a:cubicBezTo>
                      <a:pt x="12395" y="251"/>
                      <a:pt x="12346" y="303"/>
                      <a:pt x="12331" y="373"/>
                    </a:cubicBezTo>
                    <a:cubicBezTo>
                      <a:pt x="12321" y="445"/>
                      <a:pt x="12317" y="475"/>
                      <a:pt x="12316" y="475"/>
                    </a:cubicBezTo>
                    <a:cubicBezTo>
                      <a:pt x="12315" y="475"/>
                      <a:pt x="12315" y="461"/>
                      <a:pt x="12315" y="438"/>
                    </a:cubicBezTo>
                    <a:cubicBezTo>
                      <a:pt x="12315" y="373"/>
                      <a:pt x="12290" y="373"/>
                      <a:pt x="12290" y="373"/>
                    </a:cubicBezTo>
                    <a:cubicBezTo>
                      <a:pt x="12266" y="373"/>
                      <a:pt x="12242" y="373"/>
                      <a:pt x="12250" y="316"/>
                    </a:cubicBezTo>
                    <a:lnTo>
                      <a:pt x="12250" y="316"/>
                    </a:lnTo>
                    <a:cubicBezTo>
                      <a:pt x="12250" y="316"/>
                      <a:pt x="12225" y="316"/>
                      <a:pt x="12177" y="373"/>
                    </a:cubicBezTo>
                    <a:cubicBezTo>
                      <a:pt x="12161" y="416"/>
                      <a:pt x="12143" y="434"/>
                      <a:pt x="12124" y="434"/>
                    </a:cubicBezTo>
                    <a:cubicBezTo>
                      <a:pt x="12093" y="434"/>
                      <a:pt x="12062" y="384"/>
                      <a:pt x="12047" y="308"/>
                    </a:cubicBezTo>
                    <a:lnTo>
                      <a:pt x="11998" y="365"/>
                    </a:lnTo>
                    <a:cubicBezTo>
                      <a:pt x="11988" y="441"/>
                      <a:pt x="11975" y="491"/>
                      <a:pt x="11966" y="491"/>
                    </a:cubicBezTo>
                    <a:cubicBezTo>
                      <a:pt x="11961" y="491"/>
                      <a:pt x="11958" y="473"/>
                      <a:pt x="11958" y="430"/>
                    </a:cubicBezTo>
                    <a:lnTo>
                      <a:pt x="11958" y="365"/>
                    </a:lnTo>
                    <a:cubicBezTo>
                      <a:pt x="11949" y="411"/>
                      <a:pt x="11930" y="430"/>
                      <a:pt x="11911" y="430"/>
                    </a:cubicBezTo>
                    <a:cubicBezTo>
                      <a:pt x="11879" y="430"/>
                      <a:pt x="11844" y="379"/>
                      <a:pt x="11844" y="308"/>
                    </a:cubicBezTo>
                    <a:cubicBezTo>
                      <a:pt x="11844" y="243"/>
                      <a:pt x="11844" y="243"/>
                      <a:pt x="11820" y="243"/>
                    </a:cubicBezTo>
                    <a:lnTo>
                      <a:pt x="11820" y="308"/>
                    </a:lnTo>
                    <a:cubicBezTo>
                      <a:pt x="11820" y="365"/>
                      <a:pt x="11820" y="422"/>
                      <a:pt x="11804" y="422"/>
                    </a:cubicBezTo>
                    <a:cubicBezTo>
                      <a:pt x="11779" y="422"/>
                      <a:pt x="11755" y="422"/>
                      <a:pt x="11755" y="365"/>
                    </a:cubicBezTo>
                    <a:cubicBezTo>
                      <a:pt x="11738" y="319"/>
                      <a:pt x="11725" y="277"/>
                      <a:pt x="11718" y="277"/>
                    </a:cubicBezTo>
                    <a:cubicBezTo>
                      <a:pt x="11716" y="277"/>
                      <a:pt x="11715" y="284"/>
                      <a:pt x="11715" y="300"/>
                    </a:cubicBezTo>
                    <a:cubicBezTo>
                      <a:pt x="11715" y="300"/>
                      <a:pt x="11690" y="300"/>
                      <a:pt x="11666" y="243"/>
                    </a:cubicBezTo>
                    <a:lnTo>
                      <a:pt x="11577" y="243"/>
                    </a:lnTo>
                    <a:cubicBezTo>
                      <a:pt x="11565" y="271"/>
                      <a:pt x="11549" y="285"/>
                      <a:pt x="11537" y="285"/>
                    </a:cubicBezTo>
                    <a:cubicBezTo>
                      <a:pt x="11523" y="285"/>
                      <a:pt x="11512" y="269"/>
                      <a:pt x="11512" y="235"/>
                    </a:cubicBezTo>
                    <a:cubicBezTo>
                      <a:pt x="11512" y="235"/>
                      <a:pt x="11463" y="235"/>
                      <a:pt x="11447" y="300"/>
                    </a:cubicBezTo>
                    <a:cubicBezTo>
                      <a:pt x="11398" y="292"/>
                      <a:pt x="11374" y="292"/>
                      <a:pt x="11374" y="235"/>
                    </a:cubicBezTo>
                    <a:cubicBezTo>
                      <a:pt x="11374" y="207"/>
                      <a:pt x="11374" y="193"/>
                      <a:pt x="11372" y="193"/>
                    </a:cubicBezTo>
                    <a:cubicBezTo>
                      <a:pt x="11370" y="193"/>
                      <a:pt x="11366" y="207"/>
                      <a:pt x="11358" y="235"/>
                    </a:cubicBezTo>
                    <a:cubicBezTo>
                      <a:pt x="11358" y="292"/>
                      <a:pt x="11334" y="292"/>
                      <a:pt x="11309" y="292"/>
                    </a:cubicBezTo>
                    <a:lnTo>
                      <a:pt x="11269" y="292"/>
                    </a:lnTo>
                    <a:cubicBezTo>
                      <a:pt x="11269" y="357"/>
                      <a:pt x="11269" y="357"/>
                      <a:pt x="11244" y="357"/>
                    </a:cubicBezTo>
                    <a:cubicBezTo>
                      <a:pt x="11220" y="349"/>
                      <a:pt x="11155" y="292"/>
                      <a:pt x="11131" y="292"/>
                    </a:cubicBezTo>
                    <a:cubicBezTo>
                      <a:pt x="11066" y="292"/>
                      <a:pt x="11066" y="292"/>
                      <a:pt x="11090" y="349"/>
                    </a:cubicBezTo>
                    <a:cubicBezTo>
                      <a:pt x="11101" y="349"/>
                      <a:pt x="11105" y="377"/>
                      <a:pt x="11094" y="377"/>
                    </a:cubicBezTo>
                    <a:cubicBezTo>
                      <a:pt x="11088" y="377"/>
                      <a:pt x="11079" y="370"/>
                      <a:pt x="11066" y="349"/>
                    </a:cubicBezTo>
                    <a:cubicBezTo>
                      <a:pt x="11042" y="349"/>
                      <a:pt x="10977" y="292"/>
                      <a:pt x="10912" y="284"/>
                    </a:cubicBezTo>
                    <a:cubicBezTo>
                      <a:pt x="10823" y="284"/>
                      <a:pt x="10823" y="284"/>
                      <a:pt x="10823" y="349"/>
                    </a:cubicBezTo>
                    <a:cubicBezTo>
                      <a:pt x="10831" y="404"/>
                      <a:pt x="10831" y="433"/>
                      <a:pt x="10826" y="433"/>
                    </a:cubicBezTo>
                    <a:cubicBezTo>
                      <a:pt x="10821" y="433"/>
                      <a:pt x="10811" y="402"/>
                      <a:pt x="10798" y="341"/>
                    </a:cubicBezTo>
                    <a:cubicBezTo>
                      <a:pt x="10770" y="274"/>
                      <a:pt x="10753" y="247"/>
                      <a:pt x="10743" y="247"/>
                    </a:cubicBezTo>
                    <a:cubicBezTo>
                      <a:pt x="10736" y="247"/>
                      <a:pt x="10734" y="260"/>
                      <a:pt x="10734" y="284"/>
                    </a:cubicBezTo>
                    <a:cubicBezTo>
                      <a:pt x="10709" y="341"/>
                      <a:pt x="10709" y="341"/>
                      <a:pt x="10685" y="341"/>
                    </a:cubicBezTo>
                    <a:cubicBezTo>
                      <a:pt x="10685" y="312"/>
                      <a:pt x="10679" y="298"/>
                      <a:pt x="10668" y="298"/>
                    </a:cubicBezTo>
                    <a:cubicBezTo>
                      <a:pt x="10657" y="298"/>
                      <a:pt x="10640" y="312"/>
                      <a:pt x="10620" y="341"/>
                    </a:cubicBezTo>
                    <a:cubicBezTo>
                      <a:pt x="10596" y="341"/>
                      <a:pt x="10596" y="341"/>
                      <a:pt x="10596" y="284"/>
                    </a:cubicBezTo>
                    <a:lnTo>
                      <a:pt x="10555" y="276"/>
                    </a:lnTo>
                    <a:cubicBezTo>
                      <a:pt x="10535" y="326"/>
                      <a:pt x="10501" y="345"/>
                      <a:pt x="10466" y="345"/>
                    </a:cubicBezTo>
                    <a:cubicBezTo>
                      <a:pt x="10417" y="345"/>
                      <a:pt x="10367" y="309"/>
                      <a:pt x="10352" y="276"/>
                    </a:cubicBezTo>
                    <a:cubicBezTo>
                      <a:pt x="10352" y="276"/>
                      <a:pt x="10328" y="276"/>
                      <a:pt x="10304" y="332"/>
                    </a:cubicBezTo>
                    <a:cubicBezTo>
                      <a:pt x="10296" y="393"/>
                      <a:pt x="10286" y="424"/>
                      <a:pt x="10277" y="424"/>
                    </a:cubicBezTo>
                    <a:cubicBezTo>
                      <a:pt x="10269" y="424"/>
                      <a:pt x="10263" y="393"/>
                      <a:pt x="10263" y="332"/>
                    </a:cubicBezTo>
                    <a:cubicBezTo>
                      <a:pt x="10263" y="272"/>
                      <a:pt x="10263" y="241"/>
                      <a:pt x="10260" y="241"/>
                    </a:cubicBezTo>
                    <a:cubicBezTo>
                      <a:pt x="10257" y="241"/>
                      <a:pt x="10251" y="272"/>
                      <a:pt x="10239" y="332"/>
                    </a:cubicBezTo>
                    <a:cubicBezTo>
                      <a:pt x="10229" y="355"/>
                      <a:pt x="10206" y="369"/>
                      <a:pt x="10183" y="369"/>
                    </a:cubicBezTo>
                    <a:cubicBezTo>
                      <a:pt x="10149" y="369"/>
                      <a:pt x="10116" y="340"/>
                      <a:pt x="10125" y="268"/>
                    </a:cubicBezTo>
                    <a:lnTo>
                      <a:pt x="10125" y="154"/>
                    </a:lnTo>
                    <a:cubicBezTo>
                      <a:pt x="10109" y="211"/>
                      <a:pt x="10085" y="211"/>
                      <a:pt x="10085" y="211"/>
                    </a:cubicBezTo>
                    <a:cubicBezTo>
                      <a:pt x="10085" y="268"/>
                      <a:pt x="10061" y="268"/>
                      <a:pt x="9996" y="268"/>
                    </a:cubicBezTo>
                    <a:cubicBezTo>
                      <a:pt x="9947" y="268"/>
                      <a:pt x="9858" y="324"/>
                      <a:pt x="9817" y="324"/>
                    </a:cubicBezTo>
                    <a:cubicBezTo>
                      <a:pt x="9769" y="324"/>
                      <a:pt x="9704" y="324"/>
                      <a:pt x="9688" y="259"/>
                    </a:cubicBezTo>
                    <a:cubicBezTo>
                      <a:pt x="9663" y="259"/>
                      <a:pt x="9639" y="259"/>
                      <a:pt x="9598" y="324"/>
                    </a:cubicBezTo>
                    <a:cubicBezTo>
                      <a:pt x="9587" y="352"/>
                      <a:pt x="9569" y="366"/>
                      <a:pt x="9554" y="366"/>
                    </a:cubicBezTo>
                    <a:cubicBezTo>
                      <a:pt x="9538" y="366"/>
                      <a:pt x="9525" y="350"/>
                      <a:pt x="9525" y="316"/>
                    </a:cubicBezTo>
                    <a:lnTo>
                      <a:pt x="9509" y="316"/>
                    </a:lnTo>
                    <a:cubicBezTo>
                      <a:pt x="9461" y="381"/>
                      <a:pt x="9436" y="381"/>
                      <a:pt x="9436" y="381"/>
                    </a:cubicBezTo>
                    <a:cubicBezTo>
                      <a:pt x="9436" y="335"/>
                      <a:pt x="9428" y="293"/>
                      <a:pt x="9415" y="293"/>
                    </a:cubicBezTo>
                    <a:cubicBezTo>
                      <a:pt x="9409" y="293"/>
                      <a:pt x="9403" y="300"/>
                      <a:pt x="9396" y="316"/>
                    </a:cubicBezTo>
                    <a:cubicBezTo>
                      <a:pt x="9396" y="373"/>
                      <a:pt x="9371" y="373"/>
                      <a:pt x="9331" y="373"/>
                    </a:cubicBezTo>
                    <a:cubicBezTo>
                      <a:pt x="9303" y="341"/>
                      <a:pt x="9052" y="321"/>
                      <a:pt x="8840" y="321"/>
                    </a:cubicBezTo>
                    <a:cubicBezTo>
                      <a:pt x="8681" y="321"/>
                      <a:pt x="8544" y="332"/>
                      <a:pt x="8544" y="357"/>
                    </a:cubicBezTo>
                    <a:lnTo>
                      <a:pt x="8415" y="357"/>
                    </a:lnTo>
                    <a:cubicBezTo>
                      <a:pt x="8415" y="305"/>
                      <a:pt x="8394" y="285"/>
                      <a:pt x="8365" y="285"/>
                    </a:cubicBezTo>
                    <a:cubicBezTo>
                      <a:pt x="8326" y="285"/>
                      <a:pt x="8273" y="320"/>
                      <a:pt x="8236" y="357"/>
                    </a:cubicBezTo>
                    <a:cubicBezTo>
                      <a:pt x="8212" y="414"/>
                      <a:pt x="8188" y="414"/>
                      <a:pt x="8171" y="414"/>
                    </a:cubicBezTo>
                    <a:cubicBezTo>
                      <a:pt x="8171" y="341"/>
                      <a:pt x="8149" y="312"/>
                      <a:pt x="8120" y="312"/>
                    </a:cubicBezTo>
                    <a:cubicBezTo>
                      <a:pt x="8100" y="312"/>
                      <a:pt x="8078" y="326"/>
                      <a:pt x="8058" y="349"/>
                    </a:cubicBezTo>
                    <a:cubicBezTo>
                      <a:pt x="8046" y="409"/>
                      <a:pt x="8034" y="440"/>
                      <a:pt x="8025" y="440"/>
                    </a:cubicBezTo>
                    <a:cubicBezTo>
                      <a:pt x="8015" y="440"/>
                      <a:pt x="8009" y="409"/>
                      <a:pt x="8009" y="349"/>
                    </a:cubicBezTo>
                    <a:cubicBezTo>
                      <a:pt x="8013" y="294"/>
                      <a:pt x="8005" y="264"/>
                      <a:pt x="7991" y="264"/>
                    </a:cubicBezTo>
                    <a:cubicBezTo>
                      <a:pt x="7973" y="264"/>
                      <a:pt x="7947" y="308"/>
                      <a:pt x="7920" y="405"/>
                    </a:cubicBezTo>
                    <a:cubicBezTo>
                      <a:pt x="7912" y="438"/>
                      <a:pt x="7908" y="454"/>
                      <a:pt x="7903" y="454"/>
                    </a:cubicBezTo>
                    <a:cubicBezTo>
                      <a:pt x="7898" y="454"/>
                      <a:pt x="7892" y="438"/>
                      <a:pt x="7880" y="405"/>
                    </a:cubicBezTo>
                    <a:cubicBezTo>
                      <a:pt x="7866" y="335"/>
                      <a:pt x="7854" y="305"/>
                      <a:pt x="7847" y="305"/>
                    </a:cubicBezTo>
                    <a:cubicBezTo>
                      <a:pt x="7842" y="305"/>
                      <a:pt x="7839" y="321"/>
                      <a:pt x="7839" y="349"/>
                    </a:cubicBezTo>
                    <a:cubicBezTo>
                      <a:pt x="7827" y="404"/>
                      <a:pt x="7815" y="433"/>
                      <a:pt x="7803" y="433"/>
                    </a:cubicBezTo>
                    <a:cubicBezTo>
                      <a:pt x="7791" y="433"/>
                      <a:pt x="7778" y="402"/>
                      <a:pt x="7766" y="341"/>
                    </a:cubicBezTo>
                    <a:cubicBezTo>
                      <a:pt x="7746" y="284"/>
                      <a:pt x="7736" y="255"/>
                      <a:pt x="7728" y="255"/>
                    </a:cubicBezTo>
                    <a:cubicBezTo>
                      <a:pt x="7719" y="255"/>
                      <a:pt x="7713" y="284"/>
                      <a:pt x="7701" y="341"/>
                    </a:cubicBezTo>
                    <a:cubicBezTo>
                      <a:pt x="7689" y="401"/>
                      <a:pt x="7661" y="432"/>
                      <a:pt x="7633" y="432"/>
                    </a:cubicBezTo>
                    <a:cubicBezTo>
                      <a:pt x="7606" y="432"/>
                      <a:pt x="7580" y="401"/>
                      <a:pt x="7572" y="341"/>
                    </a:cubicBezTo>
                    <a:cubicBezTo>
                      <a:pt x="7555" y="341"/>
                      <a:pt x="7539" y="312"/>
                      <a:pt x="7530" y="312"/>
                    </a:cubicBezTo>
                    <a:cubicBezTo>
                      <a:pt x="7526" y="312"/>
                      <a:pt x="7523" y="319"/>
                      <a:pt x="7523" y="341"/>
                    </a:cubicBezTo>
                    <a:lnTo>
                      <a:pt x="7499" y="276"/>
                    </a:lnTo>
                    <a:lnTo>
                      <a:pt x="7458" y="276"/>
                    </a:lnTo>
                    <a:lnTo>
                      <a:pt x="7458" y="341"/>
                    </a:lnTo>
                    <a:cubicBezTo>
                      <a:pt x="7353" y="300"/>
                      <a:pt x="7255" y="284"/>
                      <a:pt x="7142" y="268"/>
                    </a:cubicBezTo>
                    <a:cubicBezTo>
                      <a:pt x="6899" y="268"/>
                      <a:pt x="6858" y="268"/>
                      <a:pt x="6874" y="324"/>
                    </a:cubicBezTo>
                    <a:cubicBezTo>
                      <a:pt x="6886" y="385"/>
                      <a:pt x="6882" y="416"/>
                      <a:pt x="6872" y="416"/>
                    </a:cubicBezTo>
                    <a:cubicBezTo>
                      <a:pt x="6862" y="416"/>
                      <a:pt x="6846" y="385"/>
                      <a:pt x="6834" y="324"/>
                    </a:cubicBezTo>
                    <a:cubicBezTo>
                      <a:pt x="6809" y="324"/>
                      <a:pt x="6769" y="268"/>
                      <a:pt x="6720" y="259"/>
                    </a:cubicBezTo>
                    <a:cubicBezTo>
                      <a:pt x="6680" y="259"/>
                      <a:pt x="6631" y="259"/>
                      <a:pt x="6631" y="203"/>
                    </a:cubicBezTo>
                    <a:lnTo>
                      <a:pt x="6607" y="203"/>
                    </a:lnTo>
                    <a:cubicBezTo>
                      <a:pt x="6586" y="264"/>
                      <a:pt x="6528" y="299"/>
                      <a:pt x="6467" y="299"/>
                    </a:cubicBezTo>
                    <a:cubicBezTo>
                      <a:pt x="6431" y="299"/>
                      <a:pt x="6394" y="287"/>
                      <a:pt x="6363" y="259"/>
                    </a:cubicBezTo>
                    <a:cubicBezTo>
                      <a:pt x="6353" y="257"/>
                      <a:pt x="6343" y="256"/>
                      <a:pt x="6334" y="256"/>
                    </a:cubicBezTo>
                    <a:cubicBezTo>
                      <a:pt x="6309" y="256"/>
                      <a:pt x="6288" y="268"/>
                      <a:pt x="6258" y="316"/>
                    </a:cubicBezTo>
                    <a:cubicBezTo>
                      <a:pt x="6234" y="345"/>
                      <a:pt x="6222" y="359"/>
                      <a:pt x="6212" y="359"/>
                    </a:cubicBezTo>
                    <a:cubicBezTo>
                      <a:pt x="6203" y="359"/>
                      <a:pt x="6197" y="345"/>
                      <a:pt x="6185" y="316"/>
                    </a:cubicBezTo>
                    <a:cubicBezTo>
                      <a:pt x="6185" y="278"/>
                      <a:pt x="6140" y="240"/>
                      <a:pt x="6103" y="240"/>
                    </a:cubicBezTo>
                    <a:cubicBezTo>
                      <a:pt x="6077" y="240"/>
                      <a:pt x="6055" y="258"/>
                      <a:pt x="6055" y="308"/>
                    </a:cubicBezTo>
                    <a:lnTo>
                      <a:pt x="6031" y="251"/>
                    </a:lnTo>
                    <a:cubicBezTo>
                      <a:pt x="6024" y="232"/>
                      <a:pt x="6017" y="224"/>
                      <a:pt x="6012" y="224"/>
                    </a:cubicBezTo>
                    <a:cubicBezTo>
                      <a:pt x="5999" y="224"/>
                      <a:pt x="5990" y="268"/>
                      <a:pt x="5990" y="308"/>
                    </a:cubicBezTo>
                    <a:cubicBezTo>
                      <a:pt x="5990" y="362"/>
                      <a:pt x="5986" y="393"/>
                      <a:pt x="5978" y="393"/>
                    </a:cubicBezTo>
                    <a:cubicBezTo>
                      <a:pt x="5969" y="393"/>
                      <a:pt x="5955" y="346"/>
                      <a:pt x="5942" y="243"/>
                    </a:cubicBezTo>
                    <a:cubicBezTo>
                      <a:pt x="5942" y="177"/>
                      <a:pt x="5933" y="149"/>
                      <a:pt x="5927" y="149"/>
                    </a:cubicBezTo>
                    <a:cubicBezTo>
                      <a:pt x="5922" y="149"/>
                      <a:pt x="5918" y="163"/>
                      <a:pt x="5918" y="186"/>
                    </a:cubicBezTo>
                    <a:cubicBezTo>
                      <a:pt x="5906" y="226"/>
                      <a:pt x="5891" y="270"/>
                      <a:pt x="5874" y="270"/>
                    </a:cubicBezTo>
                    <a:cubicBezTo>
                      <a:pt x="5867" y="270"/>
                      <a:pt x="5860" y="263"/>
                      <a:pt x="5853" y="243"/>
                    </a:cubicBezTo>
                    <a:cubicBezTo>
                      <a:pt x="5828" y="243"/>
                      <a:pt x="5812" y="243"/>
                      <a:pt x="5812" y="365"/>
                    </a:cubicBezTo>
                    <a:cubicBezTo>
                      <a:pt x="5812" y="422"/>
                      <a:pt x="5788" y="422"/>
                      <a:pt x="5763" y="422"/>
                    </a:cubicBezTo>
                    <a:cubicBezTo>
                      <a:pt x="5763" y="381"/>
                      <a:pt x="5772" y="341"/>
                      <a:pt x="5788" y="300"/>
                    </a:cubicBezTo>
                    <a:lnTo>
                      <a:pt x="5739" y="300"/>
                    </a:lnTo>
                    <a:cubicBezTo>
                      <a:pt x="5723" y="300"/>
                      <a:pt x="5674" y="243"/>
                      <a:pt x="5674" y="178"/>
                    </a:cubicBezTo>
                    <a:cubicBezTo>
                      <a:pt x="5664" y="155"/>
                      <a:pt x="5656" y="142"/>
                      <a:pt x="5650" y="142"/>
                    </a:cubicBezTo>
                    <a:close/>
                    <a:moveTo>
                      <a:pt x="372" y="1516"/>
                    </a:moveTo>
                    <a:cubicBezTo>
                      <a:pt x="356" y="1557"/>
                      <a:pt x="347" y="1589"/>
                      <a:pt x="347" y="1638"/>
                    </a:cubicBezTo>
                    <a:lnTo>
                      <a:pt x="372" y="1638"/>
                    </a:lnTo>
                    <a:cubicBezTo>
                      <a:pt x="396" y="1638"/>
                      <a:pt x="396" y="1573"/>
                      <a:pt x="396" y="1516"/>
                    </a:cubicBezTo>
                    <a:close/>
                    <a:moveTo>
                      <a:pt x="5293" y="1970"/>
                    </a:moveTo>
                    <a:cubicBezTo>
                      <a:pt x="5277" y="2011"/>
                      <a:pt x="5269" y="2051"/>
                      <a:pt x="5269" y="2092"/>
                    </a:cubicBezTo>
                    <a:cubicBezTo>
                      <a:pt x="5269" y="2115"/>
                      <a:pt x="5273" y="2129"/>
                      <a:pt x="5280" y="2129"/>
                    </a:cubicBezTo>
                    <a:cubicBezTo>
                      <a:pt x="5289" y="2129"/>
                      <a:pt x="5303" y="2102"/>
                      <a:pt x="5318" y="2035"/>
                    </a:cubicBezTo>
                    <a:cubicBezTo>
                      <a:pt x="5318" y="1970"/>
                      <a:pt x="5318" y="1970"/>
                      <a:pt x="5293" y="197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73" name="Google Shape;9073;p33"/>
            <p:cNvGrpSpPr/>
            <p:nvPr/>
          </p:nvGrpSpPr>
          <p:grpSpPr>
            <a:xfrm flipH="1">
              <a:off x="3568071" y="1627155"/>
              <a:ext cx="441642" cy="350956"/>
              <a:chOff x="1378475" y="3603275"/>
              <a:chExt cx="640525" cy="509000"/>
            </a:xfrm>
          </p:grpSpPr>
          <p:sp>
            <p:nvSpPr>
              <p:cNvPr id="9074" name="Google Shape;9074;p33"/>
              <p:cNvSpPr/>
              <p:nvPr/>
            </p:nvSpPr>
            <p:spPr>
              <a:xfrm>
                <a:off x="1439475" y="3603275"/>
                <a:ext cx="579525" cy="509000"/>
              </a:xfrm>
              <a:custGeom>
                <a:avLst/>
                <a:gdLst/>
                <a:ahLst/>
                <a:cxnLst/>
                <a:rect l="l" t="t" r="r" b="b"/>
                <a:pathLst>
                  <a:path w="23181" h="20360" extrusionOk="0">
                    <a:moveTo>
                      <a:pt x="3365" y="1"/>
                    </a:moveTo>
                    <a:lnTo>
                      <a:pt x="3365" y="16987"/>
                    </a:lnTo>
                    <a:cubicBezTo>
                      <a:pt x="3365" y="18851"/>
                      <a:pt x="1857" y="20359"/>
                      <a:pt x="1" y="20359"/>
                    </a:cubicBezTo>
                    <a:lnTo>
                      <a:pt x="19954" y="20359"/>
                    </a:lnTo>
                    <a:cubicBezTo>
                      <a:pt x="21738" y="20359"/>
                      <a:pt x="23181" y="18916"/>
                      <a:pt x="23181" y="17133"/>
                    </a:cubicBezTo>
                    <a:lnTo>
                      <a:pt x="2318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5" name="Google Shape;9075;p33"/>
              <p:cNvSpPr/>
              <p:nvPr/>
            </p:nvSpPr>
            <p:spPr>
              <a:xfrm>
                <a:off x="1378475" y="3973800"/>
                <a:ext cx="145150" cy="138275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5531" extrusionOk="0">
                    <a:moveTo>
                      <a:pt x="0" y="1"/>
                    </a:moveTo>
                    <a:lnTo>
                      <a:pt x="0" y="2766"/>
                    </a:lnTo>
                    <a:cubicBezTo>
                      <a:pt x="0" y="4257"/>
                      <a:pt x="1184" y="5482"/>
                      <a:pt x="2668" y="5530"/>
                    </a:cubicBezTo>
                    <a:cubicBezTo>
                      <a:pt x="4435" y="5409"/>
                      <a:pt x="5805" y="3941"/>
                      <a:pt x="5805" y="2166"/>
                    </a:cubicBezTo>
                    <a:lnTo>
                      <a:pt x="580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6" name="Google Shape;9076;p33"/>
              <p:cNvSpPr/>
              <p:nvPr/>
            </p:nvSpPr>
            <p:spPr>
              <a:xfrm>
                <a:off x="1445150" y="3973800"/>
                <a:ext cx="573850" cy="138275"/>
              </a:xfrm>
              <a:custGeom>
                <a:avLst/>
                <a:gdLst/>
                <a:ahLst/>
                <a:cxnLst/>
                <a:rect l="l" t="t" r="r" b="b"/>
                <a:pathLst>
                  <a:path w="22954" h="5531" extrusionOk="0">
                    <a:moveTo>
                      <a:pt x="3138" y="1"/>
                    </a:moveTo>
                    <a:lnTo>
                      <a:pt x="3138" y="2166"/>
                    </a:lnTo>
                    <a:cubicBezTo>
                      <a:pt x="3138" y="3941"/>
                      <a:pt x="1768" y="5409"/>
                      <a:pt x="1" y="5530"/>
                    </a:cubicBezTo>
                    <a:lnTo>
                      <a:pt x="19865" y="5530"/>
                    </a:lnTo>
                    <a:cubicBezTo>
                      <a:pt x="21592" y="5457"/>
                      <a:pt x="22954" y="4038"/>
                      <a:pt x="22954" y="2312"/>
                    </a:cubicBezTo>
                    <a:lnTo>
                      <a:pt x="229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7" name="Google Shape;9077;p33"/>
              <p:cNvSpPr/>
              <p:nvPr/>
            </p:nvSpPr>
            <p:spPr>
              <a:xfrm>
                <a:off x="1873850" y="3960425"/>
                <a:ext cx="145150" cy="151650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6066" extrusionOk="0">
                    <a:moveTo>
                      <a:pt x="1" y="1"/>
                    </a:moveTo>
                    <a:lnTo>
                      <a:pt x="1" y="3301"/>
                    </a:lnTo>
                    <a:cubicBezTo>
                      <a:pt x="1" y="4792"/>
                      <a:pt x="1184" y="6017"/>
                      <a:pt x="2668" y="6065"/>
                    </a:cubicBezTo>
                    <a:cubicBezTo>
                      <a:pt x="4598" y="6065"/>
                      <a:pt x="5806" y="4906"/>
                      <a:pt x="5806" y="2847"/>
                    </a:cubicBezTo>
                    <a:lnTo>
                      <a:pt x="580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8" name="Google Shape;9078;p33"/>
              <p:cNvSpPr/>
              <p:nvPr/>
            </p:nvSpPr>
            <p:spPr>
              <a:xfrm>
                <a:off x="1531950" y="3688225"/>
                <a:ext cx="473475" cy="53250"/>
              </a:xfrm>
              <a:custGeom>
                <a:avLst/>
                <a:gdLst/>
                <a:ahLst/>
                <a:cxnLst/>
                <a:rect l="l" t="t" r="r" b="b"/>
                <a:pathLst>
                  <a:path w="18939" h="2130" extrusionOk="0">
                    <a:moveTo>
                      <a:pt x="5277" y="0"/>
                    </a:moveTo>
                    <a:cubicBezTo>
                      <a:pt x="5228" y="0"/>
                      <a:pt x="5228" y="0"/>
                      <a:pt x="5253" y="57"/>
                    </a:cubicBezTo>
                    <a:lnTo>
                      <a:pt x="5293" y="57"/>
                    </a:lnTo>
                    <a:cubicBezTo>
                      <a:pt x="5293" y="0"/>
                      <a:pt x="5293" y="0"/>
                      <a:pt x="5277" y="0"/>
                    </a:cubicBezTo>
                    <a:close/>
                    <a:moveTo>
                      <a:pt x="729" y="324"/>
                    </a:moveTo>
                    <a:lnTo>
                      <a:pt x="753" y="389"/>
                    </a:lnTo>
                    <a:lnTo>
                      <a:pt x="777" y="389"/>
                    </a:lnTo>
                    <a:cubicBezTo>
                      <a:pt x="777" y="324"/>
                      <a:pt x="777" y="324"/>
                      <a:pt x="753" y="324"/>
                    </a:cubicBezTo>
                    <a:close/>
                    <a:moveTo>
                      <a:pt x="13247" y="341"/>
                    </a:moveTo>
                    <a:cubicBezTo>
                      <a:pt x="13247" y="397"/>
                      <a:pt x="13247" y="454"/>
                      <a:pt x="13223" y="454"/>
                    </a:cubicBezTo>
                    <a:lnTo>
                      <a:pt x="13198" y="397"/>
                    </a:lnTo>
                    <a:lnTo>
                      <a:pt x="13223" y="341"/>
                    </a:lnTo>
                    <a:close/>
                    <a:moveTo>
                      <a:pt x="8350" y="357"/>
                    </a:moveTo>
                    <a:cubicBezTo>
                      <a:pt x="8350" y="422"/>
                      <a:pt x="8350" y="478"/>
                      <a:pt x="8326" y="478"/>
                    </a:cubicBezTo>
                    <a:lnTo>
                      <a:pt x="8301" y="478"/>
                    </a:lnTo>
                    <a:cubicBezTo>
                      <a:pt x="8301" y="438"/>
                      <a:pt x="8309" y="397"/>
                      <a:pt x="8326" y="357"/>
                    </a:cubicBezTo>
                    <a:close/>
                    <a:moveTo>
                      <a:pt x="12955" y="389"/>
                    </a:moveTo>
                    <a:cubicBezTo>
                      <a:pt x="12979" y="389"/>
                      <a:pt x="12979" y="389"/>
                      <a:pt x="12979" y="454"/>
                    </a:cubicBezTo>
                    <a:cubicBezTo>
                      <a:pt x="12979" y="454"/>
                      <a:pt x="12979" y="511"/>
                      <a:pt x="12955" y="511"/>
                    </a:cubicBezTo>
                    <a:lnTo>
                      <a:pt x="12931" y="454"/>
                    </a:lnTo>
                    <a:cubicBezTo>
                      <a:pt x="12931" y="389"/>
                      <a:pt x="12955" y="389"/>
                      <a:pt x="12955" y="389"/>
                    </a:cubicBezTo>
                    <a:close/>
                    <a:moveTo>
                      <a:pt x="4847" y="405"/>
                    </a:moveTo>
                    <a:cubicBezTo>
                      <a:pt x="4855" y="446"/>
                      <a:pt x="4855" y="486"/>
                      <a:pt x="4872" y="527"/>
                    </a:cubicBezTo>
                    <a:cubicBezTo>
                      <a:pt x="4896" y="527"/>
                      <a:pt x="4896" y="470"/>
                      <a:pt x="4896" y="470"/>
                    </a:cubicBezTo>
                    <a:cubicBezTo>
                      <a:pt x="4896" y="470"/>
                      <a:pt x="4896" y="405"/>
                      <a:pt x="4872" y="405"/>
                    </a:cubicBezTo>
                    <a:close/>
                    <a:moveTo>
                      <a:pt x="15647" y="446"/>
                    </a:moveTo>
                    <a:cubicBezTo>
                      <a:pt x="15671" y="446"/>
                      <a:pt x="15671" y="446"/>
                      <a:pt x="15671" y="503"/>
                    </a:cubicBezTo>
                    <a:cubicBezTo>
                      <a:pt x="15671" y="568"/>
                      <a:pt x="15647" y="624"/>
                      <a:pt x="15631" y="624"/>
                    </a:cubicBezTo>
                    <a:cubicBezTo>
                      <a:pt x="15606" y="624"/>
                      <a:pt x="15606" y="503"/>
                      <a:pt x="15647" y="446"/>
                    </a:cubicBezTo>
                    <a:close/>
                    <a:moveTo>
                      <a:pt x="4628" y="584"/>
                    </a:moveTo>
                    <a:cubicBezTo>
                      <a:pt x="4653" y="584"/>
                      <a:pt x="4653" y="584"/>
                      <a:pt x="4653" y="641"/>
                    </a:cubicBezTo>
                    <a:lnTo>
                      <a:pt x="4628" y="641"/>
                    </a:lnTo>
                    <a:lnTo>
                      <a:pt x="4604" y="584"/>
                    </a:lnTo>
                    <a:close/>
                    <a:moveTo>
                      <a:pt x="18793" y="399"/>
                    </a:moveTo>
                    <a:cubicBezTo>
                      <a:pt x="18805" y="399"/>
                      <a:pt x="18797" y="481"/>
                      <a:pt x="18768" y="568"/>
                    </a:cubicBezTo>
                    <a:cubicBezTo>
                      <a:pt x="18756" y="628"/>
                      <a:pt x="18750" y="659"/>
                      <a:pt x="18747" y="659"/>
                    </a:cubicBezTo>
                    <a:cubicBezTo>
                      <a:pt x="18744" y="659"/>
                      <a:pt x="18744" y="628"/>
                      <a:pt x="18744" y="568"/>
                    </a:cubicBezTo>
                    <a:cubicBezTo>
                      <a:pt x="18744" y="511"/>
                      <a:pt x="18744" y="446"/>
                      <a:pt x="18768" y="446"/>
                    </a:cubicBezTo>
                    <a:cubicBezTo>
                      <a:pt x="18780" y="413"/>
                      <a:pt x="18788" y="399"/>
                      <a:pt x="18793" y="399"/>
                    </a:cubicBezTo>
                    <a:close/>
                    <a:moveTo>
                      <a:pt x="3047" y="551"/>
                    </a:moveTo>
                    <a:lnTo>
                      <a:pt x="3047" y="608"/>
                    </a:lnTo>
                    <a:lnTo>
                      <a:pt x="3023" y="673"/>
                    </a:lnTo>
                    <a:lnTo>
                      <a:pt x="2999" y="608"/>
                    </a:lnTo>
                    <a:cubicBezTo>
                      <a:pt x="2999" y="551"/>
                      <a:pt x="3023" y="551"/>
                      <a:pt x="3047" y="551"/>
                    </a:cubicBezTo>
                    <a:close/>
                    <a:moveTo>
                      <a:pt x="3660" y="466"/>
                    </a:moveTo>
                    <a:cubicBezTo>
                      <a:pt x="3668" y="466"/>
                      <a:pt x="3662" y="495"/>
                      <a:pt x="3647" y="568"/>
                    </a:cubicBezTo>
                    <a:lnTo>
                      <a:pt x="3599" y="681"/>
                    </a:lnTo>
                    <a:cubicBezTo>
                      <a:pt x="3582" y="681"/>
                      <a:pt x="3607" y="624"/>
                      <a:pt x="3623" y="503"/>
                    </a:cubicBezTo>
                    <a:cubicBezTo>
                      <a:pt x="3643" y="480"/>
                      <a:pt x="3654" y="466"/>
                      <a:pt x="3660" y="466"/>
                    </a:cubicBezTo>
                    <a:close/>
                    <a:moveTo>
                      <a:pt x="4445" y="558"/>
                    </a:moveTo>
                    <a:cubicBezTo>
                      <a:pt x="4460" y="558"/>
                      <a:pt x="4468" y="615"/>
                      <a:pt x="4450" y="697"/>
                    </a:cubicBezTo>
                    <a:lnTo>
                      <a:pt x="4401" y="697"/>
                    </a:lnTo>
                    <a:cubicBezTo>
                      <a:pt x="4401" y="644"/>
                      <a:pt x="4401" y="583"/>
                      <a:pt x="4422" y="583"/>
                    </a:cubicBezTo>
                    <a:cubicBezTo>
                      <a:pt x="4423" y="583"/>
                      <a:pt x="4424" y="583"/>
                      <a:pt x="4426" y="584"/>
                    </a:cubicBezTo>
                    <a:cubicBezTo>
                      <a:pt x="4432" y="566"/>
                      <a:pt x="4439" y="558"/>
                      <a:pt x="4445" y="558"/>
                    </a:cubicBezTo>
                    <a:close/>
                    <a:moveTo>
                      <a:pt x="437" y="616"/>
                    </a:moveTo>
                    <a:cubicBezTo>
                      <a:pt x="461" y="616"/>
                      <a:pt x="461" y="616"/>
                      <a:pt x="461" y="681"/>
                    </a:cubicBezTo>
                    <a:cubicBezTo>
                      <a:pt x="461" y="681"/>
                      <a:pt x="437" y="738"/>
                      <a:pt x="420" y="738"/>
                    </a:cubicBezTo>
                    <a:lnTo>
                      <a:pt x="396" y="681"/>
                    </a:lnTo>
                    <a:cubicBezTo>
                      <a:pt x="396" y="616"/>
                      <a:pt x="420" y="616"/>
                      <a:pt x="437" y="616"/>
                    </a:cubicBezTo>
                    <a:close/>
                    <a:moveTo>
                      <a:pt x="14001" y="649"/>
                    </a:moveTo>
                    <a:cubicBezTo>
                      <a:pt x="14025" y="649"/>
                      <a:pt x="14025" y="713"/>
                      <a:pt x="14025" y="713"/>
                    </a:cubicBezTo>
                    <a:cubicBezTo>
                      <a:pt x="14025" y="713"/>
                      <a:pt x="14025" y="770"/>
                      <a:pt x="14001" y="770"/>
                    </a:cubicBezTo>
                    <a:cubicBezTo>
                      <a:pt x="13985" y="730"/>
                      <a:pt x="13985" y="689"/>
                      <a:pt x="13977" y="649"/>
                    </a:cubicBezTo>
                    <a:close/>
                    <a:moveTo>
                      <a:pt x="5795" y="628"/>
                    </a:moveTo>
                    <a:cubicBezTo>
                      <a:pt x="5802" y="628"/>
                      <a:pt x="5814" y="657"/>
                      <a:pt x="5828" y="730"/>
                    </a:cubicBezTo>
                    <a:cubicBezTo>
                      <a:pt x="5828" y="786"/>
                      <a:pt x="5828" y="786"/>
                      <a:pt x="5804" y="786"/>
                    </a:cubicBezTo>
                    <a:cubicBezTo>
                      <a:pt x="5796" y="746"/>
                      <a:pt x="5788" y="705"/>
                      <a:pt x="5788" y="665"/>
                    </a:cubicBezTo>
                    <a:cubicBezTo>
                      <a:pt x="5788" y="642"/>
                      <a:pt x="5790" y="628"/>
                      <a:pt x="5795" y="628"/>
                    </a:cubicBezTo>
                    <a:close/>
                    <a:moveTo>
                      <a:pt x="5982" y="673"/>
                    </a:moveTo>
                    <a:cubicBezTo>
                      <a:pt x="5982" y="730"/>
                      <a:pt x="5982" y="786"/>
                      <a:pt x="5966" y="786"/>
                    </a:cubicBezTo>
                    <a:lnTo>
                      <a:pt x="5942" y="730"/>
                    </a:lnTo>
                    <a:lnTo>
                      <a:pt x="5966" y="673"/>
                    </a:lnTo>
                    <a:close/>
                    <a:moveTo>
                      <a:pt x="14911" y="646"/>
                    </a:moveTo>
                    <a:cubicBezTo>
                      <a:pt x="14915" y="646"/>
                      <a:pt x="14917" y="654"/>
                      <a:pt x="14917" y="673"/>
                    </a:cubicBezTo>
                    <a:cubicBezTo>
                      <a:pt x="14917" y="713"/>
                      <a:pt x="14909" y="754"/>
                      <a:pt x="14893" y="786"/>
                    </a:cubicBezTo>
                    <a:cubicBezTo>
                      <a:pt x="14893" y="786"/>
                      <a:pt x="14882" y="815"/>
                      <a:pt x="14875" y="815"/>
                    </a:cubicBezTo>
                    <a:cubicBezTo>
                      <a:pt x="14871" y="815"/>
                      <a:pt x="14868" y="808"/>
                      <a:pt x="14868" y="786"/>
                    </a:cubicBezTo>
                    <a:lnTo>
                      <a:pt x="14868" y="730"/>
                    </a:lnTo>
                    <a:cubicBezTo>
                      <a:pt x="14886" y="690"/>
                      <a:pt x="14903" y="646"/>
                      <a:pt x="14911" y="646"/>
                    </a:cubicBezTo>
                    <a:close/>
                    <a:moveTo>
                      <a:pt x="13410" y="713"/>
                    </a:moveTo>
                    <a:cubicBezTo>
                      <a:pt x="13419" y="713"/>
                      <a:pt x="13425" y="730"/>
                      <a:pt x="13425" y="762"/>
                    </a:cubicBezTo>
                    <a:cubicBezTo>
                      <a:pt x="13425" y="819"/>
                      <a:pt x="13425" y="819"/>
                      <a:pt x="13401" y="819"/>
                    </a:cubicBezTo>
                    <a:cubicBezTo>
                      <a:pt x="13352" y="819"/>
                      <a:pt x="13352" y="819"/>
                      <a:pt x="13377" y="762"/>
                    </a:cubicBezTo>
                    <a:cubicBezTo>
                      <a:pt x="13389" y="730"/>
                      <a:pt x="13401" y="713"/>
                      <a:pt x="13410" y="713"/>
                    </a:cubicBezTo>
                    <a:close/>
                    <a:moveTo>
                      <a:pt x="13555" y="762"/>
                    </a:moveTo>
                    <a:cubicBezTo>
                      <a:pt x="13579" y="762"/>
                      <a:pt x="13579" y="762"/>
                      <a:pt x="13579" y="819"/>
                    </a:cubicBezTo>
                    <a:lnTo>
                      <a:pt x="13555" y="819"/>
                    </a:lnTo>
                    <a:lnTo>
                      <a:pt x="13531" y="762"/>
                    </a:lnTo>
                    <a:close/>
                    <a:moveTo>
                      <a:pt x="13782" y="770"/>
                    </a:moveTo>
                    <a:cubicBezTo>
                      <a:pt x="13798" y="770"/>
                      <a:pt x="13798" y="770"/>
                      <a:pt x="13798" y="827"/>
                    </a:cubicBezTo>
                    <a:lnTo>
                      <a:pt x="13782" y="827"/>
                    </a:lnTo>
                    <a:lnTo>
                      <a:pt x="13758" y="770"/>
                    </a:lnTo>
                    <a:close/>
                    <a:moveTo>
                      <a:pt x="11106" y="713"/>
                    </a:moveTo>
                    <a:cubicBezTo>
                      <a:pt x="11106" y="770"/>
                      <a:pt x="11106" y="835"/>
                      <a:pt x="11082" y="835"/>
                    </a:cubicBezTo>
                    <a:lnTo>
                      <a:pt x="11058" y="835"/>
                    </a:lnTo>
                    <a:cubicBezTo>
                      <a:pt x="11066" y="795"/>
                      <a:pt x="11074" y="754"/>
                      <a:pt x="11082" y="713"/>
                    </a:cubicBezTo>
                    <a:close/>
                    <a:moveTo>
                      <a:pt x="8634" y="722"/>
                    </a:moveTo>
                    <a:cubicBezTo>
                      <a:pt x="8634" y="786"/>
                      <a:pt x="8634" y="843"/>
                      <a:pt x="8609" y="843"/>
                    </a:cubicBezTo>
                    <a:lnTo>
                      <a:pt x="8593" y="786"/>
                    </a:lnTo>
                    <a:lnTo>
                      <a:pt x="8609" y="722"/>
                    </a:lnTo>
                    <a:close/>
                    <a:moveTo>
                      <a:pt x="5431" y="778"/>
                    </a:moveTo>
                    <a:cubicBezTo>
                      <a:pt x="5447" y="778"/>
                      <a:pt x="5447" y="843"/>
                      <a:pt x="5447" y="843"/>
                    </a:cubicBezTo>
                    <a:cubicBezTo>
                      <a:pt x="5447" y="860"/>
                      <a:pt x="5446" y="867"/>
                      <a:pt x="5443" y="867"/>
                    </a:cubicBezTo>
                    <a:cubicBezTo>
                      <a:pt x="5437" y="867"/>
                      <a:pt x="5424" y="835"/>
                      <a:pt x="5407" y="835"/>
                    </a:cubicBezTo>
                    <a:cubicBezTo>
                      <a:pt x="5382" y="778"/>
                      <a:pt x="5382" y="778"/>
                      <a:pt x="5431" y="778"/>
                    </a:cubicBezTo>
                    <a:close/>
                    <a:moveTo>
                      <a:pt x="688" y="624"/>
                    </a:moveTo>
                    <a:cubicBezTo>
                      <a:pt x="704" y="624"/>
                      <a:pt x="729" y="624"/>
                      <a:pt x="729" y="689"/>
                    </a:cubicBezTo>
                    <a:lnTo>
                      <a:pt x="704" y="689"/>
                    </a:lnTo>
                    <a:cubicBezTo>
                      <a:pt x="704" y="670"/>
                      <a:pt x="703" y="662"/>
                      <a:pt x="701" y="662"/>
                    </a:cubicBezTo>
                    <a:cubicBezTo>
                      <a:pt x="697" y="662"/>
                      <a:pt x="693" y="706"/>
                      <a:pt x="704" y="746"/>
                    </a:cubicBezTo>
                    <a:lnTo>
                      <a:pt x="704" y="868"/>
                    </a:lnTo>
                    <a:cubicBezTo>
                      <a:pt x="688" y="859"/>
                      <a:pt x="664" y="803"/>
                      <a:pt x="664" y="746"/>
                    </a:cubicBezTo>
                    <a:cubicBezTo>
                      <a:pt x="639" y="624"/>
                      <a:pt x="639" y="624"/>
                      <a:pt x="688" y="624"/>
                    </a:cubicBezTo>
                    <a:close/>
                    <a:moveTo>
                      <a:pt x="3826" y="746"/>
                    </a:moveTo>
                    <a:cubicBezTo>
                      <a:pt x="3826" y="803"/>
                      <a:pt x="3826" y="868"/>
                      <a:pt x="3801" y="868"/>
                    </a:cubicBezTo>
                    <a:lnTo>
                      <a:pt x="3777" y="868"/>
                    </a:lnTo>
                    <a:cubicBezTo>
                      <a:pt x="3777" y="827"/>
                      <a:pt x="3785" y="786"/>
                      <a:pt x="3801" y="746"/>
                    </a:cubicBezTo>
                    <a:close/>
                    <a:moveTo>
                      <a:pt x="10174" y="754"/>
                    </a:moveTo>
                    <a:cubicBezTo>
                      <a:pt x="10215" y="754"/>
                      <a:pt x="10215" y="754"/>
                      <a:pt x="10215" y="819"/>
                    </a:cubicBezTo>
                    <a:cubicBezTo>
                      <a:pt x="10215" y="876"/>
                      <a:pt x="10174" y="876"/>
                      <a:pt x="10150" y="876"/>
                    </a:cubicBezTo>
                    <a:cubicBezTo>
                      <a:pt x="10125" y="811"/>
                      <a:pt x="10150" y="754"/>
                      <a:pt x="10174" y="754"/>
                    </a:cubicBezTo>
                    <a:close/>
                    <a:moveTo>
                      <a:pt x="13733" y="855"/>
                    </a:moveTo>
                    <a:cubicBezTo>
                      <a:pt x="13731" y="855"/>
                      <a:pt x="13725" y="862"/>
                      <a:pt x="13717" y="884"/>
                    </a:cubicBezTo>
                    <a:cubicBezTo>
                      <a:pt x="13733" y="884"/>
                      <a:pt x="13739" y="855"/>
                      <a:pt x="13733" y="855"/>
                    </a:cubicBezTo>
                    <a:close/>
                    <a:moveTo>
                      <a:pt x="5001" y="770"/>
                    </a:moveTo>
                    <a:cubicBezTo>
                      <a:pt x="5026" y="770"/>
                      <a:pt x="5050" y="770"/>
                      <a:pt x="5050" y="835"/>
                    </a:cubicBezTo>
                    <a:cubicBezTo>
                      <a:pt x="5050" y="835"/>
                      <a:pt x="5050" y="892"/>
                      <a:pt x="5026" y="892"/>
                    </a:cubicBezTo>
                    <a:cubicBezTo>
                      <a:pt x="5001" y="892"/>
                      <a:pt x="4985" y="827"/>
                      <a:pt x="4985" y="827"/>
                    </a:cubicBezTo>
                    <a:cubicBezTo>
                      <a:pt x="4985" y="770"/>
                      <a:pt x="5001" y="770"/>
                      <a:pt x="5001" y="770"/>
                    </a:cubicBezTo>
                    <a:close/>
                    <a:moveTo>
                      <a:pt x="3156" y="653"/>
                    </a:moveTo>
                    <a:cubicBezTo>
                      <a:pt x="3161" y="653"/>
                      <a:pt x="3161" y="683"/>
                      <a:pt x="3161" y="738"/>
                    </a:cubicBezTo>
                    <a:cubicBezTo>
                      <a:pt x="3161" y="795"/>
                      <a:pt x="3145" y="859"/>
                      <a:pt x="3112" y="916"/>
                    </a:cubicBezTo>
                    <a:lnTo>
                      <a:pt x="3064" y="908"/>
                    </a:lnTo>
                    <a:cubicBezTo>
                      <a:pt x="3064" y="908"/>
                      <a:pt x="3088" y="851"/>
                      <a:pt x="3112" y="795"/>
                    </a:cubicBezTo>
                    <a:cubicBezTo>
                      <a:pt x="3139" y="697"/>
                      <a:pt x="3151" y="653"/>
                      <a:pt x="3156" y="653"/>
                    </a:cubicBezTo>
                    <a:close/>
                    <a:moveTo>
                      <a:pt x="7434" y="819"/>
                    </a:moveTo>
                    <a:cubicBezTo>
                      <a:pt x="7434" y="876"/>
                      <a:pt x="7434" y="941"/>
                      <a:pt x="7409" y="941"/>
                    </a:cubicBezTo>
                    <a:lnTo>
                      <a:pt x="7385" y="876"/>
                    </a:lnTo>
                    <a:lnTo>
                      <a:pt x="7409" y="819"/>
                    </a:lnTo>
                    <a:close/>
                    <a:moveTo>
                      <a:pt x="1977" y="827"/>
                    </a:moveTo>
                    <a:cubicBezTo>
                      <a:pt x="2001" y="827"/>
                      <a:pt x="2001" y="892"/>
                      <a:pt x="1953" y="949"/>
                    </a:cubicBezTo>
                    <a:lnTo>
                      <a:pt x="1912" y="949"/>
                    </a:lnTo>
                    <a:cubicBezTo>
                      <a:pt x="1912" y="892"/>
                      <a:pt x="1953" y="827"/>
                      <a:pt x="1977" y="827"/>
                    </a:cubicBezTo>
                    <a:close/>
                    <a:moveTo>
                      <a:pt x="7944" y="770"/>
                    </a:moveTo>
                    <a:cubicBezTo>
                      <a:pt x="7969" y="770"/>
                      <a:pt x="7969" y="770"/>
                      <a:pt x="7969" y="827"/>
                    </a:cubicBezTo>
                    <a:cubicBezTo>
                      <a:pt x="7969" y="868"/>
                      <a:pt x="7961" y="908"/>
                      <a:pt x="7944" y="949"/>
                    </a:cubicBezTo>
                    <a:cubicBezTo>
                      <a:pt x="7920" y="949"/>
                      <a:pt x="7944" y="827"/>
                      <a:pt x="7944" y="770"/>
                    </a:cubicBezTo>
                    <a:close/>
                    <a:moveTo>
                      <a:pt x="4272" y="932"/>
                    </a:moveTo>
                    <a:lnTo>
                      <a:pt x="4272" y="997"/>
                    </a:lnTo>
                    <a:cubicBezTo>
                      <a:pt x="4255" y="997"/>
                      <a:pt x="4239" y="1022"/>
                      <a:pt x="4230" y="1022"/>
                    </a:cubicBezTo>
                    <a:cubicBezTo>
                      <a:pt x="4226" y="1022"/>
                      <a:pt x="4223" y="1016"/>
                      <a:pt x="4223" y="997"/>
                    </a:cubicBezTo>
                    <a:cubicBezTo>
                      <a:pt x="4199" y="997"/>
                      <a:pt x="4247" y="932"/>
                      <a:pt x="4272" y="932"/>
                    </a:cubicBezTo>
                    <a:close/>
                    <a:moveTo>
                      <a:pt x="13491" y="1027"/>
                    </a:moveTo>
                    <a:cubicBezTo>
                      <a:pt x="13490" y="1035"/>
                      <a:pt x="13490" y="1044"/>
                      <a:pt x="13490" y="1054"/>
                    </a:cubicBezTo>
                    <a:cubicBezTo>
                      <a:pt x="13491" y="1057"/>
                      <a:pt x="13492" y="1060"/>
                      <a:pt x="13493" y="1062"/>
                    </a:cubicBezTo>
                    <a:lnTo>
                      <a:pt x="13493" y="1062"/>
                    </a:lnTo>
                    <a:cubicBezTo>
                      <a:pt x="13492" y="1053"/>
                      <a:pt x="13491" y="1041"/>
                      <a:pt x="13491" y="1027"/>
                    </a:cubicBezTo>
                    <a:close/>
                    <a:moveTo>
                      <a:pt x="2076" y="925"/>
                    </a:moveTo>
                    <a:cubicBezTo>
                      <a:pt x="2054" y="925"/>
                      <a:pt x="2042" y="967"/>
                      <a:pt x="2042" y="1013"/>
                    </a:cubicBezTo>
                    <a:cubicBezTo>
                      <a:pt x="2042" y="1070"/>
                      <a:pt x="2066" y="1070"/>
                      <a:pt x="2107" y="1070"/>
                    </a:cubicBezTo>
                    <a:cubicBezTo>
                      <a:pt x="2131" y="1070"/>
                      <a:pt x="2156" y="1013"/>
                      <a:pt x="2156" y="1013"/>
                    </a:cubicBezTo>
                    <a:cubicBezTo>
                      <a:pt x="2156" y="949"/>
                      <a:pt x="2131" y="949"/>
                      <a:pt x="2107" y="949"/>
                    </a:cubicBezTo>
                    <a:cubicBezTo>
                      <a:pt x="2095" y="932"/>
                      <a:pt x="2085" y="925"/>
                      <a:pt x="2076" y="925"/>
                    </a:cubicBezTo>
                    <a:close/>
                    <a:moveTo>
                      <a:pt x="13493" y="1062"/>
                    </a:moveTo>
                    <a:cubicBezTo>
                      <a:pt x="13496" y="1086"/>
                      <a:pt x="13499" y="1097"/>
                      <a:pt x="13500" y="1097"/>
                    </a:cubicBezTo>
                    <a:cubicBezTo>
                      <a:pt x="13502" y="1097"/>
                      <a:pt x="13501" y="1085"/>
                      <a:pt x="13493" y="1062"/>
                    </a:cubicBezTo>
                    <a:close/>
                    <a:moveTo>
                      <a:pt x="5650" y="142"/>
                    </a:moveTo>
                    <a:cubicBezTo>
                      <a:pt x="5642" y="142"/>
                      <a:pt x="5640" y="171"/>
                      <a:pt x="5650" y="243"/>
                    </a:cubicBezTo>
                    <a:cubicBezTo>
                      <a:pt x="5650" y="357"/>
                      <a:pt x="5650" y="357"/>
                      <a:pt x="5609" y="357"/>
                    </a:cubicBezTo>
                    <a:cubicBezTo>
                      <a:pt x="5585" y="357"/>
                      <a:pt x="5561" y="357"/>
                      <a:pt x="5561" y="300"/>
                    </a:cubicBezTo>
                    <a:cubicBezTo>
                      <a:pt x="5561" y="235"/>
                      <a:pt x="5561" y="235"/>
                      <a:pt x="5520" y="235"/>
                    </a:cubicBezTo>
                    <a:cubicBezTo>
                      <a:pt x="5455" y="235"/>
                      <a:pt x="5382" y="414"/>
                      <a:pt x="5366" y="535"/>
                    </a:cubicBezTo>
                    <a:cubicBezTo>
                      <a:pt x="5366" y="596"/>
                      <a:pt x="5366" y="626"/>
                      <a:pt x="5363" y="626"/>
                    </a:cubicBezTo>
                    <a:cubicBezTo>
                      <a:pt x="5360" y="626"/>
                      <a:pt x="5354" y="596"/>
                      <a:pt x="5342" y="535"/>
                    </a:cubicBezTo>
                    <a:cubicBezTo>
                      <a:pt x="5342" y="470"/>
                      <a:pt x="5318" y="470"/>
                      <a:pt x="5293" y="470"/>
                    </a:cubicBezTo>
                    <a:cubicBezTo>
                      <a:pt x="5293" y="492"/>
                      <a:pt x="5291" y="499"/>
                      <a:pt x="5290" y="499"/>
                    </a:cubicBezTo>
                    <a:cubicBezTo>
                      <a:pt x="5286" y="499"/>
                      <a:pt x="5282" y="470"/>
                      <a:pt x="5293" y="470"/>
                    </a:cubicBezTo>
                    <a:cubicBezTo>
                      <a:pt x="5293" y="414"/>
                      <a:pt x="5318" y="414"/>
                      <a:pt x="5342" y="414"/>
                    </a:cubicBezTo>
                    <a:lnTo>
                      <a:pt x="5342" y="357"/>
                    </a:lnTo>
                    <a:cubicBezTo>
                      <a:pt x="5330" y="296"/>
                      <a:pt x="5318" y="266"/>
                      <a:pt x="5306" y="266"/>
                    </a:cubicBezTo>
                    <a:cubicBezTo>
                      <a:pt x="5295" y="266"/>
                      <a:pt x="5285" y="296"/>
                      <a:pt x="5277" y="357"/>
                    </a:cubicBezTo>
                    <a:cubicBezTo>
                      <a:pt x="5265" y="384"/>
                      <a:pt x="5259" y="398"/>
                      <a:pt x="5253" y="398"/>
                    </a:cubicBezTo>
                    <a:cubicBezTo>
                      <a:pt x="5247" y="398"/>
                      <a:pt x="5241" y="382"/>
                      <a:pt x="5228" y="349"/>
                    </a:cubicBezTo>
                    <a:cubicBezTo>
                      <a:pt x="5211" y="309"/>
                      <a:pt x="5198" y="268"/>
                      <a:pt x="5192" y="268"/>
                    </a:cubicBezTo>
                    <a:cubicBezTo>
                      <a:pt x="5189" y="268"/>
                      <a:pt x="5188" y="275"/>
                      <a:pt x="5188" y="292"/>
                    </a:cubicBezTo>
                    <a:cubicBezTo>
                      <a:pt x="5188" y="292"/>
                      <a:pt x="5139" y="292"/>
                      <a:pt x="5115" y="227"/>
                    </a:cubicBezTo>
                    <a:cubicBezTo>
                      <a:pt x="5074" y="227"/>
                      <a:pt x="5050" y="227"/>
                      <a:pt x="5050" y="292"/>
                    </a:cubicBezTo>
                    <a:cubicBezTo>
                      <a:pt x="5050" y="349"/>
                      <a:pt x="5026" y="349"/>
                      <a:pt x="5009" y="349"/>
                    </a:cubicBezTo>
                    <a:cubicBezTo>
                      <a:pt x="4985" y="349"/>
                      <a:pt x="4961" y="349"/>
                      <a:pt x="4961" y="405"/>
                    </a:cubicBezTo>
                    <a:cubicBezTo>
                      <a:pt x="4961" y="470"/>
                      <a:pt x="4936" y="527"/>
                      <a:pt x="4896" y="527"/>
                    </a:cubicBezTo>
                    <a:cubicBezTo>
                      <a:pt x="4876" y="550"/>
                      <a:pt x="4864" y="564"/>
                      <a:pt x="4856" y="564"/>
                    </a:cubicBezTo>
                    <a:cubicBezTo>
                      <a:pt x="4845" y="564"/>
                      <a:pt x="4841" y="534"/>
                      <a:pt x="4831" y="462"/>
                    </a:cubicBezTo>
                    <a:cubicBezTo>
                      <a:pt x="4831" y="405"/>
                      <a:pt x="4807" y="405"/>
                      <a:pt x="4782" y="405"/>
                    </a:cubicBezTo>
                    <a:cubicBezTo>
                      <a:pt x="4782" y="405"/>
                      <a:pt x="4758" y="405"/>
                      <a:pt x="4742" y="341"/>
                    </a:cubicBezTo>
                    <a:cubicBezTo>
                      <a:pt x="4735" y="324"/>
                      <a:pt x="4730" y="317"/>
                      <a:pt x="4726" y="317"/>
                    </a:cubicBezTo>
                    <a:cubicBezTo>
                      <a:pt x="4718" y="317"/>
                      <a:pt x="4718" y="359"/>
                      <a:pt x="4718" y="405"/>
                    </a:cubicBezTo>
                    <a:cubicBezTo>
                      <a:pt x="4718" y="462"/>
                      <a:pt x="4718" y="519"/>
                      <a:pt x="4718" y="519"/>
                    </a:cubicBezTo>
                    <a:cubicBezTo>
                      <a:pt x="4693" y="519"/>
                      <a:pt x="4669" y="397"/>
                      <a:pt x="4677" y="341"/>
                    </a:cubicBezTo>
                    <a:cubicBezTo>
                      <a:pt x="4665" y="280"/>
                      <a:pt x="4659" y="249"/>
                      <a:pt x="4656" y="249"/>
                    </a:cubicBezTo>
                    <a:cubicBezTo>
                      <a:pt x="4653" y="249"/>
                      <a:pt x="4653" y="280"/>
                      <a:pt x="4653" y="341"/>
                    </a:cubicBezTo>
                    <a:cubicBezTo>
                      <a:pt x="4653" y="380"/>
                      <a:pt x="4641" y="424"/>
                      <a:pt x="4619" y="424"/>
                    </a:cubicBezTo>
                    <a:cubicBezTo>
                      <a:pt x="4610" y="424"/>
                      <a:pt x="4600" y="417"/>
                      <a:pt x="4588" y="397"/>
                    </a:cubicBezTo>
                    <a:cubicBezTo>
                      <a:pt x="4539" y="397"/>
                      <a:pt x="4499" y="397"/>
                      <a:pt x="4499" y="341"/>
                    </a:cubicBezTo>
                    <a:cubicBezTo>
                      <a:pt x="4491" y="319"/>
                      <a:pt x="4482" y="312"/>
                      <a:pt x="4475" y="312"/>
                    </a:cubicBezTo>
                    <a:cubicBezTo>
                      <a:pt x="4461" y="312"/>
                      <a:pt x="4450" y="341"/>
                      <a:pt x="4450" y="341"/>
                    </a:cubicBezTo>
                    <a:cubicBezTo>
                      <a:pt x="4438" y="368"/>
                      <a:pt x="4428" y="382"/>
                      <a:pt x="4413" y="382"/>
                    </a:cubicBezTo>
                    <a:cubicBezTo>
                      <a:pt x="4397" y="382"/>
                      <a:pt x="4374" y="366"/>
                      <a:pt x="4337" y="332"/>
                    </a:cubicBezTo>
                    <a:cubicBezTo>
                      <a:pt x="4284" y="272"/>
                      <a:pt x="4257" y="241"/>
                      <a:pt x="4244" y="241"/>
                    </a:cubicBezTo>
                    <a:cubicBezTo>
                      <a:pt x="4231" y="241"/>
                      <a:pt x="4231" y="272"/>
                      <a:pt x="4231" y="332"/>
                    </a:cubicBezTo>
                    <a:cubicBezTo>
                      <a:pt x="4231" y="366"/>
                      <a:pt x="4231" y="401"/>
                      <a:pt x="4226" y="401"/>
                    </a:cubicBezTo>
                    <a:cubicBezTo>
                      <a:pt x="4223" y="401"/>
                      <a:pt x="4217" y="383"/>
                      <a:pt x="4207" y="332"/>
                    </a:cubicBezTo>
                    <a:cubicBezTo>
                      <a:pt x="4200" y="316"/>
                      <a:pt x="4193" y="309"/>
                      <a:pt x="4185" y="309"/>
                    </a:cubicBezTo>
                    <a:cubicBezTo>
                      <a:pt x="4167" y="309"/>
                      <a:pt x="4146" y="349"/>
                      <a:pt x="4118" y="389"/>
                    </a:cubicBezTo>
                    <a:cubicBezTo>
                      <a:pt x="4093" y="470"/>
                      <a:pt x="4093" y="551"/>
                      <a:pt x="4093" y="632"/>
                    </a:cubicBezTo>
                    <a:cubicBezTo>
                      <a:pt x="4093" y="699"/>
                      <a:pt x="4093" y="726"/>
                      <a:pt x="4083" y="726"/>
                    </a:cubicBezTo>
                    <a:cubicBezTo>
                      <a:pt x="4077" y="726"/>
                      <a:pt x="4065" y="713"/>
                      <a:pt x="4045" y="689"/>
                    </a:cubicBezTo>
                    <a:cubicBezTo>
                      <a:pt x="4028" y="689"/>
                      <a:pt x="4004" y="624"/>
                      <a:pt x="4004" y="568"/>
                    </a:cubicBezTo>
                    <a:cubicBezTo>
                      <a:pt x="4004" y="511"/>
                      <a:pt x="4028" y="511"/>
                      <a:pt x="4028" y="511"/>
                    </a:cubicBezTo>
                    <a:lnTo>
                      <a:pt x="4053" y="511"/>
                    </a:lnTo>
                    <a:cubicBezTo>
                      <a:pt x="4053" y="446"/>
                      <a:pt x="4053" y="389"/>
                      <a:pt x="4004" y="389"/>
                    </a:cubicBezTo>
                    <a:cubicBezTo>
                      <a:pt x="3992" y="357"/>
                      <a:pt x="3982" y="341"/>
                      <a:pt x="3975" y="341"/>
                    </a:cubicBezTo>
                    <a:cubicBezTo>
                      <a:pt x="3968" y="341"/>
                      <a:pt x="3964" y="357"/>
                      <a:pt x="3964" y="389"/>
                    </a:cubicBezTo>
                    <a:cubicBezTo>
                      <a:pt x="3939" y="324"/>
                      <a:pt x="3891" y="324"/>
                      <a:pt x="3850" y="324"/>
                    </a:cubicBezTo>
                    <a:cubicBezTo>
                      <a:pt x="3801" y="324"/>
                      <a:pt x="3737" y="324"/>
                      <a:pt x="3712" y="259"/>
                    </a:cubicBezTo>
                    <a:cubicBezTo>
                      <a:pt x="3672" y="259"/>
                      <a:pt x="3647" y="259"/>
                      <a:pt x="3647" y="324"/>
                    </a:cubicBezTo>
                    <a:cubicBezTo>
                      <a:pt x="3647" y="391"/>
                      <a:pt x="3639" y="418"/>
                      <a:pt x="3632" y="418"/>
                    </a:cubicBezTo>
                    <a:cubicBezTo>
                      <a:pt x="3627" y="418"/>
                      <a:pt x="3623" y="405"/>
                      <a:pt x="3623" y="381"/>
                    </a:cubicBezTo>
                    <a:cubicBezTo>
                      <a:pt x="3613" y="305"/>
                      <a:pt x="3495" y="251"/>
                      <a:pt x="3402" y="251"/>
                    </a:cubicBezTo>
                    <a:cubicBezTo>
                      <a:pt x="3346" y="251"/>
                      <a:pt x="3300" y="271"/>
                      <a:pt x="3291" y="316"/>
                    </a:cubicBezTo>
                    <a:lnTo>
                      <a:pt x="3250" y="316"/>
                    </a:lnTo>
                    <a:cubicBezTo>
                      <a:pt x="3225" y="283"/>
                      <a:pt x="3178" y="267"/>
                      <a:pt x="3135" y="267"/>
                    </a:cubicBezTo>
                    <a:cubicBezTo>
                      <a:pt x="3096" y="267"/>
                      <a:pt x="3059" y="281"/>
                      <a:pt x="3047" y="308"/>
                    </a:cubicBezTo>
                    <a:lnTo>
                      <a:pt x="2983" y="308"/>
                    </a:lnTo>
                    <a:cubicBezTo>
                      <a:pt x="2958" y="276"/>
                      <a:pt x="2940" y="259"/>
                      <a:pt x="2926" y="259"/>
                    </a:cubicBezTo>
                    <a:cubicBezTo>
                      <a:pt x="2912" y="259"/>
                      <a:pt x="2901" y="276"/>
                      <a:pt x="2893" y="308"/>
                    </a:cubicBezTo>
                    <a:cubicBezTo>
                      <a:pt x="2876" y="348"/>
                      <a:pt x="2871" y="388"/>
                      <a:pt x="2870" y="388"/>
                    </a:cubicBezTo>
                    <a:cubicBezTo>
                      <a:pt x="2869" y="388"/>
                      <a:pt x="2869" y="381"/>
                      <a:pt x="2869" y="365"/>
                    </a:cubicBezTo>
                    <a:cubicBezTo>
                      <a:pt x="2869" y="308"/>
                      <a:pt x="2820" y="300"/>
                      <a:pt x="2739" y="300"/>
                    </a:cubicBezTo>
                    <a:cubicBezTo>
                      <a:pt x="2650" y="300"/>
                      <a:pt x="2650" y="300"/>
                      <a:pt x="2666" y="357"/>
                    </a:cubicBezTo>
                    <a:cubicBezTo>
                      <a:pt x="2640" y="376"/>
                      <a:pt x="2621" y="384"/>
                      <a:pt x="2608" y="384"/>
                    </a:cubicBezTo>
                    <a:cubicBezTo>
                      <a:pt x="2577" y="384"/>
                      <a:pt x="2577" y="340"/>
                      <a:pt x="2577" y="300"/>
                    </a:cubicBezTo>
                    <a:cubicBezTo>
                      <a:pt x="2588" y="245"/>
                      <a:pt x="2586" y="215"/>
                      <a:pt x="2578" y="215"/>
                    </a:cubicBezTo>
                    <a:cubicBezTo>
                      <a:pt x="2568" y="215"/>
                      <a:pt x="2550" y="259"/>
                      <a:pt x="2537" y="357"/>
                    </a:cubicBezTo>
                    <a:cubicBezTo>
                      <a:pt x="2523" y="427"/>
                      <a:pt x="2500" y="457"/>
                      <a:pt x="2486" y="457"/>
                    </a:cubicBezTo>
                    <a:cubicBezTo>
                      <a:pt x="2475" y="457"/>
                      <a:pt x="2468" y="441"/>
                      <a:pt x="2472" y="414"/>
                    </a:cubicBezTo>
                    <a:cubicBezTo>
                      <a:pt x="2472" y="357"/>
                      <a:pt x="2488" y="357"/>
                      <a:pt x="2512" y="357"/>
                    </a:cubicBezTo>
                    <a:lnTo>
                      <a:pt x="2512" y="235"/>
                    </a:lnTo>
                    <a:cubicBezTo>
                      <a:pt x="2488" y="235"/>
                      <a:pt x="2488" y="235"/>
                      <a:pt x="2472" y="300"/>
                    </a:cubicBezTo>
                    <a:cubicBezTo>
                      <a:pt x="2472" y="300"/>
                      <a:pt x="2447" y="300"/>
                      <a:pt x="2423" y="357"/>
                    </a:cubicBezTo>
                    <a:cubicBezTo>
                      <a:pt x="2399" y="414"/>
                      <a:pt x="2399" y="478"/>
                      <a:pt x="2423" y="535"/>
                    </a:cubicBezTo>
                    <a:cubicBezTo>
                      <a:pt x="2443" y="587"/>
                      <a:pt x="2431" y="592"/>
                      <a:pt x="2413" y="592"/>
                    </a:cubicBezTo>
                    <a:cubicBezTo>
                      <a:pt x="2408" y="592"/>
                      <a:pt x="2404" y="592"/>
                      <a:pt x="2399" y="592"/>
                    </a:cubicBezTo>
                    <a:cubicBezTo>
                      <a:pt x="2358" y="543"/>
                      <a:pt x="2350" y="470"/>
                      <a:pt x="2383" y="414"/>
                    </a:cubicBezTo>
                    <a:cubicBezTo>
                      <a:pt x="2399" y="414"/>
                      <a:pt x="2399" y="357"/>
                      <a:pt x="2399" y="292"/>
                    </a:cubicBezTo>
                    <a:cubicBezTo>
                      <a:pt x="2399" y="282"/>
                      <a:pt x="2396" y="277"/>
                      <a:pt x="2390" y="277"/>
                    </a:cubicBezTo>
                    <a:cubicBezTo>
                      <a:pt x="2364" y="277"/>
                      <a:pt x="2289" y="377"/>
                      <a:pt x="2269" y="470"/>
                    </a:cubicBezTo>
                    <a:lnTo>
                      <a:pt x="2269" y="414"/>
                    </a:lnTo>
                    <a:cubicBezTo>
                      <a:pt x="2269" y="357"/>
                      <a:pt x="2220" y="349"/>
                      <a:pt x="2180" y="349"/>
                    </a:cubicBezTo>
                    <a:cubicBezTo>
                      <a:pt x="2131" y="349"/>
                      <a:pt x="2115" y="349"/>
                      <a:pt x="2115" y="405"/>
                    </a:cubicBezTo>
                    <a:cubicBezTo>
                      <a:pt x="2115" y="470"/>
                      <a:pt x="2115" y="527"/>
                      <a:pt x="2091" y="527"/>
                    </a:cubicBezTo>
                    <a:cubicBezTo>
                      <a:pt x="2115" y="527"/>
                      <a:pt x="2107" y="592"/>
                      <a:pt x="2107" y="649"/>
                    </a:cubicBezTo>
                    <a:cubicBezTo>
                      <a:pt x="2083" y="608"/>
                      <a:pt x="2058" y="568"/>
                      <a:pt x="2042" y="527"/>
                    </a:cubicBezTo>
                    <a:cubicBezTo>
                      <a:pt x="2001" y="405"/>
                      <a:pt x="1953" y="349"/>
                      <a:pt x="1864" y="349"/>
                    </a:cubicBezTo>
                    <a:cubicBezTo>
                      <a:pt x="1823" y="341"/>
                      <a:pt x="1758" y="341"/>
                      <a:pt x="1734" y="284"/>
                    </a:cubicBezTo>
                    <a:cubicBezTo>
                      <a:pt x="1685" y="284"/>
                      <a:pt x="1669" y="284"/>
                      <a:pt x="1669" y="341"/>
                    </a:cubicBezTo>
                    <a:lnTo>
                      <a:pt x="1620" y="341"/>
                    </a:lnTo>
                    <a:cubicBezTo>
                      <a:pt x="1608" y="308"/>
                      <a:pt x="1592" y="292"/>
                      <a:pt x="1579" y="292"/>
                    </a:cubicBezTo>
                    <a:cubicBezTo>
                      <a:pt x="1566" y="292"/>
                      <a:pt x="1556" y="308"/>
                      <a:pt x="1556" y="341"/>
                    </a:cubicBezTo>
                    <a:cubicBezTo>
                      <a:pt x="1547" y="359"/>
                      <a:pt x="1539" y="366"/>
                      <a:pt x="1532" y="366"/>
                    </a:cubicBezTo>
                    <a:cubicBezTo>
                      <a:pt x="1516" y="366"/>
                      <a:pt x="1501" y="341"/>
                      <a:pt x="1491" y="341"/>
                    </a:cubicBezTo>
                    <a:cubicBezTo>
                      <a:pt x="1469" y="286"/>
                      <a:pt x="1457" y="255"/>
                      <a:pt x="1452" y="255"/>
                    </a:cubicBezTo>
                    <a:cubicBezTo>
                      <a:pt x="1447" y="255"/>
                      <a:pt x="1453" y="300"/>
                      <a:pt x="1466" y="397"/>
                    </a:cubicBezTo>
                    <a:cubicBezTo>
                      <a:pt x="1466" y="454"/>
                      <a:pt x="1507" y="519"/>
                      <a:pt x="1531" y="519"/>
                    </a:cubicBezTo>
                    <a:lnTo>
                      <a:pt x="1596" y="519"/>
                    </a:lnTo>
                    <a:lnTo>
                      <a:pt x="1531" y="576"/>
                    </a:lnTo>
                    <a:cubicBezTo>
                      <a:pt x="1507" y="576"/>
                      <a:pt x="1466" y="632"/>
                      <a:pt x="1466" y="697"/>
                    </a:cubicBezTo>
                    <a:cubicBezTo>
                      <a:pt x="1466" y="697"/>
                      <a:pt x="1466" y="754"/>
                      <a:pt x="1442" y="754"/>
                    </a:cubicBezTo>
                    <a:lnTo>
                      <a:pt x="1442" y="632"/>
                    </a:lnTo>
                    <a:cubicBezTo>
                      <a:pt x="1458" y="576"/>
                      <a:pt x="1466" y="519"/>
                      <a:pt x="1466" y="454"/>
                    </a:cubicBezTo>
                    <a:cubicBezTo>
                      <a:pt x="1451" y="380"/>
                      <a:pt x="1422" y="330"/>
                      <a:pt x="1400" y="330"/>
                    </a:cubicBezTo>
                    <a:cubicBezTo>
                      <a:pt x="1387" y="330"/>
                      <a:pt x="1377" y="350"/>
                      <a:pt x="1377" y="397"/>
                    </a:cubicBezTo>
                    <a:cubicBezTo>
                      <a:pt x="1353" y="397"/>
                      <a:pt x="1353" y="397"/>
                      <a:pt x="1329" y="332"/>
                    </a:cubicBezTo>
                    <a:cubicBezTo>
                      <a:pt x="1329" y="309"/>
                      <a:pt x="1326" y="295"/>
                      <a:pt x="1321" y="295"/>
                    </a:cubicBezTo>
                    <a:cubicBezTo>
                      <a:pt x="1314" y="295"/>
                      <a:pt x="1302" y="323"/>
                      <a:pt x="1288" y="389"/>
                    </a:cubicBezTo>
                    <a:cubicBezTo>
                      <a:pt x="1276" y="450"/>
                      <a:pt x="1264" y="480"/>
                      <a:pt x="1253" y="480"/>
                    </a:cubicBezTo>
                    <a:cubicBezTo>
                      <a:pt x="1241" y="480"/>
                      <a:pt x="1231" y="450"/>
                      <a:pt x="1223" y="389"/>
                    </a:cubicBezTo>
                    <a:cubicBezTo>
                      <a:pt x="1195" y="319"/>
                      <a:pt x="1153" y="289"/>
                      <a:pt x="1123" y="289"/>
                    </a:cubicBezTo>
                    <a:cubicBezTo>
                      <a:pt x="1101" y="289"/>
                      <a:pt x="1085" y="305"/>
                      <a:pt x="1085" y="332"/>
                    </a:cubicBezTo>
                    <a:cubicBezTo>
                      <a:pt x="1085" y="399"/>
                      <a:pt x="1063" y="426"/>
                      <a:pt x="1040" y="426"/>
                    </a:cubicBezTo>
                    <a:cubicBezTo>
                      <a:pt x="1023" y="426"/>
                      <a:pt x="1006" y="413"/>
                      <a:pt x="996" y="389"/>
                    </a:cubicBezTo>
                    <a:cubicBezTo>
                      <a:pt x="984" y="357"/>
                      <a:pt x="974" y="341"/>
                      <a:pt x="964" y="341"/>
                    </a:cubicBezTo>
                    <a:cubicBezTo>
                      <a:pt x="954" y="341"/>
                      <a:pt x="943" y="357"/>
                      <a:pt x="931" y="389"/>
                    </a:cubicBezTo>
                    <a:cubicBezTo>
                      <a:pt x="931" y="343"/>
                      <a:pt x="919" y="301"/>
                      <a:pt x="903" y="301"/>
                    </a:cubicBezTo>
                    <a:cubicBezTo>
                      <a:pt x="897" y="301"/>
                      <a:pt x="890" y="308"/>
                      <a:pt x="883" y="324"/>
                    </a:cubicBezTo>
                    <a:cubicBezTo>
                      <a:pt x="883" y="324"/>
                      <a:pt x="866" y="324"/>
                      <a:pt x="883" y="381"/>
                    </a:cubicBezTo>
                    <a:cubicBezTo>
                      <a:pt x="883" y="381"/>
                      <a:pt x="866" y="446"/>
                      <a:pt x="842" y="503"/>
                    </a:cubicBezTo>
                    <a:cubicBezTo>
                      <a:pt x="866" y="503"/>
                      <a:pt x="866" y="568"/>
                      <a:pt x="866" y="624"/>
                    </a:cubicBezTo>
                    <a:cubicBezTo>
                      <a:pt x="866" y="638"/>
                      <a:pt x="861" y="645"/>
                      <a:pt x="852" y="645"/>
                    </a:cubicBezTo>
                    <a:cubicBezTo>
                      <a:pt x="825" y="645"/>
                      <a:pt x="765" y="578"/>
                      <a:pt x="729" y="438"/>
                    </a:cubicBezTo>
                    <a:lnTo>
                      <a:pt x="688" y="324"/>
                    </a:lnTo>
                    <a:lnTo>
                      <a:pt x="688" y="438"/>
                    </a:lnTo>
                    <a:cubicBezTo>
                      <a:pt x="664" y="438"/>
                      <a:pt x="639" y="438"/>
                      <a:pt x="639" y="381"/>
                    </a:cubicBezTo>
                    <a:cubicBezTo>
                      <a:pt x="639" y="316"/>
                      <a:pt x="639" y="316"/>
                      <a:pt x="623" y="316"/>
                    </a:cubicBezTo>
                    <a:cubicBezTo>
                      <a:pt x="623" y="316"/>
                      <a:pt x="599" y="316"/>
                      <a:pt x="599" y="381"/>
                    </a:cubicBezTo>
                    <a:cubicBezTo>
                      <a:pt x="599" y="448"/>
                      <a:pt x="599" y="475"/>
                      <a:pt x="594" y="475"/>
                    </a:cubicBezTo>
                    <a:cubicBezTo>
                      <a:pt x="590" y="475"/>
                      <a:pt x="585" y="461"/>
                      <a:pt x="575" y="438"/>
                    </a:cubicBezTo>
                    <a:cubicBezTo>
                      <a:pt x="562" y="377"/>
                      <a:pt x="552" y="347"/>
                      <a:pt x="542" y="347"/>
                    </a:cubicBezTo>
                    <a:cubicBezTo>
                      <a:pt x="532" y="347"/>
                      <a:pt x="522" y="377"/>
                      <a:pt x="510" y="438"/>
                    </a:cubicBezTo>
                    <a:cubicBezTo>
                      <a:pt x="510" y="499"/>
                      <a:pt x="510" y="529"/>
                      <a:pt x="507" y="529"/>
                    </a:cubicBezTo>
                    <a:cubicBezTo>
                      <a:pt x="504" y="529"/>
                      <a:pt x="497" y="499"/>
                      <a:pt x="485" y="438"/>
                    </a:cubicBezTo>
                    <a:cubicBezTo>
                      <a:pt x="485" y="373"/>
                      <a:pt x="461" y="316"/>
                      <a:pt x="445" y="316"/>
                    </a:cubicBezTo>
                    <a:lnTo>
                      <a:pt x="445" y="373"/>
                    </a:lnTo>
                    <a:cubicBezTo>
                      <a:pt x="445" y="445"/>
                      <a:pt x="436" y="475"/>
                      <a:pt x="424" y="475"/>
                    </a:cubicBezTo>
                    <a:cubicBezTo>
                      <a:pt x="416" y="475"/>
                      <a:pt x="406" y="461"/>
                      <a:pt x="396" y="438"/>
                    </a:cubicBezTo>
                    <a:cubicBezTo>
                      <a:pt x="396" y="404"/>
                      <a:pt x="390" y="388"/>
                      <a:pt x="378" y="388"/>
                    </a:cubicBezTo>
                    <a:cubicBezTo>
                      <a:pt x="367" y="388"/>
                      <a:pt x="351" y="402"/>
                      <a:pt x="331" y="430"/>
                    </a:cubicBezTo>
                    <a:cubicBezTo>
                      <a:pt x="283" y="430"/>
                      <a:pt x="266" y="430"/>
                      <a:pt x="266" y="373"/>
                    </a:cubicBezTo>
                    <a:cubicBezTo>
                      <a:pt x="266" y="312"/>
                      <a:pt x="266" y="282"/>
                      <a:pt x="263" y="282"/>
                    </a:cubicBezTo>
                    <a:cubicBezTo>
                      <a:pt x="260" y="282"/>
                      <a:pt x="254" y="312"/>
                      <a:pt x="242" y="373"/>
                    </a:cubicBezTo>
                    <a:cubicBezTo>
                      <a:pt x="230" y="401"/>
                      <a:pt x="224" y="416"/>
                      <a:pt x="216" y="416"/>
                    </a:cubicBezTo>
                    <a:cubicBezTo>
                      <a:pt x="208" y="416"/>
                      <a:pt x="197" y="401"/>
                      <a:pt x="177" y="373"/>
                    </a:cubicBezTo>
                    <a:cubicBezTo>
                      <a:pt x="165" y="341"/>
                      <a:pt x="159" y="324"/>
                      <a:pt x="153" y="324"/>
                    </a:cubicBezTo>
                    <a:cubicBezTo>
                      <a:pt x="147" y="324"/>
                      <a:pt x="141" y="341"/>
                      <a:pt x="129" y="373"/>
                    </a:cubicBezTo>
                    <a:cubicBezTo>
                      <a:pt x="129" y="486"/>
                      <a:pt x="129" y="551"/>
                      <a:pt x="153" y="551"/>
                    </a:cubicBezTo>
                    <a:cubicBezTo>
                      <a:pt x="177" y="551"/>
                      <a:pt x="177" y="551"/>
                      <a:pt x="177" y="608"/>
                    </a:cubicBezTo>
                    <a:lnTo>
                      <a:pt x="129" y="608"/>
                    </a:lnTo>
                    <a:cubicBezTo>
                      <a:pt x="104" y="608"/>
                      <a:pt x="88" y="608"/>
                      <a:pt x="39" y="665"/>
                    </a:cubicBezTo>
                    <a:cubicBezTo>
                      <a:pt x="7" y="717"/>
                      <a:pt x="0" y="805"/>
                      <a:pt x="20" y="805"/>
                    </a:cubicBezTo>
                    <a:cubicBezTo>
                      <a:pt x="25" y="805"/>
                      <a:pt x="31" y="799"/>
                      <a:pt x="39" y="786"/>
                    </a:cubicBezTo>
                    <a:lnTo>
                      <a:pt x="39" y="795"/>
                    </a:lnTo>
                    <a:lnTo>
                      <a:pt x="64" y="851"/>
                    </a:lnTo>
                    <a:cubicBezTo>
                      <a:pt x="64" y="941"/>
                      <a:pt x="74" y="985"/>
                      <a:pt x="84" y="985"/>
                    </a:cubicBezTo>
                    <a:cubicBezTo>
                      <a:pt x="94" y="985"/>
                      <a:pt x="104" y="941"/>
                      <a:pt x="104" y="851"/>
                    </a:cubicBezTo>
                    <a:cubicBezTo>
                      <a:pt x="104" y="754"/>
                      <a:pt x="104" y="709"/>
                      <a:pt x="108" y="709"/>
                    </a:cubicBezTo>
                    <a:cubicBezTo>
                      <a:pt x="112" y="709"/>
                      <a:pt x="118" y="740"/>
                      <a:pt x="129" y="795"/>
                    </a:cubicBezTo>
                    <a:cubicBezTo>
                      <a:pt x="129" y="916"/>
                      <a:pt x="153" y="916"/>
                      <a:pt x="169" y="916"/>
                    </a:cubicBezTo>
                    <a:cubicBezTo>
                      <a:pt x="193" y="916"/>
                      <a:pt x="193" y="916"/>
                      <a:pt x="193" y="973"/>
                    </a:cubicBezTo>
                    <a:cubicBezTo>
                      <a:pt x="193" y="1038"/>
                      <a:pt x="218" y="1095"/>
                      <a:pt x="242" y="1095"/>
                    </a:cubicBezTo>
                    <a:cubicBezTo>
                      <a:pt x="258" y="1095"/>
                      <a:pt x="258" y="1095"/>
                      <a:pt x="258" y="1038"/>
                    </a:cubicBezTo>
                    <a:cubicBezTo>
                      <a:pt x="251" y="1010"/>
                      <a:pt x="255" y="995"/>
                      <a:pt x="263" y="995"/>
                    </a:cubicBezTo>
                    <a:cubicBezTo>
                      <a:pt x="273" y="995"/>
                      <a:pt x="293" y="1024"/>
                      <a:pt x="307" y="1095"/>
                    </a:cubicBezTo>
                    <a:cubicBezTo>
                      <a:pt x="317" y="1122"/>
                      <a:pt x="323" y="1138"/>
                      <a:pt x="327" y="1138"/>
                    </a:cubicBezTo>
                    <a:cubicBezTo>
                      <a:pt x="331" y="1138"/>
                      <a:pt x="331" y="1108"/>
                      <a:pt x="331" y="1038"/>
                    </a:cubicBezTo>
                    <a:cubicBezTo>
                      <a:pt x="331" y="977"/>
                      <a:pt x="341" y="947"/>
                      <a:pt x="355" y="947"/>
                    </a:cubicBezTo>
                    <a:cubicBezTo>
                      <a:pt x="368" y="947"/>
                      <a:pt x="384" y="977"/>
                      <a:pt x="396" y="1038"/>
                    </a:cubicBezTo>
                    <a:lnTo>
                      <a:pt x="437" y="1038"/>
                    </a:lnTo>
                    <a:cubicBezTo>
                      <a:pt x="461" y="1038"/>
                      <a:pt x="461" y="981"/>
                      <a:pt x="461" y="916"/>
                    </a:cubicBezTo>
                    <a:cubicBezTo>
                      <a:pt x="461" y="850"/>
                      <a:pt x="461" y="822"/>
                      <a:pt x="466" y="822"/>
                    </a:cubicBezTo>
                    <a:cubicBezTo>
                      <a:pt x="469" y="822"/>
                      <a:pt x="475" y="836"/>
                      <a:pt x="485" y="859"/>
                    </a:cubicBezTo>
                    <a:cubicBezTo>
                      <a:pt x="502" y="900"/>
                      <a:pt x="502" y="941"/>
                      <a:pt x="510" y="981"/>
                    </a:cubicBezTo>
                    <a:cubicBezTo>
                      <a:pt x="510" y="1038"/>
                      <a:pt x="526" y="1038"/>
                      <a:pt x="550" y="1038"/>
                    </a:cubicBezTo>
                    <a:cubicBezTo>
                      <a:pt x="555" y="1038"/>
                      <a:pt x="561" y="1038"/>
                      <a:pt x="566" y="1038"/>
                    </a:cubicBezTo>
                    <a:cubicBezTo>
                      <a:pt x="589" y="1038"/>
                      <a:pt x="615" y="1033"/>
                      <a:pt x="615" y="981"/>
                    </a:cubicBezTo>
                    <a:lnTo>
                      <a:pt x="615" y="1046"/>
                    </a:lnTo>
                    <a:cubicBezTo>
                      <a:pt x="631" y="1046"/>
                      <a:pt x="637" y="1071"/>
                      <a:pt x="638" y="1071"/>
                    </a:cubicBezTo>
                    <a:cubicBezTo>
                      <a:pt x="639" y="1071"/>
                      <a:pt x="639" y="1065"/>
                      <a:pt x="639" y="1046"/>
                    </a:cubicBezTo>
                    <a:cubicBezTo>
                      <a:pt x="639" y="1046"/>
                      <a:pt x="664" y="1046"/>
                      <a:pt x="704" y="1103"/>
                    </a:cubicBezTo>
                    <a:cubicBezTo>
                      <a:pt x="714" y="1115"/>
                      <a:pt x="724" y="1121"/>
                      <a:pt x="733" y="1121"/>
                    </a:cubicBezTo>
                    <a:cubicBezTo>
                      <a:pt x="773" y="1121"/>
                      <a:pt x="805" y="1023"/>
                      <a:pt x="753" y="924"/>
                    </a:cubicBezTo>
                    <a:lnTo>
                      <a:pt x="777" y="924"/>
                    </a:lnTo>
                    <a:cubicBezTo>
                      <a:pt x="793" y="924"/>
                      <a:pt x="793" y="868"/>
                      <a:pt x="793" y="868"/>
                    </a:cubicBezTo>
                    <a:cubicBezTo>
                      <a:pt x="793" y="820"/>
                      <a:pt x="807" y="807"/>
                      <a:pt x="823" y="807"/>
                    </a:cubicBezTo>
                    <a:cubicBezTo>
                      <a:pt x="829" y="807"/>
                      <a:pt x="836" y="809"/>
                      <a:pt x="842" y="811"/>
                    </a:cubicBezTo>
                    <a:lnTo>
                      <a:pt x="842" y="924"/>
                    </a:lnTo>
                    <a:cubicBezTo>
                      <a:pt x="828" y="1029"/>
                      <a:pt x="839" y="1095"/>
                      <a:pt x="853" y="1095"/>
                    </a:cubicBezTo>
                    <a:cubicBezTo>
                      <a:pt x="864" y="1095"/>
                      <a:pt x="876" y="1063"/>
                      <a:pt x="883" y="989"/>
                    </a:cubicBezTo>
                    <a:lnTo>
                      <a:pt x="883" y="1046"/>
                    </a:lnTo>
                    <a:cubicBezTo>
                      <a:pt x="883" y="1078"/>
                      <a:pt x="889" y="1095"/>
                      <a:pt x="901" y="1095"/>
                    </a:cubicBezTo>
                    <a:cubicBezTo>
                      <a:pt x="913" y="1095"/>
                      <a:pt x="931" y="1078"/>
                      <a:pt x="956" y="1046"/>
                    </a:cubicBezTo>
                    <a:cubicBezTo>
                      <a:pt x="972" y="1046"/>
                      <a:pt x="996" y="932"/>
                      <a:pt x="996" y="868"/>
                    </a:cubicBezTo>
                    <a:cubicBezTo>
                      <a:pt x="996" y="811"/>
                      <a:pt x="1020" y="811"/>
                      <a:pt x="1020" y="811"/>
                    </a:cubicBezTo>
                    <a:cubicBezTo>
                      <a:pt x="1045" y="811"/>
                      <a:pt x="1045" y="811"/>
                      <a:pt x="1045" y="868"/>
                    </a:cubicBezTo>
                    <a:cubicBezTo>
                      <a:pt x="1045" y="929"/>
                      <a:pt x="1055" y="960"/>
                      <a:pt x="1069" y="960"/>
                    </a:cubicBezTo>
                    <a:cubicBezTo>
                      <a:pt x="1082" y="960"/>
                      <a:pt x="1098" y="931"/>
                      <a:pt x="1110" y="876"/>
                    </a:cubicBezTo>
                    <a:lnTo>
                      <a:pt x="1110" y="932"/>
                    </a:lnTo>
                    <a:cubicBezTo>
                      <a:pt x="1110" y="974"/>
                      <a:pt x="1122" y="1019"/>
                      <a:pt x="1170" y="1019"/>
                    </a:cubicBezTo>
                    <a:cubicBezTo>
                      <a:pt x="1188" y="1019"/>
                      <a:pt x="1211" y="1013"/>
                      <a:pt x="1239" y="997"/>
                    </a:cubicBezTo>
                    <a:cubicBezTo>
                      <a:pt x="1329" y="997"/>
                      <a:pt x="1401" y="997"/>
                      <a:pt x="1401" y="1062"/>
                    </a:cubicBezTo>
                    <a:cubicBezTo>
                      <a:pt x="1401" y="1072"/>
                      <a:pt x="1404" y="1077"/>
                      <a:pt x="1409" y="1077"/>
                    </a:cubicBezTo>
                    <a:cubicBezTo>
                      <a:pt x="1431" y="1077"/>
                      <a:pt x="1498" y="977"/>
                      <a:pt x="1531" y="884"/>
                    </a:cubicBezTo>
                    <a:cubicBezTo>
                      <a:pt x="1531" y="941"/>
                      <a:pt x="1556" y="941"/>
                      <a:pt x="1596" y="941"/>
                    </a:cubicBezTo>
                    <a:cubicBezTo>
                      <a:pt x="1669" y="941"/>
                      <a:pt x="1669" y="941"/>
                      <a:pt x="1669" y="1005"/>
                    </a:cubicBezTo>
                    <a:cubicBezTo>
                      <a:pt x="1657" y="1062"/>
                      <a:pt x="1651" y="1091"/>
                      <a:pt x="1653" y="1091"/>
                    </a:cubicBezTo>
                    <a:cubicBezTo>
                      <a:pt x="1655" y="1091"/>
                      <a:pt x="1665" y="1062"/>
                      <a:pt x="1685" y="1005"/>
                    </a:cubicBezTo>
                    <a:cubicBezTo>
                      <a:pt x="1694" y="959"/>
                      <a:pt x="1710" y="940"/>
                      <a:pt x="1725" y="940"/>
                    </a:cubicBezTo>
                    <a:cubicBezTo>
                      <a:pt x="1749" y="940"/>
                      <a:pt x="1774" y="992"/>
                      <a:pt x="1774" y="1062"/>
                    </a:cubicBezTo>
                    <a:cubicBezTo>
                      <a:pt x="1774" y="1127"/>
                      <a:pt x="1799" y="1127"/>
                      <a:pt x="1839" y="1127"/>
                    </a:cubicBezTo>
                    <a:cubicBezTo>
                      <a:pt x="1859" y="1075"/>
                      <a:pt x="1894" y="1070"/>
                      <a:pt x="1928" y="1070"/>
                    </a:cubicBezTo>
                    <a:cubicBezTo>
                      <a:pt x="1936" y="1070"/>
                      <a:pt x="1945" y="1070"/>
                      <a:pt x="1953" y="1070"/>
                    </a:cubicBezTo>
                    <a:cubicBezTo>
                      <a:pt x="2018" y="1070"/>
                      <a:pt x="2018" y="1070"/>
                      <a:pt x="2018" y="949"/>
                    </a:cubicBezTo>
                    <a:cubicBezTo>
                      <a:pt x="2024" y="852"/>
                      <a:pt x="2036" y="832"/>
                      <a:pt x="2065" y="832"/>
                    </a:cubicBezTo>
                    <a:cubicBezTo>
                      <a:pt x="2072" y="832"/>
                      <a:pt x="2081" y="833"/>
                      <a:pt x="2091" y="835"/>
                    </a:cubicBezTo>
                    <a:cubicBezTo>
                      <a:pt x="2115" y="835"/>
                      <a:pt x="2131" y="835"/>
                      <a:pt x="2131" y="892"/>
                    </a:cubicBezTo>
                    <a:cubicBezTo>
                      <a:pt x="2131" y="892"/>
                      <a:pt x="2156" y="949"/>
                      <a:pt x="2180" y="957"/>
                    </a:cubicBezTo>
                    <a:cubicBezTo>
                      <a:pt x="2196" y="957"/>
                      <a:pt x="2220" y="957"/>
                      <a:pt x="2220" y="1013"/>
                    </a:cubicBezTo>
                    <a:cubicBezTo>
                      <a:pt x="2220" y="1013"/>
                      <a:pt x="2245" y="1070"/>
                      <a:pt x="2285" y="1078"/>
                    </a:cubicBezTo>
                    <a:cubicBezTo>
                      <a:pt x="2334" y="1078"/>
                      <a:pt x="2374" y="1078"/>
                      <a:pt x="2374" y="1135"/>
                    </a:cubicBezTo>
                    <a:cubicBezTo>
                      <a:pt x="2399" y="1135"/>
                      <a:pt x="2399" y="1135"/>
                      <a:pt x="2399" y="1078"/>
                    </a:cubicBezTo>
                    <a:cubicBezTo>
                      <a:pt x="2399" y="1034"/>
                      <a:pt x="2410" y="993"/>
                      <a:pt x="2446" y="993"/>
                    </a:cubicBezTo>
                    <a:cubicBezTo>
                      <a:pt x="2463" y="993"/>
                      <a:pt x="2484" y="1001"/>
                      <a:pt x="2512" y="1022"/>
                    </a:cubicBezTo>
                    <a:cubicBezTo>
                      <a:pt x="2553" y="1022"/>
                      <a:pt x="2626" y="1022"/>
                      <a:pt x="2626" y="965"/>
                    </a:cubicBezTo>
                    <a:cubicBezTo>
                      <a:pt x="2642" y="965"/>
                      <a:pt x="2642" y="965"/>
                      <a:pt x="2642" y="1022"/>
                    </a:cubicBezTo>
                    <a:cubicBezTo>
                      <a:pt x="2642" y="1082"/>
                      <a:pt x="2654" y="1113"/>
                      <a:pt x="2671" y="1113"/>
                    </a:cubicBezTo>
                    <a:cubicBezTo>
                      <a:pt x="2689" y="1113"/>
                      <a:pt x="2711" y="1082"/>
                      <a:pt x="2731" y="1022"/>
                    </a:cubicBezTo>
                    <a:cubicBezTo>
                      <a:pt x="2731" y="993"/>
                      <a:pt x="2737" y="979"/>
                      <a:pt x="2746" y="979"/>
                    </a:cubicBezTo>
                    <a:cubicBezTo>
                      <a:pt x="2755" y="979"/>
                      <a:pt x="2768" y="993"/>
                      <a:pt x="2780" y="1022"/>
                    </a:cubicBezTo>
                    <a:cubicBezTo>
                      <a:pt x="2780" y="1022"/>
                      <a:pt x="2804" y="1022"/>
                      <a:pt x="2820" y="965"/>
                    </a:cubicBezTo>
                    <a:cubicBezTo>
                      <a:pt x="2833" y="936"/>
                      <a:pt x="2839" y="922"/>
                      <a:pt x="2848" y="922"/>
                    </a:cubicBezTo>
                    <a:cubicBezTo>
                      <a:pt x="2857" y="922"/>
                      <a:pt x="2869" y="936"/>
                      <a:pt x="2893" y="965"/>
                    </a:cubicBezTo>
                    <a:cubicBezTo>
                      <a:pt x="2893" y="1030"/>
                      <a:pt x="2910" y="1030"/>
                      <a:pt x="2934" y="1030"/>
                    </a:cubicBezTo>
                    <a:cubicBezTo>
                      <a:pt x="2957" y="999"/>
                      <a:pt x="3022" y="985"/>
                      <a:pt x="3088" y="985"/>
                    </a:cubicBezTo>
                    <a:cubicBezTo>
                      <a:pt x="3162" y="985"/>
                      <a:pt x="3237" y="1003"/>
                      <a:pt x="3250" y="1038"/>
                    </a:cubicBezTo>
                    <a:cubicBezTo>
                      <a:pt x="3266" y="973"/>
                      <a:pt x="3266" y="973"/>
                      <a:pt x="3291" y="973"/>
                    </a:cubicBezTo>
                    <a:cubicBezTo>
                      <a:pt x="3300" y="1020"/>
                      <a:pt x="3308" y="1041"/>
                      <a:pt x="3315" y="1041"/>
                    </a:cubicBezTo>
                    <a:cubicBezTo>
                      <a:pt x="3326" y="1041"/>
                      <a:pt x="3334" y="990"/>
                      <a:pt x="3339" y="916"/>
                    </a:cubicBezTo>
                    <a:lnTo>
                      <a:pt x="3291" y="916"/>
                    </a:lnTo>
                    <a:cubicBezTo>
                      <a:pt x="3291" y="862"/>
                      <a:pt x="3304" y="832"/>
                      <a:pt x="3318" y="832"/>
                    </a:cubicBezTo>
                    <a:cubicBezTo>
                      <a:pt x="3336" y="832"/>
                      <a:pt x="3355" y="878"/>
                      <a:pt x="3355" y="981"/>
                    </a:cubicBezTo>
                    <a:cubicBezTo>
                      <a:pt x="3368" y="1038"/>
                      <a:pt x="3374" y="1066"/>
                      <a:pt x="3380" y="1066"/>
                    </a:cubicBezTo>
                    <a:cubicBezTo>
                      <a:pt x="3386" y="1066"/>
                      <a:pt x="3392" y="1038"/>
                      <a:pt x="3404" y="981"/>
                    </a:cubicBezTo>
                    <a:cubicBezTo>
                      <a:pt x="3416" y="920"/>
                      <a:pt x="3426" y="890"/>
                      <a:pt x="3437" y="890"/>
                    </a:cubicBezTo>
                    <a:cubicBezTo>
                      <a:pt x="3447" y="890"/>
                      <a:pt x="3457" y="920"/>
                      <a:pt x="3469" y="981"/>
                    </a:cubicBezTo>
                    <a:cubicBezTo>
                      <a:pt x="3469" y="1042"/>
                      <a:pt x="3469" y="1072"/>
                      <a:pt x="3472" y="1072"/>
                    </a:cubicBezTo>
                    <a:cubicBezTo>
                      <a:pt x="3475" y="1072"/>
                      <a:pt x="3481" y="1042"/>
                      <a:pt x="3493" y="981"/>
                    </a:cubicBezTo>
                    <a:cubicBezTo>
                      <a:pt x="3516" y="845"/>
                      <a:pt x="3549" y="768"/>
                      <a:pt x="3572" y="768"/>
                    </a:cubicBezTo>
                    <a:cubicBezTo>
                      <a:pt x="3590" y="768"/>
                      <a:pt x="3602" y="817"/>
                      <a:pt x="3599" y="924"/>
                    </a:cubicBezTo>
                    <a:cubicBezTo>
                      <a:pt x="3599" y="1038"/>
                      <a:pt x="3623" y="1103"/>
                      <a:pt x="3647" y="1103"/>
                    </a:cubicBezTo>
                    <a:cubicBezTo>
                      <a:pt x="3672" y="1103"/>
                      <a:pt x="3672" y="1046"/>
                      <a:pt x="3672" y="981"/>
                    </a:cubicBezTo>
                    <a:cubicBezTo>
                      <a:pt x="3660" y="921"/>
                      <a:pt x="3660" y="893"/>
                      <a:pt x="3667" y="893"/>
                    </a:cubicBezTo>
                    <a:cubicBezTo>
                      <a:pt x="3675" y="893"/>
                      <a:pt x="3692" y="923"/>
                      <a:pt x="3712" y="981"/>
                    </a:cubicBezTo>
                    <a:cubicBezTo>
                      <a:pt x="3748" y="1084"/>
                      <a:pt x="3779" y="1130"/>
                      <a:pt x="3810" y="1130"/>
                    </a:cubicBezTo>
                    <a:cubicBezTo>
                      <a:pt x="3836" y="1130"/>
                      <a:pt x="3862" y="1100"/>
                      <a:pt x="3891" y="1046"/>
                    </a:cubicBezTo>
                    <a:cubicBezTo>
                      <a:pt x="3935" y="989"/>
                      <a:pt x="3974" y="961"/>
                      <a:pt x="3993" y="961"/>
                    </a:cubicBezTo>
                    <a:cubicBezTo>
                      <a:pt x="4012" y="961"/>
                      <a:pt x="4012" y="989"/>
                      <a:pt x="3980" y="1046"/>
                    </a:cubicBezTo>
                    <a:cubicBezTo>
                      <a:pt x="3956" y="1118"/>
                      <a:pt x="3946" y="1147"/>
                      <a:pt x="3950" y="1147"/>
                    </a:cubicBezTo>
                    <a:cubicBezTo>
                      <a:pt x="3954" y="1147"/>
                      <a:pt x="3963" y="1134"/>
                      <a:pt x="3980" y="1111"/>
                    </a:cubicBezTo>
                    <a:lnTo>
                      <a:pt x="4093" y="1111"/>
                    </a:lnTo>
                    <a:cubicBezTo>
                      <a:pt x="4118" y="1111"/>
                      <a:pt x="4134" y="1054"/>
                      <a:pt x="4134" y="989"/>
                    </a:cubicBezTo>
                    <a:cubicBezTo>
                      <a:pt x="4149" y="1065"/>
                      <a:pt x="4174" y="1119"/>
                      <a:pt x="4200" y="1119"/>
                    </a:cubicBezTo>
                    <a:cubicBezTo>
                      <a:pt x="4216" y="1119"/>
                      <a:pt x="4232" y="1100"/>
                      <a:pt x="4247" y="1054"/>
                    </a:cubicBezTo>
                    <a:lnTo>
                      <a:pt x="4296" y="1054"/>
                    </a:lnTo>
                    <a:cubicBezTo>
                      <a:pt x="4312" y="1054"/>
                      <a:pt x="4312" y="1054"/>
                      <a:pt x="4337" y="997"/>
                    </a:cubicBezTo>
                    <a:cubicBezTo>
                      <a:pt x="4344" y="981"/>
                      <a:pt x="4351" y="974"/>
                      <a:pt x="4358" y="974"/>
                    </a:cubicBezTo>
                    <a:cubicBezTo>
                      <a:pt x="4374" y="974"/>
                      <a:pt x="4390" y="1014"/>
                      <a:pt x="4401" y="1054"/>
                    </a:cubicBezTo>
                    <a:cubicBezTo>
                      <a:pt x="4419" y="1100"/>
                      <a:pt x="4436" y="1142"/>
                      <a:pt x="4445" y="1142"/>
                    </a:cubicBezTo>
                    <a:cubicBezTo>
                      <a:pt x="4448" y="1142"/>
                      <a:pt x="4450" y="1135"/>
                      <a:pt x="4450" y="1119"/>
                    </a:cubicBezTo>
                    <a:cubicBezTo>
                      <a:pt x="4458" y="1054"/>
                      <a:pt x="4482" y="997"/>
                      <a:pt x="4515" y="941"/>
                    </a:cubicBezTo>
                    <a:cubicBezTo>
                      <a:pt x="4522" y="924"/>
                      <a:pt x="4529" y="917"/>
                      <a:pt x="4535" y="917"/>
                    </a:cubicBezTo>
                    <a:cubicBezTo>
                      <a:pt x="4549" y="917"/>
                      <a:pt x="4556" y="957"/>
                      <a:pt x="4539" y="997"/>
                    </a:cubicBezTo>
                    <a:cubicBezTo>
                      <a:pt x="4539" y="1062"/>
                      <a:pt x="4539" y="1062"/>
                      <a:pt x="4580" y="1119"/>
                    </a:cubicBezTo>
                    <a:cubicBezTo>
                      <a:pt x="4604" y="1119"/>
                      <a:pt x="4653" y="1119"/>
                      <a:pt x="4653" y="1062"/>
                    </a:cubicBezTo>
                    <a:cubicBezTo>
                      <a:pt x="4653" y="1035"/>
                      <a:pt x="4683" y="1021"/>
                      <a:pt x="4717" y="1021"/>
                    </a:cubicBezTo>
                    <a:cubicBezTo>
                      <a:pt x="4753" y="1021"/>
                      <a:pt x="4794" y="1037"/>
                      <a:pt x="4807" y="1070"/>
                    </a:cubicBezTo>
                    <a:lnTo>
                      <a:pt x="4847" y="1070"/>
                    </a:lnTo>
                    <a:cubicBezTo>
                      <a:pt x="4872" y="1070"/>
                      <a:pt x="4896" y="1005"/>
                      <a:pt x="4920" y="1005"/>
                    </a:cubicBezTo>
                    <a:cubicBezTo>
                      <a:pt x="4920" y="1005"/>
                      <a:pt x="4936" y="1005"/>
                      <a:pt x="4961" y="949"/>
                    </a:cubicBezTo>
                    <a:cubicBezTo>
                      <a:pt x="4985" y="949"/>
                      <a:pt x="5009" y="949"/>
                      <a:pt x="5009" y="1013"/>
                    </a:cubicBezTo>
                    <a:cubicBezTo>
                      <a:pt x="5018" y="953"/>
                      <a:pt x="5022" y="922"/>
                      <a:pt x="5027" y="922"/>
                    </a:cubicBezTo>
                    <a:cubicBezTo>
                      <a:pt x="5032" y="922"/>
                      <a:pt x="5038" y="953"/>
                      <a:pt x="5050" y="1013"/>
                    </a:cubicBezTo>
                    <a:cubicBezTo>
                      <a:pt x="5050" y="1074"/>
                      <a:pt x="5050" y="1105"/>
                      <a:pt x="5053" y="1105"/>
                    </a:cubicBezTo>
                    <a:cubicBezTo>
                      <a:pt x="5056" y="1105"/>
                      <a:pt x="5062" y="1074"/>
                      <a:pt x="5074" y="1013"/>
                    </a:cubicBezTo>
                    <a:cubicBezTo>
                      <a:pt x="5086" y="981"/>
                      <a:pt x="5093" y="965"/>
                      <a:pt x="5098" y="965"/>
                    </a:cubicBezTo>
                    <a:cubicBezTo>
                      <a:pt x="5103" y="965"/>
                      <a:pt x="5107" y="981"/>
                      <a:pt x="5115" y="1013"/>
                    </a:cubicBezTo>
                    <a:cubicBezTo>
                      <a:pt x="5115" y="1042"/>
                      <a:pt x="5121" y="1056"/>
                      <a:pt x="5127" y="1056"/>
                    </a:cubicBezTo>
                    <a:cubicBezTo>
                      <a:pt x="5133" y="1056"/>
                      <a:pt x="5139" y="1042"/>
                      <a:pt x="5139" y="1013"/>
                    </a:cubicBezTo>
                    <a:cubicBezTo>
                      <a:pt x="5154" y="939"/>
                      <a:pt x="5184" y="889"/>
                      <a:pt x="5205" y="889"/>
                    </a:cubicBezTo>
                    <a:cubicBezTo>
                      <a:pt x="5219" y="889"/>
                      <a:pt x="5228" y="909"/>
                      <a:pt x="5228" y="957"/>
                    </a:cubicBezTo>
                    <a:cubicBezTo>
                      <a:pt x="5228" y="957"/>
                      <a:pt x="5253" y="957"/>
                      <a:pt x="5277" y="892"/>
                    </a:cubicBezTo>
                    <a:cubicBezTo>
                      <a:pt x="5285" y="835"/>
                      <a:pt x="5289" y="807"/>
                      <a:pt x="5291" y="807"/>
                    </a:cubicBezTo>
                    <a:cubicBezTo>
                      <a:pt x="5293" y="807"/>
                      <a:pt x="5293" y="835"/>
                      <a:pt x="5293" y="892"/>
                    </a:cubicBezTo>
                    <a:cubicBezTo>
                      <a:pt x="5306" y="954"/>
                      <a:pt x="5318" y="984"/>
                      <a:pt x="5330" y="984"/>
                    </a:cubicBezTo>
                    <a:cubicBezTo>
                      <a:pt x="5342" y="984"/>
                      <a:pt x="5354" y="956"/>
                      <a:pt x="5366" y="900"/>
                    </a:cubicBezTo>
                    <a:cubicBezTo>
                      <a:pt x="5366" y="900"/>
                      <a:pt x="5373" y="871"/>
                      <a:pt x="5385" y="871"/>
                    </a:cubicBezTo>
                    <a:cubicBezTo>
                      <a:pt x="5391" y="871"/>
                      <a:pt x="5399" y="878"/>
                      <a:pt x="5407" y="900"/>
                    </a:cubicBezTo>
                    <a:cubicBezTo>
                      <a:pt x="5430" y="933"/>
                      <a:pt x="5487" y="969"/>
                      <a:pt x="5525" y="969"/>
                    </a:cubicBezTo>
                    <a:cubicBezTo>
                      <a:pt x="5553" y="969"/>
                      <a:pt x="5571" y="951"/>
                      <a:pt x="5561" y="900"/>
                    </a:cubicBezTo>
                    <a:lnTo>
                      <a:pt x="5609" y="900"/>
                    </a:lnTo>
                    <a:cubicBezTo>
                      <a:pt x="5630" y="932"/>
                      <a:pt x="5646" y="949"/>
                      <a:pt x="5660" y="949"/>
                    </a:cubicBezTo>
                    <a:cubicBezTo>
                      <a:pt x="5674" y="949"/>
                      <a:pt x="5686" y="932"/>
                      <a:pt x="5699" y="900"/>
                    </a:cubicBezTo>
                    <a:lnTo>
                      <a:pt x="5715" y="843"/>
                    </a:lnTo>
                    <a:cubicBezTo>
                      <a:pt x="5715" y="900"/>
                      <a:pt x="5739" y="965"/>
                      <a:pt x="5763" y="965"/>
                    </a:cubicBezTo>
                    <a:cubicBezTo>
                      <a:pt x="5788" y="965"/>
                      <a:pt x="5788" y="965"/>
                      <a:pt x="5788" y="908"/>
                    </a:cubicBezTo>
                    <a:cubicBezTo>
                      <a:pt x="5763" y="843"/>
                      <a:pt x="5788" y="843"/>
                      <a:pt x="5804" y="843"/>
                    </a:cubicBezTo>
                    <a:cubicBezTo>
                      <a:pt x="5828" y="843"/>
                      <a:pt x="5853" y="908"/>
                      <a:pt x="5853" y="965"/>
                    </a:cubicBezTo>
                    <a:lnTo>
                      <a:pt x="5877" y="965"/>
                    </a:lnTo>
                    <a:cubicBezTo>
                      <a:pt x="5877" y="895"/>
                      <a:pt x="5882" y="868"/>
                      <a:pt x="5887" y="868"/>
                    </a:cubicBezTo>
                    <a:cubicBezTo>
                      <a:pt x="5890" y="868"/>
                      <a:pt x="5893" y="884"/>
                      <a:pt x="5893" y="908"/>
                    </a:cubicBezTo>
                    <a:cubicBezTo>
                      <a:pt x="5918" y="965"/>
                      <a:pt x="5942" y="965"/>
                      <a:pt x="5966" y="965"/>
                    </a:cubicBezTo>
                    <a:cubicBezTo>
                      <a:pt x="5966" y="946"/>
                      <a:pt x="5968" y="940"/>
                      <a:pt x="5970" y="940"/>
                    </a:cubicBezTo>
                    <a:cubicBezTo>
                      <a:pt x="5973" y="940"/>
                      <a:pt x="5977" y="965"/>
                      <a:pt x="5966" y="965"/>
                    </a:cubicBezTo>
                    <a:lnTo>
                      <a:pt x="5966" y="1030"/>
                    </a:lnTo>
                    <a:cubicBezTo>
                      <a:pt x="5971" y="1046"/>
                      <a:pt x="5974" y="1053"/>
                      <a:pt x="5977" y="1053"/>
                    </a:cubicBezTo>
                    <a:cubicBezTo>
                      <a:pt x="5982" y="1053"/>
                      <a:pt x="5982" y="1011"/>
                      <a:pt x="5982" y="965"/>
                    </a:cubicBezTo>
                    <a:lnTo>
                      <a:pt x="6031" y="973"/>
                    </a:lnTo>
                    <a:cubicBezTo>
                      <a:pt x="6055" y="973"/>
                      <a:pt x="6072" y="973"/>
                      <a:pt x="6055" y="908"/>
                    </a:cubicBezTo>
                    <a:cubicBezTo>
                      <a:pt x="6055" y="855"/>
                      <a:pt x="6055" y="794"/>
                      <a:pt x="6069" y="794"/>
                    </a:cubicBezTo>
                    <a:cubicBezTo>
                      <a:pt x="6070" y="794"/>
                      <a:pt x="6071" y="794"/>
                      <a:pt x="6072" y="795"/>
                    </a:cubicBezTo>
                    <a:cubicBezTo>
                      <a:pt x="6072" y="773"/>
                      <a:pt x="6074" y="766"/>
                      <a:pt x="6077" y="766"/>
                    </a:cubicBezTo>
                    <a:cubicBezTo>
                      <a:pt x="6082" y="766"/>
                      <a:pt x="6088" y="795"/>
                      <a:pt x="6072" y="795"/>
                    </a:cubicBezTo>
                    <a:cubicBezTo>
                      <a:pt x="6072" y="851"/>
                      <a:pt x="6072" y="908"/>
                      <a:pt x="6096" y="908"/>
                    </a:cubicBezTo>
                    <a:cubicBezTo>
                      <a:pt x="6120" y="908"/>
                      <a:pt x="6120" y="973"/>
                      <a:pt x="6120" y="973"/>
                    </a:cubicBezTo>
                    <a:cubicBezTo>
                      <a:pt x="6110" y="1021"/>
                      <a:pt x="6120" y="1038"/>
                      <a:pt x="6137" y="1038"/>
                    </a:cubicBezTo>
                    <a:cubicBezTo>
                      <a:pt x="6160" y="1038"/>
                      <a:pt x="6195" y="1006"/>
                      <a:pt x="6209" y="973"/>
                    </a:cubicBezTo>
                    <a:cubicBezTo>
                      <a:pt x="6230" y="912"/>
                      <a:pt x="6246" y="882"/>
                      <a:pt x="6257" y="882"/>
                    </a:cubicBezTo>
                    <a:cubicBezTo>
                      <a:pt x="6268" y="882"/>
                      <a:pt x="6274" y="912"/>
                      <a:pt x="6274" y="973"/>
                    </a:cubicBezTo>
                    <a:cubicBezTo>
                      <a:pt x="6274" y="1007"/>
                      <a:pt x="6278" y="1022"/>
                      <a:pt x="6284" y="1022"/>
                    </a:cubicBezTo>
                    <a:cubicBezTo>
                      <a:pt x="6299" y="1022"/>
                      <a:pt x="6327" y="923"/>
                      <a:pt x="6339" y="795"/>
                    </a:cubicBezTo>
                    <a:lnTo>
                      <a:pt x="6363" y="616"/>
                    </a:lnTo>
                    <a:lnTo>
                      <a:pt x="6363" y="795"/>
                    </a:lnTo>
                    <a:cubicBezTo>
                      <a:pt x="6378" y="937"/>
                      <a:pt x="6384" y="996"/>
                      <a:pt x="6399" y="996"/>
                    </a:cubicBezTo>
                    <a:cubicBezTo>
                      <a:pt x="6410" y="996"/>
                      <a:pt x="6426" y="967"/>
                      <a:pt x="6453" y="916"/>
                    </a:cubicBezTo>
                    <a:cubicBezTo>
                      <a:pt x="6477" y="888"/>
                      <a:pt x="6489" y="874"/>
                      <a:pt x="6495" y="874"/>
                    </a:cubicBezTo>
                    <a:cubicBezTo>
                      <a:pt x="6501" y="874"/>
                      <a:pt x="6501" y="888"/>
                      <a:pt x="6501" y="916"/>
                    </a:cubicBezTo>
                    <a:cubicBezTo>
                      <a:pt x="6501" y="981"/>
                      <a:pt x="6517" y="981"/>
                      <a:pt x="6590" y="981"/>
                    </a:cubicBezTo>
                    <a:cubicBezTo>
                      <a:pt x="6655" y="981"/>
                      <a:pt x="6680" y="981"/>
                      <a:pt x="6680" y="924"/>
                    </a:cubicBezTo>
                    <a:lnTo>
                      <a:pt x="6720" y="924"/>
                    </a:lnTo>
                    <a:cubicBezTo>
                      <a:pt x="6729" y="970"/>
                      <a:pt x="6741" y="990"/>
                      <a:pt x="6751" y="990"/>
                    </a:cubicBezTo>
                    <a:cubicBezTo>
                      <a:pt x="6767" y="990"/>
                      <a:pt x="6779" y="938"/>
                      <a:pt x="6769" y="868"/>
                    </a:cubicBezTo>
                    <a:lnTo>
                      <a:pt x="6809" y="868"/>
                    </a:lnTo>
                    <a:lnTo>
                      <a:pt x="6809" y="924"/>
                    </a:lnTo>
                    <a:cubicBezTo>
                      <a:pt x="6809" y="981"/>
                      <a:pt x="6858" y="989"/>
                      <a:pt x="7036" y="989"/>
                    </a:cubicBezTo>
                    <a:cubicBezTo>
                      <a:pt x="7076" y="991"/>
                      <a:pt x="7109" y="992"/>
                      <a:pt x="7136" y="992"/>
                    </a:cubicBezTo>
                    <a:cubicBezTo>
                      <a:pt x="7240" y="992"/>
                      <a:pt x="7255" y="972"/>
                      <a:pt x="7255" y="876"/>
                    </a:cubicBezTo>
                    <a:cubicBezTo>
                      <a:pt x="7267" y="815"/>
                      <a:pt x="7280" y="784"/>
                      <a:pt x="7289" y="784"/>
                    </a:cubicBezTo>
                    <a:cubicBezTo>
                      <a:pt x="7298" y="784"/>
                      <a:pt x="7304" y="815"/>
                      <a:pt x="7304" y="876"/>
                    </a:cubicBezTo>
                    <a:cubicBezTo>
                      <a:pt x="7304" y="916"/>
                      <a:pt x="7312" y="959"/>
                      <a:pt x="7317" y="959"/>
                    </a:cubicBezTo>
                    <a:cubicBezTo>
                      <a:pt x="7319" y="959"/>
                      <a:pt x="7320" y="952"/>
                      <a:pt x="7320" y="932"/>
                    </a:cubicBezTo>
                    <a:cubicBezTo>
                      <a:pt x="7320" y="932"/>
                      <a:pt x="7369" y="932"/>
                      <a:pt x="7393" y="997"/>
                    </a:cubicBezTo>
                    <a:cubicBezTo>
                      <a:pt x="7420" y="1048"/>
                      <a:pt x="7440" y="1066"/>
                      <a:pt x="7454" y="1066"/>
                    </a:cubicBezTo>
                    <a:cubicBezTo>
                      <a:pt x="7474" y="1066"/>
                      <a:pt x="7482" y="1030"/>
                      <a:pt x="7482" y="997"/>
                    </a:cubicBezTo>
                    <a:cubicBezTo>
                      <a:pt x="7472" y="947"/>
                      <a:pt x="7470" y="928"/>
                      <a:pt x="7473" y="928"/>
                    </a:cubicBezTo>
                    <a:cubicBezTo>
                      <a:pt x="7477" y="928"/>
                      <a:pt x="7489" y="964"/>
                      <a:pt x="7499" y="997"/>
                    </a:cubicBezTo>
                    <a:cubicBezTo>
                      <a:pt x="7516" y="1043"/>
                      <a:pt x="7533" y="1085"/>
                      <a:pt x="7542" y="1085"/>
                    </a:cubicBezTo>
                    <a:cubicBezTo>
                      <a:pt x="7545" y="1085"/>
                      <a:pt x="7547" y="1079"/>
                      <a:pt x="7547" y="1062"/>
                    </a:cubicBezTo>
                    <a:cubicBezTo>
                      <a:pt x="7561" y="1025"/>
                      <a:pt x="7609" y="991"/>
                      <a:pt x="7648" y="991"/>
                    </a:cubicBezTo>
                    <a:cubicBezTo>
                      <a:pt x="7677" y="991"/>
                      <a:pt x="7701" y="1010"/>
                      <a:pt x="7701" y="1062"/>
                    </a:cubicBezTo>
                    <a:lnTo>
                      <a:pt x="7750" y="1062"/>
                    </a:lnTo>
                    <a:cubicBezTo>
                      <a:pt x="7750" y="1005"/>
                      <a:pt x="7790" y="1005"/>
                      <a:pt x="7839" y="1005"/>
                    </a:cubicBezTo>
                    <a:cubicBezTo>
                      <a:pt x="7880" y="1005"/>
                      <a:pt x="7904" y="1005"/>
                      <a:pt x="7904" y="1062"/>
                    </a:cubicBezTo>
                    <a:cubicBezTo>
                      <a:pt x="7891" y="1096"/>
                      <a:pt x="7892" y="1112"/>
                      <a:pt x="7901" y="1112"/>
                    </a:cubicBezTo>
                    <a:cubicBezTo>
                      <a:pt x="7909" y="1112"/>
                      <a:pt x="7925" y="1098"/>
                      <a:pt x="7944" y="1070"/>
                    </a:cubicBezTo>
                    <a:cubicBezTo>
                      <a:pt x="7969" y="1070"/>
                      <a:pt x="7993" y="949"/>
                      <a:pt x="8017" y="949"/>
                    </a:cubicBezTo>
                    <a:cubicBezTo>
                      <a:pt x="8017" y="892"/>
                      <a:pt x="8034" y="827"/>
                      <a:pt x="8058" y="827"/>
                    </a:cubicBezTo>
                    <a:lnTo>
                      <a:pt x="8058" y="892"/>
                    </a:lnTo>
                    <a:lnTo>
                      <a:pt x="8058" y="1013"/>
                    </a:lnTo>
                    <a:cubicBezTo>
                      <a:pt x="8082" y="1013"/>
                      <a:pt x="8107" y="1013"/>
                      <a:pt x="8107" y="949"/>
                    </a:cubicBezTo>
                    <a:cubicBezTo>
                      <a:pt x="8123" y="1013"/>
                      <a:pt x="8147" y="1013"/>
                      <a:pt x="8196" y="1013"/>
                    </a:cubicBezTo>
                    <a:cubicBezTo>
                      <a:pt x="8236" y="1013"/>
                      <a:pt x="8285" y="1013"/>
                      <a:pt x="8301" y="957"/>
                    </a:cubicBezTo>
                    <a:cubicBezTo>
                      <a:pt x="8313" y="1018"/>
                      <a:pt x="8352" y="1048"/>
                      <a:pt x="8390" y="1048"/>
                    </a:cubicBezTo>
                    <a:cubicBezTo>
                      <a:pt x="8429" y="1048"/>
                      <a:pt x="8467" y="1018"/>
                      <a:pt x="8480" y="957"/>
                    </a:cubicBezTo>
                    <a:cubicBezTo>
                      <a:pt x="8480" y="928"/>
                      <a:pt x="8486" y="914"/>
                      <a:pt x="8495" y="914"/>
                    </a:cubicBezTo>
                    <a:cubicBezTo>
                      <a:pt x="8504" y="914"/>
                      <a:pt x="8516" y="928"/>
                      <a:pt x="8528" y="957"/>
                    </a:cubicBezTo>
                    <a:cubicBezTo>
                      <a:pt x="8536" y="989"/>
                      <a:pt x="8540" y="1005"/>
                      <a:pt x="8545" y="1005"/>
                    </a:cubicBezTo>
                    <a:cubicBezTo>
                      <a:pt x="8551" y="1005"/>
                      <a:pt x="8557" y="989"/>
                      <a:pt x="8569" y="957"/>
                    </a:cubicBezTo>
                    <a:cubicBezTo>
                      <a:pt x="8575" y="941"/>
                      <a:pt x="8582" y="935"/>
                      <a:pt x="8589" y="935"/>
                    </a:cubicBezTo>
                    <a:cubicBezTo>
                      <a:pt x="8606" y="935"/>
                      <a:pt x="8622" y="980"/>
                      <a:pt x="8634" y="1022"/>
                    </a:cubicBezTo>
                    <a:cubicBezTo>
                      <a:pt x="8648" y="1092"/>
                      <a:pt x="8662" y="1122"/>
                      <a:pt x="8676" y="1122"/>
                    </a:cubicBezTo>
                    <a:cubicBezTo>
                      <a:pt x="8686" y="1122"/>
                      <a:pt x="8696" y="1106"/>
                      <a:pt x="8707" y="1078"/>
                    </a:cubicBezTo>
                    <a:cubicBezTo>
                      <a:pt x="8731" y="1046"/>
                      <a:pt x="8771" y="1022"/>
                      <a:pt x="8812" y="1022"/>
                    </a:cubicBezTo>
                    <a:cubicBezTo>
                      <a:pt x="8861" y="965"/>
                      <a:pt x="8885" y="965"/>
                      <a:pt x="8861" y="908"/>
                    </a:cubicBezTo>
                    <a:cubicBezTo>
                      <a:pt x="8861" y="868"/>
                      <a:pt x="8869" y="827"/>
                      <a:pt x="8885" y="786"/>
                    </a:cubicBezTo>
                    <a:cubicBezTo>
                      <a:pt x="8898" y="768"/>
                      <a:pt x="8907" y="761"/>
                      <a:pt x="8913" y="761"/>
                    </a:cubicBezTo>
                    <a:cubicBezTo>
                      <a:pt x="8923" y="761"/>
                      <a:pt x="8917" y="786"/>
                      <a:pt x="8901" y="786"/>
                    </a:cubicBezTo>
                    <a:cubicBezTo>
                      <a:pt x="8861" y="843"/>
                      <a:pt x="8885" y="843"/>
                      <a:pt x="8901" y="908"/>
                    </a:cubicBezTo>
                    <a:cubicBezTo>
                      <a:pt x="8915" y="943"/>
                      <a:pt x="8942" y="966"/>
                      <a:pt x="8975" y="966"/>
                    </a:cubicBezTo>
                    <a:cubicBezTo>
                      <a:pt x="8980" y="966"/>
                      <a:pt x="8985" y="966"/>
                      <a:pt x="8990" y="965"/>
                    </a:cubicBezTo>
                    <a:lnTo>
                      <a:pt x="9080" y="973"/>
                    </a:lnTo>
                    <a:cubicBezTo>
                      <a:pt x="9116" y="1001"/>
                      <a:pt x="9138" y="1016"/>
                      <a:pt x="9152" y="1016"/>
                    </a:cubicBezTo>
                    <a:cubicBezTo>
                      <a:pt x="9165" y="1016"/>
                      <a:pt x="9169" y="1001"/>
                      <a:pt x="9169" y="973"/>
                    </a:cubicBezTo>
                    <a:lnTo>
                      <a:pt x="9169" y="908"/>
                    </a:lnTo>
                    <a:cubicBezTo>
                      <a:pt x="9181" y="971"/>
                      <a:pt x="9252" y="1003"/>
                      <a:pt x="9321" y="1003"/>
                    </a:cubicBezTo>
                    <a:cubicBezTo>
                      <a:pt x="9386" y="1003"/>
                      <a:pt x="9449" y="975"/>
                      <a:pt x="9461" y="916"/>
                    </a:cubicBezTo>
                    <a:lnTo>
                      <a:pt x="9461" y="973"/>
                    </a:lnTo>
                    <a:cubicBezTo>
                      <a:pt x="9461" y="1038"/>
                      <a:pt x="9485" y="1038"/>
                      <a:pt x="9525" y="1038"/>
                    </a:cubicBezTo>
                    <a:cubicBezTo>
                      <a:pt x="9550" y="1038"/>
                      <a:pt x="9639" y="981"/>
                      <a:pt x="9704" y="981"/>
                    </a:cubicBezTo>
                    <a:cubicBezTo>
                      <a:pt x="9793" y="981"/>
                      <a:pt x="9866" y="981"/>
                      <a:pt x="9866" y="924"/>
                    </a:cubicBezTo>
                    <a:cubicBezTo>
                      <a:pt x="9882" y="924"/>
                      <a:pt x="9882" y="924"/>
                      <a:pt x="9882" y="981"/>
                    </a:cubicBezTo>
                    <a:cubicBezTo>
                      <a:pt x="9866" y="1046"/>
                      <a:pt x="9882" y="1046"/>
                      <a:pt x="9907" y="1046"/>
                    </a:cubicBezTo>
                    <a:cubicBezTo>
                      <a:pt x="9931" y="1046"/>
                      <a:pt x="9931" y="989"/>
                      <a:pt x="9931" y="924"/>
                    </a:cubicBezTo>
                    <a:cubicBezTo>
                      <a:pt x="9931" y="896"/>
                      <a:pt x="9937" y="882"/>
                      <a:pt x="9948" y="882"/>
                    </a:cubicBezTo>
                    <a:cubicBezTo>
                      <a:pt x="9959" y="882"/>
                      <a:pt x="9975" y="896"/>
                      <a:pt x="9996" y="924"/>
                    </a:cubicBezTo>
                    <a:cubicBezTo>
                      <a:pt x="10017" y="958"/>
                      <a:pt x="10051" y="974"/>
                      <a:pt x="10085" y="974"/>
                    </a:cubicBezTo>
                    <a:cubicBezTo>
                      <a:pt x="10118" y="974"/>
                      <a:pt x="10151" y="960"/>
                      <a:pt x="10174" y="932"/>
                    </a:cubicBezTo>
                    <a:cubicBezTo>
                      <a:pt x="10198" y="932"/>
                      <a:pt x="10223" y="932"/>
                      <a:pt x="10215" y="989"/>
                    </a:cubicBezTo>
                    <a:cubicBezTo>
                      <a:pt x="10229" y="1027"/>
                      <a:pt x="10251" y="1062"/>
                      <a:pt x="10276" y="1062"/>
                    </a:cubicBezTo>
                    <a:cubicBezTo>
                      <a:pt x="10293" y="1062"/>
                      <a:pt x="10311" y="1044"/>
                      <a:pt x="10328" y="997"/>
                    </a:cubicBezTo>
                    <a:cubicBezTo>
                      <a:pt x="10352" y="997"/>
                      <a:pt x="10352" y="997"/>
                      <a:pt x="10352" y="1054"/>
                    </a:cubicBezTo>
                    <a:cubicBezTo>
                      <a:pt x="10367" y="1087"/>
                      <a:pt x="10373" y="1123"/>
                      <a:pt x="10378" y="1123"/>
                    </a:cubicBezTo>
                    <a:cubicBezTo>
                      <a:pt x="10382" y="1123"/>
                      <a:pt x="10386" y="1105"/>
                      <a:pt x="10393" y="1054"/>
                    </a:cubicBezTo>
                    <a:cubicBezTo>
                      <a:pt x="10413" y="1027"/>
                      <a:pt x="10444" y="1012"/>
                      <a:pt x="10474" y="1012"/>
                    </a:cubicBezTo>
                    <a:cubicBezTo>
                      <a:pt x="10506" y="1012"/>
                      <a:pt x="10538" y="1029"/>
                      <a:pt x="10555" y="1062"/>
                    </a:cubicBezTo>
                    <a:cubicBezTo>
                      <a:pt x="10571" y="1062"/>
                      <a:pt x="10596" y="1062"/>
                      <a:pt x="10596" y="997"/>
                    </a:cubicBezTo>
                    <a:cubicBezTo>
                      <a:pt x="10596" y="976"/>
                      <a:pt x="10596" y="956"/>
                      <a:pt x="10596" y="941"/>
                    </a:cubicBezTo>
                    <a:cubicBezTo>
                      <a:pt x="10608" y="1001"/>
                      <a:pt x="10614" y="1032"/>
                      <a:pt x="10620" y="1032"/>
                    </a:cubicBezTo>
                    <a:cubicBezTo>
                      <a:pt x="10626" y="1032"/>
                      <a:pt x="10632" y="1001"/>
                      <a:pt x="10644" y="941"/>
                    </a:cubicBezTo>
                    <a:cubicBezTo>
                      <a:pt x="10644" y="912"/>
                      <a:pt x="10648" y="898"/>
                      <a:pt x="10652" y="898"/>
                    </a:cubicBezTo>
                    <a:cubicBezTo>
                      <a:pt x="10657" y="898"/>
                      <a:pt x="10661" y="912"/>
                      <a:pt x="10661" y="941"/>
                    </a:cubicBezTo>
                    <a:cubicBezTo>
                      <a:pt x="10685" y="1005"/>
                      <a:pt x="10709" y="1005"/>
                      <a:pt x="10709" y="1005"/>
                    </a:cubicBezTo>
                    <a:cubicBezTo>
                      <a:pt x="10790" y="973"/>
                      <a:pt x="10871" y="957"/>
                      <a:pt x="10952" y="949"/>
                    </a:cubicBezTo>
                    <a:cubicBezTo>
                      <a:pt x="11131" y="949"/>
                      <a:pt x="11196" y="949"/>
                      <a:pt x="11196" y="892"/>
                    </a:cubicBezTo>
                    <a:cubicBezTo>
                      <a:pt x="11208" y="863"/>
                      <a:pt x="11214" y="849"/>
                      <a:pt x="11220" y="849"/>
                    </a:cubicBezTo>
                    <a:cubicBezTo>
                      <a:pt x="11226" y="849"/>
                      <a:pt x="11232" y="863"/>
                      <a:pt x="11244" y="892"/>
                    </a:cubicBezTo>
                    <a:cubicBezTo>
                      <a:pt x="11269" y="957"/>
                      <a:pt x="11285" y="957"/>
                      <a:pt x="11309" y="957"/>
                    </a:cubicBezTo>
                    <a:cubicBezTo>
                      <a:pt x="11334" y="957"/>
                      <a:pt x="11358" y="957"/>
                      <a:pt x="11358" y="1013"/>
                    </a:cubicBezTo>
                    <a:cubicBezTo>
                      <a:pt x="11374" y="957"/>
                      <a:pt x="11374" y="957"/>
                      <a:pt x="11398" y="957"/>
                    </a:cubicBezTo>
                    <a:cubicBezTo>
                      <a:pt x="11398" y="985"/>
                      <a:pt x="11404" y="999"/>
                      <a:pt x="11414" y="999"/>
                    </a:cubicBezTo>
                    <a:cubicBezTo>
                      <a:pt x="11423" y="999"/>
                      <a:pt x="11435" y="985"/>
                      <a:pt x="11447" y="957"/>
                    </a:cubicBezTo>
                    <a:cubicBezTo>
                      <a:pt x="11455" y="896"/>
                      <a:pt x="11459" y="866"/>
                      <a:pt x="11461" y="866"/>
                    </a:cubicBezTo>
                    <a:cubicBezTo>
                      <a:pt x="11463" y="866"/>
                      <a:pt x="11463" y="896"/>
                      <a:pt x="11463" y="957"/>
                    </a:cubicBezTo>
                    <a:cubicBezTo>
                      <a:pt x="11463" y="997"/>
                      <a:pt x="11499" y="1041"/>
                      <a:pt x="11512" y="1041"/>
                    </a:cubicBezTo>
                    <a:cubicBezTo>
                      <a:pt x="11518" y="1041"/>
                      <a:pt x="11519" y="1033"/>
                      <a:pt x="11512" y="1013"/>
                    </a:cubicBezTo>
                    <a:cubicBezTo>
                      <a:pt x="11512" y="957"/>
                      <a:pt x="11552" y="957"/>
                      <a:pt x="11577" y="900"/>
                    </a:cubicBezTo>
                    <a:cubicBezTo>
                      <a:pt x="11601" y="900"/>
                      <a:pt x="11625" y="900"/>
                      <a:pt x="11625" y="957"/>
                    </a:cubicBezTo>
                    <a:cubicBezTo>
                      <a:pt x="11630" y="977"/>
                      <a:pt x="11645" y="985"/>
                      <a:pt x="11663" y="985"/>
                    </a:cubicBezTo>
                    <a:cubicBezTo>
                      <a:pt x="11704" y="985"/>
                      <a:pt x="11763" y="945"/>
                      <a:pt x="11779" y="900"/>
                    </a:cubicBezTo>
                    <a:cubicBezTo>
                      <a:pt x="11779" y="872"/>
                      <a:pt x="11786" y="857"/>
                      <a:pt x="11792" y="857"/>
                    </a:cubicBezTo>
                    <a:cubicBezTo>
                      <a:pt x="11798" y="857"/>
                      <a:pt x="11804" y="872"/>
                      <a:pt x="11804" y="900"/>
                    </a:cubicBezTo>
                    <a:cubicBezTo>
                      <a:pt x="11796" y="965"/>
                      <a:pt x="11820" y="965"/>
                      <a:pt x="11844" y="965"/>
                    </a:cubicBezTo>
                    <a:cubicBezTo>
                      <a:pt x="11851" y="948"/>
                      <a:pt x="11856" y="941"/>
                      <a:pt x="11860" y="941"/>
                    </a:cubicBezTo>
                    <a:cubicBezTo>
                      <a:pt x="11869" y="941"/>
                      <a:pt x="11869" y="981"/>
                      <a:pt x="11869" y="1022"/>
                    </a:cubicBezTo>
                    <a:cubicBezTo>
                      <a:pt x="11844" y="1086"/>
                      <a:pt x="11869" y="1086"/>
                      <a:pt x="11909" y="1086"/>
                    </a:cubicBezTo>
                    <a:cubicBezTo>
                      <a:pt x="11933" y="1030"/>
                      <a:pt x="12023" y="1030"/>
                      <a:pt x="12088" y="1030"/>
                    </a:cubicBezTo>
                    <a:cubicBezTo>
                      <a:pt x="12201" y="1030"/>
                      <a:pt x="12225" y="973"/>
                      <a:pt x="12266" y="851"/>
                    </a:cubicBezTo>
                    <a:lnTo>
                      <a:pt x="12290" y="738"/>
                    </a:lnTo>
                    <a:lnTo>
                      <a:pt x="12290" y="851"/>
                    </a:lnTo>
                    <a:cubicBezTo>
                      <a:pt x="12290" y="916"/>
                      <a:pt x="12298" y="973"/>
                      <a:pt x="12315" y="1030"/>
                    </a:cubicBezTo>
                    <a:cubicBezTo>
                      <a:pt x="12315" y="1030"/>
                      <a:pt x="12316" y="1030"/>
                      <a:pt x="12317" y="1030"/>
                    </a:cubicBezTo>
                    <a:cubicBezTo>
                      <a:pt x="12331" y="1030"/>
                      <a:pt x="12331" y="970"/>
                      <a:pt x="12331" y="916"/>
                    </a:cubicBezTo>
                    <a:cubicBezTo>
                      <a:pt x="12331" y="884"/>
                      <a:pt x="12337" y="868"/>
                      <a:pt x="12349" y="868"/>
                    </a:cubicBezTo>
                    <a:cubicBezTo>
                      <a:pt x="12361" y="868"/>
                      <a:pt x="12379" y="884"/>
                      <a:pt x="12404" y="916"/>
                    </a:cubicBezTo>
                    <a:cubicBezTo>
                      <a:pt x="12424" y="945"/>
                      <a:pt x="12440" y="959"/>
                      <a:pt x="12454" y="959"/>
                    </a:cubicBezTo>
                    <a:cubicBezTo>
                      <a:pt x="12469" y="959"/>
                      <a:pt x="12481" y="945"/>
                      <a:pt x="12493" y="916"/>
                    </a:cubicBezTo>
                    <a:cubicBezTo>
                      <a:pt x="12509" y="916"/>
                      <a:pt x="12533" y="916"/>
                      <a:pt x="12558" y="981"/>
                    </a:cubicBezTo>
                    <a:cubicBezTo>
                      <a:pt x="12582" y="981"/>
                      <a:pt x="12582" y="981"/>
                      <a:pt x="12582" y="916"/>
                    </a:cubicBezTo>
                    <a:cubicBezTo>
                      <a:pt x="12582" y="888"/>
                      <a:pt x="12586" y="874"/>
                      <a:pt x="12593" y="874"/>
                    </a:cubicBezTo>
                    <a:cubicBezTo>
                      <a:pt x="12600" y="874"/>
                      <a:pt x="12610" y="888"/>
                      <a:pt x="12623" y="916"/>
                    </a:cubicBezTo>
                    <a:cubicBezTo>
                      <a:pt x="12637" y="988"/>
                      <a:pt x="12666" y="1018"/>
                      <a:pt x="12687" y="1018"/>
                    </a:cubicBezTo>
                    <a:cubicBezTo>
                      <a:pt x="12701" y="1018"/>
                      <a:pt x="12712" y="1004"/>
                      <a:pt x="12712" y="981"/>
                    </a:cubicBezTo>
                    <a:cubicBezTo>
                      <a:pt x="12712" y="924"/>
                      <a:pt x="12736" y="924"/>
                      <a:pt x="12760" y="924"/>
                    </a:cubicBezTo>
                    <a:cubicBezTo>
                      <a:pt x="12777" y="924"/>
                      <a:pt x="12801" y="924"/>
                      <a:pt x="12825" y="868"/>
                    </a:cubicBezTo>
                    <a:lnTo>
                      <a:pt x="12866" y="868"/>
                    </a:lnTo>
                    <a:cubicBezTo>
                      <a:pt x="12890" y="868"/>
                      <a:pt x="12866" y="924"/>
                      <a:pt x="12850" y="924"/>
                    </a:cubicBezTo>
                    <a:lnTo>
                      <a:pt x="12866" y="981"/>
                    </a:lnTo>
                    <a:cubicBezTo>
                      <a:pt x="12879" y="983"/>
                      <a:pt x="12890" y="985"/>
                      <a:pt x="12899" y="985"/>
                    </a:cubicBezTo>
                    <a:cubicBezTo>
                      <a:pt x="12927" y="985"/>
                      <a:pt x="12943" y="972"/>
                      <a:pt x="12955" y="924"/>
                    </a:cubicBezTo>
                    <a:cubicBezTo>
                      <a:pt x="12967" y="868"/>
                      <a:pt x="12973" y="839"/>
                      <a:pt x="12976" y="839"/>
                    </a:cubicBezTo>
                    <a:cubicBezTo>
                      <a:pt x="12979" y="839"/>
                      <a:pt x="12979" y="868"/>
                      <a:pt x="12979" y="924"/>
                    </a:cubicBezTo>
                    <a:cubicBezTo>
                      <a:pt x="12979" y="970"/>
                      <a:pt x="12992" y="1012"/>
                      <a:pt x="13008" y="1012"/>
                    </a:cubicBezTo>
                    <a:cubicBezTo>
                      <a:pt x="13014" y="1012"/>
                      <a:pt x="13021" y="1006"/>
                      <a:pt x="13028" y="989"/>
                    </a:cubicBezTo>
                    <a:cubicBezTo>
                      <a:pt x="13035" y="938"/>
                      <a:pt x="13043" y="920"/>
                      <a:pt x="13050" y="920"/>
                    </a:cubicBezTo>
                    <a:cubicBezTo>
                      <a:pt x="13060" y="920"/>
                      <a:pt x="13069" y="956"/>
                      <a:pt x="13069" y="989"/>
                    </a:cubicBezTo>
                    <a:cubicBezTo>
                      <a:pt x="13056" y="1050"/>
                      <a:pt x="13050" y="1080"/>
                      <a:pt x="13058" y="1080"/>
                    </a:cubicBezTo>
                    <a:cubicBezTo>
                      <a:pt x="13067" y="1080"/>
                      <a:pt x="13089" y="1050"/>
                      <a:pt x="13133" y="989"/>
                    </a:cubicBezTo>
                    <a:cubicBezTo>
                      <a:pt x="13182" y="989"/>
                      <a:pt x="13271" y="932"/>
                      <a:pt x="13336" y="932"/>
                    </a:cubicBezTo>
                    <a:cubicBezTo>
                      <a:pt x="13425" y="932"/>
                      <a:pt x="13474" y="941"/>
                      <a:pt x="13490" y="997"/>
                    </a:cubicBezTo>
                    <a:cubicBezTo>
                      <a:pt x="13490" y="1008"/>
                      <a:pt x="13490" y="1018"/>
                      <a:pt x="13491" y="1027"/>
                    </a:cubicBezTo>
                    <a:lnTo>
                      <a:pt x="13491" y="1027"/>
                    </a:lnTo>
                    <a:cubicBezTo>
                      <a:pt x="13495" y="941"/>
                      <a:pt x="13520" y="941"/>
                      <a:pt x="13579" y="941"/>
                    </a:cubicBezTo>
                    <a:cubicBezTo>
                      <a:pt x="13601" y="957"/>
                      <a:pt x="13619" y="964"/>
                      <a:pt x="13636" y="964"/>
                    </a:cubicBezTo>
                    <a:cubicBezTo>
                      <a:pt x="13675" y="964"/>
                      <a:pt x="13700" y="924"/>
                      <a:pt x="13717" y="884"/>
                    </a:cubicBezTo>
                    <a:lnTo>
                      <a:pt x="13669" y="884"/>
                    </a:lnTo>
                    <a:cubicBezTo>
                      <a:pt x="13669" y="812"/>
                      <a:pt x="13677" y="782"/>
                      <a:pt x="13694" y="782"/>
                    </a:cubicBezTo>
                    <a:cubicBezTo>
                      <a:pt x="13706" y="782"/>
                      <a:pt x="13722" y="796"/>
                      <a:pt x="13742" y="819"/>
                    </a:cubicBezTo>
                    <a:cubicBezTo>
                      <a:pt x="13758" y="819"/>
                      <a:pt x="13758" y="884"/>
                      <a:pt x="13758" y="941"/>
                    </a:cubicBezTo>
                    <a:cubicBezTo>
                      <a:pt x="13758" y="1005"/>
                      <a:pt x="13782" y="1062"/>
                      <a:pt x="13806" y="1062"/>
                    </a:cubicBezTo>
                    <a:cubicBezTo>
                      <a:pt x="13823" y="1062"/>
                      <a:pt x="13847" y="1062"/>
                      <a:pt x="13823" y="1005"/>
                    </a:cubicBezTo>
                    <a:cubicBezTo>
                      <a:pt x="13823" y="941"/>
                      <a:pt x="13823" y="941"/>
                      <a:pt x="13847" y="941"/>
                    </a:cubicBezTo>
                    <a:cubicBezTo>
                      <a:pt x="13852" y="941"/>
                      <a:pt x="13857" y="941"/>
                      <a:pt x="13862" y="941"/>
                    </a:cubicBezTo>
                    <a:cubicBezTo>
                      <a:pt x="13881" y="941"/>
                      <a:pt x="13900" y="936"/>
                      <a:pt x="13920" y="884"/>
                    </a:cubicBezTo>
                    <a:cubicBezTo>
                      <a:pt x="13920" y="827"/>
                      <a:pt x="13936" y="827"/>
                      <a:pt x="13960" y="827"/>
                    </a:cubicBezTo>
                    <a:cubicBezTo>
                      <a:pt x="13985" y="884"/>
                      <a:pt x="14025" y="884"/>
                      <a:pt x="14025" y="884"/>
                    </a:cubicBezTo>
                    <a:lnTo>
                      <a:pt x="14025" y="949"/>
                    </a:lnTo>
                    <a:cubicBezTo>
                      <a:pt x="14025" y="989"/>
                      <a:pt x="14033" y="1030"/>
                      <a:pt x="14050" y="1070"/>
                    </a:cubicBezTo>
                    <a:cubicBezTo>
                      <a:pt x="14074" y="1070"/>
                      <a:pt x="14074" y="1005"/>
                      <a:pt x="14074" y="1005"/>
                    </a:cubicBezTo>
                    <a:cubicBezTo>
                      <a:pt x="14074" y="961"/>
                      <a:pt x="14398" y="956"/>
                      <a:pt x="14572" y="956"/>
                    </a:cubicBezTo>
                    <a:cubicBezTo>
                      <a:pt x="14622" y="956"/>
                      <a:pt x="14659" y="957"/>
                      <a:pt x="14674" y="957"/>
                    </a:cubicBezTo>
                    <a:cubicBezTo>
                      <a:pt x="14695" y="990"/>
                      <a:pt x="14724" y="1006"/>
                      <a:pt x="14745" y="1006"/>
                    </a:cubicBezTo>
                    <a:cubicBezTo>
                      <a:pt x="14764" y="1006"/>
                      <a:pt x="14775" y="992"/>
                      <a:pt x="14763" y="965"/>
                    </a:cubicBezTo>
                    <a:cubicBezTo>
                      <a:pt x="14763" y="913"/>
                      <a:pt x="14836" y="908"/>
                      <a:pt x="14931" y="908"/>
                    </a:cubicBezTo>
                    <a:cubicBezTo>
                      <a:pt x="14955" y="908"/>
                      <a:pt x="14980" y="908"/>
                      <a:pt x="15006" y="908"/>
                    </a:cubicBezTo>
                    <a:cubicBezTo>
                      <a:pt x="15037" y="908"/>
                      <a:pt x="15066" y="908"/>
                      <a:pt x="15093" y="908"/>
                    </a:cubicBezTo>
                    <a:cubicBezTo>
                      <a:pt x="15201" y="908"/>
                      <a:pt x="15274" y="903"/>
                      <a:pt x="15274" y="851"/>
                    </a:cubicBezTo>
                    <a:lnTo>
                      <a:pt x="15339" y="851"/>
                    </a:lnTo>
                    <a:cubicBezTo>
                      <a:pt x="15387" y="851"/>
                      <a:pt x="15428" y="795"/>
                      <a:pt x="15452" y="795"/>
                    </a:cubicBezTo>
                    <a:cubicBezTo>
                      <a:pt x="15464" y="766"/>
                      <a:pt x="15477" y="752"/>
                      <a:pt x="15483" y="752"/>
                    </a:cubicBezTo>
                    <a:cubicBezTo>
                      <a:pt x="15489" y="752"/>
                      <a:pt x="15489" y="766"/>
                      <a:pt x="15477" y="795"/>
                    </a:cubicBezTo>
                    <a:cubicBezTo>
                      <a:pt x="15477" y="859"/>
                      <a:pt x="15477" y="916"/>
                      <a:pt x="15501" y="916"/>
                    </a:cubicBezTo>
                    <a:cubicBezTo>
                      <a:pt x="15541" y="916"/>
                      <a:pt x="15541" y="859"/>
                      <a:pt x="15541" y="795"/>
                    </a:cubicBezTo>
                    <a:cubicBezTo>
                      <a:pt x="15541" y="738"/>
                      <a:pt x="15566" y="738"/>
                      <a:pt x="15566" y="738"/>
                    </a:cubicBezTo>
                    <a:cubicBezTo>
                      <a:pt x="15590" y="738"/>
                      <a:pt x="15590" y="738"/>
                      <a:pt x="15590" y="803"/>
                    </a:cubicBezTo>
                    <a:cubicBezTo>
                      <a:pt x="15590" y="859"/>
                      <a:pt x="15590" y="916"/>
                      <a:pt x="15590" y="916"/>
                    </a:cubicBezTo>
                    <a:lnTo>
                      <a:pt x="15606" y="916"/>
                    </a:lnTo>
                    <a:cubicBezTo>
                      <a:pt x="15606" y="859"/>
                      <a:pt x="15631" y="859"/>
                      <a:pt x="15631" y="859"/>
                    </a:cubicBezTo>
                    <a:cubicBezTo>
                      <a:pt x="15655" y="859"/>
                      <a:pt x="15655" y="859"/>
                      <a:pt x="15655" y="981"/>
                    </a:cubicBezTo>
                    <a:cubicBezTo>
                      <a:pt x="15655" y="1042"/>
                      <a:pt x="15659" y="1072"/>
                      <a:pt x="15666" y="1072"/>
                    </a:cubicBezTo>
                    <a:cubicBezTo>
                      <a:pt x="15673" y="1072"/>
                      <a:pt x="15683" y="1042"/>
                      <a:pt x="15695" y="981"/>
                    </a:cubicBezTo>
                    <a:lnTo>
                      <a:pt x="15744" y="924"/>
                    </a:lnTo>
                    <a:cubicBezTo>
                      <a:pt x="15749" y="959"/>
                      <a:pt x="15757" y="973"/>
                      <a:pt x="15767" y="973"/>
                    </a:cubicBezTo>
                    <a:cubicBezTo>
                      <a:pt x="15788" y="973"/>
                      <a:pt x="15817" y="907"/>
                      <a:pt x="15833" y="868"/>
                    </a:cubicBezTo>
                    <a:cubicBezTo>
                      <a:pt x="15841" y="924"/>
                      <a:pt x="15852" y="953"/>
                      <a:pt x="15863" y="953"/>
                    </a:cubicBezTo>
                    <a:cubicBezTo>
                      <a:pt x="15874" y="953"/>
                      <a:pt x="15886" y="924"/>
                      <a:pt x="15898" y="868"/>
                    </a:cubicBezTo>
                    <a:cubicBezTo>
                      <a:pt x="15898" y="835"/>
                      <a:pt x="15904" y="819"/>
                      <a:pt x="15913" y="819"/>
                    </a:cubicBezTo>
                    <a:cubicBezTo>
                      <a:pt x="15923" y="819"/>
                      <a:pt x="15935" y="835"/>
                      <a:pt x="15947" y="868"/>
                    </a:cubicBezTo>
                    <a:cubicBezTo>
                      <a:pt x="15963" y="924"/>
                      <a:pt x="15987" y="924"/>
                      <a:pt x="16028" y="924"/>
                    </a:cubicBezTo>
                    <a:cubicBezTo>
                      <a:pt x="16046" y="883"/>
                      <a:pt x="16132" y="872"/>
                      <a:pt x="16246" y="872"/>
                    </a:cubicBezTo>
                    <a:cubicBezTo>
                      <a:pt x="16289" y="872"/>
                      <a:pt x="16336" y="873"/>
                      <a:pt x="16385" y="876"/>
                    </a:cubicBezTo>
                    <a:cubicBezTo>
                      <a:pt x="16425" y="876"/>
                      <a:pt x="16463" y="876"/>
                      <a:pt x="16498" y="876"/>
                    </a:cubicBezTo>
                    <a:cubicBezTo>
                      <a:pt x="16637" y="876"/>
                      <a:pt x="16725" y="871"/>
                      <a:pt x="16725" y="819"/>
                    </a:cubicBezTo>
                    <a:cubicBezTo>
                      <a:pt x="16741" y="819"/>
                      <a:pt x="16741" y="819"/>
                      <a:pt x="16766" y="884"/>
                    </a:cubicBezTo>
                    <a:cubicBezTo>
                      <a:pt x="16766" y="907"/>
                      <a:pt x="16770" y="921"/>
                      <a:pt x="16777" y="921"/>
                    </a:cubicBezTo>
                    <a:cubicBezTo>
                      <a:pt x="16786" y="921"/>
                      <a:pt x="16800" y="893"/>
                      <a:pt x="16814" y="827"/>
                    </a:cubicBezTo>
                    <a:cubicBezTo>
                      <a:pt x="16824" y="790"/>
                      <a:pt x="16828" y="756"/>
                      <a:pt x="16829" y="756"/>
                    </a:cubicBezTo>
                    <a:cubicBezTo>
                      <a:pt x="16831" y="756"/>
                      <a:pt x="16831" y="775"/>
                      <a:pt x="16831" y="827"/>
                    </a:cubicBezTo>
                    <a:cubicBezTo>
                      <a:pt x="16831" y="884"/>
                      <a:pt x="16879" y="884"/>
                      <a:pt x="16968" y="884"/>
                    </a:cubicBezTo>
                    <a:cubicBezTo>
                      <a:pt x="16981" y="884"/>
                      <a:pt x="16995" y="884"/>
                      <a:pt x="17009" y="884"/>
                    </a:cubicBezTo>
                    <a:cubicBezTo>
                      <a:pt x="17065" y="884"/>
                      <a:pt x="17122" y="879"/>
                      <a:pt x="17122" y="827"/>
                    </a:cubicBezTo>
                    <a:cubicBezTo>
                      <a:pt x="17147" y="799"/>
                      <a:pt x="17159" y="784"/>
                      <a:pt x="17162" y="784"/>
                    </a:cubicBezTo>
                    <a:cubicBezTo>
                      <a:pt x="17165" y="784"/>
                      <a:pt x="17159" y="799"/>
                      <a:pt x="17147" y="827"/>
                    </a:cubicBezTo>
                    <a:cubicBezTo>
                      <a:pt x="17132" y="903"/>
                      <a:pt x="17170" y="957"/>
                      <a:pt x="17217" y="957"/>
                    </a:cubicBezTo>
                    <a:cubicBezTo>
                      <a:pt x="17245" y="957"/>
                      <a:pt x="17276" y="937"/>
                      <a:pt x="17301" y="892"/>
                    </a:cubicBezTo>
                    <a:cubicBezTo>
                      <a:pt x="17325" y="892"/>
                      <a:pt x="17349" y="892"/>
                      <a:pt x="17349" y="957"/>
                    </a:cubicBezTo>
                    <a:cubicBezTo>
                      <a:pt x="17366" y="957"/>
                      <a:pt x="17390" y="957"/>
                      <a:pt x="17455" y="900"/>
                    </a:cubicBezTo>
                    <a:lnTo>
                      <a:pt x="17617" y="900"/>
                    </a:lnTo>
                    <a:cubicBezTo>
                      <a:pt x="17658" y="900"/>
                      <a:pt x="17706" y="843"/>
                      <a:pt x="17706" y="843"/>
                    </a:cubicBezTo>
                    <a:lnTo>
                      <a:pt x="17722" y="843"/>
                    </a:lnTo>
                    <a:cubicBezTo>
                      <a:pt x="17722" y="900"/>
                      <a:pt x="17836" y="900"/>
                      <a:pt x="17990" y="908"/>
                    </a:cubicBezTo>
                    <a:cubicBezTo>
                      <a:pt x="18144" y="908"/>
                      <a:pt x="18282" y="908"/>
                      <a:pt x="18306" y="973"/>
                    </a:cubicBezTo>
                    <a:cubicBezTo>
                      <a:pt x="18306" y="973"/>
                      <a:pt x="18322" y="973"/>
                      <a:pt x="18347" y="916"/>
                    </a:cubicBezTo>
                    <a:cubicBezTo>
                      <a:pt x="18361" y="844"/>
                      <a:pt x="18376" y="815"/>
                      <a:pt x="18388" y="815"/>
                    </a:cubicBezTo>
                    <a:cubicBezTo>
                      <a:pt x="18397" y="815"/>
                      <a:pt x="18405" y="828"/>
                      <a:pt x="18412" y="851"/>
                    </a:cubicBezTo>
                    <a:cubicBezTo>
                      <a:pt x="18424" y="913"/>
                      <a:pt x="18453" y="944"/>
                      <a:pt x="18482" y="944"/>
                    </a:cubicBezTo>
                    <a:cubicBezTo>
                      <a:pt x="18510" y="944"/>
                      <a:pt x="18537" y="915"/>
                      <a:pt x="18549" y="859"/>
                    </a:cubicBezTo>
                    <a:lnTo>
                      <a:pt x="18549" y="916"/>
                    </a:lnTo>
                    <a:cubicBezTo>
                      <a:pt x="18559" y="964"/>
                      <a:pt x="18574" y="984"/>
                      <a:pt x="18591" y="984"/>
                    </a:cubicBezTo>
                    <a:cubicBezTo>
                      <a:pt x="18618" y="984"/>
                      <a:pt x="18648" y="934"/>
                      <a:pt x="18663" y="859"/>
                    </a:cubicBezTo>
                    <a:cubicBezTo>
                      <a:pt x="18674" y="906"/>
                      <a:pt x="18690" y="948"/>
                      <a:pt x="18707" y="948"/>
                    </a:cubicBezTo>
                    <a:cubicBezTo>
                      <a:pt x="18714" y="948"/>
                      <a:pt x="18721" y="941"/>
                      <a:pt x="18728" y="924"/>
                    </a:cubicBezTo>
                    <a:cubicBezTo>
                      <a:pt x="18752" y="924"/>
                      <a:pt x="18752" y="924"/>
                      <a:pt x="18752" y="1038"/>
                    </a:cubicBezTo>
                    <a:cubicBezTo>
                      <a:pt x="18752" y="1103"/>
                      <a:pt x="18752" y="1159"/>
                      <a:pt x="18768" y="1159"/>
                    </a:cubicBezTo>
                    <a:cubicBezTo>
                      <a:pt x="18793" y="1159"/>
                      <a:pt x="18793" y="1103"/>
                      <a:pt x="18793" y="1038"/>
                    </a:cubicBezTo>
                    <a:lnTo>
                      <a:pt x="18841" y="1046"/>
                    </a:lnTo>
                    <a:cubicBezTo>
                      <a:pt x="18841" y="1046"/>
                      <a:pt x="18858" y="1046"/>
                      <a:pt x="18858" y="981"/>
                    </a:cubicBezTo>
                    <a:cubicBezTo>
                      <a:pt x="18858" y="924"/>
                      <a:pt x="18882" y="924"/>
                      <a:pt x="18906" y="924"/>
                    </a:cubicBezTo>
                    <a:cubicBezTo>
                      <a:pt x="18906" y="941"/>
                      <a:pt x="18908" y="948"/>
                      <a:pt x="18911" y="948"/>
                    </a:cubicBezTo>
                    <a:cubicBezTo>
                      <a:pt x="18916" y="948"/>
                      <a:pt x="18923" y="908"/>
                      <a:pt x="18906" y="868"/>
                    </a:cubicBezTo>
                    <a:cubicBezTo>
                      <a:pt x="18906" y="803"/>
                      <a:pt x="18906" y="746"/>
                      <a:pt x="18930" y="746"/>
                    </a:cubicBezTo>
                    <a:lnTo>
                      <a:pt x="18930" y="624"/>
                    </a:lnTo>
                    <a:cubicBezTo>
                      <a:pt x="18939" y="543"/>
                      <a:pt x="18922" y="462"/>
                      <a:pt x="18882" y="389"/>
                    </a:cubicBezTo>
                    <a:cubicBezTo>
                      <a:pt x="18829" y="351"/>
                      <a:pt x="18785" y="313"/>
                      <a:pt x="18758" y="313"/>
                    </a:cubicBezTo>
                    <a:cubicBezTo>
                      <a:pt x="18739" y="313"/>
                      <a:pt x="18728" y="331"/>
                      <a:pt x="18728" y="381"/>
                    </a:cubicBezTo>
                    <a:cubicBezTo>
                      <a:pt x="18728" y="381"/>
                      <a:pt x="18703" y="438"/>
                      <a:pt x="18679" y="438"/>
                    </a:cubicBezTo>
                    <a:cubicBezTo>
                      <a:pt x="18663" y="438"/>
                      <a:pt x="18639" y="381"/>
                      <a:pt x="18639" y="381"/>
                    </a:cubicBezTo>
                    <a:cubicBezTo>
                      <a:pt x="18639" y="324"/>
                      <a:pt x="18549" y="316"/>
                      <a:pt x="18436" y="316"/>
                    </a:cubicBezTo>
                    <a:cubicBezTo>
                      <a:pt x="18306" y="316"/>
                      <a:pt x="18241" y="316"/>
                      <a:pt x="18217" y="251"/>
                    </a:cubicBezTo>
                    <a:cubicBezTo>
                      <a:pt x="18193" y="195"/>
                      <a:pt x="18168" y="195"/>
                      <a:pt x="18168" y="195"/>
                    </a:cubicBezTo>
                    <a:cubicBezTo>
                      <a:pt x="18168" y="236"/>
                      <a:pt x="18100" y="247"/>
                      <a:pt x="18004" y="247"/>
                    </a:cubicBezTo>
                    <a:cubicBezTo>
                      <a:pt x="17967" y="247"/>
                      <a:pt x="17927" y="245"/>
                      <a:pt x="17885" y="243"/>
                    </a:cubicBezTo>
                    <a:cubicBezTo>
                      <a:pt x="17722" y="243"/>
                      <a:pt x="17568" y="243"/>
                      <a:pt x="17568" y="300"/>
                    </a:cubicBezTo>
                    <a:lnTo>
                      <a:pt x="17528" y="300"/>
                    </a:lnTo>
                    <a:cubicBezTo>
                      <a:pt x="17528" y="235"/>
                      <a:pt x="17479" y="235"/>
                      <a:pt x="17439" y="235"/>
                    </a:cubicBezTo>
                    <a:cubicBezTo>
                      <a:pt x="17414" y="268"/>
                      <a:pt x="17382" y="292"/>
                      <a:pt x="17349" y="292"/>
                    </a:cubicBezTo>
                    <a:cubicBezTo>
                      <a:pt x="17349" y="235"/>
                      <a:pt x="17325" y="235"/>
                      <a:pt x="17276" y="235"/>
                    </a:cubicBezTo>
                    <a:cubicBezTo>
                      <a:pt x="17236" y="235"/>
                      <a:pt x="17212" y="235"/>
                      <a:pt x="17212" y="292"/>
                    </a:cubicBezTo>
                    <a:cubicBezTo>
                      <a:pt x="17131" y="292"/>
                      <a:pt x="17041" y="276"/>
                      <a:pt x="16968" y="227"/>
                    </a:cubicBezTo>
                    <a:cubicBezTo>
                      <a:pt x="16961" y="210"/>
                      <a:pt x="16954" y="204"/>
                      <a:pt x="16947" y="204"/>
                    </a:cubicBezTo>
                    <a:cubicBezTo>
                      <a:pt x="16931" y="204"/>
                      <a:pt x="16915" y="244"/>
                      <a:pt x="16904" y="284"/>
                    </a:cubicBezTo>
                    <a:cubicBezTo>
                      <a:pt x="16904" y="349"/>
                      <a:pt x="16879" y="405"/>
                      <a:pt x="16855" y="405"/>
                    </a:cubicBezTo>
                    <a:lnTo>
                      <a:pt x="16855" y="284"/>
                    </a:lnTo>
                    <a:cubicBezTo>
                      <a:pt x="16879" y="227"/>
                      <a:pt x="16879" y="227"/>
                      <a:pt x="16831" y="227"/>
                    </a:cubicBezTo>
                    <a:lnTo>
                      <a:pt x="16790" y="227"/>
                    </a:lnTo>
                    <a:cubicBezTo>
                      <a:pt x="16790" y="268"/>
                      <a:pt x="16730" y="280"/>
                      <a:pt x="16639" y="280"/>
                    </a:cubicBezTo>
                    <a:cubicBezTo>
                      <a:pt x="16604" y="280"/>
                      <a:pt x="16565" y="278"/>
                      <a:pt x="16522" y="276"/>
                    </a:cubicBezTo>
                    <a:cubicBezTo>
                      <a:pt x="16320" y="276"/>
                      <a:pt x="16255" y="276"/>
                      <a:pt x="16255" y="332"/>
                    </a:cubicBezTo>
                    <a:cubicBezTo>
                      <a:pt x="16255" y="361"/>
                      <a:pt x="16249" y="375"/>
                      <a:pt x="16235" y="375"/>
                    </a:cubicBezTo>
                    <a:cubicBezTo>
                      <a:pt x="16220" y="375"/>
                      <a:pt x="16198" y="361"/>
                      <a:pt x="16166" y="332"/>
                    </a:cubicBezTo>
                    <a:cubicBezTo>
                      <a:pt x="16084" y="215"/>
                      <a:pt x="16054" y="172"/>
                      <a:pt x="16037" y="172"/>
                    </a:cubicBezTo>
                    <a:cubicBezTo>
                      <a:pt x="16026" y="172"/>
                      <a:pt x="16021" y="187"/>
                      <a:pt x="16012" y="211"/>
                    </a:cubicBezTo>
                    <a:cubicBezTo>
                      <a:pt x="16036" y="211"/>
                      <a:pt x="16036" y="268"/>
                      <a:pt x="16036" y="324"/>
                    </a:cubicBezTo>
                    <a:cubicBezTo>
                      <a:pt x="16036" y="385"/>
                      <a:pt x="16030" y="416"/>
                      <a:pt x="16021" y="416"/>
                    </a:cubicBezTo>
                    <a:cubicBezTo>
                      <a:pt x="16012" y="416"/>
                      <a:pt x="16000" y="385"/>
                      <a:pt x="15987" y="324"/>
                    </a:cubicBezTo>
                    <a:cubicBezTo>
                      <a:pt x="15987" y="280"/>
                      <a:pt x="15936" y="260"/>
                      <a:pt x="15873" y="260"/>
                    </a:cubicBezTo>
                    <a:cubicBezTo>
                      <a:pt x="15774" y="260"/>
                      <a:pt x="15645" y="307"/>
                      <a:pt x="15631" y="381"/>
                    </a:cubicBezTo>
                    <a:lnTo>
                      <a:pt x="15631" y="316"/>
                    </a:lnTo>
                    <a:cubicBezTo>
                      <a:pt x="15631" y="259"/>
                      <a:pt x="15606" y="259"/>
                      <a:pt x="15517" y="259"/>
                    </a:cubicBezTo>
                    <a:lnTo>
                      <a:pt x="15452" y="259"/>
                    </a:lnTo>
                    <a:cubicBezTo>
                      <a:pt x="15452" y="307"/>
                      <a:pt x="15430" y="324"/>
                      <a:pt x="15404" y="324"/>
                    </a:cubicBezTo>
                    <a:cubicBezTo>
                      <a:pt x="15367" y="324"/>
                      <a:pt x="15323" y="289"/>
                      <a:pt x="15323" y="251"/>
                    </a:cubicBezTo>
                    <a:cubicBezTo>
                      <a:pt x="15298" y="195"/>
                      <a:pt x="15298" y="195"/>
                      <a:pt x="15250" y="195"/>
                    </a:cubicBezTo>
                    <a:cubicBezTo>
                      <a:pt x="15223" y="242"/>
                      <a:pt x="15187" y="260"/>
                      <a:pt x="15155" y="260"/>
                    </a:cubicBezTo>
                    <a:cubicBezTo>
                      <a:pt x="15110" y="260"/>
                      <a:pt x="15071" y="224"/>
                      <a:pt x="15071" y="186"/>
                    </a:cubicBezTo>
                    <a:lnTo>
                      <a:pt x="15031" y="186"/>
                    </a:lnTo>
                    <a:cubicBezTo>
                      <a:pt x="15024" y="222"/>
                      <a:pt x="14992" y="245"/>
                      <a:pt x="14957" y="245"/>
                    </a:cubicBezTo>
                    <a:cubicBezTo>
                      <a:pt x="14952" y="245"/>
                      <a:pt x="14947" y="244"/>
                      <a:pt x="14941" y="243"/>
                    </a:cubicBezTo>
                    <a:cubicBezTo>
                      <a:pt x="14877" y="243"/>
                      <a:pt x="14852" y="243"/>
                      <a:pt x="14877" y="308"/>
                    </a:cubicBezTo>
                    <a:cubicBezTo>
                      <a:pt x="14877" y="365"/>
                      <a:pt x="14877" y="422"/>
                      <a:pt x="14852" y="422"/>
                    </a:cubicBezTo>
                    <a:lnTo>
                      <a:pt x="14852" y="365"/>
                    </a:lnTo>
                    <a:cubicBezTo>
                      <a:pt x="14852" y="308"/>
                      <a:pt x="14787" y="308"/>
                      <a:pt x="14698" y="300"/>
                    </a:cubicBezTo>
                    <a:cubicBezTo>
                      <a:pt x="14585" y="300"/>
                      <a:pt x="14536" y="300"/>
                      <a:pt x="14520" y="235"/>
                    </a:cubicBezTo>
                    <a:lnTo>
                      <a:pt x="14496" y="300"/>
                    </a:lnTo>
                    <a:cubicBezTo>
                      <a:pt x="14483" y="328"/>
                      <a:pt x="14471" y="343"/>
                      <a:pt x="14462" y="343"/>
                    </a:cubicBezTo>
                    <a:cubicBezTo>
                      <a:pt x="14453" y="343"/>
                      <a:pt x="14447" y="328"/>
                      <a:pt x="14447" y="300"/>
                    </a:cubicBezTo>
                    <a:cubicBezTo>
                      <a:pt x="14430" y="266"/>
                      <a:pt x="14400" y="250"/>
                      <a:pt x="14370" y="250"/>
                    </a:cubicBezTo>
                    <a:cubicBezTo>
                      <a:pt x="14341" y="250"/>
                      <a:pt x="14312" y="264"/>
                      <a:pt x="14293" y="292"/>
                    </a:cubicBezTo>
                    <a:lnTo>
                      <a:pt x="14252" y="292"/>
                    </a:lnTo>
                    <a:cubicBezTo>
                      <a:pt x="14240" y="231"/>
                      <a:pt x="14218" y="201"/>
                      <a:pt x="14196" y="201"/>
                    </a:cubicBezTo>
                    <a:cubicBezTo>
                      <a:pt x="14173" y="201"/>
                      <a:pt x="14151" y="231"/>
                      <a:pt x="14139" y="292"/>
                    </a:cubicBezTo>
                    <a:cubicBezTo>
                      <a:pt x="14139" y="227"/>
                      <a:pt x="14114" y="227"/>
                      <a:pt x="14098" y="227"/>
                    </a:cubicBezTo>
                    <a:cubicBezTo>
                      <a:pt x="14075" y="258"/>
                      <a:pt x="14042" y="273"/>
                      <a:pt x="14014" y="273"/>
                    </a:cubicBezTo>
                    <a:cubicBezTo>
                      <a:pt x="13984" y="273"/>
                      <a:pt x="13960" y="256"/>
                      <a:pt x="13960" y="227"/>
                    </a:cubicBezTo>
                    <a:lnTo>
                      <a:pt x="13936" y="227"/>
                    </a:lnTo>
                    <a:cubicBezTo>
                      <a:pt x="13920" y="284"/>
                      <a:pt x="13896" y="284"/>
                      <a:pt x="13871" y="284"/>
                    </a:cubicBezTo>
                    <a:cubicBezTo>
                      <a:pt x="13847" y="284"/>
                      <a:pt x="13831" y="284"/>
                      <a:pt x="13806" y="341"/>
                    </a:cubicBezTo>
                    <a:cubicBezTo>
                      <a:pt x="13782" y="405"/>
                      <a:pt x="13758" y="405"/>
                      <a:pt x="13758" y="405"/>
                    </a:cubicBezTo>
                    <a:cubicBezTo>
                      <a:pt x="13742" y="405"/>
                      <a:pt x="13758" y="341"/>
                      <a:pt x="13782" y="284"/>
                    </a:cubicBezTo>
                    <a:cubicBezTo>
                      <a:pt x="13802" y="260"/>
                      <a:pt x="13801" y="247"/>
                      <a:pt x="13789" y="247"/>
                    </a:cubicBezTo>
                    <a:cubicBezTo>
                      <a:pt x="13772" y="247"/>
                      <a:pt x="13731" y="274"/>
                      <a:pt x="13693" y="341"/>
                    </a:cubicBezTo>
                    <a:cubicBezTo>
                      <a:pt x="13660" y="401"/>
                      <a:pt x="13644" y="432"/>
                      <a:pt x="13641" y="432"/>
                    </a:cubicBezTo>
                    <a:cubicBezTo>
                      <a:pt x="13638" y="432"/>
                      <a:pt x="13648" y="401"/>
                      <a:pt x="13669" y="341"/>
                    </a:cubicBezTo>
                    <a:cubicBezTo>
                      <a:pt x="13686" y="300"/>
                      <a:pt x="13703" y="260"/>
                      <a:pt x="13694" y="260"/>
                    </a:cubicBezTo>
                    <a:cubicBezTo>
                      <a:pt x="13691" y="260"/>
                      <a:pt x="13683" y="267"/>
                      <a:pt x="13669" y="284"/>
                    </a:cubicBezTo>
                    <a:cubicBezTo>
                      <a:pt x="13669" y="284"/>
                      <a:pt x="13628" y="284"/>
                      <a:pt x="13628" y="341"/>
                    </a:cubicBezTo>
                    <a:lnTo>
                      <a:pt x="13563" y="341"/>
                    </a:lnTo>
                    <a:cubicBezTo>
                      <a:pt x="13514" y="276"/>
                      <a:pt x="13490" y="276"/>
                      <a:pt x="13474" y="276"/>
                    </a:cubicBezTo>
                    <a:cubicBezTo>
                      <a:pt x="13462" y="308"/>
                      <a:pt x="13456" y="324"/>
                      <a:pt x="13450" y="324"/>
                    </a:cubicBezTo>
                    <a:cubicBezTo>
                      <a:pt x="13444" y="324"/>
                      <a:pt x="13437" y="308"/>
                      <a:pt x="13425" y="276"/>
                    </a:cubicBezTo>
                    <a:cubicBezTo>
                      <a:pt x="13425" y="253"/>
                      <a:pt x="13421" y="239"/>
                      <a:pt x="13417" y="239"/>
                    </a:cubicBezTo>
                    <a:cubicBezTo>
                      <a:pt x="13410" y="239"/>
                      <a:pt x="13401" y="268"/>
                      <a:pt x="13401" y="341"/>
                    </a:cubicBezTo>
                    <a:cubicBezTo>
                      <a:pt x="13393" y="368"/>
                      <a:pt x="13383" y="382"/>
                      <a:pt x="13373" y="382"/>
                    </a:cubicBezTo>
                    <a:cubicBezTo>
                      <a:pt x="13361" y="382"/>
                      <a:pt x="13349" y="366"/>
                      <a:pt x="13336" y="332"/>
                    </a:cubicBezTo>
                    <a:cubicBezTo>
                      <a:pt x="13336" y="266"/>
                      <a:pt x="13328" y="238"/>
                      <a:pt x="13321" y="238"/>
                    </a:cubicBezTo>
                    <a:cubicBezTo>
                      <a:pt x="13316" y="238"/>
                      <a:pt x="13312" y="252"/>
                      <a:pt x="13312" y="276"/>
                    </a:cubicBezTo>
                    <a:cubicBezTo>
                      <a:pt x="13296" y="332"/>
                      <a:pt x="13271" y="332"/>
                      <a:pt x="13271" y="332"/>
                    </a:cubicBezTo>
                    <a:cubicBezTo>
                      <a:pt x="13271" y="276"/>
                      <a:pt x="13069" y="268"/>
                      <a:pt x="12866" y="268"/>
                    </a:cubicBezTo>
                    <a:cubicBezTo>
                      <a:pt x="12850" y="268"/>
                      <a:pt x="12825" y="324"/>
                      <a:pt x="12825" y="381"/>
                    </a:cubicBezTo>
                    <a:cubicBezTo>
                      <a:pt x="12825" y="433"/>
                      <a:pt x="12825" y="453"/>
                      <a:pt x="12823" y="453"/>
                    </a:cubicBezTo>
                    <a:cubicBezTo>
                      <a:pt x="12821" y="453"/>
                      <a:pt x="12815" y="418"/>
                      <a:pt x="12801" y="381"/>
                    </a:cubicBezTo>
                    <a:cubicBezTo>
                      <a:pt x="12789" y="292"/>
                      <a:pt x="12773" y="247"/>
                      <a:pt x="12763" y="247"/>
                    </a:cubicBezTo>
                    <a:cubicBezTo>
                      <a:pt x="12752" y="247"/>
                      <a:pt x="12748" y="292"/>
                      <a:pt x="12760" y="381"/>
                    </a:cubicBezTo>
                    <a:cubicBezTo>
                      <a:pt x="12769" y="442"/>
                      <a:pt x="12773" y="472"/>
                      <a:pt x="12770" y="472"/>
                    </a:cubicBezTo>
                    <a:cubicBezTo>
                      <a:pt x="12767" y="472"/>
                      <a:pt x="12756" y="442"/>
                      <a:pt x="12736" y="381"/>
                    </a:cubicBezTo>
                    <a:cubicBezTo>
                      <a:pt x="12724" y="353"/>
                      <a:pt x="12718" y="339"/>
                      <a:pt x="12712" y="339"/>
                    </a:cubicBezTo>
                    <a:cubicBezTo>
                      <a:pt x="12706" y="339"/>
                      <a:pt x="12700" y="353"/>
                      <a:pt x="12688" y="381"/>
                    </a:cubicBezTo>
                    <a:cubicBezTo>
                      <a:pt x="12688" y="412"/>
                      <a:pt x="12684" y="427"/>
                      <a:pt x="12680" y="427"/>
                    </a:cubicBezTo>
                    <a:cubicBezTo>
                      <a:pt x="12676" y="427"/>
                      <a:pt x="12671" y="410"/>
                      <a:pt x="12671" y="381"/>
                    </a:cubicBezTo>
                    <a:cubicBezTo>
                      <a:pt x="12654" y="341"/>
                      <a:pt x="12637" y="297"/>
                      <a:pt x="12628" y="297"/>
                    </a:cubicBezTo>
                    <a:cubicBezTo>
                      <a:pt x="12625" y="297"/>
                      <a:pt x="12623" y="305"/>
                      <a:pt x="12623" y="324"/>
                    </a:cubicBezTo>
                    <a:cubicBezTo>
                      <a:pt x="12623" y="324"/>
                      <a:pt x="12598" y="324"/>
                      <a:pt x="12582" y="259"/>
                    </a:cubicBezTo>
                    <a:cubicBezTo>
                      <a:pt x="12575" y="243"/>
                      <a:pt x="12568" y="236"/>
                      <a:pt x="12561" y="236"/>
                    </a:cubicBezTo>
                    <a:cubicBezTo>
                      <a:pt x="12544" y="236"/>
                      <a:pt x="12526" y="276"/>
                      <a:pt x="12509" y="316"/>
                    </a:cubicBezTo>
                    <a:cubicBezTo>
                      <a:pt x="12477" y="377"/>
                      <a:pt x="12454" y="407"/>
                      <a:pt x="12443" y="407"/>
                    </a:cubicBezTo>
                    <a:cubicBezTo>
                      <a:pt x="12432" y="407"/>
                      <a:pt x="12432" y="377"/>
                      <a:pt x="12444" y="316"/>
                    </a:cubicBezTo>
                    <a:cubicBezTo>
                      <a:pt x="12453" y="270"/>
                      <a:pt x="12443" y="251"/>
                      <a:pt x="12425" y="251"/>
                    </a:cubicBezTo>
                    <a:cubicBezTo>
                      <a:pt x="12395" y="251"/>
                      <a:pt x="12346" y="303"/>
                      <a:pt x="12331" y="373"/>
                    </a:cubicBezTo>
                    <a:cubicBezTo>
                      <a:pt x="12321" y="445"/>
                      <a:pt x="12317" y="475"/>
                      <a:pt x="12316" y="475"/>
                    </a:cubicBezTo>
                    <a:cubicBezTo>
                      <a:pt x="12315" y="475"/>
                      <a:pt x="12315" y="461"/>
                      <a:pt x="12315" y="438"/>
                    </a:cubicBezTo>
                    <a:cubicBezTo>
                      <a:pt x="12315" y="373"/>
                      <a:pt x="12290" y="373"/>
                      <a:pt x="12290" y="373"/>
                    </a:cubicBezTo>
                    <a:cubicBezTo>
                      <a:pt x="12266" y="373"/>
                      <a:pt x="12242" y="373"/>
                      <a:pt x="12250" y="316"/>
                    </a:cubicBezTo>
                    <a:lnTo>
                      <a:pt x="12250" y="316"/>
                    </a:lnTo>
                    <a:cubicBezTo>
                      <a:pt x="12250" y="316"/>
                      <a:pt x="12225" y="316"/>
                      <a:pt x="12177" y="373"/>
                    </a:cubicBezTo>
                    <a:cubicBezTo>
                      <a:pt x="12161" y="416"/>
                      <a:pt x="12143" y="434"/>
                      <a:pt x="12124" y="434"/>
                    </a:cubicBezTo>
                    <a:cubicBezTo>
                      <a:pt x="12093" y="434"/>
                      <a:pt x="12062" y="384"/>
                      <a:pt x="12047" y="308"/>
                    </a:cubicBezTo>
                    <a:lnTo>
                      <a:pt x="11998" y="365"/>
                    </a:lnTo>
                    <a:cubicBezTo>
                      <a:pt x="11988" y="441"/>
                      <a:pt x="11975" y="491"/>
                      <a:pt x="11966" y="491"/>
                    </a:cubicBezTo>
                    <a:cubicBezTo>
                      <a:pt x="11961" y="491"/>
                      <a:pt x="11958" y="473"/>
                      <a:pt x="11958" y="430"/>
                    </a:cubicBezTo>
                    <a:lnTo>
                      <a:pt x="11958" y="365"/>
                    </a:lnTo>
                    <a:cubicBezTo>
                      <a:pt x="11949" y="411"/>
                      <a:pt x="11930" y="430"/>
                      <a:pt x="11911" y="430"/>
                    </a:cubicBezTo>
                    <a:cubicBezTo>
                      <a:pt x="11879" y="430"/>
                      <a:pt x="11844" y="379"/>
                      <a:pt x="11844" y="308"/>
                    </a:cubicBezTo>
                    <a:cubicBezTo>
                      <a:pt x="11844" y="243"/>
                      <a:pt x="11844" y="243"/>
                      <a:pt x="11820" y="243"/>
                    </a:cubicBezTo>
                    <a:lnTo>
                      <a:pt x="11820" y="308"/>
                    </a:lnTo>
                    <a:cubicBezTo>
                      <a:pt x="11820" y="365"/>
                      <a:pt x="11820" y="422"/>
                      <a:pt x="11804" y="422"/>
                    </a:cubicBezTo>
                    <a:cubicBezTo>
                      <a:pt x="11779" y="422"/>
                      <a:pt x="11755" y="422"/>
                      <a:pt x="11755" y="365"/>
                    </a:cubicBezTo>
                    <a:cubicBezTo>
                      <a:pt x="11738" y="319"/>
                      <a:pt x="11725" y="277"/>
                      <a:pt x="11718" y="277"/>
                    </a:cubicBezTo>
                    <a:cubicBezTo>
                      <a:pt x="11716" y="277"/>
                      <a:pt x="11715" y="284"/>
                      <a:pt x="11715" y="300"/>
                    </a:cubicBezTo>
                    <a:cubicBezTo>
                      <a:pt x="11715" y="300"/>
                      <a:pt x="11690" y="300"/>
                      <a:pt x="11666" y="243"/>
                    </a:cubicBezTo>
                    <a:lnTo>
                      <a:pt x="11577" y="243"/>
                    </a:lnTo>
                    <a:cubicBezTo>
                      <a:pt x="11565" y="271"/>
                      <a:pt x="11549" y="285"/>
                      <a:pt x="11537" y="285"/>
                    </a:cubicBezTo>
                    <a:cubicBezTo>
                      <a:pt x="11523" y="285"/>
                      <a:pt x="11512" y="269"/>
                      <a:pt x="11512" y="235"/>
                    </a:cubicBezTo>
                    <a:cubicBezTo>
                      <a:pt x="11512" y="235"/>
                      <a:pt x="11463" y="235"/>
                      <a:pt x="11447" y="300"/>
                    </a:cubicBezTo>
                    <a:cubicBezTo>
                      <a:pt x="11398" y="292"/>
                      <a:pt x="11374" y="292"/>
                      <a:pt x="11374" y="235"/>
                    </a:cubicBezTo>
                    <a:cubicBezTo>
                      <a:pt x="11374" y="207"/>
                      <a:pt x="11374" y="193"/>
                      <a:pt x="11372" y="193"/>
                    </a:cubicBezTo>
                    <a:cubicBezTo>
                      <a:pt x="11370" y="193"/>
                      <a:pt x="11366" y="207"/>
                      <a:pt x="11358" y="235"/>
                    </a:cubicBezTo>
                    <a:cubicBezTo>
                      <a:pt x="11358" y="292"/>
                      <a:pt x="11334" y="292"/>
                      <a:pt x="11309" y="292"/>
                    </a:cubicBezTo>
                    <a:lnTo>
                      <a:pt x="11269" y="292"/>
                    </a:lnTo>
                    <a:cubicBezTo>
                      <a:pt x="11269" y="357"/>
                      <a:pt x="11269" y="357"/>
                      <a:pt x="11244" y="357"/>
                    </a:cubicBezTo>
                    <a:cubicBezTo>
                      <a:pt x="11220" y="349"/>
                      <a:pt x="11155" y="292"/>
                      <a:pt x="11131" y="292"/>
                    </a:cubicBezTo>
                    <a:cubicBezTo>
                      <a:pt x="11066" y="292"/>
                      <a:pt x="11066" y="292"/>
                      <a:pt x="11090" y="349"/>
                    </a:cubicBezTo>
                    <a:cubicBezTo>
                      <a:pt x="11101" y="349"/>
                      <a:pt x="11105" y="377"/>
                      <a:pt x="11094" y="377"/>
                    </a:cubicBezTo>
                    <a:cubicBezTo>
                      <a:pt x="11088" y="377"/>
                      <a:pt x="11079" y="370"/>
                      <a:pt x="11066" y="349"/>
                    </a:cubicBezTo>
                    <a:cubicBezTo>
                      <a:pt x="11042" y="349"/>
                      <a:pt x="10977" y="292"/>
                      <a:pt x="10912" y="284"/>
                    </a:cubicBezTo>
                    <a:cubicBezTo>
                      <a:pt x="10823" y="284"/>
                      <a:pt x="10823" y="284"/>
                      <a:pt x="10823" y="349"/>
                    </a:cubicBezTo>
                    <a:cubicBezTo>
                      <a:pt x="10831" y="404"/>
                      <a:pt x="10831" y="433"/>
                      <a:pt x="10826" y="433"/>
                    </a:cubicBezTo>
                    <a:cubicBezTo>
                      <a:pt x="10821" y="433"/>
                      <a:pt x="10811" y="402"/>
                      <a:pt x="10798" y="341"/>
                    </a:cubicBezTo>
                    <a:cubicBezTo>
                      <a:pt x="10770" y="274"/>
                      <a:pt x="10753" y="247"/>
                      <a:pt x="10743" y="247"/>
                    </a:cubicBezTo>
                    <a:cubicBezTo>
                      <a:pt x="10736" y="247"/>
                      <a:pt x="10734" y="260"/>
                      <a:pt x="10734" y="284"/>
                    </a:cubicBezTo>
                    <a:cubicBezTo>
                      <a:pt x="10709" y="341"/>
                      <a:pt x="10709" y="341"/>
                      <a:pt x="10685" y="341"/>
                    </a:cubicBezTo>
                    <a:cubicBezTo>
                      <a:pt x="10685" y="312"/>
                      <a:pt x="10679" y="298"/>
                      <a:pt x="10668" y="298"/>
                    </a:cubicBezTo>
                    <a:cubicBezTo>
                      <a:pt x="10657" y="298"/>
                      <a:pt x="10640" y="312"/>
                      <a:pt x="10620" y="341"/>
                    </a:cubicBezTo>
                    <a:cubicBezTo>
                      <a:pt x="10596" y="341"/>
                      <a:pt x="10596" y="341"/>
                      <a:pt x="10596" y="284"/>
                    </a:cubicBezTo>
                    <a:lnTo>
                      <a:pt x="10555" y="276"/>
                    </a:lnTo>
                    <a:cubicBezTo>
                      <a:pt x="10535" y="326"/>
                      <a:pt x="10501" y="345"/>
                      <a:pt x="10466" y="345"/>
                    </a:cubicBezTo>
                    <a:cubicBezTo>
                      <a:pt x="10417" y="345"/>
                      <a:pt x="10367" y="309"/>
                      <a:pt x="10352" y="276"/>
                    </a:cubicBezTo>
                    <a:cubicBezTo>
                      <a:pt x="10352" y="276"/>
                      <a:pt x="10328" y="276"/>
                      <a:pt x="10304" y="332"/>
                    </a:cubicBezTo>
                    <a:cubicBezTo>
                      <a:pt x="10296" y="393"/>
                      <a:pt x="10286" y="424"/>
                      <a:pt x="10277" y="424"/>
                    </a:cubicBezTo>
                    <a:cubicBezTo>
                      <a:pt x="10269" y="424"/>
                      <a:pt x="10263" y="393"/>
                      <a:pt x="10263" y="332"/>
                    </a:cubicBezTo>
                    <a:cubicBezTo>
                      <a:pt x="10263" y="272"/>
                      <a:pt x="10263" y="241"/>
                      <a:pt x="10260" y="241"/>
                    </a:cubicBezTo>
                    <a:cubicBezTo>
                      <a:pt x="10257" y="241"/>
                      <a:pt x="10251" y="272"/>
                      <a:pt x="10239" y="332"/>
                    </a:cubicBezTo>
                    <a:cubicBezTo>
                      <a:pt x="10229" y="355"/>
                      <a:pt x="10206" y="369"/>
                      <a:pt x="10183" y="369"/>
                    </a:cubicBezTo>
                    <a:cubicBezTo>
                      <a:pt x="10149" y="369"/>
                      <a:pt x="10116" y="340"/>
                      <a:pt x="10125" y="268"/>
                    </a:cubicBezTo>
                    <a:lnTo>
                      <a:pt x="10125" y="154"/>
                    </a:lnTo>
                    <a:cubicBezTo>
                      <a:pt x="10109" y="211"/>
                      <a:pt x="10085" y="211"/>
                      <a:pt x="10085" y="211"/>
                    </a:cubicBezTo>
                    <a:cubicBezTo>
                      <a:pt x="10085" y="268"/>
                      <a:pt x="10061" y="268"/>
                      <a:pt x="9996" y="268"/>
                    </a:cubicBezTo>
                    <a:cubicBezTo>
                      <a:pt x="9947" y="268"/>
                      <a:pt x="9858" y="324"/>
                      <a:pt x="9817" y="324"/>
                    </a:cubicBezTo>
                    <a:cubicBezTo>
                      <a:pt x="9769" y="324"/>
                      <a:pt x="9704" y="324"/>
                      <a:pt x="9688" y="259"/>
                    </a:cubicBezTo>
                    <a:cubicBezTo>
                      <a:pt x="9663" y="259"/>
                      <a:pt x="9639" y="259"/>
                      <a:pt x="9598" y="324"/>
                    </a:cubicBezTo>
                    <a:cubicBezTo>
                      <a:pt x="9587" y="352"/>
                      <a:pt x="9569" y="366"/>
                      <a:pt x="9554" y="366"/>
                    </a:cubicBezTo>
                    <a:cubicBezTo>
                      <a:pt x="9538" y="366"/>
                      <a:pt x="9525" y="350"/>
                      <a:pt x="9525" y="316"/>
                    </a:cubicBezTo>
                    <a:lnTo>
                      <a:pt x="9509" y="316"/>
                    </a:lnTo>
                    <a:cubicBezTo>
                      <a:pt x="9461" y="381"/>
                      <a:pt x="9436" y="381"/>
                      <a:pt x="9436" y="381"/>
                    </a:cubicBezTo>
                    <a:cubicBezTo>
                      <a:pt x="9436" y="335"/>
                      <a:pt x="9428" y="293"/>
                      <a:pt x="9415" y="293"/>
                    </a:cubicBezTo>
                    <a:cubicBezTo>
                      <a:pt x="9409" y="293"/>
                      <a:pt x="9403" y="300"/>
                      <a:pt x="9396" y="316"/>
                    </a:cubicBezTo>
                    <a:cubicBezTo>
                      <a:pt x="9396" y="373"/>
                      <a:pt x="9371" y="373"/>
                      <a:pt x="9331" y="373"/>
                    </a:cubicBezTo>
                    <a:cubicBezTo>
                      <a:pt x="9303" y="341"/>
                      <a:pt x="9052" y="321"/>
                      <a:pt x="8840" y="321"/>
                    </a:cubicBezTo>
                    <a:cubicBezTo>
                      <a:pt x="8681" y="321"/>
                      <a:pt x="8544" y="332"/>
                      <a:pt x="8544" y="357"/>
                    </a:cubicBezTo>
                    <a:lnTo>
                      <a:pt x="8415" y="357"/>
                    </a:lnTo>
                    <a:cubicBezTo>
                      <a:pt x="8415" y="305"/>
                      <a:pt x="8394" y="285"/>
                      <a:pt x="8365" y="285"/>
                    </a:cubicBezTo>
                    <a:cubicBezTo>
                      <a:pt x="8326" y="285"/>
                      <a:pt x="8273" y="320"/>
                      <a:pt x="8236" y="357"/>
                    </a:cubicBezTo>
                    <a:cubicBezTo>
                      <a:pt x="8212" y="414"/>
                      <a:pt x="8188" y="414"/>
                      <a:pt x="8171" y="414"/>
                    </a:cubicBezTo>
                    <a:cubicBezTo>
                      <a:pt x="8171" y="341"/>
                      <a:pt x="8149" y="312"/>
                      <a:pt x="8120" y="312"/>
                    </a:cubicBezTo>
                    <a:cubicBezTo>
                      <a:pt x="8100" y="312"/>
                      <a:pt x="8078" y="326"/>
                      <a:pt x="8058" y="349"/>
                    </a:cubicBezTo>
                    <a:cubicBezTo>
                      <a:pt x="8046" y="409"/>
                      <a:pt x="8034" y="440"/>
                      <a:pt x="8025" y="440"/>
                    </a:cubicBezTo>
                    <a:cubicBezTo>
                      <a:pt x="8015" y="440"/>
                      <a:pt x="8009" y="409"/>
                      <a:pt x="8009" y="349"/>
                    </a:cubicBezTo>
                    <a:cubicBezTo>
                      <a:pt x="8013" y="294"/>
                      <a:pt x="8005" y="264"/>
                      <a:pt x="7991" y="264"/>
                    </a:cubicBezTo>
                    <a:cubicBezTo>
                      <a:pt x="7973" y="264"/>
                      <a:pt x="7947" y="308"/>
                      <a:pt x="7920" y="405"/>
                    </a:cubicBezTo>
                    <a:cubicBezTo>
                      <a:pt x="7912" y="438"/>
                      <a:pt x="7908" y="454"/>
                      <a:pt x="7903" y="454"/>
                    </a:cubicBezTo>
                    <a:cubicBezTo>
                      <a:pt x="7898" y="454"/>
                      <a:pt x="7892" y="438"/>
                      <a:pt x="7880" y="405"/>
                    </a:cubicBezTo>
                    <a:cubicBezTo>
                      <a:pt x="7866" y="335"/>
                      <a:pt x="7854" y="305"/>
                      <a:pt x="7847" y="305"/>
                    </a:cubicBezTo>
                    <a:cubicBezTo>
                      <a:pt x="7842" y="305"/>
                      <a:pt x="7839" y="321"/>
                      <a:pt x="7839" y="349"/>
                    </a:cubicBezTo>
                    <a:cubicBezTo>
                      <a:pt x="7827" y="404"/>
                      <a:pt x="7815" y="433"/>
                      <a:pt x="7803" y="433"/>
                    </a:cubicBezTo>
                    <a:cubicBezTo>
                      <a:pt x="7791" y="433"/>
                      <a:pt x="7778" y="402"/>
                      <a:pt x="7766" y="341"/>
                    </a:cubicBezTo>
                    <a:cubicBezTo>
                      <a:pt x="7746" y="284"/>
                      <a:pt x="7736" y="255"/>
                      <a:pt x="7728" y="255"/>
                    </a:cubicBezTo>
                    <a:cubicBezTo>
                      <a:pt x="7719" y="255"/>
                      <a:pt x="7713" y="284"/>
                      <a:pt x="7701" y="341"/>
                    </a:cubicBezTo>
                    <a:cubicBezTo>
                      <a:pt x="7689" y="401"/>
                      <a:pt x="7661" y="432"/>
                      <a:pt x="7633" y="432"/>
                    </a:cubicBezTo>
                    <a:cubicBezTo>
                      <a:pt x="7606" y="432"/>
                      <a:pt x="7580" y="401"/>
                      <a:pt x="7572" y="341"/>
                    </a:cubicBezTo>
                    <a:cubicBezTo>
                      <a:pt x="7555" y="341"/>
                      <a:pt x="7539" y="312"/>
                      <a:pt x="7530" y="312"/>
                    </a:cubicBezTo>
                    <a:cubicBezTo>
                      <a:pt x="7526" y="312"/>
                      <a:pt x="7523" y="319"/>
                      <a:pt x="7523" y="341"/>
                    </a:cubicBezTo>
                    <a:lnTo>
                      <a:pt x="7499" y="276"/>
                    </a:lnTo>
                    <a:lnTo>
                      <a:pt x="7458" y="276"/>
                    </a:lnTo>
                    <a:lnTo>
                      <a:pt x="7458" y="341"/>
                    </a:lnTo>
                    <a:cubicBezTo>
                      <a:pt x="7353" y="300"/>
                      <a:pt x="7255" y="284"/>
                      <a:pt x="7142" y="268"/>
                    </a:cubicBezTo>
                    <a:cubicBezTo>
                      <a:pt x="6899" y="268"/>
                      <a:pt x="6858" y="268"/>
                      <a:pt x="6874" y="324"/>
                    </a:cubicBezTo>
                    <a:cubicBezTo>
                      <a:pt x="6886" y="385"/>
                      <a:pt x="6882" y="416"/>
                      <a:pt x="6872" y="416"/>
                    </a:cubicBezTo>
                    <a:cubicBezTo>
                      <a:pt x="6862" y="416"/>
                      <a:pt x="6846" y="385"/>
                      <a:pt x="6834" y="324"/>
                    </a:cubicBezTo>
                    <a:cubicBezTo>
                      <a:pt x="6809" y="324"/>
                      <a:pt x="6769" y="268"/>
                      <a:pt x="6720" y="259"/>
                    </a:cubicBezTo>
                    <a:cubicBezTo>
                      <a:pt x="6680" y="259"/>
                      <a:pt x="6631" y="259"/>
                      <a:pt x="6631" y="203"/>
                    </a:cubicBezTo>
                    <a:lnTo>
                      <a:pt x="6607" y="203"/>
                    </a:lnTo>
                    <a:cubicBezTo>
                      <a:pt x="6586" y="264"/>
                      <a:pt x="6528" y="299"/>
                      <a:pt x="6467" y="299"/>
                    </a:cubicBezTo>
                    <a:cubicBezTo>
                      <a:pt x="6431" y="299"/>
                      <a:pt x="6394" y="287"/>
                      <a:pt x="6363" y="259"/>
                    </a:cubicBezTo>
                    <a:cubicBezTo>
                      <a:pt x="6353" y="257"/>
                      <a:pt x="6343" y="256"/>
                      <a:pt x="6334" y="256"/>
                    </a:cubicBezTo>
                    <a:cubicBezTo>
                      <a:pt x="6309" y="256"/>
                      <a:pt x="6288" y="268"/>
                      <a:pt x="6258" y="316"/>
                    </a:cubicBezTo>
                    <a:cubicBezTo>
                      <a:pt x="6234" y="345"/>
                      <a:pt x="6222" y="359"/>
                      <a:pt x="6212" y="359"/>
                    </a:cubicBezTo>
                    <a:cubicBezTo>
                      <a:pt x="6203" y="359"/>
                      <a:pt x="6197" y="345"/>
                      <a:pt x="6185" y="316"/>
                    </a:cubicBezTo>
                    <a:cubicBezTo>
                      <a:pt x="6185" y="278"/>
                      <a:pt x="6140" y="240"/>
                      <a:pt x="6103" y="240"/>
                    </a:cubicBezTo>
                    <a:cubicBezTo>
                      <a:pt x="6077" y="240"/>
                      <a:pt x="6055" y="258"/>
                      <a:pt x="6055" y="308"/>
                    </a:cubicBezTo>
                    <a:lnTo>
                      <a:pt x="6031" y="251"/>
                    </a:lnTo>
                    <a:cubicBezTo>
                      <a:pt x="6024" y="232"/>
                      <a:pt x="6017" y="224"/>
                      <a:pt x="6012" y="224"/>
                    </a:cubicBezTo>
                    <a:cubicBezTo>
                      <a:pt x="5999" y="224"/>
                      <a:pt x="5990" y="268"/>
                      <a:pt x="5990" y="308"/>
                    </a:cubicBezTo>
                    <a:cubicBezTo>
                      <a:pt x="5990" y="362"/>
                      <a:pt x="5986" y="393"/>
                      <a:pt x="5978" y="393"/>
                    </a:cubicBezTo>
                    <a:cubicBezTo>
                      <a:pt x="5969" y="393"/>
                      <a:pt x="5955" y="346"/>
                      <a:pt x="5942" y="243"/>
                    </a:cubicBezTo>
                    <a:cubicBezTo>
                      <a:pt x="5942" y="177"/>
                      <a:pt x="5933" y="149"/>
                      <a:pt x="5927" y="149"/>
                    </a:cubicBezTo>
                    <a:cubicBezTo>
                      <a:pt x="5922" y="149"/>
                      <a:pt x="5918" y="163"/>
                      <a:pt x="5918" y="186"/>
                    </a:cubicBezTo>
                    <a:cubicBezTo>
                      <a:pt x="5906" y="226"/>
                      <a:pt x="5891" y="270"/>
                      <a:pt x="5874" y="270"/>
                    </a:cubicBezTo>
                    <a:cubicBezTo>
                      <a:pt x="5867" y="270"/>
                      <a:pt x="5860" y="263"/>
                      <a:pt x="5853" y="243"/>
                    </a:cubicBezTo>
                    <a:cubicBezTo>
                      <a:pt x="5828" y="243"/>
                      <a:pt x="5812" y="243"/>
                      <a:pt x="5812" y="365"/>
                    </a:cubicBezTo>
                    <a:cubicBezTo>
                      <a:pt x="5812" y="422"/>
                      <a:pt x="5788" y="422"/>
                      <a:pt x="5763" y="422"/>
                    </a:cubicBezTo>
                    <a:cubicBezTo>
                      <a:pt x="5763" y="381"/>
                      <a:pt x="5772" y="341"/>
                      <a:pt x="5788" y="300"/>
                    </a:cubicBezTo>
                    <a:lnTo>
                      <a:pt x="5739" y="300"/>
                    </a:lnTo>
                    <a:cubicBezTo>
                      <a:pt x="5723" y="300"/>
                      <a:pt x="5674" y="243"/>
                      <a:pt x="5674" y="178"/>
                    </a:cubicBezTo>
                    <a:cubicBezTo>
                      <a:pt x="5664" y="155"/>
                      <a:pt x="5656" y="142"/>
                      <a:pt x="5650" y="142"/>
                    </a:cubicBezTo>
                    <a:close/>
                    <a:moveTo>
                      <a:pt x="372" y="1516"/>
                    </a:moveTo>
                    <a:cubicBezTo>
                      <a:pt x="356" y="1557"/>
                      <a:pt x="347" y="1589"/>
                      <a:pt x="347" y="1638"/>
                    </a:cubicBezTo>
                    <a:lnTo>
                      <a:pt x="372" y="1638"/>
                    </a:lnTo>
                    <a:cubicBezTo>
                      <a:pt x="396" y="1638"/>
                      <a:pt x="396" y="1573"/>
                      <a:pt x="396" y="1516"/>
                    </a:cubicBezTo>
                    <a:close/>
                    <a:moveTo>
                      <a:pt x="5293" y="1970"/>
                    </a:moveTo>
                    <a:cubicBezTo>
                      <a:pt x="5277" y="2011"/>
                      <a:pt x="5269" y="2051"/>
                      <a:pt x="5269" y="2092"/>
                    </a:cubicBezTo>
                    <a:cubicBezTo>
                      <a:pt x="5269" y="2115"/>
                      <a:pt x="5273" y="2129"/>
                      <a:pt x="5280" y="2129"/>
                    </a:cubicBezTo>
                    <a:cubicBezTo>
                      <a:pt x="5289" y="2129"/>
                      <a:pt x="5303" y="2102"/>
                      <a:pt x="5318" y="2035"/>
                    </a:cubicBezTo>
                    <a:cubicBezTo>
                      <a:pt x="5318" y="1970"/>
                      <a:pt x="5318" y="1970"/>
                      <a:pt x="5293" y="197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" name="Google Shape;8782;p30">
            <a:extLst>
              <a:ext uri="{FF2B5EF4-FFF2-40B4-BE49-F238E27FC236}">
                <a16:creationId xmlns:a16="http://schemas.microsoft.com/office/drawing/2014/main" id="{51697E1E-D3F1-758A-F0B9-FE640921213E}"/>
              </a:ext>
            </a:extLst>
          </p:cNvPr>
          <p:cNvSpPr txBox="1">
            <a:spLocks/>
          </p:cNvSpPr>
          <p:nvPr/>
        </p:nvSpPr>
        <p:spPr>
          <a:xfrm>
            <a:off x="4365784" y="1131074"/>
            <a:ext cx="4339472" cy="377654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●"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1pPr>
            <a:lvl2pPr marL="914400" marR="0" lvl="1" indent="-330200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○"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marR="0" lvl="2" indent="-330200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■"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marR="0" lvl="3" indent="-330200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●"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marR="0" lvl="4" indent="-330200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○"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marR="0" lvl="5" indent="-330200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■"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6pPr>
            <a:lvl7pPr marL="3200400" marR="0" lvl="6" indent="-330200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●"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7pPr>
            <a:lvl8pPr marL="3657600" marR="0" lvl="7" indent="-330200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○"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8pPr>
            <a:lvl9pPr marL="4114800" marR="0" lvl="8" indent="-330200" algn="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600"/>
              <a:buFont typeface="Nunito Sans"/>
              <a:buChar char="■"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9pPr>
          </a:lstStyle>
          <a:p>
            <a:pPr marL="0" indent="0" algn="l">
              <a:buClr>
                <a:schemeClr val="hlink"/>
              </a:buClr>
              <a:buSzPts val="1100"/>
              <a:buFont typeface="Arial"/>
              <a:buNone/>
            </a:pPr>
            <a:r>
              <a:rPr lang="en-US" sz="1400" dirty="0"/>
              <a:t>The virtual keyboard is an invention that allows it to be an alternative among the traditional keyboard rotation.</a:t>
            </a:r>
          </a:p>
          <a:p>
            <a:pPr marL="0" indent="0" algn="l">
              <a:buClr>
                <a:schemeClr val="hlink"/>
              </a:buClr>
              <a:buSzPts val="1100"/>
              <a:buFont typeface="Arial"/>
              <a:buNone/>
            </a:pPr>
            <a:endParaRPr lang="en-US" sz="1400" dirty="0"/>
          </a:p>
          <a:p>
            <a:pPr marL="0" indent="0" algn="l">
              <a:buClr>
                <a:schemeClr val="hlink"/>
              </a:buClr>
              <a:buSzPts val="1100"/>
              <a:buFont typeface="Arial"/>
              <a:buNone/>
            </a:pPr>
            <a:r>
              <a:rPr lang="en-US" sz="1400" dirty="0"/>
              <a:t>The basic difference between the virtual keyboard and the traditional keyboard. is a virtual keyboard displayed on a flat surface whereas a traditional keyboard has a physical form that you can hold in your hand. So you type directly on the keyboard to enter the command you want.</a:t>
            </a:r>
            <a:endParaRPr lang="en-ID" sz="1400" dirty="0"/>
          </a:p>
        </p:txBody>
      </p:sp>
      <p:grpSp>
        <p:nvGrpSpPr>
          <p:cNvPr id="5" name="Google Shape;22465;p74">
            <a:extLst>
              <a:ext uri="{FF2B5EF4-FFF2-40B4-BE49-F238E27FC236}">
                <a16:creationId xmlns:a16="http://schemas.microsoft.com/office/drawing/2014/main" id="{8A27817E-24B5-F82D-E64E-FC7D2993F84A}"/>
              </a:ext>
            </a:extLst>
          </p:cNvPr>
          <p:cNvGrpSpPr/>
          <p:nvPr/>
        </p:nvGrpSpPr>
        <p:grpSpPr>
          <a:xfrm rot="16200000">
            <a:off x="7879733" y="2988841"/>
            <a:ext cx="2085819" cy="285210"/>
            <a:chOff x="238125" y="2506075"/>
            <a:chExt cx="7115411" cy="673075"/>
          </a:xfrm>
        </p:grpSpPr>
        <p:sp>
          <p:nvSpPr>
            <p:cNvPr id="6" name="Google Shape;22466;p74">
              <a:extLst>
                <a:ext uri="{FF2B5EF4-FFF2-40B4-BE49-F238E27FC236}">
                  <a16:creationId xmlns:a16="http://schemas.microsoft.com/office/drawing/2014/main" id="{C9C46E22-2A94-1C54-9395-2082F5A4A034}"/>
                </a:ext>
              </a:extLst>
            </p:cNvPr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22467;p74">
              <a:extLst>
                <a:ext uri="{FF2B5EF4-FFF2-40B4-BE49-F238E27FC236}">
                  <a16:creationId xmlns:a16="http://schemas.microsoft.com/office/drawing/2014/main" id="{6B6B6468-F4FB-9486-A2B1-11F8A81C515A}"/>
                </a:ext>
              </a:extLst>
            </p:cNvPr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22468;p74">
              <a:extLst>
                <a:ext uri="{FF2B5EF4-FFF2-40B4-BE49-F238E27FC236}">
                  <a16:creationId xmlns:a16="http://schemas.microsoft.com/office/drawing/2014/main" id="{6A1942D4-F1BB-00FA-516E-A0159334C648}"/>
                </a:ext>
              </a:extLst>
            </p:cNvPr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22469;p74">
              <a:extLst>
                <a:ext uri="{FF2B5EF4-FFF2-40B4-BE49-F238E27FC236}">
                  <a16:creationId xmlns:a16="http://schemas.microsoft.com/office/drawing/2014/main" id="{1415DB12-EA28-4120-6C50-C78072DDA4C7}"/>
                </a:ext>
              </a:extLst>
            </p:cNvPr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22470;p74">
              <a:extLst>
                <a:ext uri="{FF2B5EF4-FFF2-40B4-BE49-F238E27FC236}">
                  <a16:creationId xmlns:a16="http://schemas.microsoft.com/office/drawing/2014/main" id="{40AFE246-9800-B457-D53B-0C382B2D544F}"/>
                </a:ext>
              </a:extLst>
            </p:cNvPr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" name="Google Shape;25812;p82">
            <a:extLst>
              <a:ext uri="{FF2B5EF4-FFF2-40B4-BE49-F238E27FC236}">
                <a16:creationId xmlns:a16="http://schemas.microsoft.com/office/drawing/2014/main" id="{5A4AFF58-E178-4054-0BCC-22172589312C}"/>
              </a:ext>
            </a:extLst>
          </p:cNvPr>
          <p:cNvGrpSpPr/>
          <p:nvPr/>
        </p:nvGrpSpPr>
        <p:grpSpPr>
          <a:xfrm>
            <a:off x="52254" y="4734821"/>
            <a:ext cx="345600" cy="345600"/>
            <a:chOff x="-47523400" y="3973950"/>
            <a:chExt cx="300100" cy="228425"/>
          </a:xfrm>
        </p:grpSpPr>
        <p:sp>
          <p:nvSpPr>
            <p:cNvPr id="12" name="Google Shape;25813;p82">
              <a:extLst>
                <a:ext uri="{FF2B5EF4-FFF2-40B4-BE49-F238E27FC236}">
                  <a16:creationId xmlns:a16="http://schemas.microsoft.com/office/drawing/2014/main" id="{49038BB4-8DBE-BB89-1A11-D46AF9A3F23C}"/>
                </a:ext>
              </a:extLst>
            </p:cNvPr>
            <p:cNvSpPr/>
            <p:nvPr/>
          </p:nvSpPr>
          <p:spPr>
            <a:xfrm>
              <a:off x="-47417075" y="4061375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25814;p82">
              <a:extLst>
                <a:ext uri="{FF2B5EF4-FFF2-40B4-BE49-F238E27FC236}">
                  <a16:creationId xmlns:a16="http://schemas.microsoft.com/office/drawing/2014/main" id="{8310D5A9-3BF3-49A0-769A-679128467A7B}"/>
                </a:ext>
              </a:extLst>
            </p:cNvPr>
            <p:cNvSpPr/>
            <p:nvPr/>
          </p:nvSpPr>
          <p:spPr>
            <a:xfrm>
              <a:off x="-47417875" y="4061375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25815;p82">
              <a:extLst>
                <a:ext uri="{FF2B5EF4-FFF2-40B4-BE49-F238E27FC236}">
                  <a16:creationId xmlns:a16="http://schemas.microsoft.com/office/drawing/2014/main" id="{9EF8BEB3-CD40-79C8-C0E3-4D97B5689F2D}"/>
                </a:ext>
              </a:extLst>
            </p:cNvPr>
            <p:cNvSpPr/>
            <p:nvPr/>
          </p:nvSpPr>
          <p:spPr>
            <a:xfrm>
              <a:off x="-47453300" y="40267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25816;p82">
              <a:extLst>
                <a:ext uri="{FF2B5EF4-FFF2-40B4-BE49-F238E27FC236}">
                  <a16:creationId xmlns:a16="http://schemas.microsoft.com/office/drawing/2014/main" id="{F8BCE30A-60AF-FA07-79FE-612C1496649B}"/>
                </a:ext>
              </a:extLst>
            </p:cNvPr>
            <p:cNvSpPr/>
            <p:nvPr/>
          </p:nvSpPr>
          <p:spPr>
            <a:xfrm>
              <a:off x="-47506875" y="3973950"/>
              <a:ext cx="264675" cy="174875"/>
            </a:xfrm>
            <a:custGeom>
              <a:avLst/>
              <a:gdLst/>
              <a:ahLst/>
              <a:cxnLst/>
              <a:rect l="l" t="t" r="r" b="b"/>
              <a:pathLst>
                <a:path w="10587" h="6995" extrusionOk="0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25817;p82">
              <a:extLst>
                <a:ext uri="{FF2B5EF4-FFF2-40B4-BE49-F238E27FC236}">
                  <a16:creationId xmlns:a16="http://schemas.microsoft.com/office/drawing/2014/main" id="{3B717434-1374-8726-5EA8-8D0D1325D543}"/>
                </a:ext>
              </a:extLst>
            </p:cNvPr>
            <p:cNvSpPr/>
            <p:nvPr/>
          </p:nvSpPr>
          <p:spPr>
            <a:xfrm>
              <a:off x="-47523400" y="4166900"/>
              <a:ext cx="300100" cy="35475"/>
            </a:xfrm>
            <a:custGeom>
              <a:avLst/>
              <a:gdLst/>
              <a:ahLst/>
              <a:cxnLst/>
              <a:rect l="l" t="t" r="r" b="b"/>
              <a:pathLst>
                <a:path w="12004" h="1419" extrusionOk="0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" name="Google Shape;22389;p74">
            <a:extLst>
              <a:ext uri="{FF2B5EF4-FFF2-40B4-BE49-F238E27FC236}">
                <a16:creationId xmlns:a16="http://schemas.microsoft.com/office/drawing/2014/main" id="{BBAAD246-CD2C-068D-C7DC-28ECFF54F041}"/>
              </a:ext>
            </a:extLst>
          </p:cNvPr>
          <p:cNvGrpSpPr/>
          <p:nvPr/>
        </p:nvGrpSpPr>
        <p:grpSpPr>
          <a:xfrm>
            <a:off x="475645" y="4544373"/>
            <a:ext cx="1675129" cy="525345"/>
            <a:chOff x="5194708" y="3484366"/>
            <a:chExt cx="3148148" cy="987304"/>
          </a:xfrm>
        </p:grpSpPr>
        <p:grpSp>
          <p:nvGrpSpPr>
            <p:cNvPr id="18" name="Google Shape;22390;p74">
              <a:extLst>
                <a:ext uri="{FF2B5EF4-FFF2-40B4-BE49-F238E27FC236}">
                  <a16:creationId xmlns:a16="http://schemas.microsoft.com/office/drawing/2014/main" id="{6FB4E19F-8F33-8A2B-C742-D1552C2C8AAF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31" name="Google Shape;22391;p74">
                <a:extLst>
                  <a:ext uri="{FF2B5EF4-FFF2-40B4-BE49-F238E27FC236}">
                    <a16:creationId xmlns:a16="http://schemas.microsoft.com/office/drawing/2014/main" id="{699B4EDE-0419-EFAC-AE96-B48CCB329119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22392;p74">
                <a:extLst>
                  <a:ext uri="{FF2B5EF4-FFF2-40B4-BE49-F238E27FC236}">
                    <a16:creationId xmlns:a16="http://schemas.microsoft.com/office/drawing/2014/main" id="{6D254633-2F75-2A4B-614F-486BB09A7EB2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22393;p74">
                <a:extLst>
                  <a:ext uri="{FF2B5EF4-FFF2-40B4-BE49-F238E27FC236}">
                    <a16:creationId xmlns:a16="http://schemas.microsoft.com/office/drawing/2014/main" id="{7B22E402-4553-6598-DC3C-338DA2B7399B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" name="Google Shape;22394;p74">
              <a:extLst>
                <a:ext uri="{FF2B5EF4-FFF2-40B4-BE49-F238E27FC236}">
                  <a16:creationId xmlns:a16="http://schemas.microsoft.com/office/drawing/2014/main" id="{4604DD83-BC7B-A97D-FAE9-0B00FCBA2B52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28" name="Google Shape;22395;p74">
                <a:extLst>
                  <a:ext uri="{FF2B5EF4-FFF2-40B4-BE49-F238E27FC236}">
                    <a16:creationId xmlns:a16="http://schemas.microsoft.com/office/drawing/2014/main" id="{AAC3E2F7-9A90-C32A-C3B1-80BC1F4A55B5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2396;p74">
                <a:extLst>
                  <a:ext uri="{FF2B5EF4-FFF2-40B4-BE49-F238E27FC236}">
                    <a16:creationId xmlns:a16="http://schemas.microsoft.com/office/drawing/2014/main" id="{8876C0C7-BB98-E9AC-A7BD-70CCF3411DAF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22397;p74">
                <a:extLst>
                  <a:ext uri="{FF2B5EF4-FFF2-40B4-BE49-F238E27FC236}">
                    <a16:creationId xmlns:a16="http://schemas.microsoft.com/office/drawing/2014/main" id="{F6E75339-BFB5-384A-C915-C24DA27664D7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" name="Google Shape;22398;p74">
              <a:extLst>
                <a:ext uri="{FF2B5EF4-FFF2-40B4-BE49-F238E27FC236}">
                  <a16:creationId xmlns:a16="http://schemas.microsoft.com/office/drawing/2014/main" id="{71848DC7-3E52-39C7-57D9-2F9978DFEF27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25" name="Google Shape;22399;p74">
                <a:extLst>
                  <a:ext uri="{FF2B5EF4-FFF2-40B4-BE49-F238E27FC236}">
                    <a16:creationId xmlns:a16="http://schemas.microsoft.com/office/drawing/2014/main" id="{B82BAE37-D2BA-5B3C-D9AD-88AAC6762AEA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2400;p74">
                <a:extLst>
                  <a:ext uri="{FF2B5EF4-FFF2-40B4-BE49-F238E27FC236}">
                    <a16:creationId xmlns:a16="http://schemas.microsoft.com/office/drawing/2014/main" id="{5543CA17-4EEE-3C1C-282F-D1690858D14D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2401;p74">
                <a:extLst>
                  <a:ext uri="{FF2B5EF4-FFF2-40B4-BE49-F238E27FC236}">
                    <a16:creationId xmlns:a16="http://schemas.microsoft.com/office/drawing/2014/main" id="{4E0F0696-30F1-DDDE-1644-03411472EC9F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" name="Google Shape;22402;p74">
              <a:extLst>
                <a:ext uri="{FF2B5EF4-FFF2-40B4-BE49-F238E27FC236}">
                  <a16:creationId xmlns:a16="http://schemas.microsoft.com/office/drawing/2014/main" id="{24E8D49C-1A46-289D-C60D-978D70C2BECB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22" name="Google Shape;22403;p74">
                <a:extLst>
                  <a:ext uri="{FF2B5EF4-FFF2-40B4-BE49-F238E27FC236}">
                    <a16:creationId xmlns:a16="http://schemas.microsoft.com/office/drawing/2014/main" id="{21CB5E13-F5E6-263D-EF21-DF71CAE7F67E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2404;p74">
                <a:extLst>
                  <a:ext uri="{FF2B5EF4-FFF2-40B4-BE49-F238E27FC236}">
                    <a16:creationId xmlns:a16="http://schemas.microsoft.com/office/drawing/2014/main" id="{183520D7-5287-B347-B69F-11AF866F6F7D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2405;p74">
                <a:extLst>
                  <a:ext uri="{FF2B5EF4-FFF2-40B4-BE49-F238E27FC236}">
                    <a16:creationId xmlns:a16="http://schemas.microsoft.com/office/drawing/2014/main" id="{6BC1D1BD-F1CB-8C10-5553-D97B343CDFC1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0" name="Google Shape;25832;p82">
            <a:extLst>
              <a:ext uri="{FF2B5EF4-FFF2-40B4-BE49-F238E27FC236}">
                <a16:creationId xmlns:a16="http://schemas.microsoft.com/office/drawing/2014/main" id="{BA3E0473-5192-D061-5CA7-D6B19EB12F0E}"/>
              </a:ext>
            </a:extLst>
          </p:cNvPr>
          <p:cNvGrpSpPr/>
          <p:nvPr/>
        </p:nvGrpSpPr>
        <p:grpSpPr>
          <a:xfrm>
            <a:off x="26077" y="4266649"/>
            <a:ext cx="356205" cy="356205"/>
            <a:chOff x="-44512325" y="3176075"/>
            <a:chExt cx="300900" cy="300900"/>
          </a:xfrm>
        </p:grpSpPr>
        <p:sp>
          <p:nvSpPr>
            <p:cNvPr id="41" name="Google Shape;25833;p82">
              <a:extLst>
                <a:ext uri="{FF2B5EF4-FFF2-40B4-BE49-F238E27FC236}">
                  <a16:creationId xmlns:a16="http://schemas.microsoft.com/office/drawing/2014/main" id="{3BB93213-599C-C5DC-1BA7-3707060FECF8}"/>
                </a:ext>
              </a:extLst>
            </p:cNvPr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25834;p82">
              <a:extLst>
                <a:ext uri="{FF2B5EF4-FFF2-40B4-BE49-F238E27FC236}">
                  <a16:creationId xmlns:a16="http://schemas.microsoft.com/office/drawing/2014/main" id="{3686A312-BAA4-B440-A862-144F59C7ED32}"/>
                </a:ext>
              </a:extLst>
            </p:cNvPr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25835;p82">
              <a:extLst>
                <a:ext uri="{FF2B5EF4-FFF2-40B4-BE49-F238E27FC236}">
                  <a16:creationId xmlns:a16="http://schemas.microsoft.com/office/drawing/2014/main" id="{EB2F59A8-488C-B90E-6E18-D3DC3B3099D5}"/>
                </a:ext>
              </a:extLst>
            </p:cNvPr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4" name="Google Shape;25669;p82">
            <a:extLst>
              <a:ext uri="{FF2B5EF4-FFF2-40B4-BE49-F238E27FC236}">
                <a16:creationId xmlns:a16="http://schemas.microsoft.com/office/drawing/2014/main" id="{03E988B4-D4C1-0B3B-409B-BB5082D39BB9}"/>
              </a:ext>
            </a:extLst>
          </p:cNvPr>
          <p:cNvGrpSpPr/>
          <p:nvPr/>
        </p:nvGrpSpPr>
        <p:grpSpPr>
          <a:xfrm>
            <a:off x="44133" y="3805087"/>
            <a:ext cx="355258" cy="356205"/>
            <a:chOff x="-46409700" y="3569100"/>
            <a:chExt cx="300100" cy="300900"/>
          </a:xfrm>
        </p:grpSpPr>
        <p:sp>
          <p:nvSpPr>
            <p:cNvPr id="45" name="Google Shape;25670;p82">
              <a:extLst>
                <a:ext uri="{FF2B5EF4-FFF2-40B4-BE49-F238E27FC236}">
                  <a16:creationId xmlns:a16="http://schemas.microsoft.com/office/drawing/2014/main" id="{23EB0AB2-8F2C-6C1F-1508-E1472899A068}"/>
                </a:ext>
              </a:extLst>
            </p:cNvPr>
            <p:cNvSpPr/>
            <p:nvPr/>
          </p:nvSpPr>
          <p:spPr>
            <a:xfrm>
              <a:off x="-46234850" y="3569100"/>
              <a:ext cx="18125" cy="52800"/>
            </a:xfrm>
            <a:custGeom>
              <a:avLst/>
              <a:gdLst/>
              <a:ahLst/>
              <a:cxnLst/>
              <a:rect l="l" t="t" r="r" b="b"/>
              <a:pathLst>
                <a:path w="725" h="2112" extrusionOk="0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25671;p82">
              <a:extLst>
                <a:ext uri="{FF2B5EF4-FFF2-40B4-BE49-F238E27FC236}">
                  <a16:creationId xmlns:a16="http://schemas.microsoft.com/office/drawing/2014/main" id="{4397D2C9-B0AB-F410-1EF0-B8301AD5229C}"/>
                </a:ext>
              </a:extLst>
            </p:cNvPr>
            <p:cNvSpPr/>
            <p:nvPr/>
          </p:nvSpPr>
          <p:spPr>
            <a:xfrm>
              <a:off x="-46270300" y="3745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25672;p82">
              <a:extLst>
                <a:ext uri="{FF2B5EF4-FFF2-40B4-BE49-F238E27FC236}">
                  <a16:creationId xmlns:a16="http://schemas.microsoft.com/office/drawing/2014/main" id="{1FFE899A-EFBB-9065-CC20-89471B91559A}"/>
                </a:ext>
              </a:extLst>
            </p:cNvPr>
            <p:cNvSpPr/>
            <p:nvPr/>
          </p:nvSpPr>
          <p:spPr>
            <a:xfrm>
              <a:off x="-46305750" y="3710875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25673;p82">
              <a:extLst>
                <a:ext uri="{FF2B5EF4-FFF2-40B4-BE49-F238E27FC236}">
                  <a16:creationId xmlns:a16="http://schemas.microsoft.com/office/drawing/2014/main" id="{C583A95E-4977-82BA-498A-9BF930DD6930}"/>
                </a:ext>
              </a:extLst>
            </p:cNvPr>
            <p:cNvSpPr/>
            <p:nvPr/>
          </p:nvSpPr>
          <p:spPr>
            <a:xfrm>
              <a:off x="-46409700" y="3569900"/>
              <a:ext cx="300100" cy="300100"/>
            </a:xfrm>
            <a:custGeom>
              <a:avLst/>
              <a:gdLst/>
              <a:ahLst/>
              <a:cxnLst/>
              <a:rect l="l" t="t" r="r" b="b"/>
              <a:pathLst>
                <a:path w="12004" h="12004" extrusionOk="0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25674;p82">
              <a:extLst>
                <a:ext uri="{FF2B5EF4-FFF2-40B4-BE49-F238E27FC236}">
                  <a16:creationId xmlns:a16="http://schemas.microsoft.com/office/drawing/2014/main" id="{CD83C6A3-8027-1D62-10AD-9C45DC094979}"/>
                </a:ext>
              </a:extLst>
            </p:cNvPr>
            <p:cNvSpPr/>
            <p:nvPr/>
          </p:nvSpPr>
          <p:spPr>
            <a:xfrm>
              <a:off x="-46341175" y="3569100"/>
              <a:ext cx="159125" cy="87450"/>
            </a:xfrm>
            <a:custGeom>
              <a:avLst/>
              <a:gdLst/>
              <a:ahLst/>
              <a:cxnLst/>
              <a:rect l="l" t="t" r="r" b="b"/>
              <a:pathLst>
                <a:path w="636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" name="Google Shape;25757;p82">
            <a:extLst>
              <a:ext uri="{FF2B5EF4-FFF2-40B4-BE49-F238E27FC236}">
                <a16:creationId xmlns:a16="http://schemas.microsoft.com/office/drawing/2014/main" id="{47C56FC0-8217-6385-CE4B-01E20688504C}"/>
              </a:ext>
            </a:extLst>
          </p:cNvPr>
          <p:cNvGrpSpPr/>
          <p:nvPr/>
        </p:nvGrpSpPr>
        <p:grpSpPr>
          <a:xfrm>
            <a:off x="221762" y="236745"/>
            <a:ext cx="490422" cy="570787"/>
            <a:chOff x="-44895900" y="3929450"/>
            <a:chExt cx="263875" cy="302075"/>
          </a:xfrm>
        </p:grpSpPr>
        <p:sp>
          <p:nvSpPr>
            <p:cNvPr id="57" name="Google Shape;25758;p82">
              <a:extLst>
                <a:ext uri="{FF2B5EF4-FFF2-40B4-BE49-F238E27FC236}">
                  <a16:creationId xmlns:a16="http://schemas.microsoft.com/office/drawing/2014/main" id="{BD8A1A00-4780-35AE-7CE0-E01C81ACDF9B}"/>
                </a:ext>
              </a:extLst>
            </p:cNvPr>
            <p:cNvSpPr/>
            <p:nvPr/>
          </p:nvSpPr>
          <p:spPr>
            <a:xfrm>
              <a:off x="-44813975" y="4100750"/>
              <a:ext cx="101625" cy="50425"/>
            </a:xfrm>
            <a:custGeom>
              <a:avLst/>
              <a:gdLst/>
              <a:ahLst/>
              <a:cxnLst/>
              <a:rect l="l" t="t" r="r" b="b"/>
              <a:pathLst>
                <a:path w="4065" h="2017" extrusionOk="0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25759;p82">
              <a:extLst>
                <a:ext uri="{FF2B5EF4-FFF2-40B4-BE49-F238E27FC236}">
                  <a16:creationId xmlns:a16="http://schemas.microsoft.com/office/drawing/2014/main" id="{B53EFF2F-3EB6-BFEF-0577-3BA2C317D0CE}"/>
                </a:ext>
              </a:extLst>
            </p:cNvPr>
            <p:cNvSpPr/>
            <p:nvPr/>
          </p:nvSpPr>
          <p:spPr>
            <a:xfrm>
              <a:off x="-44885650" y="3929450"/>
              <a:ext cx="244175" cy="87825"/>
            </a:xfrm>
            <a:custGeom>
              <a:avLst/>
              <a:gdLst/>
              <a:ahLst/>
              <a:cxnLst/>
              <a:rect l="l" t="t" r="r" b="b"/>
              <a:pathLst>
                <a:path w="9767" h="3513" extrusionOk="0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25760;p82">
              <a:extLst>
                <a:ext uri="{FF2B5EF4-FFF2-40B4-BE49-F238E27FC236}">
                  <a16:creationId xmlns:a16="http://schemas.microsoft.com/office/drawing/2014/main" id="{73B9BDAE-60DE-1F6D-3767-1BA95A62C754}"/>
                </a:ext>
              </a:extLst>
            </p:cNvPr>
            <p:cNvSpPr/>
            <p:nvPr/>
          </p:nvSpPr>
          <p:spPr>
            <a:xfrm>
              <a:off x="-44825000" y="4006225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25761;p82">
              <a:extLst>
                <a:ext uri="{FF2B5EF4-FFF2-40B4-BE49-F238E27FC236}">
                  <a16:creationId xmlns:a16="http://schemas.microsoft.com/office/drawing/2014/main" id="{4057E963-5D3B-3F15-4AFA-1099FACED73E}"/>
                </a:ext>
              </a:extLst>
            </p:cNvPr>
            <p:cNvSpPr/>
            <p:nvPr/>
          </p:nvSpPr>
          <p:spPr>
            <a:xfrm>
              <a:off x="-44754900" y="4005450"/>
              <a:ext cx="122875" cy="222925"/>
            </a:xfrm>
            <a:custGeom>
              <a:avLst/>
              <a:gdLst/>
              <a:ahLst/>
              <a:cxnLst/>
              <a:rect l="l" t="t" r="r" b="b"/>
              <a:pathLst>
                <a:path w="4915" h="8917" extrusionOk="0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25762;p82">
              <a:extLst>
                <a:ext uri="{FF2B5EF4-FFF2-40B4-BE49-F238E27FC236}">
                  <a16:creationId xmlns:a16="http://schemas.microsoft.com/office/drawing/2014/main" id="{5DED1D43-D4E6-57B4-622B-32C9A4762722}"/>
                </a:ext>
              </a:extLst>
            </p:cNvPr>
            <p:cNvSpPr/>
            <p:nvPr/>
          </p:nvSpPr>
          <p:spPr>
            <a:xfrm>
              <a:off x="-44754900" y="4006225"/>
              <a:ext cx="52775" cy="105575"/>
            </a:xfrm>
            <a:custGeom>
              <a:avLst/>
              <a:gdLst/>
              <a:ahLst/>
              <a:cxnLst/>
              <a:rect l="l" t="t" r="r" b="b"/>
              <a:pathLst>
                <a:path w="2111" h="4223" extrusionOk="0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25763;p82">
              <a:extLst>
                <a:ext uri="{FF2B5EF4-FFF2-40B4-BE49-F238E27FC236}">
                  <a16:creationId xmlns:a16="http://schemas.microsoft.com/office/drawing/2014/main" id="{375A2225-6EF9-BB91-AB7F-F0F5A0E00FE0}"/>
                </a:ext>
              </a:extLst>
            </p:cNvPr>
            <p:cNvSpPr/>
            <p:nvPr/>
          </p:nvSpPr>
          <p:spPr>
            <a:xfrm>
              <a:off x="-44895900" y="4006225"/>
              <a:ext cx="122900" cy="225300"/>
            </a:xfrm>
            <a:custGeom>
              <a:avLst/>
              <a:gdLst/>
              <a:ahLst/>
              <a:cxnLst/>
              <a:rect l="l" t="t" r="r" b="b"/>
              <a:pathLst>
                <a:path w="4916" h="9012" extrusionOk="0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" name="Google Shape;23264;p76">
            <a:extLst>
              <a:ext uri="{FF2B5EF4-FFF2-40B4-BE49-F238E27FC236}">
                <a16:creationId xmlns:a16="http://schemas.microsoft.com/office/drawing/2014/main" id="{FDCF05AD-D920-EEE8-A08E-B1892506AD68}"/>
              </a:ext>
            </a:extLst>
          </p:cNvPr>
          <p:cNvGrpSpPr/>
          <p:nvPr/>
        </p:nvGrpSpPr>
        <p:grpSpPr>
          <a:xfrm>
            <a:off x="8774848" y="1668674"/>
            <a:ext cx="345600" cy="345600"/>
            <a:chOff x="1706078" y="2092648"/>
            <a:chExt cx="660913" cy="637296"/>
          </a:xfrm>
        </p:grpSpPr>
        <p:sp>
          <p:nvSpPr>
            <p:cNvPr id="3" name="Google Shape;23265;p76">
              <a:extLst>
                <a:ext uri="{FF2B5EF4-FFF2-40B4-BE49-F238E27FC236}">
                  <a16:creationId xmlns:a16="http://schemas.microsoft.com/office/drawing/2014/main" id="{3D1502A6-AECD-6300-1B6C-F99C2CEC7B52}"/>
                </a:ext>
              </a:extLst>
            </p:cNvPr>
            <p:cNvSpPr/>
            <p:nvPr/>
          </p:nvSpPr>
          <p:spPr>
            <a:xfrm>
              <a:off x="1745332" y="2158066"/>
              <a:ext cx="571867" cy="571878"/>
            </a:xfrm>
            <a:custGeom>
              <a:avLst/>
              <a:gdLst/>
              <a:ahLst/>
              <a:cxnLst/>
              <a:rect l="l" t="t" r="r" b="b"/>
              <a:pathLst>
                <a:path w="107747" h="107749" extrusionOk="0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4" name="Google Shape;23266;p76">
              <a:extLst>
                <a:ext uri="{FF2B5EF4-FFF2-40B4-BE49-F238E27FC236}">
                  <a16:creationId xmlns:a16="http://schemas.microsoft.com/office/drawing/2014/main" id="{EDA8A5CB-EABA-3D04-3C4D-B671850A9B6D}"/>
                </a:ext>
              </a:extLst>
            </p:cNvPr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35" name="Google Shape;23267;p76">
                <a:extLst>
                  <a:ext uri="{FF2B5EF4-FFF2-40B4-BE49-F238E27FC236}">
                    <a16:creationId xmlns:a16="http://schemas.microsoft.com/office/drawing/2014/main" id="{FEF8AA32-F266-7D43-7163-A202AF231CC0}"/>
                  </a:ext>
                </a:extLst>
              </p:cNvPr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extrusionOk="0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23268;p76">
                <a:extLst>
                  <a:ext uri="{FF2B5EF4-FFF2-40B4-BE49-F238E27FC236}">
                    <a16:creationId xmlns:a16="http://schemas.microsoft.com/office/drawing/2014/main" id="{FC241AC1-23DB-FB52-6998-D5B0845FE7DE}"/>
                  </a:ext>
                </a:extLst>
              </p:cNvPr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avLst/>
                <a:gdLst/>
                <a:ahLst/>
                <a:cxnLst/>
                <a:rect l="l" t="t" r="r" b="b"/>
                <a:pathLst>
                  <a:path w="62027" h="52191" extrusionOk="0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23269;p76">
                <a:extLst>
                  <a:ext uri="{FF2B5EF4-FFF2-40B4-BE49-F238E27FC236}">
                    <a16:creationId xmlns:a16="http://schemas.microsoft.com/office/drawing/2014/main" id="{3FD8F6DC-BC1D-2681-031E-F94E91EE347F}"/>
                  </a:ext>
                </a:extLst>
              </p:cNvPr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avLst/>
                <a:gdLst/>
                <a:ahLst/>
                <a:cxnLst/>
                <a:rect l="l" t="t" r="r" b="b"/>
                <a:pathLst>
                  <a:path w="62507" h="52211" extrusionOk="0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9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9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89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9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8" name="Google Shape;9808;p39"/>
          <p:cNvSpPr txBox="1">
            <a:spLocks noGrp="1"/>
          </p:cNvSpPr>
          <p:nvPr>
            <p:ph type="title"/>
          </p:nvPr>
        </p:nvSpPr>
        <p:spPr>
          <a:xfrm>
            <a:off x="713250" y="2430100"/>
            <a:ext cx="7717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dirty="0"/>
              <a:t>Solutions to solve problems</a:t>
            </a:r>
            <a:endParaRPr dirty="0"/>
          </a:p>
        </p:txBody>
      </p:sp>
      <p:grpSp>
        <p:nvGrpSpPr>
          <p:cNvPr id="6" name="Google Shape;25832;p82">
            <a:extLst>
              <a:ext uri="{FF2B5EF4-FFF2-40B4-BE49-F238E27FC236}">
                <a16:creationId xmlns:a16="http://schemas.microsoft.com/office/drawing/2014/main" id="{4EE0CEA3-AF78-CBF6-6BA3-19960A00E97B}"/>
              </a:ext>
            </a:extLst>
          </p:cNvPr>
          <p:cNvGrpSpPr/>
          <p:nvPr/>
        </p:nvGrpSpPr>
        <p:grpSpPr>
          <a:xfrm>
            <a:off x="55418" y="4735555"/>
            <a:ext cx="345600" cy="345600"/>
            <a:chOff x="-44512325" y="3176075"/>
            <a:chExt cx="300900" cy="300900"/>
          </a:xfrm>
        </p:grpSpPr>
        <p:sp>
          <p:nvSpPr>
            <p:cNvPr id="7" name="Google Shape;25833;p82">
              <a:extLst>
                <a:ext uri="{FF2B5EF4-FFF2-40B4-BE49-F238E27FC236}">
                  <a16:creationId xmlns:a16="http://schemas.microsoft.com/office/drawing/2014/main" id="{128BA92A-7F62-DADA-CE5D-8DF9FAFA4A31}"/>
                </a:ext>
              </a:extLst>
            </p:cNvPr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25834;p82">
              <a:extLst>
                <a:ext uri="{FF2B5EF4-FFF2-40B4-BE49-F238E27FC236}">
                  <a16:creationId xmlns:a16="http://schemas.microsoft.com/office/drawing/2014/main" id="{0B9B358F-D38C-40C1-9A3B-E7FB70E2217C}"/>
                </a:ext>
              </a:extLst>
            </p:cNvPr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25835;p82">
              <a:extLst>
                <a:ext uri="{FF2B5EF4-FFF2-40B4-BE49-F238E27FC236}">
                  <a16:creationId xmlns:a16="http://schemas.microsoft.com/office/drawing/2014/main" id="{886E13B6-7DFA-DC1C-972F-B014C1843941}"/>
                </a:ext>
              </a:extLst>
            </p:cNvPr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" name="Google Shape;22389;p74">
            <a:extLst>
              <a:ext uri="{FF2B5EF4-FFF2-40B4-BE49-F238E27FC236}">
                <a16:creationId xmlns:a16="http://schemas.microsoft.com/office/drawing/2014/main" id="{72459DE3-E8BE-BA60-9F6E-F337F7FA3557}"/>
              </a:ext>
            </a:extLst>
          </p:cNvPr>
          <p:cNvGrpSpPr/>
          <p:nvPr/>
        </p:nvGrpSpPr>
        <p:grpSpPr>
          <a:xfrm>
            <a:off x="3520658" y="3136919"/>
            <a:ext cx="1675129" cy="525345"/>
            <a:chOff x="5194708" y="3484366"/>
            <a:chExt cx="3148148" cy="987304"/>
          </a:xfrm>
        </p:grpSpPr>
        <p:grpSp>
          <p:nvGrpSpPr>
            <p:cNvPr id="11" name="Google Shape;22390;p74">
              <a:extLst>
                <a:ext uri="{FF2B5EF4-FFF2-40B4-BE49-F238E27FC236}">
                  <a16:creationId xmlns:a16="http://schemas.microsoft.com/office/drawing/2014/main" id="{460744E2-C720-8D2E-EDBE-8FEB30619A72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24" name="Google Shape;22391;p74">
                <a:extLst>
                  <a:ext uri="{FF2B5EF4-FFF2-40B4-BE49-F238E27FC236}">
                    <a16:creationId xmlns:a16="http://schemas.microsoft.com/office/drawing/2014/main" id="{165014C6-BD29-E082-6E82-05C0DAF0232A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2392;p74">
                <a:extLst>
                  <a:ext uri="{FF2B5EF4-FFF2-40B4-BE49-F238E27FC236}">
                    <a16:creationId xmlns:a16="http://schemas.microsoft.com/office/drawing/2014/main" id="{97EB04A1-78A7-D3D3-8F8D-301F58F280C0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2393;p74">
                <a:extLst>
                  <a:ext uri="{FF2B5EF4-FFF2-40B4-BE49-F238E27FC236}">
                    <a16:creationId xmlns:a16="http://schemas.microsoft.com/office/drawing/2014/main" id="{7F0B39DA-3900-23FA-4F48-DDF10EE42DEB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22394;p74">
              <a:extLst>
                <a:ext uri="{FF2B5EF4-FFF2-40B4-BE49-F238E27FC236}">
                  <a16:creationId xmlns:a16="http://schemas.microsoft.com/office/drawing/2014/main" id="{E21E5C0B-46A9-9C79-E4C8-E86A4EDB27D0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21" name="Google Shape;22395;p74">
                <a:extLst>
                  <a:ext uri="{FF2B5EF4-FFF2-40B4-BE49-F238E27FC236}">
                    <a16:creationId xmlns:a16="http://schemas.microsoft.com/office/drawing/2014/main" id="{8CF48079-4EF2-F37F-2CE0-833B60BAF071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396;p74">
                <a:extLst>
                  <a:ext uri="{FF2B5EF4-FFF2-40B4-BE49-F238E27FC236}">
                    <a16:creationId xmlns:a16="http://schemas.microsoft.com/office/drawing/2014/main" id="{6F06A436-9F3A-5AF5-DE3C-14EED8C4BA26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2397;p74">
                <a:extLst>
                  <a:ext uri="{FF2B5EF4-FFF2-40B4-BE49-F238E27FC236}">
                    <a16:creationId xmlns:a16="http://schemas.microsoft.com/office/drawing/2014/main" id="{C6B9A077-4E7E-F3A7-595E-F1429CC576C1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22398;p74">
              <a:extLst>
                <a:ext uri="{FF2B5EF4-FFF2-40B4-BE49-F238E27FC236}">
                  <a16:creationId xmlns:a16="http://schemas.microsoft.com/office/drawing/2014/main" id="{A10D6DBB-B36F-06FB-AA19-FCB4F61A62D5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18" name="Google Shape;22399;p74">
                <a:extLst>
                  <a:ext uri="{FF2B5EF4-FFF2-40B4-BE49-F238E27FC236}">
                    <a16:creationId xmlns:a16="http://schemas.microsoft.com/office/drawing/2014/main" id="{D0B4D091-B5AE-A724-C6C4-FFEE72217E91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22400;p74">
                <a:extLst>
                  <a:ext uri="{FF2B5EF4-FFF2-40B4-BE49-F238E27FC236}">
                    <a16:creationId xmlns:a16="http://schemas.microsoft.com/office/drawing/2014/main" id="{2645AC0C-1BD9-EACE-697D-A84A82EC20DB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2401;p74">
                <a:extLst>
                  <a:ext uri="{FF2B5EF4-FFF2-40B4-BE49-F238E27FC236}">
                    <a16:creationId xmlns:a16="http://schemas.microsoft.com/office/drawing/2014/main" id="{9C852D5A-95B2-3D96-A039-D638C6A3A6FA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22402;p74">
              <a:extLst>
                <a:ext uri="{FF2B5EF4-FFF2-40B4-BE49-F238E27FC236}">
                  <a16:creationId xmlns:a16="http://schemas.microsoft.com/office/drawing/2014/main" id="{10C48368-DF7C-DF0F-9DA9-8FB634E2FE44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15" name="Google Shape;22403;p74">
                <a:extLst>
                  <a:ext uri="{FF2B5EF4-FFF2-40B4-BE49-F238E27FC236}">
                    <a16:creationId xmlns:a16="http://schemas.microsoft.com/office/drawing/2014/main" id="{29877FEA-E782-EBB3-1E9F-18A9C6928300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22404;p74">
                <a:extLst>
                  <a:ext uri="{FF2B5EF4-FFF2-40B4-BE49-F238E27FC236}">
                    <a16:creationId xmlns:a16="http://schemas.microsoft.com/office/drawing/2014/main" id="{95D1CD55-B0BD-66DA-01C7-13F162D60935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22405;p74">
                <a:extLst>
                  <a:ext uri="{FF2B5EF4-FFF2-40B4-BE49-F238E27FC236}">
                    <a16:creationId xmlns:a16="http://schemas.microsoft.com/office/drawing/2014/main" id="{371839F2-400C-63C0-8EBD-8926C3231A8D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7" name="Google Shape;23264;p76">
            <a:extLst>
              <a:ext uri="{FF2B5EF4-FFF2-40B4-BE49-F238E27FC236}">
                <a16:creationId xmlns:a16="http://schemas.microsoft.com/office/drawing/2014/main" id="{03DE8456-C9EF-672B-33E6-FF87147C395D}"/>
              </a:ext>
            </a:extLst>
          </p:cNvPr>
          <p:cNvGrpSpPr/>
          <p:nvPr/>
        </p:nvGrpSpPr>
        <p:grpSpPr>
          <a:xfrm>
            <a:off x="3962023" y="1679455"/>
            <a:ext cx="805241" cy="771723"/>
            <a:chOff x="1706078" y="2092648"/>
            <a:chExt cx="660913" cy="637296"/>
          </a:xfrm>
        </p:grpSpPr>
        <p:sp>
          <p:nvSpPr>
            <p:cNvPr id="28" name="Google Shape;23265;p76">
              <a:extLst>
                <a:ext uri="{FF2B5EF4-FFF2-40B4-BE49-F238E27FC236}">
                  <a16:creationId xmlns:a16="http://schemas.microsoft.com/office/drawing/2014/main" id="{AECA567E-CD3C-231F-3EAA-D2473C55D2C3}"/>
                </a:ext>
              </a:extLst>
            </p:cNvPr>
            <p:cNvSpPr/>
            <p:nvPr/>
          </p:nvSpPr>
          <p:spPr>
            <a:xfrm>
              <a:off x="1745332" y="2158066"/>
              <a:ext cx="571867" cy="571878"/>
            </a:xfrm>
            <a:custGeom>
              <a:avLst/>
              <a:gdLst/>
              <a:ahLst/>
              <a:cxnLst/>
              <a:rect l="l" t="t" r="r" b="b"/>
              <a:pathLst>
                <a:path w="107747" h="107749" extrusionOk="0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9" name="Google Shape;23266;p76">
              <a:extLst>
                <a:ext uri="{FF2B5EF4-FFF2-40B4-BE49-F238E27FC236}">
                  <a16:creationId xmlns:a16="http://schemas.microsoft.com/office/drawing/2014/main" id="{43D25F20-25CC-F0E1-ACD9-190F3726265B}"/>
                </a:ext>
              </a:extLst>
            </p:cNvPr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30" name="Google Shape;23267;p76">
                <a:extLst>
                  <a:ext uri="{FF2B5EF4-FFF2-40B4-BE49-F238E27FC236}">
                    <a16:creationId xmlns:a16="http://schemas.microsoft.com/office/drawing/2014/main" id="{269B0C79-FF13-A59E-59DA-5FC37222D47F}"/>
                  </a:ext>
                </a:extLst>
              </p:cNvPr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extrusionOk="0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23268;p76">
                <a:extLst>
                  <a:ext uri="{FF2B5EF4-FFF2-40B4-BE49-F238E27FC236}">
                    <a16:creationId xmlns:a16="http://schemas.microsoft.com/office/drawing/2014/main" id="{710E2633-3EA0-3E24-EE38-71093E52D3F9}"/>
                  </a:ext>
                </a:extLst>
              </p:cNvPr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avLst/>
                <a:gdLst/>
                <a:ahLst/>
                <a:cxnLst/>
                <a:rect l="l" t="t" r="r" b="b"/>
                <a:pathLst>
                  <a:path w="62027" h="52191" extrusionOk="0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23269;p76">
                <a:extLst>
                  <a:ext uri="{FF2B5EF4-FFF2-40B4-BE49-F238E27FC236}">
                    <a16:creationId xmlns:a16="http://schemas.microsoft.com/office/drawing/2014/main" id="{CFECDD65-6893-3968-46DC-7FB34A542160}"/>
                  </a:ext>
                </a:extLst>
              </p:cNvPr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avLst/>
                <a:gdLst/>
                <a:ahLst/>
                <a:cxnLst/>
                <a:rect l="l" t="t" r="r" b="b"/>
                <a:pathLst>
                  <a:path w="62507" h="52211" extrusionOk="0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3" name="Google Shape;25669;p82">
            <a:extLst>
              <a:ext uri="{FF2B5EF4-FFF2-40B4-BE49-F238E27FC236}">
                <a16:creationId xmlns:a16="http://schemas.microsoft.com/office/drawing/2014/main" id="{B8FDAA55-FF6F-0DAF-E574-065A113F7574}"/>
              </a:ext>
            </a:extLst>
          </p:cNvPr>
          <p:cNvGrpSpPr/>
          <p:nvPr/>
        </p:nvGrpSpPr>
        <p:grpSpPr>
          <a:xfrm>
            <a:off x="55418" y="1679455"/>
            <a:ext cx="355258" cy="356205"/>
            <a:chOff x="-46409700" y="3569100"/>
            <a:chExt cx="300100" cy="300900"/>
          </a:xfrm>
        </p:grpSpPr>
        <p:sp>
          <p:nvSpPr>
            <p:cNvPr id="34" name="Google Shape;25670;p82">
              <a:extLst>
                <a:ext uri="{FF2B5EF4-FFF2-40B4-BE49-F238E27FC236}">
                  <a16:creationId xmlns:a16="http://schemas.microsoft.com/office/drawing/2014/main" id="{FD4ED1E5-BD64-020B-4731-CBC9661B619D}"/>
                </a:ext>
              </a:extLst>
            </p:cNvPr>
            <p:cNvSpPr/>
            <p:nvPr/>
          </p:nvSpPr>
          <p:spPr>
            <a:xfrm>
              <a:off x="-46234850" y="3569100"/>
              <a:ext cx="18125" cy="52800"/>
            </a:xfrm>
            <a:custGeom>
              <a:avLst/>
              <a:gdLst/>
              <a:ahLst/>
              <a:cxnLst/>
              <a:rect l="l" t="t" r="r" b="b"/>
              <a:pathLst>
                <a:path w="725" h="2112" extrusionOk="0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25671;p82">
              <a:extLst>
                <a:ext uri="{FF2B5EF4-FFF2-40B4-BE49-F238E27FC236}">
                  <a16:creationId xmlns:a16="http://schemas.microsoft.com/office/drawing/2014/main" id="{00E64139-F61D-56C6-FA7B-98DFC7043AEC}"/>
                </a:ext>
              </a:extLst>
            </p:cNvPr>
            <p:cNvSpPr/>
            <p:nvPr/>
          </p:nvSpPr>
          <p:spPr>
            <a:xfrm>
              <a:off x="-46270300" y="3745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25672;p82">
              <a:extLst>
                <a:ext uri="{FF2B5EF4-FFF2-40B4-BE49-F238E27FC236}">
                  <a16:creationId xmlns:a16="http://schemas.microsoft.com/office/drawing/2014/main" id="{B09C48E6-EE74-CF81-7420-6966155D4912}"/>
                </a:ext>
              </a:extLst>
            </p:cNvPr>
            <p:cNvSpPr/>
            <p:nvPr/>
          </p:nvSpPr>
          <p:spPr>
            <a:xfrm>
              <a:off x="-46305750" y="3710875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25673;p82">
              <a:extLst>
                <a:ext uri="{FF2B5EF4-FFF2-40B4-BE49-F238E27FC236}">
                  <a16:creationId xmlns:a16="http://schemas.microsoft.com/office/drawing/2014/main" id="{C277C896-B6DE-45CC-A5BF-A1205CFE64F3}"/>
                </a:ext>
              </a:extLst>
            </p:cNvPr>
            <p:cNvSpPr/>
            <p:nvPr/>
          </p:nvSpPr>
          <p:spPr>
            <a:xfrm>
              <a:off x="-46409700" y="3569900"/>
              <a:ext cx="300100" cy="300100"/>
            </a:xfrm>
            <a:custGeom>
              <a:avLst/>
              <a:gdLst/>
              <a:ahLst/>
              <a:cxnLst/>
              <a:rect l="l" t="t" r="r" b="b"/>
              <a:pathLst>
                <a:path w="12004" h="12004" extrusionOk="0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25674;p82">
              <a:extLst>
                <a:ext uri="{FF2B5EF4-FFF2-40B4-BE49-F238E27FC236}">
                  <a16:creationId xmlns:a16="http://schemas.microsoft.com/office/drawing/2014/main" id="{BE07608C-EDBE-26E2-151F-57BEBD84D459}"/>
                </a:ext>
              </a:extLst>
            </p:cNvPr>
            <p:cNvSpPr/>
            <p:nvPr/>
          </p:nvSpPr>
          <p:spPr>
            <a:xfrm>
              <a:off x="-46341175" y="3569100"/>
              <a:ext cx="159125" cy="87450"/>
            </a:xfrm>
            <a:custGeom>
              <a:avLst/>
              <a:gdLst/>
              <a:ahLst/>
              <a:cxnLst/>
              <a:rect l="l" t="t" r="r" b="b"/>
              <a:pathLst>
                <a:path w="636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" name="Google Shape;22465;p74">
            <a:extLst>
              <a:ext uri="{FF2B5EF4-FFF2-40B4-BE49-F238E27FC236}">
                <a16:creationId xmlns:a16="http://schemas.microsoft.com/office/drawing/2014/main" id="{5CB9B664-0C2B-18F1-3842-BFDECD13EA48}"/>
              </a:ext>
            </a:extLst>
          </p:cNvPr>
          <p:cNvGrpSpPr/>
          <p:nvPr/>
        </p:nvGrpSpPr>
        <p:grpSpPr>
          <a:xfrm rot="16200000">
            <a:off x="-841095" y="3510771"/>
            <a:ext cx="2085819" cy="285210"/>
            <a:chOff x="238125" y="2506075"/>
            <a:chExt cx="7115411" cy="673075"/>
          </a:xfrm>
        </p:grpSpPr>
        <p:sp>
          <p:nvSpPr>
            <p:cNvPr id="40" name="Google Shape;22466;p74">
              <a:extLst>
                <a:ext uri="{FF2B5EF4-FFF2-40B4-BE49-F238E27FC236}">
                  <a16:creationId xmlns:a16="http://schemas.microsoft.com/office/drawing/2014/main" id="{053BDD46-6111-6E72-CD09-396D9F34E98E}"/>
                </a:ext>
              </a:extLst>
            </p:cNvPr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22467;p74">
              <a:extLst>
                <a:ext uri="{FF2B5EF4-FFF2-40B4-BE49-F238E27FC236}">
                  <a16:creationId xmlns:a16="http://schemas.microsoft.com/office/drawing/2014/main" id="{E5DD0C0E-DF74-E673-9843-17C8110AF091}"/>
                </a:ext>
              </a:extLst>
            </p:cNvPr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22468;p74">
              <a:extLst>
                <a:ext uri="{FF2B5EF4-FFF2-40B4-BE49-F238E27FC236}">
                  <a16:creationId xmlns:a16="http://schemas.microsoft.com/office/drawing/2014/main" id="{E007792D-A07E-1F6E-53FB-F12733FE8BF0}"/>
                </a:ext>
              </a:extLst>
            </p:cNvPr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22469;p74">
              <a:extLst>
                <a:ext uri="{FF2B5EF4-FFF2-40B4-BE49-F238E27FC236}">
                  <a16:creationId xmlns:a16="http://schemas.microsoft.com/office/drawing/2014/main" id="{6935024C-FEA6-50CB-59B3-C2E24EB2C8A9}"/>
                </a:ext>
              </a:extLst>
            </p:cNvPr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22470;p74">
              <a:extLst>
                <a:ext uri="{FF2B5EF4-FFF2-40B4-BE49-F238E27FC236}">
                  <a16:creationId xmlns:a16="http://schemas.microsoft.com/office/drawing/2014/main" id="{8CB231EE-23C5-5DBF-8E60-B8F423AF59E7}"/>
                </a:ext>
              </a:extLst>
            </p:cNvPr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5" name="Google Shape;25757;p82">
            <a:extLst>
              <a:ext uri="{FF2B5EF4-FFF2-40B4-BE49-F238E27FC236}">
                <a16:creationId xmlns:a16="http://schemas.microsoft.com/office/drawing/2014/main" id="{CEB6DF4F-2382-07B9-B6B1-21B322FF3BDC}"/>
              </a:ext>
            </a:extLst>
          </p:cNvPr>
          <p:cNvGrpSpPr/>
          <p:nvPr/>
        </p:nvGrpSpPr>
        <p:grpSpPr>
          <a:xfrm>
            <a:off x="46373" y="2176351"/>
            <a:ext cx="345600" cy="345600"/>
            <a:chOff x="-44895900" y="3929450"/>
            <a:chExt cx="263875" cy="302075"/>
          </a:xfrm>
        </p:grpSpPr>
        <p:sp>
          <p:nvSpPr>
            <p:cNvPr id="46" name="Google Shape;25758;p82">
              <a:extLst>
                <a:ext uri="{FF2B5EF4-FFF2-40B4-BE49-F238E27FC236}">
                  <a16:creationId xmlns:a16="http://schemas.microsoft.com/office/drawing/2014/main" id="{B7483701-A6FC-82C8-EAB7-63EB134DC9ED}"/>
                </a:ext>
              </a:extLst>
            </p:cNvPr>
            <p:cNvSpPr/>
            <p:nvPr/>
          </p:nvSpPr>
          <p:spPr>
            <a:xfrm>
              <a:off x="-44813975" y="4100750"/>
              <a:ext cx="101625" cy="50425"/>
            </a:xfrm>
            <a:custGeom>
              <a:avLst/>
              <a:gdLst/>
              <a:ahLst/>
              <a:cxnLst/>
              <a:rect l="l" t="t" r="r" b="b"/>
              <a:pathLst>
                <a:path w="4065" h="2017" extrusionOk="0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25759;p82">
              <a:extLst>
                <a:ext uri="{FF2B5EF4-FFF2-40B4-BE49-F238E27FC236}">
                  <a16:creationId xmlns:a16="http://schemas.microsoft.com/office/drawing/2014/main" id="{D0F2395D-66F1-D2D1-7D26-543558FA2DAC}"/>
                </a:ext>
              </a:extLst>
            </p:cNvPr>
            <p:cNvSpPr/>
            <p:nvPr/>
          </p:nvSpPr>
          <p:spPr>
            <a:xfrm>
              <a:off x="-44885650" y="3929450"/>
              <a:ext cx="244175" cy="87825"/>
            </a:xfrm>
            <a:custGeom>
              <a:avLst/>
              <a:gdLst/>
              <a:ahLst/>
              <a:cxnLst/>
              <a:rect l="l" t="t" r="r" b="b"/>
              <a:pathLst>
                <a:path w="9767" h="3513" extrusionOk="0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25760;p82">
              <a:extLst>
                <a:ext uri="{FF2B5EF4-FFF2-40B4-BE49-F238E27FC236}">
                  <a16:creationId xmlns:a16="http://schemas.microsoft.com/office/drawing/2014/main" id="{671856FD-4409-B869-4EEF-3A83DE964971}"/>
                </a:ext>
              </a:extLst>
            </p:cNvPr>
            <p:cNvSpPr/>
            <p:nvPr/>
          </p:nvSpPr>
          <p:spPr>
            <a:xfrm>
              <a:off x="-44825000" y="4006225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9" name="Google Shape;25761;p82">
              <a:extLst>
                <a:ext uri="{FF2B5EF4-FFF2-40B4-BE49-F238E27FC236}">
                  <a16:creationId xmlns:a16="http://schemas.microsoft.com/office/drawing/2014/main" id="{94A5127C-969B-EBED-3DD9-E6A9ECAFE179}"/>
                </a:ext>
              </a:extLst>
            </p:cNvPr>
            <p:cNvSpPr/>
            <p:nvPr/>
          </p:nvSpPr>
          <p:spPr>
            <a:xfrm>
              <a:off x="-44754900" y="4005450"/>
              <a:ext cx="122875" cy="222925"/>
            </a:xfrm>
            <a:custGeom>
              <a:avLst/>
              <a:gdLst/>
              <a:ahLst/>
              <a:cxnLst/>
              <a:rect l="l" t="t" r="r" b="b"/>
              <a:pathLst>
                <a:path w="4915" h="8917" extrusionOk="0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25762;p82">
              <a:extLst>
                <a:ext uri="{FF2B5EF4-FFF2-40B4-BE49-F238E27FC236}">
                  <a16:creationId xmlns:a16="http://schemas.microsoft.com/office/drawing/2014/main" id="{A5C47C5E-4002-6EE9-E12D-D2334754F006}"/>
                </a:ext>
              </a:extLst>
            </p:cNvPr>
            <p:cNvSpPr/>
            <p:nvPr/>
          </p:nvSpPr>
          <p:spPr>
            <a:xfrm>
              <a:off x="-44754900" y="4006225"/>
              <a:ext cx="52775" cy="105575"/>
            </a:xfrm>
            <a:custGeom>
              <a:avLst/>
              <a:gdLst/>
              <a:ahLst/>
              <a:cxnLst/>
              <a:rect l="l" t="t" r="r" b="b"/>
              <a:pathLst>
                <a:path w="2111" h="4223" extrusionOk="0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" name="Google Shape;25763;p82">
              <a:extLst>
                <a:ext uri="{FF2B5EF4-FFF2-40B4-BE49-F238E27FC236}">
                  <a16:creationId xmlns:a16="http://schemas.microsoft.com/office/drawing/2014/main" id="{258D3102-1163-F502-522E-683147BE8535}"/>
                </a:ext>
              </a:extLst>
            </p:cNvPr>
            <p:cNvSpPr/>
            <p:nvPr/>
          </p:nvSpPr>
          <p:spPr>
            <a:xfrm>
              <a:off x="-44895900" y="4006225"/>
              <a:ext cx="122900" cy="225300"/>
            </a:xfrm>
            <a:custGeom>
              <a:avLst/>
              <a:gdLst/>
              <a:ahLst/>
              <a:cxnLst/>
              <a:rect l="l" t="t" r="r" b="b"/>
              <a:pathLst>
                <a:path w="4916" h="9012" extrusionOk="0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" name="Google Shape;25812;p82">
            <a:extLst>
              <a:ext uri="{FF2B5EF4-FFF2-40B4-BE49-F238E27FC236}">
                <a16:creationId xmlns:a16="http://schemas.microsoft.com/office/drawing/2014/main" id="{A58B4CB2-B57F-8921-1368-6565ADBCE014}"/>
              </a:ext>
            </a:extLst>
          </p:cNvPr>
          <p:cNvGrpSpPr/>
          <p:nvPr/>
        </p:nvGrpSpPr>
        <p:grpSpPr>
          <a:xfrm>
            <a:off x="65076" y="1209822"/>
            <a:ext cx="345600" cy="345600"/>
            <a:chOff x="-47523400" y="3973950"/>
            <a:chExt cx="300100" cy="228425"/>
          </a:xfrm>
        </p:grpSpPr>
        <p:sp>
          <p:nvSpPr>
            <p:cNvPr id="53" name="Google Shape;25813;p82">
              <a:extLst>
                <a:ext uri="{FF2B5EF4-FFF2-40B4-BE49-F238E27FC236}">
                  <a16:creationId xmlns:a16="http://schemas.microsoft.com/office/drawing/2014/main" id="{6BA7B29F-4A9A-157F-84E6-2AAC74A720F5}"/>
                </a:ext>
              </a:extLst>
            </p:cNvPr>
            <p:cNvSpPr/>
            <p:nvPr/>
          </p:nvSpPr>
          <p:spPr>
            <a:xfrm>
              <a:off x="-47417075" y="4061375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25814;p82">
              <a:extLst>
                <a:ext uri="{FF2B5EF4-FFF2-40B4-BE49-F238E27FC236}">
                  <a16:creationId xmlns:a16="http://schemas.microsoft.com/office/drawing/2014/main" id="{700FF296-8E34-85AB-6645-487E77F5110B}"/>
                </a:ext>
              </a:extLst>
            </p:cNvPr>
            <p:cNvSpPr/>
            <p:nvPr/>
          </p:nvSpPr>
          <p:spPr>
            <a:xfrm>
              <a:off x="-47417875" y="4061375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25815;p82">
              <a:extLst>
                <a:ext uri="{FF2B5EF4-FFF2-40B4-BE49-F238E27FC236}">
                  <a16:creationId xmlns:a16="http://schemas.microsoft.com/office/drawing/2014/main" id="{1CC56D22-B26E-207C-E9E9-1F68AF7425AD}"/>
                </a:ext>
              </a:extLst>
            </p:cNvPr>
            <p:cNvSpPr/>
            <p:nvPr/>
          </p:nvSpPr>
          <p:spPr>
            <a:xfrm>
              <a:off x="-47453300" y="40267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25816;p82">
              <a:extLst>
                <a:ext uri="{FF2B5EF4-FFF2-40B4-BE49-F238E27FC236}">
                  <a16:creationId xmlns:a16="http://schemas.microsoft.com/office/drawing/2014/main" id="{03F693AD-8953-0E62-CC9F-B575FF2B9A0C}"/>
                </a:ext>
              </a:extLst>
            </p:cNvPr>
            <p:cNvSpPr/>
            <p:nvPr/>
          </p:nvSpPr>
          <p:spPr>
            <a:xfrm>
              <a:off x="-47506875" y="3973950"/>
              <a:ext cx="264675" cy="174875"/>
            </a:xfrm>
            <a:custGeom>
              <a:avLst/>
              <a:gdLst/>
              <a:ahLst/>
              <a:cxnLst/>
              <a:rect l="l" t="t" r="r" b="b"/>
              <a:pathLst>
                <a:path w="10587" h="6995" extrusionOk="0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25817;p82">
              <a:extLst>
                <a:ext uri="{FF2B5EF4-FFF2-40B4-BE49-F238E27FC236}">
                  <a16:creationId xmlns:a16="http://schemas.microsoft.com/office/drawing/2014/main" id="{B723C2C2-B18D-B9B9-EB68-5A8193CE4FEC}"/>
                </a:ext>
              </a:extLst>
            </p:cNvPr>
            <p:cNvSpPr/>
            <p:nvPr/>
          </p:nvSpPr>
          <p:spPr>
            <a:xfrm>
              <a:off x="-47523400" y="4166900"/>
              <a:ext cx="300100" cy="35475"/>
            </a:xfrm>
            <a:custGeom>
              <a:avLst/>
              <a:gdLst/>
              <a:ahLst/>
              <a:cxnLst/>
              <a:rect l="l" t="t" r="r" b="b"/>
              <a:pathLst>
                <a:path w="12004" h="1419" extrusionOk="0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 advClick="0" advTm="0">
        <p159:morph option="byObject"/>
      </p:transition>
    </mc:Choice>
    <mc:Fallback xmlns="">
      <p:transition spd="slow" advClick="0" advTm="0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5" name="Google Shape;9345;p37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61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dirty="0"/>
              <a:t>Solutions to solve problems</a:t>
            </a:r>
            <a:endParaRPr dirty="0"/>
          </a:p>
        </p:txBody>
      </p:sp>
      <p:grpSp>
        <p:nvGrpSpPr>
          <p:cNvPr id="9349" name="Google Shape;9349;p37"/>
          <p:cNvGrpSpPr/>
          <p:nvPr/>
        </p:nvGrpSpPr>
        <p:grpSpPr>
          <a:xfrm>
            <a:off x="7021136" y="1468605"/>
            <a:ext cx="557827" cy="557510"/>
            <a:chOff x="2682673" y="1614641"/>
            <a:chExt cx="557827" cy="557510"/>
          </a:xfrm>
        </p:grpSpPr>
        <p:grpSp>
          <p:nvGrpSpPr>
            <p:cNvPr id="9350" name="Google Shape;9350;p37"/>
            <p:cNvGrpSpPr/>
            <p:nvPr/>
          </p:nvGrpSpPr>
          <p:grpSpPr>
            <a:xfrm>
              <a:off x="2721912" y="1614641"/>
              <a:ext cx="518589" cy="515370"/>
              <a:chOff x="841987" y="1277966"/>
              <a:chExt cx="518589" cy="515370"/>
            </a:xfrm>
          </p:grpSpPr>
          <p:sp>
            <p:nvSpPr>
              <p:cNvPr id="9351" name="Google Shape;9351;p37"/>
              <p:cNvSpPr/>
              <p:nvPr/>
            </p:nvSpPr>
            <p:spPr>
              <a:xfrm>
                <a:off x="1287630" y="1723609"/>
                <a:ext cx="23600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2" name="Google Shape;9352;p37"/>
              <p:cNvSpPr/>
              <p:nvPr/>
            </p:nvSpPr>
            <p:spPr>
              <a:xfrm>
                <a:off x="1237977" y="1773261"/>
                <a:ext cx="23753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0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3" name="Google Shape;9353;p37"/>
              <p:cNvSpPr/>
              <p:nvPr/>
            </p:nvSpPr>
            <p:spPr>
              <a:xfrm>
                <a:off x="1237977" y="1723609"/>
                <a:ext cx="23753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3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4" name="Google Shape;9354;p37"/>
              <p:cNvSpPr/>
              <p:nvPr/>
            </p:nvSpPr>
            <p:spPr>
              <a:xfrm>
                <a:off x="1188632" y="1773261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2" y="70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5" name="Google Shape;9355;p37"/>
              <p:cNvSpPr/>
              <p:nvPr/>
            </p:nvSpPr>
            <p:spPr>
              <a:xfrm>
                <a:off x="1188632" y="1723609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7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6" name="Google Shape;9356;p37"/>
              <p:cNvSpPr/>
              <p:nvPr/>
            </p:nvSpPr>
            <p:spPr>
              <a:xfrm>
                <a:off x="1139133" y="1773261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1"/>
                    </a:cubicBezTo>
                    <a:cubicBezTo>
                      <a:pt x="153" y="70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7" name="Google Shape;9357;p37"/>
              <p:cNvSpPr/>
              <p:nvPr/>
            </p:nvSpPr>
            <p:spPr>
              <a:xfrm>
                <a:off x="1139133" y="1723609"/>
                <a:ext cx="23447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8" y="126"/>
                      <a:pt x="111" y="113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8" name="Google Shape;9358;p37"/>
              <p:cNvSpPr/>
              <p:nvPr/>
            </p:nvSpPr>
            <p:spPr>
              <a:xfrm>
                <a:off x="1089481" y="1773261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4" y="70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9" name="Google Shape;9359;p37"/>
              <p:cNvSpPr/>
              <p:nvPr/>
            </p:nvSpPr>
            <p:spPr>
              <a:xfrm>
                <a:off x="1089481" y="1723609"/>
                <a:ext cx="23600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7"/>
                    </a:cubicBezTo>
                    <a:cubicBezTo>
                      <a:pt x="0" y="106"/>
                      <a:pt x="33" y="132"/>
                      <a:pt x="66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0" name="Google Shape;9360;p37"/>
              <p:cNvSpPr/>
              <p:nvPr/>
            </p:nvSpPr>
            <p:spPr>
              <a:xfrm>
                <a:off x="1039982" y="1773261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1" name="Google Shape;9361;p37"/>
              <p:cNvSpPr/>
              <p:nvPr/>
            </p:nvSpPr>
            <p:spPr>
              <a:xfrm>
                <a:off x="1039982" y="1723609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3" y="132"/>
                      <a:pt x="132" y="103"/>
                      <a:pt x="132" y="67"/>
                    </a:cubicBezTo>
                    <a:cubicBezTo>
                      <a:pt x="132" y="30"/>
                      <a:pt x="103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2" name="Google Shape;9362;p37"/>
              <p:cNvSpPr/>
              <p:nvPr/>
            </p:nvSpPr>
            <p:spPr>
              <a:xfrm>
                <a:off x="990483" y="1773261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3" name="Google Shape;9363;p37"/>
              <p:cNvSpPr/>
              <p:nvPr/>
            </p:nvSpPr>
            <p:spPr>
              <a:xfrm>
                <a:off x="990483" y="1723609"/>
                <a:ext cx="23600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4" name="Google Shape;9364;p37"/>
              <p:cNvSpPr/>
              <p:nvPr/>
            </p:nvSpPr>
            <p:spPr>
              <a:xfrm>
                <a:off x="940984" y="1773261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5" name="Google Shape;9365;p37"/>
              <p:cNvSpPr/>
              <p:nvPr/>
            </p:nvSpPr>
            <p:spPr>
              <a:xfrm>
                <a:off x="940984" y="1723609"/>
                <a:ext cx="23600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9" y="126"/>
                      <a:pt x="112" y="113"/>
                    </a:cubicBezTo>
                    <a:cubicBezTo>
                      <a:pt x="154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6" name="Google Shape;9366;p37"/>
              <p:cNvSpPr/>
              <p:nvPr/>
            </p:nvSpPr>
            <p:spPr>
              <a:xfrm>
                <a:off x="891486" y="1723609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7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7" name="Google Shape;9367;p37"/>
              <p:cNvSpPr/>
              <p:nvPr/>
            </p:nvSpPr>
            <p:spPr>
              <a:xfrm>
                <a:off x="1337128" y="1674110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7" y="1"/>
                    </a:moveTo>
                    <a:cubicBezTo>
                      <a:pt x="30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2"/>
                      <a:pt x="12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8" name="Google Shape;9368;p37"/>
              <p:cNvSpPr/>
              <p:nvPr/>
            </p:nvSpPr>
            <p:spPr>
              <a:xfrm>
                <a:off x="1287630" y="1674110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9" name="Google Shape;9369;p37"/>
              <p:cNvSpPr/>
              <p:nvPr/>
            </p:nvSpPr>
            <p:spPr>
              <a:xfrm>
                <a:off x="1237977" y="1674110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0" name="Google Shape;9370;p37"/>
              <p:cNvSpPr/>
              <p:nvPr/>
            </p:nvSpPr>
            <p:spPr>
              <a:xfrm>
                <a:off x="1188632" y="1674110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2" y="72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1" name="Google Shape;9371;p37"/>
              <p:cNvSpPr/>
              <p:nvPr/>
            </p:nvSpPr>
            <p:spPr>
              <a:xfrm>
                <a:off x="1139133" y="1674110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2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2" name="Google Shape;9372;p37"/>
              <p:cNvSpPr/>
              <p:nvPr/>
            </p:nvSpPr>
            <p:spPr>
              <a:xfrm>
                <a:off x="1089481" y="1674110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3" name="Google Shape;9373;p37"/>
              <p:cNvSpPr/>
              <p:nvPr/>
            </p:nvSpPr>
            <p:spPr>
              <a:xfrm>
                <a:off x="1039982" y="1674110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4" name="Google Shape;9374;p37"/>
              <p:cNvSpPr/>
              <p:nvPr/>
            </p:nvSpPr>
            <p:spPr>
              <a:xfrm>
                <a:off x="990483" y="1674110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5" name="Google Shape;9375;p37"/>
              <p:cNvSpPr/>
              <p:nvPr/>
            </p:nvSpPr>
            <p:spPr>
              <a:xfrm>
                <a:off x="940984" y="1674110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6" name="Google Shape;9376;p37"/>
              <p:cNvSpPr/>
              <p:nvPr/>
            </p:nvSpPr>
            <p:spPr>
              <a:xfrm>
                <a:off x="891486" y="1674110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7" name="Google Shape;9377;p37"/>
              <p:cNvSpPr/>
              <p:nvPr/>
            </p:nvSpPr>
            <p:spPr>
              <a:xfrm>
                <a:off x="841987" y="1674110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2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8" name="Google Shape;9378;p37"/>
              <p:cNvSpPr/>
              <p:nvPr/>
            </p:nvSpPr>
            <p:spPr>
              <a:xfrm>
                <a:off x="1337128" y="1624765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7" y="0"/>
                    </a:moveTo>
                    <a:cubicBezTo>
                      <a:pt x="30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9" name="Google Shape;9379;p37"/>
              <p:cNvSpPr/>
              <p:nvPr/>
            </p:nvSpPr>
            <p:spPr>
              <a:xfrm>
                <a:off x="1287630" y="1624765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0" name="Google Shape;9380;p37"/>
              <p:cNvSpPr/>
              <p:nvPr/>
            </p:nvSpPr>
            <p:spPr>
              <a:xfrm>
                <a:off x="1237977" y="1624765"/>
                <a:ext cx="23753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0"/>
                    </a:moveTo>
                    <a:cubicBezTo>
                      <a:pt x="31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0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1" name="Google Shape;9381;p37"/>
              <p:cNvSpPr/>
              <p:nvPr/>
            </p:nvSpPr>
            <p:spPr>
              <a:xfrm>
                <a:off x="1188632" y="1624765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2" y="70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2" name="Google Shape;9382;p37"/>
              <p:cNvSpPr/>
              <p:nvPr/>
            </p:nvSpPr>
            <p:spPr>
              <a:xfrm>
                <a:off x="1139133" y="1624765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1"/>
                    </a:cubicBezTo>
                    <a:cubicBezTo>
                      <a:pt x="153" y="70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3" name="Google Shape;9383;p37"/>
              <p:cNvSpPr/>
              <p:nvPr/>
            </p:nvSpPr>
            <p:spPr>
              <a:xfrm>
                <a:off x="1089481" y="1624765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0"/>
                    </a:moveTo>
                    <a:cubicBezTo>
                      <a:pt x="31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4" y="70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4" name="Google Shape;9384;p37"/>
              <p:cNvSpPr/>
              <p:nvPr/>
            </p:nvSpPr>
            <p:spPr>
              <a:xfrm>
                <a:off x="1039982" y="1624765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5" name="Google Shape;9385;p37"/>
              <p:cNvSpPr/>
              <p:nvPr/>
            </p:nvSpPr>
            <p:spPr>
              <a:xfrm>
                <a:off x="990483" y="1624765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6" name="Google Shape;9386;p37"/>
              <p:cNvSpPr/>
              <p:nvPr/>
            </p:nvSpPr>
            <p:spPr>
              <a:xfrm>
                <a:off x="940984" y="1624765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7" name="Google Shape;9387;p37"/>
              <p:cNvSpPr/>
              <p:nvPr/>
            </p:nvSpPr>
            <p:spPr>
              <a:xfrm>
                <a:off x="891486" y="1624765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8" name="Google Shape;9388;p37"/>
              <p:cNvSpPr/>
              <p:nvPr/>
            </p:nvSpPr>
            <p:spPr>
              <a:xfrm>
                <a:off x="841987" y="1624765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9" name="Google Shape;9389;p37"/>
              <p:cNvSpPr/>
              <p:nvPr/>
            </p:nvSpPr>
            <p:spPr>
              <a:xfrm>
                <a:off x="1337128" y="1575113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0"/>
                    </a:moveTo>
                    <a:cubicBezTo>
                      <a:pt x="30" y="0"/>
                      <a:pt x="0" y="29"/>
                      <a:pt x="0" y="66"/>
                    </a:cubicBezTo>
                    <a:cubicBezTo>
                      <a:pt x="0" y="102"/>
                      <a:pt x="30" y="131"/>
                      <a:pt x="65" y="131"/>
                    </a:cubicBezTo>
                    <a:cubicBezTo>
                      <a:pt x="102" y="131"/>
                      <a:pt x="132" y="102"/>
                      <a:pt x="132" y="66"/>
                    </a:cubicBezTo>
                    <a:cubicBezTo>
                      <a:pt x="132" y="29"/>
                      <a:pt x="102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0" name="Google Shape;9390;p37"/>
              <p:cNvSpPr/>
              <p:nvPr/>
            </p:nvSpPr>
            <p:spPr>
              <a:xfrm>
                <a:off x="1287630" y="157511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1" name="Google Shape;9391;p37"/>
              <p:cNvSpPr/>
              <p:nvPr/>
            </p:nvSpPr>
            <p:spPr>
              <a:xfrm>
                <a:off x="1237977" y="1575113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0"/>
                    </a:moveTo>
                    <a:cubicBezTo>
                      <a:pt x="31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100" y="126"/>
                      <a:pt x="113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2" name="Google Shape;9392;p37"/>
              <p:cNvSpPr/>
              <p:nvPr/>
            </p:nvSpPr>
            <p:spPr>
              <a:xfrm>
                <a:off x="1188632" y="1575113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2"/>
                      <a:pt x="29" y="131"/>
                      <a:pt x="65" y="131"/>
                    </a:cubicBezTo>
                    <a:cubicBezTo>
                      <a:pt x="102" y="131"/>
                      <a:pt x="131" y="102"/>
                      <a:pt x="131" y="66"/>
                    </a:cubicBezTo>
                    <a:cubicBezTo>
                      <a:pt x="131" y="29"/>
                      <a:pt x="102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3" name="Google Shape;9393;p37"/>
              <p:cNvSpPr/>
              <p:nvPr/>
            </p:nvSpPr>
            <p:spPr>
              <a:xfrm>
                <a:off x="1139133" y="1575113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5"/>
                      <a:pt x="33" y="132"/>
                      <a:pt x="66" y="132"/>
                    </a:cubicBezTo>
                    <a:cubicBezTo>
                      <a:pt x="82" y="132"/>
                      <a:pt x="98" y="126"/>
                      <a:pt x="111" y="112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4" name="Google Shape;9394;p37"/>
              <p:cNvSpPr/>
              <p:nvPr/>
            </p:nvSpPr>
            <p:spPr>
              <a:xfrm>
                <a:off x="1089481" y="157511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0"/>
                    </a:moveTo>
                    <a:cubicBezTo>
                      <a:pt x="31" y="0"/>
                      <a:pt x="0" y="29"/>
                      <a:pt x="0" y="66"/>
                    </a:cubicBezTo>
                    <a:cubicBezTo>
                      <a:pt x="0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5" name="Google Shape;9395;p37"/>
              <p:cNvSpPr/>
              <p:nvPr/>
            </p:nvSpPr>
            <p:spPr>
              <a:xfrm>
                <a:off x="1039982" y="1575113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2"/>
                      <a:pt x="30" y="131"/>
                      <a:pt x="66" y="131"/>
                    </a:cubicBezTo>
                    <a:cubicBezTo>
                      <a:pt x="103" y="131"/>
                      <a:pt x="132" y="102"/>
                      <a:pt x="132" y="66"/>
                    </a:cubicBezTo>
                    <a:cubicBezTo>
                      <a:pt x="132" y="29"/>
                      <a:pt x="103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6" name="Google Shape;9396;p37"/>
              <p:cNvSpPr/>
              <p:nvPr/>
            </p:nvSpPr>
            <p:spPr>
              <a:xfrm>
                <a:off x="990483" y="157511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7" name="Google Shape;9397;p37"/>
              <p:cNvSpPr/>
              <p:nvPr/>
            </p:nvSpPr>
            <p:spPr>
              <a:xfrm>
                <a:off x="940984" y="157511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5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8" name="Google Shape;9398;p37"/>
              <p:cNvSpPr/>
              <p:nvPr/>
            </p:nvSpPr>
            <p:spPr>
              <a:xfrm>
                <a:off x="891486" y="1575113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2"/>
                      <a:pt x="29" y="131"/>
                      <a:pt x="65" y="131"/>
                    </a:cubicBezTo>
                    <a:cubicBezTo>
                      <a:pt x="102" y="131"/>
                      <a:pt x="131" y="102"/>
                      <a:pt x="131" y="66"/>
                    </a:cubicBezTo>
                    <a:cubicBezTo>
                      <a:pt x="131" y="29"/>
                      <a:pt x="102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9" name="Google Shape;9399;p37"/>
              <p:cNvSpPr/>
              <p:nvPr/>
            </p:nvSpPr>
            <p:spPr>
              <a:xfrm>
                <a:off x="841987" y="1575113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6" y="132"/>
                    </a:cubicBezTo>
                    <a:cubicBezTo>
                      <a:pt x="82" y="132"/>
                      <a:pt x="98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0" name="Google Shape;9400;p37"/>
              <p:cNvSpPr/>
              <p:nvPr/>
            </p:nvSpPr>
            <p:spPr>
              <a:xfrm>
                <a:off x="1337128" y="1525614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7" y="1"/>
                    </a:moveTo>
                    <a:cubicBezTo>
                      <a:pt x="30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1" name="Google Shape;9401;p37"/>
              <p:cNvSpPr/>
              <p:nvPr/>
            </p:nvSpPr>
            <p:spPr>
              <a:xfrm>
                <a:off x="1287630" y="1525614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2" name="Google Shape;9402;p37"/>
              <p:cNvSpPr/>
              <p:nvPr/>
            </p:nvSpPr>
            <p:spPr>
              <a:xfrm>
                <a:off x="1237977" y="1525614"/>
                <a:ext cx="23753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3" name="Google Shape;9403;p37"/>
              <p:cNvSpPr/>
              <p:nvPr/>
            </p:nvSpPr>
            <p:spPr>
              <a:xfrm>
                <a:off x="1188632" y="1525614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2" y="71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4" name="Google Shape;9404;p37"/>
              <p:cNvSpPr/>
              <p:nvPr/>
            </p:nvSpPr>
            <p:spPr>
              <a:xfrm>
                <a:off x="1139133" y="1525614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2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5" name="Google Shape;9405;p37"/>
              <p:cNvSpPr/>
              <p:nvPr/>
            </p:nvSpPr>
            <p:spPr>
              <a:xfrm>
                <a:off x="1089481" y="1525614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6" name="Google Shape;9406;p37"/>
              <p:cNvSpPr/>
              <p:nvPr/>
            </p:nvSpPr>
            <p:spPr>
              <a:xfrm>
                <a:off x="1039982" y="1525614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7" name="Google Shape;9407;p37"/>
              <p:cNvSpPr/>
              <p:nvPr/>
            </p:nvSpPr>
            <p:spPr>
              <a:xfrm>
                <a:off x="990483" y="1525614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8" name="Google Shape;9408;p37"/>
              <p:cNvSpPr/>
              <p:nvPr/>
            </p:nvSpPr>
            <p:spPr>
              <a:xfrm>
                <a:off x="940984" y="1525614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9" name="Google Shape;9409;p37"/>
              <p:cNvSpPr/>
              <p:nvPr/>
            </p:nvSpPr>
            <p:spPr>
              <a:xfrm>
                <a:off x="891486" y="1525614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0" name="Google Shape;9410;p37"/>
              <p:cNvSpPr/>
              <p:nvPr/>
            </p:nvSpPr>
            <p:spPr>
              <a:xfrm>
                <a:off x="841987" y="1525614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1" name="Google Shape;9411;p37"/>
              <p:cNvSpPr/>
              <p:nvPr/>
            </p:nvSpPr>
            <p:spPr>
              <a:xfrm>
                <a:off x="1337128" y="147611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7" y="1"/>
                    </a:moveTo>
                    <a:cubicBezTo>
                      <a:pt x="30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0"/>
                      <a:pt x="12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2" name="Google Shape;9412;p37"/>
              <p:cNvSpPr/>
              <p:nvPr/>
            </p:nvSpPr>
            <p:spPr>
              <a:xfrm>
                <a:off x="1287630" y="147611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3" name="Google Shape;9413;p37"/>
              <p:cNvSpPr/>
              <p:nvPr/>
            </p:nvSpPr>
            <p:spPr>
              <a:xfrm>
                <a:off x="1237977" y="1476115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4" y="70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4" name="Google Shape;9414;p37"/>
              <p:cNvSpPr/>
              <p:nvPr/>
            </p:nvSpPr>
            <p:spPr>
              <a:xfrm>
                <a:off x="1188632" y="147611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2" y="70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5" name="Google Shape;9415;p37"/>
              <p:cNvSpPr/>
              <p:nvPr/>
            </p:nvSpPr>
            <p:spPr>
              <a:xfrm>
                <a:off x="1139133" y="147611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2"/>
                    </a:cubicBezTo>
                    <a:cubicBezTo>
                      <a:pt x="153" y="70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6" name="Google Shape;9416;p37"/>
              <p:cNvSpPr/>
              <p:nvPr/>
            </p:nvSpPr>
            <p:spPr>
              <a:xfrm>
                <a:off x="1089481" y="147611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0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7" name="Google Shape;9417;p37"/>
              <p:cNvSpPr/>
              <p:nvPr/>
            </p:nvSpPr>
            <p:spPr>
              <a:xfrm>
                <a:off x="1039982" y="147611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8" name="Google Shape;9418;p37"/>
              <p:cNvSpPr/>
              <p:nvPr/>
            </p:nvSpPr>
            <p:spPr>
              <a:xfrm>
                <a:off x="990483" y="147611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9" name="Google Shape;9419;p37"/>
              <p:cNvSpPr/>
              <p:nvPr/>
            </p:nvSpPr>
            <p:spPr>
              <a:xfrm>
                <a:off x="940984" y="147611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0" name="Google Shape;9420;p37"/>
              <p:cNvSpPr/>
              <p:nvPr/>
            </p:nvSpPr>
            <p:spPr>
              <a:xfrm>
                <a:off x="891486" y="147611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0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1" name="Google Shape;9421;p37"/>
              <p:cNvSpPr/>
              <p:nvPr/>
            </p:nvSpPr>
            <p:spPr>
              <a:xfrm>
                <a:off x="841987" y="147611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2" name="Google Shape;9422;p37"/>
              <p:cNvSpPr/>
              <p:nvPr/>
            </p:nvSpPr>
            <p:spPr>
              <a:xfrm>
                <a:off x="1337128" y="1426463"/>
                <a:ext cx="20229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5" y="1"/>
                    </a:moveTo>
                    <a:cubicBezTo>
                      <a:pt x="30" y="1"/>
                      <a:pt x="0" y="30"/>
                      <a:pt x="0" y="66"/>
                    </a:cubicBezTo>
                    <a:cubicBezTo>
                      <a:pt x="0" y="103"/>
                      <a:pt x="30" y="132"/>
                      <a:pt x="65" y="132"/>
                    </a:cubicBezTo>
                    <a:cubicBezTo>
                      <a:pt x="102" y="132"/>
                      <a:pt x="132" y="103"/>
                      <a:pt x="132" y="66"/>
                    </a:cubicBezTo>
                    <a:cubicBezTo>
                      <a:pt x="132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3" name="Google Shape;9423;p37"/>
              <p:cNvSpPr/>
              <p:nvPr/>
            </p:nvSpPr>
            <p:spPr>
              <a:xfrm>
                <a:off x="1287630" y="142646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4" name="Google Shape;9424;p37"/>
              <p:cNvSpPr/>
              <p:nvPr/>
            </p:nvSpPr>
            <p:spPr>
              <a:xfrm>
                <a:off x="1237977" y="1426463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1" y="1"/>
                      <a:pt x="2" y="30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100" y="126"/>
                      <a:pt x="113" y="113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5" name="Google Shape;9425;p37"/>
              <p:cNvSpPr/>
              <p:nvPr/>
            </p:nvSpPr>
            <p:spPr>
              <a:xfrm>
                <a:off x="1188632" y="1426463"/>
                <a:ext cx="20229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6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6" name="Google Shape;9426;p37"/>
              <p:cNvSpPr/>
              <p:nvPr/>
            </p:nvSpPr>
            <p:spPr>
              <a:xfrm>
                <a:off x="1139133" y="1426463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6"/>
                      <a:pt x="33" y="132"/>
                      <a:pt x="67" y="132"/>
                    </a:cubicBezTo>
                    <a:cubicBezTo>
                      <a:pt x="82" y="132"/>
                      <a:pt x="98" y="126"/>
                      <a:pt x="111" y="113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7" name="Google Shape;9427;p37"/>
              <p:cNvSpPr/>
              <p:nvPr/>
            </p:nvSpPr>
            <p:spPr>
              <a:xfrm>
                <a:off x="1089481" y="142646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8" name="Google Shape;9428;p37"/>
              <p:cNvSpPr/>
              <p:nvPr/>
            </p:nvSpPr>
            <p:spPr>
              <a:xfrm>
                <a:off x="1039982" y="1426463"/>
                <a:ext cx="20229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3" y="132"/>
                      <a:pt x="132" y="103"/>
                      <a:pt x="132" y="66"/>
                    </a:cubicBezTo>
                    <a:cubicBezTo>
                      <a:pt x="132" y="30"/>
                      <a:pt x="103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9" name="Google Shape;9429;p37"/>
              <p:cNvSpPr/>
              <p:nvPr/>
            </p:nvSpPr>
            <p:spPr>
              <a:xfrm>
                <a:off x="990483" y="142646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6"/>
                      <a:pt x="34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0" name="Google Shape;9430;p37"/>
              <p:cNvSpPr/>
              <p:nvPr/>
            </p:nvSpPr>
            <p:spPr>
              <a:xfrm>
                <a:off x="940984" y="142646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1" name="Google Shape;9431;p37"/>
              <p:cNvSpPr/>
              <p:nvPr/>
            </p:nvSpPr>
            <p:spPr>
              <a:xfrm>
                <a:off x="891486" y="1426463"/>
                <a:ext cx="20229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6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2" name="Google Shape;9432;p37"/>
              <p:cNvSpPr/>
              <p:nvPr/>
            </p:nvSpPr>
            <p:spPr>
              <a:xfrm>
                <a:off x="841987" y="1426463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8" y="126"/>
                      <a:pt x="112" y="113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3" name="Google Shape;9433;p37"/>
              <p:cNvSpPr/>
              <p:nvPr/>
            </p:nvSpPr>
            <p:spPr>
              <a:xfrm>
                <a:off x="1337128" y="1377117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7" y="0"/>
                    </a:moveTo>
                    <a:cubicBezTo>
                      <a:pt x="30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1"/>
                      <a:pt x="124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4" name="Google Shape;9434;p37"/>
              <p:cNvSpPr/>
              <p:nvPr/>
            </p:nvSpPr>
            <p:spPr>
              <a:xfrm>
                <a:off x="1287630" y="1377117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5" name="Google Shape;9435;p37"/>
              <p:cNvSpPr/>
              <p:nvPr/>
            </p:nvSpPr>
            <p:spPr>
              <a:xfrm>
                <a:off x="1237977" y="1377117"/>
                <a:ext cx="23753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0"/>
                    </a:moveTo>
                    <a:cubicBezTo>
                      <a:pt x="31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6" name="Google Shape;9436;p37"/>
              <p:cNvSpPr/>
              <p:nvPr/>
            </p:nvSpPr>
            <p:spPr>
              <a:xfrm>
                <a:off x="1188632" y="1377117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2" y="71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7" name="Google Shape;9437;p37"/>
              <p:cNvSpPr/>
              <p:nvPr/>
            </p:nvSpPr>
            <p:spPr>
              <a:xfrm>
                <a:off x="1139133" y="1377117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1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8" name="Google Shape;9438;p37"/>
              <p:cNvSpPr/>
              <p:nvPr/>
            </p:nvSpPr>
            <p:spPr>
              <a:xfrm>
                <a:off x="1089481" y="1377117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0"/>
                    </a:moveTo>
                    <a:cubicBezTo>
                      <a:pt x="31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9" name="Google Shape;9439;p37"/>
              <p:cNvSpPr/>
              <p:nvPr/>
            </p:nvSpPr>
            <p:spPr>
              <a:xfrm>
                <a:off x="1039982" y="1377117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0" name="Google Shape;9440;p37"/>
              <p:cNvSpPr/>
              <p:nvPr/>
            </p:nvSpPr>
            <p:spPr>
              <a:xfrm>
                <a:off x="990483" y="1377117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1" name="Google Shape;9441;p37"/>
              <p:cNvSpPr/>
              <p:nvPr/>
            </p:nvSpPr>
            <p:spPr>
              <a:xfrm>
                <a:off x="940984" y="1377117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2" name="Google Shape;9442;p37"/>
              <p:cNvSpPr/>
              <p:nvPr/>
            </p:nvSpPr>
            <p:spPr>
              <a:xfrm>
                <a:off x="891486" y="1377117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3" name="Google Shape;9443;p37"/>
              <p:cNvSpPr/>
              <p:nvPr/>
            </p:nvSpPr>
            <p:spPr>
              <a:xfrm>
                <a:off x="841987" y="1377117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1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4" name="Google Shape;9444;p37"/>
              <p:cNvSpPr/>
              <p:nvPr/>
            </p:nvSpPr>
            <p:spPr>
              <a:xfrm>
                <a:off x="1287630" y="132746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31"/>
                      <a:pt x="1" y="66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5" name="Google Shape;9445;p37"/>
              <p:cNvSpPr/>
              <p:nvPr/>
            </p:nvSpPr>
            <p:spPr>
              <a:xfrm>
                <a:off x="1237977" y="1327465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0"/>
                    </a:moveTo>
                    <a:cubicBezTo>
                      <a:pt x="31" y="0"/>
                      <a:pt x="2" y="31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6" name="Google Shape;9446;p37"/>
              <p:cNvSpPr/>
              <p:nvPr/>
            </p:nvSpPr>
            <p:spPr>
              <a:xfrm>
                <a:off x="1188632" y="132746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31"/>
                      <a:pt x="0" y="66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2" y="71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7" name="Google Shape;9447;p37"/>
              <p:cNvSpPr/>
              <p:nvPr/>
            </p:nvSpPr>
            <p:spPr>
              <a:xfrm>
                <a:off x="1139133" y="132746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31"/>
                      <a:pt x="0" y="66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8" y="126"/>
                      <a:pt x="111" y="112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8" name="Google Shape;9448;p37"/>
              <p:cNvSpPr/>
              <p:nvPr/>
            </p:nvSpPr>
            <p:spPr>
              <a:xfrm>
                <a:off x="1089481" y="132746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0"/>
                    </a:moveTo>
                    <a:cubicBezTo>
                      <a:pt x="31" y="0"/>
                      <a:pt x="0" y="31"/>
                      <a:pt x="0" y="66"/>
                    </a:cubicBezTo>
                    <a:cubicBezTo>
                      <a:pt x="0" y="106"/>
                      <a:pt x="33" y="132"/>
                      <a:pt x="66" y="132"/>
                    </a:cubicBezTo>
                    <a:cubicBezTo>
                      <a:pt x="83" y="132"/>
                      <a:pt x="99" y="126"/>
                      <a:pt x="112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9" name="Google Shape;9449;p37"/>
              <p:cNvSpPr/>
              <p:nvPr/>
            </p:nvSpPr>
            <p:spPr>
              <a:xfrm>
                <a:off x="1039982" y="132746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31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0" name="Google Shape;9450;p37"/>
              <p:cNvSpPr/>
              <p:nvPr/>
            </p:nvSpPr>
            <p:spPr>
              <a:xfrm>
                <a:off x="990483" y="132746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31"/>
                      <a:pt x="1" y="66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1" name="Google Shape;9451;p37"/>
              <p:cNvSpPr/>
              <p:nvPr/>
            </p:nvSpPr>
            <p:spPr>
              <a:xfrm>
                <a:off x="940984" y="132746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29" y="0"/>
                      <a:pt x="0" y="31"/>
                      <a:pt x="0" y="66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2" name="Google Shape;9452;p37"/>
              <p:cNvSpPr/>
              <p:nvPr/>
            </p:nvSpPr>
            <p:spPr>
              <a:xfrm>
                <a:off x="891486" y="132746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31"/>
                      <a:pt x="0" y="66"/>
                    </a:cubicBezTo>
                    <a:cubicBezTo>
                      <a:pt x="0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3" name="Google Shape;9453;p37"/>
              <p:cNvSpPr/>
              <p:nvPr/>
            </p:nvSpPr>
            <p:spPr>
              <a:xfrm>
                <a:off x="1237977" y="1277966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100" y="126"/>
                      <a:pt x="113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4" name="Google Shape;9454;p37"/>
              <p:cNvSpPr/>
              <p:nvPr/>
            </p:nvSpPr>
            <p:spPr>
              <a:xfrm>
                <a:off x="1188632" y="1277966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6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5" name="Google Shape;9455;p37"/>
              <p:cNvSpPr/>
              <p:nvPr/>
            </p:nvSpPr>
            <p:spPr>
              <a:xfrm>
                <a:off x="1139133" y="1277966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2" y="131"/>
                      <a:pt x="98" y="126"/>
                      <a:pt x="111" y="113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6" name="Google Shape;9456;p37"/>
              <p:cNvSpPr/>
              <p:nvPr/>
            </p:nvSpPr>
            <p:spPr>
              <a:xfrm>
                <a:off x="1089481" y="1277966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3" y="131"/>
                      <a:pt x="99" y="126"/>
                      <a:pt x="112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7" name="Google Shape;9457;p37"/>
              <p:cNvSpPr/>
              <p:nvPr/>
            </p:nvSpPr>
            <p:spPr>
              <a:xfrm>
                <a:off x="1039982" y="1277966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3" y="132"/>
                      <a:pt x="132" y="103"/>
                      <a:pt x="132" y="66"/>
                    </a:cubicBezTo>
                    <a:cubicBezTo>
                      <a:pt x="132" y="30"/>
                      <a:pt x="103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8" name="Google Shape;9458;p37"/>
              <p:cNvSpPr/>
              <p:nvPr/>
            </p:nvSpPr>
            <p:spPr>
              <a:xfrm>
                <a:off x="990483" y="1277966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4" y="131"/>
                      <a:pt x="67" y="131"/>
                    </a:cubicBezTo>
                    <a:cubicBezTo>
                      <a:pt x="83" y="131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9" name="Google Shape;9459;p37"/>
              <p:cNvSpPr/>
              <p:nvPr/>
            </p:nvSpPr>
            <p:spPr>
              <a:xfrm>
                <a:off x="940984" y="1277966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3" y="131"/>
                      <a:pt x="99" y="126"/>
                      <a:pt x="112" y="113"/>
                    </a:cubicBezTo>
                    <a:cubicBezTo>
                      <a:pt x="154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60" name="Google Shape;9460;p37"/>
            <p:cNvGrpSpPr/>
            <p:nvPr/>
          </p:nvGrpSpPr>
          <p:grpSpPr>
            <a:xfrm>
              <a:off x="2682673" y="1674751"/>
              <a:ext cx="497400" cy="497400"/>
              <a:chOff x="2682673" y="1674751"/>
              <a:chExt cx="497400" cy="497400"/>
            </a:xfrm>
          </p:grpSpPr>
          <p:sp>
            <p:nvSpPr>
              <p:cNvPr id="9461" name="Google Shape;9461;p37"/>
              <p:cNvSpPr/>
              <p:nvPr/>
            </p:nvSpPr>
            <p:spPr>
              <a:xfrm>
                <a:off x="2682673" y="1674751"/>
                <a:ext cx="497400" cy="497400"/>
              </a:xfrm>
              <a:prstGeom prst="roundRect">
                <a:avLst>
                  <a:gd name="adj" fmla="val 23388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2" name="Google Shape;9462;p37"/>
              <p:cNvSpPr/>
              <p:nvPr/>
            </p:nvSpPr>
            <p:spPr>
              <a:xfrm rot="311371">
                <a:off x="2773871" y="1766984"/>
                <a:ext cx="315006" cy="312933"/>
              </a:xfrm>
              <a:custGeom>
                <a:avLst/>
                <a:gdLst/>
                <a:ahLst/>
                <a:cxnLst/>
                <a:rect l="l" t="t" r="r" b="b"/>
                <a:pathLst>
                  <a:path w="5967" h="5928" extrusionOk="0">
                    <a:moveTo>
                      <a:pt x="4794" y="196"/>
                    </a:moveTo>
                    <a:cubicBezTo>
                      <a:pt x="4797" y="196"/>
                      <a:pt x="4801" y="197"/>
                      <a:pt x="4804" y="199"/>
                    </a:cubicBezTo>
                    <a:cubicBezTo>
                      <a:pt x="4829" y="211"/>
                      <a:pt x="4829" y="211"/>
                      <a:pt x="4817" y="233"/>
                    </a:cubicBezTo>
                    <a:cubicBezTo>
                      <a:pt x="4813" y="242"/>
                      <a:pt x="4804" y="247"/>
                      <a:pt x="4795" y="247"/>
                    </a:cubicBezTo>
                    <a:cubicBezTo>
                      <a:pt x="4791" y="247"/>
                      <a:pt x="4786" y="246"/>
                      <a:pt x="4782" y="243"/>
                    </a:cubicBezTo>
                    <a:lnTo>
                      <a:pt x="4770" y="211"/>
                    </a:lnTo>
                    <a:cubicBezTo>
                      <a:pt x="4774" y="202"/>
                      <a:pt x="4784" y="196"/>
                      <a:pt x="4794" y="196"/>
                    </a:cubicBezTo>
                    <a:close/>
                    <a:moveTo>
                      <a:pt x="2930" y="312"/>
                    </a:moveTo>
                    <a:lnTo>
                      <a:pt x="2930" y="312"/>
                    </a:lnTo>
                    <a:cubicBezTo>
                      <a:pt x="2933" y="337"/>
                      <a:pt x="2936" y="362"/>
                      <a:pt x="2915" y="365"/>
                    </a:cubicBezTo>
                    <a:lnTo>
                      <a:pt x="2893" y="365"/>
                    </a:lnTo>
                    <a:cubicBezTo>
                      <a:pt x="2893" y="346"/>
                      <a:pt x="2899" y="327"/>
                      <a:pt x="2908" y="315"/>
                    </a:cubicBezTo>
                    <a:lnTo>
                      <a:pt x="2930" y="312"/>
                    </a:lnTo>
                    <a:close/>
                    <a:moveTo>
                      <a:pt x="5086" y="349"/>
                    </a:moveTo>
                    <a:lnTo>
                      <a:pt x="5108" y="365"/>
                    </a:lnTo>
                    <a:cubicBezTo>
                      <a:pt x="5097" y="379"/>
                      <a:pt x="5085" y="393"/>
                      <a:pt x="5071" y="393"/>
                    </a:cubicBezTo>
                    <a:cubicBezTo>
                      <a:pt x="5066" y="393"/>
                      <a:pt x="5061" y="391"/>
                      <a:pt x="5055" y="387"/>
                    </a:cubicBezTo>
                    <a:lnTo>
                      <a:pt x="5052" y="352"/>
                    </a:lnTo>
                    <a:lnTo>
                      <a:pt x="5086" y="349"/>
                    </a:lnTo>
                    <a:close/>
                    <a:moveTo>
                      <a:pt x="2073" y="417"/>
                    </a:moveTo>
                    <a:cubicBezTo>
                      <a:pt x="2090" y="417"/>
                      <a:pt x="2090" y="422"/>
                      <a:pt x="2090" y="440"/>
                    </a:cubicBezTo>
                    <a:cubicBezTo>
                      <a:pt x="2094" y="465"/>
                      <a:pt x="2053" y="468"/>
                      <a:pt x="2031" y="468"/>
                    </a:cubicBezTo>
                    <a:cubicBezTo>
                      <a:pt x="2009" y="453"/>
                      <a:pt x="2021" y="418"/>
                      <a:pt x="2046" y="418"/>
                    </a:cubicBezTo>
                    <a:cubicBezTo>
                      <a:pt x="2058" y="417"/>
                      <a:pt x="2066" y="417"/>
                      <a:pt x="2073" y="417"/>
                    </a:cubicBezTo>
                    <a:close/>
                    <a:moveTo>
                      <a:pt x="5099" y="597"/>
                    </a:moveTo>
                    <a:cubicBezTo>
                      <a:pt x="5133" y="597"/>
                      <a:pt x="5149" y="616"/>
                      <a:pt x="5130" y="631"/>
                    </a:cubicBezTo>
                    <a:cubicBezTo>
                      <a:pt x="5121" y="639"/>
                      <a:pt x="5116" y="643"/>
                      <a:pt x="5112" y="643"/>
                    </a:cubicBezTo>
                    <a:cubicBezTo>
                      <a:pt x="5107" y="643"/>
                      <a:pt x="5104" y="639"/>
                      <a:pt x="5096" y="631"/>
                    </a:cubicBezTo>
                    <a:cubicBezTo>
                      <a:pt x="5064" y="597"/>
                      <a:pt x="5064" y="597"/>
                      <a:pt x="5099" y="597"/>
                    </a:cubicBezTo>
                    <a:close/>
                    <a:moveTo>
                      <a:pt x="5092" y="753"/>
                    </a:moveTo>
                    <a:cubicBezTo>
                      <a:pt x="5087" y="756"/>
                      <a:pt x="5082" y="759"/>
                      <a:pt x="5077" y="763"/>
                    </a:cubicBezTo>
                    <a:cubicBezTo>
                      <a:pt x="5076" y="766"/>
                      <a:pt x="5076" y="769"/>
                      <a:pt x="5075" y="771"/>
                    </a:cubicBezTo>
                    <a:lnTo>
                      <a:pt x="5075" y="771"/>
                    </a:lnTo>
                    <a:cubicBezTo>
                      <a:pt x="5079" y="766"/>
                      <a:pt x="5084" y="760"/>
                      <a:pt x="5092" y="753"/>
                    </a:cubicBezTo>
                    <a:close/>
                    <a:moveTo>
                      <a:pt x="5205" y="722"/>
                    </a:moveTo>
                    <a:lnTo>
                      <a:pt x="5218" y="741"/>
                    </a:lnTo>
                    <a:cubicBezTo>
                      <a:pt x="5234" y="760"/>
                      <a:pt x="5234" y="760"/>
                      <a:pt x="5212" y="776"/>
                    </a:cubicBezTo>
                    <a:lnTo>
                      <a:pt x="5199" y="757"/>
                    </a:lnTo>
                    <a:lnTo>
                      <a:pt x="5205" y="722"/>
                    </a:lnTo>
                    <a:close/>
                    <a:moveTo>
                      <a:pt x="5075" y="771"/>
                    </a:moveTo>
                    <a:cubicBezTo>
                      <a:pt x="5070" y="777"/>
                      <a:pt x="5069" y="781"/>
                      <a:pt x="5070" y="781"/>
                    </a:cubicBezTo>
                    <a:cubicBezTo>
                      <a:pt x="5071" y="781"/>
                      <a:pt x="5073" y="778"/>
                      <a:pt x="5075" y="771"/>
                    </a:cubicBezTo>
                    <a:close/>
                    <a:moveTo>
                      <a:pt x="589" y="844"/>
                    </a:moveTo>
                    <a:cubicBezTo>
                      <a:pt x="608" y="863"/>
                      <a:pt x="624" y="882"/>
                      <a:pt x="608" y="898"/>
                    </a:cubicBezTo>
                    <a:lnTo>
                      <a:pt x="577" y="898"/>
                    </a:lnTo>
                    <a:lnTo>
                      <a:pt x="574" y="863"/>
                    </a:lnTo>
                    <a:lnTo>
                      <a:pt x="589" y="844"/>
                    </a:lnTo>
                    <a:close/>
                    <a:moveTo>
                      <a:pt x="5262" y="904"/>
                    </a:moveTo>
                    <a:lnTo>
                      <a:pt x="5262" y="904"/>
                    </a:lnTo>
                    <a:cubicBezTo>
                      <a:pt x="5266" y="913"/>
                      <a:pt x="5272" y="916"/>
                      <a:pt x="5275" y="916"/>
                    </a:cubicBezTo>
                    <a:cubicBezTo>
                      <a:pt x="5280" y="916"/>
                      <a:pt x="5280" y="910"/>
                      <a:pt x="5262" y="904"/>
                    </a:cubicBezTo>
                    <a:close/>
                    <a:moveTo>
                      <a:pt x="5328" y="923"/>
                    </a:moveTo>
                    <a:lnTo>
                      <a:pt x="5337" y="945"/>
                    </a:lnTo>
                    <a:cubicBezTo>
                      <a:pt x="5346" y="967"/>
                      <a:pt x="5346" y="967"/>
                      <a:pt x="5324" y="976"/>
                    </a:cubicBezTo>
                    <a:lnTo>
                      <a:pt x="5315" y="954"/>
                    </a:lnTo>
                    <a:lnTo>
                      <a:pt x="5328" y="923"/>
                    </a:lnTo>
                    <a:close/>
                    <a:moveTo>
                      <a:pt x="270" y="1007"/>
                    </a:moveTo>
                    <a:cubicBezTo>
                      <a:pt x="292" y="1023"/>
                      <a:pt x="314" y="1036"/>
                      <a:pt x="298" y="1058"/>
                    </a:cubicBezTo>
                    <a:lnTo>
                      <a:pt x="285" y="1080"/>
                    </a:lnTo>
                    <a:cubicBezTo>
                      <a:pt x="270" y="1067"/>
                      <a:pt x="260" y="1051"/>
                      <a:pt x="254" y="1033"/>
                    </a:cubicBezTo>
                    <a:lnTo>
                      <a:pt x="270" y="1007"/>
                    </a:lnTo>
                    <a:close/>
                    <a:moveTo>
                      <a:pt x="5459" y="1130"/>
                    </a:moveTo>
                    <a:lnTo>
                      <a:pt x="5465" y="1152"/>
                    </a:lnTo>
                    <a:cubicBezTo>
                      <a:pt x="5469" y="1167"/>
                      <a:pt x="5459" y="1180"/>
                      <a:pt x="5447" y="1183"/>
                    </a:cubicBezTo>
                    <a:cubicBezTo>
                      <a:pt x="5444" y="1183"/>
                      <a:pt x="5442" y="1184"/>
                      <a:pt x="5439" y="1184"/>
                    </a:cubicBezTo>
                    <a:cubicBezTo>
                      <a:pt x="5427" y="1184"/>
                      <a:pt x="5418" y="1177"/>
                      <a:pt x="5415" y="1164"/>
                    </a:cubicBezTo>
                    <a:cubicBezTo>
                      <a:pt x="5425" y="1148"/>
                      <a:pt x="5440" y="1136"/>
                      <a:pt x="5459" y="1130"/>
                    </a:cubicBezTo>
                    <a:close/>
                    <a:moveTo>
                      <a:pt x="272" y="1471"/>
                    </a:moveTo>
                    <a:cubicBezTo>
                      <a:pt x="276" y="1471"/>
                      <a:pt x="281" y="1472"/>
                      <a:pt x="288" y="1474"/>
                    </a:cubicBezTo>
                    <a:cubicBezTo>
                      <a:pt x="307" y="1481"/>
                      <a:pt x="323" y="1490"/>
                      <a:pt x="332" y="1506"/>
                    </a:cubicBezTo>
                    <a:cubicBezTo>
                      <a:pt x="332" y="1511"/>
                      <a:pt x="328" y="1513"/>
                      <a:pt x="323" y="1513"/>
                    </a:cubicBezTo>
                    <a:cubicBezTo>
                      <a:pt x="308" y="1513"/>
                      <a:pt x="279" y="1495"/>
                      <a:pt x="260" y="1490"/>
                    </a:cubicBezTo>
                    <a:cubicBezTo>
                      <a:pt x="264" y="1476"/>
                      <a:pt x="266" y="1471"/>
                      <a:pt x="272" y="1471"/>
                    </a:cubicBezTo>
                    <a:close/>
                    <a:moveTo>
                      <a:pt x="5534" y="2004"/>
                    </a:moveTo>
                    <a:cubicBezTo>
                      <a:pt x="5563" y="2023"/>
                      <a:pt x="5588" y="2042"/>
                      <a:pt x="5563" y="2042"/>
                    </a:cubicBezTo>
                    <a:cubicBezTo>
                      <a:pt x="5544" y="2042"/>
                      <a:pt x="5528" y="2038"/>
                      <a:pt x="5512" y="2026"/>
                    </a:cubicBezTo>
                    <a:cubicBezTo>
                      <a:pt x="5512" y="2026"/>
                      <a:pt x="5484" y="2007"/>
                      <a:pt x="5509" y="2004"/>
                    </a:cubicBezTo>
                    <a:close/>
                    <a:moveTo>
                      <a:pt x="286" y="2010"/>
                    </a:moveTo>
                    <a:cubicBezTo>
                      <a:pt x="305" y="2010"/>
                      <a:pt x="320" y="2012"/>
                      <a:pt x="323" y="2029"/>
                    </a:cubicBezTo>
                    <a:lnTo>
                      <a:pt x="298" y="2051"/>
                    </a:lnTo>
                    <a:lnTo>
                      <a:pt x="273" y="2032"/>
                    </a:lnTo>
                    <a:lnTo>
                      <a:pt x="270" y="2010"/>
                    </a:lnTo>
                    <a:cubicBezTo>
                      <a:pt x="275" y="2010"/>
                      <a:pt x="281" y="2010"/>
                      <a:pt x="286" y="2010"/>
                    </a:cubicBezTo>
                    <a:close/>
                    <a:moveTo>
                      <a:pt x="5675" y="2699"/>
                    </a:moveTo>
                    <a:cubicBezTo>
                      <a:pt x="5692" y="2699"/>
                      <a:pt x="5713" y="2708"/>
                      <a:pt x="5729" y="2728"/>
                    </a:cubicBezTo>
                    <a:cubicBezTo>
                      <a:pt x="5729" y="2750"/>
                      <a:pt x="5729" y="2750"/>
                      <a:pt x="5704" y="2753"/>
                    </a:cubicBezTo>
                    <a:cubicBezTo>
                      <a:pt x="5702" y="2753"/>
                      <a:pt x="5699" y="2753"/>
                      <a:pt x="5697" y="2753"/>
                    </a:cubicBezTo>
                    <a:cubicBezTo>
                      <a:pt x="5675" y="2753"/>
                      <a:pt x="5656" y="2738"/>
                      <a:pt x="5650" y="2715"/>
                    </a:cubicBezTo>
                    <a:cubicBezTo>
                      <a:pt x="5650" y="2705"/>
                      <a:pt x="5661" y="2699"/>
                      <a:pt x="5675" y="2699"/>
                    </a:cubicBezTo>
                    <a:close/>
                    <a:moveTo>
                      <a:pt x="361" y="3386"/>
                    </a:moveTo>
                    <a:cubicBezTo>
                      <a:pt x="380" y="3386"/>
                      <a:pt x="396" y="3388"/>
                      <a:pt x="398" y="3405"/>
                    </a:cubicBezTo>
                    <a:lnTo>
                      <a:pt x="373" y="3427"/>
                    </a:lnTo>
                    <a:lnTo>
                      <a:pt x="348" y="3408"/>
                    </a:lnTo>
                    <a:lnTo>
                      <a:pt x="345" y="3386"/>
                    </a:lnTo>
                    <a:cubicBezTo>
                      <a:pt x="350" y="3386"/>
                      <a:pt x="356" y="3386"/>
                      <a:pt x="361" y="3386"/>
                    </a:cubicBezTo>
                    <a:close/>
                    <a:moveTo>
                      <a:pt x="398" y="3532"/>
                    </a:moveTo>
                    <a:cubicBezTo>
                      <a:pt x="408" y="3532"/>
                      <a:pt x="408" y="3536"/>
                      <a:pt x="411" y="3552"/>
                    </a:cubicBezTo>
                    <a:cubicBezTo>
                      <a:pt x="398" y="3565"/>
                      <a:pt x="379" y="3574"/>
                      <a:pt x="364" y="3577"/>
                    </a:cubicBezTo>
                    <a:cubicBezTo>
                      <a:pt x="362" y="3577"/>
                      <a:pt x="361" y="3577"/>
                      <a:pt x="359" y="3577"/>
                    </a:cubicBezTo>
                    <a:cubicBezTo>
                      <a:pt x="338" y="3577"/>
                      <a:pt x="338" y="3557"/>
                      <a:pt x="382" y="3533"/>
                    </a:cubicBezTo>
                    <a:cubicBezTo>
                      <a:pt x="389" y="3532"/>
                      <a:pt x="394" y="3532"/>
                      <a:pt x="398" y="3532"/>
                    </a:cubicBezTo>
                    <a:close/>
                    <a:moveTo>
                      <a:pt x="210" y="3584"/>
                    </a:moveTo>
                    <a:cubicBezTo>
                      <a:pt x="210" y="3584"/>
                      <a:pt x="210" y="3587"/>
                      <a:pt x="210" y="3593"/>
                    </a:cubicBezTo>
                    <a:cubicBezTo>
                      <a:pt x="210" y="3593"/>
                      <a:pt x="211" y="3593"/>
                      <a:pt x="211" y="3594"/>
                    </a:cubicBezTo>
                    <a:lnTo>
                      <a:pt x="211" y="3594"/>
                    </a:lnTo>
                    <a:cubicBezTo>
                      <a:pt x="211" y="3588"/>
                      <a:pt x="210" y="3584"/>
                      <a:pt x="210" y="3584"/>
                    </a:cubicBezTo>
                    <a:close/>
                    <a:moveTo>
                      <a:pt x="471" y="3887"/>
                    </a:moveTo>
                    <a:cubicBezTo>
                      <a:pt x="489" y="3887"/>
                      <a:pt x="470" y="3908"/>
                      <a:pt x="470" y="3928"/>
                    </a:cubicBezTo>
                    <a:cubicBezTo>
                      <a:pt x="461" y="3939"/>
                      <a:pt x="455" y="3945"/>
                      <a:pt x="452" y="3945"/>
                    </a:cubicBezTo>
                    <a:cubicBezTo>
                      <a:pt x="448" y="3945"/>
                      <a:pt x="447" y="3934"/>
                      <a:pt x="445" y="3909"/>
                    </a:cubicBezTo>
                    <a:cubicBezTo>
                      <a:pt x="442" y="3891"/>
                      <a:pt x="467" y="3887"/>
                      <a:pt x="467" y="3887"/>
                    </a:cubicBezTo>
                    <a:cubicBezTo>
                      <a:pt x="469" y="3887"/>
                      <a:pt x="470" y="3887"/>
                      <a:pt x="471" y="3887"/>
                    </a:cubicBezTo>
                    <a:close/>
                    <a:moveTo>
                      <a:pt x="981" y="3966"/>
                    </a:moveTo>
                    <a:cubicBezTo>
                      <a:pt x="956" y="3969"/>
                      <a:pt x="956" y="3969"/>
                      <a:pt x="956" y="3991"/>
                    </a:cubicBezTo>
                    <a:cubicBezTo>
                      <a:pt x="972" y="4000"/>
                      <a:pt x="990" y="4007"/>
                      <a:pt x="1009" y="4007"/>
                    </a:cubicBezTo>
                    <a:cubicBezTo>
                      <a:pt x="1034" y="4003"/>
                      <a:pt x="1031" y="3981"/>
                      <a:pt x="981" y="3966"/>
                    </a:cubicBezTo>
                    <a:close/>
                    <a:moveTo>
                      <a:pt x="154" y="4066"/>
                    </a:moveTo>
                    <a:cubicBezTo>
                      <a:pt x="129" y="4066"/>
                      <a:pt x="129" y="4066"/>
                      <a:pt x="132" y="4088"/>
                    </a:cubicBezTo>
                    <a:cubicBezTo>
                      <a:pt x="134" y="4113"/>
                      <a:pt x="134" y="4124"/>
                      <a:pt x="139" y="4124"/>
                    </a:cubicBezTo>
                    <a:cubicBezTo>
                      <a:pt x="142" y="4124"/>
                      <a:pt x="147" y="4118"/>
                      <a:pt x="157" y="4107"/>
                    </a:cubicBezTo>
                    <a:cubicBezTo>
                      <a:pt x="157" y="4085"/>
                      <a:pt x="154" y="4066"/>
                      <a:pt x="154" y="4066"/>
                    </a:cubicBezTo>
                    <a:close/>
                    <a:moveTo>
                      <a:pt x="505" y="4266"/>
                    </a:moveTo>
                    <a:cubicBezTo>
                      <a:pt x="512" y="4266"/>
                      <a:pt x="527" y="4268"/>
                      <a:pt x="530" y="4285"/>
                    </a:cubicBezTo>
                    <a:cubicBezTo>
                      <a:pt x="527" y="4301"/>
                      <a:pt x="520" y="4317"/>
                      <a:pt x="508" y="4329"/>
                    </a:cubicBezTo>
                    <a:cubicBezTo>
                      <a:pt x="506" y="4330"/>
                      <a:pt x="505" y="4330"/>
                      <a:pt x="503" y="4330"/>
                    </a:cubicBezTo>
                    <a:cubicBezTo>
                      <a:pt x="492" y="4330"/>
                      <a:pt x="482" y="4321"/>
                      <a:pt x="480" y="4310"/>
                    </a:cubicBezTo>
                    <a:cubicBezTo>
                      <a:pt x="480" y="4289"/>
                      <a:pt x="476" y="4270"/>
                      <a:pt x="502" y="4267"/>
                    </a:cubicBezTo>
                    <a:cubicBezTo>
                      <a:pt x="502" y="4267"/>
                      <a:pt x="503" y="4266"/>
                      <a:pt x="505" y="4266"/>
                    </a:cubicBezTo>
                    <a:close/>
                    <a:moveTo>
                      <a:pt x="367" y="4429"/>
                    </a:moveTo>
                    <a:cubicBezTo>
                      <a:pt x="365" y="4429"/>
                      <a:pt x="364" y="4430"/>
                      <a:pt x="364" y="4430"/>
                    </a:cubicBezTo>
                    <a:cubicBezTo>
                      <a:pt x="364" y="4430"/>
                      <a:pt x="339" y="4430"/>
                      <a:pt x="342" y="4452"/>
                    </a:cubicBezTo>
                    <a:lnTo>
                      <a:pt x="342" y="4473"/>
                    </a:lnTo>
                    <a:cubicBezTo>
                      <a:pt x="361" y="4470"/>
                      <a:pt x="379" y="4461"/>
                      <a:pt x="392" y="4448"/>
                    </a:cubicBezTo>
                    <a:cubicBezTo>
                      <a:pt x="389" y="4431"/>
                      <a:pt x="374" y="4429"/>
                      <a:pt x="367" y="4429"/>
                    </a:cubicBezTo>
                    <a:close/>
                    <a:moveTo>
                      <a:pt x="467" y="4665"/>
                    </a:moveTo>
                    <a:lnTo>
                      <a:pt x="470" y="4690"/>
                    </a:lnTo>
                    <a:lnTo>
                      <a:pt x="451" y="4718"/>
                    </a:lnTo>
                    <a:cubicBezTo>
                      <a:pt x="448" y="4712"/>
                      <a:pt x="445" y="4702"/>
                      <a:pt x="445" y="4693"/>
                    </a:cubicBezTo>
                    <a:cubicBezTo>
                      <a:pt x="442" y="4671"/>
                      <a:pt x="442" y="4671"/>
                      <a:pt x="467" y="4665"/>
                    </a:cubicBezTo>
                    <a:close/>
                    <a:moveTo>
                      <a:pt x="526" y="4870"/>
                    </a:moveTo>
                    <a:cubicBezTo>
                      <a:pt x="532" y="4870"/>
                      <a:pt x="538" y="4870"/>
                      <a:pt x="545" y="4871"/>
                    </a:cubicBezTo>
                    <a:lnTo>
                      <a:pt x="561" y="4915"/>
                    </a:lnTo>
                    <a:cubicBezTo>
                      <a:pt x="548" y="4920"/>
                      <a:pt x="536" y="4925"/>
                      <a:pt x="526" y="4925"/>
                    </a:cubicBezTo>
                    <a:cubicBezTo>
                      <a:pt x="517" y="4925"/>
                      <a:pt x="509" y="4921"/>
                      <a:pt x="505" y="4909"/>
                    </a:cubicBezTo>
                    <a:cubicBezTo>
                      <a:pt x="477" y="4895"/>
                      <a:pt x="486" y="4870"/>
                      <a:pt x="526" y="4870"/>
                    </a:cubicBezTo>
                    <a:close/>
                    <a:moveTo>
                      <a:pt x="730" y="4991"/>
                    </a:moveTo>
                    <a:cubicBezTo>
                      <a:pt x="740" y="5009"/>
                      <a:pt x="774" y="5016"/>
                      <a:pt x="752" y="5028"/>
                    </a:cubicBezTo>
                    <a:cubicBezTo>
                      <a:pt x="755" y="5033"/>
                      <a:pt x="755" y="5035"/>
                      <a:pt x="752" y="5035"/>
                    </a:cubicBezTo>
                    <a:cubicBezTo>
                      <a:pt x="744" y="5035"/>
                      <a:pt x="715" y="5016"/>
                      <a:pt x="708" y="5000"/>
                    </a:cubicBezTo>
                    <a:lnTo>
                      <a:pt x="730" y="4991"/>
                    </a:lnTo>
                    <a:close/>
                    <a:moveTo>
                      <a:pt x="4218" y="5110"/>
                    </a:moveTo>
                    <a:lnTo>
                      <a:pt x="4199" y="5113"/>
                    </a:lnTo>
                    <a:cubicBezTo>
                      <a:pt x="4177" y="5113"/>
                      <a:pt x="4181" y="5138"/>
                      <a:pt x="4184" y="5163"/>
                    </a:cubicBezTo>
                    <a:lnTo>
                      <a:pt x="4203" y="5163"/>
                    </a:lnTo>
                    <a:cubicBezTo>
                      <a:pt x="4215" y="5147"/>
                      <a:pt x="4218" y="5128"/>
                      <a:pt x="4218" y="5110"/>
                    </a:cubicBezTo>
                    <a:close/>
                    <a:moveTo>
                      <a:pt x="617" y="5285"/>
                    </a:moveTo>
                    <a:lnTo>
                      <a:pt x="577" y="5313"/>
                    </a:lnTo>
                    <a:lnTo>
                      <a:pt x="599" y="5301"/>
                    </a:lnTo>
                    <a:lnTo>
                      <a:pt x="617" y="5285"/>
                    </a:lnTo>
                    <a:close/>
                    <a:moveTo>
                      <a:pt x="967" y="5380"/>
                    </a:moveTo>
                    <a:cubicBezTo>
                      <a:pt x="971" y="5380"/>
                      <a:pt x="976" y="5381"/>
                      <a:pt x="981" y="5385"/>
                    </a:cubicBezTo>
                    <a:lnTo>
                      <a:pt x="997" y="5398"/>
                    </a:lnTo>
                    <a:cubicBezTo>
                      <a:pt x="984" y="5410"/>
                      <a:pt x="965" y="5420"/>
                      <a:pt x="947" y="5423"/>
                    </a:cubicBezTo>
                    <a:lnTo>
                      <a:pt x="931" y="5407"/>
                    </a:lnTo>
                    <a:cubicBezTo>
                      <a:pt x="942" y="5393"/>
                      <a:pt x="954" y="5380"/>
                      <a:pt x="967" y="5380"/>
                    </a:cubicBezTo>
                    <a:close/>
                    <a:moveTo>
                      <a:pt x="4193" y="5492"/>
                    </a:moveTo>
                    <a:lnTo>
                      <a:pt x="4215" y="5514"/>
                    </a:lnTo>
                    <a:cubicBezTo>
                      <a:pt x="4218" y="5539"/>
                      <a:pt x="4196" y="5542"/>
                      <a:pt x="4174" y="5545"/>
                    </a:cubicBezTo>
                    <a:cubicBezTo>
                      <a:pt x="4156" y="5545"/>
                      <a:pt x="4156" y="5545"/>
                      <a:pt x="4152" y="5520"/>
                    </a:cubicBezTo>
                    <a:cubicBezTo>
                      <a:pt x="4152" y="5520"/>
                      <a:pt x="4171" y="5495"/>
                      <a:pt x="4193" y="5492"/>
                    </a:cubicBezTo>
                    <a:close/>
                    <a:moveTo>
                      <a:pt x="3914" y="5467"/>
                    </a:moveTo>
                    <a:lnTo>
                      <a:pt x="3914" y="5467"/>
                    </a:lnTo>
                    <a:cubicBezTo>
                      <a:pt x="3939" y="5470"/>
                      <a:pt x="3958" y="5489"/>
                      <a:pt x="3961" y="5514"/>
                    </a:cubicBezTo>
                    <a:cubicBezTo>
                      <a:pt x="3986" y="5561"/>
                      <a:pt x="3986" y="5561"/>
                      <a:pt x="3942" y="5564"/>
                    </a:cubicBezTo>
                    <a:cubicBezTo>
                      <a:pt x="3936" y="5565"/>
                      <a:pt x="3930" y="5566"/>
                      <a:pt x="3923" y="5566"/>
                    </a:cubicBezTo>
                    <a:cubicBezTo>
                      <a:pt x="3911" y="5566"/>
                      <a:pt x="3901" y="5562"/>
                      <a:pt x="3899" y="5545"/>
                    </a:cubicBezTo>
                    <a:lnTo>
                      <a:pt x="3921" y="5542"/>
                    </a:lnTo>
                    <a:cubicBezTo>
                      <a:pt x="3921" y="5549"/>
                      <a:pt x="3923" y="5552"/>
                      <a:pt x="3925" y="5552"/>
                    </a:cubicBezTo>
                    <a:cubicBezTo>
                      <a:pt x="3931" y="5552"/>
                      <a:pt x="3935" y="5533"/>
                      <a:pt x="3917" y="5517"/>
                    </a:cubicBezTo>
                    <a:lnTo>
                      <a:pt x="3914" y="5467"/>
                    </a:lnTo>
                    <a:close/>
                    <a:moveTo>
                      <a:pt x="4773" y="5452"/>
                    </a:moveTo>
                    <a:cubicBezTo>
                      <a:pt x="4776" y="5452"/>
                      <a:pt x="4779" y="5464"/>
                      <a:pt x="4785" y="5489"/>
                    </a:cubicBezTo>
                    <a:cubicBezTo>
                      <a:pt x="4792" y="5514"/>
                      <a:pt x="4798" y="5536"/>
                      <a:pt x="4773" y="5542"/>
                    </a:cubicBezTo>
                    <a:cubicBezTo>
                      <a:pt x="4760" y="5563"/>
                      <a:pt x="4750" y="5571"/>
                      <a:pt x="4744" y="5571"/>
                    </a:cubicBezTo>
                    <a:cubicBezTo>
                      <a:pt x="4731" y="5571"/>
                      <a:pt x="4735" y="5535"/>
                      <a:pt x="4760" y="5495"/>
                    </a:cubicBezTo>
                    <a:cubicBezTo>
                      <a:pt x="4767" y="5466"/>
                      <a:pt x="4770" y="5452"/>
                      <a:pt x="4773" y="5452"/>
                    </a:cubicBezTo>
                    <a:close/>
                    <a:moveTo>
                      <a:pt x="2612" y="5512"/>
                    </a:moveTo>
                    <a:cubicBezTo>
                      <a:pt x="2603" y="5512"/>
                      <a:pt x="2591" y="5513"/>
                      <a:pt x="2576" y="5514"/>
                    </a:cubicBezTo>
                    <a:cubicBezTo>
                      <a:pt x="2554" y="5514"/>
                      <a:pt x="2535" y="5542"/>
                      <a:pt x="2535" y="5542"/>
                    </a:cubicBezTo>
                    <a:cubicBezTo>
                      <a:pt x="2538" y="5562"/>
                      <a:pt x="2552" y="5564"/>
                      <a:pt x="2569" y="5564"/>
                    </a:cubicBezTo>
                    <a:cubicBezTo>
                      <a:pt x="2574" y="5564"/>
                      <a:pt x="2578" y="5564"/>
                      <a:pt x="2582" y="5564"/>
                    </a:cubicBezTo>
                    <a:cubicBezTo>
                      <a:pt x="2593" y="5570"/>
                      <a:pt x="2603" y="5572"/>
                      <a:pt x="2611" y="5572"/>
                    </a:cubicBezTo>
                    <a:cubicBezTo>
                      <a:pt x="2634" y="5572"/>
                      <a:pt x="2644" y="5551"/>
                      <a:pt x="2642" y="5533"/>
                    </a:cubicBezTo>
                    <a:cubicBezTo>
                      <a:pt x="2640" y="5516"/>
                      <a:pt x="2631" y="5512"/>
                      <a:pt x="2612" y="5512"/>
                    </a:cubicBezTo>
                    <a:close/>
                    <a:moveTo>
                      <a:pt x="2770" y="5545"/>
                    </a:moveTo>
                    <a:cubicBezTo>
                      <a:pt x="2774" y="5570"/>
                      <a:pt x="2733" y="5602"/>
                      <a:pt x="2714" y="5602"/>
                    </a:cubicBezTo>
                    <a:cubicBezTo>
                      <a:pt x="2713" y="5602"/>
                      <a:pt x="2712" y="5602"/>
                      <a:pt x="2710" y="5602"/>
                    </a:cubicBezTo>
                    <a:cubicBezTo>
                      <a:pt x="2692" y="5602"/>
                      <a:pt x="2691" y="5578"/>
                      <a:pt x="2730" y="5551"/>
                    </a:cubicBezTo>
                    <a:lnTo>
                      <a:pt x="2770" y="5545"/>
                    </a:lnTo>
                    <a:close/>
                    <a:moveTo>
                      <a:pt x="1106" y="5567"/>
                    </a:moveTo>
                    <a:lnTo>
                      <a:pt x="1106" y="5567"/>
                    </a:lnTo>
                    <a:cubicBezTo>
                      <a:pt x="1128" y="5580"/>
                      <a:pt x="1094" y="5589"/>
                      <a:pt x="1047" y="5620"/>
                    </a:cubicBezTo>
                    <a:cubicBezTo>
                      <a:pt x="990" y="5614"/>
                      <a:pt x="990" y="5614"/>
                      <a:pt x="1037" y="5586"/>
                    </a:cubicBezTo>
                    <a:lnTo>
                      <a:pt x="1106" y="5567"/>
                    </a:lnTo>
                    <a:close/>
                    <a:moveTo>
                      <a:pt x="3889" y="5671"/>
                    </a:moveTo>
                    <a:lnTo>
                      <a:pt x="3867" y="5674"/>
                    </a:lnTo>
                    <a:cubicBezTo>
                      <a:pt x="3870" y="5692"/>
                      <a:pt x="3870" y="5697"/>
                      <a:pt x="3879" y="5697"/>
                    </a:cubicBezTo>
                    <a:cubicBezTo>
                      <a:pt x="3882" y="5697"/>
                      <a:pt x="3887" y="5696"/>
                      <a:pt x="3892" y="5696"/>
                    </a:cubicBezTo>
                    <a:lnTo>
                      <a:pt x="3914" y="5696"/>
                    </a:lnTo>
                    <a:lnTo>
                      <a:pt x="3889" y="5671"/>
                    </a:lnTo>
                    <a:close/>
                    <a:moveTo>
                      <a:pt x="1620" y="5645"/>
                    </a:moveTo>
                    <a:cubicBezTo>
                      <a:pt x="1642" y="5649"/>
                      <a:pt x="1664" y="5649"/>
                      <a:pt x="1664" y="5649"/>
                    </a:cubicBezTo>
                    <a:lnTo>
                      <a:pt x="1664" y="5652"/>
                    </a:lnTo>
                    <a:cubicBezTo>
                      <a:pt x="1664" y="5652"/>
                      <a:pt x="1639" y="5674"/>
                      <a:pt x="1611" y="5696"/>
                    </a:cubicBezTo>
                    <a:cubicBezTo>
                      <a:pt x="1581" y="5731"/>
                      <a:pt x="1566" y="5747"/>
                      <a:pt x="1560" y="5747"/>
                    </a:cubicBezTo>
                    <a:cubicBezTo>
                      <a:pt x="1555" y="5747"/>
                      <a:pt x="1556" y="5735"/>
                      <a:pt x="1561" y="5711"/>
                    </a:cubicBezTo>
                    <a:cubicBezTo>
                      <a:pt x="1564" y="5680"/>
                      <a:pt x="1586" y="5652"/>
                      <a:pt x="1620" y="5645"/>
                    </a:cubicBezTo>
                    <a:close/>
                    <a:moveTo>
                      <a:pt x="1702" y="5755"/>
                    </a:moveTo>
                    <a:lnTo>
                      <a:pt x="1724" y="5780"/>
                    </a:lnTo>
                    <a:cubicBezTo>
                      <a:pt x="1724" y="5799"/>
                      <a:pt x="1710" y="5804"/>
                      <a:pt x="1693" y="5804"/>
                    </a:cubicBezTo>
                    <a:cubicBezTo>
                      <a:pt x="1687" y="5804"/>
                      <a:pt x="1680" y="5803"/>
                      <a:pt x="1674" y="5802"/>
                    </a:cubicBezTo>
                    <a:lnTo>
                      <a:pt x="1677" y="5777"/>
                    </a:lnTo>
                    <a:lnTo>
                      <a:pt x="1702" y="5755"/>
                    </a:lnTo>
                    <a:close/>
                    <a:moveTo>
                      <a:pt x="4194" y="0"/>
                    </a:moveTo>
                    <a:cubicBezTo>
                      <a:pt x="4158" y="0"/>
                      <a:pt x="4100" y="22"/>
                      <a:pt x="4087" y="55"/>
                    </a:cubicBezTo>
                    <a:cubicBezTo>
                      <a:pt x="4072" y="86"/>
                      <a:pt x="4067" y="99"/>
                      <a:pt x="4065" y="99"/>
                    </a:cubicBezTo>
                    <a:cubicBezTo>
                      <a:pt x="4063" y="99"/>
                      <a:pt x="4063" y="93"/>
                      <a:pt x="4062" y="83"/>
                    </a:cubicBezTo>
                    <a:cubicBezTo>
                      <a:pt x="4062" y="67"/>
                      <a:pt x="4049" y="58"/>
                      <a:pt x="4033" y="58"/>
                    </a:cubicBezTo>
                    <a:cubicBezTo>
                      <a:pt x="4028" y="59"/>
                      <a:pt x="4022" y="59"/>
                      <a:pt x="4017" y="59"/>
                    </a:cubicBezTo>
                    <a:cubicBezTo>
                      <a:pt x="4003" y="59"/>
                      <a:pt x="3992" y="54"/>
                      <a:pt x="3989" y="36"/>
                    </a:cubicBezTo>
                    <a:cubicBezTo>
                      <a:pt x="3968" y="42"/>
                      <a:pt x="3946" y="55"/>
                      <a:pt x="3930" y="67"/>
                    </a:cubicBezTo>
                    <a:cubicBezTo>
                      <a:pt x="3914" y="90"/>
                      <a:pt x="3891" y="100"/>
                      <a:pt x="3868" y="100"/>
                    </a:cubicBezTo>
                    <a:cubicBezTo>
                      <a:pt x="3839" y="100"/>
                      <a:pt x="3810" y="84"/>
                      <a:pt x="3798" y="55"/>
                    </a:cubicBezTo>
                    <a:lnTo>
                      <a:pt x="3761" y="83"/>
                    </a:lnTo>
                    <a:cubicBezTo>
                      <a:pt x="3749" y="116"/>
                      <a:pt x="3737" y="140"/>
                      <a:pt x="3729" y="140"/>
                    </a:cubicBezTo>
                    <a:cubicBezTo>
                      <a:pt x="3725" y="140"/>
                      <a:pt x="3721" y="131"/>
                      <a:pt x="3720" y="111"/>
                    </a:cubicBezTo>
                    <a:cubicBezTo>
                      <a:pt x="3719" y="102"/>
                      <a:pt x="3718" y="93"/>
                      <a:pt x="3717" y="86"/>
                    </a:cubicBezTo>
                    <a:lnTo>
                      <a:pt x="3717" y="86"/>
                    </a:lnTo>
                    <a:cubicBezTo>
                      <a:pt x="3710" y="109"/>
                      <a:pt x="3690" y="119"/>
                      <a:pt x="3669" y="119"/>
                    </a:cubicBezTo>
                    <a:cubicBezTo>
                      <a:pt x="3641" y="119"/>
                      <a:pt x="3612" y="102"/>
                      <a:pt x="3610" y="74"/>
                    </a:cubicBezTo>
                    <a:cubicBezTo>
                      <a:pt x="3607" y="49"/>
                      <a:pt x="3607" y="49"/>
                      <a:pt x="3585" y="49"/>
                    </a:cubicBezTo>
                    <a:lnTo>
                      <a:pt x="3588" y="74"/>
                    </a:lnTo>
                    <a:cubicBezTo>
                      <a:pt x="3591" y="99"/>
                      <a:pt x="3595" y="124"/>
                      <a:pt x="3573" y="127"/>
                    </a:cubicBezTo>
                    <a:cubicBezTo>
                      <a:pt x="3568" y="127"/>
                      <a:pt x="3564" y="127"/>
                      <a:pt x="3560" y="127"/>
                    </a:cubicBezTo>
                    <a:cubicBezTo>
                      <a:pt x="3543" y="127"/>
                      <a:pt x="3529" y="125"/>
                      <a:pt x="3529" y="105"/>
                    </a:cubicBezTo>
                    <a:cubicBezTo>
                      <a:pt x="3511" y="89"/>
                      <a:pt x="3495" y="73"/>
                      <a:pt x="3487" y="73"/>
                    </a:cubicBezTo>
                    <a:cubicBezTo>
                      <a:pt x="3484" y="73"/>
                      <a:pt x="3482" y="76"/>
                      <a:pt x="3482" y="83"/>
                    </a:cubicBezTo>
                    <a:cubicBezTo>
                      <a:pt x="3466" y="83"/>
                      <a:pt x="3450" y="77"/>
                      <a:pt x="3438" y="61"/>
                    </a:cubicBezTo>
                    <a:lnTo>
                      <a:pt x="3353" y="70"/>
                    </a:lnTo>
                    <a:cubicBezTo>
                      <a:pt x="3343" y="86"/>
                      <a:pt x="3326" y="94"/>
                      <a:pt x="3313" y="94"/>
                    </a:cubicBezTo>
                    <a:cubicBezTo>
                      <a:pt x="3301" y="94"/>
                      <a:pt x="3292" y="88"/>
                      <a:pt x="3291" y="77"/>
                    </a:cubicBezTo>
                    <a:cubicBezTo>
                      <a:pt x="3266" y="80"/>
                      <a:pt x="3247" y="89"/>
                      <a:pt x="3231" y="108"/>
                    </a:cubicBezTo>
                    <a:cubicBezTo>
                      <a:pt x="3216" y="109"/>
                      <a:pt x="3204" y="110"/>
                      <a:pt x="3195" y="110"/>
                    </a:cubicBezTo>
                    <a:cubicBezTo>
                      <a:pt x="3175" y="110"/>
                      <a:pt x="3165" y="106"/>
                      <a:pt x="3165" y="89"/>
                    </a:cubicBezTo>
                    <a:cubicBezTo>
                      <a:pt x="3164" y="77"/>
                      <a:pt x="3163" y="70"/>
                      <a:pt x="3160" y="70"/>
                    </a:cubicBezTo>
                    <a:cubicBezTo>
                      <a:pt x="3157" y="70"/>
                      <a:pt x="3153" y="77"/>
                      <a:pt x="3143" y="89"/>
                    </a:cubicBezTo>
                    <a:cubicBezTo>
                      <a:pt x="3146" y="114"/>
                      <a:pt x="3125" y="117"/>
                      <a:pt x="3103" y="117"/>
                    </a:cubicBezTo>
                    <a:lnTo>
                      <a:pt x="3062" y="124"/>
                    </a:lnTo>
                    <a:cubicBezTo>
                      <a:pt x="3062" y="149"/>
                      <a:pt x="3062" y="149"/>
                      <a:pt x="3043" y="149"/>
                    </a:cubicBezTo>
                    <a:cubicBezTo>
                      <a:pt x="3041" y="149"/>
                      <a:pt x="3039" y="149"/>
                      <a:pt x="3037" y="149"/>
                    </a:cubicBezTo>
                    <a:cubicBezTo>
                      <a:pt x="3011" y="149"/>
                      <a:pt x="2954" y="133"/>
                      <a:pt x="2933" y="133"/>
                    </a:cubicBezTo>
                    <a:cubicBezTo>
                      <a:pt x="2871" y="139"/>
                      <a:pt x="2871" y="139"/>
                      <a:pt x="2896" y="164"/>
                    </a:cubicBezTo>
                    <a:cubicBezTo>
                      <a:pt x="2897" y="164"/>
                      <a:pt x="2898" y="164"/>
                      <a:pt x="2899" y="164"/>
                    </a:cubicBezTo>
                    <a:cubicBezTo>
                      <a:pt x="2910" y="164"/>
                      <a:pt x="2913" y="174"/>
                      <a:pt x="2902" y="174"/>
                    </a:cubicBezTo>
                    <a:cubicBezTo>
                      <a:pt x="2897" y="174"/>
                      <a:pt x="2887" y="171"/>
                      <a:pt x="2874" y="164"/>
                    </a:cubicBezTo>
                    <a:cubicBezTo>
                      <a:pt x="2824" y="158"/>
                      <a:pt x="2774" y="155"/>
                      <a:pt x="2723" y="155"/>
                    </a:cubicBezTo>
                    <a:cubicBezTo>
                      <a:pt x="2639" y="161"/>
                      <a:pt x="2639" y="161"/>
                      <a:pt x="2642" y="186"/>
                    </a:cubicBezTo>
                    <a:cubicBezTo>
                      <a:pt x="2655" y="211"/>
                      <a:pt x="2655" y="223"/>
                      <a:pt x="2649" y="223"/>
                    </a:cubicBezTo>
                    <a:cubicBezTo>
                      <a:pt x="2643" y="223"/>
                      <a:pt x="2632" y="212"/>
                      <a:pt x="2620" y="190"/>
                    </a:cubicBezTo>
                    <a:cubicBezTo>
                      <a:pt x="2593" y="162"/>
                      <a:pt x="2574" y="151"/>
                      <a:pt x="2564" y="151"/>
                    </a:cubicBezTo>
                    <a:cubicBezTo>
                      <a:pt x="2556" y="151"/>
                      <a:pt x="2553" y="157"/>
                      <a:pt x="2554" y="168"/>
                    </a:cubicBezTo>
                    <a:cubicBezTo>
                      <a:pt x="2535" y="196"/>
                      <a:pt x="2535" y="196"/>
                      <a:pt x="2513" y="199"/>
                    </a:cubicBezTo>
                    <a:cubicBezTo>
                      <a:pt x="2513" y="187"/>
                      <a:pt x="2509" y="181"/>
                      <a:pt x="2499" y="181"/>
                    </a:cubicBezTo>
                    <a:cubicBezTo>
                      <a:pt x="2489" y="181"/>
                      <a:pt x="2472" y="189"/>
                      <a:pt x="2451" y="205"/>
                    </a:cubicBezTo>
                    <a:cubicBezTo>
                      <a:pt x="2429" y="205"/>
                      <a:pt x="2429" y="205"/>
                      <a:pt x="2429" y="180"/>
                    </a:cubicBezTo>
                    <a:lnTo>
                      <a:pt x="2385" y="183"/>
                    </a:lnTo>
                    <a:cubicBezTo>
                      <a:pt x="2366" y="212"/>
                      <a:pt x="2323" y="222"/>
                      <a:pt x="2283" y="222"/>
                    </a:cubicBezTo>
                    <a:cubicBezTo>
                      <a:pt x="2244" y="222"/>
                      <a:pt x="2208" y="213"/>
                      <a:pt x="2197" y="202"/>
                    </a:cubicBezTo>
                    <a:cubicBezTo>
                      <a:pt x="2178" y="205"/>
                      <a:pt x="2166" y="218"/>
                      <a:pt x="2156" y="230"/>
                    </a:cubicBezTo>
                    <a:cubicBezTo>
                      <a:pt x="2148" y="258"/>
                      <a:pt x="2138" y="272"/>
                      <a:pt x="2130" y="272"/>
                    </a:cubicBezTo>
                    <a:cubicBezTo>
                      <a:pt x="2122" y="272"/>
                      <a:pt x="2115" y="259"/>
                      <a:pt x="2112" y="233"/>
                    </a:cubicBezTo>
                    <a:cubicBezTo>
                      <a:pt x="2111" y="209"/>
                      <a:pt x="2110" y="196"/>
                      <a:pt x="2108" y="196"/>
                    </a:cubicBezTo>
                    <a:cubicBezTo>
                      <a:pt x="2105" y="196"/>
                      <a:pt x="2101" y="209"/>
                      <a:pt x="2094" y="237"/>
                    </a:cubicBezTo>
                    <a:cubicBezTo>
                      <a:pt x="2084" y="250"/>
                      <a:pt x="2055" y="259"/>
                      <a:pt x="2029" y="259"/>
                    </a:cubicBezTo>
                    <a:cubicBezTo>
                      <a:pt x="2001" y="259"/>
                      <a:pt x="1976" y="249"/>
                      <a:pt x="1984" y="221"/>
                    </a:cubicBezTo>
                    <a:lnTo>
                      <a:pt x="1981" y="171"/>
                    </a:lnTo>
                    <a:cubicBezTo>
                      <a:pt x="1971" y="186"/>
                      <a:pt x="1956" y="196"/>
                      <a:pt x="1940" y="199"/>
                    </a:cubicBezTo>
                    <a:cubicBezTo>
                      <a:pt x="1943" y="224"/>
                      <a:pt x="1921" y="227"/>
                      <a:pt x="1858" y="233"/>
                    </a:cubicBezTo>
                    <a:cubicBezTo>
                      <a:pt x="1815" y="237"/>
                      <a:pt x="1733" y="271"/>
                      <a:pt x="1692" y="274"/>
                    </a:cubicBezTo>
                    <a:cubicBezTo>
                      <a:pt x="1673" y="275"/>
                      <a:pt x="1651" y="277"/>
                      <a:pt x="1630" y="277"/>
                    </a:cubicBezTo>
                    <a:cubicBezTo>
                      <a:pt x="1602" y="277"/>
                      <a:pt x="1576" y="274"/>
                      <a:pt x="1564" y="262"/>
                    </a:cubicBezTo>
                    <a:cubicBezTo>
                      <a:pt x="1533" y="262"/>
                      <a:pt x="1504" y="274"/>
                      <a:pt x="1479" y="293"/>
                    </a:cubicBezTo>
                    <a:cubicBezTo>
                      <a:pt x="1469" y="308"/>
                      <a:pt x="1452" y="316"/>
                      <a:pt x="1439" y="316"/>
                    </a:cubicBezTo>
                    <a:cubicBezTo>
                      <a:pt x="1427" y="316"/>
                      <a:pt x="1418" y="311"/>
                      <a:pt x="1417" y="299"/>
                    </a:cubicBezTo>
                    <a:lnTo>
                      <a:pt x="1398" y="299"/>
                    </a:lnTo>
                    <a:cubicBezTo>
                      <a:pt x="1376" y="318"/>
                      <a:pt x="1354" y="327"/>
                      <a:pt x="1329" y="334"/>
                    </a:cubicBezTo>
                    <a:cubicBezTo>
                      <a:pt x="1329" y="314"/>
                      <a:pt x="1314" y="302"/>
                      <a:pt x="1298" y="302"/>
                    </a:cubicBezTo>
                    <a:cubicBezTo>
                      <a:pt x="1289" y="302"/>
                      <a:pt x="1279" y="306"/>
                      <a:pt x="1272" y="315"/>
                    </a:cubicBezTo>
                    <a:cubicBezTo>
                      <a:pt x="1276" y="343"/>
                      <a:pt x="1251" y="343"/>
                      <a:pt x="1197" y="356"/>
                    </a:cubicBezTo>
                    <a:cubicBezTo>
                      <a:pt x="1195" y="355"/>
                      <a:pt x="1191" y="354"/>
                      <a:pt x="1186" y="354"/>
                    </a:cubicBezTo>
                    <a:cubicBezTo>
                      <a:pt x="1132" y="354"/>
                      <a:pt x="920" y="401"/>
                      <a:pt x="740" y="515"/>
                    </a:cubicBezTo>
                    <a:cubicBezTo>
                      <a:pt x="539" y="631"/>
                      <a:pt x="401" y="810"/>
                      <a:pt x="411" y="816"/>
                    </a:cubicBezTo>
                    <a:cubicBezTo>
                      <a:pt x="392" y="835"/>
                      <a:pt x="373" y="857"/>
                      <a:pt x="361" y="879"/>
                    </a:cubicBezTo>
                    <a:lnTo>
                      <a:pt x="310" y="942"/>
                    </a:lnTo>
                    <a:cubicBezTo>
                      <a:pt x="306" y="938"/>
                      <a:pt x="302" y="937"/>
                      <a:pt x="297" y="937"/>
                    </a:cubicBezTo>
                    <a:cubicBezTo>
                      <a:pt x="259" y="937"/>
                      <a:pt x="212" y="1051"/>
                      <a:pt x="204" y="1127"/>
                    </a:cubicBezTo>
                    <a:cubicBezTo>
                      <a:pt x="210" y="1152"/>
                      <a:pt x="207" y="1183"/>
                      <a:pt x="191" y="1208"/>
                    </a:cubicBezTo>
                    <a:cubicBezTo>
                      <a:pt x="186" y="1205"/>
                      <a:pt x="180" y="1204"/>
                      <a:pt x="176" y="1204"/>
                    </a:cubicBezTo>
                    <a:cubicBezTo>
                      <a:pt x="138" y="1204"/>
                      <a:pt x="117" y="1271"/>
                      <a:pt x="122" y="1324"/>
                    </a:cubicBezTo>
                    <a:cubicBezTo>
                      <a:pt x="153" y="1355"/>
                      <a:pt x="157" y="1377"/>
                      <a:pt x="129" y="1377"/>
                    </a:cubicBezTo>
                    <a:cubicBezTo>
                      <a:pt x="123" y="1377"/>
                      <a:pt x="116" y="1376"/>
                      <a:pt x="107" y="1374"/>
                    </a:cubicBezTo>
                    <a:cubicBezTo>
                      <a:pt x="101" y="1372"/>
                      <a:pt x="96" y="1371"/>
                      <a:pt x="92" y="1371"/>
                    </a:cubicBezTo>
                    <a:cubicBezTo>
                      <a:pt x="57" y="1371"/>
                      <a:pt x="51" y="1423"/>
                      <a:pt x="104" y="1484"/>
                    </a:cubicBezTo>
                    <a:cubicBezTo>
                      <a:pt x="125" y="1515"/>
                      <a:pt x="125" y="1512"/>
                      <a:pt x="97" y="1534"/>
                    </a:cubicBezTo>
                    <a:cubicBezTo>
                      <a:pt x="41" y="1553"/>
                      <a:pt x="38" y="1581"/>
                      <a:pt x="63" y="1584"/>
                    </a:cubicBezTo>
                    <a:cubicBezTo>
                      <a:pt x="107" y="1615"/>
                      <a:pt x="107" y="1640"/>
                      <a:pt x="57" y="1662"/>
                    </a:cubicBezTo>
                    <a:cubicBezTo>
                      <a:pt x="0" y="1713"/>
                      <a:pt x="0" y="1716"/>
                      <a:pt x="50" y="1744"/>
                    </a:cubicBezTo>
                    <a:cubicBezTo>
                      <a:pt x="100" y="1772"/>
                      <a:pt x="104" y="1872"/>
                      <a:pt x="57" y="1904"/>
                    </a:cubicBezTo>
                    <a:cubicBezTo>
                      <a:pt x="57" y="1926"/>
                      <a:pt x="35" y="1948"/>
                      <a:pt x="60" y="1948"/>
                    </a:cubicBezTo>
                    <a:lnTo>
                      <a:pt x="38" y="1970"/>
                    </a:lnTo>
                    <a:cubicBezTo>
                      <a:pt x="38" y="1991"/>
                      <a:pt x="41" y="2013"/>
                      <a:pt x="41" y="2013"/>
                    </a:cubicBezTo>
                    <a:lnTo>
                      <a:pt x="66" y="2010"/>
                    </a:lnTo>
                    <a:lnTo>
                      <a:pt x="66" y="2010"/>
                    </a:lnTo>
                    <a:cubicBezTo>
                      <a:pt x="60" y="2107"/>
                      <a:pt x="60" y="2208"/>
                      <a:pt x="69" y="2308"/>
                    </a:cubicBezTo>
                    <a:cubicBezTo>
                      <a:pt x="85" y="2505"/>
                      <a:pt x="92" y="2564"/>
                      <a:pt x="107" y="2564"/>
                    </a:cubicBezTo>
                    <a:cubicBezTo>
                      <a:pt x="110" y="2564"/>
                      <a:pt x="113" y="2562"/>
                      <a:pt x="116" y="2559"/>
                    </a:cubicBezTo>
                    <a:cubicBezTo>
                      <a:pt x="126" y="2553"/>
                      <a:pt x="135" y="2551"/>
                      <a:pt x="141" y="2551"/>
                    </a:cubicBezTo>
                    <a:cubicBezTo>
                      <a:pt x="163" y="2551"/>
                      <a:pt x="158" y="2580"/>
                      <a:pt x="119" y="2599"/>
                    </a:cubicBezTo>
                    <a:cubicBezTo>
                      <a:pt x="113" y="2637"/>
                      <a:pt x="107" y="2672"/>
                      <a:pt x="104" y="2709"/>
                    </a:cubicBezTo>
                    <a:cubicBezTo>
                      <a:pt x="110" y="2750"/>
                      <a:pt x="113" y="2794"/>
                      <a:pt x="88" y="2794"/>
                    </a:cubicBezTo>
                    <a:lnTo>
                      <a:pt x="88" y="2816"/>
                    </a:lnTo>
                    <a:cubicBezTo>
                      <a:pt x="144" y="2853"/>
                      <a:pt x="154" y="2979"/>
                      <a:pt x="135" y="3044"/>
                    </a:cubicBezTo>
                    <a:cubicBezTo>
                      <a:pt x="135" y="3082"/>
                      <a:pt x="147" y="3120"/>
                      <a:pt x="169" y="3148"/>
                    </a:cubicBezTo>
                    <a:cubicBezTo>
                      <a:pt x="198" y="3189"/>
                      <a:pt x="198" y="3189"/>
                      <a:pt x="176" y="3214"/>
                    </a:cubicBezTo>
                    <a:cubicBezTo>
                      <a:pt x="151" y="3214"/>
                      <a:pt x="138" y="3339"/>
                      <a:pt x="186" y="3339"/>
                    </a:cubicBezTo>
                    <a:cubicBezTo>
                      <a:pt x="187" y="3339"/>
                      <a:pt x="188" y="3339"/>
                      <a:pt x="188" y="3339"/>
                    </a:cubicBezTo>
                    <a:lnTo>
                      <a:pt x="188" y="3339"/>
                    </a:lnTo>
                    <a:lnTo>
                      <a:pt x="163" y="3361"/>
                    </a:lnTo>
                    <a:cubicBezTo>
                      <a:pt x="143" y="3384"/>
                      <a:pt x="165" y="3402"/>
                      <a:pt x="189" y="3402"/>
                    </a:cubicBezTo>
                    <a:cubicBezTo>
                      <a:pt x="191" y="3402"/>
                      <a:pt x="193" y="3402"/>
                      <a:pt x="194" y="3402"/>
                    </a:cubicBezTo>
                    <a:cubicBezTo>
                      <a:pt x="198" y="3401"/>
                      <a:pt x="201" y="3401"/>
                      <a:pt x="205" y="3401"/>
                    </a:cubicBezTo>
                    <a:cubicBezTo>
                      <a:pt x="244" y="3401"/>
                      <a:pt x="239" y="3419"/>
                      <a:pt x="172" y="3446"/>
                    </a:cubicBezTo>
                    <a:cubicBezTo>
                      <a:pt x="126" y="3451"/>
                      <a:pt x="125" y="3471"/>
                      <a:pt x="146" y="3471"/>
                    </a:cubicBezTo>
                    <a:cubicBezTo>
                      <a:pt x="147" y="3471"/>
                      <a:pt x="149" y="3471"/>
                      <a:pt x="151" y="3471"/>
                    </a:cubicBezTo>
                    <a:cubicBezTo>
                      <a:pt x="176" y="3489"/>
                      <a:pt x="204" y="3508"/>
                      <a:pt x="179" y="3530"/>
                    </a:cubicBezTo>
                    <a:cubicBezTo>
                      <a:pt x="182" y="3550"/>
                      <a:pt x="184" y="3569"/>
                      <a:pt x="219" y="3569"/>
                    </a:cubicBezTo>
                    <a:cubicBezTo>
                      <a:pt x="224" y="3569"/>
                      <a:pt x="229" y="3569"/>
                      <a:pt x="235" y="3568"/>
                    </a:cubicBezTo>
                    <a:cubicBezTo>
                      <a:pt x="260" y="3568"/>
                      <a:pt x="260" y="3587"/>
                      <a:pt x="263" y="3609"/>
                    </a:cubicBezTo>
                    <a:cubicBezTo>
                      <a:pt x="256" y="3609"/>
                      <a:pt x="251" y="3610"/>
                      <a:pt x="247" y="3610"/>
                    </a:cubicBezTo>
                    <a:cubicBezTo>
                      <a:pt x="236" y="3610"/>
                      <a:pt x="230" y="3606"/>
                      <a:pt x="211" y="3594"/>
                    </a:cubicBezTo>
                    <a:lnTo>
                      <a:pt x="211" y="3594"/>
                    </a:lnTo>
                    <a:cubicBezTo>
                      <a:pt x="212" y="3602"/>
                      <a:pt x="214" y="3616"/>
                      <a:pt x="216" y="3634"/>
                    </a:cubicBezTo>
                    <a:cubicBezTo>
                      <a:pt x="216" y="3656"/>
                      <a:pt x="194" y="3699"/>
                      <a:pt x="169" y="3703"/>
                    </a:cubicBezTo>
                    <a:cubicBezTo>
                      <a:pt x="154" y="3718"/>
                      <a:pt x="151" y="3732"/>
                      <a:pt x="165" y="3732"/>
                    </a:cubicBezTo>
                    <a:cubicBezTo>
                      <a:pt x="172" y="3732"/>
                      <a:pt x="183" y="3729"/>
                      <a:pt x="198" y="3721"/>
                    </a:cubicBezTo>
                    <a:cubicBezTo>
                      <a:pt x="211" y="3720"/>
                      <a:pt x="221" y="3718"/>
                      <a:pt x="229" y="3718"/>
                    </a:cubicBezTo>
                    <a:cubicBezTo>
                      <a:pt x="248" y="3718"/>
                      <a:pt x="249" y="3727"/>
                      <a:pt x="251" y="3759"/>
                    </a:cubicBezTo>
                    <a:cubicBezTo>
                      <a:pt x="254" y="3781"/>
                      <a:pt x="254" y="3800"/>
                      <a:pt x="229" y="3803"/>
                    </a:cubicBezTo>
                    <a:cubicBezTo>
                      <a:pt x="204" y="3806"/>
                      <a:pt x="204" y="3806"/>
                      <a:pt x="210" y="3847"/>
                    </a:cubicBezTo>
                    <a:cubicBezTo>
                      <a:pt x="216" y="3912"/>
                      <a:pt x="295" y="3966"/>
                      <a:pt x="348" y="3985"/>
                    </a:cubicBezTo>
                    <a:cubicBezTo>
                      <a:pt x="365" y="3982"/>
                      <a:pt x="376" y="3981"/>
                      <a:pt x="382" y="3981"/>
                    </a:cubicBezTo>
                    <a:cubicBezTo>
                      <a:pt x="393" y="3981"/>
                      <a:pt x="382" y="3987"/>
                      <a:pt x="351" y="4003"/>
                    </a:cubicBezTo>
                    <a:cubicBezTo>
                      <a:pt x="326" y="4007"/>
                      <a:pt x="326" y="4028"/>
                      <a:pt x="329" y="4050"/>
                    </a:cubicBezTo>
                    <a:cubicBezTo>
                      <a:pt x="331" y="4050"/>
                      <a:pt x="332" y="4050"/>
                      <a:pt x="334" y="4050"/>
                    </a:cubicBezTo>
                    <a:cubicBezTo>
                      <a:pt x="346" y="4050"/>
                      <a:pt x="341" y="4058"/>
                      <a:pt x="335" y="4058"/>
                    </a:cubicBezTo>
                    <a:cubicBezTo>
                      <a:pt x="333" y="4058"/>
                      <a:pt x="330" y="4056"/>
                      <a:pt x="329" y="4050"/>
                    </a:cubicBezTo>
                    <a:cubicBezTo>
                      <a:pt x="304" y="4050"/>
                      <a:pt x="301" y="4032"/>
                      <a:pt x="301" y="4010"/>
                    </a:cubicBezTo>
                    <a:lnTo>
                      <a:pt x="276" y="4013"/>
                    </a:lnTo>
                    <a:cubicBezTo>
                      <a:pt x="226" y="4038"/>
                      <a:pt x="229" y="4060"/>
                      <a:pt x="279" y="4075"/>
                    </a:cubicBezTo>
                    <a:cubicBezTo>
                      <a:pt x="307" y="4094"/>
                      <a:pt x="307" y="4094"/>
                      <a:pt x="285" y="4116"/>
                    </a:cubicBezTo>
                    <a:cubicBezTo>
                      <a:pt x="260" y="4141"/>
                      <a:pt x="238" y="4163"/>
                      <a:pt x="263" y="4163"/>
                    </a:cubicBezTo>
                    <a:cubicBezTo>
                      <a:pt x="266" y="4185"/>
                      <a:pt x="257" y="4210"/>
                      <a:pt x="245" y="4229"/>
                    </a:cubicBezTo>
                    <a:cubicBezTo>
                      <a:pt x="247" y="4267"/>
                      <a:pt x="250" y="4289"/>
                      <a:pt x="271" y="4289"/>
                    </a:cubicBezTo>
                    <a:cubicBezTo>
                      <a:pt x="273" y="4289"/>
                      <a:pt x="274" y="4289"/>
                      <a:pt x="276" y="4289"/>
                    </a:cubicBezTo>
                    <a:cubicBezTo>
                      <a:pt x="278" y="4288"/>
                      <a:pt x="279" y="4288"/>
                      <a:pt x="280" y="4288"/>
                    </a:cubicBezTo>
                    <a:cubicBezTo>
                      <a:pt x="301" y="4288"/>
                      <a:pt x="301" y="4309"/>
                      <a:pt x="304" y="4329"/>
                    </a:cubicBezTo>
                    <a:cubicBezTo>
                      <a:pt x="307" y="4347"/>
                      <a:pt x="307" y="4367"/>
                      <a:pt x="328" y="4367"/>
                    </a:cubicBezTo>
                    <a:cubicBezTo>
                      <a:pt x="329" y="4367"/>
                      <a:pt x="331" y="4367"/>
                      <a:pt x="332" y="4367"/>
                    </a:cubicBezTo>
                    <a:cubicBezTo>
                      <a:pt x="357" y="4367"/>
                      <a:pt x="386" y="4386"/>
                      <a:pt x="389" y="4426"/>
                    </a:cubicBezTo>
                    <a:cubicBezTo>
                      <a:pt x="417" y="4467"/>
                      <a:pt x="417" y="4467"/>
                      <a:pt x="370" y="4492"/>
                    </a:cubicBezTo>
                    <a:cubicBezTo>
                      <a:pt x="345" y="4495"/>
                      <a:pt x="345" y="4517"/>
                      <a:pt x="348" y="4536"/>
                    </a:cubicBezTo>
                    <a:cubicBezTo>
                      <a:pt x="348" y="4555"/>
                      <a:pt x="339" y="4571"/>
                      <a:pt x="326" y="4580"/>
                    </a:cubicBezTo>
                    <a:cubicBezTo>
                      <a:pt x="310" y="4601"/>
                      <a:pt x="320" y="4606"/>
                      <a:pt x="336" y="4606"/>
                    </a:cubicBezTo>
                    <a:cubicBezTo>
                      <a:pt x="342" y="4606"/>
                      <a:pt x="348" y="4606"/>
                      <a:pt x="354" y="4605"/>
                    </a:cubicBezTo>
                    <a:lnTo>
                      <a:pt x="404" y="4599"/>
                    </a:lnTo>
                    <a:lnTo>
                      <a:pt x="404" y="4599"/>
                    </a:lnTo>
                    <a:cubicBezTo>
                      <a:pt x="408" y="4624"/>
                      <a:pt x="364" y="4655"/>
                      <a:pt x="339" y="4658"/>
                    </a:cubicBezTo>
                    <a:cubicBezTo>
                      <a:pt x="306" y="4682"/>
                      <a:pt x="296" y="4691"/>
                      <a:pt x="310" y="4691"/>
                    </a:cubicBezTo>
                    <a:cubicBezTo>
                      <a:pt x="316" y="4691"/>
                      <a:pt x="326" y="4689"/>
                      <a:pt x="342" y="4687"/>
                    </a:cubicBezTo>
                    <a:cubicBezTo>
                      <a:pt x="343" y="4686"/>
                      <a:pt x="345" y="4686"/>
                      <a:pt x="347" y="4686"/>
                    </a:cubicBezTo>
                    <a:cubicBezTo>
                      <a:pt x="370" y="4686"/>
                      <a:pt x="391" y="4706"/>
                      <a:pt x="382" y="4759"/>
                    </a:cubicBezTo>
                    <a:cubicBezTo>
                      <a:pt x="395" y="4812"/>
                      <a:pt x="408" y="4862"/>
                      <a:pt x="382" y="4868"/>
                    </a:cubicBezTo>
                    <a:cubicBezTo>
                      <a:pt x="373" y="4887"/>
                      <a:pt x="382" y="4909"/>
                      <a:pt x="401" y="4918"/>
                    </a:cubicBezTo>
                    <a:cubicBezTo>
                      <a:pt x="436" y="4937"/>
                      <a:pt x="439" y="4962"/>
                      <a:pt x="448" y="5044"/>
                    </a:cubicBezTo>
                    <a:cubicBezTo>
                      <a:pt x="457" y="5147"/>
                      <a:pt x="463" y="5177"/>
                      <a:pt x="482" y="5177"/>
                    </a:cubicBezTo>
                    <a:cubicBezTo>
                      <a:pt x="489" y="5177"/>
                      <a:pt x="499" y="5172"/>
                      <a:pt x="511" y="5166"/>
                    </a:cubicBezTo>
                    <a:cubicBezTo>
                      <a:pt x="521" y="5160"/>
                      <a:pt x="531" y="5153"/>
                      <a:pt x="535" y="5153"/>
                    </a:cubicBezTo>
                    <a:cubicBezTo>
                      <a:pt x="540" y="5153"/>
                      <a:pt x="538" y="5162"/>
                      <a:pt x="523" y="5188"/>
                    </a:cubicBezTo>
                    <a:cubicBezTo>
                      <a:pt x="517" y="5222"/>
                      <a:pt x="552" y="5235"/>
                      <a:pt x="602" y="5263"/>
                    </a:cubicBezTo>
                    <a:cubicBezTo>
                      <a:pt x="636" y="5263"/>
                      <a:pt x="671" y="5251"/>
                      <a:pt x="699" y="5226"/>
                    </a:cubicBezTo>
                    <a:cubicBezTo>
                      <a:pt x="716" y="5214"/>
                      <a:pt x="726" y="5207"/>
                      <a:pt x="733" y="5207"/>
                    </a:cubicBezTo>
                    <a:cubicBezTo>
                      <a:pt x="741" y="5207"/>
                      <a:pt x="744" y="5220"/>
                      <a:pt x="749" y="5251"/>
                    </a:cubicBezTo>
                    <a:cubicBezTo>
                      <a:pt x="762" y="5273"/>
                      <a:pt x="759" y="5301"/>
                      <a:pt x="740" y="5320"/>
                    </a:cubicBezTo>
                    <a:cubicBezTo>
                      <a:pt x="734" y="5324"/>
                      <a:pt x="727" y="5326"/>
                      <a:pt x="721" y="5326"/>
                    </a:cubicBezTo>
                    <a:cubicBezTo>
                      <a:pt x="715" y="5326"/>
                      <a:pt x="709" y="5323"/>
                      <a:pt x="705" y="5316"/>
                    </a:cubicBezTo>
                    <a:lnTo>
                      <a:pt x="690" y="5298"/>
                    </a:lnTo>
                    <a:cubicBezTo>
                      <a:pt x="668" y="5313"/>
                      <a:pt x="649" y="5329"/>
                      <a:pt x="680" y="5370"/>
                    </a:cubicBezTo>
                    <a:cubicBezTo>
                      <a:pt x="680" y="5395"/>
                      <a:pt x="691" y="5414"/>
                      <a:pt x="704" y="5414"/>
                    </a:cubicBezTo>
                    <a:cubicBezTo>
                      <a:pt x="708" y="5414"/>
                      <a:pt x="713" y="5412"/>
                      <a:pt x="718" y="5407"/>
                    </a:cubicBezTo>
                    <a:lnTo>
                      <a:pt x="718" y="5407"/>
                    </a:lnTo>
                    <a:cubicBezTo>
                      <a:pt x="715" y="5445"/>
                      <a:pt x="752" y="5486"/>
                      <a:pt x="793" y="5520"/>
                    </a:cubicBezTo>
                    <a:cubicBezTo>
                      <a:pt x="831" y="5558"/>
                      <a:pt x="893" y="5608"/>
                      <a:pt x="903" y="5642"/>
                    </a:cubicBezTo>
                    <a:cubicBezTo>
                      <a:pt x="931" y="5666"/>
                      <a:pt x="951" y="5679"/>
                      <a:pt x="965" y="5679"/>
                    </a:cubicBezTo>
                    <a:cubicBezTo>
                      <a:pt x="972" y="5679"/>
                      <a:pt x="977" y="5676"/>
                      <a:pt x="981" y="5671"/>
                    </a:cubicBezTo>
                    <a:cubicBezTo>
                      <a:pt x="995" y="5649"/>
                      <a:pt x="1007" y="5641"/>
                      <a:pt x="1015" y="5641"/>
                    </a:cubicBezTo>
                    <a:cubicBezTo>
                      <a:pt x="1022" y="5641"/>
                      <a:pt x="1025" y="5650"/>
                      <a:pt x="1019" y="5661"/>
                    </a:cubicBezTo>
                    <a:cubicBezTo>
                      <a:pt x="1015" y="5689"/>
                      <a:pt x="1088" y="5758"/>
                      <a:pt x="1172" y="5802"/>
                    </a:cubicBezTo>
                    <a:cubicBezTo>
                      <a:pt x="1235" y="5835"/>
                      <a:pt x="1304" y="5857"/>
                      <a:pt x="1344" y="5857"/>
                    </a:cubicBezTo>
                    <a:cubicBezTo>
                      <a:pt x="1357" y="5857"/>
                      <a:pt x="1367" y="5855"/>
                      <a:pt x="1373" y="5849"/>
                    </a:cubicBezTo>
                    <a:lnTo>
                      <a:pt x="1426" y="5862"/>
                    </a:lnTo>
                    <a:cubicBezTo>
                      <a:pt x="1457" y="5893"/>
                      <a:pt x="1549" y="5914"/>
                      <a:pt x="1611" y="5914"/>
                    </a:cubicBezTo>
                    <a:cubicBezTo>
                      <a:pt x="1636" y="5914"/>
                      <a:pt x="1656" y="5911"/>
                      <a:pt x="1664" y="5902"/>
                    </a:cubicBezTo>
                    <a:lnTo>
                      <a:pt x="1746" y="5909"/>
                    </a:lnTo>
                    <a:cubicBezTo>
                      <a:pt x="1770" y="5922"/>
                      <a:pt x="1789" y="5927"/>
                      <a:pt x="1805" y="5927"/>
                    </a:cubicBezTo>
                    <a:cubicBezTo>
                      <a:pt x="1824" y="5927"/>
                      <a:pt x="1839" y="5919"/>
                      <a:pt x="1852" y="5906"/>
                    </a:cubicBezTo>
                    <a:cubicBezTo>
                      <a:pt x="1872" y="5888"/>
                      <a:pt x="1876" y="5870"/>
                      <a:pt x="1877" y="5870"/>
                    </a:cubicBezTo>
                    <a:cubicBezTo>
                      <a:pt x="1878" y="5870"/>
                      <a:pt x="1877" y="5873"/>
                      <a:pt x="1877" y="5881"/>
                    </a:cubicBezTo>
                    <a:cubicBezTo>
                      <a:pt x="1881" y="5895"/>
                      <a:pt x="1900" y="5900"/>
                      <a:pt x="1930" y="5900"/>
                    </a:cubicBezTo>
                    <a:cubicBezTo>
                      <a:pt x="1953" y="5900"/>
                      <a:pt x="1982" y="5897"/>
                      <a:pt x="2015" y="5893"/>
                    </a:cubicBezTo>
                    <a:cubicBezTo>
                      <a:pt x="2100" y="5887"/>
                      <a:pt x="2100" y="5887"/>
                      <a:pt x="2078" y="5865"/>
                    </a:cubicBezTo>
                    <a:cubicBezTo>
                      <a:pt x="2106" y="5853"/>
                      <a:pt x="2125" y="5848"/>
                      <a:pt x="2138" y="5848"/>
                    </a:cubicBezTo>
                    <a:cubicBezTo>
                      <a:pt x="2161" y="5848"/>
                      <a:pt x="2162" y="5864"/>
                      <a:pt x="2162" y="5881"/>
                    </a:cubicBezTo>
                    <a:cubicBezTo>
                      <a:pt x="2156" y="5904"/>
                      <a:pt x="2160" y="5915"/>
                      <a:pt x="2168" y="5915"/>
                    </a:cubicBezTo>
                    <a:cubicBezTo>
                      <a:pt x="2179" y="5915"/>
                      <a:pt x="2196" y="5895"/>
                      <a:pt x="2203" y="5852"/>
                    </a:cubicBezTo>
                    <a:cubicBezTo>
                      <a:pt x="2213" y="5820"/>
                      <a:pt x="2233" y="5806"/>
                      <a:pt x="2248" y="5806"/>
                    </a:cubicBezTo>
                    <a:cubicBezTo>
                      <a:pt x="2257" y="5806"/>
                      <a:pt x="2265" y="5811"/>
                      <a:pt x="2266" y="5821"/>
                    </a:cubicBezTo>
                    <a:cubicBezTo>
                      <a:pt x="2266" y="5846"/>
                      <a:pt x="2247" y="5849"/>
                      <a:pt x="2225" y="5849"/>
                    </a:cubicBezTo>
                    <a:lnTo>
                      <a:pt x="2228" y="5899"/>
                    </a:lnTo>
                    <a:cubicBezTo>
                      <a:pt x="2250" y="5899"/>
                      <a:pt x="2250" y="5899"/>
                      <a:pt x="2269" y="5871"/>
                    </a:cubicBezTo>
                    <a:cubicBezTo>
                      <a:pt x="2285" y="5868"/>
                      <a:pt x="2300" y="5855"/>
                      <a:pt x="2310" y="5843"/>
                    </a:cubicBezTo>
                    <a:cubicBezTo>
                      <a:pt x="2329" y="5821"/>
                      <a:pt x="2325" y="5787"/>
                      <a:pt x="2300" y="5768"/>
                    </a:cubicBezTo>
                    <a:cubicBezTo>
                      <a:pt x="2278" y="5743"/>
                      <a:pt x="2300" y="5743"/>
                      <a:pt x="2319" y="5739"/>
                    </a:cubicBezTo>
                    <a:cubicBezTo>
                      <a:pt x="2366" y="5761"/>
                      <a:pt x="2366" y="5787"/>
                      <a:pt x="2347" y="5812"/>
                    </a:cubicBezTo>
                    <a:cubicBezTo>
                      <a:pt x="2329" y="5815"/>
                      <a:pt x="2329" y="5840"/>
                      <a:pt x="2332" y="5865"/>
                    </a:cubicBezTo>
                    <a:cubicBezTo>
                      <a:pt x="2332" y="5869"/>
                      <a:pt x="2335" y="5871"/>
                      <a:pt x="2340" y="5871"/>
                    </a:cubicBezTo>
                    <a:cubicBezTo>
                      <a:pt x="2365" y="5871"/>
                      <a:pt x="2438" y="5822"/>
                      <a:pt x="2451" y="5777"/>
                    </a:cubicBezTo>
                    <a:cubicBezTo>
                      <a:pt x="2451" y="5767"/>
                      <a:pt x="2451" y="5761"/>
                      <a:pt x="2451" y="5761"/>
                    </a:cubicBezTo>
                    <a:cubicBezTo>
                      <a:pt x="2451" y="5761"/>
                      <a:pt x="2452" y="5773"/>
                      <a:pt x="2454" y="5802"/>
                    </a:cubicBezTo>
                    <a:cubicBezTo>
                      <a:pt x="2456" y="5819"/>
                      <a:pt x="2475" y="5823"/>
                      <a:pt x="2500" y="5823"/>
                    </a:cubicBezTo>
                    <a:cubicBezTo>
                      <a:pt x="2513" y="5823"/>
                      <a:pt x="2527" y="5822"/>
                      <a:pt x="2542" y="5821"/>
                    </a:cubicBezTo>
                    <a:cubicBezTo>
                      <a:pt x="2582" y="5818"/>
                      <a:pt x="2604" y="5815"/>
                      <a:pt x="2601" y="5790"/>
                    </a:cubicBezTo>
                    <a:cubicBezTo>
                      <a:pt x="2601" y="5765"/>
                      <a:pt x="2598" y="5740"/>
                      <a:pt x="2617" y="5736"/>
                    </a:cubicBezTo>
                    <a:lnTo>
                      <a:pt x="2617" y="5736"/>
                    </a:lnTo>
                    <a:cubicBezTo>
                      <a:pt x="2616" y="5737"/>
                      <a:pt x="2615" y="5737"/>
                      <a:pt x="2614" y="5737"/>
                    </a:cubicBezTo>
                    <a:cubicBezTo>
                      <a:pt x="2598" y="5737"/>
                      <a:pt x="2595" y="5713"/>
                      <a:pt x="2592" y="5689"/>
                    </a:cubicBezTo>
                    <a:lnTo>
                      <a:pt x="2592" y="5689"/>
                    </a:lnTo>
                    <a:cubicBezTo>
                      <a:pt x="2617" y="5702"/>
                      <a:pt x="2639" y="5718"/>
                      <a:pt x="2661" y="5733"/>
                    </a:cubicBezTo>
                    <a:cubicBezTo>
                      <a:pt x="2696" y="5774"/>
                      <a:pt x="2747" y="5796"/>
                      <a:pt x="2800" y="5796"/>
                    </a:cubicBezTo>
                    <a:cubicBezTo>
                      <a:pt x="2812" y="5796"/>
                      <a:pt x="2824" y="5795"/>
                      <a:pt x="2836" y="5793"/>
                    </a:cubicBezTo>
                    <a:cubicBezTo>
                      <a:pt x="2854" y="5792"/>
                      <a:pt x="2875" y="5790"/>
                      <a:pt x="2895" y="5790"/>
                    </a:cubicBezTo>
                    <a:cubicBezTo>
                      <a:pt x="2924" y="5790"/>
                      <a:pt x="2952" y="5794"/>
                      <a:pt x="2965" y="5808"/>
                    </a:cubicBezTo>
                    <a:cubicBezTo>
                      <a:pt x="3009" y="5802"/>
                      <a:pt x="3027" y="5802"/>
                      <a:pt x="3027" y="5777"/>
                    </a:cubicBezTo>
                    <a:lnTo>
                      <a:pt x="3068" y="5771"/>
                    </a:lnTo>
                    <a:cubicBezTo>
                      <a:pt x="3080" y="5783"/>
                      <a:pt x="3095" y="5788"/>
                      <a:pt x="3108" y="5788"/>
                    </a:cubicBezTo>
                    <a:cubicBezTo>
                      <a:pt x="3122" y="5788"/>
                      <a:pt x="3132" y="5781"/>
                      <a:pt x="3131" y="5768"/>
                    </a:cubicBezTo>
                    <a:cubicBezTo>
                      <a:pt x="3138" y="5757"/>
                      <a:pt x="3146" y="5753"/>
                      <a:pt x="3155" y="5753"/>
                    </a:cubicBezTo>
                    <a:cubicBezTo>
                      <a:pt x="3169" y="5753"/>
                      <a:pt x="3183" y="5761"/>
                      <a:pt x="3197" y="5761"/>
                    </a:cubicBezTo>
                    <a:cubicBezTo>
                      <a:pt x="3217" y="5782"/>
                      <a:pt x="3229" y="5794"/>
                      <a:pt x="3233" y="5794"/>
                    </a:cubicBezTo>
                    <a:cubicBezTo>
                      <a:pt x="3238" y="5794"/>
                      <a:pt x="3231" y="5775"/>
                      <a:pt x="3215" y="5733"/>
                    </a:cubicBezTo>
                    <a:cubicBezTo>
                      <a:pt x="3212" y="5710"/>
                      <a:pt x="3174" y="5689"/>
                      <a:pt x="3151" y="5689"/>
                    </a:cubicBezTo>
                    <a:cubicBezTo>
                      <a:pt x="3149" y="5689"/>
                      <a:pt x="3148" y="5689"/>
                      <a:pt x="3146" y="5689"/>
                    </a:cubicBezTo>
                    <a:lnTo>
                      <a:pt x="3084" y="5696"/>
                    </a:lnTo>
                    <a:lnTo>
                      <a:pt x="3084" y="5696"/>
                    </a:lnTo>
                    <a:lnTo>
                      <a:pt x="3143" y="5664"/>
                    </a:lnTo>
                    <a:cubicBezTo>
                      <a:pt x="3165" y="5661"/>
                      <a:pt x="3203" y="5633"/>
                      <a:pt x="3203" y="5608"/>
                    </a:cubicBezTo>
                    <a:cubicBezTo>
                      <a:pt x="3203" y="5608"/>
                      <a:pt x="3200" y="5583"/>
                      <a:pt x="3222" y="5580"/>
                    </a:cubicBezTo>
                    <a:lnTo>
                      <a:pt x="3225" y="5633"/>
                    </a:lnTo>
                    <a:cubicBezTo>
                      <a:pt x="3212" y="5655"/>
                      <a:pt x="3206" y="5683"/>
                      <a:pt x="3212" y="5708"/>
                    </a:cubicBezTo>
                    <a:cubicBezTo>
                      <a:pt x="3227" y="5738"/>
                      <a:pt x="3256" y="5756"/>
                      <a:pt x="3276" y="5756"/>
                    </a:cubicBezTo>
                    <a:cubicBezTo>
                      <a:pt x="3290" y="5756"/>
                      <a:pt x="3299" y="5747"/>
                      <a:pt x="3297" y="5727"/>
                    </a:cubicBezTo>
                    <a:cubicBezTo>
                      <a:pt x="3303" y="5726"/>
                      <a:pt x="3307" y="5725"/>
                      <a:pt x="3311" y="5725"/>
                    </a:cubicBezTo>
                    <a:cubicBezTo>
                      <a:pt x="3321" y="5725"/>
                      <a:pt x="3326" y="5730"/>
                      <a:pt x="3344" y="5746"/>
                    </a:cubicBezTo>
                    <a:cubicBezTo>
                      <a:pt x="3344" y="5756"/>
                      <a:pt x="3348" y="5762"/>
                      <a:pt x="3353" y="5762"/>
                    </a:cubicBezTo>
                    <a:cubicBezTo>
                      <a:pt x="3361" y="5762"/>
                      <a:pt x="3372" y="5749"/>
                      <a:pt x="3381" y="5718"/>
                    </a:cubicBezTo>
                    <a:cubicBezTo>
                      <a:pt x="3391" y="5691"/>
                      <a:pt x="3401" y="5678"/>
                      <a:pt x="3412" y="5678"/>
                    </a:cubicBezTo>
                    <a:cubicBezTo>
                      <a:pt x="3423" y="5678"/>
                      <a:pt x="3434" y="5689"/>
                      <a:pt x="3447" y="5711"/>
                    </a:cubicBezTo>
                    <a:cubicBezTo>
                      <a:pt x="3472" y="5736"/>
                      <a:pt x="3507" y="5746"/>
                      <a:pt x="3534" y="5746"/>
                    </a:cubicBezTo>
                    <a:cubicBezTo>
                      <a:pt x="3558" y="5746"/>
                      <a:pt x="3576" y="5739"/>
                      <a:pt x="3576" y="5727"/>
                    </a:cubicBezTo>
                    <a:cubicBezTo>
                      <a:pt x="3572" y="5695"/>
                      <a:pt x="3596" y="5680"/>
                      <a:pt x="3621" y="5680"/>
                    </a:cubicBezTo>
                    <a:cubicBezTo>
                      <a:pt x="3635" y="5680"/>
                      <a:pt x="3648" y="5685"/>
                      <a:pt x="3657" y="5692"/>
                    </a:cubicBezTo>
                    <a:cubicBezTo>
                      <a:pt x="3664" y="5704"/>
                      <a:pt x="3675" y="5709"/>
                      <a:pt x="3687" y="5709"/>
                    </a:cubicBezTo>
                    <a:cubicBezTo>
                      <a:pt x="3700" y="5709"/>
                      <a:pt x="3713" y="5702"/>
                      <a:pt x="3720" y="5686"/>
                    </a:cubicBezTo>
                    <a:cubicBezTo>
                      <a:pt x="3722" y="5703"/>
                      <a:pt x="3733" y="5721"/>
                      <a:pt x="3746" y="5721"/>
                    </a:cubicBezTo>
                    <a:cubicBezTo>
                      <a:pt x="3752" y="5721"/>
                      <a:pt x="3758" y="5717"/>
                      <a:pt x="3764" y="5708"/>
                    </a:cubicBezTo>
                    <a:cubicBezTo>
                      <a:pt x="3764" y="5708"/>
                      <a:pt x="3786" y="5705"/>
                      <a:pt x="3764" y="5683"/>
                    </a:cubicBezTo>
                    <a:lnTo>
                      <a:pt x="3801" y="5630"/>
                    </a:lnTo>
                    <a:cubicBezTo>
                      <a:pt x="3779" y="5630"/>
                      <a:pt x="3776" y="5605"/>
                      <a:pt x="3773" y="5580"/>
                    </a:cubicBezTo>
                    <a:cubicBezTo>
                      <a:pt x="3773" y="5573"/>
                      <a:pt x="3780" y="5569"/>
                      <a:pt x="3790" y="5569"/>
                    </a:cubicBezTo>
                    <a:cubicBezTo>
                      <a:pt x="3818" y="5569"/>
                      <a:pt x="3872" y="5593"/>
                      <a:pt x="3908" y="5645"/>
                    </a:cubicBezTo>
                    <a:lnTo>
                      <a:pt x="3955" y="5692"/>
                    </a:lnTo>
                    <a:cubicBezTo>
                      <a:pt x="3952" y="5667"/>
                      <a:pt x="3949" y="5642"/>
                      <a:pt x="3949" y="5642"/>
                    </a:cubicBezTo>
                    <a:cubicBezTo>
                      <a:pt x="3956" y="5641"/>
                      <a:pt x="3963" y="5640"/>
                      <a:pt x="3970" y="5640"/>
                    </a:cubicBezTo>
                    <a:cubicBezTo>
                      <a:pt x="3983" y="5640"/>
                      <a:pt x="3994" y="5644"/>
                      <a:pt x="3996" y="5661"/>
                    </a:cubicBezTo>
                    <a:cubicBezTo>
                      <a:pt x="3996" y="5686"/>
                      <a:pt x="3996" y="5686"/>
                      <a:pt x="4018" y="5686"/>
                    </a:cubicBezTo>
                    <a:cubicBezTo>
                      <a:pt x="4030" y="5683"/>
                      <a:pt x="4040" y="5671"/>
                      <a:pt x="4036" y="5658"/>
                    </a:cubicBezTo>
                    <a:cubicBezTo>
                      <a:pt x="4035" y="5628"/>
                      <a:pt x="4034" y="5616"/>
                      <a:pt x="4038" y="5616"/>
                    </a:cubicBezTo>
                    <a:cubicBezTo>
                      <a:pt x="4041" y="5616"/>
                      <a:pt x="4047" y="5621"/>
                      <a:pt x="4055" y="5630"/>
                    </a:cubicBezTo>
                    <a:cubicBezTo>
                      <a:pt x="4067" y="5654"/>
                      <a:pt x="4079" y="5666"/>
                      <a:pt x="4089" y="5666"/>
                    </a:cubicBezTo>
                    <a:cubicBezTo>
                      <a:pt x="4100" y="5666"/>
                      <a:pt x="4110" y="5653"/>
                      <a:pt x="4118" y="5627"/>
                    </a:cubicBezTo>
                    <a:cubicBezTo>
                      <a:pt x="4116" y="5601"/>
                      <a:pt x="4116" y="5589"/>
                      <a:pt x="4118" y="5589"/>
                    </a:cubicBezTo>
                    <a:cubicBezTo>
                      <a:pt x="4121" y="5589"/>
                      <a:pt x="4128" y="5600"/>
                      <a:pt x="4140" y="5624"/>
                    </a:cubicBezTo>
                    <a:cubicBezTo>
                      <a:pt x="4143" y="5649"/>
                      <a:pt x="4162" y="5667"/>
                      <a:pt x="4187" y="5671"/>
                    </a:cubicBezTo>
                    <a:lnTo>
                      <a:pt x="4184" y="5645"/>
                    </a:lnTo>
                    <a:cubicBezTo>
                      <a:pt x="4182" y="5615"/>
                      <a:pt x="4189" y="5602"/>
                      <a:pt x="4200" y="5602"/>
                    </a:cubicBezTo>
                    <a:cubicBezTo>
                      <a:pt x="4207" y="5602"/>
                      <a:pt x="4216" y="5607"/>
                      <a:pt x="4224" y="5617"/>
                    </a:cubicBezTo>
                    <a:cubicBezTo>
                      <a:pt x="4226" y="5629"/>
                      <a:pt x="4231" y="5634"/>
                      <a:pt x="4239" y="5634"/>
                    </a:cubicBezTo>
                    <a:cubicBezTo>
                      <a:pt x="4249" y="5634"/>
                      <a:pt x="4265" y="5626"/>
                      <a:pt x="4287" y="5611"/>
                    </a:cubicBezTo>
                    <a:cubicBezTo>
                      <a:pt x="4302" y="5609"/>
                      <a:pt x="4314" y="5608"/>
                      <a:pt x="4323" y="5608"/>
                    </a:cubicBezTo>
                    <a:cubicBezTo>
                      <a:pt x="4342" y="5608"/>
                      <a:pt x="4351" y="5613"/>
                      <a:pt x="4353" y="5630"/>
                    </a:cubicBezTo>
                    <a:cubicBezTo>
                      <a:pt x="4356" y="5655"/>
                      <a:pt x="4358" y="5667"/>
                      <a:pt x="4360" y="5667"/>
                    </a:cubicBezTo>
                    <a:cubicBezTo>
                      <a:pt x="4363" y="5667"/>
                      <a:pt x="4367" y="5654"/>
                      <a:pt x="4375" y="5627"/>
                    </a:cubicBezTo>
                    <a:cubicBezTo>
                      <a:pt x="4385" y="5613"/>
                      <a:pt x="4390" y="5607"/>
                      <a:pt x="4399" y="5607"/>
                    </a:cubicBezTo>
                    <a:cubicBezTo>
                      <a:pt x="4406" y="5607"/>
                      <a:pt x="4417" y="5612"/>
                      <a:pt x="4438" y="5620"/>
                    </a:cubicBezTo>
                    <a:cubicBezTo>
                      <a:pt x="4450" y="5633"/>
                      <a:pt x="4456" y="5639"/>
                      <a:pt x="4461" y="5639"/>
                    </a:cubicBezTo>
                    <a:cubicBezTo>
                      <a:pt x="4467" y="5639"/>
                      <a:pt x="4472" y="5632"/>
                      <a:pt x="4481" y="5617"/>
                    </a:cubicBezTo>
                    <a:cubicBezTo>
                      <a:pt x="4476" y="5570"/>
                      <a:pt x="4472" y="5545"/>
                      <a:pt x="4456" y="5545"/>
                    </a:cubicBezTo>
                    <a:cubicBezTo>
                      <a:pt x="4455" y="5545"/>
                      <a:pt x="4454" y="5545"/>
                      <a:pt x="4453" y="5545"/>
                    </a:cubicBezTo>
                    <a:cubicBezTo>
                      <a:pt x="4431" y="5545"/>
                      <a:pt x="4431" y="5545"/>
                      <a:pt x="4428" y="5520"/>
                    </a:cubicBezTo>
                    <a:lnTo>
                      <a:pt x="4472" y="5517"/>
                    </a:lnTo>
                    <a:cubicBezTo>
                      <a:pt x="4500" y="5514"/>
                      <a:pt x="4528" y="5504"/>
                      <a:pt x="4554" y="5486"/>
                    </a:cubicBezTo>
                    <a:cubicBezTo>
                      <a:pt x="4586" y="5461"/>
                      <a:pt x="4589" y="5424"/>
                      <a:pt x="4568" y="5424"/>
                    </a:cubicBezTo>
                    <a:cubicBezTo>
                      <a:pt x="4563" y="5424"/>
                      <a:pt x="4556" y="5427"/>
                      <a:pt x="4547" y="5432"/>
                    </a:cubicBezTo>
                    <a:lnTo>
                      <a:pt x="4547" y="5436"/>
                    </a:lnTo>
                    <a:lnTo>
                      <a:pt x="4525" y="5410"/>
                    </a:lnTo>
                    <a:cubicBezTo>
                      <a:pt x="4522" y="5374"/>
                      <a:pt x="4510" y="5356"/>
                      <a:pt x="4499" y="5356"/>
                    </a:cubicBezTo>
                    <a:cubicBezTo>
                      <a:pt x="4488" y="5356"/>
                      <a:pt x="4478" y="5375"/>
                      <a:pt x="4481" y="5414"/>
                    </a:cubicBezTo>
                    <a:cubicBezTo>
                      <a:pt x="4487" y="5456"/>
                      <a:pt x="4489" y="5474"/>
                      <a:pt x="4485" y="5474"/>
                    </a:cubicBezTo>
                    <a:cubicBezTo>
                      <a:pt x="4482" y="5474"/>
                      <a:pt x="4475" y="5463"/>
                      <a:pt x="4463" y="5442"/>
                    </a:cubicBezTo>
                    <a:cubicBezTo>
                      <a:pt x="4460" y="5397"/>
                      <a:pt x="4442" y="5395"/>
                      <a:pt x="4423" y="5395"/>
                    </a:cubicBezTo>
                    <a:cubicBezTo>
                      <a:pt x="4421" y="5395"/>
                      <a:pt x="4418" y="5395"/>
                      <a:pt x="4416" y="5395"/>
                    </a:cubicBezTo>
                    <a:cubicBezTo>
                      <a:pt x="4411" y="5396"/>
                      <a:pt x="4407" y="5396"/>
                      <a:pt x="4404" y="5396"/>
                    </a:cubicBezTo>
                    <a:cubicBezTo>
                      <a:pt x="4397" y="5396"/>
                      <a:pt x="4396" y="5391"/>
                      <a:pt x="4394" y="5373"/>
                    </a:cubicBezTo>
                    <a:cubicBezTo>
                      <a:pt x="4391" y="5348"/>
                      <a:pt x="4372" y="5329"/>
                      <a:pt x="4347" y="5326"/>
                    </a:cubicBezTo>
                    <a:cubicBezTo>
                      <a:pt x="4325" y="5329"/>
                      <a:pt x="4325" y="5329"/>
                      <a:pt x="4328" y="5354"/>
                    </a:cubicBezTo>
                    <a:cubicBezTo>
                      <a:pt x="4337" y="5363"/>
                      <a:pt x="4335" y="5369"/>
                      <a:pt x="4328" y="5369"/>
                    </a:cubicBezTo>
                    <a:cubicBezTo>
                      <a:pt x="4318" y="5369"/>
                      <a:pt x="4298" y="5359"/>
                      <a:pt x="4284" y="5332"/>
                    </a:cubicBezTo>
                    <a:cubicBezTo>
                      <a:pt x="4274" y="5323"/>
                      <a:pt x="4268" y="5318"/>
                      <a:pt x="4265" y="5318"/>
                    </a:cubicBezTo>
                    <a:cubicBezTo>
                      <a:pt x="4260" y="5318"/>
                      <a:pt x="4261" y="5330"/>
                      <a:pt x="4265" y="5360"/>
                    </a:cubicBezTo>
                    <a:cubicBezTo>
                      <a:pt x="4267" y="5386"/>
                      <a:pt x="4257" y="5400"/>
                      <a:pt x="4243" y="5400"/>
                    </a:cubicBezTo>
                    <a:cubicBezTo>
                      <a:pt x="4231" y="5400"/>
                      <a:pt x="4215" y="5388"/>
                      <a:pt x="4203" y="5363"/>
                    </a:cubicBezTo>
                    <a:lnTo>
                      <a:pt x="4159" y="5370"/>
                    </a:lnTo>
                    <a:cubicBezTo>
                      <a:pt x="4137" y="5370"/>
                      <a:pt x="4140" y="5395"/>
                      <a:pt x="4143" y="5420"/>
                    </a:cubicBezTo>
                    <a:cubicBezTo>
                      <a:pt x="4145" y="5450"/>
                      <a:pt x="4146" y="5462"/>
                      <a:pt x="4141" y="5462"/>
                    </a:cubicBezTo>
                    <a:cubicBezTo>
                      <a:pt x="4138" y="5462"/>
                      <a:pt x="4133" y="5457"/>
                      <a:pt x="4124" y="5448"/>
                    </a:cubicBezTo>
                    <a:cubicBezTo>
                      <a:pt x="4112" y="5436"/>
                      <a:pt x="4102" y="5417"/>
                      <a:pt x="4099" y="5398"/>
                    </a:cubicBezTo>
                    <a:cubicBezTo>
                      <a:pt x="4097" y="5381"/>
                      <a:pt x="4087" y="5377"/>
                      <a:pt x="4073" y="5377"/>
                    </a:cubicBezTo>
                    <a:cubicBezTo>
                      <a:pt x="4067" y="5377"/>
                      <a:pt x="4059" y="5378"/>
                      <a:pt x="4052" y="5379"/>
                    </a:cubicBezTo>
                    <a:cubicBezTo>
                      <a:pt x="4033" y="5379"/>
                      <a:pt x="3989" y="5385"/>
                      <a:pt x="3993" y="5410"/>
                    </a:cubicBezTo>
                    <a:lnTo>
                      <a:pt x="3989" y="5385"/>
                    </a:lnTo>
                    <a:cubicBezTo>
                      <a:pt x="3977" y="5385"/>
                      <a:pt x="3971" y="5374"/>
                      <a:pt x="3970" y="5374"/>
                    </a:cubicBezTo>
                    <a:lnTo>
                      <a:pt x="3970" y="5374"/>
                    </a:lnTo>
                    <a:cubicBezTo>
                      <a:pt x="3969" y="5374"/>
                      <a:pt x="3970" y="5377"/>
                      <a:pt x="3971" y="5385"/>
                    </a:cubicBezTo>
                    <a:cubicBezTo>
                      <a:pt x="3946" y="5385"/>
                      <a:pt x="3924" y="5379"/>
                      <a:pt x="3905" y="5367"/>
                    </a:cubicBezTo>
                    <a:cubicBezTo>
                      <a:pt x="3898" y="5363"/>
                      <a:pt x="3890" y="5362"/>
                      <a:pt x="3883" y="5362"/>
                    </a:cubicBezTo>
                    <a:cubicBezTo>
                      <a:pt x="3843" y="5362"/>
                      <a:pt x="3812" y="5408"/>
                      <a:pt x="3867" y="5445"/>
                    </a:cubicBezTo>
                    <a:lnTo>
                      <a:pt x="3848" y="5448"/>
                    </a:lnTo>
                    <a:cubicBezTo>
                      <a:pt x="3827" y="5451"/>
                      <a:pt x="3830" y="5476"/>
                      <a:pt x="3830" y="5476"/>
                    </a:cubicBezTo>
                    <a:cubicBezTo>
                      <a:pt x="3830" y="5501"/>
                      <a:pt x="3811" y="5501"/>
                      <a:pt x="3789" y="5504"/>
                    </a:cubicBezTo>
                    <a:lnTo>
                      <a:pt x="3783" y="5454"/>
                    </a:lnTo>
                    <a:cubicBezTo>
                      <a:pt x="3792" y="5410"/>
                      <a:pt x="3781" y="5383"/>
                      <a:pt x="3768" y="5383"/>
                    </a:cubicBezTo>
                    <a:cubicBezTo>
                      <a:pt x="3758" y="5383"/>
                      <a:pt x="3746" y="5399"/>
                      <a:pt x="3739" y="5432"/>
                    </a:cubicBezTo>
                    <a:cubicBezTo>
                      <a:pt x="3738" y="5426"/>
                      <a:pt x="3737" y="5416"/>
                      <a:pt x="3736" y="5407"/>
                    </a:cubicBezTo>
                    <a:cubicBezTo>
                      <a:pt x="3736" y="5396"/>
                      <a:pt x="3731" y="5390"/>
                      <a:pt x="3722" y="5390"/>
                    </a:cubicBezTo>
                    <a:cubicBezTo>
                      <a:pt x="3712" y="5390"/>
                      <a:pt x="3695" y="5398"/>
                      <a:pt x="3673" y="5414"/>
                    </a:cubicBezTo>
                    <a:cubicBezTo>
                      <a:pt x="3654" y="5414"/>
                      <a:pt x="3635" y="5467"/>
                      <a:pt x="3638" y="5492"/>
                    </a:cubicBezTo>
                    <a:cubicBezTo>
                      <a:pt x="3642" y="5504"/>
                      <a:pt x="3632" y="5517"/>
                      <a:pt x="3620" y="5520"/>
                    </a:cubicBezTo>
                    <a:cubicBezTo>
                      <a:pt x="3598" y="5520"/>
                      <a:pt x="3598" y="5520"/>
                      <a:pt x="3598" y="5495"/>
                    </a:cubicBezTo>
                    <a:cubicBezTo>
                      <a:pt x="3595" y="5472"/>
                      <a:pt x="3584" y="5460"/>
                      <a:pt x="3572" y="5460"/>
                    </a:cubicBezTo>
                    <a:cubicBezTo>
                      <a:pt x="3558" y="5460"/>
                      <a:pt x="3542" y="5475"/>
                      <a:pt x="3532" y="5501"/>
                    </a:cubicBezTo>
                    <a:lnTo>
                      <a:pt x="3532" y="5476"/>
                    </a:lnTo>
                    <a:cubicBezTo>
                      <a:pt x="3530" y="5460"/>
                      <a:pt x="3519" y="5446"/>
                      <a:pt x="3486" y="5446"/>
                    </a:cubicBezTo>
                    <a:cubicBezTo>
                      <a:pt x="3466" y="5446"/>
                      <a:pt x="3439" y="5451"/>
                      <a:pt x="3400" y="5464"/>
                    </a:cubicBezTo>
                    <a:cubicBezTo>
                      <a:pt x="3364" y="5467"/>
                      <a:pt x="3331" y="5469"/>
                      <a:pt x="3305" y="5469"/>
                    </a:cubicBezTo>
                    <a:cubicBezTo>
                      <a:pt x="3273" y="5469"/>
                      <a:pt x="3253" y="5465"/>
                      <a:pt x="3253" y="5451"/>
                    </a:cubicBezTo>
                    <a:cubicBezTo>
                      <a:pt x="3253" y="5447"/>
                      <a:pt x="3250" y="5445"/>
                      <a:pt x="3246" y="5445"/>
                    </a:cubicBezTo>
                    <a:cubicBezTo>
                      <a:pt x="3225" y="5445"/>
                      <a:pt x="3162" y="5494"/>
                      <a:pt x="3131" y="5539"/>
                    </a:cubicBezTo>
                    <a:cubicBezTo>
                      <a:pt x="3131" y="5522"/>
                      <a:pt x="3121" y="5518"/>
                      <a:pt x="3102" y="5518"/>
                    </a:cubicBezTo>
                    <a:cubicBezTo>
                      <a:pt x="3093" y="5518"/>
                      <a:pt x="3082" y="5519"/>
                      <a:pt x="3068" y="5520"/>
                    </a:cubicBezTo>
                    <a:cubicBezTo>
                      <a:pt x="3046" y="5522"/>
                      <a:pt x="3032" y="5524"/>
                      <a:pt x="3022" y="5524"/>
                    </a:cubicBezTo>
                    <a:cubicBezTo>
                      <a:pt x="3002" y="5524"/>
                      <a:pt x="3002" y="5518"/>
                      <a:pt x="3002" y="5501"/>
                    </a:cubicBezTo>
                    <a:cubicBezTo>
                      <a:pt x="3010" y="5475"/>
                      <a:pt x="3014" y="5461"/>
                      <a:pt x="3011" y="5461"/>
                    </a:cubicBezTo>
                    <a:lnTo>
                      <a:pt x="3011" y="5461"/>
                    </a:lnTo>
                    <a:cubicBezTo>
                      <a:pt x="3009" y="5461"/>
                      <a:pt x="2999" y="5475"/>
                      <a:pt x="2980" y="5501"/>
                    </a:cubicBezTo>
                    <a:cubicBezTo>
                      <a:pt x="2974" y="5524"/>
                      <a:pt x="2958" y="5533"/>
                      <a:pt x="2942" y="5533"/>
                    </a:cubicBezTo>
                    <a:cubicBezTo>
                      <a:pt x="2920" y="5533"/>
                      <a:pt x="2896" y="5515"/>
                      <a:pt x="2893" y="5486"/>
                    </a:cubicBezTo>
                    <a:cubicBezTo>
                      <a:pt x="2891" y="5469"/>
                      <a:pt x="2881" y="5463"/>
                      <a:pt x="2863" y="5463"/>
                    </a:cubicBezTo>
                    <a:cubicBezTo>
                      <a:pt x="2853" y="5463"/>
                      <a:pt x="2841" y="5465"/>
                      <a:pt x="2827" y="5467"/>
                    </a:cubicBezTo>
                    <a:cubicBezTo>
                      <a:pt x="2808" y="5492"/>
                      <a:pt x="2767" y="5495"/>
                      <a:pt x="2723" y="5501"/>
                    </a:cubicBezTo>
                    <a:cubicBezTo>
                      <a:pt x="2661" y="5504"/>
                      <a:pt x="2661" y="5504"/>
                      <a:pt x="2667" y="5558"/>
                    </a:cubicBezTo>
                    <a:cubicBezTo>
                      <a:pt x="2670" y="5608"/>
                      <a:pt x="2648" y="5608"/>
                      <a:pt x="2607" y="5611"/>
                    </a:cubicBezTo>
                    <a:cubicBezTo>
                      <a:pt x="2600" y="5612"/>
                      <a:pt x="2593" y="5613"/>
                      <a:pt x="2586" y="5613"/>
                    </a:cubicBezTo>
                    <a:cubicBezTo>
                      <a:pt x="2573" y="5613"/>
                      <a:pt x="2564" y="5609"/>
                      <a:pt x="2564" y="5592"/>
                    </a:cubicBezTo>
                    <a:cubicBezTo>
                      <a:pt x="2551" y="5580"/>
                      <a:pt x="2535" y="5570"/>
                      <a:pt x="2517" y="5570"/>
                    </a:cubicBezTo>
                    <a:cubicBezTo>
                      <a:pt x="2513" y="5570"/>
                      <a:pt x="2509" y="5570"/>
                      <a:pt x="2505" y="5570"/>
                    </a:cubicBezTo>
                    <a:cubicBezTo>
                      <a:pt x="2490" y="5570"/>
                      <a:pt x="2475" y="5568"/>
                      <a:pt x="2473" y="5548"/>
                    </a:cubicBezTo>
                    <a:cubicBezTo>
                      <a:pt x="2457" y="5535"/>
                      <a:pt x="2439" y="5529"/>
                      <a:pt x="2419" y="5529"/>
                    </a:cubicBezTo>
                    <a:cubicBezTo>
                      <a:pt x="2415" y="5529"/>
                      <a:pt x="2411" y="5529"/>
                      <a:pt x="2407" y="5530"/>
                    </a:cubicBezTo>
                    <a:cubicBezTo>
                      <a:pt x="2393" y="5531"/>
                      <a:pt x="2379" y="5532"/>
                      <a:pt x="2367" y="5532"/>
                    </a:cubicBezTo>
                    <a:cubicBezTo>
                      <a:pt x="2342" y="5532"/>
                      <a:pt x="2322" y="5527"/>
                      <a:pt x="2322" y="5511"/>
                    </a:cubicBezTo>
                    <a:cubicBezTo>
                      <a:pt x="2300" y="5514"/>
                      <a:pt x="2300" y="5514"/>
                      <a:pt x="2303" y="5539"/>
                    </a:cubicBezTo>
                    <a:cubicBezTo>
                      <a:pt x="2303" y="5558"/>
                      <a:pt x="2292" y="5580"/>
                      <a:pt x="2248" y="5580"/>
                    </a:cubicBezTo>
                    <a:cubicBezTo>
                      <a:pt x="2235" y="5580"/>
                      <a:pt x="2219" y="5578"/>
                      <a:pt x="2200" y="5573"/>
                    </a:cubicBezTo>
                    <a:cubicBezTo>
                      <a:pt x="2156" y="5577"/>
                      <a:pt x="2094" y="5583"/>
                      <a:pt x="2097" y="5608"/>
                    </a:cubicBezTo>
                    <a:cubicBezTo>
                      <a:pt x="2091" y="5609"/>
                      <a:pt x="2087" y="5609"/>
                      <a:pt x="2083" y="5609"/>
                    </a:cubicBezTo>
                    <a:cubicBezTo>
                      <a:pt x="2074" y="5609"/>
                      <a:pt x="2074" y="5604"/>
                      <a:pt x="2072" y="5586"/>
                    </a:cubicBezTo>
                    <a:cubicBezTo>
                      <a:pt x="2070" y="5562"/>
                      <a:pt x="2059" y="5550"/>
                      <a:pt x="2044" y="5550"/>
                    </a:cubicBezTo>
                    <a:cubicBezTo>
                      <a:pt x="2028" y="5550"/>
                      <a:pt x="2007" y="5564"/>
                      <a:pt x="1987" y="5592"/>
                    </a:cubicBezTo>
                    <a:cubicBezTo>
                      <a:pt x="1989" y="5606"/>
                      <a:pt x="1983" y="5613"/>
                      <a:pt x="1974" y="5613"/>
                    </a:cubicBezTo>
                    <a:cubicBezTo>
                      <a:pt x="1966" y="5613"/>
                      <a:pt x="1956" y="5608"/>
                      <a:pt x="1946" y="5598"/>
                    </a:cubicBezTo>
                    <a:cubicBezTo>
                      <a:pt x="1927" y="5602"/>
                      <a:pt x="1915" y="5611"/>
                      <a:pt x="1905" y="5627"/>
                    </a:cubicBezTo>
                    <a:cubicBezTo>
                      <a:pt x="1896" y="5640"/>
                      <a:pt x="1891" y="5646"/>
                      <a:pt x="1882" y="5646"/>
                    </a:cubicBezTo>
                    <a:cubicBezTo>
                      <a:pt x="1874" y="5646"/>
                      <a:pt x="1862" y="5640"/>
                      <a:pt x="1840" y="5630"/>
                    </a:cubicBezTo>
                    <a:cubicBezTo>
                      <a:pt x="1840" y="5605"/>
                      <a:pt x="1818" y="5605"/>
                      <a:pt x="1796" y="5605"/>
                    </a:cubicBezTo>
                    <a:cubicBezTo>
                      <a:pt x="1783" y="5616"/>
                      <a:pt x="1750" y="5620"/>
                      <a:pt x="1710" y="5620"/>
                    </a:cubicBezTo>
                    <a:cubicBezTo>
                      <a:pt x="1624" y="5620"/>
                      <a:pt x="1507" y="5598"/>
                      <a:pt x="1498" y="5570"/>
                    </a:cubicBezTo>
                    <a:cubicBezTo>
                      <a:pt x="1482" y="5582"/>
                      <a:pt x="1476" y="5587"/>
                      <a:pt x="1469" y="5587"/>
                    </a:cubicBezTo>
                    <a:cubicBezTo>
                      <a:pt x="1464" y="5587"/>
                      <a:pt x="1459" y="5585"/>
                      <a:pt x="1451" y="5583"/>
                    </a:cubicBezTo>
                    <a:cubicBezTo>
                      <a:pt x="1448" y="5560"/>
                      <a:pt x="1442" y="5551"/>
                      <a:pt x="1434" y="5551"/>
                    </a:cubicBezTo>
                    <a:cubicBezTo>
                      <a:pt x="1423" y="5551"/>
                      <a:pt x="1410" y="5568"/>
                      <a:pt x="1401" y="5595"/>
                    </a:cubicBezTo>
                    <a:lnTo>
                      <a:pt x="1423" y="5602"/>
                    </a:lnTo>
                    <a:lnTo>
                      <a:pt x="1445" y="5608"/>
                    </a:lnTo>
                    <a:cubicBezTo>
                      <a:pt x="1439" y="5626"/>
                      <a:pt x="1426" y="5635"/>
                      <a:pt x="1414" y="5635"/>
                    </a:cubicBezTo>
                    <a:cubicBezTo>
                      <a:pt x="1393" y="5635"/>
                      <a:pt x="1373" y="5610"/>
                      <a:pt x="1388" y="5564"/>
                    </a:cubicBezTo>
                    <a:cubicBezTo>
                      <a:pt x="1387" y="5534"/>
                      <a:pt x="1386" y="5520"/>
                      <a:pt x="1380" y="5520"/>
                    </a:cubicBezTo>
                    <a:cubicBezTo>
                      <a:pt x="1374" y="5520"/>
                      <a:pt x="1365" y="5530"/>
                      <a:pt x="1348" y="5548"/>
                    </a:cubicBezTo>
                    <a:cubicBezTo>
                      <a:pt x="1333" y="5563"/>
                      <a:pt x="1320" y="5571"/>
                      <a:pt x="1310" y="5571"/>
                    </a:cubicBezTo>
                    <a:cubicBezTo>
                      <a:pt x="1295" y="5571"/>
                      <a:pt x="1286" y="5554"/>
                      <a:pt x="1288" y="5520"/>
                    </a:cubicBezTo>
                    <a:cubicBezTo>
                      <a:pt x="1298" y="5497"/>
                      <a:pt x="1304" y="5486"/>
                      <a:pt x="1301" y="5486"/>
                    </a:cubicBezTo>
                    <a:lnTo>
                      <a:pt x="1301" y="5486"/>
                    </a:lnTo>
                    <a:cubicBezTo>
                      <a:pt x="1298" y="5486"/>
                      <a:pt x="1288" y="5495"/>
                      <a:pt x="1269" y="5511"/>
                    </a:cubicBezTo>
                    <a:cubicBezTo>
                      <a:pt x="1233" y="5543"/>
                      <a:pt x="1198" y="5558"/>
                      <a:pt x="1174" y="5558"/>
                    </a:cubicBezTo>
                    <a:cubicBezTo>
                      <a:pt x="1142" y="5558"/>
                      <a:pt x="1129" y="5531"/>
                      <a:pt x="1160" y="5483"/>
                    </a:cubicBezTo>
                    <a:cubicBezTo>
                      <a:pt x="1185" y="5439"/>
                      <a:pt x="1178" y="5407"/>
                      <a:pt x="1163" y="5395"/>
                    </a:cubicBezTo>
                    <a:cubicBezTo>
                      <a:pt x="1159" y="5393"/>
                      <a:pt x="1156" y="5392"/>
                      <a:pt x="1153" y="5392"/>
                    </a:cubicBezTo>
                    <a:cubicBezTo>
                      <a:pt x="1139" y="5392"/>
                      <a:pt x="1129" y="5408"/>
                      <a:pt x="1116" y="5426"/>
                    </a:cubicBezTo>
                    <a:cubicBezTo>
                      <a:pt x="1112" y="5449"/>
                      <a:pt x="1106" y="5459"/>
                      <a:pt x="1100" y="5459"/>
                    </a:cubicBezTo>
                    <a:cubicBezTo>
                      <a:pt x="1093" y="5459"/>
                      <a:pt x="1085" y="5439"/>
                      <a:pt x="1081" y="5401"/>
                    </a:cubicBezTo>
                    <a:cubicBezTo>
                      <a:pt x="1072" y="5301"/>
                      <a:pt x="1050" y="5276"/>
                      <a:pt x="965" y="5269"/>
                    </a:cubicBezTo>
                    <a:cubicBezTo>
                      <a:pt x="884" y="5245"/>
                      <a:pt x="840" y="5204"/>
                      <a:pt x="883" y="5204"/>
                    </a:cubicBezTo>
                    <a:cubicBezTo>
                      <a:pt x="890" y="5204"/>
                      <a:pt x="898" y="5205"/>
                      <a:pt x="909" y="5207"/>
                    </a:cubicBezTo>
                    <a:cubicBezTo>
                      <a:pt x="975" y="5204"/>
                      <a:pt x="975" y="5204"/>
                      <a:pt x="928" y="5191"/>
                    </a:cubicBezTo>
                    <a:cubicBezTo>
                      <a:pt x="903" y="5163"/>
                      <a:pt x="884" y="5138"/>
                      <a:pt x="862" y="5106"/>
                    </a:cubicBezTo>
                    <a:cubicBezTo>
                      <a:pt x="852" y="5098"/>
                      <a:pt x="839" y="5093"/>
                      <a:pt x="827" y="5093"/>
                    </a:cubicBezTo>
                    <a:cubicBezTo>
                      <a:pt x="817" y="5093"/>
                      <a:pt x="806" y="5096"/>
                      <a:pt x="796" y="5103"/>
                    </a:cubicBezTo>
                    <a:cubicBezTo>
                      <a:pt x="827" y="5056"/>
                      <a:pt x="827" y="5009"/>
                      <a:pt x="762" y="4997"/>
                    </a:cubicBezTo>
                    <a:lnTo>
                      <a:pt x="743" y="4959"/>
                    </a:lnTo>
                    <a:cubicBezTo>
                      <a:pt x="733" y="4940"/>
                      <a:pt x="733" y="4940"/>
                      <a:pt x="702" y="4931"/>
                    </a:cubicBezTo>
                    <a:cubicBezTo>
                      <a:pt x="671" y="4922"/>
                      <a:pt x="683" y="4890"/>
                      <a:pt x="702" y="4862"/>
                    </a:cubicBezTo>
                    <a:cubicBezTo>
                      <a:pt x="716" y="4838"/>
                      <a:pt x="729" y="4813"/>
                      <a:pt x="718" y="4813"/>
                    </a:cubicBezTo>
                    <a:cubicBezTo>
                      <a:pt x="717" y="4813"/>
                      <a:pt x="714" y="4814"/>
                      <a:pt x="711" y="4815"/>
                    </a:cubicBezTo>
                    <a:cubicBezTo>
                      <a:pt x="709" y="4816"/>
                      <a:pt x="707" y="4816"/>
                      <a:pt x="705" y="4816"/>
                    </a:cubicBezTo>
                    <a:cubicBezTo>
                      <a:pt x="680" y="4816"/>
                      <a:pt x="646" y="4789"/>
                      <a:pt x="621" y="4774"/>
                    </a:cubicBezTo>
                    <a:cubicBezTo>
                      <a:pt x="596" y="4762"/>
                      <a:pt x="602" y="4741"/>
                      <a:pt x="622" y="4741"/>
                    </a:cubicBezTo>
                    <a:cubicBezTo>
                      <a:pt x="627" y="4741"/>
                      <a:pt x="633" y="4743"/>
                      <a:pt x="639" y="4746"/>
                    </a:cubicBezTo>
                    <a:cubicBezTo>
                      <a:pt x="661" y="4740"/>
                      <a:pt x="661" y="4740"/>
                      <a:pt x="677" y="4693"/>
                    </a:cubicBezTo>
                    <a:cubicBezTo>
                      <a:pt x="671" y="4675"/>
                      <a:pt x="665" y="4636"/>
                      <a:pt x="642" y="4636"/>
                    </a:cubicBezTo>
                    <a:cubicBezTo>
                      <a:pt x="641" y="4636"/>
                      <a:pt x="640" y="4636"/>
                      <a:pt x="639" y="4636"/>
                    </a:cubicBezTo>
                    <a:cubicBezTo>
                      <a:pt x="639" y="4637"/>
                      <a:pt x="638" y="4637"/>
                      <a:pt x="638" y="4637"/>
                    </a:cubicBezTo>
                    <a:cubicBezTo>
                      <a:pt x="614" y="4637"/>
                      <a:pt x="599" y="4511"/>
                      <a:pt x="624" y="4489"/>
                    </a:cubicBezTo>
                    <a:cubicBezTo>
                      <a:pt x="624" y="4489"/>
                      <a:pt x="621" y="4467"/>
                      <a:pt x="621" y="4448"/>
                    </a:cubicBezTo>
                    <a:cubicBezTo>
                      <a:pt x="617" y="4426"/>
                      <a:pt x="589" y="4408"/>
                      <a:pt x="589" y="4386"/>
                    </a:cubicBezTo>
                    <a:cubicBezTo>
                      <a:pt x="583" y="4370"/>
                      <a:pt x="574" y="4354"/>
                      <a:pt x="558" y="4348"/>
                    </a:cubicBezTo>
                    <a:cubicBezTo>
                      <a:pt x="558" y="4326"/>
                      <a:pt x="555" y="4304"/>
                      <a:pt x="580" y="4301"/>
                    </a:cubicBezTo>
                    <a:cubicBezTo>
                      <a:pt x="530" y="4285"/>
                      <a:pt x="530" y="4285"/>
                      <a:pt x="577" y="4260"/>
                    </a:cubicBezTo>
                    <a:cubicBezTo>
                      <a:pt x="627" y="4254"/>
                      <a:pt x="627" y="4254"/>
                      <a:pt x="574" y="4238"/>
                    </a:cubicBezTo>
                    <a:cubicBezTo>
                      <a:pt x="549" y="4220"/>
                      <a:pt x="549" y="4220"/>
                      <a:pt x="570" y="4198"/>
                    </a:cubicBezTo>
                    <a:cubicBezTo>
                      <a:pt x="594" y="4195"/>
                      <a:pt x="593" y="4175"/>
                      <a:pt x="572" y="4175"/>
                    </a:cubicBezTo>
                    <a:cubicBezTo>
                      <a:pt x="571" y="4175"/>
                      <a:pt x="569" y="4176"/>
                      <a:pt x="567" y="4176"/>
                    </a:cubicBezTo>
                    <a:cubicBezTo>
                      <a:pt x="517" y="4160"/>
                      <a:pt x="486" y="4097"/>
                      <a:pt x="536" y="4094"/>
                    </a:cubicBezTo>
                    <a:cubicBezTo>
                      <a:pt x="533" y="4075"/>
                      <a:pt x="520" y="4063"/>
                      <a:pt x="508" y="4054"/>
                    </a:cubicBezTo>
                    <a:cubicBezTo>
                      <a:pt x="455" y="4038"/>
                      <a:pt x="455" y="4038"/>
                      <a:pt x="505" y="4032"/>
                    </a:cubicBezTo>
                    <a:cubicBezTo>
                      <a:pt x="552" y="4007"/>
                      <a:pt x="552" y="3985"/>
                      <a:pt x="498" y="3969"/>
                    </a:cubicBezTo>
                    <a:cubicBezTo>
                      <a:pt x="483" y="3959"/>
                      <a:pt x="483" y="3938"/>
                      <a:pt x="495" y="3928"/>
                    </a:cubicBezTo>
                    <a:cubicBezTo>
                      <a:pt x="515" y="3886"/>
                      <a:pt x="527" y="3777"/>
                      <a:pt x="495" y="3777"/>
                    </a:cubicBezTo>
                    <a:cubicBezTo>
                      <a:pt x="491" y="3777"/>
                      <a:pt x="487" y="3778"/>
                      <a:pt x="483" y="3781"/>
                    </a:cubicBezTo>
                    <a:lnTo>
                      <a:pt x="476" y="3737"/>
                    </a:lnTo>
                    <a:cubicBezTo>
                      <a:pt x="498" y="3693"/>
                      <a:pt x="498" y="3671"/>
                      <a:pt x="470" y="3652"/>
                    </a:cubicBezTo>
                    <a:lnTo>
                      <a:pt x="442" y="3634"/>
                    </a:lnTo>
                    <a:cubicBezTo>
                      <a:pt x="467" y="3630"/>
                      <a:pt x="489" y="3612"/>
                      <a:pt x="489" y="3587"/>
                    </a:cubicBezTo>
                    <a:cubicBezTo>
                      <a:pt x="487" y="3571"/>
                      <a:pt x="486" y="3566"/>
                      <a:pt x="476" y="3566"/>
                    </a:cubicBezTo>
                    <a:cubicBezTo>
                      <a:pt x="473" y="3566"/>
                      <a:pt x="468" y="3567"/>
                      <a:pt x="461" y="3568"/>
                    </a:cubicBezTo>
                    <a:cubicBezTo>
                      <a:pt x="454" y="3576"/>
                      <a:pt x="449" y="3579"/>
                      <a:pt x="445" y="3579"/>
                    </a:cubicBezTo>
                    <a:cubicBezTo>
                      <a:pt x="437" y="3579"/>
                      <a:pt x="436" y="3564"/>
                      <a:pt x="436" y="3549"/>
                    </a:cubicBezTo>
                    <a:cubicBezTo>
                      <a:pt x="436" y="3524"/>
                      <a:pt x="458" y="3505"/>
                      <a:pt x="483" y="3502"/>
                    </a:cubicBezTo>
                    <a:lnTo>
                      <a:pt x="480" y="3480"/>
                    </a:lnTo>
                    <a:cubicBezTo>
                      <a:pt x="473" y="3481"/>
                      <a:pt x="468" y="3481"/>
                      <a:pt x="463" y="3481"/>
                    </a:cubicBezTo>
                    <a:cubicBezTo>
                      <a:pt x="429" y="3481"/>
                      <a:pt x="429" y="3464"/>
                      <a:pt x="451" y="3461"/>
                    </a:cubicBezTo>
                    <a:cubicBezTo>
                      <a:pt x="470" y="3446"/>
                      <a:pt x="476" y="3420"/>
                      <a:pt x="473" y="3399"/>
                    </a:cubicBezTo>
                    <a:cubicBezTo>
                      <a:pt x="457" y="3399"/>
                      <a:pt x="461" y="3389"/>
                      <a:pt x="466" y="3389"/>
                    </a:cubicBezTo>
                    <a:cubicBezTo>
                      <a:pt x="469" y="3389"/>
                      <a:pt x="472" y="3391"/>
                      <a:pt x="473" y="3399"/>
                    </a:cubicBezTo>
                    <a:lnTo>
                      <a:pt x="498" y="3395"/>
                    </a:lnTo>
                    <a:cubicBezTo>
                      <a:pt x="513" y="3379"/>
                      <a:pt x="507" y="3375"/>
                      <a:pt x="494" y="3375"/>
                    </a:cubicBezTo>
                    <a:cubicBezTo>
                      <a:pt x="487" y="3375"/>
                      <a:pt x="479" y="3376"/>
                      <a:pt x="470" y="3377"/>
                    </a:cubicBezTo>
                    <a:cubicBezTo>
                      <a:pt x="470" y="3377"/>
                      <a:pt x="467" y="3355"/>
                      <a:pt x="467" y="3333"/>
                    </a:cubicBezTo>
                    <a:cubicBezTo>
                      <a:pt x="465" y="3320"/>
                      <a:pt x="463" y="3305"/>
                      <a:pt x="454" y="3305"/>
                    </a:cubicBezTo>
                    <a:cubicBezTo>
                      <a:pt x="450" y="3305"/>
                      <a:pt x="445" y="3307"/>
                      <a:pt x="439" y="3314"/>
                    </a:cubicBezTo>
                    <a:cubicBezTo>
                      <a:pt x="430" y="3315"/>
                      <a:pt x="421" y="3316"/>
                      <a:pt x="413" y="3316"/>
                    </a:cubicBezTo>
                    <a:cubicBezTo>
                      <a:pt x="399" y="3316"/>
                      <a:pt x="388" y="3312"/>
                      <a:pt x="386" y="3298"/>
                    </a:cubicBezTo>
                    <a:cubicBezTo>
                      <a:pt x="384" y="3298"/>
                      <a:pt x="383" y="3299"/>
                      <a:pt x="382" y="3299"/>
                    </a:cubicBezTo>
                    <a:cubicBezTo>
                      <a:pt x="369" y="3299"/>
                      <a:pt x="375" y="3289"/>
                      <a:pt x="381" y="3289"/>
                    </a:cubicBezTo>
                    <a:cubicBezTo>
                      <a:pt x="383" y="3289"/>
                      <a:pt x="386" y="3291"/>
                      <a:pt x="386" y="3298"/>
                    </a:cubicBezTo>
                    <a:cubicBezTo>
                      <a:pt x="411" y="3295"/>
                      <a:pt x="436" y="3295"/>
                      <a:pt x="436" y="3273"/>
                    </a:cubicBezTo>
                    <a:cubicBezTo>
                      <a:pt x="433" y="3251"/>
                      <a:pt x="458" y="3248"/>
                      <a:pt x="458" y="3248"/>
                    </a:cubicBezTo>
                    <a:cubicBezTo>
                      <a:pt x="463" y="3250"/>
                      <a:pt x="467" y="3251"/>
                      <a:pt x="471" y="3251"/>
                    </a:cubicBezTo>
                    <a:cubicBezTo>
                      <a:pt x="504" y="3251"/>
                      <a:pt x="474" y="3180"/>
                      <a:pt x="451" y="3164"/>
                    </a:cubicBezTo>
                    <a:cubicBezTo>
                      <a:pt x="395" y="3126"/>
                      <a:pt x="395" y="3107"/>
                      <a:pt x="445" y="3101"/>
                    </a:cubicBezTo>
                    <a:cubicBezTo>
                      <a:pt x="495" y="3098"/>
                      <a:pt x="442" y="3060"/>
                      <a:pt x="364" y="3044"/>
                    </a:cubicBezTo>
                    <a:lnTo>
                      <a:pt x="285" y="3032"/>
                    </a:lnTo>
                    <a:lnTo>
                      <a:pt x="361" y="3026"/>
                    </a:lnTo>
                    <a:cubicBezTo>
                      <a:pt x="461" y="2994"/>
                      <a:pt x="461" y="2994"/>
                      <a:pt x="404" y="2935"/>
                    </a:cubicBezTo>
                    <a:cubicBezTo>
                      <a:pt x="376" y="2894"/>
                      <a:pt x="376" y="2894"/>
                      <a:pt x="401" y="2894"/>
                    </a:cubicBezTo>
                    <a:cubicBezTo>
                      <a:pt x="426" y="2891"/>
                      <a:pt x="423" y="2869"/>
                      <a:pt x="417" y="2806"/>
                    </a:cubicBezTo>
                    <a:cubicBezTo>
                      <a:pt x="411" y="2747"/>
                      <a:pt x="411" y="2724"/>
                      <a:pt x="390" y="2724"/>
                    </a:cubicBezTo>
                    <a:cubicBezTo>
                      <a:pt x="389" y="2724"/>
                      <a:pt x="387" y="2725"/>
                      <a:pt x="386" y="2725"/>
                    </a:cubicBezTo>
                    <a:cubicBezTo>
                      <a:pt x="386" y="2725"/>
                      <a:pt x="382" y="2703"/>
                      <a:pt x="379" y="2681"/>
                    </a:cubicBezTo>
                    <a:cubicBezTo>
                      <a:pt x="417" y="2662"/>
                      <a:pt x="410" y="2634"/>
                      <a:pt x="383" y="2634"/>
                    </a:cubicBezTo>
                    <a:cubicBezTo>
                      <a:pt x="374" y="2634"/>
                      <a:pt x="363" y="2637"/>
                      <a:pt x="351" y="2643"/>
                    </a:cubicBezTo>
                    <a:cubicBezTo>
                      <a:pt x="351" y="2643"/>
                      <a:pt x="351" y="2621"/>
                      <a:pt x="348" y="2599"/>
                    </a:cubicBezTo>
                    <a:lnTo>
                      <a:pt x="373" y="2596"/>
                    </a:lnTo>
                    <a:cubicBezTo>
                      <a:pt x="398" y="2596"/>
                      <a:pt x="395" y="2552"/>
                      <a:pt x="379" y="2383"/>
                    </a:cubicBezTo>
                    <a:cubicBezTo>
                      <a:pt x="362" y="2205"/>
                      <a:pt x="361" y="2176"/>
                      <a:pt x="318" y="2176"/>
                    </a:cubicBezTo>
                    <a:cubicBezTo>
                      <a:pt x="316" y="2176"/>
                      <a:pt x="313" y="2176"/>
                      <a:pt x="310" y="2176"/>
                    </a:cubicBezTo>
                    <a:cubicBezTo>
                      <a:pt x="257" y="2161"/>
                      <a:pt x="254" y="2142"/>
                      <a:pt x="304" y="2136"/>
                    </a:cubicBezTo>
                    <a:cubicBezTo>
                      <a:pt x="328" y="2133"/>
                      <a:pt x="351" y="2113"/>
                      <a:pt x="334" y="2113"/>
                    </a:cubicBezTo>
                    <a:cubicBezTo>
                      <a:pt x="332" y="2113"/>
                      <a:pt x="331" y="2113"/>
                      <a:pt x="329" y="2114"/>
                    </a:cubicBezTo>
                    <a:cubicBezTo>
                      <a:pt x="326" y="2089"/>
                      <a:pt x="332" y="2067"/>
                      <a:pt x="348" y="2048"/>
                    </a:cubicBezTo>
                    <a:cubicBezTo>
                      <a:pt x="389" y="1984"/>
                      <a:pt x="367" y="1963"/>
                      <a:pt x="344" y="1963"/>
                    </a:cubicBezTo>
                    <a:cubicBezTo>
                      <a:pt x="342" y="1963"/>
                      <a:pt x="340" y="1963"/>
                      <a:pt x="339" y="1963"/>
                    </a:cubicBezTo>
                    <a:cubicBezTo>
                      <a:pt x="325" y="1971"/>
                      <a:pt x="317" y="1974"/>
                      <a:pt x="313" y="1974"/>
                    </a:cubicBezTo>
                    <a:cubicBezTo>
                      <a:pt x="305" y="1974"/>
                      <a:pt x="321" y="1957"/>
                      <a:pt x="339" y="1941"/>
                    </a:cubicBezTo>
                    <a:cubicBezTo>
                      <a:pt x="359" y="1918"/>
                      <a:pt x="382" y="1897"/>
                      <a:pt x="365" y="1897"/>
                    </a:cubicBezTo>
                    <a:cubicBezTo>
                      <a:pt x="364" y="1897"/>
                      <a:pt x="362" y="1897"/>
                      <a:pt x="361" y="1897"/>
                    </a:cubicBezTo>
                    <a:cubicBezTo>
                      <a:pt x="332" y="1879"/>
                      <a:pt x="301" y="1747"/>
                      <a:pt x="354" y="1747"/>
                    </a:cubicBezTo>
                    <a:cubicBezTo>
                      <a:pt x="354" y="1747"/>
                      <a:pt x="354" y="1728"/>
                      <a:pt x="354" y="1706"/>
                    </a:cubicBezTo>
                    <a:cubicBezTo>
                      <a:pt x="332" y="1706"/>
                      <a:pt x="332" y="1662"/>
                      <a:pt x="339" y="1619"/>
                    </a:cubicBezTo>
                    <a:cubicBezTo>
                      <a:pt x="344" y="1580"/>
                      <a:pt x="347" y="1558"/>
                      <a:pt x="365" y="1558"/>
                    </a:cubicBezTo>
                    <a:cubicBezTo>
                      <a:pt x="368" y="1558"/>
                      <a:pt x="370" y="1558"/>
                      <a:pt x="373" y="1559"/>
                    </a:cubicBezTo>
                    <a:cubicBezTo>
                      <a:pt x="380" y="1567"/>
                      <a:pt x="385" y="1570"/>
                      <a:pt x="388" y="1570"/>
                    </a:cubicBezTo>
                    <a:cubicBezTo>
                      <a:pt x="395" y="1570"/>
                      <a:pt x="393" y="1551"/>
                      <a:pt x="382" y="1518"/>
                    </a:cubicBezTo>
                    <a:cubicBezTo>
                      <a:pt x="386" y="1496"/>
                      <a:pt x="345" y="1465"/>
                      <a:pt x="348" y="1443"/>
                    </a:cubicBezTo>
                    <a:cubicBezTo>
                      <a:pt x="323" y="1434"/>
                      <a:pt x="307" y="1409"/>
                      <a:pt x="314" y="1384"/>
                    </a:cubicBezTo>
                    <a:lnTo>
                      <a:pt x="314" y="1384"/>
                    </a:lnTo>
                    <a:lnTo>
                      <a:pt x="339" y="1393"/>
                    </a:lnTo>
                    <a:lnTo>
                      <a:pt x="386" y="1409"/>
                    </a:lnTo>
                    <a:cubicBezTo>
                      <a:pt x="392" y="1387"/>
                      <a:pt x="401" y="1368"/>
                      <a:pt x="376" y="1358"/>
                    </a:cubicBezTo>
                    <a:cubicBezTo>
                      <a:pt x="408" y="1346"/>
                      <a:pt x="414" y="1327"/>
                      <a:pt x="433" y="1286"/>
                    </a:cubicBezTo>
                    <a:cubicBezTo>
                      <a:pt x="455" y="1255"/>
                      <a:pt x="464" y="1217"/>
                      <a:pt x="461" y="1180"/>
                    </a:cubicBezTo>
                    <a:lnTo>
                      <a:pt x="461" y="1180"/>
                    </a:lnTo>
                    <a:cubicBezTo>
                      <a:pt x="462" y="1180"/>
                      <a:pt x="462" y="1180"/>
                      <a:pt x="463" y="1180"/>
                    </a:cubicBezTo>
                    <a:cubicBezTo>
                      <a:pt x="516" y="1180"/>
                      <a:pt x="583" y="1079"/>
                      <a:pt x="558" y="1033"/>
                    </a:cubicBezTo>
                    <a:cubicBezTo>
                      <a:pt x="539" y="1017"/>
                      <a:pt x="552" y="998"/>
                      <a:pt x="586" y="998"/>
                    </a:cubicBezTo>
                    <a:cubicBezTo>
                      <a:pt x="621" y="998"/>
                      <a:pt x="617" y="998"/>
                      <a:pt x="614" y="967"/>
                    </a:cubicBezTo>
                    <a:cubicBezTo>
                      <a:pt x="612" y="940"/>
                      <a:pt x="632" y="934"/>
                      <a:pt x="655" y="934"/>
                    </a:cubicBezTo>
                    <a:cubicBezTo>
                      <a:pt x="662" y="934"/>
                      <a:pt x="670" y="935"/>
                      <a:pt x="677" y="935"/>
                    </a:cubicBezTo>
                    <a:cubicBezTo>
                      <a:pt x="695" y="943"/>
                      <a:pt x="708" y="946"/>
                      <a:pt x="718" y="946"/>
                    </a:cubicBezTo>
                    <a:cubicBezTo>
                      <a:pt x="737" y="946"/>
                      <a:pt x="743" y="933"/>
                      <a:pt x="743" y="910"/>
                    </a:cubicBezTo>
                    <a:cubicBezTo>
                      <a:pt x="755" y="876"/>
                      <a:pt x="777" y="844"/>
                      <a:pt x="809" y="826"/>
                    </a:cubicBezTo>
                    <a:cubicBezTo>
                      <a:pt x="827" y="779"/>
                      <a:pt x="846" y="766"/>
                      <a:pt x="815" y="757"/>
                    </a:cubicBezTo>
                    <a:cubicBezTo>
                      <a:pt x="806" y="741"/>
                      <a:pt x="802" y="722"/>
                      <a:pt x="806" y="703"/>
                    </a:cubicBezTo>
                    <a:cubicBezTo>
                      <a:pt x="819" y="683"/>
                      <a:pt x="829" y="676"/>
                      <a:pt x="833" y="676"/>
                    </a:cubicBezTo>
                    <a:cubicBezTo>
                      <a:pt x="839" y="676"/>
                      <a:pt x="837" y="684"/>
                      <a:pt x="827" y="691"/>
                    </a:cubicBezTo>
                    <a:cubicBezTo>
                      <a:pt x="799" y="738"/>
                      <a:pt x="821" y="725"/>
                      <a:pt x="853" y="735"/>
                    </a:cubicBezTo>
                    <a:cubicBezTo>
                      <a:pt x="857" y="735"/>
                      <a:pt x="861" y="735"/>
                      <a:pt x="865" y="735"/>
                    </a:cubicBezTo>
                    <a:cubicBezTo>
                      <a:pt x="892" y="735"/>
                      <a:pt x="919" y="727"/>
                      <a:pt x="943" y="713"/>
                    </a:cubicBezTo>
                    <a:lnTo>
                      <a:pt x="1022" y="675"/>
                    </a:lnTo>
                    <a:cubicBezTo>
                      <a:pt x="1091" y="672"/>
                      <a:pt x="1113" y="666"/>
                      <a:pt x="1103" y="644"/>
                    </a:cubicBezTo>
                    <a:cubicBezTo>
                      <a:pt x="1100" y="634"/>
                      <a:pt x="1098" y="626"/>
                      <a:pt x="1096" y="620"/>
                    </a:cubicBezTo>
                    <a:lnTo>
                      <a:pt x="1096" y="620"/>
                    </a:lnTo>
                    <a:cubicBezTo>
                      <a:pt x="1105" y="626"/>
                      <a:pt x="1122" y="628"/>
                      <a:pt x="1144" y="628"/>
                    </a:cubicBezTo>
                    <a:cubicBezTo>
                      <a:pt x="1223" y="628"/>
                      <a:pt x="1362" y="595"/>
                      <a:pt x="1379" y="556"/>
                    </a:cubicBezTo>
                    <a:lnTo>
                      <a:pt x="1379" y="581"/>
                    </a:lnTo>
                    <a:cubicBezTo>
                      <a:pt x="1381" y="598"/>
                      <a:pt x="1392" y="602"/>
                      <a:pt x="1410" y="602"/>
                    </a:cubicBezTo>
                    <a:cubicBezTo>
                      <a:pt x="1420" y="602"/>
                      <a:pt x="1431" y="601"/>
                      <a:pt x="1445" y="600"/>
                    </a:cubicBezTo>
                    <a:cubicBezTo>
                      <a:pt x="1501" y="584"/>
                      <a:pt x="1558" y="569"/>
                      <a:pt x="1614" y="559"/>
                    </a:cubicBezTo>
                    <a:cubicBezTo>
                      <a:pt x="1696" y="550"/>
                      <a:pt x="1761" y="547"/>
                      <a:pt x="1758" y="522"/>
                    </a:cubicBezTo>
                    <a:cubicBezTo>
                      <a:pt x="1764" y="521"/>
                      <a:pt x="1768" y="520"/>
                      <a:pt x="1771" y="520"/>
                    </a:cubicBezTo>
                    <a:cubicBezTo>
                      <a:pt x="1780" y="520"/>
                      <a:pt x="1780" y="525"/>
                      <a:pt x="1780" y="544"/>
                    </a:cubicBezTo>
                    <a:cubicBezTo>
                      <a:pt x="1767" y="563"/>
                      <a:pt x="1773" y="568"/>
                      <a:pt x="1786" y="568"/>
                    </a:cubicBezTo>
                    <a:cubicBezTo>
                      <a:pt x="1791" y="568"/>
                      <a:pt x="1798" y="567"/>
                      <a:pt x="1805" y="566"/>
                    </a:cubicBezTo>
                    <a:cubicBezTo>
                      <a:pt x="1827" y="566"/>
                      <a:pt x="1824" y="541"/>
                      <a:pt x="1821" y="515"/>
                    </a:cubicBezTo>
                    <a:cubicBezTo>
                      <a:pt x="1819" y="502"/>
                      <a:pt x="1825" y="495"/>
                      <a:pt x="1838" y="495"/>
                    </a:cubicBezTo>
                    <a:cubicBezTo>
                      <a:pt x="1848" y="495"/>
                      <a:pt x="1864" y="499"/>
                      <a:pt x="1884" y="509"/>
                    </a:cubicBezTo>
                    <a:cubicBezTo>
                      <a:pt x="1905" y="516"/>
                      <a:pt x="1928" y="520"/>
                      <a:pt x="1950" y="520"/>
                    </a:cubicBezTo>
                    <a:cubicBezTo>
                      <a:pt x="1986" y="520"/>
                      <a:pt x="2022" y="511"/>
                      <a:pt x="2053" y="494"/>
                    </a:cubicBezTo>
                    <a:cubicBezTo>
                      <a:pt x="2058" y="493"/>
                      <a:pt x="2064" y="492"/>
                      <a:pt x="2070" y="492"/>
                    </a:cubicBezTo>
                    <a:cubicBezTo>
                      <a:pt x="2085" y="492"/>
                      <a:pt x="2097" y="497"/>
                      <a:pt x="2097" y="515"/>
                    </a:cubicBezTo>
                    <a:cubicBezTo>
                      <a:pt x="2110" y="531"/>
                      <a:pt x="2128" y="539"/>
                      <a:pt x="2147" y="539"/>
                    </a:cubicBezTo>
                    <a:cubicBezTo>
                      <a:pt x="2169" y="539"/>
                      <a:pt x="2191" y="528"/>
                      <a:pt x="2203" y="506"/>
                    </a:cubicBezTo>
                    <a:cubicBezTo>
                      <a:pt x="2209" y="505"/>
                      <a:pt x="2213" y="505"/>
                      <a:pt x="2216" y="505"/>
                    </a:cubicBezTo>
                    <a:cubicBezTo>
                      <a:pt x="2225" y="505"/>
                      <a:pt x="2226" y="509"/>
                      <a:pt x="2228" y="528"/>
                    </a:cubicBezTo>
                    <a:cubicBezTo>
                      <a:pt x="2241" y="541"/>
                      <a:pt x="2247" y="554"/>
                      <a:pt x="2253" y="554"/>
                    </a:cubicBezTo>
                    <a:cubicBezTo>
                      <a:pt x="2258" y="554"/>
                      <a:pt x="2262" y="546"/>
                      <a:pt x="2269" y="525"/>
                    </a:cubicBezTo>
                    <a:cubicBezTo>
                      <a:pt x="2295" y="506"/>
                      <a:pt x="2326" y="498"/>
                      <a:pt x="2356" y="498"/>
                    </a:cubicBezTo>
                    <a:cubicBezTo>
                      <a:pt x="2377" y="498"/>
                      <a:pt x="2397" y="502"/>
                      <a:pt x="2416" y="509"/>
                    </a:cubicBezTo>
                    <a:cubicBezTo>
                      <a:pt x="2438" y="509"/>
                      <a:pt x="2460" y="506"/>
                      <a:pt x="2457" y="481"/>
                    </a:cubicBezTo>
                    <a:cubicBezTo>
                      <a:pt x="2456" y="472"/>
                      <a:pt x="2455" y="463"/>
                      <a:pt x="2454" y="456"/>
                    </a:cubicBezTo>
                    <a:lnTo>
                      <a:pt x="2454" y="456"/>
                    </a:lnTo>
                    <a:cubicBezTo>
                      <a:pt x="2466" y="481"/>
                      <a:pt x="2473" y="493"/>
                      <a:pt x="2478" y="493"/>
                    </a:cubicBezTo>
                    <a:cubicBezTo>
                      <a:pt x="2484" y="493"/>
                      <a:pt x="2488" y="480"/>
                      <a:pt x="2498" y="453"/>
                    </a:cubicBezTo>
                    <a:cubicBezTo>
                      <a:pt x="2496" y="439"/>
                      <a:pt x="2502" y="432"/>
                      <a:pt x="2507" y="432"/>
                    </a:cubicBezTo>
                    <a:cubicBezTo>
                      <a:pt x="2512" y="432"/>
                      <a:pt x="2517" y="438"/>
                      <a:pt x="2517" y="450"/>
                    </a:cubicBezTo>
                    <a:cubicBezTo>
                      <a:pt x="2529" y="462"/>
                      <a:pt x="2545" y="472"/>
                      <a:pt x="2564" y="472"/>
                    </a:cubicBezTo>
                    <a:cubicBezTo>
                      <a:pt x="2639" y="453"/>
                      <a:pt x="2714" y="437"/>
                      <a:pt x="2792" y="425"/>
                    </a:cubicBezTo>
                    <a:cubicBezTo>
                      <a:pt x="2962" y="409"/>
                      <a:pt x="3024" y="403"/>
                      <a:pt x="3021" y="378"/>
                    </a:cubicBezTo>
                    <a:cubicBezTo>
                      <a:pt x="3031" y="365"/>
                      <a:pt x="3036" y="358"/>
                      <a:pt x="3041" y="358"/>
                    </a:cubicBezTo>
                    <a:cubicBezTo>
                      <a:pt x="3047" y="358"/>
                      <a:pt x="3053" y="364"/>
                      <a:pt x="3065" y="374"/>
                    </a:cubicBezTo>
                    <a:cubicBezTo>
                      <a:pt x="3077" y="389"/>
                      <a:pt x="3094" y="396"/>
                      <a:pt x="3112" y="396"/>
                    </a:cubicBezTo>
                    <a:cubicBezTo>
                      <a:pt x="3118" y="396"/>
                      <a:pt x="3125" y="395"/>
                      <a:pt x="3131" y="393"/>
                    </a:cubicBezTo>
                    <a:cubicBezTo>
                      <a:pt x="3135" y="393"/>
                      <a:pt x="3138" y="393"/>
                      <a:pt x="3142" y="393"/>
                    </a:cubicBezTo>
                    <a:cubicBezTo>
                      <a:pt x="3158" y="393"/>
                      <a:pt x="3172" y="395"/>
                      <a:pt x="3175" y="415"/>
                    </a:cubicBezTo>
                    <a:cubicBezTo>
                      <a:pt x="3193" y="390"/>
                      <a:pt x="3193" y="390"/>
                      <a:pt x="3212" y="387"/>
                    </a:cubicBezTo>
                    <a:cubicBezTo>
                      <a:pt x="3214" y="399"/>
                      <a:pt x="3219" y="404"/>
                      <a:pt x="3227" y="404"/>
                    </a:cubicBezTo>
                    <a:cubicBezTo>
                      <a:pt x="3235" y="404"/>
                      <a:pt x="3246" y="397"/>
                      <a:pt x="3256" y="384"/>
                    </a:cubicBezTo>
                    <a:cubicBezTo>
                      <a:pt x="3264" y="357"/>
                      <a:pt x="3268" y="343"/>
                      <a:pt x="3271" y="343"/>
                    </a:cubicBezTo>
                    <a:cubicBezTo>
                      <a:pt x="3273" y="343"/>
                      <a:pt x="3275" y="356"/>
                      <a:pt x="3278" y="381"/>
                    </a:cubicBezTo>
                    <a:cubicBezTo>
                      <a:pt x="3278" y="398"/>
                      <a:pt x="3309" y="412"/>
                      <a:pt x="3322" y="412"/>
                    </a:cubicBezTo>
                    <a:cubicBezTo>
                      <a:pt x="3327" y="412"/>
                      <a:pt x="3329" y="409"/>
                      <a:pt x="3322" y="403"/>
                    </a:cubicBezTo>
                    <a:cubicBezTo>
                      <a:pt x="3319" y="378"/>
                      <a:pt x="3363" y="374"/>
                      <a:pt x="3381" y="346"/>
                    </a:cubicBezTo>
                    <a:cubicBezTo>
                      <a:pt x="3386" y="345"/>
                      <a:pt x="3392" y="345"/>
                      <a:pt x="3396" y="345"/>
                    </a:cubicBezTo>
                    <a:cubicBezTo>
                      <a:pt x="3410" y="345"/>
                      <a:pt x="3423" y="350"/>
                      <a:pt x="3425" y="368"/>
                    </a:cubicBezTo>
                    <a:cubicBezTo>
                      <a:pt x="3430" y="373"/>
                      <a:pt x="3439" y="375"/>
                      <a:pt x="3450" y="375"/>
                    </a:cubicBezTo>
                    <a:cubicBezTo>
                      <a:pt x="3489" y="375"/>
                      <a:pt x="3555" y="349"/>
                      <a:pt x="3570" y="327"/>
                    </a:cubicBezTo>
                    <a:cubicBezTo>
                      <a:pt x="3568" y="315"/>
                      <a:pt x="3573" y="309"/>
                      <a:pt x="3578" y="309"/>
                    </a:cubicBezTo>
                    <a:cubicBezTo>
                      <a:pt x="3584" y="309"/>
                      <a:pt x="3590" y="315"/>
                      <a:pt x="3591" y="327"/>
                    </a:cubicBezTo>
                    <a:cubicBezTo>
                      <a:pt x="3594" y="347"/>
                      <a:pt x="3607" y="349"/>
                      <a:pt x="3623" y="349"/>
                    </a:cubicBezTo>
                    <a:cubicBezTo>
                      <a:pt x="3627" y="349"/>
                      <a:pt x="3631" y="349"/>
                      <a:pt x="3635" y="349"/>
                    </a:cubicBezTo>
                    <a:cubicBezTo>
                      <a:pt x="3641" y="340"/>
                      <a:pt x="3646" y="337"/>
                      <a:pt x="3649" y="337"/>
                    </a:cubicBezTo>
                    <a:cubicBezTo>
                      <a:pt x="3656" y="337"/>
                      <a:pt x="3658" y="354"/>
                      <a:pt x="3660" y="371"/>
                    </a:cubicBezTo>
                    <a:cubicBezTo>
                      <a:pt x="3648" y="391"/>
                      <a:pt x="3652" y="395"/>
                      <a:pt x="3671" y="395"/>
                    </a:cubicBezTo>
                    <a:cubicBezTo>
                      <a:pt x="3679" y="395"/>
                      <a:pt x="3690" y="394"/>
                      <a:pt x="3704" y="393"/>
                    </a:cubicBezTo>
                    <a:cubicBezTo>
                      <a:pt x="3723" y="365"/>
                      <a:pt x="3808" y="359"/>
                      <a:pt x="3870" y="352"/>
                    </a:cubicBezTo>
                    <a:cubicBezTo>
                      <a:pt x="3977" y="343"/>
                      <a:pt x="3996" y="315"/>
                      <a:pt x="4033" y="262"/>
                    </a:cubicBezTo>
                    <a:lnTo>
                      <a:pt x="4049" y="208"/>
                    </a:lnTo>
                    <a:lnTo>
                      <a:pt x="4052" y="258"/>
                    </a:lnTo>
                    <a:cubicBezTo>
                      <a:pt x="4058" y="284"/>
                      <a:pt x="4068" y="309"/>
                      <a:pt x="4080" y="334"/>
                    </a:cubicBezTo>
                    <a:cubicBezTo>
                      <a:pt x="4102" y="334"/>
                      <a:pt x="4102" y="305"/>
                      <a:pt x="4099" y="280"/>
                    </a:cubicBezTo>
                    <a:cubicBezTo>
                      <a:pt x="4099" y="268"/>
                      <a:pt x="4105" y="262"/>
                      <a:pt x="4116" y="262"/>
                    </a:cubicBezTo>
                    <a:cubicBezTo>
                      <a:pt x="4127" y="262"/>
                      <a:pt x="4145" y="268"/>
                      <a:pt x="4168" y="280"/>
                    </a:cubicBezTo>
                    <a:cubicBezTo>
                      <a:pt x="4192" y="292"/>
                      <a:pt x="4209" y="300"/>
                      <a:pt x="4223" y="300"/>
                    </a:cubicBezTo>
                    <a:cubicBezTo>
                      <a:pt x="4235" y="300"/>
                      <a:pt x="4245" y="295"/>
                      <a:pt x="4256" y="284"/>
                    </a:cubicBezTo>
                    <a:cubicBezTo>
                      <a:pt x="4258" y="283"/>
                      <a:pt x="4261" y="283"/>
                      <a:pt x="4264" y="283"/>
                    </a:cubicBezTo>
                    <a:cubicBezTo>
                      <a:pt x="4286" y="283"/>
                      <a:pt x="4307" y="295"/>
                      <a:pt x="4319" y="312"/>
                    </a:cubicBezTo>
                    <a:cubicBezTo>
                      <a:pt x="4326" y="314"/>
                      <a:pt x="4331" y="315"/>
                      <a:pt x="4334" y="315"/>
                    </a:cubicBezTo>
                    <a:cubicBezTo>
                      <a:pt x="4341" y="315"/>
                      <a:pt x="4341" y="310"/>
                      <a:pt x="4344" y="293"/>
                    </a:cubicBezTo>
                    <a:cubicBezTo>
                      <a:pt x="4345" y="282"/>
                      <a:pt x="4351" y="276"/>
                      <a:pt x="4359" y="276"/>
                    </a:cubicBezTo>
                    <a:cubicBezTo>
                      <a:pt x="4368" y="276"/>
                      <a:pt x="4379" y="284"/>
                      <a:pt x="4387" y="299"/>
                    </a:cubicBezTo>
                    <a:cubicBezTo>
                      <a:pt x="4398" y="335"/>
                      <a:pt x="4431" y="353"/>
                      <a:pt x="4452" y="353"/>
                    </a:cubicBezTo>
                    <a:cubicBezTo>
                      <a:pt x="4461" y="353"/>
                      <a:pt x="4467" y="350"/>
                      <a:pt x="4469" y="343"/>
                    </a:cubicBezTo>
                    <a:cubicBezTo>
                      <a:pt x="4472" y="329"/>
                      <a:pt x="4481" y="325"/>
                      <a:pt x="4491" y="325"/>
                    </a:cubicBezTo>
                    <a:cubicBezTo>
                      <a:pt x="4499" y="325"/>
                      <a:pt x="4509" y="328"/>
                      <a:pt x="4519" y="331"/>
                    </a:cubicBezTo>
                    <a:cubicBezTo>
                      <a:pt x="4528" y="334"/>
                      <a:pt x="4539" y="336"/>
                      <a:pt x="4549" y="336"/>
                    </a:cubicBezTo>
                    <a:cubicBezTo>
                      <a:pt x="4564" y="336"/>
                      <a:pt x="4578" y="333"/>
                      <a:pt x="4591" y="327"/>
                    </a:cubicBezTo>
                    <a:lnTo>
                      <a:pt x="4632" y="343"/>
                    </a:lnTo>
                    <a:cubicBezTo>
                      <a:pt x="4650" y="348"/>
                      <a:pt x="4631" y="360"/>
                      <a:pt x="4613" y="360"/>
                    </a:cubicBezTo>
                    <a:cubicBezTo>
                      <a:pt x="4610" y="360"/>
                      <a:pt x="4607" y="360"/>
                      <a:pt x="4604" y="359"/>
                    </a:cubicBezTo>
                    <a:lnTo>
                      <a:pt x="4604" y="359"/>
                    </a:lnTo>
                    <a:lnTo>
                      <a:pt x="4613" y="390"/>
                    </a:lnTo>
                    <a:cubicBezTo>
                      <a:pt x="4642" y="399"/>
                      <a:pt x="4659" y="409"/>
                      <a:pt x="4678" y="409"/>
                    </a:cubicBezTo>
                    <a:cubicBezTo>
                      <a:pt x="4686" y="409"/>
                      <a:pt x="4695" y="407"/>
                      <a:pt x="4704" y="403"/>
                    </a:cubicBezTo>
                    <a:cubicBezTo>
                      <a:pt x="4725" y="386"/>
                      <a:pt x="4736" y="378"/>
                      <a:pt x="4739" y="378"/>
                    </a:cubicBezTo>
                    <a:cubicBezTo>
                      <a:pt x="4743" y="378"/>
                      <a:pt x="4738" y="389"/>
                      <a:pt x="4726" y="412"/>
                    </a:cubicBezTo>
                    <a:cubicBezTo>
                      <a:pt x="4715" y="434"/>
                      <a:pt x="4718" y="458"/>
                      <a:pt x="4740" y="458"/>
                    </a:cubicBezTo>
                    <a:cubicBezTo>
                      <a:pt x="4743" y="458"/>
                      <a:pt x="4747" y="457"/>
                      <a:pt x="4751" y="456"/>
                    </a:cubicBezTo>
                    <a:cubicBezTo>
                      <a:pt x="4764" y="445"/>
                      <a:pt x="4774" y="441"/>
                      <a:pt x="4781" y="441"/>
                    </a:cubicBezTo>
                    <a:cubicBezTo>
                      <a:pt x="4797" y="441"/>
                      <a:pt x="4797" y="463"/>
                      <a:pt x="4789" y="478"/>
                    </a:cubicBezTo>
                    <a:cubicBezTo>
                      <a:pt x="4745" y="509"/>
                      <a:pt x="4745" y="509"/>
                      <a:pt x="4845" y="512"/>
                    </a:cubicBezTo>
                    <a:cubicBezTo>
                      <a:pt x="4879" y="537"/>
                      <a:pt x="4964" y="572"/>
                      <a:pt x="5011" y="619"/>
                    </a:cubicBezTo>
                    <a:cubicBezTo>
                      <a:pt x="5074" y="682"/>
                      <a:pt x="5105" y="716"/>
                      <a:pt x="5099" y="747"/>
                    </a:cubicBezTo>
                    <a:cubicBezTo>
                      <a:pt x="5096" y="749"/>
                      <a:pt x="5094" y="751"/>
                      <a:pt x="5092" y="753"/>
                    </a:cubicBezTo>
                    <a:lnTo>
                      <a:pt x="5092" y="753"/>
                    </a:lnTo>
                    <a:cubicBezTo>
                      <a:pt x="5098" y="750"/>
                      <a:pt x="5104" y="748"/>
                      <a:pt x="5110" y="748"/>
                    </a:cubicBezTo>
                    <a:cubicBezTo>
                      <a:pt x="5129" y="748"/>
                      <a:pt x="5144" y="768"/>
                      <a:pt x="5171" y="804"/>
                    </a:cubicBezTo>
                    <a:cubicBezTo>
                      <a:pt x="5177" y="854"/>
                      <a:pt x="5212" y="895"/>
                      <a:pt x="5262" y="904"/>
                    </a:cubicBezTo>
                    <a:lnTo>
                      <a:pt x="5240" y="866"/>
                    </a:lnTo>
                    <a:cubicBezTo>
                      <a:pt x="5252" y="859"/>
                      <a:pt x="5262" y="855"/>
                      <a:pt x="5270" y="855"/>
                    </a:cubicBezTo>
                    <a:cubicBezTo>
                      <a:pt x="5288" y="855"/>
                      <a:pt x="5295" y="876"/>
                      <a:pt x="5293" y="913"/>
                    </a:cubicBezTo>
                    <a:cubicBezTo>
                      <a:pt x="5303" y="935"/>
                      <a:pt x="5281" y="945"/>
                      <a:pt x="5259" y="957"/>
                    </a:cubicBezTo>
                    <a:cubicBezTo>
                      <a:pt x="5237" y="967"/>
                      <a:pt x="5224" y="992"/>
                      <a:pt x="5230" y="1017"/>
                    </a:cubicBezTo>
                    <a:cubicBezTo>
                      <a:pt x="5236" y="1029"/>
                      <a:pt x="5242" y="1041"/>
                      <a:pt x="5250" y="1041"/>
                    </a:cubicBezTo>
                    <a:cubicBezTo>
                      <a:pt x="5254" y="1041"/>
                      <a:pt x="5259" y="1037"/>
                      <a:pt x="5265" y="1026"/>
                    </a:cubicBezTo>
                    <a:cubicBezTo>
                      <a:pt x="5274" y="1022"/>
                      <a:pt x="5279" y="1020"/>
                      <a:pt x="5283" y="1020"/>
                    </a:cubicBezTo>
                    <a:cubicBezTo>
                      <a:pt x="5288" y="1020"/>
                      <a:pt x="5291" y="1025"/>
                      <a:pt x="5296" y="1036"/>
                    </a:cubicBezTo>
                    <a:cubicBezTo>
                      <a:pt x="5299" y="1061"/>
                      <a:pt x="5318" y="1083"/>
                      <a:pt x="5340" y="1092"/>
                    </a:cubicBezTo>
                    <a:cubicBezTo>
                      <a:pt x="5344" y="1091"/>
                      <a:pt x="5348" y="1090"/>
                      <a:pt x="5351" y="1090"/>
                    </a:cubicBezTo>
                    <a:cubicBezTo>
                      <a:pt x="5368" y="1090"/>
                      <a:pt x="5376" y="1108"/>
                      <a:pt x="5381" y="1127"/>
                    </a:cubicBezTo>
                    <a:cubicBezTo>
                      <a:pt x="5368" y="1148"/>
                      <a:pt x="5365" y="1177"/>
                      <a:pt x="5371" y="1199"/>
                    </a:cubicBezTo>
                    <a:lnTo>
                      <a:pt x="5346" y="1205"/>
                    </a:lnTo>
                    <a:cubicBezTo>
                      <a:pt x="5331" y="1211"/>
                      <a:pt x="5315" y="1224"/>
                      <a:pt x="5303" y="1239"/>
                    </a:cubicBezTo>
                    <a:cubicBezTo>
                      <a:pt x="5307" y="1253"/>
                      <a:pt x="5323" y="1255"/>
                      <a:pt x="5330" y="1255"/>
                    </a:cubicBezTo>
                    <a:cubicBezTo>
                      <a:pt x="5332" y="1255"/>
                      <a:pt x="5334" y="1255"/>
                      <a:pt x="5334" y="1255"/>
                    </a:cubicBezTo>
                    <a:cubicBezTo>
                      <a:pt x="5334" y="1255"/>
                      <a:pt x="5334" y="1255"/>
                      <a:pt x="5334" y="1255"/>
                    </a:cubicBezTo>
                    <a:cubicBezTo>
                      <a:pt x="5365" y="1255"/>
                      <a:pt x="5412" y="1760"/>
                      <a:pt x="5415" y="1822"/>
                    </a:cubicBezTo>
                    <a:cubicBezTo>
                      <a:pt x="5399" y="1860"/>
                      <a:pt x="5402" y="1911"/>
                      <a:pt x="5416" y="1911"/>
                    </a:cubicBezTo>
                    <a:cubicBezTo>
                      <a:pt x="5419" y="1911"/>
                      <a:pt x="5422" y="1910"/>
                      <a:pt x="5425" y="1907"/>
                    </a:cubicBezTo>
                    <a:cubicBezTo>
                      <a:pt x="5425" y="1907"/>
                      <a:pt x="5425" y="1907"/>
                      <a:pt x="5426" y="1907"/>
                    </a:cubicBezTo>
                    <a:cubicBezTo>
                      <a:pt x="5450" y="1907"/>
                      <a:pt x="5459" y="2012"/>
                      <a:pt x="5472" y="2136"/>
                    </a:cubicBezTo>
                    <a:cubicBezTo>
                      <a:pt x="5484" y="2281"/>
                      <a:pt x="5493" y="2386"/>
                      <a:pt x="5518" y="2386"/>
                    </a:cubicBezTo>
                    <a:cubicBezTo>
                      <a:pt x="5518" y="2386"/>
                      <a:pt x="5518" y="2386"/>
                      <a:pt x="5519" y="2386"/>
                    </a:cubicBezTo>
                    <a:lnTo>
                      <a:pt x="5525" y="2449"/>
                    </a:lnTo>
                    <a:cubicBezTo>
                      <a:pt x="5528" y="2493"/>
                      <a:pt x="5559" y="2534"/>
                      <a:pt x="5559" y="2552"/>
                    </a:cubicBezTo>
                    <a:cubicBezTo>
                      <a:pt x="5580" y="2566"/>
                      <a:pt x="5586" y="2582"/>
                      <a:pt x="5577" y="2582"/>
                    </a:cubicBezTo>
                    <a:cubicBezTo>
                      <a:pt x="5574" y="2582"/>
                      <a:pt x="5569" y="2579"/>
                      <a:pt x="5563" y="2574"/>
                    </a:cubicBezTo>
                    <a:cubicBezTo>
                      <a:pt x="5538" y="2577"/>
                      <a:pt x="5512" y="2581"/>
                      <a:pt x="5512" y="2599"/>
                    </a:cubicBezTo>
                    <a:cubicBezTo>
                      <a:pt x="5517" y="2632"/>
                      <a:pt x="5532" y="2639"/>
                      <a:pt x="5550" y="2639"/>
                    </a:cubicBezTo>
                    <a:cubicBezTo>
                      <a:pt x="5556" y="2639"/>
                      <a:pt x="5562" y="2638"/>
                      <a:pt x="5569" y="2637"/>
                    </a:cubicBezTo>
                    <a:cubicBezTo>
                      <a:pt x="5571" y="2637"/>
                      <a:pt x="5572" y="2636"/>
                      <a:pt x="5574" y="2636"/>
                    </a:cubicBezTo>
                    <a:cubicBezTo>
                      <a:pt x="5585" y="2636"/>
                      <a:pt x="5594" y="2645"/>
                      <a:pt x="5594" y="2656"/>
                    </a:cubicBezTo>
                    <a:cubicBezTo>
                      <a:pt x="5597" y="2678"/>
                      <a:pt x="5597" y="2678"/>
                      <a:pt x="5572" y="2681"/>
                    </a:cubicBezTo>
                    <a:lnTo>
                      <a:pt x="5522" y="2684"/>
                    </a:lnTo>
                    <a:lnTo>
                      <a:pt x="5522" y="2706"/>
                    </a:lnTo>
                    <a:cubicBezTo>
                      <a:pt x="5524" y="2706"/>
                      <a:pt x="5526" y="2705"/>
                      <a:pt x="5528" y="2705"/>
                    </a:cubicBezTo>
                    <a:cubicBezTo>
                      <a:pt x="5541" y="2705"/>
                      <a:pt x="5550" y="2714"/>
                      <a:pt x="5550" y="2725"/>
                    </a:cubicBezTo>
                    <a:cubicBezTo>
                      <a:pt x="5553" y="2747"/>
                      <a:pt x="5553" y="2747"/>
                      <a:pt x="5503" y="2750"/>
                    </a:cubicBezTo>
                    <a:cubicBezTo>
                      <a:pt x="5453" y="2756"/>
                      <a:pt x="5453" y="2775"/>
                      <a:pt x="5506" y="2794"/>
                    </a:cubicBezTo>
                    <a:lnTo>
                      <a:pt x="5534" y="2831"/>
                    </a:lnTo>
                    <a:cubicBezTo>
                      <a:pt x="5487" y="2860"/>
                      <a:pt x="5541" y="2897"/>
                      <a:pt x="5569" y="2916"/>
                    </a:cubicBezTo>
                    <a:cubicBezTo>
                      <a:pt x="5519" y="2941"/>
                      <a:pt x="5522" y="2963"/>
                      <a:pt x="5575" y="2979"/>
                    </a:cubicBezTo>
                    <a:cubicBezTo>
                      <a:pt x="5577" y="2978"/>
                      <a:pt x="5578" y="2978"/>
                      <a:pt x="5580" y="2978"/>
                    </a:cubicBezTo>
                    <a:cubicBezTo>
                      <a:pt x="5600" y="2978"/>
                      <a:pt x="5599" y="2999"/>
                      <a:pt x="5578" y="3019"/>
                    </a:cubicBezTo>
                    <a:cubicBezTo>
                      <a:pt x="5553" y="3044"/>
                      <a:pt x="5556" y="3063"/>
                      <a:pt x="5559" y="3107"/>
                    </a:cubicBezTo>
                    <a:cubicBezTo>
                      <a:pt x="5588" y="3126"/>
                      <a:pt x="5600" y="3273"/>
                      <a:pt x="5616" y="3442"/>
                    </a:cubicBezTo>
                    <a:cubicBezTo>
                      <a:pt x="5634" y="3631"/>
                      <a:pt x="5644" y="3756"/>
                      <a:pt x="5668" y="3756"/>
                    </a:cubicBezTo>
                    <a:cubicBezTo>
                      <a:pt x="5669" y="3756"/>
                      <a:pt x="5669" y="3756"/>
                      <a:pt x="5669" y="3756"/>
                    </a:cubicBezTo>
                    <a:lnTo>
                      <a:pt x="5669" y="3756"/>
                    </a:lnTo>
                    <a:cubicBezTo>
                      <a:pt x="5672" y="3778"/>
                      <a:pt x="5672" y="3778"/>
                      <a:pt x="5650" y="3800"/>
                    </a:cubicBezTo>
                    <a:cubicBezTo>
                      <a:pt x="5625" y="3803"/>
                      <a:pt x="5625" y="3825"/>
                      <a:pt x="5679" y="3840"/>
                    </a:cubicBezTo>
                    <a:cubicBezTo>
                      <a:pt x="5707" y="3859"/>
                      <a:pt x="5732" y="3856"/>
                      <a:pt x="5682" y="3862"/>
                    </a:cubicBezTo>
                    <a:cubicBezTo>
                      <a:pt x="5654" y="3865"/>
                      <a:pt x="5660" y="3906"/>
                      <a:pt x="5666" y="3991"/>
                    </a:cubicBezTo>
                    <a:cubicBezTo>
                      <a:pt x="5675" y="4050"/>
                      <a:pt x="5675" y="4144"/>
                      <a:pt x="5701" y="4144"/>
                    </a:cubicBezTo>
                    <a:cubicBezTo>
                      <a:pt x="5717" y="4172"/>
                      <a:pt x="5723" y="4183"/>
                      <a:pt x="5720" y="4183"/>
                    </a:cubicBezTo>
                    <a:cubicBezTo>
                      <a:pt x="5718" y="4183"/>
                      <a:pt x="5711" y="4177"/>
                      <a:pt x="5701" y="4166"/>
                    </a:cubicBezTo>
                    <a:cubicBezTo>
                      <a:pt x="5697" y="4165"/>
                      <a:pt x="5693" y="4164"/>
                      <a:pt x="5689" y="4164"/>
                    </a:cubicBezTo>
                    <a:cubicBezTo>
                      <a:pt x="5649" y="4164"/>
                      <a:pt x="5629" y="4257"/>
                      <a:pt x="5666" y="4323"/>
                    </a:cubicBezTo>
                    <a:cubicBezTo>
                      <a:pt x="5663" y="4344"/>
                      <a:pt x="5657" y="4364"/>
                      <a:pt x="5636" y="4364"/>
                    </a:cubicBezTo>
                    <a:cubicBezTo>
                      <a:pt x="5635" y="4364"/>
                      <a:pt x="5633" y="4364"/>
                      <a:pt x="5632" y="4364"/>
                    </a:cubicBezTo>
                    <a:lnTo>
                      <a:pt x="5632" y="4364"/>
                    </a:lnTo>
                    <a:cubicBezTo>
                      <a:pt x="5628" y="4401"/>
                      <a:pt x="5628" y="4439"/>
                      <a:pt x="5635" y="4477"/>
                    </a:cubicBezTo>
                    <a:cubicBezTo>
                      <a:pt x="5619" y="4530"/>
                      <a:pt x="5603" y="4577"/>
                      <a:pt x="5585" y="4627"/>
                    </a:cubicBezTo>
                    <a:cubicBezTo>
                      <a:pt x="5572" y="4655"/>
                      <a:pt x="5569" y="4687"/>
                      <a:pt x="5569" y="4718"/>
                    </a:cubicBezTo>
                    <a:cubicBezTo>
                      <a:pt x="5560" y="4733"/>
                      <a:pt x="5553" y="4749"/>
                      <a:pt x="5553" y="4749"/>
                    </a:cubicBezTo>
                    <a:cubicBezTo>
                      <a:pt x="5552" y="4749"/>
                      <a:pt x="5554" y="4746"/>
                      <a:pt x="5556" y="4740"/>
                    </a:cubicBezTo>
                    <a:cubicBezTo>
                      <a:pt x="5555" y="4739"/>
                      <a:pt x="5554" y="4739"/>
                      <a:pt x="5552" y="4739"/>
                    </a:cubicBezTo>
                    <a:cubicBezTo>
                      <a:pt x="5529" y="4739"/>
                      <a:pt x="5479" y="4837"/>
                      <a:pt x="5384" y="4950"/>
                    </a:cubicBezTo>
                    <a:cubicBezTo>
                      <a:pt x="5289" y="5065"/>
                      <a:pt x="5184" y="5139"/>
                      <a:pt x="5146" y="5139"/>
                    </a:cubicBezTo>
                    <a:cubicBezTo>
                      <a:pt x="5143" y="5139"/>
                      <a:pt x="5141" y="5138"/>
                      <a:pt x="5140" y="5138"/>
                    </a:cubicBezTo>
                    <a:cubicBezTo>
                      <a:pt x="5127" y="5150"/>
                      <a:pt x="5121" y="5166"/>
                      <a:pt x="5118" y="5185"/>
                    </a:cubicBezTo>
                    <a:cubicBezTo>
                      <a:pt x="5123" y="5228"/>
                      <a:pt x="5112" y="5244"/>
                      <a:pt x="5089" y="5244"/>
                    </a:cubicBezTo>
                    <a:cubicBezTo>
                      <a:pt x="5084" y="5244"/>
                      <a:pt x="5077" y="5243"/>
                      <a:pt x="5071" y="5241"/>
                    </a:cubicBezTo>
                    <a:cubicBezTo>
                      <a:pt x="5058" y="5234"/>
                      <a:pt x="5044" y="5231"/>
                      <a:pt x="5031" y="5231"/>
                    </a:cubicBezTo>
                    <a:cubicBezTo>
                      <a:pt x="4992" y="5231"/>
                      <a:pt x="4956" y="5258"/>
                      <a:pt x="4949" y="5300"/>
                    </a:cubicBezTo>
                    <a:lnTo>
                      <a:pt x="4949" y="5300"/>
                    </a:lnTo>
                    <a:cubicBezTo>
                      <a:pt x="4946" y="5294"/>
                      <a:pt x="4942" y="5286"/>
                      <a:pt x="4939" y="5279"/>
                    </a:cubicBezTo>
                    <a:cubicBezTo>
                      <a:pt x="4929" y="5269"/>
                      <a:pt x="4919" y="5265"/>
                      <a:pt x="4908" y="5265"/>
                    </a:cubicBezTo>
                    <a:cubicBezTo>
                      <a:pt x="4878" y="5265"/>
                      <a:pt x="4849" y="5300"/>
                      <a:pt x="4842" y="5342"/>
                    </a:cubicBezTo>
                    <a:cubicBezTo>
                      <a:pt x="4824" y="5332"/>
                      <a:pt x="4807" y="5321"/>
                      <a:pt x="4793" y="5321"/>
                    </a:cubicBezTo>
                    <a:cubicBezTo>
                      <a:pt x="4785" y="5321"/>
                      <a:pt x="4778" y="5325"/>
                      <a:pt x="4773" y="5335"/>
                    </a:cubicBezTo>
                    <a:cubicBezTo>
                      <a:pt x="4767" y="5337"/>
                      <a:pt x="4763" y="5338"/>
                      <a:pt x="4760" y="5338"/>
                    </a:cubicBezTo>
                    <a:cubicBezTo>
                      <a:pt x="4750" y="5338"/>
                      <a:pt x="4748" y="5328"/>
                      <a:pt x="4738" y="5291"/>
                    </a:cubicBezTo>
                    <a:cubicBezTo>
                      <a:pt x="4733" y="5268"/>
                      <a:pt x="4727" y="5247"/>
                      <a:pt x="4711" y="5247"/>
                    </a:cubicBezTo>
                    <a:cubicBezTo>
                      <a:pt x="4709" y="5247"/>
                      <a:pt x="4708" y="5247"/>
                      <a:pt x="4707" y="5247"/>
                    </a:cubicBezTo>
                    <a:cubicBezTo>
                      <a:pt x="4685" y="5254"/>
                      <a:pt x="4691" y="5279"/>
                      <a:pt x="4698" y="5304"/>
                    </a:cubicBezTo>
                    <a:cubicBezTo>
                      <a:pt x="4698" y="5304"/>
                      <a:pt x="4676" y="5307"/>
                      <a:pt x="4654" y="5310"/>
                    </a:cubicBezTo>
                    <a:cubicBezTo>
                      <a:pt x="4641" y="5310"/>
                      <a:pt x="4632" y="5326"/>
                      <a:pt x="4638" y="5338"/>
                    </a:cubicBezTo>
                    <a:cubicBezTo>
                      <a:pt x="4641" y="5363"/>
                      <a:pt x="4619" y="5367"/>
                      <a:pt x="4597" y="5370"/>
                    </a:cubicBezTo>
                    <a:cubicBezTo>
                      <a:pt x="4597" y="5363"/>
                      <a:pt x="4594" y="5360"/>
                      <a:pt x="4592" y="5360"/>
                    </a:cubicBezTo>
                    <a:cubicBezTo>
                      <a:pt x="4587" y="5360"/>
                      <a:pt x="4582" y="5379"/>
                      <a:pt x="4601" y="5395"/>
                    </a:cubicBezTo>
                    <a:cubicBezTo>
                      <a:pt x="4604" y="5420"/>
                      <a:pt x="4607" y="5445"/>
                      <a:pt x="4582" y="5448"/>
                    </a:cubicBezTo>
                    <a:cubicBezTo>
                      <a:pt x="4582" y="5448"/>
                      <a:pt x="4585" y="5473"/>
                      <a:pt x="4588" y="5498"/>
                    </a:cubicBezTo>
                    <a:cubicBezTo>
                      <a:pt x="4591" y="5548"/>
                      <a:pt x="4594" y="5573"/>
                      <a:pt x="4648" y="5589"/>
                    </a:cubicBezTo>
                    <a:cubicBezTo>
                      <a:pt x="4685" y="5594"/>
                      <a:pt x="4719" y="5598"/>
                      <a:pt x="4748" y="5598"/>
                    </a:cubicBezTo>
                    <a:cubicBezTo>
                      <a:pt x="4804" y="5598"/>
                      <a:pt x="4838" y="5586"/>
                      <a:pt x="4829" y="5555"/>
                    </a:cubicBezTo>
                    <a:cubicBezTo>
                      <a:pt x="4839" y="5539"/>
                      <a:pt x="4854" y="5526"/>
                      <a:pt x="4873" y="5517"/>
                    </a:cubicBezTo>
                    <a:cubicBezTo>
                      <a:pt x="4878" y="5516"/>
                      <a:pt x="4883" y="5516"/>
                      <a:pt x="4889" y="5516"/>
                    </a:cubicBezTo>
                    <a:cubicBezTo>
                      <a:pt x="4903" y="5516"/>
                      <a:pt x="4918" y="5519"/>
                      <a:pt x="4930" y="5523"/>
                    </a:cubicBezTo>
                    <a:cubicBezTo>
                      <a:pt x="4932" y="5529"/>
                      <a:pt x="4939" y="5532"/>
                      <a:pt x="4949" y="5532"/>
                    </a:cubicBezTo>
                    <a:cubicBezTo>
                      <a:pt x="4986" y="5532"/>
                      <a:pt x="5069" y="5500"/>
                      <a:pt x="5162" y="5451"/>
                    </a:cubicBezTo>
                    <a:cubicBezTo>
                      <a:pt x="5295" y="5377"/>
                      <a:pt x="5356" y="5322"/>
                      <a:pt x="5394" y="5322"/>
                    </a:cubicBezTo>
                    <a:cubicBezTo>
                      <a:pt x="5396" y="5322"/>
                      <a:pt x="5398" y="5322"/>
                      <a:pt x="5400" y="5323"/>
                    </a:cubicBezTo>
                    <a:cubicBezTo>
                      <a:pt x="5422" y="5323"/>
                      <a:pt x="5444" y="5316"/>
                      <a:pt x="5459" y="5304"/>
                    </a:cubicBezTo>
                    <a:cubicBezTo>
                      <a:pt x="5440" y="5285"/>
                      <a:pt x="5572" y="5182"/>
                      <a:pt x="5682" y="5022"/>
                    </a:cubicBezTo>
                    <a:cubicBezTo>
                      <a:pt x="5795" y="4865"/>
                      <a:pt x="5860" y="4680"/>
                      <a:pt x="5835" y="4674"/>
                    </a:cubicBezTo>
                    <a:lnTo>
                      <a:pt x="5854" y="4621"/>
                    </a:lnTo>
                    <a:cubicBezTo>
                      <a:pt x="5856" y="4621"/>
                      <a:pt x="5858" y="4622"/>
                      <a:pt x="5860" y="4622"/>
                    </a:cubicBezTo>
                    <a:cubicBezTo>
                      <a:pt x="5882" y="4622"/>
                      <a:pt x="5896" y="4573"/>
                      <a:pt x="5907" y="4524"/>
                    </a:cubicBezTo>
                    <a:cubicBezTo>
                      <a:pt x="5904" y="4486"/>
                      <a:pt x="5901" y="4448"/>
                      <a:pt x="5907" y="4411"/>
                    </a:cubicBezTo>
                    <a:cubicBezTo>
                      <a:pt x="5910" y="4411"/>
                      <a:pt x="5912" y="4412"/>
                      <a:pt x="5914" y="4412"/>
                    </a:cubicBezTo>
                    <a:cubicBezTo>
                      <a:pt x="5933" y="4412"/>
                      <a:pt x="5936" y="4384"/>
                      <a:pt x="5945" y="4332"/>
                    </a:cubicBezTo>
                    <a:cubicBezTo>
                      <a:pt x="5948" y="4279"/>
                      <a:pt x="5948" y="4251"/>
                      <a:pt x="5926" y="4251"/>
                    </a:cubicBezTo>
                    <a:cubicBezTo>
                      <a:pt x="5926" y="4235"/>
                      <a:pt x="5932" y="4182"/>
                      <a:pt x="5929" y="4119"/>
                    </a:cubicBezTo>
                    <a:cubicBezTo>
                      <a:pt x="5929" y="4069"/>
                      <a:pt x="5932" y="4016"/>
                      <a:pt x="5942" y="3966"/>
                    </a:cubicBezTo>
                    <a:cubicBezTo>
                      <a:pt x="5967" y="3941"/>
                      <a:pt x="5939" y="3922"/>
                      <a:pt x="5910" y="3903"/>
                    </a:cubicBezTo>
                    <a:cubicBezTo>
                      <a:pt x="5908" y="3903"/>
                      <a:pt x="5906" y="3903"/>
                      <a:pt x="5904" y="3903"/>
                    </a:cubicBezTo>
                    <a:cubicBezTo>
                      <a:pt x="5882" y="3903"/>
                      <a:pt x="5863" y="3888"/>
                      <a:pt x="5857" y="3865"/>
                    </a:cubicBezTo>
                    <a:lnTo>
                      <a:pt x="5907" y="3862"/>
                    </a:lnTo>
                    <a:cubicBezTo>
                      <a:pt x="5919" y="3870"/>
                      <a:pt x="5925" y="3874"/>
                      <a:pt x="5929" y="3874"/>
                    </a:cubicBezTo>
                    <a:cubicBezTo>
                      <a:pt x="5935" y="3874"/>
                      <a:pt x="5934" y="3864"/>
                      <a:pt x="5932" y="3837"/>
                    </a:cubicBezTo>
                    <a:cubicBezTo>
                      <a:pt x="5929" y="3818"/>
                      <a:pt x="5926" y="3797"/>
                      <a:pt x="5926" y="3797"/>
                    </a:cubicBezTo>
                    <a:cubicBezTo>
                      <a:pt x="5926" y="3797"/>
                      <a:pt x="5925" y="3797"/>
                      <a:pt x="5925" y="3797"/>
                    </a:cubicBezTo>
                    <a:cubicBezTo>
                      <a:pt x="5901" y="3797"/>
                      <a:pt x="5892" y="3691"/>
                      <a:pt x="5879" y="3546"/>
                    </a:cubicBezTo>
                    <a:cubicBezTo>
                      <a:pt x="5861" y="3359"/>
                      <a:pt x="5854" y="3295"/>
                      <a:pt x="5831" y="3295"/>
                    </a:cubicBezTo>
                    <a:cubicBezTo>
                      <a:pt x="5830" y="3295"/>
                      <a:pt x="5830" y="3295"/>
                      <a:pt x="5829" y="3295"/>
                    </a:cubicBezTo>
                    <a:cubicBezTo>
                      <a:pt x="5827" y="3295"/>
                      <a:pt x="5826" y="3295"/>
                      <a:pt x="5825" y="3295"/>
                    </a:cubicBezTo>
                    <a:cubicBezTo>
                      <a:pt x="5804" y="3295"/>
                      <a:pt x="5805" y="3272"/>
                      <a:pt x="5823" y="3211"/>
                    </a:cubicBezTo>
                    <a:cubicBezTo>
                      <a:pt x="5885" y="3076"/>
                      <a:pt x="5885" y="3076"/>
                      <a:pt x="5860" y="3057"/>
                    </a:cubicBezTo>
                    <a:lnTo>
                      <a:pt x="5860" y="3057"/>
                    </a:lnTo>
                    <a:cubicBezTo>
                      <a:pt x="5860" y="3079"/>
                      <a:pt x="5835" y="3082"/>
                      <a:pt x="5810" y="3082"/>
                    </a:cubicBezTo>
                    <a:cubicBezTo>
                      <a:pt x="5804" y="3083"/>
                      <a:pt x="5799" y="3083"/>
                      <a:pt x="5795" y="3083"/>
                    </a:cubicBezTo>
                    <a:cubicBezTo>
                      <a:pt x="5761" y="3083"/>
                      <a:pt x="5766" y="3063"/>
                      <a:pt x="5807" y="3041"/>
                    </a:cubicBezTo>
                    <a:cubicBezTo>
                      <a:pt x="5857" y="3035"/>
                      <a:pt x="5804" y="2722"/>
                      <a:pt x="5751" y="2706"/>
                    </a:cubicBezTo>
                    <a:lnTo>
                      <a:pt x="5776" y="2703"/>
                    </a:lnTo>
                    <a:cubicBezTo>
                      <a:pt x="5801" y="2703"/>
                      <a:pt x="5801" y="2681"/>
                      <a:pt x="5791" y="2596"/>
                    </a:cubicBezTo>
                    <a:cubicBezTo>
                      <a:pt x="5788" y="2552"/>
                      <a:pt x="5785" y="2534"/>
                      <a:pt x="5785" y="2534"/>
                    </a:cubicBezTo>
                    <a:cubicBezTo>
                      <a:pt x="5785" y="2534"/>
                      <a:pt x="5784" y="2534"/>
                      <a:pt x="5783" y="2534"/>
                    </a:cubicBezTo>
                    <a:cubicBezTo>
                      <a:pt x="5735" y="2534"/>
                      <a:pt x="5748" y="2408"/>
                      <a:pt x="5773" y="2405"/>
                    </a:cubicBezTo>
                    <a:cubicBezTo>
                      <a:pt x="5798" y="2383"/>
                      <a:pt x="5798" y="2383"/>
                      <a:pt x="5795" y="2339"/>
                    </a:cubicBezTo>
                    <a:cubicBezTo>
                      <a:pt x="5738" y="2283"/>
                      <a:pt x="5754" y="2173"/>
                      <a:pt x="5779" y="2170"/>
                    </a:cubicBezTo>
                    <a:cubicBezTo>
                      <a:pt x="5779" y="2170"/>
                      <a:pt x="5776" y="2151"/>
                      <a:pt x="5773" y="2129"/>
                    </a:cubicBezTo>
                    <a:cubicBezTo>
                      <a:pt x="5751" y="2107"/>
                      <a:pt x="5741" y="2079"/>
                      <a:pt x="5741" y="2048"/>
                    </a:cubicBezTo>
                    <a:cubicBezTo>
                      <a:pt x="5737" y="2001"/>
                      <a:pt x="5734" y="1977"/>
                      <a:pt x="5723" y="1977"/>
                    </a:cubicBezTo>
                    <a:cubicBezTo>
                      <a:pt x="5720" y="1977"/>
                      <a:pt x="5715" y="1980"/>
                      <a:pt x="5710" y="1985"/>
                    </a:cubicBezTo>
                    <a:cubicBezTo>
                      <a:pt x="5701" y="1986"/>
                      <a:pt x="5692" y="1987"/>
                      <a:pt x="5684" y="1987"/>
                    </a:cubicBezTo>
                    <a:cubicBezTo>
                      <a:pt x="5670" y="1987"/>
                      <a:pt x="5659" y="1984"/>
                      <a:pt x="5657" y="1970"/>
                    </a:cubicBezTo>
                    <a:lnTo>
                      <a:pt x="5682" y="1966"/>
                    </a:lnTo>
                    <a:cubicBezTo>
                      <a:pt x="5707" y="1966"/>
                      <a:pt x="5704" y="1901"/>
                      <a:pt x="5694" y="1816"/>
                    </a:cubicBezTo>
                    <a:cubicBezTo>
                      <a:pt x="5685" y="1713"/>
                      <a:pt x="5682" y="1669"/>
                      <a:pt x="5704" y="1647"/>
                    </a:cubicBezTo>
                    <a:lnTo>
                      <a:pt x="5679" y="1628"/>
                    </a:lnTo>
                    <a:cubicBezTo>
                      <a:pt x="5650" y="1609"/>
                      <a:pt x="5647" y="1587"/>
                      <a:pt x="5672" y="1584"/>
                    </a:cubicBezTo>
                    <a:cubicBezTo>
                      <a:pt x="5697" y="1562"/>
                      <a:pt x="5688" y="1478"/>
                      <a:pt x="5660" y="1437"/>
                    </a:cubicBezTo>
                    <a:cubicBezTo>
                      <a:pt x="5657" y="1418"/>
                      <a:pt x="5657" y="1396"/>
                      <a:pt x="5657" y="1396"/>
                    </a:cubicBezTo>
                    <a:cubicBezTo>
                      <a:pt x="5679" y="1387"/>
                      <a:pt x="5691" y="1362"/>
                      <a:pt x="5688" y="1340"/>
                    </a:cubicBezTo>
                    <a:cubicBezTo>
                      <a:pt x="5685" y="1311"/>
                      <a:pt x="5666" y="1286"/>
                      <a:pt x="5641" y="1274"/>
                    </a:cubicBezTo>
                    <a:cubicBezTo>
                      <a:pt x="5666" y="1271"/>
                      <a:pt x="5663" y="1246"/>
                      <a:pt x="5660" y="1217"/>
                    </a:cubicBezTo>
                    <a:cubicBezTo>
                      <a:pt x="5625" y="1167"/>
                      <a:pt x="5597" y="1064"/>
                      <a:pt x="5622" y="1054"/>
                    </a:cubicBezTo>
                    <a:cubicBezTo>
                      <a:pt x="5622" y="1054"/>
                      <a:pt x="5622" y="1054"/>
                      <a:pt x="5613" y="1029"/>
                    </a:cubicBezTo>
                    <a:cubicBezTo>
                      <a:pt x="5588" y="1014"/>
                      <a:pt x="5569" y="989"/>
                      <a:pt x="5559" y="960"/>
                    </a:cubicBezTo>
                    <a:cubicBezTo>
                      <a:pt x="5556" y="932"/>
                      <a:pt x="5534" y="907"/>
                      <a:pt x="5506" y="895"/>
                    </a:cubicBezTo>
                    <a:cubicBezTo>
                      <a:pt x="5487" y="888"/>
                      <a:pt x="5472" y="876"/>
                      <a:pt x="5462" y="857"/>
                    </a:cubicBezTo>
                    <a:cubicBezTo>
                      <a:pt x="5457" y="848"/>
                      <a:pt x="5460" y="844"/>
                      <a:pt x="5468" y="844"/>
                    </a:cubicBezTo>
                    <a:cubicBezTo>
                      <a:pt x="5479" y="844"/>
                      <a:pt x="5499" y="851"/>
                      <a:pt x="5519" y="860"/>
                    </a:cubicBezTo>
                    <a:cubicBezTo>
                      <a:pt x="5528" y="868"/>
                      <a:pt x="5534" y="872"/>
                      <a:pt x="5537" y="872"/>
                    </a:cubicBezTo>
                    <a:cubicBezTo>
                      <a:pt x="5550" y="872"/>
                      <a:pt x="5515" y="813"/>
                      <a:pt x="5447" y="776"/>
                    </a:cubicBezTo>
                    <a:cubicBezTo>
                      <a:pt x="5396" y="749"/>
                      <a:pt x="5375" y="739"/>
                      <a:pt x="5383" y="739"/>
                    </a:cubicBezTo>
                    <a:cubicBezTo>
                      <a:pt x="5388" y="739"/>
                      <a:pt x="5406" y="743"/>
                      <a:pt x="5434" y="750"/>
                    </a:cubicBezTo>
                    <a:cubicBezTo>
                      <a:pt x="5451" y="757"/>
                      <a:pt x="5468" y="762"/>
                      <a:pt x="5476" y="762"/>
                    </a:cubicBezTo>
                    <a:cubicBezTo>
                      <a:pt x="5484" y="762"/>
                      <a:pt x="5482" y="756"/>
                      <a:pt x="5456" y="738"/>
                    </a:cubicBezTo>
                    <a:cubicBezTo>
                      <a:pt x="5456" y="738"/>
                      <a:pt x="5435" y="703"/>
                      <a:pt x="5416" y="703"/>
                    </a:cubicBezTo>
                    <a:cubicBezTo>
                      <a:pt x="5412" y="703"/>
                      <a:pt x="5409" y="704"/>
                      <a:pt x="5406" y="707"/>
                    </a:cubicBezTo>
                    <a:cubicBezTo>
                      <a:pt x="5393" y="682"/>
                      <a:pt x="5378" y="660"/>
                      <a:pt x="5362" y="641"/>
                    </a:cubicBezTo>
                    <a:cubicBezTo>
                      <a:pt x="5356" y="603"/>
                      <a:pt x="5340" y="566"/>
                      <a:pt x="5315" y="537"/>
                    </a:cubicBezTo>
                    <a:cubicBezTo>
                      <a:pt x="5277" y="534"/>
                      <a:pt x="5281" y="534"/>
                      <a:pt x="5281" y="497"/>
                    </a:cubicBezTo>
                    <a:cubicBezTo>
                      <a:pt x="5292" y="487"/>
                      <a:pt x="5290" y="475"/>
                      <a:pt x="5277" y="475"/>
                    </a:cubicBezTo>
                    <a:cubicBezTo>
                      <a:pt x="5269" y="475"/>
                      <a:pt x="5258" y="480"/>
                      <a:pt x="5243" y="494"/>
                    </a:cubicBezTo>
                    <a:cubicBezTo>
                      <a:pt x="5241" y="494"/>
                      <a:pt x="5240" y="494"/>
                      <a:pt x="5238" y="494"/>
                    </a:cubicBezTo>
                    <a:cubicBezTo>
                      <a:pt x="5209" y="494"/>
                      <a:pt x="5187" y="467"/>
                      <a:pt x="5187" y="437"/>
                    </a:cubicBezTo>
                    <a:cubicBezTo>
                      <a:pt x="5212" y="410"/>
                      <a:pt x="5208" y="392"/>
                      <a:pt x="5198" y="392"/>
                    </a:cubicBezTo>
                    <a:cubicBezTo>
                      <a:pt x="5194" y="392"/>
                      <a:pt x="5188" y="394"/>
                      <a:pt x="5183" y="399"/>
                    </a:cubicBezTo>
                    <a:cubicBezTo>
                      <a:pt x="5165" y="399"/>
                      <a:pt x="5143" y="393"/>
                      <a:pt x="5127" y="384"/>
                    </a:cubicBezTo>
                    <a:cubicBezTo>
                      <a:pt x="5146" y="365"/>
                      <a:pt x="4958" y="196"/>
                      <a:pt x="4726" y="108"/>
                    </a:cubicBezTo>
                    <a:cubicBezTo>
                      <a:pt x="4720" y="106"/>
                      <a:pt x="4714" y="105"/>
                      <a:pt x="4708" y="105"/>
                    </a:cubicBezTo>
                    <a:cubicBezTo>
                      <a:pt x="4688" y="105"/>
                      <a:pt x="4667" y="117"/>
                      <a:pt x="4657" y="136"/>
                    </a:cubicBezTo>
                    <a:cubicBezTo>
                      <a:pt x="4651" y="156"/>
                      <a:pt x="4648" y="163"/>
                      <a:pt x="4647" y="163"/>
                    </a:cubicBezTo>
                    <a:cubicBezTo>
                      <a:pt x="4644" y="163"/>
                      <a:pt x="4643" y="147"/>
                      <a:pt x="4632" y="127"/>
                    </a:cubicBezTo>
                    <a:cubicBezTo>
                      <a:pt x="4632" y="83"/>
                      <a:pt x="4616" y="59"/>
                      <a:pt x="4602" y="59"/>
                    </a:cubicBezTo>
                    <a:cubicBezTo>
                      <a:pt x="4591" y="59"/>
                      <a:pt x="4580" y="75"/>
                      <a:pt x="4582" y="111"/>
                    </a:cubicBezTo>
                    <a:cubicBezTo>
                      <a:pt x="4588" y="139"/>
                      <a:pt x="4591" y="153"/>
                      <a:pt x="4588" y="153"/>
                    </a:cubicBezTo>
                    <a:cubicBezTo>
                      <a:pt x="4585" y="153"/>
                      <a:pt x="4576" y="137"/>
                      <a:pt x="4557" y="105"/>
                    </a:cubicBezTo>
                    <a:cubicBezTo>
                      <a:pt x="4546" y="87"/>
                      <a:pt x="4541" y="80"/>
                      <a:pt x="4534" y="80"/>
                    </a:cubicBezTo>
                    <a:cubicBezTo>
                      <a:pt x="4528" y="80"/>
                      <a:pt x="4520" y="84"/>
                      <a:pt x="4507" y="92"/>
                    </a:cubicBezTo>
                    <a:cubicBezTo>
                      <a:pt x="4504" y="103"/>
                      <a:pt x="4497" y="108"/>
                      <a:pt x="4492" y="108"/>
                    </a:cubicBezTo>
                    <a:cubicBezTo>
                      <a:pt x="4484" y="108"/>
                      <a:pt x="4478" y="100"/>
                      <a:pt x="4481" y="86"/>
                    </a:cubicBezTo>
                    <a:cubicBezTo>
                      <a:pt x="4465" y="63"/>
                      <a:pt x="4449" y="42"/>
                      <a:pt x="4441" y="42"/>
                    </a:cubicBezTo>
                    <a:cubicBezTo>
                      <a:pt x="4438" y="42"/>
                      <a:pt x="4435" y="45"/>
                      <a:pt x="4434" y="52"/>
                    </a:cubicBezTo>
                    <a:cubicBezTo>
                      <a:pt x="4413" y="45"/>
                      <a:pt x="4397" y="33"/>
                      <a:pt x="4384" y="17"/>
                    </a:cubicBezTo>
                    <a:cubicBezTo>
                      <a:pt x="4375" y="7"/>
                      <a:pt x="4366" y="3"/>
                      <a:pt x="4356" y="3"/>
                    </a:cubicBezTo>
                    <a:cubicBezTo>
                      <a:pt x="4337" y="3"/>
                      <a:pt x="4318" y="17"/>
                      <a:pt x="4300" y="33"/>
                    </a:cubicBezTo>
                    <a:cubicBezTo>
                      <a:pt x="4258" y="54"/>
                      <a:pt x="4231" y="65"/>
                      <a:pt x="4217" y="65"/>
                    </a:cubicBezTo>
                    <a:cubicBezTo>
                      <a:pt x="4203" y="65"/>
                      <a:pt x="4204" y="54"/>
                      <a:pt x="4218" y="30"/>
                    </a:cubicBezTo>
                    <a:cubicBezTo>
                      <a:pt x="4230" y="9"/>
                      <a:pt x="4217" y="0"/>
                      <a:pt x="41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463" name="Google Shape;9463;p37"/>
          <p:cNvGrpSpPr/>
          <p:nvPr/>
        </p:nvGrpSpPr>
        <p:grpSpPr>
          <a:xfrm>
            <a:off x="1557048" y="1468605"/>
            <a:ext cx="573802" cy="557510"/>
            <a:chOff x="2052973" y="1614641"/>
            <a:chExt cx="573802" cy="557510"/>
          </a:xfrm>
        </p:grpSpPr>
        <p:grpSp>
          <p:nvGrpSpPr>
            <p:cNvPr id="9464" name="Google Shape;9464;p37"/>
            <p:cNvGrpSpPr/>
            <p:nvPr/>
          </p:nvGrpSpPr>
          <p:grpSpPr>
            <a:xfrm>
              <a:off x="2108187" y="1614641"/>
              <a:ext cx="518589" cy="515370"/>
              <a:chOff x="841987" y="1277966"/>
              <a:chExt cx="518589" cy="515370"/>
            </a:xfrm>
          </p:grpSpPr>
          <p:sp>
            <p:nvSpPr>
              <p:cNvPr id="9465" name="Google Shape;9465;p37"/>
              <p:cNvSpPr/>
              <p:nvPr/>
            </p:nvSpPr>
            <p:spPr>
              <a:xfrm>
                <a:off x="1287630" y="1723609"/>
                <a:ext cx="23600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6" name="Google Shape;9466;p37"/>
              <p:cNvSpPr/>
              <p:nvPr/>
            </p:nvSpPr>
            <p:spPr>
              <a:xfrm>
                <a:off x="1237977" y="1773261"/>
                <a:ext cx="23753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0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7" name="Google Shape;9467;p37"/>
              <p:cNvSpPr/>
              <p:nvPr/>
            </p:nvSpPr>
            <p:spPr>
              <a:xfrm>
                <a:off x="1237977" y="1723609"/>
                <a:ext cx="23753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3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8" name="Google Shape;9468;p37"/>
              <p:cNvSpPr/>
              <p:nvPr/>
            </p:nvSpPr>
            <p:spPr>
              <a:xfrm>
                <a:off x="1188632" y="1773261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2" y="70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9" name="Google Shape;9469;p37"/>
              <p:cNvSpPr/>
              <p:nvPr/>
            </p:nvSpPr>
            <p:spPr>
              <a:xfrm>
                <a:off x="1188632" y="1723609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7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0" name="Google Shape;9470;p37"/>
              <p:cNvSpPr/>
              <p:nvPr/>
            </p:nvSpPr>
            <p:spPr>
              <a:xfrm>
                <a:off x="1139133" y="1773261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1"/>
                    </a:cubicBezTo>
                    <a:cubicBezTo>
                      <a:pt x="153" y="70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1" name="Google Shape;9471;p37"/>
              <p:cNvSpPr/>
              <p:nvPr/>
            </p:nvSpPr>
            <p:spPr>
              <a:xfrm>
                <a:off x="1139133" y="1723609"/>
                <a:ext cx="23447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8" y="126"/>
                      <a:pt x="111" y="113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2" name="Google Shape;9472;p37"/>
              <p:cNvSpPr/>
              <p:nvPr/>
            </p:nvSpPr>
            <p:spPr>
              <a:xfrm>
                <a:off x="1089481" y="1773261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4" y="70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3" name="Google Shape;9473;p37"/>
              <p:cNvSpPr/>
              <p:nvPr/>
            </p:nvSpPr>
            <p:spPr>
              <a:xfrm>
                <a:off x="1089481" y="1723609"/>
                <a:ext cx="23600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7"/>
                    </a:cubicBezTo>
                    <a:cubicBezTo>
                      <a:pt x="0" y="106"/>
                      <a:pt x="33" y="132"/>
                      <a:pt x="66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4" name="Google Shape;9474;p37"/>
              <p:cNvSpPr/>
              <p:nvPr/>
            </p:nvSpPr>
            <p:spPr>
              <a:xfrm>
                <a:off x="1039982" y="1773261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5" name="Google Shape;9475;p37"/>
              <p:cNvSpPr/>
              <p:nvPr/>
            </p:nvSpPr>
            <p:spPr>
              <a:xfrm>
                <a:off x="1039982" y="1723609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3" y="132"/>
                      <a:pt x="132" y="103"/>
                      <a:pt x="132" y="67"/>
                    </a:cubicBezTo>
                    <a:cubicBezTo>
                      <a:pt x="132" y="30"/>
                      <a:pt x="103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6" name="Google Shape;9476;p37"/>
              <p:cNvSpPr/>
              <p:nvPr/>
            </p:nvSpPr>
            <p:spPr>
              <a:xfrm>
                <a:off x="990483" y="1773261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7" name="Google Shape;9477;p37"/>
              <p:cNvSpPr/>
              <p:nvPr/>
            </p:nvSpPr>
            <p:spPr>
              <a:xfrm>
                <a:off x="990483" y="1723609"/>
                <a:ext cx="23600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8" name="Google Shape;9478;p37"/>
              <p:cNvSpPr/>
              <p:nvPr/>
            </p:nvSpPr>
            <p:spPr>
              <a:xfrm>
                <a:off x="940984" y="1773261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9" name="Google Shape;9479;p37"/>
              <p:cNvSpPr/>
              <p:nvPr/>
            </p:nvSpPr>
            <p:spPr>
              <a:xfrm>
                <a:off x="940984" y="1723609"/>
                <a:ext cx="23600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9" y="126"/>
                      <a:pt x="112" y="113"/>
                    </a:cubicBezTo>
                    <a:cubicBezTo>
                      <a:pt x="154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0" name="Google Shape;9480;p37"/>
              <p:cNvSpPr/>
              <p:nvPr/>
            </p:nvSpPr>
            <p:spPr>
              <a:xfrm>
                <a:off x="891486" y="1723609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7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1" name="Google Shape;9481;p37"/>
              <p:cNvSpPr/>
              <p:nvPr/>
            </p:nvSpPr>
            <p:spPr>
              <a:xfrm>
                <a:off x="1337128" y="1674110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7" y="1"/>
                    </a:moveTo>
                    <a:cubicBezTo>
                      <a:pt x="30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2"/>
                      <a:pt x="12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2" name="Google Shape;9482;p37"/>
              <p:cNvSpPr/>
              <p:nvPr/>
            </p:nvSpPr>
            <p:spPr>
              <a:xfrm>
                <a:off x="1287630" y="1674110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3" name="Google Shape;9483;p37"/>
              <p:cNvSpPr/>
              <p:nvPr/>
            </p:nvSpPr>
            <p:spPr>
              <a:xfrm>
                <a:off x="1237977" y="1674110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4" name="Google Shape;9484;p37"/>
              <p:cNvSpPr/>
              <p:nvPr/>
            </p:nvSpPr>
            <p:spPr>
              <a:xfrm>
                <a:off x="1188632" y="1674110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2" y="72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5" name="Google Shape;9485;p37"/>
              <p:cNvSpPr/>
              <p:nvPr/>
            </p:nvSpPr>
            <p:spPr>
              <a:xfrm>
                <a:off x="1139133" y="1674110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2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6" name="Google Shape;9486;p37"/>
              <p:cNvSpPr/>
              <p:nvPr/>
            </p:nvSpPr>
            <p:spPr>
              <a:xfrm>
                <a:off x="1089481" y="1674110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7" name="Google Shape;9487;p37"/>
              <p:cNvSpPr/>
              <p:nvPr/>
            </p:nvSpPr>
            <p:spPr>
              <a:xfrm>
                <a:off x="1039982" y="1674110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8" name="Google Shape;9488;p37"/>
              <p:cNvSpPr/>
              <p:nvPr/>
            </p:nvSpPr>
            <p:spPr>
              <a:xfrm>
                <a:off x="990483" y="1674110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9" name="Google Shape;9489;p37"/>
              <p:cNvSpPr/>
              <p:nvPr/>
            </p:nvSpPr>
            <p:spPr>
              <a:xfrm>
                <a:off x="940984" y="1674110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0" name="Google Shape;9490;p37"/>
              <p:cNvSpPr/>
              <p:nvPr/>
            </p:nvSpPr>
            <p:spPr>
              <a:xfrm>
                <a:off x="891486" y="1674110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1" name="Google Shape;9491;p37"/>
              <p:cNvSpPr/>
              <p:nvPr/>
            </p:nvSpPr>
            <p:spPr>
              <a:xfrm>
                <a:off x="841987" y="1674110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2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2" name="Google Shape;9492;p37"/>
              <p:cNvSpPr/>
              <p:nvPr/>
            </p:nvSpPr>
            <p:spPr>
              <a:xfrm>
                <a:off x="1337128" y="1624765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7" y="0"/>
                    </a:moveTo>
                    <a:cubicBezTo>
                      <a:pt x="30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3" name="Google Shape;9493;p37"/>
              <p:cNvSpPr/>
              <p:nvPr/>
            </p:nvSpPr>
            <p:spPr>
              <a:xfrm>
                <a:off x="1287630" y="1624765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4" name="Google Shape;9494;p37"/>
              <p:cNvSpPr/>
              <p:nvPr/>
            </p:nvSpPr>
            <p:spPr>
              <a:xfrm>
                <a:off x="1237977" y="1624765"/>
                <a:ext cx="23753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0"/>
                    </a:moveTo>
                    <a:cubicBezTo>
                      <a:pt x="31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0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5" name="Google Shape;9495;p37"/>
              <p:cNvSpPr/>
              <p:nvPr/>
            </p:nvSpPr>
            <p:spPr>
              <a:xfrm>
                <a:off x="1188632" y="1624765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2" y="70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6" name="Google Shape;9496;p37"/>
              <p:cNvSpPr/>
              <p:nvPr/>
            </p:nvSpPr>
            <p:spPr>
              <a:xfrm>
                <a:off x="1139133" y="1624765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1"/>
                    </a:cubicBezTo>
                    <a:cubicBezTo>
                      <a:pt x="153" y="70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7" name="Google Shape;9497;p37"/>
              <p:cNvSpPr/>
              <p:nvPr/>
            </p:nvSpPr>
            <p:spPr>
              <a:xfrm>
                <a:off x="1089481" y="1624765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0"/>
                    </a:moveTo>
                    <a:cubicBezTo>
                      <a:pt x="31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4" y="70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8" name="Google Shape;9498;p37"/>
              <p:cNvSpPr/>
              <p:nvPr/>
            </p:nvSpPr>
            <p:spPr>
              <a:xfrm>
                <a:off x="1039982" y="1624765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9" name="Google Shape;9499;p37"/>
              <p:cNvSpPr/>
              <p:nvPr/>
            </p:nvSpPr>
            <p:spPr>
              <a:xfrm>
                <a:off x="990483" y="1624765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0" name="Google Shape;9500;p37"/>
              <p:cNvSpPr/>
              <p:nvPr/>
            </p:nvSpPr>
            <p:spPr>
              <a:xfrm>
                <a:off x="940984" y="1624765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1" name="Google Shape;9501;p37"/>
              <p:cNvSpPr/>
              <p:nvPr/>
            </p:nvSpPr>
            <p:spPr>
              <a:xfrm>
                <a:off x="891486" y="1624765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2" name="Google Shape;9502;p37"/>
              <p:cNvSpPr/>
              <p:nvPr/>
            </p:nvSpPr>
            <p:spPr>
              <a:xfrm>
                <a:off x="841987" y="1624765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3" name="Google Shape;9503;p37"/>
              <p:cNvSpPr/>
              <p:nvPr/>
            </p:nvSpPr>
            <p:spPr>
              <a:xfrm>
                <a:off x="1337128" y="1575113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0"/>
                    </a:moveTo>
                    <a:cubicBezTo>
                      <a:pt x="30" y="0"/>
                      <a:pt x="0" y="29"/>
                      <a:pt x="0" y="66"/>
                    </a:cubicBezTo>
                    <a:cubicBezTo>
                      <a:pt x="0" y="102"/>
                      <a:pt x="30" y="131"/>
                      <a:pt x="65" y="131"/>
                    </a:cubicBezTo>
                    <a:cubicBezTo>
                      <a:pt x="102" y="131"/>
                      <a:pt x="132" y="102"/>
                      <a:pt x="132" y="66"/>
                    </a:cubicBezTo>
                    <a:cubicBezTo>
                      <a:pt x="132" y="29"/>
                      <a:pt x="102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4" name="Google Shape;9504;p37"/>
              <p:cNvSpPr/>
              <p:nvPr/>
            </p:nvSpPr>
            <p:spPr>
              <a:xfrm>
                <a:off x="1287630" y="157511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5" name="Google Shape;9505;p37"/>
              <p:cNvSpPr/>
              <p:nvPr/>
            </p:nvSpPr>
            <p:spPr>
              <a:xfrm>
                <a:off x="1237977" y="1575113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0"/>
                    </a:moveTo>
                    <a:cubicBezTo>
                      <a:pt x="31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100" y="126"/>
                      <a:pt x="113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6" name="Google Shape;9506;p37"/>
              <p:cNvSpPr/>
              <p:nvPr/>
            </p:nvSpPr>
            <p:spPr>
              <a:xfrm>
                <a:off x="1188632" y="1575113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2"/>
                      <a:pt x="29" y="131"/>
                      <a:pt x="65" y="131"/>
                    </a:cubicBezTo>
                    <a:cubicBezTo>
                      <a:pt x="102" y="131"/>
                      <a:pt x="131" y="102"/>
                      <a:pt x="131" y="66"/>
                    </a:cubicBezTo>
                    <a:cubicBezTo>
                      <a:pt x="131" y="29"/>
                      <a:pt x="102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7" name="Google Shape;9507;p37"/>
              <p:cNvSpPr/>
              <p:nvPr/>
            </p:nvSpPr>
            <p:spPr>
              <a:xfrm>
                <a:off x="1139133" y="1575113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5"/>
                      <a:pt x="33" y="132"/>
                      <a:pt x="66" y="132"/>
                    </a:cubicBezTo>
                    <a:cubicBezTo>
                      <a:pt x="82" y="132"/>
                      <a:pt x="98" y="126"/>
                      <a:pt x="111" y="112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8" name="Google Shape;9508;p37"/>
              <p:cNvSpPr/>
              <p:nvPr/>
            </p:nvSpPr>
            <p:spPr>
              <a:xfrm>
                <a:off x="1089481" y="157511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0"/>
                    </a:moveTo>
                    <a:cubicBezTo>
                      <a:pt x="31" y="0"/>
                      <a:pt x="0" y="29"/>
                      <a:pt x="0" y="66"/>
                    </a:cubicBezTo>
                    <a:cubicBezTo>
                      <a:pt x="0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9" name="Google Shape;9509;p37"/>
              <p:cNvSpPr/>
              <p:nvPr/>
            </p:nvSpPr>
            <p:spPr>
              <a:xfrm>
                <a:off x="1039982" y="1575113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2"/>
                      <a:pt x="30" y="131"/>
                      <a:pt x="66" y="131"/>
                    </a:cubicBezTo>
                    <a:cubicBezTo>
                      <a:pt x="103" y="131"/>
                      <a:pt x="132" y="102"/>
                      <a:pt x="132" y="66"/>
                    </a:cubicBezTo>
                    <a:cubicBezTo>
                      <a:pt x="132" y="29"/>
                      <a:pt x="103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0" name="Google Shape;9510;p37"/>
              <p:cNvSpPr/>
              <p:nvPr/>
            </p:nvSpPr>
            <p:spPr>
              <a:xfrm>
                <a:off x="990483" y="157511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1" name="Google Shape;9511;p37"/>
              <p:cNvSpPr/>
              <p:nvPr/>
            </p:nvSpPr>
            <p:spPr>
              <a:xfrm>
                <a:off x="940984" y="157511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5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2" name="Google Shape;9512;p37"/>
              <p:cNvSpPr/>
              <p:nvPr/>
            </p:nvSpPr>
            <p:spPr>
              <a:xfrm>
                <a:off x="891486" y="1575113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2"/>
                      <a:pt x="29" y="131"/>
                      <a:pt x="65" y="131"/>
                    </a:cubicBezTo>
                    <a:cubicBezTo>
                      <a:pt x="102" y="131"/>
                      <a:pt x="131" y="102"/>
                      <a:pt x="131" y="66"/>
                    </a:cubicBezTo>
                    <a:cubicBezTo>
                      <a:pt x="131" y="29"/>
                      <a:pt x="102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3" name="Google Shape;9513;p37"/>
              <p:cNvSpPr/>
              <p:nvPr/>
            </p:nvSpPr>
            <p:spPr>
              <a:xfrm>
                <a:off x="841987" y="1575113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6" y="132"/>
                    </a:cubicBezTo>
                    <a:cubicBezTo>
                      <a:pt x="82" y="132"/>
                      <a:pt x="98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4" name="Google Shape;9514;p37"/>
              <p:cNvSpPr/>
              <p:nvPr/>
            </p:nvSpPr>
            <p:spPr>
              <a:xfrm>
                <a:off x="1337128" y="1525614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7" y="1"/>
                    </a:moveTo>
                    <a:cubicBezTo>
                      <a:pt x="30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5" name="Google Shape;9515;p37"/>
              <p:cNvSpPr/>
              <p:nvPr/>
            </p:nvSpPr>
            <p:spPr>
              <a:xfrm>
                <a:off x="1287630" y="1525614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6" name="Google Shape;9516;p37"/>
              <p:cNvSpPr/>
              <p:nvPr/>
            </p:nvSpPr>
            <p:spPr>
              <a:xfrm>
                <a:off x="1237977" y="1525614"/>
                <a:ext cx="23753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7" name="Google Shape;9517;p37"/>
              <p:cNvSpPr/>
              <p:nvPr/>
            </p:nvSpPr>
            <p:spPr>
              <a:xfrm>
                <a:off x="1188632" y="1525614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2" y="71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8" name="Google Shape;9518;p37"/>
              <p:cNvSpPr/>
              <p:nvPr/>
            </p:nvSpPr>
            <p:spPr>
              <a:xfrm>
                <a:off x="1139133" y="1525614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2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9" name="Google Shape;9519;p37"/>
              <p:cNvSpPr/>
              <p:nvPr/>
            </p:nvSpPr>
            <p:spPr>
              <a:xfrm>
                <a:off x="1089481" y="1525614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0" name="Google Shape;9520;p37"/>
              <p:cNvSpPr/>
              <p:nvPr/>
            </p:nvSpPr>
            <p:spPr>
              <a:xfrm>
                <a:off x="1039982" y="1525614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1" name="Google Shape;9521;p37"/>
              <p:cNvSpPr/>
              <p:nvPr/>
            </p:nvSpPr>
            <p:spPr>
              <a:xfrm>
                <a:off x="990483" y="1525614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2" name="Google Shape;9522;p37"/>
              <p:cNvSpPr/>
              <p:nvPr/>
            </p:nvSpPr>
            <p:spPr>
              <a:xfrm>
                <a:off x="940984" y="1525614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3" name="Google Shape;9523;p37"/>
              <p:cNvSpPr/>
              <p:nvPr/>
            </p:nvSpPr>
            <p:spPr>
              <a:xfrm>
                <a:off x="891486" y="1525614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4" name="Google Shape;9524;p37"/>
              <p:cNvSpPr/>
              <p:nvPr/>
            </p:nvSpPr>
            <p:spPr>
              <a:xfrm>
                <a:off x="841987" y="1525614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5" name="Google Shape;9525;p37"/>
              <p:cNvSpPr/>
              <p:nvPr/>
            </p:nvSpPr>
            <p:spPr>
              <a:xfrm>
                <a:off x="1337128" y="147611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7" y="1"/>
                    </a:moveTo>
                    <a:cubicBezTo>
                      <a:pt x="30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0"/>
                      <a:pt x="12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6" name="Google Shape;9526;p37"/>
              <p:cNvSpPr/>
              <p:nvPr/>
            </p:nvSpPr>
            <p:spPr>
              <a:xfrm>
                <a:off x="1287630" y="147611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7" name="Google Shape;9527;p37"/>
              <p:cNvSpPr/>
              <p:nvPr/>
            </p:nvSpPr>
            <p:spPr>
              <a:xfrm>
                <a:off x="1237977" y="1476115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4" y="70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8" name="Google Shape;9528;p37"/>
              <p:cNvSpPr/>
              <p:nvPr/>
            </p:nvSpPr>
            <p:spPr>
              <a:xfrm>
                <a:off x="1188632" y="147611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2" y="70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9" name="Google Shape;9529;p37"/>
              <p:cNvSpPr/>
              <p:nvPr/>
            </p:nvSpPr>
            <p:spPr>
              <a:xfrm>
                <a:off x="1139133" y="147611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2"/>
                    </a:cubicBezTo>
                    <a:cubicBezTo>
                      <a:pt x="153" y="70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0" name="Google Shape;9530;p37"/>
              <p:cNvSpPr/>
              <p:nvPr/>
            </p:nvSpPr>
            <p:spPr>
              <a:xfrm>
                <a:off x="1089481" y="147611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0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1" name="Google Shape;9531;p37"/>
              <p:cNvSpPr/>
              <p:nvPr/>
            </p:nvSpPr>
            <p:spPr>
              <a:xfrm>
                <a:off x="1039982" y="147611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2" name="Google Shape;9532;p37"/>
              <p:cNvSpPr/>
              <p:nvPr/>
            </p:nvSpPr>
            <p:spPr>
              <a:xfrm>
                <a:off x="990483" y="147611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3" name="Google Shape;9533;p37"/>
              <p:cNvSpPr/>
              <p:nvPr/>
            </p:nvSpPr>
            <p:spPr>
              <a:xfrm>
                <a:off x="940984" y="147611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4" name="Google Shape;9534;p37"/>
              <p:cNvSpPr/>
              <p:nvPr/>
            </p:nvSpPr>
            <p:spPr>
              <a:xfrm>
                <a:off x="891486" y="147611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0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5" name="Google Shape;9535;p37"/>
              <p:cNvSpPr/>
              <p:nvPr/>
            </p:nvSpPr>
            <p:spPr>
              <a:xfrm>
                <a:off x="841987" y="147611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6" name="Google Shape;9536;p37"/>
              <p:cNvSpPr/>
              <p:nvPr/>
            </p:nvSpPr>
            <p:spPr>
              <a:xfrm>
                <a:off x="1337128" y="1426463"/>
                <a:ext cx="20229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5" y="1"/>
                    </a:moveTo>
                    <a:cubicBezTo>
                      <a:pt x="30" y="1"/>
                      <a:pt x="0" y="30"/>
                      <a:pt x="0" y="66"/>
                    </a:cubicBezTo>
                    <a:cubicBezTo>
                      <a:pt x="0" y="103"/>
                      <a:pt x="30" y="132"/>
                      <a:pt x="65" y="132"/>
                    </a:cubicBezTo>
                    <a:cubicBezTo>
                      <a:pt x="102" y="132"/>
                      <a:pt x="132" y="103"/>
                      <a:pt x="132" y="66"/>
                    </a:cubicBezTo>
                    <a:cubicBezTo>
                      <a:pt x="132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7" name="Google Shape;9537;p37"/>
              <p:cNvSpPr/>
              <p:nvPr/>
            </p:nvSpPr>
            <p:spPr>
              <a:xfrm>
                <a:off x="1287630" y="142646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8" name="Google Shape;9538;p37"/>
              <p:cNvSpPr/>
              <p:nvPr/>
            </p:nvSpPr>
            <p:spPr>
              <a:xfrm>
                <a:off x="1237977" y="1426463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1" y="1"/>
                      <a:pt x="2" y="30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100" y="126"/>
                      <a:pt x="113" y="113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9" name="Google Shape;9539;p37"/>
              <p:cNvSpPr/>
              <p:nvPr/>
            </p:nvSpPr>
            <p:spPr>
              <a:xfrm>
                <a:off x="1188632" y="1426463"/>
                <a:ext cx="20229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6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0" name="Google Shape;9540;p37"/>
              <p:cNvSpPr/>
              <p:nvPr/>
            </p:nvSpPr>
            <p:spPr>
              <a:xfrm>
                <a:off x="1139133" y="1426463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6"/>
                      <a:pt x="33" y="132"/>
                      <a:pt x="67" y="132"/>
                    </a:cubicBezTo>
                    <a:cubicBezTo>
                      <a:pt x="82" y="132"/>
                      <a:pt x="98" y="126"/>
                      <a:pt x="111" y="113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1" name="Google Shape;9541;p37"/>
              <p:cNvSpPr/>
              <p:nvPr/>
            </p:nvSpPr>
            <p:spPr>
              <a:xfrm>
                <a:off x="1089481" y="142646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2" name="Google Shape;9542;p37"/>
              <p:cNvSpPr/>
              <p:nvPr/>
            </p:nvSpPr>
            <p:spPr>
              <a:xfrm>
                <a:off x="1039982" y="1426463"/>
                <a:ext cx="20229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3" y="132"/>
                      <a:pt x="132" y="103"/>
                      <a:pt x="132" y="66"/>
                    </a:cubicBezTo>
                    <a:cubicBezTo>
                      <a:pt x="132" y="30"/>
                      <a:pt x="103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3" name="Google Shape;9543;p37"/>
              <p:cNvSpPr/>
              <p:nvPr/>
            </p:nvSpPr>
            <p:spPr>
              <a:xfrm>
                <a:off x="990483" y="142646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6"/>
                      <a:pt x="34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4" name="Google Shape;9544;p37"/>
              <p:cNvSpPr/>
              <p:nvPr/>
            </p:nvSpPr>
            <p:spPr>
              <a:xfrm>
                <a:off x="940984" y="142646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5" name="Google Shape;9545;p37"/>
              <p:cNvSpPr/>
              <p:nvPr/>
            </p:nvSpPr>
            <p:spPr>
              <a:xfrm>
                <a:off x="891486" y="1426463"/>
                <a:ext cx="20229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6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6" name="Google Shape;9546;p37"/>
              <p:cNvSpPr/>
              <p:nvPr/>
            </p:nvSpPr>
            <p:spPr>
              <a:xfrm>
                <a:off x="841987" y="1426463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8" y="126"/>
                      <a:pt x="112" y="113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7" name="Google Shape;9547;p37"/>
              <p:cNvSpPr/>
              <p:nvPr/>
            </p:nvSpPr>
            <p:spPr>
              <a:xfrm>
                <a:off x="1337128" y="1377117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7" y="0"/>
                    </a:moveTo>
                    <a:cubicBezTo>
                      <a:pt x="30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1"/>
                      <a:pt x="124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8" name="Google Shape;9548;p37"/>
              <p:cNvSpPr/>
              <p:nvPr/>
            </p:nvSpPr>
            <p:spPr>
              <a:xfrm>
                <a:off x="1287630" y="1377117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9" name="Google Shape;9549;p37"/>
              <p:cNvSpPr/>
              <p:nvPr/>
            </p:nvSpPr>
            <p:spPr>
              <a:xfrm>
                <a:off x="1237977" y="1377117"/>
                <a:ext cx="23753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0"/>
                    </a:moveTo>
                    <a:cubicBezTo>
                      <a:pt x="31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0" name="Google Shape;9550;p37"/>
              <p:cNvSpPr/>
              <p:nvPr/>
            </p:nvSpPr>
            <p:spPr>
              <a:xfrm>
                <a:off x="1188632" y="1377117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2" y="71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1" name="Google Shape;9551;p37"/>
              <p:cNvSpPr/>
              <p:nvPr/>
            </p:nvSpPr>
            <p:spPr>
              <a:xfrm>
                <a:off x="1139133" y="1377117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1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2" name="Google Shape;9552;p37"/>
              <p:cNvSpPr/>
              <p:nvPr/>
            </p:nvSpPr>
            <p:spPr>
              <a:xfrm>
                <a:off x="1089481" y="1377117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0"/>
                    </a:moveTo>
                    <a:cubicBezTo>
                      <a:pt x="31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3" name="Google Shape;9553;p37"/>
              <p:cNvSpPr/>
              <p:nvPr/>
            </p:nvSpPr>
            <p:spPr>
              <a:xfrm>
                <a:off x="1039982" y="1377117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4" name="Google Shape;9554;p37"/>
              <p:cNvSpPr/>
              <p:nvPr/>
            </p:nvSpPr>
            <p:spPr>
              <a:xfrm>
                <a:off x="990483" y="1377117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5" name="Google Shape;9555;p37"/>
              <p:cNvSpPr/>
              <p:nvPr/>
            </p:nvSpPr>
            <p:spPr>
              <a:xfrm>
                <a:off x="940984" y="1377117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6" name="Google Shape;9556;p37"/>
              <p:cNvSpPr/>
              <p:nvPr/>
            </p:nvSpPr>
            <p:spPr>
              <a:xfrm>
                <a:off x="891486" y="1377117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7" name="Google Shape;9557;p37"/>
              <p:cNvSpPr/>
              <p:nvPr/>
            </p:nvSpPr>
            <p:spPr>
              <a:xfrm>
                <a:off x="841987" y="1377117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1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8" name="Google Shape;9558;p37"/>
              <p:cNvSpPr/>
              <p:nvPr/>
            </p:nvSpPr>
            <p:spPr>
              <a:xfrm>
                <a:off x="1287630" y="132746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31"/>
                      <a:pt x="1" y="66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9" name="Google Shape;9559;p37"/>
              <p:cNvSpPr/>
              <p:nvPr/>
            </p:nvSpPr>
            <p:spPr>
              <a:xfrm>
                <a:off x="1237977" y="1327465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0"/>
                    </a:moveTo>
                    <a:cubicBezTo>
                      <a:pt x="31" y="0"/>
                      <a:pt x="2" y="31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0" name="Google Shape;9560;p37"/>
              <p:cNvSpPr/>
              <p:nvPr/>
            </p:nvSpPr>
            <p:spPr>
              <a:xfrm>
                <a:off x="1188632" y="132746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31"/>
                      <a:pt x="0" y="66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2" y="71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1" name="Google Shape;9561;p37"/>
              <p:cNvSpPr/>
              <p:nvPr/>
            </p:nvSpPr>
            <p:spPr>
              <a:xfrm>
                <a:off x="1139133" y="132746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31"/>
                      <a:pt x="0" y="66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8" y="126"/>
                      <a:pt x="111" y="112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2" name="Google Shape;9562;p37"/>
              <p:cNvSpPr/>
              <p:nvPr/>
            </p:nvSpPr>
            <p:spPr>
              <a:xfrm>
                <a:off x="1089481" y="132746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0"/>
                    </a:moveTo>
                    <a:cubicBezTo>
                      <a:pt x="31" y="0"/>
                      <a:pt x="0" y="31"/>
                      <a:pt x="0" y="66"/>
                    </a:cubicBezTo>
                    <a:cubicBezTo>
                      <a:pt x="0" y="106"/>
                      <a:pt x="33" y="132"/>
                      <a:pt x="66" y="132"/>
                    </a:cubicBezTo>
                    <a:cubicBezTo>
                      <a:pt x="83" y="132"/>
                      <a:pt x="99" y="126"/>
                      <a:pt x="112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3" name="Google Shape;9563;p37"/>
              <p:cNvSpPr/>
              <p:nvPr/>
            </p:nvSpPr>
            <p:spPr>
              <a:xfrm>
                <a:off x="1039982" y="132746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31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4" name="Google Shape;9564;p37"/>
              <p:cNvSpPr/>
              <p:nvPr/>
            </p:nvSpPr>
            <p:spPr>
              <a:xfrm>
                <a:off x="990483" y="132746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31"/>
                      <a:pt x="1" y="66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5" name="Google Shape;9565;p37"/>
              <p:cNvSpPr/>
              <p:nvPr/>
            </p:nvSpPr>
            <p:spPr>
              <a:xfrm>
                <a:off x="940984" y="132746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29" y="0"/>
                      <a:pt x="0" y="31"/>
                      <a:pt x="0" y="66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6" name="Google Shape;9566;p37"/>
              <p:cNvSpPr/>
              <p:nvPr/>
            </p:nvSpPr>
            <p:spPr>
              <a:xfrm>
                <a:off x="891486" y="132746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31"/>
                      <a:pt x="0" y="66"/>
                    </a:cubicBezTo>
                    <a:cubicBezTo>
                      <a:pt x="0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7" name="Google Shape;9567;p37"/>
              <p:cNvSpPr/>
              <p:nvPr/>
            </p:nvSpPr>
            <p:spPr>
              <a:xfrm>
                <a:off x="1237977" y="1277966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100" y="126"/>
                      <a:pt x="113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8" name="Google Shape;9568;p37"/>
              <p:cNvSpPr/>
              <p:nvPr/>
            </p:nvSpPr>
            <p:spPr>
              <a:xfrm>
                <a:off x="1188632" y="1277966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6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9" name="Google Shape;9569;p37"/>
              <p:cNvSpPr/>
              <p:nvPr/>
            </p:nvSpPr>
            <p:spPr>
              <a:xfrm>
                <a:off x="1139133" y="1277966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2" y="131"/>
                      <a:pt x="98" y="126"/>
                      <a:pt x="111" y="113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0" name="Google Shape;9570;p37"/>
              <p:cNvSpPr/>
              <p:nvPr/>
            </p:nvSpPr>
            <p:spPr>
              <a:xfrm>
                <a:off x="1089481" y="1277966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3" y="131"/>
                      <a:pt x="99" y="126"/>
                      <a:pt x="112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1" name="Google Shape;9571;p37"/>
              <p:cNvSpPr/>
              <p:nvPr/>
            </p:nvSpPr>
            <p:spPr>
              <a:xfrm>
                <a:off x="1039982" y="1277966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3" y="132"/>
                      <a:pt x="132" y="103"/>
                      <a:pt x="132" y="66"/>
                    </a:cubicBezTo>
                    <a:cubicBezTo>
                      <a:pt x="132" y="30"/>
                      <a:pt x="103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2" name="Google Shape;9572;p37"/>
              <p:cNvSpPr/>
              <p:nvPr/>
            </p:nvSpPr>
            <p:spPr>
              <a:xfrm>
                <a:off x="990483" y="1277966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4" y="131"/>
                      <a:pt x="67" y="131"/>
                    </a:cubicBezTo>
                    <a:cubicBezTo>
                      <a:pt x="83" y="131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3" name="Google Shape;9573;p37"/>
              <p:cNvSpPr/>
              <p:nvPr/>
            </p:nvSpPr>
            <p:spPr>
              <a:xfrm>
                <a:off x="940984" y="1277966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3" y="131"/>
                      <a:pt x="99" y="126"/>
                      <a:pt x="112" y="113"/>
                    </a:cubicBezTo>
                    <a:cubicBezTo>
                      <a:pt x="154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74" name="Google Shape;9574;p37"/>
            <p:cNvGrpSpPr/>
            <p:nvPr/>
          </p:nvGrpSpPr>
          <p:grpSpPr>
            <a:xfrm>
              <a:off x="2052973" y="1674751"/>
              <a:ext cx="497400" cy="497400"/>
              <a:chOff x="2052973" y="1674751"/>
              <a:chExt cx="497400" cy="497400"/>
            </a:xfrm>
          </p:grpSpPr>
          <p:sp>
            <p:nvSpPr>
              <p:cNvPr id="9575" name="Google Shape;9575;p37"/>
              <p:cNvSpPr/>
              <p:nvPr/>
            </p:nvSpPr>
            <p:spPr>
              <a:xfrm>
                <a:off x="2052973" y="1674751"/>
                <a:ext cx="497400" cy="497400"/>
              </a:xfrm>
              <a:prstGeom prst="roundRect">
                <a:avLst>
                  <a:gd name="adj" fmla="val 23388"/>
                </a:avLst>
              </a:prstGeom>
              <a:solidFill>
                <a:srgbClr val="69B0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576" name="Google Shape;9576;p37"/>
              <p:cNvGrpSpPr/>
              <p:nvPr/>
            </p:nvGrpSpPr>
            <p:grpSpPr>
              <a:xfrm rot="406151">
                <a:off x="2164178" y="1794303"/>
                <a:ext cx="258140" cy="258287"/>
                <a:chOff x="3717012" y="3039131"/>
                <a:chExt cx="110563" cy="110631"/>
              </a:xfrm>
            </p:grpSpPr>
            <p:sp>
              <p:nvSpPr>
                <p:cNvPr id="9577" name="Google Shape;9577;p37"/>
                <p:cNvSpPr/>
                <p:nvPr/>
              </p:nvSpPr>
              <p:spPr>
                <a:xfrm>
                  <a:off x="3731957" y="3039131"/>
                  <a:ext cx="87704" cy="1106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9" h="4893" extrusionOk="0">
                      <a:moveTo>
                        <a:pt x="3404" y="0"/>
                      </a:moveTo>
                      <a:lnTo>
                        <a:pt x="3401" y="6"/>
                      </a:lnTo>
                      <a:cubicBezTo>
                        <a:pt x="3395" y="10"/>
                        <a:pt x="3417" y="25"/>
                        <a:pt x="3436" y="41"/>
                      </a:cubicBezTo>
                      <a:lnTo>
                        <a:pt x="3439" y="35"/>
                      </a:lnTo>
                      <a:cubicBezTo>
                        <a:pt x="3429" y="22"/>
                        <a:pt x="3417" y="10"/>
                        <a:pt x="3404" y="0"/>
                      </a:cubicBezTo>
                      <a:close/>
                      <a:moveTo>
                        <a:pt x="3689" y="251"/>
                      </a:moveTo>
                      <a:lnTo>
                        <a:pt x="3715" y="260"/>
                      </a:lnTo>
                      <a:cubicBezTo>
                        <a:pt x="3733" y="276"/>
                        <a:pt x="3727" y="282"/>
                        <a:pt x="3724" y="285"/>
                      </a:cubicBezTo>
                      <a:cubicBezTo>
                        <a:pt x="3723" y="288"/>
                        <a:pt x="3722" y="289"/>
                        <a:pt x="3720" y="289"/>
                      </a:cubicBezTo>
                      <a:cubicBezTo>
                        <a:pt x="3718" y="289"/>
                        <a:pt x="3712" y="286"/>
                        <a:pt x="3699" y="276"/>
                      </a:cubicBezTo>
                      <a:cubicBezTo>
                        <a:pt x="3699" y="276"/>
                        <a:pt x="3683" y="254"/>
                        <a:pt x="3689" y="251"/>
                      </a:cubicBezTo>
                      <a:close/>
                      <a:moveTo>
                        <a:pt x="3597" y="287"/>
                      </a:moveTo>
                      <a:cubicBezTo>
                        <a:pt x="3606" y="287"/>
                        <a:pt x="3625" y="295"/>
                        <a:pt x="3639" y="307"/>
                      </a:cubicBezTo>
                      <a:cubicBezTo>
                        <a:pt x="3683" y="336"/>
                        <a:pt x="3683" y="336"/>
                        <a:pt x="3674" y="345"/>
                      </a:cubicBezTo>
                      <a:cubicBezTo>
                        <a:pt x="3672" y="348"/>
                        <a:pt x="3670" y="352"/>
                        <a:pt x="3666" y="352"/>
                      </a:cubicBezTo>
                      <a:cubicBezTo>
                        <a:pt x="3662" y="352"/>
                        <a:pt x="3656" y="349"/>
                        <a:pt x="3646" y="342"/>
                      </a:cubicBezTo>
                      <a:lnTo>
                        <a:pt x="3652" y="336"/>
                      </a:lnTo>
                      <a:cubicBezTo>
                        <a:pt x="3657" y="339"/>
                        <a:pt x="3659" y="341"/>
                        <a:pt x="3660" y="341"/>
                      </a:cubicBezTo>
                      <a:cubicBezTo>
                        <a:pt x="3662" y="341"/>
                        <a:pt x="3649" y="327"/>
                        <a:pt x="3630" y="320"/>
                      </a:cubicBezTo>
                      <a:lnTo>
                        <a:pt x="3592" y="289"/>
                      </a:lnTo>
                      <a:cubicBezTo>
                        <a:pt x="3593" y="287"/>
                        <a:pt x="3595" y="287"/>
                        <a:pt x="3597" y="287"/>
                      </a:cubicBezTo>
                      <a:close/>
                      <a:moveTo>
                        <a:pt x="3740" y="423"/>
                      </a:moveTo>
                      <a:lnTo>
                        <a:pt x="3736" y="430"/>
                      </a:lnTo>
                      <a:cubicBezTo>
                        <a:pt x="3748" y="439"/>
                        <a:pt x="3752" y="443"/>
                        <a:pt x="3756" y="443"/>
                      </a:cubicBezTo>
                      <a:cubicBezTo>
                        <a:pt x="3758" y="443"/>
                        <a:pt x="3759" y="441"/>
                        <a:pt x="3762" y="439"/>
                      </a:cubicBezTo>
                      <a:lnTo>
                        <a:pt x="3765" y="433"/>
                      </a:lnTo>
                      <a:lnTo>
                        <a:pt x="3740" y="423"/>
                      </a:lnTo>
                      <a:close/>
                      <a:moveTo>
                        <a:pt x="3332" y="564"/>
                      </a:moveTo>
                      <a:cubicBezTo>
                        <a:pt x="3351" y="580"/>
                        <a:pt x="3364" y="605"/>
                        <a:pt x="3357" y="611"/>
                      </a:cubicBezTo>
                      <a:cubicBezTo>
                        <a:pt x="3357" y="612"/>
                        <a:pt x="3357" y="612"/>
                        <a:pt x="3356" y="612"/>
                      </a:cubicBezTo>
                      <a:cubicBezTo>
                        <a:pt x="3351" y="612"/>
                        <a:pt x="3331" y="597"/>
                        <a:pt x="3323" y="574"/>
                      </a:cubicBezTo>
                      <a:lnTo>
                        <a:pt x="3332" y="564"/>
                      </a:lnTo>
                      <a:close/>
                      <a:moveTo>
                        <a:pt x="3265" y="570"/>
                      </a:moveTo>
                      <a:cubicBezTo>
                        <a:pt x="3259" y="570"/>
                        <a:pt x="3256" y="575"/>
                        <a:pt x="3251" y="580"/>
                      </a:cubicBezTo>
                      <a:cubicBezTo>
                        <a:pt x="3248" y="586"/>
                        <a:pt x="3263" y="605"/>
                        <a:pt x="3263" y="605"/>
                      </a:cubicBezTo>
                      <a:cubicBezTo>
                        <a:pt x="3273" y="613"/>
                        <a:pt x="3279" y="616"/>
                        <a:pt x="3283" y="616"/>
                      </a:cubicBezTo>
                      <a:cubicBezTo>
                        <a:pt x="3286" y="616"/>
                        <a:pt x="3289" y="614"/>
                        <a:pt x="3291" y="611"/>
                      </a:cubicBezTo>
                      <a:cubicBezTo>
                        <a:pt x="3295" y="612"/>
                        <a:pt x="3298" y="612"/>
                        <a:pt x="3300" y="612"/>
                      </a:cubicBezTo>
                      <a:cubicBezTo>
                        <a:pt x="3316" y="612"/>
                        <a:pt x="3302" y="594"/>
                        <a:pt x="3285" y="580"/>
                      </a:cubicBezTo>
                      <a:cubicBezTo>
                        <a:pt x="3276" y="573"/>
                        <a:pt x="3270" y="570"/>
                        <a:pt x="3265" y="570"/>
                      </a:cubicBezTo>
                      <a:close/>
                      <a:moveTo>
                        <a:pt x="3119" y="859"/>
                      </a:moveTo>
                      <a:lnTo>
                        <a:pt x="3150" y="900"/>
                      </a:lnTo>
                      <a:cubicBezTo>
                        <a:pt x="3179" y="932"/>
                        <a:pt x="3191" y="946"/>
                        <a:pt x="3190" y="946"/>
                      </a:cubicBezTo>
                      <a:cubicBezTo>
                        <a:pt x="3188" y="946"/>
                        <a:pt x="3179" y="938"/>
                        <a:pt x="3163" y="925"/>
                      </a:cubicBezTo>
                      <a:cubicBezTo>
                        <a:pt x="3141" y="912"/>
                        <a:pt x="3122" y="893"/>
                        <a:pt x="3110" y="868"/>
                      </a:cubicBezTo>
                      <a:lnTo>
                        <a:pt x="3119" y="859"/>
                      </a:lnTo>
                      <a:close/>
                      <a:moveTo>
                        <a:pt x="3207" y="909"/>
                      </a:moveTo>
                      <a:lnTo>
                        <a:pt x="3232" y="918"/>
                      </a:lnTo>
                      <a:cubicBezTo>
                        <a:pt x="3254" y="934"/>
                        <a:pt x="3248" y="940"/>
                        <a:pt x="3244" y="947"/>
                      </a:cubicBezTo>
                      <a:lnTo>
                        <a:pt x="3223" y="931"/>
                      </a:lnTo>
                      <a:lnTo>
                        <a:pt x="3207" y="909"/>
                      </a:lnTo>
                      <a:close/>
                      <a:moveTo>
                        <a:pt x="2997" y="1047"/>
                      </a:moveTo>
                      <a:cubicBezTo>
                        <a:pt x="3009" y="1056"/>
                        <a:pt x="3022" y="1069"/>
                        <a:pt x="3031" y="1081"/>
                      </a:cubicBezTo>
                      <a:lnTo>
                        <a:pt x="3028" y="1088"/>
                      </a:lnTo>
                      <a:cubicBezTo>
                        <a:pt x="3009" y="1072"/>
                        <a:pt x="2987" y="1056"/>
                        <a:pt x="2994" y="1050"/>
                      </a:cubicBezTo>
                      <a:lnTo>
                        <a:pt x="2997" y="1047"/>
                      </a:lnTo>
                      <a:close/>
                      <a:moveTo>
                        <a:pt x="3096" y="1049"/>
                      </a:moveTo>
                      <a:cubicBezTo>
                        <a:pt x="3101" y="1049"/>
                        <a:pt x="3117" y="1070"/>
                        <a:pt x="3147" y="1100"/>
                      </a:cubicBezTo>
                      <a:cubicBezTo>
                        <a:pt x="3153" y="1113"/>
                        <a:pt x="3156" y="1120"/>
                        <a:pt x="3154" y="1120"/>
                      </a:cubicBezTo>
                      <a:cubicBezTo>
                        <a:pt x="3152" y="1120"/>
                        <a:pt x="3142" y="1111"/>
                        <a:pt x="3122" y="1091"/>
                      </a:cubicBezTo>
                      <a:lnTo>
                        <a:pt x="3094" y="1050"/>
                      </a:lnTo>
                      <a:cubicBezTo>
                        <a:pt x="3094" y="1049"/>
                        <a:pt x="3095" y="1049"/>
                        <a:pt x="3096" y="1049"/>
                      </a:cubicBezTo>
                      <a:close/>
                      <a:moveTo>
                        <a:pt x="2289" y="1086"/>
                      </a:moveTo>
                      <a:cubicBezTo>
                        <a:pt x="2285" y="1086"/>
                        <a:pt x="2291" y="1096"/>
                        <a:pt x="2314" y="1119"/>
                      </a:cubicBezTo>
                      <a:cubicBezTo>
                        <a:pt x="2327" y="1130"/>
                        <a:pt x="2331" y="1133"/>
                        <a:pt x="2334" y="1133"/>
                      </a:cubicBezTo>
                      <a:cubicBezTo>
                        <a:pt x="2336" y="1133"/>
                        <a:pt x="2337" y="1132"/>
                        <a:pt x="2339" y="1132"/>
                      </a:cubicBezTo>
                      <a:cubicBezTo>
                        <a:pt x="2329" y="1116"/>
                        <a:pt x="2317" y="1103"/>
                        <a:pt x="2304" y="1094"/>
                      </a:cubicBezTo>
                      <a:cubicBezTo>
                        <a:pt x="2297" y="1089"/>
                        <a:pt x="2292" y="1086"/>
                        <a:pt x="2289" y="1086"/>
                      </a:cubicBezTo>
                      <a:close/>
                      <a:moveTo>
                        <a:pt x="2860" y="1117"/>
                      </a:moveTo>
                      <a:cubicBezTo>
                        <a:pt x="2861" y="1117"/>
                        <a:pt x="2864" y="1118"/>
                        <a:pt x="2868" y="1122"/>
                      </a:cubicBezTo>
                      <a:cubicBezTo>
                        <a:pt x="2869" y="1121"/>
                        <a:pt x="2870" y="1121"/>
                        <a:pt x="2870" y="1121"/>
                      </a:cubicBezTo>
                      <a:cubicBezTo>
                        <a:pt x="2876" y="1121"/>
                        <a:pt x="2884" y="1144"/>
                        <a:pt x="2881" y="1147"/>
                      </a:cubicBezTo>
                      <a:lnTo>
                        <a:pt x="2859" y="1132"/>
                      </a:lnTo>
                      <a:cubicBezTo>
                        <a:pt x="2864" y="1129"/>
                        <a:pt x="2856" y="1117"/>
                        <a:pt x="2860" y="1117"/>
                      </a:cubicBezTo>
                      <a:close/>
                      <a:moveTo>
                        <a:pt x="2931" y="1241"/>
                      </a:moveTo>
                      <a:cubicBezTo>
                        <a:pt x="2953" y="1257"/>
                        <a:pt x="2972" y="1273"/>
                        <a:pt x="2969" y="1279"/>
                      </a:cubicBezTo>
                      <a:cubicBezTo>
                        <a:pt x="2974" y="1287"/>
                        <a:pt x="2975" y="1290"/>
                        <a:pt x="2971" y="1290"/>
                      </a:cubicBezTo>
                      <a:cubicBezTo>
                        <a:pt x="2965" y="1290"/>
                        <a:pt x="2947" y="1278"/>
                        <a:pt x="2925" y="1254"/>
                      </a:cubicBezTo>
                      <a:lnTo>
                        <a:pt x="2931" y="1241"/>
                      </a:lnTo>
                      <a:close/>
                      <a:moveTo>
                        <a:pt x="2909" y="1313"/>
                      </a:moveTo>
                      <a:lnTo>
                        <a:pt x="2931" y="1323"/>
                      </a:lnTo>
                      <a:lnTo>
                        <a:pt x="2928" y="1329"/>
                      </a:lnTo>
                      <a:cubicBezTo>
                        <a:pt x="2926" y="1330"/>
                        <a:pt x="2925" y="1331"/>
                        <a:pt x="2923" y="1331"/>
                      </a:cubicBezTo>
                      <a:cubicBezTo>
                        <a:pt x="2920" y="1331"/>
                        <a:pt x="2916" y="1327"/>
                        <a:pt x="2903" y="1316"/>
                      </a:cubicBezTo>
                      <a:lnTo>
                        <a:pt x="2909" y="1313"/>
                      </a:lnTo>
                      <a:close/>
                      <a:moveTo>
                        <a:pt x="2755" y="1346"/>
                      </a:moveTo>
                      <a:cubicBezTo>
                        <a:pt x="2763" y="1346"/>
                        <a:pt x="2778" y="1351"/>
                        <a:pt x="2778" y="1351"/>
                      </a:cubicBezTo>
                      <a:cubicBezTo>
                        <a:pt x="2796" y="1367"/>
                        <a:pt x="2793" y="1373"/>
                        <a:pt x="2793" y="1373"/>
                      </a:cubicBezTo>
                      <a:cubicBezTo>
                        <a:pt x="2790" y="1376"/>
                        <a:pt x="2788" y="1378"/>
                        <a:pt x="2785" y="1378"/>
                      </a:cubicBezTo>
                      <a:cubicBezTo>
                        <a:pt x="2781" y="1378"/>
                        <a:pt x="2775" y="1375"/>
                        <a:pt x="2765" y="1367"/>
                      </a:cubicBezTo>
                      <a:cubicBezTo>
                        <a:pt x="2765" y="1367"/>
                        <a:pt x="2743" y="1351"/>
                        <a:pt x="2749" y="1348"/>
                      </a:cubicBezTo>
                      <a:cubicBezTo>
                        <a:pt x="2750" y="1346"/>
                        <a:pt x="2752" y="1346"/>
                        <a:pt x="2755" y="1346"/>
                      </a:cubicBezTo>
                      <a:close/>
                      <a:moveTo>
                        <a:pt x="2900" y="1401"/>
                      </a:moveTo>
                      <a:cubicBezTo>
                        <a:pt x="2893" y="1407"/>
                        <a:pt x="2912" y="1423"/>
                        <a:pt x="2912" y="1423"/>
                      </a:cubicBezTo>
                      <a:cubicBezTo>
                        <a:pt x="2912" y="1423"/>
                        <a:pt x="2928" y="1434"/>
                        <a:pt x="2934" y="1434"/>
                      </a:cubicBezTo>
                      <a:cubicBezTo>
                        <a:pt x="2936" y="1434"/>
                        <a:pt x="2937" y="1433"/>
                        <a:pt x="2937" y="1432"/>
                      </a:cubicBezTo>
                      <a:lnTo>
                        <a:pt x="2944" y="1429"/>
                      </a:lnTo>
                      <a:cubicBezTo>
                        <a:pt x="2928" y="1417"/>
                        <a:pt x="2915" y="1410"/>
                        <a:pt x="2900" y="1401"/>
                      </a:cubicBezTo>
                      <a:close/>
                      <a:moveTo>
                        <a:pt x="2693" y="1454"/>
                      </a:moveTo>
                      <a:cubicBezTo>
                        <a:pt x="2718" y="1464"/>
                        <a:pt x="2718" y="1464"/>
                        <a:pt x="2709" y="1473"/>
                      </a:cubicBezTo>
                      <a:cubicBezTo>
                        <a:pt x="2708" y="1474"/>
                        <a:pt x="2706" y="1475"/>
                        <a:pt x="2705" y="1475"/>
                      </a:cubicBezTo>
                      <a:cubicBezTo>
                        <a:pt x="2697" y="1475"/>
                        <a:pt x="2684" y="1464"/>
                        <a:pt x="2684" y="1464"/>
                      </a:cubicBezTo>
                      <a:cubicBezTo>
                        <a:pt x="2674" y="1456"/>
                        <a:pt x="2675" y="1454"/>
                        <a:pt x="2679" y="1454"/>
                      </a:cubicBezTo>
                      <a:cubicBezTo>
                        <a:pt x="2681" y="1454"/>
                        <a:pt x="2685" y="1455"/>
                        <a:pt x="2689" y="1455"/>
                      </a:cubicBezTo>
                      <a:cubicBezTo>
                        <a:pt x="2690" y="1455"/>
                        <a:pt x="2692" y="1455"/>
                        <a:pt x="2693" y="1454"/>
                      </a:cubicBezTo>
                      <a:close/>
                      <a:moveTo>
                        <a:pt x="2542" y="1558"/>
                      </a:moveTo>
                      <a:lnTo>
                        <a:pt x="2542" y="1558"/>
                      </a:lnTo>
                      <a:cubicBezTo>
                        <a:pt x="2549" y="1563"/>
                        <a:pt x="2550" y="1565"/>
                        <a:pt x="2549" y="1565"/>
                      </a:cubicBezTo>
                      <a:cubicBezTo>
                        <a:pt x="2547" y="1565"/>
                        <a:pt x="2539" y="1560"/>
                        <a:pt x="2542" y="1558"/>
                      </a:cubicBezTo>
                      <a:close/>
                      <a:moveTo>
                        <a:pt x="2633" y="1567"/>
                      </a:moveTo>
                      <a:lnTo>
                        <a:pt x="2633" y="1567"/>
                      </a:lnTo>
                      <a:cubicBezTo>
                        <a:pt x="2649" y="1573"/>
                        <a:pt x="2662" y="1580"/>
                        <a:pt x="2677" y="1592"/>
                      </a:cubicBezTo>
                      <a:cubicBezTo>
                        <a:pt x="2686" y="1600"/>
                        <a:pt x="2690" y="1604"/>
                        <a:pt x="2687" y="1604"/>
                      </a:cubicBezTo>
                      <a:cubicBezTo>
                        <a:pt x="2684" y="1604"/>
                        <a:pt x="2672" y="1599"/>
                        <a:pt x="2649" y="1586"/>
                      </a:cubicBezTo>
                      <a:cubicBezTo>
                        <a:pt x="2627" y="1570"/>
                        <a:pt x="2627" y="1570"/>
                        <a:pt x="2633" y="1567"/>
                      </a:cubicBezTo>
                      <a:close/>
                      <a:moveTo>
                        <a:pt x="2580" y="1630"/>
                      </a:moveTo>
                      <a:cubicBezTo>
                        <a:pt x="2588" y="1636"/>
                        <a:pt x="2588" y="1638"/>
                        <a:pt x="2586" y="1638"/>
                      </a:cubicBezTo>
                      <a:cubicBezTo>
                        <a:pt x="2584" y="1638"/>
                        <a:pt x="2576" y="1634"/>
                        <a:pt x="2580" y="1630"/>
                      </a:cubicBezTo>
                      <a:close/>
                      <a:moveTo>
                        <a:pt x="2602" y="1605"/>
                      </a:moveTo>
                      <a:lnTo>
                        <a:pt x="2627" y="1614"/>
                      </a:lnTo>
                      <a:lnTo>
                        <a:pt x="2640" y="1633"/>
                      </a:lnTo>
                      <a:lnTo>
                        <a:pt x="2637" y="1639"/>
                      </a:lnTo>
                      <a:cubicBezTo>
                        <a:pt x="2618" y="1624"/>
                        <a:pt x="2596" y="1608"/>
                        <a:pt x="2602" y="1605"/>
                      </a:cubicBezTo>
                      <a:close/>
                      <a:moveTo>
                        <a:pt x="2981" y="1617"/>
                      </a:moveTo>
                      <a:lnTo>
                        <a:pt x="2972" y="1630"/>
                      </a:lnTo>
                      <a:cubicBezTo>
                        <a:pt x="2985" y="1639"/>
                        <a:pt x="2990" y="1643"/>
                        <a:pt x="2993" y="1643"/>
                      </a:cubicBezTo>
                      <a:cubicBezTo>
                        <a:pt x="2995" y="1643"/>
                        <a:pt x="2996" y="1642"/>
                        <a:pt x="2997" y="1639"/>
                      </a:cubicBezTo>
                      <a:cubicBezTo>
                        <a:pt x="3006" y="1630"/>
                        <a:pt x="3006" y="1630"/>
                        <a:pt x="2981" y="1617"/>
                      </a:cubicBezTo>
                      <a:close/>
                      <a:moveTo>
                        <a:pt x="2273" y="1921"/>
                      </a:moveTo>
                      <a:lnTo>
                        <a:pt x="2298" y="1931"/>
                      </a:lnTo>
                      <a:lnTo>
                        <a:pt x="2314" y="1953"/>
                      </a:lnTo>
                      <a:lnTo>
                        <a:pt x="2307" y="1959"/>
                      </a:lnTo>
                      <a:cubicBezTo>
                        <a:pt x="2289" y="1943"/>
                        <a:pt x="2270" y="1927"/>
                        <a:pt x="2273" y="1921"/>
                      </a:cubicBezTo>
                      <a:close/>
                      <a:moveTo>
                        <a:pt x="2168" y="2049"/>
                      </a:moveTo>
                      <a:cubicBezTo>
                        <a:pt x="2175" y="2049"/>
                        <a:pt x="2209" y="2082"/>
                        <a:pt x="2226" y="2097"/>
                      </a:cubicBezTo>
                      <a:cubicBezTo>
                        <a:pt x="2224" y="2099"/>
                        <a:pt x="2222" y="2101"/>
                        <a:pt x="2220" y="2101"/>
                      </a:cubicBezTo>
                      <a:cubicBezTo>
                        <a:pt x="2217" y="2101"/>
                        <a:pt x="2212" y="2097"/>
                        <a:pt x="2201" y="2087"/>
                      </a:cubicBezTo>
                      <a:cubicBezTo>
                        <a:pt x="2188" y="2075"/>
                        <a:pt x="2176" y="2065"/>
                        <a:pt x="2166" y="2050"/>
                      </a:cubicBezTo>
                      <a:cubicBezTo>
                        <a:pt x="2167" y="2049"/>
                        <a:pt x="2167" y="2049"/>
                        <a:pt x="2168" y="2049"/>
                      </a:cubicBezTo>
                      <a:close/>
                      <a:moveTo>
                        <a:pt x="2072" y="2244"/>
                      </a:moveTo>
                      <a:lnTo>
                        <a:pt x="2097" y="2253"/>
                      </a:lnTo>
                      <a:lnTo>
                        <a:pt x="2113" y="2275"/>
                      </a:lnTo>
                      <a:lnTo>
                        <a:pt x="2107" y="2278"/>
                      </a:lnTo>
                      <a:cubicBezTo>
                        <a:pt x="2088" y="2263"/>
                        <a:pt x="2069" y="2247"/>
                        <a:pt x="2072" y="2244"/>
                      </a:cubicBezTo>
                      <a:close/>
                      <a:moveTo>
                        <a:pt x="2254" y="2260"/>
                      </a:moveTo>
                      <a:cubicBezTo>
                        <a:pt x="2267" y="2272"/>
                        <a:pt x="2279" y="2285"/>
                        <a:pt x="2289" y="2297"/>
                      </a:cubicBezTo>
                      <a:lnTo>
                        <a:pt x="2286" y="2304"/>
                      </a:lnTo>
                      <a:cubicBezTo>
                        <a:pt x="2264" y="2288"/>
                        <a:pt x="2245" y="2272"/>
                        <a:pt x="2248" y="2266"/>
                      </a:cubicBezTo>
                      <a:lnTo>
                        <a:pt x="2254" y="2260"/>
                      </a:lnTo>
                      <a:close/>
                      <a:moveTo>
                        <a:pt x="1765" y="2614"/>
                      </a:moveTo>
                      <a:cubicBezTo>
                        <a:pt x="1790" y="2623"/>
                        <a:pt x="1806" y="2645"/>
                        <a:pt x="1800" y="2651"/>
                      </a:cubicBezTo>
                      <a:cubicBezTo>
                        <a:pt x="1797" y="2656"/>
                        <a:pt x="1796" y="2658"/>
                        <a:pt x="1793" y="2658"/>
                      </a:cubicBezTo>
                      <a:cubicBezTo>
                        <a:pt x="1789" y="2658"/>
                        <a:pt x="1784" y="2654"/>
                        <a:pt x="1772" y="2645"/>
                      </a:cubicBezTo>
                      <a:cubicBezTo>
                        <a:pt x="1753" y="2629"/>
                        <a:pt x="1762" y="2620"/>
                        <a:pt x="1765" y="2614"/>
                      </a:cubicBezTo>
                      <a:close/>
                      <a:moveTo>
                        <a:pt x="1602" y="2849"/>
                      </a:moveTo>
                      <a:cubicBezTo>
                        <a:pt x="1615" y="2861"/>
                        <a:pt x="1627" y="2874"/>
                        <a:pt x="1640" y="2886"/>
                      </a:cubicBezTo>
                      <a:lnTo>
                        <a:pt x="1634" y="2893"/>
                      </a:lnTo>
                      <a:cubicBezTo>
                        <a:pt x="1615" y="2877"/>
                        <a:pt x="1593" y="2861"/>
                        <a:pt x="1599" y="2855"/>
                      </a:cubicBezTo>
                      <a:lnTo>
                        <a:pt x="1602" y="2849"/>
                      </a:lnTo>
                      <a:close/>
                      <a:moveTo>
                        <a:pt x="1581" y="3188"/>
                      </a:moveTo>
                      <a:cubicBezTo>
                        <a:pt x="1582" y="3189"/>
                        <a:pt x="1583" y="3190"/>
                        <a:pt x="1584" y="3190"/>
                      </a:cubicBezTo>
                      <a:cubicBezTo>
                        <a:pt x="1589" y="3194"/>
                        <a:pt x="1591" y="3196"/>
                        <a:pt x="1591" y="3196"/>
                      </a:cubicBezTo>
                      <a:cubicBezTo>
                        <a:pt x="1591" y="3196"/>
                        <a:pt x="1587" y="3193"/>
                        <a:pt x="1581" y="3188"/>
                      </a:cubicBezTo>
                      <a:close/>
                      <a:moveTo>
                        <a:pt x="1044" y="3380"/>
                      </a:moveTo>
                      <a:cubicBezTo>
                        <a:pt x="1044" y="3380"/>
                        <a:pt x="1047" y="3382"/>
                        <a:pt x="1052" y="3385"/>
                      </a:cubicBezTo>
                      <a:lnTo>
                        <a:pt x="1052" y="3385"/>
                      </a:lnTo>
                      <a:cubicBezTo>
                        <a:pt x="1047" y="3381"/>
                        <a:pt x="1045" y="3380"/>
                        <a:pt x="1044" y="3380"/>
                      </a:cubicBezTo>
                      <a:close/>
                      <a:moveTo>
                        <a:pt x="1052" y="3385"/>
                      </a:moveTo>
                      <a:cubicBezTo>
                        <a:pt x="1057" y="3388"/>
                        <a:pt x="1064" y="3392"/>
                        <a:pt x="1073" y="3399"/>
                      </a:cubicBezTo>
                      <a:lnTo>
                        <a:pt x="1073" y="3399"/>
                      </a:lnTo>
                      <a:cubicBezTo>
                        <a:pt x="1069" y="3396"/>
                        <a:pt x="1065" y="3392"/>
                        <a:pt x="1060" y="3388"/>
                      </a:cubicBezTo>
                      <a:cubicBezTo>
                        <a:pt x="1057" y="3387"/>
                        <a:pt x="1055" y="3386"/>
                        <a:pt x="1052" y="3385"/>
                      </a:cubicBezTo>
                      <a:close/>
                      <a:moveTo>
                        <a:pt x="1345" y="3400"/>
                      </a:moveTo>
                      <a:lnTo>
                        <a:pt x="1367" y="3410"/>
                      </a:lnTo>
                      <a:cubicBezTo>
                        <a:pt x="1389" y="3425"/>
                        <a:pt x="1383" y="3432"/>
                        <a:pt x="1383" y="3432"/>
                      </a:cubicBezTo>
                      <a:cubicBezTo>
                        <a:pt x="1382" y="3433"/>
                        <a:pt x="1381" y="3433"/>
                        <a:pt x="1380" y="3433"/>
                      </a:cubicBezTo>
                      <a:cubicBezTo>
                        <a:pt x="1378" y="3433"/>
                        <a:pt x="1374" y="3431"/>
                        <a:pt x="1361" y="3422"/>
                      </a:cubicBezTo>
                      <a:cubicBezTo>
                        <a:pt x="1361" y="3422"/>
                        <a:pt x="1339" y="3407"/>
                        <a:pt x="1345" y="3400"/>
                      </a:cubicBezTo>
                      <a:close/>
                      <a:moveTo>
                        <a:pt x="1163" y="3423"/>
                      </a:moveTo>
                      <a:cubicBezTo>
                        <a:pt x="1166" y="3423"/>
                        <a:pt x="1170" y="3428"/>
                        <a:pt x="1179" y="3441"/>
                      </a:cubicBezTo>
                      <a:cubicBezTo>
                        <a:pt x="1189" y="3453"/>
                        <a:pt x="1191" y="3459"/>
                        <a:pt x="1188" y="3459"/>
                      </a:cubicBezTo>
                      <a:cubicBezTo>
                        <a:pt x="1185" y="3459"/>
                        <a:pt x="1180" y="3457"/>
                        <a:pt x="1173" y="3451"/>
                      </a:cubicBezTo>
                      <a:cubicBezTo>
                        <a:pt x="1151" y="3435"/>
                        <a:pt x="1151" y="3435"/>
                        <a:pt x="1157" y="3429"/>
                      </a:cubicBezTo>
                      <a:cubicBezTo>
                        <a:pt x="1160" y="3425"/>
                        <a:pt x="1161" y="3423"/>
                        <a:pt x="1163" y="3423"/>
                      </a:cubicBezTo>
                      <a:close/>
                      <a:moveTo>
                        <a:pt x="1126" y="3466"/>
                      </a:moveTo>
                      <a:lnTo>
                        <a:pt x="1148" y="3479"/>
                      </a:lnTo>
                      <a:lnTo>
                        <a:pt x="1145" y="3482"/>
                      </a:lnTo>
                      <a:cubicBezTo>
                        <a:pt x="1144" y="3484"/>
                        <a:pt x="1143" y="3486"/>
                        <a:pt x="1141" y="3486"/>
                      </a:cubicBezTo>
                      <a:cubicBezTo>
                        <a:pt x="1138" y="3486"/>
                        <a:pt x="1133" y="3482"/>
                        <a:pt x="1120" y="3472"/>
                      </a:cubicBezTo>
                      <a:lnTo>
                        <a:pt x="1126" y="3466"/>
                      </a:lnTo>
                      <a:close/>
                      <a:moveTo>
                        <a:pt x="1073" y="3488"/>
                      </a:moveTo>
                      <a:cubicBezTo>
                        <a:pt x="1071" y="3492"/>
                        <a:pt x="1077" y="3499"/>
                        <a:pt x="1079" y="3499"/>
                      </a:cubicBezTo>
                      <a:cubicBezTo>
                        <a:pt x="1080" y="3499"/>
                        <a:pt x="1079" y="3497"/>
                        <a:pt x="1073" y="3488"/>
                      </a:cubicBezTo>
                      <a:close/>
                      <a:moveTo>
                        <a:pt x="1311" y="3479"/>
                      </a:moveTo>
                      <a:lnTo>
                        <a:pt x="1336" y="3491"/>
                      </a:lnTo>
                      <a:lnTo>
                        <a:pt x="1352" y="3510"/>
                      </a:lnTo>
                      <a:lnTo>
                        <a:pt x="1345" y="3516"/>
                      </a:lnTo>
                      <a:cubicBezTo>
                        <a:pt x="1327" y="3501"/>
                        <a:pt x="1308" y="3485"/>
                        <a:pt x="1311" y="3479"/>
                      </a:cubicBezTo>
                      <a:close/>
                      <a:moveTo>
                        <a:pt x="1079" y="3519"/>
                      </a:moveTo>
                      <a:lnTo>
                        <a:pt x="1104" y="3532"/>
                      </a:lnTo>
                      <a:lnTo>
                        <a:pt x="1101" y="3535"/>
                      </a:lnTo>
                      <a:cubicBezTo>
                        <a:pt x="1099" y="3538"/>
                        <a:pt x="1097" y="3539"/>
                        <a:pt x="1095" y="3539"/>
                      </a:cubicBezTo>
                      <a:cubicBezTo>
                        <a:pt x="1092" y="3539"/>
                        <a:pt x="1087" y="3535"/>
                        <a:pt x="1076" y="3526"/>
                      </a:cubicBezTo>
                      <a:lnTo>
                        <a:pt x="1079" y="3519"/>
                      </a:lnTo>
                      <a:close/>
                      <a:moveTo>
                        <a:pt x="1057" y="3592"/>
                      </a:moveTo>
                      <a:lnTo>
                        <a:pt x="1057" y="3592"/>
                      </a:lnTo>
                      <a:cubicBezTo>
                        <a:pt x="1073" y="3598"/>
                        <a:pt x="1085" y="3604"/>
                        <a:pt x="1101" y="3617"/>
                      </a:cubicBezTo>
                      <a:lnTo>
                        <a:pt x="1095" y="3620"/>
                      </a:lnTo>
                      <a:cubicBezTo>
                        <a:pt x="1094" y="3621"/>
                        <a:pt x="1093" y="3621"/>
                        <a:pt x="1092" y="3621"/>
                      </a:cubicBezTo>
                      <a:cubicBezTo>
                        <a:pt x="1085" y="3621"/>
                        <a:pt x="1070" y="3610"/>
                        <a:pt x="1070" y="3610"/>
                      </a:cubicBezTo>
                      <a:cubicBezTo>
                        <a:pt x="1070" y="3610"/>
                        <a:pt x="1051" y="3595"/>
                        <a:pt x="1057" y="3592"/>
                      </a:cubicBezTo>
                      <a:close/>
                      <a:moveTo>
                        <a:pt x="873" y="3793"/>
                      </a:moveTo>
                      <a:lnTo>
                        <a:pt x="873" y="3793"/>
                      </a:lnTo>
                      <a:cubicBezTo>
                        <a:pt x="874" y="3793"/>
                        <a:pt x="877" y="3794"/>
                        <a:pt x="882" y="3798"/>
                      </a:cubicBezTo>
                      <a:lnTo>
                        <a:pt x="904" y="3814"/>
                      </a:lnTo>
                      <a:cubicBezTo>
                        <a:pt x="913" y="3831"/>
                        <a:pt x="924" y="3848"/>
                        <a:pt x="921" y="3848"/>
                      </a:cubicBezTo>
                      <a:cubicBezTo>
                        <a:pt x="920" y="3848"/>
                        <a:pt x="917" y="3846"/>
                        <a:pt x="913" y="3842"/>
                      </a:cubicBezTo>
                      <a:cubicBezTo>
                        <a:pt x="900" y="3830"/>
                        <a:pt x="888" y="3817"/>
                        <a:pt x="878" y="3805"/>
                      </a:cubicBezTo>
                      <a:cubicBezTo>
                        <a:pt x="878" y="3805"/>
                        <a:pt x="870" y="3793"/>
                        <a:pt x="873" y="3793"/>
                      </a:cubicBezTo>
                      <a:close/>
                      <a:moveTo>
                        <a:pt x="792" y="4029"/>
                      </a:moveTo>
                      <a:cubicBezTo>
                        <a:pt x="801" y="4029"/>
                        <a:pt x="836" y="4058"/>
                        <a:pt x="847" y="4080"/>
                      </a:cubicBezTo>
                      <a:cubicBezTo>
                        <a:pt x="845" y="4083"/>
                        <a:pt x="843" y="4084"/>
                        <a:pt x="841" y="4084"/>
                      </a:cubicBezTo>
                      <a:cubicBezTo>
                        <a:pt x="838" y="4084"/>
                        <a:pt x="834" y="4081"/>
                        <a:pt x="822" y="4071"/>
                      </a:cubicBezTo>
                      <a:cubicBezTo>
                        <a:pt x="800" y="4055"/>
                        <a:pt x="788" y="4033"/>
                        <a:pt x="791" y="4030"/>
                      </a:cubicBezTo>
                      <a:cubicBezTo>
                        <a:pt x="791" y="4030"/>
                        <a:pt x="792" y="4029"/>
                        <a:pt x="792" y="4029"/>
                      </a:cubicBezTo>
                      <a:close/>
                      <a:moveTo>
                        <a:pt x="177" y="4791"/>
                      </a:moveTo>
                      <a:cubicBezTo>
                        <a:pt x="178" y="4791"/>
                        <a:pt x="188" y="4798"/>
                        <a:pt x="208" y="4814"/>
                      </a:cubicBezTo>
                      <a:cubicBezTo>
                        <a:pt x="227" y="4829"/>
                        <a:pt x="249" y="4845"/>
                        <a:pt x="242" y="4848"/>
                      </a:cubicBezTo>
                      <a:cubicBezTo>
                        <a:pt x="253" y="4863"/>
                        <a:pt x="255" y="4869"/>
                        <a:pt x="253" y="4869"/>
                      </a:cubicBezTo>
                      <a:cubicBezTo>
                        <a:pt x="247" y="4869"/>
                        <a:pt x="223" y="4846"/>
                        <a:pt x="205" y="4817"/>
                      </a:cubicBezTo>
                      <a:cubicBezTo>
                        <a:pt x="185" y="4799"/>
                        <a:pt x="176" y="4791"/>
                        <a:pt x="177" y="4791"/>
                      </a:cubicBezTo>
                      <a:close/>
                      <a:moveTo>
                        <a:pt x="3673" y="102"/>
                      </a:moveTo>
                      <a:cubicBezTo>
                        <a:pt x="3666" y="102"/>
                        <a:pt x="3678" y="118"/>
                        <a:pt x="3711" y="144"/>
                      </a:cubicBezTo>
                      <a:cubicBezTo>
                        <a:pt x="3745" y="171"/>
                        <a:pt x="3760" y="182"/>
                        <a:pt x="3758" y="182"/>
                      </a:cubicBezTo>
                      <a:cubicBezTo>
                        <a:pt x="3757" y="182"/>
                        <a:pt x="3746" y="175"/>
                        <a:pt x="3727" y="163"/>
                      </a:cubicBezTo>
                      <a:cubicBezTo>
                        <a:pt x="3703" y="145"/>
                        <a:pt x="3692" y="139"/>
                        <a:pt x="3686" y="139"/>
                      </a:cubicBezTo>
                      <a:cubicBezTo>
                        <a:pt x="3682" y="139"/>
                        <a:pt x="3679" y="142"/>
                        <a:pt x="3677" y="144"/>
                      </a:cubicBezTo>
                      <a:cubicBezTo>
                        <a:pt x="3676" y="145"/>
                        <a:pt x="3675" y="146"/>
                        <a:pt x="3674" y="146"/>
                      </a:cubicBezTo>
                      <a:cubicBezTo>
                        <a:pt x="3672" y="146"/>
                        <a:pt x="3668" y="143"/>
                        <a:pt x="3655" y="135"/>
                      </a:cubicBezTo>
                      <a:cubicBezTo>
                        <a:pt x="3637" y="122"/>
                        <a:pt x="3619" y="111"/>
                        <a:pt x="3610" y="111"/>
                      </a:cubicBezTo>
                      <a:cubicBezTo>
                        <a:pt x="3608" y="111"/>
                        <a:pt x="3606" y="112"/>
                        <a:pt x="3605" y="113"/>
                      </a:cubicBezTo>
                      <a:cubicBezTo>
                        <a:pt x="3602" y="119"/>
                        <a:pt x="3602" y="119"/>
                        <a:pt x="3621" y="135"/>
                      </a:cubicBezTo>
                      <a:cubicBezTo>
                        <a:pt x="3634" y="140"/>
                        <a:pt x="3637" y="145"/>
                        <a:pt x="3632" y="145"/>
                      </a:cubicBezTo>
                      <a:cubicBezTo>
                        <a:pt x="3626" y="145"/>
                        <a:pt x="3613" y="141"/>
                        <a:pt x="3592" y="129"/>
                      </a:cubicBezTo>
                      <a:cubicBezTo>
                        <a:pt x="3583" y="125"/>
                        <a:pt x="3578" y="123"/>
                        <a:pt x="3576" y="123"/>
                      </a:cubicBezTo>
                      <a:cubicBezTo>
                        <a:pt x="3572" y="123"/>
                        <a:pt x="3582" y="130"/>
                        <a:pt x="3608" y="151"/>
                      </a:cubicBezTo>
                      <a:cubicBezTo>
                        <a:pt x="3631" y="170"/>
                        <a:pt x="3638" y="181"/>
                        <a:pt x="3629" y="181"/>
                      </a:cubicBezTo>
                      <a:cubicBezTo>
                        <a:pt x="3624" y="181"/>
                        <a:pt x="3613" y="176"/>
                        <a:pt x="3595" y="166"/>
                      </a:cubicBezTo>
                      <a:lnTo>
                        <a:pt x="3586" y="176"/>
                      </a:lnTo>
                      <a:cubicBezTo>
                        <a:pt x="3580" y="182"/>
                        <a:pt x="3602" y="198"/>
                        <a:pt x="3621" y="213"/>
                      </a:cubicBezTo>
                      <a:cubicBezTo>
                        <a:pt x="3647" y="234"/>
                        <a:pt x="3656" y="241"/>
                        <a:pt x="3653" y="241"/>
                      </a:cubicBezTo>
                      <a:cubicBezTo>
                        <a:pt x="3651" y="241"/>
                        <a:pt x="3645" y="239"/>
                        <a:pt x="3636" y="235"/>
                      </a:cubicBezTo>
                      <a:cubicBezTo>
                        <a:pt x="3621" y="229"/>
                        <a:pt x="3605" y="220"/>
                        <a:pt x="3592" y="210"/>
                      </a:cubicBezTo>
                      <a:cubicBezTo>
                        <a:pt x="3582" y="202"/>
                        <a:pt x="3576" y="199"/>
                        <a:pt x="3571" y="199"/>
                      </a:cubicBezTo>
                      <a:cubicBezTo>
                        <a:pt x="3568" y="199"/>
                        <a:pt x="3566" y="201"/>
                        <a:pt x="3564" y="204"/>
                      </a:cubicBezTo>
                      <a:cubicBezTo>
                        <a:pt x="3558" y="210"/>
                        <a:pt x="3548" y="220"/>
                        <a:pt x="3570" y="235"/>
                      </a:cubicBezTo>
                      <a:lnTo>
                        <a:pt x="3548" y="220"/>
                      </a:lnTo>
                      <a:cubicBezTo>
                        <a:pt x="3548" y="221"/>
                        <a:pt x="3547" y="221"/>
                        <a:pt x="3545" y="221"/>
                      </a:cubicBezTo>
                      <a:cubicBezTo>
                        <a:pt x="3542" y="221"/>
                        <a:pt x="3538" y="219"/>
                        <a:pt x="3537" y="219"/>
                      </a:cubicBezTo>
                      <a:lnTo>
                        <a:pt x="3537" y="219"/>
                      </a:lnTo>
                      <a:cubicBezTo>
                        <a:pt x="3537" y="219"/>
                        <a:pt x="3539" y="220"/>
                        <a:pt x="3545" y="226"/>
                      </a:cubicBezTo>
                      <a:cubicBezTo>
                        <a:pt x="3545" y="226"/>
                        <a:pt x="3544" y="229"/>
                        <a:pt x="3534" y="229"/>
                      </a:cubicBezTo>
                      <a:cubicBezTo>
                        <a:pt x="3529" y="229"/>
                        <a:pt x="3521" y="228"/>
                        <a:pt x="3511" y="226"/>
                      </a:cubicBezTo>
                      <a:cubicBezTo>
                        <a:pt x="3509" y="225"/>
                        <a:pt x="3508" y="225"/>
                        <a:pt x="3506" y="225"/>
                      </a:cubicBezTo>
                      <a:cubicBezTo>
                        <a:pt x="3486" y="225"/>
                        <a:pt x="3514" y="270"/>
                        <a:pt x="3564" y="282"/>
                      </a:cubicBezTo>
                      <a:lnTo>
                        <a:pt x="3558" y="289"/>
                      </a:lnTo>
                      <a:cubicBezTo>
                        <a:pt x="3555" y="295"/>
                        <a:pt x="3574" y="310"/>
                        <a:pt x="3574" y="310"/>
                      </a:cubicBezTo>
                      <a:cubicBezTo>
                        <a:pt x="3592" y="326"/>
                        <a:pt x="3589" y="329"/>
                        <a:pt x="3586" y="336"/>
                      </a:cubicBezTo>
                      <a:lnTo>
                        <a:pt x="3545" y="304"/>
                      </a:lnTo>
                      <a:cubicBezTo>
                        <a:pt x="3516" y="278"/>
                        <a:pt x="3494" y="264"/>
                        <a:pt x="3488" y="264"/>
                      </a:cubicBezTo>
                      <a:cubicBezTo>
                        <a:pt x="3483" y="264"/>
                        <a:pt x="3490" y="276"/>
                        <a:pt x="3517" y="301"/>
                      </a:cubicBezTo>
                      <a:lnTo>
                        <a:pt x="3495" y="285"/>
                      </a:lnTo>
                      <a:cubicBezTo>
                        <a:pt x="3488" y="279"/>
                        <a:pt x="3483" y="276"/>
                        <a:pt x="3480" y="276"/>
                      </a:cubicBezTo>
                      <a:cubicBezTo>
                        <a:pt x="3476" y="276"/>
                        <a:pt x="3477" y="284"/>
                        <a:pt x="3483" y="301"/>
                      </a:cubicBezTo>
                      <a:cubicBezTo>
                        <a:pt x="3480" y="307"/>
                        <a:pt x="3514" y="342"/>
                        <a:pt x="3533" y="357"/>
                      </a:cubicBezTo>
                      <a:cubicBezTo>
                        <a:pt x="3555" y="373"/>
                        <a:pt x="3548" y="379"/>
                        <a:pt x="3548" y="379"/>
                      </a:cubicBezTo>
                      <a:cubicBezTo>
                        <a:pt x="3547" y="382"/>
                        <a:pt x="3546" y="383"/>
                        <a:pt x="3545" y="383"/>
                      </a:cubicBezTo>
                      <a:cubicBezTo>
                        <a:pt x="3542" y="383"/>
                        <a:pt x="3537" y="380"/>
                        <a:pt x="3523" y="370"/>
                      </a:cubicBezTo>
                      <a:cubicBezTo>
                        <a:pt x="3508" y="357"/>
                        <a:pt x="3497" y="351"/>
                        <a:pt x="3492" y="351"/>
                      </a:cubicBezTo>
                      <a:cubicBezTo>
                        <a:pt x="3485" y="351"/>
                        <a:pt x="3491" y="363"/>
                        <a:pt x="3511" y="386"/>
                      </a:cubicBezTo>
                      <a:lnTo>
                        <a:pt x="3492" y="370"/>
                      </a:lnTo>
                      <a:cubicBezTo>
                        <a:pt x="3483" y="363"/>
                        <a:pt x="3473" y="357"/>
                        <a:pt x="3464" y="357"/>
                      </a:cubicBezTo>
                      <a:cubicBezTo>
                        <a:pt x="3454" y="357"/>
                        <a:pt x="3447" y="364"/>
                        <a:pt x="3445" y="386"/>
                      </a:cubicBezTo>
                      <a:cubicBezTo>
                        <a:pt x="3432" y="401"/>
                        <a:pt x="3421" y="414"/>
                        <a:pt x="3410" y="414"/>
                      </a:cubicBezTo>
                      <a:cubicBezTo>
                        <a:pt x="3405" y="414"/>
                        <a:pt x="3400" y="412"/>
                        <a:pt x="3395" y="408"/>
                      </a:cubicBezTo>
                      <a:cubicBezTo>
                        <a:pt x="3392" y="406"/>
                        <a:pt x="3390" y="405"/>
                        <a:pt x="3389" y="405"/>
                      </a:cubicBezTo>
                      <a:cubicBezTo>
                        <a:pt x="3378" y="405"/>
                        <a:pt x="3399" y="450"/>
                        <a:pt x="3426" y="486"/>
                      </a:cubicBezTo>
                      <a:cubicBezTo>
                        <a:pt x="3418" y="479"/>
                        <a:pt x="3413" y="476"/>
                        <a:pt x="3409" y="476"/>
                      </a:cubicBezTo>
                      <a:cubicBezTo>
                        <a:pt x="3403" y="476"/>
                        <a:pt x="3400" y="481"/>
                        <a:pt x="3395" y="486"/>
                      </a:cubicBezTo>
                      <a:cubicBezTo>
                        <a:pt x="3387" y="496"/>
                        <a:pt x="3383" y="500"/>
                        <a:pt x="3378" y="500"/>
                      </a:cubicBezTo>
                      <a:cubicBezTo>
                        <a:pt x="3374" y="500"/>
                        <a:pt x="3369" y="497"/>
                        <a:pt x="3360" y="489"/>
                      </a:cubicBezTo>
                      <a:cubicBezTo>
                        <a:pt x="3344" y="471"/>
                        <a:pt x="3335" y="461"/>
                        <a:pt x="3334" y="461"/>
                      </a:cubicBezTo>
                      <a:lnTo>
                        <a:pt x="3334" y="461"/>
                      </a:lnTo>
                      <a:cubicBezTo>
                        <a:pt x="3333" y="461"/>
                        <a:pt x="3341" y="471"/>
                        <a:pt x="3357" y="492"/>
                      </a:cubicBezTo>
                      <a:cubicBezTo>
                        <a:pt x="3375" y="512"/>
                        <a:pt x="3374" y="521"/>
                        <a:pt x="3364" y="521"/>
                      </a:cubicBezTo>
                      <a:cubicBezTo>
                        <a:pt x="3355" y="521"/>
                        <a:pt x="3338" y="513"/>
                        <a:pt x="3320" y="498"/>
                      </a:cubicBezTo>
                      <a:cubicBezTo>
                        <a:pt x="3310" y="492"/>
                        <a:pt x="3304" y="489"/>
                        <a:pt x="3300" y="489"/>
                      </a:cubicBezTo>
                      <a:cubicBezTo>
                        <a:pt x="3294" y="489"/>
                        <a:pt x="3290" y="493"/>
                        <a:pt x="3285" y="498"/>
                      </a:cubicBezTo>
                      <a:cubicBezTo>
                        <a:pt x="3298" y="511"/>
                        <a:pt x="3298" y="533"/>
                        <a:pt x="3282" y="542"/>
                      </a:cubicBezTo>
                      <a:cubicBezTo>
                        <a:pt x="3270" y="558"/>
                        <a:pt x="3270" y="558"/>
                        <a:pt x="3310" y="589"/>
                      </a:cubicBezTo>
                      <a:cubicBezTo>
                        <a:pt x="3348" y="621"/>
                        <a:pt x="3345" y="627"/>
                        <a:pt x="3335" y="636"/>
                      </a:cubicBezTo>
                      <a:cubicBezTo>
                        <a:pt x="3334" y="640"/>
                        <a:pt x="3331" y="643"/>
                        <a:pt x="3326" y="643"/>
                      </a:cubicBezTo>
                      <a:cubicBezTo>
                        <a:pt x="3322" y="643"/>
                        <a:pt x="3316" y="641"/>
                        <a:pt x="3307" y="633"/>
                      </a:cubicBezTo>
                      <a:cubicBezTo>
                        <a:pt x="3307" y="633"/>
                        <a:pt x="3291" y="625"/>
                        <a:pt x="3283" y="625"/>
                      </a:cubicBezTo>
                      <a:cubicBezTo>
                        <a:pt x="3281" y="625"/>
                        <a:pt x="3280" y="626"/>
                        <a:pt x="3279" y="627"/>
                      </a:cubicBezTo>
                      <a:cubicBezTo>
                        <a:pt x="3276" y="630"/>
                        <a:pt x="3273" y="632"/>
                        <a:pt x="3270" y="632"/>
                      </a:cubicBezTo>
                      <a:cubicBezTo>
                        <a:pt x="3266" y="632"/>
                        <a:pt x="3260" y="630"/>
                        <a:pt x="3251" y="624"/>
                      </a:cubicBezTo>
                      <a:cubicBezTo>
                        <a:pt x="3251" y="624"/>
                        <a:pt x="3240" y="618"/>
                        <a:pt x="3229" y="618"/>
                      </a:cubicBezTo>
                      <a:cubicBezTo>
                        <a:pt x="3224" y="618"/>
                        <a:pt x="3219" y="620"/>
                        <a:pt x="3216" y="624"/>
                      </a:cubicBezTo>
                      <a:cubicBezTo>
                        <a:pt x="3210" y="630"/>
                        <a:pt x="3204" y="638"/>
                        <a:pt x="3195" y="638"/>
                      </a:cubicBezTo>
                      <a:cubicBezTo>
                        <a:pt x="3190" y="638"/>
                        <a:pt x="3185" y="635"/>
                        <a:pt x="3179" y="630"/>
                      </a:cubicBezTo>
                      <a:lnTo>
                        <a:pt x="3179" y="630"/>
                      </a:lnTo>
                      <a:cubicBezTo>
                        <a:pt x="3176" y="633"/>
                        <a:pt x="3176" y="633"/>
                        <a:pt x="3194" y="649"/>
                      </a:cubicBezTo>
                      <a:cubicBezTo>
                        <a:pt x="3213" y="665"/>
                        <a:pt x="3229" y="687"/>
                        <a:pt x="3191" y="693"/>
                      </a:cubicBezTo>
                      <a:cubicBezTo>
                        <a:pt x="3182" y="702"/>
                        <a:pt x="3169" y="718"/>
                        <a:pt x="3188" y="734"/>
                      </a:cubicBezTo>
                      <a:cubicBezTo>
                        <a:pt x="3187" y="736"/>
                        <a:pt x="3186" y="737"/>
                        <a:pt x="3185" y="737"/>
                      </a:cubicBezTo>
                      <a:cubicBezTo>
                        <a:pt x="3182" y="737"/>
                        <a:pt x="3178" y="734"/>
                        <a:pt x="3166" y="724"/>
                      </a:cubicBezTo>
                      <a:cubicBezTo>
                        <a:pt x="3151" y="712"/>
                        <a:pt x="3139" y="707"/>
                        <a:pt x="3134" y="707"/>
                      </a:cubicBezTo>
                      <a:cubicBezTo>
                        <a:pt x="3124" y="707"/>
                        <a:pt x="3128" y="721"/>
                        <a:pt x="3147" y="746"/>
                      </a:cubicBezTo>
                      <a:cubicBezTo>
                        <a:pt x="3159" y="756"/>
                        <a:pt x="3162" y="762"/>
                        <a:pt x="3157" y="762"/>
                      </a:cubicBezTo>
                      <a:cubicBezTo>
                        <a:pt x="3153" y="762"/>
                        <a:pt x="3147" y="760"/>
                        <a:pt x="3138" y="755"/>
                      </a:cubicBezTo>
                      <a:lnTo>
                        <a:pt x="3138" y="755"/>
                      </a:lnTo>
                      <a:cubicBezTo>
                        <a:pt x="3138" y="755"/>
                        <a:pt x="3135" y="762"/>
                        <a:pt x="3150" y="784"/>
                      </a:cubicBezTo>
                      <a:cubicBezTo>
                        <a:pt x="3162" y="797"/>
                        <a:pt x="3165" y="801"/>
                        <a:pt x="3155" y="801"/>
                      </a:cubicBezTo>
                      <a:cubicBezTo>
                        <a:pt x="3150" y="801"/>
                        <a:pt x="3144" y="800"/>
                        <a:pt x="3135" y="799"/>
                      </a:cubicBezTo>
                      <a:cubicBezTo>
                        <a:pt x="3125" y="791"/>
                        <a:pt x="3120" y="789"/>
                        <a:pt x="3116" y="789"/>
                      </a:cubicBezTo>
                      <a:cubicBezTo>
                        <a:pt x="3112" y="789"/>
                        <a:pt x="3110" y="791"/>
                        <a:pt x="3107" y="793"/>
                      </a:cubicBezTo>
                      <a:cubicBezTo>
                        <a:pt x="3118" y="819"/>
                        <a:pt x="3078" y="870"/>
                        <a:pt x="3051" y="870"/>
                      </a:cubicBezTo>
                      <a:cubicBezTo>
                        <a:pt x="3049" y="870"/>
                        <a:pt x="3046" y="869"/>
                        <a:pt x="3044" y="868"/>
                      </a:cubicBezTo>
                      <a:lnTo>
                        <a:pt x="3044" y="868"/>
                      </a:lnTo>
                      <a:cubicBezTo>
                        <a:pt x="3060" y="890"/>
                        <a:pt x="3060" y="890"/>
                        <a:pt x="3056" y="896"/>
                      </a:cubicBezTo>
                      <a:cubicBezTo>
                        <a:pt x="3042" y="888"/>
                        <a:pt x="3034" y="885"/>
                        <a:pt x="3031" y="885"/>
                      </a:cubicBezTo>
                      <a:cubicBezTo>
                        <a:pt x="3025" y="885"/>
                        <a:pt x="3040" y="900"/>
                        <a:pt x="3066" y="922"/>
                      </a:cubicBezTo>
                      <a:lnTo>
                        <a:pt x="3072" y="915"/>
                      </a:lnTo>
                      <a:lnTo>
                        <a:pt x="3075" y="912"/>
                      </a:lnTo>
                      <a:cubicBezTo>
                        <a:pt x="3098" y="929"/>
                        <a:pt x="3104" y="942"/>
                        <a:pt x="3095" y="942"/>
                      </a:cubicBezTo>
                      <a:cubicBezTo>
                        <a:pt x="3088" y="942"/>
                        <a:pt x="3071" y="933"/>
                        <a:pt x="3044" y="912"/>
                      </a:cubicBezTo>
                      <a:cubicBezTo>
                        <a:pt x="3024" y="901"/>
                        <a:pt x="3013" y="894"/>
                        <a:pt x="3010" y="894"/>
                      </a:cubicBezTo>
                      <a:lnTo>
                        <a:pt x="3010" y="894"/>
                      </a:lnTo>
                      <a:cubicBezTo>
                        <a:pt x="3007" y="894"/>
                        <a:pt x="3016" y="903"/>
                        <a:pt x="3035" y="922"/>
                      </a:cubicBezTo>
                      <a:cubicBezTo>
                        <a:pt x="3055" y="944"/>
                        <a:pt x="3062" y="955"/>
                        <a:pt x="3055" y="955"/>
                      </a:cubicBezTo>
                      <a:cubicBezTo>
                        <a:pt x="3049" y="955"/>
                        <a:pt x="3038" y="950"/>
                        <a:pt x="3019" y="940"/>
                      </a:cubicBezTo>
                      <a:cubicBezTo>
                        <a:pt x="3000" y="925"/>
                        <a:pt x="2991" y="917"/>
                        <a:pt x="2990" y="917"/>
                      </a:cubicBezTo>
                      <a:lnTo>
                        <a:pt x="2990" y="917"/>
                      </a:lnTo>
                      <a:cubicBezTo>
                        <a:pt x="2989" y="917"/>
                        <a:pt x="2998" y="926"/>
                        <a:pt x="3016" y="943"/>
                      </a:cubicBezTo>
                      <a:cubicBezTo>
                        <a:pt x="3061" y="991"/>
                        <a:pt x="3080" y="1021"/>
                        <a:pt x="3068" y="1021"/>
                      </a:cubicBezTo>
                      <a:cubicBezTo>
                        <a:pt x="3061" y="1021"/>
                        <a:pt x="3043" y="1011"/>
                        <a:pt x="3013" y="987"/>
                      </a:cubicBezTo>
                      <a:cubicBezTo>
                        <a:pt x="2979" y="960"/>
                        <a:pt x="2956" y="949"/>
                        <a:pt x="2949" y="949"/>
                      </a:cubicBezTo>
                      <a:cubicBezTo>
                        <a:pt x="2948" y="949"/>
                        <a:pt x="2947" y="949"/>
                        <a:pt x="2947" y="950"/>
                      </a:cubicBezTo>
                      <a:cubicBezTo>
                        <a:pt x="2940" y="956"/>
                        <a:pt x="2959" y="972"/>
                        <a:pt x="2981" y="987"/>
                      </a:cubicBezTo>
                      <a:cubicBezTo>
                        <a:pt x="3007" y="1002"/>
                        <a:pt x="3015" y="1010"/>
                        <a:pt x="3009" y="1010"/>
                      </a:cubicBezTo>
                      <a:cubicBezTo>
                        <a:pt x="3004" y="1010"/>
                        <a:pt x="2991" y="1006"/>
                        <a:pt x="2972" y="997"/>
                      </a:cubicBezTo>
                      <a:cubicBezTo>
                        <a:pt x="2945" y="986"/>
                        <a:pt x="2927" y="981"/>
                        <a:pt x="2916" y="981"/>
                      </a:cubicBezTo>
                      <a:cubicBezTo>
                        <a:pt x="2898" y="981"/>
                        <a:pt x="2900" y="996"/>
                        <a:pt x="2915" y="1025"/>
                      </a:cubicBezTo>
                      <a:cubicBezTo>
                        <a:pt x="2928" y="1056"/>
                        <a:pt x="2929" y="1075"/>
                        <a:pt x="2923" y="1075"/>
                      </a:cubicBezTo>
                      <a:cubicBezTo>
                        <a:pt x="2918" y="1075"/>
                        <a:pt x="2910" y="1066"/>
                        <a:pt x="2900" y="1047"/>
                      </a:cubicBezTo>
                      <a:cubicBezTo>
                        <a:pt x="2882" y="1024"/>
                        <a:pt x="2874" y="1014"/>
                        <a:pt x="2873" y="1014"/>
                      </a:cubicBezTo>
                      <a:lnTo>
                        <a:pt x="2873" y="1014"/>
                      </a:lnTo>
                      <a:cubicBezTo>
                        <a:pt x="2871" y="1014"/>
                        <a:pt x="2874" y="1020"/>
                        <a:pt x="2878" y="1031"/>
                      </a:cubicBezTo>
                      <a:cubicBezTo>
                        <a:pt x="2868" y="1041"/>
                        <a:pt x="2862" y="1053"/>
                        <a:pt x="2856" y="1059"/>
                      </a:cubicBezTo>
                      <a:cubicBezTo>
                        <a:pt x="2853" y="1063"/>
                        <a:pt x="2868" y="1085"/>
                        <a:pt x="2887" y="1100"/>
                      </a:cubicBezTo>
                      <a:cubicBezTo>
                        <a:pt x="2866" y="1088"/>
                        <a:pt x="2849" y="1081"/>
                        <a:pt x="2840" y="1081"/>
                      </a:cubicBezTo>
                      <a:cubicBezTo>
                        <a:pt x="2830" y="1081"/>
                        <a:pt x="2830" y="1090"/>
                        <a:pt x="2846" y="1113"/>
                      </a:cubicBezTo>
                      <a:lnTo>
                        <a:pt x="2837" y="1122"/>
                      </a:lnTo>
                      <a:cubicBezTo>
                        <a:pt x="2831" y="1128"/>
                        <a:pt x="2831" y="1128"/>
                        <a:pt x="2846" y="1147"/>
                      </a:cubicBezTo>
                      <a:cubicBezTo>
                        <a:pt x="2854" y="1157"/>
                        <a:pt x="2852" y="1161"/>
                        <a:pt x="2847" y="1161"/>
                      </a:cubicBezTo>
                      <a:cubicBezTo>
                        <a:pt x="2840" y="1161"/>
                        <a:pt x="2827" y="1155"/>
                        <a:pt x="2815" y="1150"/>
                      </a:cubicBezTo>
                      <a:cubicBezTo>
                        <a:pt x="2799" y="1142"/>
                        <a:pt x="2784" y="1136"/>
                        <a:pt x="2779" y="1136"/>
                      </a:cubicBezTo>
                      <a:cubicBezTo>
                        <a:pt x="2776" y="1136"/>
                        <a:pt x="2777" y="1138"/>
                        <a:pt x="2784" y="1144"/>
                      </a:cubicBezTo>
                      <a:cubicBezTo>
                        <a:pt x="2803" y="1163"/>
                        <a:pt x="2818" y="1185"/>
                        <a:pt x="2831" y="1207"/>
                      </a:cubicBezTo>
                      <a:cubicBezTo>
                        <a:pt x="2837" y="1215"/>
                        <a:pt x="2837" y="1218"/>
                        <a:pt x="2834" y="1218"/>
                      </a:cubicBezTo>
                      <a:cubicBezTo>
                        <a:pt x="2829" y="1218"/>
                        <a:pt x="2816" y="1209"/>
                        <a:pt x="2806" y="1197"/>
                      </a:cubicBezTo>
                      <a:cubicBezTo>
                        <a:pt x="2793" y="1185"/>
                        <a:pt x="2778" y="1175"/>
                        <a:pt x="2759" y="1175"/>
                      </a:cubicBezTo>
                      <a:cubicBezTo>
                        <a:pt x="2756" y="1182"/>
                        <a:pt x="2746" y="1191"/>
                        <a:pt x="2765" y="1207"/>
                      </a:cubicBezTo>
                      <a:cubicBezTo>
                        <a:pt x="2781" y="1220"/>
                        <a:pt x="2765" y="1247"/>
                        <a:pt x="2745" y="1247"/>
                      </a:cubicBezTo>
                      <a:cubicBezTo>
                        <a:pt x="2741" y="1247"/>
                        <a:pt x="2737" y="1246"/>
                        <a:pt x="2734" y="1244"/>
                      </a:cubicBezTo>
                      <a:lnTo>
                        <a:pt x="2724" y="1257"/>
                      </a:lnTo>
                      <a:cubicBezTo>
                        <a:pt x="2721" y="1263"/>
                        <a:pt x="2737" y="1282"/>
                        <a:pt x="2731" y="1288"/>
                      </a:cubicBezTo>
                      <a:cubicBezTo>
                        <a:pt x="2731" y="1288"/>
                        <a:pt x="2727" y="1294"/>
                        <a:pt x="2743" y="1313"/>
                      </a:cubicBezTo>
                      <a:cubicBezTo>
                        <a:pt x="2740" y="1317"/>
                        <a:pt x="2737" y="1320"/>
                        <a:pt x="2733" y="1320"/>
                      </a:cubicBezTo>
                      <a:cubicBezTo>
                        <a:pt x="2729" y="1320"/>
                        <a:pt x="2724" y="1317"/>
                        <a:pt x="2715" y="1310"/>
                      </a:cubicBezTo>
                      <a:lnTo>
                        <a:pt x="2715" y="1310"/>
                      </a:lnTo>
                      <a:cubicBezTo>
                        <a:pt x="2733" y="1329"/>
                        <a:pt x="2742" y="1337"/>
                        <a:pt x="2739" y="1337"/>
                      </a:cubicBezTo>
                      <a:cubicBezTo>
                        <a:pt x="2737" y="1337"/>
                        <a:pt x="2726" y="1331"/>
                        <a:pt x="2705" y="1320"/>
                      </a:cubicBezTo>
                      <a:cubicBezTo>
                        <a:pt x="2686" y="1305"/>
                        <a:pt x="2676" y="1297"/>
                        <a:pt x="2674" y="1297"/>
                      </a:cubicBezTo>
                      <a:lnTo>
                        <a:pt x="2674" y="1297"/>
                      </a:lnTo>
                      <a:cubicBezTo>
                        <a:pt x="2673" y="1297"/>
                        <a:pt x="2681" y="1306"/>
                        <a:pt x="2699" y="1326"/>
                      </a:cubicBezTo>
                      <a:cubicBezTo>
                        <a:pt x="2708" y="1338"/>
                        <a:pt x="2712" y="1344"/>
                        <a:pt x="2709" y="1344"/>
                      </a:cubicBezTo>
                      <a:cubicBezTo>
                        <a:pt x="2707" y="1344"/>
                        <a:pt x="2701" y="1341"/>
                        <a:pt x="2690" y="1335"/>
                      </a:cubicBezTo>
                      <a:cubicBezTo>
                        <a:pt x="2682" y="1329"/>
                        <a:pt x="2677" y="1326"/>
                        <a:pt x="2675" y="1326"/>
                      </a:cubicBezTo>
                      <a:cubicBezTo>
                        <a:pt x="2672" y="1326"/>
                        <a:pt x="2675" y="1332"/>
                        <a:pt x="2687" y="1341"/>
                      </a:cubicBezTo>
                      <a:cubicBezTo>
                        <a:pt x="2711" y="1368"/>
                        <a:pt x="2721" y="1392"/>
                        <a:pt x="2712" y="1392"/>
                      </a:cubicBezTo>
                      <a:cubicBezTo>
                        <a:pt x="2708" y="1392"/>
                        <a:pt x="2701" y="1388"/>
                        <a:pt x="2690" y="1379"/>
                      </a:cubicBezTo>
                      <a:lnTo>
                        <a:pt x="2690" y="1379"/>
                      </a:lnTo>
                      <a:cubicBezTo>
                        <a:pt x="2690" y="1379"/>
                        <a:pt x="2684" y="1385"/>
                        <a:pt x="2699" y="1404"/>
                      </a:cubicBezTo>
                      <a:cubicBezTo>
                        <a:pt x="2717" y="1424"/>
                        <a:pt x="2726" y="1433"/>
                        <a:pt x="2725" y="1433"/>
                      </a:cubicBezTo>
                      <a:cubicBezTo>
                        <a:pt x="2723" y="1433"/>
                        <a:pt x="2714" y="1425"/>
                        <a:pt x="2696" y="1410"/>
                      </a:cubicBezTo>
                      <a:cubicBezTo>
                        <a:pt x="2678" y="1400"/>
                        <a:pt x="2666" y="1395"/>
                        <a:pt x="2662" y="1395"/>
                      </a:cubicBezTo>
                      <a:cubicBezTo>
                        <a:pt x="2654" y="1395"/>
                        <a:pt x="2661" y="1406"/>
                        <a:pt x="2684" y="1426"/>
                      </a:cubicBezTo>
                      <a:cubicBezTo>
                        <a:pt x="2684" y="1426"/>
                        <a:pt x="2692" y="1441"/>
                        <a:pt x="2683" y="1441"/>
                      </a:cubicBezTo>
                      <a:cubicBezTo>
                        <a:pt x="2681" y="1441"/>
                        <a:pt x="2678" y="1440"/>
                        <a:pt x="2674" y="1439"/>
                      </a:cubicBezTo>
                      <a:cubicBezTo>
                        <a:pt x="2670" y="1438"/>
                        <a:pt x="2665" y="1437"/>
                        <a:pt x="2661" y="1437"/>
                      </a:cubicBezTo>
                      <a:cubicBezTo>
                        <a:pt x="2634" y="1437"/>
                        <a:pt x="2605" y="1452"/>
                        <a:pt x="2643" y="1476"/>
                      </a:cubicBezTo>
                      <a:lnTo>
                        <a:pt x="2633" y="1486"/>
                      </a:lnTo>
                      <a:cubicBezTo>
                        <a:pt x="2628" y="1485"/>
                        <a:pt x="2623" y="1485"/>
                        <a:pt x="2619" y="1485"/>
                      </a:cubicBezTo>
                      <a:cubicBezTo>
                        <a:pt x="2604" y="1485"/>
                        <a:pt x="2602" y="1490"/>
                        <a:pt x="2615" y="1508"/>
                      </a:cubicBezTo>
                      <a:lnTo>
                        <a:pt x="2630" y="1530"/>
                      </a:lnTo>
                      <a:cubicBezTo>
                        <a:pt x="2615" y="1517"/>
                        <a:pt x="2595" y="1506"/>
                        <a:pt x="2587" y="1506"/>
                      </a:cubicBezTo>
                      <a:cubicBezTo>
                        <a:pt x="2585" y="1506"/>
                        <a:pt x="2584" y="1506"/>
                        <a:pt x="2583" y="1508"/>
                      </a:cubicBezTo>
                      <a:cubicBezTo>
                        <a:pt x="2577" y="1514"/>
                        <a:pt x="2577" y="1514"/>
                        <a:pt x="2599" y="1530"/>
                      </a:cubicBezTo>
                      <a:cubicBezTo>
                        <a:pt x="2621" y="1539"/>
                        <a:pt x="2618" y="1545"/>
                        <a:pt x="2611" y="1548"/>
                      </a:cubicBezTo>
                      <a:cubicBezTo>
                        <a:pt x="2611" y="1550"/>
                        <a:pt x="2609" y="1550"/>
                        <a:pt x="2607" y="1550"/>
                      </a:cubicBezTo>
                      <a:cubicBezTo>
                        <a:pt x="2598" y="1550"/>
                        <a:pt x="2579" y="1542"/>
                        <a:pt x="2564" y="1530"/>
                      </a:cubicBezTo>
                      <a:lnTo>
                        <a:pt x="2561" y="1536"/>
                      </a:lnTo>
                      <a:cubicBezTo>
                        <a:pt x="2585" y="1555"/>
                        <a:pt x="2592" y="1564"/>
                        <a:pt x="2589" y="1564"/>
                      </a:cubicBezTo>
                      <a:cubicBezTo>
                        <a:pt x="2588" y="1564"/>
                        <a:pt x="2582" y="1561"/>
                        <a:pt x="2574" y="1555"/>
                      </a:cubicBezTo>
                      <a:cubicBezTo>
                        <a:pt x="2566" y="1551"/>
                        <a:pt x="2560" y="1550"/>
                        <a:pt x="2555" y="1550"/>
                      </a:cubicBezTo>
                      <a:cubicBezTo>
                        <a:pt x="2548" y="1550"/>
                        <a:pt x="2544" y="1554"/>
                        <a:pt x="2542" y="1558"/>
                      </a:cubicBezTo>
                      <a:lnTo>
                        <a:pt x="2521" y="1542"/>
                      </a:lnTo>
                      <a:cubicBezTo>
                        <a:pt x="2515" y="1539"/>
                        <a:pt x="2512" y="1537"/>
                        <a:pt x="2511" y="1537"/>
                      </a:cubicBezTo>
                      <a:lnTo>
                        <a:pt x="2511" y="1537"/>
                      </a:lnTo>
                      <a:cubicBezTo>
                        <a:pt x="2508" y="1537"/>
                        <a:pt x="2522" y="1549"/>
                        <a:pt x="2536" y="1561"/>
                      </a:cubicBezTo>
                      <a:cubicBezTo>
                        <a:pt x="2536" y="1561"/>
                        <a:pt x="2533" y="1567"/>
                        <a:pt x="2530" y="1573"/>
                      </a:cubicBezTo>
                      <a:cubicBezTo>
                        <a:pt x="2524" y="1577"/>
                        <a:pt x="2521" y="1583"/>
                        <a:pt x="2542" y="1592"/>
                      </a:cubicBezTo>
                      <a:cubicBezTo>
                        <a:pt x="2564" y="1608"/>
                        <a:pt x="2583" y="1624"/>
                        <a:pt x="2580" y="1630"/>
                      </a:cubicBezTo>
                      <a:cubicBezTo>
                        <a:pt x="2562" y="1617"/>
                        <a:pt x="2545" y="1603"/>
                        <a:pt x="2539" y="1603"/>
                      </a:cubicBezTo>
                      <a:cubicBezTo>
                        <a:pt x="2538" y="1603"/>
                        <a:pt x="2537" y="1604"/>
                        <a:pt x="2536" y="1605"/>
                      </a:cubicBezTo>
                      <a:cubicBezTo>
                        <a:pt x="2535" y="1606"/>
                        <a:pt x="2534" y="1606"/>
                        <a:pt x="2533" y="1606"/>
                      </a:cubicBezTo>
                      <a:cubicBezTo>
                        <a:pt x="2525" y="1606"/>
                        <a:pt x="2511" y="1592"/>
                        <a:pt x="2511" y="1592"/>
                      </a:cubicBezTo>
                      <a:cubicBezTo>
                        <a:pt x="2501" y="1582"/>
                        <a:pt x="2494" y="1578"/>
                        <a:pt x="2489" y="1578"/>
                      </a:cubicBezTo>
                      <a:cubicBezTo>
                        <a:pt x="2478" y="1578"/>
                        <a:pt x="2481" y="1601"/>
                        <a:pt x="2492" y="1614"/>
                      </a:cubicBezTo>
                      <a:cubicBezTo>
                        <a:pt x="2510" y="1639"/>
                        <a:pt x="2517" y="1651"/>
                        <a:pt x="2512" y="1651"/>
                      </a:cubicBezTo>
                      <a:cubicBezTo>
                        <a:pt x="2508" y="1651"/>
                        <a:pt x="2498" y="1643"/>
                        <a:pt x="2480" y="1630"/>
                      </a:cubicBezTo>
                      <a:cubicBezTo>
                        <a:pt x="2471" y="1623"/>
                        <a:pt x="2465" y="1621"/>
                        <a:pt x="2463" y="1621"/>
                      </a:cubicBezTo>
                      <a:cubicBezTo>
                        <a:pt x="2455" y="1621"/>
                        <a:pt x="2483" y="1654"/>
                        <a:pt x="2527" y="1692"/>
                      </a:cubicBezTo>
                      <a:lnTo>
                        <a:pt x="2580" y="1746"/>
                      </a:lnTo>
                      <a:lnTo>
                        <a:pt x="2580" y="1746"/>
                      </a:lnTo>
                      <a:lnTo>
                        <a:pt x="2521" y="1699"/>
                      </a:lnTo>
                      <a:cubicBezTo>
                        <a:pt x="2478" y="1669"/>
                        <a:pt x="2458" y="1655"/>
                        <a:pt x="2452" y="1655"/>
                      </a:cubicBezTo>
                      <a:cubicBezTo>
                        <a:pt x="2446" y="1655"/>
                        <a:pt x="2452" y="1667"/>
                        <a:pt x="2464" y="1689"/>
                      </a:cubicBezTo>
                      <a:cubicBezTo>
                        <a:pt x="2470" y="1705"/>
                        <a:pt x="2472" y="1712"/>
                        <a:pt x="2469" y="1712"/>
                      </a:cubicBezTo>
                      <a:cubicBezTo>
                        <a:pt x="2467" y="1712"/>
                        <a:pt x="2463" y="1709"/>
                        <a:pt x="2455" y="1702"/>
                      </a:cubicBezTo>
                      <a:cubicBezTo>
                        <a:pt x="2446" y="1695"/>
                        <a:pt x="2440" y="1692"/>
                        <a:pt x="2435" y="1692"/>
                      </a:cubicBezTo>
                      <a:cubicBezTo>
                        <a:pt x="2429" y="1692"/>
                        <a:pt x="2424" y="1696"/>
                        <a:pt x="2417" y="1705"/>
                      </a:cubicBezTo>
                      <a:cubicBezTo>
                        <a:pt x="2405" y="1724"/>
                        <a:pt x="2398" y="1727"/>
                        <a:pt x="2420" y="1743"/>
                      </a:cubicBezTo>
                      <a:cubicBezTo>
                        <a:pt x="2420" y="1743"/>
                        <a:pt x="2414" y="1749"/>
                        <a:pt x="2411" y="1755"/>
                      </a:cubicBezTo>
                      <a:cubicBezTo>
                        <a:pt x="2398" y="1747"/>
                        <a:pt x="2390" y="1743"/>
                        <a:pt x="2385" y="1743"/>
                      </a:cubicBezTo>
                      <a:cubicBezTo>
                        <a:pt x="2376" y="1743"/>
                        <a:pt x="2389" y="1763"/>
                        <a:pt x="2420" y="1780"/>
                      </a:cubicBezTo>
                      <a:cubicBezTo>
                        <a:pt x="2420" y="1780"/>
                        <a:pt x="2417" y="1786"/>
                        <a:pt x="2414" y="1793"/>
                      </a:cubicBezTo>
                      <a:lnTo>
                        <a:pt x="2392" y="1777"/>
                      </a:lnTo>
                      <a:cubicBezTo>
                        <a:pt x="2387" y="1772"/>
                        <a:pt x="2382" y="1770"/>
                        <a:pt x="2377" y="1770"/>
                      </a:cubicBezTo>
                      <a:cubicBezTo>
                        <a:pt x="2366" y="1770"/>
                        <a:pt x="2354" y="1784"/>
                        <a:pt x="2329" y="1815"/>
                      </a:cubicBezTo>
                      <a:cubicBezTo>
                        <a:pt x="2289" y="1862"/>
                        <a:pt x="2286" y="1868"/>
                        <a:pt x="2323" y="1899"/>
                      </a:cubicBezTo>
                      <a:cubicBezTo>
                        <a:pt x="2342" y="1919"/>
                        <a:pt x="2350" y="1929"/>
                        <a:pt x="2346" y="1929"/>
                      </a:cubicBezTo>
                      <a:cubicBezTo>
                        <a:pt x="2342" y="1929"/>
                        <a:pt x="2332" y="1923"/>
                        <a:pt x="2314" y="1909"/>
                      </a:cubicBezTo>
                      <a:cubicBezTo>
                        <a:pt x="2302" y="1899"/>
                        <a:pt x="2287" y="1891"/>
                        <a:pt x="2284" y="1891"/>
                      </a:cubicBezTo>
                      <a:cubicBezTo>
                        <a:pt x="2282" y="1891"/>
                        <a:pt x="2284" y="1894"/>
                        <a:pt x="2292" y="1899"/>
                      </a:cubicBezTo>
                      <a:cubicBezTo>
                        <a:pt x="2292" y="1899"/>
                        <a:pt x="2288" y="1903"/>
                        <a:pt x="2277" y="1903"/>
                      </a:cubicBezTo>
                      <a:cubicBezTo>
                        <a:pt x="2272" y="1903"/>
                        <a:pt x="2266" y="1902"/>
                        <a:pt x="2257" y="1899"/>
                      </a:cubicBezTo>
                      <a:cubicBezTo>
                        <a:pt x="2244" y="1895"/>
                        <a:pt x="2236" y="1894"/>
                        <a:pt x="2230" y="1894"/>
                      </a:cubicBezTo>
                      <a:cubicBezTo>
                        <a:pt x="2212" y="1894"/>
                        <a:pt x="2224" y="1909"/>
                        <a:pt x="2239" y="1921"/>
                      </a:cubicBezTo>
                      <a:cubicBezTo>
                        <a:pt x="2259" y="1933"/>
                        <a:pt x="2265" y="1937"/>
                        <a:pt x="2263" y="1937"/>
                      </a:cubicBezTo>
                      <a:cubicBezTo>
                        <a:pt x="2261" y="1937"/>
                        <a:pt x="2248" y="1932"/>
                        <a:pt x="2235" y="1927"/>
                      </a:cubicBezTo>
                      <a:cubicBezTo>
                        <a:pt x="2220" y="1920"/>
                        <a:pt x="2204" y="1913"/>
                        <a:pt x="2200" y="1913"/>
                      </a:cubicBezTo>
                      <a:cubicBezTo>
                        <a:pt x="2197" y="1913"/>
                        <a:pt x="2199" y="1915"/>
                        <a:pt x="2207" y="1921"/>
                      </a:cubicBezTo>
                      <a:cubicBezTo>
                        <a:pt x="2219" y="1938"/>
                        <a:pt x="2216" y="1969"/>
                        <a:pt x="2198" y="1969"/>
                      </a:cubicBezTo>
                      <a:cubicBezTo>
                        <a:pt x="2192" y="1969"/>
                        <a:pt x="2185" y="1966"/>
                        <a:pt x="2176" y="1959"/>
                      </a:cubicBezTo>
                      <a:lnTo>
                        <a:pt x="2166" y="1971"/>
                      </a:lnTo>
                      <a:cubicBezTo>
                        <a:pt x="2185" y="1987"/>
                        <a:pt x="2176" y="1996"/>
                        <a:pt x="2170" y="2006"/>
                      </a:cubicBezTo>
                      <a:cubicBezTo>
                        <a:pt x="2164" y="2013"/>
                        <a:pt x="2160" y="2018"/>
                        <a:pt x="2153" y="2018"/>
                      </a:cubicBezTo>
                      <a:cubicBezTo>
                        <a:pt x="2149" y="2018"/>
                        <a:pt x="2143" y="2016"/>
                        <a:pt x="2135" y="2009"/>
                      </a:cubicBezTo>
                      <a:cubicBezTo>
                        <a:pt x="2129" y="2000"/>
                        <a:pt x="2124" y="1996"/>
                        <a:pt x="2122" y="1996"/>
                      </a:cubicBezTo>
                      <a:lnTo>
                        <a:pt x="2122" y="1996"/>
                      </a:lnTo>
                      <a:cubicBezTo>
                        <a:pt x="2119" y="1996"/>
                        <a:pt x="2120" y="2004"/>
                        <a:pt x="2126" y="2018"/>
                      </a:cubicBezTo>
                      <a:cubicBezTo>
                        <a:pt x="2123" y="2025"/>
                        <a:pt x="2157" y="2059"/>
                        <a:pt x="2154" y="2065"/>
                      </a:cubicBezTo>
                      <a:cubicBezTo>
                        <a:pt x="2173" y="2081"/>
                        <a:pt x="2188" y="2103"/>
                        <a:pt x="2182" y="2109"/>
                      </a:cubicBezTo>
                      <a:lnTo>
                        <a:pt x="2163" y="2094"/>
                      </a:lnTo>
                      <a:lnTo>
                        <a:pt x="2123" y="2062"/>
                      </a:lnTo>
                      <a:lnTo>
                        <a:pt x="2123" y="2062"/>
                      </a:lnTo>
                      <a:cubicBezTo>
                        <a:pt x="2119" y="2065"/>
                        <a:pt x="2116" y="2072"/>
                        <a:pt x="2135" y="2087"/>
                      </a:cubicBezTo>
                      <a:cubicBezTo>
                        <a:pt x="2125" y="2084"/>
                        <a:pt x="2119" y="2082"/>
                        <a:pt x="2114" y="2082"/>
                      </a:cubicBezTo>
                      <a:cubicBezTo>
                        <a:pt x="2107" y="2082"/>
                        <a:pt x="2103" y="2086"/>
                        <a:pt x="2097" y="2094"/>
                      </a:cubicBezTo>
                      <a:cubicBezTo>
                        <a:pt x="2085" y="2103"/>
                        <a:pt x="2082" y="2125"/>
                        <a:pt x="2094" y="2134"/>
                      </a:cubicBezTo>
                      <a:cubicBezTo>
                        <a:pt x="2083" y="2128"/>
                        <a:pt x="2074" y="2125"/>
                        <a:pt x="2066" y="2125"/>
                      </a:cubicBezTo>
                      <a:cubicBezTo>
                        <a:pt x="2042" y="2125"/>
                        <a:pt x="2034" y="2150"/>
                        <a:pt x="2060" y="2178"/>
                      </a:cubicBezTo>
                      <a:cubicBezTo>
                        <a:pt x="2073" y="2189"/>
                        <a:pt x="2075" y="2195"/>
                        <a:pt x="2068" y="2195"/>
                      </a:cubicBezTo>
                      <a:cubicBezTo>
                        <a:pt x="2064" y="2195"/>
                        <a:pt x="2059" y="2194"/>
                        <a:pt x="2050" y="2191"/>
                      </a:cubicBezTo>
                      <a:cubicBezTo>
                        <a:pt x="2040" y="2185"/>
                        <a:pt x="2034" y="2182"/>
                        <a:pt x="2031" y="2182"/>
                      </a:cubicBezTo>
                      <a:cubicBezTo>
                        <a:pt x="2028" y="2182"/>
                        <a:pt x="2032" y="2188"/>
                        <a:pt x="2041" y="2200"/>
                      </a:cubicBezTo>
                      <a:cubicBezTo>
                        <a:pt x="2048" y="2209"/>
                        <a:pt x="2047" y="2212"/>
                        <a:pt x="2043" y="2212"/>
                      </a:cubicBezTo>
                      <a:cubicBezTo>
                        <a:pt x="2037" y="2212"/>
                        <a:pt x="2023" y="2206"/>
                        <a:pt x="2010" y="2200"/>
                      </a:cubicBezTo>
                      <a:cubicBezTo>
                        <a:pt x="1988" y="2188"/>
                        <a:pt x="1976" y="2184"/>
                        <a:pt x="1970" y="2184"/>
                      </a:cubicBezTo>
                      <a:cubicBezTo>
                        <a:pt x="1964" y="2184"/>
                        <a:pt x="1967" y="2190"/>
                        <a:pt x="1975" y="2200"/>
                      </a:cubicBezTo>
                      <a:cubicBezTo>
                        <a:pt x="1985" y="2228"/>
                        <a:pt x="1978" y="2238"/>
                        <a:pt x="1972" y="2244"/>
                      </a:cubicBezTo>
                      <a:cubicBezTo>
                        <a:pt x="1985" y="2269"/>
                        <a:pt x="1978" y="2275"/>
                        <a:pt x="2003" y="2285"/>
                      </a:cubicBezTo>
                      <a:cubicBezTo>
                        <a:pt x="2016" y="2297"/>
                        <a:pt x="2029" y="2310"/>
                        <a:pt x="2038" y="2322"/>
                      </a:cubicBezTo>
                      <a:cubicBezTo>
                        <a:pt x="2043" y="2333"/>
                        <a:pt x="2042" y="2336"/>
                        <a:pt x="2040" y="2336"/>
                      </a:cubicBezTo>
                      <a:cubicBezTo>
                        <a:pt x="2037" y="2336"/>
                        <a:pt x="2031" y="2330"/>
                        <a:pt x="2035" y="2329"/>
                      </a:cubicBezTo>
                      <a:cubicBezTo>
                        <a:pt x="2022" y="2300"/>
                        <a:pt x="2019" y="2307"/>
                        <a:pt x="1994" y="2297"/>
                      </a:cubicBezTo>
                      <a:cubicBezTo>
                        <a:pt x="1986" y="2293"/>
                        <a:pt x="1980" y="2292"/>
                        <a:pt x="1976" y="2292"/>
                      </a:cubicBezTo>
                      <a:cubicBezTo>
                        <a:pt x="1965" y="2292"/>
                        <a:pt x="1961" y="2299"/>
                        <a:pt x="1956" y="2304"/>
                      </a:cubicBezTo>
                      <a:lnTo>
                        <a:pt x="1938" y="2322"/>
                      </a:lnTo>
                      <a:cubicBezTo>
                        <a:pt x="1906" y="2325"/>
                        <a:pt x="1900" y="2329"/>
                        <a:pt x="1922" y="2344"/>
                      </a:cubicBezTo>
                      <a:lnTo>
                        <a:pt x="1941" y="2360"/>
                      </a:lnTo>
                      <a:cubicBezTo>
                        <a:pt x="1933" y="2356"/>
                        <a:pt x="1926" y="2354"/>
                        <a:pt x="1918" y="2354"/>
                      </a:cubicBezTo>
                      <a:cubicBezTo>
                        <a:pt x="1883" y="2354"/>
                        <a:pt x="1856" y="2398"/>
                        <a:pt x="1884" y="2432"/>
                      </a:cubicBezTo>
                      <a:cubicBezTo>
                        <a:pt x="1890" y="2437"/>
                        <a:pt x="1892" y="2439"/>
                        <a:pt x="1892" y="2439"/>
                      </a:cubicBezTo>
                      <a:cubicBezTo>
                        <a:pt x="1892" y="2439"/>
                        <a:pt x="1878" y="2427"/>
                        <a:pt x="1862" y="2416"/>
                      </a:cubicBezTo>
                      <a:cubicBezTo>
                        <a:pt x="1854" y="2409"/>
                        <a:pt x="1848" y="2406"/>
                        <a:pt x="1844" y="2406"/>
                      </a:cubicBezTo>
                      <a:cubicBezTo>
                        <a:pt x="1839" y="2406"/>
                        <a:pt x="1836" y="2410"/>
                        <a:pt x="1831" y="2416"/>
                      </a:cubicBezTo>
                      <a:cubicBezTo>
                        <a:pt x="1825" y="2420"/>
                        <a:pt x="1828" y="2457"/>
                        <a:pt x="1815" y="2476"/>
                      </a:cubicBezTo>
                      <a:cubicBezTo>
                        <a:pt x="1797" y="2495"/>
                        <a:pt x="1784" y="2514"/>
                        <a:pt x="1803" y="2526"/>
                      </a:cubicBezTo>
                      <a:cubicBezTo>
                        <a:pt x="1802" y="2528"/>
                        <a:pt x="1801" y="2530"/>
                        <a:pt x="1799" y="2530"/>
                      </a:cubicBezTo>
                      <a:cubicBezTo>
                        <a:pt x="1796" y="2530"/>
                        <a:pt x="1791" y="2526"/>
                        <a:pt x="1778" y="2517"/>
                      </a:cubicBezTo>
                      <a:cubicBezTo>
                        <a:pt x="1771" y="2506"/>
                        <a:pt x="1766" y="2502"/>
                        <a:pt x="1762" y="2502"/>
                      </a:cubicBezTo>
                      <a:cubicBezTo>
                        <a:pt x="1759" y="2502"/>
                        <a:pt x="1757" y="2505"/>
                        <a:pt x="1756" y="2507"/>
                      </a:cubicBezTo>
                      <a:cubicBezTo>
                        <a:pt x="1750" y="2514"/>
                        <a:pt x="1772" y="2529"/>
                        <a:pt x="1790" y="2545"/>
                      </a:cubicBezTo>
                      <a:cubicBezTo>
                        <a:pt x="1805" y="2557"/>
                        <a:pt x="1806" y="2562"/>
                        <a:pt x="1793" y="2562"/>
                      </a:cubicBezTo>
                      <a:cubicBezTo>
                        <a:pt x="1789" y="2562"/>
                        <a:pt x="1784" y="2561"/>
                        <a:pt x="1778" y="2561"/>
                      </a:cubicBezTo>
                      <a:cubicBezTo>
                        <a:pt x="1774" y="2559"/>
                        <a:pt x="1770" y="2559"/>
                        <a:pt x="1767" y="2559"/>
                      </a:cubicBezTo>
                      <a:cubicBezTo>
                        <a:pt x="1744" y="2559"/>
                        <a:pt x="1729" y="2583"/>
                        <a:pt x="1740" y="2604"/>
                      </a:cubicBezTo>
                      <a:cubicBezTo>
                        <a:pt x="1739" y="2606"/>
                        <a:pt x="1736" y="2608"/>
                        <a:pt x="1732" y="2608"/>
                      </a:cubicBezTo>
                      <a:cubicBezTo>
                        <a:pt x="1728" y="2608"/>
                        <a:pt x="1721" y="2606"/>
                        <a:pt x="1712" y="2598"/>
                      </a:cubicBezTo>
                      <a:cubicBezTo>
                        <a:pt x="1702" y="2595"/>
                        <a:pt x="1692" y="2591"/>
                        <a:pt x="1685" y="2591"/>
                      </a:cubicBezTo>
                      <a:cubicBezTo>
                        <a:pt x="1674" y="2591"/>
                        <a:pt x="1671" y="2599"/>
                        <a:pt x="1690" y="2626"/>
                      </a:cubicBezTo>
                      <a:cubicBezTo>
                        <a:pt x="1689" y="2627"/>
                        <a:pt x="1688" y="2628"/>
                        <a:pt x="1687" y="2628"/>
                      </a:cubicBezTo>
                      <a:cubicBezTo>
                        <a:pt x="1685" y="2628"/>
                        <a:pt x="1680" y="2625"/>
                        <a:pt x="1665" y="2614"/>
                      </a:cubicBezTo>
                      <a:cubicBezTo>
                        <a:pt x="1654" y="2609"/>
                        <a:pt x="1642" y="2602"/>
                        <a:pt x="1639" y="2602"/>
                      </a:cubicBezTo>
                      <a:cubicBezTo>
                        <a:pt x="1635" y="2602"/>
                        <a:pt x="1639" y="2608"/>
                        <a:pt x="1656" y="2626"/>
                      </a:cubicBezTo>
                      <a:cubicBezTo>
                        <a:pt x="1667" y="2649"/>
                        <a:pt x="1658" y="2664"/>
                        <a:pt x="1632" y="2664"/>
                      </a:cubicBezTo>
                      <a:cubicBezTo>
                        <a:pt x="1629" y="2664"/>
                        <a:pt x="1627" y="2664"/>
                        <a:pt x="1624" y="2664"/>
                      </a:cubicBezTo>
                      <a:lnTo>
                        <a:pt x="1624" y="2664"/>
                      </a:lnTo>
                      <a:cubicBezTo>
                        <a:pt x="1621" y="2667"/>
                        <a:pt x="1618" y="2673"/>
                        <a:pt x="1637" y="2689"/>
                      </a:cubicBezTo>
                      <a:cubicBezTo>
                        <a:pt x="1650" y="2700"/>
                        <a:pt x="1665" y="2711"/>
                        <a:pt x="1665" y="2711"/>
                      </a:cubicBezTo>
                      <a:cubicBezTo>
                        <a:pt x="1665" y="2711"/>
                        <a:pt x="1662" y="2709"/>
                        <a:pt x="1656" y="2705"/>
                      </a:cubicBezTo>
                      <a:cubicBezTo>
                        <a:pt x="1636" y="2693"/>
                        <a:pt x="1625" y="2687"/>
                        <a:pt x="1622" y="2687"/>
                      </a:cubicBezTo>
                      <a:cubicBezTo>
                        <a:pt x="1619" y="2687"/>
                        <a:pt x="1627" y="2697"/>
                        <a:pt x="1646" y="2717"/>
                      </a:cubicBezTo>
                      <a:cubicBezTo>
                        <a:pt x="1658" y="2726"/>
                        <a:pt x="1662" y="2731"/>
                        <a:pt x="1659" y="2731"/>
                      </a:cubicBezTo>
                      <a:cubicBezTo>
                        <a:pt x="1657" y="2731"/>
                        <a:pt x="1652" y="2727"/>
                        <a:pt x="1643" y="2720"/>
                      </a:cubicBezTo>
                      <a:cubicBezTo>
                        <a:pt x="1632" y="2716"/>
                        <a:pt x="1626" y="2715"/>
                        <a:pt x="1621" y="2715"/>
                      </a:cubicBezTo>
                      <a:cubicBezTo>
                        <a:pt x="1616" y="2715"/>
                        <a:pt x="1615" y="2717"/>
                        <a:pt x="1615" y="2717"/>
                      </a:cubicBezTo>
                      <a:cubicBezTo>
                        <a:pt x="1609" y="2742"/>
                        <a:pt x="1599" y="2767"/>
                        <a:pt x="1587" y="2792"/>
                      </a:cubicBezTo>
                      <a:cubicBezTo>
                        <a:pt x="1549" y="2833"/>
                        <a:pt x="1537" y="2849"/>
                        <a:pt x="1555" y="2865"/>
                      </a:cubicBezTo>
                      <a:cubicBezTo>
                        <a:pt x="1565" y="2878"/>
                        <a:pt x="1569" y="2883"/>
                        <a:pt x="1565" y="2883"/>
                      </a:cubicBezTo>
                      <a:cubicBezTo>
                        <a:pt x="1562" y="2883"/>
                        <a:pt x="1556" y="2881"/>
                        <a:pt x="1546" y="2877"/>
                      </a:cubicBezTo>
                      <a:cubicBezTo>
                        <a:pt x="1536" y="2873"/>
                        <a:pt x="1529" y="2871"/>
                        <a:pt x="1525" y="2871"/>
                      </a:cubicBezTo>
                      <a:cubicBezTo>
                        <a:pt x="1519" y="2871"/>
                        <a:pt x="1516" y="2874"/>
                        <a:pt x="1515" y="2877"/>
                      </a:cubicBezTo>
                      <a:cubicBezTo>
                        <a:pt x="1513" y="2880"/>
                        <a:pt x="1511" y="2882"/>
                        <a:pt x="1507" y="2882"/>
                      </a:cubicBezTo>
                      <a:cubicBezTo>
                        <a:pt x="1503" y="2882"/>
                        <a:pt x="1496" y="2879"/>
                        <a:pt x="1486" y="2871"/>
                      </a:cubicBezTo>
                      <a:lnTo>
                        <a:pt x="1486" y="2871"/>
                      </a:lnTo>
                      <a:cubicBezTo>
                        <a:pt x="1502" y="2893"/>
                        <a:pt x="1502" y="2893"/>
                        <a:pt x="1496" y="2899"/>
                      </a:cubicBezTo>
                      <a:cubicBezTo>
                        <a:pt x="1488" y="2893"/>
                        <a:pt x="1483" y="2890"/>
                        <a:pt x="1480" y="2890"/>
                      </a:cubicBezTo>
                      <a:cubicBezTo>
                        <a:pt x="1475" y="2890"/>
                        <a:pt x="1477" y="2897"/>
                        <a:pt x="1486" y="2908"/>
                      </a:cubicBezTo>
                      <a:cubicBezTo>
                        <a:pt x="1506" y="2928"/>
                        <a:pt x="1515" y="2937"/>
                        <a:pt x="1514" y="2937"/>
                      </a:cubicBezTo>
                      <a:cubicBezTo>
                        <a:pt x="1513" y="2937"/>
                        <a:pt x="1503" y="2930"/>
                        <a:pt x="1483" y="2915"/>
                      </a:cubicBezTo>
                      <a:cubicBezTo>
                        <a:pt x="1473" y="2906"/>
                        <a:pt x="1457" y="2902"/>
                        <a:pt x="1450" y="2902"/>
                      </a:cubicBezTo>
                      <a:cubicBezTo>
                        <a:pt x="1445" y="2902"/>
                        <a:pt x="1444" y="2904"/>
                        <a:pt x="1455" y="2908"/>
                      </a:cubicBezTo>
                      <a:cubicBezTo>
                        <a:pt x="1474" y="2924"/>
                        <a:pt x="1464" y="2937"/>
                        <a:pt x="1480" y="2959"/>
                      </a:cubicBezTo>
                      <a:cubicBezTo>
                        <a:pt x="1479" y="2960"/>
                        <a:pt x="1476" y="2962"/>
                        <a:pt x="1472" y="2962"/>
                      </a:cubicBezTo>
                      <a:cubicBezTo>
                        <a:pt x="1468" y="2962"/>
                        <a:pt x="1461" y="2960"/>
                        <a:pt x="1452" y="2952"/>
                      </a:cubicBezTo>
                      <a:cubicBezTo>
                        <a:pt x="1449" y="2951"/>
                        <a:pt x="1447" y="2951"/>
                        <a:pt x="1445" y="2951"/>
                      </a:cubicBezTo>
                      <a:cubicBezTo>
                        <a:pt x="1427" y="2951"/>
                        <a:pt x="1428" y="2986"/>
                        <a:pt x="1439" y="3006"/>
                      </a:cubicBezTo>
                      <a:cubicBezTo>
                        <a:pt x="1452" y="3015"/>
                        <a:pt x="1456" y="3021"/>
                        <a:pt x="1452" y="3021"/>
                      </a:cubicBezTo>
                      <a:cubicBezTo>
                        <a:pt x="1449" y="3021"/>
                        <a:pt x="1444" y="3018"/>
                        <a:pt x="1436" y="3012"/>
                      </a:cubicBezTo>
                      <a:cubicBezTo>
                        <a:pt x="1426" y="3003"/>
                        <a:pt x="1420" y="3000"/>
                        <a:pt x="1415" y="3000"/>
                      </a:cubicBezTo>
                      <a:cubicBezTo>
                        <a:pt x="1412" y="3000"/>
                        <a:pt x="1410" y="3003"/>
                        <a:pt x="1408" y="3006"/>
                      </a:cubicBezTo>
                      <a:cubicBezTo>
                        <a:pt x="1414" y="3013"/>
                        <a:pt x="1414" y="3016"/>
                        <a:pt x="1412" y="3016"/>
                      </a:cubicBezTo>
                      <a:cubicBezTo>
                        <a:pt x="1409" y="3016"/>
                        <a:pt x="1395" y="3006"/>
                        <a:pt x="1383" y="2996"/>
                      </a:cubicBezTo>
                      <a:cubicBezTo>
                        <a:pt x="1375" y="2985"/>
                        <a:pt x="1370" y="2981"/>
                        <a:pt x="1367" y="2981"/>
                      </a:cubicBezTo>
                      <a:cubicBezTo>
                        <a:pt x="1363" y="2981"/>
                        <a:pt x="1359" y="2985"/>
                        <a:pt x="1355" y="2990"/>
                      </a:cubicBezTo>
                      <a:cubicBezTo>
                        <a:pt x="1370" y="3012"/>
                        <a:pt x="1352" y="3034"/>
                        <a:pt x="1339" y="3049"/>
                      </a:cubicBezTo>
                      <a:cubicBezTo>
                        <a:pt x="1317" y="3078"/>
                        <a:pt x="1333" y="3096"/>
                        <a:pt x="1364" y="3140"/>
                      </a:cubicBezTo>
                      <a:lnTo>
                        <a:pt x="1399" y="3175"/>
                      </a:lnTo>
                      <a:lnTo>
                        <a:pt x="1358" y="3143"/>
                      </a:lnTo>
                      <a:cubicBezTo>
                        <a:pt x="1339" y="3128"/>
                        <a:pt x="1295" y="3103"/>
                        <a:pt x="1295" y="3103"/>
                      </a:cubicBezTo>
                      <a:lnTo>
                        <a:pt x="1295" y="3103"/>
                      </a:lnTo>
                      <a:cubicBezTo>
                        <a:pt x="1289" y="3109"/>
                        <a:pt x="1311" y="3125"/>
                        <a:pt x="1330" y="3140"/>
                      </a:cubicBezTo>
                      <a:cubicBezTo>
                        <a:pt x="1344" y="3152"/>
                        <a:pt x="1346" y="3158"/>
                        <a:pt x="1334" y="3158"/>
                      </a:cubicBezTo>
                      <a:cubicBezTo>
                        <a:pt x="1330" y="3158"/>
                        <a:pt x="1324" y="3158"/>
                        <a:pt x="1317" y="3156"/>
                      </a:cubicBezTo>
                      <a:cubicBezTo>
                        <a:pt x="1310" y="3154"/>
                        <a:pt x="1305" y="3154"/>
                        <a:pt x="1301" y="3154"/>
                      </a:cubicBezTo>
                      <a:cubicBezTo>
                        <a:pt x="1287" y="3154"/>
                        <a:pt x="1287" y="3161"/>
                        <a:pt x="1298" y="3178"/>
                      </a:cubicBezTo>
                      <a:cubicBezTo>
                        <a:pt x="1297" y="3181"/>
                        <a:pt x="1294" y="3184"/>
                        <a:pt x="1288" y="3184"/>
                      </a:cubicBezTo>
                      <a:cubicBezTo>
                        <a:pt x="1284" y="3184"/>
                        <a:pt x="1277" y="3182"/>
                        <a:pt x="1267" y="3178"/>
                      </a:cubicBezTo>
                      <a:lnTo>
                        <a:pt x="1267" y="3178"/>
                      </a:lnTo>
                      <a:cubicBezTo>
                        <a:pt x="1261" y="3184"/>
                        <a:pt x="1261" y="3184"/>
                        <a:pt x="1280" y="3200"/>
                      </a:cubicBezTo>
                      <a:cubicBezTo>
                        <a:pt x="1293" y="3210"/>
                        <a:pt x="1296" y="3215"/>
                        <a:pt x="1291" y="3215"/>
                      </a:cubicBezTo>
                      <a:cubicBezTo>
                        <a:pt x="1288" y="3215"/>
                        <a:pt x="1282" y="3213"/>
                        <a:pt x="1273" y="3209"/>
                      </a:cubicBezTo>
                      <a:cubicBezTo>
                        <a:pt x="1257" y="3200"/>
                        <a:pt x="1244" y="3196"/>
                        <a:pt x="1236" y="3196"/>
                      </a:cubicBezTo>
                      <a:cubicBezTo>
                        <a:pt x="1223" y="3196"/>
                        <a:pt x="1222" y="3206"/>
                        <a:pt x="1236" y="3215"/>
                      </a:cubicBezTo>
                      <a:cubicBezTo>
                        <a:pt x="1255" y="3231"/>
                        <a:pt x="1251" y="3237"/>
                        <a:pt x="1245" y="3241"/>
                      </a:cubicBezTo>
                      <a:cubicBezTo>
                        <a:pt x="1242" y="3247"/>
                        <a:pt x="1236" y="3253"/>
                        <a:pt x="1251" y="3275"/>
                      </a:cubicBezTo>
                      <a:lnTo>
                        <a:pt x="1242" y="3284"/>
                      </a:lnTo>
                      <a:cubicBezTo>
                        <a:pt x="1242" y="3285"/>
                        <a:pt x="1241" y="3286"/>
                        <a:pt x="1240" y="3286"/>
                      </a:cubicBezTo>
                      <a:cubicBezTo>
                        <a:pt x="1235" y="3286"/>
                        <a:pt x="1224" y="3268"/>
                        <a:pt x="1226" y="3262"/>
                      </a:cubicBezTo>
                      <a:lnTo>
                        <a:pt x="1204" y="3253"/>
                      </a:lnTo>
                      <a:cubicBezTo>
                        <a:pt x="1195" y="3266"/>
                        <a:pt x="1189" y="3269"/>
                        <a:pt x="1204" y="3291"/>
                      </a:cubicBezTo>
                      <a:cubicBezTo>
                        <a:pt x="1224" y="3310"/>
                        <a:pt x="1233" y="3320"/>
                        <a:pt x="1232" y="3320"/>
                      </a:cubicBezTo>
                      <a:cubicBezTo>
                        <a:pt x="1231" y="3320"/>
                        <a:pt x="1221" y="3312"/>
                        <a:pt x="1201" y="3297"/>
                      </a:cubicBezTo>
                      <a:cubicBezTo>
                        <a:pt x="1190" y="3287"/>
                        <a:pt x="1176" y="3279"/>
                        <a:pt x="1170" y="3279"/>
                      </a:cubicBezTo>
                      <a:cubicBezTo>
                        <a:pt x="1167" y="3279"/>
                        <a:pt x="1167" y="3282"/>
                        <a:pt x="1173" y="3291"/>
                      </a:cubicBezTo>
                      <a:cubicBezTo>
                        <a:pt x="1190" y="3310"/>
                        <a:pt x="1193" y="3316"/>
                        <a:pt x="1188" y="3316"/>
                      </a:cubicBezTo>
                      <a:cubicBezTo>
                        <a:pt x="1184" y="3316"/>
                        <a:pt x="1173" y="3310"/>
                        <a:pt x="1164" y="3303"/>
                      </a:cubicBezTo>
                      <a:cubicBezTo>
                        <a:pt x="1148" y="3286"/>
                        <a:pt x="1139" y="3277"/>
                        <a:pt x="1137" y="3277"/>
                      </a:cubicBezTo>
                      <a:lnTo>
                        <a:pt x="1137" y="3277"/>
                      </a:lnTo>
                      <a:cubicBezTo>
                        <a:pt x="1134" y="3277"/>
                        <a:pt x="1139" y="3290"/>
                        <a:pt x="1151" y="3319"/>
                      </a:cubicBezTo>
                      <a:cubicBezTo>
                        <a:pt x="1142" y="3328"/>
                        <a:pt x="1142" y="3366"/>
                        <a:pt x="1129" y="3382"/>
                      </a:cubicBezTo>
                      <a:cubicBezTo>
                        <a:pt x="1118" y="3398"/>
                        <a:pt x="1109" y="3407"/>
                        <a:pt x="1096" y="3407"/>
                      </a:cubicBezTo>
                      <a:cubicBezTo>
                        <a:pt x="1091" y="3407"/>
                        <a:pt x="1086" y="3406"/>
                        <a:pt x="1079" y="3404"/>
                      </a:cubicBezTo>
                      <a:cubicBezTo>
                        <a:pt x="1077" y="3402"/>
                        <a:pt x="1075" y="3400"/>
                        <a:pt x="1073" y="3399"/>
                      </a:cubicBezTo>
                      <a:lnTo>
                        <a:pt x="1073" y="3399"/>
                      </a:lnTo>
                      <a:cubicBezTo>
                        <a:pt x="1097" y="3421"/>
                        <a:pt x="1093" y="3427"/>
                        <a:pt x="1082" y="3441"/>
                      </a:cubicBezTo>
                      <a:cubicBezTo>
                        <a:pt x="1048" y="3441"/>
                        <a:pt x="1060" y="3466"/>
                        <a:pt x="1073" y="3488"/>
                      </a:cubicBezTo>
                      <a:lnTo>
                        <a:pt x="1082" y="3479"/>
                      </a:lnTo>
                      <a:cubicBezTo>
                        <a:pt x="1115" y="3504"/>
                        <a:pt x="1119" y="3511"/>
                        <a:pt x="1103" y="3511"/>
                      </a:cubicBezTo>
                      <a:cubicBezTo>
                        <a:pt x="1099" y="3511"/>
                        <a:pt x="1094" y="3511"/>
                        <a:pt x="1088" y="3510"/>
                      </a:cubicBezTo>
                      <a:cubicBezTo>
                        <a:pt x="1088" y="3511"/>
                        <a:pt x="1087" y="3511"/>
                        <a:pt x="1086" y="3511"/>
                      </a:cubicBezTo>
                      <a:cubicBezTo>
                        <a:pt x="1079" y="3511"/>
                        <a:pt x="1063" y="3498"/>
                        <a:pt x="1045" y="3485"/>
                      </a:cubicBezTo>
                      <a:cubicBezTo>
                        <a:pt x="1029" y="3472"/>
                        <a:pt x="1009" y="3461"/>
                        <a:pt x="1001" y="3461"/>
                      </a:cubicBezTo>
                      <a:cubicBezTo>
                        <a:pt x="999" y="3461"/>
                        <a:pt x="998" y="3462"/>
                        <a:pt x="998" y="3463"/>
                      </a:cubicBezTo>
                      <a:cubicBezTo>
                        <a:pt x="991" y="3469"/>
                        <a:pt x="988" y="3476"/>
                        <a:pt x="1013" y="3485"/>
                      </a:cubicBezTo>
                      <a:cubicBezTo>
                        <a:pt x="1032" y="3501"/>
                        <a:pt x="1032" y="3501"/>
                        <a:pt x="1029" y="3504"/>
                      </a:cubicBezTo>
                      <a:cubicBezTo>
                        <a:pt x="1023" y="3510"/>
                        <a:pt x="1019" y="3516"/>
                        <a:pt x="1035" y="3538"/>
                      </a:cubicBezTo>
                      <a:cubicBezTo>
                        <a:pt x="1054" y="3554"/>
                        <a:pt x="1051" y="3557"/>
                        <a:pt x="1045" y="3563"/>
                      </a:cubicBezTo>
                      <a:cubicBezTo>
                        <a:pt x="1036" y="3560"/>
                        <a:pt x="1030" y="3559"/>
                        <a:pt x="1025" y="3559"/>
                      </a:cubicBezTo>
                      <a:cubicBezTo>
                        <a:pt x="1016" y="3559"/>
                        <a:pt x="1013" y="3563"/>
                        <a:pt x="1013" y="3563"/>
                      </a:cubicBezTo>
                      <a:cubicBezTo>
                        <a:pt x="1019" y="3568"/>
                        <a:pt x="1021" y="3570"/>
                        <a:pt x="1021" y="3570"/>
                      </a:cubicBezTo>
                      <a:cubicBezTo>
                        <a:pt x="1021" y="3570"/>
                        <a:pt x="1007" y="3559"/>
                        <a:pt x="991" y="3548"/>
                      </a:cubicBezTo>
                      <a:cubicBezTo>
                        <a:pt x="979" y="3538"/>
                        <a:pt x="963" y="3529"/>
                        <a:pt x="947" y="3523"/>
                      </a:cubicBezTo>
                      <a:lnTo>
                        <a:pt x="947" y="3523"/>
                      </a:lnTo>
                      <a:cubicBezTo>
                        <a:pt x="944" y="3529"/>
                        <a:pt x="963" y="3545"/>
                        <a:pt x="963" y="3545"/>
                      </a:cubicBezTo>
                      <a:cubicBezTo>
                        <a:pt x="982" y="3560"/>
                        <a:pt x="875" y="3689"/>
                        <a:pt x="863" y="3704"/>
                      </a:cubicBezTo>
                      <a:cubicBezTo>
                        <a:pt x="858" y="3703"/>
                        <a:pt x="854" y="3703"/>
                        <a:pt x="851" y="3703"/>
                      </a:cubicBezTo>
                      <a:cubicBezTo>
                        <a:pt x="831" y="3703"/>
                        <a:pt x="825" y="3716"/>
                        <a:pt x="844" y="3726"/>
                      </a:cubicBezTo>
                      <a:cubicBezTo>
                        <a:pt x="866" y="3742"/>
                        <a:pt x="844" y="3767"/>
                        <a:pt x="816" y="3802"/>
                      </a:cubicBezTo>
                      <a:cubicBezTo>
                        <a:pt x="784" y="3839"/>
                        <a:pt x="762" y="3864"/>
                        <a:pt x="784" y="3880"/>
                      </a:cubicBezTo>
                      <a:lnTo>
                        <a:pt x="769" y="3896"/>
                      </a:lnTo>
                      <a:cubicBezTo>
                        <a:pt x="759" y="3908"/>
                        <a:pt x="772" y="3933"/>
                        <a:pt x="766" y="3939"/>
                      </a:cubicBezTo>
                      <a:cubicBezTo>
                        <a:pt x="775" y="3950"/>
                        <a:pt x="777" y="3957"/>
                        <a:pt x="775" y="3957"/>
                      </a:cubicBezTo>
                      <a:cubicBezTo>
                        <a:pt x="773" y="3957"/>
                        <a:pt x="769" y="3954"/>
                        <a:pt x="762" y="3946"/>
                      </a:cubicBezTo>
                      <a:cubicBezTo>
                        <a:pt x="745" y="3931"/>
                        <a:pt x="726" y="3917"/>
                        <a:pt x="720" y="3917"/>
                      </a:cubicBezTo>
                      <a:cubicBezTo>
                        <a:pt x="719" y="3917"/>
                        <a:pt x="719" y="3917"/>
                        <a:pt x="719" y="3917"/>
                      </a:cubicBezTo>
                      <a:cubicBezTo>
                        <a:pt x="709" y="3930"/>
                        <a:pt x="728" y="3946"/>
                        <a:pt x="750" y="3961"/>
                      </a:cubicBezTo>
                      <a:cubicBezTo>
                        <a:pt x="769" y="3977"/>
                        <a:pt x="766" y="3980"/>
                        <a:pt x="766" y="3980"/>
                      </a:cubicBezTo>
                      <a:cubicBezTo>
                        <a:pt x="763" y="3983"/>
                        <a:pt x="762" y="3984"/>
                        <a:pt x="760" y="3984"/>
                      </a:cubicBezTo>
                      <a:cubicBezTo>
                        <a:pt x="757" y="3984"/>
                        <a:pt x="752" y="3980"/>
                        <a:pt x="741" y="3971"/>
                      </a:cubicBezTo>
                      <a:lnTo>
                        <a:pt x="700" y="3939"/>
                      </a:lnTo>
                      <a:lnTo>
                        <a:pt x="697" y="3946"/>
                      </a:lnTo>
                      <a:cubicBezTo>
                        <a:pt x="715" y="3961"/>
                        <a:pt x="712" y="3964"/>
                        <a:pt x="712" y="3964"/>
                      </a:cubicBezTo>
                      <a:cubicBezTo>
                        <a:pt x="710" y="3966"/>
                        <a:pt x="709" y="3968"/>
                        <a:pt x="707" y="3968"/>
                      </a:cubicBezTo>
                      <a:cubicBezTo>
                        <a:pt x="702" y="3968"/>
                        <a:pt x="694" y="3961"/>
                        <a:pt x="668" y="3939"/>
                      </a:cubicBezTo>
                      <a:cubicBezTo>
                        <a:pt x="651" y="3926"/>
                        <a:pt x="640" y="3919"/>
                        <a:pt x="637" y="3919"/>
                      </a:cubicBezTo>
                      <a:cubicBezTo>
                        <a:pt x="632" y="3919"/>
                        <a:pt x="640" y="3931"/>
                        <a:pt x="659" y="3952"/>
                      </a:cubicBezTo>
                      <a:lnTo>
                        <a:pt x="668" y="3977"/>
                      </a:lnTo>
                      <a:cubicBezTo>
                        <a:pt x="659" y="3971"/>
                        <a:pt x="653" y="3969"/>
                        <a:pt x="649" y="3969"/>
                      </a:cubicBezTo>
                      <a:cubicBezTo>
                        <a:pt x="638" y="3969"/>
                        <a:pt x="659" y="3998"/>
                        <a:pt x="672" y="4015"/>
                      </a:cubicBezTo>
                      <a:cubicBezTo>
                        <a:pt x="653" y="4004"/>
                        <a:pt x="642" y="3998"/>
                        <a:pt x="638" y="3998"/>
                      </a:cubicBezTo>
                      <a:cubicBezTo>
                        <a:pt x="632" y="3998"/>
                        <a:pt x="639" y="4009"/>
                        <a:pt x="659" y="4030"/>
                      </a:cubicBezTo>
                      <a:cubicBezTo>
                        <a:pt x="672" y="4041"/>
                        <a:pt x="675" y="4047"/>
                        <a:pt x="667" y="4047"/>
                      </a:cubicBezTo>
                      <a:cubicBezTo>
                        <a:pt x="663" y="4047"/>
                        <a:pt x="658" y="4046"/>
                        <a:pt x="650" y="4043"/>
                      </a:cubicBezTo>
                      <a:cubicBezTo>
                        <a:pt x="640" y="4038"/>
                        <a:pt x="633" y="4036"/>
                        <a:pt x="628" y="4036"/>
                      </a:cubicBezTo>
                      <a:cubicBezTo>
                        <a:pt x="621" y="4036"/>
                        <a:pt x="618" y="4040"/>
                        <a:pt x="612" y="4046"/>
                      </a:cubicBezTo>
                      <a:cubicBezTo>
                        <a:pt x="628" y="4068"/>
                        <a:pt x="596" y="4105"/>
                        <a:pt x="562" y="4149"/>
                      </a:cubicBezTo>
                      <a:cubicBezTo>
                        <a:pt x="521" y="4196"/>
                        <a:pt x="493" y="4231"/>
                        <a:pt x="515" y="4243"/>
                      </a:cubicBezTo>
                      <a:cubicBezTo>
                        <a:pt x="512" y="4246"/>
                        <a:pt x="511" y="4248"/>
                        <a:pt x="507" y="4248"/>
                      </a:cubicBezTo>
                      <a:cubicBezTo>
                        <a:pt x="504" y="4248"/>
                        <a:pt x="497" y="4245"/>
                        <a:pt x="484" y="4240"/>
                      </a:cubicBezTo>
                      <a:cubicBezTo>
                        <a:pt x="477" y="4235"/>
                        <a:pt x="473" y="4232"/>
                        <a:pt x="471" y="4232"/>
                      </a:cubicBezTo>
                      <a:cubicBezTo>
                        <a:pt x="467" y="4232"/>
                        <a:pt x="473" y="4243"/>
                        <a:pt x="496" y="4265"/>
                      </a:cubicBezTo>
                      <a:cubicBezTo>
                        <a:pt x="505" y="4278"/>
                        <a:pt x="516" y="4289"/>
                        <a:pt x="514" y="4289"/>
                      </a:cubicBezTo>
                      <a:cubicBezTo>
                        <a:pt x="513" y="4289"/>
                        <a:pt x="506" y="4284"/>
                        <a:pt x="490" y="4272"/>
                      </a:cubicBezTo>
                      <a:cubicBezTo>
                        <a:pt x="484" y="4267"/>
                        <a:pt x="479" y="4264"/>
                        <a:pt x="474" y="4264"/>
                      </a:cubicBezTo>
                      <a:cubicBezTo>
                        <a:pt x="464" y="4264"/>
                        <a:pt x="457" y="4274"/>
                        <a:pt x="446" y="4287"/>
                      </a:cubicBezTo>
                      <a:cubicBezTo>
                        <a:pt x="430" y="4306"/>
                        <a:pt x="415" y="4325"/>
                        <a:pt x="433" y="4341"/>
                      </a:cubicBezTo>
                      <a:cubicBezTo>
                        <a:pt x="440" y="4356"/>
                        <a:pt x="443" y="4363"/>
                        <a:pt x="442" y="4363"/>
                      </a:cubicBezTo>
                      <a:cubicBezTo>
                        <a:pt x="442" y="4363"/>
                        <a:pt x="438" y="4357"/>
                        <a:pt x="430" y="4347"/>
                      </a:cubicBezTo>
                      <a:cubicBezTo>
                        <a:pt x="415" y="4332"/>
                        <a:pt x="400" y="4325"/>
                        <a:pt x="388" y="4325"/>
                      </a:cubicBezTo>
                      <a:cubicBezTo>
                        <a:pt x="371" y="4325"/>
                        <a:pt x="362" y="4341"/>
                        <a:pt x="377" y="4369"/>
                      </a:cubicBezTo>
                      <a:cubicBezTo>
                        <a:pt x="375" y="4372"/>
                        <a:pt x="374" y="4375"/>
                        <a:pt x="369" y="4375"/>
                      </a:cubicBezTo>
                      <a:cubicBezTo>
                        <a:pt x="365" y="4375"/>
                        <a:pt x="359" y="4373"/>
                        <a:pt x="349" y="4366"/>
                      </a:cubicBezTo>
                      <a:cubicBezTo>
                        <a:pt x="346" y="4369"/>
                        <a:pt x="339" y="4375"/>
                        <a:pt x="346" y="4406"/>
                      </a:cubicBezTo>
                      <a:lnTo>
                        <a:pt x="317" y="4444"/>
                      </a:lnTo>
                      <a:cubicBezTo>
                        <a:pt x="308" y="4456"/>
                        <a:pt x="317" y="4482"/>
                        <a:pt x="317" y="4482"/>
                      </a:cubicBezTo>
                      <a:cubicBezTo>
                        <a:pt x="316" y="4484"/>
                        <a:pt x="315" y="4486"/>
                        <a:pt x="313" y="4487"/>
                      </a:cubicBezTo>
                      <a:lnTo>
                        <a:pt x="313" y="4487"/>
                      </a:lnTo>
                      <a:cubicBezTo>
                        <a:pt x="309" y="4484"/>
                        <a:pt x="305" y="4483"/>
                        <a:pt x="301" y="4483"/>
                      </a:cubicBezTo>
                      <a:cubicBezTo>
                        <a:pt x="283" y="4483"/>
                        <a:pt x="264" y="4505"/>
                        <a:pt x="239" y="4535"/>
                      </a:cubicBezTo>
                      <a:cubicBezTo>
                        <a:pt x="212" y="4567"/>
                        <a:pt x="190" y="4597"/>
                        <a:pt x="168" y="4597"/>
                      </a:cubicBezTo>
                      <a:cubicBezTo>
                        <a:pt x="165" y="4597"/>
                        <a:pt x="161" y="4596"/>
                        <a:pt x="158" y="4594"/>
                      </a:cubicBezTo>
                      <a:lnTo>
                        <a:pt x="158" y="4594"/>
                      </a:lnTo>
                      <a:cubicBezTo>
                        <a:pt x="158" y="4594"/>
                        <a:pt x="155" y="4601"/>
                        <a:pt x="170" y="4623"/>
                      </a:cubicBezTo>
                      <a:cubicBezTo>
                        <a:pt x="195" y="4648"/>
                        <a:pt x="199" y="4658"/>
                        <a:pt x="190" y="4658"/>
                      </a:cubicBezTo>
                      <a:cubicBezTo>
                        <a:pt x="187" y="4658"/>
                        <a:pt x="182" y="4656"/>
                        <a:pt x="176" y="4654"/>
                      </a:cubicBezTo>
                      <a:cubicBezTo>
                        <a:pt x="163" y="4646"/>
                        <a:pt x="151" y="4642"/>
                        <a:pt x="143" y="4642"/>
                      </a:cubicBezTo>
                      <a:cubicBezTo>
                        <a:pt x="126" y="4642"/>
                        <a:pt x="125" y="4659"/>
                        <a:pt x="148" y="4685"/>
                      </a:cubicBezTo>
                      <a:lnTo>
                        <a:pt x="129" y="4670"/>
                      </a:lnTo>
                      <a:cubicBezTo>
                        <a:pt x="118" y="4663"/>
                        <a:pt x="111" y="4661"/>
                        <a:pt x="106" y="4661"/>
                      </a:cubicBezTo>
                      <a:cubicBezTo>
                        <a:pt x="90" y="4661"/>
                        <a:pt x="100" y="4685"/>
                        <a:pt x="126" y="4713"/>
                      </a:cubicBezTo>
                      <a:cubicBezTo>
                        <a:pt x="112" y="4706"/>
                        <a:pt x="99" y="4700"/>
                        <a:pt x="93" y="4700"/>
                      </a:cubicBezTo>
                      <a:cubicBezTo>
                        <a:pt x="88" y="4700"/>
                        <a:pt x="88" y="4704"/>
                        <a:pt x="95" y="4713"/>
                      </a:cubicBezTo>
                      <a:cubicBezTo>
                        <a:pt x="93" y="4715"/>
                        <a:pt x="92" y="4717"/>
                        <a:pt x="90" y="4717"/>
                      </a:cubicBezTo>
                      <a:cubicBezTo>
                        <a:pt x="85" y="4717"/>
                        <a:pt x="76" y="4710"/>
                        <a:pt x="48" y="4688"/>
                      </a:cubicBezTo>
                      <a:cubicBezTo>
                        <a:pt x="31" y="4674"/>
                        <a:pt x="14" y="4660"/>
                        <a:pt x="6" y="4660"/>
                      </a:cubicBezTo>
                      <a:cubicBezTo>
                        <a:pt x="5" y="4660"/>
                        <a:pt x="5" y="4660"/>
                        <a:pt x="4" y="4660"/>
                      </a:cubicBezTo>
                      <a:cubicBezTo>
                        <a:pt x="1" y="4666"/>
                        <a:pt x="20" y="4682"/>
                        <a:pt x="42" y="4698"/>
                      </a:cubicBezTo>
                      <a:cubicBezTo>
                        <a:pt x="42" y="4698"/>
                        <a:pt x="35" y="4704"/>
                        <a:pt x="32" y="4707"/>
                      </a:cubicBezTo>
                      <a:cubicBezTo>
                        <a:pt x="32" y="4707"/>
                        <a:pt x="26" y="4713"/>
                        <a:pt x="48" y="4729"/>
                      </a:cubicBezTo>
                      <a:cubicBezTo>
                        <a:pt x="67" y="4745"/>
                        <a:pt x="64" y="4751"/>
                        <a:pt x="57" y="4757"/>
                      </a:cubicBezTo>
                      <a:cubicBezTo>
                        <a:pt x="52" y="4753"/>
                        <a:pt x="50" y="4751"/>
                        <a:pt x="49" y="4751"/>
                      </a:cubicBezTo>
                      <a:lnTo>
                        <a:pt x="49" y="4751"/>
                      </a:lnTo>
                      <a:cubicBezTo>
                        <a:pt x="48" y="4751"/>
                        <a:pt x="60" y="4764"/>
                        <a:pt x="76" y="4773"/>
                      </a:cubicBezTo>
                      <a:cubicBezTo>
                        <a:pt x="98" y="4789"/>
                        <a:pt x="117" y="4804"/>
                        <a:pt x="114" y="4807"/>
                      </a:cubicBezTo>
                      <a:lnTo>
                        <a:pt x="151" y="4839"/>
                      </a:lnTo>
                      <a:cubicBezTo>
                        <a:pt x="176" y="4864"/>
                        <a:pt x="208" y="4883"/>
                        <a:pt x="242" y="4892"/>
                      </a:cubicBezTo>
                      <a:cubicBezTo>
                        <a:pt x="280" y="4886"/>
                        <a:pt x="311" y="4886"/>
                        <a:pt x="270" y="4854"/>
                      </a:cubicBezTo>
                      <a:cubicBezTo>
                        <a:pt x="270" y="4854"/>
                        <a:pt x="258" y="4833"/>
                        <a:pt x="261" y="4826"/>
                      </a:cubicBezTo>
                      <a:cubicBezTo>
                        <a:pt x="262" y="4826"/>
                        <a:pt x="262" y="4826"/>
                        <a:pt x="264" y="4826"/>
                      </a:cubicBezTo>
                      <a:cubicBezTo>
                        <a:pt x="271" y="4826"/>
                        <a:pt x="289" y="4833"/>
                        <a:pt x="289" y="4833"/>
                      </a:cubicBezTo>
                      <a:cubicBezTo>
                        <a:pt x="294" y="4836"/>
                        <a:pt x="298" y="4838"/>
                        <a:pt x="302" y="4838"/>
                      </a:cubicBezTo>
                      <a:cubicBezTo>
                        <a:pt x="317" y="4838"/>
                        <a:pt x="332" y="4820"/>
                        <a:pt x="349" y="4798"/>
                      </a:cubicBezTo>
                      <a:cubicBezTo>
                        <a:pt x="372" y="4773"/>
                        <a:pt x="384" y="4758"/>
                        <a:pt x="401" y="4758"/>
                      </a:cubicBezTo>
                      <a:cubicBezTo>
                        <a:pt x="405" y="4758"/>
                        <a:pt x="410" y="4759"/>
                        <a:pt x="415" y="4760"/>
                      </a:cubicBezTo>
                      <a:cubicBezTo>
                        <a:pt x="428" y="4766"/>
                        <a:pt x="435" y="4767"/>
                        <a:pt x="439" y="4767"/>
                      </a:cubicBezTo>
                      <a:cubicBezTo>
                        <a:pt x="442" y="4767"/>
                        <a:pt x="443" y="4767"/>
                        <a:pt x="443" y="4767"/>
                      </a:cubicBezTo>
                      <a:cubicBezTo>
                        <a:pt x="424" y="4751"/>
                        <a:pt x="449" y="4717"/>
                        <a:pt x="480" y="4679"/>
                      </a:cubicBezTo>
                      <a:cubicBezTo>
                        <a:pt x="512" y="4641"/>
                        <a:pt x="543" y="4604"/>
                        <a:pt x="524" y="4588"/>
                      </a:cubicBezTo>
                      <a:lnTo>
                        <a:pt x="531" y="4579"/>
                      </a:lnTo>
                      <a:cubicBezTo>
                        <a:pt x="539" y="4585"/>
                        <a:pt x="545" y="4587"/>
                        <a:pt x="550" y="4587"/>
                      </a:cubicBezTo>
                      <a:cubicBezTo>
                        <a:pt x="559" y="4587"/>
                        <a:pt x="564" y="4580"/>
                        <a:pt x="568" y="4572"/>
                      </a:cubicBezTo>
                      <a:cubicBezTo>
                        <a:pt x="559" y="4547"/>
                        <a:pt x="568" y="4535"/>
                        <a:pt x="568" y="4535"/>
                      </a:cubicBezTo>
                      <a:cubicBezTo>
                        <a:pt x="577" y="4542"/>
                        <a:pt x="582" y="4545"/>
                        <a:pt x="587" y="4545"/>
                      </a:cubicBezTo>
                      <a:cubicBezTo>
                        <a:pt x="591" y="4545"/>
                        <a:pt x="595" y="4541"/>
                        <a:pt x="600" y="4535"/>
                      </a:cubicBezTo>
                      <a:cubicBezTo>
                        <a:pt x="609" y="4525"/>
                        <a:pt x="615" y="4519"/>
                        <a:pt x="593" y="4503"/>
                      </a:cubicBezTo>
                      <a:cubicBezTo>
                        <a:pt x="600" y="4497"/>
                        <a:pt x="631" y="4460"/>
                        <a:pt x="662" y="4460"/>
                      </a:cubicBezTo>
                      <a:cubicBezTo>
                        <a:pt x="667" y="4461"/>
                        <a:pt x="670" y="4462"/>
                        <a:pt x="672" y="4462"/>
                      </a:cubicBezTo>
                      <a:cubicBezTo>
                        <a:pt x="682" y="4462"/>
                        <a:pt x="669" y="4446"/>
                        <a:pt x="656" y="4428"/>
                      </a:cubicBezTo>
                      <a:cubicBezTo>
                        <a:pt x="637" y="4413"/>
                        <a:pt x="621" y="4391"/>
                        <a:pt x="625" y="4388"/>
                      </a:cubicBezTo>
                      <a:lnTo>
                        <a:pt x="625" y="4388"/>
                      </a:lnTo>
                      <a:lnTo>
                        <a:pt x="665" y="4419"/>
                      </a:lnTo>
                      <a:cubicBezTo>
                        <a:pt x="675" y="4430"/>
                        <a:pt x="678" y="4434"/>
                        <a:pt x="682" y="4434"/>
                      </a:cubicBezTo>
                      <a:cubicBezTo>
                        <a:pt x="684" y="4434"/>
                        <a:pt x="687" y="4432"/>
                        <a:pt x="690" y="4428"/>
                      </a:cubicBezTo>
                      <a:lnTo>
                        <a:pt x="700" y="4416"/>
                      </a:lnTo>
                      <a:cubicBezTo>
                        <a:pt x="678" y="4400"/>
                        <a:pt x="700" y="4375"/>
                        <a:pt x="731" y="4337"/>
                      </a:cubicBezTo>
                      <a:cubicBezTo>
                        <a:pt x="772" y="4290"/>
                        <a:pt x="784" y="4272"/>
                        <a:pt x="766" y="4256"/>
                      </a:cubicBezTo>
                      <a:cubicBezTo>
                        <a:pt x="747" y="4240"/>
                        <a:pt x="750" y="4237"/>
                        <a:pt x="784" y="4237"/>
                      </a:cubicBezTo>
                      <a:cubicBezTo>
                        <a:pt x="821" y="4243"/>
                        <a:pt x="842" y="4246"/>
                        <a:pt x="852" y="4246"/>
                      </a:cubicBezTo>
                      <a:cubicBezTo>
                        <a:pt x="866" y="4246"/>
                        <a:pt x="862" y="4240"/>
                        <a:pt x="853" y="4228"/>
                      </a:cubicBezTo>
                      <a:lnTo>
                        <a:pt x="853" y="4228"/>
                      </a:lnTo>
                      <a:cubicBezTo>
                        <a:pt x="853" y="4229"/>
                        <a:pt x="852" y="4229"/>
                        <a:pt x="851" y="4229"/>
                      </a:cubicBezTo>
                      <a:cubicBezTo>
                        <a:pt x="844" y="4229"/>
                        <a:pt x="825" y="4216"/>
                        <a:pt x="809" y="4203"/>
                      </a:cubicBezTo>
                      <a:cubicBezTo>
                        <a:pt x="787" y="4185"/>
                        <a:pt x="779" y="4177"/>
                        <a:pt x="784" y="4177"/>
                      </a:cubicBezTo>
                      <a:cubicBezTo>
                        <a:pt x="787" y="4177"/>
                        <a:pt x="799" y="4182"/>
                        <a:pt x="819" y="4193"/>
                      </a:cubicBezTo>
                      <a:cubicBezTo>
                        <a:pt x="824" y="4197"/>
                        <a:pt x="830" y="4199"/>
                        <a:pt x="836" y="4199"/>
                      </a:cubicBezTo>
                      <a:cubicBezTo>
                        <a:pt x="871" y="4199"/>
                        <a:pt x="902" y="4122"/>
                        <a:pt x="869" y="4090"/>
                      </a:cubicBezTo>
                      <a:lnTo>
                        <a:pt x="869" y="4090"/>
                      </a:lnTo>
                      <a:lnTo>
                        <a:pt x="891" y="4105"/>
                      </a:lnTo>
                      <a:cubicBezTo>
                        <a:pt x="899" y="4112"/>
                        <a:pt x="904" y="4115"/>
                        <a:pt x="909" y="4115"/>
                      </a:cubicBezTo>
                      <a:cubicBezTo>
                        <a:pt x="915" y="4115"/>
                        <a:pt x="921" y="4109"/>
                        <a:pt x="932" y="4096"/>
                      </a:cubicBezTo>
                      <a:lnTo>
                        <a:pt x="944" y="4080"/>
                      </a:lnTo>
                      <a:cubicBezTo>
                        <a:pt x="916" y="4057"/>
                        <a:pt x="936" y="4040"/>
                        <a:pt x="955" y="4040"/>
                      </a:cubicBezTo>
                      <a:cubicBezTo>
                        <a:pt x="961" y="4040"/>
                        <a:pt x="968" y="4042"/>
                        <a:pt x="972" y="4046"/>
                      </a:cubicBezTo>
                      <a:cubicBezTo>
                        <a:pt x="985" y="4052"/>
                        <a:pt x="991" y="4055"/>
                        <a:pt x="995" y="4055"/>
                      </a:cubicBezTo>
                      <a:cubicBezTo>
                        <a:pt x="999" y="4055"/>
                        <a:pt x="1001" y="4052"/>
                        <a:pt x="1004" y="4046"/>
                      </a:cubicBezTo>
                      <a:cubicBezTo>
                        <a:pt x="985" y="4012"/>
                        <a:pt x="1002" y="3996"/>
                        <a:pt x="1021" y="3996"/>
                      </a:cubicBezTo>
                      <a:cubicBezTo>
                        <a:pt x="1028" y="3996"/>
                        <a:pt x="1035" y="3998"/>
                        <a:pt x="1041" y="4002"/>
                      </a:cubicBezTo>
                      <a:lnTo>
                        <a:pt x="1051" y="3993"/>
                      </a:lnTo>
                      <a:cubicBezTo>
                        <a:pt x="1035" y="3971"/>
                        <a:pt x="1045" y="3961"/>
                        <a:pt x="1048" y="3955"/>
                      </a:cubicBezTo>
                      <a:cubicBezTo>
                        <a:pt x="1060" y="3939"/>
                        <a:pt x="1066" y="3933"/>
                        <a:pt x="1041" y="3924"/>
                      </a:cubicBezTo>
                      <a:cubicBezTo>
                        <a:pt x="1023" y="3908"/>
                        <a:pt x="1001" y="3892"/>
                        <a:pt x="1007" y="3886"/>
                      </a:cubicBezTo>
                      <a:lnTo>
                        <a:pt x="1007" y="3886"/>
                      </a:lnTo>
                      <a:lnTo>
                        <a:pt x="1026" y="3902"/>
                      </a:lnTo>
                      <a:cubicBezTo>
                        <a:pt x="1031" y="3906"/>
                        <a:pt x="1036" y="3908"/>
                        <a:pt x="1041" y="3908"/>
                      </a:cubicBezTo>
                      <a:cubicBezTo>
                        <a:pt x="1053" y="3908"/>
                        <a:pt x="1065" y="3896"/>
                        <a:pt x="1076" y="3880"/>
                      </a:cubicBezTo>
                      <a:cubicBezTo>
                        <a:pt x="1092" y="3862"/>
                        <a:pt x="1101" y="3850"/>
                        <a:pt x="1115" y="3850"/>
                      </a:cubicBezTo>
                      <a:cubicBezTo>
                        <a:pt x="1120" y="3850"/>
                        <a:pt x="1126" y="3851"/>
                        <a:pt x="1132" y="3855"/>
                      </a:cubicBezTo>
                      <a:lnTo>
                        <a:pt x="1117" y="3833"/>
                      </a:lnTo>
                      <a:cubicBezTo>
                        <a:pt x="1107" y="3819"/>
                        <a:pt x="1104" y="3813"/>
                        <a:pt x="1109" y="3813"/>
                      </a:cubicBezTo>
                      <a:cubicBezTo>
                        <a:pt x="1112" y="3813"/>
                        <a:pt x="1118" y="3815"/>
                        <a:pt x="1126" y="3820"/>
                      </a:cubicBezTo>
                      <a:cubicBezTo>
                        <a:pt x="1131" y="3823"/>
                        <a:pt x="1136" y="3824"/>
                        <a:pt x="1140" y="3824"/>
                      </a:cubicBezTo>
                      <a:cubicBezTo>
                        <a:pt x="1156" y="3824"/>
                        <a:pt x="1165" y="3805"/>
                        <a:pt x="1157" y="3783"/>
                      </a:cubicBezTo>
                      <a:lnTo>
                        <a:pt x="1167" y="3773"/>
                      </a:lnTo>
                      <a:cubicBezTo>
                        <a:pt x="1181" y="3782"/>
                        <a:pt x="1193" y="3785"/>
                        <a:pt x="1200" y="3785"/>
                      </a:cubicBezTo>
                      <a:cubicBezTo>
                        <a:pt x="1214" y="3785"/>
                        <a:pt x="1212" y="3770"/>
                        <a:pt x="1189" y="3745"/>
                      </a:cubicBezTo>
                      <a:lnTo>
                        <a:pt x="1189" y="3745"/>
                      </a:lnTo>
                      <a:cubicBezTo>
                        <a:pt x="1199" y="3754"/>
                        <a:pt x="1204" y="3757"/>
                        <a:pt x="1208" y="3757"/>
                      </a:cubicBezTo>
                      <a:cubicBezTo>
                        <a:pt x="1212" y="3757"/>
                        <a:pt x="1214" y="3754"/>
                        <a:pt x="1217" y="3751"/>
                      </a:cubicBezTo>
                      <a:cubicBezTo>
                        <a:pt x="1207" y="3732"/>
                        <a:pt x="1216" y="3715"/>
                        <a:pt x="1229" y="3715"/>
                      </a:cubicBezTo>
                      <a:cubicBezTo>
                        <a:pt x="1233" y="3715"/>
                        <a:pt x="1238" y="3716"/>
                        <a:pt x="1242" y="3720"/>
                      </a:cubicBezTo>
                      <a:lnTo>
                        <a:pt x="1248" y="3714"/>
                      </a:lnTo>
                      <a:cubicBezTo>
                        <a:pt x="1233" y="3692"/>
                        <a:pt x="1236" y="3689"/>
                        <a:pt x="1242" y="3682"/>
                      </a:cubicBezTo>
                      <a:cubicBezTo>
                        <a:pt x="1245" y="3676"/>
                        <a:pt x="1251" y="3670"/>
                        <a:pt x="1236" y="3651"/>
                      </a:cubicBezTo>
                      <a:cubicBezTo>
                        <a:pt x="1220" y="3629"/>
                        <a:pt x="1223" y="3623"/>
                        <a:pt x="1223" y="3623"/>
                      </a:cubicBezTo>
                      <a:cubicBezTo>
                        <a:pt x="1224" y="3623"/>
                        <a:pt x="1224" y="3623"/>
                        <a:pt x="1225" y="3623"/>
                      </a:cubicBezTo>
                      <a:cubicBezTo>
                        <a:pt x="1231" y="3623"/>
                        <a:pt x="1243" y="3640"/>
                        <a:pt x="1258" y="3660"/>
                      </a:cubicBezTo>
                      <a:cubicBezTo>
                        <a:pt x="1262" y="3669"/>
                        <a:pt x="1266" y="3672"/>
                        <a:pt x="1268" y="3672"/>
                      </a:cubicBezTo>
                      <a:cubicBezTo>
                        <a:pt x="1274" y="3672"/>
                        <a:pt x="1275" y="3655"/>
                        <a:pt x="1258" y="3623"/>
                      </a:cubicBezTo>
                      <a:cubicBezTo>
                        <a:pt x="1243" y="3599"/>
                        <a:pt x="1236" y="3587"/>
                        <a:pt x="1237" y="3587"/>
                      </a:cubicBezTo>
                      <a:lnTo>
                        <a:pt x="1237" y="3587"/>
                      </a:lnTo>
                      <a:cubicBezTo>
                        <a:pt x="1238" y="3587"/>
                        <a:pt x="1245" y="3598"/>
                        <a:pt x="1261" y="3620"/>
                      </a:cubicBezTo>
                      <a:cubicBezTo>
                        <a:pt x="1271" y="3633"/>
                        <a:pt x="1282" y="3647"/>
                        <a:pt x="1284" y="3647"/>
                      </a:cubicBezTo>
                      <a:cubicBezTo>
                        <a:pt x="1285" y="3647"/>
                        <a:pt x="1284" y="3643"/>
                        <a:pt x="1280" y="3635"/>
                      </a:cubicBezTo>
                      <a:cubicBezTo>
                        <a:pt x="1280" y="3635"/>
                        <a:pt x="1289" y="3623"/>
                        <a:pt x="1270" y="3607"/>
                      </a:cubicBezTo>
                      <a:lnTo>
                        <a:pt x="1283" y="3592"/>
                      </a:lnTo>
                      <a:cubicBezTo>
                        <a:pt x="1291" y="3593"/>
                        <a:pt x="1297" y="3594"/>
                        <a:pt x="1302" y="3594"/>
                      </a:cubicBezTo>
                      <a:cubicBezTo>
                        <a:pt x="1314" y="3594"/>
                        <a:pt x="1318" y="3590"/>
                        <a:pt x="1320" y="3585"/>
                      </a:cubicBezTo>
                      <a:cubicBezTo>
                        <a:pt x="1311" y="3573"/>
                        <a:pt x="1308" y="3567"/>
                        <a:pt x="1311" y="3567"/>
                      </a:cubicBezTo>
                      <a:cubicBezTo>
                        <a:pt x="1313" y="3567"/>
                        <a:pt x="1319" y="3570"/>
                        <a:pt x="1330" y="3576"/>
                      </a:cubicBezTo>
                      <a:cubicBezTo>
                        <a:pt x="1336" y="3581"/>
                        <a:pt x="1341" y="3584"/>
                        <a:pt x="1343" y="3584"/>
                      </a:cubicBezTo>
                      <a:cubicBezTo>
                        <a:pt x="1347" y="3584"/>
                        <a:pt x="1341" y="3574"/>
                        <a:pt x="1314" y="3554"/>
                      </a:cubicBezTo>
                      <a:cubicBezTo>
                        <a:pt x="1304" y="3540"/>
                        <a:pt x="1303" y="3533"/>
                        <a:pt x="1310" y="3533"/>
                      </a:cubicBezTo>
                      <a:cubicBezTo>
                        <a:pt x="1313" y="3533"/>
                        <a:pt x="1319" y="3535"/>
                        <a:pt x="1327" y="3538"/>
                      </a:cubicBezTo>
                      <a:cubicBezTo>
                        <a:pt x="1348" y="3554"/>
                        <a:pt x="1359" y="3561"/>
                        <a:pt x="1363" y="3561"/>
                      </a:cubicBezTo>
                      <a:cubicBezTo>
                        <a:pt x="1366" y="3561"/>
                        <a:pt x="1362" y="3555"/>
                        <a:pt x="1352" y="3548"/>
                      </a:cubicBezTo>
                      <a:cubicBezTo>
                        <a:pt x="1336" y="3526"/>
                        <a:pt x="1342" y="3523"/>
                        <a:pt x="1342" y="3523"/>
                      </a:cubicBezTo>
                      <a:lnTo>
                        <a:pt x="1342" y="3523"/>
                      </a:lnTo>
                      <a:cubicBezTo>
                        <a:pt x="1345" y="3525"/>
                        <a:pt x="1347" y="3526"/>
                        <a:pt x="1350" y="3526"/>
                      </a:cubicBezTo>
                      <a:cubicBezTo>
                        <a:pt x="1371" y="3526"/>
                        <a:pt x="1407" y="3482"/>
                        <a:pt x="1443" y="3441"/>
                      </a:cubicBezTo>
                      <a:cubicBezTo>
                        <a:pt x="1446" y="3435"/>
                        <a:pt x="1430" y="3413"/>
                        <a:pt x="1411" y="3397"/>
                      </a:cubicBezTo>
                      <a:cubicBezTo>
                        <a:pt x="1394" y="3384"/>
                        <a:pt x="1387" y="3379"/>
                        <a:pt x="1387" y="3379"/>
                      </a:cubicBezTo>
                      <a:lnTo>
                        <a:pt x="1387" y="3379"/>
                      </a:lnTo>
                      <a:cubicBezTo>
                        <a:pt x="1388" y="3379"/>
                        <a:pt x="1400" y="3387"/>
                        <a:pt x="1414" y="3394"/>
                      </a:cubicBezTo>
                      <a:cubicBezTo>
                        <a:pt x="1442" y="3411"/>
                        <a:pt x="1459" y="3419"/>
                        <a:pt x="1465" y="3419"/>
                      </a:cubicBezTo>
                      <a:cubicBezTo>
                        <a:pt x="1473" y="3419"/>
                        <a:pt x="1460" y="3405"/>
                        <a:pt x="1424" y="3382"/>
                      </a:cubicBezTo>
                      <a:cubicBezTo>
                        <a:pt x="1401" y="3369"/>
                        <a:pt x="1390" y="3362"/>
                        <a:pt x="1391" y="3362"/>
                      </a:cubicBezTo>
                      <a:lnTo>
                        <a:pt x="1391" y="3362"/>
                      </a:lnTo>
                      <a:cubicBezTo>
                        <a:pt x="1392" y="3362"/>
                        <a:pt x="1404" y="3368"/>
                        <a:pt x="1427" y="3378"/>
                      </a:cubicBezTo>
                      <a:cubicBezTo>
                        <a:pt x="1437" y="3382"/>
                        <a:pt x="1443" y="3384"/>
                        <a:pt x="1445" y="3384"/>
                      </a:cubicBezTo>
                      <a:cubicBezTo>
                        <a:pt x="1449" y="3384"/>
                        <a:pt x="1446" y="3379"/>
                        <a:pt x="1436" y="3366"/>
                      </a:cubicBezTo>
                      <a:cubicBezTo>
                        <a:pt x="1425" y="3357"/>
                        <a:pt x="1422" y="3351"/>
                        <a:pt x="1425" y="3351"/>
                      </a:cubicBezTo>
                      <a:cubicBezTo>
                        <a:pt x="1428" y="3351"/>
                        <a:pt x="1434" y="3353"/>
                        <a:pt x="1443" y="3360"/>
                      </a:cubicBezTo>
                      <a:cubicBezTo>
                        <a:pt x="1456" y="3367"/>
                        <a:pt x="1471" y="3374"/>
                        <a:pt x="1476" y="3374"/>
                      </a:cubicBezTo>
                      <a:cubicBezTo>
                        <a:pt x="1479" y="3374"/>
                        <a:pt x="1478" y="3372"/>
                        <a:pt x="1471" y="3366"/>
                      </a:cubicBezTo>
                      <a:cubicBezTo>
                        <a:pt x="1471" y="3366"/>
                        <a:pt x="1472" y="3364"/>
                        <a:pt x="1477" y="3364"/>
                      </a:cubicBezTo>
                      <a:cubicBezTo>
                        <a:pt x="1481" y="3364"/>
                        <a:pt x="1488" y="3365"/>
                        <a:pt x="1499" y="3369"/>
                      </a:cubicBezTo>
                      <a:cubicBezTo>
                        <a:pt x="1504" y="3372"/>
                        <a:pt x="1507" y="3373"/>
                        <a:pt x="1509" y="3373"/>
                      </a:cubicBezTo>
                      <a:cubicBezTo>
                        <a:pt x="1518" y="3373"/>
                        <a:pt x="1505" y="3355"/>
                        <a:pt x="1493" y="3338"/>
                      </a:cubicBezTo>
                      <a:cubicBezTo>
                        <a:pt x="1479" y="3311"/>
                        <a:pt x="1473" y="3299"/>
                        <a:pt x="1478" y="3299"/>
                      </a:cubicBezTo>
                      <a:cubicBezTo>
                        <a:pt x="1481" y="3299"/>
                        <a:pt x="1490" y="3307"/>
                        <a:pt x="1505" y="3322"/>
                      </a:cubicBezTo>
                      <a:cubicBezTo>
                        <a:pt x="1515" y="3332"/>
                        <a:pt x="1522" y="3336"/>
                        <a:pt x="1526" y="3336"/>
                      </a:cubicBezTo>
                      <a:cubicBezTo>
                        <a:pt x="1539" y="3336"/>
                        <a:pt x="1533" y="3306"/>
                        <a:pt x="1508" y="3281"/>
                      </a:cubicBezTo>
                      <a:cubicBezTo>
                        <a:pt x="1487" y="3258"/>
                        <a:pt x="1479" y="3249"/>
                        <a:pt x="1480" y="3249"/>
                      </a:cubicBezTo>
                      <a:lnTo>
                        <a:pt x="1480" y="3249"/>
                      </a:lnTo>
                      <a:cubicBezTo>
                        <a:pt x="1481" y="3249"/>
                        <a:pt x="1485" y="3253"/>
                        <a:pt x="1493" y="3259"/>
                      </a:cubicBezTo>
                      <a:cubicBezTo>
                        <a:pt x="1503" y="3268"/>
                        <a:pt x="1510" y="3270"/>
                        <a:pt x="1513" y="3270"/>
                      </a:cubicBezTo>
                      <a:cubicBezTo>
                        <a:pt x="1517" y="3270"/>
                        <a:pt x="1518" y="3269"/>
                        <a:pt x="1518" y="3269"/>
                      </a:cubicBezTo>
                      <a:cubicBezTo>
                        <a:pt x="1519" y="3267"/>
                        <a:pt x="1522" y="3265"/>
                        <a:pt x="1526" y="3265"/>
                      </a:cubicBezTo>
                      <a:cubicBezTo>
                        <a:pt x="1530" y="3265"/>
                        <a:pt x="1537" y="3267"/>
                        <a:pt x="1546" y="3275"/>
                      </a:cubicBezTo>
                      <a:cubicBezTo>
                        <a:pt x="1546" y="3275"/>
                        <a:pt x="1549" y="3269"/>
                        <a:pt x="1540" y="3244"/>
                      </a:cubicBezTo>
                      <a:cubicBezTo>
                        <a:pt x="1522" y="3219"/>
                        <a:pt x="1525" y="3208"/>
                        <a:pt x="1540" y="3208"/>
                      </a:cubicBezTo>
                      <a:cubicBezTo>
                        <a:pt x="1551" y="3208"/>
                        <a:pt x="1568" y="3214"/>
                        <a:pt x="1587" y="3225"/>
                      </a:cubicBezTo>
                      <a:lnTo>
                        <a:pt x="1574" y="3200"/>
                      </a:lnTo>
                      <a:cubicBezTo>
                        <a:pt x="1552" y="3175"/>
                        <a:pt x="1537" y="3159"/>
                        <a:pt x="1541" y="3159"/>
                      </a:cubicBezTo>
                      <a:lnTo>
                        <a:pt x="1541" y="3159"/>
                      </a:lnTo>
                      <a:cubicBezTo>
                        <a:pt x="1543" y="3159"/>
                        <a:pt x="1550" y="3164"/>
                        <a:pt x="1565" y="3175"/>
                      </a:cubicBezTo>
                      <a:cubicBezTo>
                        <a:pt x="1571" y="3180"/>
                        <a:pt x="1577" y="3184"/>
                        <a:pt x="1581" y="3188"/>
                      </a:cubicBezTo>
                      <a:lnTo>
                        <a:pt x="1581" y="3188"/>
                      </a:lnTo>
                      <a:cubicBezTo>
                        <a:pt x="1564" y="3168"/>
                        <a:pt x="1568" y="3158"/>
                        <a:pt x="1581" y="3158"/>
                      </a:cubicBezTo>
                      <a:cubicBezTo>
                        <a:pt x="1592" y="3158"/>
                        <a:pt x="1608" y="3164"/>
                        <a:pt x="1624" y="3178"/>
                      </a:cubicBezTo>
                      <a:cubicBezTo>
                        <a:pt x="1638" y="3187"/>
                        <a:pt x="1643" y="3191"/>
                        <a:pt x="1646" y="3191"/>
                      </a:cubicBezTo>
                      <a:cubicBezTo>
                        <a:pt x="1647" y="3191"/>
                        <a:pt x="1648" y="3190"/>
                        <a:pt x="1649" y="3187"/>
                      </a:cubicBezTo>
                      <a:lnTo>
                        <a:pt x="1631" y="3172"/>
                      </a:lnTo>
                      <a:cubicBezTo>
                        <a:pt x="1612" y="3156"/>
                        <a:pt x="1590" y="3140"/>
                        <a:pt x="1596" y="3137"/>
                      </a:cubicBezTo>
                      <a:cubicBezTo>
                        <a:pt x="1598" y="3134"/>
                        <a:pt x="1600" y="3130"/>
                        <a:pt x="1605" y="3130"/>
                      </a:cubicBezTo>
                      <a:cubicBezTo>
                        <a:pt x="1610" y="3130"/>
                        <a:pt x="1616" y="3133"/>
                        <a:pt x="1624" y="3140"/>
                      </a:cubicBezTo>
                      <a:cubicBezTo>
                        <a:pt x="1641" y="3146"/>
                        <a:pt x="1656" y="3154"/>
                        <a:pt x="1659" y="3154"/>
                      </a:cubicBezTo>
                      <a:cubicBezTo>
                        <a:pt x="1661" y="3154"/>
                        <a:pt x="1659" y="3152"/>
                        <a:pt x="1652" y="3147"/>
                      </a:cubicBezTo>
                      <a:cubicBezTo>
                        <a:pt x="1652" y="3147"/>
                        <a:pt x="1654" y="3145"/>
                        <a:pt x="1659" y="3145"/>
                      </a:cubicBezTo>
                      <a:cubicBezTo>
                        <a:pt x="1663" y="3145"/>
                        <a:pt x="1670" y="3146"/>
                        <a:pt x="1681" y="3150"/>
                      </a:cubicBezTo>
                      <a:lnTo>
                        <a:pt x="1700" y="3128"/>
                      </a:lnTo>
                      <a:cubicBezTo>
                        <a:pt x="1689" y="3115"/>
                        <a:pt x="1690" y="3105"/>
                        <a:pt x="1697" y="3105"/>
                      </a:cubicBezTo>
                      <a:cubicBezTo>
                        <a:pt x="1701" y="3105"/>
                        <a:pt x="1706" y="3107"/>
                        <a:pt x="1712" y="3112"/>
                      </a:cubicBezTo>
                      <a:cubicBezTo>
                        <a:pt x="1712" y="3112"/>
                        <a:pt x="1721" y="3103"/>
                        <a:pt x="1706" y="3081"/>
                      </a:cubicBezTo>
                      <a:cubicBezTo>
                        <a:pt x="1711" y="3075"/>
                        <a:pt x="1714" y="3071"/>
                        <a:pt x="1720" y="3071"/>
                      </a:cubicBezTo>
                      <a:cubicBezTo>
                        <a:pt x="1725" y="3071"/>
                        <a:pt x="1731" y="3074"/>
                        <a:pt x="1740" y="3081"/>
                      </a:cubicBezTo>
                      <a:cubicBezTo>
                        <a:pt x="1749" y="3088"/>
                        <a:pt x="1754" y="3092"/>
                        <a:pt x="1755" y="3092"/>
                      </a:cubicBezTo>
                      <a:cubicBezTo>
                        <a:pt x="1756" y="3092"/>
                        <a:pt x="1752" y="3086"/>
                        <a:pt x="1743" y="3074"/>
                      </a:cubicBezTo>
                      <a:cubicBezTo>
                        <a:pt x="1725" y="3059"/>
                        <a:pt x="1728" y="3053"/>
                        <a:pt x="1734" y="3049"/>
                      </a:cubicBezTo>
                      <a:cubicBezTo>
                        <a:pt x="1737" y="3043"/>
                        <a:pt x="1740" y="3037"/>
                        <a:pt x="1740" y="3037"/>
                      </a:cubicBezTo>
                      <a:cubicBezTo>
                        <a:pt x="1721" y="3021"/>
                        <a:pt x="1721" y="3021"/>
                        <a:pt x="1725" y="3018"/>
                      </a:cubicBezTo>
                      <a:cubicBezTo>
                        <a:pt x="1731" y="3012"/>
                        <a:pt x="1762" y="3012"/>
                        <a:pt x="1768" y="3006"/>
                      </a:cubicBezTo>
                      <a:cubicBezTo>
                        <a:pt x="1781" y="2990"/>
                        <a:pt x="1781" y="2990"/>
                        <a:pt x="1756" y="2980"/>
                      </a:cubicBezTo>
                      <a:cubicBezTo>
                        <a:pt x="1756" y="2981"/>
                        <a:pt x="1755" y="2981"/>
                        <a:pt x="1755" y="2981"/>
                      </a:cubicBezTo>
                      <a:cubicBezTo>
                        <a:pt x="1751" y="2981"/>
                        <a:pt x="1741" y="2973"/>
                        <a:pt x="1752" y="2973"/>
                      </a:cubicBezTo>
                      <a:cubicBezTo>
                        <a:pt x="1754" y="2973"/>
                        <a:pt x="1757" y="2973"/>
                        <a:pt x="1762" y="2974"/>
                      </a:cubicBezTo>
                      <a:cubicBezTo>
                        <a:pt x="1765" y="2968"/>
                        <a:pt x="1800" y="2968"/>
                        <a:pt x="1812" y="2952"/>
                      </a:cubicBezTo>
                      <a:cubicBezTo>
                        <a:pt x="1831" y="2930"/>
                        <a:pt x="1831" y="2930"/>
                        <a:pt x="1809" y="2915"/>
                      </a:cubicBezTo>
                      <a:cubicBezTo>
                        <a:pt x="1785" y="2901"/>
                        <a:pt x="1776" y="2892"/>
                        <a:pt x="1780" y="2892"/>
                      </a:cubicBezTo>
                      <a:cubicBezTo>
                        <a:pt x="1784" y="2892"/>
                        <a:pt x="1796" y="2897"/>
                        <a:pt x="1815" y="2908"/>
                      </a:cubicBezTo>
                      <a:cubicBezTo>
                        <a:pt x="1837" y="2918"/>
                        <a:pt x="1850" y="2923"/>
                        <a:pt x="1856" y="2923"/>
                      </a:cubicBezTo>
                      <a:cubicBezTo>
                        <a:pt x="1862" y="2923"/>
                        <a:pt x="1859" y="2917"/>
                        <a:pt x="1847" y="2908"/>
                      </a:cubicBezTo>
                      <a:cubicBezTo>
                        <a:pt x="1831" y="2890"/>
                        <a:pt x="1831" y="2890"/>
                        <a:pt x="1837" y="2883"/>
                      </a:cubicBezTo>
                      <a:lnTo>
                        <a:pt x="1837" y="2883"/>
                      </a:lnTo>
                      <a:cubicBezTo>
                        <a:pt x="1844" y="2889"/>
                        <a:pt x="1849" y="2892"/>
                        <a:pt x="1853" y="2892"/>
                      </a:cubicBezTo>
                      <a:cubicBezTo>
                        <a:pt x="1858" y="2892"/>
                        <a:pt x="1858" y="2884"/>
                        <a:pt x="1850" y="2868"/>
                      </a:cubicBezTo>
                      <a:cubicBezTo>
                        <a:pt x="1852" y="2865"/>
                        <a:pt x="1854" y="2864"/>
                        <a:pt x="1856" y="2864"/>
                      </a:cubicBezTo>
                      <a:cubicBezTo>
                        <a:pt x="1859" y="2864"/>
                        <a:pt x="1863" y="2867"/>
                        <a:pt x="1875" y="2877"/>
                      </a:cubicBezTo>
                      <a:cubicBezTo>
                        <a:pt x="1875" y="2877"/>
                        <a:pt x="1878" y="2871"/>
                        <a:pt x="1884" y="2865"/>
                      </a:cubicBezTo>
                      <a:cubicBezTo>
                        <a:pt x="1859" y="2831"/>
                        <a:pt x="1885" y="2815"/>
                        <a:pt x="1909" y="2815"/>
                      </a:cubicBezTo>
                      <a:cubicBezTo>
                        <a:pt x="1915" y="2815"/>
                        <a:pt x="1920" y="2816"/>
                        <a:pt x="1925" y="2817"/>
                      </a:cubicBezTo>
                      <a:cubicBezTo>
                        <a:pt x="1925" y="2817"/>
                        <a:pt x="1928" y="2811"/>
                        <a:pt x="1913" y="2792"/>
                      </a:cubicBezTo>
                      <a:cubicBezTo>
                        <a:pt x="1893" y="2771"/>
                        <a:pt x="1886" y="2760"/>
                        <a:pt x="1890" y="2760"/>
                      </a:cubicBezTo>
                      <a:cubicBezTo>
                        <a:pt x="1894" y="2760"/>
                        <a:pt x="1904" y="2766"/>
                        <a:pt x="1922" y="2780"/>
                      </a:cubicBezTo>
                      <a:cubicBezTo>
                        <a:pt x="1941" y="2795"/>
                        <a:pt x="1952" y="2803"/>
                        <a:pt x="1953" y="2803"/>
                      </a:cubicBezTo>
                      <a:cubicBezTo>
                        <a:pt x="1954" y="2803"/>
                        <a:pt x="1945" y="2793"/>
                        <a:pt x="1925" y="2774"/>
                      </a:cubicBezTo>
                      <a:cubicBezTo>
                        <a:pt x="1915" y="2762"/>
                        <a:pt x="1920" y="2746"/>
                        <a:pt x="1936" y="2746"/>
                      </a:cubicBezTo>
                      <a:cubicBezTo>
                        <a:pt x="1944" y="2746"/>
                        <a:pt x="1955" y="2751"/>
                        <a:pt x="1969" y="2764"/>
                      </a:cubicBezTo>
                      <a:lnTo>
                        <a:pt x="2007" y="2796"/>
                      </a:lnTo>
                      <a:cubicBezTo>
                        <a:pt x="1991" y="2774"/>
                        <a:pt x="1997" y="2767"/>
                        <a:pt x="1997" y="2767"/>
                      </a:cubicBezTo>
                      <a:cubicBezTo>
                        <a:pt x="1978" y="2752"/>
                        <a:pt x="1982" y="2749"/>
                        <a:pt x="1994" y="2733"/>
                      </a:cubicBezTo>
                      <a:cubicBezTo>
                        <a:pt x="2003" y="2720"/>
                        <a:pt x="2000" y="2683"/>
                        <a:pt x="2010" y="2673"/>
                      </a:cubicBezTo>
                      <a:cubicBezTo>
                        <a:pt x="2017" y="2662"/>
                        <a:pt x="2028" y="2654"/>
                        <a:pt x="2041" y="2654"/>
                      </a:cubicBezTo>
                      <a:cubicBezTo>
                        <a:pt x="2046" y="2654"/>
                        <a:pt x="2052" y="2655"/>
                        <a:pt x="2057" y="2658"/>
                      </a:cubicBezTo>
                      <a:cubicBezTo>
                        <a:pt x="2060" y="2651"/>
                        <a:pt x="2066" y="2645"/>
                        <a:pt x="2054" y="2620"/>
                      </a:cubicBezTo>
                      <a:cubicBezTo>
                        <a:pt x="2043" y="2606"/>
                        <a:pt x="2044" y="2597"/>
                        <a:pt x="2052" y="2597"/>
                      </a:cubicBezTo>
                      <a:cubicBezTo>
                        <a:pt x="2056" y="2597"/>
                        <a:pt x="2062" y="2599"/>
                        <a:pt x="2069" y="2604"/>
                      </a:cubicBezTo>
                      <a:lnTo>
                        <a:pt x="2072" y="2598"/>
                      </a:lnTo>
                      <a:cubicBezTo>
                        <a:pt x="2063" y="2573"/>
                        <a:pt x="2066" y="2567"/>
                        <a:pt x="2066" y="2567"/>
                      </a:cubicBezTo>
                      <a:lnTo>
                        <a:pt x="2066" y="2567"/>
                      </a:lnTo>
                      <a:cubicBezTo>
                        <a:pt x="2077" y="2576"/>
                        <a:pt x="2090" y="2583"/>
                        <a:pt x="2096" y="2583"/>
                      </a:cubicBezTo>
                      <a:cubicBezTo>
                        <a:pt x="2100" y="2583"/>
                        <a:pt x="2101" y="2579"/>
                        <a:pt x="2094" y="2570"/>
                      </a:cubicBezTo>
                      <a:cubicBezTo>
                        <a:pt x="2076" y="2554"/>
                        <a:pt x="2079" y="2551"/>
                        <a:pt x="2088" y="2539"/>
                      </a:cubicBezTo>
                      <a:lnTo>
                        <a:pt x="2088" y="2539"/>
                      </a:lnTo>
                      <a:cubicBezTo>
                        <a:pt x="2089" y="2539"/>
                        <a:pt x="2089" y="2539"/>
                        <a:pt x="2090" y="2539"/>
                      </a:cubicBezTo>
                      <a:cubicBezTo>
                        <a:pt x="2121" y="2539"/>
                        <a:pt x="2263" y="2366"/>
                        <a:pt x="2245" y="2351"/>
                      </a:cubicBezTo>
                      <a:lnTo>
                        <a:pt x="2257" y="2335"/>
                      </a:lnTo>
                      <a:lnTo>
                        <a:pt x="2270" y="2319"/>
                      </a:lnTo>
                      <a:cubicBezTo>
                        <a:pt x="2280" y="2327"/>
                        <a:pt x="2287" y="2330"/>
                        <a:pt x="2293" y="2330"/>
                      </a:cubicBezTo>
                      <a:cubicBezTo>
                        <a:pt x="2312" y="2330"/>
                        <a:pt x="2312" y="2299"/>
                        <a:pt x="2307" y="2275"/>
                      </a:cubicBezTo>
                      <a:cubicBezTo>
                        <a:pt x="2292" y="2253"/>
                        <a:pt x="2295" y="2250"/>
                        <a:pt x="2301" y="2244"/>
                      </a:cubicBezTo>
                      <a:lnTo>
                        <a:pt x="2301" y="2244"/>
                      </a:lnTo>
                      <a:cubicBezTo>
                        <a:pt x="2316" y="2256"/>
                        <a:pt x="2327" y="2261"/>
                        <a:pt x="2334" y="2261"/>
                      </a:cubicBezTo>
                      <a:cubicBezTo>
                        <a:pt x="2345" y="2261"/>
                        <a:pt x="2348" y="2249"/>
                        <a:pt x="2342" y="2231"/>
                      </a:cubicBezTo>
                      <a:cubicBezTo>
                        <a:pt x="2323" y="2212"/>
                        <a:pt x="2315" y="2202"/>
                        <a:pt x="2319" y="2202"/>
                      </a:cubicBezTo>
                      <a:cubicBezTo>
                        <a:pt x="2323" y="2202"/>
                        <a:pt x="2333" y="2208"/>
                        <a:pt x="2351" y="2222"/>
                      </a:cubicBezTo>
                      <a:cubicBezTo>
                        <a:pt x="2365" y="2234"/>
                        <a:pt x="2375" y="2240"/>
                        <a:pt x="2380" y="2240"/>
                      </a:cubicBezTo>
                      <a:cubicBezTo>
                        <a:pt x="2388" y="2240"/>
                        <a:pt x="2380" y="2222"/>
                        <a:pt x="2348" y="2184"/>
                      </a:cubicBezTo>
                      <a:cubicBezTo>
                        <a:pt x="2339" y="2173"/>
                        <a:pt x="2335" y="2169"/>
                        <a:pt x="2339" y="2169"/>
                      </a:cubicBezTo>
                      <a:cubicBezTo>
                        <a:pt x="2341" y="2169"/>
                        <a:pt x="2347" y="2171"/>
                        <a:pt x="2358" y="2175"/>
                      </a:cubicBezTo>
                      <a:cubicBezTo>
                        <a:pt x="2379" y="2187"/>
                        <a:pt x="2390" y="2192"/>
                        <a:pt x="2395" y="2192"/>
                      </a:cubicBezTo>
                      <a:cubicBezTo>
                        <a:pt x="2399" y="2192"/>
                        <a:pt x="2396" y="2186"/>
                        <a:pt x="2386" y="2178"/>
                      </a:cubicBezTo>
                      <a:cubicBezTo>
                        <a:pt x="2365" y="2158"/>
                        <a:pt x="2358" y="2147"/>
                        <a:pt x="2365" y="2147"/>
                      </a:cubicBezTo>
                      <a:cubicBezTo>
                        <a:pt x="2369" y="2147"/>
                        <a:pt x="2380" y="2152"/>
                        <a:pt x="2398" y="2163"/>
                      </a:cubicBezTo>
                      <a:cubicBezTo>
                        <a:pt x="2420" y="2172"/>
                        <a:pt x="2432" y="2177"/>
                        <a:pt x="2437" y="2177"/>
                      </a:cubicBezTo>
                      <a:cubicBezTo>
                        <a:pt x="2442" y="2177"/>
                        <a:pt x="2434" y="2168"/>
                        <a:pt x="2414" y="2147"/>
                      </a:cubicBezTo>
                      <a:cubicBezTo>
                        <a:pt x="2388" y="2121"/>
                        <a:pt x="2389" y="2104"/>
                        <a:pt x="2406" y="2104"/>
                      </a:cubicBezTo>
                      <a:cubicBezTo>
                        <a:pt x="2414" y="2104"/>
                        <a:pt x="2425" y="2108"/>
                        <a:pt x="2439" y="2116"/>
                      </a:cubicBezTo>
                      <a:cubicBezTo>
                        <a:pt x="2445" y="2109"/>
                        <a:pt x="2467" y="2119"/>
                        <a:pt x="2448" y="2103"/>
                      </a:cubicBezTo>
                      <a:lnTo>
                        <a:pt x="2448" y="2103"/>
                      </a:lnTo>
                      <a:lnTo>
                        <a:pt x="2474" y="2116"/>
                      </a:lnTo>
                      <a:cubicBezTo>
                        <a:pt x="2477" y="2109"/>
                        <a:pt x="2483" y="2103"/>
                        <a:pt x="2483" y="2103"/>
                      </a:cubicBezTo>
                      <a:lnTo>
                        <a:pt x="2461" y="2087"/>
                      </a:lnTo>
                      <a:cubicBezTo>
                        <a:pt x="2492" y="2072"/>
                        <a:pt x="2521" y="2053"/>
                        <a:pt x="2542" y="2028"/>
                      </a:cubicBezTo>
                      <a:cubicBezTo>
                        <a:pt x="2593" y="1968"/>
                        <a:pt x="2602" y="1959"/>
                        <a:pt x="2577" y="1949"/>
                      </a:cubicBezTo>
                      <a:cubicBezTo>
                        <a:pt x="2551" y="1933"/>
                        <a:pt x="2543" y="1922"/>
                        <a:pt x="2551" y="1922"/>
                      </a:cubicBezTo>
                      <a:cubicBezTo>
                        <a:pt x="2557" y="1922"/>
                        <a:pt x="2569" y="1927"/>
                        <a:pt x="2586" y="1937"/>
                      </a:cubicBezTo>
                      <a:cubicBezTo>
                        <a:pt x="2590" y="1931"/>
                        <a:pt x="2621" y="1937"/>
                        <a:pt x="2627" y="1927"/>
                      </a:cubicBezTo>
                      <a:cubicBezTo>
                        <a:pt x="2633" y="1920"/>
                        <a:pt x="2639" y="1913"/>
                        <a:pt x="2647" y="1913"/>
                      </a:cubicBezTo>
                      <a:cubicBezTo>
                        <a:pt x="2652" y="1913"/>
                        <a:pt x="2658" y="1915"/>
                        <a:pt x="2665" y="1921"/>
                      </a:cubicBezTo>
                      <a:lnTo>
                        <a:pt x="2671" y="1915"/>
                      </a:lnTo>
                      <a:cubicBezTo>
                        <a:pt x="2640" y="1874"/>
                        <a:pt x="2668" y="1840"/>
                        <a:pt x="2699" y="1840"/>
                      </a:cubicBezTo>
                      <a:cubicBezTo>
                        <a:pt x="2709" y="1830"/>
                        <a:pt x="2712" y="1824"/>
                        <a:pt x="2702" y="1799"/>
                      </a:cubicBezTo>
                      <a:cubicBezTo>
                        <a:pt x="2694" y="1781"/>
                        <a:pt x="2691" y="1775"/>
                        <a:pt x="2697" y="1775"/>
                      </a:cubicBezTo>
                      <a:cubicBezTo>
                        <a:pt x="2700" y="1775"/>
                        <a:pt x="2706" y="1777"/>
                        <a:pt x="2715" y="1780"/>
                      </a:cubicBezTo>
                      <a:cubicBezTo>
                        <a:pt x="2720" y="1784"/>
                        <a:pt x="2727" y="1786"/>
                        <a:pt x="2734" y="1786"/>
                      </a:cubicBezTo>
                      <a:cubicBezTo>
                        <a:pt x="2753" y="1786"/>
                        <a:pt x="2771" y="1772"/>
                        <a:pt x="2743" y="1749"/>
                      </a:cubicBezTo>
                      <a:lnTo>
                        <a:pt x="2743" y="1749"/>
                      </a:lnTo>
                      <a:lnTo>
                        <a:pt x="2765" y="1758"/>
                      </a:lnTo>
                      <a:cubicBezTo>
                        <a:pt x="2770" y="1761"/>
                        <a:pt x="2774" y="1762"/>
                        <a:pt x="2776" y="1762"/>
                      </a:cubicBezTo>
                      <a:cubicBezTo>
                        <a:pt x="2783" y="1762"/>
                        <a:pt x="2771" y="1746"/>
                        <a:pt x="2756" y="1733"/>
                      </a:cubicBezTo>
                      <a:cubicBezTo>
                        <a:pt x="2735" y="1718"/>
                        <a:pt x="2727" y="1708"/>
                        <a:pt x="2731" y="1708"/>
                      </a:cubicBezTo>
                      <a:cubicBezTo>
                        <a:pt x="2735" y="1708"/>
                        <a:pt x="2752" y="1718"/>
                        <a:pt x="2784" y="1739"/>
                      </a:cubicBezTo>
                      <a:cubicBezTo>
                        <a:pt x="2806" y="1755"/>
                        <a:pt x="2817" y="1761"/>
                        <a:pt x="2819" y="1761"/>
                      </a:cubicBezTo>
                      <a:cubicBezTo>
                        <a:pt x="2822" y="1761"/>
                        <a:pt x="2818" y="1756"/>
                        <a:pt x="2809" y="1749"/>
                      </a:cubicBezTo>
                      <a:cubicBezTo>
                        <a:pt x="2796" y="1731"/>
                        <a:pt x="2784" y="1714"/>
                        <a:pt x="2792" y="1714"/>
                      </a:cubicBezTo>
                      <a:cubicBezTo>
                        <a:pt x="2794" y="1714"/>
                        <a:pt x="2798" y="1715"/>
                        <a:pt x="2803" y="1718"/>
                      </a:cubicBezTo>
                      <a:cubicBezTo>
                        <a:pt x="2806" y="1711"/>
                        <a:pt x="2812" y="1705"/>
                        <a:pt x="2771" y="1674"/>
                      </a:cubicBezTo>
                      <a:cubicBezTo>
                        <a:pt x="2752" y="1658"/>
                        <a:pt x="2756" y="1655"/>
                        <a:pt x="2759" y="1649"/>
                      </a:cubicBezTo>
                      <a:lnTo>
                        <a:pt x="2759" y="1649"/>
                      </a:lnTo>
                      <a:cubicBezTo>
                        <a:pt x="2774" y="1658"/>
                        <a:pt x="2787" y="1671"/>
                        <a:pt x="2796" y="1686"/>
                      </a:cubicBezTo>
                      <a:lnTo>
                        <a:pt x="2806" y="1674"/>
                      </a:lnTo>
                      <a:cubicBezTo>
                        <a:pt x="2807" y="1672"/>
                        <a:pt x="2809" y="1671"/>
                        <a:pt x="2813" y="1671"/>
                      </a:cubicBezTo>
                      <a:cubicBezTo>
                        <a:pt x="2823" y="1671"/>
                        <a:pt x="2842" y="1678"/>
                        <a:pt x="2856" y="1689"/>
                      </a:cubicBezTo>
                      <a:cubicBezTo>
                        <a:pt x="2863" y="1692"/>
                        <a:pt x="2869" y="1693"/>
                        <a:pt x="2872" y="1693"/>
                      </a:cubicBezTo>
                      <a:cubicBezTo>
                        <a:pt x="2880" y="1693"/>
                        <a:pt x="2874" y="1685"/>
                        <a:pt x="2843" y="1667"/>
                      </a:cubicBezTo>
                      <a:cubicBezTo>
                        <a:pt x="2803" y="1636"/>
                        <a:pt x="2803" y="1636"/>
                        <a:pt x="2812" y="1627"/>
                      </a:cubicBezTo>
                      <a:cubicBezTo>
                        <a:pt x="2814" y="1623"/>
                        <a:pt x="2816" y="1620"/>
                        <a:pt x="2821" y="1620"/>
                      </a:cubicBezTo>
                      <a:cubicBezTo>
                        <a:pt x="2825" y="1620"/>
                        <a:pt x="2831" y="1622"/>
                        <a:pt x="2840" y="1630"/>
                      </a:cubicBezTo>
                      <a:cubicBezTo>
                        <a:pt x="2851" y="1639"/>
                        <a:pt x="2855" y="1642"/>
                        <a:pt x="2859" y="1642"/>
                      </a:cubicBezTo>
                      <a:cubicBezTo>
                        <a:pt x="2862" y="1642"/>
                        <a:pt x="2864" y="1640"/>
                        <a:pt x="2868" y="1636"/>
                      </a:cubicBezTo>
                      <a:cubicBezTo>
                        <a:pt x="2881" y="1620"/>
                        <a:pt x="2837" y="1558"/>
                        <a:pt x="2799" y="1520"/>
                      </a:cubicBezTo>
                      <a:cubicBezTo>
                        <a:pt x="2780" y="1504"/>
                        <a:pt x="2770" y="1496"/>
                        <a:pt x="2772" y="1496"/>
                      </a:cubicBezTo>
                      <a:lnTo>
                        <a:pt x="2772" y="1496"/>
                      </a:lnTo>
                      <a:cubicBezTo>
                        <a:pt x="2774" y="1496"/>
                        <a:pt x="2785" y="1502"/>
                        <a:pt x="2806" y="1514"/>
                      </a:cubicBezTo>
                      <a:cubicBezTo>
                        <a:pt x="2816" y="1522"/>
                        <a:pt x="2821" y="1525"/>
                        <a:pt x="2825" y="1525"/>
                      </a:cubicBezTo>
                      <a:cubicBezTo>
                        <a:pt x="2829" y="1525"/>
                        <a:pt x="2831" y="1523"/>
                        <a:pt x="2834" y="1520"/>
                      </a:cubicBezTo>
                      <a:cubicBezTo>
                        <a:pt x="2826" y="1514"/>
                        <a:pt x="2825" y="1512"/>
                        <a:pt x="2827" y="1512"/>
                      </a:cubicBezTo>
                      <a:lnTo>
                        <a:pt x="2827" y="1512"/>
                      </a:lnTo>
                      <a:cubicBezTo>
                        <a:pt x="2829" y="1512"/>
                        <a:pt x="2836" y="1516"/>
                        <a:pt x="2834" y="1520"/>
                      </a:cubicBezTo>
                      <a:cubicBezTo>
                        <a:pt x="2853" y="1536"/>
                        <a:pt x="2850" y="1542"/>
                        <a:pt x="2843" y="1545"/>
                      </a:cubicBezTo>
                      <a:lnTo>
                        <a:pt x="2865" y="1561"/>
                      </a:lnTo>
                      <a:cubicBezTo>
                        <a:pt x="2884" y="1573"/>
                        <a:pt x="2895" y="1578"/>
                        <a:pt x="2899" y="1578"/>
                      </a:cubicBezTo>
                      <a:cubicBezTo>
                        <a:pt x="2905" y="1578"/>
                        <a:pt x="2898" y="1567"/>
                        <a:pt x="2878" y="1545"/>
                      </a:cubicBezTo>
                      <a:cubicBezTo>
                        <a:pt x="2869" y="1533"/>
                        <a:pt x="2865" y="1527"/>
                        <a:pt x="2868" y="1527"/>
                      </a:cubicBezTo>
                      <a:cubicBezTo>
                        <a:pt x="2870" y="1527"/>
                        <a:pt x="2876" y="1530"/>
                        <a:pt x="2887" y="1536"/>
                      </a:cubicBezTo>
                      <a:cubicBezTo>
                        <a:pt x="2903" y="1542"/>
                        <a:pt x="2917" y="1547"/>
                        <a:pt x="2921" y="1547"/>
                      </a:cubicBezTo>
                      <a:cubicBezTo>
                        <a:pt x="2924" y="1547"/>
                        <a:pt x="2923" y="1545"/>
                        <a:pt x="2915" y="1539"/>
                      </a:cubicBezTo>
                      <a:cubicBezTo>
                        <a:pt x="2915" y="1539"/>
                        <a:pt x="2920" y="1535"/>
                        <a:pt x="2930" y="1535"/>
                      </a:cubicBezTo>
                      <a:cubicBezTo>
                        <a:pt x="2935" y="1535"/>
                        <a:pt x="2942" y="1536"/>
                        <a:pt x="2950" y="1539"/>
                      </a:cubicBezTo>
                      <a:cubicBezTo>
                        <a:pt x="2956" y="1530"/>
                        <a:pt x="2962" y="1523"/>
                        <a:pt x="2940" y="1508"/>
                      </a:cubicBezTo>
                      <a:cubicBezTo>
                        <a:pt x="2922" y="1492"/>
                        <a:pt x="2928" y="1486"/>
                        <a:pt x="2931" y="1482"/>
                      </a:cubicBezTo>
                      <a:cubicBezTo>
                        <a:pt x="2934" y="1476"/>
                        <a:pt x="2940" y="1470"/>
                        <a:pt x="2922" y="1454"/>
                      </a:cubicBezTo>
                      <a:cubicBezTo>
                        <a:pt x="2900" y="1439"/>
                        <a:pt x="2884" y="1417"/>
                        <a:pt x="2893" y="1407"/>
                      </a:cubicBezTo>
                      <a:cubicBezTo>
                        <a:pt x="2889" y="1395"/>
                        <a:pt x="2886" y="1388"/>
                        <a:pt x="2891" y="1388"/>
                      </a:cubicBezTo>
                      <a:cubicBezTo>
                        <a:pt x="2895" y="1388"/>
                        <a:pt x="2906" y="1395"/>
                        <a:pt x="2928" y="1407"/>
                      </a:cubicBezTo>
                      <a:cubicBezTo>
                        <a:pt x="2937" y="1415"/>
                        <a:pt x="2942" y="1417"/>
                        <a:pt x="2946" y="1417"/>
                      </a:cubicBezTo>
                      <a:cubicBezTo>
                        <a:pt x="2950" y="1417"/>
                        <a:pt x="2953" y="1414"/>
                        <a:pt x="2956" y="1410"/>
                      </a:cubicBezTo>
                      <a:cubicBezTo>
                        <a:pt x="2956" y="1410"/>
                        <a:pt x="2957" y="1410"/>
                        <a:pt x="2959" y="1410"/>
                      </a:cubicBezTo>
                      <a:cubicBezTo>
                        <a:pt x="2962" y="1410"/>
                        <a:pt x="2969" y="1411"/>
                        <a:pt x="2984" y="1417"/>
                      </a:cubicBezTo>
                      <a:cubicBezTo>
                        <a:pt x="2990" y="1419"/>
                        <a:pt x="2993" y="1420"/>
                        <a:pt x="2994" y="1420"/>
                      </a:cubicBezTo>
                      <a:cubicBezTo>
                        <a:pt x="3000" y="1420"/>
                        <a:pt x="2984" y="1407"/>
                        <a:pt x="2969" y="1395"/>
                      </a:cubicBezTo>
                      <a:lnTo>
                        <a:pt x="2928" y="1363"/>
                      </a:lnTo>
                      <a:cubicBezTo>
                        <a:pt x="2928" y="1363"/>
                        <a:pt x="2929" y="1363"/>
                        <a:pt x="2929" y="1363"/>
                      </a:cubicBezTo>
                      <a:cubicBezTo>
                        <a:pt x="2939" y="1363"/>
                        <a:pt x="2979" y="1386"/>
                        <a:pt x="2997" y="1401"/>
                      </a:cubicBezTo>
                      <a:cubicBezTo>
                        <a:pt x="3018" y="1413"/>
                        <a:pt x="3029" y="1419"/>
                        <a:pt x="3030" y="1419"/>
                      </a:cubicBezTo>
                      <a:cubicBezTo>
                        <a:pt x="3032" y="1419"/>
                        <a:pt x="3023" y="1411"/>
                        <a:pt x="3003" y="1395"/>
                      </a:cubicBezTo>
                      <a:cubicBezTo>
                        <a:pt x="2984" y="1381"/>
                        <a:pt x="2969" y="1362"/>
                        <a:pt x="2988" y="1362"/>
                      </a:cubicBezTo>
                      <a:cubicBezTo>
                        <a:pt x="2990" y="1362"/>
                        <a:pt x="2993" y="1363"/>
                        <a:pt x="2997" y="1363"/>
                      </a:cubicBezTo>
                      <a:cubicBezTo>
                        <a:pt x="3001" y="1357"/>
                        <a:pt x="3006" y="1350"/>
                        <a:pt x="3016" y="1350"/>
                      </a:cubicBezTo>
                      <a:cubicBezTo>
                        <a:pt x="3021" y="1350"/>
                        <a:pt x="3027" y="1352"/>
                        <a:pt x="3035" y="1357"/>
                      </a:cubicBezTo>
                      <a:cubicBezTo>
                        <a:pt x="3039" y="1359"/>
                        <a:pt x="3042" y="1360"/>
                        <a:pt x="3044" y="1360"/>
                      </a:cubicBezTo>
                      <a:cubicBezTo>
                        <a:pt x="3051" y="1360"/>
                        <a:pt x="3041" y="1348"/>
                        <a:pt x="3041" y="1348"/>
                      </a:cubicBezTo>
                      <a:cubicBezTo>
                        <a:pt x="3028" y="1326"/>
                        <a:pt x="3031" y="1320"/>
                        <a:pt x="3066" y="1320"/>
                      </a:cubicBezTo>
                      <a:cubicBezTo>
                        <a:pt x="3081" y="1320"/>
                        <a:pt x="3092" y="1321"/>
                        <a:pt x="3100" y="1321"/>
                      </a:cubicBezTo>
                      <a:cubicBezTo>
                        <a:pt x="3123" y="1321"/>
                        <a:pt x="3116" y="1316"/>
                        <a:pt x="3088" y="1294"/>
                      </a:cubicBezTo>
                      <a:cubicBezTo>
                        <a:pt x="3074" y="1285"/>
                        <a:pt x="3062" y="1275"/>
                        <a:pt x="3065" y="1275"/>
                      </a:cubicBezTo>
                      <a:lnTo>
                        <a:pt x="3065" y="1275"/>
                      </a:lnTo>
                      <a:cubicBezTo>
                        <a:pt x="3067" y="1275"/>
                        <a:pt x="3074" y="1279"/>
                        <a:pt x="3091" y="1288"/>
                      </a:cubicBezTo>
                      <a:cubicBezTo>
                        <a:pt x="3095" y="1290"/>
                        <a:pt x="3098" y="1290"/>
                        <a:pt x="3100" y="1290"/>
                      </a:cubicBezTo>
                      <a:cubicBezTo>
                        <a:pt x="3111" y="1290"/>
                        <a:pt x="3098" y="1272"/>
                        <a:pt x="3088" y="1251"/>
                      </a:cubicBezTo>
                      <a:cubicBezTo>
                        <a:pt x="3066" y="1226"/>
                        <a:pt x="3041" y="1204"/>
                        <a:pt x="3016" y="1182"/>
                      </a:cubicBezTo>
                      <a:cubicBezTo>
                        <a:pt x="2988" y="1160"/>
                        <a:pt x="2979" y="1153"/>
                        <a:pt x="2985" y="1153"/>
                      </a:cubicBezTo>
                      <a:cubicBezTo>
                        <a:pt x="2988" y="1153"/>
                        <a:pt x="2994" y="1155"/>
                        <a:pt x="3003" y="1157"/>
                      </a:cubicBezTo>
                      <a:cubicBezTo>
                        <a:pt x="3004" y="1155"/>
                        <a:pt x="3005" y="1155"/>
                        <a:pt x="3007" y="1155"/>
                      </a:cubicBezTo>
                      <a:cubicBezTo>
                        <a:pt x="3015" y="1155"/>
                        <a:pt x="3035" y="1165"/>
                        <a:pt x="3053" y="1175"/>
                      </a:cubicBezTo>
                      <a:cubicBezTo>
                        <a:pt x="3072" y="1191"/>
                        <a:pt x="3066" y="1197"/>
                        <a:pt x="3066" y="1197"/>
                      </a:cubicBezTo>
                      <a:lnTo>
                        <a:pt x="3063" y="1204"/>
                      </a:lnTo>
                      <a:cubicBezTo>
                        <a:pt x="3077" y="1215"/>
                        <a:pt x="3092" y="1227"/>
                        <a:pt x="3103" y="1227"/>
                      </a:cubicBezTo>
                      <a:cubicBezTo>
                        <a:pt x="3107" y="1227"/>
                        <a:pt x="3110" y="1226"/>
                        <a:pt x="3113" y="1222"/>
                      </a:cubicBezTo>
                      <a:cubicBezTo>
                        <a:pt x="3121" y="1227"/>
                        <a:pt x="3127" y="1229"/>
                        <a:pt x="3130" y="1229"/>
                      </a:cubicBezTo>
                      <a:cubicBezTo>
                        <a:pt x="3136" y="1229"/>
                        <a:pt x="3133" y="1223"/>
                        <a:pt x="3119" y="1213"/>
                      </a:cubicBezTo>
                      <a:lnTo>
                        <a:pt x="3119" y="1213"/>
                      </a:lnTo>
                      <a:cubicBezTo>
                        <a:pt x="3124" y="1216"/>
                        <a:pt x="3129" y="1217"/>
                        <a:pt x="3135" y="1217"/>
                      </a:cubicBezTo>
                      <a:cubicBezTo>
                        <a:pt x="3146" y="1217"/>
                        <a:pt x="3157" y="1211"/>
                        <a:pt x="3163" y="1200"/>
                      </a:cubicBezTo>
                      <a:cubicBezTo>
                        <a:pt x="3170" y="1189"/>
                        <a:pt x="3182" y="1182"/>
                        <a:pt x="3196" y="1182"/>
                      </a:cubicBezTo>
                      <a:cubicBezTo>
                        <a:pt x="3200" y="1182"/>
                        <a:pt x="3205" y="1183"/>
                        <a:pt x="3210" y="1185"/>
                      </a:cubicBezTo>
                      <a:cubicBezTo>
                        <a:pt x="3216" y="1175"/>
                        <a:pt x="3223" y="1169"/>
                        <a:pt x="3204" y="1153"/>
                      </a:cubicBezTo>
                      <a:cubicBezTo>
                        <a:pt x="3177" y="1133"/>
                        <a:pt x="3169" y="1123"/>
                        <a:pt x="3173" y="1123"/>
                      </a:cubicBezTo>
                      <a:cubicBezTo>
                        <a:pt x="3175" y="1123"/>
                        <a:pt x="3180" y="1126"/>
                        <a:pt x="3188" y="1132"/>
                      </a:cubicBezTo>
                      <a:cubicBezTo>
                        <a:pt x="3196" y="1136"/>
                        <a:pt x="3205" y="1138"/>
                        <a:pt x="3214" y="1138"/>
                      </a:cubicBezTo>
                      <a:cubicBezTo>
                        <a:pt x="3255" y="1138"/>
                        <a:pt x="3301" y="1097"/>
                        <a:pt x="3273" y="1069"/>
                      </a:cubicBezTo>
                      <a:lnTo>
                        <a:pt x="3282" y="1056"/>
                      </a:lnTo>
                      <a:cubicBezTo>
                        <a:pt x="3284" y="1057"/>
                        <a:pt x="3287" y="1057"/>
                        <a:pt x="3289" y="1057"/>
                      </a:cubicBezTo>
                      <a:cubicBezTo>
                        <a:pt x="3315" y="1057"/>
                        <a:pt x="3337" y="1027"/>
                        <a:pt x="3323" y="1009"/>
                      </a:cubicBezTo>
                      <a:lnTo>
                        <a:pt x="3335" y="994"/>
                      </a:lnTo>
                      <a:cubicBezTo>
                        <a:pt x="3340" y="994"/>
                        <a:pt x="3344" y="994"/>
                        <a:pt x="3347" y="994"/>
                      </a:cubicBezTo>
                      <a:cubicBezTo>
                        <a:pt x="3365" y="994"/>
                        <a:pt x="3367" y="987"/>
                        <a:pt x="3354" y="972"/>
                      </a:cubicBezTo>
                      <a:cubicBezTo>
                        <a:pt x="3343" y="956"/>
                        <a:pt x="3330" y="943"/>
                        <a:pt x="3331" y="943"/>
                      </a:cubicBezTo>
                      <a:lnTo>
                        <a:pt x="3331" y="943"/>
                      </a:lnTo>
                      <a:cubicBezTo>
                        <a:pt x="3331" y="943"/>
                        <a:pt x="3333" y="945"/>
                        <a:pt x="3338" y="950"/>
                      </a:cubicBezTo>
                      <a:cubicBezTo>
                        <a:pt x="3345" y="955"/>
                        <a:pt x="3350" y="958"/>
                        <a:pt x="3355" y="958"/>
                      </a:cubicBezTo>
                      <a:cubicBezTo>
                        <a:pt x="3365" y="958"/>
                        <a:pt x="3373" y="949"/>
                        <a:pt x="3385" y="934"/>
                      </a:cubicBezTo>
                      <a:cubicBezTo>
                        <a:pt x="3401" y="912"/>
                        <a:pt x="3401" y="912"/>
                        <a:pt x="3379" y="903"/>
                      </a:cubicBezTo>
                      <a:cubicBezTo>
                        <a:pt x="3378" y="886"/>
                        <a:pt x="3381" y="879"/>
                        <a:pt x="3387" y="879"/>
                      </a:cubicBezTo>
                      <a:cubicBezTo>
                        <a:pt x="3394" y="879"/>
                        <a:pt x="3405" y="888"/>
                        <a:pt x="3417" y="896"/>
                      </a:cubicBezTo>
                      <a:cubicBezTo>
                        <a:pt x="3430" y="910"/>
                        <a:pt x="3440" y="917"/>
                        <a:pt x="3443" y="917"/>
                      </a:cubicBezTo>
                      <a:cubicBezTo>
                        <a:pt x="3449" y="917"/>
                        <a:pt x="3439" y="901"/>
                        <a:pt x="3404" y="868"/>
                      </a:cubicBezTo>
                      <a:cubicBezTo>
                        <a:pt x="3380" y="844"/>
                        <a:pt x="3377" y="830"/>
                        <a:pt x="3385" y="830"/>
                      </a:cubicBezTo>
                      <a:cubicBezTo>
                        <a:pt x="3388" y="830"/>
                        <a:pt x="3393" y="832"/>
                        <a:pt x="3398" y="837"/>
                      </a:cubicBezTo>
                      <a:cubicBezTo>
                        <a:pt x="3417" y="853"/>
                        <a:pt x="3414" y="859"/>
                        <a:pt x="3411" y="865"/>
                      </a:cubicBezTo>
                      <a:lnTo>
                        <a:pt x="3448" y="896"/>
                      </a:lnTo>
                      <a:cubicBezTo>
                        <a:pt x="3454" y="890"/>
                        <a:pt x="3454" y="890"/>
                        <a:pt x="3439" y="868"/>
                      </a:cubicBezTo>
                      <a:cubicBezTo>
                        <a:pt x="3439" y="868"/>
                        <a:pt x="3442" y="862"/>
                        <a:pt x="3426" y="843"/>
                      </a:cubicBezTo>
                      <a:cubicBezTo>
                        <a:pt x="3411" y="821"/>
                        <a:pt x="3392" y="806"/>
                        <a:pt x="3367" y="796"/>
                      </a:cubicBezTo>
                      <a:cubicBezTo>
                        <a:pt x="3345" y="787"/>
                        <a:pt x="3348" y="781"/>
                        <a:pt x="3351" y="774"/>
                      </a:cubicBezTo>
                      <a:lnTo>
                        <a:pt x="3351" y="774"/>
                      </a:lnTo>
                      <a:cubicBezTo>
                        <a:pt x="3379" y="781"/>
                        <a:pt x="3401" y="793"/>
                        <a:pt x="3417" y="815"/>
                      </a:cubicBezTo>
                      <a:cubicBezTo>
                        <a:pt x="3411" y="821"/>
                        <a:pt x="3432" y="837"/>
                        <a:pt x="3451" y="853"/>
                      </a:cubicBezTo>
                      <a:cubicBezTo>
                        <a:pt x="3453" y="854"/>
                        <a:pt x="3455" y="855"/>
                        <a:pt x="3456" y="855"/>
                      </a:cubicBezTo>
                      <a:cubicBezTo>
                        <a:pt x="3466" y="855"/>
                        <a:pt x="3451" y="805"/>
                        <a:pt x="3420" y="774"/>
                      </a:cubicBezTo>
                      <a:lnTo>
                        <a:pt x="3420" y="774"/>
                      </a:lnTo>
                      <a:lnTo>
                        <a:pt x="3439" y="790"/>
                      </a:lnTo>
                      <a:cubicBezTo>
                        <a:pt x="3445" y="795"/>
                        <a:pt x="3451" y="797"/>
                        <a:pt x="3455" y="797"/>
                      </a:cubicBezTo>
                      <a:cubicBezTo>
                        <a:pt x="3464" y="797"/>
                        <a:pt x="3470" y="790"/>
                        <a:pt x="3476" y="784"/>
                      </a:cubicBezTo>
                      <a:cubicBezTo>
                        <a:pt x="3486" y="771"/>
                        <a:pt x="3489" y="768"/>
                        <a:pt x="3470" y="752"/>
                      </a:cubicBezTo>
                      <a:cubicBezTo>
                        <a:pt x="3448" y="737"/>
                        <a:pt x="3429" y="721"/>
                        <a:pt x="3436" y="715"/>
                      </a:cubicBezTo>
                      <a:lnTo>
                        <a:pt x="3436" y="715"/>
                      </a:lnTo>
                      <a:cubicBezTo>
                        <a:pt x="3435" y="716"/>
                        <a:pt x="3433" y="716"/>
                        <a:pt x="3432" y="716"/>
                      </a:cubicBezTo>
                      <a:cubicBezTo>
                        <a:pt x="3423" y="716"/>
                        <a:pt x="3407" y="703"/>
                        <a:pt x="3389" y="690"/>
                      </a:cubicBezTo>
                      <a:lnTo>
                        <a:pt x="3389" y="690"/>
                      </a:lnTo>
                      <a:cubicBezTo>
                        <a:pt x="3407" y="693"/>
                        <a:pt x="3426" y="699"/>
                        <a:pt x="3442" y="705"/>
                      </a:cubicBezTo>
                      <a:cubicBezTo>
                        <a:pt x="3470" y="716"/>
                        <a:pt x="3491" y="722"/>
                        <a:pt x="3507" y="722"/>
                      </a:cubicBezTo>
                      <a:cubicBezTo>
                        <a:pt x="3521" y="722"/>
                        <a:pt x="3531" y="718"/>
                        <a:pt x="3539" y="708"/>
                      </a:cubicBezTo>
                      <a:cubicBezTo>
                        <a:pt x="3546" y="697"/>
                        <a:pt x="3558" y="689"/>
                        <a:pt x="3571" y="689"/>
                      </a:cubicBezTo>
                      <a:cubicBezTo>
                        <a:pt x="3576" y="689"/>
                        <a:pt x="3581" y="690"/>
                        <a:pt x="3586" y="693"/>
                      </a:cubicBezTo>
                      <a:cubicBezTo>
                        <a:pt x="3592" y="680"/>
                        <a:pt x="3599" y="674"/>
                        <a:pt x="3577" y="658"/>
                      </a:cubicBezTo>
                      <a:lnTo>
                        <a:pt x="3586" y="649"/>
                      </a:lnTo>
                      <a:cubicBezTo>
                        <a:pt x="3593" y="651"/>
                        <a:pt x="3599" y="653"/>
                        <a:pt x="3603" y="653"/>
                      </a:cubicBezTo>
                      <a:cubicBezTo>
                        <a:pt x="3614" y="653"/>
                        <a:pt x="3615" y="645"/>
                        <a:pt x="3602" y="633"/>
                      </a:cubicBezTo>
                      <a:cubicBezTo>
                        <a:pt x="3592" y="620"/>
                        <a:pt x="3597" y="618"/>
                        <a:pt x="3603" y="618"/>
                      </a:cubicBezTo>
                      <a:cubicBezTo>
                        <a:pt x="3605" y="618"/>
                        <a:pt x="3607" y="618"/>
                        <a:pt x="3610" y="618"/>
                      </a:cubicBezTo>
                      <a:cubicBezTo>
                        <a:pt x="3611" y="618"/>
                        <a:pt x="3613" y="618"/>
                        <a:pt x="3614" y="618"/>
                      </a:cubicBezTo>
                      <a:cubicBezTo>
                        <a:pt x="3633" y="625"/>
                        <a:pt x="3645" y="630"/>
                        <a:pt x="3647" y="630"/>
                      </a:cubicBezTo>
                      <a:cubicBezTo>
                        <a:pt x="3651" y="630"/>
                        <a:pt x="3636" y="620"/>
                        <a:pt x="3599" y="596"/>
                      </a:cubicBezTo>
                      <a:cubicBezTo>
                        <a:pt x="3584" y="583"/>
                        <a:pt x="3562" y="579"/>
                        <a:pt x="3551" y="579"/>
                      </a:cubicBezTo>
                      <a:cubicBezTo>
                        <a:pt x="3548" y="579"/>
                        <a:pt x="3546" y="579"/>
                        <a:pt x="3545" y="580"/>
                      </a:cubicBezTo>
                      <a:lnTo>
                        <a:pt x="3533" y="596"/>
                      </a:lnTo>
                      <a:lnTo>
                        <a:pt x="3527" y="564"/>
                      </a:lnTo>
                      <a:cubicBezTo>
                        <a:pt x="3530" y="561"/>
                        <a:pt x="3520" y="533"/>
                        <a:pt x="3498" y="517"/>
                      </a:cubicBezTo>
                      <a:cubicBezTo>
                        <a:pt x="3498" y="517"/>
                        <a:pt x="3480" y="502"/>
                        <a:pt x="3483" y="498"/>
                      </a:cubicBezTo>
                      <a:lnTo>
                        <a:pt x="3483" y="498"/>
                      </a:lnTo>
                      <a:lnTo>
                        <a:pt x="3523" y="530"/>
                      </a:lnTo>
                      <a:cubicBezTo>
                        <a:pt x="3539" y="549"/>
                        <a:pt x="3558" y="564"/>
                        <a:pt x="3580" y="580"/>
                      </a:cubicBezTo>
                      <a:cubicBezTo>
                        <a:pt x="3601" y="592"/>
                        <a:pt x="3618" y="598"/>
                        <a:pt x="3628" y="598"/>
                      </a:cubicBezTo>
                      <a:cubicBezTo>
                        <a:pt x="3638" y="598"/>
                        <a:pt x="3637" y="590"/>
                        <a:pt x="3617" y="574"/>
                      </a:cubicBezTo>
                      <a:cubicBezTo>
                        <a:pt x="3619" y="573"/>
                        <a:pt x="3619" y="572"/>
                        <a:pt x="3621" y="572"/>
                      </a:cubicBezTo>
                      <a:cubicBezTo>
                        <a:pt x="3624" y="572"/>
                        <a:pt x="3630" y="574"/>
                        <a:pt x="3646" y="580"/>
                      </a:cubicBezTo>
                      <a:cubicBezTo>
                        <a:pt x="3652" y="585"/>
                        <a:pt x="3656" y="588"/>
                        <a:pt x="3658" y="588"/>
                      </a:cubicBezTo>
                      <a:cubicBezTo>
                        <a:pt x="3662" y="588"/>
                        <a:pt x="3656" y="577"/>
                        <a:pt x="3633" y="552"/>
                      </a:cubicBezTo>
                      <a:cubicBezTo>
                        <a:pt x="3613" y="531"/>
                        <a:pt x="3605" y="521"/>
                        <a:pt x="3612" y="521"/>
                      </a:cubicBezTo>
                      <a:cubicBezTo>
                        <a:pt x="3617" y="521"/>
                        <a:pt x="3628" y="526"/>
                        <a:pt x="3646" y="536"/>
                      </a:cubicBezTo>
                      <a:cubicBezTo>
                        <a:pt x="3661" y="543"/>
                        <a:pt x="3673" y="545"/>
                        <a:pt x="3682" y="545"/>
                      </a:cubicBezTo>
                      <a:cubicBezTo>
                        <a:pt x="3703" y="545"/>
                        <a:pt x="3708" y="531"/>
                        <a:pt x="3693" y="520"/>
                      </a:cubicBezTo>
                      <a:cubicBezTo>
                        <a:pt x="3662" y="495"/>
                        <a:pt x="3665" y="480"/>
                        <a:pt x="3680" y="480"/>
                      </a:cubicBezTo>
                      <a:cubicBezTo>
                        <a:pt x="3683" y="480"/>
                        <a:pt x="3688" y="481"/>
                        <a:pt x="3693" y="483"/>
                      </a:cubicBezTo>
                      <a:cubicBezTo>
                        <a:pt x="3700" y="486"/>
                        <a:pt x="3706" y="488"/>
                        <a:pt x="3709" y="488"/>
                      </a:cubicBezTo>
                      <a:cubicBezTo>
                        <a:pt x="3716" y="488"/>
                        <a:pt x="3715" y="482"/>
                        <a:pt x="3705" y="467"/>
                      </a:cubicBezTo>
                      <a:lnTo>
                        <a:pt x="3705" y="467"/>
                      </a:lnTo>
                      <a:cubicBezTo>
                        <a:pt x="3717" y="477"/>
                        <a:pt x="3730" y="484"/>
                        <a:pt x="3736" y="484"/>
                      </a:cubicBezTo>
                      <a:cubicBezTo>
                        <a:pt x="3739" y="484"/>
                        <a:pt x="3740" y="481"/>
                        <a:pt x="3733" y="473"/>
                      </a:cubicBezTo>
                      <a:cubicBezTo>
                        <a:pt x="3733" y="473"/>
                        <a:pt x="3736" y="467"/>
                        <a:pt x="3715" y="458"/>
                      </a:cubicBezTo>
                      <a:lnTo>
                        <a:pt x="3683" y="414"/>
                      </a:lnTo>
                      <a:cubicBezTo>
                        <a:pt x="3683" y="415"/>
                        <a:pt x="3682" y="415"/>
                        <a:pt x="3680" y="415"/>
                      </a:cubicBezTo>
                      <a:cubicBezTo>
                        <a:pt x="3673" y="415"/>
                        <a:pt x="3655" y="402"/>
                        <a:pt x="3639" y="389"/>
                      </a:cubicBezTo>
                      <a:cubicBezTo>
                        <a:pt x="3631" y="382"/>
                        <a:pt x="3634" y="376"/>
                        <a:pt x="3646" y="376"/>
                      </a:cubicBezTo>
                      <a:cubicBezTo>
                        <a:pt x="3661" y="376"/>
                        <a:pt x="3688" y="384"/>
                        <a:pt x="3724" y="404"/>
                      </a:cubicBezTo>
                      <a:lnTo>
                        <a:pt x="3774" y="423"/>
                      </a:lnTo>
                      <a:cubicBezTo>
                        <a:pt x="3755" y="408"/>
                        <a:pt x="3733" y="392"/>
                        <a:pt x="3733" y="392"/>
                      </a:cubicBezTo>
                      <a:cubicBezTo>
                        <a:pt x="3736" y="389"/>
                        <a:pt x="3738" y="387"/>
                        <a:pt x="3742" y="387"/>
                      </a:cubicBezTo>
                      <a:cubicBezTo>
                        <a:pt x="3746" y="387"/>
                        <a:pt x="3751" y="390"/>
                        <a:pt x="3762" y="398"/>
                      </a:cubicBezTo>
                      <a:cubicBezTo>
                        <a:pt x="3775" y="408"/>
                        <a:pt x="3780" y="412"/>
                        <a:pt x="3783" y="412"/>
                      </a:cubicBezTo>
                      <a:cubicBezTo>
                        <a:pt x="3785" y="412"/>
                        <a:pt x="3785" y="410"/>
                        <a:pt x="3787" y="408"/>
                      </a:cubicBezTo>
                      <a:cubicBezTo>
                        <a:pt x="3787" y="408"/>
                        <a:pt x="3793" y="401"/>
                        <a:pt x="3771" y="386"/>
                      </a:cubicBezTo>
                      <a:cubicBezTo>
                        <a:pt x="3748" y="366"/>
                        <a:pt x="3739" y="359"/>
                        <a:pt x="3741" y="359"/>
                      </a:cubicBezTo>
                      <a:lnTo>
                        <a:pt x="3741" y="359"/>
                      </a:lnTo>
                      <a:cubicBezTo>
                        <a:pt x="3742" y="359"/>
                        <a:pt x="3747" y="362"/>
                        <a:pt x="3755" y="367"/>
                      </a:cubicBezTo>
                      <a:cubicBezTo>
                        <a:pt x="3773" y="377"/>
                        <a:pt x="3784" y="382"/>
                        <a:pt x="3790" y="382"/>
                      </a:cubicBezTo>
                      <a:cubicBezTo>
                        <a:pt x="3798" y="382"/>
                        <a:pt x="3792" y="371"/>
                        <a:pt x="3771" y="348"/>
                      </a:cubicBezTo>
                      <a:cubicBezTo>
                        <a:pt x="3750" y="332"/>
                        <a:pt x="3740" y="324"/>
                        <a:pt x="3741" y="324"/>
                      </a:cubicBezTo>
                      <a:lnTo>
                        <a:pt x="3741" y="324"/>
                      </a:lnTo>
                      <a:cubicBezTo>
                        <a:pt x="3742" y="324"/>
                        <a:pt x="3753" y="331"/>
                        <a:pt x="3774" y="345"/>
                      </a:cubicBezTo>
                      <a:cubicBezTo>
                        <a:pt x="3789" y="357"/>
                        <a:pt x="3808" y="366"/>
                        <a:pt x="3816" y="366"/>
                      </a:cubicBezTo>
                      <a:cubicBezTo>
                        <a:pt x="3819" y="366"/>
                        <a:pt x="3820" y="365"/>
                        <a:pt x="3821" y="364"/>
                      </a:cubicBezTo>
                      <a:lnTo>
                        <a:pt x="3802" y="348"/>
                      </a:lnTo>
                      <a:cubicBezTo>
                        <a:pt x="3774" y="327"/>
                        <a:pt x="3769" y="318"/>
                        <a:pt x="3776" y="318"/>
                      </a:cubicBezTo>
                      <a:cubicBezTo>
                        <a:pt x="3779" y="318"/>
                        <a:pt x="3785" y="320"/>
                        <a:pt x="3793" y="323"/>
                      </a:cubicBezTo>
                      <a:cubicBezTo>
                        <a:pt x="3800" y="329"/>
                        <a:pt x="3805" y="332"/>
                        <a:pt x="3807" y="332"/>
                      </a:cubicBezTo>
                      <a:cubicBezTo>
                        <a:pt x="3812" y="332"/>
                        <a:pt x="3811" y="323"/>
                        <a:pt x="3805" y="307"/>
                      </a:cubicBezTo>
                      <a:cubicBezTo>
                        <a:pt x="3811" y="300"/>
                        <a:pt x="3814" y="296"/>
                        <a:pt x="3819" y="296"/>
                      </a:cubicBezTo>
                      <a:cubicBezTo>
                        <a:pt x="3823" y="296"/>
                        <a:pt x="3829" y="299"/>
                        <a:pt x="3837" y="304"/>
                      </a:cubicBezTo>
                      <a:cubicBezTo>
                        <a:pt x="3857" y="319"/>
                        <a:pt x="3867" y="327"/>
                        <a:pt x="3868" y="327"/>
                      </a:cubicBezTo>
                      <a:cubicBezTo>
                        <a:pt x="3869" y="327"/>
                        <a:pt x="3861" y="319"/>
                        <a:pt x="3843" y="301"/>
                      </a:cubicBezTo>
                      <a:cubicBezTo>
                        <a:pt x="3833" y="287"/>
                        <a:pt x="3829" y="282"/>
                        <a:pt x="3836" y="282"/>
                      </a:cubicBezTo>
                      <a:cubicBezTo>
                        <a:pt x="3839" y="282"/>
                        <a:pt x="3846" y="283"/>
                        <a:pt x="3856" y="285"/>
                      </a:cubicBezTo>
                      <a:cubicBezTo>
                        <a:pt x="3865" y="289"/>
                        <a:pt x="3871" y="291"/>
                        <a:pt x="3874" y="291"/>
                      </a:cubicBezTo>
                      <a:cubicBezTo>
                        <a:pt x="3878" y="291"/>
                        <a:pt x="3874" y="286"/>
                        <a:pt x="3865" y="273"/>
                      </a:cubicBezTo>
                      <a:cubicBezTo>
                        <a:pt x="3830" y="246"/>
                        <a:pt x="3811" y="231"/>
                        <a:pt x="3805" y="231"/>
                      </a:cubicBezTo>
                      <a:cubicBezTo>
                        <a:pt x="3804" y="231"/>
                        <a:pt x="3803" y="231"/>
                        <a:pt x="3802" y="232"/>
                      </a:cubicBezTo>
                      <a:cubicBezTo>
                        <a:pt x="3800" y="235"/>
                        <a:pt x="3798" y="236"/>
                        <a:pt x="3796" y="236"/>
                      </a:cubicBezTo>
                      <a:cubicBezTo>
                        <a:pt x="3793" y="236"/>
                        <a:pt x="3789" y="232"/>
                        <a:pt x="3777" y="223"/>
                      </a:cubicBezTo>
                      <a:cubicBezTo>
                        <a:pt x="3777" y="223"/>
                        <a:pt x="3780" y="216"/>
                        <a:pt x="3787" y="210"/>
                      </a:cubicBezTo>
                      <a:cubicBezTo>
                        <a:pt x="3790" y="207"/>
                        <a:pt x="3796" y="201"/>
                        <a:pt x="3783" y="173"/>
                      </a:cubicBezTo>
                      <a:cubicBezTo>
                        <a:pt x="3777" y="154"/>
                        <a:pt x="3752" y="132"/>
                        <a:pt x="3744" y="132"/>
                      </a:cubicBezTo>
                      <a:cubicBezTo>
                        <a:pt x="3741" y="132"/>
                        <a:pt x="3740" y="134"/>
                        <a:pt x="3742" y="140"/>
                      </a:cubicBezTo>
                      <a:lnTo>
                        <a:pt x="3742" y="140"/>
                      </a:lnTo>
                      <a:lnTo>
                        <a:pt x="3721" y="132"/>
                      </a:lnTo>
                      <a:cubicBezTo>
                        <a:pt x="3695" y="111"/>
                        <a:pt x="3679" y="102"/>
                        <a:pt x="3673" y="1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78" name="Google Shape;9578;p37"/>
                <p:cNvSpPr/>
                <p:nvPr/>
              </p:nvSpPr>
              <p:spPr>
                <a:xfrm>
                  <a:off x="3717012" y="3051929"/>
                  <a:ext cx="110563" cy="875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0" h="3874" extrusionOk="0">
                      <a:moveTo>
                        <a:pt x="102" y="173"/>
                      </a:moveTo>
                      <a:cubicBezTo>
                        <a:pt x="103" y="173"/>
                        <a:pt x="95" y="183"/>
                        <a:pt x="79" y="202"/>
                      </a:cubicBezTo>
                      <a:cubicBezTo>
                        <a:pt x="65" y="222"/>
                        <a:pt x="50" y="240"/>
                        <a:pt x="43" y="240"/>
                      </a:cubicBezTo>
                      <a:cubicBezTo>
                        <a:pt x="42" y="240"/>
                        <a:pt x="42" y="240"/>
                        <a:pt x="41" y="240"/>
                      </a:cubicBezTo>
                      <a:cubicBezTo>
                        <a:pt x="31" y="247"/>
                        <a:pt x="26" y="250"/>
                        <a:pt x="24" y="250"/>
                      </a:cubicBezTo>
                      <a:cubicBezTo>
                        <a:pt x="17" y="250"/>
                        <a:pt x="42" y="222"/>
                        <a:pt x="73" y="199"/>
                      </a:cubicBezTo>
                      <a:cubicBezTo>
                        <a:pt x="91" y="182"/>
                        <a:pt x="101" y="173"/>
                        <a:pt x="102" y="173"/>
                      </a:cubicBezTo>
                      <a:close/>
                      <a:moveTo>
                        <a:pt x="861" y="784"/>
                      </a:moveTo>
                      <a:cubicBezTo>
                        <a:pt x="861" y="784"/>
                        <a:pt x="862" y="785"/>
                        <a:pt x="863" y="785"/>
                      </a:cubicBezTo>
                      <a:cubicBezTo>
                        <a:pt x="866" y="791"/>
                        <a:pt x="834" y="829"/>
                        <a:pt x="809" y="841"/>
                      </a:cubicBezTo>
                      <a:cubicBezTo>
                        <a:pt x="803" y="835"/>
                        <a:pt x="803" y="835"/>
                        <a:pt x="819" y="816"/>
                      </a:cubicBezTo>
                      <a:cubicBezTo>
                        <a:pt x="833" y="799"/>
                        <a:pt x="853" y="784"/>
                        <a:pt x="861" y="784"/>
                      </a:cubicBezTo>
                      <a:close/>
                      <a:moveTo>
                        <a:pt x="1096" y="867"/>
                      </a:moveTo>
                      <a:cubicBezTo>
                        <a:pt x="1098" y="867"/>
                        <a:pt x="1098" y="870"/>
                        <a:pt x="1091" y="879"/>
                      </a:cubicBezTo>
                      <a:lnTo>
                        <a:pt x="1076" y="898"/>
                      </a:lnTo>
                      <a:cubicBezTo>
                        <a:pt x="1061" y="908"/>
                        <a:pt x="1047" y="918"/>
                        <a:pt x="1043" y="918"/>
                      </a:cubicBezTo>
                      <a:cubicBezTo>
                        <a:pt x="1041" y="918"/>
                        <a:pt x="1042" y="915"/>
                        <a:pt x="1047" y="907"/>
                      </a:cubicBezTo>
                      <a:cubicBezTo>
                        <a:pt x="1060" y="895"/>
                        <a:pt x="1073" y="882"/>
                        <a:pt x="1085" y="873"/>
                      </a:cubicBezTo>
                      <a:cubicBezTo>
                        <a:pt x="1085" y="873"/>
                        <a:pt x="1093" y="867"/>
                        <a:pt x="1096" y="867"/>
                      </a:cubicBezTo>
                      <a:close/>
                      <a:moveTo>
                        <a:pt x="1511" y="1039"/>
                      </a:moveTo>
                      <a:cubicBezTo>
                        <a:pt x="1510" y="1039"/>
                        <a:pt x="1508" y="1043"/>
                        <a:pt x="1504" y="1051"/>
                      </a:cubicBezTo>
                      <a:lnTo>
                        <a:pt x="1504" y="1051"/>
                      </a:lnTo>
                      <a:cubicBezTo>
                        <a:pt x="1509" y="1043"/>
                        <a:pt x="1511" y="1039"/>
                        <a:pt x="1511" y="1039"/>
                      </a:cubicBezTo>
                      <a:close/>
                      <a:moveTo>
                        <a:pt x="1504" y="1051"/>
                      </a:moveTo>
                      <a:lnTo>
                        <a:pt x="1504" y="1051"/>
                      </a:lnTo>
                      <a:cubicBezTo>
                        <a:pt x="1500" y="1056"/>
                        <a:pt x="1494" y="1064"/>
                        <a:pt x="1486" y="1073"/>
                      </a:cubicBezTo>
                      <a:cubicBezTo>
                        <a:pt x="1486" y="1073"/>
                        <a:pt x="1486" y="1073"/>
                        <a:pt x="1486" y="1074"/>
                      </a:cubicBezTo>
                      <a:lnTo>
                        <a:pt x="1486" y="1074"/>
                      </a:lnTo>
                      <a:cubicBezTo>
                        <a:pt x="1490" y="1069"/>
                        <a:pt x="1496" y="1063"/>
                        <a:pt x="1502" y="1054"/>
                      </a:cubicBezTo>
                      <a:cubicBezTo>
                        <a:pt x="1503" y="1053"/>
                        <a:pt x="1503" y="1052"/>
                        <a:pt x="1504" y="1051"/>
                      </a:cubicBezTo>
                      <a:close/>
                      <a:moveTo>
                        <a:pt x="1401" y="1070"/>
                      </a:moveTo>
                      <a:cubicBezTo>
                        <a:pt x="1398" y="1070"/>
                        <a:pt x="1391" y="1076"/>
                        <a:pt x="1393" y="1076"/>
                      </a:cubicBezTo>
                      <a:cubicBezTo>
                        <a:pt x="1393" y="1076"/>
                        <a:pt x="1396" y="1075"/>
                        <a:pt x="1402" y="1070"/>
                      </a:cubicBezTo>
                      <a:cubicBezTo>
                        <a:pt x="1401" y="1070"/>
                        <a:pt x="1401" y="1070"/>
                        <a:pt x="1401" y="1070"/>
                      </a:cubicBezTo>
                      <a:close/>
                      <a:moveTo>
                        <a:pt x="1300" y="1051"/>
                      </a:moveTo>
                      <a:cubicBezTo>
                        <a:pt x="1300" y="1051"/>
                        <a:pt x="1301" y="1051"/>
                        <a:pt x="1301" y="1051"/>
                      </a:cubicBezTo>
                      <a:cubicBezTo>
                        <a:pt x="1295" y="1067"/>
                        <a:pt x="1286" y="1083"/>
                        <a:pt x="1273" y="1095"/>
                      </a:cubicBezTo>
                      <a:lnTo>
                        <a:pt x="1270" y="1092"/>
                      </a:lnTo>
                      <a:cubicBezTo>
                        <a:pt x="1264" y="1086"/>
                        <a:pt x="1279" y="1067"/>
                        <a:pt x="1279" y="1067"/>
                      </a:cubicBezTo>
                      <a:cubicBezTo>
                        <a:pt x="1279" y="1067"/>
                        <a:pt x="1293" y="1051"/>
                        <a:pt x="1300" y="1051"/>
                      </a:cubicBezTo>
                      <a:close/>
                      <a:moveTo>
                        <a:pt x="1364" y="1070"/>
                      </a:moveTo>
                      <a:lnTo>
                        <a:pt x="1370" y="1076"/>
                      </a:lnTo>
                      <a:lnTo>
                        <a:pt x="1361" y="1101"/>
                      </a:lnTo>
                      <a:lnTo>
                        <a:pt x="1355" y="1095"/>
                      </a:lnTo>
                      <a:cubicBezTo>
                        <a:pt x="1348" y="1092"/>
                        <a:pt x="1348" y="1092"/>
                        <a:pt x="1364" y="1070"/>
                      </a:cubicBezTo>
                      <a:close/>
                      <a:moveTo>
                        <a:pt x="1417" y="1117"/>
                      </a:moveTo>
                      <a:lnTo>
                        <a:pt x="1423" y="1120"/>
                      </a:lnTo>
                      <a:lnTo>
                        <a:pt x="1414" y="1145"/>
                      </a:lnTo>
                      <a:lnTo>
                        <a:pt x="1408" y="1139"/>
                      </a:lnTo>
                      <a:cubicBezTo>
                        <a:pt x="1402" y="1136"/>
                        <a:pt x="1402" y="1136"/>
                        <a:pt x="1417" y="1117"/>
                      </a:cubicBezTo>
                      <a:close/>
                      <a:moveTo>
                        <a:pt x="1457" y="1150"/>
                      </a:moveTo>
                      <a:cubicBezTo>
                        <a:pt x="1458" y="1150"/>
                        <a:pt x="1459" y="1151"/>
                        <a:pt x="1461" y="1152"/>
                      </a:cubicBezTo>
                      <a:cubicBezTo>
                        <a:pt x="1470" y="1161"/>
                        <a:pt x="1470" y="1161"/>
                        <a:pt x="1452" y="1177"/>
                      </a:cubicBezTo>
                      <a:cubicBezTo>
                        <a:pt x="1443" y="1183"/>
                        <a:pt x="1437" y="1185"/>
                        <a:pt x="1434" y="1185"/>
                      </a:cubicBezTo>
                      <a:cubicBezTo>
                        <a:pt x="1428" y="1185"/>
                        <a:pt x="1430" y="1179"/>
                        <a:pt x="1439" y="1167"/>
                      </a:cubicBezTo>
                      <a:cubicBezTo>
                        <a:pt x="1450" y="1154"/>
                        <a:pt x="1454" y="1150"/>
                        <a:pt x="1457" y="1150"/>
                      </a:cubicBezTo>
                      <a:close/>
                      <a:moveTo>
                        <a:pt x="1409" y="1305"/>
                      </a:moveTo>
                      <a:cubicBezTo>
                        <a:pt x="1410" y="1305"/>
                        <a:pt x="1410" y="1305"/>
                        <a:pt x="1411" y="1305"/>
                      </a:cubicBezTo>
                      <a:lnTo>
                        <a:pt x="1402" y="1330"/>
                      </a:lnTo>
                      <a:lnTo>
                        <a:pt x="1380" y="1346"/>
                      </a:lnTo>
                      <a:lnTo>
                        <a:pt x="1373" y="1343"/>
                      </a:lnTo>
                      <a:cubicBezTo>
                        <a:pt x="1388" y="1322"/>
                        <a:pt x="1402" y="1305"/>
                        <a:pt x="1409" y="1305"/>
                      </a:cubicBezTo>
                      <a:close/>
                      <a:moveTo>
                        <a:pt x="1488" y="1339"/>
                      </a:moveTo>
                      <a:cubicBezTo>
                        <a:pt x="1489" y="1339"/>
                        <a:pt x="1489" y="1339"/>
                        <a:pt x="1489" y="1340"/>
                      </a:cubicBezTo>
                      <a:lnTo>
                        <a:pt x="1480" y="1365"/>
                      </a:lnTo>
                      <a:cubicBezTo>
                        <a:pt x="1468" y="1379"/>
                        <a:pt x="1462" y="1380"/>
                        <a:pt x="1459" y="1380"/>
                      </a:cubicBezTo>
                      <a:cubicBezTo>
                        <a:pt x="1458" y="1380"/>
                        <a:pt x="1458" y="1380"/>
                        <a:pt x="1458" y="1380"/>
                      </a:cubicBezTo>
                      <a:cubicBezTo>
                        <a:pt x="1455" y="1374"/>
                        <a:pt x="1455" y="1374"/>
                        <a:pt x="1470" y="1355"/>
                      </a:cubicBezTo>
                      <a:cubicBezTo>
                        <a:pt x="1470" y="1355"/>
                        <a:pt x="1484" y="1339"/>
                        <a:pt x="1488" y="1339"/>
                      </a:cubicBezTo>
                      <a:close/>
                      <a:moveTo>
                        <a:pt x="2034" y="1593"/>
                      </a:moveTo>
                      <a:cubicBezTo>
                        <a:pt x="2034" y="1593"/>
                        <a:pt x="2034" y="1593"/>
                        <a:pt x="2035" y="1593"/>
                      </a:cubicBezTo>
                      <a:lnTo>
                        <a:pt x="2041" y="1600"/>
                      </a:lnTo>
                      <a:cubicBezTo>
                        <a:pt x="2031" y="1612"/>
                        <a:pt x="2019" y="1625"/>
                        <a:pt x="2003" y="1634"/>
                      </a:cubicBezTo>
                      <a:lnTo>
                        <a:pt x="2000" y="1628"/>
                      </a:lnTo>
                      <a:cubicBezTo>
                        <a:pt x="2015" y="1610"/>
                        <a:pt x="2029" y="1593"/>
                        <a:pt x="2034" y="1593"/>
                      </a:cubicBezTo>
                      <a:close/>
                      <a:moveTo>
                        <a:pt x="2265" y="1755"/>
                      </a:moveTo>
                      <a:cubicBezTo>
                        <a:pt x="2270" y="1755"/>
                        <a:pt x="2274" y="1758"/>
                        <a:pt x="2276" y="1759"/>
                      </a:cubicBezTo>
                      <a:cubicBezTo>
                        <a:pt x="2267" y="1782"/>
                        <a:pt x="2248" y="1797"/>
                        <a:pt x="2243" y="1797"/>
                      </a:cubicBezTo>
                      <a:cubicBezTo>
                        <a:pt x="2242" y="1797"/>
                        <a:pt x="2242" y="1797"/>
                        <a:pt x="2241" y="1797"/>
                      </a:cubicBezTo>
                      <a:cubicBezTo>
                        <a:pt x="2229" y="1788"/>
                        <a:pt x="2229" y="1788"/>
                        <a:pt x="2245" y="1769"/>
                      </a:cubicBezTo>
                      <a:cubicBezTo>
                        <a:pt x="2252" y="1758"/>
                        <a:pt x="2259" y="1755"/>
                        <a:pt x="2265" y="1755"/>
                      </a:cubicBezTo>
                      <a:close/>
                      <a:moveTo>
                        <a:pt x="2647" y="2066"/>
                      </a:moveTo>
                      <a:cubicBezTo>
                        <a:pt x="2648" y="2066"/>
                        <a:pt x="2648" y="2066"/>
                        <a:pt x="2649" y="2067"/>
                      </a:cubicBezTo>
                      <a:lnTo>
                        <a:pt x="2636" y="2092"/>
                      </a:lnTo>
                      <a:lnTo>
                        <a:pt x="2617" y="2107"/>
                      </a:lnTo>
                      <a:lnTo>
                        <a:pt x="2611" y="2104"/>
                      </a:lnTo>
                      <a:cubicBezTo>
                        <a:pt x="2626" y="2084"/>
                        <a:pt x="2640" y="2066"/>
                        <a:pt x="2647" y="2066"/>
                      </a:cubicBezTo>
                      <a:close/>
                      <a:moveTo>
                        <a:pt x="2840" y="2161"/>
                      </a:moveTo>
                      <a:cubicBezTo>
                        <a:pt x="2846" y="2167"/>
                        <a:pt x="2809" y="2201"/>
                        <a:pt x="2793" y="2220"/>
                      </a:cubicBezTo>
                      <a:cubicBezTo>
                        <a:pt x="2787" y="2217"/>
                        <a:pt x="2787" y="2217"/>
                        <a:pt x="2802" y="2195"/>
                      </a:cubicBezTo>
                      <a:cubicBezTo>
                        <a:pt x="2815" y="2183"/>
                        <a:pt x="2827" y="2173"/>
                        <a:pt x="2840" y="2161"/>
                      </a:cubicBezTo>
                      <a:close/>
                      <a:moveTo>
                        <a:pt x="2621" y="2244"/>
                      </a:moveTo>
                      <a:cubicBezTo>
                        <a:pt x="2622" y="2244"/>
                        <a:pt x="2623" y="2244"/>
                        <a:pt x="2624" y="2245"/>
                      </a:cubicBezTo>
                      <a:lnTo>
                        <a:pt x="2630" y="2248"/>
                      </a:lnTo>
                      <a:cubicBezTo>
                        <a:pt x="2617" y="2261"/>
                        <a:pt x="2605" y="2273"/>
                        <a:pt x="2592" y="2283"/>
                      </a:cubicBezTo>
                      <a:lnTo>
                        <a:pt x="2586" y="2280"/>
                      </a:lnTo>
                      <a:cubicBezTo>
                        <a:pt x="2600" y="2263"/>
                        <a:pt x="2614" y="2244"/>
                        <a:pt x="2621" y="2244"/>
                      </a:cubicBezTo>
                      <a:close/>
                      <a:moveTo>
                        <a:pt x="2968" y="2267"/>
                      </a:moveTo>
                      <a:cubicBezTo>
                        <a:pt x="2968" y="2267"/>
                        <a:pt x="2968" y="2267"/>
                        <a:pt x="2968" y="2267"/>
                      </a:cubicBezTo>
                      <a:lnTo>
                        <a:pt x="2959" y="2292"/>
                      </a:lnTo>
                      <a:lnTo>
                        <a:pt x="2937" y="2308"/>
                      </a:lnTo>
                      <a:lnTo>
                        <a:pt x="2934" y="2305"/>
                      </a:lnTo>
                      <a:cubicBezTo>
                        <a:pt x="2949" y="2284"/>
                        <a:pt x="2963" y="2267"/>
                        <a:pt x="2968" y="2267"/>
                      </a:cubicBezTo>
                      <a:close/>
                      <a:moveTo>
                        <a:pt x="3802" y="2283"/>
                      </a:moveTo>
                      <a:cubicBezTo>
                        <a:pt x="3799" y="2283"/>
                        <a:pt x="3788" y="2290"/>
                        <a:pt x="3771" y="2308"/>
                      </a:cubicBezTo>
                      <a:cubicBezTo>
                        <a:pt x="3755" y="2330"/>
                        <a:pt x="3755" y="2330"/>
                        <a:pt x="3761" y="2333"/>
                      </a:cubicBezTo>
                      <a:cubicBezTo>
                        <a:pt x="3774" y="2324"/>
                        <a:pt x="3786" y="2311"/>
                        <a:pt x="3796" y="2299"/>
                      </a:cubicBezTo>
                      <a:cubicBezTo>
                        <a:pt x="3803" y="2289"/>
                        <a:pt x="3806" y="2283"/>
                        <a:pt x="3802" y="2283"/>
                      </a:cubicBezTo>
                      <a:close/>
                      <a:moveTo>
                        <a:pt x="3287" y="2596"/>
                      </a:moveTo>
                      <a:cubicBezTo>
                        <a:pt x="3287" y="2596"/>
                        <a:pt x="3288" y="2596"/>
                        <a:pt x="3288" y="2596"/>
                      </a:cubicBezTo>
                      <a:lnTo>
                        <a:pt x="3276" y="2621"/>
                      </a:lnTo>
                      <a:lnTo>
                        <a:pt x="3257" y="2637"/>
                      </a:lnTo>
                      <a:lnTo>
                        <a:pt x="3251" y="2631"/>
                      </a:lnTo>
                      <a:cubicBezTo>
                        <a:pt x="3265" y="2613"/>
                        <a:pt x="3280" y="2596"/>
                        <a:pt x="3287" y="2596"/>
                      </a:cubicBezTo>
                      <a:close/>
                      <a:moveTo>
                        <a:pt x="3321" y="2626"/>
                      </a:moveTo>
                      <a:cubicBezTo>
                        <a:pt x="3323" y="2626"/>
                        <a:pt x="3324" y="2627"/>
                        <a:pt x="3326" y="2628"/>
                      </a:cubicBezTo>
                      <a:cubicBezTo>
                        <a:pt x="3316" y="2643"/>
                        <a:pt x="3310" y="2659"/>
                        <a:pt x="3298" y="2671"/>
                      </a:cubicBezTo>
                      <a:cubicBezTo>
                        <a:pt x="3292" y="2678"/>
                        <a:pt x="3288" y="2682"/>
                        <a:pt x="3286" y="2682"/>
                      </a:cubicBezTo>
                      <a:cubicBezTo>
                        <a:pt x="3283" y="2682"/>
                        <a:pt x="3288" y="2671"/>
                        <a:pt x="3304" y="2643"/>
                      </a:cubicBezTo>
                      <a:cubicBezTo>
                        <a:pt x="3315" y="2630"/>
                        <a:pt x="3318" y="2626"/>
                        <a:pt x="3321" y="2626"/>
                      </a:cubicBezTo>
                      <a:close/>
                      <a:moveTo>
                        <a:pt x="3434" y="2671"/>
                      </a:moveTo>
                      <a:lnTo>
                        <a:pt x="3434" y="2671"/>
                      </a:lnTo>
                      <a:cubicBezTo>
                        <a:pt x="3438" y="2671"/>
                        <a:pt x="3434" y="2685"/>
                        <a:pt x="3439" y="2687"/>
                      </a:cubicBezTo>
                      <a:cubicBezTo>
                        <a:pt x="3431" y="2703"/>
                        <a:pt x="3428" y="2709"/>
                        <a:pt x="3424" y="2709"/>
                      </a:cubicBezTo>
                      <a:cubicBezTo>
                        <a:pt x="3422" y="2709"/>
                        <a:pt x="3420" y="2706"/>
                        <a:pt x="3417" y="2703"/>
                      </a:cubicBezTo>
                      <a:cubicBezTo>
                        <a:pt x="3410" y="2700"/>
                        <a:pt x="3426" y="2678"/>
                        <a:pt x="3426" y="2678"/>
                      </a:cubicBezTo>
                      <a:cubicBezTo>
                        <a:pt x="3430" y="2673"/>
                        <a:pt x="3433" y="2671"/>
                        <a:pt x="3434" y="2671"/>
                      </a:cubicBezTo>
                      <a:close/>
                      <a:moveTo>
                        <a:pt x="3543" y="2743"/>
                      </a:moveTo>
                      <a:cubicBezTo>
                        <a:pt x="3544" y="2743"/>
                        <a:pt x="3545" y="2743"/>
                        <a:pt x="3545" y="2744"/>
                      </a:cubicBezTo>
                      <a:cubicBezTo>
                        <a:pt x="3548" y="2750"/>
                        <a:pt x="3539" y="2772"/>
                        <a:pt x="3539" y="2772"/>
                      </a:cubicBezTo>
                      <a:cubicBezTo>
                        <a:pt x="3529" y="2786"/>
                        <a:pt x="3523" y="2788"/>
                        <a:pt x="3520" y="2788"/>
                      </a:cubicBezTo>
                      <a:cubicBezTo>
                        <a:pt x="3518" y="2788"/>
                        <a:pt x="3517" y="2787"/>
                        <a:pt x="3517" y="2787"/>
                      </a:cubicBezTo>
                      <a:cubicBezTo>
                        <a:pt x="3514" y="2784"/>
                        <a:pt x="3507" y="2778"/>
                        <a:pt x="3523" y="2759"/>
                      </a:cubicBezTo>
                      <a:cubicBezTo>
                        <a:pt x="3523" y="2759"/>
                        <a:pt x="3536" y="2743"/>
                        <a:pt x="3543" y="2743"/>
                      </a:cubicBezTo>
                      <a:close/>
                      <a:moveTo>
                        <a:pt x="3773" y="2853"/>
                      </a:moveTo>
                      <a:cubicBezTo>
                        <a:pt x="3775" y="2853"/>
                        <a:pt x="3774" y="2855"/>
                        <a:pt x="3768" y="2863"/>
                      </a:cubicBezTo>
                      <a:cubicBezTo>
                        <a:pt x="3773" y="2868"/>
                        <a:pt x="3755" y="2876"/>
                        <a:pt x="3746" y="2876"/>
                      </a:cubicBezTo>
                      <a:cubicBezTo>
                        <a:pt x="3745" y="2876"/>
                        <a:pt x="3743" y="2876"/>
                        <a:pt x="3743" y="2875"/>
                      </a:cubicBezTo>
                      <a:lnTo>
                        <a:pt x="3758" y="2856"/>
                      </a:lnTo>
                      <a:cubicBezTo>
                        <a:pt x="3759" y="2857"/>
                        <a:pt x="3760" y="2857"/>
                        <a:pt x="3760" y="2857"/>
                      </a:cubicBezTo>
                      <a:cubicBezTo>
                        <a:pt x="3765" y="2857"/>
                        <a:pt x="3771" y="2853"/>
                        <a:pt x="3773" y="2853"/>
                      </a:cubicBezTo>
                      <a:close/>
                      <a:moveTo>
                        <a:pt x="3573" y="2897"/>
                      </a:moveTo>
                      <a:lnTo>
                        <a:pt x="3580" y="2903"/>
                      </a:lnTo>
                      <a:lnTo>
                        <a:pt x="3567" y="2928"/>
                      </a:lnTo>
                      <a:lnTo>
                        <a:pt x="3564" y="2922"/>
                      </a:lnTo>
                      <a:cubicBezTo>
                        <a:pt x="3558" y="2919"/>
                        <a:pt x="3558" y="2919"/>
                        <a:pt x="3573" y="2897"/>
                      </a:cubicBezTo>
                      <a:close/>
                      <a:moveTo>
                        <a:pt x="3486" y="2893"/>
                      </a:moveTo>
                      <a:cubicBezTo>
                        <a:pt x="3479" y="2893"/>
                        <a:pt x="3467" y="2910"/>
                        <a:pt x="3467" y="2910"/>
                      </a:cubicBezTo>
                      <a:cubicBezTo>
                        <a:pt x="3467" y="2910"/>
                        <a:pt x="3451" y="2928"/>
                        <a:pt x="3457" y="2935"/>
                      </a:cubicBezTo>
                      <a:lnTo>
                        <a:pt x="3464" y="2938"/>
                      </a:lnTo>
                      <a:cubicBezTo>
                        <a:pt x="3473" y="2925"/>
                        <a:pt x="3482" y="2910"/>
                        <a:pt x="3489" y="2894"/>
                      </a:cubicBezTo>
                      <a:cubicBezTo>
                        <a:pt x="3488" y="2893"/>
                        <a:pt x="3487" y="2893"/>
                        <a:pt x="3486" y="2893"/>
                      </a:cubicBezTo>
                      <a:close/>
                      <a:moveTo>
                        <a:pt x="3636" y="2919"/>
                      </a:moveTo>
                      <a:cubicBezTo>
                        <a:pt x="3642" y="2922"/>
                        <a:pt x="3642" y="2922"/>
                        <a:pt x="3648" y="2928"/>
                      </a:cubicBezTo>
                      <a:cubicBezTo>
                        <a:pt x="3634" y="2946"/>
                        <a:pt x="3619" y="2963"/>
                        <a:pt x="3612" y="2963"/>
                      </a:cubicBezTo>
                      <a:cubicBezTo>
                        <a:pt x="3612" y="2963"/>
                        <a:pt x="3611" y="2963"/>
                        <a:pt x="3611" y="2963"/>
                      </a:cubicBezTo>
                      <a:cubicBezTo>
                        <a:pt x="3606" y="2966"/>
                        <a:pt x="3603" y="2968"/>
                        <a:pt x="3602" y="2968"/>
                      </a:cubicBezTo>
                      <a:cubicBezTo>
                        <a:pt x="3595" y="2968"/>
                        <a:pt x="3609" y="2946"/>
                        <a:pt x="3636" y="2919"/>
                      </a:cubicBezTo>
                      <a:close/>
                      <a:moveTo>
                        <a:pt x="3260" y="2969"/>
                      </a:moveTo>
                      <a:cubicBezTo>
                        <a:pt x="3244" y="2988"/>
                        <a:pt x="3244" y="2988"/>
                        <a:pt x="3251" y="2991"/>
                      </a:cubicBezTo>
                      <a:cubicBezTo>
                        <a:pt x="3255" y="2995"/>
                        <a:pt x="3258" y="2997"/>
                        <a:pt x="3261" y="2997"/>
                      </a:cubicBezTo>
                      <a:cubicBezTo>
                        <a:pt x="3264" y="2997"/>
                        <a:pt x="3267" y="2991"/>
                        <a:pt x="3272" y="2975"/>
                      </a:cubicBezTo>
                      <a:lnTo>
                        <a:pt x="3260" y="2969"/>
                      </a:lnTo>
                      <a:close/>
                      <a:moveTo>
                        <a:pt x="3838" y="2988"/>
                      </a:moveTo>
                      <a:cubicBezTo>
                        <a:pt x="3839" y="2988"/>
                        <a:pt x="3839" y="2988"/>
                        <a:pt x="3840" y="2988"/>
                      </a:cubicBezTo>
                      <a:lnTo>
                        <a:pt x="3846" y="2994"/>
                      </a:lnTo>
                      <a:cubicBezTo>
                        <a:pt x="3833" y="3007"/>
                        <a:pt x="3821" y="3019"/>
                        <a:pt x="3808" y="3029"/>
                      </a:cubicBezTo>
                      <a:lnTo>
                        <a:pt x="3802" y="3022"/>
                      </a:lnTo>
                      <a:cubicBezTo>
                        <a:pt x="3817" y="3005"/>
                        <a:pt x="3831" y="2988"/>
                        <a:pt x="3838" y="2988"/>
                      </a:cubicBezTo>
                      <a:close/>
                      <a:moveTo>
                        <a:pt x="3645" y="3088"/>
                      </a:moveTo>
                      <a:lnTo>
                        <a:pt x="3614" y="3129"/>
                      </a:lnTo>
                      <a:lnTo>
                        <a:pt x="3630" y="3110"/>
                      </a:lnTo>
                      <a:lnTo>
                        <a:pt x="3645" y="3088"/>
                      </a:lnTo>
                      <a:close/>
                      <a:moveTo>
                        <a:pt x="3843" y="3088"/>
                      </a:moveTo>
                      <a:cubicBezTo>
                        <a:pt x="3846" y="3091"/>
                        <a:pt x="3824" y="3107"/>
                        <a:pt x="3790" y="3141"/>
                      </a:cubicBezTo>
                      <a:cubicBezTo>
                        <a:pt x="3779" y="3146"/>
                        <a:pt x="3772" y="3149"/>
                        <a:pt x="3770" y="3149"/>
                      </a:cubicBezTo>
                      <a:cubicBezTo>
                        <a:pt x="3767" y="3149"/>
                        <a:pt x="3775" y="3141"/>
                        <a:pt x="3799" y="3120"/>
                      </a:cubicBezTo>
                      <a:lnTo>
                        <a:pt x="3843" y="3088"/>
                      </a:lnTo>
                      <a:close/>
                      <a:moveTo>
                        <a:pt x="4021" y="3107"/>
                      </a:moveTo>
                      <a:cubicBezTo>
                        <a:pt x="4028" y="3110"/>
                        <a:pt x="4034" y="3116"/>
                        <a:pt x="4034" y="3116"/>
                      </a:cubicBezTo>
                      <a:lnTo>
                        <a:pt x="3990" y="3145"/>
                      </a:lnTo>
                      <a:cubicBezTo>
                        <a:pt x="3960" y="3173"/>
                        <a:pt x="3946" y="3186"/>
                        <a:pt x="3944" y="3186"/>
                      </a:cubicBezTo>
                      <a:cubicBezTo>
                        <a:pt x="3943" y="3186"/>
                        <a:pt x="3950" y="3176"/>
                        <a:pt x="3965" y="3157"/>
                      </a:cubicBezTo>
                      <a:cubicBezTo>
                        <a:pt x="3978" y="3135"/>
                        <a:pt x="3999" y="3116"/>
                        <a:pt x="4021" y="3107"/>
                      </a:cubicBezTo>
                      <a:close/>
                      <a:moveTo>
                        <a:pt x="3981" y="3204"/>
                      </a:moveTo>
                      <a:lnTo>
                        <a:pt x="3971" y="3229"/>
                      </a:lnTo>
                      <a:cubicBezTo>
                        <a:pt x="3963" y="3239"/>
                        <a:pt x="3957" y="3242"/>
                        <a:pt x="3953" y="3242"/>
                      </a:cubicBezTo>
                      <a:cubicBezTo>
                        <a:pt x="3949" y="3242"/>
                        <a:pt x="3946" y="3240"/>
                        <a:pt x="3943" y="3239"/>
                      </a:cubicBezTo>
                      <a:lnTo>
                        <a:pt x="3959" y="3220"/>
                      </a:lnTo>
                      <a:lnTo>
                        <a:pt x="3981" y="3204"/>
                      </a:lnTo>
                      <a:close/>
                      <a:moveTo>
                        <a:pt x="4306" y="3247"/>
                      </a:moveTo>
                      <a:cubicBezTo>
                        <a:pt x="4298" y="3247"/>
                        <a:pt x="4285" y="3257"/>
                        <a:pt x="4285" y="3257"/>
                      </a:cubicBezTo>
                      <a:cubicBezTo>
                        <a:pt x="4269" y="3276"/>
                        <a:pt x="4275" y="3283"/>
                        <a:pt x="4278" y="3286"/>
                      </a:cubicBezTo>
                      <a:cubicBezTo>
                        <a:pt x="4277" y="3297"/>
                        <a:pt x="4279" y="3301"/>
                        <a:pt x="4283" y="3301"/>
                      </a:cubicBezTo>
                      <a:cubicBezTo>
                        <a:pt x="4290" y="3301"/>
                        <a:pt x="4300" y="3291"/>
                        <a:pt x="4310" y="3279"/>
                      </a:cubicBezTo>
                      <a:cubicBezTo>
                        <a:pt x="4325" y="3261"/>
                        <a:pt x="4322" y="3254"/>
                        <a:pt x="4310" y="3248"/>
                      </a:cubicBezTo>
                      <a:cubicBezTo>
                        <a:pt x="4309" y="3247"/>
                        <a:pt x="4307" y="3247"/>
                        <a:pt x="4306" y="3247"/>
                      </a:cubicBezTo>
                      <a:close/>
                      <a:moveTo>
                        <a:pt x="4316" y="3317"/>
                      </a:moveTo>
                      <a:lnTo>
                        <a:pt x="4329" y="3326"/>
                      </a:lnTo>
                      <a:cubicBezTo>
                        <a:pt x="4316" y="3342"/>
                        <a:pt x="4294" y="3353"/>
                        <a:pt x="4285" y="3353"/>
                      </a:cubicBezTo>
                      <a:cubicBezTo>
                        <a:pt x="4283" y="3353"/>
                        <a:pt x="4282" y="3353"/>
                        <a:pt x="4282" y="3351"/>
                      </a:cubicBezTo>
                      <a:cubicBezTo>
                        <a:pt x="4275" y="3348"/>
                        <a:pt x="4291" y="3330"/>
                        <a:pt x="4316" y="3317"/>
                      </a:cubicBezTo>
                      <a:close/>
                      <a:moveTo>
                        <a:pt x="4885" y="3395"/>
                      </a:moveTo>
                      <a:cubicBezTo>
                        <a:pt x="4878" y="3395"/>
                        <a:pt x="4863" y="3412"/>
                        <a:pt x="4849" y="3430"/>
                      </a:cubicBezTo>
                      <a:lnTo>
                        <a:pt x="4855" y="3436"/>
                      </a:lnTo>
                      <a:cubicBezTo>
                        <a:pt x="4868" y="3424"/>
                        <a:pt x="4880" y="3414"/>
                        <a:pt x="4889" y="3398"/>
                      </a:cubicBezTo>
                      <a:lnTo>
                        <a:pt x="4886" y="3395"/>
                      </a:lnTo>
                      <a:cubicBezTo>
                        <a:pt x="4886" y="3395"/>
                        <a:pt x="4885" y="3395"/>
                        <a:pt x="4885" y="3395"/>
                      </a:cubicBezTo>
                      <a:close/>
                      <a:moveTo>
                        <a:pt x="4601" y="3586"/>
                      </a:moveTo>
                      <a:lnTo>
                        <a:pt x="4601" y="3586"/>
                      </a:lnTo>
                      <a:cubicBezTo>
                        <a:pt x="4607" y="3590"/>
                        <a:pt x="4598" y="3615"/>
                        <a:pt x="4582" y="3634"/>
                      </a:cubicBezTo>
                      <a:lnTo>
                        <a:pt x="4582" y="3637"/>
                      </a:lnTo>
                      <a:cubicBezTo>
                        <a:pt x="4565" y="3667"/>
                        <a:pt x="4560" y="3676"/>
                        <a:pt x="4554" y="3676"/>
                      </a:cubicBezTo>
                      <a:cubicBezTo>
                        <a:pt x="4551" y="3676"/>
                        <a:pt x="4549" y="3674"/>
                        <a:pt x="4545" y="3671"/>
                      </a:cubicBezTo>
                      <a:cubicBezTo>
                        <a:pt x="4538" y="3665"/>
                        <a:pt x="4535" y="3662"/>
                        <a:pt x="4551" y="3643"/>
                      </a:cubicBezTo>
                      <a:lnTo>
                        <a:pt x="4554" y="3646"/>
                      </a:lnTo>
                      <a:cubicBezTo>
                        <a:pt x="4549" y="3652"/>
                        <a:pt x="4548" y="3654"/>
                        <a:pt x="4549" y="3654"/>
                      </a:cubicBezTo>
                      <a:cubicBezTo>
                        <a:pt x="4551" y="3654"/>
                        <a:pt x="4563" y="3642"/>
                        <a:pt x="4570" y="3627"/>
                      </a:cubicBezTo>
                      <a:lnTo>
                        <a:pt x="4601" y="3586"/>
                      </a:lnTo>
                      <a:close/>
                      <a:moveTo>
                        <a:pt x="4640" y="3683"/>
                      </a:moveTo>
                      <a:cubicBezTo>
                        <a:pt x="4641" y="3683"/>
                        <a:pt x="4641" y="3683"/>
                        <a:pt x="4642" y="3684"/>
                      </a:cubicBezTo>
                      <a:lnTo>
                        <a:pt x="4629" y="3709"/>
                      </a:lnTo>
                      <a:cubicBezTo>
                        <a:pt x="4621" y="3719"/>
                        <a:pt x="4616" y="3723"/>
                        <a:pt x="4612" y="3723"/>
                      </a:cubicBezTo>
                      <a:cubicBezTo>
                        <a:pt x="4609" y="3723"/>
                        <a:pt x="4607" y="3721"/>
                        <a:pt x="4604" y="3718"/>
                      </a:cubicBezTo>
                      <a:cubicBezTo>
                        <a:pt x="4598" y="3715"/>
                        <a:pt x="4598" y="3715"/>
                        <a:pt x="4614" y="3696"/>
                      </a:cubicBezTo>
                      <a:cubicBezTo>
                        <a:pt x="4614" y="3696"/>
                        <a:pt x="4632" y="3683"/>
                        <a:pt x="4640" y="3683"/>
                      </a:cubicBezTo>
                      <a:close/>
                      <a:moveTo>
                        <a:pt x="4460" y="3731"/>
                      </a:moveTo>
                      <a:cubicBezTo>
                        <a:pt x="4444" y="3753"/>
                        <a:pt x="4444" y="3753"/>
                        <a:pt x="4451" y="3756"/>
                      </a:cubicBezTo>
                      <a:lnTo>
                        <a:pt x="4457" y="3759"/>
                      </a:lnTo>
                      <a:lnTo>
                        <a:pt x="4466" y="3737"/>
                      </a:lnTo>
                      <a:lnTo>
                        <a:pt x="4460" y="3731"/>
                      </a:lnTo>
                      <a:close/>
                      <a:moveTo>
                        <a:pt x="227" y="0"/>
                      </a:moveTo>
                      <a:cubicBezTo>
                        <a:pt x="220" y="0"/>
                        <a:pt x="206" y="19"/>
                        <a:pt x="192" y="36"/>
                      </a:cubicBezTo>
                      <a:lnTo>
                        <a:pt x="183" y="26"/>
                      </a:lnTo>
                      <a:cubicBezTo>
                        <a:pt x="183" y="26"/>
                        <a:pt x="182" y="26"/>
                        <a:pt x="181" y="26"/>
                      </a:cubicBezTo>
                      <a:cubicBezTo>
                        <a:pt x="179" y="26"/>
                        <a:pt x="172" y="28"/>
                        <a:pt x="161" y="42"/>
                      </a:cubicBezTo>
                      <a:cubicBezTo>
                        <a:pt x="152" y="55"/>
                        <a:pt x="147" y="58"/>
                        <a:pt x="143" y="58"/>
                      </a:cubicBezTo>
                      <a:cubicBezTo>
                        <a:pt x="140" y="58"/>
                        <a:pt x="138" y="56"/>
                        <a:pt x="135" y="55"/>
                      </a:cubicBezTo>
                      <a:cubicBezTo>
                        <a:pt x="141" y="47"/>
                        <a:pt x="142" y="44"/>
                        <a:pt x="140" y="44"/>
                      </a:cubicBezTo>
                      <a:lnTo>
                        <a:pt x="140" y="44"/>
                      </a:lnTo>
                      <a:cubicBezTo>
                        <a:pt x="138" y="44"/>
                        <a:pt x="126" y="57"/>
                        <a:pt x="120" y="74"/>
                      </a:cubicBezTo>
                      <a:cubicBezTo>
                        <a:pt x="106" y="90"/>
                        <a:pt x="92" y="109"/>
                        <a:pt x="85" y="109"/>
                      </a:cubicBezTo>
                      <a:cubicBezTo>
                        <a:pt x="84" y="109"/>
                        <a:pt x="83" y="109"/>
                        <a:pt x="82" y="108"/>
                      </a:cubicBezTo>
                      <a:lnTo>
                        <a:pt x="51" y="149"/>
                      </a:lnTo>
                      <a:cubicBezTo>
                        <a:pt x="26" y="174"/>
                        <a:pt x="10" y="202"/>
                        <a:pt x="1" y="236"/>
                      </a:cubicBezTo>
                      <a:cubicBezTo>
                        <a:pt x="5" y="262"/>
                        <a:pt x="6" y="286"/>
                        <a:pt x="17" y="286"/>
                      </a:cubicBezTo>
                      <a:cubicBezTo>
                        <a:pt x="22" y="286"/>
                        <a:pt x="28" y="281"/>
                        <a:pt x="38" y="268"/>
                      </a:cubicBezTo>
                      <a:cubicBezTo>
                        <a:pt x="38" y="268"/>
                        <a:pt x="54" y="257"/>
                        <a:pt x="60" y="257"/>
                      </a:cubicBezTo>
                      <a:cubicBezTo>
                        <a:pt x="62" y="257"/>
                        <a:pt x="63" y="257"/>
                        <a:pt x="63" y="258"/>
                      </a:cubicBezTo>
                      <a:cubicBezTo>
                        <a:pt x="70" y="262"/>
                        <a:pt x="60" y="287"/>
                        <a:pt x="60" y="287"/>
                      </a:cubicBezTo>
                      <a:cubicBezTo>
                        <a:pt x="45" y="305"/>
                        <a:pt x="67" y="324"/>
                        <a:pt x="92" y="346"/>
                      </a:cubicBezTo>
                      <a:cubicBezTo>
                        <a:pt x="123" y="371"/>
                        <a:pt x="142" y="387"/>
                        <a:pt x="129" y="409"/>
                      </a:cubicBezTo>
                      <a:cubicBezTo>
                        <a:pt x="120" y="434"/>
                        <a:pt x="126" y="437"/>
                        <a:pt x="126" y="437"/>
                      </a:cubicBezTo>
                      <a:cubicBezTo>
                        <a:pt x="130" y="433"/>
                        <a:pt x="134" y="431"/>
                        <a:pt x="139" y="431"/>
                      </a:cubicBezTo>
                      <a:cubicBezTo>
                        <a:pt x="156" y="431"/>
                        <a:pt x="181" y="453"/>
                        <a:pt x="211" y="478"/>
                      </a:cubicBezTo>
                      <a:cubicBezTo>
                        <a:pt x="240" y="500"/>
                        <a:pt x="270" y="524"/>
                        <a:pt x="289" y="524"/>
                      </a:cubicBezTo>
                      <a:cubicBezTo>
                        <a:pt x="294" y="524"/>
                        <a:pt x="298" y="522"/>
                        <a:pt x="302" y="519"/>
                      </a:cubicBezTo>
                      <a:lnTo>
                        <a:pt x="311" y="528"/>
                      </a:lnTo>
                      <a:cubicBezTo>
                        <a:pt x="295" y="547"/>
                        <a:pt x="308" y="556"/>
                        <a:pt x="317" y="566"/>
                      </a:cubicBezTo>
                      <a:cubicBezTo>
                        <a:pt x="329" y="560"/>
                        <a:pt x="337" y="559"/>
                        <a:pt x="343" y="559"/>
                      </a:cubicBezTo>
                      <a:cubicBezTo>
                        <a:pt x="351" y="559"/>
                        <a:pt x="355" y="562"/>
                        <a:pt x="355" y="562"/>
                      </a:cubicBezTo>
                      <a:cubicBezTo>
                        <a:pt x="339" y="584"/>
                        <a:pt x="345" y="587"/>
                        <a:pt x="355" y="597"/>
                      </a:cubicBezTo>
                      <a:cubicBezTo>
                        <a:pt x="361" y="601"/>
                        <a:pt x="365" y="604"/>
                        <a:pt x="370" y="604"/>
                      </a:cubicBezTo>
                      <a:cubicBezTo>
                        <a:pt x="375" y="604"/>
                        <a:pt x="380" y="601"/>
                        <a:pt x="386" y="591"/>
                      </a:cubicBezTo>
                      <a:cubicBezTo>
                        <a:pt x="392" y="594"/>
                        <a:pt x="430" y="625"/>
                        <a:pt x="430" y="660"/>
                      </a:cubicBezTo>
                      <a:cubicBezTo>
                        <a:pt x="426" y="668"/>
                        <a:pt x="427" y="671"/>
                        <a:pt x="431" y="671"/>
                      </a:cubicBezTo>
                      <a:cubicBezTo>
                        <a:pt x="437" y="671"/>
                        <a:pt x="450" y="663"/>
                        <a:pt x="461" y="653"/>
                      </a:cubicBezTo>
                      <a:cubicBezTo>
                        <a:pt x="475" y="635"/>
                        <a:pt x="493" y="621"/>
                        <a:pt x="501" y="621"/>
                      </a:cubicBezTo>
                      <a:cubicBezTo>
                        <a:pt x="503" y="621"/>
                        <a:pt x="504" y="621"/>
                        <a:pt x="505" y="622"/>
                      </a:cubicBezTo>
                      <a:lnTo>
                        <a:pt x="474" y="663"/>
                      </a:lnTo>
                      <a:cubicBezTo>
                        <a:pt x="452" y="675"/>
                        <a:pt x="452" y="675"/>
                        <a:pt x="465" y="685"/>
                      </a:cubicBezTo>
                      <a:lnTo>
                        <a:pt x="474" y="694"/>
                      </a:lnTo>
                      <a:cubicBezTo>
                        <a:pt x="478" y="689"/>
                        <a:pt x="483" y="687"/>
                        <a:pt x="488" y="687"/>
                      </a:cubicBezTo>
                      <a:cubicBezTo>
                        <a:pt x="505" y="687"/>
                        <a:pt x="527" y="705"/>
                        <a:pt x="555" y="728"/>
                      </a:cubicBezTo>
                      <a:cubicBezTo>
                        <a:pt x="587" y="756"/>
                        <a:pt x="604" y="770"/>
                        <a:pt x="617" y="770"/>
                      </a:cubicBezTo>
                      <a:cubicBezTo>
                        <a:pt x="623" y="770"/>
                        <a:pt x="629" y="767"/>
                        <a:pt x="634" y="760"/>
                      </a:cubicBezTo>
                      <a:cubicBezTo>
                        <a:pt x="640" y="753"/>
                        <a:pt x="644" y="749"/>
                        <a:pt x="648" y="749"/>
                      </a:cubicBezTo>
                      <a:cubicBezTo>
                        <a:pt x="653" y="749"/>
                        <a:pt x="656" y="759"/>
                        <a:pt x="656" y="779"/>
                      </a:cubicBezTo>
                      <a:cubicBezTo>
                        <a:pt x="645" y="840"/>
                        <a:pt x="641" y="859"/>
                        <a:pt x="648" y="859"/>
                      </a:cubicBezTo>
                      <a:cubicBezTo>
                        <a:pt x="651" y="859"/>
                        <a:pt x="655" y="855"/>
                        <a:pt x="662" y="851"/>
                      </a:cubicBezTo>
                      <a:cubicBezTo>
                        <a:pt x="656" y="844"/>
                        <a:pt x="671" y="826"/>
                        <a:pt x="687" y="807"/>
                      </a:cubicBezTo>
                      <a:cubicBezTo>
                        <a:pt x="702" y="788"/>
                        <a:pt x="711" y="778"/>
                        <a:pt x="714" y="778"/>
                      </a:cubicBezTo>
                      <a:lnTo>
                        <a:pt x="714" y="778"/>
                      </a:lnTo>
                      <a:cubicBezTo>
                        <a:pt x="717" y="778"/>
                        <a:pt x="713" y="791"/>
                        <a:pt x="700" y="816"/>
                      </a:cubicBezTo>
                      <a:cubicBezTo>
                        <a:pt x="676" y="845"/>
                        <a:pt x="724" y="878"/>
                        <a:pt x="765" y="878"/>
                      </a:cubicBezTo>
                      <a:cubicBezTo>
                        <a:pt x="778" y="878"/>
                        <a:pt x="791" y="875"/>
                        <a:pt x="800" y="866"/>
                      </a:cubicBezTo>
                      <a:lnTo>
                        <a:pt x="800" y="866"/>
                      </a:lnTo>
                      <a:lnTo>
                        <a:pt x="784" y="885"/>
                      </a:lnTo>
                      <a:cubicBezTo>
                        <a:pt x="769" y="907"/>
                        <a:pt x="775" y="910"/>
                        <a:pt x="797" y="929"/>
                      </a:cubicBezTo>
                      <a:lnTo>
                        <a:pt x="812" y="942"/>
                      </a:lnTo>
                      <a:cubicBezTo>
                        <a:pt x="821" y="930"/>
                        <a:pt x="829" y="925"/>
                        <a:pt x="835" y="925"/>
                      </a:cubicBezTo>
                      <a:cubicBezTo>
                        <a:pt x="850" y="925"/>
                        <a:pt x="855" y="953"/>
                        <a:pt x="844" y="967"/>
                      </a:cubicBezTo>
                      <a:cubicBezTo>
                        <a:pt x="834" y="992"/>
                        <a:pt x="834" y="992"/>
                        <a:pt x="844" y="1001"/>
                      </a:cubicBezTo>
                      <a:cubicBezTo>
                        <a:pt x="854" y="995"/>
                        <a:pt x="863" y="993"/>
                        <a:pt x="870" y="993"/>
                      </a:cubicBezTo>
                      <a:cubicBezTo>
                        <a:pt x="895" y="993"/>
                        <a:pt x="900" y="1021"/>
                        <a:pt x="888" y="1036"/>
                      </a:cubicBezTo>
                      <a:lnTo>
                        <a:pt x="900" y="1045"/>
                      </a:lnTo>
                      <a:cubicBezTo>
                        <a:pt x="908" y="1039"/>
                        <a:pt x="914" y="1036"/>
                        <a:pt x="920" y="1036"/>
                      </a:cubicBezTo>
                      <a:cubicBezTo>
                        <a:pt x="928" y="1036"/>
                        <a:pt x="933" y="1041"/>
                        <a:pt x="935" y="1045"/>
                      </a:cubicBezTo>
                      <a:cubicBezTo>
                        <a:pt x="942" y="1051"/>
                        <a:pt x="947" y="1054"/>
                        <a:pt x="951" y="1054"/>
                      </a:cubicBezTo>
                      <a:cubicBezTo>
                        <a:pt x="957" y="1054"/>
                        <a:pt x="961" y="1049"/>
                        <a:pt x="966" y="1036"/>
                      </a:cubicBezTo>
                      <a:cubicBezTo>
                        <a:pt x="980" y="1018"/>
                        <a:pt x="995" y="1001"/>
                        <a:pt x="1002" y="1001"/>
                      </a:cubicBezTo>
                      <a:cubicBezTo>
                        <a:pt x="1003" y="1001"/>
                        <a:pt x="1003" y="1001"/>
                        <a:pt x="1004" y="1001"/>
                      </a:cubicBezTo>
                      <a:lnTo>
                        <a:pt x="988" y="1023"/>
                      </a:lnTo>
                      <a:cubicBezTo>
                        <a:pt x="972" y="1042"/>
                        <a:pt x="988" y="1054"/>
                        <a:pt x="1010" y="1073"/>
                      </a:cubicBezTo>
                      <a:cubicBezTo>
                        <a:pt x="1038" y="1095"/>
                        <a:pt x="1047" y="1105"/>
                        <a:pt x="1038" y="1126"/>
                      </a:cubicBezTo>
                      <a:lnTo>
                        <a:pt x="1060" y="1114"/>
                      </a:lnTo>
                      <a:cubicBezTo>
                        <a:pt x="1068" y="1107"/>
                        <a:pt x="1074" y="1104"/>
                        <a:pt x="1077" y="1104"/>
                      </a:cubicBezTo>
                      <a:cubicBezTo>
                        <a:pt x="1080" y="1104"/>
                        <a:pt x="1078" y="1110"/>
                        <a:pt x="1069" y="1120"/>
                      </a:cubicBezTo>
                      <a:cubicBezTo>
                        <a:pt x="1062" y="1140"/>
                        <a:pt x="1074" y="1156"/>
                        <a:pt x="1091" y="1156"/>
                      </a:cubicBezTo>
                      <a:cubicBezTo>
                        <a:pt x="1096" y="1156"/>
                        <a:pt x="1101" y="1154"/>
                        <a:pt x="1107" y="1152"/>
                      </a:cubicBezTo>
                      <a:lnTo>
                        <a:pt x="1116" y="1161"/>
                      </a:lnTo>
                      <a:cubicBezTo>
                        <a:pt x="1101" y="1188"/>
                        <a:pt x="1101" y="1203"/>
                        <a:pt x="1112" y="1203"/>
                      </a:cubicBezTo>
                      <a:cubicBezTo>
                        <a:pt x="1118" y="1203"/>
                        <a:pt x="1130" y="1196"/>
                        <a:pt x="1145" y="1183"/>
                      </a:cubicBezTo>
                      <a:lnTo>
                        <a:pt x="1145" y="1183"/>
                      </a:lnTo>
                      <a:cubicBezTo>
                        <a:pt x="1129" y="1202"/>
                        <a:pt x="1135" y="1208"/>
                        <a:pt x="1138" y="1211"/>
                      </a:cubicBezTo>
                      <a:cubicBezTo>
                        <a:pt x="1143" y="1209"/>
                        <a:pt x="1148" y="1209"/>
                        <a:pt x="1153" y="1209"/>
                      </a:cubicBezTo>
                      <a:cubicBezTo>
                        <a:pt x="1173" y="1209"/>
                        <a:pt x="1186" y="1224"/>
                        <a:pt x="1173" y="1239"/>
                      </a:cubicBezTo>
                      <a:lnTo>
                        <a:pt x="1176" y="1242"/>
                      </a:lnTo>
                      <a:cubicBezTo>
                        <a:pt x="1187" y="1235"/>
                        <a:pt x="1194" y="1232"/>
                        <a:pt x="1199" y="1232"/>
                      </a:cubicBezTo>
                      <a:cubicBezTo>
                        <a:pt x="1204" y="1232"/>
                        <a:pt x="1207" y="1235"/>
                        <a:pt x="1210" y="1236"/>
                      </a:cubicBezTo>
                      <a:cubicBezTo>
                        <a:pt x="1212" y="1239"/>
                        <a:pt x="1214" y="1241"/>
                        <a:pt x="1218" y="1241"/>
                      </a:cubicBezTo>
                      <a:cubicBezTo>
                        <a:pt x="1223" y="1241"/>
                        <a:pt x="1230" y="1238"/>
                        <a:pt x="1242" y="1230"/>
                      </a:cubicBezTo>
                      <a:cubicBezTo>
                        <a:pt x="1252" y="1221"/>
                        <a:pt x="1259" y="1219"/>
                        <a:pt x="1263" y="1219"/>
                      </a:cubicBezTo>
                      <a:cubicBezTo>
                        <a:pt x="1266" y="1219"/>
                        <a:pt x="1267" y="1220"/>
                        <a:pt x="1267" y="1220"/>
                      </a:cubicBezTo>
                      <a:cubicBezTo>
                        <a:pt x="1273" y="1224"/>
                        <a:pt x="1251" y="1239"/>
                        <a:pt x="1229" y="1255"/>
                      </a:cubicBezTo>
                      <a:cubicBezTo>
                        <a:pt x="1215" y="1260"/>
                        <a:pt x="1214" y="1268"/>
                        <a:pt x="1225" y="1268"/>
                      </a:cubicBezTo>
                      <a:cubicBezTo>
                        <a:pt x="1233" y="1268"/>
                        <a:pt x="1247" y="1264"/>
                        <a:pt x="1267" y="1252"/>
                      </a:cubicBezTo>
                      <a:cubicBezTo>
                        <a:pt x="1289" y="1240"/>
                        <a:pt x="1301" y="1234"/>
                        <a:pt x="1303" y="1234"/>
                      </a:cubicBezTo>
                      <a:lnTo>
                        <a:pt x="1303" y="1234"/>
                      </a:lnTo>
                      <a:cubicBezTo>
                        <a:pt x="1305" y="1234"/>
                        <a:pt x="1295" y="1242"/>
                        <a:pt x="1273" y="1258"/>
                      </a:cubicBezTo>
                      <a:cubicBezTo>
                        <a:pt x="1257" y="1270"/>
                        <a:pt x="1242" y="1281"/>
                        <a:pt x="1246" y="1281"/>
                      </a:cubicBezTo>
                      <a:cubicBezTo>
                        <a:pt x="1247" y="1281"/>
                        <a:pt x="1251" y="1280"/>
                        <a:pt x="1257" y="1277"/>
                      </a:cubicBezTo>
                      <a:cubicBezTo>
                        <a:pt x="1257" y="1277"/>
                        <a:pt x="1260" y="1279"/>
                        <a:pt x="1264" y="1279"/>
                      </a:cubicBezTo>
                      <a:cubicBezTo>
                        <a:pt x="1268" y="1279"/>
                        <a:pt x="1275" y="1277"/>
                        <a:pt x="1282" y="1267"/>
                      </a:cubicBezTo>
                      <a:lnTo>
                        <a:pt x="1301" y="1280"/>
                      </a:lnTo>
                      <a:cubicBezTo>
                        <a:pt x="1295" y="1308"/>
                        <a:pt x="1301" y="1311"/>
                        <a:pt x="1304" y="1318"/>
                      </a:cubicBezTo>
                      <a:cubicBezTo>
                        <a:pt x="1314" y="1311"/>
                        <a:pt x="1320" y="1307"/>
                        <a:pt x="1322" y="1307"/>
                      </a:cubicBezTo>
                      <a:cubicBezTo>
                        <a:pt x="1325" y="1307"/>
                        <a:pt x="1322" y="1313"/>
                        <a:pt x="1317" y="1327"/>
                      </a:cubicBezTo>
                      <a:cubicBezTo>
                        <a:pt x="1310" y="1335"/>
                        <a:pt x="1307" y="1341"/>
                        <a:pt x="1309" y="1341"/>
                      </a:cubicBezTo>
                      <a:cubicBezTo>
                        <a:pt x="1312" y="1341"/>
                        <a:pt x="1321" y="1332"/>
                        <a:pt x="1339" y="1311"/>
                      </a:cubicBezTo>
                      <a:cubicBezTo>
                        <a:pt x="1346" y="1305"/>
                        <a:pt x="1352" y="1302"/>
                        <a:pt x="1355" y="1302"/>
                      </a:cubicBezTo>
                      <a:cubicBezTo>
                        <a:pt x="1360" y="1302"/>
                        <a:pt x="1360" y="1309"/>
                        <a:pt x="1355" y="1324"/>
                      </a:cubicBezTo>
                      <a:cubicBezTo>
                        <a:pt x="1335" y="1349"/>
                        <a:pt x="1329" y="1360"/>
                        <a:pt x="1331" y="1360"/>
                      </a:cubicBezTo>
                      <a:cubicBezTo>
                        <a:pt x="1332" y="1360"/>
                        <a:pt x="1336" y="1356"/>
                        <a:pt x="1342" y="1349"/>
                      </a:cubicBezTo>
                      <a:cubicBezTo>
                        <a:pt x="1358" y="1338"/>
                        <a:pt x="1365" y="1336"/>
                        <a:pt x="1368" y="1336"/>
                      </a:cubicBezTo>
                      <a:cubicBezTo>
                        <a:pt x="1370" y="1336"/>
                        <a:pt x="1370" y="1336"/>
                        <a:pt x="1370" y="1336"/>
                      </a:cubicBezTo>
                      <a:cubicBezTo>
                        <a:pt x="1355" y="1358"/>
                        <a:pt x="1402" y="1396"/>
                        <a:pt x="1452" y="1437"/>
                      </a:cubicBezTo>
                      <a:cubicBezTo>
                        <a:pt x="1452" y="1438"/>
                        <a:pt x="1453" y="1438"/>
                        <a:pt x="1454" y="1438"/>
                      </a:cubicBezTo>
                      <a:cubicBezTo>
                        <a:pt x="1461" y="1438"/>
                        <a:pt x="1479" y="1424"/>
                        <a:pt x="1492" y="1405"/>
                      </a:cubicBezTo>
                      <a:cubicBezTo>
                        <a:pt x="1505" y="1390"/>
                        <a:pt x="1510" y="1384"/>
                        <a:pt x="1511" y="1384"/>
                      </a:cubicBezTo>
                      <a:lnTo>
                        <a:pt x="1511" y="1384"/>
                      </a:lnTo>
                      <a:cubicBezTo>
                        <a:pt x="1512" y="1384"/>
                        <a:pt x="1504" y="1397"/>
                        <a:pt x="1499" y="1412"/>
                      </a:cubicBezTo>
                      <a:cubicBezTo>
                        <a:pt x="1477" y="1445"/>
                        <a:pt x="1469" y="1464"/>
                        <a:pt x="1474" y="1464"/>
                      </a:cubicBezTo>
                      <a:cubicBezTo>
                        <a:pt x="1477" y="1464"/>
                        <a:pt x="1489" y="1450"/>
                        <a:pt x="1508" y="1421"/>
                      </a:cubicBezTo>
                      <a:cubicBezTo>
                        <a:pt x="1520" y="1398"/>
                        <a:pt x="1527" y="1386"/>
                        <a:pt x="1528" y="1386"/>
                      </a:cubicBezTo>
                      <a:lnTo>
                        <a:pt x="1528" y="1386"/>
                      </a:lnTo>
                      <a:cubicBezTo>
                        <a:pt x="1529" y="1386"/>
                        <a:pt x="1524" y="1399"/>
                        <a:pt x="1514" y="1424"/>
                      </a:cubicBezTo>
                      <a:cubicBezTo>
                        <a:pt x="1509" y="1438"/>
                        <a:pt x="1507" y="1444"/>
                        <a:pt x="1509" y="1444"/>
                      </a:cubicBezTo>
                      <a:cubicBezTo>
                        <a:pt x="1511" y="1444"/>
                        <a:pt x="1515" y="1440"/>
                        <a:pt x="1524" y="1434"/>
                      </a:cubicBezTo>
                      <a:cubicBezTo>
                        <a:pt x="1531" y="1424"/>
                        <a:pt x="1536" y="1420"/>
                        <a:pt x="1538" y="1420"/>
                      </a:cubicBezTo>
                      <a:lnTo>
                        <a:pt x="1538" y="1420"/>
                      </a:lnTo>
                      <a:cubicBezTo>
                        <a:pt x="1541" y="1420"/>
                        <a:pt x="1539" y="1426"/>
                        <a:pt x="1530" y="1437"/>
                      </a:cubicBezTo>
                      <a:cubicBezTo>
                        <a:pt x="1523" y="1455"/>
                        <a:pt x="1516" y="1473"/>
                        <a:pt x="1519" y="1473"/>
                      </a:cubicBezTo>
                      <a:cubicBezTo>
                        <a:pt x="1520" y="1473"/>
                        <a:pt x="1523" y="1471"/>
                        <a:pt x="1527" y="1465"/>
                      </a:cubicBezTo>
                      <a:lnTo>
                        <a:pt x="1527" y="1465"/>
                      </a:lnTo>
                      <a:cubicBezTo>
                        <a:pt x="1527" y="1465"/>
                        <a:pt x="1530" y="1471"/>
                        <a:pt x="1521" y="1496"/>
                      </a:cubicBezTo>
                      <a:cubicBezTo>
                        <a:pt x="1517" y="1504"/>
                        <a:pt x="1518" y="1507"/>
                        <a:pt x="1520" y="1507"/>
                      </a:cubicBezTo>
                      <a:cubicBezTo>
                        <a:pt x="1525" y="1507"/>
                        <a:pt x="1538" y="1497"/>
                        <a:pt x="1552" y="1487"/>
                      </a:cubicBezTo>
                      <a:cubicBezTo>
                        <a:pt x="1571" y="1477"/>
                        <a:pt x="1584" y="1472"/>
                        <a:pt x="1589" y="1472"/>
                      </a:cubicBezTo>
                      <a:cubicBezTo>
                        <a:pt x="1597" y="1472"/>
                        <a:pt x="1590" y="1482"/>
                        <a:pt x="1568" y="1503"/>
                      </a:cubicBezTo>
                      <a:cubicBezTo>
                        <a:pt x="1550" y="1521"/>
                        <a:pt x="1552" y="1530"/>
                        <a:pt x="1564" y="1530"/>
                      </a:cubicBezTo>
                      <a:cubicBezTo>
                        <a:pt x="1575" y="1530"/>
                        <a:pt x="1594" y="1522"/>
                        <a:pt x="1612" y="1506"/>
                      </a:cubicBezTo>
                      <a:cubicBezTo>
                        <a:pt x="1633" y="1484"/>
                        <a:pt x="1642" y="1475"/>
                        <a:pt x="1643" y="1475"/>
                      </a:cubicBezTo>
                      <a:lnTo>
                        <a:pt x="1643" y="1475"/>
                      </a:lnTo>
                      <a:cubicBezTo>
                        <a:pt x="1644" y="1475"/>
                        <a:pt x="1640" y="1480"/>
                        <a:pt x="1633" y="1490"/>
                      </a:cubicBezTo>
                      <a:cubicBezTo>
                        <a:pt x="1618" y="1509"/>
                        <a:pt x="1621" y="1512"/>
                        <a:pt x="1621" y="1512"/>
                      </a:cubicBezTo>
                      <a:cubicBezTo>
                        <a:pt x="1627" y="1518"/>
                        <a:pt x="1633" y="1521"/>
                        <a:pt x="1618" y="1543"/>
                      </a:cubicBezTo>
                      <a:cubicBezTo>
                        <a:pt x="1618" y="1543"/>
                        <a:pt x="1618" y="1544"/>
                        <a:pt x="1620" y="1544"/>
                      </a:cubicBezTo>
                      <a:cubicBezTo>
                        <a:pt x="1623" y="1544"/>
                        <a:pt x="1630" y="1542"/>
                        <a:pt x="1649" y="1534"/>
                      </a:cubicBezTo>
                      <a:cubicBezTo>
                        <a:pt x="1660" y="1526"/>
                        <a:pt x="1668" y="1523"/>
                        <a:pt x="1673" y="1523"/>
                      </a:cubicBezTo>
                      <a:cubicBezTo>
                        <a:pt x="1688" y="1523"/>
                        <a:pt x="1683" y="1549"/>
                        <a:pt x="1665" y="1581"/>
                      </a:cubicBezTo>
                      <a:lnTo>
                        <a:pt x="1693" y="1571"/>
                      </a:lnTo>
                      <a:cubicBezTo>
                        <a:pt x="1713" y="1551"/>
                        <a:pt x="1730" y="1537"/>
                        <a:pt x="1733" y="1537"/>
                      </a:cubicBezTo>
                      <a:lnTo>
                        <a:pt x="1733" y="1537"/>
                      </a:lnTo>
                      <a:cubicBezTo>
                        <a:pt x="1735" y="1537"/>
                        <a:pt x="1731" y="1544"/>
                        <a:pt x="1718" y="1559"/>
                      </a:cubicBezTo>
                      <a:lnTo>
                        <a:pt x="1702" y="1581"/>
                      </a:lnTo>
                      <a:cubicBezTo>
                        <a:pt x="1713" y="1570"/>
                        <a:pt x="1722" y="1565"/>
                        <a:pt x="1727" y="1565"/>
                      </a:cubicBezTo>
                      <a:cubicBezTo>
                        <a:pt x="1740" y="1565"/>
                        <a:pt x="1737" y="1593"/>
                        <a:pt x="1715" y="1622"/>
                      </a:cubicBezTo>
                      <a:cubicBezTo>
                        <a:pt x="1699" y="1640"/>
                        <a:pt x="1699" y="1640"/>
                        <a:pt x="1702" y="1647"/>
                      </a:cubicBezTo>
                      <a:lnTo>
                        <a:pt x="1718" y="1625"/>
                      </a:lnTo>
                      <a:cubicBezTo>
                        <a:pt x="1733" y="1607"/>
                        <a:pt x="1747" y="1590"/>
                        <a:pt x="1754" y="1590"/>
                      </a:cubicBezTo>
                      <a:cubicBezTo>
                        <a:pt x="1755" y="1590"/>
                        <a:pt x="1755" y="1590"/>
                        <a:pt x="1756" y="1590"/>
                      </a:cubicBezTo>
                      <a:cubicBezTo>
                        <a:pt x="1762" y="1597"/>
                        <a:pt x="1765" y="1600"/>
                        <a:pt x="1749" y="1618"/>
                      </a:cubicBezTo>
                      <a:cubicBezTo>
                        <a:pt x="1742" y="1637"/>
                        <a:pt x="1735" y="1656"/>
                        <a:pt x="1739" y="1656"/>
                      </a:cubicBezTo>
                      <a:cubicBezTo>
                        <a:pt x="1740" y="1656"/>
                        <a:pt x="1742" y="1654"/>
                        <a:pt x="1746" y="1650"/>
                      </a:cubicBezTo>
                      <a:lnTo>
                        <a:pt x="1746" y="1650"/>
                      </a:lnTo>
                      <a:cubicBezTo>
                        <a:pt x="1746" y="1650"/>
                        <a:pt x="1753" y="1653"/>
                        <a:pt x="1740" y="1678"/>
                      </a:cubicBezTo>
                      <a:lnTo>
                        <a:pt x="1762" y="1694"/>
                      </a:lnTo>
                      <a:cubicBezTo>
                        <a:pt x="1769" y="1688"/>
                        <a:pt x="1775" y="1686"/>
                        <a:pt x="1780" y="1686"/>
                      </a:cubicBezTo>
                      <a:cubicBezTo>
                        <a:pt x="1787" y="1686"/>
                        <a:pt x="1788" y="1695"/>
                        <a:pt x="1778" y="1709"/>
                      </a:cubicBezTo>
                      <a:cubicBezTo>
                        <a:pt x="1778" y="1709"/>
                        <a:pt x="1781" y="1711"/>
                        <a:pt x="1786" y="1711"/>
                      </a:cubicBezTo>
                      <a:cubicBezTo>
                        <a:pt x="1792" y="1711"/>
                        <a:pt x="1800" y="1709"/>
                        <a:pt x="1809" y="1703"/>
                      </a:cubicBezTo>
                      <a:cubicBezTo>
                        <a:pt x="1821" y="1709"/>
                        <a:pt x="1828" y="1716"/>
                        <a:pt x="1812" y="1734"/>
                      </a:cubicBezTo>
                      <a:cubicBezTo>
                        <a:pt x="1803" y="1745"/>
                        <a:pt x="1800" y="1749"/>
                        <a:pt x="1801" y="1749"/>
                      </a:cubicBezTo>
                      <a:cubicBezTo>
                        <a:pt x="1802" y="1749"/>
                        <a:pt x="1807" y="1746"/>
                        <a:pt x="1815" y="1741"/>
                      </a:cubicBezTo>
                      <a:cubicBezTo>
                        <a:pt x="1824" y="1728"/>
                        <a:pt x="1830" y="1725"/>
                        <a:pt x="1835" y="1725"/>
                      </a:cubicBezTo>
                      <a:cubicBezTo>
                        <a:pt x="1838" y="1725"/>
                        <a:pt x="1841" y="1727"/>
                        <a:pt x="1843" y="1728"/>
                      </a:cubicBezTo>
                      <a:lnTo>
                        <a:pt x="1853" y="1738"/>
                      </a:lnTo>
                      <a:cubicBezTo>
                        <a:pt x="1864" y="1724"/>
                        <a:pt x="1867" y="1720"/>
                        <a:pt x="1870" y="1720"/>
                      </a:cubicBezTo>
                      <a:cubicBezTo>
                        <a:pt x="1872" y="1720"/>
                        <a:pt x="1873" y="1721"/>
                        <a:pt x="1875" y="1722"/>
                      </a:cubicBezTo>
                      <a:cubicBezTo>
                        <a:pt x="1881" y="1725"/>
                        <a:pt x="1881" y="1759"/>
                        <a:pt x="1884" y="1763"/>
                      </a:cubicBezTo>
                      <a:cubicBezTo>
                        <a:pt x="1892" y="1770"/>
                        <a:pt x="1897" y="1773"/>
                        <a:pt x="1900" y="1773"/>
                      </a:cubicBezTo>
                      <a:cubicBezTo>
                        <a:pt x="1905" y="1773"/>
                        <a:pt x="1907" y="1767"/>
                        <a:pt x="1912" y="1753"/>
                      </a:cubicBezTo>
                      <a:cubicBezTo>
                        <a:pt x="1908" y="1751"/>
                        <a:pt x="1913" y="1742"/>
                        <a:pt x="1916" y="1742"/>
                      </a:cubicBezTo>
                      <a:cubicBezTo>
                        <a:pt x="1918" y="1742"/>
                        <a:pt x="1920" y="1746"/>
                        <a:pt x="1919" y="1756"/>
                      </a:cubicBezTo>
                      <a:cubicBezTo>
                        <a:pt x="1922" y="1763"/>
                        <a:pt x="1922" y="1794"/>
                        <a:pt x="1941" y="1810"/>
                      </a:cubicBezTo>
                      <a:cubicBezTo>
                        <a:pt x="1950" y="1817"/>
                        <a:pt x="1954" y="1821"/>
                        <a:pt x="1958" y="1821"/>
                      </a:cubicBezTo>
                      <a:cubicBezTo>
                        <a:pt x="1963" y="1821"/>
                        <a:pt x="1967" y="1816"/>
                        <a:pt x="1975" y="1806"/>
                      </a:cubicBezTo>
                      <a:cubicBezTo>
                        <a:pt x="1989" y="1785"/>
                        <a:pt x="1996" y="1775"/>
                        <a:pt x="1998" y="1775"/>
                      </a:cubicBezTo>
                      <a:lnTo>
                        <a:pt x="1998" y="1775"/>
                      </a:lnTo>
                      <a:cubicBezTo>
                        <a:pt x="2000" y="1775"/>
                        <a:pt x="1994" y="1787"/>
                        <a:pt x="1981" y="1810"/>
                      </a:cubicBezTo>
                      <a:cubicBezTo>
                        <a:pt x="1969" y="1842"/>
                        <a:pt x="1966" y="1855"/>
                        <a:pt x="1970" y="1855"/>
                      </a:cubicBezTo>
                      <a:cubicBezTo>
                        <a:pt x="1972" y="1855"/>
                        <a:pt x="1976" y="1851"/>
                        <a:pt x="1981" y="1844"/>
                      </a:cubicBezTo>
                      <a:cubicBezTo>
                        <a:pt x="1996" y="1833"/>
                        <a:pt x="2001" y="1830"/>
                        <a:pt x="2005" y="1830"/>
                      </a:cubicBezTo>
                      <a:cubicBezTo>
                        <a:pt x="2006" y="1830"/>
                        <a:pt x="2008" y="1831"/>
                        <a:pt x="2010" y="1832"/>
                      </a:cubicBezTo>
                      <a:cubicBezTo>
                        <a:pt x="1999" y="1846"/>
                        <a:pt x="1997" y="1852"/>
                        <a:pt x="2005" y="1852"/>
                      </a:cubicBezTo>
                      <a:cubicBezTo>
                        <a:pt x="2009" y="1852"/>
                        <a:pt x="2015" y="1850"/>
                        <a:pt x="2025" y="1847"/>
                      </a:cubicBezTo>
                      <a:lnTo>
                        <a:pt x="2025" y="1847"/>
                      </a:lnTo>
                      <a:cubicBezTo>
                        <a:pt x="2031" y="1850"/>
                        <a:pt x="2031" y="1850"/>
                        <a:pt x="2016" y="1869"/>
                      </a:cubicBezTo>
                      <a:lnTo>
                        <a:pt x="2025" y="1879"/>
                      </a:lnTo>
                      <a:cubicBezTo>
                        <a:pt x="2034" y="1872"/>
                        <a:pt x="2043" y="1869"/>
                        <a:pt x="2050" y="1869"/>
                      </a:cubicBezTo>
                      <a:cubicBezTo>
                        <a:pt x="2073" y="1869"/>
                        <a:pt x="2083" y="1900"/>
                        <a:pt x="2075" y="1919"/>
                      </a:cubicBezTo>
                      <a:cubicBezTo>
                        <a:pt x="2075" y="1919"/>
                        <a:pt x="2076" y="1921"/>
                        <a:pt x="2079" y="1921"/>
                      </a:cubicBezTo>
                      <a:cubicBezTo>
                        <a:pt x="2082" y="1921"/>
                        <a:pt x="2088" y="1919"/>
                        <a:pt x="2100" y="1910"/>
                      </a:cubicBezTo>
                      <a:cubicBezTo>
                        <a:pt x="2118" y="1893"/>
                        <a:pt x="2128" y="1885"/>
                        <a:pt x="2130" y="1885"/>
                      </a:cubicBezTo>
                      <a:lnTo>
                        <a:pt x="2130" y="1885"/>
                      </a:lnTo>
                      <a:cubicBezTo>
                        <a:pt x="2134" y="1885"/>
                        <a:pt x="2127" y="1896"/>
                        <a:pt x="2110" y="1916"/>
                      </a:cubicBezTo>
                      <a:cubicBezTo>
                        <a:pt x="2093" y="1937"/>
                        <a:pt x="2086" y="1948"/>
                        <a:pt x="2087" y="1948"/>
                      </a:cubicBezTo>
                      <a:cubicBezTo>
                        <a:pt x="2089" y="1948"/>
                        <a:pt x="2098" y="1939"/>
                        <a:pt x="2116" y="1922"/>
                      </a:cubicBezTo>
                      <a:cubicBezTo>
                        <a:pt x="2121" y="1919"/>
                        <a:pt x="2126" y="1917"/>
                        <a:pt x="2131" y="1917"/>
                      </a:cubicBezTo>
                      <a:cubicBezTo>
                        <a:pt x="2146" y="1917"/>
                        <a:pt x="2155" y="1936"/>
                        <a:pt x="2129" y="1963"/>
                      </a:cubicBezTo>
                      <a:lnTo>
                        <a:pt x="2097" y="2004"/>
                      </a:lnTo>
                      <a:cubicBezTo>
                        <a:pt x="2111" y="1993"/>
                        <a:pt x="2118" y="1991"/>
                        <a:pt x="2121" y="1991"/>
                      </a:cubicBezTo>
                      <a:cubicBezTo>
                        <a:pt x="2122" y="1991"/>
                        <a:pt x="2122" y="1991"/>
                        <a:pt x="2122" y="1991"/>
                      </a:cubicBezTo>
                      <a:cubicBezTo>
                        <a:pt x="2129" y="1983"/>
                        <a:pt x="2135" y="1980"/>
                        <a:pt x="2140" y="1980"/>
                      </a:cubicBezTo>
                      <a:cubicBezTo>
                        <a:pt x="2146" y="1980"/>
                        <a:pt x="2151" y="1985"/>
                        <a:pt x="2160" y="1991"/>
                      </a:cubicBezTo>
                      <a:cubicBezTo>
                        <a:pt x="2169" y="2001"/>
                        <a:pt x="2207" y="1998"/>
                        <a:pt x="2219" y="2007"/>
                      </a:cubicBezTo>
                      <a:cubicBezTo>
                        <a:pt x="2235" y="2016"/>
                        <a:pt x="2241" y="2035"/>
                        <a:pt x="2235" y="2054"/>
                      </a:cubicBezTo>
                      <a:cubicBezTo>
                        <a:pt x="2238" y="2056"/>
                        <a:pt x="2241" y="2057"/>
                        <a:pt x="2246" y="2057"/>
                      </a:cubicBezTo>
                      <a:cubicBezTo>
                        <a:pt x="2251" y="2057"/>
                        <a:pt x="2259" y="2056"/>
                        <a:pt x="2273" y="2051"/>
                      </a:cubicBezTo>
                      <a:cubicBezTo>
                        <a:pt x="2279" y="2045"/>
                        <a:pt x="2285" y="2043"/>
                        <a:pt x="2289" y="2043"/>
                      </a:cubicBezTo>
                      <a:cubicBezTo>
                        <a:pt x="2297" y="2043"/>
                        <a:pt x="2299" y="2051"/>
                        <a:pt x="2288" y="2063"/>
                      </a:cubicBezTo>
                      <a:lnTo>
                        <a:pt x="2295" y="2070"/>
                      </a:lnTo>
                      <a:cubicBezTo>
                        <a:pt x="2307" y="2063"/>
                        <a:pt x="2315" y="2062"/>
                        <a:pt x="2320" y="2062"/>
                      </a:cubicBezTo>
                      <a:cubicBezTo>
                        <a:pt x="2324" y="2062"/>
                        <a:pt x="2326" y="2063"/>
                        <a:pt x="2326" y="2063"/>
                      </a:cubicBezTo>
                      <a:cubicBezTo>
                        <a:pt x="2314" y="2078"/>
                        <a:pt x="2305" y="2097"/>
                        <a:pt x="2311" y="2097"/>
                      </a:cubicBezTo>
                      <a:cubicBezTo>
                        <a:pt x="2313" y="2097"/>
                        <a:pt x="2316" y="2095"/>
                        <a:pt x="2320" y="2092"/>
                      </a:cubicBezTo>
                      <a:cubicBezTo>
                        <a:pt x="2328" y="2081"/>
                        <a:pt x="2333" y="2077"/>
                        <a:pt x="2338" y="2077"/>
                      </a:cubicBezTo>
                      <a:cubicBezTo>
                        <a:pt x="2342" y="2077"/>
                        <a:pt x="2346" y="2081"/>
                        <a:pt x="2351" y="2085"/>
                      </a:cubicBezTo>
                      <a:cubicBezTo>
                        <a:pt x="2348" y="2112"/>
                        <a:pt x="2500" y="2241"/>
                        <a:pt x="2534" y="2241"/>
                      </a:cubicBezTo>
                      <a:cubicBezTo>
                        <a:pt x="2536" y="2241"/>
                        <a:pt x="2538" y="2240"/>
                        <a:pt x="2539" y="2239"/>
                      </a:cubicBezTo>
                      <a:lnTo>
                        <a:pt x="2555" y="2255"/>
                      </a:lnTo>
                      <a:lnTo>
                        <a:pt x="2574" y="2267"/>
                      </a:lnTo>
                      <a:cubicBezTo>
                        <a:pt x="2550" y="2295"/>
                        <a:pt x="2567" y="2304"/>
                        <a:pt x="2590" y="2304"/>
                      </a:cubicBezTo>
                      <a:cubicBezTo>
                        <a:pt x="2598" y="2304"/>
                        <a:pt x="2607" y="2303"/>
                        <a:pt x="2614" y="2302"/>
                      </a:cubicBezTo>
                      <a:cubicBezTo>
                        <a:pt x="2625" y="2294"/>
                        <a:pt x="2632" y="2291"/>
                        <a:pt x="2637" y="2291"/>
                      </a:cubicBezTo>
                      <a:cubicBezTo>
                        <a:pt x="2642" y="2291"/>
                        <a:pt x="2644" y="2294"/>
                        <a:pt x="2646" y="2295"/>
                      </a:cubicBezTo>
                      <a:cubicBezTo>
                        <a:pt x="2621" y="2328"/>
                        <a:pt x="2627" y="2342"/>
                        <a:pt x="2644" y="2342"/>
                      </a:cubicBezTo>
                      <a:cubicBezTo>
                        <a:pt x="2648" y="2342"/>
                        <a:pt x="2653" y="2341"/>
                        <a:pt x="2658" y="2339"/>
                      </a:cubicBezTo>
                      <a:cubicBezTo>
                        <a:pt x="2675" y="2322"/>
                        <a:pt x="2685" y="2314"/>
                        <a:pt x="2689" y="2314"/>
                      </a:cubicBezTo>
                      <a:cubicBezTo>
                        <a:pt x="2692" y="2314"/>
                        <a:pt x="2686" y="2325"/>
                        <a:pt x="2671" y="2346"/>
                      </a:cubicBezTo>
                      <a:cubicBezTo>
                        <a:pt x="2654" y="2367"/>
                        <a:pt x="2649" y="2380"/>
                        <a:pt x="2656" y="2380"/>
                      </a:cubicBezTo>
                      <a:cubicBezTo>
                        <a:pt x="2662" y="2380"/>
                        <a:pt x="2678" y="2369"/>
                        <a:pt x="2705" y="2346"/>
                      </a:cubicBezTo>
                      <a:cubicBezTo>
                        <a:pt x="2715" y="2339"/>
                        <a:pt x="2720" y="2335"/>
                        <a:pt x="2723" y="2335"/>
                      </a:cubicBezTo>
                      <a:cubicBezTo>
                        <a:pt x="2725" y="2335"/>
                        <a:pt x="2723" y="2341"/>
                        <a:pt x="2718" y="2355"/>
                      </a:cubicBezTo>
                      <a:cubicBezTo>
                        <a:pt x="2702" y="2383"/>
                        <a:pt x="2697" y="2394"/>
                        <a:pt x="2700" y="2394"/>
                      </a:cubicBezTo>
                      <a:cubicBezTo>
                        <a:pt x="2702" y="2394"/>
                        <a:pt x="2706" y="2390"/>
                        <a:pt x="2711" y="2383"/>
                      </a:cubicBezTo>
                      <a:cubicBezTo>
                        <a:pt x="2728" y="2366"/>
                        <a:pt x="2739" y="2358"/>
                        <a:pt x="2743" y="2358"/>
                      </a:cubicBezTo>
                      <a:cubicBezTo>
                        <a:pt x="2748" y="2358"/>
                        <a:pt x="2743" y="2371"/>
                        <a:pt x="2727" y="2396"/>
                      </a:cubicBezTo>
                      <a:cubicBezTo>
                        <a:pt x="2717" y="2421"/>
                        <a:pt x="2712" y="2433"/>
                        <a:pt x="2716" y="2433"/>
                      </a:cubicBezTo>
                      <a:cubicBezTo>
                        <a:pt x="2719" y="2433"/>
                        <a:pt x="2729" y="2424"/>
                        <a:pt x="2746" y="2408"/>
                      </a:cubicBezTo>
                      <a:cubicBezTo>
                        <a:pt x="2758" y="2396"/>
                        <a:pt x="2769" y="2390"/>
                        <a:pt x="2777" y="2390"/>
                      </a:cubicBezTo>
                      <a:cubicBezTo>
                        <a:pt x="2790" y="2390"/>
                        <a:pt x="2793" y="2408"/>
                        <a:pt x="2777" y="2436"/>
                      </a:cubicBezTo>
                      <a:cubicBezTo>
                        <a:pt x="2782" y="2439"/>
                        <a:pt x="2776" y="2453"/>
                        <a:pt x="2779" y="2453"/>
                      </a:cubicBezTo>
                      <a:cubicBezTo>
                        <a:pt x="2780" y="2453"/>
                        <a:pt x="2782" y="2451"/>
                        <a:pt x="2787" y="2446"/>
                      </a:cubicBezTo>
                      <a:lnTo>
                        <a:pt x="2787" y="2446"/>
                      </a:lnTo>
                      <a:lnTo>
                        <a:pt x="2777" y="2468"/>
                      </a:lnTo>
                      <a:lnTo>
                        <a:pt x="2787" y="2477"/>
                      </a:lnTo>
                      <a:lnTo>
                        <a:pt x="2802" y="2458"/>
                      </a:lnTo>
                      <a:cubicBezTo>
                        <a:pt x="2818" y="2490"/>
                        <a:pt x="2840" y="2515"/>
                        <a:pt x="2862" y="2540"/>
                      </a:cubicBezTo>
                      <a:cubicBezTo>
                        <a:pt x="2900" y="2572"/>
                        <a:pt x="2919" y="2588"/>
                        <a:pt x="2930" y="2588"/>
                      </a:cubicBezTo>
                      <a:cubicBezTo>
                        <a:pt x="2936" y="2588"/>
                        <a:pt x="2940" y="2583"/>
                        <a:pt x="2943" y="2574"/>
                      </a:cubicBezTo>
                      <a:cubicBezTo>
                        <a:pt x="2955" y="2555"/>
                        <a:pt x="2963" y="2546"/>
                        <a:pt x="2967" y="2546"/>
                      </a:cubicBezTo>
                      <a:cubicBezTo>
                        <a:pt x="2972" y="2546"/>
                        <a:pt x="2968" y="2559"/>
                        <a:pt x="2953" y="2584"/>
                      </a:cubicBezTo>
                      <a:cubicBezTo>
                        <a:pt x="2959" y="2587"/>
                        <a:pt x="2956" y="2615"/>
                        <a:pt x="2965" y="2624"/>
                      </a:cubicBezTo>
                      <a:cubicBezTo>
                        <a:pt x="2975" y="2634"/>
                        <a:pt x="2987" y="2643"/>
                        <a:pt x="2972" y="2662"/>
                      </a:cubicBezTo>
                      <a:lnTo>
                        <a:pt x="2978" y="2665"/>
                      </a:lnTo>
                      <a:cubicBezTo>
                        <a:pt x="2990" y="2657"/>
                        <a:pt x="3002" y="2653"/>
                        <a:pt x="3012" y="2653"/>
                      </a:cubicBezTo>
                      <a:cubicBezTo>
                        <a:pt x="3035" y="2653"/>
                        <a:pt x="3050" y="2672"/>
                        <a:pt x="3050" y="2696"/>
                      </a:cubicBezTo>
                      <a:cubicBezTo>
                        <a:pt x="3057" y="2702"/>
                        <a:pt x="3062" y="2705"/>
                        <a:pt x="3070" y="2705"/>
                      </a:cubicBezTo>
                      <a:cubicBezTo>
                        <a:pt x="3076" y="2705"/>
                        <a:pt x="3083" y="2704"/>
                        <a:pt x="3094" y="2700"/>
                      </a:cubicBezTo>
                      <a:cubicBezTo>
                        <a:pt x="3104" y="2694"/>
                        <a:pt x="3110" y="2691"/>
                        <a:pt x="3113" y="2691"/>
                      </a:cubicBezTo>
                      <a:cubicBezTo>
                        <a:pt x="3117" y="2691"/>
                        <a:pt x="3115" y="2697"/>
                        <a:pt x="3109" y="2712"/>
                      </a:cubicBezTo>
                      <a:cubicBezTo>
                        <a:pt x="3098" y="2726"/>
                        <a:pt x="3105" y="2753"/>
                        <a:pt x="3119" y="2753"/>
                      </a:cubicBezTo>
                      <a:cubicBezTo>
                        <a:pt x="3125" y="2753"/>
                        <a:pt x="3133" y="2749"/>
                        <a:pt x="3141" y="2737"/>
                      </a:cubicBezTo>
                      <a:lnTo>
                        <a:pt x="3141" y="2737"/>
                      </a:lnTo>
                      <a:lnTo>
                        <a:pt x="3131" y="2762"/>
                      </a:lnTo>
                      <a:cubicBezTo>
                        <a:pt x="3128" y="2772"/>
                        <a:pt x="3129" y="2775"/>
                        <a:pt x="3132" y="2775"/>
                      </a:cubicBezTo>
                      <a:cubicBezTo>
                        <a:pt x="3137" y="2775"/>
                        <a:pt x="3150" y="2765"/>
                        <a:pt x="3160" y="2753"/>
                      </a:cubicBezTo>
                      <a:cubicBezTo>
                        <a:pt x="3173" y="2736"/>
                        <a:pt x="3181" y="2726"/>
                        <a:pt x="3183" y="2726"/>
                      </a:cubicBezTo>
                      <a:lnTo>
                        <a:pt x="3183" y="2726"/>
                      </a:lnTo>
                      <a:cubicBezTo>
                        <a:pt x="3186" y="2726"/>
                        <a:pt x="3177" y="2743"/>
                        <a:pt x="3153" y="2781"/>
                      </a:cubicBezTo>
                      <a:cubicBezTo>
                        <a:pt x="3134" y="2804"/>
                        <a:pt x="3129" y="2816"/>
                        <a:pt x="3132" y="2816"/>
                      </a:cubicBezTo>
                      <a:cubicBezTo>
                        <a:pt x="3133" y="2816"/>
                        <a:pt x="3138" y="2811"/>
                        <a:pt x="3144" y="2803"/>
                      </a:cubicBezTo>
                      <a:cubicBezTo>
                        <a:pt x="3156" y="2795"/>
                        <a:pt x="3169" y="2786"/>
                        <a:pt x="3175" y="2786"/>
                      </a:cubicBezTo>
                      <a:cubicBezTo>
                        <a:pt x="3178" y="2786"/>
                        <a:pt x="3179" y="2789"/>
                        <a:pt x="3175" y="2797"/>
                      </a:cubicBezTo>
                      <a:cubicBezTo>
                        <a:pt x="3177" y="2799"/>
                        <a:pt x="3179" y="2801"/>
                        <a:pt x="3182" y="2801"/>
                      </a:cubicBezTo>
                      <a:cubicBezTo>
                        <a:pt x="3187" y="2801"/>
                        <a:pt x="3195" y="2794"/>
                        <a:pt x="3216" y="2769"/>
                      </a:cubicBezTo>
                      <a:cubicBezTo>
                        <a:pt x="3225" y="2756"/>
                        <a:pt x="3231" y="2753"/>
                        <a:pt x="3235" y="2753"/>
                      </a:cubicBezTo>
                      <a:cubicBezTo>
                        <a:pt x="3239" y="2753"/>
                        <a:pt x="3242" y="2755"/>
                        <a:pt x="3244" y="2756"/>
                      </a:cubicBezTo>
                      <a:cubicBezTo>
                        <a:pt x="3235" y="2772"/>
                        <a:pt x="3222" y="2781"/>
                        <a:pt x="3207" y="2791"/>
                      </a:cubicBezTo>
                      <a:lnTo>
                        <a:pt x="3216" y="2800"/>
                      </a:lnTo>
                      <a:cubicBezTo>
                        <a:pt x="3222" y="2806"/>
                        <a:pt x="3219" y="2834"/>
                        <a:pt x="3203" y="2853"/>
                      </a:cubicBezTo>
                      <a:cubicBezTo>
                        <a:pt x="3198" y="2865"/>
                        <a:pt x="3196" y="2871"/>
                        <a:pt x="3198" y="2871"/>
                      </a:cubicBezTo>
                      <a:cubicBezTo>
                        <a:pt x="3201" y="2871"/>
                        <a:pt x="3209" y="2861"/>
                        <a:pt x="3222" y="2838"/>
                      </a:cubicBezTo>
                      <a:cubicBezTo>
                        <a:pt x="3245" y="2811"/>
                        <a:pt x="3251" y="2803"/>
                        <a:pt x="3257" y="2803"/>
                      </a:cubicBezTo>
                      <a:cubicBezTo>
                        <a:pt x="3260" y="2803"/>
                        <a:pt x="3263" y="2804"/>
                        <a:pt x="3266" y="2806"/>
                      </a:cubicBezTo>
                      <a:cubicBezTo>
                        <a:pt x="3269" y="2812"/>
                        <a:pt x="3276" y="2816"/>
                        <a:pt x="3260" y="2838"/>
                      </a:cubicBezTo>
                      <a:cubicBezTo>
                        <a:pt x="3244" y="2856"/>
                        <a:pt x="3244" y="2856"/>
                        <a:pt x="3257" y="2866"/>
                      </a:cubicBezTo>
                      <a:cubicBezTo>
                        <a:pt x="3259" y="2867"/>
                        <a:pt x="3261" y="2868"/>
                        <a:pt x="3264" y="2868"/>
                      </a:cubicBezTo>
                      <a:cubicBezTo>
                        <a:pt x="3286" y="2868"/>
                        <a:pt x="3339" y="2827"/>
                        <a:pt x="3373" y="2797"/>
                      </a:cubicBezTo>
                      <a:cubicBezTo>
                        <a:pt x="3388" y="2777"/>
                        <a:pt x="3396" y="2767"/>
                        <a:pt x="3397" y="2767"/>
                      </a:cubicBezTo>
                      <a:lnTo>
                        <a:pt x="3397" y="2767"/>
                      </a:lnTo>
                      <a:cubicBezTo>
                        <a:pt x="3397" y="2767"/>
                        <a:pt x="3390" y="2778"/>
                        <a:pt x="3376" y="2800"/>
                      </a:cubicBezTo>
                      <a:cubicBezTo>
                        <a:pt x="3360" y="2822"/>
                        <a:pt x="3366" y="2825"/>
                        <a:pt x="3373" y="2831"/>
                      </a:cubicBezTo>
                      <a:cubicBezTo>
                        <a:pt x="3378" y="2824"/>
                        <a:pt x="3380" y="2822"/>
                        <a:pt x="3380" y="2822"/>
                      </a:cubicBezTo>
                      <a:lnTo>
                        <a:pt x="3380" y="2822"/>
                      </a:lnTo>
                      <a:cubicBezTo>
                        <a:pt x="3381" y="2822"/>
                        <a:pt x="3376" y="2832"/>
                        <a:pt x="3373" y="2832"/>
                      </a:cubicBezTo>
                      <a:cubicBezTo>
                        <a:pt x="3373" y="2832"/>
                        <a:pt x="3373" y="2831"/>
                        <a:pt x="3373" y="2831"/>
                      </a:cubicBezTo>
                      <a:cubicBezTo>
                        <a:pt x="3364" y="2841"/>
                        <a:pt x="3359" y="2844"/>
                        <a:pt x="3354" y="2844"/>
                      </a:cubicBezTo>
                      <a:cubicBezTo>
                        <a:pt x="3350" y="2844"/>
                        <a:pt x="3347" y="2842"/>
                        <a:pt x="3345" y="2841"/>
                      </a:cubicBezTo>
                      <a:lnTo>
                        <a:pt x="3329" y="2859"/>
                      </a:lnTo>
                      <a:cubicBezTo>
                        <a:pt x="3315" y="2884"/>
                        <a:pt x="3310" y="2897"/>
                        <a:pt x="3316" y="2897"/>
                      </a:cubicBezTo>
                      <a:cubicBezTo>
                        <a:pt x="3320" y="2897"/>
                        <a:pt x="3330" y="2890"/>
                        <a:pt x="3345" y="2875"/>
                      </a:cubicBezTo>
                      <a:cubicBezTo>
                        <a:pt x="3355" y="2868"/>
                        <a:pt x="3360" y="2864"/>
                        <a:pt x="3362" y="2864"/>
                      </a:cubicBezTo>
                      <a:lnTo>
                        <a:pt x="3362" y="2864"/>
                      </a:lnTo>
                      <a:cubicBezTo>
                        <a:pt x="3364" y="2864"/>
                        <a:pt x="3362" y="2870"/>
                        <a:pt x="3357" y="2881"/>
                      </a:cubicBezTo>
                      <a:cubicBezTo>
                        <a:pt x="3350" y="2900"/>
                        <a:pt x="3341" y="2919"/>
                        <a:pt x="3344" y="2919"/>
                      </a:cubicBezTo>
                      <a:cubicBezTo>
                        <a:pt x="3345" y="2919"/>
                        <a:pt x="3347" y="2917"/>
                        <a:pt x="3351" y="2913"/>
                      </a:cubicBezTo>
                      <a:cubicBezTo>
                        <a:pt x="3351" y="2913"/>
                        <a:pt x="3363" y="2919"/>
                        <a:pt x="3351" y="2944"/>
                      </a:cubicBezTo>
                      <a:cubicBezTo>
                        <a:pt x="3357" y="2949"/>
                        <a:pt x="3361" y="2952"/>
                        <a:pt x="3366" y="2952"/>
                      </a:cubicBezTo>
                      <a:cubicBezTo>
                        <a:pt x="3371" y="2952"/>
                        <a:pt x="3377" y="2948"/>
                        <a:pt x="3385" y="2938"/>
                      </a:cubicBezTo>
                      <a:cubicBezTo>
                        <a:pt x="3394" y="2927"/>
                        <a:pt x="3399" y="2924"/>
                        <a:pt x="3403" y="2924"/>
                      </a:cubicBezTo>
                      <a:cubicBezTo>
                        <a:pt x="3405" y="2924"/>
                        <a:pt x="3408" y="2926"/>
                        <a:pt x="3410" y="2928"/>
                      </a:cubicBezTo>
                      <a:cubicBezTo>
                        <a:pt x="3413" y="2930"/>
                        <a:pt x="3415" y="2931"/>
                        <a:pt x="3417" y="2931"/>
                      </a:cubicBezTo>
                      <a:cubicBezTo>
                        <a:pt x="3421" y="2931"/>
                        <a:pt x="3426" y="2928"/>
                        <a:pt x="3435" y="2916"/>
                      </a:cubicBezTo>
                      <a:cubicBezTo>
                        <a:pt x="3448" y="2901"/>
                        <a:pt x="3464" y="2888"/>
                        <a:pt x="3475" y="2888"/>
                      </a:cubicBezTo>
                      <a:cubicBezTo>
                        <a:pt x="3478" y="2888"/>
                        <a:pt x="3480" y="2889"/>
                        <a:pt x="3482" y="2891"/>
                      </a:cubicBezTo>
                      <a:cubicBezTo>
                        <a:pt x="3492" y="2886"/>
                        <a:pt x="3499" y="2884"/>
                        <a:pt x="3502" y="2884"/>
                      </a:cubicBezTo>
                      <a:cubicBezTo>
                        <a:pt x="3508" y="2884"/>
                        <a:pt x="3502" y="2894"/>
                        <a:pt x="3486" y="2922"/>
                      </a:cubicBezTo>
                      <a:cubicBezTo>
                        <a:pt x="3470" y="2944"/>
                        <a:pt x="3473" y="2947"/>
                        <a:pt x="3479" y="2953"/>
                      </a:cubicBezTo>
                      <a:cubicBezTo>
                        <a:pt x="3479" y="2953"/>
                        <a:pt x="3486" y="2957"/>
                        <a:pt x="3476" y="2982"/>
                      </a:cubicBezTo>
                      <a:cubicBezTo>
                        <a:pt x="3472" y="2989"/>
                        <a:pt x="3471" y="2992"/>
                        <a:pt x="3472" y="2992"/>
                      </a:cubicBezTo>
                      <a:cubicBezTo>
                        <a:pt x="3474" y="2992"/>
                        <a:pt x="3484" y="2979"/>
                        <a:pt x="3495" y="2966"/>
                      </a:cubicBezTo>
                      <a:cubicBezTo>
                        <a:pt x="3511" y="2944"/>
                        <a:pt x="3526" y="2925"/>
                        <a:pt x="3526" y="2925"/>
                      </a:cubicBezTo>
                      <a:lnTo>
                        <a:pt x="3526" y="2925"/>
                      </a:lnTo>
                      <a:cubicBezTo>
                        <a:pt x="3533" y="2932"/>
                        <a:pt x="3507" y="2975"/>
                        <a:pt x="3492" y="2994"/>
                      </a:cubicBezTo>
                      <a:cubicBezTo>
                        <a:pt x="3479" y="3017"/>
                        <a:pt x="3473" y="3028"/>
                        <a:pt x="3473" y="3028"/>
                      </a:cubicBezTo>
                      <a:cubicBezTo>
                        <a:pt x="3474" y="3028"/>
                        <a:pt x="3481" y="3017"/>
                        <a:pt x="3495" y="2997"/>
                      </a:cubicBezTo>
                      <a:cubicBezTo>
                        <a:pt x="3504" y="2986"/>
                        <a:pt x="3516" y="2976"/>
                        <a:pt x="3523" y="2976"/>
                      </a:cubicBezTo>
                      <a:cubicBezTo>
                        <a:pt x="3528" y="2976"/>
                        <a:pt x="3531" y="2980"/>
                        <a:pt x="3529" y="2991"/>
                      </a:cubicBezTo>
                      <a:cubicBezTo>
                        <a:pt x="3539" y="3000"/>
                        <a:pt x="3548" y="3010"/>
                        <a:pt x="3533" y="3029"/>
                      </a:cubicBezTo>
                      <a:cubicBezTo>
                        <a:pt x="3528" y="3040"/>
                        <a:pt x="3530" y="3043"/>
                        <a:pt x="3534" y="3043"/>
                      </a:cubicBezTo>
                      <a:cubicBezTo>
                        <a:pt x="3538" y="3043"/>
                        <a:pt x="3545" y="3038"/>
                        <a:pt x="3545" y="3038"/>
                      </a:cubicBezTo>
                      <a:cubicBezTo>
                        <a:pt x="3553" y="3033"/>
                        <a:pt x="3558" y="3030"/>
                        <a:pt x="3562" y="3030"/>
                      </a:cubicBezTo>
                      <a:cubicBezTo>
                        <a:pt x="3569" y="3030"/>
                        <a:pt x="3571" y="3040"/>
                        <a:pt x="3573" y="3060"/>
                      </a:cubicBezTo>
                      <a:cubicBezTo>
                        <a:pt x="3570" y="3095"/>
                        <a:pt x="3568" y="3110"/>
                        <a:pt x="3573" y="3110"/>
                      </a:cubicBezTo>
                      <a:cubicBezTo>
                        <a:pt x="3577" y="3110"/>
                        <a:pt x="3584" y="3100"/>
                        <a:pt x="3598" y="3082"/>
                      </a:cubicBezTo>
                      <a:cubicBezTo>
                        <a:pt x="3607" y="3072"/>
                        <a:pt x="3616" y="3061"/>
                        <a:pt x="3617" y="3061"/>
                      </a:cubicBezTo>
                      <a:lnTo>
                        <a:pt x="3617" y="3061"/>
                      </a:lnTo>
                      <a:cubicBezTo>
                        <a:pt x="3619" y="3061"/>
                        <a:pt x="3616" y="3068"/>
                        <a:pt x="3605" y="3088"/>
                      </a:cubicBezTo>
                      <a:cubicBezTo>
                        <a:pt x="3601" y="3097"/>
                        <a:pt x="3602" y="3100"/>
                        <a:pt x="3606" y="3100"/>
                      </a:cubicBezTo>
                      <a:cubicBezTo>
                        <a:pt x="3612" y="3100"/>
                        <a:pt x="3625" y="3093"/>
                        <a:pt x="3642" y="3085"/>
                      </a:cubicBezTo>
                      <a:cubicBezTo>
                        <a:pt x="3667" y="3063"/>
                        <a:pt x="3689" y="3038"/>
                        <a:pt x="3708" y="3010"/>
                      </a:cubicBezTo>
                      <a:cubicBezTo>
                        <a:pt x="3725" y="2990"/>
                        <a:pt x="3733" y="2980"/>
                        <a:pt x="3736" y="2980"/>
                      </a:cubicBezTo>
                      <a:cubicBezTo>
                        <a:pt x="3738" y="2980"/>
                        <a:pt x="3738" y="2987"/>
                        <a:pt x="3736" y="3000"/>
                      </a:cubicBezTo>
                      <a:cubicBezTo>
                        <a:pt x="3739" y="3004"/>
                        <a:pt x="3730" y="3029"/>
                        <a:pt x="3714" y="3047"/>
                      </a:cubicBezTo>
                      <a:cubicBezTo>
                        <a:pt x="3704" y="3061"/>
                        <a:pt x="3698" y="3064"/>
                        <a:pt x="3695" y="3064"/>
                      </a:cubicBezTo>
                      <a:cubicBezTo>
                        <a:pt x="3693" y="3064"/>
                        <a:pt x="3692" y="3063"/>
                        <a:pt x="3692" y="3063"/>
                      </a:cubicBezTo>
                      <a:lnTo>
                        <a:pt x="3689" y="3060"/>
                      </a:lnTo>
                      <a:cubicBezTo>
                        <a:pt x="3674" y="3079"/>
                        <a:pt x="3658" y="3098"/>
                        <a:pt x="3667" y="3107"/>
                      </a:cubicBezTo>
                      <a:cubicBezTo>
                        <a:pt x="3662" y="3121"/>
                        <a:pt x="3662" y="3129"/>
                        <a:pt x="3665" y="3129"/>
                      </a:cubicBezTo>
                      <a:cubicBezTo>
                        <a:pt x="3668" y="3129"/>
                        <a:pt x="3673" y="3124"/>
                        <a:pt x="3680" y="3116"/>
                      </a:cubicBezTo>
                      <a:lnTo>
                        <a:pt x="3680" y="3116"/>
                      </a:lnTo>
                      <a:cubicBezTo>
                        <a:pt x="3670" y="3132"/>
                        <a:pt x="3674" y="3151"/>
                        <a:pt x="3689" y="3157"/>
                      </a:cubicBezTo>
                      <a:cubicBezTo>
                        <a:pt x="3708" y="3167"/>
                        <a:pt x="3714" y="3189"/>
                        <a:pt x="3708" y="3204"/>
                      </a:cubicBezTo>
                      <a:cubicBezTo>
                        <a:pt x="3713" y="3209"/>
                        <a:pt x="3717" y="3213"/>
                        <a:pt x="3721" y="3213"/>
                      </a:cubicBezTo>
                      <a:cubicBezTo>
                        <a:pt x="3726" y="3213"/>
                        <a:pt x="3732" y="3209"/>
                        <a:pt x="3739" y="3198"/>
                      </a:cubicBezTo>
                      <a:cubicBezTo>
                        <a:pt x="3757" y="3177"/>
                        <a:pt x="3766" y="3169"/>
                        <a:pt x="3767" y="3169"/>
                      </a:cubicBezTo>
                      <a:lnTo>
                        <a:pt x="3767" y="3169"/>
                      </a:lnTo>
                      <a:cubicBezTo>
                        <a:pt x="3768" y="3169"/>
                        <a:pt x="3765" y="3174"/>
                        <a:pt x="3758" y="3182"/>
                      </a:cubicBezTo>
                      <a:cubicBezTo>
                        <a:pt x="3737" y="3219"/>
                        <a:pt x="3770" y="3279"/>
                        <a:pt x="3804" y="3279"/>
                      </a:cubicBezTo>
                      <a:cubicBezTo>
                        <a:pt x="3811" y="3279"/>
                        <a:pt x="3818" y="3276"/>
                        <a:pt x="3824" y="3270"/>
                      </a:cubicBezTo>
                      <a:lnTo>
                        <a:pt x="3837" y="3279"/>
                      </a:lnTo>
                      <a:cubicBezTo>
                        <a:pt x="3831" y="3302"/>
                        <a:pt x="3851" y="3323"/>
                        <a:pt x="3871" y="3323"/>
                      </a:cubicBezTo>
                      <a:cubicBezTo>
                        <a:pt x="3875" y="3323"/>
                        <a:pt x="3880" y="3322"/>
                        <a:pt x="3884" y="3320"/>
                      </a:cubicBezTo>
                      <a:lnTo>
                        <a:pt x="3899" y="3333"/>
                      </a:lnTo>
                      <a:cubicBezTo>
                        <a:pt x="3897" y="3350"/>
                        <a:pt x="3898" y="3358"/>
                        <a:pt x="3903" y="3358"/>
                      </a:cubicBezTo>
                      <a:cubicBezTo>
                        <a:pt x="3907" y="3358"/>
                        <a:pt x="3913" y="3354"/>
                        <a:pt x="3921" y="3348"/>
                      </a:cubicBezTo>
                      <a:cubicBezTo>
                        <a:pt x="3936" y="3340"/>
                        <a:pt x="3949" y="3326"/>
                        <a:pt x="3949" y="3326"/>
                      </a:cubicBezTo>
                      <a:lnTo>
                        <a:pt x="3949" y="3326"/>
                      </a:lnTo>
                      <a:cubicBezTo>
                        <a:pt x="3950" y="3326"/>
                        <a:pt x="3948" y="3329"/>
                        <a:pt x="3943" y="3336"/>
                      </a:cubicBezTo>
                      <a:cubicBezTo>
                        <a:pt x="3927" y="3355"/>
                        <a:pt x="3937" y="3364"/>
                        <a:pt x="3959" y="3380"/>
                      </a:cubicBezTo>
                      <a:cubicBezTo>
                        <a:pt x="3969" y="3388"/>
                        <a:pt x="3974" y="3393"/>
                        <a:pt x="3978" y="3393"/>
                      </a:cubicBezTo>
                      <a:cubicBezTo>
                        <a:pt x="3983" y="3393"/>
                        <a:pt x="3985" y="3387"/>
                        <a:pt x="3990" y="3373"/>
                      </a:cubicBezTo>
                      <a:cubicBezTo>
                        <a:pt x="4028" y="3373"/>
                        <a:pt x="4012" y="3392"/>
                        <a:pt x="3996" y="3411"/>
                      </a:cubicBezTo>
                      <a:cubicBezTo>
                        <a:pt x="3978" y="3429"/>
                        <a:pt x="3971" y="3440"/>
                        <a:pt x="3976" y="3440"/>
                      </a:cubicBezTo>
                      <a:cubicBezTo>
                        <a:pt x="3980" y="3440"/>
                        <a:pt x="3996" y="3429"/>
                        <a:pt x="4021" y="3402"/>
                      </a:cubicBezTo>
                      <a:cubicBezTo>
                        <a:pt x="4040" y="3384"/>
                        <a:pt x="4052" y="3377"/>
                        <a:pt x="4057" y="3377"/>
                      </a:cubicBezTo>
                      <a:cubicBezTo>
                        <a:pt x="4062" y="3377"/>
                        <a:pt x="4061" y="3384"/>
                        <a:pt x="4053" y="3395"/>
                      </a:cubicBezTo>
                      <a:cubicBezTo>
                        <a:pt x="4046" y="3406"/>
                        <a:pt x="4041" y="3410"/>
                        <a:pt x="4036" y="3410"/>
                      </a:cubicBezTo>
                      <a:cubicBezTo>
                        <a:pt x="4033" y="3410"/>
                        <a:pt x="4030" y="3407"/>
                        <a:pt x="4028" y="3405"/>
                      </a:cubicBezTo>
                      <a:lnTo>
                        <a:pt x="3996" y="3445"/>
                      </a:lnTo>
                      <a:cubicBezTo>
                        <a:pt x="3998" y="3446"/>
                        <a:pt x="4000" y="3447"/>
                        <a:pt x="4001" y="3447"/>
                      </a:cubicBezTo>
                      <a:cubicBezTo>
                        <a:pt x="4005" y="3447"/>
                        <a:pt x="4009" y="3444"/>
                        <a:pt x="4025" y="3433"/>
                      </a:cubicBezTo>
                      <a:cubicBezTo>
                        <a:pt x="4025" y="3433"/>
                        <a:pt x="4025" y="3434"/>
                        <a:pt x="4028" y="3434"/>
                      </a:cubicBezTo>
                      <a:cubicBezTo>
                        <a:pt x="4031" y="3434"/>
                        <a:pt x="4037" y="3432"/>
                        <a:pt x="4050" y="3424"/>
                      </a:cubicBezTo>
                      <a:cubicBezTo>
                        <a:pt x="4072" y="3408"/>
                        <a:pt x="4087" y="3389"/>
                        <a:pt x="4097" y="3364"/>
                      </a:cubicBezTo>
                      <a:cubicBezTo>
                        <a:pt x="4102" y="3349"/>
                        <a:pt x="4107" y="3345"/>
                        <a:pt x="4111" y="3345"/>
                      </a:cubicBezTo>
                      <a:cubicBezTo>
                        <a:pt x="4113" y="3345"/>
                        <a:pt x="4116" y="3347"/>
                        <a:pt x="4119" y="3348"/>
                      </a:cubicBezTo>
                      <a:cubicBezTo>
                        <a:pt x="4112" y="3373"/>
                        <a:pt x="4097" y="3398"/>
                        <a:pt x="4075" y="3411"/>
                      </a:cubicBezTo>
                      <a:cubicBezTo>
                        <a:pt x="4074" y="3411"/>
                        <a:pt x="4074" y="3411"/>
                        <a:pt x="4074" y="3411"/>
                      </a:cubicBezTo>
                      <a:cubicBezTo>
                        <a:pt x="4069" y="3411"/>
                        <a:pt x="4055" y="3428"/>
                        <a:pt x="4040" y="3449"/>
                      </a:cubicBezTo>
                      <a:cubicBezTo>
                        <a:pt x="4036" y="3454"/>
                        <a:pt x="4037" y="3456"/>
                        <a:pt x="4042" y="3456"/>
                      </a:cubicBezTo>
                      <a:cubicBezTo>
                        <a:pt x="4054" y="3456"/>
                        <a:pt x="4091" y="3439"/>
                        <a:pt x="4119" y="3414"/>
                      </a:cubicBezTo>
                      <a:lnTo>
                        <a:pt x="4119" y="3414"/>
                      </a:lnTo>
                      <a:lnTo>
                        <a:pt x="4103" y="3436"/>
                      </a:lnTo>
                      <a:cubicBezTo>
                        <a:pt x="4087" y="3455"/>
                        <a:pt x="4097" y="3464"/>
                        <a:pt x="4109" y="3474"/>
                      </a:cubicBezTo>
                      <a:cubicBezTo>
                        <a:pt x="4114" y="3477"/>
                        <a:pt x="4117" y="3480"/>
                        <a:pt x="4122" y="3480"/>
                      </a:cubicBezTo>
                      <a:cubicBezTo>
                        <a:pt x="4127" y="3480"/>
                        <a:pt x="4132" y="3476"/>
                        <a:pt x="4141" y="3464"/>
                      </a:cubicBezTo>
                      <a:cubicBezTo>
                        <a:pt x="4155" y="3447"/>
                        <a:pt x="4170" y="3429"/>
                        <a:pt x="4177" y="3429"/>
                      </a:cubicBezTo>
                      <a:cubicBezTo>
                        <a:pt x="4177" y="3429"/>
                        <a:pt x="4178" y="3430"/>
                        <a:pt x="4178" y="3430"/>
                      </a:cubicBezTo>
                      <a:cubicBezTo>
                        <a:pt x="4172" y="3427"/>
                        <a:pt x="4188" y="3405"/>
                        <a:pt x="4203" y="3386"/>
                      </a:cubicBezTo>
                      <a:lnTo>
                        <a:pt x="4203" y="3386"/>
                      </a:lnTo>
                      <a:cubicBezTo>
                        <a:pt x="4200" y="3405"/>
                        <a:pt x="4194" y="3424"/>
                        <a:pt x="4188" y="3439"/>
                      </a:cubicBezTo>
                      <a:cubicBezTo>
                        <a:pt x="4166" y="3489"/>
                        <a:pt x="4162" y="3518"/>
                        <a:pt x="4184" y="3533"/>
                      </a:cubicBezTo>
                      <a:cubicBezTo>
                        <a:pt x="4200" y="3543"/>
                        <a:pt x="4206" y="3565"/>
                        <a:pt x="4200" y="3580"/>
                      </a:cubicBezTo>
                      <a:cubicBezTo>
                        <a:pt x="4204" y="3585"/>
                        <a:pt x="4208" y="3588"/>
                        <a:pt x="4213" y="3588"/>
                      </a:cubicBezTo>
                      <a:cubicBezTo>
                        <a:pt x="4217" y="3588"/>
                        <a:pt x="4223" y="3584"/>
                        <a:pt x="4231" y="3574"/>
                      </a:cubicBezTo>
                      <a:lnTo>
                        <a:pt x="4244" y="3583"/>
                      </a:lnTo>
                      <a:cubicBezTo>
                        <a:pt x="4236" y="3599"/>
                        <a:pt x="4238" y="3608"/>
                        <a:pt x="4244" y="3608"/>
                      </a:cubicBezTo>
                      <a:cubicBezTo>
                        <a:pt x="4248" y="3608"/>
                        <a:pt x="4254" y="3604"/>
                        <a:pt x="4260" y="3596"/>
                      </a:cubicBezTo>
                      <a:cubicBezTo>
                        <a:pt x="4264" y="3592"/>
                        <a:pt x="4267" y="3591"/>
                        <a:pt x="4269" y="3591"/>
                      </a:cubicBezTo>
                      <a:cubicBezTo>
                        <a:pt x="4275" y="3591"/>
                        <a:pt x="4270" y="3606"/>
                        <a:pt x="4275" y="3608"/>
                      </a:cubicBezTo>
                      <a:cubicBezTo>
                        <a:pt x="4265" y="3632"/>
                        <a:pt x="4259" y="3645"/>
                        <a:pt x="4261" y="3645"/>
                      </a:cubicBezTo>
                      <a:cubicBezTo>
                        <a:pt x="4263" y="3645"/>
                        <a:pt x="4274" y="3629"/>
                        <a:pt x="4297" y="3596"/>
                      </a:cubicBezTo>
                      <a:cubicBezTo>
                        <a:pt x="4313" y="3574"/>
                        <a:pt x="4316" y="3546"/>
                        <a:pt x="4310" y="3543"/>
                      </a:cubicBezTo>
                      <a:lnTo>
                        <a:pt x="4294" y="3527"/>
                      </a:lnTo>
                      <a:lnTo>
                        <a:pt x="4325" y="3521"/>
                      </a:lnTo>
                      <a:cubicBezTo>
                        <a:pt x="4327" y="3522"/>
                        <a:pt x="4328" y="3522"/>
                        <a:pt x="4330" y="3522"/>
                      </a:cubicBezTo>
                      <a:cubicBezTo>
                        <a:pt x="4340" y="3522"/>
                        <a:pt x="4360" y="3511"/>
                        <a:pt x="4372" y="3496"/>
                      </a:cubicBezTo>
                      <a:cubicBezTo>
                        <a:pt x="4372" y="3496"/>
                        <a:pt x="4386" y="3480"/>
                        <a:pt x="4393" y="3480"/>
                      </a:cubicBezTo>
                      <a:cubicBezTo>
                        <a:pt x="4393" y="3480"/>
                        <a:pt x="4394" y="3480"/>
                        <a:pt x="4394" y="3480"/>
                      </a:cubicBezTo>
                      <a:lnTo>
                        <a:pt x="4363" y="3521"/>
                      </a:lnTo>
                      <a:cubicBezTo>
                        <a:pt x="4344" y="3536"/>
                        <a:pt x="4325" y="3555"/>
                        <a:pt x="4310" y="3574"/>
                      </a:cubicBezTo>
                      <a:cubicBezTo>
                        <a:pt x="4293" y="3604"/>
                        <a:pt x="4287" y="3630"/>
                        <a:pt x="4296" y="3630"/>
                      </a:cubicBezTo>
                      <a:cubicBezTo>
                        <a:pt x="4299" y="3630"/>
                        <a:pt x="4306" y="3624"/>
                        <a:pt x="4316" y="3612"/>
                      </a:cubicBezTo>
                      <a:lnTo>
                        <a:pt x="4316" y="3612"/>
                      </a:lnTo>
                      <a:cubicBezTo>
                        <a:pt x="4322" y="3618"/>
                        <a:pt x="4322" y="3618"/>
                        <a:pt x="4313" y="3640"/>
                      </a:cubicBezTo>
                      <a:cubicBezTo>
                        <a:pt x="4305" y="3650"/>
                        <a:pt x="4303" y="3656"/>
                        <a:pt x="4306" y="3656"/>
                      </a:cubicBezTo>
                      <a:cubicBezTo>
                        <a:pt x="4309" y="3656"/>
                        <a:pt x="4320" y="3649"/>
                        <a:pt x="4338" y="3630"/>
                      </a:cubicBezTo>
                      <a:cubicBezTo>
                        <a:pt x="4355" y="3615"/>
                        <a:pt x="4365" y="3607"/>
                        <a:pt x="4369" y="3607"/>
                      </a:cubicBezTo>
                      <a:cubicBezTo>
                        <a:pt x="4374" y="3607"/>
                        <a:pt x="4369" y="3619"/>
                        <a:pt x="4354" y="3643"/>
                      </a:cubicBezTo>
                      <a:cubicBezTo>
                        <a:pt x="4340" y="3679"/>
                        <a:pt x="4348" y="3698"/>
                        <a:pt x="4359" y="3698"/>
                      </a:cubicBezTo>
                      <a:cubicBezTo>
                        <a:pt x="4363" y="3698"/>
                        <a:pt x="4368" y="3695"/>
                        <a:pt x="4372" y="3690"/>
                      </a:cubicBezTo>
                      <a:cubicBezTo>
                        <a:pt x="4387" y="3672"/>
                        <a:pt x="4398" y="3665"/>
                        <a:pt x="4404" y="3665"/>
                      </a:cubicBezTo>
                      <a:cubicBezTo>
                        <a:pt x="4412" y="3665"/>
                        <a:pt x="4414" y="3675"/>
                        <a:pt x="4407" y="3687"/>
                      </a:cubicBezTo>
                      <a:cubicBezTo>
                        <a:pt x="4401" y="3703"/>
                        <a:pt x="4401" y="3710"/>
                        <a:pt x="4408" y="3710"/>
                      </a:cubicBezTo>
                      <a:cubicBezTo>
                        <a:pt x="4412" y="3710"/>
                        <a:pt x="4418" y="3707"/>
                        <a:pt x="4426" y="3702"/>
                      </a:cubicBezTo>
                      <a:lnTo>
                        <a:pt x="4426" y="3702"/>
                      </a:lnTo>
                      <a:cubicBezTo>
                        <a:pt x="4413" y="3717"/>
                        <a:pt x="4403" y="3736"/>
                        <a:pt x="4410" y="3736"/>
                      </a:cubicBezTo>
                      <a:cubicBezTo>
                        <a:pt x="4411" y="3736"/>
                        <a:pt x="4415" y="3734"/>
                        <a:pt x="4419" y="3731"/>
                      </a:cubicBezTo>
                      <a:cubicBezTo>
                        <a:pt x="4419" y="3731"/>
                        <a:pt x="4420" y="3731"/>
                        <a:pt x="4420" y="3731"/>
                      </a:cubicBezTo>
                      <a:cubicBezTo>
                        <a:pt x="4422" y="3731"/>
                        <a:pt x="4428" y="3729"/>
                        <a:pt x="4435" y="3709"/>
                      </a:cubicBezTo>
                      <a:lnTo>
                        <a:pt x="4476" y="3681"/>
                      </a:lnTo>
                      <a:cubicBezTo>
                        <a:pt x="4473" y="3674"/>
                        <a:pt x="4488" y="3655"/>
                        <a:pt x="4504" y="3637"/>
                      </a:cubicBezTo>
                      <a:cubicBezTo>
                        <a:pt x="4507" y="3632"/>
                        <a:pt x="4510" y="3630"/>
                        <a:pt x="4512" y="3630"/>
                      </a:cubicBezTo>
                      <a:cubicBezTo>
                        <a:pt x="4520" y="3630"/>
                        <a:pt x="4519" y="3666"/>
                        <a:pt x="4488" y="3721"/>
                      </a:cubicBezTo>
                      <a:lnTo>
                        <a:pt x="4470" y="3771"/>
                      </a:lnTo>
                      <a:lnTo>
                        <a:pt x="4501" y="3731"/>
                      </a:lnTo>
                      <a:lnTo>
                        <a:pt x="4501" y="3731"/>
                      </a:lnTo>
                      <a:cubicBezTo>
                        <a:pt x="4504" y="3734"/>
                        <a:pt x="4510" y="3740"/>
                        <a:pt x="4495" y="3759"/>
                      </a:cubicBezTo>
                      <a:cubicBezTo>
                        <a:pt x="4479" y="3778"/>
                        <a:pt x="4479" y="3778"/>
                        <a:pt x="4485" y="3784"/>
                      </a:cubicBezTo>
                      <a:cubicBezTo>
                        <a:pt x="4485" y="3784"/>
                        <a:pt x="4485" y="3784"/>
                        <a:pt x="4486" y="3784"/>
                      </a:cubicBezTo>
                      <a:cubicBezTo>
                        <a:pt x="4488" y="3784"/>
                        <a:pt x="4492" y="3782"/>
                        <a:pt x="4504" y="3768"/>
                      </a:cubicBezTo>
                      <a:cubicBezTo>
                        <a:pt x="4522" y="3745"/>
                        <a:pt x="4529" y="3735"/>
                        <a:pt x="4531" y="3735"/>
                      </a:cubicBezTo>
                      <a:lnTo>
                        <a:pt x="4531" y="3735"/>
                      </a:lnTo>
                      <a:cubicBezTo>
                        <a:pt x="4532" y="3735"/>
                        <a:pt x="4530" y="3742"/>
                        <a:pt x="4526" y="3753"/>
                      </a:cubicBezTo>
                      <a:cubicBezTo>
                        <a:pt x="4512" y="3777"/>
                        <a:pt x="4508" y="3789"/>
                        <a:pt x="4513" y="3789"/>
                      </a:cubicBezTo>
                      <a:cubicBezTo>
                        <a:pt x="4516" y="3789"/>
                        <a:pt x="4526" y="3781"/>
                        <a:pt x="4542" y="3765"/>
                      </a:cubicBezTo>
                      <a:cubicBezTo>
                        <a:pt x="4557" y="3747"/>
                        <a:pt x="4565" y="3738"/>
                        <a:pt x="4566" y="3738"/>
                      </a:cubicBezTo>
                      <a:lnTo>
                        <a:pt x="4566" y="3738"/>
                      </a:lnTo>
                      <a:cubicBezTo>
                        <a:pt x="4567" y="3738"/>
                        <a:pt x="4561" y="3749"/>
                        <a:pt x="4548" y="3771"/>
                      </a:cubicBezTo>
                      <a:cubicBezTo>
                        <a:pt x="4532" y="3790"/>
                        <a:pt x="4523" y="3815"/>
                        <a:pt x="4526" y="3818"/>
                      </a:cubicBezTo>
                      <a:lnTo>
                        <a:pt x="4542" y="3800"/>
                      </a:lnTo>
                      <a:cubicBezTo>
                        <a:pt x="4558" y="3778"/>
                        <a:pt x="4568" y="3770"/>
                        <a:pt x="4572" y="3770"/>
                      </a:cubicBezTo>
                      <a:cubicBezTo>
                        <a:pt x="4575" y="3770"/>
                        <a:pt x="4574" y="3777"/>
                        <a:pt x="4570" y="3787"/>
                      </a:cubicBezTo>
                      <a:cubicBezTo>
                        <a:pt x="4560" y="3801"/>
                        <a:pt x="4559" y="3808"/>
                        <a:pt x="4566" y="3808"/>
                      </a:cubicBezTo>
                      <a:cubicBezTo>
                        <a:pt x="4570" y="3808"/>
                        <a:pt x="4577" y="3806"/>
                        <a:pt x="4586" y="3803"/>
                      </a:cubicBezTo>
                      <a:cubicBezTo>
                        <a:pt x="4595" y="3809"/>
                        <a:pt x="4601" y="3815"/>
                        <a:pt x="4586" y="3834"/>
                      </a:cubicBezTo>
                      <a:cubicBezTo>
                        <a:pt x="4569" y="3855"/>
                        <a:pt x="4561" y="3865"/>
                        <a:pt x="4563" y="3865"/>
                      </a:cubicBezTo>
                      <a:cubicBezTo>
                        <a:pt x="4564" y="3865"/>
                        <a:pt x="4574" y="3857"/>
                        <a:pt x="4592" y="3840"/>
                      </a:cubicBezTo>
                      <a:cubicBezTo>
                        <a:pt x="4601" y="3834"/>
                        <a:pt x="4607" y="3830"/>
                        <a:pt x="4609" y="3830"/>
                      </a:cubicBezTo>
                      <a:cubicBezTo>
                        <a:pt x="4613" y="3830"/>
                        <a:pt x="4611" y="3837"/>
                        <a:pt x="4607" y="3853"/>
                      </a:cubicBezTo>
                      <a:cubicBezTo>
                        <a:pt x="4602" y="3867"/>
                        <a:pt x="4600" y="3873"/>
                        <a:pt x="4602" y="3873"/>
                      </a:cubicBezTo>
                      <a:cubicBezTo>
                        <a:pt x="4604" y="3873"/>
                        <a:pt x="4609" y="3869"/>
                        <a:pt x="4617" y="3862"/>
                      </a:cubicBezTo>
                      <a:cubicBezTo>
                        <a:pt x="4648" y="3822"/>
                        <a:pt x="4664" y="3803"/>
                        <a:pt x="4661" y="3796"/>
                      </a:cubicBezTo>
                      <a:cubicBezTo>
                        <a:pt x="4654" y="3793"/>
                        <a:pt x="4654" y="3793"/>
                        <a:pt x="4670" y="3775"/>
                      </a:cubicBezTo>
                      <a:lnTo>
                        <a:pt x="4680" y="3781"/>
                      </a:lnTo>
                      <a:cubicBezTo>
                        <a:pt x="4683" y="3784"/>
                        <a:pt x="4686" y="3787"/>
                        <a:pt x="4693" y="3787"/>
                      </a:cubicBezTo>
                      <a:cubicBezTo>
                        <a:pt x="4698" y="3787"/>
                        <a:pt x="4706" y="3785"/>
                        <a:pt x="4717" y="3781"/>
                      </a:cubicBezTo>
                      <a:cubicBezTo>
                        <a:pt x="4742" y="3770"/>
                        <a:pt x="4766" y="3738"/>
                        <a:pt x="4756" y="3738"/>
                      </a:cubicBezTo>
                      <a:cubicBezTo>
                        <a:pt x="4754" y="3738"/>
                        <a:pt x="4752" y="3738"/>
                        <a:pt x="4748" y="3740"/>
                      </a:cubicBezTo>
                      <a:lnTo>
                        <a:pt x="4758" y="3715"/>
                      </a:lnTo>
                      <a:cubicBezTo>
                        <a:pt x="4783" y="3683"/>
                        <a:pt x="4792" y="3665"/>
                        <a:pt x="4788" y="3665"/>
                      </a:cubicBezTo>
                      <a:lnTo>
                        <a:pt x="4788" y="3665"/>
                      </a:lnTo>
                      <a:cubicBezTo>
                        <a:pt x="4784" y="3665"/>
                        <a:pt x="4770" y="3678"/>
                        <a:pt x="4748" y="3706"/>
                      </a:cubicBezTo>
                      <a:cubicBezTo>
                        <a:pt x="4723" y="3738"/>
                        <a:pt x="4711" y="3752"/>
                        <a:pt x="4710" y="3752"/>
                      </a:cubicBezTo>
                      <a:cubicBezTo>
                        <a:pt x="4709" y="3752"/>
                        <a:pt x="4715" y="3742"/>
                        <a:pt x="4727" y="3721"/>
                      </a:cubicBezTo>
                      <a:cubicBezTo>
                        <a:pt x="4758" y="3684"/>
                        <a:pt x="4752" y="3677"/>
                        <a:pt x="4745" y="3674"/>
                      </a:cubicBezTo>
                      <a:cubicBezTo>
                        <a:pt x="4742" y="3668"/>
                        <a:pt x="4742" y="3668"/>
                        <a:pt x="4758" y="3649"/>
                      </a:cubicBezTo>
                      <a:cubicBezTo>
                        <a:pt x="4774" y="3630"/>
                        <a:pt x="4783" y="3605"/>
                        <a:pt x="4777" y="3599"/>
                      </a:cubicBezTo>
                      <a:cubicBezTo>
                        <a:pt x="4776" y="3598"/>
                        <a:pt x="4775" y="3597"/>
                        <a:pt x="4774" y="3597"/>
                      </a:cubicBezTo>
                      <a:cubicBezTo>
                        <a:pt x="4772" y="3597"/>
                        <a:pt x="4769" y="3601"/>
                        <a:pt x="4758" y="3615"/>
                      </a:cubicBezTo>
                      <a:cubicBezTo>
                        <a:pt x="4753" y="3624"/>
                        <a:pt x="4749" y="3628"/>
                        <a:pt x="4747" y="3628"/>
                      </a:cubicBezTo>
                      <a:cubicBezTo>
                        <a:pt x="4743" y="3628"/>
                        <a:pt x="4745" y="3614"/>
                        <a:pt x="4761" y="3586"/>
                      </a:cubicBezTo>
                      <a:cubicBezTo>
                        <a:pt x="4765" y="3575"/>
                        <a:pt x="4767" y="3569"/>
                        <a:pt x="4766" y="3569"/>
                      </a:cubicBezTo>
                      <a:lnTo>
                        <a:pt x="4766" y="3569"/>
                      </a:lnTo>
                      <a:cubicBezTo>
                        <a:pt x="4764" y="3569"/>
                        <a:pt x="4757" y="3579"/>
                        <a:pt x="4739" y="3602"/>
                      </a:cubicBezTo>
                      <a:cubicBezTo>
                        <a:pt x="4725" y="3620"/>
                        <a:pt x="4716" y="3628"/>
                        <a:pt x="4712" y="3628"/>
                      </a:cubicBezTo>
                      <a:cubicBezTo>
                        <a:pt x="4706" y="3628"/>
                        <a:pt x="4709" y="3614"/>
                        <a:pt x="4723" y="3590"/>
                      </a:cubicBezTo>
                      <a:lnTo>
                        <a:pt x="4714" y="3580"/>
                      </a:lnTo>
                      <a:cubicBezTo>
                        <a:pt x="4714" y="3580"/>
                        <a:pt x="4713" y="3580"/>
                        <a:pt x="4712" y="3580"/>
                      </a:cubicBezTo>
                      <a:cubicBezTo>
                        <a:pt x="4705" y="3580"/>
                        <a:pt x="4691" y="3597"/>
                        <a:pt x="4676" y="3615"/>
                      </a:cubicBezTo>
                      <a:cubicBezTo>
                        <a:pt x="4659" y="3638"/>
                        <a:pt x="4651" y="3648"/>
                        <a:pt x="4649" y="3648"/>
                      </a:cubicBezTo>
                      <a:cubicBezTo>
                        <a:pt x="4648" y="3648"/>
                        <a:pt x="4650" y="3641"/>
                        <a:pt x="4654" y="3630"/>
                      </a:cubicBezTo>
                      <a:cubicBezTo>
                        <a:pt x="4664" y="3615"/>
                        <a:pt x="4670" y="3599"/>
                        <a:pt x="4683" y="3586"/>
                      </a:cubicBezTo>
                      <a:cubicBezTo>
                        <a:pt x="4698" y="3568"/>
                        <a:pt x="4692" y="3561"/>
                        <a:pt x="4686" y="3558"/>
                      </a:cubicBezTo>
                      <a:cubicBezTo>
                        <a:pt x="4684" y="3557"/>
                        <a:pt x="4680" y="3553"/>
                        <a:pt x="4674" y="3553"/>
                      </a:cubicBezTo>
                      <a:cubicBezTo>
                        <a:pt x="4668" y="3553"/>
                        <a:pt x="4662" y="3556"/>
                        <a:pt x="4654" y="3565"/>
                      </a:cubicBezTo>
                      <a:lnTo>
                        <a:pt x="4654" y="3565"/>
                      </a:lnTo>
                      <a:cubicBezTo>
                        <a:pt x="4659" y="3560"/>
                        <a:pt x="4664" y="3553"/>
                        <a:pt x="4670" y="3546"/>
                      </a:cubicBezTo>
                      <a:cubicBezTo>
                        <a:pt x="4666" y="3541"/>
                        <a:pt x="4672" y="3531"/>
                        <a:pt x="4671" y="3531"/>
                      </a:cubicBezTo>
                      <a:lnTo>
                        <a:pt x="4671" y="3531"/>
                      </a:lnTo>
                      <a:cubicBezTo>
                        <a:pt x="4671" y="3531"/>
                        <a:pt x="4669" y="3534"/>
                        <a:pt x="4664" y="3539"/>
                      </a:cubicBezTo>
                      <a:cubicBezTo>
                        <a:pt x="4664" y="3539"/>
                        <a:pt x="4661" y="3536"/>
                        <a:pt x="4664" y="3508"/>
                      </a:cubicBezTo>
                      <a:cubicBezTo>
                        <a:pt x="4666" y="3500"/>
                        <a:pt x="4663" y="3496"/>
                        <a:pt x="4658" y="3496"/>
                      </a:cubicBezTo>
                      <a:cubicBezTo>
                        <a:pt x="4646" y="3496"/>
                        <a:pt x="4619" y="3520"/>
                        <a:pt x="4608" y="3557"/>
                      </a:cubicBezTo>
                      <a:lnTo>
                        <a:pt x="4608" y="3557"/>
                      </a:lnTo>
                      <a:cubicBezTo>
                        <a:pt x="4606" y="3556"/>
                        <a:pt x="4604" y="3554"/>
                        <a:pt x="4601" y="3552"/>
                      </a:cubicBezTo>
                      <a:cubicBezTo>
                        <a:pt x="4601" y="3552"/>
                        <a:pt x="4600" y="3552"/>
                        <a:pt x="4600" y="3552"/>
                      </a:cubicBezTo>
                      <a:cubicBezTo>
                        <a:pt x="4593" y="3552"/>
                        <a:pt x="4579" y="3568"/>
                        <a:pt x="4579" y="3568"/>
                      </a:cubicBezTo>
                      <a:cubicBezTo>
                        <a:pt x="4570" y="3580"/>
                        <a:pt x="4565" y="3584"/>
                        <a:pt x="4562" y="3584"/>
                      </a:cubicBezTo>
                      <a:cubicBezTo>
                        <a:pt x="4559" y="3584"/>
                        <a:pt x="4557" y="3582"/>
                        <a:pt x="4554" y="3580"/>
                      </a:cubicBezTo>
                      <a:lnTo>
                        <a:pt x="4586" y="3539"/>
                      </a:lnTo>
                      <a:cubicBezTo>
                        <a:pt x="4619" y="3506"/>
                        <a:pt x="4633" y="3481"/>
                        <a:pt x="4626" y="3481"/>
                      </a:cubicBezTo>
                      <a:cubicBezTo>
                        <a:pt x="4622" y="3481"/>
                        <a:pt x="4611" y="3490"/>
                        <a:pt x="4592" y="3511"/>
                      </a:cubicBezTo>
                      <a:lnTo>
                        <a:pt x="4607" y="3492"/>
                      </a:lnTo>
                      <a:cubicBezTo>
                        <a:pt x="4618" y="3478"/>
                        <a:pt x="4619" y="3472"/>
                        <a:pt x="4610" y="3472"/>
                      </a:cubicBezTo>
                      <a:cubicBezTo>
                        <a:pt x="4605" y="3472"/>
                        <a:pt x="4598" y="3474"/>
                        <a:pt x="4589" y="3477"/>
                      </a:cubicBezTo>
                      <a:cubicBezTo>
                        <a:pt x="4589" y="3477"/>
                        <a:pt x="4588" y="3477"/>
                        <a:pt x="4588" y="3477"/>
                      </a:cubicBezTo>
                      <a:cubicBezTo>
                        <a:pt x="4582" y="3477"/>
                        <a:pt x="4547" y="3509"/>
                        <a:pt x="4532" y="3530"/>
                      </a:cubicBezTo>
                      <a:cubicBezTo>
                        <a:pt x="4520" y="3544"/>
                        <a:pt x="4514" y="3546"/>
                        <a:pt x="4512" y="3546"/>
                      </a:cubicBezTo>
                      <a:cubicBezTo>
                        <a:pt x="4511" y="3546"/>
                        <a:pt x="4510" y="3546"/>
                        <a:pt x="4510" y="3546"/>
                      </a:cubicBezTo>
                      <a:cubicBezTo>
                        <a:pt x="4507" y="3539"/>
                        <a:pt x="4507" y="3539"/>
                        <a:pt x="4523" y="3521"/>
                      </a:cubicBezTo>
                      <a:cubicBezTo>
                        <a:pt x="4541" y="3498"/>
                        <a:pt x="4544" y="3484"/>
                        <a:pt x="4538" y="3484"/>
                      </a:cubicBezTo>
                      <a:cubicBezTo>
                        <a:pt x="4533" y="3484"/>
                        <a:pt x="4522" y="3492"/>
                        <a:pt x="4507" y="3508"/>
                      </a:cubicBezTo>
                      <a:lnTo>
                        <a:pt x="4523" y="3486"/>
                      </a:lnTo>
                      <a:cubicBezTo>
                        <a:pt x="4538" y="3467"/>
                        <a:pt x="4548" y="3442"/>
                        <a:pt x="4504" y="3439"/>
                      </a:cubicBezTo>
                      <a:cubicBezTo>
                        <a:pt x="4482" y="3424"/>
                        <a:pt x="4466" y="3408"/>
                        <a:pt x="4482" y="3389"/>
                      </a:cubicBezTo>
                      <a:cubicBezTo>
                        <a:pt x="4486" y="3384"/>
                        <a:pt x="4486" y="3382"/>
                        <a:pt x="4482" y="3382"/>
                      </a:cubicBezTo>
                      <a:cubicBezTo>
                        <a:pt x="4471" y="3382"/>
                        <a:pt x="4434" y="3400"/>
                        <a:pt x="4404" y="3424"/>
                      </a:cubicBezTo>
                      <a:cubicBezTo>
                        <a:pt x="4419" y="3402"/>
                        <a:pt x="4413" y="3398"/>
                        <a:pt x="4404" y="3389"/>
                      </a:cubicBezTo>
                      <a:cubicBezTo>
                        <a:pt x="4388" y="3377"/>
                        <a:pt x="4388" y="3377"/>
                        <a:pt x="4404" y="3355"/>
                      </a:cubicBezTo>
                      <a:cubicBezTo>
                        <a:pt x="4421" y="3337"/>
                        <a:pt x="4430" y="3328"/>
                        <a:pt x="4429" y="3328"/>
                      </a:cubicBezTo>
                      <a:lnTo>
                        <a:pt x="4429" y="3328"/>
                      </a:lnTo>
                      <a:cubicBezTo>
                        <a:pt x="4428" y="3328"/>
                        <a:pt x="4417" y="3336"/>
                        <a:pt x="4397" y="3351"/>
                      </a:cubicBezTo>
                      <a:cubicBezTo>
                        <a:pt x="4386" y="3362"/>
                        <a:pt x="4378" y="3366"/>
                        <a:pt x="4374" y="3366"/>
                      </a:cubicBezTo>
                      <a:cubicBezTo>
                        <a:pt x="4363" y="3366"/>
                        <a:pt x="4369" y="3342"/>
                        <a:pt x="4391" y="3314"/>
                      </a:cubicBezTo>
                      <a:cubicBezTo>
                        <a:pt x="4407" y="3295"/>
                        <a:pt x="4401" y="3289"/>
                        <a:pt x="4391" y="3279"/>
                      </a:cubicBezTo>
                      <a:cubicBezTo>
                        <a:pt x="4385" y="3286"/>
                        <a:pt x="4377" y="3289"/>
                        <a:pt x="4369" y="3289"/>
                      </a:cubicBezTo>
                      <a:cubicBezTo>
                        <a:pt x="4361" y="3289"/>
                        <a:pt x="4354" y="3286"/>
                        <a:pt x="4347" y="3279"/>
                      </a:cubicBezTo>
                      <a:cubicBezTo>
                        <a:pt x="4341" y="3273"/>
                        <a:pt x="4338" y="3270"/>
                        <a:pt x="4334" y="3270"/>
                      </a:cubicBezTo>
                      <a:cubicBezTo>
                        <a:pt x="4327" y="3270"/>
                        <a:pt x="4320" y="3279"/>
                        <a:pt x="4300" y="3304"/>
                      </a:cubicBezTo>
                      <a:cubicBezTo>
                        <a:pt x="4281" y="3329"/>
                        <a:pt x="4273" y="3336"/>
                        <a:pt x="4266" y="3336"/>
                      </a:cubicBezTo>
                      <a:cubicBezTo>
                        <a:pt x="4262" y="3336"/>
                        <a:pt x="4258" y="3333"/>
                        <a:pt x="4253" y="3330"/>
                      </a:cubicBezTo>
                      <a:cubicBezTo>
                        <a:pt x="4247" y="3326"/>
                        <a:pt x="4244" y="3323"/>
                        <a:pt x="4260" y="3301"/>
                      </a:cubicBezTo>
                      <a:cubicBezTo>
                        <a:pt x="4260" y="3301"/>
                        <a:pt x="4269" y="3279"/>
                        <a:pt x="4263" y="3273"/>
                      </a:cubicBezTo>
                      <a:cubicBezTo>
                        <a:pt x="4256" y="3270"/>
                        <a:pt x="4253" y="3264"/>
                        <a:pt x="4269" y="3245"/>
                      </a:cubicBezTo>
                      <a:cubicBezTo>
                        <a:pt x="4269" y="3245"/>
                        <a:pt x="4278" y="3220"/>
                        <a:pt x="4269" y="3210"/>
                      </a:cubicBezTo>
                      <a:cubicBezTo>
                        <a:pt x="4256" y="3204"/>
                        <a:pt x="4247" y="3195"/>
                        <a:pt x="4263" y="3173"/>
                      </a:cubicBezTo>
                      <a:cubicBezTo>
                        <a:pt x="4261" y="3172"/>
                        <a:pt x="4260" y="3171"/>
                        <a:pt x="4258" y="3171"/>
                      </a:cubicBezTo>
                      <a:cubicBezTo>
                        <a:pt x="4255" y="3171"/>
                        <a:pt x="4252" y="3175"/>
                        <a:pt x="4241" y="3189"/>
                      </a:cubicBezTo>
                      <a:cubicBezTo>
                        <a:pt x="4232" y="3201"/>
                        <a:pt x="4221" y="3211"/>
                        <a:pt x="4212" y="3211"/>
                      </a:cubicBezTo>
                      <a:cubicBezTo>
                        <a:pt x="4205" y="3211"/>
                        <a:pt x="4200" y="3205"/>
                        <a:pt x="4197" y="3189"/>
                      </a:cubicBezTo>
                      <a:cubicBezTo>
                        <a:pt x="4191" y="3183"/>
                        <a:pt x="4183" y="3174"/>
                        <a:pt x="4173" y="3174"/>
                      </a:cubicBezTo>
                      <a:cubicBezTo>
                        <a:pt x="4168" y="3174"/>
                        <a:pt x="4162" y="3177"/>
                        <a:pt x="4156" y="3185"/>
                      </a:cubicBezTo>
                      <a:cubicBezTo>
                        <a:pt x="4150" y="3179"/>
                        <a:pt x="4150" y="3179"/>
                        <a:pt x="4166" y="3160"/>
                      </a:cubicBezTo>
                      <a:cubicBezTo>
                        <a:pt x="4184" y="3136"/>
                        <a:pt x="4188" y="3124"/>
                        <a:pt x="4180" y="3124"/>
                      </a:cubicBezTo>
                      <a:cubicBezTo>
                        <a:pt x="4174" y="3124"/>
                        <a:pt x="4162" y="3130"/>
                        <a:pt x="4144" y="3141"/>
                      </a:cubicBezTo>
                      <a:cubicBezTo>
                        <a:pt x="4137" y="3151"/>
                        <a:pt x="4133" y="3155"/>
                        <a:pt x="4131" y="3155"/>
                      </a:cubicBezTo>
                      <a:cubicBezTo>
                        <a:pt x="4128" y="3155"/>
                        <a:pt x="4129" y="3147"/>
                        <a:pt x="4134" y="3132"/>
                      </a:cubicBezTo>
                      <a:cubicBezTo>
                        <a:pt x="4134" y="3132"/>
                        <a:pt x="4134" y="3132"/>
                        <a:pt x="4132" y="3132"/>
                      </a:cubicBezTo>
                      <a:cubicBezTo>
                        <a:pt x="4129" y="3132"/>
                        <a:pt x="4122" y="3133"/>
                        <a:pt x="4106" y="3145"/>
                      </a:cubicBezTo>
                      <a:cubicBezTo>
                        <a:pt x="4098" y="3151"/>
                        <a:pt x="4093" y="3155"/>
                        <a:pt x="4091" y="3155"/>
                      </a:cubicBezTo>
                      <a:cubicBezTo>
                        <a:pt x="4088" y="3155"/>
                        <a:pt x="4089" y="3148"/>
                        <a:pt x="4090" y="3132"/>
                      </a:cubicBezTo>
                      <a:cubicBezTo>
                        <a:pt x="4106" y="3110"/>
                        <a:pt x="4103" y="3107"/>
                        <a:pt x="4097" y="3104"/>
                      </a:cubicBezTo>
                      <a:lnTo>
                        <a:pt x="4097" y="3104"/>
                      </a:lnTo>
                      <a:cubicBezTo>
                        <a:pt x="4094" y="3105"/>
                        <a:pt x="4092" y="3105"/>
                        <a:pt x="4089" y="3105"/>
                      </a:cubicBezTo>
                      <a:cubicBezTo>
                        <a:pt x="4059" y="3105"/>
                        <a:pt x="4013" y="3061"/>
                        <a:pt x="4021" y="3041"/>
                      </a:cubicBezTo>
                      <a:lnTo>
                        <a:pt x="4021" y="3041"/>
                      </a:lnTo>
                      <a:cubicBezTo>
                        <a:pt x="4008" y="3051"/>
                        <a:pt x="4003" y="3055"/>
                        <a:pt x="3999" y="3055"/>
                      </a:cubicBezTo>
                      <a:cubicBezTo>
                        <a:pt x="3997" y="3055"/>
                        <a:pt x="3996" y="3053"/>
                        <a:pt x="3993" y="3051"/>
                      </a:cubicBezTo>
                      <a:cubicBezTo>
                        <a:pt x="4005" y="3032"/>
                        <a:pt x="4008" y="3024"/>
                        <a:pt x="4005" y="3024"/>
                      </a:cubicBezTo>
                      <a:lnTo>
                        <a:pt x="4005" y="3024"/>
                      </a:lnTo>
                      <a:cubicBezTo>
                        <a:pt x="4001" y="3024"/>
                        <a:pt x="3986" y="3039"/>
                        <a:pt x="3968" y="3063"/>
                      </a:cubicBezTo>
                      <a:lnTo>
                        <a:pt x="3974" y="3066"/>
                      </a:lnTo>
                      <a:lnTo>
                        <a:pt x="3978" y="3073"/>
                      </a:lnTo>
                      <a:cubicBezTo>
                        <a:pt x="3966" y="3087"/>
                        <a:pt x="3956" y="3094"/>
                        <a:pt x="3951" y="3094"/>
                      </a:cubicBezTo>
                      <a:cubicBezTo>
                        <a:pt x="3943" y="3094"/>
                        <a:pt x="3948" y="3075"/>
                        <a:pt x="3978" y="3038"/>
                      </a:cubicBezTo>
                      <a:cubicBezTo>
                        <a:pt x="3992" y="3015"/>
                        <a:pt x="4000" y="3004"/>
                        <a:pt x="3997" y="3004"/>
                      </a:cubicBezTo>
                      <a:lnTo>
                        <a:pt x="3997" y="3004"/>
                      </a:lnTo>
                      <a:cubicBezTo>
                        <a:pt x="3995" y="3004"/>
                        <a:pt x="3986" y="3012"/>
                        <a:pt x="3968" y="3029"/>
                      </a:cubicBezTo>
                      <a:cubicBezTo>
                        <a:pt x="3951" y="3044"/>
                        <a:pt x="3941" y="3052"/>
                        <a:pt x="3938" y="3052"/>
                      </a:cubicBezTo>
                      <a:cubicBezTo>
                        <a:pt x="3933" y="3052"/>
                        <a:pt x="3939" y="3040"/>
                        <a:pt x="3952" y="3016"/>
                      </a:cubicBezTo>
                      <a:cubicBezTo>
                        <a:pt x="3969" y="2995"/>
                        <a:pt x="3977" y="2985"/>
                        <a:pt x="3975" y="2985"/>
                      </a:cubicBezTo>
                      <a:lnTo>
                        <a:pt x="3975" y="2985"/>
                      </a:lnTo>
                      <a:cubicBezTo>
                        <a:pt x="3974" y="2985"/>
                        <a:pt x="3964" y="2993"/>
                        <a:pt x="3946" y="3010"/>
                      </a:cubicBezTo>
                      <a:cubicBezTo>
                        <a:pt x="3909" y="3047"/>
                        <a:pt x="3883" y="3066"/>
                        <a:pt x="3874" y="3066"/>
                      </a:cubicBezTo>
                      <a:cubicBezTo>
                        <a:pt x="3866" y="3066"/>
                        <a:pt x="3873" y="3048"/>
                        <a:pt x="3902" y="3010"/>
                      </a:cubicBezTo>
                      <a:cubicBezTo>
                        <a:pt x="3934" y="2969"/>
                        <a:pt x="3946" y="2944"/>
                        <a:pt x="3940" y="2941"/>
                      </a:cubicBezTo>
                      <a:cubicBezTo>
                        <a:pt x="3939" y="2940"/>
                        <a:pt x="3938" y="2940"/>
                        <a:pt x="3937" y="2940"/>
                      </a:cubicBezTo>
                      <a:cubicBezTo>
                        <a:pt x="3930" y="2940"/>
                        <a:pt x="3916" y="2959"/>
                        <a:pt x="3902" y="2975"/>
                      </a:cubicBezTo>
                      <a:cubicBezTo>
                        <a:pt x="3891" y="2996"/>
                        <a:pt x="3883" y="3006"/>
                        <a:pt x="3880" y="3006"/>
                      </a:cubicBezTo>
                      <a:cubicBezTo>
                        <a:pt x="3878" y="3006"/>
                        <a:pt x="3881" y="2993"/>
                        <a:pt x="3893" y="2966"/>
                      </a:cubicBezTo>
                      <a:cubicBezTo>
                        <a:pt x="3914" y="2918"/>
                        <a:pt x="3915" y="2898"/>
                        <a:pt x="3900" y="2898"/>
                      </a:cubicBezTo>
                      <a:cubicBezTo>
                        <a:pt x="3893" y="2898"/>
                        <a:pt x="3881" y="2903"/>
                        <a:pt x="3865" y="2913"/>
                      </a:cubicBezTo>
                      <a:cubicBezTo>
                        <a:pt x="3847" y="2920"/>
                        <a:pt x="3833" y="2923"/>
                        <a:pt x="3825" y="2923"/>
                      </a:cubicBezTo>
                      <a:cubicBezTo>
                        <a:pt x="3808" y="2923"/>
                        <a:pt x="3811" y="2911"/>
                        <a:pt x="3843" y="2894"/>
                      </a:cubicBezTo>
                      <a:cubicBezTo>
                        <a:pt x="3870" y="2875"/>
                        <a:pt x="3880" y="2867"/>
                        <a:pt x="3878" y="2867"/>
                      </a:cubicBezTo>
                      <a:lnTo>
                        <a:pt x="3878" y="2867"/>
                      </a:lnTo>
                      <a:cubicBezTo>
                        <a:pt x="3876" y="2867"/>
                        <a:pt x="3869" y="2870"/>
                        <a:pt x="3858" y="2875"/>
                      </a:cubicBezTo>
                      <a:lnTo>
                        <a:pt x="3833" y="2850"/>
                      </a:lnTo>
                      <a:cubicBezTo>
                        <a:pt x="3833" y="2850"/>
                        <a:pt x="3832" y="2850"/>
                        <a:pt x="3831" y="2850"/>
                      </a:cubicBezTo>
                      <a:cubicBezTo>
                        <a:pt x="3823" y="2850"/>
                        <a:pt x="3804" y="2864"/>
                        <a:pt x="3790" y="2881"/>
                      </a:cubicBezTo>
                      <a:cubicBezTo>
                        <a:pt x="3809" y="2850"/>
                        <a:pt x="3817" y="2827"/>
                        <a:pt x="3805" y="2827"/>
                      </a:cubicBezTo>
                      <a:cubicBezTo>
                        <a:pt x="3800" y="2827"/>
                        <a:pt x="3792" y="2831"/>
                        <a:pt x="3780" y="2841"/>
                      </a:cubicBezTo>
                      <a:lnTo>
                        <a:pt x="3768" y="2831"/>
                      </a:lnTo>
                      <a:cubicBezTo>
                        <a:pt x="3767" y="2830"/>
                        <a:pt x="3766" y="2830"/>
                        <a:pt x="3765" y="2830"/>
                      </a:cubicBezTo>
                      <a:cubicBezTo>
                        <a:pt x="3762" y="2830"/>
                        <a:pt x="3758" y="2833"/>
                        <a:pt x="3743" y="2844"/>
                      </a:cubicBezTo>
                      <a:cubicBezTo>
                        <a:pt x="3738" y="2846"/>
                        <a:pt x="3735" y="2847"/>
                        <a:pt x="3733" y="2847"/>
                      </a:cubicBezTo>
                      <a:cubicBezTo>
                        <a:pt x="3724" y="2847"/>
                        <a:pt x="3732" y="2829"/>
                        <a:pt x="3743" y="2809"/>
                      </a:cubicBezTo>
                      <a:cubicBezTo>
                        <a:pt x="3749" y="2791"/>
                        <a:pt x="3756" y="2773"/>
                        <a:pt x="3753" y="2773"/>
                      </a:cubicBezTo>
                      <a:lnTo>
                        <a:pt x="3753" y="2773"/>
                      </a:lnTo>
                      <a:cubicBezTo>
                        <a:pt x="3752" y="2773"/>
                        <a:pt x="3750" y="2775"/>
                        <a:pt x="3746" y="2781"/>
                      </a:cubicBezTo>
                      <a:cubicBezTo>
                        <a:pt x="3727" y="2800"/>
                        <a:pt x="3708" y="2812"/>
                        <a:pt x="3683" y="2825"/>
                      </a:cubicBezTo>
                      <a:cubicBezTo>
                        <a:pt x="3678" y="2829"/>
                        <a:pt x="3676" y="2830"/>
                        <a:pt x="3674" y="2830"/>
                      </a:cubicBezTo>
                      <a:cubicBezTo>
                        <a:pt x="3669" y="2830"/>
                        <a:pt x="3678" y="2815"/>
                        <a:pt x="3692" y="2803"/>
                      </a:cubicBezTo>
                      <a:cubicBezTo>
                        <a:pt x="3708" y="2791"/>
                        <a:pt x="3714" y="2772"/>
                        <a:pt x="3714" y="2753"/>
                      </a:cubicBezTo>
                      <a:cubicBezTo>
                        <a:pt x="3711" y="2751"/>
                        <a:pt x="3707" y="2748"/>
                        <a:pt x="3701" y="2748"/>
                      </a:cubicBezTo>
                      <a:cubicBezTo>
                        <a:pt x="3696" y="2748"/>
                        <a:pt x="3690" y="2750"/>
                        <a:pt x="3683" y="2759"/>
                      </a:cubicBezTo>
                      <a:cubicBezTo>
                        <a:pt x="3679" y="2765"/>
                        <a:pt x="3674" y="2767"/>
                        <a:pt x="3669" y="2767"/>
                      </a:cubicBezTo>
                      <a:cubicBezTo>
                        <a:pt x="3654" y="2767"/>
                        <a:pt x="3638" y="2747"/>
                        <a:pt x="3645" y="2728"/>
                      </a:cubicBezTo>
                      <a:lnTo>
                        <a:pt x="3633" y="2722"/>
                      </a:lnTo>
                      <a:cubicBezTo>
                        <a:pt x="3632" y="2721"/>
                        <a:pt x="3631" y="2720"/>
                        <a:pt x="3630" y="2720"/>
                      </a:cubicBezTo>
                      <a:cubicBezTo>
                        <a:pt x="3623" y="2720"/>
                        <a:pt x="3610" y="2728"/>
                        <a:pt x="3604" y="2728"/>
                      </a:cubicBezTo>
                      <a:cubicBezTo>
                        <a:pt x="3603" y="2728"/>
                        <a:pt x="3602" y="2728"/>
                        <a:pt x="3601" y="2728"/>
                      </a:cubicBezTo>
                      <a:cubicBezTo>
                        <a:pt x="3601" y="2728"/>
                        <a:pt x="3601" y="2727"/>
                        <a:pt x="3598" y="2727"/>
                      </a:cubicBezTo>
                      <a:cubicBezTo>
                        <a:pt x="3595" y="2727"/>
                        <a:pt x="3589" y="2729"/>
                        <a:pt x="3576" y="2737"/>
                      </a:cubicBezTo>
                      <a:cubicBezTo>
                        <a:pt x="3570" y="2734"/>
                        <a:pt x="3567" y="2728"/>
                        <a:pt x="3580" y="2709"/>
                      </a:cubicBezTo>
                      <a:lnTo>
                        <a:pt x="3580" y="2709"/>
                      </a:lnTo>
                      <a:cubicBezTo>
                        <a:pt x="3563" y="2725"/>
                        <a:pt x="3555" y="2734"/>
                        <a:pt x="3553" y="2734"/>
                      </a:cubicBezTo>
                      <a:cubicBezTo>
                        <a:pt x="3551" y="2734"/>
                        <a:pt x="3557" y="2723"/>
                        <a:pt x="3570" y="2700"/>
                      </a:cubicBezTo>
                      <a:cubicBezTo>
                        <a:pt x="3586" y="2679"/>
                        <a:pt x="3594" y="2669"/>
                        <a:pt x="3593" y="2669"/>
                      </a:cubicBezTo>
                      <a:lnTo>
                        <a:pt x="3593" y="2669"/>
                      </a:lnTo>
                      <a:cubicBezTo>
                        <a:pt x="3592" y="2669"/>
                        <a:pt x="3582" y="2678"/>
                        <a:pt x="3564" y="2696"/>
                      </a:cubicBezTo>
                      <a:cubicBezTo>
                        <a:pt x="3556" y="2703"/>
                        <a:pt x="3551" y="2707"/>
                        <a:pt x="3549" y="2707"/>
                      </a:cubicBezTo>
                      <a:cubicBezTo>
                        <a:pt x="3547" y="2707"/>
                        <a:pt x="3549" y="2701"/>
                        <a:pt x="3554" y="2687"/>
                      </a:cubicBezTo>
                      <a:cubicBezTo>
                        <a:pt x="3564" y="2676"/>
                        <a:pt x="3565" y="2669"/>
                        <a:pt x="3562" y="2669"/>
                      </a:cubicBezTo>
                      <a:cubicBezTo>
                        <a:pt x="3560" y="2669"/>
                        <a:pt x="3555" y="2673"/>
                        <a:pt x="3548" y="2681"/>
                      </a:cubicBezTo>
                      <a:cubicBezTo>
                        <a:pt x="3530" y="2701"/>
                        <a:pt x="3512" y="2712"/>
                        <a:pt x="3503" y="2712"/>
                      </a:cubicBezTo>
                      <a:cubicBezTo>
                        <a:pt x="3496" y="2712"/>
                        <a:pt x="3496" y="2703"/>
                        <a:pt x="3511" y="2684"/>
                      </a:cubicBezTo>
                      <a:cubicBezTo>
                        <a:pt x="3511" y="2684"/>
                        <a:pt x="3510" y="2684"/>
                        <a:pt x="3509" y="2684"/>
                      </a:cubicBezTo>
                      <a:cubicBezTo>
                        <a:pt x="3507" y="2684"/>
                        <a:pt x="3501" y="2685"/>
                        <a:pt x="3486" y="2696"/>
                      </a:cubicBezTo>
                      <a:cubicBezTo>
                        <a:pt x="3468" y="2713"/>
                        <a:pt x="3458" y="2722"/>
                        <a:pt x="3457" y="2722"/>
                      </a:cubicBezTo>
                      <a:cubicBezTo>
                        <a:pt x="3455" y="2722"/>
                        <a:pt x="3463" y="2711"/>
                        <a:pt x="3479" y="2690"/>
                      </a:cubicBezTo>
                      <a:cubicBezTo>
                        <a:pt x="3493" y="2666"/>
                        <a:pt x="3498" y="2654"/>
                        <a:pt x="3494" y="2654"/>
                      </a:cubicBezTo>
                      <a:cubicBezTo>
                        <a:pt x="3490" y="2654"/>
                        <a:pt x="3481" y="2662"/>
                        <a:pt x="3464" y="2678"/>
                      </a:cubicBezTo>
                      <a:cubicBezTo>
                        <a:pt x="3464" y="2678"/>
                        <a:pt x="3457" y="2683"/>
                        <a:pt x="3453" y="2683"/>
                      </a:cubicBezTo>
                      <a:cubicBezTo>
                        <a:pt x="3450" y="2683"/>
                        <a:pt x="3449" y="2679"/>
                        <a:pt x="3454" y="2668"/>
                      </a:cubicBezTo>
                      <a:cubicBezTo>
                        <a:pt x="3456" y="2648"/>
                        <a:pt x="3449" y="2619"/>
                        <a:pt x="3436" y="2619"/>
                      </a:cubicBezTo>
                      <a:cubicBezTo>
                        <a:pt x="3430" y="2619"/>
                        <a:pt x="3424" y="2624"/>
                        <a:pt x="3417" y="2637"/>
                      </a:cubicBezTo>
                      <a:lnTo>
                        <a:pt x="3404" y="2628"/>
                      </a:lnTo>
                      <a:cubicBezTo>
                        <a:pt x="3408" y="2610"/>
                        <a:pt x="3407" y="2603"/>
                        <a:pt x="3401" y="2603"/>
                      </a:cubicBezTo>
                      <a:cubicBezTo>
                        <a:pt x="3397" y="2603"/>
                        <a:pt x="3391" y="2606"/>
                        <a:pt x="3382" y="2612"/>
                      </a:cubicBezTo>
                      <a:lnTo>
                        <a:pt x="3363" y="2628"/>
                      </a:lnTo>
                      <a:cubicBezTo>
                        <a:pt x="3379" y="2606"/>
                        <a:pt x="3388" y="2581"/>
                        <a:pt x="3382" y="2577"/>
                      </a:cubicBezTo>
                      <a:cubicBezTo>
                        <a:pt x="3380" y="2577"/>
                        <a:pt x="3379" y="2576"/>
                        <a:pt x="3378" y="2576"/>
                      </a:cubicBezTo>
                      <a:cubicBezTo>
                        <a:pt x="3375" y="2576"/>
                        <a:pt x="3372" y="2580"/>
                        <a:pt x="3363" y="2593"/>
                      </a:cubicBezTo>
                      <a:cubicBezTo>
                        <a:pt x="3356" y="2608"/>
                        <a:pt x="3352" y="2612"/>
                        <a:pt x="3348" y="2612"/>
                      </a:cubicBezTo>
                      <a:cubicBezTo>
                        <a:pt x="3346" y="2612"/>
                        <a:pt x="3344" y="2610"/>
                        <a:pt x="3341" y="2609"/>
                      </a:cubicBezTo>
                      <a:cubicBezTo>
                        <a:pt x="3335" y="2602"/>
                        <a:pt x="3345" y="2581"/>
                        <a:pt x="3360" y="2559"/>
                      </a:cubicBezTo>
                      <a:lnTo>
                        <a:pt x="3357" y="2555"/>
                      </a:lnTo>
                      <a:cubicBezTo>
                        <a:pt x="3340" y="2577"/>
                        <a:pt x="3331" y="2586"/>
                        <a:pt x="3328" y="2586"/>
                      </a:cubicBezTo>
                      <a:cubicBezTo>
                        <a:pt x="3325" y="2586"/>
                        <a:pt x="3328" y="2580"/>
                        <a:pt x="3335" y="2571"/>
                      </a:cubicBezTo>
                      <a:cubicBezTo>
                        <a:pt x="3345" y="2546"/>
                        <a:pt x="3338" y="2543"/>
                        <a:pt x="3335" y="2537"/>
                      </a:cubicBezTo>
                      <a:cubicBezTo>
                        <a:pt x="3330" y="2543"/>
                        <a:pt x="3328" y="2546"/>
                        <a:pt x="3327" y="2546"/>
                      </a:cubicBezTo>
                      <a:cubicBezTo>
                        <a:pt x="3325" y="2546"/>
                        <a:pt x="3330" y="2536"/>
                        <a:pt x="3334" y="2536"/>
                      </a:cubicBezTo>
                      <a:cubicBezTo>
                        <a:pt x="3334" y="2536"/>
                        <a:pt x="3335" y="2536"/>
                        <a:pt x="3335" y="2537"/>
                      </a:cubicBezTo>
                      <a:lnTo>
                        <a:pt x="3351" y="2518"/>
                      </a:lnTo>
                      <a:cubicBezTo>
                        <a:pt x="3354" y="2510"/>
                        <a:pt x="3354" y="2507"/>
                        <a:pt x="3353" y="2507"/>
                      </a:cubicBezTo>
                      <a:lnTo>
                        <a:pt x="3353" y="2507"/>
                      </a:lnTo>
                      <a:cubicBezTo>
                        <a:pt x="3350" y="2507"/>
                        <a:pt x="3339" y="2521"/>
                        <a:pt x="3329" y="2534"/>
                      </a:cubicBezTo>
                      <a:lnTo>
                        <a:pt x="3319" y="2524"/>
                      </a:lnTo>
                      <a:cubicBezTo>
                        <a:pt x="3317" y="2523"/>
                        <a:pt x="3314" y="2521"/>
                        <a:pt x="3312" y="2521"/>
                      </a:cubicBezTo>
                      <a:cubicBezTo>
                        <a:pt x="3308" y="2521"/>
                        <a:pt x="3303" y="2525"/>
                        <a:pt x="3298" y="2540"/>
                      </a:cubicBezTo>
                      <a:cubicBezTo>
                        <a:pt x="3284" y="2556"/>
                        <a:pt x="3270" y="2575"/>
                        <a:pt x="3263" y="2575"/>
                      </a:cubicBezTo>
                      <a:cubicBezTo>
                        <a:pt x="3262" y="2575"/>
                        <a:pt x="3261" y="2575"/>
                        <a:pt x="3260" y="2574"/>
                      </a:cubicBezTo>
                      <a:cubicBezTo>
                        <a:pt x="3255" y="2580"/>
                        <a:pt x="3253" y="2582"/>
                        <a:pt x="3252" y="2582"/>
                      </a:cubicBezTo>
                      <a:cubicBezTo>
                        <a:pt x="3251" y="2582"/>
                        <a:pt x="3256" y="2574"/>
                        <a:pt x="3259" y="2574"/>
                      </a:cubicBezTo>
                      <a:cubicBezTo>
                        <a:pt x="3259" y="2574"/>
                        <a:pt x="3260" y="2574"/>
                        <a:pt x="3260" y="2574"/>
                      </a:cubicBezTo>
                      <a:cubicBezTo>
                        <a:pt x="3276" y="2555"/>
                        <a:pt x="3291" y="2537"/>
                        <a:pt x="3288" y="2530"/>
                      </a:cubicBezTo>
                      <a:cubicBezTo>
                        <a:pt x="3282" y="2527"/>
                        <a:pt x="3298" y="2505"/>
                        <a:pt x="3298" y="2505"/>
                      </a:cubicBezTo>
                      <a:cubicBezTo>
                        <a:pt x="3317" y="2486"/>
                        <a:pt x="3314" y="2478"/>
                        <a:pt x="3305" y="2478"/>
                      </a:cubicBezTo>
                      <a:cubicBezTo>
                        <a:pt x="3297" y="2478"/>
                        <a:pt x="3285" y="2483"/>
                        <a:pt x="3276" y="2490"/>
                      </a:cubicBezTo>
                      <a:cubicBezTo>
                        <a:pt x="3258" y="2502"/>
                        <a:pt x="3247" y="2508"/>
                        <a:pt x="3242" y="2508"/>
                      </a:cubicBezTo>
                      <a:cubicBezTo>
                        <a:pt x="3236" y="2508"/>
                        <a:pt x="3242" y="2497"/>
                        <a:pt x="3260" y="2474"/>
                      </a:cubicBezTo>
                      <a:cubicBezTo>
                        <a:pt x="3269" y="2463"/>
                        <a:pt x="3272" y="2457"/>
                        <a:pt x="3270" y="2457"/>
                      </a:cubicBezTo>
                      <a:cubicBezTo>
                        <a:pt x="3264" y="2457"/>
                        <a:pt x="3232" y="2484"/>
                        <a:pt x="3197" y="2521"/>
                      </a:cubicBezTo>
                      <a:lnTo>
                        <a:pt x="3144" y="2577"/>
                      </a:lnTo>
                      <a:lnTo>
                        <a:pt x="3191" y="2518"/>
                      </a:lnTo>
                      <a:cubicBezTo>
                        <a:pt x="3227" y="2463"/>
                        <a:pt x="3240" y="2444"/>
                        <a:pt x="3232" y="2444"/>
                      </a:cubicBezTo>
                      <a:cubicBezTo>
                        <a:pt x="3228" y="2444"/>
                        <a:pt x="3217" y="2449"/>
                        <a:pt x="3200" y="2458"/>
                      </a:cubicBezTo>
                      <a:cubicBezTo>
                        <a:pt x="3189" y="2464"/>
                        <a:pt x="3183" y="2467"/>
                        <a:pt x="3181" y="2467"/>
                      </a:cubicBezTo>
                      <a:cubicBezTo>
                        <a:pt x="3178" y="2467"/>
                        <a:pt x="3182" y="2462"/>
                        <a:pt x="3191" y="2452"/>
                      </a:cubicBezTo>
                      <a:cubicBezTo>
                        <a:pt x="3207" y="2430"/>
                        <a:pt x="3200" y="2427"/>
                        <a:pt x="3185" y="2414"/>
                      </a:cubicBezTo>
                      <a:cubicBezTo>
                        <a:pt x="3177" y="2406"/>
                        <a:pt x="3171" y="2402"/>
                        <a:pt x="3165" y="2402"/>
                      </a:cubicBezTo>
                      <a:cubicBezTo>
                        <a:pt x="3160" y="2402"/>
                        <a:pt x="3155" y="2405"/>
                        <a:pt x="3147" y="2414"/>
                      </a:cubicBezTo>
                      <a:lnTo>
                        <a:pt x="3138" y="2405"/>
                      </a:lnTo>
                      <a:cubicBezTo>
                        <a:pt x="3148" y="2386"/>
                        <a:pt x="3149" y="2378"/>
                        <a:pt x="3145" y="2378"/>
                      </a:cubicBezTo>
                      <a:cubicBezTo>
                        <a:pt x="3139" y="2378"/>
                        <a:pt x="3124" y="2393"/>
                        <a:pt x="3109" y="2418"/>
                      </a:cubicBezTo>
                      <a:lnTo>
                        <a:pt x="3100" y="2408"/>
                      </a:lnTo>
                      <a:lnTo>
                        <a:pt x="3116" y="2389"/>
                      </a:lnTo>
                      <a:cubicBezTo>
                        <a:pt x="3131" y="2367"/>
                        <a:pt x="3119" y="2361"/>
                        <a:pt x="3078" y="2324"/>
                      </a:cubicBezTo>
                      <a:cubicBezTo>
                        <a:pt x="3052" y="2302"/>
                        <a:pt x="3038" y="2291"/>
                        <a:pt x="3026" y="2291"/>
                      </a:cubicBezTo>
                      <a:cubicBezTo>
                        <a:pt x="3015" y="2291"/>
                        <a:pt x="3005" y="2301"/>
                        <a:pt x="2990" y="2320"/>
                      </a:cubicBezTo>
                      <a:cubicBezTo>
                        <a:pt x="2975" y="2336"/>
                        <a:pt x="2965" y="2343"/>
                        <a:pt x="2962" y="2343"/>
                      </a:cubicBezTo>
                      <a:cubicBezTo>
                        <a:pt x="2958" y="2343"/>
                        <a:pt x="2964" y="2332"/>
                        <a:pt x="2981" y="2311"/>
                      </a:cubicBezTo>
                      <a:cubicBezTo>
                        <a:pt x="2993" y="2297"/>
                        <a:pt x="3001" y="2279"/>
                        <a:pt x="2998" y="2279"/>
                      </a:cubicBezTo>
                      <a:lnTo>
                        <a:pt x="2998" y="2279"/>
                      </a:lnTo>
                      <a:cubicBezTo>
                        <a:pt x="2997" y="2279"/>
                        <a:pt x="2994" y="2281"/>
                        <a:pt x="2990" y="2286"/>
                      </a:cubicBezTo>
                      <a:cubicBezTo>
                        <a:pt x="2990" y="2286"/>
                        <a:pt x="2981" y="2277"/>
                        <a:pt x="2990" y="2251"/>
                      </a:cubicBezTo>
                      <a:cubicBezTo>
                        <a:pt x="2998" y="2226"/>
                        <a:pt x="2997" y="2217"/>
                        <a:pt x="2991" y="2217"/>
                      </a:cubicBezTo>
                      <a:cubicBezTo>
                        <a:pt x="2985" y="2217"/>
                        <a:pt x="2976" y="2225"/>
                        <a:pt x="2968" y="2236"/>
                      </a:cubicBezTo>
                      <a:cubicBezTo>
                        <a:pt x="2959" y="2253"/>
                        <a:pt x="2954" y="2260"/>
                        <a:pt x="2953" y="2260"/>
                      </a:cubicBezTo>
                      <a:cubicBezTo>
                        <a:pt x="2951" y="2260"/>
                        <a:pt x="2958" y="2245"/>
                        <a:pt x="2965" y="2230"/>
                      </a:cubicBezTo>
                      <a:cubicBezTo>
                        <a:pt x="2972" y="2213"/>
                        <a:pt x="2979" y="2195"/>
                        <a:pt x="2976" y="2195"/>
                      </a:cubicBezTo>
                      <a:lnTo>
                        <a:pt x="2976" y="2195"/>
                      </a:lnTo>
                      <a:cubicBezTo>
                        <a:pt x="2975" y="2195"/>
                        <a:pt x="2972" y="2197"/>
                        <a:pt x="2968" y="2201"/>
                      </a:cubicBezTo>
                      <a:cubicBezTo>
                        <a:pt x="2961" y="2206"/>
                        <a:pt x="2951" y="2209"/>
                        <a:pt x="2943" y="2209"/>
                      </a:cubicBezTo>
                      <a:cubicBezTo>
                        <a:pt x="2924" y="2209"/>
                        <a:pt x="2910" y="2197"/>
                        <a:pt x="2931" y="2170"/>
                      </a:cubicBezTo>
                      <a:lnTo>
                        <a:pt x="2921" y="2161"/>
                      </a:lnTo>
                      <a:cubicBezTo>
                        <a:pt x="2914" y="2171"/>
                        <a:pt x="2908" y="2174"/>
                        <a:pt x="2902" y="2174"/>
                      </a:cubicBezTo>
                      <a:cubicBezTo>
                        <a:pt x="2895" y="2174"/>
                        <a:pt x="2889" y="2169"/>
                        <a:pt x="2884" y="2164"/>
                      </a:cubicBezTo>
                      <a:cubicBezTo>
                        <a:pt x="2871" y="2154"/>
                        <a:pt x="2868" y="2151"/>
                        <a:pt x="2884" y="2129"/>
                      </a:cubicBezTo>
                      <a:cubicBezTo>
                        <a:pt x="2895" y="2122"/>
                        <a:pt x="2899" y="2116"/>
                        <a:pt x="2893" y="2116"/>
                      </a:cubicBezTo>
                      <a:cubicBezTo>
                        <a:pt x="2889" y="2116"/>
                        <a:pt x="2882" y="2118"/>
                        <a:pt x="2871" y="2123"/>
                      </a:cubicBezTo>
                      <a:cubicBezTo>
                        <a:pt x="2871" y="2122"/>
                        <a:pt x="2871" y="2122"/>
                        <a:pt x="2870" y="2122"/>
                      </a:cubicBezTo>
                      <a:cubicBezTo>
                        <a:pt x="2862" y="2122"/>
                        <a:pt x="2833" y="2148"/>
                        <a:pt x="2825" y="2148"/>
                      </a:cubicBezTo>
                      <a:cubicBezTo>
                        <a:pt x="2825" y="2148"/>
                        <a:pt x="2825" y="2148"/>
                        <a:pt x="2824" y="2148"/>
                      </a:cubicBezTo>
                      <a:cubicBezTo>
                        <a:pt x="2810" y="2165"/>
                        <a:pt x="2790" y="2180"/>
                        <a:pt x="2785" y="2180"/>
                      </a:cubicBezTo>
                      <a:cubicBezTo>
                        <a:pt x="2784" y="2180"/>
                        <a:pt x="2784" y="2180"/>
                        <a:pt x="2784" y="2179"/>
                      </a:cubicBezTo>
                      <a:lnTo>
                        <a:pt x="2799" y="2161"/>
                      </a:lnTo>
                      <a:lnTo>
                        <a:pt x="2831" y="2120"/>
                      </a:lnTo>
                      <a:cubicBezTo>
                        <a:pt x="2828" y="2117"/>
                        <a:pt x="2825" y="2115"/>
                        <a:pt x="2822" y="2115"/>
                      </a:cubicBezTo>
                      <a:cubicBezTo>
                        <a:pt x="2817" y="2115"/>
                        <a:pt x="2811" y="2119"/>
                        <a:pt x="2802" y="2129"/>
                      </a:cubicBezTo>
                      <a:cubicBezTo>
                        <a:pt x="2815" y="2107"/>
                        <a:pt x="2809" y="2101"/>
                        <a:pt x="2796" y="2092"/>
                      </a:cubicBezTo>
                      <a:cubicBezTo>
                        <a:pt x="2791" y="2085"/>
                        <a:pt x="2784" y="2082"/>
                        <a:pt x="2777" y="2082"/>
                      </a:cubicBezTo>
                      <a:cubicBezTo>
                        <a:pt x="2769" y="2082"/>
                        <a:pt x="2762" y="2085"/>
                        <a:pt x="2755" y="2092"/>
                      </a:cubicBezTo>
                      <a:cubicBezTo>
                        <a:pt x="2773" y="2061"/>
                        <a:pt x="2763" y="2039"/>
                        <a:pt x="2743" y="2039"/>
                      </a:cubicBezTo>
                      <a:cubicBezTo>
                        <a:pt x="2734" y="2039"/>
                        <a:pt x="2723" y="2043"/>
                        <a:pt x="2711" y="2054"/>
                      </a:cubicBezTo>
                      <a:cubicBezTo>
                        <a:pt x="2705" y="2063"/>
                        <a:pt x="2700" y="2067"/>
                        <a:pt x="2697" y="2067"/>
                      </a:cubicBezTo>
                      <a:cubicBezTo>
                        <a:pt x="2694" y="2067"/>
                        <a:pt x="2695" y="2059"/>
                        <a:pt x="2702" y="2045"/>
                      </a:cubicBezTo>
                      <a:cubicBezTo>
                        <a:pt x="2707" y="2033"/>
                        <a:pt x="2710" y="2027"/>
                        <a:pt x="2707" y="2027"/>
                      </a:cubicBezTo>
                      <a:lnTo>
                        <a:pt x="2707" y="2027"/>
                      </a:lnTo>
                      <a:cubicBezTo>
                        <a:pt x="2705" y="2027"/>
                        <a:pt x="2700" y="2031"/>
                        <a:pt x="2690" y="2038"/>
                      </a:cubicBezTo>
                      <a:cubicBezTo>
                        <a:pt x="2686" y="2041"/>
                        <a:pt x="2683" y="2042"/>
                        <a:pt x="2681" y="2042"/>
                      </a:cubicBezTo>
                      <a:cubicBezTo>
                        <a:pt x="2675" y="2042"/>
                        <a:pt x="2682" y="2024"/>
                        <a:pt x="2690" y="2004"/>
                      </a:cubicBezTo>
                      <a:cubicBezTo>
                        <a:pt x="2707" y="1974"/>
                        <a:pt x="2711" y="1963"/>
                        <a:pt x="2704" y="1963"/>
                      </a:cubicBezTo>
                      <a:cubicBezTo>
                        <a:pt x="2702" y="1963"/>
                        <a:pt x="2697" y="1965"/>
                        <a:pt x="2690" y="1969"/>
                      </a:cubicBezTo>
                      <a:cubicBezTo>
                        <a:pt x="2680" y="1974"/>
                        <a:pt x="2672" y="1976"/>
                        <a:pt x="2666" y="1976"/>
                      </a:cubicBezTo>
                      <a:cubicBezTo>
                        <a:pt x="2656" y="1976"/>
                        <a:pt x="2650" y="1971"/>
                        <a:pt x="2646" y="1969"/>
                      </a:cubicBezTo>
                      <a:cubicBezTo>
                        <a:pt x="2621" y="1979"/>
                        <a:pt x="2614" y="1976"/>
                        <a:pt x="2605" y="1998"/>
                      </a:cubicBezTo>
                      <a:cubicBezTo>
                        <a:pt x="2596" y="2013"/>
                        <a:pt x="2583" y="2023"/>
                        <a:pt x="2567" y="2035"/>
                      </a:cubicBezTo>
                      <a:cubicBezTo>
                        <a:pt x="2562" y="2037"/>
                        <a:pt x="2559" y="2038"/>
                        <a:pt x="2557" y="2038"/>
                      </a:cubicBezTo>
                      <a:cubicBezTo>
                        <a:pt x="2549" y="2038"/>
                        <a:pt x="2557" y="2029"/>
                        <a:pt x="2563" y="2029"/>
                      </a:cubicBezTo>
                      <a:cubicBezTo>
                        <a:pt x="2563" y="2029"/>
                        <a:pt x="2564" y="2029"/>
                        <a:pt x="2564" y="2029"/>
                      </a:cubicBezTo>
                      <a:cubicBezTo>
                        <a:pt x="2589" y="2020"/>
                        <a:pt x="2583" y="2013"/>
                        <a:pt x="2596" y="1991"/>
                      </a:cubicBezTo>
                      <a:cubicBezTo>
                        <a:pt x="2605" y="1966"/>
                        <a:pt x="2596" y="1957"/>
                        <a:pt x="2589" y="1954"/>
                      </a:cubicBezTo>
                      <a:lnTo>
                        <a:pt x="2567" y="1935"/>
                      </a:lnTo>
                      <a:cubicBezTo>
                        <a:pt x="2567" y="1914"/>
                        <a:pt x="2565" y="1905"/>
                        <a:pt x="2560" y="1905"/>
                      </a:cubicBezTo>
                      <a:cubicBezTo>
                        <a:pt x="2556" y="1905"/>
                        <a:pt x="2552" y="1909"/>
                        <a:pt x="2545" y="1916"/>
                      </a:cubicBezTo>
                      <a:lnTo>
                        <a:pt x="2530" y="1938"/>
                      </a:lnTo>
                      <a:cubicBezTo>
                        <a:pt x="2549" y="1902"/>
                        <a:pt x="2520" y="1868"/>
                        <a:pt x="2489" y="1868"/>
                      </a:cubicBezTo>
                      <a:cubicBezTo>
                        <a:pt x="2479" y="1868"/>
                        <a:pt x="2470" y="1871"/>
                        <a:pt x="2461" y="1879"/>
                      </a:cubicBezTo>
                      <a:lnTo>
                        <a:pt x="2476" y="1860"/>
                      </a:lnTo>
                      <a:cubicBezTo>
                        <a:pt x="2492" y="1841"/>
                        <a:pt x="2486" y="1835"/>
                        <a:pt x="2476" y="1825"/>
                      </a:cubicBezTo>
                      <a:cubicBezTo>
                        <a:pt x="2470" y="1822"/>
                        <a:pt x="2433" y="1825"/>
                        <a:pt x="2417" y="1810"/>
                      </a:cubicBezTo>
                      <a:cubicBezTo>
                        <a:pt x="2403" y="1800"/>
                        <a:pt x="2391" y="1789"/>
                        <a:pt x="2381" y="1789"/>
                      </a:cubicBezTo>
                      <a:cubicBezTo>
                        <a:pt x="2375" y="1789"/>
                        <a:pt x="2369" y="1792"/>
                        <a:pt x="2364" y="1800"/>
                      </a:cubicBezTo>
                      <a:cubicBezTo>
                        <a:pt x="2357" y="1794"/>
                        <a:pt x="2357" y="1794"/>
                        <a:pt x="2373" y="1775"/>
                      </a:cubicBezTo>
                      <a:cubicBezTo>
                        <a:pt x="2395" y="1759"/>
                        <a:pt x="2389" y="1756"/>
                        <a:pt x="2382" y="1750"/>
                      </a:cubicBezTo>
                      <a:cubicBezTo>
                        <a:pt x="2382" y="1750"/>
                        <a:pt x="2382" y="1750"/>
                        <a:pt x="2382" y="1750"/>
                      </a:cubicBezTo>
                      <a:cubicBezTo>
                        <a:pt x="2377" y="1750"/>
                        <a:pt x="2362" y="1767"/>
                        <a:pt x="2348" y="1785"/>
                      </a:cubicBezTo>
                      <a:cubicBezTo>
                        <a:pt x="2342" y="1793"/>
                        <a:pt x="2337" y="1798"/>
                        <a:pt x="2334" y="1798"/>
                      </a:cubicBezTo>
                      <a:cubicBezTo>
                        <a:pt x="2329" y="1798"/>
                        <a:pt x="2329" y="1789"/>
                        <a:pt x="2332" y="1772"/>
                      </a:cubicBezTo>
                      <a:cubicBezTo>
                        <a:pt x="2337" y="1752"/>
                        <a:pt x="2322" y="1734"/>
                        <a:pt x="2303" y="1734"/>
                      </a:cubicBezTo>
                      <a:cubicBezTo>
                        <a:pt x="2298" y="1734"/>
                        <a:pt x="2293" y="1735"/>
                        <a:pt x="2288" y="1738"/>
                      </a:cubicBezTo>
                      <a:cubicBezTo>
                        <a:pt x="2282" y="1731"/>
                        <a:pt x="2276" y="1728"/>
                        <a:pt x="2292" y="1709"/>
                      </a:cubicBezTo>
                      <a:cubicBezTo>
                        <a:pt x="2300" y="1692"/>
                        <a:pt x="2304" y="1674"/>
                        <a:pt x="2293" y="1674"/>
                      </a:cubicBezTo>
                      <a:cubicBezTo>
                        <a:pt x="2288" y="1674"/>
                        <a:pt x="2279" y="1678"/>
                        <a:pt x="2266" y="1687"/>
                      </a:cubicBezTo>
                      <a:cubicBezTo>
                        <a:pt x="2260" y="1681"/>
                        <a:pt x="2260" y="1681"/>
                        <a:pt x="2276" y="1662"/>
                      </a:cubicBezTo>
                      <a:cubicBezTo>
                        <a:pt x="2282" y="1647"/>
                        <a:pt x="2290" y="1634"/>
                        <a:pt x="2287" y="1634"/>
                      </a:cubicBezTo>
                      <a:lnTo>
                        <a:pt x="2287" y="1634"/>
                      </a:lnTo>
                      <a:cubicBezTo>
                        <a:pt x="2286" y="1634"/>
                        <a:pt x="2280" y="1639"/>
                        <a:pt x="2266" y="1653"/>
                      </a:cubicBezTo>
                      <a:cubicBezTo>
                        <a:pt x="2260" y="1655"/>
                        <a:pt x="2255" y="1656"/>
                        <a:pt x="2250" y="1656"/>
                      </a:cubicBezTo>
                      <a:cubicBezTo>
                        <a:pt x="2232" y="1656"/>
                        <a:pt x="2224" y="1644"/>
                        <a:pt x="2229" y="1622"/>
                      </a:cubicBezTo>
                      <a:cubicBezTo>
                        <a:pt x="2226" y="1620"/>
                        <a:pt x="2223" y="1618"/>
                        <a:pt x="2220" y="1618"/>
                      </a:cubicBezTo>
                      <a:cubicBezTo>
                        <a:pt x="2215" y="1618"/>
                        <a:pt x="2210" y="1622"/>
                        <a:pt x="2201" y="1634"/>
                      </a:cubicBezTo>
                      <a:lnTo>
                        <a:pt x="2185" y="1653"/>
                      </a:lnTo>
                      <a:cubicBezTo>
                        <a:pt x="2200" y="1630"/>
                        <a:pt x="2207" y="1619"/>
                        <a:pt x="2205" y="1619"/>
                      </a:cubicBezTo>
                      <a:lnTo>
                        <a:pt x="2205" y="1619"/>
                      </a:lnTo>
                      <a:cubicBezTo>
                        <a:pt x="2203" y="1619"/>
                        <a:pt x="2193" y="1627"/>
                        <a:pt x="2176" y="1644"/>
                      </a:cubicBezTo>
                      <a:cubicBezTo>
                        <a:pt x="2168" y="1652"/>
                        <a:pt x="2163" y="1656"/>
                        <a:pt x="2161" y="1656"/>
                      </a:cubicBezTo>
                      <a:cubicBezTo>
                        <a:pt x="2159" y="1656"/>
                        <a:pt x="2161" y="1651"/>
                        <a:pt x="2169" y="1640"/>
                      </a:cubicBezTo>
                      <a:cubicBezTo>
                        <a:pt x="2179" y="1615"/>
                        <a:pt x="2176" y="1609"/>
                        <a:pt x="2176" y="1609"/>
                      </a:cubicBezTo>
                      <a:cubicBezTo>
                        <a:pt x="2147" y="1606"/>
                        <a:pt x="2122" y="1597"/>
                        <a:pt x="2100" y="1581"/>
                      </a:cubicBezTo>
                      <a:cubicBezTo>
                        <a:pt x="2070" y="1557"/>
                        <a:pt x="2054" y="1544"/>
                        <a:pt x="2041" y="1544"/>
                      </a:cubicBezTo>
                      <a:cubicBezTo>
                        <a:pt x="2035" y="1544"/>
                        <a:pt x="2030" y="1547"/>
                        <a:pt x="2025" y="1553"/>
                      </a:cubicBezTo>
                      <a:cubicBezTo>
                        <a:pt x="2015" y="1560"/>
                        <a:pt x="2010" y="1563"/>
                        <a:pt x="2008" y="1563"/>
                      </a:cubicBezTo>
                      <a:cubicBezTo>
                        <a:pt x="2006" y="1563"/>
                        <a:pt x="2009" y="1557"/>
                        <a:pt x="2016" y="1543"/>
                      </a:cubicBezTo>
                      <a:cubicBezTo>
                        <a:pt x="2025" y="1518"/>
                        <a:pt x="2019" y="1515"/>
                        <a:pt x="2013" y="1509"/>
                      </a:cubicBezTo>
                      <a:cubicBezTo>
                        <a:pt x="2010" y="1506"/>
                        <a:pt x="2003" y="1503"/>
                        <a:pt x="2019" y="1481"/>
                      </a:cubicBezTo>
                      <a:lnTo>
                        <a:pt x="2019" y="1481"/>
                      </a:lnTo>
                      <a:cubicBezTo>
                        <a:pt x="2004" y="1491"/>
                        <a:pt x="1999" y="1495"/>
                        <a:pt x="1997" y="1495"/>
                      </a:cubicBezTo>
                      <a:cubicBezTo>
                        <a:pt x="1995" y="1495"/>
                        <a:pt x="1995" y="1494"/>
                        <a:pt x="1994" y="1493"/>
                      </a:cubicBezTo>
                      <a:cubicBezTo>
                        <a:pt x="2003" y="1480"/>
                        <a:pt x="2005" y="1474"/>
                        <a:pt x="2000" y="1474"/>
                      </a:cubicBezTo>
                      <a:cubicBezTo>
                        <a:pt x="1997" y="1474"/>
                        <a:pt x="1990" y="1477"/>
                        <a:pt x="1981" y="1484"/>
                      </a:cubicBezTo>
                      <a:cubicBezTo>
                        <a:pt x="1963" y="1501"/>
                        <a:pt x="1954" y="1509"/>
                        <a:pt x="1952" y="1509"/>
                      </a:cubicBezTo>
                      <a:cubicBezTo>
                        <a:pt x="1951" y="1509"/>
                        <a:pt x="1959" y="1500"/>
                        <a:pt x="1975" y="1481"/>
                      </a:cubicBezTo>
                      <a:cubicBezTo>
                        <a:pt x="1987" y="1464"/>
                        <a:pt x="1990" y="1442"/>
                        <a:pt x="1986" y="1442"/>
                      </a:cubicBezTo>
                      <a:lnTo>
                        <a:pt x="1986" y="1442"/>
                      </a:lnTo>
                      <a:cubicBezTo>
                        <a:pt x="1985" y="1442"/>
                        <a:pt x="1984" y="1444"/>
                        <a:pt x="1981" y="1449"/>
                      </a:cubicBezTo>
                      <a:cubicBezTo>
                        <a:pt x="1966" y="1471"/>
                        <a:pt x="1956" y="1462"/>
                        <a:pt x="1934" y="1477"/>
                      </a:cubicBezTo>
                      <a:cubicBezTo>
                        <a:pt x="1928" y="1471"/>
                        <a:pt x="1922" y="1468"/>
                        <a:pt x="1937" y="1449"/>
                      </a:cubicBezTo>
                      <a:cubicBezTo>
                        <a:pt x="1945" y="1434"/>
                        <a:pt x="1932" y="1427"/>
                        <a:pt x="1916" y="1427"/>
                      </a:cubicBezTo>
                      <a:cubicBezTo>
                        <a:pt x="1905" y="1427"/>
                        <a:pt x="1893" y="1430"/>
                        <a:pt x="1884" y="1437"/>
                      </a:cubicBezTo>
                      <a:cubicBezTo>
                        <a:pt x="1877" y="1445"/>
                        <a:pt x="1872" y="1449"/>
                        <a:pt x="1871" y="1449"/>
                      </a:cubicBezTo>
                      <a:cubicBezTo>
                        <a:pt x="1870" y="1449"/>
                        <a:pt x="1873" y="1444"/>
                        <a:pt x="1881" y="1434"/>
                      </a:cubicBezTo>
                      <a:cubicBezTo>
                        <a:pt x="1897" y="1412"/>
                        <a:pt x="1890" y="1409"/>
                        <a:pt x="1884" y="1402"/>
                      </a:cubicBezTo>
                      <a:lnTo>
                        <a:pt x="1884" y="1402"/>
                      </a:lnTo>
                      <a:cubicBezTo>
                        <a:pt x="1879" y="1406"/>
                        <a:pt x="1877" y="1408"/>
                        <a:pt x="1876" y="1408"/>
                      </a:cubicBezTo>
                      <a:cubicBezTo>
                        <a:pt x="1874" y="1408"/>
                        <a:pt x="1885" y="1394"/>
                        <a:pt x="1897" y="1380"/>
                      </a:cubicBezTo>
                      <a:cubicBezTo>
                        <a:pt x="1916" y="1365"/>
                        <a:pt x="1912" y="1358"/>
                        <a:pt x="1900" y="1352"/>
                      </a:cubicBezTo>
                      <a:lnTo>
                        <a:pt x="1900" y="1352"/>
                      </a:lnTo>
                      <a:cubicBezTo>
                        <a:pt x="1894" y="1355"/>
                        <a:pt x="1889" y="1357"/>
                        <a:pt x="1883" y="1357"/>
                      </a:cubicBezTo>
                      <a:cubicBezTo>
                        <a:pt x="1868" y="1357"/>
                        <a:pt x="1854" y="1346"/>
                        <a:pt x="1840" y="1336"/>
                      </a:cubicBezTo>
                      <a:cubicBezTo>
                        <a:pt x="1832" y="1328"/>
                        <a:pt x="1823" y="1324"/>
                        <a:pt x="1815" y="1324"/>
                      </a:cubicBezTo>
                      <a:cubicBezTo>
                        <a:pt x="1798" y="1324"/>
                        <a:pt x="1779" y="1338"/>
                        <a:pt x="1753" y="1358"/>
                      </a:cubicBezTo>
                      <a:lnTo>
                        <a:pt x="1715" y="1393"/>
                      </a:lnTo>
                      <a:lnTo>
                        <a:pt x="1746" y="1355"/>
                      </a:lnTo>
                      <a:cubicBezTo>
                        <a:pt x="1762" y="1333"/>
                        <a:pt x="1787" y="1289"/>
                        <a:pt x="1787" y="1289"/>
                      </a:cubicBezTo>
                      <a:cubicBezTo>
                        <a:pt x="1787" y="1289"/>
                        <a:pt x="1786" y="1289"/>
                        <a:pt x="1786" y="1289"/>
                      </a:cubicBezTo>
                      <a:cubicBezTo>
                        <a:pt x="1782" y="1289"/>
                        <a:pt x="1767" y="1307"/>
                        <a:pt x="1753" y="1327"/>
                      </a:cubicBezTo>
                      <a:cubicBezTo>
                        <a:pt x="1747" y="1334"/>
                        <a:pt x="1742" y="1338"/>
                        <a:pt x="1739" y="1338"/>
                      </a:cubicBezTo>
                      <a:cubicBezTo>
                        <a:pt x="1733" y="1338"/>
                        <a:pt x="1732" y="1329"/>
                        <a:pt x="1734" y="1311"/>
                      </a:cubicBezTo>
                      <a:cubicBezTo>
                        <a:pt x="1738" y="1294"/>
                        <a:pt x="1737" y="1286"/>
                        <a:pt x="1731" y="1286"/>
                      </a:cubicBezTo>
                      <a:cubicBezTo>
                        <a:pt x="1728" y="1286"/>
                        <a:pt x="1722" y="1290"/>
                        <a:pt x="1715" y="1296"/>
                      </a:cubicBezTo>
                      <a:cubicBezTo>
                        <a:pt x="1709" y="1289"/>
                        <a:pt x="1702" y="1286"/>
                        <a:pt x="1712" y="1261"/>
                      </a:cubicBezTo>
                      <a:cubicBezTo>
                        <a:pt x="1711" y="1260"/>
                        <a:pt x="1710" y="1260"/>
                        <a:pt x="1709" y="1260"/>
                      </a:cubicBezTo>
                      <a:cubicBezTo>
                        <a:pt x="1707" y="1260"/>
                        <a:pt x="1704" y="1264"/>
                        <a:pt x="1693" y="1277"/>
                      </a:cubicBezTo>
                      <a:cubicBezTo>
                        <a:pt x="1686" y="1285"/>
                        <a:pt x="1681" y="1289"/>
                        <a:pt x="1679" y="1289"/>
                      </a:cubicBezTo>
                      <a:cubicBezTo>
                        <a:pt x="1675" y="1289"/>
                        <a:pt x="1675" y="1282"/>
                        <a:pt x="1680" y="1267"/>
                      </a:cubicBezTo>
                      <a:cubicBezTo>
                        <a:pt x="1700" y="1237"/>
                        <a:pt x="1697" y="1221"/>
                        <a:pt x="1688" y="1221"/>
                      </a:cubicBezTo>
                      <a:cubicBezTo>
                        <a:pt x="1684" y="1221"/>
                        <a:pt x="1679" y="1224"/>
                        <a:pt x="1674" y="1230"/>
                      </a:cubicBezTo>
                      <a:cubicBezTo>
                        <a:pt x="1664" y="1242"/>
                        <a:pt x="1660" y="1245"/>
                        <a:pt x="1656" y="1245"/>
                      </a:cubicBezTo>
                      <a:cubicBezTo>
                        <a:pt x="1653" y="1245"/>
                        <a:pt x="1651" y="1244"/>
                        <a:pt x="1649" y="1242"/>
                      </a:cubicBezTo>
                      <a:cubicBezTo>
                        <a:pt x="1646" y="1240"/>
                        <a:pt x="1644" y="1237"/>
                        <a:pt x="1640" y="1237"/>
                      </a:cubicBezTo>
                      <a:cubicBezTo>
                        <a:pt x="1636" y="1237"/>
                        <a:pt x="1630" y="1240"/>
                        <a:pt x="1618" y="1249"/>
                      </a:cubicBezTo>
                      <a:lnTo>
                        <a:pt x="1608" y="1239"/>
                      </a:lnTo>
                      <a:cubicBezTo>
                        <a:pt x="1603" y="1234"/>
                        <a:pt x="1620" y="1223"/>
                        <a:pt x="1626" y="1223"/>
                      </a:cubicBezTo>
                      <a:cubicBezTo>
                        <a:pt x="1626" y="1223"/>
                        <a:pt x="1627" y="1223"/>
                        <a:pt x="1627" y="1224"/>
                      </a:cubicBezTo>
                      <a:lnTo>
                        <a:pt x="1637" y="1199"/>
                      </a:lnTo>
                      <a:cubicBezTo>
                        <a:pt x="1632" y="1194"/>
                        <a:pt x="1628" y="1191"/>
                        <a:pt x="1623" y="1191"/>
                      </a:cubicBezTo>
                      <a:cubicBezTo>
                        <a:pt x="1618" y="1191"/>
                        <a:pt x="1612" y="1194"/>
                        <a:pt x="1602" y="1202"/>
                      </a:cubicBezTo>
                      <a:cubicBezTo>
                        <a:pt x="1584" y="1218"/>
                        <a:pt x="1575" y="1227"/>
                        <a:pt x="1573" y="1227"/>
                      </a:cubicBezTo>
                      <a:cubicBezTo>
                        <a:pt x="1572" y="1227"/>
                        <a:pt x="1580" y="1217"/>
                        <a:pt x="1596" y="1195"/>
                      </a:cubicBezTo>
                      <a:cubicBezTo>
                        <a:pt x="1608" y="1181"/>
                        <a:pt x="1616" y="1162"/>
                        <a:pt x="1609" y="1162"/>
                      </a:cubicBezTo>
                      <a:cubicBezTo>
                        <a:pt x="1607" y="1162"/>
                        <a:pt x="1604" y="1164"/>
                        <a:pt x="1599" y="1167"/>
                      </a:cubicBezTo>
                      <a:cubicBezTo>
                        <a:pt x="1586" y="1181"/>
                        <a:pt x="1579" y="1187"/>
                        <a:pt x="1577" y="1187"/>
                      </a:cubicBezTo>
                      <a:cubicBezTo>
                        <a:pt x="1572" y="1187"/>
                        <a:pt x="1580" y="1172"/>
                        <a:pt x="1590" y="1158"/>
                      </a:cubicBezTo>
                      <a:cubicBezTo>
                        <a:pt x="1611" y="1139"/>
                        <a:pt x="1620" y="1130"/>
                        <a:pt x="1615" y="1130"/>
                      </a:cubicBezTo>
                      <a:cubicBezTo>
                        <a:pt x="1611" y="1130"/>
                        <a:pt x="1598" y="1136"/>
                        <a:pt x="1574" y="1145"/>
                      </a:cubicBezTo>
                      <a:cubicBezTo>
                        <a:pt x="1561" y="1136"/>
                        <a:pt x="1527" y="1139"/>
                        <a:pt x="1508" y="1126"/>
                      </a:cubicBezTo>
                      <a:cubicBezTo>
                        <a:pt x="1489" y="1108"/>
                        <a:pt x="1477" y="1098"/>
                        <a:pt x="1486" y="1074"/>
                      </a:cubicBezTo>
                      <a:lnTo>
                        <a:pt x="1486" y="1074"/>
                      </a:lnTo>
                      <a:cubicBezTo>
                        <a:pt x="1478" y="1082"/>
                        <a:pt x="1473" y="1086"/>
                        <a:pt x="1468" y="1086"/>
                      </a:cubicBezTo>
                      <a:cubicBezTo>
                        <a:pt x="1463" y="1086"/>
                        <a:pt x="1458" y="1082"/>
                        <a:pt x="1452" y="1076"/>
                      </a:cubicBezTo>
                      <a:cubicBezTo>
                        <a:pt x="1450" y="1061"/>
                        <a:pt x="1444" y="1056"/>
                        <a:pt x="1435" y="1056"/>
                      </a:cubicBezTo>
                      <a:cubicBezTo>
                        <a:pt x="1425" y="1056"/>
                        <a:pt x="1413" y="1062"/>
                        <a:pt x="1402" y="1070"/>
                      </a:cubicBezTo>
                      <a:lnTo>
                        <a:pt x="1414" y="1079"/>
                      </a:lnTo>
                      <a:cubicBezTo>
                        <a:pt x="1398" y="1100"/>
                        <a:pt x="1389" y="1108"/>
                        <a:pt x="1384" y="1108"/>
                      </a:cubicBezTo>
                      <a:cubicBezTo>
                        <a:pt x="1380" y="1108"/>
                        <a:pt x="1380" y="1100"/>
                        <a:pt x="1383" y="1086"/>
                      </a:cubicBezTo>
                      <a:cubicBezTo>
                        <a:pt x="1376" y="1083"/>
                        <a:pt x="1392" y="1061"/>
                        <a:pt x="1408" y="1042"/>
                      </a:cubicBezTo>
                      <a:cubicBezTo>
                        <a:pt x="1423" y="1023"/>
                        <a:pt x="1433" y="998"/>
                        <a:pt x="1427" y="992"/>
                      </a:cubicBezTo>
                      <a:cubicBezTo>
                        <a:pt x="1426" y="991"/>
                        <a:pt x="1424" y="989"/>
                        <a:pt x="1422" y="989"/>
                      </a:cubicBezTo>
                      <a:cubicBezTo>
                        <a:pt x="1419" y="989"/>
                        <a:pt x="1414" y="993"/>
                        <a:pt x="1408" y="1007"/>
                      </a:cubicBezTo>
                      <a:cubicBezTo>
                        <a:pt x="1398" y="1022"/>
                        <a:pt x="1394" y="1027"/>
                        <a:pt x="1391" y="1027"/>
                      </a:cubicBezTo>
                      <a:cubicBezTo>
                        <a:pt x="1389" y="1027"/>
                        <a:pt x="1388" y="1025"/>
                        <a:pt x="1386" y="1023"/>
                      </a:cubicBezTo>
                      <a:cubicBezTo>
                        <a:pt x="1383" y="1021"/>
                        <a:pt x="1380" y="1019"/>
                        <a:pt x="1376" y="1019"/>
                      </a:cubicBezTo>
                      <a:cubicBezTo>
                        <a:pt x="1372" y="1019"/>
                        <a:pt x="1366" y="1021"/>
                        <a:pt x="1355" y="1029"/>
                      </a:cubicBezTo>
                      <a:cubicBezTo>
                        <a:pt x="1346" y="1042"/>
                        <a:pt x="1340" y="1045"/>
                        <a:pt x="1336" y="1045"/>
                      </a:cubicBezTo>
                      <a:cubicBezTo>
                        <a:pt x="1333" y="1045"/>
                        <a:pt x="1331" y="1043"/>
                        <a:pt x="1329" y="1042"/>
                      </a:cubicBezTo>
                      <a:cubicBezTo>
                        <a:pt x="1339" y="1017"/>
                        <a:pt x="1326" y="1007"/>
                        <a:pt x="1326" y="1007"/>
                      </a:cubicBezTo>
                      <a:lnTo>
                        <a:pt x="1342" y="989"/>
                      </a:lnTo>
                      <a:cubicBezTo>
                        <a:pt x="1355" y="973"/>
                        <a:pt x="1361" y="960"/>
                        <a:pt x="1370" y="945"/>
                      </a:cubicBezTo>
                      <a:cubicBezTo>
                        <a:pt x="1369" y="944"/>
                        <a:pt x="1369" y="944"/>
                        <a:pt x="1367" y="944"/>
                      </a:cubicBezTo>
                      <a:cubicBezTo>
                        <a:pt x="1360" y="944"/>
                        <a:pt x="1348" y="960"/>
                        <a:pt x="1348" y="960"/>
                      </a:cubicBezTo>
                      <a:cubicBezTo>
                        <a:pt x="1347" y="962"/>
                        <a:pt x="1345" y="963"/>
                        <a:pt x="1342" y="963"/>
                      </a:cubicBezTo>
                      <a:cubicBezTo>
                        <a:pt x="1313" y="963"/>
                        <a:pt x="1203" y="872"/>
                        <a:pt x="1188" y="860"/>
                      </a:cubicBezTo>
                      <a:cubicBezTo>
                        <a:pt x="1190" y="842"/>
                        <a:pt x="1185" y="829"/>
                        <a:pt x="1178" y="829"/>
                      </a:cubicBezTo>
                      <a:cubicBezTo>
                        <a:pt x="1174" y="829"/>
                        <a:pt x="1170" y="833"/>
                        <a:pt x="1167" y="841"/>
                      </a:cubicBezTo>
                      <a:cubicBezTo>
                        <a:pt x="1162" y="846"/>
                        <a:pt x="1157" y="848"/>
                        <a:pt x="1152" y="848"/>
                      </a:cubicBezTo>
                      <a:cubicBezTo>
                        <a:pt x="1136" y="848"/>
                        <a:pt x="1114" y="832"/>
                        <a:pt x="1091" y="813"/>
                      </a:cubicBezTo>
                      <a:cubicBezTo>
                        <a:pt x="1063" y="790"/>
                        <a:pt x="1041" y="772"/>
                        <a:pt x="1024" y="772"/>
                      </a:cubicBezTo>
                      <a:cubicBezTo>
                        <a:pt x="1019" y="772"/>
                        <a:pt x="1014" y="774"/>
                        <a:pt x="1010" y="779"/>
                      </a:cubicBezTo>
                      <a:lnTo>
                        <a:pt x="994" y="766"/>
                      </a:lnTo>
                      <a:cubicBezTo>
                        <a:pt x="991" y="763"/>
                        <a:pt x="985" y="762"/>
                        <a:pt x="979" y="762"/>
                      </a:cubicBezTo>
                      <a:cubicBezTo>
                        <a:pt x="971" y="762"/>
                        <a:pt x="961" y="764"/>
                        <a:pt x="957" y="764"/>
                      </a:cubicBezTo>
                      <a:cubicBezTo>
                        <a:pt x="955" y="764"/>
                        <a:pt x="954" y="763"/>
                        <a:pt x="953" y="763"/>
                      </a:cubicBezTo>
                      <a:cubicBezTo>
                        <a:pt x="944" y="770"/>
                        <a:pt x="937" y="773"/>
                        <a:pt x="934" y="773"/>
                      </a:cubicBezTo>
                      <a:cubicBezTo>
                        <a:pt x="932" y="773"/>
                        <a:pt x="935" y="768"/>
                        <a:pt x="947" y="760"/>
                      </a:cubicBezTo>
                      <a:cubicBezTo>
                        <a:pt x="963" y="738"/>
                        <a:pt x="978" y="719"/>
                        <a:pt x="972" y="716"/>
                      </a:cubicBezTo>
                      <a:cubicBezTo>
                        <a:pt x="970" y="714"/>
                        <a:pt x="969" y="713"/>
                        <a:pt x="966" y="713"/>
                      </a:cubicBezTo>
                      <a:cubicBezTo>
                        <a:pt x="957" y="713"/>
                        <a:pt x="944" y="729"/>
                        <a:pt x="931" y="744"/>
                      </a:cubicBezTo>
                      <a:cubicBezTo>
                        <a:pt x="922" y="758"/>
                        <a:pt x="915" y="761"/>
                        <a:pt x="912" y="761"/>
                      </a:cubicBezTo>
                      <a:cubicBezTo>
                        <a:pt x="910" y="761"/>
                        <a:pt x="910" y="760"/>
                        <a:pt x="910" y="760"/>
                      </a:cubicBezTo>
                      <a:cubicBezTo>
                        <a:pt x="903" y="757"/>
                        <a:pt x="903" y="757"/>
                        <a:pt x="919" y="738"/>
                      </a:cubicBezTo>
                      <a:lnTo>
                        <a:pt x="950" y="697"/>
                      </a:lnTo>
                      <a:lnTo>
                        <a:pt x="947" y="691"/>
                      </a:lnTo>
                      <a:cubicBezTo>
                        <a:pt x="937" y="705"/>
                        <a:pt x="931" y="707"/>
                        <a:pt x="928" y="707"/>
                      </a:cubicBezTo>
                      <a:cubicBezTo>
                        <a:pt x="926" y="707"/>
                        <a:pt x="925" y="707"/>
                        <a:pt x="925" y="707"/>
                      </a:cubicBezTo>
                      <a:cubicBezTo>
                        <a:pt x="919" y="703"/>
                        <a:pt x="919" y="703"/>
                        <a:pt x="950" y="663"/>
                      </a:cubicBezTo>
                      <a:cubicBezTo>
                        <a:pt x="968" y="642"/>
                        <a:pt x="973" y="631"/>
                        <a:pt x="969" y="631"/>
                      </a:cubicBezTo>
                      <a:cubicBezTo>
                        <a:pt x="966" y="631"/>
                        <a:pt x="956" y="638"/>
                        <a:pt x="941" y="653"/>
                      </a:cubicBezTo>
                      <a:lnTo>
                        <a:pt x="913" y="666"/>
                      </a:lnTo>
                      <a:cubicBezTo>
                        <a:pt x="923" y="649"/>
                        <a:pt x="924" y="643"/>
                        <a:pt x="919" y="643"/>
                      </a:cubicBezTo>
                      <a:cubicBezTo>
                        <a:pt x="911" y="643"/>
                        <a:pt x="890" y="659"/>
                        <a:pt x="878" y="669"/>
                      </a:cubicBezTo>
                      <a:cubicBezTo>
                        <a:pt x="892" y="644"/>
                        <a:pt x="897" y="631"/>
                        <a:pt x="891" y="631"/>
                      </a:cubicBezTo>
                      <a:cubicBezTo>
                        <a:pt x="886" y="631"/>
                        <a:pt x="876" y="638"/>
                        <a:pt x="859" y="653"/>
                      </a:cubicBezTo>
                      <a:cubicBezTo>
                        <a:pt x="853" y="662"/>
                        <a:pt x="848" y="667"/>
                        <a:pt x="846" y="667"/>
                      </a:cubicBezTo>
                      <a:cubicBezTo>
                        <a:pt x="843" y="667"/>
                        <a:pt x="845" y="658"/>
                        <a:pt x="850" y="644"/>
                      </a:cubicBezTo>
                      <a:cubicBezTo>
                        <a:pt x="859" y="622"/>
                        <a:pt x="856" y="616"/>
                        <a:pt x="844" y="606"/>
                      </a:cubicBezTo>
                      <a:cubicBezTo>
                        <a:pt x="840" y="609"/>
                        <a:pt x="835" y="610"/>
                        <a:pt x="830" y="610"/>
                      </a:cubicBezTo>
                      <a:cubicBezTo>
                        <a:pt x="808" y="610"/>
                        <a:pt x="777" y="584"/>
                        <a:pt x="743" y="556"/>
                      </a:cubicBezTo>
                      <a:cubicBezTo>
                        <a:pt x="705" y="525"/>
                        <a:pt x="677" y="503"/>
                        <a:pt x="660" y="503"/>
                      </a:cubicBezTo>
                      <a:cubicBezTo>
                        <a:pt x="654" y="503"/>
                        <a:pt x="650" y="505"/>
                        <a:pt x="646" y="509"/>
                      </a:cubicBezTo>
                      <a:cubicBezTo>
                        <a:pt x="640" y="506"/>
                        <a:pt x="640" y="506"/>
                        <a:pt x="653" y="481"/>
                      </a:cubicBezTo>
                      <a:cubicBezTo>
                        <a:pt x="660" y="472"/>
                        <a:pt x="663" y="466"/>
                        <a:pt x="659" y="466"/>
                      </a:cubicBezTo>
                      <a:cubicBezTo>
                        <a:pt x="655" y="466"/>
                        <a:pt x="644" y="473"/>
                        <a:pt x="624" y="490"/>
                      </a:cubicBezTo>
                      <a:cubicBezTo>
                        <a:pt x="612" y="499"/>
                        <a:pt x="601" y="510"/>
                        <a:pt x="600" y="510"/>
                      </a:cubicBezTo>
                      <a:cubicBezTo>
                        <a:pt x="600" y="510"/>
                        <a:pt x="605" y="504"/>
                        <a:pt x="618" y="487"/>
                      </a:cubicBezTo>
                      <a:cubicBezTo>
                        <a:pt x="634" y="468"/>
                        <a:pt x="624" y="459"/>
                        <a:pt x="602" y="440"/>
                      </a:cubicBezTo>
                      <a:cubicBezTo>
                        <a:pt x="592" y="432"/>
                        <a:pt x="579" y="421"/>
                        <a:pt x="566" y="421"/>
                      </a:cubicBezTo>
                      <a:cubicBezTo>
                        <a:pt x="560" y="421"/>
                        <a:pt x="554" y="423"/>
                        <a:pt x="549" y="431"/>
                      </a:cubicBezTo>
                      <a:cubicBezTo>
                        <a:pt x="538" y="435"/>
                        <a:pt x="532" y="437"/>
                        <a:pt x="530" y="437"/>
                      </a:cubicBezTo>
                      <a:cubicBezTo>
                        <a:pt x="528" y="437"/>
                        <a:pt x="532" y="433"/>
                        <a:pt x="543" y="424"/>
                      </a:cubicBezTo>
                      <a:cubicBezTo>
                        <a:pt x="572" y="397"/>
                        <a:pt x="571" y="367"/>
                        <a:pt x="546" y="367"/>
                      </a:cubicBezTo>
                      <a:cubicBezTo>
                        <a:pt x="540" y="367"/>
                        <a:pt x="531" y="369"/>
                        <a:pt x="521" y="374"/>
                      </a:cubicBezTo>
                      <a:cubicBezTo>
                        <a:pt x="518" y="368"/>
                        <a:pt x="512" y="365"/>
                        <a:pt x="527" y="346"/>
                      </a:cubicBezTo>
                      <a:cubicBezTo>
                        <a:pt x="523" y="342"/>
                        <a:pt x="521" y="340"/>
                        <a:pt x="511" y="340"/>
                      </a:cubicBezTo>
                      <a:cubicBezTo>
                        <a:pt x="505" y="340"/>
                        <a:pt x="497" y="341"/>
                        <a:pt x="483" y="343"/>
                      </a:cubicBezTo>
                      <a:lnTo>
                        <a:pt x="446" y="312"/>
                      </a:lnTo>
                      <a:cubicBezTo>
                        <a:pt x="443" y="309"/>
                        <a:pt x="439" y="308"/>
                        <a:pt x="435" y="308"/>
                      </a:cubicBezTo>
                      <a:cubicBezTo>
                        <a:pt x="425" y="308"/>
                        <a:pt x="411" y="315"/>
                        <a:pt x="411" y="315"/>
                      </a:cubicBezTo>
                      <a:cubicBezTo>
                        <a:pt x="407" y="310"/>
                        <a:pt x="402" y="307"/>
                        <a:pt x="402" y="307"/>
                      </a:cubicBezTo>
                      <a:lnTo>
                        <a:pt x="402" y="307"/>
                      </a:lnTo>
                      <a:cubicBezTo>
                        <a:pt x="403" y="307"/>
                        <a:pt x="403" y="308"/>
                        <a:pt x="405" y="309"/>
                      </a:cubicBezTo>
                      <a:cubicBezTo>
                        <a:pt x="421" y="290"/>
                        <a:pt x="392" y="268"/>
                        <a:pt x="355" y="236"/>
                      </a:cubicBezTo>
                      <a:cubicBezTo>
                        <a:pt x="317" y="205"/>
                        <a:pt x="286" y="177"/>
                        <a:pt x="295" y="155"/>
                      </a:cubicBezTo>
                      <a:cubicBezTo>
                        <a:pt x="295" y="155"/>
                        <a:pt x="294" y="154"/>
                        <a:pt x="291" y="154"/>
                      </a:cubicBezTo>
                      <a:cubicBezTo>
                        <a:pt x="287" y="154"/>
                        <a:pt x="281" y="156"/>
                        <a:pt x="270" y="164"/>
                      </a:cubicBezTo>
                      <a:cubicBezTo>
                        <a:pt x="251" y="182"/>
                        <a:pt x="240" y="190"/>
                        <a:pt x="235" y="190"/>
                      </a:cubicBezTo>
                      <a:cubicBezTo>
                        <a:pt x="231" y="190"/>
                        <a:pt x="233" y="183"/>
                        <a:pt x="239" y="171"/>
                      </a:cubicBezTo>
                      <a:cubicBezTo>
                        <a:pt x="255" y="143"/>
                        <a:pt x="252" y="125"/>
                        <a:pt x="238" y="125"/>
                      </a:cubicBezTo>
                      <a:cubicBezTo>
                        <a:pt x="230" y="125"/>
                        <a:pt x="218" y="132"/>
                        <a:pt x="204" y="146"/>
                      </a:cubicBezTo>
                      <a:lnTo>
                        <a:pt x="220" y="124"/>
                      </a:lnTo>
                      <a:cubicBezTo>
                        <a:pt x="234" y="103"/>
                        <a:pt x="233" y="93"/>
                        <a:pt x="225" y="93"/>
                      </a:cubicBezTo>
                      <a:cubicBezTo>
                        <a:pt x="217" y="93"/>
                        <a:pt x="199" y="104"/>
                        <a:pt x="179" y="124"/>
                      </a:cubicBezTo>
                      <a:cubicBezTo>
                        <a:pt x="187" y="104"/>
                        <a:pt x="194" y="84"/>
                        <a:pt x="188" y="84"/>
                      </a:cubicBezTo>
                      <a:cubicBezTo>
                        <a:pt x="186" y="84"/>
                        <a:pt x="183" y="86"/>
                        <a:pt x="179" y="89"/>
                      </a:cubicBezTo>
                      <a:cubicBezTo>
                        <a:pt x="173" y="86"/>
                        <a:pt x="173" y="86"/>
                        <a:pt x="204" y="45"/>
                      </a:cubicBezTo>
                      <a:cubicBezTo>
                        <a:pt x="220" y="26"/>
                        <a:pt x="236" y="5"/>
                        <a:pt x="230" y="1"/>
                      </a:cubicBezTo>
                      <a:cubicBezTo>
                        <a:pt x="229" y="1"/>
                        <a:pt x="228" y="0"/>
                        <a:pt x="2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9579" name="Google Shape;9579;p37"/>
          <p:cNvGrpSpPr/>
          <p:nvPr/>
        </p:nvGrpSpPr>
        <p:grpSpPr>
          <a:xfrm rot="5400000">
            <a:off x="4290912" y="1453279"/>
            <a:ext cx="562162" cy="583510"/>
            <a:chOff x="1450887" y="1588641"/>
            <a:chExt cx="562162" cy="583510"/>
          </a:xfrm>
        </p:grpSpPr>
        <p:grpSp>
          <p:nvGrpSpPr>
            <p:cNvPr id="9580" name="Google Shape;9580;p37"/>
            <p:cNvGrpSpPr/>
            <p:nvPr/>
          </p:nvGrpSpPr>
          <p:grpSpPr>
            <a:xfrm>
              <a:off x="1450887" y="1588641"/>
              <a:ext cx="518589" cy="515370"/>
              <a:chOff x="841987" y="1277966"/>
              <a:chExt cx="518589" cy="515370"/>
            </a:xfrm>
          </p:grpSpPr>
          <p:sp>
            <p:nvSpPr>
              <p:cNvPr id="9581" name="Google Shape;9581;p37"/>
              <p:cNvSpPr/>
              <p:nvPr/>
            </p:nvSpPr>
            <p:spPr>
              <a:xfrm>
                <a:off x="1287630" y="1723609"/>
                <a:ext cx="23600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2" name="Google Shape;9582;p37"/>
              <p:cNvSpPr/>
              <p:nvPr/>
            </p:nvSpPr>
            <p:spPr>
              <a:xfrm>
                <a:off x="1237977" y="1773261"/>
                <a:ext cx="23753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0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3" name="Google Shape;9583;p37"/>
              <p:cNvSpPr/>
              <p:nvPr/>
            </p:nvSpPr>
            <p:spPr>
              <a:xfrm>
                <a:off x="1237977" y="1723609"/>
                <a:ext cx="23753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3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4" name="Google Shape;9584;p37"/>
              <p:cNvSpPr/>
              <p:nvPr/>
            </p:nvSpPr>
            <p:spPr>
              <a:xfrm>
                <a:off x="1188632" y="1773261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2" y="70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5" name="Google Shape;9585;p37"/>
              <p:cNvSpPr/>
              <p:nvPr/>
            </p:nvSpPr>
            <p:spPr>
              <a:xfrm>
                <a:off x="1188632" y="1723609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7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6" name="Google Shape;9586;p37"/>
              <p:cNvSpPr/>
              <p:nvPr/>
            </p:nvSpPr>
            <p:spPr>
              <a:xfrm>
                <a:off x="1139133" y="1773261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1"/>
                    </a:cubicBezTo>
                    <a:cubicBezTo>
                      <a:pt x="153" y="70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7" name="Google Shape;9587;p37"/>
              <p:cNvSpPr/>
              <p:nvPr/>
            </p:nvSpPr>
            <p:spPr>
              <a:xfrm>
                <a:off x="1139133" y="1723609"/>
                <a:ext cx="23447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8" y="126"/>
                      <a:pt x="111" y="113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8" name="Google Shape;9588;p37"/>
              <p:cNvSpPr/>
              <p:nvPr/>
            </p:nvSpPr>
            <p:spPr>
              <a:xfrm>
                <a:off x="1089481" y="1773261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4" y="70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9" name="Google Shape;9589;p37"/>
              <p:cNvSpPr/>
              <p:nvPr/>
            </p:nvSpPr>
            <p:spPr>
              <a:xfrm>
                <a:off x="1089481" y="1723609"/>
                <a:ext cx="23600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7"/>
                    </a:cubicBezTo>
                    <a:cubicBezTo>
                      <a:pt x="0" y="106"/>
                      <a:pt x="33" y="132"/>
                      <a:pt x="66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0" name="Google Shape;9590;p37"/>
              <p:cNvSpPr/>
              <p:nvPr/>
            </p:nvSpPr>
            <p:spPr>
              <a:xfrm>
                <a:off x="1039982" y="1773261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1" name="Google Shape;9591;p37"/>
              <p:cNvSpPr/>
              <p:nvPr/>
            </p:nvSpPr>
            <p:spPr>
              <a:xfrm>
                <a:off x="1039982" y="1723609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3" y="132"/>
                      <a:pt x="132" y="103"/>
                      <a:pt x="132" y="67"/>
                    </a:cubicBezTo>
                    <a:cubicBezTo>
                      <a:pt x="132" y="30"/>
                      <a:pt x="103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2" name="Google Shape;9592;p37"/>
              <p:cNvSpPr/>
              <p:nvPr/>
            </p:nvSpPr>
            <p:spPr>
              <a:xfrm>
                <a:off x="990483" y="1773261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3" name="Google Shape;9593;p37"/>
              <p:cNvSpPr/>
              <p:nvPr/>
            </p:nvSpPr>
            <p:spPr>
              <a:xfrm>
                <a:off x="990483" y="1723609"/>
                <a:ext cx="23600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4" name="Google Shape;9594;p37"/>
              <p:cNvSpPr/>
              <p:nvPr/>
            </p:nvSpPr>
            <p:spPr>
              <a:xfrm>
                <a:off x="940984" y="1773261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5" name="Google Shape;9595;p37"/>
              <p:cNvSpPr/>
              <p:nvPr/>
            </p:nvSpPr>
            <p:spPr>
              <a:xfrm>
                <a:off x="940984" y="1723609"/>
                <a:ext cx="23600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9" y="126"/>
                      <a:pt x="112" y="113"/>
                    </a:cubicBezTo>
                    <a:cubicBezTo>
                      <a:pt x="154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6" name="Google Shape;9596;p37"/>
              <p:cNvSpPr/>
              <p:nvPr/>
            </p:nvSpPr>
            <p:spPr>
              <a:xfrm>
                <a:off x="891486" y="1723609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7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7" name="Google Shape;9597;p37"/>
              <p:cNvSpPr/>
              <p:nvPr/>
            </p:nvSpPr>
            <p:spPr>
              <a:xfrm>
                <a:off x="1337128" y="1674110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7" y="1"/>
                    </a:moveTo>
                    <a:cubicBezTo>
                      <a:pt x="30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2"/>
                      <a:pt x="12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8" name="Google Shape;9598;p37"/>
              <p:cNvSpPr/>
              <p:nvPr/>
            </p:nvSpPr>
            <p:spPr>
              <a:xfrm>
                <a:off x="1287630" y="1674110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9" name="Google Shape;9599;p37"/>
              <p:cNvSpPr/>
              <p:nvPr/>
            </p:nvSpPr>
            <p:spPr>
              <a:xfrm>
                <a:off x="1237977" y="1674110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0" name="Google Shape;9600;p37"/>
              <p:cNvSpPr/>
              <p:nvPr/>
            </p:nvSpPr>
            <p:spPr>
              <a:xfrm>
                <a:off x="1188632" y="1674110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2" y="72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1" name="Google Shape;9601;p37"/>
              <p:cNvSpPr/>
              <p:nvPr/>
            </p:nvSpPr>
            <p:spPr>
              <a:xfrm>
                <a:off x="1139133" y="1674110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2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2" name="Google Shape;9602;p37"/>
              <p:cNvSpPr/>
              <p:nvPr/>
            </p:nvSpPr>
            <p:spPr>
              <a:xfrm>
                <a:off x="1089481" y="1674110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3" name="Google Shape;9603;p37"/>
              <p:cNvSpPr/>
              <p:nvPr/>
            </p:nvSpPr>
            <p:spPr>
              <a:xfrm>
                <a:off x="1039982" y="1674110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4" name="Google Shape;9604;p37"/>
              <p:cNvSpPr/>
              <p:nvPr/>
            </p:nvSpPr>
            <p:spPr>
              <a:xfrm>
                <a:off x="990483" y="1674110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5" name="Google Shape;9605;p37"/>
              <p:cNvSpPr/>
              <p:nvPr/>
            </p:nvSpPr>
            <p:spPr>
              <a:xfrm>
                <a:off x="940984" y="1674110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6" name="Google Shape;9606;p37"/>
              <p:cNvSpPr/>
              <p:nvPr/>
            </p:nvSpPr>
            <p:spPr>
              <a:xfrm>
                <a:off x="891486" y="1674110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7" name="Google Shape;9607;p37"/>
              <p:cNvSpPr/>
              <p:nvPr/>
            </p:nvSpPr>
            <p:spPr>
              <a:xfrm>
                <a:off x="841987" y="1674110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2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8" name="Google Shape;9608;p37"/>
              <p:cNvSpPr/>
              <p:nvPr/>
            </p:nvSpPr>
            <p:spPr>
              <a:xfrm>
                <a:off x="1337128" y="1624765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7" y="0"/>
                    </a:moveTo>
                    <a:cubicBezTo>
                      <a:pt x="30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9" name="Google Shape;9609;p37"/>
              <p:cNvSpPr/>
              <p:nvPr/>
            </p:nvSpPr>
            <p:spPr>
              <a:xfrm>
                <a:off x="1287630" y="1624765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0" name="Google Shape;9610;p37"/>
              <p:cNvSpPr/>
              <p:nvPr/>
            </p:nvSpPr>
            <p:spPr>
              <a:xfrm>
                <a:off x="1237977" y="1624765"/>
                <a:ext cx="23753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0"/>
                    </a:moveTo>
                    <a:cubicBezTo>
                      <a:pt x="31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0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1" name="Google Shape;9611;p37"/>
              <p:cNvSpPr/>
              <p:nvPr/>
            </p:nvSpPr>
            <p:spPr>
              <a:xfrm>
                <a:off x="1188632" y="1624765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2" y="70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2" name="Google Shape;9612;p37"/>
              <p:cNvSpPr/>
              <p:nvPr/>
            </p:nvSpPr>
            <p:spPr>
              <a:xfrm>
                <a:off x="1139133" y="1624765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1"/>
                    </a:cubicBezTo>
                    <a:cubicBezTo>
                      <a:pt x="153" y="70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3" name="Google Shape;9613;p37"/>
              <p:cNvSpPr/>
              <p:nvPr/>
            </p:nvSpPr>
            <p:spPr>
              <a:xfrm>
                <a:off x="1089481" y="1624765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0"/>
                    </a:moveTo>
                    <a:cubicBezTo>
                      <a:pt x="31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4" y="70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4" name="Google Shape;9614;p37"/>
              <p:cNvSpPr/>
              <p:nvPr/>
            </p:nvSpPr>
            <p:spPr>
              <a:xfrm>
                <a:off x="1039982" y="1624765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5" name="Google Shape;9615;p37"/>
              <p:cNvSpPr/>
              <p:nvPr/>
            </p:nvSpPr>
            <p:spPr>
              <a:xfrm>
                <a:off x="990483" y="1624765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6" name="Google Shape;9616;p37"/>
              <p:cNvSpPr/>
              <p:nvPr/>
            </p:nvSpPr>
            <p:spPr>
              <a:xfrm>
                <a:off x="940984" y="1624765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7" name="Google Shape;9617;p37"/>
              <p:cNvSpPr/>
              <p:nvPr/>
            </p:nvSpPr>
            <p:spPr>
              <a:xfrm>
                <a:off x="891486" y="1624765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8" name="Google Shape;9618;p37"/>
              <p:cNvSpPr/>
              <p:nvPr/>
            </p:nvSpPr>
            <p:spPr>
              <a:xfrm>
                <a:off x="841987" y="1624765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9" name="Google Shape;9619;p37"/>
              <p:cNvSpPr/>
              <p:nvPr/>
            </p:nvSpPr>
            <p:spPr>
              <a:xfrm>
                <a:off x="1337128" y="1575113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0"/>
                    </a:moveTo>
                    <a:cubicBezTo>
                      <a:pt x="30" y="0"/>
                      <a:pt x="0" y="29"/>
                      <a:pt x="0" y="66"/>
                    </a:cubicBezTo>
                    <a:cubicBezTo>
                      <a:pt x="0" y="102"/>
                      <a:pt x="30" y="131"/>
                      <a:pt x="65" y="131"/>
                    </a:cubicBezTo>
                    <a:cubicBezTo>
                      <a:pt x="102" y="131"/>
                      <a:pt x="132" y="102"/>
                      <a:pt x="132" y="66"/>
                    </a:cubicBezTo>
                    <a:cubicBezTo>
                      <a:pt x="132" y="29"/>
                      <a:pt x="102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0" name="Google Shape;9620;p37"/>
              <p:cNvSpPr/>
              <p:nvPr/>
            </p:nvSpPr>
            <p:spPr>
              <a:xfrm>
                <a:off x="1287630" y="157511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1" name="Google Shape;9621;p37"/>
              <p:cNvSpPr/>
              <p:nvPr/>
            </p:nvSpPr>
            <p:spPr>
              <a:xfrm>
                <a:off x="1237977" y="1575113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0"/>
                    </a:moveTo>
                    <a:cubicBezTo>
                      <a:pt x="31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100" y="126"/>
                      <a:pt x="113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2" name="Google Shape;9622;p37"/>
              <p:cNvSpPr/>
              <p:nvPr/>
            </p:nvSpPr>
            <p:spPr>
              <a:xfrm>
                <a:off x="1188632" y="1575113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2"/>
                      <a:pt x="29" y="131"/>
                      <a:pt x="65" y="131"/>
                    </a:cubicBezTo>
                    <a:cubicBezTo>
                      <a:pt x="102" y="131"/>
                      <a:pt x="131" y="102"/>
                      <a:pt x="131" y="66"/>
                    </a:cubicBezTo>
                    <a:cubicBezTo>
                      <a:pt x="131" y="29"/>
                      <a:pt x="102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3" name="Google Shape;9623;p37"/>
              <p:cNvSpPr/>
              <p:nvPr/>
            </p:nvSpPr>
            <p:spPr>
              <a:xfrm>
                <a:off x="1139133" y="1575113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5"/>
                      <a:pt x="33" y="132"/>
                      <a:pt x="66" y="132"/>
                    </a:cubicBezTo>
                    <a:cubicBezTo>
                      <a:pt x="82" y="132"/>
                      <a:pt x="98" y="126"/>
                      <a:pt x="111" y="112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4" name="Google Shape;9624;p37"/>
              <p:cNvSpPr/>
              <p:nvPr/>
            </p:nvSpPr>
            <p:spPr>
              <a:xfrm>
                <a:off x="1089481" y="157511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0"/>
                    </a:moveTo>
                    <a:cubicBezTo>
                      <a:pt x="31" y="0"/>
                      <a:pt x="0" y="29"/>
                      <a:pt x="0" y="66"/>
                    </a:cubicBezTo>
                    <a:cubicBezTo>
                      <a:pt x="0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5" name="Google Shape;9625;p37"/>
              <p:cNvSpPr/>
              <p:nvPr/>
            </p:nvSpPr>
            <p:spPr>
              <a:xfrm>
                <a:off x="1039982" y="1575113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2"/>
                      <a:pt x="30" y="131"/>
                      <a:pt x="66" y="131"/>
                    </a:cubicBezTo>
                    <a:cubicBezTo>
                      <a:pt x="103" y="131"/>
                      <a:pt x="132" y="102"/>
                      <a:pt x="132" y="66"/>
                    </a:cubicBezTo>
                    <a:cubicBezTo>
                      <a:pt x="132" y="29"/>
                      <a:pt x="103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6" name="Google Shape;9626;p37"/>
              <p:cNvSpPr/>
              <p:nvPr/>
            </p:nvSpPr>
            <p:spPr>
              <a:xfrm>
                <a:off x="990483" y="157511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7" name="Google Shape;9627;p37"/>
              <p:cNvSpPr/>
              <p:nvPr/>
            </p:nvSpPr>
            <p:spPr>
              <a:xfrm>
                <a:off x="940984" y="157511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5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8" name="Google Shape;9628;p37"/>
              <p:cNvSpPr/>
              <p:nvPr/>
            </p:nvSpPr>
            <p:spPr>
              <a:xfrm>
                <a:off x="891486" y="1575113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2"/>
                      <a:pt x="29" y="131"/>
                      <a:pt x="65" y="131"/>
                    </a:cubicBezTo>
                    <a:cubicBezTo>
                      <a:pt x="102" y="131"/>
                      <a:pt x="131" y="102"/>
                      <a:pt x="131" y="66"/>
                    </a:cubicBezTo>
                    <a:cubicBezTo>
                      <a:pt x="131" y="29"/>
                      <a:pt x="102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9" name="Google Shape;9629;p37"/>
              <p:cNvSpPr/>
              <p:nvPr/>
            </p:nvSpPr>
            <p:spPr>
              <a:xfrm>
                <a:off x="841987" y="1575113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6" y="132"/>
                    </a:cubicBezTo>
                    <a:cubicBezTo>
                      <a:pt x="82" y="132"/>
                      <a:pt x="98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0" name="Google Shape;9630;p37"/>
              <p:cNvSpPr/>
              <p:nvPr/>
            </p:nvSpPr>
            <p:spPr>
              <a:xfrm>
                <a:off x="1337128" y="1525614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7" y="1"/>
                    </a:moveTo>
                    <a:cubicBezTo>
                      <a:pt x="30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1" name="Google Shape;9631;p37"/>
              <p:cNvSpPr/>
              <p:nvPr/>
            </p:nvSpPr>
            <p:spPr>
              <a:xfrm>
                <a:off x="1287630" y="1525614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2" name="Google Shape;9632;p37"/>
              <p:cNvSpPr/>
              <p:nvPr/>
            </p:nvSpPr>
            <p:spPr>
              <a:xfrm>
                <a:off x="1237977" y="1525614"/>
                <a:ext cx="23753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3" name="Google Shape;9633;p37"/>
              <p:cNvSpPr/>
              <p:nvPr/>
            </p:nvSpPr>
            <p:spPr>
              <a:xfrm>
                <a:off x="1188632" y="1525614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2" y="71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4" name="Google Shape;9634;p37"/>
              <p:cNvSpPr/>
              <p:nvPr/>
            </p:nvSpPr>
            <p:spPr>
              <a:xfrm>
                <a:off x="1139133" y="1525614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2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5" name="Google Shape;9635;p37"/>
              <p:cNvSpPr/>
              <p:nvPr/>
            </p:nvSpPr>
            <p:spPr>
              <a:xfrm>
                <a:off x="1089481" y="1525614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6" name="Google Shape;9636;p37"/>
              <p:cNvSpPr/>
              <p:nvPr/>
            </p:nvSpPr>
            <p:spPr>
              <a:xfrm>
                <a:off x="1039982" y="1525614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7" name="Google Shape;9637;p37"/>
              <p:cNvSpPr/>
              <p:nvPr/>
            </p:nvSpPr>
            <p:spPr>
              <a:xfrm>
                <a:off x="990483" y="1525614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8" name="Google Shape;9638;p37"/>
              <p:cNvSpPr/>
              <p:nvPr/>
            </p:nvSpPr>
            <p:spPr>
              <a:xfrm>
                <a:off x="940984" y="1525614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9" name="Google Shape;9639;p37"/>
              <p:cNvSpPr/>
              <p:nvPr/>
            </p:nvSpPr>
            <p:spPr>
              <a:xfrm>
                <a:off x="891486" y="1525614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0" name="Google Shape;9640;p37"/>
              <p:cNvSpPr/>
              <p:nvPr/>
            </p:nvSpPr>
            <p:spPr>
              <a:xfrm>
                <a:off x="841987" y="1525614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1" name="Google Shape;9641;p37"/>
              <p:cNvSpPr/>
              <p:nvPr/>
            </p:nvSpPr>
            <p:spPr>
              <a:xfrm>
                <a:off x="1337128" y="147611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7" y="1"/>
                    </a:moveTo>
                    <a:cubicBezTo>
                      <a:pt x="30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0"/>
                      <a:pt x="12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2" name="Google Shape;9642;p37"/>
              <p:cNvSpPr/>
              <p:nvPr/>
            </p:nvSpPr>
            <p:spPr>
              <a:xfrm>
                <a:off x="1287630" y="147611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3" name="Google Shape;9643;p37"/>
              <p:cNvSpPr/>
              <p:nvPr/>
            </p:nvSpPr>
            <p:spPr>
              <a:xfrm>
                <a:off x="1237977" y="1476115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4" y="70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4" name="Google Shape;9644;p37"/>
              <p:cNvSpPr/>
              <p:nvPr/>
            </p:nvSpPr>
            <p:spPr>
              <a:xfrm>
                <a:off x="1188632" y="147611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2" y="70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5" name="Google Shape;9645;p37"/>
              <p:cNvSpPr/>
              <p:nvPr/>
            </p:nvSpPr>
            <p:spPr>
              <a:xfrm>
                <a:off x="1139133" y="147611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2"/>
                    </a:cubicBezTo>
                    <a:cubicBezTo>
                      <a:pt x="153" y="70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6" name="Google Shape;9646;p37"/>
              <p:cNvSpPr/>
              <p:nvPr/>
            </p:nvSpPr>
            <p:spPr>
              <a:xfrm>
                <a:off x="1089481" y="147611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0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7" name="Google Shape;9647;p37"/>
              <p:cNvSpPr/>
              <p:nvPr/>
            </p:nvSpPr>
            <p:spPr>
              <a:xfrm>
                <a:off x="1039982" y="147611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8" name="Google Shape;9648;p37"/>
              <p:cNvSpPr/>
              <p:nvPr/>
            </p:nvSpPr>
            <p:spPr>
              <a:xfrm>
                <a:off x="990483" y="147611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9" name="Google Shape;9649;p37"/>
              <p:cNvSpPr/>
              <p:nvPr/>
            </p:nvSpPr>
            <p:spPr>
              <a:xfrm>
                <a:off x="940984" y="147611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0" name="Google Shape;9650;p37"/>
              <p:cNvSpPr/>
              <p:nvPr/>
            </p:nvSpPr>
            <p:spPr>
              <a:xfrm>
                <a:off x="891486" y="147611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0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1" name="Google Shape;9651;p37"/>
              <p:cNvSpPr/>
              <p:nvPr/>
            </p:nvSpPr>
            <p:spPr>
              <a:xfrm>
                <a:off x="841987" y="147611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2" name="Google Shape;9652;p37"/>
              <p:cNvSpPr/>
              <p:nvPr/>
            </p:nvSpPr>
            <p:spPr>
              <a:xfrm>
                <a:off x="1337128" y="1426463"/>
                <a:ext cx="20229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5" y="1"/>
                    </a:moveTo>
                    <a:cubicBezTo>
                      <a:pt x="30" y="1"/>
                      <a:pt x="0" y="30"/>
                      <a:pt x="0" y="66"/>
                    </a:cubicBezTo>
                    <a:cubicBezTo>
                      <a:pt x="0" y="103"/>
                      <a:pt x="30" y="132"/>
                      <a:pt x="65" y="132"/>
                    </a:cubicBezTo>
                    <a:cubicBezTo>
                      <a:pt x="102" y="132"/>
                      <a:pt x="132" y="103"/>
                      <a:pt x="132" y="66"/>
                    </a:cubicBezTo>
                    <a:cubicBezTo>
                      <a:pt x="132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3" name="Google Shape;9653;p37"/>
              <p:cNvSpPr/>
              <p:nvPr/>
            </p:nvSpPr>
            <p:spPr>
              <a:xfrm>
                <a:off x="1287630" y="142646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4" name="Google Shape;9654;p37"/>
              <p:cNvSpPr/>
              <p:nvPr/>
            </p:nvSpPr>
            <p:spPr>
              <a:xfrm>
                <a:off x="1237977" y="1426463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1" y="1"/>
                      <a:pt x="2" y="30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100" y="126"/>
                      <a:pt x="113" y="113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5" name="Google Shape;9655;p37"/>
              <p:cNvSpPr/>
              <p:nvPr/>
            </p:nvSpPr>
            <p:spPr>
              <a:xfrm>
                <a:off x="1188632" y="1426463"/>
                <a:ext cx="20229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6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6" name="Google Shape;9656;p37"/>
              <p:cNvSpPr/>
              <p:nvPr/>
            </p:nvSpPr>
            <p:spPr>
              <a:xfrm>
                <a:off x="1139133" y="1426463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6"/>
                      <a:pt x="33" y="132"/>
                      <a:pt x="67" y="132"/>
                    </a:cubicBezTo>
                    <a:cubicBezTo>
                      <a:pt x="82" y="132"/>
                      <a:pt x="98" y="126"/>
                      <a:pt x="111" y="113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7" name="Google Shape;9657;p37"/>
              <p:cNvSpPr/>
              <p:nvPr/>
            </p:nvSpPr>
            <p:spPr>
              <a:xfrm>
                <a:off x="1089481" y="142646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8" name="Google Shape;9658;p37"/>
              <p:cNvSpPr/>
              <p:nvPr/>
            </p:nvSpPr>
            <p:spPr>
              <a:xfrm>
                <a:off x="1039982" y="1426463"/>
                <a:ext cx="20229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3" y="132"/>
                      <a:pt x="132" y="103"/>
                      <a:pt x="132" y="66"/>
                    </a:cubicBezTo>
                    <a:cubicBezTo>
                      <a:pt x="132" y="30"/>
                      <a:pt x="103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9" name="Google Shape;9659;p37"/>
              <p:cNvSpPr/>
              <p:nvPr/>
            </p:nvSpPr>
            <p:spPr>
              <a:xfrm>
                <a:off x="990483" y="142646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6"/>
                      <a:pt x="34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0" name="Google Shape;9660;p37"/>
              <p:cNvSpPr/>
              <p:nvPr/>
            </p:nvSpPr>
            <p:spPr>
              <a:xfrm>
                <a:off x="940984" y="1426463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1" name="Google Shape;9661;p37"/>
              <p:cNvSpPr/>
              <p:nvPr/>
            </p:nvSpPr>
            <p:spPr>
              <a:xfrm>
                <a:off x="891486" y="1426463"/>
                <a:ext cx="20229" cy="20382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6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2" name="Google Shape;9662;p37"/>
              <p:cNvSpPr/>
              <p:nvPr/>
            </p:nvSpPr>
            <p:spPr>
              <a:xfrm>
                <a:off x="841987" y="1426463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8" y="126"/>
                      <a:pt x="112" y="113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3" name="Google Shape;9663;p37"/>
              <p:cNvSpPr/>
              <p:nvPr/>
            </p:nvSpPr>
            <p:spPr>
              <a:xfrm>
                <a:off x="1337128" y="1377117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7" y="0"/>
                    </a:moveTo>
                    <a:cubicBezTo>
                      <a:pt x="30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1"/>
                      <a:pt x="124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4" name="Google Shape;9664;p37"/>
              <p:cNvSpPr/>
              <p:nvPr/>
            </p:nvSpPr>
            <p:spPr>
              <a:xfrm>
                <a:off x="1287630" y="1377117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5" name="Google Shape;9665;p37"/>
              <p:cNvSpPr/>
              <p:nvPr/>
            </p:nvSpPr>
            <p:spPr>
              <a:xfrm>
                <a:off x="1237977" y="1377117"/>
                <a:ext cx="23753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0"/>
                    </a:moveTo>
                    <a:cubicBezTo>
                      <a:pt x="31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6" name="Google Shape;9666;p37"/>
              <p:cNvSpPr/>
              <p:nvPr/>
            </p:nvSpPr>
            <p:spPr>
              <a:xfrm>
                <a:off x="1188632" y="1377117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2" y="71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7" name="Google Shape;9667;p37"/>
              <p:cNvSpPr/>
              <p:nvPr/>
            </p:nvSpPr>
            <p:spPr>
              <a:xfrm>
                <a:off x="1139133" y="1377117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1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8" name="Google Shape;9668;p37"/>
              <p:cNvSpPr/>
              <p:nvPr/>
            </p:nvSpPr>
            <p:spPr>
              <a:xfrm>
                <a:off x="1089481" y="1377117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0"/>
                    </a:moveTo>
                    <a:cubicBezTo>
                      <a:pt x="31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9" name="Google Shape;9669;p37"/>
              <p:cNvSpPr/>
              <p:nvPr/>
            </p:nvSpPr>
            <p:spPr>
              <a:xfrm>
                <a:off x="1039982" y="1377117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0" name="Google Shape;9670;p37"/>
              <p:cNvSpPr/>
              <p:nvPr/>
            </p:nvSpPr>
            <p:spPr>
              <a:xfrm>
                <a:off x="990483" y="1377117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1" name="Google Shape;9671;p37"/>
              <p:cNvSpPr/>
              <p:nvPr/>
            </p:nvSpPr>
            <p:spPr>
              <a:xfrm>
                <a:off x="940984" y="1377117"/>
                <a:ext cx="236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2" name="Google Shape;9672;p37"/>
              <p:cNvSpPr/>
              <p:nvPr/>
            </p:nvSpPr>
            <p:spPr>
              <a:xfrm>
                <a:off x="891486" y="1377117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3" name="Google Shape;9673;p37"/>
              <p:cNvSpPr/>
              <p:nvPr/>
            </p:nvSpPr>
            <p:spPr>
              <a:xfrm>
                <a:off x="841987" y="1377117"/>
                <a:ext cx="23447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1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4" name="Google Shape;9674;p37"/>
              <p:cNvSpPr/>
              <p:nvPr/>
            </p:nvSpPr>
            <p:spPr>
              <a:xfrm>
                <a:off x="1287630" y="132746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31"/>
                      <a:pt x="1" y="66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5" name="Google Shape;9675;p37"/>
              <p:cNvSpPr/>
              <p:nvPr/>
            </p:nvSpPr>
            <p:spPr>
              <a:xfrm>
                <a:off x="1237977" y="1327465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0"/>
                    </a:moveTo>
                    <a:cubicBezTo>
                      <a:pt x="31" y="0"/>
                      <a:pt x="2" y="31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6" name="Google Shape;9676;p37"/>
              <p:cNvSpPr/>
              <p:nvPr/>
            </p:nvSpPr>
            <p:spPr>
              <a:xfrm>
                <a:off x="1188632" y="132746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31"/>
                      <a:pt x="0" y="66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2" y="71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7" name="Google Shape;9677;p37"/>
              <p:cNvSpPr/>
              <p:nvPr/>
            </p:nvSpPr>
            <p:spPr>
              <a:xfrm>
                <a:off x="1139133" y="132746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31"/>
                      <a:pt x="0" y="66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8" y="126"/>
                      <a:pt x="111" y="112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8" name="Google Shape;9678;p37"/>
              <p:cNvSpPr/>
              <p:nvPr/>
            </p:nvSpPr>
            <p:spPr>
              <a:xfrm>
                <a:off x="1089481" y="132746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0"/>
                    </a:moveTo>
                    <a:cubicBezTo>
                      <a:pt x="31" y="0"/>
                      <a:pt x="0" y="31"/>
                      <a:pt x="0" y="66"/>
                    </a:cubicBezTo>
                    <a:cubicBezTo>
                      <a:pt x="0" y="106"/>
                      <a:pt x="33" y="132"/>
                      <a:pt x="66" y="132"/>
                    </a:cubicBezTo>
                    <a:cubicBezTo>
                      <a:pt x="83" y="132"/>
                      <a:pt x="99" y="126"/>
                      <a:pt x="112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9" name="Google Shape;9679;p37"/>
              <p:cNvSpPr/>
              <p:nvPr/>
            </p:nvSpPr>
            <p:spPr>
              <a:xfrm>
                <a:off x="1039982" y="132746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31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0" name="Google Shape;9680;p37"/>
              <p:cNvSpPr/>
              <p:nvPr/>
            </p:nvSpPr>
            <p:spPr>
              <a:xfrm>
                <a:off x="990483" y="132746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31"/>
                      <a:pt x="1" y="66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1" name="Google Shape;9681;p37"/>
              <p:cNvSpPr/>
              <p:nvPr/>
            </p:nvSpPr>
            <p:spPr>
              <a:xfrm>
                <a:off x="940984" y="1327465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29" y="0"/>
                      <a:pt x="0" y="31"/>
                      <a:pt x="0" y="66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2" name="Google Shape;9682;p37"/>
              <p:cNvSpPr/>
              <p:nvPr/>
            </p:nvSpPr>
            <p:spPr>
              <a:xfrm>
                <a:off x="891486" y="1327465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31"/>
                      <a:pt x="0" y="66"/>
                    </a:cubicBezTo>
                    <a:cubicBezTo>
                      <a:pt x="0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3" name="Google Shape;9683;p37"/>
              <p:cNvSpPr/>
              <p:nvPr/>
            </p:nvSpPr>
            <p:spPr>
              <a:xfrm>
                <a:off x="1237977" y="1277966"/>
                <a:ext cx="23753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100" y="126"/>
                      <a:pt x="113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4" name="Google Shape;9684;p37"/>
              <p:cNvSpPr/>
              <p:nvPr/>
            </p:nvSpPr>
            <p:spPr>
              <a:xfrm>
                <a:off x="1188632" y="1277966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6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5" name="Google Shape;9685;p37"/>
              <p:cNvSpPr/>
              <p:nvPr/>
            </p:nvSpPr>
            <p:spPr>
              <a:xfrm>
                <a:off x="1139133" y="1277966"/>
                <a:ext cx="23447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2" y="131"/>
                      <a:pt x="98" y="126"/>
                      <a:pt x="111" y="113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6" name="Google Shape;9686;p37"/>
              <p:cNvSpPr/>
              <p:nvPr/>
            </p:nvSpPr>
            <p:spPr>
              <a:xfrm>
                <a:off x="1089481" y="1277966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3" y="131"/>
                      <a:pt x="99" y="126"/>
                      <a:pt x="112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7" name="Google Shape;9687;p37"/>
              <p:cNvSpPr/>
              <p:nvPr/>
            </p:nvSpPr>
            <p:spPr>
              <a:xfrm>
                <a:off x="1039982" y="1277966"/>
                <a:ext cx="20229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3" y="132"/>
                      <a:pt x="132" y="103"/>
                      <a:pt x="132" y="66"/>
                    </a:cubicBezTo>
                    <a:cubicBezTo>
                      <a:pt x="132" y="30"/>
                      <a:pt x="103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8" name="Google Shape;9688;p37"/>
              <p:cNvSpPr/>
              <p:nvPr/>
            </p:nvSpPr>
            <p:spPr>
              <a:xfrm>
                <a:off x="990483" y="1277966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4" y="131"/>
                      <a:pt x="67" y="131"/>
                    </a:cubicBezTo>
                    <a:cubicBezTo>
                      <a:pt x="83" y="131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9" name="Google Shape;9689;p37"/>
              <p:cNvSpPr/>
              <p:nvPr/>
            </p:nvSpPr>
            <p:spPr>
              <a:xfrm>
                <a:off x="940984" y="1277966"/>
                <a:ext cx="23600" cy="2022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3" y="131"/>
                      <a:pt x="99" y="126"/>
                      <a:pt x="112" y="113"/>
                    </a:cubicBezTo>
                    <a:cubicBezTo>
                      <a:pt x="154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90" name="Google Shape;9690;p37"/>
            <p:cNvGrpSpPr/>
            <p:nvPr/>
          </p:nvGrpSpPr>
          <p:grpSpPr>
            <a:xfrm>
              <a:off x="1515648" y="1674751"/>
              <a:ext cx="497400" cy="497400"/>
              <a:chOff x="1515648" y="1674751"/>
              <a:chExt cx="497400" cy="497400"/>
            </a:xfrm>
          </p:grpSpPr>
          <p:sp>
            <p:nvSpPr>
              <p:cNvPr id="9691" name="Google Shape;9691;p37"/>
              <p:cNvSpPr/>
              <p:nvPr/>
            </p:nvSpPr>
            <p:spPr>
              <a:xfrm>
                <a:off x="1515648" y="1674751"/>
                <a:ext cx="497400" cy="497400"/>
              </a:xfrm>
              <a:prstGeom prst="roundRect">
                <a:avLst>
                  <a:gd name="adj" fmla="val 23388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2" name="Google Shape;9692;p37"/>
              <p:cNvSpPr/>
              <p:nvPr/>
            </p:nvSpPr>
            <p:spPr>
              <a:xfrm>
                <a:off x="1624885" y="1781164"/>
                <a:ext cx="278929" cy="284564"/>
              </a:xfrm>
              <a:custGeom>
                <a:avLst/>
                <a:gdLst/>
                <a:ahLst/>
                <a:cxnLst/>
                <a:rect l="l" t="t" r="r" b="b"/>
                <a:pathLst>
                  <a:path w="5284" h="5391" extrusionOk="0">
                    <a:moveTo>
                      <a:pt x="1837" y="185"/>
                    </a:moveTo>
                    <a:lnTo>
                      <a:pt x="1837" y="185"/>
                    </a:lnTo>
                    <a:cubicBezTo>
                      <a:pt x="1847" y="210"/>
                      <a:pt x="1853" y="232"/>
                      <a:pt x="1834" y="238"/>
                    </a:cubicBezTo>
                    <a:lnTo>
                      <a:pt x="1809" y="222"/>
                    </a:lnTo>
                    <a:lnTo>
                      <a:pt x="1818" y="191"/>
                    </a:lnTo>
                    <a:lnTo>
                      <a:pt x="1837" y="185"/>
                    </a:lnTo>
                    <a:close/>
                    <a:moveTo>
                      <a:pt x="2492" y="197"/>
                    </a:moveTo>
                    <a:cubicBezTo>
                      <a:pt x="2508" y="197"/>
                      <a:pt x="2508" y="219"/>
                      <a:pt x="2508" y="219"/>
                    </a:cubicBezTo>
                    <a:cubicBezTo>
                      <a:pt x="2508" y="219"/>
                      <a:pt x="2511" y="244"/>
                      <a:pt x="2492" y="247"/>
                    </a:cubicBezTo>
                    <a:cubicBezTo>
                      <a:pt x="2483" y="232"/>
                      <a:pt x="2473" y="216"/>
                      <a:pt x="2470" y="197"/>
                    </a:cubicBezTo>
                    <a:lnTo>
                      <a:pt x="2489" y="197"/>
                    </a:lnTo>
                    <a:cubicBezTo>
                      <a:pt x="2490" y="197"/>
                      <a:pt x="2491" y="197"/>
                      <a:pt x="2492" y="197"/>
                    </a:cubicBezTo>
                    <a:close/>
                    <a:moveTo>
                      <a:pt x="2325" y="262"/>
                    </a:moveTo>
                    <a:cubicBezTo>
                      <a:pt x="2332" y="262"/>
                      <a:pt x="2333" y="266"/>
                      <a:pt x="2335" y="285"/>
                    </a:cubicBezTo>
                    <a:lnTo>
                      <a:pt x="2317" y="288"/>
                    </a:lnTo>
                    <a:lnTo>
                      <a:pt x="2295" y="266"/>
                    </a:lnTo>
                    <a:lnTo>
                      <a:pt x="2313" y="263"/>
                    </a:lnTo>
                    <a:cubicBezTo>
                      <a:pt x="2318" y="262"/>
                      <a:pt x="2322" y="262"/>
                      <a:pt x="2325" y="262"/>
                    </a:cubicBezTo>
                    <a:close/>
                    <a:moveTo>
                      <a:pt x="2148" y="288"/>
                    </a:moveTo>
                    <a:cubicBezTo>
                      <a:pt x="2154" y="288"/>
                      <a:pt x="2155" y="293"/>
                      <a:pt x="2157" y="310"/>
                    </a:cubicBezTo>
                    <a:lnTo>
                      <a:pt x="2141" y="313"/>
                    </a:lnTo>
                    <a:lnTo>
                      <a:pt x="2119" y="294"/>
                    </a:lnTo>
                    <a:lnTo>
                      <a:pt x="2135" y="291"/>
                    </a:lnTo>
                    <a:cubicBezTo>
                      <a:pt x="2141" y="289"/>
                      <a:pt x="2145" y="288"/>
                      <a:pt x="2148" y="288"/>
                    </a:cubicBezTo>
                    <a:close/>
                    <a:moveTo>
                      <a:pt x="2278" y="306"/>
                    </a:moveTo>
                    <a:cubicBezTo>
                      <a:pt x="2276" y="306"/>
                      <a:pt x="2272" y="309"/>
                      <a:pt x="2266" y="319"/>
                    </a:cubicBezTo>
                    <a:cubicBezTo>
                      <a:pt x="2279" y="317"/>
                      <a:pt x="2282" y="306"/>
                      <a:pt x="2278" y="306"/>
                    </a:cubicBezTo>
                    <a:close/>
                    <a:moveTo>
                      <a:pt x="3232" y="257"/>
                    </a:moveTo>
                    <a:cubicBezTo>
                      <a:pt x="3235" y="257"/>
                      <a:pt x="3237" y="261"/>
                      <a:pt x="3235" y="269"/>
                    </a:cubicBezTo>
                    <a:cubicBezTo>
                      <a:pt x="3229" y="285"/>
                      <a:pt x="3219" y="301"/>
                      <a:pt x="3203" y="313"/>
                    </a:cubicBezTo>
                    <a:cubicBezTo>
                      <a:pt x="3203" y="313"/>
                      <a:pt x="3196" y="320"/>
                      <a:pt x="3191" y="320"/>
                    </a:cubicBezTo>
                    <a:cubicBezTo>
                      <a:pt x="3187" y="320"/>
                      <a:pt x="3185" y="317"/>
                      <a:pt x="3188" y="307"/>
                    </a:cubicBezTo>
                    <a:lnTo>
                      <a:pt x="3194" y="285"/>
                    </a:lnTo>
                    <a:cubicBezTo>
                      <a:pt x="3209" y="270"/>
                      <a:pt x="3224" y="257"/>
                      <a:pt x="3232" y="257"/>
                    </a:cubicBezTo>
                    <a:close/>
                    <a:moveTo>
                      <a:pt x="1623" y="291"/>
                    </a:moveTo>
                    <a:cubicBezTo>
                      <a:pt x="1629" y="291"/>
                      <a:pt x="1632" y="296"/>
                      <a:pt x="1640" y="310"/>
                    </a:cubicBezTo>
                    <a:cubicBezTo>
                      <a:pt x="1640" y="310"/>
                      <a:pt x="1649" y="335"/>
                      <a:pt x="1630" y="341"/>
                    </a:cubicBezTo>
                    <a:lnTo>
                      <a:pt x="1605" y="326"/>
                    </a:lnTo>
                    <a:cubicBezTo>
                      <a:pt x="1593" y="304"/>
                      <a:pt x="1611" y="294"/>
                      <a:pt x="1611" y="294"/>
                    </a:cubicBezTo>
                    <a:cubicBezTo>
                      <a:pt x="1617" y="292"/>
                      <a:pt x="1620" y="291"/>
                      <a:pt x="1623" y="291"/>
                    </a:cubicBezTo>
                    <a:close/>
                    <a:moveTo>
                      <a:pt x="2017" y="299"/>
                    </a:moveTo>
                    <a:cubicBezTo>
                      <a:pt x="2023" y="299"/>
                      <a:pt x="2029" y="305"/>
                      <a:pt x="2031" y="316"/>
                    </a:cubicBezTo>
                    <a:cubicBezTo>
                      <a:pt x="2038" y="341"/>
                      <a:pt x="2038" y="341"/>
                      <a:pt x="2019" y="344"/>
                    </a:cubicBezTo>
                    <a:cubicBezTo>
                      <a:pt x="2007" y="348"/>
                      <a:pt x="1999" y="350"/>
                      <a:pt x="1994" y="350"/>
                    </a:cubicBezTo>
                    <a:cubicBezTo>
                      <a:pt x="1986" y="350"/>
                      <a:pt x="1989" y="343"/>
                      <a:pt x="1997" y="322"/>
                    </a:cubicBezTo>
                    <a:lnTo>
                      <a:pt x="1997" y="322"/>
                    </a:lnTo>
                    <a:lnTo>
                      <a:pt x="1994" y="326"/>
                    </a:lnTo>
                    <a:cubicBezTo>
                      <a:pt x="2001" y="308"/>
                      <a:pt x="2010" y="299"/>
                      <a:pt x="2017" y="299"/>
                    </a:cubicBezTo>
                    <a:close/>
                    <a:moveTo>
                      <a:pt x="2107" y="403"/>
                    </a:moveTo>
                    <a:cubicBezTo>
                      <a:pt x="2107" y="410"/>
                      <a:pt x="2108" y="417"/>
                      <a:pt x="2110" y="426"/>
                    </a:cubicBezTo>
                    <a:cubicBezTo>
                      <a:pt x="2113" y="428"/>
                      <a:pt x="2115" y="430"/>
                      <a:pt x="2117" y="432"/>
                    </a:cubicBezTo>
                    <a:lnTo>
                      <a:pt x="2117" y="432"/>
                    </a:lnTo>
                    <a:cubicBezTo>
                      <a:pt x="2114" y="426"/>
                      <a:pt x="2110" y="417"/>
                      <a:pt x="2107" y="403"/>
                    </a:cubicBezTo>
                    <a:close/>
                    <a:moveTo>
                      <a:pt x="2117" y="432"/>
                    </a:moveTo>
                    <a:lnTo>
                      <a:pt x="2117" y="432"/>
                    </a:lnTo>
                    <a:cubicBezTo>
                      <a:pt x="2119" y="437"/>
                      <a:pt x="2122" y="439"/>
                      <a:pt x="2122" y="439"/>
                    </a:cubicBezTo>
                    <a:cubicBezTo>
                      <a:pt x="2123" y="439"/>
                      <a:pt x="2121" y="436"/>
                      <a:pt x="2117" y="432"/>
                    </a:cubicBezTo>
                    <a:close/>
                    <a:moveTo>
                      <a:pt x="3843" y="398"/>
                    </a:moveTo>
                    <a:cubicBezTo>
                      <a:pt x="3862" y="407"/>
                      <a:pt x="3862" y="407"/>
                      <a:pt x="3849" y="429"/>
                    </a:cubicBezTo>
                    <a:cubicBezTo>
                      <a:pt x="3839" y="446"/>
                      <a:pt x="3820" y="457"/>
                      <a:pt x="3805" y="457"/>
                    </a:cubicBezTo>
                    <a:cubicBezTo>
                      <a:pt x="3800" y="457"/>
                      <a:pt x="3796" y="456"/>
                      <a:pt x="3793" y="454"/>
                    </a:cubicBezTo>
                    <a:cubicBezTo>
                      <a:pt x="3774" y="448"/>
                      <a:pt x="3799" y="401"/>
                      <a:pt x="3843" y="398"/>
                    </a:cubicBezTo>
                    <a:close/>
                    <a:moveTo>
                      <a:pt x="880" y="750"/>
                    </a:moveTo>
                    <a:lnTo>
                      <a:pt x="880" y="750"/>
                    </a:lnTo>
                    <a:cubicBezTo>
                      <a:pt x="880" y="750"/>
                      <a:pt x="883" y="754"/>
                      <a:pt x="888" y="760"/>
                    </a:cubicBezTo>
                    <a:lnTo>
                      <a:pt x="888" y="760"/>
                    </a:lnTo>
                    <a:cubicBezTo>
                      <a:pt x="888" y="759"/>
                      <a:pt x="888" y="759"/>
                      <a:pt x="888" y="758"/>
                    </a:cubicBezTo>
                    <a:cubicBezTo>
                      <a:pt x="882" y="753"/>
                      <a:pt x="880" y="750"/>
                      <a:pt x="880" y="750"/>
                    </a:cubicBezTo>
                    <a:close/>
                    <a:moveTo>
                      <a:pt x="549" y="1397"/>
                    </a:moveTo>
                    <a:cubicBezTo>
                      <a:pt x="568" y="1413"/>
                      <a:pt x="590" y="1426"/>
                      <a:pt x="580" y="1441"/>
                    </a:cubicBezTo>
                    <a:lnTo>
                      <a:pt x="571" y="1454"/>
                    </a:lnTo>
                    <a:cubicBezTo>
                      <a:pt x="559" y="1444"/>
                      <a:pt x="546" y="1432"/>
                      <a:pt x="540" y="1413"/>
                    </a:cubicBezTo>
                    <a:lnTo>
                      <a:pt x="549" y="1397"/>
                    </a:lnTo>
                    <a:close/>
                    <a:moveTo>
                      <a:pt x="293" y="2074"/>
                    </a:moveTo>
                    <a:cubicBezTo>
                      <a:pt x="297" y="2074"/>
                      <a:pt x="301" y="2076"/>
                      <a:pt x="308" y="2077"/>
                    </a:cubicBezTo>
                    <a:cubicBezTo>
                      <a:pt x="333" y="2084"/>
                      <a:pt x="323" y="2118"/>
                      <a:pt x="320" y="2134"/>
                    </a:cubicBezTo>
                    <a:cubicBezTo>
                      <a:pt x="315" y="2136"/>
                      <a:pt x="310" y="2137"/>
                      <a:pt x="305" y="2137"/>
                    </a:cubicBezTo>
                    <a:cubicBezTo>
                      <a:pt x="285" y="2137"/>
                      <a:pt x="271" y="2118"/>
                      <a:pt x="276" y="2106"/>
                    </a:cubicBezTo>
                    <a:cubicBezTo>
                      <a:pt x="283" y="2081"/>
                      <a:pt x="285" y="2074"/>
                      <a:pt x="293" y="2074"/>
                    </a:cubicBezTo>
                    <a:close/>
                    <a:moveTo>
                      <a:pt x="5183" y="2524"/>
                    </a:moveTo>
                    <a:cubicBezTo>
                      <a:pt x="5200" y="2524"/>
                      <a:pt x="5212" y="2528"/>
                      <a:pt x="5212" y="2541"/>
                    </a:cubicBezTo>
                    <a:cubicBezTo>
                      <a:pt x="5238" y="2559"/>
                      <a:pt x="5237" y="2568"/>
                      <a:pt x="5224" y="2568"/>
                    </a:cubicBezTo>
                    <a:cubicBezTo>
                      <a:pt x="5211" y="2568"/>
                      <a:pt x="5187" y="2560"/>
                      <a:pt x="5162" y="2541"/>
                    </a:cubicBezTo>
                    <a:cubicBezTo>
                      <a:pt x="5112" y="2526"/>
                      <a:pt x="5112" y="2526"/>
                      <a:pt x="5162" y="2526"/>
                    </a:cubicBezTo>
                    <a:cubicBezTo>
                      <a:pt x="5169" y="2525"/>
                      <a:pt x="5177" y="2524"/>
                      <a:pt x="5183" y="2524"/>
                    </a:cubicBezTo>
                    <a:close/>
                    <a:moveTo>
                      <a:pt x="4705" y="2908"/>
                    </a:moveTo>
                    <a:lnTo>
                      <a:pt x="4701" y="2924"/>
                    </a:lnTo>
                    <a:cubicBezTo>
                      <a:pt x="4698" y="2939"/>
                      <a:pt x="4723" y="2942"/>
                      <a:pt x="4748" y="2945"/>
                    </a:cubicBezTo>
                    <a:lnTo>
                      <a:pt x="4752" y="2930"/>
                    </a:lnTo>
                    <a:cubicBezTo>
                      <a:pt x="4739" y="2917"/>
                      <a:pt x="4720" y="2911"/>
                      <a:pt x="4705" y="2908"/>
                    </a:cubicBezTo>
                    <a:close/>
                    <a:moveTo>
                      <a:pt x="5099" y="2992"/>
                    </a:moveTo>
                    <a:cubicBezTo>
                      <a:pt x="5124" y="2996"/>
                      <a:pt x="5121" y="3014"/>
                      <a:pt x="5118" y="3030"/>
                    </a:cubicBezTo>
                    <a:cubicBezTo>
                      <a:pt x="5116" y="3043"/>
                      <a:pt x="5115" y="3047"/>
                      <a:pt x="5106" y="3047"/>
                    </a:cubicBezTo>
                    <a:cubicBezTo>
                      <a:pt x="5102" y="3047"/>
                      <a:pt x="5097" y="3047"/>
                      <a:pt x="5090" y="3046"/>
                    </a:cubicBezTo>
                    <a:cubicBezTo>
                      <a:pt x="5090" y="3046"/>
                      <a:pt x="5068" y="3024"/>
                      <a:pt x="5071" y="3005"/>
                    </a:cubicBezTo>
                    <a:lnTo>
                      <a:pt x="5099" y="2992"/>
                    </a:lnTo>
                    <a:close/>
                    <a:moveTo>
                      <a:pt x="5071" y="3199"/>
                    </a:moveTo>
                    <a:cubicBezTo>
                      <a:pt x="5089" y="3199"/>
                      <a:pt x="5087" y="3206"/>
                      <a:pt x="5081" y="3231"/>
                    </a:cubicBezTo>
                    <a:cubicBezTo>
                      <a:pt x="5075" y="3247"/>
                      <a:pt x="5072" y="3260"/>
                      <a:pt x="5056" y="3260"/>
                    </a:cubicBezTo>
                    <a:cubicBezTo>
                      <a:pt x="5053" y="3260"/>
                      <a:pt x="5050" y="3260"/>
                      <a:pt x="5046" y="3259"/>
                    </a:cubicBezTo>
                    <a:lnTo>
                      <a:pt x="5049" y="3243"/>
                    </a:lnTo>
                    <a:cubicBezTo>
                      <a:pt x="5052" y="3244"/>
                      <a:pt x="5054" y="3244"/>
                      <a:pt x="5056" y="3244"/>
                    </a:cubicBezTo>
                    <a:cubicBezTo>
                      <a:pt x="5067" y="3244"/>
                      <a:pt x="5059" y="3233"/>
                      <a:pt x="5043" y="3233"/>
                    </a:cubicBezTo>
                    <a:cubicBezTo>
                      <a:pt x="5039" y="3233"/>
                      <a:pt x="5033" y="3234"/>
                      <a:pt x="5027" y="3237"/>
                    </a:cubicBezTo>
                    <a:lnTo>
                      <a:pt x="4977" y="3224"/>
                    </a:lnTo>
                    <a:cubicBezTo>
                      <a:pt x="4980" y="3212"/>
                      <a:pt x="5001" y="3201"/>
                      <a:pt x="5023" y="3201"/>
                    </a:cubicBezTo>
                    <a:cubicBezTo>
                      <a:pt x="5027" y="3201"/>
                      <a:pt x="5032" y="3201"/>
                      <a:pt x="5037" y="3202"/>
                    </a:cubicBezTo>
                    <a:cubicBezTo>
                      <a:pt x="5053" y="3201"/>
                      <a:pt x="5064" y="3199"/>
                      <a:pt x="5071" y="3199"/>
                    </a:cubicBezTo>
                    <a:close/>
                    <a:moveTo>
                      <a:pt x="5193" y="3296"/>
                    </a:moveTo>
                    <a:lnTo>
                      <a:pt x="5162" y="3309"/>
                    </a:lnTo>
                    <a:lnTo>
                      <a:pt x="5159" y="3328"/>
                    </a:lnTo>
                    <a:cubicBezTo>
                      <a:pt x="5167" y="3330"/>
                      <a:pt x="5172" y="3332"/>
                      <a:pt x="5176" y="3332"/>
                    </a:cubicBezTo>
                    <a:cubicBezTo>
                      <a:pt x="5182" y="3332"/>
                      <a:pt x="5183" y="3327"/>
                      <a:pt x="5187" y="3315"/>
                    </a:cubicBezTo>
                    <a:lnTo>
                      <a:pt x="5193" y="3296"/>
                    </a:lnTo>
                    <a:close/>
                    <a:moveTo>
                      <a:pt x="323" y="3334"/>
                    </a:moveTo>
                    <a:cubicBezTo>
                      <a:pt x="331" y="3334"/>
                      <a:pt x="338" y="3336"/>
                      <a:pt x="339" y="3343"/>
                    </a:cubicBezTo>
                    <a:lnTo>
                      <a:pt x="320" y="3369"/>
                    </a:lnTo>
                    <a:lnTo>
                      <a:pt x="292" y="3359"/>
                    </a:lnTo>
                    <a:lnTo>
                      <a:pt x="289" y="3340"/>
                    </a:lnTo>
                    <a:cubicBezTo>
                      <a:pt x="301" y="3337"/>
                      <a:pt x="313" y="3334"/>
                      <a:pt x="323" y="3334"/>
                    </a:cubicBezTo>
                    <a:close/>
                    <a:moveTo>
                      <a:pt x="257" y="3608"/>
                    </a:moveTo>
                    <a:cubicBezTo>
                      <a:pt x="265" y="3608"/>
                      <a:pt x="271" y="3611"/>
                      <a:pt x="273" y="3619"/>
                    </a:cubicBezTo>
                    <a:lnTo>
                      <a:pt x="280" y="3635"/>
                    </a:lnTo>
                    <a:cubicBezTo>
                      <a:pt x="269" y="3639"/>
                      <a:pt x="258" y="3640"/>
                      <a:pt x="247" y="3640"/>
                    </a:cubicBezTo>
                    <a:cubicBezTo>
                      <a:pt x="240" y="3640"/>
                      <a:pt x="233" y="3639"/>
                      <a:pt x="226" y="3638"/>
                    </a:cubicBezTo>
                    <a:lnTo>
                      <a:pt x="220" y="3619"/>
                    </a:lnTo>
                    <a:cubicBezTo>
                      <a:pt x="233" y="3614"/>
                      <a:pt x="246" y="3608"/>
                      <a:pt x="257" y="3608"/>
                    </a:cubicBezTo>
                    <a:close/>
                    <a:moveTo>
                      <a:pt x="584" y="3814"/>
                    </a:moveTo>
                    <a:cubicBezTo>
                      <a:pt x="593" y="3829"/>
                      <a:pt x="540" y="3839"/>
                      <a:pt x="518" y="3851"/>
                    </a:cubicBezTo>
                    <a:cubicBezTo>
                      <a:pt x="508" y="3835"/>
                      <a:pt x="508" y="3835"/>
                      <a:pt x="530" y="3823"/>
                    </a:cubicBezTo>
                    <a:cubicBezTo>
                      <a:pt x="546" y="3817"/>
                      <a:pt x="565" y="3814"/>
                      <a:pt x="584" y="3814"/>
                    </a:cubicBezTo>
                    <a:close/>
                    <a:moveTo>
                      <a:pt x="4551" y="4064"/>
                    </a:moveTo>
                    <a:cubicBezTo>
                      <a:pt x="4567" y="4086"/>
                      <a:pt x="4570" y="4114"/>
                      <a:pt x="4557" y="4139"/>
                    </a:cubicBezTo>
                    <a:cubicBezTo>
                      <a:pt x="4555" y="4142"/>
                      <a:pt x="4552" y="4144"/>
                      <a:pt x="4550" y="4144"/>
                    </a:cubicBezTo>
                    <a:cubicBezTo>
                      <a:pt x="4539" y="4144"/>
                      <a:pt x="4527" y="4127"/>
                      <a:pt x="4529" y="4092"/>
                    </a:cubicBezTo>
                    <a:lnTo>
                      <a:pt x="4551" y="4064"/>
                    </a:lnTo>
                    <a:close/>
                    <a:moveTo>
                      <a:pt x="802" y="4158"/>
                    </a:moveTo>
                    <a:cubicBezTo>
                      <a:pt x="806" y="4158"/>
                      <a:pt x="810" y="4160"/>
                      <a:pt x="812" y="4165"/>
                    </a:cubicBezTo>
                    <a:lnTo>
                      <a:pt x="806" y="4193"/>
                    </a:lnTo>
                    <a:lnTo>
                      <a:pt x="775" y="4196"/>
                    </a:lnTo>
                    <a:lnTo>
                      <a:pt x="765" y="4180"/>
                    </a:lnTo>
                    <a:cubicBezTo>
                      <a:pt x="779" y="4169"/>
                      <a:pt x="792" y="4158"/>
                      <a:pt x="802" y="4158"/>
                    </a:cubicBezTo>
                    <a:close/>
                    <a:moveTo>
                      <a:pt x="4452" y="4127"/>
                    </a:moveTo>
                    <a:cubicBezTo>
                      <a:pt x="4441" y="4127"/>
                      <a:pt x="4431" y="4139"/>
                      <a:pt x="4413" y="4155"/>
                    </a:cubicBezTo>
                    <a:cubicBezTo>
                      <a:pt x="4404" y="4168"/>
                      <a:pt x="4410" y="4199"/>
                      <a:pt x="4410" y="4199"/>
                    </a:cubicBezTo>
                    <a:cubicBezTo>
                      <a:pt x="4416" y="4204"/>
                      <a:pt x="4422" y="4206"/>
                      <a:pt x="4427" y="4206"/>
                    </a:cubicBezTo>
                    <a:cubicBezTo>
                      <a:pt x="4437" y="4206"/>
                      <a:pt x="4445" y="4198"/>
                      <a:pt x="4454" y="4190"/>
                    </a:cubicBezTo>
                    <a:cubicBezTo>
                      <a:pt x="4498" y="4180"/>
                      <a:pt x="4485" y="4149"/>
                      <a:pt x="4466" y="4133"/>
                    </a:cubicBezTo>
                    <a:cubicBezTo>
                      <a:pt x="4461" y="4129"/>
                      <a:pt x="4457" y="4127"/>
                      <a:pt x="4452" y="4127"/>
                    </a:cubicBezTo>
                    <a:close/>
                    <a:moveTo>
                      <a:pt x="2313" y="4502"/>
                    </a:moveTo>
                    <a:cubicBezTo>
                      <a:pt x="2307" y="4502"/>
                      <a:pt x="2298" y="4513"/>
                      <a:pt x="2285" y="4541"/>
                    </a:cubicBezTo>
                    <a:cubicBezTo>
                      <a:pt x="2279" y="4566"/>
                      <a:pt x="2279" y="4566"/>
                      <a:pt x="2295" y="4566"/>
                    </a:cubicBezTo>
                    <a:cubicBezTo>
                      <a:pt x="2304" y="4553"/>
                      <a:pt x="2313" y="4537"/>
                      <a:pt x="2317" y="4519"/>
                    </a:cubicBezTo>
                    <a:cubicBezTo>
                      <a:pt x="2318" y="4508"/>
                      <a:pt x="2316" y="4502"/>
                      <a:pt x="2313" y="4502"/>
                    </a:cubicBezTo>
                    <a:close/>
                    <a:moveTo>
                      <a:pt x="3981" y="4757"/>
                    </a:moveTo>
                    <a:lnTo>
                      <a:pt x="4009" y="4769"/>
                    </a:lnTo>
                    <a:cubicBezTo>
                      <a:pt x="4024" y="4791"/>
                      <a:pt x="4006" y="4801"/>
                      <a:pt x="3990" y="4810"/>
                    </a:cubicBezTo>
                    <a:lnTo>
                      <a:pt x="3977" y="4788"/>
                    </a:lnTo>
                    <a:lnTo>
                      <a:pt x="3981" y="4757"/>
                    </a:lnTo>
                    <a:close/>
                    <a:moveTo>
                      <a:pt x="3896" y="4691"/>
                    </a:moveTo>
                    <a:cubicBezTo>
                      <a:pt x="3896" y="4691"/>
                      <a:pt x="3893" y="4722"/>
                      <a:pt x="3893" y="4751"/>
                    </a:cubicBezTo>
                    <a:cubicBezTo>
                      <a:pt x="3897" y="4800"/>
                      <a:pt x="3898" y="4820"/>
                      <a:pt x="3894" y="4820"/>
                    </a:cubicBezTo>
                    <a:cubicBezTo>
                      <a:pt x="3891" y="4820"/>
                      <a:pt x="3885" y="4810"/>
                      <a:pt x="3874" y="4791"/>
                    </a:cubicBezTo>
                    <a:cubicBezTo>
                      <a:pt x="3855" y="4769"/>
                      <a:pt x="3852" y="4735"/>
                      <a:pt x="3865" y="4710"/>
                    </a:cubicBezTo>
                    <a:lnTo>
                      <a:pt x="3896" y="4691"/>
                    </a:lnTo>
                    <a:close/>
                    <a:moveTo>
                      <a:pt x="1680" y="4899"/>
                    </a:moveTo>
                    <a:cubicBezTo>
                      <a:pt x="1682" y="4899"/>
                      <a:pt x="1684" y="4900"/>
                      <a:pt x="1687" y="4901"/>
                    </a:cubicBezTo>
                    <a:lnTo>
                      <a:pt x="1693" y="4932"/>
                    </a:lnTo>
                    <a:lnTo>
                      <a:pt x="1665" y="4945"/>
                    </a:lnTo>
                    <a:lnTo>
                      <a:pt x="1649" y="4939"/>
                    </a:lnTo>
                    <a:cubicBezTo>
                      <a:pt x="1657" y="4920"/>
                      <a:pt x="1667" y="4899"/>
                      <a:pt x="1680" y="4899"/>
                    </a:cubicBezTo>
                    <a:close/>
                    <a:moveTo>
                      <a:pt x="3036" y="4966"/>
                    </a:moveTo>
                    <a:cubicBezTo>
                      <a:pt x="3039" y="4966"/>
                      <a:pt x="3042" y="4969"/>
                      <a:pt x="3044" y="4976"/>
                    </a:cubicBezTo>
                    <a:lnTo>
                      <a:pt x="3040" y="4976"/>
                    </a:lnTo>
                    <a:cubicBezTo>
                      <a:pt x="3059" y="4976"/>
                      <a:pt x="3028" y="5004"/>
                      <a:pt x="3012" y="5008"/>
                    </a:cubicBezTo>
                    <a:lnTo>
                      <a:pt x="3006" y="4982"/>
                    </a:lnTo>
                    <a:cubicBezTo>
                      <a:pt x="3019" y="4980"/>
                      <a:pt x="3029" y="4966"/>
                      <a:pt x="3036" y="4966"/>
                    </a:cubicBezTo>
                    <a:close/>
                    <a:moveTo>
                      <a:pt x="3395" y="4948"/>
                    </a:moveTo>
                    <a:cubicBezTo>
                      <a:pt x="3398" y="4964"/>
                      <a:pt x="3398" y="4982"/>
                      <a:pt x="3391" y="5001"/>
                    </a:cubicBezTo>
                    <a:lnTo>
                      <a:pt x="3376" y="5008"/>
                    </a:lnTo>
                    <a:cubicBezTo>
                      <a:pt x="3370" y="4982"/>
                      <a:pt x="3360" y="4957"/>
                      <a:pt x="3379" y="4954"/>
                    </a:cubicBezTo>
                    <a:lnTo>
                      <a:pt x="3395" y="4948"/>
                    </a:lnTo>
                    <a:close/>
                    <a:moveTo>
                      <a:pt x="1790" y="4942"/>
                    </a:moveTo>
                    <a:cubicBezTo>
                      <a:pt x="1793" y="4942"/>
                      <a:pt x="1797" y="4944"/>
                      <a:pt x="1803" y="4948"/>
                    </a:cubicBezTo>
                    <a:cubicBezTo>
                      <a:pt x="1806" y="4964"/>
                      <a:pt x="1806" y="4982"/>
                      <a:pt x="1803" y="5001"/>
                    </a:cubicBezTo>
                    <a:cubicBezTo>
                      <a:pt x="1799" y="5009"/>
                      <a:pt x="1795" y="5013"/>
                      <a:pt x="1791" y="5013"/>
                    </a:cubicBezTo>
                    <a:cubicBezTo>
                      <a:pt x="1783" y="5013"/>
                      <a:pt x="1776" y="4998"/>
                      <a:pt x="1778" y="4964"/>
                    </a:cubicBezTo>
                    <a:cubicBezTo>
                      <a:pt x="1783" y="4948"/>
                      <a:pt x="1786" y="4942"/>
                      <a:pt x="1790" y="4942"/>
                    </a:cubicBezTo>
                    <a:close/>
                    <a:moveTo>
                      <a:pt x="2088" y="4999"/>
                    </a:moveTo>
                    <a:cubicBezTo>
                      <a:pt x="2095" y="4999"/>
                      <a:pt x="2105" y="5015"/>
                      <a:pt x="2116" y="5017"/>
                    </a:cubicBezTo>
                    <a:cubicBezTo>
                      <a:pt x="2124" y="5037"/>
                      <a:pt x="2127" y="5044"/>
                      <a:pt x="2119" y="5044"/>
                    </a:cubicBezTo>
                    <a:cubicBezTo>
                      <a:pt x="2114" y="5044"/>
                      <a:pt x="2106" y="5042"/>
                      <a:pt x="2094" y="5039"/>
                    </a:cubicBezTo>
                    <a:cubicBezTo>
                      <a:pt x="2075" y="5033"/>
                      <a:pt x="2082" y="5008"/>
                      <a:pt x="2082" y="5008"/>
                    </a:cubicBezTo>
                    <a:cubicBezTo>
                      <a:pt x="2083" y="5001"/>
                      <a:pt x="2085" y="4999"/>
                      <a:pt x="2088" y="4999"/>
                    </a:cubicBezTo>
                    <a:close/>
                    <a:moveTo>
                      <a:pt x="3559" y="4969"/>
                    </a:moveTo>
                    <a:cubicBezTo>
                      <a:pt x="3572" y="4969"/>
                      <a:pt x="3564" y="4999"/>
                      <a:pt x="3564" y="5048"/>
                    </a:cubicBezTo>
                    <a:cubicBezTo>
                      <a:pt x="3553" y="5064"/>
                      <a:pt x="3546" y="5072"/>
                      <a:pt x="3543" y="5072"/>
                    </a:cubicBezTo>
                    <a:cubicBezTo>
                      <a:pt x="3539" y="5072"/>
                      <a:pt x="3539" y="5059"/>
                      <a:pt x="3539" y="5029"/>
                    </a:cubicBezTo>
                    <a:lnTo>
                      <a:pt x="3554" y="4970"/>
                    </a:lnTo>
                    <a:cubicBezTo>
                      <a:pt x="3556" y="4969"/>
                      <a:pt x="3557" y="4969"/>
                      <a:pt x="3559" y="4969"/>
                    </a:cubicBezTo>
                    <a:close/>
                    <a:moveTo>
                      <a:pt x="2417" y="5045"/>
                    </a:moveTo>
                    <a:cubicBezTo>
                      <a:pt x="2436" y="5045"/>
                      <a:pt x="2451" y="5073"/>
                      <a:pt x="2451" y="5073"/>
                    </a:cubicBezTo>
                    <a:cubicBezTo>
                      <a:pt x="2449" y="5093"/>
                      <a:pt x="2436" y="5095"/>
                      <a:pt x="2431" y="5095"/>
                    </a:cubicBezTo>
                    <a:cubicBezTo>
                      <a:pt x="2430" y="5095"/>
                      <a:pt x="2429" y="5095"/>
                      <a:pt x="2429" y="5095"/>
                    </a:cubicBezTo>
                    <a:cubicBezTo>
                      <a:pt x="2411" y="5095"/>
                      <a:pt x="2395" y="5095"/>
                      <a:pt x="2398" y="5067"/>
                    </a:cubicBezTo>
                    <a:cubicBezTo>
                      <a:pt x="2398" y="5067"/>
                      <a:pt x="2398" y="5045"/>
                      <a:pt x="2417" y="5045"/>
                    </a:cubicBezTo>
                    <a:close/>
                    <a:moveTo>
                      <a:pt x="2737" y="5158"/>
                    </a:moveTo>
                    <a:lnTo>
                      <a:pt x="2755" y="5180"/>
                    </a:lnTo>
                    <a:lnTo>
                      <a:pt x="2737" y="5183"/>
                    </a:lnTo>
                    <a:cubicBezTo>
                      <a:pt x="2718" y="5183"/>
                      <a:pt x="2718" y="5183"/>
                      <a:pt x="2718" y="5158"/>
                    </a:cubicBezTo>
                    <a:close/>
                    <a:moveTo>
                      <a:pt x="2918" y="5123"/>
                    </a:moveTo>
                    <a:cubicBezTo>
                      <a:pt x="2921" y="5149"/>
                      <a:pt x="2925" y="5174"/>
                      <a:pt x="2906" y="5174"/>
                    </a:cubicBezTo>
                    <a:cubicBezTo>
                      <a:pt x="2900" y="5182"/>
                      <a:pt x="2895" y="5185"/>
                      <a:pt x="2890" y="5185"/>
                    </a:cubicBezTo>
                    <a:cubicBezTo>
                      <a:pt x="2879" y="5185"/>
                      <a:pt x="2872" y="5162"/>
                      <a:pt x="2881" y="5127"/>
                    </a:cubicBezTo>
                    <a:cubicBezTo>
                      <a:pt x="2893" y="5127"/>
                      <a:pt x="2906" y="5123"/>
                      <a:pt x="2918" y="5123"/>
                    </a:cubicBezTo>
                    <a:close/>
                    <a:moveTo>
                      <a:pt x="2530" y="5205"/>
                    </a:moveTo>
                    <a:cubicBezTo>
                      <a:pt x="2514" y="5205"/>
                      <a:pt x="2514" y="5227"/>
                      <a:pt x="2514" y="5227"/>
                    </a:cubicBezTo>
                    <a:cubicBezTo>
                      <a:pt x="2514" y="5227"/>
                      <a:pt x="2511" y="5252"/>
                      <a:pt x="2530" y="5255"/>
                    </a:cubicBezTo>
                    <a:lnTo>
                      <a:pt x="2548" y="5255"/>
                    </a:lnTo>
                    <a:cubicBezTo>
                      <a:pt x="2548" y="5236"/>
                      <a:pt x="2542" y="5221"/>
                      <a:pt x="2533" y="5205"/>
                    </a:cubicBezTo>
                    <a:cubicBezTo>
                      <a:pt x="2532" y="5205"/>
                      <a:pt x="2531" y="5205"/>
                      <a:pt x="2530" y="5205"/>
                    </a:cubicBezTo>
                    <a:close/>
                    <a:moveTo>
                      <a:pt x="3197" y="5208"/>
                    </a:moveTo>
                    <a:lnTo>
                      <a:pt x="3200" y="5233"/>
                    </a:lnTo>
                    <a:lnTo>
                      <a:pt x="3207" y="5255"/>
                    </a:lnTo>
                    <a:lnTo>
                      <a:pt x="3197" y="5208"/>
                    </a:lnTo>
                    <a:close/>
                    <a:moveTo>
                      <a:pt x="2646" y="0"/>
                    </a:moveTo>
                    <a:cubicBezTo>
                      <a:pt x="2624" y="0"/>
                      <a:pt x="2603" y="14"/>
                      <a:pt x="2599" y="40"/>
                    </a:cubicBezTo>
                    <a:cubicBezTo>
                      <a:pt x="2595" y="15"/>
                      <a:pt x="2577" y="15"/>
                      <a:pt x="2558" y="15"/>
                    </a:cubicBezTo>
                    <a:cubicBezTo>
                      <a:pt x="2537" y="31"/>
                      <a:pt x="2505" y="39"/>
                      <a:pt x="2479" y="39"/>
                    </a:cubicBezTo>
                    <a:cubicBezTo>
                      <a:pt x="2457" y="39"/>
                      <a:pt x="2440" y="33"/>
                      <a:pt x="2439" y="22"/>
                    </a:cubicBezTo>
                    <a:lnTo>
                      <a:pt x="2420" y="22"/>
                    </a:lnTo>
                    <a:cubicBezTo>
                      <a:pt x="2409" y="38"/>
                      <a:pt x="2390" y="50"/>
                      <a:pt x="2370" y="50"/>
                    </a:cubicBezTo>
                    <a:cubicBezTo>
                      <a:pt x="2368" y="50"/>
                      <a:pt x="2366" y="50"/>
                      <a:pt x="2364" y="50"/>
                    </a:cubicBezTo>
                    <a:cubicBezTo>
                      <a:pt x="2342" y="50"/>
                      <a:pt x="2320" y="62"/>
                      <a:pt x="2310" y="84"/>
                    </a:cubicBezTo>
                    <a:cubicBezTo>
                      <a:pt x="2304" y="100"/>
                      <a:pt x="2288" y="109"/>
                      <a:pt x="2276" y="116"/>
                    </a:cubicBezTo>
                    <a:cubicBezTo>
                      <a:pt x="2257" y="116"/>
                      <a:pt x="2270" y="91"/>
                      <a:pt x="2285" y="62"/>
                    </a:cubicBezTo>
                    <a:cubicBezTo>
                      <a:pt x="2299" y="51"/>
                      <a:pt x="2300" y="45"/>
                      <a:pt x="2292" y="45"/>
                    </a:cubicBezTo>
                    <a:cubicBezTo>
                      <a:pt x="2280" y="45"/>
                      <a:pt x="2245" y="62"/>
                      <a:pt x="2213" y="97"/>
                    </a:cubicBezTo>
                    <a:cubicBezTo>
                      <a:pt x="2189" y="127"/>
                      <a:pt x="2178" y="142"/>
                      <a:pt x="2175" y="142"/>
                    </a:cubicBezTo>
                    <a:cubicBezTo>
                      <a:pt x="2173" y="142"/>
                      <a:pt x="2180" y="128"/>
                      <a:pt x="2194" y="100"/>
                    </a:cubicBezTo>
                    <a:cubicBezTo>
                      <a:pt x="2205" y="81"/>
                      <a:pt x="2216" y="61"/>
                      <a:pt x="2210" y="61"/>
                    </a:cubicBezTo>
                    <a:cubicBezTo>
                      <a:pt x="2208" y="61"/>
                      <a:pt x="2202" y="65"/>
                      <a:pt x="2191" y="75"/>
                    </a:cubicBezTo>
                    <a:cubicBezTo>
                      <a:pt x="2191" y="75"/>
                      <a:pt x="2150" y="81"/>
                      <a:pt x="2157" y="106"/>
                    </a:cubicBezTo>
                    <a:cubicBezTo>
                      <a:pt x="2138" y="109"/>
                      <a:pt x="2119" y="113"/>
                      <a:pt x="2100" y="116"/>
                    </a:cubicBezTo>
                    <a:cubicBezTo>
                      <a:pt x="2084" y="110"/>
                      <a:pt x="2065" y="106"/>
                      <a:pt x="2047" y="106"/>
                    </a:cubicBezTo>
                    <a:cubicBezTo>
                      <a:pt x="2037" y="106"/>
                      <a:pt x="2028" y="107"/>
                      <a:pt x="2019" y="109"/>
                    </a:cubicBezTo>
                    <a:cubicBezTo>
                      <a:pt x="2012" y="126"/>
                      <a:pt x="2009" y="134"/>
                      <a:pt x="2003" y="134"/>
                    </a:cubicBezTo>
                    <a:cubicBezTo>
                      <a:pt x="1999" y="134"/>
                      <a:pt x="1993" y="129"/>
                      <a:pt x="1981" y="119"/>
                    </a:cubicBezTo>
                    <a:cubicBezTo>
                      <a:pt x="1979" y="109"/>
                      <a:pt x="1975" y="104"/>
                      <a:pt x="1971" y="104"/>
                    </a:cubicBezTo>
                    <a:cubicBezTo>
                      <a:pt x="1965" y="104"/>
                      <a:pt x="1961" y="119"/>
                      <a:pt x="1969" y="150"/>
                    </a:cubicBezTo>
                    <a:cubicBezTo>
                      <a:pt x="1961" y="167"/>
                      <a:pt x="1952" y="174"/>
                      <a:pt x="1940" y="174"/>
                    </a:cubicBezTo>
                    <a:cubicBezTo>
                      <a:pt x="1932" y="174"/>
                      <a:pt x="1923" y="170"/>
                      <a:pt x="1912" y="163"/>
                    </a:cubicBezTo>
                    <a:cubicBezTo>
                      <a:pt x="1904" y="137"/>
                      <a:pt x="1894" y="126"/>
                      <a:pt x="1888" y="126"/>
                    </a:cubicBezTo>
                    <a:cubicBezTo>
                      <a:pt x="1883" y="126"/>
                      <a:pt x="1881" y="133"/>
                      <a:pt x="1884" y="144"/>
                    </a:cubicBezTo>
                    <a:cubicBezTo>
                      <a:pt x="1881" y="160"/>
                      <a:pt x="1868" y="172"/>
                      <a:pt x="1856" y="178"/>
                    </a:cubicBezTo>
                    <a:cubicBezTo>
                      <a:pt x="1855" y="175"/>
                      <a:pt x="1849" y="173"/>
                      <a:pt x="1840" y="173"/>
                    </a:cubicBezTo>
                    <a:cubicBezTo>
                      <a:pt x="1793" y="173"/>
                      <a:pt x="1651" y="216"/>
                      <a:pt x="1521" y="282"/>
                    </a:cubicBezTo>
                    <a:cubicBezTo>
                      <a:pt x="1502" y="297"/>
                      <a:pt x="1496" y="322"/>
                      <a:pt x="1505" y="344"/>
                    </a:cubicBezTo>
                    <a:cubicBezTo>
                      <a:pt x="1515" y="364"/>
                      <a:pt x="1518" y="370"/>
                      <a:pt x="1517" y="370"/>
                    </a:cubicBezTo>
                    <a:cubicBezTo>
                      <a:pt x="1515" y="370"/>
                      <a:pt x="1505" y="359"/>
                      <a:pt x="1489" y="351"/>
                    </a:cubicBezTo>
                    <a:cubicBezTo>
                      <a:pt x="1468" y="325"/>
                      <a:pt x="1449" y="314"/>
                      <a:pt x="1438" y="314"/>
                    </a:cubicBezTo>
                    <a:cubicBezTo>
                      <a:pt x="1424" y="314"/>
                      <a:pt x="1424" y="335"/>
                      <a:pt x="1455" y="369"/>
                    </a:cubicBezTo>
                    <a:cubicBezTo>
                      <a:pt x="1476" y="388"/>
                      <a:pt x="1486" y="396"/>
                      <a:pt x="1483" y="396"/>
                    </a:cubicBezTo>
                    <a:cubicBezTo>
                      <a:pt x="1479" y="396"/>
                      <a:pt x="1464" y="389"/>
                      <a:pt x="1436" y="376"/>
                    </a:cubicBezTo>
                    <a:cubicBezTo>
                      <a:pt x="1425" y="371"/>
                      <a:pt x="1418" y="368"/>
                      <a:pt x="1414" y="368"/>
                    </a:cubicBezTo>
                    <a:cubicBezTo>
                      <a:pt x="1407" y="368"/>
                      <a:pt x="1405" y="375"/>
                      <a:pt x="1402" y="395"/>
                    </a:cubicBezTo>
                    <a:cubicBezTo>
                      <a:pt x="1409" y="408"/>
                      <a:pt x="1406" y="416"/>
                      <a:pt x="1400" y="416"/>
                    </a:cubicBezTo>
                    <a:cubicBezTo>
                      <a:pt x="1396" y="416"/>
                      <a:pt x="1391" y="413"/>
                      <a:pt x="1386" y="404"/>
                    </a:cubicBezTo>
                    <a:cubicBezTo>
                      <a:pt x="1369" y="396"/>
                      <a:pt x="1352" y="389"/>
                      <a:pt x="1344" y="389"/>
                    </a:cubicBezTo>
                    <a:cubicBezTo>
                      <a:pt x="1338" y="389"/>
                      <a:pt x="1337" y="392"/>
                      <a:pt x="1342" y="401"/>
                    </a:cubicBezTo>
                    <a:cubicBezTo>
                      <a:pt x="1335" y="404"/>
                      <a:pt x="1327" y="405"/>
                      <a:pt x="1320" y="405"/>
                    </a:cubicBezTo>
                    <a:cubicBezTo>
                      <a:pt x="1311" y="405"/>
                      <a:pt x="1302" y="403"/>
                      <a:pt x="1295" y="398"/>
                    </a:cubicBezTo>
                    <a:cubicBezTo>
                      <a:pt x="1291" y="397"/>
                      <a:pt x="1288" y="396"/>
                      <a:pt x="1285" y="396"/>
                    </a:cubicBezTo>
                    <a:cubicBezTo>
                      <a:pt x="1263" y="396"/>
                      <a:pt x="1260" y="423"/>
                      <a:pt x="1257" y="451"/>
                    </a:cubicBezTo>
                    <a:cubicBezTo>
                      <a:pt x="1245" y="492"/>
                      <a:pt x="1234" y="513"/>
                      <a:pt x="1225" y="513"/>
                    </a:cubicBezTo>
                    <a:cubicBezTo>
                      <a:pt x="1218" y="513"/>
                      <a:pt x="1213" y="502"/>
                      <a:pt x="1207" y="479"/>
                    </a:cubicBezTo>
                    <a:cubicBezTo>
                      <a:pt x="1204" y="466"/>
                      <a:pt x="1198" y="461"/>
                      <a:pt x="1190" y="461"/>
                    </a:cubicBezTo>
                    <a:cubicBezTo>
                      <a:pt x="1166" y="461"/>
                      <a:pt x="1130" y="514"/>
                      <a:pt x="1141" y="554"/>
                    </a:cubicBezTo>
                    <a:cubicBezTo>
                      <a:pt x="1149" y="588"/>
                      <a:pt x="1153" y="600"/>
                      <a:pt x="1152" y="600"/>
                    </a:cubicBezTo>
                    <a:cubicBezTo>
                      <a:pt x="1150" y="600"/>
                      <a:pt x="1147" y="596"/>
                      <a:pt x="1141" y="589"/>
                    </a:cubicBezTo>
                    <a:cubicBezTo>
                      <a:pt x="1134" y="579"/>
                      <a:pt x="1127" y="576"/>
                      <a:pt x="1121" y="576"/>
                    </a:cubicBezTo>
                    <a:cubicBezTo>
                      <a:pt x="1115" y="576"/>
                      <a:pt x="1110" y="579"/>
                      <a:pt x="1110" y="579"/>
                    </a:cubicBezTo>
                    <a:cubicBezTo>
                      <a:pt x="1101" y="585"/>
                      <a:pt x="1092" y="592"/>
                      <a:pt x="1082" y="592"/>
                    </a:cubicBezTo>
                    <a:cubicBezTo>
                      <a:pt x="1076" y="592"/>
                      <a:pt x="1069" y="588"/>
                      <a:pt x="1063" y="579"/>
                    </a:cubicBezTo>
                    <a:cubicBezTo>
                      <a:pt x="1051" y="595"/>
                      <a:pt x="1038" y="614"/>
                      <a:pt x="1032" y="636"/>
                    </a:cubicBezTo>
                    <a:cubicBezTo>
                      <a:pt x="1032" y="678"/>
                      <a:pt x="1003" y="700"/>
                      <a:pt x="970" y="700"/>
                    </a:cubicBezTo>
                    <a:cubicBezTo>
                      <a:pt x="956" y="700"/>
                      <a:pt x="942" y="696"/>
                      <a:pt x="928" y="689"/>
                    </a:cubicBezTo>
                    <a:lnTo>
                      <a:pt x="916" y="733"/>
                    </a:lnTo>
                    <a:cubicBezTo>
                      <a:pt x="929" y="768"/>
                      <a:pt x="934" y="793"/>
                      <a:pt x="925" y="793"/>
                    </a:cubicBezTo>
                    <a:cubicBezTo>
                      <a:pt x="921" y="793"/>
                      <a:pt x="914" y="788"/>
                      <a:pt x="903" y="777"/>
                    </a:cubicBezTo>
                    <a:cubicBezTo>
                      <a:pt x="898" y="771"/>
                      <a:pt x="892" y="764"/>
                      <a:pt x="888" y="760"/>
                    </a:cubicBezTo>
                    <a:lnTo>
                      <a:pt x="888" y="760"/>
                    </a:lnTo>
                    <a:cubicBezTo>
                      <a:pt x="900" y="794"/>
                      <a:pt x="868" y="820"/>
                      <a:pt x="835" y="820"/>
                    </a:cubicBezTo>
                    <a:cubicBezTo>
                      <a:pt x="822" y="820"/>
                      <a:pt x="808" y="815"/>
                      <a:pt x="797" y="805"/>
                    </a:cubicBezTo>
                    <a:cubicBezTo>
                      <a:pt x="788" y="795"/>
                      <a:pt x="784" y="791"/>
                      <a:pt x="779" y="791"/>
                    </a:cubicBezTo>
                    <a:cubicBezTo>
                      <a:pt x="775" y="791"/>
                      <a:pt x="771" y="794"/>
                      <a:pt x="765" y="802"/>
                    </a:cubicBezTo>
                    <a:lnTo>
                      <a:pt x="784" y="818"/>
                    </a:lnTo>
                    <a:cubicBezTo>
                      <a:pt x="800" y="836"/>
                      <a:pt x="819" y="855"/>
                      <a:pt x="806" y="868"/>
                    </a:cubicBezTo>
                    <a:cubicBezTo>
                      <a:pt x="798" y="878"/>
                      <a:pt x="789" y="887"/>
                      <a:pt x="779" y="887"/>
                    </a:cubicBezTo>
                    <a:cubicBezTo>
                      <a:pt x="774" y="887"/>
                      <a:pt x="768" y="885"/>
                      <a:pt x="762" y="880"/>
                    </a:cubicBezTo>
                    <a:cubicBezTo>
                      <a:pt x="750" y="878"/>
                      <a:pt x="738" y="876"/>
                      <a:pt x="729" y="876"/>
                    </a:cubicBezTo>
                    <a:cubicBezTo>
                      <a:pt x="714" y="876"/>
                      <a:pt x="707" y="880"/>
                      <a:pt x="718" y="890"/>
                    </a:cubicBezTo>
                    <a:cubicBezTo>
                      <a:pt x="708" y="897"/>
                      <a:pt x="693" y="903"/>
                      <a:pt x="680" y="903"/>
                    </a:cubicBezTo>
                    <a:cubicBezTo>
                      <a:pt x="677" y="903"/>
                      <a:pt x="674" y="903"/>
                      <a:pt x="671" y="902"/>
                    </a:cubicBezTo>
                    <a:cubicBezTo>
                      <a:pt x="659" y="915"/>
                      <a:pt x="646" y="930"/>
                      <a:pt x="618" y="959"/>
                    </a:cubicBezTo>
                    <a:cubicBezTo>
                      <a:pt x="623" y="984"/>
                      <a:pt x="607" y="1010"/>
                      <a:pt x="591" y="1010"/>
                    </a:cubicBezTo>
                    <a:cubicBezTo>
                      <a:pt x="588" y="1010"/>
                      <a:pt x="584" y="1009"/>
                      <a:pt x="580" y="1006"/>
                    </a:cubicBezTo>
                    <a:cubicBezTo>
                      <a:pt x="568" y="1021"/>
                      <a:pt x="562" y="1043"/>
                      <a:pt x="565" y="1065"/>
                    </a:cubicBezTo>
                    <a:cubicBezTo>
                      <a:pt x="546" y="1088"/>
                      <a:pt x="536" y="1103"/>
                      <a:pt x="524" y="1103"/>
                    </a:cubicBezTo>
                    <a:cubicBezTo>
                      <a:pt x="519" y="1103"/>
                      <a:pt x="514" y="1101"/>
                      <a:pt x="508" y="1097"/>
                    </a:cubicBezTo>
                    <a:cubicBezTo>
                      <a:pt x="501" y="1092"/>
                      <a:pt x="496" y="1088"/>
                      <a:pt x="494" y="1088"/>
                    </a:cubicBezTo>
                    <a:cubicBezTo>
                      <a:pt x="491" y="1088"/>
                      <a:pt x="492" y="1095"/>
                      <a:pt x="496" y="1112"/>
                    </a:cubicBezTo>
                    <a:cubicBezTo>
                      <a:pt x="518" y="1128"/>
                      <a:pt x="505" y="1144"/>
                      <a:pt x="493" y="1159"/>
                    </a:cubicBezTo>
                    <a:cubicBezTo>
                      <a:pt x="483" y="1175"/>
                      <a:pt x="471" y="1191"/>
                      <a:pt x="471" y="1191"/>
                    </a:cubicBezTo>
                    <a:cubicBezTo>
                      <a:pt x="493" y="1206"/>
                      <a:pt x="490" y="1203"/>
                      <a:pt x="480" y="1222"/>
                    </a:cubicBezTo>
                    <a:cubicBezTo>
                      <a:pt x="471" y="1238"/>
                      <a:pt x="417" y="1272"/>
                      <a:pt x="408" y="1288"/>
                    </a:cubicBezTo>
                    <a:cubicBezTo>
                      <a:pt x="383" y="1328"/>
                      <a:pt x="378" y="1336"/>
                      <a:pt x="393" y="1336"/>
                    </a:cubicBezTo>
                    <a:cubicBezTo>
                      <a:pt x="397" y="1336"/>
                      <a:pt x="402" y="1335"/>
                      <a:pt x="408" y="1335"/>
                    </a:cubicBezTo>
                    <a:cubicBezTo>
                      <a:pt x="411" y="1330"/>
                      <a:pt x="415" y="1328"/>
                      <a:pt x="418" y="1328"/>
                    </a:cubicBezTo>
                    <a:cubicBezTo>
                      <a:pt x="425" y="1328"/>
                      <a:pt x="427" y="1338"/>
                      <a:pt x="399" y="1350"/>
                    </a:cubicBezTo>
                    <a:cubicBezTo>
                      <a:pt x="389" y="1369"/>
                      <a:pt x="333" y="1404"/>
                      <a:pt x="308" y="1457"/>
                    </a:cubicBezTo>
                    <a:cubicBezTo>
                      <a:pt x="273" y="1526"/>
                      <a:pt x="273" y="1526"/>
                      <a:pt x="298" y="1538"/>
                    </a:cubicBezTo>
                    <a:cubicBezTo>
                      <a:pt x="344" y="1541"/>
                      <a:pt x="344" y="1555"/>
                      <a:pt x="309" y="1555"/>
                    </a:cubicBezTo>
                    <a:cubicBezTo>
                      <a:pt x="303" y="1555"/>
                      <a:pt x="297" y="1555"/>
                      <a:pt x="289" y="1554"/>
                    </a:cubicBezTo>
                    <a:cubicBezTo>
                      <a:pt x="226" y="1570"/>
                      <a:pt x="217" y="1585"/>
                      <a:pt x="239" y="1598"/>
                    </a:cubicBezTo>
                    <a:cubicBezTo>
                      <a:pt x="255" y="1626"/>
                      <a:pt x="255" y="1623"/>
                      <a:pt x="245" y="1642"/>
                    </a:cubicBezTo>
                    <a:cubicBezTo>
                      <a:pt x="241" y="1640"/>
                      <a:pt x="238" y="1639"/>
                      <a:pt x="234" y="1639"/>
                    </a:cubicBezTo>
                    <a:cubicBezTo>
                      <a:pt x="220" y="1639"/>
                      <a:pt x="216" y="1657"/>
                      <a:pt x="223" y="1695"/>
                    </a:cubicBezTo>
                    <a:cubicBezTo>
                      <a:pt x="220" y="1706"/>
                      <a:pt x="218" y="1711"/>
                      <a:pt x="213" y="1711"/>
                    </a:cubicBezTo>
                    <a:cubicBezTo>
                      <a:pt x="209" y="1711"/>
                      <a:pt x="204" y="1708"/>
                      <a:pt x="195" y="1704"/>
                    </a:cubicBezTo>
                    <a:cubicBezTo>
                      <a:pt x="195" y="1704"/>
                      <a:pt x="186" y="1723"/>
                      <a:pt x="179" y="1742"/>
                    </a:cubicBezTo>
                    <a:cubicBezTo>
                      <a:pt x="214" y="1795"/>
                      <a:pt x="148" y="1893"/>
                      <a:pt x="120" y="1905"/>
                    </a:cubicBezTo>
                    <a:cubicBezTo>
                      <a:pt x="117" y="1924"/>
                      <a:pt x="123" y="1940"/>
                      <a:pt x="132" y="1952"/>
                    </a:cubicBezTo>
                    <a:cubicBezTo>
                      <a:pt x="167" y="1977"/>
                      <a:pt x="172" y="1994"/>
                      <a:pt x="149" y="1994"/>
                    </a:cubicBezTo>
                    <a:cubicBezTo>
                      <a:pt x="142" y="1994"/>
                      <a:pt x="134" y="1992"/>
                      <a:pt x="123" y="1990"/>
                    </a:cubicBezTo>
                    <a:cubicBezTo>
                      <a:pt x="104" y="1983"/>
                      <a:pt x="93" y="1980"/>
                      <a:pt x="89" y="1980"/>
                    </a:cubicBezTo>
                    <a:cubicBezTo>
                      <a:pt x="83" y="1980"/>
                      <a:pt x="94" y="1988"/>
                      <a:pt x="120" y="2008"/>
                    </a:cubicBezTo>
                    <a:cubicBezTo>
                      <a:pt x="136" y="2030"/>
                      <a:pt x="119" y="2102"/>
                      <a:pt x="86" y="2102"/>
                    </a:cubicBezTo>
                    <a:cubicBezTo>
                      <a:pt x="81" y="2102"/>
                      <a:pt x="75" y="2100"/>
                      <a:pt x="70" y="2096"/>
                    </a:cubicBezTo>
                    <a:lnTo>
                      <a:pt x="19" y="2084"/>
                    </a:lnTo>
                    <a:lnTo>
                      <a:pt x="19" y="2084"/>
                    </a:lnTo>
                    <a:cubicBezTo>
                      <a:pt x="32" y="2096"/>
                      <a:pt x="35" y="2112"/>
                      <a:pt x="35" y="2128"/>
                    </a:cubicBezTo>
                    <a:cubicBezTo>
                      <a:pt x="57" y="2134"/>
                      <a:pt x="54" y="2153"/>
                      <a:pt x="45" y="2209"/>
                    </a:cubicBezTo>
                    <a:cubicBezTo>
                      <a:pt x="38" y="2250"/>
                      <a:pt x="51" y="2328"/>
                      <a:pt x="45" y="2369"/>
                    </a:cubicBezTo>
                    <a:cubicBezTo>
                      <a:pt x="38" y="2406"/>
                      <a:pt x="35" y="2463"/>
                      <a:pt x="10" y="2482"/>
                    </a:cubicBezTo>
                    <a:cubicBezTo>
                      <a:pt x="7" y="2510"/>
                      <a:pt x="13" y="2538"/>
                      <a:pt x="29" y="2560"/>
                    </a:cubicBezTo>
                    <a:cubicBezTo>
                      <a:pt x="54" y="2582"/>
                      <a:pt x="51" y="2620"/>
                      <a:pt x="26" y="2620"/>
                    </a:cubicBezTo>
                    <a:lnTo>
                      <a:pt x="26" y="2638"/>
                    </a:lnTo>
                    <a:cubicBezTo>
                      <a:pt x="38" y="2654"/>
                      <a:pt x="45" y="2676"/>
                      <a:pt x="51" y="2695"/>
                    </a:cubicBezTo>
                    <a:cubicBezTo>
                      <a:pt x="26" y="2695"/>
                      <a:pt x="1" y="2717"/>
                      <a:pt x="26" y="2735"/>
                    </a:cubicBezTo>
                    <a:cubicBezTo>
                      <a:pt x="51" y="2735"/>
                      <a:pt x="51" y="2754"/>
                      <a:pt x="54" y="2792"/>
                    </a:cubicBezTo>
                    <a:cubicBezTo>
                      <a:pt x="38" y="2811"/>
                      <a:pt x="41" y="2980"/>
                      <a:pt x="70" y="3143"/>
                    </a:cubicBezTo>
                    <a:cubicBezTo>
                      <a:pt x="97" y="3303"/>
                      <a:pt x="149" y="3453"/>
                      <a:pt x="160" y="3453"/>
                    </a:cubicBezTo>
                    <a:cubicBezTo>
                      <a:pt x="160" y="3453"/>
                      <a:pt x="160" y="3453"/>
                      <a:pt x="161" y="3453"/>
                    </a:cubicBezTo>
                    <a:lnTo>
                      <a:pt x="179" y="3510"/>
                    </a:lnTo>
                    <a:lnTo>
                      <a:pt x="198" y="3563"/>
                    </a:lnTo>
                    <a:cubicBezTo>
                      <a:pt x="151" y="3582"/>
                      <a:pt x="208" y="3666"/>
                      <a:pt x="255" y="3707"/>
                    </a:cubicBezTo>
                    <a:cubicBezTo>
                      <a:pt x="276" y="3713"/>
                      <a:pt x="292" y="3729"/>
                      <a:pt x="302" y="3751"/>
                    </a:cubicBezTo>
                    <a:cubicBezTo>
                      <a:pt x="255" y="3770"/>
                      <a:pt x="280" y="3826"/>
                      <a:pt x="317" y="3848"/>
                    </a:cubicBezTo>
                    <a:cubicBezTo>
                      <a:pt x="322" y="3848"/>
                      <a:pt x="327" y="3848"/>
                      <a:pt x="331" y="3848"/>
                    </a:cubicBezTo>
                    <a:cubicBezTo>
                      <a:pt x="374" y="3848"/>
                      <a:pt x="376" y="3862"/>
                      <a:pt x="336" y="3882"/>
                    </a:cubicBezTo>
                    <a:cubicBezTo>
                      <a:pt x="291" y="3906"/>
                      <a:pt x="306" y="3939"/>
                      <a:pt x="382" y="3939"/>
                    </a:cubicBezTo>
                    <a:cubicBezTo>
                      <a:pt x="385" y="3939"/>
                      <a:pt x="389" y="3939"/>
                      <a:pt x="392" y="3939"/>
                    </a:cubicBezTo>
                    <a:cubicBezTo>
                      <a:pt x="424" y="3942"/>
                      <a:pt x="424" y="3942"/>
                      <a:pt x="414" y="3973"/>
                    </a:cubicBezTo>
                    <a:cubicBezTo>
                      <a:pt x="388" y="4005"/>
                      <a:pt x="387" y="4021"/>
                      <a:pt x="399" y="4021"/>
                    </a:cubicBezTo>
                    <a:cubicBezTo>
                      <a:pt x="402" y="4021"/>
                      <a:pt x="406" y="4020"/>
                      <a:pt x="411" y="4017"/>
                    </a:cubicBezTo>
                    <a:cubicBezTo>
                      <a:pt x="421" y="4015"/>
                      <a:pt x="429" y="4015"/>
                      <a:pt x="436" y="4015"/>
                    </a:cubicBezTo>
                    <a:cubicBezTo>
                      <a:pt x="466" y="4015"/>
                      <a:pt x="468" y="4032"/>
                      <a:pt x="439" y="4067"/>
                    </a:cubicBezTo>
                    <a:cubicBezTo>
                      <a:pt x="424" y="4110"/>
                      <a:pt x="419" y="4123"/>
                      <a:pt x="437" y="4123"/>
                    </a:cubicBezTo>
                    <a:cubicBezTo>
                      <a:pt x="444" y="4123"/>
                      <a:pt x="455" y="4121"/>
                      <a:pt x="471" y="4118"/>
                    </a:cubicBezTo>
                    <a:cubicBezTo>
                      <a:pt x="475" y="4117"/>
                      <a:pt x="479" y="4116"/>
                      <a:pt x="482" y="4116"/>
                    </a:cubicBezTo>
                    <a:cubicBezTo>
                      <a:pt x="530" y="4116"/>
                      <a:pt x="563" y="4168"/>
                      <a:pt x="537" y="4212"/>
                    </a:cubicBezTo>
                    <a:cubicBezTo>
                      <a:pt x="547" y="4224"/>
                      <a:pt x="542" y="4247"/>
                      <a:pt x="550" y="4247"/>
                    </a:cubicBezTo>
                    <a:cubicBezTo>
                      <a:pt x="552" y="4247"/>
                      <a:pt x="555" y="4246"/>
                      <a:pt x="559" y="4243"/>
                    </a:cubicBezTo>
                    <a:lnTo>
                      <a:pt x="559" y="4243"/>
                    </a:lnTo>
                    <a:lnTo>
                      <a:pt x="552" y="4274"/>
                    </a:lnTo>
                    <a:lnTo>
                      <a:pt x="574" y="4306"/>
                    </a:lnTo>
                    <a:lnTo>
                      <a:pt x="593" y="4290"/>
                    </a:lnTo>
                    <a:cubicBezTo>
                      <a:pt x="637" y="4371"/>
                      <a:pt x="690" y="4447"/>
                      <a:pt x="753" y="4512"/>
                    </a:cubicBezTo>
                    <a:cubicBezTo>
                      <a:pt x="866" y="4628"/>
                      <a:pt x="913" y="4669"/>
                      <a:pt x="930" y="4669"/>
                    </a:cubicBezTo>
                    <a:cubicBezTo>
                      <a:pt x="936" y="4669"/>
                      <a:pt x="938" y="4664"/>
                      <a:pt x="938" y="4657"/>
                    </a:cubicBezTo>
                    <a:cubicBezTo>
                      <a:pt x="945" y="4637"/>
                      <a:pt x="953" y="4629"/>
                      <a:pt x="960" y="4629"/>
                    </a:cubicBezTo>
                    <a:cubicBezTo>
                      <a:pt x="971" y="4629"/>
                      <a:pt x="978" y="4651"/>
                      <a:pt x="966" y="4682"/>
                    </a:cubicBezTo>
                    <a:cubicBezTo>
                      <a:pt x="982" y="4713"/>
                      <a:pt x="1004" y="4738"/>
                      <a:pt x="1025" y="4763"/>
                    </a:cubicBezTo>
                    <a:cubicBezTo>
                      <a:pt x="1057" y="4785"/>
                      <a:pt x="1088" y="4810"/>
                      <a:pt x="1072" y="4829"/>
                    </a:cubicBezTo>
                    <a:lnTo>
                      <a:pt x="1088" y="4841"/>
                    </a:lnTo>
                    <a:cubicBezTo>
                      <a:pt x="1093" y="4840"/>
                      <a:pt x="1099" y="4840"/>
                      <a:pt x="1105" y="4840"/>
                    </a:cubicBezTo>
                    <a:cubicBezTo>
                      <a:pt x="1164" y="4840"/>
                      <a:pt x="1248" y="4896"/>
                      <a:pt x="1282" y="4942"/>
                    </a:cubicBezTo>
                    <a:cubicBezTo>
                      <a:pt x="1307" y="4961"/>
                      <a:pt x="1337" y="4970"/>
                      <a:pt x="1367" y="4970"/>
                    </a:cubicBezTo>
                    <a:cubicBezTo>
                      <a:pt x="1371" y="4970"/>
                      <a:pt x="1375" y="4970"/>
                      <a:pt x="1380" y="4970"/>
                    </a:cubicBezTo>
                    <a:cubicBezTo>
                      <a:pt x="1387" y="4970"/>
                      <a:pt x="1393" y="4970"/>
                      <a:pt x="1398" y="4970"/>
                    </a:cubicBezTo>
                    <a:cubicBezTo>
                      <a:pt x="1424" y="4970"/>
                      <a:pt x="1424" y="4972"/>
                      <a:pt x="1430" y="4998"/>
                    </a:cubicBezTo>
                    <a:cubicBezTo>
                      <a:pt x="1420" y="5015"/>
                      <a:pt x="1477" y="5065"/>
                      <a:pt x="1511" y="5065"/>
                    </a:cubicBezTo>
                    <a:cubicBezTo>
                      <a:pt x="1521" y="5065"/>
                      <a:pt x="1529" y="5061"/>
                      <a:pt x="1533" y="5051"/>
                    </a:cubicBezTo>
                    <a:lnTo>
                      <a:pt x="1543" y="5083"/>
                    </a:lnTo>
                    <a:cubicBezTo>
                      <a:pt x="1545" y="5095"/>
                      <a:pt x="1551" y="5100"/>
                      <a:pt x="1558" y="5100"/>
                    </a:cubicBezTo>
                    <a:cubicBezTo>
                      <a:pt x="1569" y="5100"/>
                      <a:pt x="1581" y="5090"/>
                      <a:pt x="1586" y="5076"/>
                    </a:cubicBezTo>
                    <a:cubicBezTo>
                      <a:pt x="1595" y="5058"/>
                      <a:pt x="1603" y="5048"/>
                      <a:pt x="1608" y="5048"/>
                    </a:cubicBezTo>
                    <a:cubicBezTo>
                      <a:pt x="1616" y="5048"/>
                      <a:pt x="1619" y="5070"/>
                      <a:pt x="1611" y="5117"/>
                    </a:cubicBezTo>
                    <a:cubicBezTo>
                      <a:pt x="1600" y="5146"/>
                      <a:pt x="1603" y="5160"/>
                      <a:pt x="1609" y="5160"/>
                    </a:cubicBezTo>
                    <a:cubicBezTo>
                      <a:pt x="1612" y="5160"/>
                      <a:pt x="1617" y="5155"/>
                      <a:pt x="1621" y="5145"/>
                    </a:cubicBezTo>
                    <a:cubicBezTo>
                      <a:pt x="1637" y="5136"/>
                      <a:pt x="1653" y="5127"/>
                      <a:pt x="1665" y="5127"/>
                    </a:cubicBezTo>
                    <a:cubicBezTo>
                      <a:pt x="1674" y="5127"/>
                      <a:pt x="1681" y="5132"/>
                      <a:pt x="1684" y="5145"/>
                    </a:cubicBezTo>
                    <a:cubicBezTo>
                      <a:pt x="1690" y="5148"/>
                      <a:pt x="1696" y="5150"/>
                      <a:pt x="1703" y="5150"/>
                    </a:cubicBezTo>
                    <a:cubicBezTo>
                      <a:pt x="1715" y="5150"/>
                      <a:pt x="1728" y="5142"/>
                      <a:pt x="1740" y="5111"/>
                    </a:cubicBezTo>
                    <a:cubicBezTo>
                      <a:pt x="1745" y="5099"/>
                      <a:pt x="1752" y="5096"/>
                      <a:pt x="1760" y="5096"/>
                    </a:cubicBezTo>
                    <a:cubicBezTo>
                      <a:pt x="1767" y="5096"/>
                      <a:pt x="1775" y="5099"/>
                      <a:pt x="1784" y="5102"/>
                    </a:cubicBezTo>
                    <a:cubicBezTo>
                      <a:pt x="1774" y="5123"/>
                      <a:pt x="1774" y="5123"/>
                      <a:pt x="1749" y="5142"/>
                    </a:cubicBezTo>
                    <a:lnTo>
                      <a:pt x="1787" y="5155"/>
                    </a:lnTo>
                    <a:cubicBezTo>
                      <a:pt x="1803" y="5161"/>
                      <a:pt x="1831" y="5199"/>
                      <a:pt x="1825" y="5224"/>
                    </a:cubicBezTo>
                    <a:cubicBezTo>
                      <a:pt x="1830" y="5239"/>
                      <a:pt x="1838" y="5248"/>
                      <a:pt x="1843" y="5248"/>
                    </a:cubicBezTo>
                    <a:cubicBezTo>
                      <a:pt x="1849" y="5248"/>
                      <a:pt x="1853" y="5236"/>
                      <a:pt x="1850" y="5208"/>
                    </a:cubicBezTo>
                    <a:cubicBezTo>
                      <a:pt x="1860" y="5175"/>
                      <a:pt x="1864" y="5165"/>
                      <a:pt x="1876" y="5165"/>
                    </a:cubicBezTo>
                    <a:cubicBezTo>
                      <a:pt x="1882" y="5165"/>
                      <a:pt x="1890" y="5167"/>
                      <a:pt x="1903" y="5170"/>
                    </a:cubicBezTo>
                    <a:cubicBezTo>
                      <a:pt x="1922" y="5174"/>
                      <a:pt x="1941" y="5180"/>
                      <a:pt x="1934" y="5205"/>
                    </a:cubicBezTo>
                    <a:cubicBezTo>
                      <a:pt x="1928" y="5227"/>
                      <a:pt x="1928" y="5227"/>
                      <a:pt x="1966" y="5239"/>
                    </a:cubicBezTo>
                    <a:cubicBezTo>
                      <a:pt x="1972" y="5241"/>
                      <a:pt x="1978" y="5242"/>
                      <a:pt x="1985" y="5242"/>
                    </a:cubicBezTo>
                    <a:cubicBezTo>
                      <a:pt x="2038" y="5242"/>
                      <a:pt x="2100" y="5191"/>
                      <a:pt x="2125" y="5152"/>
                    </a:cubicBezTo>
                    <a:cubicBezTo>
                      <a:pt x="2130" y="5127"/>
                      <a:pt x="2132" y="5114"/>
                      <a:pt x="2134" y="5114"/>
                    </a:cubicBezTo>
                    <a:cubicBezTo>
                      <a:pt x="2136" y="5114"/>
                      <a:pt x="2138" y="5128"/>
                      <a:pt x="2141" y="5155"/>
                    </a:cubicBezTo>
                    <a:cubicBezTo>
                      <a:pt x="2138" y="5180"/>
                      <a:pt x="2157" y="5183"/>
                      <a:pt x="2176" y="5186"/>
                    </a:cubicBezTo>
                    <a:cubicBezTo>
                      <a:pt x="2177" y="5178"/>
                      <a:pt x="2179" y="5176"/>
                      <a:pt x="2181" y="5176"/>
                    </a:cubicBezTo>
                    <a:lnTo>
                      <a:pt x="2181" y="5176"/>
                    </a:lnTo>
                    <a:cubicBezTo>
                      <a:pt x="2185" y="5176"/>
                      <a:pt x="2188" y="5186"/>
                      <a:pt x="2178" y="5186"/>
                    </a:cubicBezTo>
                    <a:cubicBezTo>
                      <a:pt x="2177" y="5186"/>
                      <a:pt x="2177" y="5186"/>
                      <a:pt x="2176" y="5186"/>
                    </a:cubicBezTo>
                    <a:cubicBezTo>
                      <a:pt x="2171" y="5203"/>
                      <a:pt x="2162" y="5207"/>
                      <a:pt x="2150" y="5207"/>
                    </a:cubicBezTo>
                    <a:cubicBezTo>
                      <a:pt x="2144" y="5207"/>
                      <a:pt x="2138" y="5206"/>
                      <a:pt x="2132" y="5205"/>
                    </a:cubicBezTo>
                    <a:lnTo>
                      <a:pt x="2129" y="5230"/>
                    </a:lnTo>
                    <a:cubicBezTo>
                      <a:pt x="2132" y="5257"/>
                      <a:pt x="2140" y="5270"/>
                      <a:pt x="2151" y="5270"/>
                    </a:cubicBezTo>
                    <a:cubicBezTo>
                      <a:pt x="2160" y="5270"/>
                      <a:pt x="2172" y="5260"/>
                      <a:pt x="2185" y="5239"/>
                    </a:cubicBezTo>
                    <a:cubicBezTo>
                      <a:pt x="2195" y="5229"/>
                      <a:pt x="2201" y="5224"/>
                      <a:pt x="2205" y="5224"/>
                    </a:cubicBezTo>
                    <a:cubicBezTo>
                      <a:pt x="2210" y="5224"/>
                      <a:pt x="2214" y="5231"/>
                      <a:pt x="2223" y="5246"/>
                    </a:cubicBezTo>
                    <a:cubicBezTo>
                      <a:pt x="2234" y="5266"/>
                      <a:pt x="2246" y="5285"/>
                      <a:pt x="2252" y="5285"/>
                    </a:cubicBezTo>
                    <a:cubicBezTo>
                      <a:pt x="2254" y="5285"/>
                      <a:pt x="2256" y="5283"/>
                      <a:pt x="2257" y="5277"/>
                    </a:cubicBezTo>
                    <a:cubicBezTo>
                      <a:pt x="2279" y="5280"/>
                      <a:pt x="2298" y="5293"/>
                      <a:pt x="2310" y="5311"/>
                    </a:cubicBezTo>
                    <a:cubicBezTo>
                      <a:pt x="2324" y="5313"/>
                      <a:pt x="2335" y="5314"/>
                      <a:pt x="2344" y="5314"/>
                    </a:cubicBezTo>
                    <a:cubicBezTo>
                      <a:pt x="2362" y="5314"/>
                      <a:pt x="2371" y="5309"/>
                      <a:pt x="2373" y="5293"/>
                    </a:cubicBezTo>
                    <a:cubicBezTo>
                      <a:pt x="2375" y="5273"/>
                      <a:pt x="2388" y="5271"/>
                      <a:pt x="2403" y="5271"/>
                    </a:cubicBezTo>
                    <a:cubicBezTo>
                      <a:pt x="2406" y="5271"/>
                      <a:pt x="2410" y="5271"/>
                      <a:pt x="2414" y="5271"/>
                    </a:cubicBezTo>
                    <a:cubicBezTo>
                      <a:pt x="2419" y="5272"/>
                      <a:pt x="2424" y="5272"/>
                      <a:pt x="2428" y="5272"/>
                    </a:cubicBezTo>
                    <a:cubicBezTo>
                      <a:pt x="2441" y="5272"/>
                      <a:pt x="2452" y="5267"/>
                      <a:pt x="2454" y="5249"/>
                    </a:cubicBezTo>
                    <a:cubicBezTo>
                      <a:pt x="2457" y="5222"/>
                      <a:pt x="2480" y="5202"/>
                      <a:pt x="2508" y="5202"/>
                    </a:cubicBezTo>
                    <a:cubicBezTo>
                      <a:pt x="2510" y="5202"/>
                      <a:pt x="2512" y="5202"/>
                      <a:pt x="2514" y="5202"/>
                    </a:cubicBezTo>
                    <a:cubicBezTo>
                      <a:pt x="2529" y="5193"/>
                      <a:pt x="2538" y="5188"/>
                      <a:pt x="2545" y="5188"/>
                    </a:cubicBezTo>
                    <a:cubicBezTo>
                      <a:pt x="2555" y="5188"/>
                      <a:pt x="2559" y="5200"/>
                      <a:pt x="2570" y="5230"/>
                    </a:cubicBezTo>
                    <a:cubicBezTo>
                      <a:pt x="2567" y="5255"/>
                      <a:pt x="2586" y="5258"/>
                      <a:pt x="2605" y="5258"/>
                    </a:cubicBezTo>
                    <a:cubicBezTo>
                      <a:pt x="2624" y="5261"/>
                      <a:pt x="2636" y="5271"/>
                      <a:pt x="2646" y="5286"/>
                    </a:cubicBezTo>
                    <a:cubicBezTo>
                      <a:pt x="2651" y="5294"/>
                      <a:pt x="2655" y="5297"/>
                      <a:pt x="2658" y="5297"/>
                    </a:cubicBezTo>
                    <a:cubicBezTo>
                      <a:pt x="2664" y="5297"/>
                      <a:pt x="2664" y="5279"/>
                      <a:pt x="2664" y="5261"/>
                    </a:cubicBezTo>
                    <a:cubicBezTo>
                      <a:pt x="2664" y="5236"/>
                      <a:pt x="2664" y="5211"/>
                      <a:pt x="2664" y="5211"/>
                    </a:cubicBezTo>
                    <a:cubicBezTo>
                      <a:pt x="2665" y="5211"/>
                      <a:pt x="2666" y="5211"/>
                      <a:pt x="2666" y="5211"/>
                    </a:cubicBezTo>
                    <a:cubicBezTo>
                      <a:pt x="2684" y="5211"/>
                      <a:pt x="2702" y="5259"/>
                      <a:pt x="2702" y="5283"/>
                    </a:cubicBezTo>
                    <a:cubicBezTo>
                      <a:pt x="2711" y="5308"/>
                      <a:pt x="2717" y="5321"/>
                      <a:pt x="2720" y="5321"/>
                    </a:cubicBezTo>
                    <a:cubicBezTo>
                      <a:pt x="2722" y="5321"/>
                      <a:pt x="2722" y="5308"/>
                      <a:pt x="2721" y="5283"/>
                    </a:cubicBezTo>
                    <a:cubicBezTo>
                      <a:pt x="2721" y="5265"/>
                      <a:pt x="2731" y="5247"/>
                      <a:pt x="2751" y="5247"/>
                    </a:cubicBezTo>
                    <a:cubicBezTo>
                      <a:pt x="2758" y="5247"/>
                      <a:pt x="2767" y="5249"/>
                      <a:pt x="2777" y="5255"/>
                    </a:cubicBezTo>
                    <a:cubicBezTo>
                      <a:pt x="2785" y="5255"/>
                      <a:pt x="2793" y="5255"/>
                      <a:pt x="2801" y="5255"/>
                    </a:cubicBezTo>
                    <a:cubicBezTo>
                      <a:pt x="2832" y="5255"/>
                      <a:pt x="2856" y="5257"/>
                      <a:pt x="2856" y="5277"/>
                    </a:cubicBezTo>
                    <a:cubicBezTo>
                      <a:pt x="2860" y="5285"/>
                      <a:pt x="2868" y="5289"/>
                      <a:pt x="2876" y="5289"/>
                    </a:cubicBezTo>
                    <a:cubicBezTo>
                      <a:pt x="2884" y="5289"/>
                      <a:pt x="2892" y="5285"/>
                      <a:pt x="2896" y="5277"/>
                    </a:cubicBezTo>
                    <a:cubicBezTo>
                      <a:pt x="2906" y="5262"/>
                      <a:pt x="2916" y="5255"/>
                      <a:pt x="2936" y="5255"/>
                    </a:cubicBezTo>
                    <a:cubicBezTo>
                      <a:pt x="2949" y="5255"/>
                      <a:pt x="2966" y="5258"/>
                      <a:pt x="2990" y="5264"/>
                    </a:cubicBezTo>
                    <a:cubicBezTo>
                      <a:pt x="3038" y="5282"/>
                      <a:pt x="3065" y="5291"/>
                      <a:pt x="3078" y="5291"/>
                    </a:cubicBezTo>
                    <a:cubicBezTo>
                      <a:pt x="3094" y="5291"/>
                      <a:pt x="3093" y="5279"/>
                      <a:pt x="3087" y="5252"/>
                    </a:cubicBezTo>
                    <a:cubicBezTo>
                      <a:pt x="3086" y="5237"/>
                      <a:pt x="3083" y="5222"/>
                      <a:pt x="3086" y="5222"/>
                    </a:cubicBezTo>
                    <a:lnTo>
                      <a:pt x="3086" y="5222"/>
                    </a:lnTo>
                    <a:cubicBezTo>
                      <a:pt x="3089" y="5222"/>
                      <a:pt x="3095" y="5230"/>
                      <a:pt x="3106" y="5249"/>
                    </a:cubicBezTo>
                    <a:cubicBezTo>
                      <a:pt x="3112" y="5254"/>
                      <a:pt x="3117" y="5257"/>
                      <a:pt x="3122" y="5257"/>
                    </a:cubicBezTo>
                    <a:cubicBezTo>
                      <a:pt x="3137" y="5257"/>
                      <a:pt x="3152" y="5235"/>
                      <a:pt x="3178" y="5211"/>
                    </a:cubicBezTo>
                    <a:cubicBezTo>
                      <a:pt x="3188" y="5177"/>
                      <a:pt x="3185" y="5142"/>
                      <a:pt x="3175" y="5108"/>
                    </a:cubicBezTo>
                    <a:cubicBezTo>
                      <a:pt x="3169" y="5078"/>
                      <a:pt x="3167" y="5067"/>
                      <a:pt x="3177" y="5067"/>
                    </a:cubicBezTo>
                    <a:cubicBezTo>
                      <a:pt x="3182" y="5067"/>
                      <a:pt x="3192" y="5071"/>
                      <a:pt x="3207" y="5076"/>
                    </a:cubicBezTo>
                    <a:cubicBezTo>
                      <a:pt x="3208" y="5076"/>
                      <a:pt x="3210" y="5075"/>
                      <a:pt x="3212" y="5075"/>
                    </a:cubicBezTo>
                    <a:cubicBezTo>
                      <a:pt x="3228" y="5075"/>
                      <a:pt x="3248" y="5095"/>
                      <a:pt x="3254" y="5117"/>
                    </a:cubicBezTo>
                    <a:cubicBezTo>
                      <a:pt x="3260" y="5139"/>
                      <a:pt x="3241" y="5145"/>
                      <a:pt x="3241" y="5145"/>
                    </a:cubicBezTo>
                    <a:lnTo>
                      <a:pt x="3222" y="5149"/>
                    </a:lnTo>
                    <a:cubicBezTo>
                      <a:pt x="3228" y="5170"/>
                      <a:pt x="3233" y="5191"/>
                      <a:pt x="3256" y="5191"/>
                    </a:cubicBezTo>
                    <a:cubicBezTo>
                      <a:pt x="3260" y="5191"/>
                      <a:pt x="3264" y="5191"/>
                      <a:pt x="3269" y="5189"/>
                    </a:cubicBezTo>
                    <a:cubicBezTo>
                      <a:pt x="3280" y="5197"/>
                      <a:pt x="3290" y="5201"/>
                      <a:pt x="3297" y="5201"/>
                    </a:cubicBezTo>
                    <a:cubicBezTo>
                      <a:pt x="3306" y="5201"/>
                      <a:pt x="3310" y="5194"/>
                      <a:pt x="3307" y="5180"/>
                    </a:cubicBezTo>
                    <a:lnTo>
                      <a:pt x="3307" y="5180"/>
                    </a:lnTo>
                    <a:cubicBezTo>
                      <a:pt x="3317" y="5188"/>
                      <a:pt x="3330" y="5191"/>
                      <a:pt x="3344" y="5191"/>
                    </a:cubicBezTo>
                    <a:cubicBezTo>
                      <a:pt x="3364" y="5191"/>
                      <a:pt x="3385" y="5185"/>
                      <a:pt x="3407" y="5180"/>
                    </a:cubicBezTo>
                    <a:cubicBezTo>
                      <a:pt x="3434" y="5173"/>
                      <a:pt x="3471" y="5160"/>
                      <a:pt x="3499" y="5160"/>
                    </a:cubicBezTo>
                    <a:cubicBezTo>
                      <a:pt x="3510" y="5160"/>
                      <a:pt x="3519" y="5162"/>
                      <a:pt x="3526" y="5167"/>
                    </a:cubicBezTo>
                    <a:cubicBezTo>
                      <a:pt x="3564" y="5155"/>
                      <a:pt x="3583" y="5149"/>
                      <a:pt x="3573" y="5123"/>
                    </a:cubicBezTo>
                    <a:cubicBezTo>
                      <a:pt x="3563" y="5094"/>
                      <a:pt x="3566" y="5081"/>
                      <a:pt x="3571" y="5081"/>
                    </a:cubicBezTo>
                    <a:cubicBezTo>
                      <a:pt x="3575" y="5081"/>
                      <a:pt x="3579" y="5086"/>
                      <a:pt x="3583" y="5095"/>
                    </a:cubicBezTo>
                    <a:cubicBezTo>
                      <a:pt x="3590" y="5105"/>
                      <a:pt x="3606" y="5109"/>
                      <a:pt x="3626" y="5109"/>
                    </a:cubicBezTo>
                    <a:cubicBezTo>
                      <a:pt x="3708" y="5109"/>
                      <a:pt x="3863" y="5044"/>
                      <a:pt x="3858" y="5001"/>
                    </a:cubicBezTo>
                    <a:lnTo>
                      <a:pt x="3893" y="4986"/>
                    </a:lnTo>
                    <a:cubicBezTo>
                      <a:pt x="3894" y="4986"/>
                      <a:pt x="3895" y="4986"/>
                      <a:pt x="3896" y="4986"/>
                    </a:cubicBezTo>
                    <a:cubicBezTo>
                      <a:pt x="3945" y="4986"/>
                      <a:pt x="4040" y="4925"/>
                      <a:pt x="4043" y="4898"/>
                    </a:cubicBezTo>
                    <a:lnTo>
                      <a:pt x="4093" y="4866"/>
                    </a:lnTo>
                    <a:cubicBezTo>
                      <a:pt x="4098" y="4867"/>
                      <a:pt x="4102" y="4867"/>
                      <a:pt x="4105" y="4867"/>
                    </a:cubicBezTo>
                    <a:cubicBezTo>
                      <a:pt x="4146" y="4867"/>
                      <a:pt x="4156" y="4851"/>
                      <a:pt x="4159" y="4823"/>
                    </a:cubicBezTo>
                    <a:cubicBezTo>
                      <a:pt x="4159" y="4800"/>
                      <a:pt x="4153" y="4782"/>
                      <a:pt x="4154" y="4782"/>
                    </a:cubicBezTo>
                    <a:lnTo>
                      <a:pt x="4154" y="4782"/>
                    </a:lnTo>
                    <a:cubicBezTo>
                      <a:pt x="4154" y="4782"/>
                      <a:pt x="4156" y="4785"/>
                      <a:pt x="4159" y="4791"/>
                    </a:cubicBezTo>
                    <a:cubicBezTo>
                      <a:pt x="4163" y="4796"/>
                      <a:pt x="4168" y="4798"/>
                      <a:pt x="4174" y="4798"/>
                    </a:cubicBezTo>
                    <a:cubicBezTo>
                      <a:pt x="4192" y="4798"/>
                      <a:pt x="4221" y="4777"/>
                      <a:pt x="4269" y="4741"/>
                    </a:cubicBezTo>
                    <a:cubicBezTo>
                      <a:pt x="4332" y="4697"/>
                      <a:pt x="4332" y="4694"/>
                      <a:pt x="4300" y="4688"/>
                    </a:cubicBezTo>
                    <a:cubicBezTo>
                      <a:pt x="4322" y="4651"/>
                      <a:pt x="4337" y="4639"/>
                      <a:pt x="4349" y="4639"/>
                    </a:cubicBezTo>
                    <a:cubicBezTo>
                      <a:pt x="4359" y="4639"/>
                      <a:pt x="4367" y="4648"/>
                      <a:pt x="4375" y="4657"/>
                    </a:cubicBezTo>
                    <a:cubicBezTo>
                      <a:pt x="4381" y="4675"/>
                      <a:pt x="4389" y="4683"/>
                      <a:pt x="4395" y="4683"/>
                    </a:cubicBezTo>
                    <a:cubicBezTo>
                      <a:pt x="4405" y="4683"/>
                      <a:pt x="4409" y="4657"/>
                      <a:pt x="4385" y="4613"/>
                    </a:cubicBezTo>
                    <a:cubicBezTo>
                      <a:pt x="4370" y="4574"/>
                      <a:pt x="4384" y="4550"/>
                      <a:pt x="4400" y="4550"/>
                    </a:cubicBezTo>
                    <a:cubicBezTo>
                      <a:pt x="4404" y="4550"/>
                      <a:pt x="4409" y="4552"/>
                      <a:pt x="4413" y="4556"/>
                    </a:cubicBezTo>
                    <a:cubicBezTo>
                      <a:pt x="4429" y="4572"/>
                      <a:pt x="4416" y="4588"/>
                      <a:pt x="4401" y="4600"/>
                    </a:cubicBezTo>
                    <a:lnTo>
                      <a:pt x="4435" y="4638"/>
                    </a:lnTo>
                    <a:cubicBezTo>
                      <a:pt x="4448" y="4622"/>
                      <a:pt x="4448" y="4622"/>
                      <a:pt x="4448" y="4591"/>
                    </a:cubicBezTo>
                    <a:cubicBezTo>
                      <a:pt x="4457" y="4581"/>
                      <a:pt x="4460" y="4563"/>
                      <a:pt x="4457" y="4547"/>
                    </a:cubicBezTo>
                    <a:cubicBezTo>
                      <a:pt x="4457" y="4519"/>
                      <a:pt x="4435" y="4497"/>
                      <a:pt x="4407" y="4494"/>
                    </a:cubicBezTo>
                    <a:cubicBezTo>
                      <a:pt x="4375" y="4487"/>
                      <a:pt x="4388" y="4475"/>
                      <a:pt x="4401" y="4462"/>
                    </a:cubicBezTo>
                    <a:cubicBezTo>
                      <a:pt x="4407" y="4461"/>
                      <a:pt x="4414" y="4461"/>
                      <a:pt x="4419" y="4461"/>
                    </a:cubicBezTo>
                    <a:cubicBezTo>
                      <a:pt x="4452" y="4461"/>
                      <a:pt x="4464" y="4476"/>
                      <a:pt x="4470" y="4503"/>
                    </a:cubicBezTo>
                    <a:cubicBezTo>
                      <a:pt x="4454" y="4515"/>
                      <a:pt x="4473" y="4534"/>
                      <a:pt x="4488" y="4553"/>
                    </a:cubicBezTo>
                    <a:cubicBezTo>
                      <a:pt x="4490" y="4555"/>
                      <a:pt x="4492" y="4555"/>
                      <a:pt x="4494" y="4555"/>
                    </a:cubicBezTo>
                    <a:cubicBezTo>
                      <a:pt x="4515" y="4555"/>
                      <a:pt x="4540" y="4462"/>
                      <a:pt x="4517" y="4418"/>
                    </a:cubicBezTo>
                    <a:cubicBezTo>
                      <a:pt x="4509" y="4410"/>
                      <a:pt x="4504" y="4406"/>
                      <a:pt x="4504" y="4406"/>
                    </a:cubicBezTo>
                    <a:lnTo>
                      <a:pt x="4504" y="4406"/>
                    </a:lnTo>
                    <a:cubicBezTo>
                      <a:pt x="4504" y="4406"/>
                      <a:pt x="4514" y="4414"/>
                      <a:pt x="4535" y="4434"/>
                    </a:cubicBezTo>
                    <a:cubicBezTo>
                      <a:pt x="4540" y="4438"/>
                      <a:pt x="4544" y="4440"/>
                      <a:pt x="4549" y="4440"/>
                    </a:cubicBezTo>
                    <a:cubicBezTo>
                      <a:pt x="4565" y="4440"/>
                      <a:pt x="4585" y="4418"/>
                      <a:pt x="4604" y="4396"/>
                    </a:cubicBezTo>
                    <a:cubicBezTo>
                      <a:pt x="4632" y="4368"/>
                      <a:pt x="4645" y="4353"/>
                      <a:pt x="4626" y="4337"/>
                    </a:cubicBezTo>
                    <a:cubicBezTo>
                      <a:pt x="4607" y="4321"/>
                      <a:pt x="4585" y="4302"/>
                      <a:pt x="4601" y="4290"/>
                    </a:cubicBezTo>
                    <a:lnTo>
                      <a:pt x="4601" y="4290"/>
                    </a:lnTo>
                    <a:cubicBezTo>
                      <a:pt x="4597" y="4293"/>
                      <a:pt x="4593" y="4294"/>
                      <a:pt x="4589" y="4294"/>
                    </a:cubicBezTo>
                    <a:cubicBezTo>
                      <a:pt x="4576" y="4294"/>
                      <a:pt x="4562" y="4283"/>
                      <a:pt x="4548" y="4271"/>
                    </a:cubicBezTo>
                    <a:cubicBezTo>
                      <a:pt x="4573" y="4265"/>
                      <a:pt x="4598" y="4262"/>
                      <a:pt x="4623" y="4262"/>
                    </a:cubicBezTo>
                    <a:cubicBezTo>
                      <a:pt x="4628" y="4262"/>
                      <a:pt x="4633" y="4262"/>
                      <a:pt x="4638" y="4262"/>
                    </a:cubicBezTo>
                    <a:cubicBezTo>
                      <a:pt x="4693" y="4262"/>
                      <a:pt x="4745" y="4232"/>
                      <a:pt x="4777" y="4186"/>
                    </a:cubicBezTo>
                    <a:cubicBezTo>
                      <a:pt x="4802" y="4155"/>
                      <a:pt x="4833" y="4108"/>
                      <a:pt x="4864" y="4105"/>
                    </a:cubicBezTo>
                    <a:cubicBezTo>
                      <a:pt x="4883" y="4070"/>
                      <a:pt x="4893" y="4055"/>
                      <a:pt x="4874" y="4042"/>
                    </a:cubicBezTo>
                    <a:lnTo>
                      <a:pt x="4893" y="4008"/>
                    </a:lnTo>
                    <a:cubicBezTo>
                      <a:pt x="4924" y="4005"/>
                      <a:pt x="4946" y="3973"/>
                      <a:pt x="4924" y="3961"/>
                    </a:cubicBezTo>
                    <a:cubicBezTo>
                      <a:pt x="4911" y="3929"/>
                      <a:pt x="4946" y="3926"/>
                      <a:pt x="4952" y="3911"/>
                    </a:cubicBezTo>
                    <a:cubicBezTo>
                      <a:pt x="5015" y="3898"/>
                      <a:pt x="5015" y="3898"/>
                      <a:pt x="4940" y="3879"/>
                    </a:cubicBezTo>
                    <a:cubicBezTo>
                      <a:pt x="4936" y="3878"/>
                      <a:pt x="4932" y="3877"/>
                      <a:pt x="4927" y="3877"/>
                    </a:cubicBezTo>
                    <a:cubicBezTo>
                      <a:pt x="4905" y="3877"/>
                      <a:pt x="4875" y="3894"/>
                      <a:pt x="4867" y="3904"/>
                    </a:cubicBezTo>
                    <a:lnTo>
                      <a:pt x="4839" y="3955"/>
                    </a:lnTo>
                    <a:lnTo>
                      <a:pt x="4846" y="3892"/>
                    </a:lnTo>
                    <a:cubicBezTo>
                      <a:pt x="4858" y="3867"/>
                      <a:pt x="4849" y="3839"/>
                      <a:pt x="4827" y="3820"/>
                    </a:cubicBezTo>
                    <a:cubicBezTo>
                      <a:pt x="4827" y="3820"/>
                      <a:pt x="4805" y="3810"/>
                      <a:pt x="4814" y="3792"/>
                    </a:cubicBezTo>
                    <a:lnTo>
                      <a:pt x="4814" y="3792"/>
                    </a:lnTo>
                    <a:lnTo>
                      <a:pt x="4858" y="3817"/>
                    </a:lnTo>
                    <a:cubicBezTo>
                      <a:pt x="4871" y="3839"/>
                      <a:pt x="4893" y="3857"/>
                      <a:pt x="4918" y="3870"/>
                    </a:cubicBezTo>
                    <a:cubicBezTo>
                      <a:pt x="4921" y="3870"/>
                      <a:pt x="4925" y="3871"/>
                      <a:pt x="4929" y="3871"/>
                    </a:cubicBezTo>
                    <a:cubicBezTo>
                      <a:pt x="4977" y="3871"/>
                      <a:pt x="5015" y="3834"/>
                      <a:pt x="4974" y="3810"/>
                    </a:cubicBezTo>
                    <a:cubicBezTo>
                      <a:pt x="4983" y="3795"/>
                      <a:pt x="4983" y="3795"/>
                      <a:pt x="5012" y="3788"/>
                    </a:cubicBezTo>
                    <a:cubicBezTo>
                      <a:pt x="5016" y="3790"/>
                      <a:pt x="5020" y="3791"/>
                      <a:pt x="5024" y="3791"/>
                    </a:cubicBezTo>
                    <a:cubicBezTo>
                      <a:pt x="5038" y="3791"/>
                      <a:pt x="5037" y="3775"/>
                      <a:pt x="5009" y="3741"/>
                    </a:cubicBezTo>
                    <a:cubicBezTo>
                      <a:pt x="4974" y="3707"/>
                      <a:pt x="4976" y="3691"/>
                      <a:pt x="5021" y="3691"/>
                    </a:cubicBezTo>
                    <a:cubicBezTo>
                      <a:pt x="5025" y="3691"/>
                      <a:pt x="5029" y="3691"/>
                      <a:pt x="5034" y="3691"/>
                    </a:cubicBezTo>
                    <a:cubicBezTo>
                      <a:pt x="5093" y="3676"/>
                      <a:pt x="5121" y="3600"/>
                      <a:pt x="5099" y="3594"/>
                    </a:cubicBezTo>
                    <a:cubicBezTo>
                      <a:pt x="5059" y="3578"/>
                      <a:pt x="5062" y="3522"/>
                      <a:pt x="5103" y="3513"/>
                    </a:cubicBezTo>
                    <a:cubicBezTo>
                      <a:pt x="5131" y="3503"/>
                      <a:pt x="5140" y="3484"/>
                      <a:pt x="5121" y="3459"/>
                    </a:cubicBezTo>
                    <a:lnTo>
                      <a:pt x="5121" y="3459"/>
                    </a:lnTo>
                    <a:cubicBezTo>
                      <a:pt x="5126" y="3461"/>
                      <a:pt x="5131" y="3461"/>
                      <a:pt x="5136" y="3461"/>
                    </a:cubicBezTo>
                    <a:cubicBezTo>
                      <a:pt x="5157" y="3461"/>
                      <a:pt x="5173" y="3451"/>
                      <a:pt x="5156" y="3428"/>
                    </a:cubicBezTo>
                    <a:cubicBezTo>
                      <a:pt x="5156" y="3428"/>
                      <a:pt x="5159" y="3417"/>
                      <a:pt x="5149" y="3417"/>
                    </a:cubicBezTo>
                    <a:cubicBezTo>
                      <a:pt x="5146" y="3417"/>
                      <a:pt x="5141" y="3419"/>
                      <a:pt x="5134" y="3422"/>
                    </a:cubicBezTo>
                    <a:lnTo>
                      <a:pt x="5093" y="3372"/>
                    </a:lnTo>
                    <a:cubicBezTo>
                      <a:pt x="5092" y="3379"/>
                      <a:pt x="5085" y="3381"/>
                      <a:pt x="5077" y="3381"/>
                    </a:cubicBezTo>
                    <a:cubicBezTo>
                      <a:pt x="5067" y="3381"/>
                      <a:pt x="5053" y="3378"/>
                      <a:pt x="5040" y="3375"/>
                    </a:cubicBezTo>
                    <a:cubicBezTo>
                      <a:pt x="5018" y="3369"/>
                      <a:pt x="5059" y="3303"/>
                      <a:pt x="5143" y="3287"/>
                    </a:cubicBezTo>
                    <a:lnTo>
                      <a:pt x="5203" y="3259"/>
                    </a:lnTo>
                    <a:lnTo>
                      <a:pt x="5153" y="3249"/>
                    </a:lnTo>
                    <a:cubicBezTo>
                      <a:pt x="5158" y="3233"/>
                      <a:pt x="5161" y="3217"/>
                      <a:pt x="5178" y="3217"/>
                    </a:cubicBezTo>
                    <a:cubicBezTo>
                      <a:pt x="5181" y="3217"/>
                      <a:pt x="5184" y="3217"/>
                      <a:pt x="5187" y="3218"/>
                    </a:cubicBezTo>
                    <a:cubicBezTo>
                      <a:pt x="5196" y="3220"/>
                      <a:pt x="5202" y="3222"/>
                      <a:pt x="5206" y="3222"/>
                    </a:cubicBezTo>
                    <a:cubicBezTo>
                      <a:pt x="5213" y="3222"/>
                      <a:pt x="5213" y="3217"/>
                      <a:pt x="5215" y="3206"/>
                    </a:cubicBezTo>
                    <a:cubicBezTo>
                      <a:pt x="5215" y="3206"/>
                      <a:pt x="5222" y="3184"/>
                      <a:pt x="5197" y="3180"/>
                    </a:cubicBezTo>
                    <a:cubicBezTo>
                      <a:pt x="5146" y="3171"/>
                      <a:pt x="5146" y="3171"/>
                      <a:pt x="5175" y="3155"/>
                    </a:cubicBezTo>
                    <a:cubicBezTo>
                      <a:pt x="5228" y="3146"/>
                      <a:pt x="5231" y="3127"/>
                      <a:pt x="5184" y="3099"/>
                    </a:cubicBezTo>
                    <a:cubicBezTo>
                      <a:pt x="5134" y="3090"/>
                      <a:pt x="5134" y="3093"/>
                      <a:pt x="5187" y="3080"/>
                    </a:cubicBezTo>
                    <a:cubicBezTo>
                      <a:pt x="5191" y="3081"/>
                      <a:pt x="5195" y="3082"/>
                      <a:pt x="5199" y="3082"/>
                    </a:cubicBezTo>
                    <a:cubicBezTo>
                      <a:pt x="5217" y="3082"/>
                      <a:pt x="5236" y="3070"/>
                      <a:pt x="5244" y="3052"/>
                    </a:cubicBezTo>
                    <a:lnTo>
                      <a:pt x="5218" y="3046"/>
                    </a:lnTo>
                    <a:cubicBezTo>
                      <a:pt x="5168" y="3039"/>
                      <a:pt x="5171" y="3021"/>
                      <a:pt x="5200" y="3005"/>
                    </a:cubicBezTo>
                    <a:lnTo>
                      <a:pt x="5200" y="3005"/>
                    </a:lnTo>
                    <a:cubicBezTo>
                      <a:pt x="5201" y="3005"/>
                      <a:pt x="5203" y="3005"/>
                      <a:pt x="5205" y="3005"/>
                    </a:cubicBezTo>
                    <a:cubicBezTo>
                      <a:pt x="5225" y="3005"/>
                      <a:pt x="5226" y="2986"/>
                      <a:pt x="5206" y="2949"/>
                    </a:cubicBezTo>
                    <a:cubicBezTo>
                      <a:pt x="5212" y="2914"/>
                      <a:pt x="5212" y="2895"/>
                      <a:pt x="5232" y="2895"/>
                    </a:cubicBezTo>
                    <a:cubicBezTo>
                      <a:pt x="5234" y="2895"/>
                      <a:pt x="5235" y="2895"/>
                      <a:pt x="5237" y="2895"/>
                    </a:cubicBezTo>
                    <a:cubicBezTo>
                      <a:pt x="5251" y="2896"/>
                      <a:pt x="5261" y="2897"/>
                      <a:pt x="5267" y="2897"/>
                    </a:cubicBezTo>
                    <a:cubicBezTo>
                      <a:pt x="5284" y="2897"/>
                      <a:pt x="5274" y="2892"/>
                      <a:pt x="5237" y="2877"/>
                    </a:cubicBezTo>
                    <a:cubicBezTo>
                      <a:pt x="5215" y="2855"/>
                      <a:pt x="5215" y="2855"/>
                      <a:pt x="5244" y="2817"/>
                    </a:cubicBezTo>
                    <a:cubicBezTo>
                      <a:pt x="5269" y="2801"/>
                      <a:pt x="5269" y="2801"/>
                      <a:pt x="5244" y="2779"/>
                    </a:cubicBezTo>
                    <a:cubicBezTo>
                      <a:pt x="5229" y="2778"/>
                      <a:pt x="5217" y="2778"/>
                      <a:pt x="5206" y="2778"/>
                    </a:cubicBezTo>
                    <a:cubicBezTo>
                      <a:pt x="5181" y="2778"/>
                      <a:pt x="5168" y="2782"/>
                      <a:pt x="5168" y="2795"/>
                    </a:cubicBezTo>
                    <a:cubicBezTo>
                      <a:pt x="5168" y="2808"/>
                      <a:pt x="5168" y="2812"/>
                      <a:pt x="5158" y="2812"/>
                    </a:cubicBezTo>
                    <a:cubicBezTo>
                      <a:pt x="5154" y="2812"/>
                      <a:pt x="5148" y="2812"/>
                      <a:pt x="5140" y="2811"/>
                    </a:cubicBezTo>
                    <a:cubicBezTo>
                      <a:pt x="5140" y="2811"/>
                      <a:pt x="5143" y="2795"/>
                      <a:pt x="5143" y="2776"/>
                    </a:cubicBezTo>
                    <a:cubicBezTo>
                      <a:pt x="5146" y="2748"/>
                      <a:pt x="5140" y="2723"/>
                      <a:pt x="5124" y="2701"/>
                    </a:cubicBezTo>
                    <a:cubicBezTo>
                      <a:pt x="5112" y="2682"/>
                      <a:pt x="5092" y="2672"/>
                      <a:pt x="5080" y="2672"/>
                    </a:cubicBezTo>
                    <a:cubicBezTo>
                      <a:pt x="5068" y="2672"/>
                      <a:pt x="5062" y="2681"/>
                      <a:pt x="5074" y="2698"/>
                    </a:cubicBezTo>
                    <a:lnTo>
                      <a:pt x="5046" y="2717"/>
                    </a:lnTo>
                    <a:cubicBezTo>
                      <a:pt x="5043" y="2717"/>
                      <a:pt x="5040" y="2716"/>
                      <a:pt x="5037" y="2716"/>
                    </a:cubicBezTo>
                    <a:cubicBezTo>
                      <a:pt x="4971" y="2716"/>
                      <a:pt x="4971" y="2748"/>
                      <a:pt x="5043" y="2751"/>
                    </a:cubicBezTo>
                    <a:cubicBezTo>
                      <a:pt x="5121" y="2754"/>
                      <a:pt x="5121" y="2754"/>
                      <a:pt x="5068" y="2770"/>
                    </a:cubicBezTo>
                    <a:cubicBezTo>
                      <a:pt x="5018" y="2770"/>
                      <a:pt x="5018" y="2786"/>
                      <a:pt x="5015" y="2804"/>
                    </a:cubicBezTo>
                    <a:cubicBezTo>
                      <a:pt x="5015" y="2820"/>
                      <a:pt x="5015" y="2820"/>
                      <a:pt x="4990" y="2820"/>
                    </a:cubicBezTo>
                    <a:cubicBezTo>
                      <a:pt x="4988" y="2820"/>
                      <a:pt x="4985" y="2820"/>
                      <a:pt x="4983" y="2820"/>
                    </a:cubicBezTo>
                    <a:cubicBezTo>
                      <a:pt x="4960" y="2820"/>
                      <a:pt x="4939" y="2834"/>
                      <a:pt x="4936" y="2848"/>
                    </a:cubicBezTo>
                    <a:cubicBezTo>
                      <a:pt x="4936" y="2867"/>
                      <a:pt x="4936" y="2867"/>
                      <a:pt x="4962" y="2870"/>
                    </a:cubicBezTo>
                    <a:cubicBezTo>
                      <a:pt x="4966" y="2867"/>
                      <a:pt x="4970" y="2866"/>
                      <a:pt x="4972" y="2866"/>
                    </a:cubicBezTo>
                    <a:cubicBezTo>
                      <a:pt x="4985" y="2866"/>
                      <a:pt x="4977" y="2891"/>
                      <a:pt x="4933" y="2902"/>
                    </a:cubicBezTo>
                    <a:cubicBezTo>
                      <a:pt x="4908" y="2914"/>
                      <a:pt x="4908" y="2914"/>
                      <a:pt x="4958" y="2920"/>
                    </a:cubicBezTo>
                    <a:cubicBezTo>
                      <a:pt x="5009" y="2927"/>
                      <a:pt x="5002" y="2961"/>
                      <a:pt x="4949" y="2971"/>
                    </a:cubicBezTo>
                    <a:lnTo>
                      <a:pt x="4943" y="3005"/>
                    </a:lnTo>
                    <a:cubicBezTo>
                      <a:pt x="4940" y="3021"/>
                      <a:pt x="4965" y="3027"/>
                      <a:pt x="4990" y="3030"/>
                    </a:cubicBezTo>
                    <a:cubicBezTo>
                      <a:pt x="5040" y="3036"/>
                      <a:pt x="5040" y="3036"/>
                      <a:pt x="5012" y="3052"/>
                    </a:cubicBezTo>
                    <a:cubicBezTo>
                      <a:pt x="4996" y="3058"/>
                      <a:pt x="4977" y="3061"/>
                      <a:pt x="4958" y="3061"/>
                    </a:cubicBezTo>
                    <a:cubicBezTo>
                      <a:pt x="4955" y="3061"/>
                      <a:pt x="4953" y="3060"/>
                      <a:pt x="4950" y="3060"/>
                    </a:cubicBezTo>
                    <a:cubicBezTo>
                      <a:pt x="4936" y="3060"/>
                      <a:pt x="4933" y="3076"/>
                      <a:pt x="4930" y="3090"/>
                    </a:cubicBezTo>
                    <a:cubicBezTo>
                      <a:pt x="4927" y="3105"/>
                      <a:pt x="4921" y="3140"/>
                      <a:pt x="4946" y="3146"/>
                    </a:cubicBezTo>
                    <a:lnTo>
                      <a:pt x="4921" y="3140"/>
                    </a:lnTo>
                    <a:cubicBezTo>
                      <a:pt x="4918" y="3159"/>
                      <a:pt x="4893" y="3152"/>
                      <a:pt x="4918" y="3159"/>
                    </a:cubicBezTo>
                    <a:cubicBezTo>
                      <a:pt x="4918" y="3159"/>
                      <a:pt x="4911" y="3174"/>
                      <a:pt x="4880" y="3199"/>
                    </a:cubicBezTo>
                    <a:cubicBezTo>
                      <a:pt x="4853" y="3221"/>
                      <a:pt x="4868" y="3264"/>
                      <a:pt x="4906" y="3264"/>
                    </a:cubicBezTo>
                    <a:cubicBezTo>
                      <a:pt x="4916" y="3264"/>
                      <a:pt x="4929" y="3261"/>
                      <a:pt x="4943" y="3253"/>
                    </a:cubicBezTo>
                    <a:lnTo>
                      <a:pt x="4943" y="3253"/>
                    </a:lnTo>
                    <a:lnTo>
                      <a:pt x="4940" y="3268"/>
                    </a:lnTo>
                    <a:cubicBezTo>
                      <a:pt x="4933" y="3287"/>
                      <a:pt x="4958" y="3293"/>
                      <a:pt x="4958" y="3293"/>
                    </a:cubicBezTo>
                    <a:cubicBezTo>
                      <a:pt x="4983" y="3300"/>
                      <a:pt x="4977" y="3318"/>
                      <a:pt x="4974" y="3334"/>
                    </a:cubicBezTo>
                    <a:lnTo>
                      <a:pt x="4924" y="3322"/>
                    </a:lnTo>
                    <a:cubicBezTo>
                      <a:pt x="4900" y="3308"/>
                      <a:pt x="4880" y="3303"/>
                      <a:pt x="4868" y="3303"/>
                    </a:cubicBezTo>
                    <a:cubicBezTo>
                      <a:pt x="4845" y="3303"/>
                      <a:pt x="4848" y="3322"/>
                      <a:pt x="4893" y="3347"/>
                    </a:cubicBezTo>
                    <a:lnTo>
                      <a:pt x="4867" y="3340"/>
                    </a:lnTo>
                    <a:cubicBezTo>
                      <a:pt x="4863" y="3339"/>
                      <a:pt x="4860" y="3338"/>
                      <a:pt x="4856" y="3338"/>
                    </a:cubicBezTo>
                    <a:cubicBezTo>
                      <a:pt x="4842" y="3338"/>
                      <a:pt x="4841" y="3356"/>
                      <a:pt x="4852" y="3387"/>
                    </a:cubicBezTo>
                    <a:cubicBezTo>
                      <a:pt x="4846" y="3403"/>
                      <a:pt x="4886" y="3437"/>
                      <a:pt x="4911" y="3444"/>
                    </a:cubicBezTo>
                    <a:cubicBezTo>
                      <a:pt x="4933" y="3453"/>
                      <a:pt x="4927" y="3469"/>
                      <a:pt x="4927" y="3469"/>
                    </a:cubicBezTo>
                    <a:cubicBezTo>
                      <a:pt x="4923" y="3480"/>
                      <a:pt x="4922" y="3484"/>
                      <a:pt x="4917" y="3484"/>
                    </a:cubicBezTo>
                    <a:cubicBezTo>
                      <a:pt x="4913" y="3484"/>
                      <a:pt x="4908" y="3482"/>
                      <a:pt x="4899" y="3478"/>
                    </a:cubicBezTo>
                    <a:cubicBezTo>
                      <a:pt x="4890" y="3475"/>
                      <a:pt x="4882" y="3473"/>
                      <a:pt x="4875" y="3473"/>
                    </a:cubicBezTo>
                    <a:cubicBezTo>
                      <a:pt x="4849" y="3473"/>
                      <a:pt x="4847" y="3501"/>
                      <a:pt x="4880" y="3528"/>
                    </a:cubicBezTo>
                    <a:lnTo>
                      <a:pt x="4855" y="3519"/>
                    </a:lnTo>
                    <a:cubicBezTo>
                      <a:pt x="4850" y="3517"/>
                      <a:pt x="4845" y="3516"/>
                      <a:pt x="4840" y="3516"/>
                    </a:cubicBezTo>
                    <a:cubicBezTo>
                      <a:pt x="4820" y="3516"/>
                      <a:pt x="4802" y="3535"/>
                      <a:pt x="4792" y="3607"/>
                    </a:cubicBezTo>
                    <a:cubicBezTo>
                      <a:pt x="4767" y="3661"/>
                      <a:pt x="4743" y="3705"/>
                      <a:pt x="4723" y="3705"/>
                    </a:cubicBezTo>
                    <a:cubicBezTo>
                      <a:pt x="4721" y="3705"/>
                      <a:pt x="4719" y="3705"/>
                      <a:pt x="4717" y="3704"/>
                    </a:cubicBezTo>
                    <a:cubicBezTo>
                      <a:pt x="4716" y="3703"/>
                      <a:pt x="4714" y="3703"/>
                      <a:pt x="4713" y="3703"/>
                    </a:cubicBezTo>
                    <a:cubicBezTo>
                      <a:pt x="4697" y="3703"/>
                      <a:pt x="4712" y="3780"/>
                      <a:pt x="4736" y="3829"/>
                    </a:cubicBezTo>
                    <a:cubicBezTo>
                      <a:pt x="4731" y="3827"/>
                      <a:pt x="4727" y="3826"/>
                      <a:pt x="4723" y="3826"/>
                    </a:cubicBezTo>
                    <a:cubicBezTo>
                      <a:pt x="4709" y="3826"/>
                      <a:pt x="4700" y="3839"/>
                      <a:pt x="4686" y="3864"/>
                    </a:cubicBezTo>
                    <a:cubicBezTo>
                      <a:pt x="4667" y="3892"/>
                      <a:pt x="4661" y="3902"/>
                      <a:pt x="4653" y="3902"/>
                    </a:cubicBezTo>
                    <a:cubicBezTo>
                      <a:pt x="4648" y="3902"/>
                      <a:pt x="4643" y="3899"/>
                      <a:pt x="4636" y="3895"/>
                    </a:cubicBezTo>
                    <a:cubicBezTo>
                      <a:pt x="4621" y="3876"/>
                      <a:pt x="4613" y="3865"/>
                      <a:pt x="4611" y="3865"/>
                    </a:cubicBezTo>
                    <a:lnTo>
                      <a:pt x="4611" y="3865"/>
                    </a:lnTo>
                    <a:cubicBezTo>
                      <a:pt x="4610" y="3865"/>
                      <a:pt x="4616" y="3878"/>
                      <a:pt x="4629" y="3908"/>
                    </a:cubicBezTo>
                    <a:cubicBezTo>
                      <a:pt x="4652" y="3940"/>
                      <a:pt x="4631" y="3965"/>
                      <a:pt x="4602" y="3965"/>
                    </a:cubicBezTo>
                    <a:cubicBezTo>
                      <a:pt x="4592" y="3965"/>
                      <a:pt x="4581" y="3962"/>
                      <a:pt x="4570" y="3955"/>
                    </a:cubicBezTo>
                    <a:cubicBezTo>
                      <a:pt x="4565" y="3950"/>
                      <a:pt x="4560" y="3948"/>
                      <a:pt x="4556" y="3948"/>
                    </a:cubicBezTo>
                    <a:cubicBezTo>
                      <a:pt x="4545" y="3948"/>
                      <a:pt x="4536" y="3961"/>
                      <a:pt x="4520" y="3980"/>
                    </a:cubicBezTo>
                    <a:cubicBezTo>
                      <a:pt x="4529" y="4008"/>
                      <a:pt x="4510" y="4036"/>
                      <a:pt x="4488" y="4061"/>
                    </a:cubicBezTo>
                    <a:cubicBezTo>
                      <a:pt x="4457" y="4102"/>
                      <a:pt x="4457" y="4102"/>
                      <a:pt x="4498" y="4133"/>
                    </a:cubicBezTo>
                    <a:cubicBezTo>
                      <a:pt x="4535" y="4165"/>
                      <a:pt x="4526" y="4180"/>
                      <a:pt x="4504" y="4208"/>
                    </a:cubicBezTo>
                    <a:cubicBezTo>
                      <a:pt x="4496" y="4217"/>
                      <a:pt x="4487" y="4225"/>
                      <a:pt x="4477" y="4225"/>
                    </a:cubicBezTo>
                    <a:cubicBezTo>
                      <a:pt x="4472" y="4225"/>
                      <a:pt x="4466" y="4223"/>
                      <a:pt x="4460" y="4218"/>
                    </a:cubicBezTo>
                    <a:cubicBezTo>
                      <a:pt x="4460" y="4218"/>
                      <a:pt x="4457" y="4217"/>
                      <a:pt x="4452" y="4217"/>
                    </a:cubicBezTo>
                    <a:cubicBezTo>
                      <a:pt x="4441" y="4217"/>
                      <a:pt x="4425" y="4219"/>
                      <a:pt x="4416" y="4227"/>
                    </a:cubicBezTo>
                    <a:cubicBezTo>
                      <a:pt x="4410" y="4236"/>
                      <a:pt x="4402" y="4244"/>
                      <a:pt x="4392" y="4244"/>
                    </a:cubicBezTo>
                    <a:cubicBezTo>
                      <a:pt x="4387" y="4244"/>
                      <a:pt x="4382" y="4242"/>
                      <a:pt x="4375" y="4237"/>
                    </a:cubicBezTo>
                    <a:cubicBezTo>
                      <a:pt x="4372" y="4236"/>
                      <a:pt x="4368" y="4236"/>
                      <a:pt x="4365" y="4236"/>
                    </a:cubicBezTo>
                    <a:cubicBezTo>
                      <a:pt x="4347" y="4236"/>
                      <a:pt x="4333" y="4242"/>
                      <a:pt x="4322" y="4255"/>
                    </a:cubicBezTo>
                    <a:cubicBezTo>
                      <a:pt x="4303" y="4274"/>
                      <a:pt x="4286" y="4293"/>
                      <a:pt x="4271" y="4293"/>
                    </a:cubicBezTo>
                    <a:cubicBezTo>
                      <a:pt x="4266" y="4293"/>
                      <a:pt x="4261" y="4291"/>
                      <a:pt x="4256" y="4287"/>
                    </a:cubicBezTo>
                    <a:lnTo>
                      <a:pt x="4256" y="4287"/>
                    </a:lnTo>
                    <a:cubicBezTo>
                      <a:pt x="4244" y="4299"/>
                      <a:pt x="4244" y="4299"/>
                      <a:pt x="4263" y="4318"/>
                    </a:cubicBezTo>
                    <a:cubicBezTo>
                      <a:pt x="4278" y="4334"/>
                      <a:pt x="4285" y="4365"/>
                      <a:pt x="4216" y="4393"/>
                    </a:cubicBezTo>
                    <a:cubicBezTo>
                      <a:pt x="4191" y="4415"/>
                      <a:pt x="4150" y="4450"/>
                      <a:pt x="4166" y="4468"/>
                    </a:cubicBezTo>
                    <a:cubicBezTo>
                      <a:pt x="4160" y="4474"/>
                      <a:pt x="4157" y="4477"/>
                      <a:pt x="4154" y="4477"/>
                    </a:cubicBezTo>
                    <a:cubicBezTo>
                      <a:pt x="4150" y="4477"/>
                      <a:pt x="4146" y="4473"/>
                      <a:pt x="4137" y="4462"/>
                    </a:cubicBezTo>
                    <a:cubicBezTo>
                      <a:pt x="4126" y="4448"/>
                      <a:pt x="4116" y="4441"/>
                      <a:pt x="4108" y="4441"/>
                    </a:cubicBezTo>
                    <a:cubicBezTo>
                      <a:pt x="4092" y="4441"/>
                      <a:pt x="4082" y="4464"/>
                      <a:pt x="4084" y="4503"/>
                    </a:cubicBezTo>
                    <a:cubicBezTo>
                      <a:pt x="4096" y="4517"/>
                      <a:pt x="4090" y="4525"/>
                      <a:pt x="4075" y="4525"/>
                    </a:cubicBezTo>
                    <a:cubicBezTo>
                      <a:pt x="4070" y="4525"/>
                      <a:pt x="4063" y="4524"/>
                      <a:pt x="4056" y="4522"/>
                    </a:cubicBezTo>
                    <a:cubicBezTo>
                      <a:pt x="4043" y="4534"/>
                      <a:pt x="4040" y="4550"/>
                      <a:pt x="4043" y="4563"/>
                    </a:cubicBezTo>
                    <a:cubicBezTo>
                      <a:pt x="4043" y="4594"/>
                      <a:pt x="4043" y="4594"/>
                      <a:pt x="3999" y="4594"/>
                    </a:cubicBezTo>
                    <a:cubicBezTo>
                      <a:pt x="3994" y="4585"/>
                      <a:pt x="3989" y="4582"/>
                      <a:pt x="3983" y="4582"/>
                    </a:cubicBezTo>
                    <a:cubicBezTo>
                      <a:pt x="3975" y="4582"/>
                      <a:pt x="3966" y="4588"/>
                      <a:pt x="3959" y="4594"/>
                    </a:cubicBezTo>
                    <a:cubicBezTo>
                      <a:pt x="3944" y="4632"/>
                      <a:pt x="3801" y="4718"/>
                      <a:pt x="3760" y="4718"/>
                    </a:cubicBezTo>
                    <a:cubicBezTo>
                      <a:pt x="3756" y="4718"/>
                      <a:pt x="3754" y="4717"/>
                      <a:pt x="3752" y="4716"/>
                    </a:cubicBezTo>
                    <a:cubicBezTo>
                      <a:pt x="3749" y="4747"/>
                      <a:pt x="3749" y="4747"/>
                      <a:pt x="3733" y="4754"/>
                    </a:cubicBezTo>
                    <a:cubicBezTo>
                      <a:pt x="3720" y="4742"/>
                      <a:pt x="3711" y="4737"/>
                      <a:pt x="3705" y="4737"/>
                    </a:cubicBezTo>
                    <a:cubicBezTo>
                      <a:pt x="3693" y="4737"/>
                      <a:pt x="3696" y="4761"/>
                      <a:pt x="3711" y="4791"/>
                    </a:cubicBezTo>
                    <a:lnTo>
                      <a:pt x="3727" y="4785"/>
                    </a:lnTo>
                    <a:lnTo>
                      <a:pt x="3742" y="4776"/>
                    </a:lnTo>
                    <a:lnTo>
                      <a:pt x="3742" y="4776"/>
                    </a:lnTo>
                    <a:cubicBezTo>
                      <a:pt x="3756" y="4801"/>
                      <a:pt x="3747" y="4819"/>
                      <a:pt x="3732" y="4819"/>
                    </a:cubicBezTo>
                    <a:cubicBezTo>
                      <a:pt x="3718" y="4819"/>
                      <a:pt x="3700" y="4807"/>
                      <a:pt x="3686" y="4776"/>
                    </a:cubicBezTo>
                    <a:cubicBezTo>
                      <a:pt x="3667" y="4758"/>
                      <a:pt x="3658" y="4749"/>
                      <a:pt x="3654" y="4749"/>
                    </a:cubicBezTo>
                    <a:cubicBezTo>
                      <a:pt x="3649" y="4749"/>
                      <a:pt x="3651" y="4762"/>
                      <a:pt x="3655" y="4791"/>
                    </a:cubicBezTo>
                    <a:cubicBezTo>
                      <a:pt x="3657" y="4822"/>
                      <a:pt x="3652" y="4837"/>
                      <a:pt x="3641" y="4837"/>
                    </a:cubicBezTo>
                    <a:cubicBezTo>
                      <a:pt x="3633" y="4837"/>
                      <a:pt x="3622" y="4829"/>
                      <a:pt x="3608" y="4813"/>
                    </a:cubicBezTo>
                    <a:cubicBezTo>
                      <a:pt x="3597" y="4790"/>
                      <a:pt x="3592" y="4779"/>
                      <a:pt x="3589" y="4779"/>
                    </a:cubicBezTo>
                    <a:lnTo>
                      <a:pt x="3589" y="4779"/>
                    </a:lnTo>
                    <a:cubicBezTo>
                      <a:pt x="3587" y="4779"/>
                      <a:pt x="3589" y="4792"/>
                      <a:pt x="3592" y="4819"/>
                    </a:cubicBezTo>
                    <a:cubicBezTo>
                      <a:pt x="3598" y="4887"/>
                      <a:pt x="3582" y="4928"/>
                      <a:pt x="3561" y="4928"/>
                    </a:cubicBezTo>
                    <a:cubicBezTo>
                      <a:pt x="3548" y="4928"/>
                      <a:pt x="3533" y="4912"/>
                      <a:pt x="3520" y="4876"/>
                    </a:cubicBezTo>
                    <a:cubicBezTo>
                      <a:pt x="3503" y="4835"/>
                      <a:pt x="3482" y="4815"/>
                      <a:pt x="3467" y="4815"/>
                    </a:cubicBezTo>
                    <a:cubicBezTo>
                      <a:pt x="3464" y="4815"/>
                      <a:pt x="3462" y="4816"/>
                      <a:pt x="3460" y="4816"/>
                    </a:cubicBezTo>
                    <a:cubicBezTo>
                      <a:pt x="3445" y="4823"/>
                      <a:pt x="3451" y="4845"/>
                      <a:pt x="3460" y="4870"/>
                    </a:cubicBezTo>
                    <a:cubicBezTo>
                      <a:pt x="3480" y="4893"/>
                      <a:pt x="3483" y="4905"/>
                      <a:pt x="3474" y="4905"/>
                    </a:cubicBezTo>
                    <a:cubicBezTo>
                      <a:pt x="3466" y="4905"/>
                      <a:pt x="3451" y="4897"/>
                      <a:pt x="3429" y="4882"/>
                    </a:cubicBezTo>
                    <a:cubicBezTo>
                      <a:pt x="3396" y="4857"/>
                      <a:pt x="3372" y="4846"/>
                      <a:pt x="3352" y="4846"/>
                    </a:cubicBezTo>
                    <a:cubicBezTo>
                      <a:pt x="3327" y="4846"/>
                      <a:pt x="3309" y="4864"/>
                      <a:pt x="3288" y="4898"/>
                    </a:cubicBezTo>
                    <a:cubicBezTo>
                      <a:pt x="3259" y="4934"/>
                      <a:pt x="3230" y="4954"/>
                      <a:pt x="3217" y="4954"/>
                    </a:cubicBezTo>
                    <a:cubicBezTo>
                      <a:pt x="3206" y="4954"/>
                      <a:pt x="3205" y="4941"/>
                      <a:pt x="3222" y="4913"/>
                    </a:cubicBezTo>
                    <a:cubicBezTo>
                      <a:pt x="3235" y="4882"/>
                      <a:pt x="3240" y="4868"/>
                      <a:pt x="3237" y="4868"/>
                    </a:cubicBezTo>
                    <a:lnTo>
                      <a:pt x="3237" y="4868"/>
                    </a:lnTo>
                    <a:cubicBezTo>
                      <a:pt x="3235" y="4868"/>
                      <a:pt x="3228" y="4876"/>
                      <a:pt x="3216" y="4892"/>
                    </a:cubicBezTo>
                    <a:cubicBezTo>
                      <a:pt x="3185" y="4898"/>
                      <a:pt x="3150" y="4907"/>
                      <a:pt x="3134" y="4910"/>
                    </a:cubicBezTo>
                    <a:cubicBezTo>
                      <a:pt x="3119" y="4913"/>
                      <a:pt x="3106" y="4942"/>
                      <a:pt x="3109" y="4967"/>
                    </a:cubicBezTo>
                    <a:cubicBezTo>
                      <a:pt x="3095" y="4940"/>
                      <a:pt x="3076" y="4922"/>
                      <a:pt x="3058" y="4922"/>
                    </a:cubicBezTo>
                    <a:cubicBezTo>
                      <a:pt x="3045" y="4922"/>
                      <a:pt x="3032" y="4932"/>
                      <a:pt x="3022" y="4954"/>
                    </a:cubicBezTo>
                    <a:lnTo>
                      <a:pt x="2987" y="4960"/>
                    </a:lnTo>
                    <a:cubicBezTo>
                      <a:pt x="2972" y="4960"/>
                      <a:pt x="2972" y="4960"/>
                      <a:pt x="2956" y="4989"/>
                    </a:cubicBezTo>
                    <a:cubicBezTo>
                      <a:pt x="2952" y="4998"/>
                      <a:pt x="2946" y="5002"/>
                      <a:pt x="2941" y="5002"/>
                    </a:cubicBezTo>
                    <a:cubicBezTo>
                      <a:pt x="2929" y="5002"/>
                      <a:pt x="2915" y="4987"/>
                      <a:pt x="2903" y="4970"/>
                    </a:cubicBezTo>
                    <a:cubicBezTo>
                      <a:pt x="2889" y="4954"/>
                      <a:pt x="2876" y="4937"/>
                      <a:pt x="2869" y="4937"/>
                    </a:cubicBezTo>
                    <a:cubicBezTo>
                      <a:pt x="2867" y="4937"/>
                      <a:pt x="2865" y="4941"/>
                      <a:pt x="2865" y="4948"/>
                    </a:cubicBezTo>
                    <a:cubicBezTo>
                      <a:pt x="2868" y="4973"/>
                      <a:pt x="2837" y="5001"/>
                      <a:pt x="2821" y="5026"/>
                    </a:cubicBezTo>
                    <a:cubicBezTo>
                      <a:pt x="2816" y="5034"/>
                      <a:pt x="2811" y="5037"/>
                      <a:pt x="2807" y="5037"/>
                    </a:cubicBezTo>
                    <a:cubicBezTo>
                      <a:pt x="2797" y="5037"/>
                      <a:pt x="2791" y="5021"/>
                      <a:pt x="2802" y="5001"/>
                    </a:cubicBezTo>
                    <a:cubicBezTo>
                      <a:pt x="2799" y="4976"/>
                      <a:pt x="2799" y="4976"/>
                      <a:pt x="2765" y="4954"/>
                    </a:cubicBezTo>
                    <a:cubicBezTo>
                      <a:pt x="2749" y="4954"/>
                      <a:pt x="2715" y="4954"/>
                      <a:pt x="2715" y="4979"/>
                    </a:cubicBezTo>
                    <a:cubicBezTo>
                      <a:pt x="2715" y="4993"/>
                      <a:pt x="2689" y="5000"/>
                      <a:pt x="2661" y="5000"/>
                    </a:cubicBezTo>
                    <a:cubicBezTo>
                      <a:pt x="2633" y="5000"/>
                      <a:pt x="2603" y="4993"/>
                      <a:pt x="2595" y="4979"/>
                    </a:cubicBezTo>
                    <a:lnTo>
                      <a:pt x="2561" y="4976"/>
                    </a:lnTo>
                    <a:cubicBezTo>
                      <a:pt x="2546" y="4976"/>
                      <a:pt x="2529" y="4998"/>
                      <a:pt x="2511" y="4998"/>
                    </a:cubicBezTo>
                    <a:cubicBezTo>
                      <a:pt x="2510" y="4998"/>
                      <a:pt x="2509" y="4998"/>
                      <a:pt x="2508" y="4998"/>
                    </a:cubicBezTo>
                    <a:cubicBezTo>
                      <a:pt x="2508" y="4998"/>
                      <a:pt x="2492" y="4998"/>
                      <a:pt x="2473" y="5023"/>
                    </a:cubicBezTo>
                    <a:cubicBezTo>
                      <a:pt x="2454" y="5020"/>
                      <a:pt x="2436" y="5020"/>
                      <a:pt x="2439" y="4995"/>
                    </a:cubicBezTo>
                    <a:lnTo>
                      <a:pt x="2439" y="4995"/>
                    </a:lnTo>
                    <a:cubicBezTo>
                      <a:pt x="2428" y="5020"/>
                      <a:pt x="2423" y="5032"/>
                      <a:pt x="2418" y="5032"/>
                    </a:cubicBezTo>
                    <a:cubicBezTo>
                      <a:pt x="2414" y="5032"/>
                      <a:pt x="2411" y="5019"/>
                      <a:pt x="2404" y="4992"/>
                    </a:cubicBezTo>
                    <a:cubicBezTo>
                      <a:pt x="2408" y="4966"/>
                      <a:pt x="2409" y="4954"/>
                      <a:pt x="2407" y="4954"/>
                    </a:cubicBezTo>
                    <a:lnTo>
                      <a:pt x="2407" y="4954"/>
                    </a:lnTo>
                    <a:cubicBezTo>
                      <a:pt x="2405" y="4954"/>
                      <a:pt x="2399" y="4966"/>
                      <a:pt x="2389" y="4989"/>
                    </a:cubicBezTo>
                    <a:cubicBezTo>
                      <a:pt x="2378" y="4999"/>
                      <a:pt x="2373" y="5005"/>
                      <a:pt x="2368" y="5005"/>
                    </a:cubicBezTo>
                    <a:cubicBezTo>
                      <a:pt x="2364" y="5005"/>
                      <a:pt x="2361" y="4999"/>
                      <a:pt x="2354" y="4986"/>
                    </a:cubicBezTo>
                    <a:cubicBezTo>
                      <a:pt x="2356" y="4972"/>
                      <a:pt x="2352" y="4965"/>
                      <a:pt x="2348" y="4965"/>
                    </a:cubicBezTo>
                    <a:cubicBezTo>
                      <a:pt x="2344" y="4965"/>
                      <a:pt x="2340" y="4971"/>
                      <a:pt x="2339" y="4982"/>
                    </a:cubicBezTo>
                    <a:cubicBezTo>
                      <a:pt x="2324" y="5009"/>
                      <a:pt x="2300" y="5026"/>
                      <a:pt x="2282" y="5026"/>
                    </a:cubicBezTo>
                    <a:cubicBezTo>
                      <a:pt x="2269" y="5026"/>
                      <a:pt x="2261" y="5016"/>
                      <a:pt x="2263" y="4995"/>
                    </a:cubicBezTo>
                    <a:cubicBezTo>
                      <a:pt x="2263" y="4995"/>
                      <a:pt x="2263" y="4995"/>
                      <a:pt x="2261" y="4995"/>
                    </a:cubicBezTo>
                    <a:cubicBezTo>
                      <a:pt x="2256" y="4995"/>
                      <a:pt x="2243" y="4997"/>
                      <a:pt x="2226" y="5014"/>
                    </a:cubicBezTo>
                    <a:cubicBezTo>
                      <a:pt x="2213" y="5037"/>
                      <a:pt x="2206" y="5049"/>
                      <a:pt x="2204" y="5049"/>
                    </a:cubicBezTo>
                    <a:cubicBezTo>
                      <a:pt x="2201" y="5049"/>
                      <a:pt x="2202" y="5036"/>
                      <a:pt x="2207" y="5011"/>
                    </a:cubicBezTo>
                    <a:cubicBezTo>
                      <a:pt x="2204" y="4983"/>
                      <a:pt x="2198" y="4969"/>
                      <a:pt x="2189" y="4969"/>
                    </a:cubicBezTo>
                    <a:cubicBezTo>
                      <a:pt x="2181" y="4969"/>
                      <a:pt x="2170" y="4980"/>
                      <a:pt x="2157" y="5001"/>
                    </a:cubicBezTo>
                    <a:cubicBezTo>
                      <a:pt x="2152" y="5006"/>
                      <a:pt x="2147" y="5008"/>
                      <a:pt x="2142" y="5008"/>
                    </a:cubicBezTo>
                    <a:cubicBezTo>
                      <a:pt x="2133" y="5008"/>
                      <a:pt x="2124" y="5002"/>
                      <a:pt x="2122" y="4992"/>
                    </a:cubicBezTo>
                    <a:cubicBezTo>
                      <a:pt x="2103" y="4968"/>
                      <a:pt x="2053" y="4937"/>
                      <a:pt x="2024" y="4937"/>
                    </a:cubicBezTo>
                    <a:cubicBezTo>
                      <a:pt x="2011" y="4937"/>
                      <a:pt x="2002" y="4944"/>
                      <a:pt x="2003" y="4960"/>
                    </a:cubicBezTo>
                    <a:lnTo>
                      <a:pt x="1969" y="4951"/>
                    </a:lnTo>
                    <a:cubicBezTo>
                      <a:pt x="1952" y="4931"/>
                      <a:pt x="1940" y="4920"/>
                      <a:pt x="1926" y="4920"/>
                    </a:cubicBezTo>
                    <a:cubicBezTo>
                      <a:pt x="1919" y="4920"/>
                      <a:pt x="1912" y="4923"/>
                      <a:pt x="1903" y="4929"/>
                    </a:cubicBezTo>
                    <a:lnTo>
                      <a:pt x="1878" y="4948"/>
                    </a:lnTo>
                    <a:cubicBezTo>
                      <a:pt x="1887" y="4923"/>
                      <a:pt x="1878" y="4895"/>
                      <a:pt x="1862" y="4888"/>
                    </a:cubicBezTo>
                    <a:cubicBezTo>
                      <a:pt x="1857" y="4886"/>
                      <a:pt x="1853" y="4885"/>
                      <a:pt x="1850" y="4885"/>
                    </a:cubicBezTo>
                    <a:cubicBezTo>
                      <a:pt x="1845" y="4885"/>
                      <a:pt x="1843" y="4890"/>
                      <a:pt x="1837" y="4904"/>
                    </a:cubicBezTo>
                    <a:cubicBezTo>
                      <a:pt x="1843" y="4923"/>
                      <a:pt x="1838" y="4928"/>
                      <a:pt x="1831" y="4928"/>
                    </a:cubicBezTo>
                    <a:cubicBezTo>
                      <a:pt x="1825" y="4928"/>
                      <a:pt x="1818" y="4925"/>
                      <a:pt x="1812" y="4923"/>
                    </a:cubicBezTo>
                    <a:cubicBezTo>
                      <a:pt x="1796" y="4917"/>
                      <a:pt x="1787" y="4885"/>
                      <a:pt x="1796" y="4863"/>
                    </a:cubicBezTo>
                    <a:lnTo>
                      <a:pt x="1781" y="4857"/>
                    </a:lnTo>
                    <a:cubicBezTo>
                      <a:pt x="1771" y="4882"/>
                      <a:pt x="1762" y="4892"/>
                      <a:pt x="1757" y="4892"/>
                    </a:cubicBezTo>
                    <a:cubicBezTo>
                      <a:pt x="1752" y="4892"/>
                      <a:pt x="1751" y="4884"/>
                      <a:pt x="1756" y="4873"/>
                    </a:cubicBezTo>
                    <a:cubicBezTo>
                      <a:pt x="1749" y="4854"/>
                      <a:pt x="1737" y="4835"/>
                      <a:pt x="1718" y="4829"/>
                    </a:cubicBezTo>
                    <a:cubicBezTo>
                      <a:pt x="1714" y="4836"/>
                      <a:pt x="1711" y="4839"/>
                      <a:pt x="1710" y="4839"/>
                    </a:cubicBezTo>
                    <a:cubicBezTo>
                      <a:pt x="1706" y="4839"/>
                      <a:pt x="1707" y="4828"/>
                      <a:pt x="1714" y="4828"/>
                    </a:cubicBezTo>
                    <a:cubicBezTo>
                      <a:pt x="1715" y="4828"/>
                      <a:pt x="1717" y="4828"/>
                      <a:pt x="1718" y="4829"/>
                    </a:cubicBezTo>
                    <a:lnTo>
                      <a:pt x="1727" y="4807"/>
                    </a:lnTo>
                    <a:cubicBezTo>
                      <a:pt x="1725" y="4796"/>
                      <a:pt x="1723" y="4792"/>
                      <a:pt x="1720" y="4792"/>
                    </a:cubicBezTo>
                    <a:cubicBezTo>
                      <a:pt x="1715" y="4792"/>
                      <a:pt x="1709" y="4808"/>
                      <a:pt x="1702" y="4823"/>
                    </a:cubicBezTo>
                    <a:cubicBezTo>
                      <a:pt x="1702" y="4823"/>
                      <a:pt x="1687" y="4813"/>
                      <a:pt x="1671" y="4807"/>
                    </a:cubicBezTo>
                    <a:cubicBezTo>
                      <a:pt x="1664" y="4804"/>
                      <a:pt x="1657" y="4801"/>
                      <a:pt x="1651" y="4801"/>
                    </a:cubicBezTo>
                    <a:cubicBezTo>
                      <a:pt x="1645" y="4801"/>
                      <a:pt x="1641" y="4806"/>
                      <a:pt x="1643" y="4823"/>
                    </a:cubicBezTo>
                    <a:cubicBezTo>
                      <a:pt x="1635" y="4842"/>
                      <a:pt x="1624" y="4861"/>
                      <a:pt x="1611" y="4861"/>
                    </a:cubicBezTo>
                    <a:cubicBezTo>
                      <a:pt x="1609" y="4861"/>
                      <a:pt x="1607" y="4861"/>
                      <a:pt x="1605" y="4860"/>
                    </a:cubicBezTo>
                    <a:cubicBezTo>
                      <a:pt x="1603" y="4866"/>
                      <a:pt x="1600" y="4868"/>
                      <a:pt x="1599" y="4868"/>
                    </a:cubicBezTo>
                    <a:cubicBezTo>
                      <a:pt x="1595" y="4868"/>
                      <a:pt x="1594" y="4858"/>
                      <a:pt x="1600" y="4858"/>
                    </a:cubicBezTo>
                    <a:cubicBezTo>
                      <a:pt x="1601" y="4858"/>
                      <a:pt x="1603" y="4859"/>
                      <a:pt x="1605" y="4860"/>
                    </a:cubicBezTo>
                    <a:cubicBezTo>
                      <a:pt x="1618" y="4838"/>
                      <a:pt x="1627" y="4813"/>
                      <a:pt x="1611" y="4807"/>
                    </a:cubicBezTo>
                    <a:cubicBezTo>
                      <a:pt x="1596" y="4798"/>
                      <a:pt x="1608" y="4776"/>
                      <a:pt x="1608" y="4776"/>
                    </a:cubicBezTo>
                    <a:cubicBezTo>
                      <a:pt x="1635" y="4749"/>
                      <a:pt x="1607" y="4738"/>
                      <a:pt x="1579" y="4738"/>
                    </a:cubicBezTo>
                    <a:cubicBezTo>
                      <a:pt x="1567" y="4738"/>
                      <a:pt x="1554" y="4740"/>
                      <a:pt x="1546" y="4744"/>
                    </a:cubicBezTo>
                    <a:cubicBezTo>
                      <a:pt x="1524" y="4756"/>
                      <a:pt x="1509" y="4762"/>
                      <a:pt x="1499" y="4762"/>
                    </a:cubicBezTo>
                    <a:cubicBezTo>
                      <a:pt x="1483" y="4762"/>
                      <a:pt x="1483" y="4747"/>
                      <a:pt x="1499" y="4719"/>
                    </a:cubicBezTo>
                    <a:cubicBezTo>
                      <a:pt x="1507" y="4704"/>
                      <a:pt x="1507" y="4697"/>
                      <a:pt x="1499" y="4697"/>
                    </a:cubicBezTo>
                    <a:cubicBezTo>
                      <a:pt x="1486" y="4697"/>
                      <a:pt x="1452" y="4720"/>
                      <a:pt x="1417" y="4757"/>
                    </a:cubicBezTo>
                    <a:lnTo>
                      <a:pt x="1361" y="4813"/>
                    </a:lnTo>
                    <a:lnTo>
                      <a:pt x="1402" y="4747"/>
                    </a:lnTo>
                    <a:cubicBezTo>
                      <a:pt x="1429" y="4678"/>
                      <a:pt x="1436" y="4660"/>
                      <a:pt x="1412" y="4660"/>
                    </a:cubicBezTo>
                    <a:cubicBezTo>
                      <a:pt x="1402" y="4660"/>
                      <a:pt x="1387" y="4662"/>
                      <a:pt x="1367" y="4666"/>
                    </a:cubicBezTo>
                    <a:cubicBezTo>
                      <a:pt x="1355" y="4667"/>
                      <a:pt x="1346" y="4667"/>
                      <a:pt x="1340" y="4667"/>
                    </a:cubicBezTo>
                    <a:cubicBezTo>
                      <a:pt x="1324" y="4667"/>
                      <a:pt x="1327" y="4663"/>
                      <a:pt x="1339" y="4647"/>
                    </a:cubicBezTo>
                    <a:cubicBezTo>
                      <a:pt x="1351" y="4628"/>
                      <a:pt x="1336" y="4619"/>
                      <a:pt x="1295" y="4588"/>
                    </a:cubicBezTo>
                    <a:cubicBezTo>
                      <a:pt x="1268" y="4567"/>
                      <a:pt x="1254" y="4555"/>
                      <a:pt x="1242" y="4555"/>
                    </a:cubicBezTo>
                    <a:cubicBezTo>
                      <a:pt x="1236" y="4555"/>
                      <a:pt x="1231" y="4558"/>
                      <a:pt x="1226" y="4566"/>
                    </a:cubicBezTo>
                    <a:lnTo>
                      <a:pt x="1198" y="4544"/>
                    </a:lnTo>
                    <a:cubicBezTo>
                      <a:pt x="1207" y="4518"/>
                      <a:pt x="1201" y="4506"/>
                      <a:pt x="1189" y="4506"/>
                    </a:cubicBezTo>
                    <a:cubicBezTo>
                      <a:pt x="1178" y="4506"/>
                      <a:pt x="1163" y="4517"/>
                      <a:pt x="1154" y="4541"/>
                    </a:cubicBezTo>
                    <a:lnTo>
                      <a:pt x="1126" y="4522"/>
                    </a:lnTo>
                    <a:lnTo>
                      <a:pt x="1141" y="4500"/>
                    </a:lnTo>
                    <a:cubicBezTo>
                      <a:pt x="1157" y="4481"/>
                      <a:pt x="1132" y="4459"/>
                      <a:pt x="1032" y="4365"/>
                    </a:cubicBezTo>
                    <a:cubicBezTo>
                      <a:pt x="954" y="4288"/>
                      <a:pt x="928" y="4255"/>
                      <a:pt x="905" y="4255"/>
                    </a:cubicBezTo>
                    <a:cubicBezTo>
                      <a:pt x="896" y="4255"/>
                      <a:pt x="887" y="4261"/>
                      <a:pt x="875" y="4271"/>
                    </a:cubicBezTo>
                    <a:cubicBezTo>
                      <a:pt x="859" y="4278"/>
                      <a:pt x="847" y="4281"/>
                      <a:pt x="839" y="4281"/>
                    </a:cubicBezTo>
                    <a:cubicBezTo>
                      <a:pt x="822" y="4281"/>
                      <a:pt x="824" y="4267"/>
                      <a:pt x="850" y="4246"/>
                    </a:cubicBezTo>
                    <a:cubicBezTo>
                      <a:pt x="867" y="4231"/>
                      <a:pt x="875" y="4210"/>
                      <a:pt x="868" y="4210"/>
                    </a:cubicBezTo>
                    <a:cubicBezTo>
                      <a:pt x="866" y="4210"/>
                      <a:pt x="863" y="4211"/>
                      <a:pt x="859" y="4215"/>
                    </a:cubicBezTo>
                    <a:cubicBezTo>
                      <a:pt x="847" y="4202"/>
                      <a:pt x="841" y="4180"/>
                      <a:pt x="844" y="4161"/>
                    </a:cubicBezTo>
                    <a:cubicBezTo>
                      <a:pt x="850" y="4111"/>
                      <a:pt x="838" y="4096"/>
                      <a:pt x="824" y="4096"/>
                    </a:cubicBezTo>
                    <a:cubicBezTo>
                      <a:pt x="817" y="4096"/>
                      <a:pt x="809" y="4100"/>
                      <a:pt x="803" y="4105"/>
                    </a:cubicBezTo>
                    <a:cubicBezTo>
                      <a:pt x="791" y="4121"/>
                      <a:pt x="786" y="4128"/>
                      <a:pt x="784" y="4128"/>
                    </a:cubicBezTo>
                    <a:cubicBezTo>
                      <a:pt x="780" y="4128"/>
                      <a:pt x="788" y="4109"/>
                      <a:pt x="794" y="4089"/>
                    </a:cubicBezTo>
                    <a:cubicBezTo>
                      <a:pt x="801" y="4067"/>
                      <a:pt x="809" y="4044"/>
                      <a:pt x="802" y="4044"/>
                    </a:cubicBezTo>
                    <a:cubicBezTo>
                      <a:pt x="800" y="4044"/>
                      <a:pt x="797" y="4045"/>
                      <a:pt x="794" y="4049"/>
                    </a:cubicBezTo>
                    <a:cubicBezTo>
                      <a:pt x="762" y="4049"/>
                      <a:pt x="678" y="3980"/>
                      <a:pt x="725" y="3951"/>
                    </a:cubicBezTo>
                    <a:lnTo>
                      <a:pt x="706" y="3920"/>
                    </a:lnTo>
                    <a:cubicBezTo>
                      <a:pt x="702" y="3923"/>
                      <a:pt x="698" y="3924"/>
                      <a:pt x="694" y="3924"/>
                    </a:cubicBezTo>
                    <a:cubicBezTo>
                      <a:pt x="678" y="3924"/>
                      <a:pt x="665" y="3899"/>
                      <a:pt x="649" y="3876"/>
                    </a:cubicBezTo>
                    <a:cubicBezTo>
                      <a:pt x="631" y="3845"/>
                      <a:pt x="624" y="3829"/>
                      <a:pt x="646" y="3820"/>
                    </a:cubicBezTo>
                    <a:cubicBezTo>
                      <a:pt x="674" y="3820"/>
                      <a:pt x="668" y="3807"/>
                      <a:pt x="627" y="3788"/>
                    </a:cubicBezTo>
                    <a:cubicBezTo>
                      <a:pt x="618" y="3776"/>
                      <a:pt x="568" y="3782"/>
                      <a:pt x="559" y="3767"/>
                    </a:cubicBezTo>
                    <a:cubicBezTo>
                      <a:pt x="550" y="3771"/>
                      <a:pt x="542" y="3773"/>
                      <a:pt x="533" y="3773"/>
                    </a:cubicBezTo>
                    <a:cubicBezTo>
                      <a:pt x="518" y="3773"/>
                      <a:pt x="505" y="3767"/>
                      <a:pt x="499" y="3757"/>
                    </a:cubicBezTo>
                    <a:lnTo>
                      <a:pt x="521" y="3748"/>
                    </a:lnTo>
                    <a:lnTo>
                      <a:pt x="568" y="3723"/>
                    </a:lnTo>
                    <a:cubicBezTo>
                      <a:pt x="561" y="3711"/>
                      <a:pt x="556" y="3699"/>
                      <a:pt x="544" y="3699"/>
                    </a:cubicBezTo>
                    <a:cubicBezTo>
                      <a:pt x="540" y="3699"/>
                      <a:pt x="536" y="3701"/>
                      <a:pt x="530" y="3704"/>
                    </a:cubicBezTo>
                    <a:cubicBezTo>
                      <a:pt x="546" y="3676"/>
                      <a:pt x="537" y="3660"/>
                      <a:pt x="524" y="3629"/>
                    </a:cubicBezTo>
                    <a:cubicBezTo>
                      <a:pt x="508" y="3597"/>
                      <a:pt x="493" y="3569"/>
                      <a:pt x="464" y="3560"/>
                    </a:cubicBezTo>
                    <a:cubicBezTo>
                      <a:pt x="505" y="3525"/>
                      <a:pt x="474" y="3431"/>
                      <a:pt x="421" y="3428"/>
                    </a:cubicBezTo>
                    <a:cubicBezTo>
                      <a:pt x="416" y="3430"/>
                      <a:pt x="412" y="3431"/>
                      <a:pt x="409" y="3431"/>
                    </a:cubicBezTo>
                    <a:cubicBezTo>
                      <a:pt x="394" y="3431"/>
                      <a:pt x="393" y="3415"/>
                      <a:pt x="408" y="3397"/>
                    </a:cubicBezTo>
                    <a:cubicBezTo>
                      <a:pt x="427" y="3372"/>
                      <a:pt x="424" y="3372"/>
                      <a:pt x="396" y="3362"/>
                    </a:cubicBezTo>
                    <a:cubicBezTo>
                      <a:pt x="367" y="3353"/>
                      <a:pt x="389" y="3328"/>
                      <a:pt x="408" y="3306"/>
                    </a:cubicBezTo>
                    <a:cubicBezTo>
                      <a:pt x="452" y="3275"/>
                      <a:pt x="449" y="3259"/>
                      <a:pt x="421" y="3249"/>
                    </a:cubicBezTo>
                    <a:cubicBezTo>
                      <a:pt x="399" y="3231"/>
                      <a:pt x="383" y="3202"/>
                      <a:pt x="377" y="3171"/>
                    </a:cubicBezTo>
                    <a:cubicBezTo>
                      <a:pt x="354" y="3152"/>
                      <a:pt x="346" y="3139"/>
                      <a:pt x="336" y="3139"/>
                    </a:cubicBezTo>
                    <a:cubicBezTo>
                      <a:pt x="331" y="3139"/>
                      <a:pt x="325" y="3142"/>
                      <a:pt x="317" y="3149"/>
                    </a:cubicBezTo>
                    <a:cubicBezTo>
                      <a:pt x="302" y="3149"/>
                      <a:pt x="283" y="3149"/>
                      <a:pt x="267" y="3140"/>
                    </a:cubicBezTo>
                    <a:cubicBezTo>
                      <a:pt x="248" y="3121"/>
                      <a:pt x="250" y="3112"/>
                      <a:pt x="255" y="3112"/>
                    </a:cubicBezTo>
                    <a:cubicBezTo>
                      <a:pt x="258" y="3112"/>
                      <a:pt x="263" y="3116"/>
                      <a:pt x="264" y="3124"/>
                    </a:cubicBezTo>
                    <a:cubicBezTo>
                      <a:pt x="276" y="3135"/>
                      <a:pt x="283" y="3139"/>
                      <a:pt x="288" y="3139"/>
                    </a:cubicBezTo>
                    <a:cubicBezTo>
                      <a:pt x="297" y="3139"/>
                      <a:pt x="301" y="3128"/>
                      <a:pt x="314" y="3115"/>
                    </a:cubicBezTo>
                    <a:cubicBezTo>
                      <a:pt x="330" y="3093"/>
                      <a:pt x="336" y="3065"/>
                      <a:pt x="330" y="3039"/>
                    </a:cubicBezTo>
                    <a:lnTo>
                      <a:pt x="317" y="2971"/>
                    </a:lnTo>
                    <a:cubicBezTo>
                      <a:pt x="336" y="2917"/>
                      <a:pt x="333" y="2902"/>
                      <a:pt x="311" y="2902"/>
                    </a:cubicBezTo>
                    <a:lnTo>
                      <a:pt x="286" y="2905"/>
                    </a:lnTo>
                    <a:cubicBezTo>
                      <a:pt x="333" y="2883"/>
                      <a:pt x="327" y="2695"/>
                      <a:pt x="276" y="2676"/>
                    </a:cubicBezTo>
                    <a:lnTo>
                      <a:pt x="302" y="2676"/>
                    </a:lnTo>
                    <a:cubicBezTo>
                      <a:pt x="327" y="2676"/>
                      <a:pt x="327" y="2660"/>
                      <a:pt x="330" y="2626"/>
                    </a:cubicBezTo>
                    <a:cubicBezTo>
                      <a:pt x="320" y="2579"/>
                      <a:pt x="314" y="2535"/>
                      <a:pt x="311" y="2488"/>
                    </a:cubicBezTo>
                    <a:cubicBezTo>
                      <a:pt x="314" y="2416"/>
                      <a:pt x="327" y="2366"/>
                      <a:pt x="302" y="2363"/>
                    </a:cubicBezTo>
                    <a:cubicBezTo>
                      <a:pt x="304" y="2352"/>
                      <a:pt x="304" y="2348"/>
                      <a:pt x="313" y="2348"/>
                    </a:cubicBezTo>
                    <a:cubicBezTo>
                      <a:pt x="317" y="2348"/>
                      <a:pt x="322" y="2349"/>
                      <a:pt x="330" y="2350"/>
                    </a:cubicBezTo>
                    <a:cubicBezTo>
                      <a:pt x="337" y="2356"/>
                      <a:pt x="342" y="2359"/>
                      <a:pt x="346" y="2359"/>
                    </a:cubicBezTo>
                    <a:cubicBezTo>
                      <a:pt x="354" y="2359"/>
                      <a:pt x="356" y="2347"/>
                      <a:pt x="358" y="2334"/>
                    </a:cubicBezTo>
                    <a:cubicBezTo>
                      <a:pt x="361" y="2319"/>
                      <a:pt x="336" y="2316"/>
                      <a:pt x="311" y="2312"/>
                    </a:cubicBezTo>
                    <a:cubicBezTo>
                      <a:pt x="286" y="2306"/>
                      <a:pt x="289" y="2290"/>
                      <a:pt x="317" y="2259"/>
                    </a:cubicBezTo>
                    <a:cubicBezTo>
                      <a:pt x="349" y="2222"/>
                      <a:pt x="361" y="2171"/>
                      <a:pt x="349" y="2121"/>
                    </a:cubicBezTo>
                    <a:cubicBezTo>
                      <a:pt x="351" y="2108"/>
                      <a:pt x="356" y="2095"/>
                      <a:pt x="373" y="2095"/>
                    </a:cubicBezTo>
                    <a:cubicBezTo>
                      <a:pt x="376" y="2095"/>
                      <a:pt x="379" y="2095"/>
                      <a:pt x="383" y="2096"/>
                    </a:cubicBezTo>
                    <a:cubicBezTo>
                      <a:pt x="411" y="2084"/>
                      <a:pt x="443" y="2059"/>
                      <a:pt x="405" y="2012"/>
                    </a:cubicBezTo>
                    <a:cubicBezTo>
                      <a:pt x="407" y="2002"/>
                      <a:pt x="408" y="1998"/>
                      <a:pt x="414" y="1998"/>
                    </a:cubicBezTo>
                    <a:cubicBezTo>
                      <a:pt x="417" y="1998"/>
                      <a:pt x="423" y="2000"/>
                      <a:pt x="433" y="2002"/>
                    </a:cubicBezTo>
                    <a:cubicBezTo>
                      <a:pt x="461" y="1993"/>
                      <a:pt x="486" y="2002"/>
                      <a:pt x="443" y="1971"/>
                    </a:cubicBezTo>
                    <a:cubicBezTo>
                      <a:pt x="433" y="1927"/>
                      <a:pt x="449" y="1883"/>
                      <a:pt x="486" y="1858"/>
                    </a:cubicBezTo>
                    <a:cubicBezTo>
                      <a:pt x="493" y="1842"/>
                      <a:pt x="499" y="1827"/>
                      <a:pt x="474" y="1817"/>
                    </a:cubicBezTo>
                    <a:lnTo>
                      <a:pt x="452" y="1808"/>
                    </a:lnTo>
                    <a:lnTo>
                      <a:pt x="452" y="1808"/>
                    </a:lnTo>
                    <a:cubicBezTo>
                      <a:pt x="464" y="1809"/>
                      <a:pt x="473" y="1809"/>
                      <a:pt x="480" y="1809"/>
                    </a:cubicBezTo>
                    <a:cubicBezTo>
                      <a:pt x="502" y="1809"/>
                      <a:pt x="494" y="1803"/>
                      <a:pt x="464" y="1773"/>
                    </a:cubicBezTo>
                    <a:cubicBezTo>
                      <a:pt x="445" y="1766"/>
                      <a:pt x="444" y="1755"/>
                      <a:pt x="457" y="1755"/>
                    </a:cubicBezTo>
                    <a:cubicBezTo>
                      <a:pt x="461" y="1755"/>
                      <a:pt x="465" y="1756"/>
                      <a:pt x="471" y="1758"/>
                    </a:cubicBezTo>
                    <a:cubicBezTo>
                      <a:pt x="483" y="1758"/>
                      <a:pt x="499" y="1748"/>
                      <a:pt x="508" y="1736"/>
                    </a:cubicBezTo>
                    <a:cubicBezTo>
                      <a:pt x="524" y="1673"/>
                      <a:pt x="543" y="1614"/>
                      <a:pt x="571" y="1554"/>
                    </a:cubicBezTo>
                    <a:cubicBezTo>
                      <a:pt x="643" y="1435"/>
                      <a:pt x="671" y="1391"/>
                      <a:pt x="649" y="1379"/>
                    </a:cubicBezTo>
                    <a:cubicBezTo>
                      <a:pt x="637" y="1350"/>
                      <a:pt x="637" y="1347"/>
                      <a:pt x="668" y="1347"/>
                    </a:cubicBezTo>
                    <a:cubicBezTo>
                      <a:pt x="690" y="1347"/>
                      <a:pt x="709" y="1338"/>
                      <a:pt x="718" y="1319"/>
                    </a:cubicBezTo>
                    <a:cubicBezTo>
                      <a:pt x="727" y="1310"/>
                      <a:pt x="734" y="1300"/>
                      <a:pt x="745" y="1300"/>
                    </a:cubicBezTo>
                    <a:cubicBezTo>
                      <a:pt x="750" y="1300"/>
                      <a:pt x="756" y="1302"/>
                      <a:pt x="762" y="1306"/>
                    </a:cubicBezTo>
                    <a:cubicBezTo>
                      <a:pt x="753" y="1278"/>
                      <a:pt x="753" y="1278"/>
                      <a:pt x="762" y="1266"/>
                    </a:cubicBezTo>
                    <a:cubicBezTo>
                      <a:pt x="767" y="1269"/>
                      <a:pt x="772" y="1271"/>
                      <a:pt x="775" y="1271"/>
                    </a:cubicBezTo>
                    <a:cubicBezTo>
                      <a:pt x="786" y="1271"/>
                      <a:pt x="791" y="1258"/>
                      <a:pt x="784" y="1238"/>
                    </a:cubicBezTo>
                    <a:cubicBezTo>
                      <a:pt x="767" y="1212"/>
                      <a:pt x="759" y="1200"/>
                      <a:pt x="762" y="1200"/>
                    </a:cubicBezTo>
                    <a:lnTo>
                      <a:pt x="762" y="1200"/>
                    </a:lnTo>
                    <a:cubicBezTo>
                      <a:pt x="765" y="1200"/>
                      <a:pt x="775" y="1208"/>
                      <a:pt x="794" y="1222"/>
                    </a:cubicBezTo>
                    <a:cubicBezTo>
                      <a:pt x="798" y="1226"/>
                      <a:pt x="804" y="1227"/>
                      <a:pt x="811" y="1227"/>
                    </a:cubicBezTo>
                    <a:cubicBezTo>
                      <a:pt x="833" y="1227"/>
                      <a:pt x="858" y="1212"/>
                      <a:pt x="834" y="1212"/>
                    </a:cubicBezTo>
                    <a:cubicBezTo>
                      <a:pt x="815" y="1194"/>
                      <a:pt x="834" y="1169"/>
                      <a:pt x="828" y="1140"/>
                    </a:cubicBezTo>
                    <a:cubicBezTo>
                      <a:pt x="836" y="1130"/>
                      <a:pt x="844" y="1122"/>
                      <a:pt x="854" y="1122"/>
                    </a:cubicBezTo>
                    <a:cubicBezTo>
                      <a:pt x="859" y="1122"/>
                      <a:pt x="865" y="1124"/>
                      <a:pt x="872" y="1131"/>
                    </a:cubicBezTo>
                    <a:cubicBezTo>
                      <a:pt x="872" y="1131"/>
                      <a:pt x="873" y="1131"/>
                      <a:pt x="874" y="1131"/>
                    </a:cubicBezTo>
                    <a:cubicBezTo>
                      <a:pt x="905" y="1131"/>
                      <a:pt x="944" y="1052"/>
                      <a:pt x="938" y="1024"/>
                    </a:cubicBezTo>
                    <a:cubicBezTo>
                      <a:pt x="925" y="1012"/>
                      <a:pt x="927" y="1002"/>
                      <a:pt x="935" y="1002"/>
                    </a:cubicBezTo>
                    <a:cubicBezTo>
                      <a:pt x="939" y="1002"/>
                      <a:pt x="944" y="1004"/>
                      <a:pt x="950" y="1009"/>
                    </a:cubicBezTo>
                    <a:cubicBezTo>
                      <a:pt x="956" y="1016"/>
                      <a:pt x="961" y="1018"/>
                      <a:pt x="966" y="1018"/>
                    </a:cubicBezTo>
                    <a:cubicBezTo>
                      <a:pt x="975" y="1018"/>
                      <a:pt x="983" y="1010"/>
                      <a:pt x="991" y="1003"/>
                    </a:cubicBezTo>
                    <a:cubicBezTo>
                      <a:pt x="990" y="991"/>
                      <a:pt x="991" y="987"/>
                      <a:pt x="995" y="987"/>
                    </a:cubicBezTo>
                    <a:cubicBezTo>
                      <a:pt x="1001" y="987"/>
                      <a:pt x="1011" y="997"/>
                      <a:pt x="1022" y="1009"/>
                    </a:cubicBezTo>
                    <a:cubicBezTo>
                      <a:pt x="1024" y="1022"/>
                      <a:pt x="1027" y="1028"/>
                      <a:pt x="1032" y="1028"/>
                    </a:cubicBezTo>
                    <a:cubicBezTo>
                      <a:pt x="1039" y="1028"/>
                      <a:pt x="1050" y="1018"/>
                      <a:pt x="1066" y="1006"/>
                    </a:cubicBezTo>
                    <a:cubicBezTo>
                      <a:pt x="1060" y="974"/>
                      <a:pt x="1113" y="930"/>
                      <a:pt x="1151" y="896"/>
                    </a:cubicBezTo>
                    <a:cubicBezTo>
                      <a:pt x="1217" y="843"/>
                      <a:pt x="1217" y="814"/>
                      <a:pt x="1213" y="752"/>
                    </a:cubicBezTo>
                    <a:lnTo>
                      <a:pt x="1201" y="702"/>
                    </a:lnTo>
                    <a:lnTo>
                      <a:pt x="1229" y="742"/>
                    </a:lnTo>
                    <a:cubicBezTo>
                      <a:pt x="1248" y="761"/>
                      <a:pt x="1267" y="777"/>
                      <a:pt x="1289" y="793"/>
                    </a:cubicBezTo>
                    <a:cubicBezTo>
                      <a:pt x="1301" y="783"/>
                      <a:pt x="1286" y="761"/>
                      <a:pt x="1273" y="742"/>
                    </a:cubicBezTo>
                    <a:cubicBezTo>
                      <a:pt x="1257" y="720"/>
                      <a:pt x="1273" y="711"/>
                      <a:pt x="1314" y="711"/>
                    </a:cubicBezTo>
                    <a:cubicBezTo>
                      <a:pt x="1358" y="711"/>
                      <a:pt x="1373" y="705"/>
                      <a:pt x="1373" y="673"/>
                    </a:cubicBezTo>
                    <a:cubicBezTo>
                      <a:pt x="1385" y="666"/>
                      <a:pt x="1397" y="662"/>
                      <a:pt x="1410" y="662"/>
                    </a:cubicBezTo>
                    <a:cubicBezTo>
                      <a:pt x="1418" y="662"/>
                      <a:pt x="1425" y="663"/>
                      <a:pt x="1433" y="667"/>
                    </a:cubicBezTo>
                    <a:cubicBezTo>
                      <a:pt x="1449" y="658"/>
                      <a:pt x="1449" y="658"/>
                      <a:pt x="1436" y="639"/>
                    </a:cubicBezTo>
                    <a:cubicBezTo>
                      <a:pt x="1427" y="624"/>
                      <a:pt x="1432" y="615"/>
                      <a:pt x="1444" y="615"/>
                    </a:cubicBezTo>
                    <a:cubicBezTo>
                      <a:pt x="1450" y="615"/>
                      <a:pt x="1457" y="616"/>
                      <a:pt x="1464" y="620"/>
                    </a:cubicBezTo>
                    <a:cubicBezTo>
                      <a:pt x="1478" y="632"/>
                      <a:pt x="1492" y="636"/>
                      <a:pt x="1505" y="636"/>
                    </a:cubicBezTo>
                    <a:cubicBezTo>
                      <a:pt x="1529" y="636"/>
                      <a:pt x="1546" y="620"/>
                      <a:pt x="1539" y="608"/>
                    </a:cubicBezTo>
                    <a:cubicBezTo>
                      <a:pt x="1527" y="586"/>
                      <a:pt x="1543" y="576"/>
                      <a:pt x="1558" y="570"/>
                    </a:cubicBezTo>
                    <a:cubicBezTo>
                      <a:pt x="1577" y="564"/>
                      <a:pt x="1593" y="545"/>
                      <a:pt x="1596" y="526"/>
                    </a:cubicBezTo>
                    <a:lnTo>
                      <a:pt x="1627" y="510"/>
                    </a:lnTo>
                    <a:cubicBezTo>
                      <a:pt x="1629" y="509"/>
                      <a:pt x="1631" y="509"/>
                      <a:pt x="1632" y="509"/>
                    </a:cubicBezTo>
                    <a:cubicBezTo>
                      <a:pt x="1641" y="509"/>
                      <a:pt x="1635" y="533"/>
                      <a:pt x="1621" y="539"/>
                    </a:cubicBezTo>
                    <a:lnTo>
                      <a:pt x="1649" y="554"/>
                    </a:lnTo>
                    <a:cubicBezTo>
                      <a:pt x="1680" y="542"/>
                      <a:pt x="1696" y="532"/>
                      <a:pt x="1699" y="504"/>
                    </a:cubicBezTo>
                    <a:cubicBezTo>
                      <a:pt x="1698" y="475"/>
                      <a:pt x="1697" y="461"/>
                      <a:pt x="1699" y="461"/>
                    </a:cubicBezTo>
                    <a:lnTo>
                      <a:pt x="1699" y="461"/>
                    </a:lnTo>
                    <a:cubicBezTo>
                      <a:pt x="1701" y="461"/>
                      <a:pt x="1706" y="472"/>
                      <a:pt x="1715" y="495"/>
                    </a:cubicBezTo>
                    <a:cubicBezTo>
                      <a:pt x="1723" y="510"/>
                      <a:pt x="1735" y="522"/>
                      <a:pt x="1745" y="522"/>
                    </a:cubicBezTo>
                    <a:cubicBezTo>
                      <a:pt x="1751" y="522"/>
                      <a:pt x="1756" y="518"/>
                      <a:pt x="1759" y="507"/>
                    </a:cubicBezTo>
                    <a:cubicBezTo>
                      <a:pt x="1757" y="481"/>
                      <a:pt x="1762" y="472"/>
                      <a:pt x="1769" y="472"/>
                    </a:cubicBezTo>
                    <a:cubicBezTo>
                      <a:pt x="1776" y="472"/>
                      <a:pt x="1785" y="482"/>
                      <a:pt x="1790" y="495"/>
                    </a:cubicBezTo>
                    <a:cubicBezTo>
                      <a:pt x="1792" y="519"/>
                      <a:pt x="1792" y="533"/>
                      <a:pt x="1797" y="533"/>
                    </a:cubicBezTo>
                    <a:cubicBezTo>
                      <a:pt x="1803" y="533"/>
                      <a:pt x="1815" y="515"/>
                      <a:pt x="1840" y="476"/>
                    </a:cubicBezTo>
                    <a:cubicBezTo>
                      <a:pt x="1872" y="467"/>
                      <a:pt x="1928" y="416"/>
                      <a:pt x="1981" y="404"/>
                    </a:cubicBezTo>
                    <a:cubicBezTo>
                      <a:pt x="2021" y="395"/>
                      <a:pt x="2049" y="388"/>
                      <a:pt x="2069" y="388"/>
                    </a:cubicBezTo>
                    <a:cubicBezTo>
                      <a:pt x="2084" y="388"/>
                      <a:pt x="2096" y="392"/>
                      <a:pt x="2107" y="401"/>
                    </a:cubicBezTo>
                    <a:cubicBezTo>
                      <a:pt x="2107" y="402"/>
                      <a:pt x="2107" y="403"/>
                      <a:pt x="2107" y="403"/>
                    </a:cubicBezTo>
                    <a:lnTo>
                      <a:pt x="2107" y="403"/>
                    </a:lnTo>
                    <a:cubicBezTo>
                      <a:pt x="2107" y="374"/>
                      <a:pt x="2125" y="370"/>
                      <a:pt x="2166" y="360"/>
                    </a:cubicBezTo>
                    <a:cubicBezTo>
                      <a:pt x="2176" y="364"/>
                      <a:pt x="2186" y="366"/>
                      <a:pt x="2196" y="366"/>
                    </a:cubicBezTo>
                    <a:cubicBezTo>
                      <a:pt x="2226" y="366"/>
                      <a:pt x="2255" y="348"/>
                      <a:pt x="2266" y="319"/>
                    </a:cubicBezTo>
                    <a:lnTo>
                      <a:pt x="2266" y="319"/>
                    </a:lnTo>
                    <a:lnTo>
                      <a:pt x="2232" y="322"/>
                    </a:lnTo>
                    <a:cubicBezTo>
                      <a:pt x="2226" y="293"/>
                      <a:pt x="2231" y="280"/>
                      <a:pt x="2247" y="280"/>
                    </a:cubicBezTo>
                    <a:cubicBezTo>
                      <a:pt x="2255" y="280"/>
                      <a:pt x="2267" y="284"/>
                      <a:pt x="2282" y="291"/>
                    </a:cubicBezTo>
                    <a:cubicBezTo>
                      <a:pt x="2283" y="291"/>
                      <a:pt x="2284" y="291"/>
                      <a:pt x="2285" y="291"/>
                    </a:cubicBezTo>
                    <a:cubicBezTo>
                      <a:pt x="2298" y="291"/>
                      <a:pt x="2301" y="315"/>
                      <a:pt x="2307" y="338"/>
                    </a:cubicBezTo>
                    <a:cubicBezTo>
                      <a:pt x="2310" y="363"/>
                      <a:pt x="2329" y="385"/>
                      <a:pt x="2348" y="385"/>
                    </a:cubicBezTo>
                    <a:cubicBezTo>
                      <a:pt x="2364" y="382"/>
                      <a:pt x="2379" y="379"/>
                      <a:pt x="2360" y="357"/>
                    </a:cubicBezTo>
                    <a:cubicBezTo>
                      <a:pt x="2357" y="332"/>
                      <a:pt x="2357" y="332"/>
                      <a:pt x="2376" y="329"/>
                    </a:cubicBezTo>
                    <a:cubicBezTo>
                      <a:pt x="2395" y="329"/>
                      <a:pt x="2414" y="316"/>
                      <a:pt x="2426" y="297"/>
                    </a:cubicBezTo>
                    <a:cubicBezTo>
                      <a:pt x="2423" y="272"/>
                      <a:pt x="2442" y="272"/>
                      <a:pt x="2458" y="272"/>
                    </a:cubicBezTo>
                    <a:cubicBezTo>
                      <a:pt x="2473" y="288"/>
                      <a:pt x="2492" y="294"/>
                      <a:pt x="2513" y="294"/>
                    </a:cubicBezTo>
                    <a:lnTo>
                      <a:pt x="2513" y="294"/>
                    </a:lnTo>
                    <a:cubicBezTo>
                      <a:pt x="2514" y="301"/>
                      <a:pt x="2514" y="310"/>
                      <a:pt x="2514" y="319"/>
                    </a:cubicBezTo>
                    <a:cubicBezTo>
                      <a:pt x="2517" y="338"/>
                      <a:pt x="2523" y="354"/>
                      <a:pt x="2533" y="369"/>
                    </a:cubicBezTo>
                    <a:cubicBezTo>
                      <a:pt x="2552" y="369"/>
                      <a:pt x="2548" y="344"/>
                      <a:pt x="2548" y="344"/>
                    </a:cubicBezTo>
                    <a:cubicBezTo>
                      <a:pt x="2548" y="330"/>
                      <a:pt x="2613" y="324"/>
                      <a:pt x="2695" y="324"/>
                    </a:cubicBezTo>
                    <a:cubicBezTo>
                      <a:pt x="2821" y="324"/>
                      <a:pt x="2987" y="337"/>
                      <a:pt x="3015" y="351"/>
                    </a:cubicBezTo>
                    <a:cubicBezTo>
                      <a:pt x="3034" y="369"/>
                      <a:pt x="3058" y="379"/>
                      <a:pt x="3073" y="379"/>
                    </a:cubicBezTo>
                    <a:cubicBezTo>
                      <a:pt x="3084" y="379"/>
                      <a:pt x="3090" y="374"/>
                      <a:pt x="3084" y="363"/>
                    </a:cubicBezTo>
                    <a:cubicBezTo>
                      <a:pt x="3087" y="354"/>
                      <a:pt x="3098" y="349"/>
                      <a:pt x="3116" y="349"/>
                    </a:cubicBezTo>
                    <a:cubicBezTo>
                      <a:pt x="3151" y="349"/>
                      <a:pt x="3211" y="365"/>
                      <a:pt x="3279" y="385"/>
                    </a:cubicBezTo>
                    <a:cubicBezTo>
                      <a:pt x="3369" y="407"/>
                      <a:pt x="3436" y="435"/>
                      <a:pt x="3467" y="435"/>
                    </a:cubicBezTo>
                    <a:cubicBezTo>
                      <a:pt x="3477" y="435"/>
                      <a:pt x="3483" y="433"/>
                      <a:pt x="3485" y="426"/>
                    </a:cubicBezTo>
                    <a:lnTo>
                      <a:pt x="3536" y="448"/>
                    </a:lnTo>
                    <a:cubicBezTo>
                      <a:pt x="3570" y="457"/>
                      <a:pt x="3611" y="451"/>
                      <a:pt x="3627" y="457"/>
                    </a:cubicBezTo>
                    <a:cubicBezTo>
                      <a:pt x="3637" y="453"/>
                      <a:pt x="3646" y="451"/>
                      <a:pt x="3651" y="451"/>
                    </a:cubicBezTo>
                    <a:cubicBezTo>
                      <a:pt x="3660" y="451"/>
                      <a:pt x="3660" y="457"/>
                      <a:pt x="3642" y="467"/>
                    </a:cubicBezTo>
                    <a:cubicBezTo>
                      <a:pt x="3633" y="489"/>
                      <a:pt x="3623" y="510"/>
                      <a:pt x="3639" y="520"/>
                    </a:cubicBezTo>
                    <a:cubicBezTo>
                      <a:pt x="3646" y="524"/>
                      <a:pt x="3652" y="525"/>
                      <a:pt x="3658" y="525"/>
                    </a:cubicBezTo>
                    <a:cubicBezTo>
                      <a:pt x="3675" y="525"/>
                      <a:pt x="3683" y="508"/>
                      <a:pt x="3692" y="489"/>
                    </a:cubicBezTo>
                    <a:cubicBezTo>
                      <a:pt x="3697" y="477"/>
                      <a:pt x="3705" y="474"/>
                      <a:pt x="3711" y="474"/>
                    </a:cubicBezTo>
                    <a:cubicBezTo>
                      <a:pt x="3717" y="474"/>
                      <a:pt x="3721" y="476"/>
                      <a:pt x="3721" y="476"/>
                    </a:cubicBezTo>
                    <a:cubicBezTo>
                      <a:pt x="3736" y="482"/>
                      <a:pt x="3736" y="482"/>
                      <a:pt x="3724" y="507"/>
                    </a:cubicBezTo>
                    <a:lnTo>
                      <a:pt x="3702" y="551"/>
                    </a:lnTo>
                    <a:lnTo>
                      <a:pt x="3717" y="558"/>
                    </a:lnTo>
                    <a:cubicBezTo>
                      <a:pt x="3724" y="546"/>
                      <a:pt x="3732" y="543"/>
                      <a:pt x="3737" y="543"/>
                    </a:cubicBezTo>
                    <a:cubicBezTo>
                      <a:pt x="3742" y="543"/>
                      <a:pt x="3746" y="545"/>
                      <a:pt x="3746" y="545"/>
                    </a:cubicBezTo>
                    <a:cubicBezTo>
                      <a:pt x="3761" y="551"/>
                      <a:pt x="3761" y="551"/>
                      <a:pt x="3736" y="595"/>
                    </a:cubicBezTo>
                    <a:cubicBezTo>
                      <a:pt x="3724" y="622"/>
                      <a:pt x="3722" y="635"/>
                      <a:pt x="3731" y="635"/>
                    </a:cubicBezTo>
                    <a:cubicBezTo>
                      <a:pt x="3737" y="635"/>
                      <a:pt x="3750" y="627"/>
                      <a:pt x="3768" y="611"/>
                    </a:cubicBezTo>
                    <a:lnTo>
                      <a:pt x="3808" y="608"/>
                    </a:lnTo>
                    <a:lnTo>
                      <a:pt x="3808" y="608"/>
                    </a:lnTo>
                    <a:cubicBezTo>
                      <a:pt x="3804" y="632"/>
                      <a:pt x="3813" y="640"/>
                      <a:pt x="3827" y="640"/>
                    </a:cubicBezTo>
                    <a:cubicBezTo>
                      <a:pt x="3844" y="640"/>
                      <a:pt x="3867" y="630"/>
                      <a:pt x="3883" y="623"/>
                    </a:cubicBezTo>
                    <a:lnTo>
                      <a:pt x="3883" y="623"/>
                    </a:lnTo>
                    <a:cubicBezTo>
                      <a:pt x="3876" y="656"/>
                      <a:pt x="3877" y="672"/>
                      <a:pt x="3890" y="672"/>
                    </a:cubicBezTo>
                    <a:cubicBezTo>
                      <a:pt x="3898" y="672"/>
                      <a:pt x="3910" y="665"/>
                      <a:pt x="3927" y="652"/>
                    </a:cubicBezTo>
                    <a:cubicBezTo>
                      <a:pt x="3932" y="643"/>
                      <a:pt x="3937" y="640"/>
                      <a:pt x="3942" y="640"/>
                    </a:cubicBezTo>
                    <a:cubicBezTo>
                      <a:pt x="3950" y="640"/>
                      <a:pt x="3957" y="651"/>
                      <a:pt x="3959" y="670"/>
                    </a:cubicBezTo>
                    <a:cubicBezTo>
                      <a:pt x="3959" y="702"/>
                      <a:pt x="3974" y="711"/>
                      <a:pt x="3999" y="733"/>
                    </a:cubicBezTo>
                    <a:cubicBezTo>
                      <a:pt x="4001" y="732"/>
                      <a:pt x="4003" y="732"/>
                      <a:pt x="4006" y="732"/>
                    </a:cubicBezTo>
                    <a:cubicBezTo>
                      <a:pt x="4041" y="732"/>
                      <a:pt x="4141" y="796"/>
                      <a:pt x="4234" y="890"/>
                    </a:cubicBezTo>
                    <a:cubicBezTo>
                      <a:pt x="4343" y="984"/>
                      <a:pt x="4407" y="1065"/>
                      <a:pt x="4432" y="1065"/>
                    </a:cubicBezTo>
                    <a:cubicBezTo>
                      <a:pt x="4434" y="1065"/>
                      <a:pt x="4436" y="1064"/>
                      <a:pt x="4438" y="1062"/>
                    </a:cubicBezTo>
                    <a:cubicBezTo>
                      <a:pt x="4451" y="1075"/>
                      <a:pt x="4451" y="1075"/>
                      <a:pt x="4444" y="1106"/>
                    </a:cubicBezTo>
                    <a:cubicBezTo>
                      <a:pt x="4432" y="1116"/>
                      <a:pt x="4432" y="1125"/>
                      <a:pt x="4446" y="1125"/>
                    </a:cubicBezTo>
                    <a:cubicBezTo>
                      <a:pt x="4455" y="1125"/>
                      <a:pt x="4467" y="1122"/>
                      <a:pt x="4485" y="1115"/>
                    </a:cubicBezTo>
                    <a:cubicBezTo>
                      <a:pt x="4502" y="1114"/>
                      <a:pt x="4514" y="1109"/>
                      <a:pt x="4518" y="1109"/>
                    </a:cubicBezTo>
                    <a:cubicBezTo>
                      <a:pt x="4521" y="1109"/>
                      <a:pt x="4516" y="1113"/>
                      <a:pt x="4498" y="1128"/>
                    </a:cubicBezTo>
                    <a:cubicBezTo>
                      <a:pt x="4479" y="1144"/>
                      <a:pt x="4501" y="1172"/>
                      <a:pt x="4542" y="1228"/>
                    </a:cubicBezTo>
                    <a:cubicBezTo>
                      <a:pt x="4569" y="1267"/>
                      <a:pt x="4604" y="1315"/>
                      <a:pt x="4627" y="1315"/>
                    </a:cubicBezTo>
                    <a:cubicBezTo>
                      <a:pt x="4630" y="1315"/>
                      <a:pt x="4633" y="1315"/>
                      <a:pt x="4636" y="1313"/>
                    </a:cubicBezTo>
                    <a:cubicBezTo>
                      <a:pt x="4667" y="1325"/>
                      <a:pt x="4674" y="1330"/>
                      <a:pt x="4661" y="1330"/>
                    </a:cubicBezTo>
                    <a:cubicBezTo>
                      <a:pt x="4657" y="1330"/>
                      <a:pt x="4652" y="1329"/>
                      <a:pt x="4645" y="1328"/>
                    </a:cubicBezTo>
                    <a:lnTo>
                      <a:pt x="4645" y="1328"/>
                    </a:lnTo>
                    <a:cubicBezTo>
                      <a:pt x="4595" y="1341"/>
                      <a:pt x="4617" y="1429"/>
                      <a:pt x="4689" y="1448"/>
                    </a:cubicBezTo>
                    <a:cubicBezTo>
                      <a:pt x="4695" y="1463"/>
                      <a:pt x="4705" y="1479"/>
                      <a:pt x="4683" y="1491"/>
                    </a:cubicBezTo>
                    <a:cubicBezTo>
                      <a:pt x="4692" y="1507"/>
                      <a:pt x="4705" y="1520"/>
                      <a:pt x="4748" y="1554"/>
                    </a:cubicBezTo>
                    <a:lnTo>
                      <a:pt x="4802" y="1667"/>
                    </a:lnTo>
                    <a:cubicBezTo>
                      <a:pt x="4802" y="1667"/>
                      <a:pt x="4802" y="1667"/>
                      <a:pt x="4802" y="1667"/>
                    </a:cubicBezTo>
                    <a:lnTo>
                      <a:pt x="4802" y="1667"/>
                    </a:lnTo>
                    <a:cubicBezTo>
                      <a:pt x="4785" y="1659"/>
                      <a:pt x="4767" y="1655"/>
                      <a:pt x="4749" y="1655"/>
                    </a:cubicBezTo>
                    <a:cubicBezTo>
                      <a:pt x="4667" y="1655"/>
                      <a:pt x="4585" y="1736"/>
                      <a:pt x="4629" y="1833"/>
                    </a:cubicBezTo>
                    <a:cubicBezTo>
                      <a:pt x="4654" y="1885"/>
                      <a:pt x="4698" y="1908"/>
                      <a:pt x="4742" y="1908"/>
                    </a:cubicBezTo>
                    <a:cubicBezTo>
                      <a:pt x="4796" y="1908"/>
                      <a:pt x="4850" y="1873"/>
                      <a:pt x="4866" y="1820"/>
                    </a:cubicBezTo>
                    <a:lnTo>
                      <a:pt x="4866" y="1820"/>
                    </a:lnTo>
                    <a:cubicBezTo>
                      <a:pt x="4876" y="1854"/>
                      <a:pt x="4891" y="1897"/>
                      <a:pt x="4908" y="1946"/>
                    </a:cubicBezTo>
                    <a:cubicBezTo>
                      <a:pt x="4943" y="2065"/>
                      <a:pt x="4965" y="2168"/>
                      <a:pt x="4946" y="2187"/>
                    </a:cubicBezTo>
                    <a:cubicBezTo>
                      <a:pt x="4946" y="2187"/>
                      <a:pt x="4949" y="2206"/>
                      <a:pt x="4974" y="2218"/>
                    </a:cubicBezTo>
                    <a:cubicBezTo>
                      <a:pt x="5027" y="2225"/>
                      <a:pt x="5030" y="2243"/>
                      <a:pt x="5009" y="2265"/>
                    </a:cubicBezTo>
                    <a:cubicBezTo>
                      <a:pt x="4962" y="2290"/>
                      <a:pt x="4971" y="2363"/>
                      <a:pt x="5021" y="2372"/>
                    </a:cubicBezTo>
                    <a:lnTo>
                      <a:pt x="5021" y="2372"/>
                    </a:lnTo>
                    <a:cubicBezTo>
                      <a:pt x="5014" y="2373"/>
                      <a:pt x="5005" y="2374"/>
                      <a:pt x="4996" y="2375"/>
                    </a:cubicBezTo>
                    <a:cubicBezTo>
                      <a:pt x="4949" y="2397"/>
                      <a:pt x="4983" y="2444"/>
                      <a:pt x="5030" y="2460"/>
                    </a:cubicBezTo>
                    <a:cubicBezTo>
                      <a:pt x="5009" y="2479"/>
                      <a:pt x="4983" y="2497"/>
                      <a:pt x="5009" y="2513"/>
                    </a:cubicBezTo>
                    <a:cubicBezTo>
                      <a:pt x="5009" y="2532"/>
                      <a:pt x="5009" y="2532"/>
                      <a:pt x="4958" y="2535"/>
                    </a:cubicBezTo>
                    <a:cubicBezTo>
                      <a:pt x="4933" y="2535"/>
                      <a:pt x="4908" y="2538"/>
                      <a:pt x="4908" y="2554"/>
                    </a:cubicBezTo>
                    <a:cubicBezTo>
                      <a:pt x="4911" y="2569"/>
                      <a:pt x="4936" y="2569"/>
                      <a:pt x="4962" y="2569"/>
                    </a:cubicBezTo>
                    <a:lnTo>
                      <a:pt x="4962" y="2604"/>
                    </a:lnTo>
                    <a:cubicBezTo>
                      <a:pt x="4962" y="2604"/>
                      <a:pt x="4962" y="2620"/>
                      <a:pt x="4987" y="2620"/>
                    </a:cubicBezTo>
                    <a:cubicBezTo>
                      <a:pt x="5012" y="2620"/>
                      <a:pt x="5015" y="2635"/>
                      <a:pt x="5015" y="2654"/>
                    </a:cubicBezTo>
                    <a:cubicBezTo>
                      <a:pt x="4998" y="2654"/>
                      <a:pt x="5004" y="2662"/>
                      <a:pt x="5017" y="2662"/>
                    </a:cubicBezTo>
                    <a:cubicBezTo>
                      <a:pt x="5023" y="2662"/>
                      <a:pt x="5031" y="2660"/>
                      <a:pt x="5040" y="2654"/>
                    </a:cubicBezTo>
                    <a:cubicBezTo>
                      <a:pt x="5065" y="2654"/>
                      <a:pt x="5090" y="2654"/>
                      <a:pt x="5090" y="2673"/>
                    </a:cubicBezTo>
                    <a:lnTo>
                      <a:pt x="5140" y="2673"/>
                    </a:lnTo>
                    <a:cubicBezTo>
                      <a:pt x="5190" y="2673"/>
                      <a:pt x="5215" y="2673"/>
                      <a:pt x="5240" y="2635"/>
                    </a:cubicBezTo>
                    <a:cubicBezTo>
                      <a:pt x="5262" y="2559"/>
                      <a:pt x="5283" y="2500"/>
                      <a:pt x="5238" y="2500"/>
                    </a:cubicBezTo>
                    <a:cubicBezTo>
                      <a:pt x="5237" y="2500"/>
                      <a:pt x="5235" y="2500"/>
                      <a:pt x="5234" y="2500"/>
                    </a:cubicBezTo>
                    <a:cubicBezTo>
                      <a:pt x="5234" y="2500"/>
                      <a:pt x="5209" y="2482"/>
                      <a:pt x="5209" y="2463"/>
                    </a:cubicBezTo>
                    <a:cubicBezTo>
                      <a:pt x="5206" y="2444"/>
                      <a:pt x="5231" y="2425"/>
                      <a:pt x="5231" y="2425"/>
                    </a:cubicBezTo>
                    <a:cubicBezTo>
                      <a:pt x="5259" y="2422"/>
                      <a:pt x="5247" y="2344"/>
                      <a:pt x="5234" y="2250"/>
                    </a:cubicBezTo>
                    <a:cubicBezTo>
                      <a:pt x="5222" y="2134"/>
                      <a:pt x="5203" y="2077"/>
                      <a:pt x="5222" y="2052"/>
                    </a:cubicBezTo>
                    <a:cubicBezTo>
                      <a:pt x="5234" y="2040"/>
                      <a:pt x="5240" y="2024"/>
                      <a:pt x="5237" y="2008"/>
                    </a:cubicBezTo>
                    <a:lnTo>
                      <a:pt x="5237" y="2008"/>
                    </a:lnTo>
                    <a:cubicBezTo>
                      <a:pt x="5237" y="2009"/>
                      <a:pt x="5236" y="2009"/>
                      <a:pt x="5235" y="2009"/>
                    </a:cubicBezTo>
                    <a:cubicBezTo>
                      <a:pt x="5211" y="2009"/>
                      <a:pt x="5189" y="1895"/>
                      <a:pt x="5140" y="1770"/>
                    </a:cubicBezTo>
                    <a:cubicBezTo>
                      <a:pt x="5101" y="1643"/>
                      <a:pt x="5038" y="1525"/>
                      <a:pt x="5017" y="1525"/>
                    </a:cubicBezTo>
                    <a:cubicBezTo>
                      <a:pt x="5016" y="1525"/>
                      <a:pt x="5015" y="1526"/>
                      <a:pt x="5015" y="1526"/>
                    </a:cubicBezTo>
                    <a:lnTo>
                      <a:pt x="4996" y="1491"/>
                    </a:lnTo>
                    <a:cubicBezTo>
                      <a:pt x="5018" y="1479"/>
                      <a:pt x="5002" y="1444"/>
                      <a:pt x="4987" y="1410"/>
                    </a:cubicBezTo>
                    <a:cubicBezTo>
                      <a:pt x="4962" y="1397"/>
                      <a:pt x="4940" y="1375"/>
                      <a:pt x="4924" y="1353"/>
                    </a:cubicBezTo>
                    <a:cubicBezTo>
                      <a:pt x="4946" y="1341"/>
                      <a:pt x="4936" y="1325"/>
                      <a:pt x="4915" y="1291"/>
                    </a:cubicBezTo>
                    <a:cubicBezTo>
                      <a:pt x="4900" y="1264"/>
                      <a:pt x="4891" y="1249"/>
                      <a:pt x="4878" y="1249"/>
                    </a:cubicBezTo>
                    <a:cubicBezTo>
                      <a:pt x="4874" y="1249"/>
                      <a:pt x="4869" y="1250"/>
                      <a:pt x="4864" y="1253"/>
                    </a:cubicBezTo>
                    <a:cubicBezTo>
                      <a:pt x="4858" y="1234"/>
                      <a:pt x="4780" y="1125"/>
                      <a:pt x="4764" y="1062"/>
                    </a:cubicBezTo>
                    <a:cubicBezTo>
                      <a:pt x="4770" y="1031"/>
                      <a:pt x="4739" y="1031"/>
                      <a:pt x="4708" y="1031"/>
                    </a:cubicBezTo>
                    <a:cubicBezTo>
                      <a:pt x="4698" y="1039"/>
                      <a:pt x="4687" y="1042"/>
                      <a:pt x="4676" y="1042"/>
                    </a:cubicBezTo>
                    <a:cubicBezTo>
                      <a:pt x="4665" y="1042"/>
                      <a:pt x="4654" y="1039"/>
                      <a:pt x="4645" y="1031"/>
                    </a:cubicBezTo>
                    <a:cubicBezTo>
                      <a:pt x="4645" y="1031"/>
                      <a:pt x="4667" y="1015"/>
                      <a:pt x="4686" y="999"/>
                    </a:cubicBezTo>
                    <a:cubicBezTo>
                      <a:pt x="4717" y="999"/>
                      <a:pt x="4717" y="996"/>
                      <a:pt x="4692" y="968"/>
                    </a:cubicBezTo>
                    <a:lnTo>
                      <a:pt x="4667" y="937"/>
                    </a:lnTo>
                    <a:cubicBezTo>
                      <a:pt x="4665" y="939"/>
                      <a:pt x="4662" y="940"/>
                      <a:pt x="4659" y="940"/>
                    </a:cubicBezTo>
                    <a:cubicBezTo>
                      <a:pt x="4632" y="940"/>
                      <a:pt x="4575" y="870"/>
                      <a:pt x="4488" y="783"/>
                    </a:cubicBezTo>
                    <a:cubicBezTo>
                      <a:pt x="4380" y="682"/>
                      <a:pt x="4331" y="638"/>
                      <a:pt x="4310" y="638"/>
                    </a:cubicBezTo>
                    <a:cubicBezTo>
                      <a:pt x="4306" y="638"/>
                      <a:pt x="4303" y="639"/>
                      <a:pt x="4300" y="642"/>
                    </a:cubicBezTo>
                    <a:cubicBezTo>
                      <a:pt x="4295" y="649"/>
                      <a:pt x="4291" y="652"/>
                      <a:pt x="4285" y="652"/>
                    </a:cubicBezTo>
                    <a:cubicBezTo>
                      <a:pt x="4274" y="652"/>
                      <a:pt x="4259" y="634"/>
                      <a:pt x="4238" y="595"/>
                    </a:cubicBezTo>
                    <a:cubicBezTo>
                      <a:pt x="4200" y="492"/>
                      <a:pt x="4190" y="470"/>
                      <a:pt x="4174" y="470"/>
                    </a:cubicBezTo>
                    <a:cubicBezTo>
                      <a:pt x="4169" y="470"/>
                      <a:pt x="4165" y="471"/>
                      <a:pt x="4159" y="473"/>
                    </a:cubicBezTo>
                    <a:cubicBezTo>
                      <a:pt x="4175" y="485"/>
                      <a:pt x="4159" y="504"/>
                      <a:pt x="4147" y="526"/>
                    </a:cubicBezTo>
                    <a:cubicBezTo>
                      <a:pt x="4134" y="543"/>
                      <a:pt x="4124" y="551"/>
                      <a:pt x="4118" y="551"/>
                    </a:cubicBezTo>
                    <a:cubicBezTo>
                      <a:pt x="4109" y="551"/>
                      <a:pt x="4108" y="535"/>
                      <a:pt x="4115" y="504"/>
                    </a:cubicBezTo>
                    <a:cubicBezTo>
                      <a:pt x="4140" y="469"/>
                      <a:pt x="3945" y="358"/>
                      <a:pt x="3864" y="358"/>
                    </a:cubicBezTo>
                    <a:cubicBezTo>
                      <a:pt x="3852" y="358"/>
                      <a:pt x="3842" y="361"/>
                      <a:pt x="3836" y="366"/>
                    </a:cubicBezTo>
                    <a:lnTo>
                      <a:pt x="3849" y="344"/>
                    </a:lnTo>
                    <a:cubicBezTo>
                      <a:pt x="3862" y="322"/>
                      <a:pt x="3843" y="313"/>
                      <a:pt x="3774" y="279"/>
                    </a:cubicBezTo>
                    <a:lnTo>
                      <a:pt x="3721" y="250"/>
                    </a:lnTo>
                    <a:cubicBezTo>
                      <a:pt x="3716" y="261"/>
                      <a:pt x="3707" y="265"/>
                      <a:pt x="3696" y="265"/>
                    </a:cubicBezTo>
                    <a:cubicBezTo>
                      <a:pt x="3661" y="265"/>
                      <a:pt x="3607" y="223"/>
                      <a:pt x="3614" y="207"/>
                    </a:cubicBezTo>
                    <a:cubicBezTo>
                      <a:pt x="3605" y="175"/>
                      <a:pt x="3605" y="175"/>
                      <a:pt x="3567" y="163"/>
                    </a:cubicBezTo>
                    <a:cubicBezTo>
                      <a:pt x="3554" y="167"/>
                      <a:pt x="3541" y="169"/>
                      <a:pt x="3528" y="169"/>
                    </a:cubicBezTo>
                    <a:cubicBezTo>
                      <a:pt x="3468" y="169"/>
                      <a:pt x="3411" y="127"/>
                      <a:pt x="3417" y="109"/>
                    </a:cubicBezTo>
                    <a:lnTo>
                      <a:pt x="3379" y="97"/>
                    </a:lnTo>
                    <a:cubicBezTo>
                      <a:pt x="3365" y="106"/>
                      <a:pt x="3349" y="110"/>
                      <a:pt x="3332" y="110"/>
                    </a:cubicBezTo>
                    <a:cubicBezTo>
                      <a:pt x="3320" y="110"/>
                      <a:pt x="3307" y="107"/>
                      <a:pt x="3294" y="103"/>
                    </a:cubicBezTo>
                    <a:cubicBezTo>
                      <a:pt x="3267" y="96"/>
                      <a:pt x="3249" y="90"/>
                      <a:pt x="3238" y="90"/>
                    </a:cubicBezTo>
                    <a:cubicBezTo>
                      <a:pt x="3227" y="90"/>
                      <a:pt x="3225" y="96"/>
                      <a:pt x="3232" y="113"/>
                    </a:cubicBezTo>
                    <a:cubicBezTo>
                      <a:pt x="3229" y="133"/>
                      <a:pt x="3223" y="157"/>
                      <a:pt x="3207" y="157"/>
                    </a:cubicBezTo>
                    <a:cubicBezTo>
                      <a:pt x="3206" y="157"/>
                      <a:pt x="3205" y="157"/>
                      <a:pt x="3203" y="156"/>
                    </a:cubicBezTo>
                    <a:lnTo>
                      <a:pt x="3210" y="131"/>
                    </a:lnTo>
                    <a:cubicBezTo>
                      <a:pt x="3216" y="106"/>
                      <a:pt x="3156" y="91"/>
                      <a:pt x="3081" y="81"/>
                    </a:cubicBezTo>
                    <a:cubicBezTo>
                      <a:pt x="2984" y="65"/>
                      <a:pt x="2946" y="59"/>
                      <a:pt x="2931" y="31"/>
                    </a:cubicBezTo>
                    <a:lnTo>
                      <a:pt x="2909" y="53"/>
                    </a:lnTo>
                    <a:cubicBezTo>
                      <a:pt x="2899" y="65"/>
                      <a:pt x="2889" y="70"/>
                      <a:pt x="2882" y="70"/>
                    </a:cubicBezTo>
                    <a:cubicBezTo>
                      <a:pt x="2873" y="70"/>
                      <a:pt x="2868" y="63"/>
                      <a:pt x="2868" y="50"/>
                    </a:cubicBezTo>
                    <a:cubicBezTo>
                      <a:pt x="2859" y="36"/>
                      <a:pt x="2831" y="28"/>
                      <a:pt x="2800" y="28"/>
                    </a:cubicBezTo>
                    <a:cubicBezTo>
                      <a:pt x="2776" y="28"/>
                      <a:pt x="2751" y="33"/>
                      <a:pt x="2733" y="44"/>
                    </a:cubicBezTo>
                    <a:lnTo>
                      <a:pt x="2696" y="40"/>
                    </a:lnTo>
                    <a:cubicBezTo>
                      <a:pt x="2689" y="14"/>
                      <a:pt x="2668" y="0"/>
                      <a:pt x="2646" y="0"/>
                    </a:cubicBezTo>
                    <a:close/>
                    <a:moveTo>
                      <a:pt x="2141" y="5358"/>
                    </a:moveTo>
                    <a:lnTo>
                      <a:pt x="2141" y="5358"/>
                    </a:lnTo>
                    <a:cubicBezTo>
                      <a:pt x="2138" y="5384"/>
                      <a:pt x="2138" y="5384"/>
                      <a:pt x="2157" y="5387"/>
                    </a:cubicBezTo>
                    <a:cubicBezTo>
                      <a:pt x="2170" y="5389"/>
                      <a:pt x="2179" y="5390"/>
                      <a:pt x="2184" y="5390"/>
                    </a:cubicBezTo>
                    <a:cubicBezTo>
                      <a:pt x="2196" y="5390"/>
                      <a:pt x="2192" y="5384"/>
                      <a:pt x="2182" y="5365"/>
                    </a:cubicBezTo>
                    <a:lnTo>
                      <a:pt x="2141" y="53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9693" name="Google Shape;9693;p37"/>
          <p:cNvSpPr txBox="1">
            <a:spLocks noGrp="1"/>
          </p:cNvSpPr>
          <p:nvPr>
            <p:ph type="subTitle" idx="2"/>
          </p:nvPr>
        </p:nvSpPr>
        <p:spPr>
          <a:xfrm>
            <a:off x="972600" y="2150850"/>
            <a:ext cx="1742700" cy="43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dirty="0"/>
              <a:t>Practical</a:t>
            </a:r>
            <a:endParaRPr dirty="0"/>
          </a:p>
        </p:txBody>
      </p:sp>
      <p:sp>
        <p:nvSpPr>
          <p:cNvPr id="9694" name="Google Shape;9694;p37"/>
          <p:cNvSpPr txBox="1">
            <a:spLocks noGrp="1"/>
          </p:cNvSpPr>
          <p:nvPr>
            <p:ph type="subTitle" idx="4"/>
          </p:nvPr>
        </p:nvSpPr>
        <p:spPr>
          <a:xfrm>
            <a:off x="6428700" y="2150850"/>
            <a:ext cx="1742700" cy="43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Modern &amp; Futuristic</a:t>
            </a:r>
            <a:endParaRPr dirty="0"/>
          </a:p>
        </p:txBody>
      </p:sp>
      <p:sp>
        <p:nvSpPr>
          <p:cNvPr id="9695" name="Google Shape;9695;p37"/>
          <p:cNvSpPr txBox="1">
            <a:spLocks noGrp="1"/>
          </p:cNvSpPr>
          <p:nvPr>
            <p:ph type="subTitle" idx="6"/>
          </p:nvPr>
        </p:nvSpPr>
        <p:spPr>
          <a:xfrm>
            <a:off x="3700650" y="2150850"/>
            <a:ext cx="1742700" cy="43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Multi-function</a:t>
            </a:r>
            <a:endParaRPr dirty="0"/>
          </a:p>
        </p:txBody>
      </p:sp>
      <p:grpSp>
        <p:nvGrpSpPr>
          <p:cNvPr id="9696" name="Google Shape;9696;p37"/>
          <p:cNvGrpSpPr/>
          <p:nvPr/>
        </p:nvGrpSpPr>
        <p:grpSpPr>
          <a:xfrm>
            <a:off x="3027974" y="3488303"/>
            <a:ext cx="2935647" cy="1700212"/>
            <a:chOff x="2383028" y="3214264"/>
            <a:chExt cx="3355792" cy="1943544"/>
          </a:xfrm>
        </p:grpSpPr>
        <p:sp>
          <p:nvSpPr>
            <p:cNvPr id="9697" name="Google Shape;9697;p37"/>
            <p:cNvSpPr/>
            <p:nvPr/>
          </p:nvSpPr>
          <p:spPr>
            <a:xfrm>
              <a:off x="3191625" y="3588303"/>
              <a:ext cx="1335845" cy="1569505"/>
            </a:xfrm>
            <a:custGeom>
              <a:avLst/>
              <a:gdLst/>
              <a:ahLst/>
              <a:cxnLst/>
              <a:rect l="l" t="t" r="r" b="b"/>
              <a:pathLst>
                <a:path w="73388" h="86893" extrusionOk="0">
                  <a:moveTo>
                    <a:pt x="35398" y="121"/>
                  </a:moveTo>
                  <a:cubicBezTo>
                    <a:pt x="35439" y="121"/>
                    <a:pt x="35494" y="125"/>
                    <a:pt x="35568" y="136"/>
                  </a:cubicBezTo>
                  <a:lnTo>
                    <a:pt x="35847" y="189"/>
                  </a:lnTo>
                  <a:cubicBezTo>
                    <a:pt x="35840" y="210"/>
                    <a:pt x="35753" y="214"/>
                    <a:pt x="35676" y="214"/>
                  </a:cubicBezTo>
                  <a:cubicBezTo>
                    <a:pt x="35611" y="214"/>
                    <a:pt x="35553" y="211"/>
                    <a:pt x="35553" y="211"/>
                  </a:cubicBezTo>
                  <a:cubicBezTo>
                    <a:pt x="35474" y="195"/>
                    <a:pt x="35393" y="186"/>
                    <a:pt x="35311" y="180"/>
                  </a:cubicBezTo>
                  <a:lnTo>
                    <a:pt x="35277" y="177"/>
                  </a:lnTo>
                  <a:cubicBezTo>
                    <a:pt x="35281" y="154"/>
                    <a:pt x="35286" y="121"/>
                    <a:pt x="35398" y="121"/>
                  </a:cubicBezTo>
                  <a:close/>
                  <a:moveTo>
                    <a:pt x="39542" y="8569"/>
                  </a:moveTo>
                  <a:cubicBezTo>
                    <a:pt x="39547" y="8569"/>
                    <a:pt x="39552" y="8572"/>
                    <a:pt x="39558" y="8575"/>
                  </a:cubicBezTo>
                  <a:cubicBezTo>
                    <a:pt x="39589" y="8597"/>
                    <a:pt x="39285" y="9077"/>
                    <a:pt x="39116" y="9318"/>
                  </a:cubicBezTo>
                  <a:cubicBezTo>
                    <a:pt x="39066" y="9374"/>
                    <a:pt x="39038" y="9398"/>
                    <a:pt x="39027" y="9398"/>
                  </a:cubicBezTo>
                  <a:cubicBezTo>
                    <a:pt x="38996" y="9398"/>
                    <a:pt x="39099" y="9208"/>
                    <a:pt x="39219" y="9030"/>
                  </a:cubicBezTo>
                  <a:cubicBezTo>
                    <a:pt x="39477" y="8634"/>
                    <a:pt x="39516" y="8569"/>
                    <a:pt x="39542" y="8569"/>
                  </a:cubicBezTo>
                  <a:close/>
                  <a:moveTo>
                    <a:pt x="16762" y="14034"/>
                  </a:moveTo>
                  <a:cubicBezTo>
                    <a:pt x="16787" y="14062"/>
                    <a:pt x="16568" y="14254"/>
                    <a:pt x="16568" y="14254"/>
                  </a:cubicBezTo>
                  <a:cubicBezTo>
                    <a:pt x="16412" y="14387"/>
                    <a:pt x="16367" y="14426"/>
                    <a:pt x="16345" y="14426"/>
                  </a:cubicBezTo>
                  <a:cubicBezTo>
                    <a:pt x="16336" y="14426"/>
                    <a:pt x="16331" y="14419"/>
                    <a:pt x="16324" y="14410"/>
                  </a:cubicBezTo>
                  <a:cubicBezTo>
                    <a:pt x="16324" y="14410"/>
                    <a:pt x="16302" y="14382"/>
                    <a:pt x="16521" y="14194"/>
                  </a:cubicBezTo>
                  <a:lnTo>
                    <a:pt x="16762" y="14034"/>
                  </a:lnTo>
                  <a:close/>
                  <a:moveTo>
                    <a:pt x="14152" y="16328"/>
                  </a:moveTo>
                  <a:lnTo>
                    <a:pt x="13958" y="16548"/>
                  </a:lnTo>
                  <a:lnTo>
                    <a:pt x="13738" y="16736"/>
                  </a:lnTo>
                  <a:cubicBezTo>
                    <a:pt x="13713" y="16707"/>
                    <a:pt x="13691" y="16676"/>
                    <a:pt x="13911" y="16488"/>
                  </a:cubicBezTo>
                  <a:lnTo>
                    <a:pt x="14152" y="16328"/>
                  </a:lnTo>
                  <a:close/>
                  <a:moveTo>
                    <a:pt x="12440" y="17555"/>
                  </a:moveTo>
                  <a:cubicBezTo>
                    <a:pt x="12448" y="17555"/>
                    <a:pt x="12409" y="17613"/>
                    <a:pt x="12334" y="17713"/>
                  </a:cubicBezTo>
                  <a:cubicBezTo>
                    <a:pt x="12180" y="17942"/>
                    <a:pt x="12006" y="18148"/>
                    <a:pt x="11967" y="18148"/>
                  </a:cubicBezTo>
                  <a:cubicBezTo>
                    <a:pt x="11964" y="18148"/>
                    <a:pt x="11963" y="18147"/>
                    <a:pt x="11961" y="18146"/>
                  </a:cubicBezTo>
                  <a:cubicBezTo>
                    <a:pt x="11936" y="18124"/>
                    <a:pt x="11930" y="18118"/>
                    <a:pt x="12118" y="17901"/>
                  </a:cubicBezTo>
                  <a:cubicBezTo>
                    <a:pt x="12332" y="17657"/>
                    <a:pt x="12428" y="17555"/>
                    <a:pt x="12440" y="17555"/>
                  </a:cubicBezTo>
                  <a:close/>
                  <a:moveTo>
                    <a:pt x="11264" y="18736"/>
                  </a:moveTo>
                  <a:cubicBezTo>
                    <a:pt x="11228" y="18758"/>
                    <a:pt x="11195" y="18797"/>
                    <a:pt x="11200" y="18797"/>
                  </a:cubicBezTo>
                  <a:cubicBezTo>
                    <a:pt x="11203" y="18797"/>
                    <a:pt x="11221" y="18781"/>
                    <a:pt x="11264" y="18736"/>
                  </a:cubicBezTo>
                  <a:close/>
                  <a:moveTo>
                    <a:pt x="11118" y="19296"/>
                  </a:moveTo>
                  <a:lnTo>
                    <a:pt x="10965" y="19534"/>
                  </a:lnTo>
                  <a:cubicBezTo>
                    <a:pt x="10850" y="19724"/>
                    <a:pt x="10827" y="19768"/>
                    <a:pt x="10807" y="19768"/>
                  </a:cubicBezTo>
                  <a:cubicBezTo>
                    <a:pt x="10802" y="19768"/>
                    <a:pt x="10796" y="19765"/>
                    <a:pt x="10789" y="19760"/>
                  </a:cubicBezTo>
                  <a:lnTo>
                    <a:pt x="10933" y="19512"/>
                  </a:lnTo>
                  <a:lnTo>
                    <a:pt x="11118" y="19296"/>
                  </a:lnTo>
                  <a:close/>
                  <a:moveTo>
                    <a:pt x="9993" y="21280"/>
                  </a:moveTo>
                  <a:cubicBezTo>
                    <a:pt x="9941" y="21415"/>
                    <a:pt x="9924" y="21485"/>
                    <a:pt x="9929" y="21485"/>
                  </a:cubicBezTo>
                  <a:cubicBezTo>
                    <a:pt x="9934" y="21485"/>
                    <a:pt x="9959" y="21419"/>
                    <a:pt x="9993" y="21280"/>
                  </a:cubicBezTo>
                  <a:close/>
                  <a:moveTo>
                    <a:pt x="9859" y="21844"/>
                  </a:moveTo>
                  <a:lnTo>
                    <a:pt x="9768" y="22113"/>
                  </a:lnTo>
                  <a:cubicBezTo>
                    <a:pt x="9695" y="22338"/>
                    <a:pt x="9685" y="22377"/>
                    <a:pt x="9664" y="22377"/>
                  </a:cubicBezTo>
                  <a:cubicBezTo>
                    <a:pt x="9660" y="22377"/>
                    <a:pt x="9655" y="22376"/>
                    <a:pt x="9649" y="22373"/>
                  </a:cubicBezTo>
                  <a:lnTo>
                    <a:pt x="9730" y="22101"/>
                  </a:lnTo>
                  <a:lnTo>
                    <a:pt x="9859" y="21844"/>
                  </a:lnTo>
                  <a:close/>
                  <a:moveTo>
                    <a:pt x="9309" y="24633"/>
                  </a:moveTo>
                  <a:cubicBezTo>
                    <a:pt x="9309" y="24633"/>
                    <a:pt x="9310" y="24633"/>
                    <a:pt x="9310" y="24633"/>
                  </a:cubicBezTo>
                  <a:lnTo>
                    <a:pt x="9282" y="24915"/>
                  </a:lnTo>
                  <a:cubicBezTo>
                    <a:pt x="9260" y="25191"/>
                    <a:pt x="9224" y="25194"/>
                    <a:pt x="9222" y="25194"/>
                  </a:cubicBezTo>
                  <a:cubicBezTo>
                    <a:pt x="9222" y="25194"/>
                    <a:pt x="9222" y="25194"/>
                    <a:pt x="9222" y="25194"/>
                  </a:cubicBezTo>
                  <a:cubicBezTo>
                    <a:pt x="9222" y="25194"/>
                    <a:pt x="9185" y="25187"/>
                    <a:pt x="9207" y="24902"/>
                  </a:cubicBezTo>
                  <a:cubicBezTo>
                    <a:pt x="9207" y="24902"/>
                    <a:pt x="9271" y="24633"/>
                    <a:pt x="9309" y="24633"/>
                  </a:cubicBezTo>
                  <a:close/>
                  <a:moveTo>
                    <a:pt x="28044" y="25589"/>
                  </a:moveTo>
                  <a:lnTo>
                    <a:pt x="28044" y="25589"/>
                  </a:lnTo>
                  <a:cubicBezTo>
                    <a:pt x="28075" y="25611"/>
                    <a:pt x="28104" y="25636"/>
                    <a:pt x="27941" y="25874"/>
                  </a:cubicBezTo>
                  <a:lnTo>
                    <a:pt x="27749" y="26090"/>
                  </a:lnTo>
                  <a:lnTo>
                    <a:pt x="27881" y="25830"/>
                  </a:lnTo>
                  <a:lnTo>
                    <a:pt x="28044" y="25589"/>
                  </a:lnTo>
                  <a:close/>
                  <a:moveTo>
                    <a:pt x="25756" y="28569"/>
                  </a:moveTo>
                  <a:lnTo>
                    <a:pt x="25756" y="28569"/>
                  </a:lnTo>
                  <a:cubicBezTo>
                    <a:pt x="25788" y="28594"/>
                    <a:pt x="25819" y="28616"/>
                    <a:pt x="25656" y="28857"/>
                  </a:cubicBezTo>
                  <a:lnTo>
                    <a:pt x="25493" y="29095"/>
                  </a:lnTo>
                  <a:cubicBezTo>
                    <a:pt x="25465" y="29073"/>
                    <a:pt x="25597" y="28810"/>
                    <a:pt x="25597" y="28810"/>
                  </a:cubicBezTo>
                  <a:lnTo>
                    <a:pt x="25756" y="28569"/>
                  </a:lnTo>
                  <a:close/>
                  <a:moveTo>
                    <a:pt x="27120" y="31508"/>
                  </a:moveTo>
                  <a:cubicBezTo>
                    <a:pt x="27187" y="31508"/>
                    <a:pt x="27248" y="31511"/>
                    <a:pt x="27248" y="31511"/>
                  </a:cubicBezTo>
                  <a:cubicBezTo>
                    <a:pt x="27533" y="31562"/>
                    <a:pt x="27229" y="31584"/>
                    <a:pt x="27223" y="31621"/>
                  </a:cubicBezTo>
                  <a:cubicBezTo>
                    <a:pt x="26938" y="31571"/>
                    <a:pt x="26938" y="31571"/>
                    <a:pt x="26944" y="31533"/>
                  </a:cubicBezTo>
                  <a:cubicBezTo>
                    <a:pt x="26949" y="31513"/>
                    <a:pt x="27039" y="31508"/>
                    <a:pt x="27120" y="31508"/>
                  </a:cubicBezTo>
                  <a:close/>
                  <a:moveTo>
                    <a:pt x="33880" y="32703"/>
                  </a:moveTo>
                  <a:cubicBezTo>
                    <a:pt x="33924" y="32703"/>
                    <a:pt x="33990" y="32710"/>
                    <a:pt x="34089" y="32727"/>
                  </a:cubicBezTo>
                  <a:lnTo>
                    <a:pt x="34365" y="32815"/>
                  </a:lnTo>
                  <a:lnTo>
                    <a:pt x="34070" y="32803"/>
                  </a:lnTo>
                  <a:lnTo>
                    <a:pt x="33785" y="32749"/>
                  </a:lnTo>
                  <a:cubicBezTo>
                    <a:pt x="33791" y="32727"/>
                    <a:pt x="33797" y="32703"/>
                    <a:pt x="33880" y="32703"/>
                  </a:cubicBezTo>
                  <a:close/>
                  <a:moveTo>
                    <a:pt x="52385" y="36074"/>
                  </a:moveTo>
                  <a:cubicBezTo>
                    <a:pt x="52429" y="36074"/>
                    <a:pt x="52495" y="36081"/>
                    <a:pt x="52597" y="36099"/>
                  </a:cubicBezTo>
                  <a:lnTo>
                    <a:pt x="52873" y="36187"/>
                  </a:lnTo>
                  <a:lnTo>
                    <a:pt x="52579" y="36171"/>
                  </a:lnTo>
                  <a:lnTo>
                    <a:pt x="52293" y="36121"/>
                  </a:lnTo>
                  <a:cubicBezTo>
                    <a:pt x="52299" y="36097"/>
                    <a:pt x="52306" y="36074"/>
                    <a:pt x="52385" y="36074"/>
                  </a:cubicBezTo>
                  <a:close/>
                  <a:moveTo>
                    <a:pt x="54332" y="36414"/>
                  </a:moveTo>
                  <a:cubicBezTo>
                    <a:pt x="54367" y="36414"/>
                    <a:pt x="54438" y="36427"/>
                    <a:pt x="54591" y="36453"/>
                  </a:cubicBezTo>
                  <a:cubicBezTo>
                    <a:pt x="54591" y="36453"/>
                    <a:pt x="54866" y="36541"/>
                    <a:pt x="54860" y="36579"/>
                  </a:cubicBezTo>
                  <a:cubicBezTo>
                    <a:pt x="54858" y="36587"/>
                    <a:pt x="54844" y="36591"/>
                    <a:pt x="54820" y="36591"/>
                  </a:cubicBezTo>
                  <a:cubicBezTo>
                    <a:pt x="54730" y="36591"/>
                    <a:pt x="54508" y="36537"/>
                    <a:pt x="54296" y="36441"/>
                  </a:cubicBezTo>
                  <a:cubicBezTo>
                    <a:pt x="54300" y="36423"/>
                    <a:pt x="54303" y="36414"/>
                    <a:pt x="54332" y="36414"/>
                  </a:cubicBezTo>
                  <a:close/>
                  <a:moveTo>
                    <a:pt x="10228" y="36087"/>
                  </a:moveTo>
                  <a:cubicBezTo>
                    <a:pt x="10307" y="36369"/>
                    <a:pt x="10388" y="36651"/>
                    <a:pt x="10351" y="36654"/>
                  </a:cubicBezTo>
                  <a:cubicBezTo>
                    <a:pt x="10351" y="36654"/>
                    <a:pt x="10351" y="36654"/>
                    <a:pt x="10351" y="36654"/>
                  </a:cubicBezTo>
                  <a:cubicBezTo>
                    <a:pt x="10349" y="36654"/>
                    <a:pt x="10311" y="36651"/>
                    <a:pt x="10231" y="36375"/>
                  </a:cubicBezTo>
                  <a:cubicBezTo>
                    <a:pt x="10231" y="36375"/>
                    <a:pt x="10153" y="36093"/>
                    <a:pt x="10191" y="36090"/>
                  </a:cubicBezTo>
                  <a:lnTo>
                    <a:pt x="10228" y="36087"/>
                  </a:lnTo>
                  <a:close/>
                  <a:moveTo>
                    <a:pt x="61194" y="36790"/>
                  </a:moveTo>
                  <a:cubicBezTo>
                    <a:pt x="61145" y="36790"/>
                    <a:pt x="61094" y="36791"/>
                    <a:pt x="61043" y="36795"/>
                  </a:cubicBezTo>
                  <a:cubicBezTo>
                    <a:pt x="61037" y="36833"/>
                    <a:pt x="61037" y="36833"/>
                    <a:pt x="61322" y="36883"/>
                  </a:cubicBezTo>
                  <a:cubicBezTo>
                    <a:pt x="61322" y="36883"/>
                    <a:pt x="61382" y="36886"/>
                    <a:pt x="61449" y="36886"/>
                  </a:cubicBezTo>
                  <a:cubicBezTo>
                    <a:pt x="61529" y="36886"/>
                    <a:pt x="61618" y="36881"/>
                    <a:pt x="61623" y="36861"/>
                  </a:cubicBezTo>
                  <a:cubicBezTo>
                    <a:pt x="61631" y="36830"/>
                    <a:pt x="61435" y="36790"/>
                    <a:pt x="61194" y="36790"/>
                  </a:cubicBezTo>
                  <a:close/>
                  <a:moveTo>
                    <a:pt x="59183" y="37220"/>
                  </a:moveTo>
                  <a:cubicBezTo>
                    <a:pt x="59256" y="37220"/>
                    <a:pt x="59490" y="37289"/>
                    <a:pt x="59730" y="37331"/>
                  </a:cubicBezTo>
                  <a:cubicBezTo>
                    <a:pt x="59862" y="37373"/>
                    <a:pt x="59931" y="37395"/>
                    <a:pt x="59904" y="37395"/>
                  </a:cubicBezTo>
                  <a:cubicBezTo>
                    <a:pt x="59875" y="37395"/>
                    <a:pt x="59732" y="37369"/>
                    <a:pt x="59435" y="37315"/>
                  </a:cubicBezTo>
                  <a:cubicBezTo>
                    <a:pt x="59150" y="37265"/>
                    <a:pt x="59160" y="37228"/>
                    <a:pt x="59160" y="37228"/>
                  </a:cubicBezTo>
                  <a:cubicBezTo>
                    <a:pt x="59161" y="37222"/>
                    <a:pt x="59169" y="37220"/>
                    <a:pt x="59183" y="37220"/>
                  </a:cubicBezTo>
                  <a:close/>
                  <a:moveTo>
                    <a:pt x="61043" y="38064"/>
                  </a:moveTo>
                  <a:lnTo>
                    <a:pt x="61043" y="38064"/>
                  </a:lnTo>
                  <a:cubicBezTo>
                    <a:pt x="61034" y="38099"/>
                    <a:pt x="61034" y="38099"/>
                    <a:pt x="61319" y="38152"/>
                  </a:cubicBezTo>
                  <a:cubicBezTo>
                    <a:pt x="61614" y="38204"/>
                    <a:pt x="61756" y="38229"/>
                    <a:pt x="61786" y="38229"/>
                  </a:cubicBezTo>
                  <a:cubicBezTo>
                    <a:pt x="61815" y="38229"/>
                    <a:pt x="61745" y="38207"/>
                    <a:pt x="61610" y="38165"/>
                  </a:cubicBezTo>
                  <a:lnTo>
                    <a:pt x="61043" y="38064"/>
                  </a:lnTo>
                  <a:close/>
                  <a:moveTo>
                    <a:pt x="64357" y="38129"/>
                  </a:moveTo>
                  <a:cubicBezTo>
                    <a:pt x="64400" y="38129"/>
                    <a:pt x="64470" y="38135"/>
                    <a:pt x="64584" y="38155"/>
                  </a:cubicBezTo>
                  <a:cubicBezTo>
                    <a:pt x="64772" y="38190"/>
                    <a:pt x="64960" y="38237"/>
                    <a:pt x="65145" y="38293"/>
                  </a:cubicBezTo>
                  <a:cubicBezTo>
                    <a:pt x="65143" y="38303"/>
                    <a:pt x="65120" y="38307"/>
                    <a:pt x="65087" y="38307"/>
                  </a:cubicBezTo>
                  <a:cubicBezTo>
                    <a:pt x="65001" y="38307"/>
                    <a:pt x="64851" y="38280"/>
                    <a:pt x="64851" y="38280"/>
                  </a:cubicBezTo>
                  <a:cubicBezTo>
                    <a:pt x="64565" y="38230"/>
                    <a:pt x="64280" y="38180"/>
                    <a:pt x="64290" y="38143"/>
                  </a:cubicBezTo>
                  <a:cubicBezTo>
                    <a:pt x="64290" y="38143"/>
                    <a:pt x="64293" y="38129"/>
                    <a:pt x="64357" y="38129"/>
                  </a:cubicBezTo>
                  <a:close/>
                  <a:moveTo>
                    <a:pt x="66300" y="38706"/>
                  </a:moveTo>
                  <a:cubicBezTo>
                    <a:pt x="66236" y="38706"/>
                    <a:pt x="66233" y="38719"/>
                    <a:pt x="66233" y="38719"/>
                  </a:cubicBezTo>
                  <a:cubicBezTo>
                    <a:pt x="66233" y="38719"/>
                    <a:pt x="66223" y="38754"/>
                    <a:pt x="66508" y="38807"/>
                  </a:cubicBezTo>
                  <a:lnTo>
                    <a:pt x="66794" y="38857"/>
                  </a:lnTo>
                  <a:cubicBezTo>
                    <a:pt x="66803" y="38820"/>
                    <a:pt x="66527" y="38732"/>
                    <a:pt x="66527" y="38732"/>
                  </a:cubicBezTo>
                  <a:cubicBezTo>
                    <a:pt x="66413" y="38712"/>
                    <a:pt x="66343" y="38706"/>
                    <a:pt x="66300" y="38706"/>
                  </a:cubicBezTo>
                  <a:close/>
                  <a:moveTo>
                    <a:pt x="67529" y="39767"/>
                  </a:moveTo>
                  <a:cubicBezTo>
                    <a:pt x="67534" y="39767"/>
                    <a:pt x="67539" y="39769"/>
                    <a:pt x="67546" y="39772"/>
                  </a:cubicBezTo>
                  <a:lnTo>
                    <a:pt x="67452" y="40045"/>
                  </a:lnTo>
                  <a:lnTo>
                    <a:pt x="67317" y="40302"/>
                  </a:lnTo>
                  <a:lnTo>
                    <a:pt x="67414" y="40029"/>
                  </a:lnTo>
                  <a:cubicBezTo>
                    <a:pt x="67492" y="39809"/>
                    <a:pt x="67508" y="39767"/>
                    <a:pt x="67529" y="39767"/>
                  </a:cubicBezTo>
                  <a:close/>
                  <a:moveTo>
                    <a:pt x="66698" y="42107"/>
                  </a:moveTo>
                  <a:cubicBezTo>
                    <a:pt x="66713" y="42107"/>
                    <a:pt x="66719" y="42146"/>
                    <a:pt x="66706" y="42257"/>
                  </a:cubicBezTo>
                  <a:cubicBezTo>
                    <a:pt x="66574" y="42624"/>
                    <a:pt x="66574" y="42624"/>
                    <a:pt x="66446" y="42991"/>
                  </a:cubicBezTo>
                  <a:cubicBezTo>
                    <a:pt x="66436" y="42994"/>
                    <a:pt x="66426" y="42997"/>
                    <a:pt x="66418" y="42997"/>
                  </a:cubicBezTo>
                  <a:cubicBezTo>
                    <a:pt x="66387" y="42997"/>
                    <a:pt x="66381" y="42945"/>
                    <a:pt x="66493" y="42627"/>
                  </a:cubicBezTo>
                  <a:cubicBezTo>
                    <a:pt x="66543" y="42436"/>
                    <a:pt x="66624" y="42207"/>
                    <a:pt x="66662" y="42144"/>
                  </a:cubicBezTo>
                  <a:cubicBezTo>
                    <a:pt x="66675" y="42123"/>
                    <a:pt x="66688" y="42107"/>
                    <a:pt x="66698" y="42107"/>
                  </a:cubicBezTo>
                  <a:close/>
                  <a:moveTo>
                    <a:pt x="68295" y="43483"/>
                  </a:moveTo>
                  <a:cubicBezTo>
                    <a:pt x="68567" y="43573"/>
                    <a:pt x="68859" y="43624"/>
                    <a:pt x="68846" y="43661"/>
                  </a:cubicBezTo>
                  <a:cubicBezTo>
                    <a:pt x="68908" y="43681"/>
                    <a:pt x="68927" y="43689"/>
                    <a:pt x="68918" y="43689"/>
                  </a:cubicBezTo>
                  <a:cubicBezTo>
                    <a:pt x="68884" y="43689"/>
                    <a:pt x="68494" y="43588"/>
                    <a:pt x="68279" y="43520"/>
                  </a:cubicBezTo>
                  <a:lnTo>
                    <a:pt x="68295" y="43483"/>
                  </a:lnTo>
                  <a:close/>
                  <a:moveTo>
                    <a:pt x="70370" y="44528"/>
                  </a:moveTo>
                  <a:lnTo>
                    <a:pt x="70370" y="44528"/>
                  </a:lnTo>
                  <a:cubicBezTo>
                    <a:pt x="70369" y="44528"/>
                    <a:pt x="70368" y="44532"/>
                    <a:pt x="70363" y="44542"/>
                  </a:cubicBezTo>
                  <a:cubicBezTo>
                    <a:pt x="70363" y="44542"/>
                    <a:pt x="70360" y="44550"/>
                    <a:pt x="70355" y="44563"/>
                  </a:cubicBezTo>
                  <a:lnTo>
                    <a:pt x="70355" y="44563"/>
                  </a:lnTo>
                  <a:cubicBezTo>
                    <a:pt x="70363" y="44544"/>
                    <a:pt x="70370" y="44528"/>
                    <a:pt x="70370" y="44528"/>
                  </a:cubicBezTo>
                  <a:close/>
                  <a:moveTo>
                    <a:pt x="70355" y="44563"/>
                  </a:moveTo>
                  <a:cubicBezTo>
                    <a:pt x="70354" y="44567"/>
                    <a:pt x="70352" y="44572"/>
                    <a:pt x="70350" y="44576"/>
                  </a:cubicBezTo>
                  <a:lnTo>
                    <a:pt x="70338" y="44614"/>
                  </a:lnTo>
                  <a:cubicBezTo>
                    <a:pt x="70344" y="44595"/>
                    <a:pt x="70351" y="44577"/>
                    <a:pt x="70355" y="44563"/>
                  </a:cubicBezTo>
                  <a:close/>
                  <a:moveTo>
                    <a:pt x="73039" y="45507"/>
                  </a:moveTo>
                  <a:cubicBezTo>
                    <a:pt x="73058" y="45507"/>
                    <a:pt x="73080" y="45510"/>
                    <a:pt x="73086" y="45538"/>
                  </a:cubicBezTo>
                  <a:cubicBezTo>
                    <a:pt x="73093" y="45570"/>
                    <a:pt x="73089" y="45617"/>
                    <a:pt x="73052" y="45764"/>
                  </a:cubicBezTo>
                  <a:lnTo>
                    <a:pt x="72980" y="46043"/>
                  </a:lnTo>
                  <a:cubicBezTo>
                    <a:pt x="72942" y="46030"/>
                    <a:pt x="72980" y="45739"/>
                    <a:pt x="72980" y="45739"/>
                  </a:cubicBezTo>
                  <a:lnTo>
                    <a:pt x="73039" y="45507"/>
                  </a:lnTo>
                  <a:close/>
                  <a:moveTo>
                    <a:pt x="11870" y="45601"/>
                  </a:moveTo>
                  <a:cubicBezTo>
                    <a:pt x="11895" y="45601"/>
                    <a:pt x="11951" y="45737"/>
                    <a:pt x="12024" y="46068"/>
                  </a:cubicBezTo>
                  <a:cubicBezTo>
                    <a:pt x="12068" y="46356"/>
                    <a:pt x="12068" y="46356"/>
                    <a:pt x="12030" y="46359"/>
                  </a:cubicBezTo>
                  <a:cubicBezTo>
                    <a:pt x="12030" y="46359"/>
                    <a:pt x="12030" y="46359"/>
                    <a:pt x="12030" y="46359"/>
                  </a:cubicBezTo>
                  <a:cubicBezTo>
                    <a:pt x="11992" y="46359"/>
                    <a:pt x="11911" y="46079"/>
                    <a:pt x="11867" y="45792"/>
                  </a:cubicBezTo>
                  <a:cubicBezTo>
                    <a:pt x="11849" y="45672"/>
                    <a:pt x="11851" y="45601"/>
                    <a:pt x="11870" y="45601"/>
                  </a:cubicBezTo>
                  <a:close/>
                  <a:moveTo>
                    <a:pt x="72357" y="47466"/>
                  </a:moveTo>
                  <a:cubicBezTo>
                    <a:pt x="72366" y="47466"/>
                    <a:pt x="72366" y="47540"/>
                    <a:pt x="72366" y="47666"/>
                  </a:cubicBezTo>
                  <a:lnTo>
                    <a:pt x="72290" y="48252"/>
                  </a:lnTo>
                  <a:cubicBezTo>
                    <a:pt x="72270" y="48331"/>
                    <a:pt x="72258" y="48365"/>
                    <a:pt x="72252" y="48365"/>
                  </a:cubicBezTo>
                  <a:cubicBezTo>
                    <a:pt x="72237" y="48365"/>
                    <a:pt x="72256" y="48153"/>
                    <a:pt x="72256" y="47936"/>
                  </a:cubicBezTo>
                  <a:cubicBezTo>
                    <a:pt x="72319" y="47605"/>
                    <a:pt x="72346" y="47466"/>
                    <a:pt x="72357" y="47466"/>
                  </a:cubicBezTo>
                  <a:close/>
                  <a:moveTo>
                    <a:pt x="70846" y="53860"/>
                  </a:moveTo>
                  <a:cubicBezTo>
                    <a:pt x="70854" y="53860"/>
                    <a:pt x="70865" y="53864"/>
                    <a:pt x="70877" y="53868"/>
                  </a:cubicBezTo>
                  <a:cubicBezTo>
                    <a:pt x="70915" y="53881"/>
                    <a:pt x="70949" y="53890"/>
                    <a:pt x="70839" y="54463"/>
                  </a:cubicBezTo>
                  <a:cubicBezTo>
                    <a:pt x="70767" y="54742"/>
                    <a:pt x="70695" y="55024"/>
                    <a:pt x="70695" y="55024"/>
                  </a:cubicBezTo>
                  <a:lnTo>
                    <a:pt x="70767" y="54438"/>
                  </a:lnTo>
                  <a:cubicBezTo>
                    <a:pt x="70798" y="53944"/>
                    <a:pt x="70804" y="53860"/>
                    <a:pt x="70846" y="53860"/>
                  </a:cubicBezTo>
                  <a:close/>
                  <a:moveTo>
                    <a:pt x="70407" y="55234"/>
                  </a:moveTo>
                  <a:lnTo>
                    <a:pt x="70441" y="55247"/>
                  </a:lnTo>
                  <a:lnTo>
                    <a:pt x="70407" y="55538"/>
                  </a:lnTo>
                  <a:lnTo>
                    <a:pt x="70297" y="55805"/>
                  </a:lnTo>
                  <a:cubicBezTo>
                    <a:pt x="70263" y="55795"/>
                    <a:pt x="70335" y="55513"/>
                    <a:pt x="70407" y="55234"/>
                  </a:cubicBezTo>
                  <a:close/>
                  <a:moveTo>
                    <a:pt x="66121" y="65776"/>
                  </a:moveTo>
                  <a:cubicBezTo>
                    <a:pt x="66073" y="65776"/>
                    <a:pt x="65904" y="65987"/>
                    <a:pt x="65700" y="66162"/>
                  </a:cubicBezTo>
                  <a:cubicBezTo>
                    <a:pt x="65255" y="66525"/>
                    <a:pt x="65067" y="66751"/>
                    <a:pt x="65089" y="66779"/>
                  </a:cubicBezTo>
                  <a:cubicBezTo>
                    <a:pt x="65091" y="66781"/>
                    <a:pt x="65093" y="66783"/>
                    <a:pt x="65097" y="66783"/>
                  </a:cubicBezTo>
                  <a:cubicBezTo>
                    <a:pt x="65144" y="66783"/>
                    <a:pt x="65353" y="66586"/>
                    <a:pt x="65750" y="66218"/>
                  </a:cubicBezTo>
                  <a:cubicBezTo>
                    <a:pt x="65850" y="66131"/>
                    <a:pt x="65941" y="66033"/>
                    <a:pt x="66020" y="65924"/>
                  </a:cubicBezTo>
                  <a:lnTo>
                    <a:pt x="66129" y="65780"/>
                  </a:lnTo>
                  <a:cubicBezTo>
                    <a:pt x="66127" y="65777"/>
                    <a:pt x="66124" y="65776"/>
                    <a:pt x="66121" y="65776"/>
                  </a:cubicBezTo>
                  <a:close/>
                  <a:moveTo>
                    <a:pt x="64503" y="67122"/>
                  </a:moveTo>
                  <a:cubicBezTo>
                    <a:pt x="64525" y="67122"/>
                    <a:pt x="64433" y="67225"/>
                    <a:pt x="64164" y="67469"/>
                  </a:cubicBezTo>
                  <a:lnTo>
                    <a:pt x="63688" y="67792"/>
                  </a:lnTo>
                  <a:cubicBezTo>
                    <a:pt x="63666" y="67754"/>
                    <a:pt x="64133" y="67419"/>
                    <a:pt x="64349" y="67227"/>
                  </a:cubicBezTo>
                  <a:cubicBezTo>
                    <a:pt x="64433" y="67160"/>
                    <a:pt x="64489" y="67122"/>
                    <a:pt x="64503" y="67122"/>
                  </a:cubicBezTo>
                  <a:close/>
                  <a:moveTo>
                    <a:pt x="53983" y="77064"/>
                  </a:moveTo>
                  <a:cubicBezTo>
                    <a:pt x="53961" y="77064"/>
                    <a:pt x="53949" y="77104"/>
                    <a:pt x="53882" y="77331"/>
                  </a:cubicBezTo>
                  <a:lnTo>
                    <a:pt x="53804" y="77610"/>
                  </a:lnTo>
                  <a:lnTo>
                    <a:pt x="53920" y="77343"/>
                  </a:lnTo>
                  <a:lnTo>
                    <a:pt x="53998" y="77068"/>
                  </a:lnTo>
                  <a:cubicBezTo>
                    <a:pt x="53992" y="77065"/>
                    <a:pt x="53987" y="77064"/>
                    <a:pt x="53983" y="77064"/>
                  </a:cubicBezTo>
                  <a:close/>
                  <a:moveTo>
                    <a:pt x="54015" y="77685"/>
                  </a:moveTo>
                  <a:cubicBezTo>
                    <a:pt x="54016" y="77685"/>
                    <a:pt x="54016" y="77685"/>
                    <a:pt x="54017" y="77685"/>
                  </a:cubicBezTo>
                  <a:lnTo>
                    <a:pt x="53939" y="77964"/>
                  </a:lnTo>
                  <a:cubicBezTo>
                    <a:pt x="53938" y="77964"/>
                    <a:pt x="53937" y="77963"/>
                    <a:pt x="53936" y="77963"/>
                  </a:cubicBezTo>
                  <a:cubicBezTo>
                    <a:pt x="53911" y="77963"/>
                    <a:pt x="53885" y="78089"/>
                    <a:pt x="53906" y="78089"/>
                  </a:cubicBezTo>
                  <a:cubicBezTo>
                    <a:pt x="53916" y="78089"/>
                    <a:pt x="53937" y="78061"/>
                    <a:pt x="53973" y="77976"/>
                  </a:cubicBezTo>
                  <a:cubicBezTo>
                    <a:pt x="54011" y="77989"/>
                    <a:pt x="54045" y="78001"/>
                    <a:pt x="54045" y="78001"/>
                  </a:cubicBezTo>
                  <a:cubicBezTo>
                    <a:pt x="53969" y="78274"/>
                    <a:pt x="53856" y="78532"/>
                    <a:pt x="53816" y="78532"/>
                  </a:cubicBezTo>
                  <a:cubicBezTo>
                    <a:pt x="53815" y="78532"/>
                    <a:pt x="53814" y="78531"/>
                    <a:pt x="53813" y="78531"/>
                  </a:cubicBezTo>
                  <a:cubicBezTo>
                    <a:pt x="53753" y="78634"/>
                    <a:pt x="53716" y="78695"/>
                    <a:pt x="53705" y="78695"/>
                  </a:cubicBezTo>
                  <a:cubicBezTo>
                    <a:pt x="53689" y="78695"/>
                    <a:pt x="53727" y="78561"/>
                    <a:pt x="53823" y="78230"/>
                  </a:cubicBezTo>
                  <a:cubicBezTo>
                    <a:pt x="53899" y="77957"/>
                    <a:pt x="53979" y="77685"/>
                    <a:pt x="54015" y="77685"/>
                  </a:cubicBezTo>
                  <a:close/>
                  <a:moveTo>
                    <a:pt x="53041" y="81018"/>
                  </a:moveTo>
                  <a:cubicBezTo>
                    <a:pt x="53046" y="81018"/>
                    <a:pt x="53052" y="81020"/>
                    <a:pt x="53058" y="81022"/>
                  </a:cubicBezTo>
                  <a:cubicBezTo>
                    <a:pt x="53027" y="81214"/>
                    <a:pt x="52986" y="81405"/>
                    <a:pt x="52933" y="81593"/>
                  </a:cubicBezTo>
                  <a:lnTo>
                    <a:pt x="52817" y="81859"/>
                  </a:lnTo>
                  <a:cubicBezTo>
                    <a:pt x="52782" y="81847"/>
                    <a:pt x="52861" y="81568"/>
                    <a:pt x="52942" y="81289"/>
                  </a:cubicBezTo>
                  <a:cubicBezTo>
                    <a:pt x="53007" y="81059"/>
                    <a:pt x="53018" y="81018"/>
                    <a:pt x="53041" y="81018"/>
                  </a:cubicBezTo>
                  <a:close/>
                  <a:moveTo>
                    <a:pt x="53318" y="82032"/>
                  </a:moveTo>
                  <a:lnTo>
                    <a:pt x="53237" y="82310"/>
                  </a:lnTo>
                  <a:cubicBezTo>
                    <a:pt x="53237" y="82310"/>
                    <a:pt x="53193" y="82602"/>
                    <a:pt x="53230" y="82614"/>
                  </a:cubicBezTo>
                  <a:lnTo>
                    <a:pt x="53309" y="82336"/>
                  </a:lnTo>
                  <a:cubicBezTo>
                    <a:pt x="53390" y="82057"/>
                    <a:pt x="53353" y="82044"/>
                    <a:pt x="53318" y="82032"/>
                  </a:cubicBezTo>
                  <a:close/>
                  <a:moveTo>
                    <a:pt x="839" y="84674"/>
                  </a:moveTo>
                  <a:cubicBezTo>
                    <a:pt x="849" y="84674"/>
                    <a:pt x="861" y="84679"/>
                    <a:pt x="877" y="84686"/>
                  </a:cubicBezTo>
                  <a:cubicBezTo>
                    <a:pt x="912" y="84698"/>
                    <a:pt x="949" y="84714"/>
                    <a:pt x="861" y="84990"/>
                  </a:cubicBezTo>
                  <a:cubicBezTo>
                    <a:pt x="811" y="85272"/>
                    <a:pt x="768" y="85410"/>
                    <a:pt x="749" y="85410"/>
                  </a:cubicBezTo>
                  <a:cubicBezTo>
                    <a:pt x="729" y="85410"/>
                    <a:pt x="736" y="85258"/>
                    <a:pt x="789" y="84962"/>
                  </a:cubicBezTo>
                  <a:cubicBezTo>
                    <a:pt x="804" y="84729"/>
                    <a:pt x="807" y="84674"/>
                    <a:pt x="839" y="84674"/>
                  </a:cubicBezTo>
                  <a:close/>
                  <a:moveTo>
                    <a:pt x="34897" y="1"/>
                  </a:moveTo>
                  <a:cubicBezTo>
                    <a:pt x="34889" y="1"/>
                    <a:pt x="34881" y="1"/>
                    <a:pt x="34873" y="1"/>
                  </a:cubicBezTo>
                  <a:cubicBezTo>
                    <a:pt x="34855" y="1"/>
                    <a:pt x="34839" y="1"/>
                    <a:pt x="34822" y="1"/>
                  </a:cubicBezTo>
                  <a:cubicBezTo>
                    <a:pt x="34357" y="1"/>
                    <a:pt x="34161" y="42"/>
                    <a:pt x="34161" y="61"/>
                  </a:cubicBezTo>
                  <a:cubicBezTo>
                    <a:pt x="33879" y="126"/>
                    <a:pt x="33882" y="120"/>
                    <a:pt x="33600" y="142"/>
                  </a:cubicBezTo>
                  <a:cubicBezTo>
                    <a:pt x="33312" y="148"/>
                    <a:pt x="33039" y="242"/>
                    <a:pt x="32767" y="324"/>
                  </a:cubicBezTo>
                  <a:cubicBezTo>
                    <a:pt x="32535" y="420"/>
                    <a:pt x="32301" y="514"/>
                    <a:pt x="32240" y="514"/>
                  </a:cubicBezTo>
                  <a:cubicBezTo>
                    <a:pt x="32231" y="514"/>
                    <a:pt x="32226" y="513"/>
                    <a:pt x="32225" y="509"/>
                  </a:cubicBezTo>
                  <a:cubicBezTo>
                    <a:pt x="32071" y="625"/>
                    <a:pt x="31905" y="728"/>
                    <a:pt x="31736" y="816"/>
                  </a:cubicBezTo>
                  <a:cubicBezTo>
                    <a:pt x="31734" y="813"/>
                    <a:pt x="31730" y="811"/>
                    <a:pt x="31725" y="811"/>
                  </a:cubicBezTo>
                  <a:cubicBezTo>
                    <a:pt x="31673" y="811"/>
                    <a:pt x="31456" y="959"/>
                    <a:pt x="31259" y="1136"/>
                  </a:cubicBezTo>
                  <a:cubicBezTo>
                    <a:pt x="31143" y="1298"/>
                    <a:pt x="31104" y="1352"/>
                    <a:pt x="31078" y="1352"/>
                  </a:cubicBezTo>
                  <a:cubicBezTo>
                    <a:pt x="31065" y="1352"/>
                    <a:pt x="31055" y="1338"/>
                    <a:pt x="31040" y="1317"/>
                  </a:cubicBezTo>
                  <a:cubicBezTo>
                    <a:pt x="31039" y="1316"/>
                    <a:pt x="31038" y="1316"/>
                    <a:pt x="31036" y="1316"/>
                  </a:cubicBezTo>
                  <a:cubicBezTo>
                    <a:pt x="30981" y="1316"/>
                    <a:pt x="30500" y="1689"/>
                    <a:pt x="30524" y="1689"/>
                  </a:cubicBezTo>
                  <a:cubicBezTo>
                    <a:pt x="30528" y="1689"/>
                    <a:pt x="30544" y="1680"/>
                    <a:pt x="30576" y="1659"/>
                  </a:cubicBezTo>
                  <a:lnTo>
                    <a:pt x="30576" y="1659"/>
                  </a:lnTo>
                  <a:cubicBezTo>
                    <a:pt x="30598" y="1690"/>
                    <a:pt x="30159" y="2066"/>
                    <a:pt x="29965" y="2286"/>
                  </a:cubicBezTo>
                  <a:cubicBezTo>
                    <a:pt x="29761" y="2461"/>
                    <a:pt x="29553" y="2636"/>
                    <a:pt x="29508" y="2636"/>
                  </a:cubicBezTo>
                  <a:cubicBezTo>
                    <a:pt x="29505" y="2636"/>
                    <a:pt x="29503" y="2635"/>
                    <a:pt x="29501" y="2633"/>
                  </a:cubicBezTo>
                  <a:cubicBezTo>
                    <a:pt x="29257" y="2793"/>
                    <a:pt x="28185" y="3765"/>
                    <a:pt x="27988" y="3984"/>
                  </a:cubicBezTo>
                  <a:cubicBezTo>
                    <a:pt x="28011" y="4013"/>
                    <a:pt x="27825" y="4176"/>
                    <a:pt x="27777" y="4176"/>
                  </a:cubicBezTo>
                  <a:cubicBezTo>
                    <a:pt x="27773" y="4176"/>
                    <a:pt x="27770" y="4175"/>
                    <a:pt x="27768" y="4172"/>
                  </a:cubicBezTo>
                  <a:cubicBezTo>
                    <a:pt x="27767" y="4170"/>
                    <a:pt x="27764" y="4169"/>
                    <a:pt x="27761" y="4169"/>
                  </a:cubicBezTo>
                  <a:cubicBezTo>
                    <a:pt x="27717" y="4169"/>
                    <a:pt x="27512" y="4345"/>
                    <a:pt x="27308" y="4520"/>
                  </a:cubicBezTo>
                  <a:cubicBezTo>
                    <a:pt x="27178" y="4664"/>
                    <a:pt x="27124" y="4700"/>
                    <a:pt x="27095" y="4700"/>
                  </a:cubicBezTo>
                  <a:cubicBezTo>
                    <a:pt x="27080" y="4700"/>
                    <a:pt x="27072" y="4690"/>
                    <a:pt x="27063" y="4680"/>
                  </a:cubicBezTo>
                  <a:cubicBezTo>
                    <a:pt x="27120" y="4616"/>
                    <a:pt x="27143" y="4587"/>
                    <a:pt x="27135" y="4587"/>
                  </a:cubicBezTo>
                  <a:cubicBezTo>
                    <a:pt x="27115" y="4587"/>
                    <a:pt x="26914" y="4761"/>
                    <a:pt x="26603" y="5028"/>
                  </a:cubicBezTo>
                  <a:cubicBezTo>
                    <a:pt x="26405" y="5247"/>
                    <a:pt x="25528" y="6002"/>
                    <a:pt x="24870" y="6566"/>
                  </a:cubicBezTo>
                  <a:cubicBezTo>
                    <a:pt x="23770" y="7510"/>
                    <a:pt x="23575" y="7729"/>
                    <a:pt x="23184" y="8165"/>
                  </a:cubicBezTo>
                  <a:lnTo>
                    <a:pt x="23011" y="8415"/>
                  </a:lnTo>
                  <a:lnTo>
                    <a:pt x="22964" y="8356"/>
                  </a:lnTo>
                  <a:cubicBezTo>
                    <a:pt x="22961" y="8352"/>
                    <a:pt x="22956" y="8351"/>
                    <a:pt x="22949" y="8351"/>
                  </a:cubicBezTo>
                  <a:cubicBezTo>
                    <a:pt x="22885" y="8351"/>
                    <a:pt x="22673" y="8456"/>
                    <a:pt x="22673" y="8456"/>
                  </a:cubicBezTo>
                  <a:cubicBezTo>
                    <a:pt x="22453" y="8644"/>
                    <a:pt x="22478" y="8672"/>
                    <a:pt x="22500" y="8704"/>
                  </a:cubicBezTo>
                  <a:cubicBezTo>
                    <a:pt x="22525" y="8732"/>
                    <a:pt x="22306" y="8920"/>
                    <a:pt x="21842" y="9268"/>
                  </a:cubicBezTo>
                  <a:cubicBezTo>
                    <a:pt x="21382" y="9616"/>
                    <a:pt x="21162" y="9807"/>
                    <a:pt x="20965" y="10023"/>
                  </a:cubicBezTo>
                  <a:cubicBezTo>
                    <a:pt x="20749" y="10217"/>
                    <a:pt x="20523" y="10396"/>
                    <a:pt x="20282" y="10562"/>
                  </a:cubicBezTo>
                  <a:cubicBezTo>
                    <a:pt x="20062" y="10750"/>
                    <a:pt x="20062" y="10750"/>
                    <a:pt x="20087" y="10778"/>
                  </a:cubicBezTo>
                  <a:cubicBezTo>
                    <a:pt x="20109" y="10810"/>
                    <a:pt x="19890" y="10998"/>
                    <a:pt x="19649" y="11157"/>
                  </a:cubicBezTo>
                  <a:cubicBezTo>
                    <a:pt x="19382" y="11286"/>
                    <a:pt x="18724" y="11853"/>
                    <a:pt x="18746" y="11881"/>
                  </a:cubicBezTo>
                  <a:cubicBezTo>
                    <a:pt x="18771" y="11913"/>
                    <a:pt x="18552" y="12101"/>
                    <a:pt x="18332" y="12289"/>
                  </a:cubicBezTo>
                  <a:cubicBezTo>
                    <a:pt x="18107" y="12474"/>
                    <a:pt x="17894" y="12671"/>
                    <a:pt x="17696" y="12884"/>
                  </a:cubicBezTo>
                  <a:lnTo>
                    <a:pt x="17257" y="13263"/>
                  </a:lnTo>
                  <a:cubicBezTo>
                    <a:pt x="17198" y="13314"/>
                    <a:pt x="17169" y="13335"/>
                    <a:pt x="17163" y="13335"/>
                  </a:cubicBezTo>
                  <a:cubicBezTo>
                    <a:pt x="17145" y="13335"/>
                    <a:pt x="17292" y="13181"/>
                    <a:pt x="17452" y="13044"/>
                  </a:cubicBezTo>
                  <a:lnTo>
                    <a:pt x="17452" y="13044"/>
                  </a:lnTo>
                  <a:lnTo>
                    <a:pt x="17210" y="13204"/>
                  </a:lnTo>
                  <a:cubicBezTo>
                    <a:pt x="16772" y="13580"/>
                    <a:pt x="16552" y="13768"/>
                    <a:pt x="16355" y="13987"/>
                  </a:cubicBezTo>
                  <a:cubicBezTo>
                    <a:pt x="16239" y="14153"/>
                    <a:pt x="16201" y="14208"/>
                    <a:pt x="16175" y="14208"/>
                  </a:cubicBezTo>
                  <a:cubicBezTo>
                    <a:pt x="16161" y="14208"/>
                    <a:pt x="16151" y="14195"/>
                    <a:pt x="16136" y="14175"/>
                  </a:cubicBezTo>
                  <a:cubicBezTo>
                    <a:pt x="16134" y="14173"/>
                    <a:pt x="16131" y="14172"/>
                    <a:pt x="16127" y="14172"/>
                  </a:cubicBezTo>
                  <a:cubicBezTo>
                    <a:pt x="16076" y="14172"/>
                    <a:pt x="15854" y="14324"/>
                    <a:pt x="15675" y="14523"/>
                  </a:cubicBezTo>
                  <a:cubicBezTo>
                    <a:pt x="15516" y="14752"/>
                    <a:pt x="15295" y="14906"/>
                    <a:pt x="15243" y="14906"/>
                  </a:cubicBezTo>
                  <a:cubicBezTo>
                    <a:pt x="15238" y="14906"/>
                    <a:pt x="15235" y="14904"/>
                    <a:pt x="15233" y="14902"/>
                  </a:cubicBezTo>
                  <a:cubicBezTo>
                    <a:pt x="15294" y="14814"/>
                    <a:pt x="15334" y="14757"/>
                    <a:pt x="15322" y="14757"/>
                  </a:cubicBezTo>
                  <a:cubicBezTo>
                    <a:pt x="15300" y="14757"/>
                    <a:pt x="15110" y="14944"/>
                    <a:pt x="14575" y="15466"/>
                  </a:cubicBezTo>
                  <a:lnTo>
                    <a:pt x="13682" y="16262"/>
                  </a:lnTo>
                  <a:cubicBezTo>
                    <a:pt x="13331" y="16576"/>
                    <a:pt x="12949" y="16908"/>
                    <a:pt x="12651" y="17218"/>
                  </a:cubicBezTo>
                  <a:cubicBezTo>
                    <a:pt x="11849" y="18042"/>
                    <a:pt x="11526" y="18525"/>
                    <a:pt x="11322" y="18729"/>
                  </a:cubicBezTo>
                  <a:cubicBezTo>
                    <a:pt x="11316" y="18724"/>
                    <a:pt x="11310" y="18722"/>
                    <a:pt x="11303" y="18722"/>
                  </a:cubicBezTo>
                  <a:cubicBezTo>
                    <a:pt x="11302" y="18722"/>
                    <a:pt x="11302" y="18722"/>
                    <a:pt x="11302" y="18722"/>
                  </a:cubicBezTo>
                  <a:lnTo>
                    <a:pt x="11302" y="18722"/>
                  </a:lnTo>
                  <a:cubicBezTo>
                    <a:pt x="11300" y="18716"/>
                    <a:pt x="11296" y="18711"/>
                    <a:pt x="11291" y="18707"/>
                  </a:cubicBezTo>
                  <a:lnTo>
                    <a:pt x="11291" y="18707"/>
                  </a:lnTo>
                  <a:cubicBezTo>
                    <a:pt x="11281" y="18718"/>
                    <a:pt x="11272" y="18727"/>
                    <a:pt x="11264" y="18736"/>
                  </a:cubicBezTo>
                  <a:lnTo>
                    <a:pt x="11264" y="18736"/>
                  </a:lnTo>
                  <a:cubicBezTo>
                    <a:pt x="11277" y="18728"/>
                    <a:pt x="11290" y="18723"/>
                    <a:pt x="11302" y="18722"/>
                  </a:cubicBezTo>
                  <a:lnTo>
                    <a:pt x="11302" y="18722"/>
                  </a:lnTo>
                  <a:cubicBezTo>
                    <a:pt x="11325" y="18796"/>
                    <a:pt x="11133" y="19039"/>
                    <a:pt x="10727" y="19719"/>
                  </a:cubicBezTo>
                  <a:cubicBezTo>
                    <a:pt x="10257" y="20446"/>
                    <a:pt x="10072" y="21004"/>
                    <a:pt x="9993" y="21280"/>
                  </a:cubicBezTo>
                  <a:cubicBezTo>
                    <a:pt x="10050" y="21148"/>
                    <a:pt x="10106" y="21016"/>
                    <a:pt x="10150" y="20919"/>
                  </a:cubicBezTo>
                  <a:cubicBezTo>
                    <a:pt x="10191" y="20819"/>
                    <a:pt x="10225" y="20756"/>
                    <a:pt x="10225" y="20756"/>
                  </a:cubicBezTo>
                  <a:lnTo>
                    <a:pt x="10225" y="20756"/>
                  </a:lnTo>
                  <a:cubicBezTo>
                    <a:pt x="10291" y="20791"/>
                    <a:pt x="10163" y="21045"/>
                    <a:pt x="9924" y="21562"/>
                  </a:cubicBezTo>
                  <a:cubicBezTo>
                    <a:pt x="9841" y="21770"/>
                    <a:pt x="9808" y="21810"/>
                    <a:pt x="9779" y="21810"/>
                  </a:cubicBezTo>
                  <a:cubicBezTo>
                    <a:pt x="9771" y="21810"/>
                    <a:pt x="9763" y="21806"/>
                    <a:pt x="9755" y="21803"/>
                  </a:cubicBezTo>
                  <a:cubicBezTo>
                    <a:pt x="9754" y="21802"/>
                    <a:pt x="9753" y="21802"/>
                    <a:pt x="9752" y="21802"/>
                  </a:cubicBezTo>
                  <a:cubicBezTo>
                    <a:pt x="9716" y="21802"/>
                    <a:pt x="9581" y="22052"/>
                    <a:pt x="9504" y="22323"/>
                  </a:cubicBezTo>
                  <a:cubicBezTo>
                    <a:pt x="9444" y="22520"/>
                    <a:pt x="9393" y="22720"/>
                    <a:pt x="9408" y="22720"/>
                  </a:cubicBezTo>
                  <a:cubicBezTo>
                    <a:pt x="9414" y="22720"/>
                    <a:pt x="9430" y="22688"/>
                    <a:pt x="9461" y="22611"/>
                  </a:cubicBezTo>
                  <a:lnTo>
                    <a:pt x="9461" y="22611"/>
                  </a:lnTo>
                  <a:cubicBezTo>
                    <a:pt x="9495" y="22624"/>
                    <a:pt x="9495" y="22624"/>
                    <a:pt x="9426" y="22903"/>
                  </a:cubicBezTo>
                  <a:cubicBezTo>
                    <a:pt x="9348" y="23182"/>
                    <a:pt x="9301" y="23467"/>
                    <a:pt x="9282" y="23755"/>
                  </a:cubicBezTo>
                  <a:cubicBezTo>
                    <a:pt x="9320" y="23765"/>
                    <a:pt x="9269" y="24047"/>
                    <a:pt x="9232" y="24332"/>
                  </a:cubicBezTo>
                  <a:cubicBezTo>
                    <a:pt x="9191" y="24504"/>
                    <a:pt x="9160" y="24683"/>
                    <a:pt x="9141" y="24858"/>
                  </a:cubicBezTo>
                  <a:cubicBezTo>
                    <a:pt x="9119" y="25037"/>
                    <a:pt x="9113" y="25181"/>
                    <a:pt x="9113" y="25181"/>
                  </a:cubicBezTo>
                  <a:lnTo>
                    <a:pt x="9075" y="25175"/>
                  </a:lnTo>
                  <a:cubicBezTo>
                    <a:pt x="9075" y="25175"/>
                    <a:pt x="9075" y="25175"/>
                    <a:pt x="9074" y="25175"/>
                  </a:cubicBezTo>
                  <a:cubicBezTo>
                    <a:pt x="9034" y="25175"/>
                    <a:pt x="8984" y="25457"/>
                    <a:pt x="8984" y="25457"/>
                  </a:cubicBezTo>
                  <a:cubicBezTo>
                    <a:pt x="8972" y="25745"/>
                    <a:pt x="9009" y="25748"/>
                    <a:pt x="9009" y="25748"/>
                  </a:cubicBezTo>
                  <a:cubicBezTo>
                    <a:pt x="9016" y="25773"/>
                    <a:pt x="9019" y="25802"/>
                    <a:pt x="9016" y="25827"/>
                  </a:cubicBezTo>
                  <a:cubicBezTo>
                    <a:pt x="9016" y="25877"/>
                    <a:pt x="9019" y="25952"/>
                    <a:pt x="9019" y="26049"/>
                  </a:cubicBezTo>
                  <a:cubicBezTo>
                    <a:pt x="9028" y="26240"/>
                    <a:pt x="9038" y="26513"/>
                    <a:pt x="9050" y="26845"/>
                  </a:cubicBezTo>
                  <a:cubicBezTo>
                    <a:pt x="9053" y="27177"/>
                    <a:pt x="9085" y="27566"/>
                    <a:pt x="9113" y="27989"/>
                  </a:cubicBezTo>
                  <a:cubicBezTo>
                    <a:pt x="9135" y="28409"/>
                    <a:pt x="9175" y="28860"/>
                    <a:pt x="9222" y="29321"/>
                  </a:cubicBezTo>
                  <a:cubicBezTo>
                    <a:pt x="9392" y="31157"/>
                    <a:pt x="9652" y="33091"/>
                    <a:pt x="9711" y="33523"/>
                  </a:cubicBezTo>
                  <a:cubicBezTo>
                    <a:pt x="9746" y="34021"/>
                    <a:pt x="9840" y="34728"/>
                    <a:pt x="9863" y="34728"/>
                  </a:cubicBezTo>
                  <a:cubicBezTo>
                    <a:pt x="9867" y="34728"/>
                    <a:pt x="9868" y="34710"/>
                    <a:pt x="9868" y="34670"/>
                  </a:cubicBezTo>
                  <a:cubicBezTo>
                    <a:pt x="9868" y="34670"/>
                    <a:pt x="9868" y="34670"/>
                    <a:pt x="9868" y="34670"/>
                  </a:cubicBezTo>
                  <a:cubicBezTo>
                    <a:pt x="9878" y="34670"/>
                    <a:pt x="9897" y="34761"/>
                    <a:pt x="9924" y="34918"/>
                  </a:cubicBezTo>
                  <a:lnTo>
                    <a:pt x="10037" y="35598"/>
                  </a:lnTo>
                  <a:cubicBezTo>
                    <a:pt x="10125" y="36168"/>
                    <a:pt x="10247" y="36955"/>
                    <a:pt x="10379" y="37814"/>
                  </a:cubicBezTo>
                  <a:cubicBezTo>
                    <a:pt x="10539" y="38813"/>
                    <a:pt x="10676" y="39672"/>
                    <a:pt x="10777" y="40277"/>
                  </a:cubicBezTo>
                  <a:cubicBezTo>
                    <a:pt x="10830" y="40581"/>
                    <a:pt x="10874" y="40822"/>
                    <a:pt x="10902" y="40985"/>
                  </a:cubicBezTo>
                  <a:cubicBezTo>
                    <a:pt x="10937" y="41151"/>
                    <a:pt x="10959" y="41239"/>
                    <a:pt x="10968" y="41239"/>
                  </a:cubicBezTo>
                  <a:lnTo>
                    <a:pt x="11109" y="42094"/>
                  </a:lnTo>
                  <a:cubicBezTo>
                    <a:pt x="11203" y="42668"/>
                    <a:pt x="11335" y="43235"/>
                    <a:pt x="11382" y="43520"/>
                  </a:cubicBezTo>
                  <a:cubicBezTo>
                    <a:pt x="11442" y="43720"/>
                    <a:pt x="11483" y="43922"/>
                    <a:pt x="11471" y="43922"/>
                  </a:cubicBezTo>
                  <a:cubicBezTo>
                    <a:pt x="11467" y="43922"/>
                    <a:pt x="11453" y="43888"/>
                    <a:pt x="11429" y="43805"/>
                  </a:cubicBezTo>
                  <a:cubicBezTo>
                    <a:pt x="11391" y="43809"/>
                    <a:pt x="11353" y="43812"/>
                    <a:pt x="11400" y="44100"/>
                  </a:cubicBezTo>
                  <a:cubicBezTo>
                    <a:pt x="11485" y="44614"/>
                    <a:pt x="11524" y="44662"/>
                    <a:pt x="11558" y="44662"/>
                  </a:cubicBezTo>
                  <a:cubicBezTo>
                    <a:pt x="11562" y="44662"/>
                    <a:pt x="11566" y="44662"/>
                    <a:pt x="11570" y="44661"/>
                  </a:cubicBezTo>
                  <a:cubicBezTo>
                    <a:pt x="11570" y="44661"/>
                    <a:pt x="11570" y="44661"/>
                    <a:pt x="11570" y="44661"/>
                  </a:cubicBezTo>
                  <a:cubicBezTo>
                    <a:pt x="11608" y="44661"/>
                    <a:pt x="11654" y="44943"/>
                    <a:pt x="11654" y="44943"/>
                  </a:cubicBezTo>
                  <a:cubicBezTo>
                    <a:pt x="11701" y="45231"/>
                    <a:pt x="11701" y="45231"/>
                    <a:pt x="11664" y="45234"/>
                  </a:cubicBezTo>
                  <a:lnTo>
                    <a:pt x="11588" y="45241"/>
                  </a:lnTo>
                  <a:lnTo>
                    <a:pt x="11632" y="45529"/>
                  </a:lnTo>
                  <a:cubicBezTo>
                    <a:pt x="11633" y="45529"/>
                    <a:pt x="11633" y="45529"/>
                    <a:pt x="11634" y="45529"/>
                  </a:cubicBezTo>
                  <a:cubicBezTo>
                    <a:pt x="11674" y="45529"/>
                    <a:pt x="11717" y="45811"/>
                    <a:pt x="11717" y="45811"/>
                  </a:cubicBezTo>
                  <a:cubicBezTo>
                    <a:pt x="11761" y="46096"/>
                    <a:pt x="11761" y="46096"/>
                    <a:pt x="11686" y="46102"/>
                  </a:cubicBezTo>
                  <a:cubicBezTo>
                    <a:pt x="11610" y="46112"/>
                    <a:pt x="11654" y="46397"/>
                    <a:pt x="11776" y="46676"/>
                  </a:cubicBezTo>
                  <a:lnTo>
                    <a:pt x="11899" y="47246"/>
                  </a:lnTo>
                  <a:cubicBezTo>
                    <a:pt x="11880" y="47394"/>
                    <a:pt x="11914" y="47607"/>
                    <a:pt x="11955" y="47823"/>
                  </a:cubicBezTo>
                  <a:cubicBezTo>
                    <a:pt x="11974" y="47929"/>
                    <a:pt x="11996" y="48036"/>
                    <a:pt x="12021" y="48136"/>
                  </a:cubicBezTo>
                  <a:cubicBezTo>
                    <a:pt x="12046" y="48240"/>
                    <a:pt x="12068" y="48337"/>
                    <a:pt x="12087" y="48412"/>
                  </a:cubicBezTo>
                  <a:cubicBezTo>
                    <a:pt x="12084" y="48456"/>
                    <a:pt x="12068" y="48497"/>
                    <a:pt x="12043" y="48531"/>
                  </a:cubicBezTo>
                  <a:lnTo>
                    <a:pt x="11990" y="48641"/>
                  </a:lnTo>
                  <a:cubicBezTo>
                    <a:pt x="11961" y="48707"/>
                    <a:pt x="11933" y="48772"/>
                    <a:pt x="11911" y="48841"/>
                  </a:cubicBezTo>
                  <a:cubicBezTo>
                    <a:pt x="11867" y="48982"/>
                    <a:pt x="11842" y="49130"/>
                    <a:pt x="11833" y="49277"/>
                  </a:cubicBezTo>
                  <a:cubicBezTo>
                    <a:pt x="11870" y="49290"/>
                    <a:pt x="11783" y="49565"/>
                    <a:pt x="11661" y="49829"/>
                  </a:cubicBezTo>
                  <a:cubicBezTo>
                    <a:pt x="11538" y="50092"/>
                    <a:pt x="11451" y="50368"/>
                    <a:pt x="11275" y="50919"/>
                  </a:cubicBezTo>
                  <a:cubicBezTo>
                    <a:pt x="11222" y="51207"/>
                    <a:pt x="10614" y="53141"/>
                    <a:pt x="9915" y="55347"/>
                  </a:cubicBezTo>
                  <a:cubicBezTo>
                    <a:pt x="9523" y="56591"/>
                    <a:pt x="9197" y="57625"/>
                    <a:pt x="8969" y="58353"/>
                  </a:cubicBezTo>
                  <a:cubicBezTo>
                    <a:pt x="8859" y="58716"/>
                    <a:pt x="8774" y="59001"/>
                    <a:pt x="8715" y="59196"/>
                  </a:cubicBezTo>
                  <a:cubicBezTo>
                    <a:pt x="8658" y="59393"/>
                    <a:pt x="8633" y="59499"/>
                    <a:pt x="8643" y="59503"/>
                  </a:cubicBezTo>
                  <a:cubicBezTo>
                    <a:pt x="8589" y="59688"/>
                    <a:pt x="8517" y="59869"/>
                    <a:pt x="8433" y="60042"/>
                  </a:cubicBezTo>
                  <a:cubicBezTo>
                    <a:pt x="8432" y="60041"/>
                    <a:pt x="8431" y="60041"/>
                    <a:pt x="8430" y="60041"/>
                  </a:cubicBezTo>
                  <a:cubicBezTo>
                    <a:pt x="8391" y="60041"/>
                    <a:pt x="8307" y="60311"/>
                    <a:pt x="8292" y="60606"/>
                  </a:cubicBezTo>
                  <a:cubicBezTo>
                    <a:pt x="8252" y="60835"/>
                    <a:pt x="8265" y="60892"/>
                    <a:pt x="8237" y="60892"/>
                  </a:cubicBezTo>
                  <a:cubicBezTo>
                    <a:pt x="8230" y="60892"/>
                    <a:pt x="8219" y="60888"/>
                    <a:pt x="8204" y="60881"/>
                  </a:cubicBezTo>
                  <a:cubicBezTo>
                    <a:pt x="8204" y="60881"/>
                    <a:pt x="8203" y="60881"/>
                    <a:pt x="8203" y="60881"/>
                  </a:cubicBezTo>
                  <a:cubicBezTo>
                    <a:pt x="8166" y="60881"/>
                    <a:pt x="7990" y="61433"/>
                    <a:pt x="7646" y="62527"/>
                  </a:cubicBezTo>
                  <a:cubicBezTo>
                    <a:pt x="7518" y="62940"/>
                    <a:pt x="7364" y="63423"/>
                    <a:pt x="7248" y="63802"/>
                  </a:cubicBezTo>
                  <a:cubicBezTo>
                    <a:pt x="7132" y="64185"/>
                    <a:pt x="7054" y="64463"/>
                    <a:pt x="7069" y="64470"/>
                  </a:cubicBezTo>
                  <a:cubicBezTo>
                    <a:pt x="6989" y="64800"/>
                    <a:pt x="6956" y="64938"/>
                    <a:pt x="6952" y="64938"/>
                  </a:cubicBezTo>
                  <a:cubicBezTo>
                    <a:pt x="6950" y="64938"/>
                    <a:pt x="6963" y="64867"/>
                    <a:pt x="6985" y="64745"/>
                  </a:cubicBezTo>
                  <a:cubicBezTo>
                    <a:pt x="6986" y="64717"/>
                    <a:pt x="6983" y="64703"/>
                    <a:pt x="6976" y="64703"/>
                  </a:cubicBezTo>
                  <a:cubicBezTo>
                    <a:pt x="6912" y="64703"/>
                    <a:pt x="6509" y="65893"/>
                    <a:pt x="6336" y="66666"/>
                  </a:cubicBezTo>
                  <a:cubicBezTo>
                    <a:pt x="6250" y="66936"/>
                    <a:pt x="6168" y="67206"/>
                    <a:pt x="6129" y="67206"/>
                  </a:cubicBezTo>
                  <a:cubicBezTo>
                    <a:pt x="6128" y="67206"/>
                    <a:pt x="6127" y="67206"/>
                    <a:pt x="6126" y="67206"/>
                  </a:cubicBezTo>
                  <a:cubicBezTo>
                    <a:pt x="6038" y="67481"/>
                    <a:pt x="5954" y="67757"/>
                    <a:pt x="5725" y="68597"/>
                  </a:cubicBezTo>
                  <a:cubicBezTo>
                    <a:pt x="5640" y="68873"/>
                    <a:pt x="5289" y="69979"/>
                    <a:pt x="5114" y="70530"/>
                  </a:cubicBezTo>
                  <a:cubicBezTo>
                    <a:pt x="4942" y="71082"/>
                    <a:pt x="4801" y="71646"/>
                    <a:pt x="4801" y="71646"/>
                  </a:cubicBezTo>
                  <a:cubicBezTo>
                    <a:pt x="4770" y="71747"/>
                    <a:pt x="4738" y="71848"/>
                    <a:pt x="4715" y="71922"/>
                  </a:cubicBezTo>
                  <a:lnTo>
                    <a:pt x="4715" y="71922"/>
                  </a:lnTo>
                  <a:cubicBezTo>
                    <a:pt x="4715" y="71922"/>
                    <a:pt x="4715" y="71922"/>
                    <a:pt x="4715" y="71922"/>
                  </a:cubicBezTo>
                  <a:cubicBezTo>
                    <a:pt x="4705" y="71922"/>
                    <a:pt x="4671" y="72006"/>
                    <a:pt x="4616" y="72160"/>
                  </a:cubicBezTo>
                  <a:cubicBezTo>
                    <a:pt x="4562" y="72320"/>
                    <a:pt x="4487" y="72552"/>
                    <a:pt x="4390" y="72843"/>
                  </a:cubicBezTo>
                  <a:lnTo>
                    <a:pt x="3632" y="75222"/>
                  </a:lnTo>
                  <a:cubicBezTo>
                    <a:pt x="3021" y="77155"/>
                    <a:pt x="2497" y="78810"/>
                    <a:pt x="2375" y="79073"/>
                  </a:cubicBezTo>
                  <a:cubicBezTo>
                    <a:pt x="2319" y="79258"/>
                    <a:pt x="2272" y="79446"/>
                    <a:pt x="2237" y="79637"/>
                  </a:cubicBezTo>
                  <a:cubicBezTo>
                    <a:pt x="2215" y="79932"/>
                    <a:pt x="2140" y="80217"/>
                    <a:pt x="2012" y="80480"/>
                  </a:cubicBezTo>
                  <a:cubicBezTo>
                    <a:pt x="1852" y="80728"/>
                    <a:pt x="1504" y="81834"/>
                    <a:pt x="1485" y="82135"/>
                  </a:cubicBezTo>
                  <a:cubicBezTo>
                    <a:pt x="1496" y="82140"/>
                    <a:pt x="1501" y="82142"/>
                    <a:pt x="1501" y="82142"/>
                  </a:cubicBezTo>
                  <a:cubicBezTo>
                    <a:pt x="1500" y="82142"/>
                    <a:pt x="1475" y="82131"/>
                    <a:pt x="1451" y="82122"/>
                  </a:cubicBezTo>
                  <a:cubicBezTo>
                    <a:pt x="1294" y="82373"/>
                    <a:pt x="1068" y="83213"/>
                    <a:pt x="1049" y="83517"/>
                  </a:cubicBezTo>
                  <a:cubicBezTo>
                    <a:pt x="927" y="83780"/>
                    <a:pt x="805" y="84040"/>
                    <a:pt x="755" y="84332"/>
                  </a:cubicBezTo>
                  <a:cubicBezTo>
                    <a:pt x="688" y="84541"/>
                    <a:pt x="672" y="84591"/>
                    <a:pt x="637" y="84591"/>
                  </a:cubicBezTo>
                  <a:cubicBezTo>
                    <a:pt x="626" y="84591"/>
                    <a:pt x="612" y="84586"/>
                    <a:pt x="595" y="84579"/>
                  </a:cubicBezTo>
                  <a:cubicBezTo>
                    <a:pt x="588" y="84577"/>
                    <a:pt x="581" y="84574"/>
                    <a:pt x="573" y="84574"/>
                  </a:cubicBezTo>
                  <a:cubicBezTo>
                    <a:pt x="543" y="84574"/>
                    <a:pt x="505" y="84612"/>
                    <a:pt x="438" y="84830"/>
                  </a:cubicBezTo>
                  <a:cubicBezTo>
                    <a:pt x="351" y="85106"/>
                    <a:pt x="385" y="85118"/>
                    <a:pt x="420" y="85131"/>
                  </a:cubicBezTo>
                  <a:cubicBezTo>
                    <a:pt x="420" y="85131"/>
                    <a:pt x="335" y="85410"/>
                    <a:pt x="247" y="85686"/>
                  </a:cubicBezTo>
                  <a:cubicBezTo>
                    <a:pt x="247" y="85686"/>
                    <a:pt x="159" y="85961"/>
                    <a:pt x="194" y="85974"/>
                  </a:cubicBezTo>
                  <a:cubicBezTo>
                    <a:pt x="228" y="85986"/>
                    <a:pt x="144" y="86262"/>
                    <a:pt x="56" y="86538"/>
                  </a:cubicBezTo>
                  <a:cubicBezTo>
                    <a:pt x="55" y="86538"/>
                    <a:pt x="55" y="86538"/>
                    <a:pt x="54" y="86538"/>
                  </a:cubicBezTo>
                  <a:cubicBezTo>
                    <a:pt x="30" y="86538"/>
                    <a:pt x="0" y="86663"/>
                    <a:pt x="21" y="86663"/>
                  </a:cubicBezTo>
                  <a:cubicBezTo>
                    <a:pt x="31" y="86663"/>
                    <a:pt x="52" y="86635"/>
                    <a:pt x="90" y="86554"/>
                  </a:cubicBezTo>
                  <a:lnTo>
                    <a:pt x="90" y="86554"/>
                  </a:lnTo>
                  <a:cubicBezTo>
                    <a:pt x="125" y="86566"/>
                    <a:pt x="163" y="86579"/>
                    <a:pt x="75" y="86854"/>
                  </a:cubicBezTo>
                  <a:lnTo>
                    <a:pt x="144" y="86883"/>
                  </a:lnTo>
                  <a:cubicBezTo>
                    <a:pt x="158" y="86888"/>
                    <a:pt x="171" y="86892"/>
                    <a:pt x="184" y="86892"/>
                  </a:cubicBezTo>
                  <a:cubicBezTo>
                    <a:pt x="236" y="86892"/>
                    <a:pt x="292" y="86817"/>
                    <a:pt x="460" y="86384"/>
                  </a:cubicBezTo>
                  <a:cubicBezTo>
                    <a:pt x="846" y="85294"/>
                    <a:pt x="1143" y="84479"/>
                    <a:pt x="1071" y="84451"/>
                  </a:cubicBezTo>
                  <a:cubicBezTo>
                    <a:pt x="1109" y="84260"/>
                    <a:pt x="1153" y="84072"/>
                    <a:pt x="1212" y="83887"/>
                  </a:cubicBezTo>
                  <a:cubicBezTo>
                    <a:pt x="1272" y="83702"/>
                    <a:pt x="1341" y="83523"/>
                    <a:pt x="1422" y="83348"/>
                  </a:cubicBezTo>
                  <a:cubicBezTo>
                    <a:pt x="1423" y="83348"/>
                    <a:pt x="1423" y="83348"/>
                    <a:pt x="1423" y="83348"/>
                  </a:cubicBezTo>
                  <a:cubicBezTo>
                    <a:pt x="1440" y="83348"/>
                    <a:pt x="1537" y="83076"/>
                    <a:pt x="1682" y="82636"/>
                  </a:cubicBezTo>
                  <a:cubicBezTo>
                    <a:pt x="1823" y="82188"/>
                    <a:pt x="2021" y="81568"/>
                    <a:pt x="2240" y="80878"/>
                  </a:cubicBezTo>
                  <a:cubicBezTo>
                    <a:pt x="2764" y="79221"/>
                    <a:pt x="3027" y="78393"/>
                    <a:pt x="3149" y="78130"/>
                  </a:cubicBezTo>
                  <a:cubicBezTo>
                    <a:pt x="3231" y="77954"/>
                    <a:pt x="3300" y="77776"/>
                    <a:pt x="3359" y="77591"/>
                  </a:cubicBezTo>
                  <a:cubicBezTo>
                    <a:pt x="3350" y="77588"/>
                    <a:pt x="3378" y="77481"/>
                    <a:pt x="3431" y="77293"/>
                  </a:cubicBezTo>
                  <a:cubicBezTo>
                    <a:pt x="3488" y="77108"/>
                    <a:pt x="3566" y="76839"/>
                    <a:pt x="3666" y="76510"/>
                  </a:cubicBezTo>
                  <a:cubicBezTo>
                    <a:pt x="3873" y="75855"/>
                    <a:pt x="4155" y="74955"/>
                    <a:pt x="4459" y="73990"/>
                  </a:cubicBezTo>
                  <a:cubicBezTo>
                    <a:pt x="4763" y="73022"/>
                    <a:pt x="5067" y="72057"/>
                    <a:pt x="5293" y="71333"/>
                  </a:cubicBezTo>
                  <a:lnTo>
                    <a:pt x="5559" y="70452"/>
                  </a:lnTo>
                  <a:cubicBezTo>
                    <a:pt x="5622" y="70239"/>
                    <a:pt x="5653" y="70117"/>
                    <a:pt x="5644" y="70111"/>
                  </a:cubicBezTo>
                  <a:cubicBezTo>
                    <a:pt x="5731" y="69835"/>
                    <a:pt x="5819" y="69559"/>
                    <a:pt x="5819" y="69559"/>
                  </a:cubicBezTo>
                  <a:cubicBezTo>
                    <a:pt x="5820" y="69559"/>
                    <a:pt x="5820" y="69559"/>
                    <a:pt x="5821" y="69559"/>
                  </a:cubicBezTo>
                  <a:cubicBezTo>
                    <a:pt x="5858" y="69559"/>
                    <a:pt x="6031" y="69012"/>
                    <a:pt x="6205" y="68468"/>
                  </a:cubicBezTo>
                  <a:cubicBezTo>
                    <a:pt x="6342" y="67904"/>
                    <a:pt x="6518" y="67353"/>
                    <a:pt x="6518" y="67353"/>
                  </a:cubicBezTo>
                  <a:cubicBezTo>
                    <a:pt x="6519" y="67353"/>
                    <a:pt x="6519" y="67353"/>
                    <a:pt x="6520" y="67353"/>
                  </a:cubicBezTo>
                  <a:cubicBezTo>
                    <a:pt x="6556" y="67353"/>
                    <a:pt x="6644" y="67078"/>
                    <a:pt x="6816" y="66538"/>
                  </a:cubicBezTo>
                  <a:cubicBezTo>
                    <a:pt x="6988" y="65983"/>
                    <a:pt x="7076" y="65708"/>
                    <a:pt x="7041" y="65695"/>
                  </a:cubicBezTo>
                  <a:cubicBezTo>
                    <a:pt x="7129" y="65419"/>
                    <a:pt x="7740" y="63489"/>
                    <a:pt x="8035" y="62674"/>
                  </a:cubicBezTo>
                  <a:cubicBezTo>
                    <a:pt x="8157" y="62411"/>
                    <a:pt x="8210" y="62119"/>
                    <a:pt x="8263" y="61831"/>
                  </a:cubicBezTo>
                  <a:cubicBezTo>
                    <a:pt x="8226" y="61818"/>
                    <a:pt x="8279" y="61527"/>
                    <a:pt x="8367" y="61251"/>
                  </a:cubicBezTo>
                  <a:lnTo>
                    <a:pt x="8436" y="61279"/>
                  </a:lnTo>
                  <a:cubicBezTo>
                    <a:pt x="8415" y="61400"/>
                    <a:pt x="8403" y="61471"/>
                    <a:pt x="8408" y="61471"/>
                  </a:cubicBezTo>
                  <a:cubicBezTo>
                    <a:pt x="8416" y="61471"/>
                    <a:pt x="8458" y="61336"/>
                    <a:pt x="8558" y="61016"/>
                  </a:cubicBezTo>
                  <a:cubicBezTo>
                    <a:pt x="8646" y="60740"/>
                    <a:pt x="8734" y="60465"/>
                    <a:pt x="8734" y="60465"/>
                  </a:cubicBezTo>
                  <a:cubicBezTo>
                    <a:pt x="8724" y="60462"/>
                    <a:pt x="8746" y="60374"/>
                    <a:pt x="8790" y="60211"/>
                  </a:cubicBezTo>
                  <a:cubicBezTo>
                    <a:pt x="8840" y="60051"/>
                    <a:pt x="8909" y="59816"/>
                    <a:pt x="8997" y="59521"/>
                  </a:cubicBezTo>
                  <a:cubicBezTo>
                    <a:pt x="9182" y="58935"/>
                    <a:pt x="9442" y="58105"/>
                    <a:pt x="9746" y="57140"/>
                  </a:cubicBezTo>
                  <a:cubicBezTo>
                    <a:pt x="10134" y="55896"/>
                    <a:pt x="10394" y="55068"/>
                    <a:pt x="10557" y="54548"/>
                  </a:cubicBezTo>
                  <a:cubicBezTo>
                    <a:pt x="10717" y="54031"/>
                    <a:pt x="10774" y="53821"/>
                    <a:pt x="10758" y="53812"/>
                  </a:cubicBezTo>
                  <a:cubicBezTo>
                    <a:pt x="10720" y="53799"/>
                    <a:pt x="10808" y="53523"/>
                    <a:pt x="11106" y="52709"/>
                  </a:cubicBezTo>
                  <a:cubicBezTo>
                    <a:pt x="11736" y="51095"/>
                    <a:pt x="11736" y="51095"/>
                    <a:pt x="11789" y="50803"/>
                  </a:cubicBezTo>
                  <a:lnTo>
                    <a:pt x="11789" y="50803"/>
                  </a:lnTo>
                  <a:cubicBezTo>
                    <a:pt x="11720" y="51021"/>
                    <a:pt x="11682" y="51059"/>
                    <a:pt x="11652" y="51059"/>
                  </a:cubicBezTo>
                  <a:cubicBezTo>
                    <a:pt x="11644" y="51059"/>
                    <a:pt x="11636" y="51056"/>
                    <a:pt x="11629" y="51054"/>
                  </a:cubicBezTo>
                  <a:cubicBezTo>
                    <a:pt x="11557" y="51026"/>
                    <a:pt x="11645" y="50750"/>
                    <a:pt x="11805" y="50502"/>
                  </a:cubicBezTo>
                  <a:cubicBezTo>
                    <a:pt x="11805" y="50502"/>
                    <a:pt x="11805" y="50502"/>
                    <a:pt x="11805" y="50502"/>
                  </a:cubicBezTo>
                  <a:cubicBezTo>
                    <a:pt x="11823" y="50502"/>
                    <a:pt x="11916" y="50247"/>
                    <a:pt x="12043" y="49863"/>
                  </a:cubicBezTo>
                  <a:cubicBezTo>
                    <a:pt x="12109" y="49666"/>
                    <a:pt x="12181" y="49437"/>
                    <a:pt x="12262" y="49192"/>
                  </a:cubicBezTo>
                  <a:cubicBezTo>
                    <a:pt x="12300" y="49067"/>
                    <a:pt x="12341" y="48939"/>
                    <a:pt x="12381" y="48807"/>
                  </a:cubicBezTo>
                  <a:lnTo>
                    <a:pt x="12472" y="48512"/>
                  </a:lnTo>
                  <a:cubicBezTo>
                    <a:pt x="12472" y="48453"/>
                    <a:pt x="12469" y="48393"/>
                    <a:pt x="12460" y="48337"/>
                  </a:cubicBezTo>
                  <a:lnTo>
                    <a:pt x="12441" y="48196"/>
                  </a:lnTo>
                  <a:cubicBezTo>
                    <a:pt x="12300" y="47055"/>
                    <a:pt x="12074" y="45921"/>
                    <a:pt x="12018" y="45780"/>
                  </a:cubicBezTo>
                  <a:lnTo>
                    <a:pt x="12055" y="45777"/>
                  </a:lnTo>
                  <a:cubicBezTo>
                    <a:pt x="12096" y="45770"/>
                    <a:pt x="12049" y="45485"/>
                    <a:pt x="11861" y="44341"/>
                  </a:cubicBezTo>
                  <a:cubicBezTo>
                    <a:pt x="11767" y="43768"/>
                    <a:pt x="11720" y="43483"/>
                    <a:pt x="11720" y="43483"/>
                  </a:cubicBezTo>
                  <a:cubicBezTo>
                    <a:pt x="11720" y="43483"/>
                    <a:pt x="11720" y="43483"/>
                    <a:pt x="11719" y="43483"/>
                  </a:cubicBezTo>
                  <a:cubicBezTo>
                    <a:pt x="11644" y="43483"/>
                    <a:pt x="11401" y="41775"/>
                    <a:pt x="11438" y="41768"/>
                  </a:cubicBezTo>
                  <a:cubicBezTo>
                    <a:pt x="11429" y="41480"/>
                    <a:pt x="11429" y="41480"/>
                    <a:pt x="11335" y="40910"/>
                  </a:cubicBezTo>
                  <a:cubicBezTo>
                    <a:pt x="11228" y="40484"/>
                    <a:pt x="11121" y="39913"/>
                    <a:pt x="11056" y="39449"/>
                  </a:cubicBezTo>
                  <a:cubicBezTo>
                    <a:pt x="10984" y="38986"/>
                    <a:pt x="10946" y="38628"/>
                    <a:pt x="10965" y="38625"/>
                  </a:cubicBezTo>
                  <a:lnTo>
                    <a:pt x="10874" y="38055"/>
                  </a:lnTo>
                  <a:cubicBezTo>
                    <a:pt x="10792" y="37773"/>
                    <a:pt x="10705" y="37202"/>
                    <a:pt x="10661" y="36917"/>
                  </a:cubicBezTo>
                  <a:cubicBezTo>
                    <a:pt x="10562" y="36274"/>
                    <a:pt x="10515" y="35953"/>
                    <a:pt x="10498" y="35953"/>
                  </a:cubicBezTo>
                  <a:cubicBezTo>
                    <a:pt x="10493" y="35953"/>
                    <a:pt x="10491" y="35989"/>
                    <a:pt x="10492" y="36062"/>
                  </a:cubicBezTo>
                  <a:cubicBezTo>
                    <a:pt x="10488" y="36062"/>
                    <a:pt x="10484" y="36062"/>
                    <a:pt x="10480" y="36062"/>
                  </a:cubicBezTo>
                  <a:cubicBezTo>
                    <a:pt x="10446" y="36062"/>
                    <a:pt x="10412" y="36038"/>
                    <a:pt x="10376" y="35783"/>
                  </a:cubicBezTo>
                  <a:lnTo>
                    <a:pt x="10413" y="35780"/>
                  </a:lnTo>
                  <a:cubicBezTo>
                    <a:pt x="10432" y="35780"/>
                    <a:pt x="10410" y="35563"/>
                    <a:pt x="10363" y="35206"/>
                  </a:cubicBezTo>
                  <a:cubicBezTo>
                    <a:pt x="10313" y="34849"/>
                    <a:pt x="10244" y="34348"/>
                    <a:pt x="10166" y="33777"/>
                  </a:cubicBezTo>
                  <a:cubicBezTo>
                    <a:pt x="9971" y="32345"/>
                    <a:pt x="9909" y="31775"/>
                    <a:pt x="9909" y="31486"/>
                  </a:cubicBezTo>
                  <a:lnTo>
                    <a:pt x="9837" y="31201"/>
                  </a:lnTo>
                  <a:cubicBezTo>
                    <a:pt x="9768" y="30916"/>
                    <a:pt x="9736" y="30631"/>
                    <a:pt x="9774" y="30628"/>
                  </a:cubicBezTo>
                  <a:cubicBezTo>
                    <a:pt x="9774" y="30339"/>
                    <a:pt x="9667" y="29199"/>
                    <a:pt x="9580" y="28625"/>
                  </a:cubicBezTo>
                  <a:cubicBezTo>
                    <a:pt x="9561" y="28340"/>
                    <a:pt x="9542" y="28055"/>
                    <a:pt x="9542" y="28055"/>
                  </a:cubicBezTo>
                  <a:cubicBezTo>
                    <a:pt x="9573" y="27911"/>
                    <a:pt x="9573" y="27626"/>
                    <a:pt x="9555" y="27340"/>
                  </a:cubicBezTo>
                  <a:cubicBezTo>
                    <a:pt x="9536" y="27055"/>
                    <a:pt x="9520" y="26773"/>
                    <a:pt x="9476" y="26629"/>
                  </a:cubicBezTo>
                  <a:lnTo>
                    <a:pt x="9476" y="26629"/>
                  </a:lnTo>
                  <a:cubicBezTo>
                    <a:pt x="9476" y="26629"/>
                    <a:pt x="9477" y="26629"/>
                    <a:pt x="9477" y="26629"/>
                  </a:cubicBezTo>
                  <a:cubicBezTo>
                    <a:pt x="9514" y="26629"/>
                    <a:pt x="9508" y="26345"/>
                    <a:pt x="9501" y="26065"/>
                  </a:cubicBezTo>
                  <a:cubicBezTo>
                    <a:pt x="9479" y="25717"/>
                    <a:pt x="9483" y="25366"/>
                    <a:pt x="9511" y="25018"/>
                  </a:cubicBezTo>
                  <a:cubicBezTo>
                    <a:pt x="9539" y="24672"/>
                    <a:pt x="9585" y="24401"/>
                    <a:pt x="9604" y="24401"/>
                  </a:cubicBezTo>
                  <a:cubicBezTo>
                    <a:pt x="9605" y="24401"/>
                    <a:pt x="9605" y="24401"/>
                    <a:pt x="9605" y="24401"/>
                  </a:cubicBezTo>
                  <a:lnTo>
                    <a:pt x="9645" y="24125"/>
                  </a:lnTo>
                  <a:cubicBezTo>
                    <a:pt x="9645" y="23840"/>
                    <a:pt x="9702" y="23567"/>
                    <a:pt x="9761" y="23295"/>
                  </a:cubicBezTo>
                  <a:cubicBezTo>
                    <a:pt x="9821" y="23025"/>
                    <a:pt x="9887" y="22756"/>
                    <a:pt x="9934" y="22477"/>
                  </a:cubicBezTo>
                  <a:cubicBezTo>
                    <a:pt x="9953" y="22348"/>
                    <a:pt x="9981" y="22223"/>
                    <a:pt x="10018" y="22101"/>
                  </a:cubicBezTo>
                  <a:lnTo>
                    <a:pt x="10072" y="21931"/>
                  </a:lnTo>
                  <a:cubicBezTo>
                    <a:pt x="10097" y="21857"/>
                    <a:pt x="10111" y="21826"/>
                    <a:pt x="10117" y="21826"/>
                  </a:cubicBezTo>
                  <a:cubicBezTo>
                    <a:pt x="10131" y="21826"/>
                    <a:pt x="10090" y="22025"/>
                    <a:pt x="10050" y="22223"/>
                  </a:cubicBezTo>
                  <a:cubicBezTo>
                    <a:pt x="10022" y="22348"/>
                    <a:pt x="10011" y="22402"/>
                    <a:pt x="10015" y="22402"/>
                  </a:cubicBezTo>
                  <a:cubicBezTo>
                    <a:pt x="10028" y="22402"/>
                    <a:pt x="10203" y="21784"/>
                    <a:pt x="10413" y="21170"/>
                  </a:cubicBezTo>
                  <a:cubicBezTo>
                    <a:pt x="10566" y="20734"/>
                    <a:pt x="10639" y="20538"/>
                    <a:pt x="10644" y="20538"/>
                  </a:cubicBezTo>
                  <a:lnTo>
                    <a:pt x="10644" y="20538"/>
                  </a:lnTo>
                  <a:cubicBezTo>
                    <a:pt x="10649" y="20538"/>
                    <a:pt x="10607" y="20672"/>
                    <a:pt x="10526" y="20916"/>
                  </a:cubicBezTo>
                  <a:cubicBezTo>
                    <a:pt x="10479" y="21075"/>
                    <a:pt x="10433" y="21233"/>
                    <a:pt x="10441" y="21233"/>
                  </a:cubicBezTo>
                  <a:cubicBezTo>
                    <a:pt x="10446" y="21233"/>
                    <a:pt x="10479" y="21152"/>
                    <a:pt x="10557" y="20932"/>
                  </a:cubicBezTo>
                  <a:cubicBezTo>
                    <a:pt x="10557" y="20932"/>
                    <a:pt x="10799" y="20433"/>
                    <a:pt x="10774" y="20415"/>
                  </a:cubicBezTo>
                  <a:cubicBezTo>
                    <a:pt x="10899" y="20167"/>
                    <a:pt x="11040" y="19926"/>
                    <a:pt x="11184" y="19688"/>
                  </a:cubicBezTo>
                  <a:cubicBezTo>
                    <a:pt x="11513" y="19236"/>
                    <a:pt x="11673" y="19014"/>
                    <a:pt x="11842" y="18791"/>
                  </a:cubicBezTo>
                  <a:cubicBezTo>
                    <a:pt x="11980" y="18544"/>
                    <a:pt x="11983" y="18544"/>
                    <a:pt x="12187" y="18353"/>
                  </a:cubicBezTo>
                  <a:cubicBezTo>
                    <a:pt x="12188" y="18354"/>
                    <a:pt x="12190" y="18355"/>
                    <a:pt x="12192" y="18355"/>
                  </a:cubicBezTo>
                  <a:cubicBezTo>
                    <a:pt x="12231" y="18355"/>
                    <a:pt x="12388" y="18162"/>
                    <a:pt x="12337" y="18114"/>
                  </a:cubicBezTo>
                  <a:cubicBezTo>
                    <a:pt x="12491" y="17879"/>
                    <a:pt x="12682" y="17669"/>
                    <a:pt x="12905" y="17497"/>
                  </a:cubicBezTo>
                  <a:cubicBezTo>
                    <a:pt x="12911" y="17504"/>
                    <a:pt x="12920" y="17507"/>
                    <a:pt x="12930" y="17507"/>
                  </a:cubicBezTo>
                  <a:cubicBezTo>
                    <a:pt x="13002" y="17507"/>
                    <a:pt x="13152" y="17356"/>
                    <a:pt x="13130" y="17331"/>
                  </a:cubicBezTo>
                  <a:cubicBezTo>
                    <a:pt x="13205" y="17231"/>
                    <a:pt x="13290" y="17134"/>
                    <a:pt x="13384" y="17049"/>
                  </a:cubicBezTo>
                  <a:lnTo>
                    <a:pt x="13519" y="16927"/>
                  </a:lnTo>
                  <a:cubicBezTo>
                    <a:pt x="13519" y="16927"/>
                    <a:pt x="13519" y="16927"/>
                    <a:pt x="13520" y="16927"/>
                  </a:cubicBezTo>
                  <a:cubicBezTo>
                    <a:pt x="13533" y="16927"/>
                    <a:pt x="13660" y="16827"/>
                    <a:pt x="13873" y="16651"/>
                  </a:cubicBezTo>
                  <a:lnTo>
                    <a:pt x="14772" y="15889"/>
                  </a:lnTo>
                  <a:cubicBezTo>
                    <a:pt x="15515" y="15253"/>
                    <a:pt x="16505" y="14407"/>
                    <a:pt x="17493" y="13558"/>
                  </a:cubicBezTo>
                  <a:cubicBezTo>
                    <a:pt x="17712" y="13370"/>
                    <a:pt x="17909" y="13151"/>
                    <a:pt x="17884" y="13122"/>
                  </a:cubicBezTo>
                  <a:cubicBezTo>
                    <a:pt x="17837" y="13063"/>
                    <a:pt x="17862" y="13091"/>
                    <a:pt x="18104" y="12934"/>
                  </a:cubicBezTo>
                  <a:cubicBezTo>
                    <a:pt x="18362" y="12846"/>
                    <a:pt x="18735" y="12538"/>
                    <a:pt x="18615" y="12538"/>
                  </a:cubicBezTo>
                  <a:cubicBezTo>
                    <a:pt x="18600" y="12538"/>
                    <a:pt x="18576" y="12544"/>
                    <a:pt x="18542" y="12555"/>
                  </a:cubicBezTo>
                  <a:cubicBezTo>
                    <a:pt x="18438" y="12607"/>
                    <a:pt x="18375" y="12638"/>
                    <a:pt x="18365" y="12638"/>
                  </a:cubicBezTo>
                  <a:cubicBezTo>
                    <a:pt x="18350" y="12638"/>
                    <a:pt x="18466" y="12562"/>
                    <a:pt x="18762" y="12367"/>
                  </a:cubicBezTo>
                  <a:cubicBezTo>
                    <a:pt x="19006" y="12207"/>
                    <a:pt x="19006" y="12207"/>
                    <a:pt x="19200" y="11991"/>
                  </a:cubicBezTo>
                  <a:cubicBezTo>
                    <a:pt x="19180" y="11962"/>
                    <a:pt x="19369" y="11797"/>
                    <a:pt x="19413" y="11797"/>
                  </a:cubicBezTo>
                  <a:cubicBezTo>
                    <a:pt x="19416" y="11797"/>
                    <a:pt x="19418" y="11798"/>
                    <a:pt x="19420" y="11800"/>
                  </a:cubicBezTo>
                  <a:cubicBezTo>
                    <a:pt x="19664" y="11643"/>
                    <a:pt x="19906" y="11483"/>
                    <a:pt x="19884" y="11452"/>
                  </a:cubicBezTo>
                  <a:cubicBezTo>
                    <a:pt x="20031" y="11330"/>
                    <a:pt x="20184" y="11214"/>
                    <a:pt x="20344" y="11104"/>
                  </a:cubicBezTo>
                  <a:cubicBezTo>
                    <a:pt x="20589" y="10947"/>
                    <a:pt x="20786" y="10728"/>
                    <a:pt x="20980" y="10509"/>
                  </a:cubicBezTo>
                  <a:cubicBezTo>
                    <a:pt x="21418" y="10063"/>
                    <a:pt x="21654" y="9838"/>
                    <a:pt x="21691" y="9838"/>
                  </a:cubicBezTo>
                  <a:cubicBezTo>
                    <a:pt x="21705" y="9838"/>
                    <a:pt x="21688" y="9873"/>
                    <a:pt x="21639" y="9945"/>
                  </a:cubicBezTo>
                  <a:cubicBezTo>
                    <a:pt x="21619" y="9972"/>
                    <a:pt x="21616" y="9985"/>
                    <a:pt x="21624" y="9985"/>
                  </a:cubicBezTo>
                  <a:cubicBezTo>
                    <a:pt x="21694" y="9985"/>
                    <a:pt x="22560" y="9190"/>
                    <a:pt x="22713" y="8970"/>
                  </a:cubicBezTo>
                  <a:cubicBezTo>
                    <a:pt x="22842" y="8785"/>
                    <a:pt x="22875" y="8738"/>
                    <a:pt x="22892" y="8738"/>
                  </a:cubicBezTo>
                  <a:cubicBezTo>
                    <a:pt x="22898" y="8738"/>
                    <a:pt x="22902" y="8744"/>
                    <a:pt x="22908" y="8751"/>
                  </a:cubicBezTo>
                  <a:cubicBezTo>
                    <a:pt x="22910" y="8753"/>
                    <a:pt x="22913" y="8754"/>
                    <a:pt x="22917" y="8754"/>
                  </a:cubicBezTo>
                  <a:cubicBezTo>
                    <a:pt x="22965" y="8754"/>
                    <a:pt x="23152" y="8594"/>
                    <a:pt x="23152" y="8594"/>
                  </a:cubicBezTo>
                  <a:cubicBezTo>
                    <a:pt x="23355" y="8417"/>
                    <a:pt x="23558" y="8243"/>
                    <a:pt x="23605" y="8243"/>
                  </a:cubicBezTo>
                  <a:cubicBezTo>
                    <a:pt x="23609" y="8243"/>
                    <a:pt x="23611" y="8244"/>
                    <a:pt x="23613" y="8246"/>
                  </a:cubicBezTo>
                  <a:cubicBezTo>
                    <a:pt x="23613" y="8246"/>
                    <a:pt x="23832" y="8055"/>
                    <a:pt x="24249" y="7648"/>
                  </a:cubicBezTo>
                  <a:cubicBezTo>
                    <a:pt x="24641" y="7212"/>
                    <a:pt x="25324" y="6676"/>
                    <a:pt x="25590" y="6548"/>
                  </a:cubicBezTo>
                  <a:lnTo>
                    <a:pt x="26004" y="6140"/>
                  </a:lnTo>
                  <a:cubicBezTo>
                    <a:pt x="26157" y="5918"/>
                    <a:pt x="26329" y="5723"/>
                    <a:pt x="26399" y="5723"/>
                  </a:cubicBezTo>
                  <a:cubicBezTo>
                    <a:pt x="26408" y="5723"/>
                    <a:pt x="26415" y="5726"/>
                    <a:pt x="26421" y="5733"/>
                  </a:cubicBezTo>
                  <a:lnTo>
                    <a:pt x="26443" y="5761"/>
                  </a:lnTo>
                  <a:cubicBezTo>
                    <a:pt x="26609" y="5523"/>
                    <a:pt x="27451" y="4843"/>
                    <a:pt x="27556" y="4843"/>
                  </a:cubicBezTo>
                  <a:cubicBezTo>
                    <a:pt x="27560" y="4843"/>
                    <a:pt x="27563" y="4844"/>
                    <a:pt x="27565" y="4846"/>
                  </a:cubicBezTo>
                  <a:cubicBezTo>
                    <a:pt x="27572" y="4855"/>
                    <a:pt x="27577" y="4861"/>
                    <a:pt x="27586" y="4861"/>
                  </a:cubicBezTo>
                  <a:cubicBezTo>
                    <a:pt x="27608" y="4861"/>
                    <a:pt x="27653" y="4823"/>
                    <a:pt x="27809" y="4689"/>
                  </a:cubicBezTo>
                  <a:lnTo>
                    <a:pt x="27784" y="4658"/>
                  </a:lnTo>
                  <a:cubicBezTo>
                    <a:pt x="27762" y="4630"/>
                    <a:pt x="27737" y="4598"/>
                    <a:pt x="27956" y="4410"/>
                  </a:cubicBezTo>
                  <a:cubicBezTo>
                    <a:pt x="28161" y="4235"/>
                    <a:pt x="28365" y="4060"/>
                    <a:pt x="28412" y="4060"/>
                  </a:cubicBezTo>
                  <a:cubicBezTo>
                    <a:pt x="28416" y="4060"/>
                    <a:pt x="28418" y="4061"/>
                    <a:pt x="28420" y="4062"/>
                  </a:cubicBezTo>
                  <a:cubicBezTo>
                    <a:pt x="28661" y="3903"/>
                    <a:pt x="28906" y="3746"/>
                    <a:pt x="28881" y="3715"/>
                  </a:cubicBezTo>
                  <a:cubicBezTo>
                    <a:pt x="29028" y="3589"/>
                    <a:pt x="29185" y="3473"/>
                    <a:pt x="29345" y="3367"/>
                  </a:cubicBezTo>
                  <a:lnTo>
                    <a:pt x="30222" y="2612"/>
                  </a:lnTo>
                  <a:cubicBezTo>
                    <a:pt x="30412" y="2404"/>
                    <a:pt x="30824" y="2046"/>
                    <a:pt x="30876" y="2046"/>
                  </a:cubicBezTo>
                  <a:cubicBezTo>
                    <a:pt x="30878" y="2046"/>
                    <a:pt x="30879" y="2046"/>
                    <a:pt x="30880" y="2047"/>
                  </a:cubicBezTo>
                  <a:cubicBezTo>
                    <a:pt x="30880" y="2047"/>
                    <a:pt x="30990" y="1950"/>
                    <a:pt x="31125" y="1831"/>
                  </a:cubicBezTo>
                  <a:cubicBezTo>
                    <a:pt x="31253" y="1722"/>
                    <a:pt x="31375" y="1606"/>
                    <a:pt x="31494" y="1483"/>
                  </a:cubicBezTo>
                  <a:cubicBezTo>
                    <a:pt x="31711" y="1327"/>
                    <a:pt x="31877" y="1220"/>
                    <a:pt x="31990" y="1151"/>
                  </a:cubicBezTo>
                  <a:cubicBezTo>
                    <a:pt x="32084" y="1107"/>
                    <a:pt x="32142" y="1084"/>
                    <a:pt x="32168" y="1084"/>
                  </a:cubicBezTo>
                  <a:cubicBezTo>
                    <a:pt x="32174" y="1084"/>
                    <a:pt x="32179" y="1085"/>
                    <a:pt x="32181" y="1089"/>
                  </a:cubicBezTo>
                  <a:cubicBezTo>
                    <a:pt x="32186" y="1100"/>
                    <a:pt x="32189" y="1107"/>
                    <a:pt x="32198" y="1107"/>
                  </a:cubicBezTo>
                  <a:cubicBezTo>
                    <a:pt x="32218" y="1107"/>
                    <a:pt x="32265" y="1073"/>
                    <a:pt x="32413" y="966"/>
                  </a:cubicBezTo>
                  <a:cubicBezTo>
                    <a:pt x="32394" y="922"/>
                    <a:pt x="32641" y="828"/>
                    <a:pt x="32886" y="725"/>
                  </a:cubicBezTo>
                  <a:lnTo>
                    <a:pt x="33393" y="568"/>
                  </a:lnTo>
                  <a:cubicBezTo>
                    <a:pt x="33387" y="531"/>
                    <a:pt x="33384" y="531"/>
                    <a:pt x="33647" y="481"/>
                  </a:cubicBezTo>
                  <a:cubicBezTo>
                    <a:pt x="33713" y="468"/>
                    <a:pt x="33813" y="446"/>
                    <a:pt x="33926" y="430"/>
                  </a:cubicBezTo>
                  <a:lnTo>
                    <a:pt x="34309" y="408"/>
                  </a:lnTo>
                  <a:cubicBezTo>
                    <a:pt x="34374" y="405"/>
                    <a:pt x="34439" y="404"/>
                    <a:pt x="34502" y="404"/>
                  </a:cubicBezTo>
                  <a:cubicBezTo>
                    <a:pt x="34697" y="404"/>
                    <a:pt x="34874" y="416"/>
                    <a:pt x="34973" y="418"/>
                  </a:cubicBezTo>
                  <a:lnTo>
                    <a:pt x="35427" y="459"/>
                  </a:lnTo>
                  <a:lnTo>
                    <a:pt x="35631" y="493"/>
                  </a:lnTo>
                  <a:cubicBezTo>
                    <a:pt x="35638" y="494"/>
                    <a:pt x="35644" y="494"/>
                    <a:pt x="35648" y="494"/>
                  </a:cubicBezTo>
                  <a:cubicBezTo>
                    <a:pt x="35682" y="494"/>
                    <a:pt x="35620" y="472"/>
                    <a:pt x="35509" y="434"/>
                  </a:cubicBezTo>
                  <a:cubicBezTo>
                    <a:pt x="35377" y="408"/>
                    <a:pt x="35311" y="405"/>
                    <a:pt x="35346" y="399"/>
                  </a:cubicBezTo>
                  <a:cubicBezTo>
                    <a:pt x="35350" y="398"/>
                    <a:pt x="35354" y="398"/>
                    <a:pt x="35360" y="398"/>
                  </a:cubicBezTo>
                  <a:cubicBezTo>
                    <a:pt x="35410" y="398"/>
                    <a:pt x="35539" y="422"/>
                    <a:pt x="35769" y="484"/>
                  </a:cubicBezTo>
                  <a:cubicBezTo>
                    <a:pt x="35904" y="502"/>
                    <a:pt x="36157" y="587"/>
                    <a:pt x="36471" y="694"/>
                  </a:cubicBezTo>
                  <a:cubicBezTo>
                    <a:pt x="36621" y="763"/>
                    <a:pt x="36794" y="828"/>
                    <a:pt x="36963" y="913"/>
                  </a:cubicBezTo>
                  <a:cubicBezTo>
                    <a:pt x="37126" y="1010"/>
                    <a:pt x="37314" y="1085"/>
                    <a:pt x="37477" y="1198"/>
                  </a:cubicBezTo>
                  <a:cubicBezTo>
                    <a:pt x="38223" y="1704"/>
                    <a:pt x="38301" y="1825"/>
                    <a:pt x="38328" y="1825"/>
                  </a:cubicBezTo>
                  <a:cubicBezTo>
                    <a:pt x="38333" y="1825"/>
                    <a:pt x="38337" y="1822"/>
                    <a:pt x="38342" y="1816"/>
                  </a:cubicBezTo>
                  <a:cubicBezTo>
                    <a:pt x="38298" y="1736"/>
                    <a:pt x="38288" y="1703"/>
                    <a:pt x="38301" y="1703"/>
                  </a:cubicBezTo>
                  <a:cubicBezTo>
                    <a:pt x="38326" y="1703"/>
                    <a:pt x="38442" y="1843"/>
                    <a:pt x="38533" y="2004"/>
                  </a:cubicBezTo>
                  <a:cubicBezTo>
                    <a:pt x="38831" y="2419"/>
                    <a:pt x="38970" y="2638"/>
                    <a:pt x="39008" y="2638"/>
                  </a:cubicBezTo>
                  <a:cubicBezTo>
                    <a:pt x="39010" y="2638"/>
                    <a:pt x="39011" y="2637"/>
                    <a:pt x="39012" y="2637"/>
                  </a:cubicBezTo>
                  <a:cubicBezTo>
                    <a:pt x="39197" y="2834"/>
                    <a:pt x="39204" y="2834"/>
                    <a:pt x="39332" y="3066"/>
                  </a:cubicBezTo>
                  <a:cubicBezTo>
                    <a:pt x="39316" y="3075"/>
                    <a:pt x="39341" y="3138"/>
                    <a:pt x="39407" y="3251"/>
                  </a:cubicBezTo>
                  <a:cubicBezTo>
                    <a:pt x="39461" y="3373"/>
                    <a:pt x="39567" y="3542"/>
                    <a:pt x="39677" y="3787"/>
                  </a:cubicBezTo>
                  <a:cubicBezTo>
                    <a:pt x="39768" y="4037"/>
                    <a:pt x="39768" y="4037"/>
                    <a:pt x="39730" y="4047"/>
                  </a:cubicBezTo>
                  <a:cubicBezTo>
                    <a:pt x="39749" y="4100"/>
                    <a:pt x="39764" y="4153"/>
                    <a:pt x="39780" y="4207"/>
                  </a:cubicBezTo>
                  <a:cubicBezTo>
                    <a:pt x="39802" y="4301"/>
                    <a:pt x="39843" y="4429"/>
                    <a:pt x="39871" y="4558"/>
                  </a:cubicBezTo>
                  <a:cubicBezTo>
                    <a:pt x="39962" y="4808"/>
                    <a:pt x="40059" y="5341"/>
                    <a:pt x="40040" y="5842"/>
                  </a:cubicBezTo>
                  <a:cubicBezTo>
                    <a:pt x="40018" y="6344"/>
                    <a:pt x="39909" y="6798"/>
                    <a:pt x="39855" y="6921"/>
                  </a:cubicBezTo>
                  <a:lnTo>
                    <a:pt x="39746" y="7444"/>
                  </a:lnTo>
                  <a:cubicBezTo>
                    <a:pt x="39734" y="7708"/>
                    <a:pt x="39626" y="7942"/>
                    <a:pt x="39561" y="7942"/>
                  </a:cubicBezTo>
                  <a:cubicBezTo>
                    <a:pt x="39556" y="7942"/>
                    <a:pt x="39552" y="7941"/>
                    <a:pt x="39548" y="7939"/>
                  </a:cubicBezTo>
                  <a:cubicBezTo>
                    <a:pt x="39530" y="7930"/>
                    <a:pt x="39518" y="7923"/>
                    <a:pt x="39508" y="7923"/>
                  </a:cubicBezTo>
                  <a:cubicBezTo>
                    <a:pt x="39481" y="7923"/>
                    <a:pt x="39475" y="7976"/>
                    <a:pt x="39429" y="8177"/>
                  </a:cubicBezTo>
                  <a:cubicBezTo>
                    <a:pt x="39392" y="8312"/>
                    <a:pt x="39194" y="8647"/>
                    <a:pt x="38987" y="8945"/>
                  </a:cubicBezTo>
                  <a:cubicBezTo>
                    <a:pt x="38824" y="9180"/>
                    <a:pt x="38681" y="9372"/>
                    <a:pt x="38652" y="9372"/>
                  </a:cubicBezTo>
                  <a:cubicBezTo>
                    <a:pt x="38644" y="9372"/>
                    <a:pt x="38645" y="9358"/>
                    <a:pt x="38655" y="9327"/>
                  </a:cubicBezTo>
                  <a:lnTo>
                    <a:pt x="38596" y="9280"/>
                  </a:lnTo>
                  <a:cubicBezTo>
                    <a:pt x="38508" y="9453"/>
                    <a:pt x="38408" y="9622"/>
                    <a:pt x="38301" y="9785"/>
                  </a:cubicBezTo>
                  <a:cubicBezTo>
                    <a:pt x="38332" y="9807"/>
                    <a:pt x="38169" y="10048"/>
                    <a:pt x="37684" y="10766"/>
                  </a:cubicBezTo>
                  <a:lnTo>
                    <a:pt x="36418" y="12709"/>
                  </a:lnTo>
                  <a:cubicBezTo>
                    <a:pt x="36095" y="13191"/>
                    <a:pt x="35609" y="13909"/>
                    <a:pt x="35415" y="14125"/>
                  </a:cubicBezTo>
                  <a:cubicBezTo>
                    <a:pt x="35255" y="14366"/>
                    <a:pt x="35092" y="14608"/>
                    <a:pt x="34797" y="15109"/>
                  </a:cubicBezTo>
                  <a:cubicBezTo>
                    <a:pt x="34669" y="15367"/>
                    <a:pt x="34357" y="15831"/>
                    <a:pt x="34314" y="15831"/>
                  </a:cubicBezTo>
                  <a:cubicBezTo>
                    <a:pt x="34313" y="15831"/>
                    <a:pt x="34312" y="15830"/>
                    <a:pt x="34312" y="15830"/>
                  </a:cubicBezTo>
                  <a:lnTo>
                    <a:pt x="34149" y="16071"/>
                  </a:lnTo>
                  <a:cubicBezTo>
                    <a:pt x="33857" y="16573"/>
                    <a:pt x="33694" y="16814"/>
                    <a:pt x="33694" y="16814"/>
                  </a:cubicBezTo>
                  <a:cubicBezTo>
                    <a:pt x="33693" y="16813"/>
                    <a:pt x="33691" y="16812"/>
                    <a:pt x="33688" y="16812"/>
                  </a:cubicBezTo>
                  <a:cubicBezTo>
                    <a:pt x="33643" y="16812"/>
                    <a:pt x="33465" y="17022"/>
                    <a:pt x="33340" y="17268"/>
                  </a:cubicBezTo>
                  <a:cubicBezTo>
                    <a:pt x="33372" y="17293"/>
                    <a:pt x="33209" y="17532"/>
                    <a:pt x="32886" y="18014"/>
                  </a:cubicBezTo>
                  <a:cubicBezTo>
                    <a:pt x="32707" y="18240"/>
                    <a:pt x="31281" y="20336"/>
                    <a:pt x="29906" y="22376"/>
                  </a:cubicBezTo>
                  <a:cubicBezTo>
                    <a:pt x="29219" y="23398"/>
                    <a:pt x="28542" y="24404"/>
                    <a:pt x="28038" y="25156"/>
                  </a:cubicBezTo>
                  <a:lnTo>
                    <a:pt x="27436" y="26065"/>
                  </a:lnTo>
                  <a:lnTo>
                    <a:pt x="27270" y="26319"/>
                  </a:lnTo>
                  <a:cubicBezTo>
                    <a:pt x="27251" y="26350"/>
                    <a:pt x="27232" y="26381"/>
                    <a:pt x="27217" y="26413"/>
                  </a:cubicBezTo>
                  <a:lnTo>
                    <a:pt x="26731" y="27134"/>
                  </a:lnTo>
                  <a:lnTo>
                    <a:pt x="26245" y="27851"/>
                  </a:lnTo>
                  <a:cubicBezTo>
                    <a:pt x="26244" y="27850"/>
                    <a:pt x="26243" y="27850"/>
                    <a:pt x="26241" y="27850"/>
                  </a:cubicBezTo>
                  <a:cubicBezTo>
                    <a:pt x="26155" y="27850"/>
                    <a:pt x="25397" y="29043"/>
                    <a:pt x="24948" y="29772"/>
                  </a:cubicBezTo>
                  <a:lnTo>
                    <a:pt x="24898" y="29869"/>
                  </a:lnTo>
                  <a:lnTo>
                    <a:pt x="24810" y="30017"/>
                  </a:lnTo>
                  <a:lnTo>
                    <a:pt x="24622" y="30314"/>
                  </a:lnTo>
                  <a:lnTo>
                    <a:pt x="24236" y="30894"/>
                  </a:lnTo>
                  <a:cubicBezTo>
                    <a:pt x="24199" y="30900"/>
                    <a:pt x="24070" y="31063"/>
                    <a:pt x="23889" y="31314"/>
                  </a:cubicBezTo>
                  <a:cubicBezTo>
                    <a:pt x="24124" y="31367"/>
                    <a:pt x="24456" y="31427"/>
                    <a:pt x="24804" y="31486"/>
                  </a:cubicBezTo>
                  <a:lnTo>
                    <a:pt x="25327" y="31571"/>
                  </a:lnTo>
                  <a:lnTo>
                    <a:pt x="25578" y="31609"/>
                  </a:lnTo>
                  <a:lnTo>
                    <a:pt x="25738" y="31627"/>
                  </a:lnTo>
                  <a:cubicBezTo>
                    <a:pt x="25786" y="31624"/>
                    <a:pt x="25834" y="31622"/>
                    <a:pt x="25881" y="31622"/>
                  </a:cubicBezTo>
                  <a:cubicBezTo>
                    <a:pt x="26123" y="31622"/>
                    <a:pt x="26321" y="31667"/>
                    <a:pt x="26308" y="31728"/>
                  </a:cubicBezTo>
                  <a:cubicBezTo>
                    <a:pt x="26290" y="31800"/>
                    <a:pt x="26810" y="31894"/>
                    <a:pt x="27376" y="31894"/>
                  </a:cubicBezTo>
                  <a:cubicBezTo>
                    <a:pt x="27402" y="31894"/>
                    <a:pt x="27429" y="31894"/>
                    <a:pt x="27455" y="31894"/>
                  </a:cubicBezTo>
                  <a:cubicBezTo>
                    <a:pt x="27749" y="31909"/>
                    <a:pt x="27749" y="31909"/>
                    <a:pt x="28025" y="31997"/>
                  </a:cubicBezTo>
                  <a:cubicBezTo>
                    <a:pt x="28235" y="32093"/>
                    <a:pt x="28457" y="32147"/>
                    <a:pt x="28546" y="32147"/>
                  </a:cubicBezTo>
                  <a:cubicBezTo>
                    <a:pt x="28570" y="32147"/>
                    <a:pt x="28584" y="32143"/>
                    <a:pt x="28586" y="32135"/>
                  </a:cubicBezTo>
                  <a:cubicBezTo>
                    <a:pt x="28634" y="32131"/>
                    <a:pt x="28681" y="32129"/>
                    <a:pt x="28729" y="32129"/>
                  </a:cubicBezTo>
                  <a:cubicBezTo>
                    <a:pt x="28975" y="32129"/>
                    <a:pt x="29218" y="32183"/>
                    <a:pt x="29442" y="32286"/>
                  </a:cubicBezTo>
                  <a:cubicBezTo>
                    <a:pt x="29849" y="32415"/>
                    <a:pt x="29956" y="32449"/>
                    <a:pt x="30106" y="32449"/>
                  </a:cubicBezTo>
                  <a:cubicBezTo>
                    <a:pt x="30159" y="32449"/>
                    <a:pt x="30218" y="32445"/>
                    <a:pt x="30297" y="32439"/>
                  </a:cubicBezTo>
                  <a:cubicBezTo>
                    <a:pt x="30313" y="32438"/>
                    <a:pt x="30330" y="32437"/>
                    <a:pt x="30350" y="32437"/>
                  </a:cubicBezTo>
                  <a:cubicBezTo>
                    <a:pt x="30712" y="32437"/>
                    <a:pt x="31752" y="32624"/>
                    <a:pt x="32005" y="32743"/>
                  </a:cubicBezTo>
                  <a:cubicBezTo>
                    <a:pt x="32242" y="32785"/>
                    <a:pt x="32475" y="32852"/>
                    <a:pt x="32550" y="32852"/>
                  </a:cubicBezTo>
                  <a:cubicBezTo>
                    <a:pt x="32566" y="32852"/>
                    <a:pt x="32574" y="32850"/>
                    <a:pt x="32576" y="32843"/>
                  </a:cubicBezTo>
                  <a:lnTo>
                    <a:pt x="32854" y="32931"/>
                  </a:lnTo>
                  <a:lnTo>
                    <a:pt x="33422" y="33035"/>
                  </a:lnTo>
                  <a:lnTo>
                    <a:pt x="33431" y="32997"/>
                  </a:lnTo>
                  <a:cubicBezTo>
                    <a:pt x="33716" y="33047"/>
                    <a:pt x="35418" y="33389"/>
                    <a:pt x="37414" y="33743"/>
                  </a:cubicBezTo>
                  <a:cubicBezTo>
                    <a:pt x="39916" y="34188"/>
                    <a:pt x="40784" y="34344"/>
                    <a:pt x="40892" y="34344"/>
                  </a:cubicBezTo>
                  <a:cubicBezTo>
                    <a:pt x="40919" y="34344"/>
                    <a:pt x="40898" y="34334"/>
                    <a:pt x="40843" y="34316"/>
                  </a:cubicBezTo>
                  <a:cubicBezTo>
                    <a:pt x="40756" y="34276"/>
                    <a:pt x="40756" y="34259"/>
                    <a:pt x="40805" y="34259"/>
                  </a:cubicBezTo>
                  <a:cubicBezTo>
                    <a:pt x="40909" y="34259"/>
                    <a:pt x="41230" y="34334"/>
                    <a:pt x="41413" y="34417"/>
                  </a:cubicBezTo>
                  <a:cubicBezTo>
                    <a:pt x="41698" y="34467"/>
                    <a:pt x="42259" y="34608"/>
                    <a:pt x="42829" y="34708"/>
                  </a:cubicBezTo>
                  <a:cubicBezTo>
                    <a:pt x="43400" y="34808"/>
                    <a:pt x="43967" y="34912"/>
                    <a:pt x="43961" y="34946"/>
                  </a:cubicBezTo>
                  <a:lnTo>
                    <a:pt x="44246" y="34999"/>
                  </a:lnTo>
                  <a:cubicBezTo>
                    <a:pt x="44832" y="35028"/>
                    <a:pt x="46543" y="35332"/>
                    <a:pt x="47389" y="35520"/>
                  </a:cubicBezTo>
                  <a:cubicBezTo>
                    <a:pt x="47959" y="35620"/>
                    <a:pt x="48245" y="35673"/>
                    <a:pt x="48821" y="35736"/>
                  </a:cubicBezTo>
                  <a:cubicBezTo>
                    <a:pt x="49401" y="35802"/>
                    <a:pt x="49401" y="35802"/>
                    <a:pt x="49677" y="35889"/>
                  </a:cubicBezTo>
                  <a:cubicBezTo>
                    <a:pt x="49668" y="35921"/>
                    <a:pt x="51061" y="36203"/>
                    <a:pt x="51340" y="36203"/>
                  </a:cubicBezTo>
                  <a:cubicBezTo>
                    <a:pt x="51369" y="36203"/>
                    <a:pt x="51386" y="36200"/>
                    <a:pt x="51388" y="36193"/>
                  </a:cubicBezTo>
                  <a:lnTo>
                    <a:pt x="51664" y="36281"/>
                  </a:lnTo>
                  <a:cubicBezTo>
                    <a:pt x="51844" y="36339"/>
                    <a:pt x="52033" y="36364"/>
                    <a:pt x="52144" y="36364"/>
                  </a:cubicBezTo>
                  <a:cubicBezTo>
                    <a:pt x="52203" y="36364"/>
                    <a:pt x="52240" y="36357"/>
                    <a:pt x="52243" y="36344"/>
                  </a:cubicBezTo>
                  <a:cubicBezTo>
                    <a:pt x="52248" y="36322"/>
                    <a:pt x="52277" y="36312"/>
                    <a:pt x="52321" y="36312"/>
                  </a:cubicBezTo>
                  <a:cubicBezTo>
                    <a:pt x="52427" y="36312"/>
                    <a:pt x="52622" y="36370"/>
                    <a:pt x="52804" y="36485"/>
                  </a:cubicBezTo>
                  <a:cubicBezTo>
                    <a:pt x="52790" y="36541"/>
                    <a:pt x="52959" y="36584"/>
                    <a:pt x="53039" y="36584"/>
                  </a:cubicBezTo>
                  <a:cubicBezTo>
                    <a:pt x="53062" y="36584"/>
                    <a:pt x="53078" y="36580"/>
                    <a:pt x="53080" y="36573"/>
                  </a:cubicBezTo>
                  <a:cubicBezTo>
                    <a:pt x="53375" y="36585"/>
                    <a:pt x="53666" y="36598"/>
                    <a:pt x="53945" y="36685"/>
                  </a:cubicBezTo>
                  <a:cubicBezTo>
                    <a:pt x="54126" y="36718"/>
                    <a:pt x="54308" y="36751"/>
                    <a:pt x="54420" y="36751"/>
                  </a:cubicBezTo>
                  <a:cubicBezTo>
                    <a:pt x="54483" y="36751"/>
                    <a:pt x="54524" y="36741"/>
                    <a:pt x="54531" y="36714"/>
                  </a:cubicBezTo>
                  <a:cubicBezTo>
                    <a:pt x="54533" y="36705"/>
                    <a:pt x="54551" y="36701"/>
                    <a:pt x="54580" y="36701"/>
                  </a:cubicBezTo>
                  <a:cubicBezTo>
                    <a:pt x="54675" y="36701"/>
                    <a:pt x="54893" y="36741"/>
                    <a:pt x="55111" y="36779"/>
                  </a:cubicBezTo>
                  <a:cubicBezTo>
                    <a:pt x="55105" y="36802"/>
                    <a:pt x="55103" y="36811"/>
                    <a:pt x="55036" y="36811"/>
                  </a:cubicBezTo>
                  <a:cubicBezTo>
                    <a:pt x="54993" y="36811"/>
                    <a:pt x="54922" y="36807"/>
                    <a:pt x="54807" y="36801"/>
                  </a:cubicBezTo>
                  <a:lnTo>
                    <a:pt x="54807" y="36801"/>
                  </a:lnTo>
                  <a:lnTo>
                    <a:pt x="55377" y="36902"/>
                  </a:lnTo>
                  <a:cubicBezTo>
                    <a:pt x="55662" y="36955"/>
                    <a:pt x="56223" y="37093"/>
                    <a:pt x="56214" y="37130"/>
                  </a:cubicBezTo>
                  <a:cubicBezTo>
                    <a:pt x="56371" y="37180"/>
                    <a:pt x="56531" y="37218"/>
                    <a:pt x="56591" y="37218"/>
                  </a:cubicBezTo>
                  <a:cubicBezTo>
                    <a:pt x="56636" y="37218"/>
                    <a:pt x="56623" y="37197"/>
                    <a:pt x="56508" y="37143"/>
                  </a:cubicBezTo>
                  <a:cubicBezTo>
                    <a:pt x="56517" y="37108"/>
                    <a:pt x="56522" y="37090"/>
                    <a:pt x="56580" y="37090"/>
                  </a:cubicBezTo>
                  <a:cubicBezTo>
                    <a:pt x="56648" y="37090"/>
                    <a:pt x="56790" y="37115"/>
                    <a:pt x="57098" y="37171"/>
                  </a:cubicBezTo>
                  <a:cubicBezTo>
                    <a:pt x="57380" y="37221"/>
                    <a:pt x="57665" y="37271"/>
                    <a:pt x="57659" y="37309"/>
                  </a:cubicBezTo>
                  <a:cubicBezTo>
                    <a:pt x="57649" y="37347"/>
                    <a:pt x="57649" y="37347"/>
                    <a:pt x="58219" y="37447"/>
                  </a:cubicBezTo>
                  <a:cubicBezTo>
                    <a:pt x="58935" y="37575"/>
                    <a:pt x="59667" y="37625"/>
                    <a:pt x="60064" y="37625"/>
                  </a:cubicBezTo>
                  <a:cubicBezTo>
                    <a:pt x="60142" y="37625"/>
                    <a:pt x="60207" y="37623"/>
                    <a:pt x="60256" y="37619"/>
                  </a:cubicBezTo>
                  <a:cubicBezTo>
                    <a:pt x="60265" y="37586"/>
                    <a:pt x="60269" y="37568"/>
                    <a:pt x="60294" y="37568"/>
                  </a:cubicBezTo>
                  <a:cubicBezTo>
                    <a:pt x="60326" y="37568"/>
                    <a:pt x="60392" y="37599"/>
                    <a:pt x="60542" y="37669"/>
                  </a:cubicBezTo>
                  <a:cubicBezTo>
                    <a:pt x="60532" y="37707"/>
                    <a:pt x="60817" y="37757"/>
                    <a:pt x="61103" y="37807"/>
                  </a:cubicBezTo>
                  <a:cubicBezTo>
                    <a:pt x="61104" y="37800"/>
                    <a:pt x="61115" y="37798"/>
                    <a:pt x="61130" y="37798"/>
                  </a:cubicBezTo>
                  <a:cubicBezTo>
                    <a:pt x="61177" y="37798"/>
                    <a:pt x="61261" y="37823"/>
                    <a:pt x="61221" y="37823"/>
                  </a:cubicBezTo>
                  <a:cubicBezTo>
                    <a:pt x="61205" y="37823"/>
                    <a:pt x="61169" y="37819"/>
                    <a:pt x="61103" y="37807"/>
                  </a:cubicBezTo>
                  <a:cubicBezTo>
                    <a:pt x="61101" y="37816"/>
                    <a:pt x="61083" y="37820"/>
                    <a:pt x="61053" y="37820"/>
                  </a:cubicBezTo>
                  <a:cubicBezTo>
                    <a:pt x="60958" y="37820"/>
                    <a:pt x="60742" y="37782"/>
                    <a:pt x="60526" y="37741"/>
                  </a:cubicBezTo>
                  <a:lnTo>
                    <a:pt x="60517" y="37779"/>
                  </a:lnTo>
                  <a:cubicBezTo>
                    <a:pt x="60740" y="37884"/>
                    <a:pt x="60983" y="37939"/>
                    <a:pt x="61230" y="37939"/>
                  </a:cubicBezTo>
                  <a:cubicBezTo>
                    <a:pt x="61277" y="37939"/>
                    <a:pt x="61325" y="37937"/>
                    <a:pt x="61372" y="37933"/>
                  </a:cubicBezTo>
                  <a:cubicBezTo>
                    <a:pt x="61664" y="37945"/>
                    <a:pt x="61664" y="37945"/>
                    <a:pt x="61942" y="38033"/>
                  </a:cubicBezTo>
                  <a:cubicBezTo>
                    <a:pt x="62173" y="38106"/>
                    <a:pt x="62404" y="38180"/>
                    <a:pt x="62479" y="38180"/>
                  </a:cubicBezTo>
                  <a:cubicBezTo>
                    <a:pt x="62493" y="38180"/>
                    <a:pt x="62502" y="38177"/>
                    <a:pt x="62503" y="38171"/>
                  </a:cubicBezTo>
                  <a:cubicBezTo>
                    <a:pt x="62503" y="38171"/>
                    <a:pt x="63074" y="38274"/>
                    <a:pt x="63350" y="38362"/>
                  </a:cubicBezTo>
                  <a:cubicBezTo>
                    <a:pt x="63791" y="38440"/>
                    <a:pt x="64062" y="38487"/>
                    <a:pt x="64165" y="38487"/>
                  </a:cubicBezTo>
                  <a:cubicBezTo>
                    <a:pt x="64194" y="38487"/>
                    <a:pt x="64210" y="38483"/>
                    <a:pt x="64211" y="38475"/>
                  </a:cubicBezTo>
                  <a:cubicBezTo>
                    <a:pt x="64213" y="38467"/>
                    <a:pt x="64230" y="38463"/>
                    <a:pt x="64258" y="38463"/>
                  </a:cubicBezTo>
                  <a:cubicBezTo>
                    <a:pt x="64352" y="38463"/>
                    <a:pt x="64572" y="38502"/>
                    <a:pt x="64791" y="38541"/>
                  </a:cubicBezTo>
                  <a:cubicBezTo>
                    <a:pt x="65011" y="38579"/>
                    <a:pt x="65230" y="38618"/>
                    <a:pt x="65324" y="38618"/>
                  </a:cubicBezTo>
                  <a:cubicBezTo>
                    <a:pt x="65352" y="38618"/>
                    <a:pt x="65369" y="38614"/>
                    <a:pt x="65371" y="38606"/>
                  </a:cubicBezTo>
                  <a:cubicBezTo>
                    <a:pt x="65373" y="38594"/>
                    <a:pt x="65406" y="38587"/>
                    <a:pt x="65471" y="38587"/>
                  </a:cubicBezTo>
                  <a:cubicBezTo>
                    <a:pt x="65602" y="38587"/>
                    <a:pt x="65860" y="38616"/>
                    <a:pt x="66242" y="38685"/>
                  </a:cubicBezTo>
                  <a:cubicBezTo>
                    <a:pt x="66822" y="38747"/>
                    <a:pt x="66822" y="38747"/>
                    <a:pt x="67088" y="38873"/>
                  </a:cubicBezTo>
                  <a:cubicBezTo>
                    <a:pt x="67085" y="38892"/>
                    <a:pt x="67154" y="38914"/>
                    <a:pt x="67257" y="38935"/>
                  </a:cubicBezTo>
                  <a:lnTo>
                    <a:pt x="67470" y="38979"/>
                  </a:lnTo>
                  <a:cubicBezTo>
                    <a:pt x="67524" y="38989"/>
                    <a:pt x="67574" y="39008"/>
                    <a:pt x="67621" y="39036"/>
                  </a:cubicBezTo>
                  <a:lnTo>
                    <a:pt x="67599" y="39067"/>
                  </a:lnTo>
                  <a:cubicBezTo>
                    <a:pt x="67546" y="39137"/>
                    <a:pt x="67550" y="39151"/>
                    <a:pt x="67572" y="39151"/>
                  </a:cubicBezTo>
                  <a:cubicBezTo>
                    <a:pt x="67582" y="39151"/>
                    <a:pt x="67597" y="39147"/>
                    <a:pt x="67612" y="39145"/>
                  </a:cubicBezTo>
                  <a:lnTo>
                    <a:pt x="67696" y="39127"/>
                  </a:lnTo>
                  <a:lnTo>
                    <a:pt x="67696" y="39127"/>
                  </a:lnTo>
                  <a:cubicBezTo>
                    <a:pt x="67674" y="39192"/>
                    <a:pt x="67637" y="39252"/>
                    <a:pt x="67590" y="39299"/>
                  </a:cubicBezTo>
                  <a:cubicBezTo>
                    <a:pt x="67547" y="39359"/>
                    <a:pt x="67496" y="39429"/>
                    <a:pt x="67476" y="39429"/>
                  </a:cubicBezTo>
                  <a:cubicBezTo>
                    <a:pt x="67474" y="39429"/>
                    <a:pt x="67472" y="39429"/>
                    <a:pt x="67470" y="39427"/>
                  </a:cubicBezTo>
                  <a:cubicBezTo>
                    <a:pt x="67304" y="39672"/>
                    <a:pt x="67304" y="39672"/>
                    <a:pt x="67373" y="39700"/>
                  </a:cubicBezTo>
                  <a:cubicBezTo>
                    <a:pt x="67408" y="39716"/>
                    <a:pt x="67345" y="40004"/>
                    <a:pt x="67116" y="40534"/>
                  </a:cubicBezTo>
                  <a:cubicBezTo>
                    <a:pt x="66927" y="41073"/>
                    <a:pt x="66735" y="41612"/>
                    <a:pt x="66698" y="41612"/>
                  </a:cubicBezTo>
                  <a:cubicBezTo>
                    <a:pt x="66697" y="41612"/>
                    <a:pt x="66697" y="41612"/>
                    <a:pt x="66696" y="41612"/>
                  </a:cubicBezTo>
                  <a:cubicBezTo>
                    <a:pt x="66637" y="41731"/>
                    <a:pt x="66587" y="41853"/>
                    <a:pt x="66549" y="41982"/>
                  </a:cubicBezTo>
                  <a:cubicBezTo>
                    <a:pt x="66518" y="42097"/>
                    <a:pt x="66496" y="42176"/>
                    <a:pt x="66496" y="42176"/>
                  </a:cubicBezTo>
                  <a:cubicBezTo>
                    <a:pt x="66418" y="42461"/>
                    <a:pt x="66336" y="42721"/>
                    <a:pt x="66157" y="43213"/>
                  </a:cubicBezTo>
                  <a:lnTo>
                    <a:pt x="67317" y="43611"/>
                  </a:lnTo>
                  <a:cubicBezTo>
                    <a:pt x="68301" y="43982"/>
                    <a:pt x="68570" y="44084"/>
                    <a:pt x="68653" y="44084"/>
                  </a:cubicBezTo>
                  <a:cubicBezTo>
                    <a:pt x="68684" y="44084"/>
                    <a:pt x="68689" y="44070"/>
                    <a:pt x="68696" y="44050"/>
                  </a:cubicBezTo>
                  <a:cubicBezTo>
                    <a:pt x="68702" y="44035"/>
                    <a:pt x="68708" y="44021"/>
                    <a:pt x="68732" y="44021"/>
                  </a:cubicBezTo>
                  <a:cubicBezTo>
                    <a:pt x="68764" y="44021"/>
                    <a:pt x="68828" y="44048"/>
                    <a:pt x="68972" y="44141"/>
                  </a:cubicBezTo>
                  <a:cubicBezTo>
                    <a:pt x="69235" y="44263"/>
                    <a:pt x="69523" y="44316"/>
                    <a:pt x="70090" y="44457"/>
                  </a:cubicBezTo>
                  <a:cubicBezTo>
                    <a:pt x="70164" y="44471"/>
                    <a:pt x="70220" y="44476"/>
                    <a:pt x="70264" y="44476"/>
                  </a:cubicBezTo>
                  <a:cubicBezTo>
                    <a:pt x="70391" y="44476"/>
                    <a:pt x="70408" y="44430"/>
                    <a:pt x="70419" y="44404"/>
                  </a:cubicBezTo>
                  <a:cubicBezTo>
                    <a:pt x="70429" y="44377"/>
                    <a:pt x="70434" y="44361"/>
                    <a:pt x="70465" y="44361"/>
                  </a:cubicBezTo>
                  <a:cubicBezTo>
                    <a:pt x="70517" y="44361"/>
                    <a:pt x="70643" y="44410"/>
                    <a:pt x="70983" y="44545"/>
                  </a:cubicBezTo>
                  <a:cubicBezTo>
                    <a:pt x="71259" y="44633"/>
                    <a:pt x="71523" y="44755"/>
                    <a:pt x="71507" y="44789"/>
                  </a:cubicBezTo>
                  <a:cubicBezTo>
                    <a:pt x="71505" y="44796"/>
                    <a:pt x="71494" y="44799"/>
                    <a:pt x="71479" y="44799"/>
                  </a:cubicBezTo>
                  <a:cubicBezTo>
                    <a:pt x="71406" y="44799"/>
                    <a:pt x="71219" y="44739"/>
                    <a:pt x="71219" y="44739"/>
                  </a:cubicBezTo>
                  <a:lnTo>
                    <a:pt x="70943" y="44648"/>
                  </a:lnTo>
                  <a:lnTo>
                    <a:pt x="70943" y="44648"/>
                  </a:lnTo>
                  <a:cubicBezTo>
                    <a:pt x="70930" y="44686"/>
                    <a:pt x="70918" y="44720"/>
                    <a:pt x="71469" y="44896"/>
                  </a:cubicBezTo>
                  <a:cubicBezTo>
                    <a:pt x="71688" y="45001"/>
                    <a:pt x="71918" y="45080"/>
                    <a:pt x="71995" y="45080"/>
                  </a:cubicBezTo>
                  <a:cubicBezTo>
                    <a:pt x="72009" y="45080"/>
                    <a:pt x="72018" y="45077"/>
                    <a:pt x="72021" y="45071"/>
                  </a:cubicBezTo>
                  <a:cubicBezTo>
                    <a:pt x="72137" y="45128"/>
                    <a:pt x="72315" y="45194"/>
                    <a:pt x="72525" y="45266"/>
                  </a:cubicBezTo>
                  <a:lnTo>
                    <a:pt x="72804" y="45363"/>
                  </a:lnTo>
                  <a:lnTo>
                    <a:pt x="72792" y="45413"/>
                  </a:lnTo>
                  <a:cubicBezTo>
                    <a:pt x="72742" y="45601"/>
                    <a:pt x="72679" y="45836"/>
                    <a:pt x="72622" y="46046"/>
                  </a:cubicBezTo>
                  <a:cubicBezTo>
                    <a:pt x="72538" y="46359"/>
                    <a:pt x="72456" y="46635"/>
                    <a:pt x="72403" y="46770"/>
                  </a:cubicBezTo>
                  <a:cubicBezTo>
                    <a:pt x="72256" y="47331"/>
                    <a:pt x="72184" y="47610"/>
                    <a:pt x="72221" y="47622"/>
                  </a:cubicBezTo>
                  <a:cubicBezTo>
                    <a:pt x="72292" y="47647"/>
                    <a:pt x="72224" y="47914"/>
                    <a:pt x="72186" y="47914"/>
                  </a:cubicBezTo>
                  <a:cubicBezTo>
                    <a:pt x="72185" y="47914"/>
                    <a:pt x="72185" y="47914"/>
                    <a:pt x="72184" y="47914"/>
                  </a:cubicBezTo>
                  <a:cubicBezTo>
                    <a:pt x="72040" y="48171"/>
                    <a:pt x="71062" y="51803"/>
                    <a:pt x="71062" y="52107"/>
                  </a:cubicBezTo>
                  <a:cubicBezTo>
                    <a:pt x="71062" y="52107"/>
                    <a:pt x="70987" y="52386"/>
                    <a:pt x="70915" y="52668"/>
                  </a:cubicBezTo>
                  <a:cubicBezTo>
                    <a:pt x="70736" y="53216"/>
                    <a:pt x="70300" y="54899"/>
                    <a:pt x="70263" y="55190"/>
                  </a:cubicBezTo>
                  <a:lnTo>
                    <a:pt x="70046" y="56030"/>
                  </a:lnTo>
                  <a:cubicBezTo>
                    <a:pt x="69865" y="56579"/>
                    <a:pt x="69793" y="56861"/>
                    <a:pt x="69755" y="57152"/>
                  </a:cubicBezTo>
                  <a:cubicBezTo>
                    <a:pt x="69726" y="57402"/>
                    <a:pt x="69747" y="57447"/>
                    <a:pt x="69732" y="57447"/>
                  </a:cubicBezTo>
                  <a:cubicBezTo>
                    <a:pt x="69729" y="57447"/>
                    <a:pt x="69726" y="57446"/>
                    <a:pt x="69721" y="57444"/>
                  </a:cubicBezTo>
                  <a:cubicBezTo>
                    <a:pt x="69720" y="57444"/>
                    <a:pt x="69720" y="57444"/>
                    <a:pt x="69719" y="57444"/>
                  </a:cubicBezTo>
                  <a:cubicBezTo>
                    <a:pt x="69680" y="57444"/>
                    <a:pt x="69536" y="58007"/>
                    <a:pt x="69244" y="59111"/>
                  </a:cubicBezTo>
                  <a:cubicBezTo>
                    <a:pt x="69031" y="59838"/>
                    <a:pt x="68962" y="60076"/>
                    <a:pt x="68973" y="60076"/>
                  </a:cubicBezTo>
                  <a:cubicBezTo>
                    <a:pt x="68979" y="60076"/>
                    <a:pt x="69004" y="60019"/>
                    <a:pt x="69041" y="59935"/>
                  </a:cubicBezTo>
                  <a:lnTo>
                    <a:pt x="69041" y="59935"/>
                  </a:lnTo>
                  <a:cubicBezTo>
                    <a:pt x="68990" y="60145"/>
                    <a:pt x="68925" y="60352"/>
                    <a:pt x="68843" y="60556"/>
                  </a:cubicBezTo>
                  <a:cubicBezTo>
                    <a:pt x="68790" y="60706"/>
                    <a:pt x="68752" y="60803"/>
                    <a:pt x="68721" y="60869"/>
                  </a:cubicBezTo>
                  <a:cubicBezTo>
                    <a:pt x="68678" y="60963"/>
                    <a:pt x="68657" y="60983"/>
                    <a:pt x="68643" y="60983"/>
                  </a:cubicBezTo>
                  <a:cubicBezTo>
                    <a:pt x="68638" y="60983"/>
                    <a:pt x="68634" y="60981"/>
                    <a:pt x="68630" y="60979"/>
                  </a:cubicBezTo>
                  <a:cubicBezTo>
                    <a:pt x="68635" y="60918"/>
                    <a:pt x="68632" y="60892"/>
                    <a:pt x="68623" y="60892"/>
                  </a:cubicBezTo>
                  <a:cubicBezTo>
                    <a:pt x="68588" y="60892"/>
                    <a:pt x="68471" y="61276"/>
                    <a:pt x="68448" y="61515"/>
                  </a:cubicBezTo>
                  <a:cubicBezTo>
                    <a:pt x="68396" y="61797"/>
                    <a:pt x="68173" y="62299"/>
                    <a:pt x="68128" y="62299"/>
                  </a:cubicBezTo>
                  <a:cubicBezTo>
                    <a:pt x="68127" y="62299"/>
                    <a:pt x="68126" y="62298"/>
                    <a:pt x="68125" y="62298"/>
                  </a:cubicBezTo>
                  <a:cubicBezTo>
                    <a:pt x="68097" y="62282"/>
                    <a:pt x="68213" y="62025"/>
                    <a:pt x="68329" y="61768"/>
                  </a:cubicBezTo>
                  <a:lnTo>
                    <a:pt x="68263" y="61734"/>
                  </a:lnTo>
                  <a:cubicBezTo>
                    <a:pt x="68179" y="61903"/>
                    <a:pt x="68113" y="62079"/>
                    <a:pt x="68063" y="62260"/>
                  </a:cubicBezTo>
                  <a:cubicBezTo>
                    <a:pt x="67972" y="62426"/>
                    <a:pt x="67890" y="62596"/>
                    <a:pt x="67821" y="62771"/>
                  </a:cubicBezTo>
                  <a:cubicBezTo>
                    <a:pt x="67766" y="62915"/>
                    <a:pt x="67749" y="62988"/>
                    <a:pt x="67772" y="62988"/>
                  </a:cubicBezTo>
                  <a:cubicBezTo>
                    <a:pt x="67792" y="62988"/>
                    <a:pt x="67841" y="62936"/>
                    <a:pt x="67919" y="62831"/>
                  </a:cubicBezTo>
                  <a:cubicBezTo>
                    <a:pt x="67965" y="62768"/>
                    <a:pt x="67989" y="62742"/>
                    <a:pt x="67995" y="62742"/>
                  </a:cubicBezTo>
                  <a:cubicBezTo>
                    <a:pt x="68012" y="62742"/>
                    <a:pt x="67912" y="62921"/>
                    <a:pt x="67812" y="63100"/>
                  </a:cubicBezTo>
                  <a:cubicBezTo>
                    <a:pt x="67665" y="63342"/>
                    <a:pt x="67558" y="63439"/>
                    <a:pt x="67527" y="63461"/>
                  </a:cubicBezTo>
                  <a:cubicBezTo>
                    <a:pt x="67523" y="63463"/>
                    <a:pt x="67520" y="63464"/>
                    <a:pt x="67518" y="63464"/>
                  </a:cubicBezTo>
                  <a:cubicBezTo>
                    <a:pt x="67498" y="63464"/>
                    <a:pt x="67521" y="63394"/>
                    <a:pt x="67577" y="63282"/>
                  </a:cubicBezTo>
                  <a:cubicBezTo>
                    <a:pt x="67721" y="63041"/>
                    <a:pt x="67684" y="63016"/>
                    <a:pt x="67652" y="62997"/>
                  </a:cubicBezTo>
                  <a:cubicBezTo>
                    <a:pt x="67652" y="62997"/>
                    <a:pt x="67652" y="62996"/>
                    <a:pt x="67651" y="62996"/>
                  </a:cubicBezTo>
                  <a:cubicBezTo>
                    <a:pt x="67643" y="62996"/>
                    <a:pt x="67600" y="63070"/>
                    <a:pt x="67539" y="63185"/>
                  </a:cubicBezTo>
                  <a:cubicBezTo>
                    <a:pt x="67467" y="63301"/>
                    <a:pt x="67370" y="63457"/>
                    <a:pt x="67276" y="63627"/>
                  </a:cubicBezTo>
                  <a:cubicBezTo>
                    <a:pt x="67179" y="63793"/>
                    <a:pt x="67079" y="63971"/>
                    <a:pt x="66997" y="64125"/>
                  </a:cubicBezTo>
                  <a:cubicBezTo>
                    <a:pt x="66928" y="64232"/>
                    <a:pt x="66863" y="64344"/>
                    <a:pt x="66806" y="64460"/>
                  </a:cubicBezTo>
                  <a:lnTo>
                    <a:pt x="66778" y="64435"/>
                  </a:lnTo>
                  <a:cubicBezTo>
                    <a:pt x="66777" y="64435"/>
                    <a:pt x="66776" y="64434"/>
                    <a:pt x="66775" y="64434"/>
                  </a:cubicBezTo>
                  <a:cubicBezTo>
                    <a:pt x="66752" y="64434"/>
                    <a:pt x="66661" y="64535"/>
                    <a:pt x="66537" y="64689"/>
                  </a:cubicBezTo>
                  <a:lnTo>
                    <a:pt x="66311" y="64968"/>
                  </a:lnTo>
                  <a:lnTo>
                    <a:pt x="66032" y="65272"/>
                  </a:lnTo>
                  <a:cubicBezTo>
                    <a:pt x="65841" y="65479"/>
                    <a:pt x="65700" y="65632"/>
                    <a:pt x="65609" y="65739"/>
                  </a:cubicBezTo>
                  <a:cubicBezTo>
                    <a:pt x="65512" y="65839"/>
                    <a:pt x="65465" y="65892"/>
                    <a:pt x="65477" y="65908"/>
                  </a:cubicBezTo>
                  <a:cubicBezTo>
                    <a:pt x="65502" y="65936"/>
                    <a:pt x="65528" y="65965"/>
                    <a:pt x="65321" y="66159"/>
                  </a:cubicBezTo>
                  <a:cubicBezTo>
                    <a:pt x="65454" y="66034"/>
                    <a:pt x="65512" y="66001"/>
                    <a:pt x="65543" y="66001"/>
                  </a:cubicBezTo>
                  <a:cubicBezTo>
                    <a:pt x="65560" y="66001"/>
                    <a:pt x="65569" y="66011"/>
                    <a:pt x="65578" y="66021"/>
                  </a:cubicBezTo>
                  <a:cubicBezTo>
                    <a:pt x="65578" y="66021"/>
                    <a:pt x="65136" y="66381"/>
                    <a:pt x="64904" y="66541"/>
                  </a:cubicBezTo>
                  <a:cubicBezTo>
                    <a:pt x="64666" y="66692"/>
                    <a:pt x="64424" y="66842"/>
                    <a:pt x="64139" y="67046"/>
                  </a:cubicBezTo>
                  <a:cubicBezTo>
                    <a:pt x="64001" y="67149"/>
                    <a:pt x="63835" y="67253"/>
                    <a:pt x="63650" y="67372"/>
                  </a:cubicBezTo>
                  <a:cubicBezTo>
                    <a:pt x="63469" y="67494"/>
                    <a:pt x="63262" y="67629"/>
                    <a:pt x="63030" y="67785"/>
                  </a:cubicBezTo>
                  <a:lnTo>
                    <a:pt x="62203" y="68255"/>
                  </a:lnTo>
                  <a:cubicBezTo>
                    <a:pt x="61989" y="68374"/>
                    <a:pt x="61764" y="68478"/>
                    <a:pt x="61532" y="68559"/>
                  </a:cubicBezTo>
                  <a:cubicBezTo>
                    <a:pt x="61278" y="68685"/>
                    <a:pt x="61090" y="68779"/>
                    <a:pt x="60965" y="68841"/>
                  </a:cubicBezTo>
                  <a:cubicBezTo>
                    <a:pt x="60836" y="68898"/>
                    <a:pt x="60774" y="68935"/>
                    <a:pt x="60780" y="68951"/>
                  </a:cubicBezTo>
                  <a:lnTo>
                    <a:pt x="60256" y="69167"/>
                  </a:lnTo>
                  <a:cubicBezTo>
                    <a:pt x="59987" y="69249"/>
                    <a:pt x="59451" y="69427"/>
                    <a:pt x="59460" y="69462"/>
                  </a:cubicBezTo>
                  <a:cubicBezTo>
                    <a:pt x="59204" y="69590"/>
                    <a:pt x="58925" y="69647"/>
                    <a:pt x="58655" y="69734"/>
                  </a:cubicBezTo>
                  <a:cubicBezTo>
                    <a:pt x="58091" y="69813"/>
                    <a:pt x="58091" y="69813"/>
                    <a:pt x="58392" y="69847"/>
                  </a:cubicBezTo>
                  <a:cubicBezTo>
                    <a:pt x="58393" y="69852"/>
                    <a:pt x="58402" y="69854"/>
                    <a:pt x="58420" y="69854"/>
                  </a:cubicBezTo>
                  <a:cubicBezTo>
                    <a:pt x="58469" y="69854"/>
                    <a:pt x="58581" y="69836"/>
                    <a:pt x="58712" y="69813"/>
                  </a:cubicBezTo>
                  <a:cubicBezTo>
                    <a:pt x="58884" y="69769"/>
                    <a:pt x="59088" y="69709"/>
                    <a:pt x="59222" y="69666"/>
                  </a:cubicBezTo>
                  <a:cubicBezTo>
                    <a:pt x="59492" y="69568"/>
                    <a:pt x="59764" y="69487"/>
                    <a:pt x="60031" y="69383"/>
                  </a:cubicBezTo>
                  <a:lnTo>
                    <a:pt x="60031" y="69383"/>
                  </a:lnTo>
                  <a:cubicBezTo>
                    <a:pt x="59768" y="69499"/>
                    <a:pt x="59498" y="69593"/>
                    <a:pt x="59232" y="69700"/>
                  </a:cubicBezTo>
                  <a:cubicBezTo>
                    <a:pt x="59097" y="69747"/>
                    <a:pt x="58900" y="69825"/>
                    <a:pt x="58730" y="69894"/>
                  </a:cubicBezTo>
                  <a:cubicBezTo>
                    <a:pt x="58561" y="69957"/>
                    <a:pt x="58429" y="70013"/>
                    <a:pt x="58433" y="70032"/>
                  </a:cubicBezTo>
                  <a:cubicBezTo>
                    <a:pt x="58433" y="70032"/>
                    <a:pt x="58442" y="70067"/>
                    <a:pt x="58166" y="70145"/>
                  </a:cubicBezTo>
                  <a:lnTo>
                    <a:pt x="58147" y="70070"/>
                  </a:lnTo>
                  <a:cubicBezTo>
                    <a:pt x="58417" y="69957"/>
                    <a:pt x="58408" y="69919"/>
                    <a:pt x="58398" y="69885"/>
                  </a:cubicBezTo>
                  <a:cubicBezTo>
                    <a:pt x="58107" y="69885"/>
                    <a:pt x="57282" y="70079"/>
                    <a:pt x="57292" y="70142"/>
                  </a:cubicBezTo>
                  <a:cubicBezTo>
                    <a:pt x="57107" y="70189"/>
                    <a:pt x="56919" y="70217"/>
                    <a:pt x="56728" y="70226"/>
                  </a:cubicBezTo>
                  <a:cubicBezTo>
                    <a:pt x="56727" y="70219"/>
                    <a:pt x="56715" y="70216"/>
                    <a:pt x="56695" y="70216"/>
                  </a:cubicBezTo>
                  <a:cubicBezTo>
                    <a:pt x="56665" y="70216"/>
                    <a:pt x="56615" y="70224"/>
                    <a:pt x="56552" y="70239"/>
                  </a:cubicBezTo>
                  <a:cubicBezTo>
                    <a:pt x="56486" y="70258"/>
                    <a:pt x="56361" y="70292"/>
                    <a:pt x="56258" y="70324"/>
                  </a:cubicBezTo>
                  <a:cubicBezTo>
                    <a:pt x="56148" y="70358"/>
                    <a:pt x="56038" y="70399"/>
                    <a:pt x="55935" y="70440"/>
                  </a:cubicBezTo>
                  <a:cubicBezTo>
                    <a:pt x="55900" y="70440"/>
                    <a:pt x="55907" y="70483"/>
                    <a:pt x="55900" y="70512"/>
                  </a:cubicBezTo>
                  <a:lnTo>
                    <a:pt x="55885" y="70606"/>
                  </a:lnTo>
                  <a:cubicBezTo>
                    <a:pt x="55872" y="70665"/>
                    <a:pt x="55863" y="70725"/>
                    <a:pt x="55850" y="70784"/>
                  </a:cubicBezTo>
                  <a:cubicBezTo>
                    <a:pt x="55828" y="70894"/>
                    <a:pt x="55800" y="71016"/>
                    <a:pt x="55775" y="71104"/>
                  </a:cubicBezTo>
                  <a:cubicBezTo>
                    <a:pt x="55734" y="71245"/>
                    <a:pt x="55675" y="71380"/>
                    <a:pt x="55600" y="71505"/>
                  </a:cubicBezTo>
                  <a:cubicBezTo>
                    <a:pt x="55368" y="72035"/>
                    <a:pt x="55048" y="73147"/>
                    <a:pt x="55086" y="73160"/>
                  </a:cubicBezTo>
                  <a:cubicBezTo>
                    <a:pt x="55155" y="73185"/>
                    <a:pt x="54916" y="74022"/>
                    <a:pt x="54801" y="74285"/>
                  </a:cubicBezTo>
                  <a:cubicBezTo>
                    <a:pt x="54685" y="74551"/>
                    <a:pt x="54603" y="74833"/>
                    <a:pt x="54559" y="75121"/>
                  </a:cubicBezTo>
                  <a:cubicBezTo>
                    <a:pt x="54558" y="75121"/>
                    <a:pt x="54558" y="75121"/>
                    <a:pt x="54557" y="75121"/>
                  </a:cubicBezTo>
                  <a:cubicBezTo>
                    <a:pt x="54520" y="75121"/>
                    <a:pt x="54408" y="75382"/>
                    <a:pt x="54365" y="75664"/>
                  </a:cubicBezTo>
                  <a:cubicBezTo>
                    <a:pt x="54365" y="75664"/>
                    <a:pt x="54328" y="75791"/>
                    <a:pt x="54339" y="75791"/>
                  </a:cubicBezTo>
                  <a:cubicBezTo>
                    <a:pt x="54345" y="75791"/>
                    <a:pt x="54362" y="75762"/>
                    <a:pt x="54399" y="75676"/>
                  </a:cubicBezTo>
                  <a:lnTo>
                    <a:pt x="54399" y="75676"/>
                  </a:lnTo>
                  <a:lnTo>
                    <a:pt x="54312" y="76259"/>
                  </a:lnTo>
                  <a:cubicBezTo>
                    <a:pt x="54374" y="76038"/>
                    <a:pt x="54410" y="76000"/>
                    <a:pt x="54440" y="76000"/>
                  </a:cubicBezTo>
                  <a:cubicBezTo>
                    <a:pt x="54448" y="76000"/>
                    <a:pt x="54455" y="76003"/>
                    <a:pt x="54462" y="76005"/>
                  </a:cubicBezTo>
                  <a:cubicBezTo>
                    <a:pt x="54500" y="76018"/>
                    <a:pt x="54142" y="77118"/>
                    <a:pt x="53876" y="77638"/>
                  </a:cubicBezTo>
                  <a:lnTo>
                    <a:pt x="53644" y="78168"/>
                  </a:lnTo>
                  <a:lnTo>
                    <a:pt x="53716" y="78193"/>
                  </a:lnTo>
                  <a:cubicBezTo>
                    <a:pt x="53637" y="78465"/>
                    <a:pt x="53560" y="78738"/>
                    <a:pt x="53521" y="78738"/>
                  </a:cubicBezTo>
                  <a:cubicBezTo>
                    <a:pt x="53520" y="78738"/>
                    <a:pt x="53520" y="78738"/>
                    <a:pt x="53519" y="78738"/>
                  </a:cubicBezTo>
                  <a:cubicBezTo>
                    <a:pt x="53513" y="78736"/>
                    <a:pt x="53508" y="78734"/>
                    <a:pt x="53503" y="78734"/>
                  </a:cubicBezTo>
                  <a:cubicBezTo>
                    <a:pt x="53482" y="78734"/>
                    <a:pt x="53470" y="78774"/>
                    <a:pt x="53403" y="79004"/>
                  </a:cubicBezTo>
                  <a:cubicBezTo>
                    <a:pt x="53403" y="79004"/>
                    <a:pt x="53324" y="79280"/>
                    <a:pt x="53359" y="79293"/>
                  </a:cubicBezTo>
                  <a:cubicBezTo>
                    <a:pt x="53431" y="79318"/>
                    <a:pt x="53431" y="79318"/>
                    <a:pt x="53315" y="79584"/>
                  </a:cubicBezTo>
                  <a:cubicBezTo>
                    <a:pt x="53165" y="79838"/>
                    <a:pt x="53080" y="80123"/>
                    <a:pt x="53074" y="80418"/>
                  </a:cubicBezTo>
                  <a:cubicBezTo>
                    <a:pt x="53146" y="80443"/>
                    <a:pt x="53146" y="80443"/>
                    <a:pt x="52995" y="80697"/>
                  </a:cubicBezTo>
                  <a:cubicBezTo>
                    <a:pt x="52995" y="80696"/>
                    <a:pt x="52994" y="80696"/>
                    <a:pt x="52993" y="80696"/>
                  </a:cubicBezTo>
                  <a:cubicBezTo>
                    <a:pt x="52953" y="80696"/>
                    <a:pt x="52840" y="80957"/>
                    <a:pt x="52764" y="81229"/>
                  </a:cubicBezTo>
                  <a:lnTo>
                    <a:pt x="52798" y="81242"/>
                  </a:lnTo>
                  <a:cubicBezTo>
                    <a:pt x="52870" y="81267"/>
                    <a:pt x="52792" y="81543"/>
                    <a:pt x="52676" y="81809"/>
                  </a:cubicBezTo>
                  <a:cubicBezTo>
                    <a:pt x="52675" y="81809"/>
                    <a:pt x="52674" y="81809"/>
                    <a:pt x="52673" y="81809"/>
                  </a:cubicBezTo>
                  <a:cubicBezTo>
                    <a:pt x="52635" y="81809"/>
                    <a:pt x="52557" y="82088"/>
                    <a:pt x="52434" y="82646"/>
                  </a:cubicBezTo>
                  <a:cubicBezTo>
                    <a:pt x="52278" y="83189"/>
                    <a:pt x="52197" y="83467"/>
                    <a:pt x="52161" y="83467"/>
                  </a:cubicBezTo>
                  <a:cubicBezTo>
                    <a:pt x="52160" y="83467"/>
                    <a:pt x="52159" y="83467"/>
                    <a:pt x="52159" y="83467"/>
                  </a:cubicBezTo>
                  <a:cubicBezTo>
                    <a:pt x="52143" y="83461"/>
                    <a:pt x="52130" y="83457"/>
                    <a:pt x="52120" y="83457"/>
                  </a:cubicBezTo>
                  <a:cubicBezTo>
                    <a:pt x="52086" y="83457"/>
                    <a:pt x="52085" y="83510"/>
                    <a:pt x="52080" y="83746"/>
                  </a:cubicBezTo>
                  <a:cubicBezTo>
                    <a:pt x="52033" y="84034"/>
                    <a:pt x="52033" y="84034"/>
                    <a:pt x="51839" y="84579"/>
                  </a:cubicBezTo>
                  <a:cubicBezTo>
                    <a:pt x="51723" y="84846"/>
                    <a:pt x="51723" y="84846"/>
                    <a:pt x="51679" y="85137"/>
                  </a:cubicBezTo>
                  <a:cubicBezTo>
                    <a:pt x="51697" y="85143"/>
                    <a:pt x="51713" y="85147"/>
                    <a:pt x="51727" y="85147"/>
                  </a:cubicBezTo>
                  <a:cubicBezTo>
                    <a:pt x="51771" y="85147"/>
                    <a:pt x="51806" y="85103"/>
                    <a:pt x="51867" y="84896"/>
                  </a:cubicBezTo>
                  <a:cubicBezTo>
                    <a:pt x="51932" y="84666"/>
                    <a:pt x="51943" y="84625"/>
                    <a:pt x="51966" y="84625"/>
                  </a:cubicBezTo>
                  <a:cubicBezTo>
                    <a:pt x="51971" y="84625"/>
                    <a:pt x="51977" y="84627"/>
                    <a:pt x="51983" y="84629"/>
                  </a:cubicBezTo>
                  <a:cubicBezTo>
                    <a:pt x="51983" y="84629"/>
                    <a:pt x="51902" y="84908"/>
                    <a:pt x="51823" y="85184"/>
                  </a:cubicBezTo>
                  <a:cubicBezTo>
                    <a:pt x="51742" y="85463"/>
                    <a:pt x="51660" y="85742"/>
                    <a:pt x="51538" y="86309"/>
                  </a:cubicBezTo>
                  <a:cubicBezTo>
                    <a:pt x="51474" y="86601"/>
                    <a:pt x="51462" y="86750"/>
                    <a:pt x="51481" y="86750"/>
                  </a:cubicBezTo>
                  <a:cubicBezTo>
                    <a:pt x="51500" y="86750"/>
                    <a:pt x="51549" y="86613"/>
                    <a:pt x="51610" y="86334"/>
                  </a:cubicBezTo>
                  <a:lnTo>
                    <a:pt x="51723" y="86068"/>
                  </a:lnTo>
                  <a:cubicBezTo>
                    <a:pt x="51727" y="86069"/>
                    <a:pt x="51730" y="86070"/>
                    <a:pt x="51734" y="86070"/>
                  </a:cubicBezTo>
                  <a:cubicBezTo>
                    <a:pt x="51843" y="86070"/>
                    <a:pt x="51989" y="85550"/>
                    <a:pt x="51886" y="85513"/>
                  </a:cubicBezTo>
                  <a:cubicBezTo>
                    <a:pt x="51776" y="85476"/>
                    <a:pt x="51776" y="85476"/>
                    <a:pt x="51930" y="85222"/>
                  </a:cubicBezTo>
                  <a:cubicBezTo>
                    <a:pt x="51933" y="85223"/>
                    <a:pt x="51936" y="85223"/>
                    <a:pt x="51939" y="85223"/>
                  </a:cubicBezTo>
                  <a:cubicBezTo>
                    <a:pt x="52006" y="85223"/>
                    <a:pt x="52084" y="84956"/>
                    <a:pt x="52162" y="84689"/>
                  </a:cubicBezTo>
                  <a:cubicBezTo>
                    <a:pt x="52226" y="84462"/>
                    <a:pt x="52238" y="84422"/>
                    <a:pt x="52259" y="84422"/>
                  </a:cubicBezTo>
                  <a:cubicBezTo>
                    <a:pt x="52264" y="84422"/>
                    <a:pt x="52269" y="84424"/>
                    <a:pt x="52275" y="84426"/>
                  </a:cubicBezTo>
                  <a:cubicBezTo>
                    <a:pt x="52276" y="84426"/>
                    <a:pt x="52276" y="84426"/>
                    <a:pt x="52277" y="84426"/>
                  </a:cubicBezTo>
                  <a:cubicBezTo>
                    <a:pt x="52318" y="84426"/>
                    <a:pt x="52430" y="84166"/>
                    <a:pt x="52507" y="83893"/>
                  </a:cubicBezTo>
                  <a:cubicBezTo>
                    <a:pt x="52588" y="83614"/>
                    <a:pt x="52588" y="83614"/>
                    <a:pt x="52550" y="83602"/>
                  </a:cubicBezTo>
                  <a:lnTo>
                    <a:pt x="52550" y="83602"/>
                  </a:lnTo>
                  <a:cubicBezTo>
                    <a:pt x="52530" y="83651"/>
                    <a:pt x="52518" y="83672"/>
                    <a:pt x="52514" y="83672"/>
                  </a:cubicBezTo>
                  <a:cubicBezTo>
                    <a:pt x="52496" y="83672"/>
                    <a:pt x="52625" y="83264"/>
                    <a:pt x="52748" y="83059"/>
                  </a:cubicBezTo>
                  <a:cubicBezTo>
                    <a:pt x="52864" y="82793"/>
                    <a:pt x="52864" y="82793"/>
                    <a:pt x="52792" y="82768"/>
                  </a:cubicBezTo>
                  <a:cubicBezTo>
                    <a:pt x="52720" y="82743"/>
                    <a:pt x="52879" y="82185"/>
                    <a:pt x="53033" y="81934"/>
                  </a:cubicBezTo>
                  <a:lnTo>
                    <a:pt x="53193" y="81377"/>
                  </a:lnTo>
                  <a:cubicBezTo>
                    <a:pt x="53271" y="81098"/>
                    <a:pt x="53237" y="81085"/>
                    <a:pt x="53202" y="81073"/>
                  </a:cubicBezTo>
                  <a:cubicBezTo>
                    <a:pt x="53130" y="81048"/>
                    <a:pt x="53130" y="81048"/>
                    <a:pt x="53246" y="80784"/>
                  </a:cubicBezTo>
                  <a:cubicBezTo>
                    <a:pt x="53352" y="80541"/>
                    <a:pt x="53390" y="80530"/>
                    <a:pt x="53396" y="80530"/>
                  </a:cubicBezTo>
                  <a:cubicBezTo>
                    <a:pt x="53396" y="80530"/>
                    <a:pt x="53397" y="80530"/>
                    <a:pt x="53397" y="80530"/>
                  </a:cubicBezTo>
                  <a:cubicBezTo>
                    <a:pt x="53397" y="80531"/>
                    <a:pt x="53398" y="80531"/>
                    <a:pt x="53399" y="80531"/>
                  </a:cubicBezTo>
                  <a:cubicBezTo>
                    <a:pt x="53435" y="80531"/>
                    <a:pt x="53514" y="80258"/>
                    <a:pt x="53591" y="79985"/>
                  </a:cubicBezTo>
                  <a:cubicBezTo>
                    <a:pt x="53672" y="79706"/>
                    <a:pt x="53832" y="79152"/>
                    <a:pt x="53798" y="79139"/>
                  </a:cubicBezTo>
                  <a:lnTo>
                    <a:pt x="53798" y="79139"/>
                  </a:lnTo>
                  <a:lnTo>
                    <a:pt x="53832" y="79152"/>
                  </a:lnTo>
                  <a:cubicBezTo>
                    <a:pt x="53914" y="78873"/>
                    <a:pt x="53948" y="78885"/>
                    <a:pt x="53914" y="78873"/>
                  </a:cubicBezTo>
                  <a:cubicBezTo>
                    <a:pt x="53914" y="78873"/>
                    <a:pt x="53992" y="78594"/>
                    <a:pt x="54189" y="78052"/>
                  </a:cubicBezTo>
                  <a:cubicBezTo>
                    <a:pt x="54327" y="77666"/>
                    <a:pt x="54451" y="77125"/>
                    <a:pt x="54403" y="77125"/>
                  </a:cubicBezTo>
                  <a:cubicBezTo>
                    <a:pt x="54384" y="77125"/>
                    <a:pt x="54334" y="77219"/>
                    <a:pt x="54243" y="77456"/>
                  </a:cubicBezTo>
                  <a:lnTo>
                    <a:pt x="54321" y="77180"/>
                  </a:lnTo>
                  <a:cubicBezTo>
                    <a:pt x="54403" y="76901"/>
                    <a:pt x="54365" y="76889"/>
                    <a:pt x="54365" y="76889"/>
                  </a:cubicBezTo>
                  <a:cubicBezTo>
                    <a:pt x="54330" y="76876"/>
                    <a:pt x="54409" y="76598"/>
                    <a:pt x="54490" y="76319"/>
                  </a:cubicBezTo>
                  <a:cubicBezTo>
                    <a:pt x="54490" y="76319"/>
                    <a:pt x="54525" y="76331"/>
                    <a:pt x="54562" y="76344"/>
                  </a:cubicBezTo>
                  <a:cubicBezTo>
                    <a:pt x="54568" y="76411"/>
                    <a:pt x="54581" y="76439"/>
                    <a:pt x="54598" y="76439"/>
                  </a:cubicBezTo>
                  <a:cubicBezTo>
                    <a:pt x="54661" y="76439"/>
                    <a:pt x="54779" y="76048"/>
                    <a:pt x="54757" y="75802"/>
                  </a:cubicBezTo>
                  <a:cubicBezTo>
                    <a:pt x="54747" y="75798"/>
                    <a:pt x="54742" y="75796"/>
                    <a:pt x="54742" y="75796"/>
                  </a:cubicBezTo>
                  <a:lnTo>
                    <a:pt x="54742" y="75796"/>
                  </a:lnTo>
                  <a:cubicBezTo>
                    <a:pt x="54743" y="75796"/>
                    <a:pt x="54768" y="75805"/>
                    <a:pt x="54794" y="75814"/>
                  </a:cubicBezTo>
                  <a:cubicBezTo>
                    <a:pt x="54795" y="75814"/>
                    <a:pt x="54796" y="75814"/>
                    <a:pt x="54797" y="75814"/>
                  </a:cubicBezTo>
                  <a:cubicBezTo>
                    <a:pt x="54832" y="75814"/>
                    <a:pt x="54913" y="75535"/>
                    <a:pt x="55032" y="74977"/>
                  </a:cubicBezTo>
                  <a:cubicBezTo>
                    <a:pt x="55114" y="74702"/>
                    <a:pt x="55120" y="74398"/>
                    <a:pt x="55086" y="74385"/>
                  </a:cubicBezTo>
                  <a:cubicBezTo>
                    <a:pt x="55051" y="74373"/>
                    <a:pt x="55130" y="74094"/>
                    <a:pt x="55130" y="74094"/>
                  </a:cubicBezTo>
                  <a:cubicBezTo>
                    <a:pt x="55197" y="73863"/>
                    <a:pt x="55209" y="73823"/>
                    <a:pt x="55230" y="73823"/>
                  </a:cubicBezTo>
                  <a:cubicBezTo>
                    <a:pt x="55235" y="73823"/>
                    <a:pt x="55239" y="73825"/>
                    <a:pt x="55246" y="73827"/>
                  </a:cubicBezTo>
                  <a:cubicBezTo>
                    <a:pt x="55247" y="73828"/>
                    <a:pt x="55249" y="73828"/>
                    <a:pt x="55250" y="73828"/>
                  </a:cubicBezTo>
                  <a:cubicBezTo>
                    <a:pt x="55325" y="73828"/>
                    <a:pt x="55478" y="73291"/>
                    <a:pt x="55487" y="72994"/>
                  </a:cubicBezTo>
                  <a:lnTo>
                    <a:pt x="55521" y="73006"/>
                  </a:lnTo>
                  <a:cubicBezTo>
                    <a:pt x="55522" y="73006"/>
                    <a:pt x="55523" y="73007"/>
                    <a:pt x="55524" y="73007"/>
                  </a:cubicBezTo>
                  <a:cubicBezTo>
                    <a:pt x="55564" y="73007"/>
                    <a:pt x="55680" y="72722"/>
                    <a:pt x="56038" y="71348"/>
                  </a:cubicBezTo>
                  <a:cubicBezTo>
                    <a:pt x="56079" y="71204"/>
                    <a:pt x="56120" y="71066"/>
                    <a:pt x="56157" y="70932"/>
                  </a:cubicBezTo>
                  <a:lnTo>
                    <a:pt x="56189" y="70828"/>
                  </a:lnTo>
                  <a:cubicBezTo>
                    <a:pt x="56198" y="70798"/>
                    <a:pt x="56198" y="70756"/>
                    <a:pt x="56238" y="70756"/>
                  </a:cubicBezTo>
                  <a:cubicBezTo>
                    <a:pt x="56239" y="70756"/>
                    <a:pt x="56241" y="70756"/>
                    <a:pt x="56242" y="70756"/>
                  </a:cubicBezTo>
                  <a:lnTo>
                    <a:pt x="56439" y="70715"/>
                  </a:lnTo>
                  <a:lnTo>
                    <a:pt x="57079" y="70577"/>
                  </a:lnTo>
                  <a:cubicBezTo>
                    <a:pt x="57377" y="70516"/>
                    <a:pt x="57575" y="70480"/>
                    <a:pt x="57630" y="70480"/>
                  </a:cubicBezTo>
                  <a:cubicBezTo>
                    <a:pt x="57640" y="70480"/>
                    <a:pt x="57646" y="70481"/>
                    <a:pt x="57646" y="70483"/>
                  </a:cubicBezTo>
                  <a:cubicBezTo>
                    <a:pt x="57646" y="70485"/>
                    <a:pt x="57649" y="70486"/>
                    <a:pt x="57654" y="70486"/>
                  </a:cubicBezTo>
                  <a:cubicBezTo>
                    <a:pt x="57701" y="70486"/>
                    <a:pt x="57959" y="70404"/>
                    <a:pt x="58273" y="70295"/>
                  </a:cubicBezTo>
                  <a:lnTo>
                    <a:pt x="58809" y="70101"/>
                  </a:lnTo>
                  <a:cubicBezTo>
                    <a:pt x="58984" y="70023"/>
                    <a:pt x="59150" y="69948"/>
                    <a:pt x="59282" y="69882"/>
                  </a:cubicBezTo>
                  <a:cubicBezTo>
                    <a:pt x="59283" y="69887"/>
                    <a:pt x="59290" y="69889"/>
                    <a:pt x="59303" y="69889"/>
                  </a:cubicBezTo>
                  <a:cubicBezTo>
                    <a:pt x="59377" y="69889"/>
                    <a:pt x="59646" y="69803"/>
                    <a:pt x="60109" y="69634"/>
                  </a:cubicBezTo>
                  <a:cubicBezTo>
                    <a:pt x="60706" y="69388"/>
                    <a:pt x="60857" y="69326"/>
                    <a:pt x="60902" y="69326"/>
                  </a:cubicBezTo>
                  <a:cubicBezTo>
                    <a:pt x="60917" y="69326"/>
                    <a:pt x="60920" y="69333"/>
                    <a:pt x="60924" y="69343"/>
                  </a:cubicBezTo>
                  <a:cubicBezTo>
                    <a:pt x="60816" y="69422"/>
                    <a:pt x="60756" y="69466"/>
                    <a:pt x="60767" y="69466"/>
                  </a:cubicBezTo>
                  <a:cubicBezTo>
                    <a:pt x="60780" y="69466"/>
                    <a:pt x="60907" y="69395"/>
                    <a:pt x="61190" y="69230"/>
                  </a:cubicBezTo>
                  <a:cubicBezTo>
                    <a:pt x="61402" y="69049"/>
                    <a:pt x="62078" y="68748"/>
                    <a:pt x="62219" y="68748"/>
                  </a:cubicBezTo>
                  <a:cubicBezTo>
                    <a:pt x="62232" y="68748"/>
                    <a:pt x="62240" y="68751"/>
                    <a:pt x="62243" y="68757"/>
                  </a:cubicBezTo>
                  <a:cubicBezTo>
                    <a:pt x="62245" y="68761"/>
                    <a:pt x="62249" y="68763"/>
                    <a:pt x="62256" y="68763"/>
                  </a:cubicBezTo>
                  <a:cubicBezTo>
                    <a:pt x="62313" y="68763"/>
                    <a:pt x="62562" y="68617"/>
                    <a:pt x="63014" y="68359"/>
                  </a:cubicBezTo>
                  <a:cubicBezTo>
                    <a:pt x="63256" y="68193"/>
                    <a:pt x="63722" y="67851"/>
                    <a:pt x="64205" y="67531"/>
                  </a:cubicBezTo>
                  <a:cubicBezTo>
                    <a:pt x="64888" y="66992"/>
                    <a:pt x="64888" y="66992"/>
                    <a:pt x="64841" y="66933"/>
                  </a:cubicBezTo>
                  <a:cubicBezTo>
                    <a:pt x="64819" y="66902"/>
                    <a:pt x="64866" y="66842"/>
                    <a:pt x="64973" y="66745"/>
                  </a:cubicBezTo>
                  <a:cubicBezTo>
                    <a:pt x="65076" y="66645"/>
                    <a:pt x="65230" y="66494"/>
                    <a:pt x="65440" y="66300"/>
                  </a:cubicBezTo>
                  <a:cubicBezTo>
                    <a:pt x="65637" y="66117"/>
                    <a:pt x="65835" y="65934"/>
                    <a:pt x="65876" y="65934"/>
                  </a:cubicBezTo>
                  <a:cubicBezTo>
                    <a:pt x="65878" y="65934"/>
                    <a:pt x="65880" y="65935"/>
                    <a:pt x="65882" y="65936"/>
                  </a:cubicBezTo>
                  <a:cubicBezTo>
                    <a:pt x="66029" y="65811"/>
                    <a:pt x="66167" y="65679"/>
                    <a:pt x="66298" y="65538"/>
                  </a:cubicBezTo>
                  <a:cubicBezTo>
                    <a:pt x="66487" y="65338"/>
                    <a:pt x="66666" y="65133"/>
                    <a:pt x="66702" y="65133"/>
                  </a:cubicBezTo>
                  <a:cubicBezTo>
                    <a:pt x="66703" y="65133"/>
                    <a:pt x="66705" y="65133"/>
                    <a:pt x="66706" y="65134"/>
                  </a:cubicBezTo>
                  <a:cubicBezTo>
                    <a:pt x="66706" y="65134"/>
                    <a:pt x="66913" y="64933"/>
                    <a:pt x="67270" y="64476"/>
                  </a:cubicBezTo>
                  <a:cubicBezTo>
                    <a:pt x="67597" y="64017"/>
                    <a:pt x="67900" y="63538"/>
                    <a:pt x="67947" y="63538"/>
                  </a:cubicBezTo>
                  <a:cubicBezTo>
                    <a:pt x="67948" y="63538"/>
                    <a:pt x="67949" y="63538"/>
                    <a:pt x="67950" y="63539"/>
                  </a:cubicBezTo>
                  <a:cubicBezTo>
                    <a:pt x="68100" y="63291"/>
                    <a:pt x="68094" y="63285"/>
                    <a:pt x="68063" y="63266"/>
                  </a:cubicBezTo>
                  <a:cubicBezTo>
                    <a:pt x="68047" y="63257"/>
                    <a:pt x="68066" y="63182"/>
                    <a:pt x="68163" y="62987"/>
                  </a:cubicBezTo>
                  <a:cubicBezTo>
                    <a:pt x="68257" y="62790"/>
                    <a:pt x="68451" y="62486"/>
                    <a:pt x="68696" y="61963"/>
                  </a:cubicBezTo>
                  <a:cubicBezTo>
                    <a:pt x="68959" y="61449"/>
                    <a:pt x="69238" y="60625"/>
                    <a:pt x="69210" y="60612"/>
                  </a:cubicBezTo>
                  <a:cubicBezTo>
                    <a:pt x="69291" y="60395"/>
                    <a:pt x="69306" y="60353"/>
                    <a:pt x="69327" y="60353"/>
                  </a:cubicBezTo>
                  <a:cubicBezTo>
                    <a:pt x="69332" y="60353"/>
                    <a:pt x="69338" y="60355"/>
                    <a:pt x="69345" y="60358"/>
                  </a:cubicBezTo>
                  <a:cubicBezTo>
                    <a:pt x="69347" y="60359"/>
                    <a:pt x="69349" y="60359"/>
                    <a:pt x="69351" y="60359"/>
                  </a:cubicBezTo>
                  <a:cubicBezTo>
                    <a:pt x="69431" y="60359"/>
                    <a:pt x="69585" y="59813"/>
                    <a:pt x="69677" y="59249"/>
                  </a:cubicBezTo>
                  <a:cubicBezTo>
                    <a:pt x="69642" y="59239"/>
                    <a:pt x="69717" y="58960"/>
                    <a:pt x="69824" y="58691"/>
                  </a:cubicBezTo>
                  <a:cubicBezTo>
                    <a:pt x="69871" y="58503"/>
                    <a:pt x="69909" y="58312"/>
                    <a:pt x="69934" y="58117"/>
                  </a:cubicBezTo>
                  <a:cubicBezTo>
                    <a:pt x="69971" y="57826"/>
                    <a:pt x="69971" y="57826"/>
                    <a:pt x="70153" y="57278"/>
                  </a:cubicBezTo>
                  <a:cubicBezTo>
                    <a:pt x="70154" y="57278"/>
                    <a:pt x="70155" y="57278"/>
                    <a:pt x="70155" y="57278"/>
                  </a:cubicBezTo>
                  <a:cubicBezTo>
                    <a:pt x="70191" y="57278"/>
                    <a:pt x="70261" y="57002"/>
                    <a:pt x="70332" y="56729"/>
                  </a:cubicBezTo>
                  <a:cubicBezTo>
                    <a:pt x="70441" y="56156"/>
                    <a:pt x="71240" y="53075"/>
                    <a:pt x="71347" y="52806"/>
                  </a:cubicBezTo>
                  <a:cubicBezTo>
                    <a:pt x="71366" y="52611"/>
                    <a:pt x="71403" y="52420"/>
                    <a:pt x="71457" y="52232"/>
                  </a:cubicBezTo>
                  <a:cubicBezTo>
                    <a:pt x="71601" y="51975"/>
                    <a:pt x="71638" y="51684"/>
                    <a:pt x="71566" y="51662"/>
                  </a:cubicBezTo>
                  <a:lnTo>
                    <a:pt x="71566" y="51662"/>
                  </a:lnTo>
                  <a:lnTo>
                    <a:pt x="71494" y="51941"/>
                  </a:lnTo>
                  <a:lnTo>
                    <a:pt x="71419" y="52223"/>
                  </a:lnTo>
                  <a:cubicBezTo>
                    <a:pt x="71348" y="52198"/>
                    <a:pt x="71558" y="51391"/>
                    <a:pt x="71666" y="51391"/>
                  </a:cubicBezTo>
                  <a:cubicBezTo>
                    <a:pt x="71669" y="51391"/>
                    <a:pt x="71671" y="51392"/>
                    <a:pt x="71673" y="51392"/>
                  </a:cubicBezTo>
                  <a:cubicBezTo>
                    <a:pt x="71820" y="51135"/>
                    <a:pt x="71820" y="51135"/>
                    <a:pt x="71820" y="50831"/>
                  </a:cubicBezTo>
                  <a:cubicBezTo>
                    <a:pt x="71817" y="50537"/>
                    <a:pt x="71892" y="50248"/>
                    <a:pt x="72036" y="49992"/>
                  </a:cubicBezTo>
                  <a:cubicBezTo>
                    <a:pt x="72052" y="49996"/>
                    <a:pt x="72064" y="50000"/>
                    <a:pt x="72073" y="50000"/>
                  </a:cubicBezTo>
                  <a:cubicBezTo>
                    <a:pt x="72109" y="50000"/>
                    <a:pt x="72109" y="49949"/>
                    <a:pt x="72109" y="49709"/>
                  </a:cubicBezTo>
                  <a:cubicBezTo>
                    <a:pt x="72109" y="49121"/>
                    <a:pt x="72281" y="48297"/>
                    <a:pt x="72423" y="48297"/>
                  </a:cubicBezTo>
                  <a:cubicBezTo>
                    <a:pt x="72427" y="48297"/>
                    <a:pt x="72431" y="48298"/>
                    <a:pt x="72434" y="48299"/>
                  </a:cubicBezTo>
                  <a:cubicBezTo>
                    <a:pt x="72437" y="48300"/>
                    <a:pt x="72440" y="48301"/>
                    <a:pt x="72443" y="48301"/>
                  </a:cubicBezTo>
                  <a:cubicBezTo>
                    <a:pt x="72515" y="48301"/>
                    <a:pt x="72619" y="48041"/>
                    <a:pt x="72688" y="47773"/>
                  </a:cubicBezTo>
                  <a:cubicBezTo>
                    <a:pt x="72760" y="47491"/>
                    <a:pt x="72726" y="47481"/>
                    <a:pt x="72688" y="47469"/>
                  </a:cubicBezTo>
                  <a:cubicBezTo>
                    <a:pt x="72651" y="47535"/>
                    <a:pt x="72629" y="47565"/>
                    <a:pt x="72619" y="47565"/>
                  </a:cubicBezTo>
                  <a:cubicBezTo>
                    <a:pt x="72591" y="47565"/>
                    <a:pt x="72673" y="47308"/>
                    <a:pt x="72836" y="46908"/>
                  </a:cubicBezTo>
                  <a:cubicBezTo>
                    <a:pt x="72973" y="46566"/>
                    <a:pt x="73077" y="46272"/>
                    <a:pt x="73165" y="45977"/>
                  </a:cubicBezTo>
                  <a:cubicBezTo>
                    <a:pt x="73249" y="45692"/>
                    <a:pt x="73328" y="45360"/>
                    <a:pt x="73387" y="45040"/>
                  </a:cubicBezTo>
                  <a:lnTo>
                    <a:pt x="72992" y="44946"/>
                  </a:lnTo>
                  <a:cubicBezTo>
                    <a:pt x="72136" y="44734"/>
                    <a:pt x="71450" y="44529"/>
                    <a:pt x="71549" y="44529"/>
                  </a:cubicBezTo>
                  <a:cubicBezTo>
                    <a:pt x="71580" y="44529"/>
                    <a:pt x="71688" y="44549"/>
                    <a:pt x="71892" y="44595"/>
                  </a:cubicBezTo>
                  <a:cubicBezTo>
                    <a:pt x="72160" y="44645"/>
                    <a:pt x="72304" y="44671"/>
                    <a:pt x="72324" y="44671"/>
                  </a:cubicBezTo>
                  <a:cubicBezTo>
                    <a:pt x="72347" y="44671"/>
                    <a:pt x="72207" y="44636"/>
                    <a:pt x="71905" y="44561"/>
                  </a:cubicBezTo>
                  <a:lnTo>
                    <a:pt x="70526" y="44119"/>
                  </a:lnTo>
                  <a:cubicBezTo>
                    <a:pt x="70308" y="44049"/>
                    <a:pt x="70082" y="44002"/>
                    <a:pt x="69989" y="44002"/>
                  </a:cubicBezTo>
                  <a:cubicBezTo>
                    <a:pt x="69965" y="44002"/>
                    <a:pt x="69949" y="44005"/>
                    <a:pt x="69946" y="44012"/>
                  </a:cubicBezTo>
                  <a:cubicBezTo>
                    <a:pt x="69699" y="43856"/>
                    <a:pt x="69160" y="43642"/>
                    <a:pt x="68583" y="43539"/>
                  </a:cubicBezTo>
                  <a:lnTo>
                    <a:pt x="68031" y="43360"/>
                  </a:lnTo>
                  <a:cubicBezTo>
                    <a:pt x="67847" y="43298"/>
                    <a:pt x="67659" y="43251"/>
                    <a:pt x="67467" y="43219"/>
                  </a:cubicBezTo>
                  <a:cubicBezTo>
                    <a:pt x="67195" y="43172"/>
                    <a:pt x="66900" y="43047"/>
                    <a:pt x="66693" y="42944"/>
                  </a:cubicBezTo>
                  <a:lnTo>
                    <a:pt x="66725" y="42881"/>
                  </a:lnTo>
                  <a:cubicBezTo>
                    <a:pt x="66872" y="42583"/>
                    <a:pt x="66991" y="42358"/>
                    <a:pt x="66957" y="42342"/>
                  </a:cubicBezTo>
                  <a:cubicBezTo>
                    <a:pt x="66919" y="42336"/>
                    <a:pt x="67079" y="41768"/>
                    <a:pt x="67141" y="41483"/>
                  </a:cubicBezTo>
                  <a:cubicBezTo>
                    <a:pt x="67183" y="41284"/>
                    <a:pt x="67260" y="41100"/>
                    <a:pt x="67283" y="41100"/>
                  </a:cubicBezTo>
                  <a:cubicBezTo>
                    <a:pt x="67293" y="41100"/>
                    <a:pt x="67292" y="41137"/>
                    <a:pt x="67273" y="41226"/>
                  </a:cubicBezTo>
                  <a:cubicBezTo>
                    <a:pt x="67278" y="41228"/>
                    <a:pt x="67282" y="41229"/>
                    <a:pt x="67286" y="41229"/>
                  </a:cubicBezTo>
                  <a:cubicBezTo>
                    <a:pt x="67312" y="41229"/>
                    <a:pt x="67338" y="41168"/>
                    <a:pt x="67536" y="40709"/>
                  </a:cubicBezTo>
                  <a:cubicBezTo>
                    <a:pt x="67633" y="40437"/>
                    <a:pt x="67828" y="39891"/>
                    <a:pt x="67790" y="39876"/>
                  </a:cubicBezTo>
                  <a:cubicBezTo>
                    <a:pt x="67781" y="39872"/>
                    <a:pt x="67831" y="39710"/>
                    <a:pt x="67906" y="39478"/>
                  </a:cubicBezTo>
                  <a:cubicBezTo>
                    <a:pt x="67981" y="39252"/>
                    <a:pt x="68082" y="38973"/>
                    <a:pt x="68179" y="38710"/>
                  </a:cubicBezTo>
                  <a:cubicBezTo>
                    <a:pt x="67856" y="38647"/>
                    <a:pt x="67565" y="38588"/>
                    <a:pt x="67461" y="38553"/>
                  </a:cubicBezTo>
                  <a:lnTo>
                    <a:pt x="66891" y="38453"/>
                  </a:lnTo>
                  <a:cubicBezTo>
                    <a:pt x="66606" y="38403"/>
                    <a:pt x="66311" y="38387"/>
                    <a:pt x="66026" y="38337"/>
                  </a:cubicBezTo>
                  <a:cubicBezTo>
                    <a:pt x="65835" y="38306"/>
                    <a:pt x="65640" y="38284"/>
                    <a:pt x="65446" y="38271"/>
                  </a:cubicBezTo>
                  <a:cubicBezTo>
                    <a:pt x="65161" y="38221"/>
                    <a:pt x="64879" y="38171"/>
                    <a:pt x="64885" y="38133"/>
                  </a:cubicBezTo>
                  <a:lnTo>
                    <a:pt x="64885" y="38133"/>
                  </a:lnTo>
                  <a:cubicBezTo>
                    <a:pt x="64792" y="38141"/>
                    <a:pt x="64728" y="38146"/>
                    <a:pt x="64676" y="38146"/>
                  </a:cubicBezTo>
                  <a:cubicBezTo>
                    <a:pt x="64559" y="38146"/>
                    <a:pt x="64501" y="38120"/>
                    <a:pt x="64315" y="38033"/>
                  </a:cubicBezTo>
                  <a:cubicBezTo>
                    <a:pt x="64327" y="37985"/>
                    <a:pt x="64331" y="37968"/>
                    <a:pt x="64255" y="37968"/>
                  </a:cubicBezTo>
                  <a:cubicBezTo>
                    <a:pt x="64211" y="37968"/>
                    <a:pt x="64141" y="37974"/>
                    <a:pt x="64030" y="37983"/>
                  </a:cubicBezTo>
                  <a:cubicBezTo>
                    <a:pt x="63738" y="37967"/>
                    <a:pt x="63738" y="37967"/>
                    <a:pt x="63462" y="37879"/>
                  </a:cubicBezTo>
                  <a:cubicBezTo>
                    <a:pt x="63467" y="37851"/>
                    <a:pt x="63308" y="37816"/>
                    <a:pt x="63225" y="37816"/>
                  </a:cubicBezTo>
                  <a:cubicBezTo>
                    <a:pt x="63198" y="37816"/>
                    <a:pt x="63179" y="37820"/>
                    <a:pt x="63177" y="37829"/>
                  </a:cubicBezTo>
                  <a:cubicBezTo>
                    <a:pt x="63151" y="37831"/>
                    <a:pt x="63121" y="37832"/>
                    <a:pt x="63087" y="37832"/>
                  </a:cubicBezTo>
                  <a:cubicBezTo>
                    <a:pt x="62731" y="37832"/>
                    <a:pt x="62013" y="37732"/>
                    <a:pt x="62027" y="37663"/>
                  </a:cubicBezTo>
                  <a:cubicBezTo>
                    <a:pt x="61836" y="37632"/>
                    <a:pt x="61642" y="37610"/>
                    <a:pt x="61447" y="37597"/>
                  </a:cubicBezTo>
                  <a:cubicBezTo>
                    <a:pt x="61337" y="37606"/>
                    <a:pt x="61267" y="37612"/>
                    <a:pt x="61224" y="37612"/>
                  </a:cubicBezTo>
                  <a:cubicBezTo>
                    <a:pt x="61149" y="37612"/>
                    <a:pt x="61152" y="37595"/>
                    <a:pt x="61162" y="37547"/>
                  </a:cubicBezTo>
                  <a:cubicBezTo>
                    <a:pt x="60939" y="37445"/>
                    <a:pt x="60696" y="37391"/>
                    <a:pt x="60451" y="37391"/>
                  </a:cubicBezTo>
                  <a:cubicBezTo>
                    <a:pt x="60404" y="37391"/>
                    <a:pt x="60357" y="37393"/>
                    <a:pt x="60310" y="37397"/>
                  </a:cubicBezTo>
                  <a:cubicBezTo>
                    <a:pt x="60115" y="37384"/>
                    <a:pt x="59924" y="37350"/>
                    <a:pt x="59739" y="37293"/>
                  </a:cubicBezTo>
                  <a:cubicBezTo>
                    <a:pt x="59263" y="37176"/>
                    <a:pt x="57963" y="36912"/>
                    <a:pt x="57746" y="36912"/>
                  </a:cubicBezTo>
                  <a:cubicBezTo>
                    <a:pt x="57708" y="36912"/>
                    <a:pt x="57703" y="36920"/>
                    <a:pt x="57743" y="36939"/>
                  </a:cubicBezTo>
                  <a:lnTo>
                    <a:pt x="57173" y="36839"/>
                  </a:lnTo>
                  <a:cubicBezTo>
                    <a:pt x="56612" y="36698"/>
                    <a:pt x="56327" y="36648"/>
                    <a:pt x="56035" y="36635"/>
                  </a:cubicBezTo>
                  <a:lnTo>
                    <a:pt x="55741" y="36620"/>
                  </a:lnTo>
                  <a:cubicBezTo>
                    <a:pt x="55750" y="36585"/>
                    <a:pt x="55471" y="36497"/>
                    <a:pt x="55186" y="36444"/>
                  </a:cubicBezTo>
                  <a:cubicBezTo>
                    <a:pt x="55033" y="36417"/>
                    <a:pt x="54962" y="36405"/>
                    <a:pt x="54928" y="36405"/>
                  </a:cubicBezTo>
                  <a:cubicBezTo>
                    <a:pt x="54899" y="36405"/>
                    <a:pt x="54897" y="36414"/>
                    <a:pt x="54895" y="36432"/>
                  </a:cubicBezTo>
                  <a:cubicBezTo>
                    <a:pt x="55004" y="36466"/>
                    <a:pt x="55025" y="36479"/>
                    <a:pt x="54993" y="36479"/>
                  </a:cubicBezTo>
                  <a:cubicBezTo>
                    <a:pt x="54944" y="36479"/>
                    <a:pt x="54772" y="36449"/>
                    <a:pt x="54600" y="36419"/>
                  </a:cubicBezTo>
                  <a:cubicBezTo>
                    <a:pt x="54315" y="36366"/>
                    <a:pt x="54039" y="36278"/>
                    <a:pt x="54048" y="36244"/>
                  </a:cubicBezTo>
                  <a:lnTo>
                    <a:pt x="53763" y="36193"/>
                  </a:lnTo>
                  <a:cubicBezTo>
                    <a:pt x="53756" y="36220"/>
                    <a:pt x="53713" y="36230"/>
                    <a:pt x="53661" y="36230"/>
                  </a:cubicBezTo>
                  <a:cubicBezTo>
                    <a:pt x="53574" y="36230"/>
                    <a:pt x="53463" y="36201"/>
                    <a:pt x="53469" y="36178"/>
                  </a:cubicBezTo>
                  <a:cubicBezTo>
                    <a:pt x="53190" y="36096"/>
                    <a:pt x="52908" y="36034"/>
                    <a:pt x="52623" y="35990"/>
                  </a:cubicBezTo>
                  <a:cubicBezTo>
                    <a:pt x="52621" y="35997"/>
                    <a:pt x="52610" y="35999"/>
                    <a:pt x="52595" y="35999"/>
                  </a:cubicBezTo>
                  <a:cubicBezTo>
                    <a:pt x="52548" y="35999"/>
                    <a:pt x="52465" y="35974"/>
                    <a:pt x="52504" y="35974"/>
                  </a:cubicBezTo>
                  <a:cubicBezTo>
                    <a:pt x="52520" y="35974"/>
                    <a:pt x="52556" y="35978"/>
                    <a:pt x="52623" y="35990"/>
                  </a:cubicBezTo>
                  <a:lnTo>
                    <a:pt x="52632" y="35952"/>
                  </a:lnTo>
                  <a:cubicBezTo>
                    <a:pt x="52507" y="35912"/>
                    <a:pt x="52437" y="35898"/>
                    <a:pt x="52397" y="35898"/>
                  </a:cubicBezTo>
                  <a:cubicBezTo>
                    <a:pt x="52348" y="35898"/>
                    <a:pt x="52342" y="35919"/>
                    <a:pt x="52337" y="35940"/>
                  </a:cubicBezTo>
                  <a:lnTo>
                    <a:pt x="51767" y="35836"/>
                  </a:lnTo>
                  <a:cubicBezTo>
                    <a:pt x="51595" y="35806"/>
                    <a:pt x="51423" y="35776"/>
                    <a:pt x="51374" y="35776"/>
                  </a:cubicBezTo>
                  <a:cubicBezTo>
                    <a:pt x="51342" y="35776"/>
                    <a:pt x="51363" y="35789"/>
                    <a:pt x="51472" y="35824"/>
                  </a:cubicBezTo>
                  <a:cubicBezTo>
                    <a:pt x="51468" y="35848"/>
                    <a:pt x="51463" y="35871"/>
                    <a:pt x="51384" y="35871"/>
                  </a:cubicBezTo>
                  <a:cubicBezTo>
                    <a:pt x="51340" y="35871"/>
                    <a:pt x="51274" y="35863"/>
                    <a:pt x="51172" y="35846"/>
                  </a:cubicBezTo>
                  <a:cubicBezTo>
                    <a:pt x="51170" y="35853"/>
                    <a:pt x="51159" y="35855"/>
                    <a:pt x="51144" y="35855"/>
                  </a:cubicBezTo>
                  <a:cubicBezTo>
                    <a:pt x="51098" y="35855"/>
                    <a:pt x="51014" y="35830"/>
                    <a:pt x="51053" y="35830"/>
                  </a:cubicBezTo>
                  <a:cubicBezTo>
                    <a:pt x="51069" y="35830"/>
                    <a:pt x="51105" y="35834"/>
                    <a:pt x="51172" y="35846"/>
                  </a:cubicBezTo>
                  <a:cubicBezTo>
                    <a:pt x="51181" y="35808"/>
                    <a:pt x="51187" y="35773"/>
                    <a:pt x="50902" y="35720"/>
                  </a:cubicBezTo>
                  <a:cubicBezTo>
                    <a:pt x="50617" y="35670"/>
                    <a:pt x="50626" y="35632"/>
                    <a:pt x="50626" y="35632"/>
                  </a:cubicBezTo>
                  <a:cubicBezTo>
                    <a:pt x="50930" y="35610"/>
                    <a:pt x="49780" y="35444"/>
                    <a:pt x="49486" y="35432"/>
                  </a:cubicBezTo>
                  <a:cubicBezTo>
                    <a:pt x="48900" y="35404"/>
                    <a:pt x="48614" y="35354"/>
                    <a:pt x="48633" y="35278"/>
                  </a:cubicBezTo>
                  <a:cubicBezTo>
                    <a:pt x="48643" y="35233"/>
                    <a:pt x="48417" y="35205"/>
                    <a:pt x="48170" y="35205"/>
                  </a:cubicBezTo>
                  <a:cubicBezTo>
                    <a:pt x="48022" y="35205"/>
                    <a:pt x="47867" y="35215"/>
                    <a:pt x="47749" y="35238"/>
                  </a:cubicBezTo>
                  <a:lnTo>
                    <a:pt x="47439" y="35297"/>
                  </a:lnTo>
                  <a:lnTo>
                    <a:pt x="47439" y="35297"/>
                  </a:lnTo>
                  <a:lnTo>
                    <a:pt x="47467" y="35187"/>
                  </a:lnTo>
                  <a:cubicBezTo>
                    <a:pt x="47217" y="34987"/>
                    <a:pt x="47217" y="34987"/>
                    <a:pt x="46342" y="34909"/>
                  </a:cubicBezTo>
                  <a:cubicBezTo>
                    <a:pt x="45766" y="34846"/>
                    <a:pt x="45766" y="34846"/>
                    <a:pt x="45772" y="34808"/>
                  </a:cubicBezTo>
                  <a:cubicBezTo>
                    <a:pt x="45781" y="34771"/>
                    <a:pt x="45496" y="34720"/>
                    <a:pt x="44641" y="34570"/>
                  </a:cubicBezTo>
                  <a:cubicBezTo>
                    <a:pt x="43968" y="34449"/>
                    <a:pt x="43648" y="34392"/>
                    <a:pt x="43539" y="34392"/>
                  </a:cubicBezTo>
                  <a:cubicBezTo>
                    <a:pt x="43510" y="34392"/>
                    <a:pt x="43496" y="34396"/>
                    <a:pt x="43494" y="34404"/>
                  </a:cubicBezTo>
                  <a:lnTo>
                    <a:pt x="42923" y="34301"/>
                  </a:lnTo>
                  <a:cubicBezTo>
                    <a:pt x="42759" y="34223"/>
                    <a:pt x="42474" y="34170"/>
                    <a:pt x="42344" y="34170"/>
                  </a:cubicBezTo>
                  <a:cubicBezTo>
                    <a:pt x="42264" y="34170"/>
                    <a:pt x="42242" y="34190"/>
                    <a:pt x="42344" y="34238"/>
                  </a:cubicBezTo>
                  <a:lnTo>
                    <a:pt x="41773" y="34134"/>
                  </a:lnTo>
                  <a:lnTo>
                    <a:pt x="41783" y="34097"/>
                  </a:lnTo>
                  <a:cubicBezTo>
                    <a:pt x="41789" y="34081"/>
                    <a:pt x="41648" y="34044"/>
                    <a:pt x="41222" y="33965"/>
                  </a:cubicBezTo>
                  <a:lnTo>
                    <a:pt x="38943" y="33555"/>
                  </a:lnTo>
                  <a:cubicBezTo>
                    <a:pt x="36972" y="33203"/>
                    <a:pt x="36347" y="33092"/>
                    <a:pt x="36156" y="33092"/>
                  </a:cubicBezTo>
                  <a:cubicBezTo>
                    <a:pt x="36098" y="33092"/>
                    <a:pt x="36080" y="33102"/>
                    <a:pt x="36076" y="33119"/>
                  </a:cubicBezTo>
                  <a:cubicBezTo>
                    <a:pt x="36022" y="33124"/>
                    <a:pt x="35969" y="33126"/>
                    <a:pt x="35918" y="33126"/>
                  </a:cubicBezTo>
                  <a:cubicBezTo>
                    <a:pt x="35681" y="33126"/>
                    <a:pt x="35490" y="33081"/>
                    <a:pt x="35506" y="33019"/>
                  </a:cubicBezTo>
                  <a:cubicBezTo>
                    <a:pt x="35511" y="32988"/>
                    <a:pt x="35322" y="32922"/>
                    <a:pt x="35252" y="32922"/>
                  </a:cubicBezTo>
                  <a:cubicBezTo>
                    <a:pt x="35238" y="32922"/>
                    <a:pt x="35228" y="32925"/>
                    <a:pt x="35227" y="32931"/>
                  </a:cubicBezTo>
                  <a:cubicBezTo>
                    <a:pt x="35227" y="32931"/>
                    <a:pt x="34660" y="32831"/>
                    <a:pt x="34381" y="32743"/>
                  </a:cubicBezTo>
                  <a:cubicBezTo>
                    <a:pt x="33758" y="32575"/>
                    <a:pt x="33436" y="32524"/>
                    <a:pt x="33309" y="32524"/>
                  </a:cubicBezTo>
                  <a:cubicBezTo>
                    <a:pt x="33265" y="32524"/>
                    <a:pt x="33245" y="32530"/>
                    <a:pt x="33243" y="32539"/>
                  </a:cubicBezTo>
                  <a:cubicBezTo>
                    <a:pt x="33338" y="32584"/>
                    <a:pt x="33364" y="32602"/>
                    <a:pt x="33346" y="32602"/>
                  </a:cubicBezTo>
                  <a:cubicBezTo>
                    <a:pt x="33312" y="32602"/>
                    <a:pt x="33135" y="32546"/>
                    <a:pt x="32958" y="32489"/>
                  </a:cubicBezTo>
                  <a:cubicBezTo>
                    <a:pt x="32727" y="32416"/>
                    <a:pt x="32494" y="32342"/>
                    <a:pt x="32421" y="32342"/>
                  </a:cubicBezTo>
                  <a:cubicBezTo>
                    <a:pt x="32406" y="32342"/>
                    <a:pt x="32398" y="32345"/>
                    <a:pt x="32397" y="32351"/>
                  </a:cubicBezTo>
                  <a:cubicBezTo>
                    <a:pt x="32102" y="32336"/>
                    <a:pt x="30382" y="32069"/>
                    <a:pt x="30401" y="31994"/>
                  </a:cubicBezTo>
                  <a:lnTo>
                    <a:pt x="29830" y="31894"/>
                  </a:lnTo>
                  <a:cubicBezTo>
                    <a:pt x="29829" y="31899"/>
                    <a:pt x="29816" y="31902"/>
                    <a:pt x="29793" y="31902"/>
                  </a:cubicBezTo>
                  <a:cubicBezTo>
                    <a:pt x="29657" y="31902"/>
                    <a:pt x="29169" y="31814"/>
                    <a:pt x="28683" y="31728"/>
                  </a:cubicBezTo>
                  <a:cubicBezTo>
                    <a:pt x="28113" y="31627"/>
                    <a:pt x="27828" y="31574"/>
                    <a:pt x="27837" y="31540"/>
                  </a:cubicBezTo>
                  <a:lnTo>
                    <a:pt x="27837" y="31540"/>
                  </a:lnTo>
                  <a:cubicBezTo>
                    <a:pt x="27868" y="31541"/>
                    <a:pt x="27892" y="31542"/>
                    <a:pt x="27910" y="31542"/>
                  </a:cubicBezTo>
                  <a:cubicBezTo>
                    <a:pt x="28066" y="31542"/>
                    <a:pt x="27783" y="31495"/>
                    <a:pt x="27267" y="31436"/>
                  </a:cubicBezTo>
                  <a:cubicBezTo>
                    <a:pt x="26982" y="31386"/>
                    <a:pt x="26678" y="31408"/>
                    <a:pt x="26393" y="31358"/>
                  </a:cubicBezTo>
                  <a:cubicBezTo>
                    <a:pt x="26390" y="31373"/>
                    <a:pt x="26344" y="31380"/>
                    <a:pt x="26272" y="31380"/>
                  </a:cubicBezTo>
                  <a:cubicBezTo>
                    <a:pt x="26158" y="31380"/>
                    <a:pt x="25981" y="31362"/>
                    <a:pt x="25807" y="31330"/>
                  </a:cubicBezTo>
                  <a:lnTo>
                    <a:pt x="25816" y="31295"/>
                  </a:lnTo>
                  <a:cubicBezTo>
                    <a:pt x="25822" y="31258"/>
                    <a:pt x="25832" y="31220"/>
                    <a:pt x="25832" y="31220"/>
                  </a:cubicBezTo>
                  <a:cubicBezTo>
                    <a:pt x="25606" y="31180"/>
                    <a:pt x="25366" y="31139"/>
                    <a:pt x="25260" y="31139"/>
                  </a:cubicBezTo>
                  <a:cubicBezTo>
                    <a:pt x="25233" y="31139"/>
                    <a:pt x="25214" y="31141"/>
                    <a:pt x="25208" y="31148"/>
                  </a:cubicBezTo>
                  <a:cubicBezTo>
                    <a:pt x="25014" y="31088"/>
                    <a:pt x="24816" y="31041"/>
                    <a:pt x="24616" y="31007"/>
                  </a:cubicBezTo>
                  <a:lnTo>
                    <a:pt x="24945" y="30521"/>
                  </a:lnTo>
                  <a:cubicBezTo>
                    <a:pt x="25289" y="30010"/>
                    <a:pt x="25600" y="29550"/>
                    <a:pt x="25734" y="29280"/>
                  </a:cubicBezTo>
                  <a:cubicBezTo>
                    <a:pt x="25957" y="29086"/>
                    <a:pt x="26928" y="27647"/>
                    <a:pt x="27032" y="27362"/>
                  </a:cubicBezTo>
                  <a:cubicBezTo>
                    <a:pt x="27000" y="27337"/>
                    <a:pt x="27163" y="27099"/>
                    <a:pt x="27355" y="26880"/>
                  </a:cubicBezTo>
                  <a:cubicBezTo>
                    <a:pt x="27546" y="26663"/>
                    <a:pt x="27546" y="26663"/>
                    <a:pt x="27677" y="26400"/>
                  </a:cubicBezTo>
                  <a:cubicBezTo>
                    <a:pt x="27812" y="26137"/>
                    <a:pt x="28003" y="25921"/>
                    <a:pt x="28194" y="25705"/>
                  </a:cubicBezTo>
                  <a:cubicBezTo>
                    <a:pt x="28411" y="25507"/>
                    <a:pt x="28586" y="25272"/>
                    <a:pt x="28712" y="25009"/>
                  </a:cubicBezTo>
                  <a:cubicBezTo>
                    <a:pt x="29003" y="24504"/>
                    <a:pt x="29329" y="24025"/>
                    <a:pt x="29489" y="23784"/>
                  </a:cubicBezTo>
                  <a:cubicBezTo>
                    <a:pt x="29709" y="23408"/>
                    <a:pt x="29856" y="23179"/>
                    <a:pt x="29836" y="23179"/>
                  </a:cubicBezTo>
                  <a:cubicBezTo>
                    <a:pt x="29829" y="23179"/>
                    <a:pt x="29803" y="23205"/>
                    <a:pt x="29755" y="23260"/>
                  </a:cubicBezTo>
                  <a:cubicBezTo>
                    <a:pt x="29724" y="23235"/>
                    <a:pt x="29855" y="22972"/>
                    <a:pt x="29855" y="22972"/>
                  </a:cubicBezTo>
                  <a:cubicBezTo>
                    <a:pt x="30025" y="22683"/>
                    <a:pt x="30106" y="22568"/>
                    <a:pt x="30114" y="22568"/>
                  </a:cubicBezTo>
                  <a:lnTo>
                    <a:pt x="30114" y="22568"/>
                  </a:lnTo>
                  <a:cubicBezTo>
                    <a:pt x="30120" y="22568"/>
                    <a:pt x="30086" y="22631"/>
                    <a:pt x="30018" y="22734"/>
                  </a:cubicBezTo>
                  <a:cubicBezTo>
                    <a:pt x="29890" y="22953"/>
                    <a:pt x="29848" y="23031"/>
                    <a:pt x="29858" y="23031"/>
                  </a:cubicBezTo>
                  <a:cubicBezTo>
                    <a:pt x="29872" y="23031"/>
                    <a:pt x="29970" y="22901"/>
                    <a:pt x="30078" y="22778"/>
                  </a:cubicBezTo>
                  <a:cubicBezTo>
                    <a:pt x="30269" y="22561"/>
                    <a:pt x="30595" y="22082"/>
                    <a:pt x="30755" y="21841"/>
                  </a:cubicBezTo>
                  <a:cubicBezTo>
                    <a:pt x="30918" y="21602"/>
                    <a:pt x="31241" y="21123"/>
                    <a:pt x="31403" y="20882"/>
                  </a:cubicBezTo>
                  <a:cubicBezTo>
                    <a:pt x="31921" y="20186"/>
                    <a:pt x="32080" y="19945"/>
                    <a:pt x="32052" y="19923"/>
                  </a:cubicBezTo>
                  <a:cubicBezTo>
                    <a:pt x="32040" y="19913"/>
                    <a:pt x="32030" y="19906"/>
                    <a:pt x="32022" y="19900"/>
                  </a:cubicBezTo>
                  <a:lnTo>
                    <a:pt x="32022" y="19900"/>
                  </a:lnTo>
                  <a:cubicBezTo>
                    <a:pt x="32248" y="19699"/>
                    <a:pt x="34024" y="17064"/>
                    <a:pt x="34127" y="16779"/>
                  </a:cubicBezTo>
                  <a:lnTo>
                    <a:pt x="34155" y="16801"/>
                  </a:lnTo>
                  <a:cubicBezTo>
                    <a:pt x="34156" y="16803"/>
                    <a:pt x="34158" y="16803"/>
                    <a:pt x="34160" y="16803"/>
                  </a:cubicBezTo>
                  <a:cubicBezTo>
                    <a:pt x="34202" y="16803"/>
                    <a:pt x="34365" y="16563"/>
                    <a:pt x="34672" y="16106"/>
                  </a:cubicBezTo>
                  <a:cubicBezTo>
                    <a:pt x="34835" y="15868"/>
                    <a:pt x="35452" y="14884"/>
                    <a:pt x="35938" y="14163"/>
                  </a:cubicBezTo>
                  <a:cubicBezTo>
                    <a:pt x="36261" y="13683"/>
                    <a:pt x="36543" y="13260"/>
                    <a:pt x="36744" y="12959"/>
                  </a:cubicBezTo>
                  <a:cubicBezTo>
                    <a:pt x="36941" y="12659"/>
                    <a:pt x="37057" y="12470"/>
                    <a:pt x="37041" y="12461"/>
                  </a:cubicBezTo>
                  <a:cubicBezTo>
                    <a:pt x="37164" y="12279"/>
                    <a:pt x="37194" y="12234"/>
                    <a:pt x="37214" y="12234"/>
                  </a:cubicBezTo>
                  <a:cubicBezTo>
                    <a:pt x="37220" y="12234"/>
                    <a:pt x="37226" y="12239"/>
                    <a:pt x="37232" y="12245"/>
                  </a:cubicBezTo>
                  <a:cubicBezTo>
                    <a:pt x="37192" y="12326"/>
                    <a:pt x="37179" y="12359"/>
                    <a:pt x="37186" y="12359"/>
                  </a:cubicBezTo>
                  <a:cubicBezTo>
                    <a:pt x="37201" y="12359"/>
                    <a:pt x="37313" y="12192"/>
                    <a:pt x="37424" y="12025"/>
                  </a:cubicBezTo>
                  <a:cubicBezTo>
                    <a:pt x="37587" y="11787"/>
                    <a:pt x="37558" y="11762"/>
                    <a:pt x="37527" y="11740"/>
                  </a:cubicBezTo>
                  <a:cubicBezTo>
                    <a:pt x="37496" y="11718"/>
                    <a:pt x="37659" y="11477"/>
                    <a:pt x="38013" y="11020"/>
                  </a:cubicBezTo>
                  <a:cubicBezTo>
                    <a:pt x="38367" y="10565"/>
                    <a:pt x="39016" y="9603"/>
                    <a:pt x="39307" y="9102"/>
                  </a:cubicBezTo>
                  <a:cubicBezTo>
                    <a:pt x="39463" y="8871"/>
                    <a:pt x="39605" y="8640"/>
                    <a:pt x="39647" y="8640"/>
                  </a:cubicBezTo>
                  <a:cubicBezTo>
                    <a:pt x="39649" y="8640"/>
                    <a:pt x="39650" y="8640"/>
                    <a:pt x="39652" y="8641"/>
                  </a:cubicBezTo>
                  <a:cubicBezTo>
                    <a:pt x="39821" y="8415"/>
                    <a:pt x="40141" y="7911"/>
                    <a:pt x="40219" y="7325"/>
                  </a:cubicBezTo>
                  <a:cubicBezTo>
                    <a:pt x="40284" y="7095"/>
                    <a:pt x="40289" y="7055"/>
                    <a:pt x="40310" y="7055"/>
                  </a:cubicBezTo>
                  <a:cubicBezTo>
                    <a:pt x="40314" y="7055"/>
                    <a:pt x="40319" y="7056"/>
                    <a:pt x="40325" y="7058"/>
                  </a:cubicBezTo>
                  <a:cubicBezTo>
                    <a:pt x="40432" y="6789"/>
                    <a:pt x="40466" y="6792"/>
                    <a:pt x="40432" y="6491"/>
                  </a:cubicBezTo>
                  <a:cubicBezTo>
                    <a:pt x="40460" y="6156"/>
                    <a:pt x="40466" y="5817"/>
                    <a:pt x="40454" y="5479"/>
                  </a:cubicBezTo>
                  <a:cubicBezTo>
                    <a:pt x="40454" y="5300"/>
                    <a:pt x="40426" y="5122"/>
                    <a:pt x="40416" y="4949"/>
                  </a:cubicBezTo>
                  <a:cubicBezTo>
                    <a:pt x="40401" y="4780"/>
                    <a:pt x="40372" y="4620"/>
                    <a:pt x="40357" y="4476"/>
                  </a:cubicBezTo>
                  <a:cubicBezTo>
                    <a:pt x="40292" y="4202"/>
                    <a:pt x="40212" y="3927"/>
                    <a:pt x="40174" y="3927"/>
                  </a:cubicBezTo>
                  <a:cubicBezTo>
                    <a:pt x="40173" y="3927"/>
                    <a:pt x="40173" y="3928"/>
                    <a:pt x="40172" y="3928"/>
                  </a:cubicBezTo>
                  <a:cubicBezTo>
                    <a:pt x="40158" y="3931"/>
                    <a:pt x="40144" y="3935"/>
                    <a:pt x="40134" y="3937"/>
                  </a:cubicBezTo>
                  <a:lnTo>
                    <a:pt x="40134" y="3937"/>
                  </a:lnTo>
                  <a:cubicBezTo>
                    <a:pt x="40103" y="3652"/>
                    <a:pt x="40115" y="3639"/>
                    <a:pt x="39927" y="3404"/>
                  </a:cubicBezTo>
                  <a:cubicBezTo>
                    <a:pt x="39926" y="3405"/>
                    <a:pt x="39925" y="3405"/>
                    <a:pt x="39924" y="3405"/>
                  </a:cubicBezTo>
                  <a:cubicBezTo>
                    <a:pt x="39886" y="3405"/>
                    <a:pt x="39775" y="3163"/>
                    <a:pt x="39808" y="3147"/>
                  </a:cubicBezTo>
                  <a:cubicBezTo>
                    <a:pt x="39764" y="3022"/>
                    <a:pt x="39708" y="2903"/>
                    <a:pt x="39645" y="2787"/>
                  </a:cubicBezTo>
                  <a:lnTo>
                    <a:pt x="39561" y="2630"/>
                  </a:lnTo>
                  <a:lnTo>
                    <a:pt x="39319" y="2295"/>
                  </a:lnTo>
                  <a:cubicBezTo>
                    <a:pt x="39169" y="2101"/>
                    <a:pt x="39006" y="1916"/>
                    <a:pt x="38834" y="1743"/>
                  </a:cubicBezTo>
                  <a:cubicBezTo>
                    <a:pt x="38439" y="1324"/>
                    <a:pt x="37853" y="894"/>
                    <a:pt x="37214" y="581"/>
                  </a:cubicBezTo>
                  <a:cubicBezTo>
                    <a:pt x="36778" y="365"/>
                    <a:pt x="36317" y="208"/>
                    <a:pt x="35838" y="114"/>
                  </a:cubicBezTo>
                  <a:cubicBezTo>
                    <a:pt x="35662" y="73"/>
                    <a:pt x="35484" y="48"/>
                    <a:pt x="35302" y="32"/>
                  </a:cubicBezTo>
                  <a:cubicBezTo>
                    <a:pt x="35153" y="21"/>
                    <a:pt x="35017" y="1"/>
                    <a:pt x="34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37"/>
            <p:cNvSpPr/>
            <p:nvPr/>
          </p:nvSpPr>
          <p:spPr>
            <a:xfrm>
              <a:off x="4270231" y="3282751"/>
              <a:ext cx="527964" cy="515901"/>
            </a:xfrm>
            <a:custGeom>
              <a:avLst/>
              <a:gdLst/>
              <a:ahLst/>
              <a:cxnLst/>
              <a:rect l="l" t="t" r="r" b="b"/>
              <a:pathLst>
                <a:path w="29005" h="28562" extrusionOk="0">
                  <a:moveTo>
                    <a:pt x="24181" y="468"/>
                  </a:moveTo>
                  <a:cubicBezTo>
                    <a:pt x="24208" y="468"/>
                    <a:pt x="24240" y="472"/>
                    <a:pt x="24272" y="480"/>
                  </a:cubicBezTo>
                  <a:lnTo>
                    <a:pt x="24269" y="480"/>
                  </a:lnTo>
                  <a:cubicBezTo>
                    <a:pt x="24463" y="530"/>
                    <a:pt x="24463" y="530"/>
                    <a:pt x="24454" y="568"/>
                  </a:cubicBezTo>
                  <a:cubicBezTo>
                    <a:pt x="24451" y="576"/>
                    <a:pt x="24437" y="580"/>
                    <a:pt x="24417" y="580"/>
                  </a:cubicBezTo>
                  <a:cubicBezTo>
                    <a:pt x="24354" y="580"/>
                    <a:pt x="24227" y="546"/>
                    <a:pt x="24153" y="527"/>
                  </a:cubicBezTo>
                  <a:cubicBezTo>
                    <a:pt x="24096" y="487"/>
                    <a:pt x="24125" y="468"/>
                    <a:pt x="24181" y="468"/>
                  </a:cubicBezTo>
                  <a:close/>
                  <a:moveTo>
                    <a:pt x="18045" y="2464"/>
                  </a:moveTo>
                  <a:cubicBezTo>
                    <a:pt x="18070" y="2492"/>
                    <a:pt x="18099" y="2520"/>
                    <a:pt x="18026" y="2586"/>
                  </a:cubicBezTo>
                  <a:lnTo>
                    <a:pt x="17932" y="2627"/>
                  </a:lnTo>
                  <a:lnTo>
                    <a:pt x="17932" y="2627"/>
                  </a:lnTo>
                  <a:lnTo>
                    <a:pt x="17976" y="2533"/>
                  </a:lnTo>
                  <a:lnTo>
                    <a:pt x="18045" y="2464"/>
                  </a:lnTo>
                  <a:close/>
                  <a:moveTo>
                    <a:pt x="27498" y="2707"/>
                  </a:moveTo>
                  <a:cubicBezTo>
                    <a:pt x="27535" y="2707"/>
                    <a:pt x="27600" y="2749"/>
                    <a:pt x="27600" y="2749"/>
                  </a:cubicBezTo>
                  <a:lnTo>
                    <a:pt x="27660" y="2834"/>
                  </a:lnTo>
                  <a:cubicBezTo>
                    <a:pt x="27646" y="2842"/>
                    <a:pt x="27632" y="2851"/>
                    <a:pt x="27615" y="2851"/>
                  </a:cubicBezTo>
                  <a:cubicBezTo>
                    <a:pt x="27594" y="2851"/>
                    <a:pt x="27570" y="2838"/>
                    <a:pt x="27538" y="2793"/>
                  </a:cubicBezTo>
                  <a:lnTo>
                    <a:pt x="27481" y="2712"/>
                  </a:lnTo>
                  <a:cubicBezTo>
                    <a:pt x="27486" y="2708"/>
                    <a:pt x="27491" y="2707"/>
                    <a:pt x="27498" y="2707"/>
                  </a:cubicBezTo>
                  <a:close/>
                  <a:moveTo>
                    <a:pt x="16989" y="3178"/>
                  </a:moveTo>
                  <a:lnTo>
                    <a:pt x="16989" y="3178"/>
                  </a:lnTo>
                  <a:cubicBezTo>
                    <a:pt x="17014" y="3204"/>
                    <a:pt x="17039" y="3232"/>
                    <a:pt x="16970" y="3301"/>
                  </a:cubicBezTo>
                  <a:lnTo>
                    <a:pt x="16901" y="3367"/>
                  </a:lnTo>
                  <a:cubicBezTo>
                    <a:pt x="16873" y="3341"/>
                    <a:pt x="16917" y="3244"/>
                    <a:pt x="16917" y="3244"/>
                  </a:cubicBezTo>
                  <a:lnTo>
                    <a:pt x="16989" y="3178"/>
                  </a:lnTo>
                  <a:close/>
                  <a:moveTo>
                    <a:pt x="15991" y="4527"/>
                  </a:moveTo>
                  <a:cubicBezTo>
                    <a:pt x="15999" y="4527"/>
                    <a:pt x="16005" y="4534"/>
                    <a:pt x="16015" y="4545"/>
                  </a:cubicBezTo>
                  <a:cubicBezTo>
                    <a:pt x="16040" y="4573"/>
                    <a:pt x="15999" y="4667"/>
                    <a:pt x="15999" y="4667"/>
                  </a:cubicBezTo>
                  <a:cubicBezTo>
                    <a:pt x="15983" y="4682"/>
                    <a:pt x="15972" y="4688"/>
                    <a:pt x="15964" y="4688"/>
                  </a:cubicBezTo>
                  <a:cubicBezTo>
                    <a:pt x="15933" y="4688"/>
                    <a:pt x="15940" y="4608"/>
                    <a:pt x="15921" y="4586"/>
                  </a:cubicBezTo>
                  <a:cubicBezTo>
                    <a:pt x="15963" y="4544"/>
                    <a:pt x="15979" y="4527"/>
                    <a:pt x="15991" y="4527"/>
                  </a:cubicBezTo>
                  <a:close/>
                  <a:moveTo>
                    <a:pt x="14350" y="6165"/>
                  </a:moveTo>
                  <a:lnTo>
                    <a:pt x="14350" y="6165"/>
                  </a:lnTo>
                  <a:cubicBezTo>
                    <a:pt x="14376" y="6193"/>
                    <a:pt x="14401" y="6218"/>
                    <a:pt x="14332" y="6287"/>
                  </a:cubicBezTo>
                  <a:lnTo>
                    <a:pt x="14238" y="6328"/>
                  </a:lnTo>
                  <a:lnTo>
                    <a:pt x="14278" y="6231"/>
                  </a:lnTo>
                  <a:lnTo>
                    <a:pt x="14350" y="6165"/>
                  </a:lnTo>
                  <a:close/>
                  <a:moveTo>
                    <a:pt x="9785" y="10496"/>
                  </a:moveTo>
                  <a:lnTo>
                    <a:pt x="9785" y="10496"/>
                  </a:lnTo>
                  <a:cubicBezTo>
                    <a:pt x="9813" y="10524"/>
                    <a:pt x="9838" y="10549"/>
                    <a:pt x="9769" y="10618"/>
                  </a:cubicBezTo>
                  <a:lnTo>
                    <a:pt x="9672" y="10659"/>
                  </a:lnTo>
                  <a:lnTo>
                    <a:pt x="9672" y="10659"/>
                  </a:lnTo>
                  <a:lnTo>
                    <a:pt x="9716" y="10562"/>
                  </a:lnTo>
                  <a:lnTo>
                    <a:pt x="9785" y="10496"/>
                  </a:lnTo>
                  <a:close/>
                  <a:moveTo>
                    <a:pt x="27136" y="10527"/>
                  </a:moveTo>
                  <a:lnTo>
                    <a:pt x="27136" y="10527"/>
                  </a:lnTo>
                  <a:cubicBezTo>
                    <a:pt x="27165" y="10552"/>
                    <a:pt x="27093" y="10631"/>
                    <a:pt x="27093" y="10631"/>
                  </a:cubicBezTo>
                  <a:cubicBezTo>
                    <a:pt x="27051" y="10674"/>
                    <a:pt x="27035" y="10690"/>
                    <a:pt x="27023" y="10690"/>
                  </a:cubicBezTo>
                  <a:cubicBezTo>
                    <a:pt x="27015" y="10690"/>
                    <a:pt x="27009" y="10683"/>
                    <a:pt x="26999" y="10671"/>
                  </a:cubicBezTo>
                  <a:cubicBezTo>
                    <a:pt x="26999" y="10671"/>
                    <a:pt x="26970" y="10646"/>
                    <a:pt x="27039" y="10574"/>
                  </a:cubicBezTo>
                  <a:lnTo>
                    <a:pt x="27136" y="10527"/>
                  </a:lnTo>
                  <a:close/>
                  <a:moveTo>
                    <a:pt x="9327" y="10994"/>
                  </a:moveTo>
                  <a:lnTo>
                    <a:pt x="9327" y="10994"/>
                  </a:lnTo>
                  <a:cubicBezTo>
                    <a:pt x="9352" y="11022"/>
                    <a:pt x="9352" y="11022"/>
                    <a:pt x="9283" y="11091"/>
                  </a:cubicBezTo>
                  <a:cubicBezTo>
                    <a:pt x="9283" y="11091"/>
                    <a:pt x="9228" y="11112"/>
                    <a:pt x="9191" y="11112"/>
                  </a:cubicBezTo>
                  <a:cubicBezTo>
                    <a:pt x="9178" y="11112"/>
                    <a:pt x="9167" y="11110"/>
                    <a:pt x="9161" y="11104"/>
                  </a:cubicBezTo>
                  <a:cubicBezTo>
                    <a:pt x="9136" y="11076"/>
                    <a:pt x="9205" y="11007"/>
                    <a:pt x="9327" y="10994"/>
                  </a:cubicBezTo>
                  <a:close/>
                  <a:moveTo>
                    <a:pt x="26328" y="11373"/>
                  </a:moveTo>
                  <a:lnTo>
                    <a:pt x="26284" y="11471"/>
                  </a:lnTo>
                  <a:lnTo>
                    <a:pt x="26215" y="11536"/>
                  </a:lnTo>
                  <a:cubicBezTo>
                    <a:pt x="26190" y="11508"/>
                    <a:pt x="26165" y="11483"/>
                    <a:pt x="26234" y="11414"/>
                  </a:cubicBezTo>
                  <a:lnTo>
                    <a:pt x="26328" y="11373"/>
                  </a:lnTo>
                  <a:close/>
                  <a:moveTo>
                    <a:pt x="25640" y="11683"/>
                  </a:moveTo>
                  <a:cubicBezTo>
                    <a:pt x="25647" y="11683"/>
                    <a:pt x="25636" y="11707"/>
                    <a:pt x="25617" y="11749"/>
                  </a:cubicBezTo>
                  <a:cubicBezTo>
                    <a:pt x="25582" y="11829"/>
                    <a:pt x="25525" y="11891"/>
                    <a:pt x="25493" y="11891"/>
                  </a:cubicBezTo>
                  <a:cubicBezTo>
                    <a:pt x="25487" y="11891"/>
                    <a:pt x="25482" y="11889"/>
                    <a:pt x="25479" y="11884"/>
                  </a:cubicBezTo>
                  <a:cubicBezTo>
                    <a:pt x="25454" y="11856"/>
                    <a:pt x="25454" y="11856"/>
                    <a:pt x="25523" y="11790"/>
                  </a:cubicBezTo>
                  <a:cubicBezTo>
                    <a:pt x="25598" y="11717"/>
                    <a:pt x="25632" y="11683"/>
                    <a:pt x="25640" y="11683"/>
                  </a:cubicBezTo>
                  <a:close/>
                  <a:moveTo>
                    <a:pt x="25143" y="11950"/>
                  </a:moveTo>
                  <a:lnTo>
                    <a:pt x="25143" y="11950"/>
                  </a:lnTo>
                  <a:cubicBezTo>
                    <a:pt x="25139" y="11952"/>
                    <a:pt x="25135" y="11953"/>
                    <a:pt x="25131" y="11954"/>
                  </a:cubicBezTo>
                  <a:lnTo>
                    <a:pt x="25131" y="11954"/>
                  </a:lnTo>
                  <a:cubicBezTo>
                    <a:pt x="25127" y="11954"/>
                    <a:pt x="25123" y="11953"/>
                    <a:pt x="25119" y="11953"/>
                  </a:cubicBezTo>
                  <a:cubicBezTo>
                    <a:pt x="25099" y="11953"/>
                    <a:pt x="25088" y="11962"/>
                    <a:pt x="25099" y="11962"/>
                  </a:cubicBezTo>
                  <a:cubicBezTo>
                    <a:pt x="25104" y="11962"/>
                    <a:pt x="25114" y="11960"/>
                    <a:pt x="25131" y="11954"/>
                  </a:cubicBezTo>
                  <a:lnTo>
                    <a:pt x="25131" y="11954"/>
                  </a:lnTo>
                  <a:cubicBezTo>
                    <a:pt x="25138" y="11956"/>
                    <a:pt x="25146" y="11958"/>
                    <a:pt x="25153" y="11963"/>
                  </a:cubicBezTo>
                  <a:lnTo>
                    <a:pt x="25153" y="11963"/>
                  </a:lnTo>
                  <a:cubicBezTo>
                    <a:pt x="25150" y="11958"/>
                    <a:pt x="25147" y="11954"/>
                    <a:pt x="25143" y="11950"/>
                  </a:cubicBezTo>
                  <a:close/>
                  <a:moveTo>
                    <a:pt x="25131" y="12223"/>
                  </a:moveTo>
                  <a:lnTo>
                    <a:pt x="25062" y="12288"/>
                  </a:lnTo>
                  <a:cubicBezTo>
                    <a:pt x="25020" y="12330"/>
                    <a:pt x="25003" y="12347"/>
                    <a:pt x="24991" y="12347"/>
                  </a:cubicBezTo>
                  <a:cubicBezTo>
                    <a:pt x="24984" y="12347"/>
                    <a:pt x="24978" y="12340"/>
                    <a:pt x="24968" y="12329"/>
                  </a:cubicBezTo>
                  <a:lnTo>
                    <a:pt x="25037" y="12260"/>
                  </a:lnTo>
                  <a:lnTo>
                    <a:pt x="25131" y="12223"/>
                  </a:lnTo>
                  <a:close/>
                  <a:moveTo>
                    <a:pt x="8181" y="12192"/>
                  </a:moveTo>
                  <a:cubicBezTo>
                    <a:pt x="8193" y="12192"/>
                    <a:pt x="8199" y="12198"/>
                    <a:pt x="8199" y="12198"/>
                  </a:cubicBezTo>
                  <a:cubicBezTo>
                    <a:pt x="8224" y="12226"/>
                    <a:pt x="8127" y="12263"/>
                    <a:pt x="8058" y="12332"/>
                  </a:cubicBezTo>
                  <a:cubicBezTo>
                    <a:pt x="8024" y="12347"/>
                    <a:pt x="8003" y="12356"/>
                    <a:pt x="7995" y="12356"/>
                  </a:cubicBezTo>
                  <a:cubicBezTo>
                    <a:pt x="7981" y="12356"/>
                    <a:pt x="8013" y="12325"/>
                    <a:pt x="8102" y="12238"/>
                  </a:cubicBezTo>
                  <a:cubicBezTo>
                    <a:pt x="8140" y="12200"/>
                    <a:pt x="8165" y="12192"/>
                    <a:pt x="8181" y="12192"/>
                  </a:cubicBezTo>
                  <a:close/>
                  <a:moveTo>
                    <a:pt x="7352" y="12295"/>
                  </a:moveTo>
                  <a:cubicBezTo>
                    <a:pt x="7340" y="12295"/>
                    <a:pt x="7323" y="12310"/>
                    <a:pt x="7281" y="12351"/>
                  </a:cubicBezTo>
                  <a:cubicBezTo>
                    <a:pt x="7190" y="12438"/>
                    <a:pt x="7157" y="12469"/>
                    <a:pt x="7172" y="12469"/>
                  </a:cubicBezTo>
                  <a:cubicBezTo>
                    <a:pt x="7180" y="12469"/>
                    <a:pt x="7202" y="12460"/>
                    <a:pt x="7237" y="12445"/>
                  </a:cubicBezTo>
                  <a:lnTo>
                    <a:pt x="7375" y="12310"/>
                  </a:lnTo>
                  <a:cubicBezTo>
                    <a:pt x="7365" y="12301"/>
                    <a:pt x="7359" y="12295"/>
                    <a:pt x="7352" y="12295"/>
                  </a:cubicBezTo>
                  <a:close/>
                  <a:moveTo>
                    <a:pt x="7556" y="12505"/>
                  </a:moveTo>
                  <a:cubicBezTo>
                    <a:pt x="7571" y="12521"/>
                    <a:pt x="7545" y="12541"/>
                    <a:pt x="7534" y="12541"/>
                  </a:cubicBezTo>
                  <a:cubicBezTo>
                    <a:pt x="7527" y="12541"/>
                    <a:pt x="7528" y="12532"/>
                    <a:pt x="7556" y="12505"/>
                  </a:cubicBezTo>
                  <a:close/>
                  <a:moveTo>
                    <a:pt x="24526" y="12705"/>
                  </a:moveTo>
                  <a:lnTo>
                    <a:pt x="24526" y="12705"/>
                  </a:lnTo>
                  <a:cubicBezTo>
                    <a:pt x="24489" y="12743"/>
                    <a:pt x="24479" y="12768"/>
                    <a:pt x="24485" y="12768"/>
                  </a:cubicBezTo>
                  <a:cubicBezTo>
                    <a:pt x="24490" y="12768"/>
                    <a:pt x="24506" y="12750"/>
                    <a:pt x="24526" y="12705"/>
                  </a:cubicBezTo>
                  <a:close/>
                  <a:moveTo>
                    <a:pt x="24438" y="12896"/>
                  </a:moveTo>
                  <a:lnTo>
                    <a:pt x="24369" y="12965"/>
                  </a:lnTo>
                  <a:cubicBezTo>
                    <a:pt x="24328" y="13005"/>
                    <a:pt x="24311" y="13021"/>
                    <a:pt x="24298" y="13021"/>
                  </a:cubicBezTo>
                  <a:cubicBezTo>
                    <a:pt x="24290" y="13021"/>
                    <a:pt x="24283" y="13014"/>
                    <a:pt x="24272" y="13003"/>
                  </a:cubicBezTo>
                  <a:lnTo>
                    <a:pt x="24344" y="12937"/>
                  </a:lnTo>
                  <a:lnTo>
                    <a:pt x="24438" y="12896"/>
                  </a:lnTo>
                  <a:close/>
                  <a:moveTo>
                    <a:pt x="8276" y="13136"/>
                  </a:moveTo>
                  <a:cubicBezTo>
                    <a:pt x="8264" y="13136"/>
                    <a:pt x="8247" y="13152"/>
                    <a:pt x="8205" y="13194"/>
                  </a:cubicBezTo>
                  <a:cubicBezTo>
                    <a:pt x="8205" y="13194"/>
                    <a:pt x="8161" y="13288"/>
                    <a:pt x="8186" y="13316"/>
                  </a:cubicBezTo>
                  <a:cubicBezTo>
                    <a:pt x="8190" y="13321"/>
                    <a:pt x="8195" y="13323"/>
                    <a:pt x="8200" y="13323"/>
                  </a:cubicBezTo>
                  <a:cubicBezTo>
                    <a:pt x="8231" y="13323"/>
                    <a:pt x="8283" y="13257"/>
                    <a:pt x="8299" y="13153"/>
                  </a:cubicBezTo>
                  <a:cubicBezTo>
                    <a:pt x="8289" y="13142"/>
                    <a:pt x="8283" y="13136"/>
                    <a:pt x="8276" y="13136"/>
                  </a:cubicBezTo>
                  <a:close/>
                  <a:moveTo>
                    <a:pt x="6933" y="13407"/>
                  </a:moveTo>
                  <a:cubicBezTo>
                    <a:pt x="6939" y="13407"/>
                    <a:pt x="6944" y="13409"/>
                    <a:pt x="6948" y="13413"/>
                  </a:cubicBezTo>
                  <a:cubicBezTo>
                    <a:pt x="6948" y="13413"/>
                    <a:pt x="6974" y="13439"/>
                    <a:pt x="6905" y="13507"/>
                  </a:cubicBezTo>
                  <a:cubicBezTo>
                    <a:pt x="6854" y="13551"/>
                    <a:pt x="6801" y="13589"/>
                    <a:pt x="6738" y="13614"/>
                  </a:cubicBezTo>
                  <a:cubicBezTo>
                    <a:pt x="6713" y="13586"/>
                    <a:pt x="6782" y="13520"/>
                    <a:pt x="6782" y="13520"/>
                  </a:cubicBezTo>
                  <a:cubicBezTo>
                    <a:pt x="6840" y="13462"/>
                    <a:pt x="6900" y="13407"/>
                    <a:pt x="6933" y="13407"/>
                  </a:cubicBezTo>
                  <a:close/>
                  <a:moveTo>
                    <a:pt x="23765" y="13617"/>
                  </a:moveTo>
                  <a:cubicBezTo>
                    <a:pt x="23778" y="13617"/>
                    <a:pt x="23789" y="13619"/>
                    <a:pt x="23796" y="13627"/>
                  </a:cubicBezTo>
                  <a:lnTo>
                    <a:pt x="23727" y="13692"/>
                  </a:lnTo>
                  <a:cubicBezTo>
                    <a:pt x="23689" y="13730"/>
                    <a:pt x="23663" y="13739"/>
                    <a:pt x="23648" y="13739"/>
                  </a:cubicBezTo>
                  <a:cubicBezTo>
                    <a:pt x="23635" y="13739"/>
                    <a:pt x="23630" y="13733"/>
                    <a:pt x="23630" y="13733"/>
                  </a:cubicBezTo>
                  <a:cubicBezTo>
                    <a:pt x="23630" y="13733"/>
                    <a:pt x="23605" y="13705"/>
                    <a:pt x="23674" y="13639"/>
                  </a:cubicBezTo>
                  <a:cubicBezTo>
                    <a:pt x="23674" y="13639"/>
                    <a:pt x="23727" y="13617"/>
                    <a:pt x="23765" y="13617"/>
                  </a:cubicBezTo>
                  <a:close/>
                  <a:moveTo>
                    <a:pt x="6290" y="13713"/>
                  </a:moveTo>
                  <a:cubicBezTo>
                    <a:pt x="6276" y="13713"/>
                    <a:pt x="6251" y="13721"/>
                    <a:pt x="6212" y="13758"/>
                  </a:cubicBezTo>
                  <a:lnTo>
                    <a:pt x="6143" y="13827"/>
                  </a:lnTo>
                  <a:cubicBezTo>
                    <a:pt x="6149" y="13834"/>
                    <a:pt x="6160" y="13837"/>
                    <a:pt x="6173" y="13837"/>
                  </a:cubicBezTo>
                  <a:cubicBezTo>
                    <a:pt x="6210" y="13837"/>
                    <a:pt x="6262" y="13815"/>
                    <a:pt x="6262" y="13815"/>
                  </a:cubicBezTo>
                  <a:cubicBezTo>
                    <a:pt x="6334" y="13746"/>
                    <a:pt x="6306" y="13717"/>
                    <a:pt x="6306" y="13717"/>
                  </a:cubicBezTo>
                  <a:cubicBezTo>
                    <a:pt x="6306" y="13717"/>
                    <a:pt x="6301" y="13713"/>
                    <a:pt x="6290" y="13713"/>
                  </a:cubicBezTo>
                  <a:close/>
                  <a:moveTo>
                    <a:pt x="5596" y="14527"/>
                  </a:moveTo>
                  <a:cubicBezTo>
                    <a:pt x="5604" y="14527"/>
                    <a:pt x="5610" y="14534"/>
                    <a:pt x="5620" y="14545"/>
                  </a:cubicBezTo>
                  <a:lnTo>
                    <a:pt x="5551" y="14611"/>
                  </a:lnTo>
                  <a:lnTo>
                    <a:pt x="5457" y="14651"/>
                  </a:lnTo>
                  <a:lnTo>
                    <a:pt x="5526" y="14582"/>
                  </a:lnTo>
                  <a:cubicBezTo>
                    <a:pt x="5567" y="14543"/>
                    <a:pt x="5584" y="14527"/>
                    <a:pt x="5596" y="14527"/>
                  </a:cubicBezTo>
                  <a:close/>
                  <a:moveTo>
                    <a:pt x="4993" y="15102"/>
                  </a:moveTo>
                  <a:cubicBezTo>
                    <a:pt x="5015" y="15102"/>
                    <a:pt x="5029" y="15124"/>
                    <a:pt x="5021" y="15178"/>
                  </a:cubicBezTo>
                  <a:lnTo>
                    <a:pt x="4883" y="15313"/>
                  </a:lnTo>
                  <a:cubicBezTo>
                    <a:pt x="4858" y="15287"/>
                    <a:pt x="4830" y="15259"/>
                    <a:pt x="4902" y="15190"/>
                  </a:cubicBezTo>
                  <a:cubicBezTo>
                    <a:pt x="4925" y="15138"/>
                    <a:pt x="4965" y="15102"/>
                    <a:pt x="4993" y="15102"/>
                  </a:cubicBezTo>
                  <a:close/>
                  <a:moveTo>
                    <a:pt x="4570" y="15830"/>
                  </a:moveTo>
                  <a:lnTo>
                    <a:pt x="4595" y="15858"/>
                  </a:lnTo>
                  <a:cubicBezTo>
                    <a:pt x="4534" y="15916"/>
                    <a:pt x="4492" y="15997"/>
                    <a:pt x="4466" y="15997"/>
                  </a:cubicBezTo>
                  <a:cubicBezTo>
                    <a:pt x="4463" y="15997"/>
                    <a:pt x="4460" y="15995"/>
                    <a:pt x="4457" y="15993"/>
                  </a:cubicBezTo>
                  <a:cubicBezTo>
                    <a:pt x="4446" y="16003"/>
                    <a:pt x="4439" y="16008"/>
                    <a:pt x="4437" y="16008"/>
                  </a:cubicBezTo>
                  <a:cubicBezTo>
                    <a:pt x="4424" y="16008"/>
                    <a:pt x="4512" y="15885"/>
                    <a:pt x="4570" y="15830"/>
                  </a:cubicBezTo>
                  <a:close/>
                  <a:moveTo>
                    <a:pt x="3730" y="16065"/>
                  </a:moveTo>
                  <a:lnTo>
                    <a:pt x="3755" y="16093"/>
                  </a:lnTo>
                  <a:lnTo>
                    <a:pt x="3783" y="16121"/>
                  </a:lnTo>
                  <a:lnTo>
                    <a:pt x="3730" y="16065"/>
                  </a:lnTo>
                  <a:close/>
                  <a:moveTo>
                    <a:pt x="20955" y="16266"/>
                  </a:moveTo>
                  <a:cubicBezTo>
                    <a:pt x="20959" y="16266"/>
                    <a:pt x="20963" y="16268"/>
                    <a:pt x="20966" y="16272"/>
                  </a:cubicBezTo>
                  <a:lnTo>
                    <a:pt x="20994" y="16297"/>
                  </a:lnTo>
                  <a:cubicBezTo>
                    <a:pt x="20956" y="16382"/>
                    <a:pt x="20917" y="16465"/>
                    <a:pt x="20891" y="16465"/>
                  </a:cubicBezTo>
                  <a:cubicBezTo>
                    <a:pt x="20888" y="16465"/>
                    <a:pt x="20884" y="16463"/>
                    <a:pt x="20881" y="16460"/>
                  </a:cubicBezTo>
                  <a:cubicBezTo>
                    <a:pt x="20881" y="16460"/>
                    <a:pt x="20853" y="16431"/>
                    <a:pt x="20897" y="16337"/>
                  </a:cubicBezTo>
                  <a:cubicBezTo>
                    <a:pt x="20897" y="16337"/>
                    <a:pt x="20930" y="16266"/>
                    <a:pt x="20955" y="16266"/>
                  </a:cubicBezTo>
                  <a:close/>
                  <a:moveTo>
                    <a:pt x="3103" y="17096"/>
                  </a:moveTo>
                  <a:lnTo>
                    <a:pt x="3103" y="17096"/>
                  </a:lnTo>
                  <a:cubicBezTo>
                    <a:pt x="3131" y="17124"/>
                    <a:pt x="3157" y="17152"/>
                    <a:pt x="3088" y="17218"/>
                  </a:cubicBezTo>
                  <a:lnTo>
                    <a:pt x="3019" y="17287"/>
                  </a:lnTo>
                  <a:cubicBezTo>
                    <a:pt x="2990" y="17259"/>
                    <a:pt x="3034" y="17165"/>
                    <a:pt x="3034" y="17165"/>
                  </a:cubicBezTo>
                  <a:lnTo>
                    <a:pt x="3103" y="17096"/>
                  </a:lnTo>
                  <a:close/>
                  <a:moveTo>
                    <a:pt x="2475" y="17466"/>
                  </a:moveTo>
                  <a:cubicBezTo>
                    <a:pt x="2484" y="17466"/>
                    <a:pt x="2479" y="17497"/>
                    <a:pt x="2470" y="17553"/>
                  </a:cubicBezTo>
                  <a:lnTo>
                    <a:pt x="2386" y="17744"/>
                  </a:lnTo>
                  <a:cubicBezTo>
                    <a:pt x="2369" y="17759"/>
                    <a:pt x="2359" y="17766"/>
                    <a:pt x="2353" y="17766"/>
                  </a:cubicBezTo>
                  <a:cubicBezTo>
                    <a:pt x="2332" y="17766"/>
                    <a:pt x="2362" y="17688"/>
                    <a:pt x="2376" y="17594"/>
                  </a:cubicBezTo>
                  <a:cubicBezTo>
                    <a:pt x="2437" y="17507"/>
                    <a:pt x="2465" y="17466"/>
                    <a:pt x="2475" y="17466"/>
                  </a:cubicBezTo>
                  <a:close/>
                  <a:moveTo>
                    <a:pt x="18735" y="18619"/>
                  </a:moveTo>
                  <a:cubicBezTo>
                    <a:pt x="18770" y="18619"/>
                    <a:pt x="18775" y="18680"/>
                    <a:pt x="18694" y="18797"/>
                  </a:cubicBezTo>
                  <a:cubicBezTo>
                    <a:pt x="18652" y="18839"/>
                    <a:pt x="18635" y="18856"/>
                    <a:pt x="18623" y="18856"/>
                  </a:cubicBezTo>
                  <a:cubicBezTo>
                    <a:pt x="18615" y="18856"/>
                    <a:pt x="18608" y="18849"/>
                    <a:pt x="18597" y="18838"/>
                  </a:cubicBezTo>
                  <a:cubicBezTo>
                    <a:pt x="18572" y="18810"/>
                    <a:pt x="18616" y="18716"/>
                    <a:pt x="18685" y="18647"/>
                  </a:cubicBezTo>
                  <a:cubicBezTo>
                    <a:pt x="18704" y="18629"/>
                    <a:pt x="18722" y="18619"/>
                    <a:pt x="18735" y="18619"/>
                  </a:cubicBezTo>
                  <a:close/>
                  <a:moveTo>
                    <a:pt x="1102" y="19276"/>
                  </a:moveTo>
                  <a:cubicBezTo>
                    <a:pt x="1112" y="19276"/>
                    <a:pt x="1126" y="19284"/>
                    <a:pt x="1145" y="19296"/>
                  </a:cubicBezTo>
                  <a:cubicBezTo>
                    <a:pt x="1176" y="19314"/>
                    <a:pt x="1207" y="19336"/>
                    <a:pt x="1138" y="19524"/>
                  </a:cubicBezTo>
                  <a:cubicBezTo>
                    <a:pt x="1091" y="19609"/>
                    <a:pt x="1051" y="19700"/>
                    <a:pt x="1051" y="19700"/>
                  </a:cubicBezTo>
                  <a:cubicBezTo>
                    <a:pt x="1051" y="19700"/>
                    <a:pt x="1057" y="19593"/>
                    <a:pt x="1073" y="19487"/>
                  </a:cubicBezTo>
                  <a:cubicBezTo>
                    <a:pt x="1077" y="19324"/>
                    <a:pt x="1078" y="19276"/>
                    <a:pt x="1102" y="19276"/>
                  </a:cubicBezTo>
                  <a:close/>
                  <a:moveTo>
                    <a:pt x="806" y="19687"/>
                  </a:moveTo>
                  <a:lnTo>
                    <a:pt x="838" y="19703"/>
                  </a:lnTo>
                  <a:lnTo>
                    <a:pt x="828" y="19813"/>
                  </a:lnTo>
                  <a:lnTo>
                    <a:pt x="750" y="19888"/>
                  </a:lnTo>
                  <a:cubicBezTo>
                    <a:pt x="715" y="19872"/>
                    <a:pt x="759" y="19778"/>
                    <a:pt x="806" y="19687"/>
                  </a:cubicBezTo>
                  <a:close/>
                  <a:moveTo>
                    <a:pt x="634" y="23611"/>
                  </a:moveTo>
                  <a:lnTo>
                    <a:pt x="634" y="23611"/>
                  </a:lnTo>
                  <a:cubicBezTo>
                    <a:pt x="599" y="23620"/>
                    <a:pt x="621" y="23714"/>
                    <a:pt x="643" y="23811"/>
                  </a:cubicBezTo>
                  <a:cubicBezTo>
                    <a:pt x="646" y="23999"/>
                    <a:pt x="717" y="24082"/>
                    <a:pt x="752" y="24082"/>
                  </a:cubicBezTo>
                  <a:cubicBezTo>
                    <a:pt x="755" y="24082"/>
                    <a:pt x="757" y="24082"/>
                    <a:pt x="759" y="24081"/>
                  </a:cubicBezTo>
                  <a:cubicBezTo>
                    <a:pt x="800" y="24072"/>
                    <a:pt x="756" y="23984"/>
                    <a:pt x="715" y="23793"/>
                  </a:cubicBezTo>
                  <a:cubicBezTo>
                    <a:pt x="700" y="23730"/>
                    <a:pt x="671" y="23667"/>
                    <a:pt x="634" y="23611"/>
                  </a:cubicBezTo>
                  <a:close/>
                  <a:moveTo>
                    <a:pt x="744" y="24330"/>
                  </a:moveTo>
                  <a:cubicBezTo>
                    <a:pt x="759" y="24330"/>
                    <a:pt x="793" y="24369"/>
                    <a:pt x="847" y="24466"/>
                  </a:cubicBezTo>
                  <a:lnTo>
                    <a:pt x="928" y="24645"/>
                  </a:lnTo>
                  <a:cubicBezTo>
                    <a:pt x="927" y="24645"/>
                    <a:pt x="926" y="24646"/>
                    <a:pt x="925" y="24646"/>
                  </a:cubicBezTo>
                  <a:cubicBezTo>
                    <a:pt x="888" y="24646"/>
                    <a:pt x="771" y="24491"/>
                    <a:pt x="747" y="24397"/>
                  </a:cubicBezTo>
                  <a:cubicBezTo>
                    <a:pt x="733" y="24355"/>
                    <a:pt x="732" y="24330"/>
                    <a:pt x="744" y="24330"/>
                  </a:cubicBezTo>
                  <a:close/>
                  <a:moveTo>
                    <a:pt x="6261" y="27729"/>
                  </a:moveTo>
                  <a:cubicBezTo>
                    <a:pt x="6180" y="27729"/>
                    <a:pt x="6178" y="27765"/>
                    <a:pt x="6178" y="27804"/>
                  </a:cubicBezTo>
                  <a:lnTo>
                    <a:pt x="6268" y="27804"/>
                  </a:lnTo>
                  <a:cubicBezTo>
                    <a:pt x="6268" y="27804"/>
                    <a:pt x="6362" y="27769"/>
                    <a:pt x="6362" y="27729"/>
                  </a:cubicBezTo>
                  <a:lnTo>
                    <a:pt x="6362" y="27729"/>
                  </a:lnTo>
                  <a:cubicBezTo>
                    <a:pt x="6352" y="27730"/>
                    <a:pt x="6342" y="27730"/>
                    <a:pt x="6331" y="27730"/>
                  </a:cubicBezTo>
                  <a:cubicBezTo>
                    <a:pt x="6311" y="27730"/>
                    <a:pt x="6290" y="27729"/>
                    <a:pt x="6272" y="27729"/>
                  </a:cubicBezTo>
                  <a:cubicBezTo>
                    <a:pt x="6268" y="27729"/>
                    <a:pt x="6265" y="27729"/>
                    <a:pt x="6261" y="27729"/>
                  </a:cubicBezTo>
                  <a:close/>
                  <a:moveTo>
                    <a:pt x="8662" y="27860"/>
                  </a:moveTo>
                  <a:cubicBezTo>
                    <a:pt x="8671" y="27860"/>
                    <a:pt x="8678" y="27877"/>
                    <a:pt x="8691" y="27907"/>
                  </a:cubicBezTo>
                  <a:cubicBezTo>
                    <a:pt x="8707" y="27942"/>
                    <a:pt x="8719" y="27979"/>
                    <a:pt x="8625" y="28017"/>
                  </a:cubicBezTo>
                  <a:cubicBezTo>
                    <a:pt x="8561" y="28074"/>
                    <a:pt x="8518" y="28098"/>
                    <a:pt x="8498" y="28098"/>
                  </a:cubicBezTo>
                  <a:cubicBezTo>
                    <a:pt x="8468" y="28098"/>
                    <a:pt x="8497" y="28037"/>
                    <a:pt x="8597" y="27948"/>
                  </a:cubicBezTo>
                  <a:cubicBezTo>
                    <a:pt x="8634" y="27887"/>
                    <a:pt x="8650" y="27860"/>
                    <a:pt x="8662" y="27860"/>
                  </a:cubicBezTo>
                  <a:close/>
                  <a:moveTo>
                    <a:pt x="4792" y="28030"/>
                  </a:moveTo>
                  <a:cubicBezTo>
                    <a:pt x="4890" y="28051"/>
                    <a:pt x="4977" y="28108"/>
                    <a:pt x="4968" y="28145"/>
                  </a:cubicBezTo>
                  <a:cubicBezTo>
                    <a:pt x="5014" y="28203"/>
                    <a:pt x="5034" y="28226"/>
                    <a:pt x="5002" y="28226"/>
                  </a:cubicBezTo>
                  <a:cubicBezTo>
                    <a:pt x="4979" y="28226"/>
                    <a:pt x="4931" y="28215"/>
                    <a:pt x="4849" y="28196"/>
                  </a:cubicBezTo>
                  <a:cubicBezTo>
                    <a:pt x="4752" y="28177"/>
                    <a:pt x="4654" y="28142"/>
                    <a:pt x="4664" y="28108"/>
                  </a:cubicBezTo>
                  <a:lnTo>
                    <a:pt x="4664" y="28108"/>
                  </a:lnTo>
                  <a:lnTo>
                    <a:pt x="4761" y="28136"/>
                  </a:lnTo>
                  <a:cubicBezTo>
                    <a:pt x="4757" y="28150"/>
                    <a:pt x="4771" y="28157"/>
                    <a:pt x="4784" y="28157"/>
                  </a:cubicBezTo>
                  <a:cubicBezTo>
                    <a:pt x="4806" y="28157"/>
                    <a:pt x="4828" y="28139"/>
                    <a:pt x="4774" y="28102"/>
                  </a:cubicBezTo>
                  <a:cubicBezTo>
                    <a:pt x="4783" y="28064"/>
                    <a:pt x="4792" y="28030"/>
                    <a:pt x="4792" y="28030"/>
                  </a:cubicBezTo>
                  <a:close/>
                  <a:moveTo>
                    <a:pt x="4410" y="28230"/>
                  </a:moveTo>
                  <a:lnTo>
                    <a:pt x="4410" y="28230"/>
                  </a:lnTo>
                  <a:cubicBezTo>
                    <a:pt x="4398" y="28268"/>
                    <a:pt x="4398" y="28268"/>
                    <a:pt x="4498" y="28296"/>
                  </a:cubicBezTo>
                  <a:lnTo>
                    <a:pt x="4598" y="28327"/>
                  </a:lnTo>
                  <a:lnTo>
                    <a:pt x="4510" y="28261"/>
                  </a:lnTo>
                  <a:lnTo>
                    <a:pt x="4410" y="28230"/>
                  </a:lnTo>
                  <a:close/>
                  <a:moveTo>
                    <a:pt x="6058" y="28293"/>
                  </a:moveTo>
                  <a:lnTo>
                    <a:pt x="6156" y="28330"/>
                  </a:lnTo>
                  <a:cubicBezTo>
                    <a:pt x="6156" y="28360"/>
                    <a:pt x="6102" y="28367"/>
                    <a:pt x="6032" y="28367"/>
                  </a:cubicBezTo>
                  <a:cubicBezTo>
                    <a:pt x="6007" y="28367"/>
                    <a:pt x="5980" y="28366"/>
                    <a:pt x="5952" y="28365"/>
                  </a:cubicBezTo>
                  <a:cubicBezTo>
                    <a:pt x="5852" y="28355"/>
                    <a:pt x="5852" y="28355"/>
                    <a:pt x="5855" y="28318"/>
                  </a:cubicBezTo>
                  <a:cubicBezTo>
                    <a:pt x="5921" y="28302"/>
                    <a:pt x="5989" y="28293"/>
                    <a:pt x="6058" y="28293"/>
                  </a:cubicBezTo>
                  <a:close/>
                  <a:moveTo>
                    <a:pt x="23109" y="4"/>
                  </a:moveTo>
                  <a:cubicBezTo>
                    <a:pt x="23070" y="5"/>
                    <a:pt x="23031" y="5"/>
                    <a:pt x="22993" y="5"/>
                  </a:cubicBezTo>
                  <a:cubicBezTo>
                    <a:pt x="22954" y="5"/>
                    <a:pt x="22917" y="5"/>
                    <a:pt x="22881" y="5"/>
                  </a:cubicBezTo>
                  <a:cubicBezTo>
                    <a:pt x="22809" y="5"/>
                    <a:pt x="22743" y="5"/>
                    <a:pt x="22690" y="10"/>
                  </a:cubicBezTo>
                  <a:cubicBezTo>
                    <a:pt x="22586" y="15"/>
                    <a:pt x="22456" y="18"/>
                    <a:pt x="22338" y="18"/>
                  </a:cubicBezTo>
                  <a:cubicBezTo>
                    <a:pt x="22220" y="18"/>
                    <a:pt x="22114" y="15"/>
                    <a:pt x="22060" y="7"/>
                  </a:cubicBezTo>
                  <a:cubicBezTo>
                    <a:pt x="21922" y="23"/>
                    <a:pt x="21784" y="54"/>
                    <a:pt x="21649" y="101"/>
                  </a:cubicBezTo>
                  <a:cubicBezTo>
                    <a:pt x="21576" y="141"/>
                    <a:pt x="21443" y="180"/>
                    <a:pt x="21378" y="180"/>
                  </a:cubicBezTo>
                  <a:cubicBezTo>
                    <a:pt x="21358" y="180"/>
                    <a:pt x="21344" y="176"/>
                    <a:pt x="21342" y="167"/>
                  </a:cubicBezTo>
                  <a:lnTo>
                    <a:pt x="21242" y="192"/>
                  </a:lnTo>
                  <a:lnTo>
                    <a:pt x="20947" y="308"/>
                  </a:lnTo>
                  <a:cubicBezTo>
                    <a:pt x="20943" y="291"/>
                    <a:pt x="20919" y="281"/>
                    <a:pt x="20887" y="281"/>
                  </a:cubicBezTo>
                  <a:cubicBezTo>
                    <a:pt x="20845" y="281"/>
                    <a:pt x="20788" y="297"/>
                    <a:pt x="20737" y="336"/>
                  </a:cubicBezTo>
                  <a:cubicBezTo>
                    <a:pt x="20750" y="374"/>
                    <a:pt x="20649" y="405"/>
                    <a:pt x="20455" y="474"/>
                  </a:cubicBezTo>
                  <a:cubicBezTo>
                    <a:pt x="20248" y="546"/>
                    <a:pt x="20045" y="634"/>
                    <a:pt x="19847" y="731"/>
                  </a:cubicBezTo>
                  <a:cubicBezTo>
                    <a:pt x="19694" y="816"/>
                    <a:pt x="19515" y="910"/>
                    <a:pt x="19336" y="1022"/>
                  </a:cubicBezTo>
                  <a:cubicBezTo>
                    <a:pt x="19164" y="1148"/>
                    <a:pt x="18976" y="1270"/>
                    <a:pt x="18804" y="1411"/>
                  </a:cubicBezTo>
                  <a:cubicBezTo>
                    <a:pt x="18641" y="1555"/>
                    <a:pt x="18462" y="1706"/>
                    <a:pt x="18324" y="1837"/>
                  </a:cubicBezTo>
                  <a:lnTo>
                    <a:pt x="17958" y="2204"/>
                  </a:lnTo>
                  <a:lnTo>
                    <a:pt x="17701" y="2464"/>
                  </a:lnTo>
                  <a:cubicBezTo>
                    <a:pt x="17669" y="2495"/>
                    <a:pt x="17638" y="2530"/>
                    <a:pt x="17613" y="2571"/>
                  </a:cubicBezTo>
                  <a:lnTo>
                    <a:pt x="17403" y="2771"/>
                  </a:lnTo>
                  <a:lnTo>
                    <a:pt x="17196" y="2975"/>
                  </a:lnTo>
                  <a:cubicBezTo>
                    <a:pt x="17192" y="2971"/>
                    <a:pt x="17187" y="2969"/>
                    <a:pt x="17181" y="2969"/>
                  </a:cubicBezTo>
                  <a:cubicBezTo>
                    <a:pt x="17099" y="2969"/>
                    <a:pt x="16810" y="3301"/>
                    <a:pt x="16641" y="3514"/>
                  </a:cubicBezTo>
                  <a:cubicBezTo>
                    <a:pt x="16594" y="3602"/>
                    <a:pt x="16532" y="3680"/>
                    <a:pt x="16456" y="3746"/>
                  </a:cubicBezTo>
                  <a:cubicBezTo>
                    <a:pt x="16451" y="3739"/>
                    <a:pt x="16443" y="3736"/>
                    <a:pt x="16433" y="3736"/>
                  </a:cubicBezTo>
                  <a:cubicBezTo>
                    <a:pt x="16359" y="3736"/>
                    <a:pt x="16183" y="3912"/>
                    <a:pt x="16083" y="4053"/>
                  </a:cubicBezTo>
                  <a:cubicBezTo>
                    <a:pt x="16072" y="4148"/>
                    <a:pt x="16029" y="4209"/>
                    <a:pt x="15985" y="4209"/>
                  </a:cubicBezTo>
                  <a:cubicBezTo>
                    <a:pt x="15972" y="4209"/>
                    <a:pt x="15958" y="4203"/>
                    <a:pt x="15946" y="4191"/>
                  </a:cubicBezTo>
                  <a:cubicBezTo>
                    <a:pt x="15938" y="4182"/>
                    <a:pt x="15928" y="4178"/>
                    <a:pt x="15917" y="4178"/>
                  </a:cubicBezTo>
                  <a:cubicBezTo>
                    <a:pt x="15854" y="4178"/>
                    <a:pt x="15745" y="4302"/>
                    <a:pt x="15695" y="4485"/>
                  </a:cubicBezTo>
                  <a:cubicBezTo>
                    <a:pt x="15651" y="4582"/>
                    <a:pt x="15651" y="4582"/>
                    <a:pt x="15557" y="4623"/>
                  </a:cubicBezTo>
                  <a:cubicBezTo>
                    <a:pt x="15435" y="4633"/>
                    <a:pt x="15366" y="4702"/>
                    <a:pt x="15391" y="4730"/>
                  </a:cubicBezTo>
                  <a:cubicBezTo>
                    <a:pt x="15372" y="4852"/>
                    <a:pt x="15303" y="4918"/>
                    <a:pt x="15184" y="4930"/>
                  </a:cubicBezTo>
                  <a:cubicBezTo>
                    <a:pt x="14993" y="5012"/>
                    <a:pt x="14993" y="5012"/>
                    <a:pt x="14974" y="5134"/>
                  </a:cubicBezTo>
                  <a:cubicBezTo>
                    <a:pt x="14958" y="5256"/>
                    <a:pt x="14680" y="5526"/>
                    <a:pt x="14557" y="5538"/>
                  </a:cubicBezTo>
                  <a:cubicBezTo>
                    <a:pt x="14488" y="5607"/>
                    <a:pt x="14394" y="5645"/>
                    <a:pt x="14419" y="5673"/>
                  </a:cubicBezTo>
                  <a:lnTo>
                    <a:pt x="14325" y="5714"/>
                  </a:lnTo>
                  <a:lnTo>
                    <a:pt x="14184" y="5848"/>
                  </a:lnTo>
                  <a:lnTo>
                    <a:pt x="14213" y="5877"/>
                  </a:lnTo>
                  <a:cubicBezTo>
                    <a:pt x="14141" y="5942"/>
                    <a:pt x="13699" y="6322"/>
                    <a:pt x="13213" y="6792"/>
                  </a:cubicBezTo>
                  <a:cubicBezTo>
                    <a:pt x="12525" y="7462"/>
                    <a:pt x="12344" y="7637"/>
                    <a:pt x="12386" y="7637"/>
                  </a:cubicBezTo>
                  <a:cubicBezTo>
                    <a:pt x="12391" y="7637"/>
                    <a:pt x="12398" y="7635"/>
                    <a:pt x="12408" y="7632"/>
                  </a:cubicBezTo>
                  <a:cubicBezTo>
                    <a:pt x="12413" y="7631"/>
                    <a:pt x="12418" y="7631"/>
                    <a:pt x="12422" y="7631"/>
                  </a:cubicBezTo>
                  <a:cubicBezTo>
                    <a:pt x="12514" y="7631"/>
                    <a:pt x="12383" y="7754"/>
                    <a:pt x="12267" y="7766"/>
                  </a:cubicBezTo>
                  <a:cubicBezTo>
                    <a:pt x="12198" y="7832"/>
                    <a:pt x="12035" y="7942"/>
                    <a:pt x="11894" y="8077"/>
                  </a:cubicBezTo>
                  <a:cubicBezTo>
                    <a:pt x="11768" y="8199"/>
                    <a:pt x="11643" y="8322"/>
                    <a:pt x="11600" y="8322"/>
                  </a:cubicBezTo>
                  <a:cubicBezTo>
                    <a:pt x="11596" y="8322"/>
                    <a:pt x="11592" y="8320"/>
                    <a:pt x="11590" y="8318"/>
                  </a:cubicBezTo>
                  <a:lnTo>
                    <a:pt x="11521" y="8384"/>
                  </a:lnTo>
                  <a:cubicBezTo>
                    <a:pt x="11436" y="8575"/>
                    <a:pt x="11019" y="8979"/>
                    <a:pt x="10784" y="9155"/>
                  </a:cubicBezTo>
                  <a:cubicBezTo>
                    <a:pt x="10662" y="9264"/>
                    <a:pt x="10555" y="9387"/>
                    <a:pt x="10461" y="9521"/>
                  </a:cubicBezTo>
                  <a:cubicBezTo>
                    <a:pt x="10349" y="9681"/>
                    <a:pt x="10349" y="9681"/>
                    <a:pt x="10255" y="9722"/>
                  </a:cubicBezTo>
                  <a:cubicBezTo>
                    <a:pt x="10254" y="9721"/>
                    <a:pt x="10252" y="9720"/>
                    <a:pt x="10250" y="9720"/>
                  </a:cubicBezTo>
                  <a:cubicBezTo>
                    <a:pt x="10199" y="9720"/>
                    <a:pt x="9789" y="10075"/>
                    <a:pt x="9838" y="10126"/>
                  </a:cubicBezTo>
                  <a:lnTo>
                    <a:pt x="9744" y="10167"/>
                  </a:lnTo>
                  <a:cubicBezTo>
                    <a:pt x="9647" y="10208"/>
                    <a:pt x="9603" y="10302"/>
                    <a:pt x="9631" y="10330"/>
                  </a:cubicBezTo>
                  <a:cubicBezTo>
                    <a:pt x="9676" y="10380"/>
                    <a:pt x="9625" y="10439"/>
                    <a:pt x="9507" y="10439"/>
                  </a:cubicBezTo>
                  <a:cubicBezTo>
                    <a:pt x="9494" y="10439"/>
                    <a:pt x="9480" y="10438"/>
                    <a:pt x="9465" y="10436"/>
                  </a:cubicBezTo>
                  <a:cubicBezTo>
                    <a:pt x="9451" y="10422"/>
                    <a:pt x="9436" y="10416"/>
                    <a:pt x="9421" y="10416"/>
                  </a:cubicBezTo>
                  <a:cubicBezTo>
                    <a:pt x="9383" y="10416"/>
                    <a:pt x="9350" y="10457"/>
                    <a:pt x="9371" y="10477"/>
                  </a:cubicBezTo>
                  <a:cubicBezTo>
                    <a:pt x="9327" y="10571"/>
                    <a:pt x="9283" y="10668"/>
                    <a:pt x="9189" y="10706"/>
                  </a:cubicBezTo>
                  <a:cubicBezTo>
                    <a:pt x="9117" y="10775"/>
                    <a:pt x="9048" y="10841"/>
                    <a:pt x="9101" y="10897"/>
                  </a:cubicBezTo>
                  <a:cubicBezTo>
                    <a:pt x="9126" y="10925"/>
                    <a:pt x="9057" y="10991"/>
                    <a:pt x="8989" y="11060"/>
                  </a:cubicBezTo>
                  <a:cubicBezTo>
                    <a:pt x="8963" y="11032"/>
                    <a:pt x="8963" y="11032"/>
                    <a:pt x="9004" y="10938"/>
                  </a:cubicBezTo>
                  <a:lnTo>
                    <a:pt x="9004" y="10938"/>
                  </a:lnTo>
                  <a:lnTo>
                    <a:pt x="8866" y="11073"/>
                  </a:lnTo>
                  <a:cubicBezTo>
                    <a:pt x="8805" y="11131"/>
                    <a:pt x="8667" y="11224"/>
                    <a:pt x="8619" y="11224"/>
                  </a:cubicBezTo>
                  <a:cubicBezTo>
                    <a:pt x="8613" y="11224"/>
                    <a:pt x="8609" y="11223"/>
                    <a:pt x="8606" y="11220"/>
                  </a:cubicBezTo>
                  <a:cubicBezTo>
                    <a:pt x="8520" y="11257"/>
                    <a:pt x="8453" y="11315"/>
                    <a:pt x="8535" y="11315"/>
                  </a:cubicBezTo>
                  <a:cubicBezTo>
                    <a:pt x="8543" y="11315"/>
                    <a:pt x="8552" y="11315"/>
                    <a:pt x="8562" y="11314"/>
                  </a:cubicBezTo>
                  <a:lnTo>
                    <a:pt x="8562" y="11314"/>
                  </a:lnTo>
                  <a:cubicBezTo>
                    <a:pt x="8616" y="11370"/>
                    <a:pt x="8616" y="11370"/>
                    <a:pt x="8475" y="11505"/>
                  </a:cubicBezTo>
                  <a:cubicBezTo>
                    <a:pt x="8417" y="11560"/>
                    <a:pt x="8359" y="11618"/>
                    <a:pt x="8327" y="11618"/>
                  </a:cubicBezTo>
                  <a:cubicBezTo>
                    <a:pt x="8321" y="11618"/>
                    <a:pt x="8316" y="11616"/>
                    <a:pt x="8312" y="11612"/>
                  </a:cubicBezTo>
                  <a:cubicBezTo>
                    <a:pt x="8304" y="11603"/>
                    <a:pt x="8298" y="11597"/>
                    <a:pt x="8290" y="11597"/>
                  </a:cubicBezTo>
                  <a:cubicBezTo>
                    <a:pt x="8273" y="11597"/>
                    <a:pt x="8242" y="11626"/>
                    <a:pt x="8146" y="11718"/>
                  </a:cubicBezTo>
                  <a:cubicBezTo>
                    <a:pt x="7939" y="11922"/>
                    <a:pt x="7807" y="12207"/>
                    <a:pt x="7791" y="12329"/>
                  </a:cubicBezTo>
                  <a:cubicBezTo>
                    <a:pt x="7842" y="12386"/>
                    <a:pt x="7842" y="12386"/>
                    <a:pt x="7719" y="12398"/>
                  </a:cubicBezTo>
                  <a:cubicBezTo>
                    <a:pt x="7715" y="12394"/>
                    <a:pt x="7710" y="12391"/>
                    <a:pt x="7704" y="12391"/>
                  </a:cubicBezTo>
                  <a:cubicBezTo>
                    <a:pt x="7672" y="12391"/>
                    <a:pt x="7614" y="12447"/>
                    <a:pt x="7556" y="12505"/>
                  </a:cubicBezTo>
                  <a:cubicBezTo>
                    <a:pt x="7531" y="12476"/>
                    <a:pt x="7600" y="12411"/>
                    <a:pt x="7669" y="12342"/>
                  </a:cubicBezTo>
                  <a:lnTo>
                    <a:pt x="7644" y="12314"/>
                  </a:lnTo>
                  <a:cubicBezTo>
                    <a:pt x="7522" y="12326"/>
                    <a:pt x="7453" y="12395"/>
                    <a:pt x="7434" y="12517"/>
                  </a:cubicBezTo>
                  <a:cubicBezTo>
                    <a:pt x="7390" y="12611"/>
                    <a:pt x="7390" y="12611"/>
                    <a:pt x="7296" y="12652"/>
                  </a:cubicBezTo>
                  <a:cubicBezTo>
                    <a:pt x="7199" y="12693"/>
                    <a:pt x="7105" y="12730"/>
                    <a:pt x="7130" y="12759"/>
                  </a:cubicBezTo>
                  <a:cubicBezTo>
                    <a:pt x="7130" y="12759"/>
                    <a:pt x="6992" y="12893"/>
                    <a:pt x="6898" y="12934"/>
                  </a:cubicBezTo>
                  <a:cubicBezTo>
                    <a:pt x="6757" y="13069"/>
                    <a:pt x="6688" y="13138"/>
                    <a:pt x="6713" y="13163"/>
                  </a:cubicBezTo>
                  <a:cubicBezTo>
                    <a:pt x="6742" y="13191"/>
                    <a:pt x="6673" y="13260"/>
                    <a:pt x="6601" y="13326"/>
                  </a:cubicBezTo>
                  <a:cubicBezTo>
                    <a:pt x="6532" y="13395"/>
                    <a:pt x="6463" y="13460"/>
                    <a:pt x="6488" y="13489"/>
                  </a:cubicBezTo>
                  <a:cubicBezTo>
                    <a:pt x="6516" y="13517"/>
                    <a:pt x="6472" y="13611"/>
                    <a:pt x="6331" y="13746"/>
                  </a:cubicBezTo>
                  <a:cubicBezTo>
                    <a:pt x="6218" y="13909"/>
                    <a:pt x="6218" y="13909"/>
                    <a:pt x="6099" y="13921"/>
                  </a:cubicBezTo>
                  <a:cubicBezTo>
                    <a:pt x="6095" y="13917"/>
                    <a:pt x="6089" y="13915"/>
                    <a:pt x="6083" y="13915"/>
                  </a:cubicBezTo>
                  <a:cubicBezTo>
                    <a:pt x="6049" y="13915"/>
                    <a:pt x="5991" y="13972"/>
                    <a:pt x="5933" y="14028"/>
                  </a:cubicBezTo>
                  <a:cubicBezTo>
                    <a:pt x="5886" y="14075"/>
                    <a:pt x="5830" y="14109"/>
                    <a:pt x="5770" y="14137"/>
                  </a:cubicBezTo>
                  <a:cubicBezTo>
                    <a:pt x="5673" y="14175"/>
                    <a:pt x="5701" y="14203"/>
                    <a:pt x="5726" y="14231"/>
                  </a:cubicBezTo>
                  <a:lnTo>
                    <a:pt x="5776" y="14288"/>
                  </a:lnTo>
                  <a:cubicBezTo>
                    <a:pt x="5730" y="14332"/>
                    <a:pt x="5661" y="14352"/>
                    <a:pt x="5613" y="14352"/>
                  </a:cubicBezTo>
                  <a:cubicBezTo>
                    <a:pt x="5589" y="14352"/>
                    <a:pt x="5569" y="14347"/>
                    <a:pt x="5560" y="14338"/>
                  </a:cubicBezTo>
                  <a:cubicBezTo>
                    <a:pt x="5438" y="14350"/>
                    <a:pt x="5438" y="14350"/>
                    <a:pt x="5491" y="14407"/>
                  </a:cubicBezTo>
                  <a:cubicBezTo>
                    <a:pt x="5516" y="14435"/>
                    <a:pt x="5472" y="14529"/>
                    <a:pt x="5309" y="14636"/>
                  </a:cubicBezTo>
                  <a:cubicBezTo>
                    <a:pt x="5183" y="14759"/>
                    <a:pt x="5054" y="14883"/>
                    <a:pt x="5014" y="14883"/>
                  </a:cubicBezTo>
                  <a:cubicBezTo>
                    <a:pt x="5010" y="14883"/>
                    <a:pt x="5008" y="14882"/>
                    <a:pt x="5005" y="14880"/>
                  </a:cubicBezTo>
                  <a:cubicBezTo>
                    <a:pt x="4946" y="14908"/>
                    <a:pt x="4896" y="14955"/>
                    <a:pt x="4868" y="15015"/>
                  </a:cubicBezTo>
                  <a:cubicBezTo>
                    <a:pt x="4824" y="15109"/>
                    <a:pt x="4755" y="15175"/>
                    <a:pt x="4520" y="15350"/>
                  </a:cubicBezTo>
                  <a:cubicBezTo>
                    <a:pt x="4122" y="15632"/>
                    <a:pt x="4122" y="15632"/>
                    <a:pt x="4172" y="15689"/>
                  </a:cubicBezTo>
                  <a:cubicBezTo>
                    <a:pt x="4200" y="15717"/>
                    <a:pt x="4225" y="15745"/>
                    <a:pt x="4103" y="15754"/>
                  </a:cubicBezTo>
                  <a:cubicBezTo>
                    <a:pt x="4009" y="15795"/>
                    <a:pt x="3965" y="15892"/>
                    <a:pt x="3852" y="16052"/>
                  </a:cubicBezTo>
                  <a:cubicBezTo>
                    <a:pt x="3821" y="16115"/>
                    <a:pt x="3833" y="16187"/>
                    <a:pt x="3887" y="16231"/>
                  </a:cubicBezTo>
                  <a:cubicBezTo>
                    <a:pt x="3937" y="16287"/>
                    <a:pt x="3937" y="16287"/>
                    <a:pt x="3774" y="16394"/>
                  </a:cubicBezTo>
                  <a:cubicBezTo>
                    <a:pt x="3720" y="16445"/>
                    <a:pt x="3649" y="16481"/>
                    <a:pt x="3609" y="16481"/>
                  </a:cubicBezTo>
                  <a:cubicBezTo>
                    <a:pt x="3597" y="16481"/>
                    <a:pt x="3588" y="16478"/>
                    <a:pt x="3583" y="16472"/>
                  </a:cubicBezTo>
                  <a:cubicBezTo>
                    <a:pt x="3558" y="16447"/>
                    <a:pt x="3627" y="16378"/>
                    <a:pt x="3627" y="16378"/>
                  </a:cubicBezTo>
                  <a:lnTo>
                    <a:pt x="3696" y="16312"/>
                  </a:lnTo>
                  <a:cubicBezTo>
                    <a:pt x="3685" y="16301"/>
                    <a:pt x="3674" y="16289"/>
                    <a:pt x="3655" y="16289"/>
                  </a:cubicBezTo>
                  <a:cubicBezTo>
                    <a:pt x="3628" y="16289"/>
                    <a:pt x="3585" y="16312"/>
                    <a:pt x="3504" y="16391"/>
                  </a:cubicBezTo>
                  <a:cubicBezTo>
                    <a:pt x="3410" y="16431"/>
                    <a:pt x="3341" y="16497"/>
                    <a:pt x="3366" y="16525"/>
                  </a:cubicBezTo>
                  <a:cubicBezTo>
                    <a:pt x="3269" y="16566"/>
                    <a:pt x="3131" y="16701"/>
                    <a:pt x="2994" y="16836"/>
                  </a:cubicBezTo>
                  <a:cubicBezTo>
                    <a:pt x="2853" y="16970"/>
                    <a:pt x="2646" y="17174"/>
                    <a:pt x="2552" y="17212"/>
                  </a:cubicBezTo>
                  <a:cubicBezTo>
                    <a:pt x="2411" y="17346"/>
                    <a:pt x="2342" y="17415"/>
                    <a:pt x="2367" y="17444"/>
                  </a:cubicBezTo>
                  <a:cubicBezTo>
                    <a:pt x="2412" y="17488"/>
                    <a:pt x="2370" y="17544"/>
                    <a:pt x="2341" y="17544"/>
                  </a:cubicBezTo>
                  <a:cubicBezTo>
                    <a:pt x="2335" y="17544"/>
                    <a:pt x="2330" y="17542"/>
                    <a:pt x="2326" y="17538"/>
                  </a:cubicBezTo>
                  <a:cubicBezTo>
                    <a:pt x="2295" y="17541"/>
                    <a:pt x="2213" y="17597"/>
                    <a:pt x="2110" y="17679"/>
                  </a:cubicBezTo>
                  <a:cubicBezTo>
                    <a:pt x="1981" y="17782"/>
                    <a:pt x="1859" y="17892"/>
                    <a:pt x="1746" y="18008"/>
                  </a:cubicBezTo>
                  <a:cubicBezTo>
                    <a:pt x="1621" y="18142"/>
                    <a:pt x="1486" y="18271"/>
                    <a:pt x="1405" y="18393"/>
                  </a:cubicBezTo>
                  <a:cubicBezTo>
                    <a:pt x="1323" y="18512"/>
                    <a:pt x="1270" y="18603"/>
                    <a:pt x="1267" y="18634"/>
                  </a:cubicBezTo>
                  <a:lnTo>
                    <a:pt x="1141" y="18800"/>
                  </a:lnTo>
                  <a:cubicBezTo>
                    <a:pt x="991" y="18951"/>
                    <a:pt x="668" y="19499"/>
                    <a:pt x="671" y="19618"/>
                  </a:cubicBezTo>
                  <a:lnTo>
                    <a:pt x="534" y="19900"/>
                  </a:lnTo>
                  <a:cubicBezTo>
                    <a:pt x="424" y="20082"/>
                    <a:pt x="389" y="20182"/>
                    <a:pt x="389" y="20295"/>
                  </a:cubicBezTo>
                  <a:cubicBezTo>
                    <a:pt x="387" y="20384"/>
                    <a:pt x="411" y="20409"/>
                    <a:pt x="402" y="20409"/>
                  </a:cubicBezTo>
                  <a:cubicBezTo>
                    <a:pt x="400" y="20409"/>
                    <a:pt x="396" y="20407"/>
                    <a:pt x="389" y="20405"/>
                  </a:cubicBezTo>
                  <a:cubicBezTo>
                    <a:pt x="388" y="20405"/>
                    <a:pt x="387" y="20404"/>
                    <a:pt x="385" y="20404"/>
                  </a:cubicBezTo>
                  <a:cubicBezTo>
                    <a:pt x="342" y="20404"/>
                    <a:pt x="283" y="20605"/>
                    <a:pt x="186" y="21000"/>
                  </a:cubicBezTo>
                  <a:cubicBezTo>
                    <a:pt x="131" y="21277"/>
                    <a:pt x="119" y="21367"/>
                    <a:pt x="132" y="21367"/>
                  </a:cubicBezTo>
                  <a:cubicBezTo>
                    <a:pt x="138" y="21367"/>
                    <a:pt x="150" y="21346"/>
                    <a:pt x="167" y="21314"/>
                  </a:cubicBezTo>
                  <a:lnTo>
                    <a:pt x="167" y="21314"/>
                  </a:lnTo>
                  <a:cubicBezTo>
                    <a:pt x="138" y="21695"/>
                    <a:pt x="113" y="21725"/>
                    <a:pt x="80" y="21725"/>
                  </a:cubicBezTo>
                  <a:cubicBezTo>
                    <a:pt x="77" y="21725"/>
                    <a:pt x="73" y="21725"/>
                    <a:pt x="70" y="21724"/>
                  </a:cubicBezTo>
                  <a:cubicBezTo>
                    <a:pt x="56" y="21701"/>
                    <a:pt x="44" y="21691"/>
                    <a:pt x="35" y="21691"/>
                  </a:cubicBezTo>
                  <a:cubicBezTo>
                    <a:pt x="1" y="21691"/>
                    <a:pt x="10" y="21844"/>
                    <a:pt x="95" y="21934"/>
                  </a:cubicBezTo>
                  <a:cubicBezTo>
                    <a:pt x="163" y="22046"/>
                    <a:pt x="151" y="22248"/>
                    <a:pt x="114" y="22248"/>
                  </a:cubicBezTo>
                  <a:cubicBezTo>
                    <a:pt x="114" y="22248"/>
                    <a:pt x="114" y="22248"/>
                    <a:pt x="114" y="22248"/>
                  </a:cubicBezTo>
                  <a:cubicBezTo>
                    <a:pt x="76" y="22248"/>
                    <a:pt x="82" y="22144"/>
                    <a:pt x="89" y="22041"/>
                  </a:cubicBezTo>
                  <a:lnTo>
                    <a:pt x="13" y="22035"/>
                  </a:lnTo>
                  <a:lnTo>
                    <a:pt x="13" y="22035"/>
                  </a:lnTo>
                  <a:cubicBezTo>
                    <a:pt x="1" y="22107"/>
                    <a:pt x="10" y="22179"/>
                    <a:pt x="38" y="22248"/>
                  </a:cubicBezTo>
                  <a:cubicBezTo>
                    <a:pt x="42" y="22320"/>
                    <a:pt x="54" y="22389"/>
                    <a:pt x="79" y="22458"/>
                  </a:cubicBezTo>
                  <a:cubicBezTo>
                    <a:pt x="101" y="22509"/>
                    <a:pt x="121" y="22534"/>
                    <a:pt x="140" y="22534"/>
                  </a:cubicBezTo>
                  <a:cubicBezTo>
                    <a:pt x="160" y="22534"/>
                    <a:pt x="178" y="22508"/>
                    <a:pt x="195" y="22458"/>
                  </a:cubicBezTo>
                  <a:cubicBezTo>
                    <a:pt x="205" y="22427"/>
                    <a:pt x="213" y="22415"/>
                    <a:pt x="218" y="22415"/>
                  </a:cubicBezTo>
                  <a:cubicBezTo>
                    <a:pt x="231" y="22415"/>
                    <a:pt x="234" y="22487"/>
                    <a:pt x="236" y="22558"/>
                  </a:cubicBezTo>
                  <a:cubicBezTo>
                    <a:pt x="217" y="22679"/>
                    <a:pt x="196" y="22729"/>
                    <a:pt x="174" y="22729"/>
                  </a:cubicBezTo>
                  <a:cubicBezTo>
                    <a:pt x="159" y="22729"/>
                    <a:pt x="143" y="22705"/>
                    <a:pt x="126" y="22664"/>
                  </a:cubicBezTo>
                  <a:cubicBezTo>
                    <a:pt x="123" y="22561"/>
                    <a:pt x="85" y="22561"/>
                    <a:pt x="48" y="22561"/>
                  </a:cubicBezTo>
                  <a:cubicBezTo>
                    <a:pt x="29" y="22561"/>
                    <a:pt x="42" y="22693"/>
                    <a:pt x="70" y="22837"/>
                  </a:cubicBezTo>
                  <a:cubicBezTo>
                    <a:pt x="107" y="22976"/>
                    <a:pt x="169" y="23125"/>
                    <a:pt x="210" y="23174"/>
                  </a:cubicBezTo>
                  <a:lnTo>
                    <a:pt x="210" y="23174"/>
                  </a:lnTo>
                  <a:cubicBezTo>
                    <a:pt x="200" y="23175"/>
                    <a:pt x="188" y="23177"/>
                    <a:pt x="173" y="23178"/>
                  </a:cubicBezTo>
                  <a:cubicBezTo>
                    <a:pt x="142" y="23182"/>
                    <a:pt x="151" y="23392"/>
                    <a:pt x="204" y="23595"/>
                  </a:cubicBezTo>
                  <a:cubicBezTo>
                    <a:pt x="249" y="23790"/>
                    <a:pt x="274" y="23890"/>
                    <a:pt x="307" y="23890"/>
                  </a:cubicBezTo>
                  <a:cubicBezTo>
                    <a:pt x="308" y="23890"/>
                    <a:pt x="310" y="23890"/>
                    <a:pt x="311" y="23890"/>
                  </a:cubicBezTo>
                  <a:cubicBezTo>
                    <a:pt x="321" y="23888"/>
                    <a:pt x="331" y="23886"/>
                    <a:pt x="341" y="23886"/>
                  </a:cubicBezTo>
                  <a:cubicBezTo>
                    <a:pt x="367" y="23886"/>
                    <a:pt x="392" y="23901"/>
                    <a:pt x="408" y="23974"/>
                  </a:cubicBezTo>
                  <a:cubicBezTo>
                    <a:pt x="386" y="23874"/>
                    <a:pt x="421" y="23865"/>
                    <a:pt x="458" y="23855"/>
                  </a:cubicBezTo>
                  <a:cubicBezTo>
                    <a:pt x="458" y="23855"/>
                    <a:pt x="461" y="23909"/>
                    <a:pt x="461" y="23971"/>
                  </a:cubicBezTo>
                  <a:cubicBezTo>
                    <a:pt x="465" y="24037"/>
                    <a:pt x="474" y="24115"/>
                    <a:pt x="471" y="24169"/>
                  </a:cubicBezTo>
                  <a:cubicBezTo>
                    <a:pt x="465" y="24385"/>
                    <a:pt x="483" y="24601"/>
                    <a:pt x="665" y="24977"/>
                  </a:cubicBezTo>
                  <a:cubicBezTo>
                    <a:pt x="740" y="25175"/>
                    <a:pt x="910" y="25438"/>
                    <a:pt x="925" y="25551"/>
                  </a:cubicBezTo>
                  <a:cubicBezTo>
                    <a:pt x="1015" y="25716"/>
                    <a:pt x="1080" y="25799"/>
                    <a:pt x="1112" y="25799"/>
                  </a:cubicBezTo>
                  <a:cubicBezTo>
                    <a:pt x="1116" y="25799"/>
                    <a:pt x="1120" y="25797"/>
                    <a:pt x="1123" y="25795"/>
                  </a:cubicBezTo>
                  <a:lnTo>
                    <a:pt x="1245" y="25967"/>
                  </a:lnTo>
                  <a:cubicBezTo>
                    <a:pt x="1274" y="26067"/>
                    <a:pt x="1380" y="26224"/>
                    <a:pt x="1422" y="26224"/>
                  </a:cubicBezTo>
                  <a:cubicBezTo>
                    <a:pt x="1425" y="26224"/>
                    <a:pt x="1428" y="26223"/>
                    <a:pt x="1430" y="26221"/>
                  </a:cubicBezTo>
                  <a:cubicBezTo>
                    <a:pt x="1527" y="26275"/>
                    <a:pt x="1568" y="26378"/>
                    <a:pt x="1637" y="26456"/>
                  </a:cubicBezTo>
                  <a:cubicBezTo>
                    <a:pt x="1680" y="26567"/>
                    <a:pt x="1701" y="26619"/>
                    <a:pt x="1712" y="26619"/>
                  </a:cubicBezTo>
                  <a:cubicBezTo>
                    <a:pt x="1723" y="26619"/>
                    <a:pt x="1727" y="26581"/>
                    <a:pt x="1734" y="26510"/>
                  </a:cubicBezTo>
                  <a:cubicBezTo>
                    <a:pt x="1762" y="26485"/>
                    <a:pt x="1655" y="26306"/>
                    <a:pt x="1586" y="26228"/>
                  </a:cubicBezTo>
                  <a:cubicBezTo>
                    <a:pt x="1518" y="26152"/>
                    <a:pt x="1455" y="26071"/>
                    <a:pt x="1398" y="25986"/>
                  </a:cubicBezTo>
                  <a:lnTo>
                    <a:pt x="1398" y="25986"/>
                  </a:lnTo>
                  <a:cubicBezTo>
                    <a:pt x="1467" y="26065"/>
                    <a:pt x="1539" y="26137"/>
                    <a:pt x="1618" y="26206"/>
                  </a:cubicBezTo>
                  <a:cubicBezTo>
                    <a:pt x="1678" y="26274"/>
                    <a:pt x="1819" y="26387"/>
                    <a:pt x="1865" y="26387"/>
                  </a:cubicBezTo>
                  <a:cubicBezTo>
                    <a:pt x="1869" y="26387"/>
                    <a:pt x="1872" y="26386"/>
                    <a:pt x="1875" y="26384"/>
                  </a:cubicBezTo>
                  <a:cubicBezTo>
                    <a:pt x="1875" y="26384"/>
                    <a:pt x="1879" y="26380"/>
                    <a:pt x="1889" y="26380"/>
                  </a:cubicBezTo>
                  <a:cubicBezTo>
                    <a:pt x="1903" y="26380"/>
                    <a:pt x="1929" y="26389"/>
                    <a:pt x="1969" y="26434"/>
                  </a:cubicBezTo>
                  <a:lnTo>
                    <a:pt x="1916" y="26485"/>
                  </a:lnTo>
                  <a:cubicBezTo>
                    <a:pt x="1874" y="26463"/>
                    <a:pt x="1846" y="26456"/>
                    <a:pt x="1824" y="26456"/>
                  </a:cubicBezTo>
                  <a:cubicBezTo>
                    <a:pt x="1795" y="26456"/>
                    <a:pt x="1778" y="26470"/>
                    <a:pt x="1762" y="26485"/>
                  </a:cubicBezTo>
                  <a:cubicBezTo>
                    <a:pt x="1768" y="26603"/>
                    <a:pt x="1931" y="26816"/>
                    <a:pt x="2002" y="26816"/>
                  </a:cubicBezTo>
                  <a:cubicBezTo>
                    <a:pt x="2010" y="26816"/>
                    <a:pt x="2017" y="26813"/>
                    <a:pt x="2022" y="26807"/>
                  </a:cubicBezTo>
                  <a:cubicBezTo>
                    <a:pt x="2078" y="26851"/>
                    <a:pt x="2119" y="26911"/>
                    <a:pt x="2147" y="26980"/>
                  </a:cubicBezTo>
                  <a:cubicBezTo>
                    <a:pt x="2119" y="27008"/>
                    <a:pt x="2201" y="27074"/>
                    <a:pt x="2332" y="27083"/>
                  </a:cubicBezTo>
                  <a:cubicBezTo>
                    <a:pt x="2461" y="27093"/>
                    <a:pt x="2536" y="27161"/>
                    <a:pt x="2574" y="27281"/>
                  </a:cubicBezTo>
                  <a:cubicBezTo>
                    <a:pt x="2652" y="27387"/>
                    <a:pt x="2749" y="27478"/>
                    <a:pt x="2856" y="27556"/>
                  </a:cubicBezTo>
                  <a:cubicBezTo>
                    <a:pt x="2951" y="27619"/>
                    <a:pt x="3035" y="27663"/>
                    <a:pt x="3061" y="27663"/>
                  </a:cubicBezTo>
                  <a:cubicBezTo>
                    <a:pt x="3065" y="27663"/>
                    <a:pt x="3068" y="27662"/>
                    <a:pt x="3069" y="27660"/>
                  </a:cubicBezTo>
                  <a:cubicBezTo>
                    <a:pt x="3075" y="27651"/>
                    <a:pt x="3086" y="27647"/>
                    <a:pt x="3102" y="27647"/>
                  </a:cubicBezTo>
                  <a:cubicBezTo>
                    <a:pt x="3186" y="27647"/>
                    <a:pt x="3388" y="27766"/>
                    <a:pt x="3454" y="27832"/>
                  </a:cubicBezTo>
                  <a:cubicBezTo>
                    <a:pt x="3523" y="27914"/>
                    <a:pt x="3627" y="27964"/>
                    <a:pt x="3733" y="27967"/>
                  </a:cubicBezTo>
                  <a:cubicBezTo>
                    <a:pt x="3717" y="28001"/>
                    <a:pt x="3796" y="28080"/>
                    <a:pt x="3909" y="28089"/>
                  </a:cubicBezTo>
                  <a:cubicBezTo>
                    <a:pt x="3909" y="28089"/>
                    <a:pt x="3935" y="28100"/>
                    <a:pt x="3949" y="28100"/>
                  </a:cubicBezTo>
                  <a:cubicBezTo>
                    <a:pt x="3961" y="28100"/>
                    <a:pt x="3963" y="28091"/>
                    <a:pt x="3924" y="28055"/>
                  </a:cubicBezTo>
                  <a:lnTo>
                    <a:pt x="3924" y="28055"/>
                  </a:lnTo>
                  <a:cubicBezTo>
                    <a:pt x="3924" y="28055"/>
                    <a:pt x="4034" y="28058"/>
                    <a:pt x="4147" y="28058"/>
                  </a:cubicBezTo>
                  <a:cubicBezTo>
                    <a:pt x="4050" y="28020"/>
                    <a:pt x="4062" y="27986"/>
                    <a:pt x="4078" y="27951"/>
                  </a:cubicBezTo>
                  <a:cubicBezTo>
                    <a:pt x="4079" y="27948"/>
                    <a:pt x="4083" y="27947"/>
                    <a:pt x="4089" y="27947"/>
                  </a:cubicBezTo>
                  <a:cubicBezTo>
                    <a:pt x="4153" y="27947"/>
                    <a:pt x="4468" y="28109"/>
                    <a:pt x="4623" y="28255"/>
                  </a:cubicBezTo>
                  <a:cubicBezTo>
                    <a:pt x="4711" y="28321"/>
                    <a:pt x="4758" y="28352"/>
                    <a:pt x="4780" y="28365"/>
                  </a:cubicBezTo>
                  <a:lnTo>
                    <a:pt x="4802" y="28381"/>
                  </a:lnTo>
                  <a:cubicBezTo>
                    <a:pt x="4811" y="28343"/>
                    <a:pt x="4824" y="28308"/>
                    <a:pt x="4824" y="28308"/>
                  </a:cubicBezTo>
                  <a:cubicBezTo>
                    <a:pt x="4924" y="28330"/>
                    <a:pt x="5024" y="28352"/>
                    <a:pt x="5015" y="28390"/>
                  </a:cubicBezTo>
                  <a:cubicBezTo>
                    <a:pt x="5009" y="28428"/>
                    <a:pt x="5005" y="28428"/>
                    <a:pt x="5109" y="28449"/>
                  </a:cubicBezTo>
                  <a:cubicBezTo>
                    <a:pt x="5109" y="28449"/>
                    <a:pt x="5132" y="28453"/>
                    <a:pt x="5158" y="28453"/>
                  </a:cubicBezTo>
                  <a:cubicBezTo>
                    <a:pt x="5185" y="28453"/>
                    <a:pt x="5215" y="28449"/>
                    <a:pt x="5219" y="28431"/>
                  </a:cubicBezTo>
                  <a:cubicBezTo>
                    <a:pt x="5227" y="28390"/>
                    <a:pt x="5231" y="28371"/>
                    <a:pt x="5248" y="28371"/>
                  </a:cubicBezTo>
                  <a:cubicBezTo>
                    <a:pt x="5262" y="28371"/>
                    <a:pt x="5285" y="28384"/>
                    <a:pt x="5328" y="28409"/>
                  </a:cubicBezTo>
                  <a:cubicBezTo>
                    <a:pt x="5382" y="28463"/>
                    <a:pt x="5440" y="28491"/>
                    <a:pt x="5502" y="28491"/>
                  </a:cubicBezTo>
                  <a:cubicBezTo>
                    <a:pt x="5545" y="28491"/>
                    <a:pt x="5589" y="28478"/>
                    <a:pt x="5635" y="28449"/>
                  </a:cubicBezTo>
                  <a:cubicBezTo>
                    <a:pt x="5640" y="28413"/>
                    <a:pt x="5642" y="28394"/>
                    <a:pt x="5654" y="28394"/>
                  </a:cubicBezTo>
                  <a:cubicBezTo>
                    <a:pt x="5667" y="28394"/>
                    <a:pt x="5690" y="28415"/>
                    <a:pt x="5739" y="28459"/>
                  </a:cubicBezTo>
                  <a:cubicBezTo>
                    <a:pt x="5736" y="28496"/>
                    <a:pt x="5836" y="28543"/>
                    <a:pt x="5939" y="28553"/>
                  </a:cubicBezTo>
                  <a:lnTo>
                    <a:pt x="5942" y="28515"/>
                  </a:lnTo>
                  <a:cubicBezTo>
                    <a:pt x="5946" y="28473"/>
                    <a:pt x="5979" y="28455"/>
                    <a:pt x="6026" y="28455"/>
                  </a:cubicBezTo>
                  <a:cubicBezTo>
                    <a:pt x="6062" y="28455"/>
                    <a:pt x="6107" y="28466"/>
                    <a:pt x="6152" y="28484"/>
                  </a:cubicBezTo>
                  <a:cubicBezTo>
                    <a:pt x="6151" y="28502"/>
                    <a:pt x="6181" y="28515"/>
                    <a:pt x="6241" y="28515"/>
                  </a:cubicBezTo>
                  <a:cubicBezTo>
                    <a:pt x="6293" y="28515"/>
                    <a:pt x="6367" y="28506"/>
                    <a:pt x="6463" y="28484"/>
                  </a:cubicBezTo>
                  <a:cubicBezTo>
                    <a:pt x="6542" y="28480"/>
                    <a:pt x="6606" y="28478"/>
                    <a:pt x="6655" y="28478"/>
                  </a:cubicBezTo>
                  <a:cubicBezTo>
                    <a:pt x="6734" y="28478"/>
                    <a:pt x="6773" y="28485"/>
                    <a:pt x="6773" y="28506"/>
                  </a:cubicBezTo>
                  <a:cubicBezTo>
                    <a:pt x="6776" y="28542"/>
                    <a:pt x="6778" y="28561"/>
                    <a:pt x="6789" y="28561"/>
                  </a:cubicBezTo>
                  <a:cubicBezTo>
                    <a:pt x="6802" y="28561"/>
                    <a:pt x="6826" y="28540"/>
                    <a:pt x="6876" y="28496"/>
                  </a:cubicBezTo>
                  <a:cubicBezTo>
                    <a:pt x="6940" y="28464"/>
                    <a:pt x="6964" y="28454"/>
                    <a:pt x="7027" y="28454"/>
                  </a:cubicBezTo>
                  <a:cubicBezTo>
                    <a:pt x="7062" y="28454"/>
                    <a:pt x="7111" y="28457"/>
                    <a:pt x="7187" y="28462"/>
                  </a:cubicBezTo>
                  <a:cubicBezTo>
                    <a:pt x="7227" y="28469"/>
                    <a:pt x="7252" y="28473"/>
                    <a:pt x="7273" y="28473"/>
                  </a:cubicBezTo>
                  <a:cubicBezTo>
                    <a:pt x="7309" y="28473"/>
                    <a:pt x="7332" y="28460"/>
                    <a:pt x="7393" y="28424"/>
                  </a:cubicBezTo>
                  <a:cubicBezTo>
                    <a:pt x="7383" y="28363"/>
                    <a:pt x="7377" y="28327"/>
                    <a:pt x="7314" y="28327"/>
                  </a:cubicBezTo>
                  <a:cubicBezTo>
                    <a:pt x="7303" y="28327"/>
                    <a:pt x="7290" y="28328"/>
                    <a:pt x="7274" y="28330"/>
                  </a:cubicBezTo>
                  <a:cubicBezTo>
                    <a:pt x="7233" y="28338"/>
                    <a:pt x="7208" y="28343"/>
                    <a:pt x="7194" y="28343"/>
                  </a:cubicBezTo>
                  <a:cubicBezTo>
                    <a:pt x="7173" y="28343"/>
                    <a:pt x="7171" y="28334"/>
                    <a:pt x="7168" y="28312"/>
                  </a:cubicBezTo>
                  <a:lnTo>
                    <a:pt x="7368" y="28277"/>
                  </a:lnTo>
                  <a:cubicBezTo>
                    <a:pt x="7503" y="28258"/>
                    <a:pt x="7635" y="28214"/>
                    <a:pt x="7757" y="28155"/>
                  </a:cubicBezTo>
                  <a:cubicBezTo>
                    <a:pt x="7887" y="28096"/>
                    <a:pt x="7917" y="28044"/>
                    <a:pt x="7863" y="28044"/>
                  </a:cubicBezTo>
                  <a:cubicBezTo>
                    <a:pt x="7838" y="28044"/>
                    <a:pt x="7797" y="28054"/>
                    <a:pt x="7741" y="28080"/>
                  </a:cubicBezTo>
                  <a:lnTo>
                    <a:pt x="7738" y="28080"/>
                  </a:lnTo>
                  <a:lnTo>
                    <a:pt x="7635" y="28067"/>
                  </a:lnTo>
                  <a:cubicBezTo>
                    <a:pt x="7625" y="28023"/>
                    <a:pt x="7588" y="28004"/>
                    <a:pt x="7549" y="28004"/>
                  </a:cubicBezTo>
                  <a:cubicBezTo>
                    <a:pt x="7492" y="28004"/>
                    <a:pt x="7429" y="28046"/>
                    <a:pt x="7440" y="28111"/>
                  </a:cubicBezTo>
                  <a:cubicBezTo>
                    <a:pt x="7453" y="28175"/>
                    <a:pt x="7457" y="28202"/>
                    <a:pt x="7437" y="28202"/>
                  </a:cubicBezTo>
                  <a:cubicBezTo>
                    <a:pt x="7423" y="28202"/>
                    <a:pt x="7395" y="28188"/>
                    <a:pt x="7350" y="28164"/>
                  </a:cubicBezTo>
                  <a:cubicBezTo>
                    <a:pt x="7342" y="28122"/>
                    <a:pt x="7308" y="28109"/>
                    <a:pt x="7263" y="28109"/>
                  </a:cubicBezTo>
                  <a:cubicBezTo>
                    <a:pt x="7227" y="28109"/>
                    <a:pt x="7185" y="28117"/>
                    <a:pt x="7143" y="28124"/>
                  </a:cubicBezTo>
                  <a:cubicBezTo>
                    <a:pt x="7108" y="28129"/>
                    <a:pt x="7085" y="28132"/>
                    <a:pt x="7071" y="28132"/>
                  </a:cubicBezTo>
                  <a:cubicBezTo>
                    <a:pt x="7045" y="28132"/>
                    <a:pt x="7044" y="28122"/>
                    <a:pt x="7042" y="28098"/>
                  </a:cubicBezTo>
                  <a:cubicBezTo>
                    <a:pt x="7037" y="28066"/>
                    <a:pt x="6961" y="28040"/>
                    <a:pt x="6879" y="28040"/>
                  </a:cubicBezTo>
                  <a:cubicBezTo>
                    <a:pt x="6867" y="28040"/>
                    <a:pt x="6854" y="28041"/>
                    <a:pt x="6842" y="28042"/>
                  </a:cubicBezTo>
                  <a:cubicBezTo>
                    <a:pt x="6745" y="28055"/>
                    <a:pt x="6745" y="28055"/>
                    <a:pt x="6748" y="28092"/>
                  </a:cubicBezTo>
                  <a:cubicBezTo>
                    <a:pt x="6796" y="28106"/>
                    <a:pt x="6776" y="28117"/>
                    <a:pt x="6731" y="28117"/>
                  </a:cubicBezTo>
                  <a:cubicBezTo>
                    <a:pt x="6683" y="28117"/>
                    <a:pt x="6604" y="28103"/>
                    <a:pt x="6554" y="28064"/>
                  </a:cubicBezTo>
                  <a:cubicBezTo>
                    <a:pt x="6514" y="28050"/>
                    <a:pt x="6491" y="28042"/>
                    <a:pt x="6477" y="28042"/>
                  </a:cubicBezTo>
                  <a:cubicBezTo>
                    <a:pt x="6456" y="28042"/>
                    <a:pt x="6456" y="28060"/>
                    <a:pt x="6456" y="28105"/>
                  </a:cubicBezTo>
                  <a:cubicBezTo>
                    <a:pt x="6458" y="28144"/>
                    <a:pt x="6408" y="28165"/>
                    <a:pt x="6345" y="28165"/>
                  </a:cubicBezTo>
                  <a:cubicBezTo>
                    <a:pt x="6284" y="28165"/>
                    <a:pt x="6212" y="28145"/>
                    <a:pt x="6165" y="28105"/>
                  </a:cubicBezTo>
                  <a:lnTo>
                    <a:pt x="5971" y="28102"/>
                  </a:lnTo>
                  <a:cubicBezTo>
                    <a:pt x="5960" y="28101"/>
                    <a:pt x="5951" y="28100"/>
                    <a:pt x="5943" y="28100"/>
                  </a:cubicBezTo>
                  <a:cubicBezTo>
                    <a:pt x="5873" y="28100"/>
                    <a:pt x="5870" y="28134"/>
                    <a:pt x="5867" y="28167"/>
                  </a:cubicBezTo>
                  <a:cubicBezTo>
                    <a:pt x="5864" y="28209"/>
                    <a:pt x="5862" y="28228"/>
                    <a:pt x="5845" y="28228"/>
                  </a:cubicBezTo>
                  <a:cubicBezTo>
                    <a:pt x="5832" y="28228"/>
                    <a:pt x="5808" y="28216"/>
                    <a:pt x="5767" y="28196"/>
                  </a:cubicBezTo>
                  <a:cubicBezTo>
                    <a:pt x="5673" y="28149"/>
                    <a:pt x="5676" y="28111"/>
                    <a:pt x="5676" y="28111"/>
                  </a:cubicBezTo>
                  <a:cubicBezTo>
                    <a:pt x="5682" y="28073"/>
                    <a:pt x="5585" y="28070"/>
                    <a:pt x="5488" y="28051"/>
                  </a:cubicBezTo>
                  <a:cubicBezTo>
                    <a:pt x="5427" y="28041"/>
                    <a:pt x="5324" y="28024"/>
                    <a:pt x="5257" y="28024"/>
                  </a:cubicBezTo>
                  <a:cubicBezTo>
                    <a:pt x="5225" y="28024"/>
                    <a:pt x="5202" y="28028"/>
                    <a:pt x="5195" y="28038"/>
                  </a:cubicBezTo>
                  <a:lnTo>
                    <a:pt x="5195" y="28038"/>
                  </a:lnTo>
                  <a:cubicBezTo>
                    <a:pt x="5197" y="28029"/>
                    <a:pt x="5200" y="28017"/>
                    <a:pt x="5203" y="28004"/>
                  </a:cubicBezTo>
                  <a:cubicBezTo>
                    <a:pt x="5136" y="27991"/>
                    <a:pt x="5120" y="27970"/>
                    <a:pt x="5113" y="27970"/>
                  </a:cubicBezTo>
                  <a:cubicBezTo>
                    <a:pt x="5110" y="27970"/>
                    <a:pt x="5109" y="27974"/>
                    <a:pt x="5106" y="27986"/>
                  </a:cubicBezTo>
                  <a:cubicBezTo>
                    <a:pt x="5012" y="27957"/>
                    <a:pt x="4921" y="27926"/>
                    <a:pt x="4833" y="27882"/>
                  </a:cubicBezTo>
                  <a:cubicBezTo>
                    <a:pt x="4755" y="27841"/>
                    <a:pt x="4649" y="27816"/>
                    <a:pt x="4582" y="27816"/>
                  </a:cubicBezTo>
                  <a:cubicBezTo>
                    <a:pt x="4500" y="27816"/>
                    <a:pt x="4474" y="27852"/>
                    <a:pt x="4614" y="27936"/>
                  </a:cubicBezTo>
                  <a:cubicBezTo>
                    <a:pt x="4590" y="27928"/>
                    <a:pt x="4559" y="27919"/>
                    <a:pt x="4520" y="27907"/>
                  </a:cubicBezTo>
                  <a:cubicBezTo>
                    <a:pt x="4493" y="27900"/>
                    <a:pt x="4473" y="27898"/>
                    <a:pt x="4457" y="27898"/>
                  </a:cubicBezTo>
                  <a:cubicBezTo>
                    <a:pt x="4420" y="27898"/>
                    <a:pt x="4413" y="27914"/>
                    <a:pt x="4413" y="27914"/>
                  </a:cubicBezTo>
                  <a:cubicBezTo>
                    <a:pt x="4409" y="27925"/>
                    <a:pt x="4398" y="27930"/>
                    <a:pt x="4381" y="27930"/>
                  </a:cubicBezTo>
                  <a:cubicBezTo>
                    <a:pt x="4343" y="27930"/>
                    <a:pt x="4278" y="27906"/>
                    <a:pt x="4213" y="27882"/>
                  </a:cubicBezTo>
                  <a:cubicBezTo>
                    <a:pt x="4213" y="27882"/>
                    <a:pt x="4228" y="27845"/>
                    <a:pt x="4241" y="27810"/>
                  </a:cubicBezTo>
                  <a:cubicBezTo>
                    <a:pt x="4341" y="27755"/>
                    <a:pt x="4268" y="27684"/>
                    <a:pt x="4168" y="27684"/>
                  </a:cubicBezTo>
                  <a:cubicBezTo>
                    <a:pt x="4137" y="27684"/>
                    <a:pt x="4103" y="27690"/>
                    <a:pt x="4072" y="27707"/>
                  </a:cubicBezTo>
                  <a:lnTo>
                    <a:pt x="4087" y="27672"/>
                  </a:lnTo>
                  <a:cubicBezTo>
                    <a:pt x="4103" y="27638"/>
                    <a:pt x="4015" y="27597"/>
                    <a:pt x="3824" y="27553"/>
                  </a:cubicBezTo>
                  <a:cubicBezTo>
                    <a:pt x="3787" y="27538"/>
                    <a:pt x="3746" y="27531"/>
                    <a:pt x="3708" y="27531"/>
                  </a:cubicBezTo>
                  <a:cubicBezTo>
                    <a:pt x="3653" y="27531"/>
                    <a:pt x="3606" y="27545"/>
                    <a:pt x="3595" y="27566"/>
                  </a:cubicBezTo>
                  <a:cubicBezTo>
                    <a:pt x="3590" y="27575"/>
                    <a:pt x="3580" y="27578"/>
                    <a:pt x="3568" y="27578"/>
                  </a:cubicBezTo>
                  <a:cubicBezTo>
                    <a:pt x="3536" y="27578"/>
                    <a:pt x="3489" y="27553"/>
                    <a:pt x="3489" y="27553"/>
                  </a:cubicBezTo>
                  <a:cubicBezTo>
                    <a:pt x="3401" y="27506"/>
                    <a:pt x="3401" y="27506"/>
                    <a:pt x="3420" y="27472"/>
                  </a:cubicBezTo>
                  <a:cubicBezTo>
                    <a:pt x="3456" y="27412"/>
                    <a:pt x="3306" y="27321"/>
                    <a:pt x="3183" y="27321"/>
                  </a:cubicBezTo>
                  <a:cubicBezTo>
                    <a:pt x="3177" y="27321"/>
                    <a:pt x="3172" y="27321"/>
                    <a:pt x="3166" y="27321"/>
                  </a:cubicBezTo>
                  <a:lnTo>
                    <a:pt x="3188" y="27290"/>
                  </a:lnTo>
                  <a:cubicBezTo>
                    <a:pt x="3210" y="27255"/>
                    <a:pt x="3141" y="27183"/>
                    <a:pt x="2727" y="26923"/>
                  </a:cubicBezTo>
                  <a:cubicBezTo>
                    <a:pt x="2423" y="26679"/>
                    <a:pt x="2216" y="26469"/>
                    <a:pt x="2245" y="26444"/>
                  </a:cubicBezTo>
                  <a:cubicBezTo>
                    <a:pt x="2263" y="26425"/>
                    <a:pt x="1953" y="26190"/>
                    <a:pt x="1765" y="26087"/>
                  </a:cubicBezTo>
                  <a:cubicBezTo>
                    <a:pt x="1796" y="26062"/>
                    <a:pt x="1721" y="25993"/>
                    <a:pt x="1612" y="25830"/>
                  </a:cubicBezTo>
                  <a:cubicBezTo>
                    <a:pt x="1442" y="25591"/>
                    <a:pt x="1442" y="25591"/>
                    <a:pt x="1474" y="25570"/>
                  </a:cubicBezTo>
                  <a:lnTo>
                    <a:pt x="1474" y="25570"/>
                  </a:lnTo>
                  <a:cubicBezTo>
                    <a:pt x="1517" y="25583"/>
                    <a:pt x="1544" y="25592"/>
                    <a:pt x="1554" y="25592"/>
                  </a:cubicBezTo>
                  <a:cubicBezTo>
                    <a:pt x="1570" y="25592"/>
                    <a:pt x="1529" y="25565"/>
                    <a:pt x="1417" y="25491"/>
                  </a:cubicBezTo>
                  <a:cubicBezTo>
                    <a:pt x="1298" y="25450"/>
                    <a:pt x="1188" y="25172"/>
                    <a:pt x="1254" y="25137"/>
                  </a:cubicBezTo>
                  <a:cubicBezTo>
                    <a:pt x="1289" y="25118"/>
                    <a:pt x="1232" y="25040"/>
                    <a:pt x="1151" y="24864"/>
                  </a:cubicBezTo>
                  <a:cubicBezTo>
                    <a:pt x="1079" y="24792"/>
                    <a:pt x="997" y="24617"/>
                    <a:pt x="919" y="24438"/>
                  </a:cubicBezTo>
                  <a:cubicBezTo>
                    <a:pt x="849" y="24226"/>
                    <a:pt x="833" y="24177"/>
                    <a:pt x="797" y="24177"/>
                  </a:cubicBezTo>
                  <a:cubicBezTo>
                    <a:pt x="786" y="24177"/>
                    <a:pt x="773" y="24182"/>
                    <a:pt x="756" y="24187"/>
                  </a:cubicBezTo>
                  <a:cubicBezTo>
                    <a:pt x="749" y="24190"/>
                    <a:pt x="743" y="24191"/>
                    <a:pt x="736" y="24191"/>
                  </a:cubicBezTo>
                  <a:cubicBezTo>
                    <a:pt x="677" y="24191"/>
                    <a:pt x="644" y="24097"/>
                    <a:pt x="590" y="23924"/>
                  </a:cubicBezTo>
                  <a:cubicBezTo>
                    <a:pt x="568" y="23830"/>
                    <a:pt x="546" y="23733"/>
                    <a:pt x="584" y="23724"/>
                  </a:cubicBezTo>
                  <a:cubicBezTo>
                    <a:pt x="590" y="23658"/>
                    <a:pt x="590" y="23589"/>
                    <a:pt x="577" y="23526"/>
                  </a:cubicBezTo>
                  <a:cubicBezTo>
                    <a:pt x="552" y="23429"/>
                    <a:pt x="534" y="23332"/>
                    <a:pt x="574" y="23326"/>
                  </a:cubicBezTo>
                  <a:cubicBezTo>
                    <a:pt x="590" y="23229"/>
                    <a:pt x="590" y="23131"/>
                    <a:pt x="574" y="23034"/>
                  </a:cubicBezTo>
                  <a:cubicBezTo>
                    <a:pt x="543" y="22843"/>
                    <a:pt x="540" y="22649"/>
                    <a:pt x="577" y="22649"/>
                  </a:cubicBezTo>
                  <a:cubicBezTo>
                    <a:pt x="574" y="22552"/>
                    <a:pt x="574" y="22552"/>
                    <a:pt x="537" y="22552"/>
                  </a:cubicBezTo>
                  <a:cubicBezTo>
                    <a:pt x="518" y="22552"/>
                    <a:pt x="499" y="22530"/>
                    <a:pt x="487" y="22455"/>
                  </a:cubicBezTo>
                  <a:cubicBezTo>
                    <a:pt x="468" y="22326"/>
                    <a:pt x="474" y="22194"/>
                    <a:pt x="502" y="22066"/>
                  </a:cubicBezTo>
                  <a:cubicBezTo>
                    <a:pt x="508" y="21969"/>
                    <a:pt x="515" y="21850"/>
                    <a:pt x="518" y="21753"/>
                  </a:cubicBezTo>
                  <a:cubicBezTo>
                    <a:pt x="521" y="21652"/>
                    <a:pt x="527" y="21580"/>
                    <a:pt x="505" y="21577"/>
                  </a:cubicBezTo>
                  <a:cubicBezTo>
                    <a:pt x="518" y="21500"/>
                    <a:pt x="520" y="21484"/>
                    <a:pt x="540" y="21484"/>
                  </a:cubicBezTo>
                  <a:cubicBezTo>
                    <a:pt x="545" y="21484"/>
                    <a:pt x="551" y="21485"/>
                    <a:pt x="559" y="21486"/>
                  </a:cubicBezTo>
                  <a:cubicBezTo>
                    <a:pt x="561" y="21487"/>
                    <a:pt x="564" y="21487"/>
                    <a:pt x="566" y="21487"/>
                  </a:cubicBezTo>
                  <a:cubicBezTo>
                    <a:pt x="638" y="21487"/>
                    <a:pt x="658" y="21304"/>
                    <a:pt x="628" y="21104"/>
                  </a:cubicBezTo>
                  <a:cubicBezTo>
                    <a:pt x="590" y="21094"/>
                    <a:pt x="615" y="21000"/>
                    <a:pt x="675" y="20916"/>
                  </a:cubicBezTo>
                  <a:cubicBezTo>
                    <a:pt x="690" y="20850"/>
                    <a:pt x="693" y="20784"/>
                    <a:pt x="687" y="20715"/>
                  </a:cubicBezTo>
                  <a:cubicBezTo>
                    <a:pt x="675" y="20609"/>
                    <a:pt x="675" y="20609"/>
                    <a:pt x="778" y="20436"/>
                  </a:cubicBezTo>
                  <a:cubicBezTo>
                    <a:pt x="780" y="20437"/>
                    <a:pt x="782" y="20437"/>
                    <a:pt x="784" y="20437"/>
                  </a:cubicBezTo>
                  <a:cubicBezTo>
                    <a:pt x="817" y="20437"/>
                    <a:pt x="849" y="20352"/>
                    <a:pt x="881" y="20267"/>
                  </a:cubicBezTo>
                  <a:cubicBezTo>
                    <a:pt x="888" y="20167"/>
                    <a:pt x="1016" y="19875"/>
                    <a:pt x="1151" y="19603"/>
                  </a:cubicBezTo>
                  <a:cubicBezTo>
                    <a:pt x="1304" y="19340"/>
                    <a:pt x="1464" y="19092"/>
                    <a:pt x="1508" y="19067"/>
                  </a:cubicBezTo>
                  <a:cubicBezTo>
                    <a:pt x="1521" y="19001"/>
                    <a:pt x="1552" y="18938"/>
                    <a:pt x="1596" y="18888"/>
                  </a:cubicBezTo>
                  <a:cubicBezTo>
                    <a:pt x="1715" y="18857"/>
                    <a:pt x="1743" y="18757"/>
                    <a:pt x="1687" y="18710"/>
                  </a:cubicBezTo>
                  <a:lnTo>
                    <a:pt x="1687" y="18710"/>
                  </a:lnTo>
                  <a:lnTo>
                    <a:pt x="1627" y="18788"/>
                  </a:lnTo>
                  <a:lnTo>
                    <a:pt x="1568" y="18866"/>
                  </a:lnTo>
                  <a:cubicBezTo>
                    <a:pt x="1513" y="18825"/>
                    <a:pt x="1644" y="18640"/>
                    <a:pt x="1736" y="18640"/>
                  </a:cubicBezTo>
                  <a:cubicBezTo>
                    <a:pt x="1750" y="18640"/>
                    <a:pt x="1763" y="18644"/>
                    <a:pt x="1775" y="18653"/>
                  </a:cubicBezTo>
                  <a:cubicBezTo>
                    <a:pt x="1890" y="18625"/>
                    <a:pt x="1894" y="18631"/>
                    <a:pt x="1903" y="18506"/>
                  </a:cubicBezTo>
                  <a:cubicBezTo>
                    <a:pt x="1903" y="18396"/>
                    <a:pt x="1991" y="18302"/>
                    <a:pt x="2104" y="18293"/>
                  </a:cubicBezTo>
                  <a:cubicBezTo>
                    <a:pt x="2125" y="18314"/>
                    <a:pt x="2137" y="18327"/>
                    <a:pt x="2145" y="18327"/>
                  </a:cubicBezTo>
                  <a:cubicBezTo>
                    <a:pt x="2157" y="18327"/>
                    <a:pt x="2160" y="18297"/>
                    <a:pt x="2169" y="18221"/>
                  </a:cubicBezTo>
                  <a:cubicBezTo>
                    <a:pt x="2195" y="18015"/>
                    <a:pt x="2325" y="17826"/>
                    <a:pt x="2427" y="17826"/>
                  </a:cubicBezTo>
                  <a:cubicBezTo>
                    <a:pt x="2450" y="17826"/>
                    <a:pt x="2471" y="17835"/>
                    <a:pt x="2489" y="17854"/>
                  </a:cubicBezTo>
                  <a:cubicBezTo>
                    <a:pt x="2505" y="17872"/>
                    <a:pt x="2527" y="17879"/>
                    <a:pt x="2551" y="17879"/>
                  </a:cubicBezTo>
                  <a:cubicBezTo>
                    <a:pt x="2600" y="17879"/>
                    <a:pt x="2659" y="17847"/>
                    <a:pt x="2705" y="17801"/>
                  </a:cubicBezTo>
                  <a:cubicBezTo>
                    <a:pt x="2774" y="17735"/>
                    <a:pt x="2749" y="17707"/>
                    <a:pt x="2721" y="17679"/>
                  </a:cubicBezTo>
                  <a:lnTo>
                    <a:pt x="2721" y="17679"/>
                  </a:lnTo>
                  <a:cubicBezTo>
                    <a:pt x="2711" y="17680"/>
                    <a:pt x="2703" y="17680"/>
                    <a:pt x="2696" y="17680"/>
                  </a:cubicBezTo>
                  <a:cubicBezTo>
                    <a:pt x="2614" y="17680"/>
                    <a:pt x="2686" y="17616"/>
                    <a:pt x="2862" y="17544"/>
                  </a:cubicBezTo>
                  <a:cubicBezTo>
                    <a:pt x="3147" y="17425"/>
                    <a:pt x="3285" y="17290"/>
                    <a:pt x="3442" y="17030"/>
                  </a:cubicBezTo>
                  <a:cubicBezTo>
                    <a:pt x="3596" y="16809"/>
                    <a:pt x="3743" y="16644"/>
                    <a:pt x="3770" y="16644"/>
                  </a:cubicBezTo>
                  <a:cubicBezTo>
                    <a:pt x="3783" y="16644"/>
                    <a:pt x="3770" y="16679"/>
                    <a:pt x="3721" y="16760"/>
                  </a:cubicBezTo>
                  <a:cubicBezTo>
                    <a:pt x="3675" y="16860"/>
                    <a:pt x="3653" y="16907"/>
                    <a:pt x="3658" y="16907"/>
                  </a:cubicBezTo>
                  <a:cubicBezTo>
                    <a:pt x="3663" y="16907"/>
                    <a:pt x="3692" y="16867"/>
                    <a:pt x="3746" y="16789"/>
                  </a:cubicBezTo>
                  <a:lnTo>
                    <a:pt x="4094" y="16450"/>
                  </a:lnTo>
                  <a:cubicBezTo>
                    <a:pt x="4162" y="16384"/>
                    <a:pt x="4206" y="16290"/>
                    <a:pt x="4181" y="16262"/>
                  </a:cubicBezTo>
                  <a:cubicBezTo>
                    <a:pt x="4300" y="16250"/>
                    <a:pt x="4466" y="16143"/>
                    <a:pt x="4554" y="15952"/>
                  </a:cubicBezTo>
                  <a:lnTo>
                    <a:pt x="4692" y="15817"/>
                  </a:lnTo>
                  <a:cubicBezTo>
                    <a:pt x="4742" y="15773"/>
                    <a:pt x="4783" y="15717"/>
                    <a:pt x="4805" y="15654"/>
                  </a:cubicBezTo>
                  <a:cubicBezTo>
                    <a:pt x="4849" y="15560"/>
                    <a:pt x="4943" y="15519"/>
                    <a:pt x="5040" y="15479"/>
                  </a:cubicBezTo>
                  <a:cubicBezTo>
                    <a:pt x="5134" y="15438"/>
                    <a:pt x="5228" y="15400"/>
                    <a:pt x="5203" y="15372"/>
                  </a:cubicBezTo>
                  <a:cubicBezTo>
                    <a:pt x="5178" y="15344"/>
                    <a:pt x="5291" y="15181"/>
                    <a:pt x="5335" y="15087"/>
                  </a:cubicBezTo>
                  <a:cubicBezTo>
                    <a:pt x="5361" y="15030"/>
                    <a:pt x="5406" y="14993"/>
                    <a:pt x="5427" y="14993"/>
                  </a:cubicBezTo>
                  <a:cubicBezTo>
                    <a:pt x="5442" y="14993"/>
                    <a:pt x="5446" y="15009"/>
                    <a:pt x="5429" y="15046"/>
                  </a:cubicBezTo>
                  <a:cubicBezTo>
                    <a:pt x="5437" y="15056"/>
                    <a:pt x="5443" y="15062"/>
                    <a:pt x="5453" y="15062"/>
                  </a:cubicBezTo>
                  <a:cubicBezTo>
                    <a:pt x="5473" y="15062"/>
                    <a:pt x="5510" y="15038"/>
                    <a:pt x="5620" y="14968"/>
                  </a:cubicBezTo>
                  <a:cubicBezTo>
                    <a:pt x="5689" y="14899"/>
                    <a:pt x="5830" y="14764"/>
                    <a:pt x="5801" y="14736"/>
                  </a:cubicBezTo>
                  <a:cubicBezTo>
                    <a:pt x="5776" y="14711"/>
                    <a:pt x="6193" y="14303"/>
                    <a:pt x="6287" y="14266"/>
                  </a:cubicBezTo>
                  <a:lnTo>
                    <a:pt x="6428" y="14131"/>
                  </a:lnTo>
                  <a:cubicBezTo>
                    <a:pt x="6497" y="14062"/>
                    <a:pt x="6541" y="13968"/>
                    <a:pt x="6610" y="13899"/>
                  </a:cubicBezTo>
                  <a:cubicBezTo>
                    <a:pt x="6657" y="13852"/>
                    <a:pt x="6695" y="13796"/>
                    <a:pt x="6723" y="13736"/>
                  </a:cubicBezTo>
                  <a:cubicBezTo>
                    <a:pt x="6781" y="13681"/>
                    <a:pt x="6839" y="13623"/>
                    <a:pt x="6871" y="13623"/>
                  </a:cubicBezTo>
                  <a:cubicBezTo>
                    <a:pt x="6877" y="13623"/>
                    <a:pt x="6882" y="13625"/>
                    <a:pt x="6886" y="13630"/>
                  </a:cubicBezTo>
                  <a:cubicBezTo>
                    <a:pt x="6905" y="13507"/>
                    <a:pt x="6905" y="13507"/>
                    <a:pt x="7027" y="13495"/>
                  </a:cubicBezTo>
                  <a:cubicBezTo>
                    <a:pt x="7047" y="13518"/>
                    <a:pt x="7059" y="13531"/>
                    <a:pt x="7067" y="13531"/>
                  </a:cubicBezTo>
                  <a:cubicBezTo>
                    <a:pt x="7080" y="13531"/>
                    <a:pt x="7084" y="13501"/>
                    <a:pt x="7096" y="13426"/>
                  </a:cubicBezTo>
                  <a:cubicBezTo>
                    <a:pt x="7140" y="13332"/>
                    <a:pt x="7140" y="13332"/>
                    <a:pt x="7234" y="13291"/>
                  </a:cubicBezTo>
                  <a:cubicBezTo>
                    <a:pt x="7238" y="13296"/>
                    <a:pt x="7243" y="13298"/>
                    <a:pt x="7250" y="13298"/>
                  </a:cubicBezTo>
                  <a:cubicBezTo>
                    <a:pt x="7279" y="13298"/>
                    <a:pt x="7323" y="13249"/>
                    <a:pt x="7303" y="13225"/>
                  </a:cubicBezTo>
                  <a:cubicBezTo>
                    <a:pt x="7319" y="13116"/>
                    <a:pt x="7467" y="12919"/>
                    <a:pt x="7533" y="12919"/>
                  </a:cubicBezTo>
                  <a:cubicBezTo>
                    <a:pt x="7541" y="12919"/>
                    <a:pt x="7548" y="12922"/>
                    <a:pt x="7553" y="12928"/>
                  </a:cubicBezTo>
                  <a:cubicBezTo>
                    <a:pt x="7600" y="12881"/>
                    <a:pt x="7638" y="12824"/>
                    <a:pt x="7666" y="12765"/>
                  </a:cubicBezTo>
                  <a:cubicBezTo>
                    <a:pt x="7677" y="12691"/>
                    <a:pt x="7682" y="12662"/>
                    <a:pt x="7695" y="12662"/>
                  </a:cubicBezTo>
                  <a:cubicBezTo>
                    <a:pt x="7704" y="12662"/>
                    <a:pt x="7717" y="12675"/>
                    <a:pt x="7738" y="12696"/>
                  </a:cubicBezTo>
                  <a:cubicBezTo>
                    <a:pt x="7857" y="12686"/>
                    <a:pt x="7926" y="12617"/>
                    <a:pt x="7945" y="12495"/>
                  </a:cubicBezTo>
                  <a:cubicBezTo>
                    <a:pt x="7976" y="12436"/>
                    <a:pt x="8023" y="12389"/>
                    <a:pt x="8083" y="12361"/>
                  </a:cubicBezTo>
                  <a:cubicBezTo>
                    <a:pt x="8246" y="12256"/>
                    <a:pt x="8677" y="11887"/>
                    <a:pt x="8574" y="11887"/>
                  </a:cubicBezTo>
                  <a:cubicBezTo>
                    <a:pt x="8572" y="11887"/>
                    <a:pt x="8571" y="11887"/>
                    <a:pt x="8569" y="11887"/>
                  </a:cubicBezTo>
                  <a:lnTo>
                    <a:pt x="8710" y="11753"/>
                  </a:lnTo>
                  <a:cubicBezTo>
                    <a:pt x="8873" y="11646"/>
                    <a:pt x="8942" y="11577"/>
                    <a:pt x="8985" y="11483"/>
                  </a:cubicBezTo>
                  <a:lnTo>
                    <a:pt x="9029" y="11389"/>
                  </a:lnTo>
                  <a:cubicBezTo>
                    <a:pt x="9035" y="11394"/>
                    <a:pt x="9043" y="11397"/>
                    <a:pt x="9054" y="11397"/>
                  </a:cubicBezTo>
                  <a:cubicBezTo>
                    <a:pt x="9094" y="11397"/>
                    <a:pt x="9166" y="11362"/>
                    <a:pt x="9220" y="11308"/>
                  </a:cubicBezTo>
                  <a:cubicBezTo>
                    <a:pt x="9289" y="11242"/>
                    <a:pt x="9289" y="11242"/>
                    <a:pt x="9264" y="11214"/>
                  </a:cubicBezTo>
                  <a:lnTo>
                    <a:pt x="9264" y="11214"/>
                  </a:lnTo>
                  <a:cubicBezTo>
                    <a:pt x="9244" y="11222"/>
                    <a:pt x="9231" y="11226"/>
                    <a:pt x="9224" y="11226"/>
                  </a:cubicBezTo>
                  <a:cubicBezTo>
                    <a:pt x="9197" y="11226"/>
                    <a:pt x="9254" y="11171"/>
                    <a:pt x="9308" y="11116"/>
                  </a:cubicBezTo>
                  <a:cubicBezTo>
                    <a:pt x="9362" y="11065"/>
                    <a:pt x="9431" y="11029"/>
                    <a:pt x="9472" y="11029"/>
                  </a:cubicBezTo>
                  <a:cubicBezTo>
                    <a:pt x="9484" y="11029"/>
                    <a:pt x="9493" y="11032"/>
                    <a:pt x="9499" y="11038"/>
                  </a:cubicBezTo>
                  <a:lnTo>
                    <a:pt x="9568" y="10969"/>
                  </a:lnTo>
                  <a:cubicBezTo>
                    <a:pt x="9524" y="10924"/>
                    <a:pt x="9565" y="10869"/>
                    <a:pt x="9596" y="10869"/>
                  </a:cubicBezTo>
                  <a:cubicBezTo>
                    <a:pt x="9602" y="10869"/>
                    <a:pt x="9608" y="10871"/>
                    <a:pt x="9612" y="10875"/>
                  </a:cubicBezTo>
                  <a:cubicBezTo>
                    <a:pt x="9700" y="10831"/>
                    <a:pt x="9778" y="10775"/>
                    <a:pt x="9847" y="10700"/>
                  </a:cubicBezTo>
                  <a:cubicBezTo>
                    <a:pt x="9831" y="10683"/>
                    <a:pt x="9858" y="10663"/>
                    <a:pt x="9868" y="10663"/>
                  </a:cubicBezTo>
                  <a:cubicBezTo>
                    <a:pt x="9876" y="10663"/>
                    <a:pt x="9875" y="10673"/>
                    <a:pt x="9847" y="10700"/>
                  </a:cubicBezTo>
                  <a:lnTo>
                    <a:pt x="9872" y="10728"/>
                  </a:lnTo>
                  <a:cubicBezTo>
                    <a:pt x="9966" y="10687"/>
                    <a:pt x="9941" y="10659"/>
                    <a:pt x="9916" y="10634"/>
                  </a:cubicBezTo>
                  <a:lnTo>
                    <a:pt x="10054" y="10499"/>
                  </a:lnTo>
                  <a:cubicBezTo>
                    <a:pt x="10109" y="10444"/>
                    <a:pt x="10164" y="10391"/>
                    <a:pt x="10136" y="10391"/>
                  </a:cubicBezTo>
                  <a:cubicBezTo>
                    <a:pt x="10129" y="10391"/>
                    <a:pt x="10117" y="10394"/>
                    <a:pt x="10098" y="10402"/>
                  </a:cubicBezTo>
                  <a:cubicBezTo>
                    <a:pt x="10073" y="10377"/>
                    <a:pt x="10045" y="10349"/>
                    <a:pt x="10114" y="10280"/>
                  </a:cubicBezTo>
                  <a:cubicBezTo>
                    <a:pt x="10099" y="10263"/>
                    <a:pt x="10127" y="10243"/>
                    <a:pt x="10137" y="10243"/>
                  </a:cubicBezTo>
                  <a:cubicBezTo>
                    <a:pt x="10144" y="10243"/>
                    <a:pt x="10143" y="10253"/>
                    <a:pt x="10114" y="10280"/>
                  </a:cubicBezTo>
                  <a:cubicBezTo>
                    <a:pt x="10129" y="10295"/>
                    <a:pt x="10143" y="10310"/>
                    <a:pt x="10164" y="10310"/>
                  </a:cubicBezTo>
                  <a:cubicBezTo>
                    <a:pt x="10182" y="10310"/>
                    <a:pt x="10204" y="10299"/>
                    <a:pt x="10236" y="10267"/>
                  </a:cubicBezTo>
                  <a:cubicBezTo>
                    <a:pt x="10275" y="10230"/>
                    <a:pt x="10301" y="10222"/>
                    <a:pt x="10316" y="10222"/>
                  </a:cubicBezTo>
                  <a:cubicBezTo>
                    <a:pt x="10328" y="10222"/>
                    <a:pt x="10333" y="10226"/>
                    <a:pt x="10333" y="10226"/>
                  </a:cubicBezTo>
                  <a:cubicBezTo>
                    <a:pt x="10330" y="10248"/>
                    <a:pt x="10334" y="10257"/>
                    <a:pt x="10344" y="10257"/>
                  </a:cubicBezTo>
                  <a:cubicBezTo>
                    <a:pt x="10393" y="10257"/>
                    <a:pt x="10572" y="10038"/>
                    <a:pt x="10609" y="9957"/>
                  </a:cubicBezTo>
                  <a:cubicBezTo>
                    <a:pt x="10677" y="9811"/>
                    <a:pt x="10733" y="9737"/>
                    <a:pt x="10780" y="9737"/>
                  </a:cubicBezTo>
                  <a:cubicBezTo>
                    <a:pt x="10794" y="9737"/>
                    <a:pt x="10807" y="9744"/>
                    <a:pt x="10819" y="9756"/>
                  </a:cubicBezTo>
                  <a:cubicBezTo>
                    <a:pt x="10825" y="9763"/>
                    <a:pt x="10831" y="9766"/>
                    <a:pt x="10838" y="9766"/>
                  </a:cubicBezTo>
                  <a:cubicBezTo>
                    <a:pt x="10888" y="9766"/>
                    <a:pt x="10955" y="9604"/>
                    <a:pt x="10947" y="9471"/>
                  </a:cubicBezTo>
                  <a:lnTo>
                    <a:pt x="10941" y="9321"/>
                  </a:lnTo>
                  <a:lnTo>
                    <a:pt x="11016" y="9402"/>
                  </a:lnTo>
                  <a:cubicBezTo>
                    <a:pt x="11067" y="9415"/>
                    <a:pt x="11104" y="9424"/>
                    <a:pt x="11133" y="9424"/>
                  </a:cubicBezTo>
                  <a:cubicBezTo>
                    <a:pt x="11205" y="9424"/>
                    <a:pt x="11237" y="9371"/>
                    <a:pt x="11348" y="9189"/>
                  </a:cubicBezTo>
                  <a:cubicBezTo>
                    <a:pt x="11428" y="9074"/>
                    <a:pt x="11451" y="9040"/>
                    <a:pt x="11467" y="9040"/>
                  </a:cubicBezTo>
                  <a:cubicBezTo>
                    <a:pt x="11474" y="9040"/>
                    <a:pt x="11479" y="9046"/>
                    <a:pt x="11486" y="9054"/>
                  </a:cubicBezTo>
                  <a:cubicBezTo>
                    <a:pt x="11490" y="9058"/>
                    <a:pt x="11494" y="9059"/>
                    <a:pt x="11499" y="9059"/>
                  </a:cubicBezTo>
                  <a:cubicBezTo>
                    <a:pt x="11532" y="9059"/>
                    <a:pt x="11608" y="8986"/>
                    <a:pt x="11790" y="8810"/>
                  </a:cubicBezTo>
                  <a:cubicBezTo>
                    <a:pt x="11997" y="8609"/>
                    <a:pt x="12066" y="8540"/>
                    <a:pt x="12041" y="8512"/>
                  </a:cubicBezTo>
                  <a:lnTo>
                    <a:pt x="12179" y="8377"/>
                  </a:lnTo>
                  <a:cubicBezTo>
                    <a:pt x="12297" y="8365"/>
                    <a:pt x="12407" y="8214"/>
                    <a:pt x="12301" y="8214"/>
                  </a:cubicBezTo>
                  <a:cubicBezTo>
                    <a:pt x="12298" y="8214"/>
                    <a:pt x="12295" y="8214"/>
                    <a:pt x="12292" y="8214"/>
                  </a:cubicBezTo>
                  <a:lnTo>
                    <a:pt x="12433" y="8080"/>
                  </a:lnTo>
                  <a:lnTo>
                    <a:pt x="12458" y="8108"/>
                  </a:lnTo>
                  <a:cubicBezTo>
                    <a:pt x="12460" y="8110"/>
                    <a:pt x="12463" y="8111"/>
                    <a:pt x="12466" y="8111"/>
                  </a:cubicBezTo>
                  <a:cubicBezTo>
                    <a:pt x="12509" y="8111"/>
                    <a:pt x="12669" y="7957"/>
                    <a:pt x="13178" y="7462"/>
                  </a:cubicBezTo>
                  <a:cubicBezTo>
                    <a:pt x="13802" y="6854"/>
                    <a:pt x="13871" y="6785"/>
                    <a:pt x="13821" y="6732"/>
                  </a:cubicBezTo>
                  <a:cubicBezTo>
                    <a:pt x="13833" y="6640"/>
                    <a:pt x="13875" y="6578"/>
                    <a:pt x="13918" y="6578"/>
                  </a:cubicBezTo>
                  <a:cubicBezTo>
                    <a:pt x="13932" y="6578"/>
                    <a:pt x="13946" y="6584"/>
                    <a:pt x="13959" y="6597"/>
                  </a:cubicBezTo>
                  <a:cubicBezTo>
                    <a:pt x="13965" y="6603"/>
                    <a:pt x="13974" y="6606"/>
                    <a:pt x="13985" y="6606"/>
                  </a:cubicBezTo>
                  <a:cubicBezTo>
                    <a:pt x="14022" y="6606"/>
                    <a:pt x="14074" y="6578"/>
                    <a:pt x="14053" y="6557"/>
                  </a:cubicBezTo>
                  <a:cubicBezTo>
                    <a:pt x="14053" y="6557"/>
                    <a:pt x="14194" y="6422"/>
                    <a:pt x="14288" y="6381"/>
                  </a:cubicBezTo>
                  <a:cubicBezTo>
                    <a:pt x="14548" y="6234"/>
                    <a:pt x="14592" y="6140"/>
                    <a:pt x="14567" y="6112"/>
                  </a:cubicBezTo>
                  <a:lnTo>
                    <a:pt x="14567" y="6112"/>
                  </a:lnTo>
                  <a:cubicBezTo>
                    <a:pt x="14551" y="6113"/>
                    <a:pt x="14539" y="6114"/>
                    <a:pt x="14530" y="6114"/>
                  </a:cubicBezTo>
                  <a:cubicBezTo>
                    <a:pt x="14468" y="6114"/>
                    <a:pt x="14551" y="6078"/>
                    <a:pt x="14636" y="6043"/>
                  </a:cubicBezTo>
                  <a:cubicBezTo>
                    <a:pt x="14730" y="6005"/>
                    <a:pt x="14827" y="5964"/>
                    <a:pt x="14799" y="5936"/>
                  </a:cubicBezTo>
                  <a:cubicBezTo>
                    <a:pt x="14840" y="5848"/>
                    <a:pt x="15190" y="5458"/>
                    <a:pt x="15272" y="5458"/>
                  </a:cubicBezTo>
                  <a:cubicBezTo>
                    <a:pt x="15277" y="5458"/>
                    <a:pt x="15281" y="5460"/>
                    <a:pt x="15284" y="5463"/>
                  </a:cubicBezTo>
                  <a:lnTo>
                    <a:pt x="15425" y="5328"/>
                  </a:lnTo>
                  <a:cubicBezTo>
                    <a:pt x="15397" y="5303"/>
                    <a:pt x="15538" y="5165"/>
                    <a:pt x="15676" y="5031"/>
                  </a:cubicBezTo>
                  <a:cubicBezTo>
                    <a:pt x="15793" y="4916"/>
                    <a:pt x="15862" y="4852"/>
                    <a:pt x="15896" y="4852"/>
                  </a:cubicBezTo>
                  <a:cubicBezTo>
                    <a:pt x="15902" y="4852"/>
                    <a:pt x="15907" y="4854"/>
                    <a:pt x="15911" y="4858"/>
                  </a:cubicBezTo>
                  <a:cubicBezTo>
                    <a:pt x="15898" y="4887"/>
                    <a:pt x="15895" y="4901"/>
                    <a:pt x="15901" y="4901"/>
                  </a:cubicBezTo>
                  <a:cubicBezTo>
                    <a:pt x="15914" y="4901"/>
                    <a:pt x="15971" y="4834"/>
                    <a:pt x="16049" y="4723"/>
                  </a:cubicBezTo>
                  <a:cubicBezTo>
                    <a:pt x="16118" y="4654"/>
                    <a:pt x="16137" y="4532"/>
                    <a:pt x="16206" y="4463"/>
                  </a:cubicBezTo>
                  <a:cubicBezTo>
                    <a:pt x="16181" y="4438"/>
                    <a:pt x="16225" y="4341"/>
                    <a:pt x="16293" y="4275"/>
                  </a:cubicBezTo>
                  <a:lnTo>
                    <a:pt x="16319" y="4300"/>
                  </a:lnTo>
                  <a:lnTo>
                    <a:pt x="16372" y="4357"/>
                  </a:lnTo>
                  <a:cubicBezTo>
                    <a:pt x="16441" y="4291"/>
                    <a:pt x="16510" y="4222"/>
                    <a:pt x="16485" y="4194"/>
                  </a:cubicBezTo>
                  <a:cubicBezTo>
                    <a:pt x="16579" y="4153"/>
                    <a:pt x="16648" y="4087"/>
                    <a:pt x="16785" y="3953"/>
                  </a:cubicBezTo>
                  <a:cubicBezTo>
                    <a:pt x="16926" y="3818"/>
                    <a:pt x="17064" y="3683"/>
                    <a:pt x="17108" y="3586"/>
                  </a:cubicBezTo>
                  <a:cubicBezTo>
                    <a:pt x="17230" y="3573"/>
                    <a:pt x="17647" y="3169"/>
                    <a:pt x="17663" y="3047"/>
                  </a:cubicBezTo>
                  <a:cubicBezTo>
                    <a:pt x="17638" y="3019"/>
                    <a:pt x="17707" y="2953"/>
                    <a:pt x="17801" y="2912"/>
                  </a:cubicBezTo>
                  <a:cubicBezTo>
                    <a:pt x="17898" y="2871"/>
                    <a:pt x="17898" y="2871"/>
                    <a:pt x="17942" y="2777"/>
                  </a:cubicBezTo>
                  <a:cubicBezTo>
                    <a:pt x="17986" y="2683"/>
                    <a:pt x="18080" y="2643"/>
                    <a:pt x="18174" y="2602"/>
                  </a:cubicBezTo>
                  <a:cubicBezTo>
                    <a:pt x="18280" y="2596"/>
                    <a:pt x="18371" y="2527"/>
                    <a:pt x="18409" y="2426"/>
                  </a:cubicBezTo>
                  <a:cubicBezTo>
                    <a:pt x="18503" y="2295"/>
                    <a:pt x="18612" y="2173"/>
                    <a:pt x="18732" y="2063"/>
                  </a:cubicBezTo>
                  <a:cubicBezTo>
                    <a:pt x="18833" y="1936"/>
                    <a:pt x="18901" y="1869"/>
                    <a:pt x="18866" y="1869"/>
                  </a:cubicBezTo>
                  <a:cubicBezTo>
                    <a:pt x="18858" y="1869"/>
                    <a:pt x="18846" y="1872"/>
                    <a:pt x="18829" y="1878"/>
                  </a:cubicBezTo>
                  <a:cubicBezTo>
                    <a:pt x="18804" y="1850"/>
                    <a:pt x="18854" y="1756"/>
                    <a:pt x="18854" y="1756"/>
                  </a:cubicBezTo>
                  <a:cubicBezTo>
                    <a:pt x="18922" y="1669"/>
                    <a:pt x="18960" y="1638"/>
                    <a:pt x="18969" y="1638"/>
                  </a:cubicBezTo>
                  <a:cubicBezTo>
                    <a:pt x="18977" y="1638"/>
                    <a:pt x="18963" y="1660"/>
                    <a:pt x="18929" y="1690"/>
                  </a:cubicBezTo>
                  <a:cubicBezTo>
                    <a:pt x="18867" y="1769"/>
                    <a:pt x="18854" y="1793"/>
                    <a:pt x="18868" y="1793"/>
                  </a:cubicBezTo>
                  <a:cubicBezTo>
                    <a:pt x="18883" y="1793"/>
                    <a:pt x="18927" y="1767"/>
                    <a:pt x="18976" y="1749"/>
                  </a:cubicBezTo>
                  <a:cubicBezTo>
                    <a:pt x="19070" y="1709"/>
                    <a:pt x="19227" y="1593"/>
                    <a:pt x="19308" y="1539"/>
                  </a:cubicBezTo>
                  <a:cubicBezTo>
                    <a:pt x="19390" y="1483"/>
                    <a:pt x="19546" y="1364"/>
                    <a:pt x="19631" y="1314"/>
                  </a:cubicBezTo>
                  <a:cubicBezTo>
                    <a:pt x="19904" y="1201"/>
                    <a:pt x="19985" y="1154"/>
                    <a:pt x="19969" y="1120"/>
                  </a:cubicBezTo>
                  <a:lnTo>
                    <a:pt x="19951" y="1088"/>
                  </a:lnTo>
                  <a:cubicBezTo>
                    <a:pt x="20007" y="1088"/>
                    <a:pt x="20283" y="982"/>
                    <a:pt x="20549" y="866"/>
                  </a:cubicBezTo>
                  <a:cubicBezTo>
                    <a:pt x="20822" y="759"/>
                    <a:pt x="21098" y="659"/>
                    <a:pt x="21132" y="602"/>
                  </a:cubicBezTo>
                  <a:lnTo>
                    <a:pt x="21141" y="640"/>
                  </a:lnTo>
                  <a:cubicBezTo>
                    <a:pt x="21145" y="652"/>
                    <a:pt x="21159" y="658"/>
                    <a:pt x="21185" y="658"/>
                  </a:cubicBezTo>
                  <a:cubicBezTo>
                    <a:pt x="21232" y="658"/>
                    <a:pt x="21315" y="640"/>
                    <a:pt x="21436" y="612"/>
                  </a:cubicBezTo>
                  <a:cubicBezTo>
                    <a:pt x="21483" y="602"/>
                    <a:pt x="21599" y="559"/>
                    <a:pt x="21740" y="527"/>
                  </a:cubicBezTo>
                  <a:cubicBezTo>
                    <a:pt x="21884" y="499"/>
                    <a:pt x="22053" y="468"/>
                    <a:pt x="22198" y="449"/>
                  </a:cubicBezTo>
                  <a:cubicBezTo>
                    <a:pt x="22589" y="424"/>
                    <a:pt x="22881" y="421"/>
                    <a:pt x="22884" y="389"/>
                  </a:cubicBezTo>
                  <a:cubicBezTo>
                    <a:pt x="22981" y="396"/>
                    <a:pt x="22981" y="396"/>
                    <a:pt x="22978" y="433"/>
                  </a:cubicBezTo>
                  <a:cubicBezTo>
                    <a:pt x="22881" y="465"/>
                    <a:pt x="22978" y="471"/>
                    <a:pt x="23072" y="477"/>
                  </a:cubicBezTo>
                  <a:cubicBezTo>
                    <a:pt x="23079" y="478"/>
                    <a:pt x="23086" y="478"/>
                    <a:pt x="23092" y="478"/>
                  </a:cubicBezTo>
                  <a:cubicBezTo>
                    <a:pt x="23170" y="478"/>
                    <a:pt x="23173" y="443"/>
                    <a:pt x="23178" y="408"/>
                  </a:cubicBezTo>
                  <a:cubicBezTo>
                    <a:pt x="23178" y="393"/>
                    <a:pt x="23199" y="383"/>
                    <a:pt x="23238" y="383"/>
                  </a:cubicBezTo>
                  <a:cubicBezTo>
                    <a:pt x="23287" y="383"/>
                    <a:pt x="23366" y="398"/>
                    <a:pt x="23470" y="436"/>
                  </a:cubicBezTo>
                  <a:cubicBezTo>
                    <a:pt x="23595" y="477"/>
                    <a:pt x="23724" y="505"/>
                    <a:pt x="23852" y="524"/>
                  </a:cubicBezTo>
                  <a:cubicBezTo>
                    <a:pt x="23996" y="549"/>
                    <a:pt x="24137" y="587"/>
                    <a:pt x="24241" y="590"/>
                  </a:cubicBezTo>
                  <a:cubicBezTo>
                    <a:pt x="24335" y="615"/>
                    <a:pt x="24429" y="637"/>
                    <a:pt x="24419" y="675"/>
                  </a:cubicBezTo>
                  <a:cubicBezTo>
                    <a:pt x="24548" y="778"/>
                    <a:pt x="24711" y="838"/>
                    <a:pt x="24877" y="838"/>
                  </a:cubicBezTo>
                  <a:cubicBezTo>
                    <a:pt x="24968" y="872"/>
                    <a:pt x="24968" y="872"/>
                    <a:pt x="24955" y="906"/>
                  </a:cubicBezTo>
                  <a:cubicBezTo>
                    <a:pt x="25011" y="962"/>
                    <a:pt x="25012" y="997"/>
                    <a:pt x="25065" y="997"/>
                  </a:cubicBezTo>
                  <a:cubicBezTo>
                    <a:pt x="25081" y="997"/>
                    <a:pt x="25101" y="994"/>
                    <a:pt x="25128" y="988"/>
                  </a:cubicBezTo>
                  <a:cubicBezTo>
                    <a:pt x="25240" y="1019"/>
                    <a:pt x="25347" y="1060"/>
                    <a:pt x="25447" y="1110"/>
                  </a:cubicBezTo>
                  <a:cubicBezTo>
                    <a:pt x="25548" y="1163"/>
                    <a:pt x="25642" y="1232"/>
                    <a:pt x="25726" y="1308"/>
                  </a:cubicBezTo>
                  <a:cubicBezTo>
                    <a:pt x="25790" y="1347"/>
                    <a:pt x="25856" y="1386"/>
                    <a:pt x="25892" y="1386"/>
                  </a:cubicBezTo>
                  <a:cubicBezTo>
                    <a:pt x="25902" y="1386"/>
                    <a:pt x="25910" y="1383"/>
                    <a:pt x="25914" y="1377"/>
                  </a:cubicBezTo>
                  <a:cubicBezTo>
                    <a:pt x="25921" y="1365"/>
                    <a:pt x="25928" y="1354"/>
                    <a:pt x="25933" y="1346"/>
                  </a:cubicBezTo>
                  <a:lnTo>
                    <a:pt x="25933" y="1346"/>
                  </a:lnTo>
                  <a:cubicBezTo>
                    <a:pt x="25977" y="1458"/>
                    <a:pt x="25974" y="1458"/>
                    <a:pt x="26096" y="1458"/>
                  </a:cubicBezTo>
                  <a:cubicBezTo>
                    <a:pt x="26100" y="1452"/>
                    <a:pt x="26107" y="1449"/>
                    <a:pt x="26114" y="1449"/>
                  </a:cubicBezTo>
                  <a:cubicBezTo>
                    <a:pt x="26145" y="1449"/>
                    <a:pt x="26192" y="1492"/>
                    <a:pt x="26174" y="1518"/>
                  </a:cubicBezTo>
                  <a:cubicBezTo>
                    <a:pt x="26209" y="1574"/>
                    <a:pt x="26256" y="1621"/>
                    <a:pt x="26306" y="1665"/>
                  </a:cubicBezTo>
                  <a:cubicBezTo>
                    <a:pt x="26416" y="1737"/>
                    <a:pt x="26519" y="1815"/>
                    <a:pt x="26616" y="1903"/>
                  </a:cubicBezTo>
                  <a:cubicBezTo>
                    <a:pt x="26798" y="2044"/>
                    <a:pt x="26961" y="2201"/>
                    <a:pt x="27111" y="2376"/>
                  </a:cubicBezTo>
                  <a:cubicBezTo>
                    <a:pt x="27603" y="2950"/>
                    <a:pt x="27732" y="3227"/>
                    <a:pt x="27774" y="3227"/>
                  </a:cubicBezTo>
                  <a:cubicBezTo>
                    <a:pt x="27776" y="3227"/>
                    <a:pt x="27777" y="3226"/>
                    <a:pt x="27779" y="3225"/>
                  </a:cubicBezTo>
                  <a:cubicBezTo>
                    <a:pt x="27860" y="3294"/>
                    <a:pt x="27860" y="3294"/>
                    <a:pt x="27876" y="3398"/>
                  </a:cubicBezTo>
                  <a:cubicBezTo>
                    <a:pt x="27892" y="3501"/>
                    <a:pt x="27942" y="3583"/>
                    <a:pt x="27979" y="3674"/>
                  </a:cubicBezTo>
                  <a:cubicBezTo>
                    <a:pt x="28017" y="3764"/>
                    <a:pt x="28058" y="3855"/>
                    <a:pt x="28023" y="3868"/>
                  </a:cubicBezTo>
                  <a:cubicBezTo>
                    <a:pt x="28077" y="3912"/>
                    <a:pt x="28117" y="3968"/>
                    <a:pt x="28139" y="4034"/>
                  </a:cubicBezTo>
                  <a:cubicBezTo>
                    <a:pt x="28105" y="4047"/>
                    <a:pt x="28142" y="4134"/>
                    <a:pt x="28208" y="4216"/>
                  </a:cubicBezTo>
                  <a:cubicBezTo>
                    <a:pt x="28308" y="4285"/>
                    <a:pt x="28312" y="4285"/>
                    <a:pt x="28240" y="4310"/>
                  </a:cubicBezTo>
                  <a:cubicBezTo>
                    <a:pt x="28208" y="4320"/>
                    <a:pt x="28243" y="4527"/>
                    <a:pt x="28259" y="4527"/>
                  </a:cubicBezTo>
                  <a:cubicBezTo>
                    <a:pt x="28262" y="4527"/>
                    <a:pt x="28264" y="4520"/>
                    <a:pt x="28265" y="4504"/>
                  </a:cubicBezTo>
                  <a:cubicBezTo>
                    <a:pt x="28266" y="4504"/>
                    <a:pt x="28266" y="4504"/>
                    <a:pt x="28267" y="4504"/>
                  </a:cubicBezTo>
                  <a:cubicBezTo>
                    <a:pt x="28305" y="4504"/>
                    <a:pt x="28366" y="4682"/>
                    <a:pt x="28418" y="4767"/>
                  </a:cubicBezTo>
                  <a:cubicBezTo>
                    <a:pt x="28440" y="4864"/>
                    <a:pt x="28462" y="4962"/>
                    <a:pt x="28424" y="4968"/>
                  </a:cubicBezTo>
                  <a:cubicBezTo>
                    <a:pt x="28421" y="5068"/>
                    <a:pt x="28522" y="5544"/>
                    <a:pt x="28572" y="5642"/>
                  </a:cubicBezTo>
                  <a:cubicBezTo>
                    <a:pt x="28573" y="5641"/>
                    <a:pt x="28574" y="5641"/>
                    <a:pt x="28575" y="5641"/>
                  </a:cubicBezTo>
                  <a:cubicBezTo>
                    <a:pt x="28610" y="5641"/>
                    <a:pt x="28621" y="5736"/>
                    <a:pt x="28584" y="5739"/>
                  </a:cubicBezTo>
                  <a:cubicBezTo>
                    <a:pt x="28544" y="5739"/>
                    <a:pt x="28550" y="5839"/>
                    <a:pt x="28553" y="5936"/>
                  </a:cubicBezTo>
                  <a:cubicBezTo>
                    <a:pt x="28594" y="6033"/>
                    <a:pt x="28556" y="6033"/>
                    <a:pt x="28518" y="6033"/>
                  </a:cubicBezTo>
                  <a:cubicBezTo>
                    <a:pt x="28508" y="6008"/>
                    <a:pt x="28500" y="5997"/>
                    <a:pt x="28494" y="5997"/>
                  </a:cubicBezTo>
                  <a:cubicBezTo>
                    <a:pt x="28480" y="5997"/>
                    <a:pt x="28482" y="6085"/>
                    <a:pt x="28487" y="6228"/>
                  </a:cubicBezTo>
                  <a:cubicBezTo>
                    <a:pt x="28512" y="6278"/>
                    <a:pt x="28509" y="6397"/>
                    <a:pt x="28506" y="6544"/>
                  </a:cubicBezTo>
                  <a:cubicBezTo>
                    <a:pt x="28506" y="6698"/>
                    <a:pt x="28493" y="6851"/>
                    <a:pt x="28468" y="7002"/>
                  </a:cubicBezTo>
                  <a:cubicBezTo>
                    <a:pt x="28399" y="7484"/>
                    <a:pt x="28393" y="7581"/>
                    <a:pt x="28418" y="7795"/>
                  </a:cubicBezTo>
                  <a:lnTo>
                    <a:pt x="28468" y="7914"/>
                  </a:lnTo>
                  <a:lnTo>
                    <a:pt x="28396" y="7892"/>
                  </a:lnTo>
                  <a:cubicBezTo>
                    <a:pt x="28393" y="7891"/>
                    <a:pt x="28390" y="7890"/>
                    <a:pt x="28386" y="7890"/>
                  </a:cubicBezTo>
                  <a:cubicBezTo>
                    <a:pt x="28344" y="7890"/>
                    <a:pt x="28261" y="7951"/>
                    <a:pt x="28261" y="7951"/>
                  </a:cubicBezTo>
                  <a:cubicBezTo>
                    <a:pt x="28227" y="8042"/>
                    <a:pt x="28265" y="8055"/>
                    <a:pt x="28299" y="8067"/>
                  </a:cubicBezTo>
                  <a:cubicBezTo>
                    <a:pt x="28334" y="8080"/>
                    <a:pt x="28299" y="8174"/>
                    <a:pt x="28199" y="8343"/>
                  </a:cubicBezTo>
                  <a:cubicBezTo>
                    <a:pt x="28102" y="8515"/>
                    <a:pt x="28048" y="8597"/>
                    <a:pt x="28042" y="8703"/>
                  </a:cubicBezTo>
                  <a:cubicBezTo>
                    <a:pt x="28004" y="8797"/>
                    <a:pt x="27948" y="8882"/>
                    <a:pt x="27879" y="8951"/>
                  </a:cubicBezTo>
                  <a:cubicBezTo>
                    <a:pt x="27838" y="9039"/>
                    <a:pt x="27832" y="9036"/>
                    <a:pt x="27867" y="9057"/>
                  </a:cubicBezTo>
                  <a:cubicBezTo>
                    <a:pt x="27898" y="9076"/>
                    <a:pt x="27848" y="9161"/>
                    <a:pt x="27763" y="9224"/>
                  </a:cubicBezTo>
                  <a:cubicBezTo>
                    <a:pt x="27647" y="9267"/>
                    <a:pt x="27500" y="9518"/>
                    <a:pt x="27522" y="9534"/>
                  </a:cubicBezTo>
                  <a:cubicBezTo>
                    <a:pt x="27553" y="9556"/>
                    <a:pt x="27494" y="9634"/>
                    <a:pt x="27434" y="9712"/>
                  </a:cubicBezTo>
                  <a:cubicBezTo>
                    <a:pt x="27371" y="9791"/>
                    <a:pt x="27318" y="9879"/>
                    <a:pt x="27287" y="9973"/>
                  </a:cubicBezTo>
                  <a:cubicBezTo>
                    <a:pt x="27224" y="10051"/>
                    <a:pt x="27155" y="10120"/>
                    <a:pt x="27155" y="10120"/>
                  </a:cubicBezTo>
                  <a:cubicBezTo>
                    <a:pt x="27138" y="10138"/>
                    <a:pt x="27128" y="10145"/>
                    <a:pt x="27123" y="10145"/>
                  </a:cubicBezTo>
                  <a:cubicBezTo>
                    <a:pt x="27108" y="10145"/>
                    <a:pt x="27143" y="10077"/>
                    <a:pt x="27193" y="10023"/>
                  </a:cubicBezTo>
                  <a:lnTo>
                    <a:pt x="27193" y="10023"/>
                  </a:lnTo>
                  <a:lnTo>
                    <a:pt x="27099" y="10070"/>
                  </a:lnTo>
                  <a:cubicBezTo>
                    <a:pt x="26964" y="10211"/>
                    <a:pt x="26898" y="10283"/>
                    <a:pt x="26858" y="10383"/>
                  </a:cubicBezTo>
                  <a:cubicBezTo>
                    <a:pt x="26848" y="10458"/>
                    <a:pt x="26844" y="10487"/>
                    <a:pt x="26832" y="10487"/>
                  </a:cubicBezTo>
                  <a:cubicBezTo>
                    <a:pt x="26824" y="10487"/>
                    <a:pt x="26812" y="10474"/>
                    <a:pt x="26792" y="10452"/>
                  </a:cubicBezTo>
                  <a:cubicBezTo>
                    <a:pt x="26786" y="10446"/>
                    <a:pt x="26777" y="10443"/>
                    <a:pt x="26766" y="10443"/>
                  </a:cubicBezTo>
                  <a:cubicBezTo>
                    <a:pt x="26726" y="10443"/>
                    <a:pt x="26660" y="10484"/>
                    <a:pt x="26626" y="10559"/>
                  </a:cubicBezTo>
                  <a:cubicBezTo>
                    <a:pt x="26611" y="10656"/>
                    <a:pt x="26548" y="10702"/>
                    <a:pt x="26510" y="10702"/>
                  </a:cubicBezTo>
                  <a:cubicBezTo>
                    <a:pt x="26501" y="10702"/>
                    <a:pt x="26493" y="10699"/>
                    <a:pt x="26488" y="10693"/>
                  </a:cubicBezTo>
                  <a:cubicBezTo>
                    <a:pt x="26494" y="10647"/>
                    <a:pt x="26497" y="10618"/>
                    <a:pt x="26487" y="10618"/>
                  </a:cubicBezTo>
                  <a:cubicBezTo>
                    <a:pt x="26471" y="10618"/>
                    <a:pt x="26418" y="10695"/>
                    <a:pt x="26278" y="10897"/>
                  </a:cubicBezTo>
                  <a:cubicBezTo>
                    <a:pt x="26140" y="11032"/>
                    <a:pt x="25889" y="11329"/>
                    <a:pt x="25679" y="11530"/>
                  </a:cubicBezTo>
                  <a:cubicBezTo>
                    <a:pt x="25403" y="11800"/>
                    <a:pt x="25262" y="11937"/>
                    <a:pt x="25168" y="11975"/>
                  </a:cubicBezTo>
                  <a:cubicBezTo>
                    <a:pt x="25163" y="11970"/>
                    <a:pt x="25158" y="11966"/>
                    <a:pt x="25153" y="11963"/>
                  </a:cubicBezTo>
                  <a:lnTo>
                    <a:pt x="25153" y="11963"/>
                  </a:lnTo>
                  <a:cubicBezTo>
                    <a:pt x="25182" y="12015"/>
                    <a:pt x="25108" y="12088"/>
                    <a:pt x="24915" y="12273"/>
                  </a:cubicBezTo>
                  <a:cubicBezTo>
                    <a:pt x="24683" y="12448"/>
                    <a:pt x="24570" y="12611"/>
                    <a:pt x="24526" y="12705"/>
                  </a:cubicBezTo>
                  <a:lnTo>
                    <a:pt x="24664" y="12570"/>
                  </a:lnTo>
                  <a:lnTo>
                    <a:pt x="24664" y="12570"/>
                  </a:lnTo>
                  <a:cubicBezTo>
                    <a:pt x="24717" y="12627"/>
                    <a:pt x="24648" y="12693"/>
                    <a:pt x="24482" y="12802"/>
                  </a:cubicBezTo>
                  <a:cubicBezTo>
                    <a:pt x="24450" y="12833"/>
                    <a:pt x="24428" y="12843"/>
                    <a:pt x="24410" y="12843"/>
                  </a:cubicBezTo>
                  <a:cubicBezTo>
                    <a:pt x="24389" y="12843"/>
                    <a:pt x="24375" y="12828"/>
                    <a:pt x="24360" y="12815"/>
                  </a:cubicBezTo>
                  <a:cubicBezTo>
                    <a:pt x="24354" y="12808"/>
                    <a:pt x="24345" y="12805"/>
                    <a:pt x="24333" y="12805"/>
                  </a:cubicBezTo>
                  <a:cubicBezTo>
                    <a:pt x="24293" y="12805"/>
                    <a:pt x="24224" y="12840"/>
                    <a:pt x="24169" y="12893"/>
                  </a:cubicBezTo>
                  <a:cubicBezTo>
                    <a:pt x="24114" y="12948"/>
                    <a:pt x="24060" y="13000"/>
                    <a:pt x="24087" y="13000"/>
                  </a:cubicBezTo>
                  <a:cubicBezTo>
                    <a:pt x="24094" y="13000"/>
                    <a:pt x="24107" y="12996"/>
                    <a:pt x="24128" y="12987"/>
                  </a:cubicBezTo>
                  <a:lnTo>
                    <a:pt x="24128" y="12987"/>
                  </a:lnTo>
                  <a:cubicBezTo>
                    <a:pt x="24153" y="13015"/>
                    <a:pt x="24153" y="13015"/>
                    <a:pt x="24084" y="13084"/>
                  </a:cubicBezTo>
                  <a:cubicBezTo>
                    <a:pt x="24009" y="13147"/>
                    <a:pt x="23946" y="13225"/>
                    <a:pt x="23899" y="13313"/>
                  </a:cubicBezTo>
                  <a:cubicBezTo>
                    <a:pt x="23927" y="13341"/>
                    <a:pt x="23858" y="13407"/>
                    <a:pt x="23786" y="13476"/>
                  </a:cubicBezTo>
                  <a:cubicBezTo>
                    <a:pt x="23692" y="13517"/>
                    <a:pt x="23554" y="13652"/>
                    <a:pt x="23554" y="13652"/>
                  </a:cubicBezTo>
                  <a:lnTo>
                    <a:pt x="23526" y="13623"/>
                  </a:lnTo>
                  <a:cubicBezTo>
                    <a:pt x="23520" y="13616"/>
                    <a:pt x="23509" y="13613"/>
                    <a:pt x="23496" y="13613"/>
                  </a:cubicBezTo>
                  <a:cubicBezTo>
                    <a:pt x="23459" y="13613"/>
                    <a:pt x="23407" y="13636"/>
                    <a:pt x="23407" y="13636"/>
                  </a:cubicBezTo>
                  <a:cubicBezTo>
                    <a:pt x="23338" y="13702"/>
                    <a:pt x="23363" y="13730"/>
                    <a:pt x="23363" y="13730"/>
                  </a:cubicBezTo>
                  <a:cubicBezTo>
                    <a:pt x="23370" y="13736"/>
                    <a:pt x="23269" y="13843"/>
                    <a:pt x="23116" y="14003"/>
                  </a:cubicBezTo>
                  <a:lnTo>
                    <a:pt x="22527" y="14589"/>
                  </a:lnTo>
                  <a:cubicBezTo>
                    <a:pt x="22085" y="15021"/>
                    <a:pt x="21618" y="15479"/>
                    <a:pt x="21514" y="15579"/>
                  </a:cubicBezTo>
                  <a:cubicBezTo>
                    <a:pt x="21365" y="15679"/>
                    <a:pt x="21176" y="15856"/>
                    <a:pt x="21220" y="15856"/>
                  </a:cubicBezTo>
                  <a:cubicBezTo>
                    <a:pt x="21224" y="15856"/>
                    <a:pt x="21230" y="15855"/>
                    <a:pt x="21239" y="15852"/>
                  </a:cubicBezTo>
                  <a:lnTo>
                    <a:pt x="21239" y="15852"/>
                  </a:lnTo>
                  <a:cubicBezTo>
                    <a:pt x="21264" y="15877"/>
                    <a:pt x="20916" y="16215"/>
                    <a:pt x="20499" y="16619"/>
                  </a:cubicBezTo>
                  <a:cubicBezTo>
                    <a:pt x="20013" y="17093"/>
                    <a:pt x="19665" y="17431"/>
                    <a:pt x="19694" y="17456"/>
                  </a:cubicBezTo>
                  <a:lnTo>
                    <a:pt x="19484" y="17660"/>
                  </a:lnTo>
                  <a:cubicBezTo>
                    <a:pt x="19346" y="17795"/>
                    <a:pt x="19233" y="17957"/>
                    <a:pt x="19164" y="18023"/>
                  </a:cubicBezTo>
                  <a:cubicBezTo>
                    <a:pt x="19135" y="18087"/>
                    <a:pt x="19095" y="18138"/>
                    <a:pt x="19084" y="18138"/>
                  </a:cubicBezTo>
                  <a:cubicBezTo>
                    <a:pt x="19078" y="18138"/>
                    <a:pt x="19080" y="18124"/>
                    <a:pt x="19095" y="18092"/>
                  </a:cubicBezTo>
                  <a:cubicBezTo>
                    <a:pt x="19080" y="18077"/>
                    <a:pt x="19066" y="18062"/>
                    <a:pt x="19045" y="18062"/>
                  </a:cubicBezTo>
                  <a:cubicBezTo>
                    <a:pt x="19027" y="18062"/>
                    <a:pt x="19005" y="18073"/>
                    <a:pt x="18973" y="18105"/>
                  </a:cubicBezTo>
                  <a:cubicBezTo>
                    <a:pt x="18835" y="18240"/>
                    <a:pt x="18860" y="18268"/>
                    <a:pt x="18885" y="18296"/>
                  </a:cubicBezTo>
                  <a:cubicBezTo>
                    <a:pt x="18910" y="18321"/>
                    <a:pt x="18841" y="18390"/>
                    <a:pt x="18841" y="18390"/>
                  </a:cubicBezTo>
                  <a:cubicBezTo>
                    <a:pt x="18799" y="18431"/>
                    <a:pt x="18782" y="18446"/>
                    <a:pt x="18770" y="18446"/>
                  </a:cubicBezTo>
                  <a:cubicBezTo>
                    <a:pt x="18763" y="18446"/>
                    <a:pt x="18757" y="18440"/>
                    <a:pt x="18747" y="18431"/>
                  </a:cubicBezTo>
                  <a:lnTo>
                    <a:pt x="18694" y="18374"/>
                  </a:lnTo>
                  <a:lnTo>
                    <a:pt x="18625" y="18443"/>
                  </a:lnTo>
                  <a:cubicBezTo>
                    <a:pt x="18650" y="18468"/>
                    <a:pt x="18581" y="18537"/>
                    <a:pt x="18581" y="18537"/>
                  </a:cubicBezTo>
                  <a:cubicBezTo>
                    <a:pt x="18545" y="18572"/>
                    <a:pt x="18528" y="18588"/>
                    <a:pt x="18512" y="18588"/>
                  </a:cubicBezTo>
                  <a:cubicBezTo>
                    <a:pt x="18497" y="18588"/>
                    <a:pt x="18484" y="18575"/>
                    <a:pt x="18459" y="18550"/>
                  </a:cubicBezTo>
                  <a:cubicBezTo>
                    <a:pt x="18447" y="18536"/>
                    <a:pt x="18434" y="18530"/>
                    <a:pt x="18420" y="18530"/>
                  </a:cubicBezTo>
                  <a:cubicBezTo>
                    <a:pt x="18378" y="18530"/>
                    <a:pt x="18335" y="18592"/>
                    <a:pt x="18321" y="18685"/>
                  </a:cubicBezTo>
                  <a:lnTo>
                    <a:pt x="18208" y="18847"/>
                  </a:lnTo>
                  <a:cubicBezTo>
                    <a:pt x="18086" y="18860"/>
                    <a:pt x="18001" y="19048"/>
                    <a:pt x="17958" y="19145"/>
                  </a:cubicBezTo>
                  <a:cubicBezTo>
                    <a:pt x="17835" y="19158"/>
                    <a:pt x="17766" y="19224"/>
                    <a:pt x="17748" y="19346"/>
                  </a:cubicBezTo>
                  <a:cubicBezTo>
                    <a:pt x="17776" y="19374"/>
                    <a:pt x="17704" y="19443"/>
                    <a:pt x="17610" y="19481"/>
                  </a:cubicBezTo>
                  <a:cubicBezTo>
                    <a:pt x="17516" y="19521"/>
                    <a:pt x="17444" y="19590"/>
                    <a:pt x="17306" y="19725"/>
                  </a:cubicBezTo>
                  <a:cubicBezTo>
                    <a:pt x="17262" y="19819"/>
                    <a:pt x="16776" y="20292"/>
                    <a:pt x="16221" y="20831"/>
                  </a:cubicBezTo>
                  <a:cubicBezTo>
                    <a:pt x="15598" y="21439"/>
                    <a:pt x="15181" y="21843"/>
                    <a:pt x="15206" y="21872"/>
                  </a:cubicBezTo>
                  <a:cubicBezTo>
                    <a:pt x="15162" y="21922"/>
                    <a:pt x="15106" y="21959"/>
                    <a:pt x="15043" y="21978"/>
                  </a:cubicBezTo>
                  <a:cubicBezTo>
                    <a:pt x="15039" y="21974"/>
                    <a:pt x="15034" y="21972"/>
                    <a:pt x="15028" y="21972"/>
                  </a:cubicBezTo>
                  <a:cubicBezTo>
                    <a:pt x="14995" y="21972"/>
                    <a:pt x="14944" y="22037"/>
                    <a:pt x="14930" y="22141"/>
                  </a:cubicBezTo>
                  <a:cubicBezTo>
                    <a:pt x="14902" y="22203"/>
                    <a:pt x="14902" y="22236"/>
                    <a:pt x="14891" y="22236"/>
                  </a:cubicBezTo>
                  <a:cubicBezTo>
                    <a:pt x="14886" y="22236"/>
                    <a:pt x="14877" y="22226"/>
                    <a:pt x="14858" y="22207"/>
                  </a:cubicBezTo>
                  <a:cubicBezTo>
                    <a:pt x="14856" y="22205"/>
                    <a:pt x="14854" y="22204"/>
                    <a:pt x="14850" y="22204"/>
                  </a:cubicBezTo>
                  <a:cubicBezTo>
                    <a:pt x="14810" y="22204"/>
                    <a:pt x="14673" y="22338"/>
                    <a:pt x="14416" y="22586"/>
                  </a:cubicBezTo>
                  <a:cubicBezTo>
                    <a:pt x="14209" y="22787"/>
                    <a:pt x="13931" y="23059"/>
                    <a:pt x="13956" y="23084"/>
                  </a:cubicBezTo>
                  <a:cubicBezTo>
                    <a:pt x="13892" y="23177"/>
                    <a:pt x="13864" y="23217"/>
                    <a:pt x="13860" y="23217"/>
                  </a:cubicBezTo>
                  <a:cubicBezTo>
                    <a:pt x="13857" y="23217"/>
                    <a:pt x="13868" y="23194"/>
                    <a:pt x="13887" y="23153"/>
                  </a:cubicBezTo>
                  <a:cubicBezTo>
                    <a:pt x="13890" y="23134"/>
                    <a:pt x="13883" y="23126"/>
                    <a:pt x="13870" y="23126"/>
                  </a:cubicBezTo>
                  <a:cubicBezTo>
                    <a:pt x="13795" y="23126"/>
                    <a:pt x="13508" y="23381"/>
                    <a:pt x="13376" y="23598"/>
                  </a:cubicBezTo>
                  <a:cubicBezTo>
                    <a:pt x="13318" y="23654"/>
                    <a:pt x="13260" y="23711"/>
                    <a:pt x="13226" y="23711"/>
                  </a:cubicBezTo>
                  <a:cubicBezTo>
                    <a:pt x="13220" y="23711"/>
                    <a:pt x="13214" y="23709"/>
                    <a:pt x="13210" y="23705"/>
                  </a:cubicBezTo>
                  <a:cubicBezTo>
                    <a:pt x="13094" y="23818"/>
                    <a:pt x="12987" y="23940"/>
                    <a:pt x="12890" y="24072"/>
                  </a:cubicBezTo>
                  <a:cubicBezTo>
                    <a:pt x="12821" y="24137"/>
                    <a:pt x="12542" y="24407"/>
                    <a:pt x="12404" y="24542"/>
                  </a:cubicBezTo>
                  <a:cubicBezTo>
                    <a:pt x="12314" y="24636"/>
                    <a:pt x="12229" y="24733"/>
                    <a:pt x="12154" y="24839"/>
                  </a:cubicBezTo>
                  <a:lnTo>
                    <a:pt x="12085" y="24908"/>
                  </a:lnTo>
                  <a:cubicBezTo>
                    <a:pt x="12084" y="24907"/>
                    <a:pt x="12082" y="24907"/>
                    <a:pt x="12080" y="24907"/>
                  </a:cubicBezTo>
                  <a:cubicBezTo>
                    <a:pt x="12029" y="24907"/>
                    <a:pt x="11693" y="25237"/>
                    <a:pt x="11223" y="25689"/>
                  </a:cubicBezTo>
                  <a:cubicBezTo>
                    <a:pt x="10737" y="26162"/>
                    <a:pt x="10324" y="26566"/>
                    <a:pt x="10223" y="26607"/>
                  </a:cubicBezTo>
                  <a:cubicBezTo>
                    <a:pt x="10176" y="26651"/>
                    <a:pt x="10132" y="26707"/>
                    <a:pt x="10101" y="26763"/>
                  </a:cubicBezTo>
                  <a:cubicBezTo>
                    <a:pt x="10082" y="26870"/>
                    <a:pt x="10001" y="26955"/>
                    <a:pt x="9894" y="26980"/>
                  </a:cubicBezTo>
                  <a:cubicBezTo>
                    <a:pt x="9775" y="26986"/>
                    <a:pt x="9455" y="27208"/>
                    <a:pt x="9408" y="27321"/>
                  </a:cubicBezTo>
                  <a:lnTo>
                    <a:pt x="9390" y="27287"/>
                  </a:lnTo>
                  <a:cubicBezTo>
                    <a:pt x="9387" y="27287"/>
                    <a:pt x="9383" y="27286"/>
                    <a:pt x="9380" y="27286"/>
                  </a:cubicBezTo>
                  <a:cubicBezTo>
                    <a:pt x="9256" y="27286"/>
                    <a:pt x="9034" y="27456"/>
                    <a:pt x="8979" y="27566"/>
                  </a:cubicBezTo>
                  <a:cubicBezTo>
                    <a:pt x="8873" y="27575"/>
                    <a:pt x="8769" y="27581"/>
                    <a:pt x="8697" y="27660"/>
                  </a:cubicBezTo>
                  <a:cubicBezTo>
                    <a:pt x="8658" y="27676"/>
                    <a:pt x="8636" y="27685"/>
                    <a:pt x="8621" y="27685"/>
                  </a:cubicBezTo>
                  <a:cubicBezTo>
                    <a:pt x="8601" y="27685"/>
                    <a:pt x="8594" y="27668"/>
                    <a:pt x="8578" y="27628"/>
                  </a:cubicBezTo>
                  <a:cubicBezTo>
                    <a:pt x="8567" y="27602"/>
                    <a:pt x="8558" y="27579"/>
                    <a:pt x="8522" y="27579"/>
                  </a:cubicBezTo>
                  <a:cubicBezTo>
                    <a:pt x="8507" y="27579"/>
                    <a:pt x="8487" y="27583"/>
                    <a:pt x="8459" y="27594"/>
                  </a:cubicBezTo>
                  <a:cubicBezTo>
                    <a:pt x="8371" y="27632"/>
                    <a:pt x="8384" y="27666"/>
                    <a:pt x="8396" y="27700"/>
                  </a:cubicBezTo>
                  <a:cubicBezTo>
                    <a:pt x="8396" y="27700"/>
                    <a:pt x="8309" y="27738"/>
                    <a:pt x="8214" y="27769"/>
                  </a:cubicBezTo>
                  <a:cubicBezTo>
                    <a:pt x="8214" y="27769"/>
                    <a:pt x="8124" y="27801"/>
                    <a:pt x="8136" y="27835"/>
                  </a:cubicBezTo>
                  <a:cubicBezTo>
                    <a:pt x="8146" y="27873"/>
                    <a:pt x="8055" y="27904"/>
                    <a:pt x="7961" y="27932"/>
                  </a:cubicBezTo>
                  <a:cubicBezTo>
                    <a:pt x="7958" y="27924"/>
                    <a:pt x="7951" y="27920"/>
                    <a:pt x="7944" y="27920"/>
                  </a:cubicBezTo>
                  <a:cubicBezTo>
                    <a:pt x="7920" y="27920"/>
                    <a:pt x="7888" y="27960"/>
                    <a:pt x="7970" y="27967"/>
                  </a:cubicBezTo>
                  <a:cubicBezTo>
                    <a:pt x="7979" y="28004"/>
                    <a:pt x="7989" y="28039"/>
                    <a:pt x="7895" y="28067"/>
                  </a:cubicBezTo>
                  <a:lnTo>
                    <a:pt x="7914" y="28142"/>
                  </a:lnTo>
                  <a:cubicBezTo>
                    <a:pt x="7929" y="28201"/>
                    <a:pt x="7936" y="28236"/>
                    <a:pt x="8049" y="28236"/>
                  </a:cubicBezTo>
                  <a:cubicBezTo>
                    <a:pt x="8076" y="28236"/>
                    <a:pt x="8108" y="28234"/>
                    <a:pt x="8149" y="28230"/>
                  </a:cubicBezTo>
                  <a:cubicBezTo>
                    <a:pt x="8556" y="28142"/>
                    <a:pt x="8860" y="28039"/>
                    <a:pt x="8829" y="27970"/>
                  </a:cubicBezTo>
                  <a:cubicBezTo>
                    <a:pt x="8882" y="27923"/>
                    <a:pt x="8938" y="27882"/>
                    <a:pt x="9001" y="27848"/>
                  </a:cubicBezTo>
                  <a:cubicBezTo>
                    <a:pt x="9067" y="27820"/>
                    <a:pt x="9133" y="27798"/>
                    <a:pt x="9205" y="27788"/>
                  </a:cubicBezTo>
                  <a:cubicBezTo>
                    <a:pt x="9206" y="27791"/>
                    <a:pt x="9209" y="27792"/>
                    <a:pt x="9213" y="27792"/>
                  </a:cubicBezTo>
                  <a:cubicBezTo>
                    <a:pt x="9273" y="27792"/>
                    <a:pt x="9627" y="27609"/>
                    <a:pt x="10016" y="27318"/>
                  </a:cubicBezTo>
                  <a:cubicBezTo>
                    <a:pt x="10267" y="27130"/>
                    <a:pt x="10443" y="26970"/>
                    <a:pt x="10568" y="26857"/>
                  </a:cubicBezTo>
                  <a:cubicBezTo>
                    <a:pt x="10700" y="26745"/>
                    <a:pt x="10765" y="26688"/>
                    <a:pt x="10816" y="26666"/>
                  </a:cubicBezTo>
                  <a:cubicBezTo>
                    <a:pt x="10875" y="26641"/>
                    <a:pt x="10932" y="26604"/>
                    <a:pt x="10979" y="26560"/>
                  </a:cubicBezTo>
                  <a:cubicBezTo>
                    <a:pt x="10953" y="26532"/>
                    <a:pt x="11370" y="26127"/>
                    <a:pt x="11856" y="25654"/>
                  </a:cubicBezTo>
                  <a:cubicBezTo>
                    <a:pt x="12342" y="25184"/>
                    <a:pt x="12827" y="24711"/>
                    <a:pt x="12802" y="24683"/>
                  </a:cubicBezTo>
                  <a:lnTo>
                    <a:pt x="12940" y="24548"/>
                  </a:lnTo>
                  <a:cubicBezTo>
                    <a:pt x="12943" y="24550"/>
                    <a:pt x="12946" y="24552"/>
                    <a:pt x="12951" y="24552"/>
                  </a:cubicBezTo>
                  <a:cubicBezTo>
                    <a:pt x="12993" y="24552"/>
                    <a:pt x="13119" y="24429"/>
                    <a:pt x="13244" y="24307"/>
                  </a:cubicBezTo>
                  <a:cubicBezTo>
                    <a:pt x="13319" y="24200"/>
                    <a:pt x="13404" y="24100"/>
                    <a:pt x="13495" y="24009"/>
                  </a:cubicBezTo>
                  <a:cubicBezTo>
                    <a:pt x="13499" y="24012"/>
                    <a:pt x="13504" y="24014"/>
                    <a:pt x="13509" y="24014"/>
                  </a:cubicBezTo>
                  <a:cubicBezTo>
                    <a:pt x="13544" y="24014"/>
                    <a:pt x="13611" y="23949"/>
                    <a:pt x="13730" y="23833"/>
                  </a:cubicBezTo>
                  <a:cubicBezTo>
                    <a:pt x="13868" y="23699"/>
                    <a:pt x="13940" y="23630"/>
                    <a:pt x="13912" y="23605"/>
                  </a:cubicBezTo>
                  <a:cubicBezTo>
                    <a:pt x="13981" y="23536"/>
                    <a:pt x="14470" y="23062"/>
                    <a:pt x="14701" y="22887"/>
                  </a:cubicBezTo>
                  <a:cubicBezTo>
                    <a:pt x="14799" y="22849"/>
                    <a:pt x="14842" y="22752"/>
                    <a:pt x="14883" y="22658"/>
                  </a:cubicBezTo>
                  <a:cubicBezTo>
                    <a:pt x="14858" y="22630"/>
                    <a:pt x="14902" y="22536"/>
                    <a:pt x="14971" y="22467"/>
                  </a:cubicBezTo>
                  <a:lnTo>
                    <a:pt x="15024" y="22523"/>
                  </a:lnTo>
                  <a:cubicBezTo>
                    <a:pt x="15004" y="22566"/>
                    <a:pt x="14993" y="22590"/>
                    <a:pt x="15000" y="22590"/>
                  </a:cubicBezTo>
                  <a:cubicBezTo>
                    <a:pt x="15009" y="22590"/>
                    <a:pt x="15043" y="22556"/>
                    <a:pt x="15118" y="22483"/>
                  </a:cubicBezTo>
                  <a:lnTo>
                    <a:pt x="15256" y="22348"/>
                  </a:lnTo>
                  <a:cubicBezTo>
                    <a:pt x="15231" y="22320"/>
                    <a:pt x="15579" y="21984"/>
                    <a:pt x="16065" y="21511"/>
                  </a:cubicBezTo>
                  <a:cubicBezTo>
                    <a:pt x="16688" y="20903"/>
                    <a:pt x="16898" y="20703"/>
                    <a:pt x="16870" y="20675"/>
                  </a:cubicBezTo>
                  <a:cubicBezTo>
                    <a:pt x="16845" y="20646"/>
                    <a:pt x="16914" y="20580"/>
                    <a:pt x="17149" y="20405"/>
                  </a:cubicBezTo>
                  <a:cubicBezTo>
                    <a:pt x="17644" y="20082"/>
                    <a:pt x="17644" y="20082"/>
                    <a:pt x="17688" y="19988"/>
                  </a:cubicBezTo>
                  <a:lnTo>
                    <a:pt x="17688" y="19988"/>
                  </a:lnTo>
                  <a:cubicBezTo>
                    <a:pt x="17655" y="20018"/>
                    <a:pt x="17632" y="20029"/>
                    <a:pt x="17614" y="20029"/>
                  </a:cubicBezTo>
                  <a:cubicBezTo>
                    <a:pt x="17593" y="20029"/>
                    <a:pt x="17579" y="20014"/>
                    <a:pt x="17566" y="20001"/>
                  </a:cubicBezTo>
                  <a:cubicBezTo>
                    <a:pt x="17513" y="19944"/>
                    <a:pt x="17581" y="19875"/>
                    <a:pt x="17704" y="19863"/>
                  </a:cubicBezTo>
                  <a:cubicBezTo>
                    <a:pt x="17705" y="19864"/>
                    <a:pt x="17707" y="19865"/>
                    <a:pt x="17710" y="19865"/>
                  </a:cubicBezTo>
                  <a:cubicBezTo>
                    <a:pt x="17810" y="19865"/>
                    <a:pt x="18773" y="18876"/>
                    <a:pt x="18788" y="18757"/>
                  </a:cubicBezTo>
                  <a:cubicBezTo>
                    <a:pt x="18778" y="18745"/>
                    <a:pt x="18771" y="18738"/>
                    <a:pt x="18772" y="18738"/>
                  </a:cubicBezTo>
                  <a:lnTo>
                    <a:pt x="18772" y="18738"/>
                  </a:lnTo>
                  <a:cubicBezTo>
                    <a:pt x="18772" y="18738"/>
                    <a:pt x="18785" y="18752"/>
                    <a:pt x="18816" y="18785"/>
                  </a:cubicBezTo>
                  <a:cubicBezTo>
                    <a:pt x="18820" y="18789"/>
                    <a:pt x="18824" y="18791"/>
                    <a:pt x="18829" y="18791"/>
                  </a:cubicBezTo>
                  <a:cubicBezTo>
                    <a:pt x="18864" y="18791"/>
                    <a:pt x="18948" y="18708"/>
                    <a:pt x="19189" y="18475"/>
                  </a:cubicBezTo>
                  <a:lnTo>
                    <a:pt x="19396" y="18271"/>
                  </a:lnTo>
                  <a:cubicBezTo>
                    <a:pt x="19345" y="18220"/>
                    <a:pt x="19756" y="17865"/>
                    <a:pt x="19808" y="17865"/>
                  </a:cubicBezTo>
                  <a:cubicBezTo>
                    <a:pt x="19810" y="17865"/>
                    <a:pt x="19812" y="17866"/>
                    <a:pt x="19813" y="17867"/>
                  </a:cubicBezTo>
                  <a:cubicBezTo>
                    <a:pt x="19907" y="17826"/>
                    <a:pt x="19907" y="17826"/>
                    <a:pt x="20048" y="17691"/>
                  </a:cubicBezTo>
                  <a:cubicBezTo>
                    <a:pt x="20198" y="17445"/>
                    <a:pt x="20546" y="17150"/>
                    <a:pt x="20597" y="17150"/>
                  </a:cubicBezTo>
                  <a:cubicBezTo>
                    <a:pt x="20600" y="17150"/>
                    <a:pt x="20601" y="17151"/>
                    <a:pt x="20602" y="17152"/>
                  </a:cubicBezTo>
                  <a:lnTo>
                    <a:pt x="20740" y="17017"/>
                  </a:lnTo>
                  <a:cubicBezTo>
                    <a:pt x="20784" y="16923"/>
                    <a:pt x="20922" y="16789"/>
                    <a:pt x="20991" y="16720"/>
                  </a:cubicBezTo>
                  <a:cubicBezTo>
                    <a:pt x="21163" y="16556"/>
                    <a:pt x="21240" y="16480"/>
                    <a:pt x="21211" y="16480"/>
                  </a:cubicBezTo>
                  <a:cubicBezTo>
                    <a:pt x="21205" y="16480"/>
                    <a:pt x="21193" y="16483"/>
                    <a:pt x="21176" y="16491"/>
                  </a:cubicBezTo>
                  <a:cubicBezTo>
                    <a:pt x="21148" y="16463"/>
                    <a:pt x="21123" y="16434"/>
                    <a:pt x="21192" y="16369"/>
                  </a:cubicBezTo>
                  <a:lnTo>
                    <a:pt x="21217" y="16394"/>
                  </a:lnTo>
                  <a:cubicBezTo>
                    <a:pt x="21218" y="16396"/>
                    <a:pt x="21221" y="16396"/>
                    <a:pt x="21224" y="16396"/>
                  </a:cubicBezTo>
                  <a:cubicBezTo>
                    <a:pt x="21271" y="16396"/>
                    <a:pt x="21469" y="16204"/>
                    <a:pt x="21731" y="15949"/>
                  </a:cubicBezTo>
                  <a:cubicBezTo>
                    <a:pt x="22078" y="15613"/>
                    <a:pt x="22216" y="15479"/>
                    <a:pt x="22310" y="15438"/>
                  </a:cubicBezTo>
                  <a:lnTo>
                    <a:pt x="22354" y="15344"/>
                  </a:lnTo>
                  <a:cubicBezTo>
                    <a:pt x="22391" y="15262"/>
                    <a:pt x="22446" y="15203"/>
                    <a:pt x="22477" y="15203"/>
                  </a:cubicBezTo>
                  <a:cubicBezTo>
                    <a:pt x="22483" y="15203"/>
                    <a:pt x="22488" y="15205"/>
                    <a:pt x="22492" y="15209"/>
                  </a:cubicBezTo>
                  <a:cubicBezTo>
                    <a:pt x="22589" y="15168"/>
                    <a:pt x="22865" y="14899"/>
                    <a:pt x="22978" y="14736"/>
                  </a:cubicBezTo>
                  <a:lnTo>
                    <a:pt x="23119" y="14601"/>
                  </a:lnTo>
                  <a:cubicBezTo>
                    <a:pt x="23238" y="14589"/>
                    <a:pt x="23448" y="14385"/>
                    <a:pt x="23464" y="14263"/>
                  </a:cubicBezTo>
                  <a:cubicBezTo>
                    <a:pt x="23468" y="14267"/>
                    <a:pt x="23474" y="14269"/>
                    <a:pt x="23480" y="14269"/>
                  </a:cubicBezTo>
                  <a:cubicBezTo>
                    <a:pt x="23514" y="14269"/>
                    <a:pt x="23572" y="14212"/>
                    <a:pt x="23630" y="14156"/>
                  </a:cubicBezTo>
                  <a:cubicBezTo>
                    <a:pt x="23737" y="14001"/>
                    <a:pt x="23994" y="13750"/>
                    <a:pt x="24041" y="13750"/>
                  </a:cubicBezTo>
                  <a:cubicBezTo>
                    <a:pt x="24043" y="13750"/>
                    <a:pt x="24045" y="13751"/>
                    <a:pt x="24046" y="13752"/>
                  </a:cubicBezTo>
                  <a:lnTo>
                    <a:pt x="24115" y="13683"/>
                  </a:lnTo>
                  <a:cubicBezTo>
                    <a:pt x="24162" y="13595"/>
                    <a:pt x="24222" y="13517"/>
                    <a:pt x="24297" y="13454"/>
                  </a:cubicBezTo>
                  <a:cubicBezTo>
                    <a:pt x="24372" y="13388"/>
                    <a:pt x="24435" y="13310"/>
                    <a:pt x="24479" y="13222"/>
                  </a:cubicBezTo>
                  <a:cubicBezTo>
                    <a:pt x="24507" y="13163"/>
                    <a:pt x="24548" y="13109"/>
                    <a:pt x="24592" y="13062"/>
                  </a:cubicBezTo>
                  <a:cubicBezTo>
                    <a:pt x="24609" y="13046"/>
                    <a:pt x="24620" y="13039"/>
                    <a:pt x="24625" y="13039"/>
                  </a:cubicBezTo>
                  <a:cubicBezTo>
                    <a:pt x="24643" y="13039"/>
                    <a:pt x="24609" y="13111"/>
                    <a:pt x="24576" y="13185"/>
                  </a:cubicBezTo>
                  <a:cubicBezTo>
                    <a:pt x="24548" y="13225"/>
                    <a:pt x="24540" y="13243"/>
                    <a:pt x="24546" y="13243"/>
                  </a:cubicBezTo>
                  <a:cubicBezTo>
                    <a:pt x="24563" y="13243"/>
                    <a:pt x="24709" y="13080"/>
                    <a:pt x="24827" y="12887"/>
                  </a:cubicBezTo>
                  <a:cubicBezTo>
                    <a:pt x="24911" y="12748"/>
                    <a:pt x="24950" y="12685"/>
                    <a:pt x="24954" y="12685"/>
                  </a:cubicBezTo>
                  <a:lnTo>
                    <a:pt x="24954" y="12685"/>
                  </a:lnTo>
                  <a:cubicBezTo>
                    <a:pt x="24958" y="12685"/>
                    <a:pt x="24936" y="12731"/>
                    <a:pt x="24896" y="12818"/>
                  </a:cubicBezTo>
                  <a:cubicBezTo>
                    <a:pt x="24869" y="12877"/>
                    <a:pt x="24844" y="12935"/>
                    <a:pt x="24853" y="12935"/>
                  </a:cubicBezTo>
                  <a:cubicBezTo>
                    <a:pt x="24859" y="12935"/>
                    <a:pt x="24880" y="12910"/>
                    <a:pt x="24924" y="12846"/>
                  </a:cubicBezTo>
                  <a:cubicBezTo>
                    <a:pt x="24924" y="12846"/>
                    <a:pt x="25062" y="12712"/>
                    <a:pt x="25037" y="12683"/>
                  </a:cubicBezTo>
                  <a:lnTo>
                    <a:pt x="25244" y="12483"/>
                  </a:lnTo>
                  <a:cubicBezTo>
                    <a:pt x="25353" y="12411"/>
                    <a:pt x="25457" y="12332"/>
                    <a:pt x="25548" y="12238"/>
                  </a:cubicBezTo>
                  <a:cubicBezTo>
                    <a:pt x="25591" y="12144"/>
                    <a:pt x="25591" y="12144"/>
                    <a:pt x="25685" y="12104"/>
                  </a:cubicBezTo>
                  <a:cubicBezTo>
                    <a:pt x="25690" y="12108"/>
                    <a:pt x="25696" y="12110"/>
                    <a:pt x="25701" y="12110"/>
                  </a:cubicBezTo>
                  <a:cubicBezTo>
                    <a:pt x="25733" y="12110"/>
                    <a:pt x="25774" y="12054"/>
                    <a:pt x="25729" y="12010"/>
                  </a:cubicBezTo>
                  <a:cubicBezTo>
                    <a:pt x="25770" y="11916"/>
                    <a:pt x="25845" y="11843"/>
                    <a:pt x="25939" y="11806"/>
                  </a:cubicBezTo>
                  <a:cubicBezTo>
                    <a:pt x="25953" y="11821"/>
                    <a:pt x="25968" y="11827"/>
                    <a:pt x="25983" y="11827"/>
                  </a:cubicBezTo>
                  <a:cubicBezTo>
                    <a:pt x="26020" y="11827"/>
                    <a:pt x="26051" y="11786"/>
                    <a:pt x="26033" y="11765"/>
                  </a:cubicBezTo>
                  <a:cubicBezTo>
                    <a:pt x="26062" y="11706"/>
                    <a:pt x="26099" y="11652"/>
                    <a:pt x="26146" y="11605"/>
                  </a:cubicBezTo>
                  <a:cubicBezTo>
                    <a:pt x="26147" y="11606"/>
                    <a:pt x="26147" y="11606"/>
                    <a:pt x="26148" y="11606"/>
                  </a:cubicBezTo>
                  <a:cubicBezTo>
                    <a:pt x="26172" y="11606"/>
                    <a:pt x="26331" y="11465"/>
                    <a:pt x="26560" y="11248"/>
                  </a:cubicBezTo>
                  <a:cubicBezTo>
                    <a:pt x="26798" y="11019"/>
                    <a:pt x="27105" y="10740"/>
                    <a:pt x="27431" y="10377"/>
                  </a:cubicBezTo>
                  <a:cubicBezTo>
                    <a:pt x="27503" y="10298"/>
                    <a:pt x="27547" y="10198"/>
                    <a:pt x="27516" y="10170"/>
                  </a:cubicBezTo>
                  <a:cubicBezTo>
                    <a:pt x="27456" y="10120"/>
                    <a:pt x="27484" y="10145"/>
                    <a:pt x="27578" y="10089"/>
                  </a:cubicBezTo>
                  <a:cubicBezTo>
                    <a:pt x="27722" y="10077"/>
                    <a:pt x="27846" y="9921"/>
                    <a:pt x="27722" y="9921"/>
                  </a:cubicBezTo>
                  <a:cubicBezTo>
                    <a:pt x="27717" y="9921"/>
                    <a:pt x="27710" y="9922"/>
                    <a:pt x="27704" y="9922"/>
                  </a:cubicBezTo>
                  <a:cubicBezTo>
                    <a:pt x="27661" y="9934"/>
                    <a:pt x="27633" y="9942"/>
                    <a:pt x="27623" y="9942"/>
                  </a:cubicBezTo>
                  <a:cubicBezTo>
                    <a:pt x="27604" y="9942"/>
                    <a:pt x="27646" y="9915"/>
                    <a:pt x="27766" y="9838"/>
                  </a:cubicBezTo>
                  <a:cubicBezTo>
                    <a:pt x="27857" y="9778"/>
                    <a:pt x="27860" y="9778"/>
                    <a:pt x="27889" y="9672"/>
                  </a:cubicBezTo>
                  <a:cubicBezTo>
                    <a:pt x="27860" y="9652"/>
                    <a:pt x="27901" y="9578"/>
                    <a:pt x="27932" y="9578"/>
                  </a:cubicBezTo>
                  <a:cubicBezTo>
                    <a:pt x="27936" y="9578"/>
                    <a:pt x="27939" y="9579"/>
                    <a:pt x="27942" y="9581"/>
                  </a:cubicBezTo>
                  <a:cubicBezTo>
                    <a:pt x="28030" y="9515"/>
                    <a:pt x="28117" y="9446"/>
                    <a:pt x="28083" y="9424"/>
                  </a:cubicBezTo>
                  <a:cubicBezTo>
                    <a:pt x="28124" y="9365"/>
                    <a:pt x="28171" y="9311"/>
                    <a:pt x="28224" y="9264"/>
                  </a:cubicBezTo>
                  <a:cubicBezTo>
                    <a:pt x="28315" y="9195"/>
                    <a:pt x="28321" y="9076"/>
                    <a:pt x="28334" y="8967"/>
                  </a:cubicBezTo>
                  <a:cubicBezTo>
                    <a:pt x="28383" y="8740"/>
                    <a:pt x="28419" y="8629"/>
                    <a:pt x="28445" y="8629"/>
                  </a:cubicBezTo>
                  <a:cubicBezTo>
                    <a:pt x="28456" y="8629"/>
                    <a:pt x="28464" y="8647"/>
                    <a:pt x="28471" y="8681"/>
                  </a:cubicBezTo>
                  <a:cubicBezTo>
                    <a:pt x="28475" y="8696"/>
                    <a:pt x="28481" y="8703"/>
                    <a:pt x="28487" y="8703"/>
                  </a:cubicBezTo>
                  <a:cubicBezTo>
                    <a:pt x="28537" y="8703"/>
                    <a:pt x="28652" y="8288"/>
                    <a:pt x="28619" y="8180"/>
                  </a:cubicBezTo>
                  <a:cubicBezTo>
                    <a:pt x="28593" y="8087"/>
                    <a:pt x="28586" y="8065"/>
                    <a:pt x="28600" y="8065"/>
                  </a:cubicBezTo>
                  <a:cubicBezTo>
                    <a:pt x="28604" y="8065"/>
                    <a:pt x="28610" y="8067"/>
                    <a:pt x="28619" y="8070"/>
                  </a:cubicBezTo>
                  <a:cubicBezTo>
                    <a:pt x="28621" y="8071"/>
                    <a:pt x="28623" y="8071"/>
                    <a:pt x="28625" y="8071"/>
                  </a:cubicBezTo>
                  <a:cubicBezTo>
                    <a:pt x="28659" y="8071"/>
                    <a:pt x="28681" y="7983"/>
                    <a:pt x="28681" y="7983"/>
                  </a:cubicBezTo>
                  <a:cubicBezTo>
                    <a:pt x="28708" y="7887"/>
                    <a:pt x="28732" y="7791"/>
                    <a:pt x="28767" y="7791"/>
                  </a:cubicBezTo>
                  <a:cubicBezTo>
                    <a:pt x="28769" y="7791"/>
                    <a:pt x="28771" y="7791"/>
                    <a:pt x="28772" y="7791"/>
                  </a:cubicBezTo>
                  <a:cubicBezTo>
                    <a:pt x="28794" y="7688"/>
                    <a:pt x="28807" y="7585"/>
                    <a:pt x="28813" y="7478"/>
                  </a:cubicBezTo>
                  <a:cubicBezTo>
                    <a:pt x="28769" y="7256"/>
                    <a:pt x="28860" y="6961"/>
                    <a:pt x="28945" y="6864"/>
                  </a:cubicBezTo>
                  <a:lnTo>
                    <a:pt x="28920" y="6654"/>
                  </a:lnTo>
                  <a:cubicBezTo>
                    <a:pt x="28853" y="6544"/>
                    <a:pt x="28821" y="6444"/>
                    <a:pt x="28888" y="6444"/>
                  </a:cubicBezTo>
                  <a:cubicBezTo>
                    <a:pt x="28890" y="6444"/>
                    <a:pt x="28892" y="6444"/>
                    <a:pt x="28894" y="6444"/>
                  </a:cubicBezTo>
                  <a:lnTo>
                    <a:pt x="28932" y="6444"/>
                  </a:lnTo>
                  <a:cubicBezTo>
                    <a:pt x="28876" y="6337"/>
                    <a:pt x="28888" y="5927"/>
                    <a:pt x="28967" y="5924"/>
                  </a:cubicBezTo>
                  <a:cubicBezTo>
                    <a:pt x="29004" y="5924"/>
                    <a:pt x="29004" y="5924"/>
                    <a:pt x="29001" y="5817"/>
                  </a:cubicBezTo>
                  <a:lnTo>
                    <a:pt x="29001" y="5817"/>
                  </a:lnTo>
                  <a:lnTo>
                    <a:pt x="28963" y="5820"/>
                  </a:lnTo>
                  <a:cubicBezTo>
                    <a:pt x="28961" y="5820"/>
                    <a:pt x="28959" y="5820"/>
                    <a:pt x="28957" y="5820"/>
                  </a:cubicBezTo>
                  <a:cubicBezTo>
                    <a:pt x="28922" y="5820"/>
                    <a:pt x="28888" y="5817"/>
                    <a:pt x="28885" y="5720"/>
                  </a:cubicBezTo>
                  <a:cubicBezTo>
                    <a:pt x="28873" y="5617"/>
                    <a:pt x="28857" y="5513"/>
                    <a:pt x="28894" y="5510"/>
                  </a:cubicBezTo>
                  <a:cubicBezTo>
                    <a:pt x="28919" y="5405"/>
                    <a:pt x="28944" y="5297"/>
                    <a:pt x="28909" y="5297"/>
                  </a:cubicBezTo>
                  <a:cubicBezTo>
                    <a:pt x="28908" y="5297"/>
                    <a:pt x="28908" y="5297"/>
                    <a:pt x="28907" y="5297"/>
                  </a:cubicBezTo>
                  <a:cubicBezTo>
                    <a:pt x="28901" y="5228"/>
                    <a:pt x="28904" y="5156"/>
                    <a:pt x="28913" y="5084"/>
                  </a:cubicBezTo>
                  <a:cubicBezTo>
                    <a:pt x="28891" y="4980"/>
                    <a:pt x="28866" y="4880"/>
                    <a:pt x="28819" y="4673"/>
                  </a:cubicBezTo>
                  <a:cubicBezTo>
                    <a:pt x="28766" y="4576"/>
                    <a:pt x="28700" y="4379"/>
                    <a:pt x="28735" y="4369"/>
                  </a:cubicBezTo>
                  <a:cubicBezTo>
                    <a:pt x="28735" y="4369"/>
                    <a:pt x="28669" y="4169"/>
                    <a:pt x="28600" y="4081"/>
                  </a:cubicBezTo>
                  <a:cubicBezTo>
                    <a:pt x="28537" y="3880"/>
                    <a:pt x="28478" y="3790"/>
                    <a:pt x="28518" y="3774"/>
                  </a:cubicBezTo>
                  <a:cubicBezTo>
                    <a:pt x="28553" y="3761"/>
                    <a:pt x="28553" y="3758"/>
                    <a:pt x="28475" y="3677"/>
                  </a:cubicBezTo>
                  <a:cubicBezTo>
                    <a:pt x="28472" y="3678"/>
                    <a:pt x="28470" y="3678"/>
                    <a:pt x="28467" y="3678"/>
                  </a:cubicBezTo>
                  <a:cubicBezTo>
                    <a:pt x="28434" y="3678"/>
                    <a:pt x="28396" y="3588"/>
                    <a:pt x="28355" y="3501"/>
                  </a:cubicBezTo>
                  <a:cubicBezTo>
                    <a:pt x="28327" y="3435"/>
                    <a:pt x="28296" y="3373"/>
                    <a:pt x="28261" y="3313"/>
                  </a:cubicBezTo>
                  <a:cubicBezTo>
                    <a:pt x="28251" y="3318"/>
                    <a:pt x="28244" y="3321"/>
                    <a:pt x="28238" y="3321"/>
                  </a:cubicBezTo>
                  <a:cubicBezTo>
                    <a:pt x="28223" y="3321"/>
                    <a:pt x="28212" y="3302"/>
                    <a:pt x="28177" y="3238"/>
                  </a:cubicBezTo>
                  <a:cubicBezTo>
                    <a:pt x="28120" y="3150"/>
                    <a:pt x="28008" y="2853"/>
                    <a:pt x="27939" y="2771"/>
                  </a:cubicBezTo>
                  <a:cubicBezTo>
                    <a:pt x="27828" y="2615"/>
                    <a:pt x="27785" y="2554"/>
                    <a:pt x="27775" y="2554"/>
                  </a:cubicBezTo>
                  <a:lnTo>
                    <a:pt x="27775" y="2554"/>
                  </a:lnTo>
                  <a:cubicBezTo>
                    <a:pt x="27769" y="2554"/>
                    <a:pt x="27776" y="2579"/>
                    <a:pt x="27788" y="2621"/>
                  </a:cubicBezTo>
                  <a:cubicBezTo>
                    <a:pt x="27815" y="2658"/>
                    <a:pt x="27823" y="2683"/>
                    <a:pt x="27817" y="2683"/>
                  </a:cubicBezTo>
                  <a:cubicBezTo>
                    <a:pt x="27809" y="2683"/>
                    <a:pt x="27776" y="2643"/>
                    <a:pt x="27726" y="2536"/>
                  </a:cubicBezTo>
                  <a:cubicBezTo>
                    <a:pt x="27694" y="2495"/>
                    <a:pt x="27647" y="2398"/>
                    <a:pt x="27569" y="2298"/>
                  </a:cubicBezTo>
                  <a:cubicBezTo>
                    <a:pt x="27491" y="2191"/>
                    <a:pt x="27393" y="2069"/>
                    <a:pt x="27290" y="1950"/>
                  </a:cubicBezTo>
                  <a:cubicBezTo>
                    <a:pt x="27071" y="1722"/>
                    <a:pt x="27010" y="1672"/>
                    <a:pt x="26983" y="1672"/>
                  </a:cubicBezTo>
                  <a:cubicBezTo>
                    <a:pt x="26974" y="1672"/>
                    <a:pt x="26970" y="1677"/>
                    <a:pt x="26964" y="1684"/>
                  </a:cubicBezTo>
                  <a:cubicBezTo>
                    <a:pt x="26972" y="1729"/>
                    <a:pt x="26967" y="1748"/>
                    <a:pt x="26956" y="1748"/>
                  </a:cubicBezTo>
                  <a:cubicBezTo>
                    <a:pt x="26938" y="1748"/>
                    <a:pt x="26902" y="1691"/>
                    <a:pt x="26886" y="1612"/>
                  </a:cubicBezTo>
                  <a:cubicBezTo>
                    <a:pt x="26804" y="1442"/>
                    <a:pt x="26729" y="1369"/>
                    <a:pt x="26692" y="1369"/>
                  </a:cubicBezTo>
                  <a:cubicBezTo>
                    <a:pt x="26685" y="1369"/>
                    <a:pt x="26680" y="1372"/>
                    <a:pt x="26676" y="1377"/>
                  </a:cubicBezTo>
                  <a:cubicBezTo>
                    <a:pt x="26607" y="1361"/>
                    <a:pt x="26541" y="1326"/>
                    <a:pt x="26485" y="1279"/>
                  </a:cubicBezTo>
                  <a:cubicBezTo>
                    <a:pt x="26510" y="1248"/>
                    <a:pt x="26425" y="1185"/>
                    <a:pt x="26234" y="1091"/>
                  </a:cubicBezTo>
                  <a:cubicBezTo>
                    <a:pt x="26149" y="1032"/>
                    <a:pt x="26146" y="1035"/>
                    <a:pt x="26168" y="1004"/>
                  </a:cubicBezTo>
                  <a:lnTo>
                    <a:pt x="25989" y="894"/>
                  </a:lnTo>
                  <a:cubicBezTo>
                    <a:pt x="25779" y="831"/>
                    <a:pt x="25234" y="537"/>
                    <a:pt x="25153" y="455"/>
                  </a:cubicBezTo>
                  <a:cubicBezTo>
                    <a:pt x="25084" y="433"/>
                    <a:pt x="25012" y="421"/>
                    <a:pt x="24940" y="418"/>
                  </a:cubicBezTo>
                  <a:cubicBezTo>
                    <a:pt x="24906" y="427"/>
                    <a:pt x="24875" y="431"/>
                    <a:pt x="24847" y="431"/>
                  </a:cubicBezTo>
                  <a:cubicBezTo>
                    <a:pt x="24771" y="431"/>
                    <a:pt x="24724" y="398"/>
                    <a:pt x="24742" y="346"/>
                  </a:cubicBezTo>
                  <a:cubicBezTo>
                    <a:pt x="24759" y="305"/>
                    <a:pt x="24764" y="288"/>
                    <a:pt x="24742" y="288"/>
                  </a:cubicBezTo>
                  <a:cubicBezTo>
                    <a:pt x="24726" y="288"/>
                    <a:pt x="24696" y="297"/>
                    <a:pt x="24645" y="311"/>
                  </a:cubicBezTo>
                  <a:cubicBezTo>
                    <a:pt x="24535" y="308"/>
                    <a:pt x="24031" y="186"/>
                    <a:pt x="24150" y="136"/>
                  </a:cubicBezTo>
                  <a:lnTo>
                    <a:pt x="24169" y="63"/>
                  </a:lnTo>
                  <a:lnTo>
                    <a:pt x="24169" y="63"/>
                  </a:lnTo>
                  <a:cubicBezTo>
                    <a:pt x="24148" y="65"/>
                    <a:pt x="24127" y="66"/>
                    <a:pt x="24106" y="66"/>
                  </a:cubicBezTo>
                  <a:cubicBezTo>
                    <a:pt x="24077" y="66"/>
                    <a:pt x="24048" y="64"/>
                    <a:pt x="24018" y="60"/>
                  </a:cubicBezTo>
                  <a:lnTo>
                    <a:pt x="23952" y="54"/>
                  </a:lnTo>
                  <a:cubicBezTo>
                    <a:pt x="23950" y="68"/>
                    <a:pt x="23935" y="74"/>
                    <a:pt x="23902" y="74"/>
                  </a:cubicBezTo>
                  <a:cubicBezTo>
                    <a:pt x="23844" y="74"/>
                    <a:pt x="23729" y="55"/>
                    <a:pt x="23529" y="23"/>
                  </a:cubicBezTo>
                  <a:cubicBezTo>
                    <a:pt x="23426" y="1"/>
                    <a:pt x="23266" y="7"/>
                    <a:pt x="2310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37"/>
            <p:cNvSpPr/>
            <p:nvPr/>
          </p:nvSpPr>
          <p:spPr>
            <a:xfrm>
              <a:off x="3566214" y="3223343"/>
              <a:ext cx="945056" cy="1511091"/>
            </a:xfrm>
            <a:custGeom>
              <a:avLst/>
              <a:gdLst/>
              <a:ahLst/>
              <a:cxnLst/>
              <a:rect l="l" t="t" r="r" b="b"/>
              <a:pathLst>
                <a:path w="51919" h="83659" extrusionOk="0">
                  <a:moveTo>
                    <a:pt x="41969" y="1"/>
                  </a:moveTo>
                  <a:cubicBezTo>
                    <a:pt x="41889" y="1"/>
                    <a:pt x="41808" y="4"/>
                    <a:pt x="41727" y="12"/>
                  </a:cubicBezTo>
                  <a:lnTo>
                    <a:pt x="2501" y="3660"/>
                  </a:lnTo>
                  <a:cubicBezTo>
                    <a:pt x="1060" y="3794"/>
                    <a:pt x="0" y="5070"/>
                    <a:pt x="135" y="6511"/>
                  </a:cubicBezTo>
                  <a:lnTo>
                    <a:pt x="7340" y="81281"/>
                  </a:lnTo>
                  <a:cubicBezTo>
                    <a:pt x="7467" y="82639"/>
                    <a:pt x="8607" y="83658"/>
                    <a:pt x="9944" y="83658"/>
                  </a:cubicBezTo>
                  <a:cubicBezTo>
                    <a:pt x="10026" y="83658"/>
                    <a:pt x="10108" y="83655"/>
                    <a:pt x="10191" y="83647"/>
                  </a:cubicBezTo>
                  <a:lnTo>
                    <a:pt x="49417" y="79999"/>
                  </a:lnTo>
                  <a:cubicBezTo>
                    <a:pt x="50859" y="79864"/>
                    <a:pt x="51918" y="78589"/>
                    <a:pt x="51783" y="77147"/>
                  </a:cubicBezTo>
                  <a:lnTo>
                    <a:pt x="44579" y="2378"/>
                  </a:lnTo>
                  <a:cubicBezTo>
                    <a:pt x="44452" y="1020"/>
                    <a:pt x="43309" y="1"/>
                    <a:pt x="419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37"/>
            <p:cNvSpPr/>
            <p:nvPr/>
          </p:nvSpPr>
          <p:spPr>
            <a:xfrm>
              <a:off x="3664725" y="3214275"/>
              <a:ext cx="945001" cy="1511036"/>
            </a:xfrm>
            <a:custGeom>
              <a:avLst/>
              <a:gdLst/>
              <a:ahLst/>
              <a:cxnLst/>
              <a:rect l="l" t="t" r="r" b="b"/>
              <a:pathLst>
                <a:path w="51916" h="83656" extrusionOk="0">
                  <a:moveTo>
                    <a:pt x="41974" y="1"/>
                  </a:moveTo>
                  <a:cubicBezTo>
                    <a:pt x="41892" y="1"/>
                    <a:pt x="41810" y="5"/>
                    <a:pt x="41727" y="12"/>
                  </a:cubicBezTo>
                  <a:lnTo>
                    <a:pt x="2498" y="3660"/>
                  </a:lnTo>
                  <a:cubicBezTo>
                    <a:pt x="1060" y="3792"/>
                    <a:pt x="0" y="5070"/>
                    <a:pt x="132" y="6512"/>
                  </a:cubicBezTo>
                  <a:lnTo>
                    <a:pt x="7337" y="81278"/>
                  </a:lnTo>
                  <a:cubicBezTo>
                    <a:pt x="7464" y="82637"/>
                    <a:pt x="8604" y="83656"/>
                    <a:pt x="9941" y="83656"/>
                  </a:cubicBezTo>
                  <a:cubicBezTo>
                    <a:pt x="10023" y="83656"/>
                    <a:pt x="10105" y="83652"/>
                    <a:pt x="10188" y="83644"/>
                  </a:cubicBezTo>
                  <a:lnTo>
                    <a:pt x="49414" y="79997"/>
                  </a:lnTo>
                  <a:cubicBezTo>
                    <a:pt x="50856" y="79865"/>
                    <a:pt x="51915" y="78586"/>
                    <a:pt x="51780" y="77145"/>
                  </a:cubicBezTo>
                  <a:lnTo>
                    <a:pt x="44576" y="2378"/>
                  </a:lnTo>
                  <a:cubicBezTo>
                    <a:pt x="44452" y="1020"/>
                    <a:pt x="43309" y="1"/>
                    <a:pt x="41974" y="1"/>
                  </a:cubicBezTo>
                  <a:close/>
                </a:path>
              </a:pathLst>
            </a:custGeom>
            <a:solidFill>
              <a:srgbClr val="69B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37"/>
            <p:cNvSpPr/>
            <p:nvPr/>
          </p:nvSpPr>
          <p:spPr>
            <a:xfrm>
              <a:off x="3716348" y="3267886"/>
              <a:ext cx="842084" cy="1407791"/>
            </a:xfrm>
            <a:custGeom>
              <a:avLst/>
              <a:gdLst/>
              <a:ahLst/>
              <a:cxnLst/>
              <a:rect l="l" t="t" r="r" b="b"/>
              <a:pathLst>
                <a:path w="46262" h="77940" extrusionOk="0">
                  <a:moveTo>
                    <a:pt x="38067" y="1"/>
                  </a:moveTo>
                  <a:cubicBezTo>
                    <a:pt x="38030" y="1"/>
                    <a:pt x="37994" y="2"/>
                    <a:pt x="37957" y="6"/>
                  </a:cubicBezTo>
                  <a:lnTo>
                    <a:pt x="26046" y="1112"/>
                  </a:lnTo>
                  <a:cubicBezTo>
                    <a:pt x="25676" y="1147"/>
                    <a:pt x="25378" y="1425"/>
                    <a:pt x="25315" y="1789"/>
                  </a:cubicBezTo>
                  <a:lnTo>
                    <a:pt x="25156" y="2707"/>
                  </a:lnTo>
                  <a:cubicBezTo>
                    <a:pt x="25080" y="3146"/>
                    <a:pt x="24720" y="3481"/>
                    <a:pt x="24275" y="3522"/>
                  </a:cubicBezTo>
                  <a:lnTo>
                    <a:pt x="15221" y="4365"/>
                  </a:lnTo>
                  <a:cubicBezTo>
                    <a:pt x="15191" y="4368"/>
                    <a:pt x="15160" y="4369"/>
                    <a:pt x="15130" y="4369"/>
                  </a:cubicBezTo>
                  <a:cubicBezTo>
                    <a:pt x="14720" y="4369"/>
                    <a:pt x="14349" y="4117"/>
                    <a:pt x="14206" y="3726"/>
                  </a:cubicBezTo>
                  <a:lnTo>
                    <a:pt x="13880" y="2851"/>
                  </a:lnTo>
                  <a:cubicBezTo>
                    <a:pt x="13761" y="2530"/>
                    <a:pt x="13454" y="2318"/>
                    <a:pt x="13113" y="2318"/>
                  </a:cubicBezTo>
                  <a:cubicBezTo>
                    <a:pt x="13088" y="2318"/>
                    <a:pt x="13063" y="2319"/>
                    <a:pt x="13037" y="2322"/>
                  </a:cubicBezTo>
                  <a:lnTo>
                    <a:pt x="1126" y="3431"/>
                  </a:lnTo>
                  <a:cubicBezTo>
                    <a:pt x="477" y="3491"/>
                    <a:pt x="1" y="4067"/>
                    <a:pt x="60" y="4716"/>
                  </a:cubicBezTo>
                  <a:lnTo>
                    <a:pt x="7020" y="76869"/>
                  </a:lnTo>
                  <a:cubicBezTo>
                    <a:pt x="7076" y="77481"/>
                    <a:pt x="7593" y="77939"/>
                    <a:pt x="8196" y="77939"/>
                  </a:cubicBezTo>
                  <a:cubicBezTo>
                    <a:pt x="8232" y="77939"/>
                    <a:pt x="8268" y="77938"/>
                    <a:pt x="8305" y="77934"/>
                  </a:cubicBezTo>
                  <a:lnTo>
                    <a:pt x="45137" y="74509"/>
                  </a:lnTo>
                  <a:cubicBezTo>
                    <a:pt x="45785" y="74449"/>
                    <a:pt x="46262" y="73873"/>
                    <a:pt x="46202" y="73224"/>
                  </a:cubicBezTo>
                  <a:lnTo>
                    <a:pt x="39242" y="1071"/>
                  </a:lnTo>
                  <a:cubicBezTo>
                    <a:pt x="39183" y="459"/>
                    <a:pt x="38669" y="1"/>
                    <a:pt x="380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37"/>
            <p:cNvSpPr/>
            <p:nvPr/>
          </p:nvSpPr>
          <p:spPr>
            <a:xfrm>
              <a:off x="3786391" y="3433468"/>
              <a:ext cx="184391" cy="179017"/>
            </a:xfrm>
            <a:custGeom>
              <a:avLst/>
              <a:gdLst/>
              <a:ahLst/>
              <a:cxnLst/>
              <a:rect l="l" t="t" r="r" b="b"/>
              <a:pathLst>
                <a:path w="10130" h="9911" extrusionOk="0">
                  <a:moveTo>
                    <a:pt x="7336" y="1"/>
                  </a:moveTo>
                  <a:cubicBezTo>
                    <a:pt x="7264" y="1"/>
                    <a:pt x="7191" y="4"/>
                    <a:pt x="7118" y="12"/>
                  </a:cubicBezTo>
                  <a:lnTo>
                    <a:pt x="2066" y="522"/>
                  </a:lnTo>
                  <a:cubicBezTo>
                    <a:pt x="872" y="641"/>
                    <a:pt x="1" y="1707"/>
                    <a:pt x="123" y="2904"/>
                  </a:cubicBezTo>
                  <a:lnTo>
                    <a:pt x="631" y="7953"/>
                  </a:lnTo>
                  <a:cubicBezTo>
                    <a:pt x="742" y="9074"/>
                    <a:pt x="1685" y="9910"/>
                    <a:pt x="2788" y="9910"/>
                  </a:cubicBezTo>
                  <a:cubicBezTo>
                    <a:pt x="2862" y="9910"/>
                    <a:pt x="2937" y="9906"/>
                    <a:pt x="3012" y="9899"/>
                  </a:cubicBezTo>
                  <a:lnTo>
                    <a:pt x="8061" y="9391"/>
                  </a:lnTo>
                  <a:cubicBezTo>
                    <a:pt x="9258" y="9269"/>
                    <a:pt x="10129" y="8203"/>
                    <a:pt x="10007" y="7009"/>
                  </a:cubicBezTo>
                  <a:lnTo>
                    <a:pt x="9499" y="1958"/>
                  </a:lnTo>
                  <a:cubicBezTo>
                    <a:pt x="9388" y="837"/>
                    <a:pt x="8439" y="1"/>
                    <a:pt x="7336" y="1"/>
                  </a:cubicBezTo>
                  <a:close/>
                </a:path>
              </a:pathLst>
            </a:custGeom>
            <a:solidFill>
              <a:srgbClr val="F4D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37"/>
            <p:cNvSpPr/>
            <p:nvPr/>
          </p:nvSpPr>
          <p:spPr>
            <a:xfrm>
              <a:off x="4000543" y="3412082"/>
              <a:ext cx="184319" cy="178999"/>
            </a:xfrm>
            <a:custGeom>
              <a:avLst/>
              <a:gdLst/>
              <a:ahLst/>
              <a:cxnLst/>
              <a:rect l="l" t="t" r="r" b="b"/>
              <a:pathLst>
                <a:path w="10126" h="9910" extrusionOk="0">
                  <a:moveTo>
                    <a:pt x="7335" y="0"/>
                  </a:moveTo>
                  <a:cubicBezTo>
                    <a:pt x="7263" y="0"/>
                    <a:pt x="7190" y="4"/>
                    <a:pt x="7117" y="11"/>
                  </a:cubicBezTo>
                  <a:lnTo>
                    <a:pt x="2065" y="522"/>
                  </a:lnTo>
                  <a:cubicBezTo>
                    <a:pt x="871" y="641"/>
                    <a:pt x="0" y="1706"/>
                    <a:pt x="119" y="2903"/>
                  </a:cubicBezTo>
                  <a:lnTo>
                    <a:pt x="630" y="7952"/>
                  </a:lnTo>
                  <a:cubicBezTo>
                    <a:pt x="742" y="9074"/>
                    <a:pt x="1684" y="9910"/>
                    <a:pt x="2785" y="9910"/>
                  </a:cubicBezTo>
                  <a:cubicBezTo>
                    <a:pt x="2859" y="9910"/>
                    <a:pt x="2934" y="9906"/>
                    <a:pt x="3009" y="9898"/>
                  </a:cubicBezTo>
                  <a:lnTo>
                    <a:pt x="8060" y="9390"/>
                  </a:lnTo>
                  <a:cubicBezTo>
                    <a:pt x="9257" y="9268"/>
                    <a:pt x="10125" y="8203"/>
                    <a:pt x="10006" y="7009"/>
                  </a:cubicBezTo>
                  <a:lnTo>
                    <a:pt x="9499" y="1957"/>
                  </a:lnTo>
                  <a:cubicBezTo>
                    <a:pt x="9384" y="836"/>
                    <a:pt x="8438" y="0"/>
                    <a:pt x="7335" y="0"/>
                  </a:cubicBezTo>
                  <a:close/>
                </a:path>
              </a:pathLst>
            </a:custGeom>
            <a:solidFill>
              <a:srgbClr val="69B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37"/>
            <p:cNvSpPr/>
            <p:nvPr/>
          </p:nvSpPr>
          <p:spPr>
            <a:xfrm>
              <a:off x="4038477" y="3448027"/>
              <a:ext cx="108614" cy="107075"/>
            </a:xfrm>
            <a:custGeom>
              <a:avLst/>
              <a:gdLst/>
              <a:ahLst/>
              <a:cxnLst/>
              <a:rect l="l" t="t" r="r" b="b"/>
              <a:pathLst>
                <a:path w="5967" h="5928" extrusionOk="0">
                  <a:moveTo>
                    <a:pt x="4794" y="196"/>
                  </a:moveTo>
                  <a:cubicBezTo>
                    <a:pt x="4797" y="196"/>
                    <a:pt x="4801" y="197"/>
                    <a:pt x="4804" y="199"/>
                  </a:cubicBezTo>
                  <a:cubicBezTo>
                    <a:pt x="4829" y="211"/>
                    <a:pt x="4829" y="211"/>
                    <a:pt x="4817" y="233"/>
                  </a:cubicBezTo>
                  <a:cubicBezTo>
                    <a:pt x="4813" y="242"/>
                    <a:pt x="4804" y="247"/>
                    <a:pt x="4795" y="247"/>
                  </a:cubicBezTo>
                  <a:cubicBezTo>
                    <a:pt x="4791" y="247"/>
                    <a:pt x="4786" y="246"/>
                    <a:pt x="4782" y="243"/>
                  </a:cubicBezTo>
                  <a:lnTo>
                    <a:pt x="4770" y="211"/>
                  </a:lnTo>
                  <a:cubicBezTo>
                    <a:pt x="4774" y="202"/>
                    <a:pt x="4784" y="196"/>
                    <a:pt x="4794" y="196"/>
                  </a:cubicBezTo>
                  <a:close/>
                  <a:moveTo>
                    <a:pt x="2930" y="312"/>
                  </a:moveTo>
                  <a:lnTo>
                    <a:pt x="2930" y="312"/>
                  </a:lnTo>
                  <a:cubicBezTo>
                    <a:pt x="2933" y="337"/>
                    <a:pt x="2936" y="362"/>
                    <a:pt x="2915" y="365"/>
                  </a:cubicBezTo>
                  <a:lnTo>
                    <a:pt x="2893" y="365"/>
                  </a:lnTo>
                  <a:cubicBezTo>
                    <a:pt x="2893" y="346"/>
                    <a:pt x="2899" y="327"/>
                    <a:pt x="2908" y="315"/>
                  </a:cubicBezTo>
                  <a:lnTo>
                    <a:pt x="2930" y="312"/>
                  </a:lnTo>
                  <a:close/>
                  <a:moveTo>
                    <a:pt x="5086" y="349"/>
                  </a:moveTo>
                  <a:lnTo>
                    <a:pt x="5108" y="365"/>
                  </a:lnTo>
                  <a:cubicBezTo>
                    <a:pt x="5097" y="379"/>
                    <a:pt x="5085" y="393"/>
                    <a:pt x="5071" y="393"/>
                  </a:cubicBezTo>
                  <a:cubicBezTo>
                    <a:pt x="5066" y="393"/>
                    <a:pt x="5061" y="391"/>
                    <a:pt x="5055" y="387"/>
                  </a:cubicBezTo>
                  <a:lnTo>
                    <a:pt x="5052" y="352"/>
                  </a:lnTo>
                  <a:lnTo>
                    <a:pt x="5086" y="349"/>
                  </a:lnTo>
                  <a:close/>
                  <a:moveTo>
                    <a:pt x="2073" y="417"/>
                  </a:moveTo>
                  <a:cubicBezTo>
                    <a:pt x="2090" y="417"/>
                    <a:pt x="2090" y="422"/>
                    <a:pt x="2090" y="440"/>
                  </a:cubicBezTo>
                  <a:cubicBezTo>
                    <a:pt x="2094" y="465"/>
                    <a:pt x="2053" y="468"/>
                    <a:pt x="2031" y="468"/>
                  </a:cubicBezTo>
                  <a:cubicBezTo>
                    <a:pt x="2009" y="453"/>
                    <a:pt x="2021" y="418"/>
                    <a:pt x="2046" y="418"/>
                  </a:cubicBezTo>
                  <a:cubicBezTo>
                    <a:pt x="2058" y="417"/>
                    <a:pt x="2066" y="417"/>
                    <a:pt x="2073" y="417"/>
                  </a:cubicBezTo>
                  <a:close/>
                  <a:moveTo>
                    <a:pt x="5099" y="597"/>
                  </a:moveTo>
                  <a:cubicBezTo>
                    <a:pt x="5133" y="597"/>
                    <a:pt x="5149" y="616"/>
                    <a:pt x="5130" y="631"/>
                  </a:cubicBezTo>
                  <a:cubicBezTo>
                    <a:pt x="5121" y="639"/>
                    <a:pt x="5116" y="643"/>
                    <a:pt x="5112" y="643"/>
                  </a:cubicBezTo>
                  <a:cubicBezTo>
                    <a:pt x="5107" y="643"/>
                    <a:pt x="5104" y="639"/>
                    <a:pt x="5096" y="631"/>
                  </a:cubicBezTo>
                  <a:cubicBezTo>
                    <a:pt x="5064" y="597"/>
                    <a:pt x="5064" y="597"/>
                    <a:pt x="5099" y="597"/>
                  </a:cubicBezTo>
                  <a:close/>
                  <a:moveTo>
                    <a:pt x="5092" y="753"/>
                  </a:moveTo>
                  <a:cubicBezTo>
                    <a:pt x="5087" y="756"/>
                    <a:pt x="5082" y="759"/>
                    <a:pt x="5077" y="763"/>
                  </a:cubicBezTo>
                  <a:cubicBezTo>
                    <a:pt x="5076" y="766"/>
                    <a:pt x="5076" y="769"/>
                    <a:pt x="5075" y="771"/>
                  </a:cubicBezTo>
                  <a:lnTo>
                    <a:pt x="5075" y="771"/>
                  </a:lnTo>
                  <a:cubicBezTo>
                    <a:pt x="5079" y="766"/>
                    <a:pt x="5084" y="760"/>
                    <a:pt x="5092" y="753"/>
                  </a:cubicBezTo>
                  <a:close/>
                  <a:moveTo>
                    <a:pt x="5205" y="722"/>
                  </a:moveTo>
                  <a:lnTo>
                    <a:pt x="5218" y="741"/>
                  </a:lnTo>
                  <a:cubicBezTo>
                    <a:pt x="5234" y="760"/>
                    <a:pt x="5234" y="760"/>
                    <a:pt x="5212" y="776"/>
                  </a:cubicBezTo>
                  <a:lnTo>
                    <a:pt x="5199" y="757"/>
                  </a:lnTo>
                  <a:lnTo>
                    <a:pt x="5205" y="722"/>
                  </a:lnTo>
                  <a:close/>
                  <a:moveTo>
                    <a:pt x="5075" y="771"/>
                  </a:moveTo>
                  <a:cubicBezTo>
                    <a:pt x="5070" y="777"/>
                    <a:pt x="5069" y="781"/>
                    <a:pt x="5070" y="781"/>
                  </a:cubicBezTo>
                  <a:cubicBezTo>
                    <a:pt x="5071" y="781"/>
                    <a:pt x="5073" y="778"/>
                    <a:pt x="5075" y="771"/>
                  </a:cubicBezTo>
                  <a:close/>
                  <a:moveTo>
                    <a:pt x="589" y="844"/>
                  </a:moveTo>
                  <a:cubicBezTo>
                    <a:pt x="608" y="863"/>
                    <a:pt x="624" y="882"/>
                    <a:pt x="608" y="898"/>
                  </a:cubicBezTo>
                  <a:lnTo>
                    <a:pt x="577" y="898"/>
                  </a:lnTo>
                  <a:lnTo>
                    <a:pt x="574" y="863"/>
                  </a:lnTo>
                  <a:lnTo>
                    <a:pt x="589" y="844"/>
                  </a:lnTo>
                  <a:close/>
                  <a:moveTo>
                    <a:pt x="5262" y="904"/>
                  </a:moveTo>
                  <a:lnTo>
                    <a:pt x="5262" y="904"/>
                  </a:lnTo>
                  <a:cubicBezTo>
                    <a:pt x="5266" y="913"/>
                    <a:pt x="5272" y="916"/>
                    <a:pt x="5275" y="916"/>
                  </a:cubicBezTo>
                  <a:cubicBezTo>
                    <a:pt x="5280" y="916"/>
                    <a:pt x="5280" y="910"/>
                    <a:pt x="5262" y="904"/>
                  </a:cubicBezTo>
                  <a:close/>
                  <a:moveTo>
                    <a:pt x="5328" y="923"/>
                  </a:moveTo>
                  <a:lnTo>
                    <a:pt x="5337" y="945"/>
                  </a:lnTo>
                  <a:cubicBezTo>
                    <a:pt x="5346" y="967"/>
                    <a:pt x="5346" y="967"/>
                    <a:pt x="5324" y="976"/>
                  </a:cubicBezTo>
                  <a:lnTo>
                    <a:pt x="5315" y="954"/>
                  </a:lnTo>
                  <a:lnTo>
                    <a:pt x="5328" y="923"/>
                  </a:lnTo>
                  <a:close/>
                  <a:moveTo>
                    <a:pt x="270" y="1007"/>
                  </a:moveTo>
                  <a:cubicBezTo>
                    <a:pt x="292" y="1023"/>
                    <a:pt x="314" y="1036"/>
                    <a:pt x="298" y="1058"/>
                  </a:cubicBezTo>
                  <a:lnTo>
                    <a:pt x="285" y="1080"/>
                  </a:lnTo>
                  <a:cubicBezTo>
                    <a:pt x="270" y="1067"/>
                    <a:pt x="260" y="1051"/>
                    <a:pt x="254" y="1033"/>
                  </a:cubicBezTo>
                  <a:lnTo>
                    <a:pt x="270" y="1007"/>
                  </a:lnTo>
                  <a:close/>
                  <a:moveTo>
                    <a:pt x="5459" y="1130"/>
                  </a:moveTo>
                  <a:lnTo>
                    <a:pt x="5465" y="1152"/>
                  </a:lnTo>
                  <a:cubicBezTo>
                    <a:pt x="5469" y="1167"/>
                    <a:pt x="5459" y="1180"/>
                    <a:pt x="5447" y="1183"/>
                  </a:cubicBezTo>
                  <a:cubicBezTo>
                    <a:pt x="5444" y="1183"/>
                    <a:pt x="5442" y="1184"/>
                    <a:pt x="5439" y="1184"/>
                  </a:cubicBezTo>
                  <a:cubicBezTo>
                    <a:pt x="5427" y="1184"/>
                    <a:pt x="5418" y="1177"/>
                    <a:pt x="5415" y="1164"/>
                  </a:cubicBezTo>
                  <a:cubicBezTo>
                    <a:pt x="5425" y="1148"/>
                    <a:pt x="5440" y="1136"/>
                    <a:pt x="5459" y="1130"/>
                  </a:cubicBezTo>
                  <a:close/>
                  <a:moveTo>
                    <a:pt x="272" y="1471"/>
                  </a:moveTo>
                  <a:cubicBezTo>
                    <a:pt x="276" y="1471"/>
                    <a:pt x="281" y="1472"/>
                    <a:pt x="288" y="1474"/>
                  </a:cubicBezTo>
                  <a:cubicBezTo>
                    <a:pt x="307" y="1481"/>
                    <a:pt x="323" y="1490"/>
                    <a:pt x="332" y="1506"/>
                  </a:cubicBezTo>
                  <a:cubicBezTo>
                    <a:pt x="332" y="1511"/>
                    <a:pt x="328" y="1513"/>
                    <a:pt x="323" y="1513"/>
                  </a:cubicBezTo>
                  <a:cubicBezTo>
                    <a:pt x="308" y="1513"/>
                    <a:pt x="279" y="1495"/>
                    <a:pt x="260" y="1490"/>
                  </a:cubicBezTo>
                  <a:cubicBezTo>
                    <a:pt x="264" y="1476"/>
                    <a:pt x="266" y="1471"/>
                    <a:pt x="272" y="1471"/>
                  </a:cubicBezTo>
                  <a:close/>
                  <a:moveTo>
                    <a:pt x="5534" y="2004"/>
                  </a:moveTo>
                  <a:cubicBezTo>
                    <a:pt x="5563" y="2023"/>
                    <a:pt x="5588" y="2042"/>
                    <a:pt x="5563" y="2042"/>
                  </a:cubicBezTo>
                  <a:cubicBezTo>
                    <a:pt x="5544" y="2042"/>
                    <a:pt x="5528" y="2038"/>
                    <a:pt x="5512" y="2026"/>
                  </a:cubicBezTo>
                  <a:cubicBezTo>
                    <a:pt x="5512" y="2026"/>
                    <a:pt x="5484" y="2007"/>
                    <a:pt x="5509" y="2004"/>
                  </a:cubicBezTo>
                  <a:close/>
                  <a:moveTo>
                    <a:pt x="286" y="2010"/>
                  </a:moveTo>
                  <a:cubicBezTo>
                    <a:pt x="305" y="2010"/>
                    <a:pt x="320" y="2012"/>
                    <a:pt x="323" y="2029"/>
                  </a:cubicBezTo>
                  <a:lnTo>
                    <a:pt x="298" y="2051"/>
                  </a:lnTo>
                  <a:lnTo>
                    <a:pt x="273" y="2032"/>
                  </a:lnTo>
                  <a:lnTo>
                    <a:pt x="270" y="2010"/>
                  </a:lnTo>
                  <a:cubicBezTo>
                    <a:pt x="275" y="2010"/>
                    <a:pt x="281" y="2010"/>
                    <a:pt x="286" y="2010"/>
                  </a:cubicBezTo>
                  <a:close/>
                  <a:moveTo>
                    <a:pt x="5675" y="2699"/>
                  </a:moveTo>
                  <a:cubicBezTo>
                    <a:pt x="5692" y="2699"/>
                    <a:pt x="5713" y="2708"/>
                    <a:pt x="5729" y="2728"/>
                  </a:cubicBezTo>
                  <a:cubicBezTo>
                    <a:pt x="5729" y="2750"/>
                    <a:pt x="5729" y="2750"/>
                    <a:pt x="5704" y="2753"/>
                  </a:cubicBezTo>
                  <a:cubicBezTo>
                    <a:pt x="5702" y="2753"/>
                    <a:pt x="5699" y="2753"/>
                    <a:pt x="5697" y="2753"/>
                  </a:cubicBezTo>
                  <a:cubicBezTo>
                    <a:pt x="5675" y="2753"/>
                    <a:pt x="5656" y="2738"/>
                    <a:pt x="5650" y="2715"/>
                  </a:cubicBezTo>
                  <a:cubicBezTo>
                    <a:pt x="5650" y="2705"/>
                    <a:pt x="5661" y="2699"/>
                    <a:pt x="5675" y="2699"/>
                  </a:cubicBezTo>
                  <a:close/>
                  <a:moveTo>
                    <a:pt x="361" y="3386"/>
                  </a:moveTo>
                  <a:cubicBezTo>
                    <a:pt x="380" y="3386"/>
                    <a:pt x="396" y="3388"/>
                    <a:pt x="398" y="3405"/>
                  </a:cubicBezTo>
                  <a:lnTo>
                    <a:pt x="373" y="3427"/>
                  </a:lnTo>
                  <a:lnTo>
                    <a:pt x="348" y="3408"/>
                  </a:lnTo>
                  <a:lnTo>
                    <a:pt x="345" y="3386"/>
                  </a:lnTo>
                  <a:cubicBezTo>
                    <a:pt x="350" y="3386"/>
                    <a:pt x="356" y="3386"/>
                    <a:pt x="361" y="3386"/>
                  </a:cubicBezTo>
                  <a:close/>
                  <a:moveTo>
                    <a:pt x="398" y="3532"/>
                  </a:moveTo>
                  <a:cubicBezTo>
                    <a:pt x="408" y="3532"/>
                    <a:pt x="408" y="3536"/>
                    <a:pt x="411" y="3552"/>
                  </a:cubicBezTo>
                  <a:cubicBezTo>
                    <a:pt x="398" y="3565"/>
                    <a:pt x="379" y="3574"/>
                    <a:pt x="364" y="3577"/>
                  </a:cubicBezTo>
                  <a:cubicBezTo>
                    <a:pt x="362" y="3577"/>
                    <a:pt x="361" y="3577"/>
                    <a:pt x="359" y="3577"/>
                  </a:cubicBezTo>
                  <a:cubicBezTo>
                    <a:pt x="338" y="3577"/>
                    <a:pt x="338" y="3557"/>
                    <a:pt x="382" y="3533"/>
                  </a:cubicBezTo>
                  <a:cubicBezTo>
                    <a:pt x="389" y="3532"/>
                    <a:pt x="394" y="3532"/>
                    <a:pt x="398" y="3532"/>
                  </a:cubicBezTo>
                  <a:close/>
                  <a:moveTo>
                    <a:pt x="210" y="3584"/>
                  </a:moveTo>
                  <a:cubicBezTo>
                    <a:pt x="210" y="3584"/>
                    <a:pt x="210" y="3587"/>
                    <a:pt x="210" y="3593"/>
                  </a:cubicBezTo>
                  <a:cubicBezTo>
                    <a:pt x="210" y="3593"/>
                    <a:pt x="211" y="3593"/>
                    <a:pt x="211" y="3594"/>
                  </a:cubicBezTo>
                  <a:lnTo>
                    <a:pt x="211" y="3594"/>
                  </a:lnTo>
                  <a:cubicBezTo>
                    <a:pt x="211" y="3588"/>
                    <a:pt x="210" y="3584"/>
                    <a:pt x="210" y="3584"/>
                  </a:cubicBezTo>
                  <a:close/>
                  <a:moveTo>
                    <a:pt x="471" y="3887"/>
                  </a:moveTo>
                  <a:cubicBezTo>
                    <a:pt x="489" y="3887"/>
                    <a:pt x="470" y="3908"/>
                    <a:pt x="470" y="3928"/>
                  </a:cubicBezTo>
                  <a:cubicBezTo>
                    <a:pt x="461" y="3939"/>
                    <a:pt x="455" y="3945"/>
                    <a:pt x="452" y="3945"/>
                  </a:cubicBezTo>
                  <a:cubicBezTo>
                    <a:pt x="448" y="3945"/>
                    <a:pt x="447" y="3934"/>
                    <a:pt x="445" y="3909"/>
                  </a:cubicBezTo>
                  <a:cubicBezTo>
                    <a:pt x="442" y="3891"/>
                    <a:pt x="467" y="3887"/>
                    <a:pt x="467" y="3887"/>
                  </a:cubicBezTo>
                  <a:cubicBezTo>
                    <a:pt x="469" y="3887"/>
                    <a:pt x="470" y="3887"/>
                    <a:pt x="471" y="3887"/>
                  </a:cubicBezTo>
                  <a:close/>
                  <a:moveTo>
                    <a:pt x="981" y="3966"/>
                  </a:moveTo>
                  <a:cubicBezTo>
                    <a:pt x="956" y="3969"/>
                    <a:pt x="956" y="3969"/>
                    <a:pt x="956" y="3991"/>
                  </a:cubicBezTo>
                  <a:cubicBezTo>
                    <a:pt x="972" y="4000"/>
                    <a:pt x="990" y="4007"/>
                    <a:pt x="1009" y="4007"/>
                  </a:cubicBezTo>
                  <a:cubicBezTo>
                    <a:pt x="1034" y="4003"/>
                    <a:pt x="1031" y="3981"/>
                    <a:pt x="981" y="3966"/>
                  </a:cubicBezTo>
                  <a:close/>
                  <a:moveTo>
                    <a:pt x="154" y="4066"/>
                  </a:moveTo>
                  <a:cubicBezTo>
                    <a:pt x="129" y="4066"/>
                    <a:pt x="129" y="4066"/>
                    <a:pt x="132" y="4088"/>
                  </a:cubicBezTo>
                  <a:cubicBezTo>
                    <a:pt x="134" y="4113"/>
                    <a:pt x="134" y="4124"/>
                    <a:pt x="139" y="4124"/>
                  </a:cubicBezTo>
                  <a:cubicBezTo>
                    <a:pt x="142" y="4124"/>
                    <a:pt x="147" y="4118"/>
                    <a:pt x="157" y="4107"/>
                  </a:cubicBezTo>
                  <a:cubicBezTo>
                    <a:pt x="157" y="4085"/>
                    <a:pt x="154" y="4066"/>
                    <a:pt x="154" y="4066"/>
                  </a:cubicBezTo>
                  <a:close/>
                  <a:moveTo>
                    <a:pt x="505" y="4266"/>
                  </a:moveTo>
                  <a:cubicBezTo>
                    <a:pt x="512" y="4266"/>
                    <a:pt x="527" y="4268"/>
                    <a:pt x="530" y="4285"/>
                  </a:cubicBezTo>
                  <a:cubicBezTo>
                    <a:pt x="527" y="4301"/>
                    <a:pt x="520" y="4317"/>
                    <a:pt x="508" y="4329"/>
                  </a:cubicBezTo>
                  <a:cubicBezTo>
                    <a:pt x="506" y="4330"/>
                    <a:pt x="505" y="4330"/>
                    <a:pt x="503" y="4330"/>
                  </a:cubicBezTo>
                  <a:cubicBezTo>
                    <a:pt x="492" y="4330"/>
                    <a:pt x="482" y="4321"/>
                    <a:pt x="480" y="4310"/>
                  </a:cubicBezTo>
                  <a:cubicBezTo>
                    <a:pt x="480" y="4289"/>
                    <a:pt x="476" y="4270"/>
                    <a:pt x="502" y="4267"/>
                  </a:cubicBezTo>
                  <a:cubicBezTo>
                    <a:pt x="502" y="4267"/>
                    <a:pt x="503" y="4266"/>
                    <a:pt x="505" y="4266"/>
                  </a:cubicBezTo>
                  <a:close/>
                  <a:moveTo>
                    <a:pt x="367" y="4429"/>
                  </a:moveTo>
                  <a:cubicBezTo>
                    <a:pt x="365" y="4429"/>
                    <a:pt x="364" y="4430"/>
                    <a:pt x="364" y="4430"/>
                  </a:cubicBezTo>
                  <a:cubicBezTo>
                    <a:pt x="364" y="4430"/>
                    <a:pt x="339" y="4430"/>
                    <a:pt x="342" y="4452"/>
                  </a:cubicBezTo>
                  <a:lnTo>
                    <a:pt x="342" y="4473"/>
                  </a:lnTo>
                  <a:cubicBezTo>
                    <a:pt x="361" y="4470"/>
                    <a:pt x="379" y="4461"/>
                    <a:pt x="392" y="4448"/>
                  </a:cubicBezTo>
                  <a:cubicBezTo>
                    <a:pt x="389" y="4431"/>
                    <a:pt x="374" y="4429"/>
                    <a:pt x="367" y="4429"/>
                  </a:cubicBezTo>
                  <a:close/>
                  <a:moveTo>
                    <a:pt x="467" y="4665"/>
                  </a:moveTo>
                  <a:lnTo>
                    <a:pt x="470" y="4690"/>
                  </a:lnTo>
                  <a:lnTo>
                    <a:pt x="451" y="4718"/>
                  </a:lnTo>
                  <a:cubicBezTo>
                    <a:pt x="448" y="4712"/>
                    <a:pt x="445" y="4702"/>
                    <a:pt x="445" y="4693"/>
                  </a:cubicBezTo>
                  <a:cubicBezTo>
                    <a:pt x="442" y="4671"/>
                    <a:pt x="442" y="4671"/>
                    <a:pt x="467" y="4665"/>
                  </a:cubicBezTo>
                  <a:close/>
                  <a:moveTo>
                    <a:pt x="526" y="4870"/>
                  </a:moveTo>
                  <a:cubicBezTo>
                    <a:pt x="532" y="4870"/>
                    <a:pt x="538" y="4870"/>
                    <a:pt x="545" y="4871"/>
                  </a:cubicBezTo>
                  <a:lnTo>
                    <a:pt x="561" y="4915"/>
                  </a:lnTo>
                  <a:cubicBezTo>
                    <a:pt x="548" y="4920"/>
                    <a:pt x="536" y="4925"/>
                    <a:pt x="526" y="4925"/>
                  </a:cubicBezTo>
                  <a:cubicBezTo>
                    <a:pt x="517" y="4925"/>
                    <a:pt x="509" y="4921"/>
                    <a:pt x="505" y="4909"/>
                  </a:cubicBezTo>
                  <a:cubicBezTo>
                    <a:pt x="477" y="4895"/>
                    <a:pt x="486" y="4870"/>
                    <a:pt x="526" y="4870"/>
                  </a:cubicBezTo>
                  <a:close/>
                  <a:moveTo>
                    <a:pt x="730" y="4991"/>
                  </a:moveTo>
                  <a:cubicBezTo>
                    <a:pt x="740" y="5009"/>
                    <a:pt x="774" y="5016"/>
                    <a:pt x="752" y="5028"/>
                  </a:cubicBezTo>
                  <a:cubicBezTo>
                    <a:pt x="755" y="5033"/>
                    <a:pt x="755" y="5035"/>
                    <a:pt x="752" y="5035"/>
                  </a:cubicBezTo>
                  <a:cubicBezTo>
                    <a:pt x="744" y="5035"/>
                    <a:pt x="715" y="5016"/>
                    <a:pt x="708" y="5000"/>
                  </a:cubicBezTo>
                  <a:lnTo>
                    <a:pt x="730" y="4991"/>
                  </a:lnTo>
                  <a:close/>
                  <a:moveTo>
                    <a:pt x="4218" y="5110"/>
                  </a:moveTo>
                  <a:lnTo>
                    <a:pt x="4199" y="5113"/>
                  </a:lnTo>
                  <a:cubicBezTo>
                    <a:pt x="4177" y="5113"/>
                    <a:pt x="4181" y="5138"/>
                    <a:pt x="4184" y="5163"/>
                  </a:cubicBezTo>
                  <a:lnTo>
                    <a:pt x="4203" y="5163"/>
                  </a:lnTo>
                  <a:cubicBezTo>
                    <a:pt x="4215" y="5147"/>
                    <a:pt x="4218" y="5128"/>
                    <a:pt x="4218" y="5110"/>
                  </a:cubicBezTo>
                  <a:close/>
                  <a:moveTo>
                    <a:pt x="617" y="5285"/>
                  </a:moveTo>
                  <a:lnTo>
                    <a:pt x="577" y="5313"/>
                  </a:lnTo>
                  <a:lnTo>
                    <a:pt x="599" y="5301"/>
                  </a:lnTo>
                  <a:lnTo>
                    <a:pt x="617" y="5285"/>
                  </a:lnTo>
                  <a:close/>
                  <a:moveTo>
                    <a:pt x="967" y="5380"/>
                  </a:moveTo>
                  <a:cubicBezTo>
                    <a:pt x="971" y="5380"/>
                    <a:pt x="976" y="5381"/>
                    <a:pt x="981" y="5385"/>
                  </a:cubicBezTo>
                  <a:lnTo>
                    <a:pt x="997" y="5398"/>
                  </a:lnTo>
                  <a:cubicBezTo>
                    <a:pt x="984" y="5410"/>
                    <a:pt x="965" y="5420"/>
                    <a:pt x="947" y="5423"/>
                  </a:cubicBezTo>
                  <a:lnTo>
                    <a:pt x="931" y="5407"/>
                  </a:lnTo>
                  <a:cubicBezTo>
                    <a:pt x="942" y="5393"/>
                    <a:pt x="954" y="5380"/>
                    <a:pt x="967" y="5380"/>
                  </a:cubicBezTo>
                  <a:close/>
                  <a:moveTo>
                    <a:pt x="4193" y="5492"/>
                  </a:moveTo>
                  <a:lnTo>
                    <a:pt x="4215" y="5514"/>
                  </a:lnTo>
                  <a:cubicBezTo>
                    <a:pt x="4218" y="5539"/>
                    <a:pt x="4196" y="5542"/>
                    <a:pt x="4174" y="5545"/>
                  </a:cubicBezTo>
                  <a:cubicBezTo>
                    <a:pt x="4156" y="5545"/>
                    <a:pt x="4156" y="5545"/>
                    <a:pt x="4152" y="5520"/>
                  </a:cubicBezTo>
                  <a:cubicBezTo>
                    <a:pt x="4152" y="5520"/>
                    <a:pt x="4171" y="5495"/>
                    <a:pt x="4193" y="5492"/>
                  </a:cubicBezTo>
                  <a:close/>
                  <a:moveTo>
                    <a:pt x="3914" y="5467"/>
                  </a:moveTo>
                  <a:lnTo>
                    <a:pt x="3914" y="5467"/>
                  </a:lnTo>
                  <a:cubicBezTo>
                    <a:pt x="3939" y="5470"/>
                    <a:pt x="3958" y="5489"/>
                    <a:pt x="3961" y="5514"/>
                  </a:cubicBezTo>
                  <a:cubicBezTo>
                    <a:pt x="3986" y="5561"/>
                    <a:pt x="3986" y="5561"/>
                    <a:pt x="3942" y="5564"/>
                  </a:cubicBezTo>
                  <a:cubicBezTo>
                    <a:pt x="3936" y="5565"/>
                    <a:pt x="3930" y="5566"/>
                    <a:pt x="3923" y="5566"/>
                  </a:cubicBezTo>
                  <a:cubicBezTo>
                    <a:pt x="3911" y="5566"/>
                    <a:pt x="3901" y="5562"/>
                    <a:pt x="3899" y="5545"/>
                  </a:cubicBezTo>
                  <a:lnTo>
                    <a:pt x="3921" y="5542"/>
                  </a:lnTo>
                  <a:cubicBezTo>
                    <a:pt x="3921" y="5549"/>
                    <a:pt x="3923" y="5552"/>
                    <a:pt x="3925" y="5552"/>
                  </a:cubicBezTo>
                  <a:cubicBezTo>
                    <a:pt x="3931" y="5552"/>
                    <a:pt x="3935" y="5533"/>
                    <a:pt x="3917" y="5517"/>
                  </a:cubicBezTo>
                  <a:lnTo>
                    <a:pt x="3914" y="5467"/>
                  </a:lnTo>
                  <a:close/>
                  <a:moveTo>
                    <a:pt x="4773" y="5452"/>
                  </a:moveTo>
                  <a:cubicBezTo>
                    <a:pt x="4776" y="5452"/>
                    <a:pt x="4779" y="5464"/>
                    <a:pt x="4785" y="5489"/>
                  </a:cubicBezTo>
                  <a:cubicBezTo>
                    <a:pt x="4792" y="5514"/>
                    <a:pt x="4798" y="5536"/>
                    <a:pt x="4773" y="5542"/>
                  </a:cubicBezTo>
                  <a:cubicBezTo>
                    <a:pt x="4760" y="5563"/>
                    <a:pt x="4750" y="5571"/>
                    <a:pt x="4744" y="5571"/>
                  </a:cubicBezTo>
                  <a:cubicBezTo>
                    <a:pt x="4731" y="5571"/>
                    <a:pt x="4735" y="5535"/>
                    <a:pt x="4760" y="5495"/>
                  </a:cubicBezTo>
                  <a:cubicBezTo>
                    <a:pt x="4767" y="5466"/>
                    <a:pt x="4770" y="5452"/>
                    <a:pt x="4773" y="5452"/>
                  </a:cubicBezTo>
                  <a:close/>
                  <a:moveTo>
                    <a:pt x="2612" y="5512"/>
                  </a:moveTo>
                  <a:cubicBezTo>
                    <a:pt x="2603" y="5512"/>
                    <a:pt x="2591" y="5513"/>
                    <a:pt x="2576" y="5514"/>
                  </a:cubicBezTo>
                  <a:cubicBezTo>
                    <a:pt x="2554" y="5514"/>
                    <a:pt x="2535" y="5542"/>
                    <a:pt x="2535" y="5542"/>
                  </a:cubicBezTo>
                  <a:cubicBezTo>
                    <a:pt x="2538" y="5562"/>
                    <a:pt x="2552" y="5564"/>
                    <a:pt x="2569" y="5564"/>
                  </a:cubicBezTo>
                  <a:cubicBezTo>
                    <a:pt x="2574" y="5564"/>
                    <a:pt x="2578" y="5564"/>
                    <a:pt x="2582" y="5564"/>
                  </a:cubicBezTo>
                  <a:cubicBezTo>
                    <a:pt x="2593" y="5570"/>
                    <a:pt x="2603" y="5572"/>
                    <a:pt x="2611" y="5572"/>
                  </a:cubicBezTo>
                  <a:cubicBezTo>
                    <a:pt x="2634" y="5572"/>
                    <a:pt x="2644" y="5551"/>
                    <a:pt x="2642" y="5533"/>
                  </a:cubicBezTo>
                  <a:cubicBezTo>
                    <a:pt x="2640" y="5516"/>
                    <a:pt x="2631" y="5512"/>
                    <a:pt x="2612" y="5512"/>
                  </a:cubicBezTo>
                  <a:close/>
                  <a:moveTo>
                    <a:pt x="2770" y="5545"/>
                  </a:moveTo>
                  <a:cubicBezTo>
                    <a:pt x="2774" y="5570"/>
                    <a:pt x="2733" y="5602"/>
                    <a:pt x="2714" y="5602"/>
                  </a:cubicBezTo>
                  <a:cubicBezTo>
                    <a:pt x="2713" y="5602"/>
                    <a:pt x="2712" y="5602"/>
                    <a:pt x="2710" y="5602"/>
                  </a:cubicBezTo>
                  <a:cubicBezTo>
                    <a:pt x="2692" y="5602"/>
                    <a:pt x="2691" y="5578"/>
                    <a:pt x="2730" y="5551"/>
                  </a:cubicBezTo>
                  <a:lnTo>
                    <a:pt x="2770" y="5545"/>
                  </a:lnTo>
                  <a:close/>
                  <a:moveTo>
                    <a:pt x="1106" y="5567"/>
                  </a:moveTo>
                  <a:lnTo>
                    <a:pt x="1106" y="5567"/>
                  </a:lnTo>
                  <a:cubicBezTo>
                    <a:pt x="1128" y="5580"/>
                    <a:pt x="1094" y="5589"/>
                    <a:pt x="1047" y="5620"/>
                  </a:cubicBezTo>
                  <a:cubicBezTo>
                    <a:pt x="990" y="5614"/>
                    <a:pt x="990" y="5614"/>
                    <a:pt x="1037" y="5586"/>
                  </a:cubicBezTo>
                  <a:lnTo>
                    <a:pt x="1106" y="5567"/>
                  </a:lnTo>
                  <a:close/>
                  <a:moveTo>
                    <a:pt x="3889" y="5671"/>
                  </a:moveTo>
                  <a:lnTo>
                    <a:pt x="3867" y="5674"/>
                  </a:lnTo>
                  <a:cubicBezTo>
                    <a:pt x="3870" y="5692"/>
                    <a:pt x="3870" y="5697"/>
                    <a:pt x="3879" y="5697"/>
                  </a:cubicBezTo>
                  <a:cubicBezTo>
                    <a:pt x="3882" y="5697"/>
                    <a:pt x="3887" y="5696"/>
                    <a:pt x="3892" y="5696"/>
                  </a:cubicBezTo>
                  <a:lnTo>
                    <a:pt x="3914" y="5696"/>
                  </a:lnTo>
                  <a:lnTo>
                    <a:pt x="3889" y="5671"/>
                  </a:lnTo>
                  <a:close/>
                  <a:moveTo>
                    <a:pt x="1620" y="5645"/>
                  </a:moveTo>
                  <a:cubicBezTo>
                    <a:pt x="1642" y="5649"/>
                    <a:pt x="1664" y="5649"/>
                    <a:pt x="1664" y="5649"/>
                  </a:cubicBezTo>
                  <a:lnTo>
                    <a:pt x="1664" y="5652"/>
                  </a:lnTo>
                  <a:cubicBezTo>
                    <a:pt x="1664" y="5652"/>
                    <a:pt x="1639" y="5674"/>
                    <a:pt x="1611" y="5696"/>
                  </a:cubicBezTo>
                  <a:cubicBezTo>
                    <a:pt x="1581" y="5731"/>
                    <a:pt x="1566" y="5747"/>
                    <a:pt x="1560" y="5747"/>
                  </a:cubicBezTo>
                  <a:cubicBezTo>
                    <a:pt x="1555" y="5747"/>
                    <a:pt x="1556" y="5735"/>
                    <a:pt x="1561" y="5711"/>
                  </a:cubicBezTo>
                  <a:cubicBezTo>
                    <a:pt x="1564" y="5680"/>
                    <a:pt x="1586" y="5652"/>
                    <a:pt x="1620" y="5645"/>
                  </a:cubicBezTo>
                  <a:close/>
                  <a:moveTo>
                    <a:pt x="1702" y="5755"/>
                  </a:moveTo>
                  <a:lnTo>
                    <a:pt x="1724" y="5780"/>
                  </a:lnTo>
                  <a:cubicBezTo>
                    <a:pt x="1724" y="5799"/>
                    <a:pt x="1710" y="5804"/>
                    <a:pt x="1693" y="5804"/>
                  </a:cubicBezTo>
                  <a:cubicBezTo>
                    <a:pt x="1687" y="5804"/>
                    <a:pt x="1680" y="5803"/>
                    <a:pt x="1674" y="5802"/>
                  </a:cubicBezTo>
                  <a:lnTo>
                    <a:pt x="1677" y="5777"/>
                  </a:lnTo>
                  <a:lnTo>
                    <a:pt x="1702" y="5755"/>
                  </a:lnTo>
                  <a:close/>
                  <a:moveTo>
                    <a:pt x="4194" y="0"/>
                  </a:moveTo>
                  <a:cubicBezTo>
                    <a:pt x="4158" y="0"/>
                    <a:pt x="4100" y="22"/>
                    <a:pt x="4087" y="55"/>
                  </a:cubicBezTo>
                  <a:cubicBezTo>
                    <a:pt x="4072" y="86"/>
                    <a:pt x="4067" y="99"/>
                    <a:pt x="4065" y="99"/>
                  </a:cubicBezTo>
                  <a:cubicBezTo>
                    <a:pt x="4063" y="99"/>
                    <a:pt x="4063" y="93"/>
                    <a:pt x="4062" y="83"/>
                  </a:cubicBezTo>
                  <a:cubicBezTo>
                    <a:pt x="4062" y="67"/>
                    <a:pt x="4049" y="58"/>
                    <a:pt x="4033" y="58"/>
                  </a:cubicBezTo>
                  <a:cubicBezTo>
                    <a:pt x="4028" y="59"/>
                    <a:pt x="4022" y="59"/>
                    <a:pt x="4017" y="59"/>
                  </a:cubicBezTo>
                  <a:cubicBezTo>
                    <a:pt x="4003" y="59"/>
                    <a:pt x="3992" y="54"/>
                    <a:pt x="3989" y="36"/>
                  </a:cubicBezTo>
                  <a:cubicBezTo>
                    <a:pt x="3968" y="42"/>
                    <a:pt x="3946" y="55"/>
                    <a:pt x="3930" y="67"/>
                  </a:cubicBezTo>
                  <a:cubicBezTo>
                    <a:pt x="3914" y="90"/>
                    <a:pt x="3891" y="100"/>
                    <a:pt x="3868" y="100"/>
                  </a:cubicBezTo>
                  <a:cubicBezTo>
                    <a:pt x="3839" y="100"/>
                    <a:pt x="3810" y="84"/>
                    <a:pt x="3798" y="55"/>
                  </a:cubicBezTo>
                  <a:lnTo>
                    <a:pt x="3761" y="83"/>
                  </a:lnTo>
                  <a:cubicBezTo>
                    <a:pt x="3749" y="116"/>
                    <a:pt x="3737" y="140"/>
                    <a:pt x="3729" y="140"/>
                  </a:cubicBezTo>
                  <a:cubicBezTo>
                    <a:pt x="3725" y="140"/>
                    <a:pt x="3721" y="131"/>
                    <a:pt x="3720" y="111"/>
                  </a:cubicBezTo>
                  <a:cubicBezTo>
                    <a:pt x="3719" y="102"/>
                    <a:pt x="3718" y="93"/>
                    <a:pt x="3717" y="86"/>
                  </a:cubicBezTo>
                  <a:lnTo>
                    <a:pt x="3717" y="86"/>
                  </a:lnTo>
                  <a:cubicBezTo>
                    <a:pt x="3710" y="109"/>
                    <a:pt x="3690" y="119"/>
                    <a:pt x="3669" y="119"/>
                  </a:cubicBezTo>
                  <a:cubicBezTo>
                    <a:pt x="3641" y="119"/>
                    <a:pt x="3612" y="102"/>
                    <a:pt x="3610" y="74"/>
                  </a:cubicBezTo>
                  <a:cubicBezTo>
                    <a:pt x="3607" y="49"/>
                    <a:pt x="3607" y="49"/>
                    <a:pt x="3585" y="49"/>
                  </a:cubicBezTo>
                  <a:lnTo>
                    <a:pt x="3588" y="74"/>
                  </a:lnTo>
                  <a:cubicBezTo>
                    <a:pt x="3591" y="99"/>
                    <a:pt x="3595" y="124"/>
                    <a:pt x="3573" y="127"/>
                  </a:cubicBezTo>
                  <a:cubicBezTo>
                    <a:pt x="3568" y="127"/>
                    <a:pt x="3564" y="127"/>
                    <a:pt x="3560" y="127"/>
                  </a:cubicBezTo>
                  <a:cubicBezTo>
                    <a:pt x="3543" y="127"/>
                    <a:pt x="3529" y="125"/>
                    <a:pt x="3529" y="105"/>
                  </a:cubicBezTo>
                  <a:cubicBezTo>
                    <a:pt x="3511" y="89"/>
                    <a:pt x="3495" y="73"/>
                    <a:pt x="3487" y="73"/>
                  </a:cubicBezTo>
                  <a:cubicBezTo>
                    <a:pt x="3484" y="73"/>
                    <a:pt x="3482" y="76"/>
                    <a:pt x="3482" y="83"/>
                  </a:cubicBezTo>
                  <a:cubicBezTo>
                    <a:pt x="3466" y="83"/>
                    <a:pt x="3450" y="77"/>
                    <a:pt x="3438" y="61"/>
                  </a:cubicBezTo>
                  <a:lnTo>
                    <a:pt x="3353" y="70"/>
                  </a:lnTo>
                  <a:cubicBezTo>
                    <a:pt x="3343" y="86"/>
                    <a:pt x="3326" y="94"/>
                    <a:pt x="3313" y="94"/>
                  </a:cubicBezTo>
                  <a:cubicBezTo>
                    <a:pt x="3301" y="94"/>
                    <a:pt x="3292" y="88"/>
                    <a:pt x="3291" y="77"/>
                  </a:cubicBezTo>
                  <a:cubicBezTo>
                    <a:pt x="3266" y="80"/>
                    <a:pt x="3247" y="89"/>
                    <a:pt x="3231" y="108"/>
                  </a:cubicBezTo>
                  <a:cubicBezTo>
                    <a:pt x="3216" y="109"/>
                    <a:pt x="3204" y="110"/>
                    <a:pt x="3195" y="110"/>
                  </a:cubicBezTo>
                  <a:cubicBezTo>
                    <a:pt x="3175" y="110"/>
                    <a:pt x="3165" y="106"/>
                    <a:pt x="3165" y="89"/>
                  </a:cubicBezTo>
                  <a:cubicBezTo>
                    <a:pt x="3164" y="77"/>
                    <a:pt x="3163" y="70"/>
                    <a:pt x="3160" y="70"/>
                  </a:cubicBezTo>
                  <a:cubicBezTo>
                    <a:pt x="3157" y="70"/>
                    <a:pt x="3153" y="77"/>
                    <a:pt x="3143" y="89"/>
                  </a:cubicBezTo>
                  <a:cubicBezTo>
                    <a:pt x="3146" y="114"/>
                    <a:pt x="3125" y="117"/>
                    <a:pt x="3103" y="117"/>
                  </a:cubicBezTo>
                  <a:lnTo>
                    <a:pt x="3062" y="124"/>
                  </a:lnTo>
                  <a:cubicBezTo>
                    <a:pt x="3062" y="149"/>
                    <a:pt x="3062" y="149"/>
                    <a:pt x="3043" y="149"/>
                  </a:cubicBezTo>
                  <a:cubicBezTo>
                    <a:pt x="3041" y="149"/>
                    <a:pt x="3039" y="149"/>
                    <a:pt x="3037" y="149"/>
                  </a:cubicBezTo>
                  <a:cubicBezTo>
                    <a:pt x="3011" y="149"/>
                    <a:pt x="2954" y="133"/>
                    <a:pt x="2933" y="133"/>
                  </a:cubicBezTo>
                  <a:cubicBezTo>
                    <a:pt x="2871" y="139"/>
                    <a:pt x="2871" y="139"/>
                    <a:pt x="2896" y="164"/>
                  </a:cubicBezTo>
                  <a:cubicBezTo>
                    <a:pt x="2897" y="164"/>
                    <a:pt x="2898" y="164"/>
                    <a:pt x="2899" y="164"/>
                  </a:cubicBezTo>
                  <a:cubicBezTo>
                    <a:pt x="2910" y="164"/>
                    <a:pt x="2913" y="174"/>
                    <a:pt x="2902" y="174"/>
                  </a:cubicBezTo>
                  <a:cubicBezTo>
                    <a:pt x="2897" y="174"/>
                    <a:pt x="2887" y="171"/>
                    <a:pt x="2874" y="164"/>
                  </a:cubicBezTo>
                  <a:cubicBezTo>
                    <a:pt x="2824" y="158"/>
                    <a:pt x="2774" y="155"/>
                    <a:pt x="2723" y="155"/>
                  </a:cubicBezTo>
                  <a:cubicBezTo>
                    <a:pt x="2639" y="161"/>
                    <a:pt x="2639" y="161"/>
                    <a:pt x="2642" y="186"/>
                  </a:cubicBezTo>
                  <a:cubicBezTo>
                    <a:pt x="2655" y="211"/>
                    <a:pt x="2655" y="223"/>
                    <a:pt x="2649" y="223"/>
                  </a:cubicBezTo>
                  <a:cubicBezTo>
                    <a:pt x="2643" y="223"/>
                    <a:pt x="2632" y="212"/>
                    <a:pt x="2620" y="190"/>
                  </a:cubicBezTo>
                  <a:cubicBezTo>
                    <a:pt x="2593" y="162"/>
                    <a:pt x="2574" y="151"/>
                    <a:pt x="2564" y="151"/>
                  </a:cubicBezTo>
                  <a:cubicBezTo>
                    <a:pt x="2556" y="151"/>
                    <a:pt x="2553" y="157"/>
                    <a:pt x="2554" y="168"/>
                  </a:cubicBezTo>
                  <a:cubicBezTo>
                    <a:pt x="2535" y="196"/>
                    <a:pt x="2535" y="196"/>
                    <a:pt x="2513" y="199"/>
                  </a:cubicBezTo>
                  <a:cubicBezTo>
                    <a:pt x="2513" y="187"/>
                    <a:pt x="2509" y="181"/>
                    <a:pt x="2499" y="181"/>
                  </a:cubicBezTo>
                  <a:cubicBezTo>
                    <a:pt x="2489" y="181"/>
                    <a:pt x="2472" y="189"/>
                    <a:pt x="2451" y="205"/>
                  </a:cubicBezTo>
                  <a:cubicBezTo>
                    <a:pt x="2429" y="205"/>
                    <a:pt x="2429" y="205"/>
                    <a:pt x="2429" y="180"/>
                  </a:cubicBezTo>
                  <a:lnTo>
                    <a:pt x="2385" y="183"/>
                  </a:lnTo>
                  <a:cubicBezTo>
                    <a:pt x="2366" y="212"/>
                    <a:pt x="2323" y="222"/>
                    <a:pt x="2283" y="222"/>
                  </a:cubicBezTo>
                  <a:cubicBezTo>
                    <a:pt x="2244" y="222"/>
                    <a:pt x="2208" y="213"/>
                    <a:pt x="2197" y="202"/>
                  </a:cubicBezTo>
                  <a:cubicBezTo>
                    <a:pt x="2178" y="205"/>
                    <a:pt x="2166" y="218"/>
                    <a:pt x="2156" y="230"/>
                  </a:cubicBezTo>
                  <a:cubicBezTo>
                    <a:pt x="2148" y="258"/>
                    <a:pt x="2138" y="272"/>
                    <a:pt x="2130" y="272"/>
                  </a:cubicBezTo>
                  <a:cubicBezTo>
                    <a:pt x="2122" y="272"/>
                    <a:pt x="2115" y="259"/>
                    <a:pt x="2112" y="233"/>
                  </a:cubicBezTo>
                  <a:cubicBezTo>
                    <a:pt x="2111" y="209"/>
                    <a:pt x="2110" y="196"/>
                    <a:pt x="2108" y="196"/>
                  </a:cubicBezTo>
                  <a:cubicBezTo>
                    <a:pt x="2105" y="196"/>
                    <a:pt x="2101" y="209"/>
                    <a:pt x="2094" y="237"/>
                  </a:cubicBezTo>
                  <a:cubicBezTo>
                    <a:pt x="2084" y="250"/>
                    <a:pt x="2055" y="259"/>
                    <a:pt x="2029" y="259"/>
                  </a:cubicBezTo>
                  <a:cubicBezTo>
                    <a:pt x="2001" y="259"/>
                    <a:pt x="1976" y="249"/>
                    <a:pt x="1984" y="221"/>
                  </a:cubicBezTo>
                  <a:lnTo>
                    <a:pt x="1981" y="171"/>
                  </a:lnTo>
                  <a:cubicBezTo>
                    <a:pt x="1971" y="186"/>
                    <a:pt x="1956" y="196"/>
                    <a:pt x="1940" y="199"/>
                  </a:cubicBezTo>
                  <a:cubicBezTo>
                    <a:pt x="1943" y="224"/>
                    <a:pt x="1921" y="227"/>
                    <a:pt x="1858" y="233"/>
                  </a:cubicBezTo>
                  <a:cubicBezTo>
                    <a:pt x="1815" y="237"/>
                    <a:pt x="1733" y="271"/>
                    <a:pt x="1692" y="274"/>
                  </a:cubicBezTo>
                  <a:cubicBezTo>
                    <a:pt x="1673" y="275"/>
                    <a:pt x="1651" y="277"/>
                    <a:pt x="1630" y="277"/>
                  </a:cubicBezTo>
                  <a:cubicBezTo>
                    <a:pt x="1602" y="277"/>
                    <a:pt x="1576" y="274"/>
                    <a:pt x="1564" y="262"/>
                  </a:cubicBezTo>
                  <a:cubicBezTo>
                    <a:pt x="1533" y="262"/>
                    <a:pt x="1504" y="274"/>
                    <a:pt x="1479" y="293"/>
                  </a:cubicBezTo>
                  <a:cubicBezTo>
                    <a:pt x="1469" y="308"/>
                    <a:pt x="1452" y="316"/>
                    <a:pt x="1439" y="316"/>
                  </a:cubicBezTo>
                  <a:cubicBezTo>
                    <a:pt x="1427" y="316"/>
                    <a:pt x="1418" y="311"/>
                    <a:pt x="1417" y="299"/>
                  </a:cubicBezTo>
                  <a:lnTo>
                    <a:pt x="1398" y="299"/>
                  </a:lnTo>
                  <a:cubicBezTo>
                    <a:pt x="1376" y="318"/>
                    <a:pt x="1354" y="327"/>
                    <a:pt x="1329" y="334"/>
                  </a:cubicBezTo>
                  <a:cubicBezTo>
                    <a:pt x="1329" y="314"/>
                    <a:pt x="1314" y="302"/>
                    <a:pt x="1298" y="302"/>
                  </a:cubicBezTo>
                  <a:cubicBezTo>
                    <a:pt x="1289" y="302"/>
                    <a:pt x="1279" y="306"/>
                    <a:pt x="1272" y="315"/>
                  </a:cubicBezTo>
                  <a:cubicBezTo>
                    <a:pt x="1276" y="343"/>
                    <a:pt x="1251" y="343"/>
                    <a:pt x="1197" y="356"/>
                  </a:cubicBezTo>
                  <a:cubicBezTo>
                    <a:pt x="1195" y="355"/>
                    <a:pt x="1191" y="354"/>
                    <a:pt x="1186" y="354"/>
                  </a:cubicBezTo>
                  <a:cubicBezTo>
                    <a:pt x="1132" y="354"/>
                    <a:pt x="920" y="401"/>
                    <a:pt x="740" y="515"/>
                  </a:cubicBezTo>
                  <a:cubicBezTo>
                    <a:pt x="539" y="631"/>
                    <a:pt x="401" y="810"/>
                    <a:pt x="411" y="816"/>
                  </a:cubicBezTo>
                  <a:cubicBezTo>
                    <a:pt x="392" y="835"/>
                    <a:pt x="373" y="857"/>
                    <a:pt x="361" y="879"/>
                  </a:cubicBezTo>
                  <a:lnTo>
                    <a:pt x="310" y="942"/>
                  </a:lnTo>
                  <a:cubicBezTo>
                    <a:pt x="306" y="938"/>
                    <a:pt x="302" y="937"/>
                    <a:pt x="297" y="937"/>
                  </a:cubicBezTo>
                  <a:cubicBezTo>
                    <a:pt x="259" y="937"/>
                    <a:pt x="212" y="1051"/>
                    <a:pt x="204" y="1127"/>
                  </a:cubicBezTo>
                  <a:cubicBezTo>
                    <a:pt x="210" y="1152"/>
                    <a:pt x="207" y="1183"/>
                    <a:pt x="191" y="1208"/>
                  </a:cubicBezTo>
                  <a:cubicBezTo>
                    <a:pt x="186" y="1205"/>
                    <a:pt x="180" y="1204"/>
                    <a:pt x="176" y="1204"/>
                  </a:cubicBezTo>
                  <a:cubicBezTo>
                    <a:pt x="138" y="1204"/>
                    <a:pt x="117" y="1271"/>
                    <a:pt x="122" y="1324"/>
                  </a:cubicBezTo>
                  <a:cubicBezTo>
                    <a:pt x="153" y="1355"/>
                    <a:pt x="157" y="1377"/>
                    <a:pt x="129" y="1377"/>
                  </a:cubicBezTo>
                  <a:cubicBezTo>
                    <a:pt x="123" y="1377"/>
                    <a:pt x="116" y="1376"/>
                    <a:pt x="107" y="1374"/>
                  </a:cubicBezTo>
                  <a:cubicBezTo>
                    <a:pt x="101" y="1372"/>
                    <a:pt x="96" y="1371"/>
                    <a:pt x="92" y="1371"/>
                  </a:cubicBezTo>
                  <a:cubicBezTo>
                    <a:pt x="57" y="1371"/>
                    <a:pt x="51" y="1423"/>
                    <a:pt x="104" y="1484"/>
                  </a:cubicBezTo>
                  <a:cubicBezTo>
                    <a:pt x="125" y="1515"/>
                    <a:pt x="125" y="1512"/>
                    <a:pt x="97" y="1534"/>
                  </a:cubicBezTo>
                  <a:cubicBezTo>
                    <a:pt x="41" y="1553"/>
                    <a:pt x="38" y="1581"/>
                    <a:pt x="63" y="1584"/>
                  </a:cubicBezTo>
                  <a:cubicBezTo>
                    <a:pt x="107" y="1615"/>
                    <a:pt x="107" y="1640"/>
                    <a:pt x="57" y="1662"/>
                  </a:cubicBezTo>
                  <a:cubicBezTo>
                    <a:pt x="0" y="1713"/>
                    <a:pt x="0" y="1716"/>
                    <a:pt x="50" y="1744"/>
                  </a:cubicBezTo>
                  <a:cubicBezTo>
                    <a:pt x="100" y="1772"/>
                    <a:pt x="104" y="1872"/>
                    <a:pt x="57" y="1904"/>
                  </a:cubicBezTo>
                  <a:cubicBezTo>
                    <a:pt x="57" y="1926"/>
                    <a:pt x="35" y="1948"/>
                    <a:pt x="60" y="1948"/>
                  </a:cubicBezTo>
                  <a:lnTo>
                    <a:pt x="38" y="1970"/>
                  </a:lnTo>
                  <a:cubicBezTo>
                    <a:pt x="38" y="1991"/>
                    <a:pt x="41" y="2013"/>
                    <a:pt x="41" y="2013"/>
                  </a:cubicBezTo>
                  <a:lnTo>
                    <a:pt x="66" y="2010"/>
                  </a:lnTo>
                  <a:lnTo>
                    <a:pt x="66" y="2010"/>
                  </a:lnTo>
                  <a:cubicBezTo>
                    <a:pt x="60" y="2107"/>
                    <a:pt x="60" y="2208"/>
                    <a:pt x="69" y="2308"/>
                  </a:cubicBezTo>
                  <a:cubicBezTo>
                    <a:pt x="85" y="2505"/>
                    <a:pt x="92" y="2564"/>
                    <a:pt x="107" y="2564"/>
                  </a:cubicBezTo>
                  <a:cubicBezTo>
                    <a:pt x="110" y="2564"/>
                    <a:pt x="113" y="2562"/>
                    <a:pt x="116" y="2559"/>
                  </a:cubicBezTo>
                  <a:cubicBezTo>
                    <a:pt x="126" y="2553"/>
                    <a:pt x="135" y="2551"/>
                    <a:pt x="141" y="2551"/>
                  </a:cubicBezTo>
                  <a:cubicBezTo>
                    <a:pt x="163" y="2551"/>
                    <a:pt x="158" y="2580"/>
                    <a:pt x="119" y="2599"/>
                  </a:cubicBezTo>
                  <a:cubicBezTo>
                    <a:pt x="113" y="2637"/>
                    <a:pt x="107" y="2672"/>
                    <a:pt x="104" y="2709"/>
                  </a:cubicBezTo>
                  <a:cubicBezTo>
                    <a:pt x="110" y="2750"/>
                    <a:pt x="113" y="2794"/>
                    <a:pt x="88" y="2794"/>
                  </a:cubicBezTo>
                  <a:lnTo>
                    <a:pt x="88" y="2816"/>
                  </a:lnTo>
                  <a:cubicBezTo>
                    <a:pt x="144" y="2853"/>
                    <a:pt x="154" y="2979"/>
                    <a:pt x="135" y="3044"/>
                  </a:cubicBezTo>
                  <a:cubicBezTo>
                    <a:pt x="135" y="3082"/>
                    <a:pt x="147" y="3120"/>
                    <a:pt x="169" y="3148"/>
                  </a:cubicBezTo>
                  <a:cubicBezTo>
                    <a:pt x="198" y="3189"/>
                    <a:pt x="198" y="3189"/>
                    <a:pt x="176" y="3214"/>
                  </a:cubicBezTo>
                  <a:cubicBezTo>
                    <a:pt x="151" y="3214"/>
                    <a:pt x="138" y="3339"/>
                    <a:pt x="186" y="3339"/>
                  </a:cubicBezTo>
                  <a:cubicBezTo>
                    <a:pt x="187" y="3339"/>
                    <a:pt x="188" y="3339"/>
                    <a:pt x="188" y="3339"/>
                  </a:cubicBezTo>
                  <a:lnTo>
                    <a:pt x="188" y="3339"/>
                  </a:lnTo>
                  <a:lnTo>
                    <a:pt x="163" y="3361"/>
                  </a:lnTo>
                  <a:cubicBezTo>
                    <a:pt x="143" y="3384"/>
                    <a:pt x="165" y="3402"/>
                    <a:pt x="189" y="3402"/>
                  </a:cubicBezTo>
                  <a:cubicBezTo>
                    <a:pt x="191" y="3402"/>
                    <a:pt x="193" y="3402"/>
                    <a:pt x="194" y="3402"/>
                  </a:cubicBezTo>
                  <a:cubicBezTo>
                    <a:pt x="198" y="3401"/>
                    <a:pt x="201" y="3401"/>
                    <a:pt x="205" y="3401"/>
                  </a:cubicBezTo>
                  <a:cubicBezTo>
                    <a:pt x="244" y="3401"/>
                    <a:pt x="239" y="3419"/>
                    <a:pt x="172" y="3446"/>
                  </a:cubicBezTo>
                  <a:cubicBezTo>
                    <a:pt x="126" y="3451"/>
                    <a:pt x="125" y="3471"/>
                    <a:pt x="146" y="3471"/>
                  </a:cubicBezTo>
                  <a:cubicBezTo>
                    <a:pt x="147" y="3471"/>
                    <a:pt x="149" y="3471"/>
                    <a:pt x="151" y="3471"/>
                  </a:cubicBezTo>
                  <a:cubicBezTo>
                    <a:pt x="176" y="3489"/>
                    <a:pt x="204" y="3508"/>
                    <a:pt x="179" y="3530"/>
                  </a:cubicBezTo>
                  <a:cubicBezTo>
                    <a:pt x="182" y="3550"/>
                    <a:pt x="184" y="3569"/>
                    <a:pt x="219" y="3569"/>
                  </a:cubicBezTo>
                  <a:cubicBezTo>
                    <a:pt x="224" y="3569"/>
                    <a:pt x="229" y="3569"/>
                    <a:pt x="235" y="3568"/>
                  </a:cubicBezTo>
                  <a:cubicBezTo>
                    <a:pt x="260" y="3568"/>
                    <a:pt x="260" y="3587"/>
                    <a:pt x="263" y="3609"/>
                  </a:cubicBezTo>
                  <a:cubicBezTo>
                    <a:pt x="256" y="3609"/>
                    <a:pt x="251" y="3610"/>
                    <a:pt x="247" y="3610"/>
                  </a:cubicBezTo>
                  <a:cubicBezTo>
                    <a:pt x="236" y="3610"/>
                    <a:pt x="230" y="3606"/>
                    <a:pt x="211" y="3594"/>
                  </a:cubicBezTo>
                  <a:lnTo>
                    <a:pt x="211" y="3594"/>
                  </a:lnTo>
                  <a:cubicBezTo>
                    <a:pt x="212" y="3602"/>
                    <a:pt x="214" y="3616"/>
                    <a:pt x="216" y="3634"/>
                  </a:cubicBezTo>
                  <a:cubicBezTo>
                    <a:pt x="216" y="3656"/>
                    <a:pt x="194" y="3699"/>
                    <a:pt x="169" y="3703"/>
                  </a:cubicBezTo>
                  <a:cubicBezTo>
                    <a:pt x="154" y="3718"/>
                    <a:pt x="151" y="3732"/>
                    <a:pt x="165" y="3732"/>
                  </a:cubicBezTo>
                  <a:cubicBezTo>
                    <a:pt x="172" y="3732"/>
                    <a:pt x="183" y="3729"/>
                    <a:pt x="198" y="3721"/>
                  </a:cubicBezTo>
                  <a:cubicBezTo>
                    <a:pt x="211" y="3720"/>
                    <a:pt x="221" y="3718"/>
                    <a:pt x="229" y="3718"/>
                  </a:cubicBezTo>
                  <a:cubicBezTo>
                    <a:pt x="248" y="3718"/>
                    <a:pt x="249" y="3727"/>
                    <a:pt x="251" y="3759"/>
                  </a:cubicBezTo>
                  <a:cubicBezTo>
                    <a:pt x="254" y="3781"/>
                    <a:pt x="254" y="3800"/>
                    <a:pt x="229" y="3803"/>
                  </a:cubicBezTo>
                  <a:cubicBezTo>
                    <a:pt x="204" y="3806"/>
                    <a:pt x="204" y="3806"/>
                    <a:pt x="210" y="3847"/>
                  </a:cubicBezTo>
                  <a:cubicBezTo>
                    <a:pt x="216" y="3912"/>
                    <a:pt x="295" y="3966"/>
                    <a:pt x="348" y="3985"/>
                  </a:cubicBezTo>
                  <a:cubicBezTo>
                    <a:pt x="365" y="3982"/>
                    <a:pt x="376" y="3981"/>
                    <a:pt x="382" y="3981"/>
                  </a:cubicBezTo>
                  <a:cubicBezTo>
                    <a:pt x="393" y="3981"/>
                    <a:pt x="382" y="3987"/>
                    <a:pt x="351" y="4003"/>
                  </a:cubicBezTo>
                  <a:cubicBezTo>
                    <a:pt x="326" y="4007"/>
                    <a:pt x="326" y="4028"/>
                    <a:pt x="329" y="4050"/>
                  </a:cubicBezTo>
                  <a:cubicBezTo>
                    <a:pt x="331" y="4050"/>
                    <a:pt x="332" y="4050"/>
                    <a:pt x="334" y="4050"/>
                  </a:cubicBezTo>
                  <a:cubicBezTo>
                    <a:pt x="346" y="4050"/>
                    <a:pt x="341" y="4058"/>
                    <a:pt x="335" y="4058"/>
                  </a:cubicBezTo>
                  <a:cubicBezTo>
                    <a:pt x="333" y="4058"/>
                    <a:pt x="330" y="4056"/>
                    <a:pt x="329" y="4050"/>
                  </a:cubicBezTo>
                  <a:cubicBezTo>
                    <a:pt x="304" y="4050"/>
                    <a:pt x="301" y="4032"/>
                    <a:pt x="301" y="4010"/>
                  </a:cubicBezTo>
                  <a:lnTo>
                    <a:pt x="276" y="4013"/>
                  </a:lnTo>
                  <a:cubicBezTo>
                    <a:pt x="226" y="4038"/>
                    <a:pt x="229" y="4060"/>
                    <a:pt x="279" y="4075"/>
                  </a:cubicBezTo>
                  <a:cubicBezTo>
                    <a:pt x="307" y="4094"/>
                    <a:pt x="307" y="4094"/>
                    <a:pt x="285" y="4116"/>
                  </a:cubicBezTo>
                  <a:cubicBezTo>
                    <a:pt x="260" y="4141"/>
                    <a:pt x="238" y="4163"/>
                    <a:pt x="263" y="4163"/>
                  </a:cubicBezTo>
                  <a:cubicBezTo>
                    <a:pt x="266" y="4185"/>
                    <a:pt x="257" y="4210"/>
                    <a:pt x="245" y="4229"/>
                  </a:cubicBezTo>
                  <a:cubicBezTo>
                    <a:pt x="247" y="4267"/>
                    <a:pt x="250" y="4289"/>
                    <a:pt x="271" y="4289"/>
                  </a:cubicBezTo>
                  <a:cubicBezTo>
                    <a:pt x="273" y="4289"/>
                    <a:pt x="274" y="4289"/>
                    <a:pt x="276" y="4289"/>
                  </a:cubicBezTo>
                  <a:cubicBezTo>
                    <a:pt x="278" y="4288"/>
                    <a:pt x="279" y="4288"/>
                    <a:pt x="280" y="4288"/>
                  </a:cubicBezTo>
                  <a:cubicBezTo>
                    <a:pt x="301" y="4288"/>
                    <a:pt x="301" y="4309"/>
                    <a:pt x="304" y="4329"/>
                  </a:cubicBezTo>
                  <a:cubicBezTo>
                    <a:pt x="307" y="4347"/>
                    <a:pt x="307" y="4367"/>
                    <a:pt x="328" y="4367"/>
                  </a:cubicBezTo>
                  <a:cubicBezTo>
                    <a:pt x="329" y="4367"/>
                    <a:pt x="331" y="4367"/>
                    <a:pt x="332" y="4367"/>
                  </a:cubicBezTo>
                  <a:cubicBezTo>
                    <a:pt x="357" y="4367"/>
                    <a:pt x="386" y="4386"/>
                    <a:pt x="389" y="4426"/>
                  </a:cubicBezTo>
                  <a:cubicBezTo>
                    <a:pt x="417" y="4467"/>
                    <a:pt x="417" y="4467"/>
                    <a:pt x="370" y="4492"/>
                  </a:cubicBezTo>
                  <a:cubicBezTo>
                    <a:pt x="345" y="4495"/>
                    <a:pt x="345" y="4517"/>
                    <a:pt x="348" y="4536"/>
                  </a:cubicBezTo>
                  <a:cubicBezTo>
                    <a:pt x="348" y="4555"/>
                    <a:pt x="339" y="4571"/>
                    <a:pt x="326" y="4580"/>
                  </a:cubicBezTo>
                  <a:cubicBezTo>
                    <a:pt x="310" y="4601"/>
                    <a:pt x="320" y="4606"/>
                    <a:pt x="336" y="4606"/>
                  </a:cubicBezTo>
                  <a:cubicBezTo>
                    <a:pt x="342" y="4606"/>
                    <a:pt x="348" y="4606"/>
                    <a:pt x="354" y="4605"/>
                  </a:cubicBezTo>
                  <a:lnTo>
                    <a:pt x="404" y="4599"/>
                  </a:lnTo>
                  <a:lnTo>
                    <a:pt x="404" y="4599"/>
                  </a:lnTo>
                  <a:cubicBezTo>
                    <a:pt x="408" y="4624"/>
                    <a:pt x="364" y="4655"/>
                    <a:pt x="339" y="4658"/>
                  </a:cubicBezTo>
                  <a:cubicBezTo>
                    <a:pt x="306" y="4682"/>
                    <a:pt x="296" y="4691"/>
                    <a:pt x="310" y="4691"/>
                  </a:cubicBezTo>
                  <a:cubicBezTo>
                    <a:pt x="316" y="4691"/>
                    <a:pt x="326" y="4689"/>
                    <a:pt x="342" y="4687"/>
                  </a:cubicBezTo>
                  <a:cubicBezTo>
                    <a:pt x="343" y="4686"/>
                    <a:pt x="345" y="4686"/>
                    <a:pt x="347" y="4686"/>
                  </a:cubicBezTo>
                  <a:cubicBezTo>
                    <a:pt x="370" y="4686"/>
                    <a:pt x="391" y="4706"/>
                    <a:pt x="382" y="4759"/>
                  </a:cubicBezTo>
                  <a:cubicBezTo>
                    <a:pt x="395" y="4812"/>
                    <a:pt x="408" y="4862"/>
                    <a:pt x="382" y="4868"/>
                  </a:cubicBezTo>
                  <a:cubicBezTo>
                    <a:pt x="373" y="4887"/>
                    <a:pt x="382" y="4909"/>
                    <a:pt x="401" y="4918"/>
                  </a:cubicBezTo>
                  <a:cubicBezTo>
                    <a:pt x="436" y="4937"/>
                    <a:pt x="439" y="4962"/>
                    <a:pt x="448" y="5044"/>
                  </a:cubicBezTo>
                  <a:cubicBezTo>
                    <a:pt x="457" y="5147"/>
                    <a:pt x="463" y="5177"/>
                    <a:pt x="482" y="5177"/>
                  </a:cubicBezTo>
                  <a:cubicBezTo>
                    <a:pt x="489" y="5177"/>
                    <a:pt x="499" y="5172"/>
                    <a:pt x="511" y="5166"/>
                  </a:cubicBezTo>
                  <a:cubicBezTo>
                    <a:pt x="521" y="5160"/>
                    <a:pt x="531" y="5153"/>
                    <a:pt x="535" y="5153"/>
                  </a:cubicBezTo>
                  <a:cubicBezTo>
                    <a:pt x="540" y="5153"/>
                    <a:pt x="538" y="5162"/>
                    <a:pt x="523" y="5188"/>
                  </a:cubicBezTo>
                  <a:cubicBezTo>
                    <a:pt x="517" y="5222"/>
                    <a:pt x="552" y="5235"/>
                    <a:pt x="602" y="5263"/>
                  </a:cubicBezTo>
                  <a:cubicBezTo>
                    <a:pt x="636" y="5263"/>
                    <a:pt x="671" y="5251"/>
                    <a:pt x="699" y="5226"/>
                  </a:cubicBezTo>
                  <a:cubicBezTo>
                    <a:pt x="716" y="5214"/>
                    <a:pt x="726" y="5207"/>
                    <a:pt x="733" y="5207"/>
                  </a:cubicBezTo>
                  <a:cubicBezTo>
                    <a:pt x="741" y="5207"/>
                    <a:pt x="744" y="5220"/>
                    <a:pt x="749" y="5251"/>
                  </a:cubicBezTo>
                  <a:cubicBezTo>
                    <a:pt x="762" y="5273"/>
                    <a:pt x="759" y="5301"/>
                    <a:pt x="740" y="5320"/>
                  </a:cubicBezTo>
                  <a:cubicBezTo>
                    <a:pt x="734" y="5324"/>
                    <a:pt x="727" y="5326"/>
                    <a:pt x="721" y="5326"/>
                  </a:cubicBezTo>
                  <a:cubicBezTo>
                    <a:pt x="715" y="5326"/>
                    <a:pt x="709" y="5323"/>
                    <a:pt x="705" y="5316"/>
                  </a:cubicBezTo>
                  <a:lnTo>
                    <a:pt x="690" y="5298"/>
                  </a:lnTo>
                  <a:cubicBezTo>
                    <a:pt x="668" y="5313"/>
                    <a:pt x="649" y="5329"/>
                    <a:pt x="680" y="5370"/>
                  </a:cubicBezTo>
                  <a:cubicBezTo>
                    <a:pt x="680" y="5395"/>
                    <a:pt x="691" y="5414"/>
                    <a:pt x="704" y="5414"/>
                  </a:cubicBezTo>
                  <a:cubicBezTo>
                    <a:pt x="708" y="5414"/>
                    <a:pt x="713" y="5412"/>
                    <a:pt x="718" y="5407"/>
                  </a:cubicBezTo>
                  <a:lnTo>
                    <a:pt x="718" y="5407"/>
                  </a:lnTo>
                  <a:cubicBezTo>
                    <a:pt x="715" y="5445"/>
                    <a:pt x="752" y="5486"/>
                    <a:pt x="793" y="5520"/>
                  </a:cubicBezTo>
                  <a:cubicBezTo>
                    <a:pt x="831" y="5558"/>
                    <a:pt x="893" y="5608"/>
                    <a:pt x="903" y="5642"/>
                  </a:cubicBezTo>
                  <a:cubicBezTo>
                    <a:pt x="931" y="5666"/>
                    <a:pt x="951" y="5679"/>
                    <a:pt x="965" y="5679"/>
                  </a:cubicBezTo>
                  <a:cubicBezTo>
                    <a:pt x="972" y="5679"/>
                    <a:pt x="977" y="5676"/>
                    <a:pt x="981" y="5671"/>
                  </a:cubicBezTo>
                  <a:cubicBezTo>
                    <a:pt x="995" y="5649"/>
                    <a:pt x="1007" y="5641"/>
                    <a:pt x="1015" y="5641"/>
                  </a:cubicBezTo>
                  <a:cubicBezTo>
                    <a:pt x="1022" y="5641"/>
                    <a:pt x="1025" y="5650"/>
                    <a:pt x="1019" y="5661"/>
                  </a:cubicBezTo>
                  <a:cubicBezTo>
                    <a:pt x="1015" y="5689"/>
                    <a:pt x="1088" y="5758"/>
                    <a:pt x="1172" y="5802"/>
                  </a:cubicBezTo>
                  <a:cubicBezTo>
                    <a:pt x="1235" y="5835"/>
                    <a:pt x="1304" y="5857"/>
                    <a:pt x="1344" y="5857"/>
                  </a:cubicBezTo>
                  <a:cubicBezTo>
                    <a:pt x="1357" y="5857"/>
                    <a:pt x="1367" y="5855"/>
                    <a:pt x="1373" y="5849"/>
                  </a:cubicBezTo>
                  <a:lnTo>
                    <a:pt x="1426" y="5862"/>
                  </a:lnTo>
                  <a:cubicBezTo>
                    <a:pt x="1457" y="5893"/>
                    <a:pt x="1549" y="5914"/>
                    <a:pt x="1611" y="5914"/>
                  </a:cubicBezTo>
                  <a:cubicBezTo>
                    <a:pt x="1636" y="5914"/>
                    <a:pt x="1656" y="5911"/>
                    <a:pt x="1664" y="5902"/>
                  </a:cubicBezTo>
                  <a:lnTo>
                    <a:pt x="1746" y="5909"/>
                  </a:lnTo>
                  <a:cubicBezTo>
                    <a:pt x="1770" y="5922"/>
                    <a:pt x="1789" y="5927"/>
                    <a:pt x="1805" y="5927"/>
                  </a:cubicBezTo>
                  <a:cubicBezTo>
                    <a:pt x="1824" y="5927"/>
                    <a:pt x="1839" y="5919"/>
                    <a:pt x="1852" y="5906"/>
                  </a:cubicBezTo>
                  <a:cubicBezTo>
                    <a:pt x="1872" y="5888"/>
                    <a:pt x="1876" y="5870"/>
                    <a:pt x="1877" y="5870"/>
                  </a:cubicBezTo>
                  <a:cubicBezTo>
                    <a:pt x="1878" y="5870"/>
                    <a:pt x="1877" y="5873"/>
                    <a:pt x="1877" y="5881"/>
                  </a:cubicBezTo>
                  <a:cubicBezTo>
                    <a:pt x="1881" y="5895"/>
                    <a:pt x="1900" y="5900"/>
                    <a:pt x="1930" y="5900"/>
                  </a:cubicBezTo>
                  <a:cubicBezTo>
                    <a:pt x="1953" y="5900"/>
                    <a:pt x="1982" y="5897"/>
                    <a:pt x="2015" y="5893"/>
                  </a:cubicBezTo>
                  <a:cubicBezTo>
                    <a:pt x="2100" y="5887"/>
                    <a:pt x="2100" y="5887"/>
                    <a:pt x="2078" y="5865"/>
                  </a:cubicBezTo>
                  <a:cubicBezTo>
                    <a:pt x="2106" y="5853"/>
                    <a:pt x="2125" y="5848"/>
                    <a:pt x="2138" y="5848"/>
                  </a:cubicBezTo>
                  <a:cubicBezTo>
                    <a:pt x="2161" y="5848"/>
                    <a:pt x="2162" y="5864"/>
                    <a:pt x="2162" y="5881"/>
                  </a:cubicBezTo>
                  <a:cubicBezTo>
                    <a:pt x="2156" y="5904"/>
                    <a:pt x="2160" y="5915"/>
                    <a:pt x="2168" y="5915"/>
                  </a:cubicBezTo>
                  <a:cubicBezTo>
                    <a:pt x="2179" y="5915"/>
                    <a:pt x="2196" y="5895"/>
                    <a:pt x="2203" y="5852"/>
                  </a:cubicBezTo>
                  <a:cubicBezTo>
                    <a:pt x="2213" y="5820"/>
                    <a:pt x="2233" y="5806"/>
                    <a:pt x="2248" y="5806"/>
                  </a:cubicBezTo>
                  <a:cubicBezTo>
                    <a:pt x="2257" y="5806"/>
                    <a:pt x="2265" y="5811"/>
                    <a:pt x="2266" y="5821"/>
                  </a:cubicBezTo>
                  <a:cubicBezTo>
                    <a:pt x="2266" y="5846"/>
                    <a:pt x="2247" y="5849"/>
                    <a:pt x="2225" y="5849"/>
                  </a:cubicBezTo>
                  <a:lnTo>
                    <a:pt x="2228" y="5899"/>
                  </a:lnTo>
                  <a:cubicBezTo>
                    <a:pt x="2250" y="5899"/>
                    <a:pt x="2250" y="5899"/>
                    <a:pt x="2269" y="5871"/>
                  </a:cubicBezTo>
                  <a:cubicBezTo>
                    <a:pt x="2285" y="5868"/>
                    <a:pt x="2300" y="5855"/>
                    <a:pt x="2310" y="5843"/>
                  </a:cubicBezTo>
                  <a:cubicBezTo>
                    <a:pt x="2329" y="5821"/>
                    <a:pt x="2325" y="5787"/>
                    <a:pt x="2300" y="5768"/>
                  </a:cubicBezTo>
                  <a:cubicBezTo>
                    <a:pt x="2278" y="5743"/>
                    <a:pt x="2300" y="5743"/>
                    <a:pt x="2319" y="5739"/>
                  </a:cubicBezTo>
                  <a:cubicBezTo>
                    <a:pt x="2366" y="5761"/>
                    <a:pt x="2366" y="5787"/>
                    <a:pt x="2347" y="5812"/>
                  </a:cubicBezTo>
                  <a:cubicBezTo>
                    <a:pt x="2329" y="5815"/>
                    <a:pt x="2329" y="5840"/>
                    <a:pt x="2332" y="5865"/>
                  </a:cubicBezTo>
                  <a:cubicBezTo>
                    <a:pt x="2332" y="5869"/>
                    <a:pt x="2335" y="5871"/>
                    <a:pt x="2340" y="5871"/>
                  </a:cubicBezTo>
                  <a:cubicBezTo>
                    <a:pt x="2365" y="5871"/>
                    <a:pt x="2438" y="5822"/>
                    <a:pt x="2451" y="5777"/>
                  </a:cubicBezTo>
                  <a:cubicBezTo>
                    <a:pt x="2451" y="5767"/>
                    <a:pt x="2451" y="5761"/>
                    <a:pt x="2451" y="5761"/>
                  </a:cubicBezTo>
                  <a:cubicBezTo>
                    <a:pt x="2451" y="5761"/>
                    <a:pt x="2452" y="5773"/>
                    <a:pt x="2454" y="5802"/>
                  </a:cubicBezTo>
                  <a:cubicBezTo>
                    <a:pt x="2456" y="5819"/>
                    <a:pt x="2475" y="5823"/>
                    <a:pt x="2500" y="5823"/>
                  </a:cubicBezTo>
                  <a:cubicBezTo>
                    <a:pt x="2513" y="5823"/>
                    <a:pt x="2527" y="5822"/>
                    <a:pt x="2542" y="5821"/>
                  </a:cubicBezTo>
                  <a:cubicBezTo>
                    <a:pt x="2582" y="5818"/>
                    <a:pt x="2604" y="5815"/>
                    <a:pt x="2601" y="5790"/>
                  </a:cubicBezTo>
                  <a:cubicBezTo>
                    <a:pt x="2601" y="5765"/>
                    <a:pt x="2598" y="5740"/>
                    <a:pt x="2617" y="5736"/>
                  </a:cubicBezTo>
                  <a:lnTo>
                    <a:pt x="2617" y="5736"/>
                  </a:lnTo>
                  <a:cubicBezTo>
                    <a:pt x="2616" y="5737"/>
                    <a:pt x="2615" y="5737"/>
                    <a:pt x="2614" y="5737"/>
                  </a:cubicBezTo>
                  <a:cubicBezTo>
                    <a:pt x="2598" y="5737"/>
                    <a:pt x="2595" y="5713"/>
                    <a:pt x="2592" y="5689"/>
                  </a:cubicBezTo>
                  <a:lnTo>
                    <a:pt x="2592" y="5689"/>
                  </a:lnTo>
                  <a:cubicBezTo>
                    <a:pt x="2617" y="5702"/>
                    <a:pt x="2639" y="5718"/>
                    <a:pt x="2661" y="5733"/>
                  </a:cubicBezTo>
                  <a:cubicBezTo>
                    <a:pt x="2696" y="5774"/>
                    <a:pt x="2747" y="5796"/>
                    <a:pt x="2800" y="5796"/>
                  </a:cubicBezTo>
                  <a:cubicBezTo>
                    <a:pt x="2812" y="5796"/>
                    <a:pt x="2824" y="5795"/>
                    <a:pt x="2836" y="5793"/>
                  </a:cubicBezTo>
                  <a:cubicBezTo>
                    <a:pt x="2854" y="5792"/>
                    <a:pt x="2875" y="5790"/>
                    <a:pt x="2895" y="5790"/>
                  </a:cubicBezTo>
                  <a:cubicBezTo>
                    <a:pt x="2924" y="5790"/>
                    <a:pt x="2952" y="5794"/>
                    <a:pt x="2965" y="5808"/>
                  </a:cubicBezTo>
                  <a:cubicBezTo>
                    <a:pt x="3009" y="5802"/>
                    <a:pt x="3027" y="5802"/>
                    <a:pt x="3027" y="5777"/>
                  </a:cubicBezTo>
                  <a:lnTo>
                    <a:pt x="3068" y="5771"/>
                  </a:lnTo>
                  <a:cubicBezTo>
                    <a:pt x="3080" y="5783"/>
                    <a:pt x="3095" y="5788"/>
                    <a:pt x="3108" y="5788"/>
                  </a:cubicBezTo>
                  <a:cubicBezTo>
                    <a:pt x="3122" y="5788"/>
                    <a:pt x="3132" y="5781"/>
                    <a:pt x="3131" y="5768"/>
                  </a:cubicBezTo>
                  <a:cubicBezTo>
                    <a:pt x="3138" y="5757"/>
                    <a:pt x="3146" y="5753"/>
                    <a:pt x="3155" y="5753"/>
                  </a:cubicBezTo>
                  <a:cubicBezTo>
                    <a:pt x="3169" y="5753"/>
                    <a:pt x="3183" y="5761"/>
                    <a:pt x="3197" y="5761"/>
                  </a:cubicBezTo>
                  <a:cubicBezTo>
                    <a:pt x="3217" y="5782"/>
                    <a:pt x="3229" y="5794"/>
                    <a:pt x="3233" y="5794"/>
                  </a:cubicBezTo>
                  <a:cubicBezTo>
                    <a:pt x="3238" y="5794"/>
                    <a:pt x="3231" y="5775"/>
                    <a:pt x="3215" y="5733"/>
                  </a:cubicBezTo>
                  <a:cubicBezTo>
                    <a:pt x="3212" y="5710"/>
                    <a:pt x="3174" y="5689"/>
                    <a:pt x="3151" y="5689"/>
                  </a:cubicBezTo>
                  <a:cubicBezTo>
                    <a:pt x="3149" y="5689"/>
                    <a:pt x="3148" y="5689"/>
                    <a:pt x="3146" y="5689"/>
                  </a:cubicBezTo>
                  <a:lnTo>
                    <a:pt x="3084" y="5696"/>
                  </a:lnTo>
                  <a:lnTo>
                    <a:pt x="3084" y="5696"/>
                  </a:lnTo>
                  <a:lnTo>
                    <a:pt x="3143" y="5664"/>
                  </a:lnTo>
                  <a:cubicBezTo>
                    <a:pt x="3165" y="5661"/>
                    <a:pt x="3203" y="5633"/>
                    <a:pt x="3203" y="5608"/>
                  </a:cubicBezTo>
                  <a:cubicBezTo>
                    <a:pt x="3203" y="5608"/>
                    <a:pt x="3200" y="5583"/>
                    <a:pt x="3222" y="5580"/>
                  </a:cubicBezTo>
                  <a:lnTo>
                    <a:pt x="3225" y="5633"/>
                  </a:lnTo>
                  <a:cubicBezTo>
                    <a:pt x="3212" y="5655"/>
                    <a:pt x="3206" y="5683"/>
                    <a:pt x="3212" y="5708"/>
                  </a:cubicBezTo>
                  <a:cubicBezTo>
                    <a:pt x="3227" y="5738"/>
                    <a:pt x="3256" y="5756"/>
                    <a:pt x="3276" y="5756"/>
                  </a:cubicBezTo>
                  <a:cubicBezTo>
                    <a:pt x="3290" y="5756"/>
                    <a:pt x="3299" y="5747"/>
                    <a:pt x="3297" y="5727"/>
                  </a:cubicBezTo>
                  <a:cubicBezTo>
                    <a:pt x="3303" y="5726"/>
                    <a:pt x="3307" y="5725"/>
                    <a:pt x="3311" y="5725"/>
                  </a:cubicBezTo>
                  <a:cubicBezTo>
                    <a:pt x="3321" y="5725"/>
                    <a:pt x="3326" y="5730"/>
                    <a:pt x="3344" y="5746"/>
                  </a:cubicBezTo>
                  <a:cubicBezTo>
                    <a:pt x="3344" y="5756"/>
                    <a:pt x="3348" y="5762"/>
                    <a:pt x="3353" y="5762"/>
                  </a:cubicBezTo>
                  <a:cubicBezTo>
                    <a:pt x="3361" y="5762"/>
                    <a:pt x="3372" y="5749"/>
                    <a:pt x="3381" y="5718"/>
                  </a:cubicBezTo>
                  <a:cubicBezTo>
                    <a:pt x="3391" y="5691"/>
                    <a:pt x="3401" y="5678"/>
                    <a:pt x="3412" y="5678"/>
                  </a:cubicBezTo>
                  <a:cubicBezTo>
                    <a:pt x="3423" y="5678"/>
                    <a:pt x="3434" y="5689"/>
                    <a:pt x="3447" y="5711"/>
                  </a:cubicBezTo>
                  <a:cubicBezTo>
                    <a:pt x="3472" y="5736"/>
                    <a:pt x="3507" y="5746"/>
                    <a:pt x="3534" y="5746"/>
                  </a:cubicBezTo>
                  <a:cubicBezTo>
                    <a:pt x="3558" y="5746"/>
                    <a:pt x="3576" y="5739"/>
                    <a:pt x="3576" y="5727"/>
                  </a:cubicBezTo>
                  <a:cubicBezTo>
                    <a:pt x="3572" y="5695"/>
                    <a:pt x="3596" y="5680"/>
                    <a:pt x="3621" y="5680"/>
                  </a:cubicBezTo>
                  <a:cubicBezTo>
                    <a:pt x="3635" y="5680"/>
                    <a:pt x="3648" y="5685"/>
                    <a:pt x="3657" y="5692"/>
                  </a:cubicBezTo>
                  <a:cubicBezTo>
                    <a:pt x="3664" y="5704"/>
                    <a:pt x="3675" y="5709"/>
                    <a:pt x="3687" y="5709"/>
                  </a:cubicBezTo>
                  <a:cubicBezTo>
                    <a:pt x="3700" y="5709"/>
                    <a:pt x="3713" y="5702"/>
                    <a:pt x="3720" y="5686"/>
                  </a:cubicBezTo>
                  <a:cubicBezTo>
                    <a:pt x="3722" y="5703"/>
                    <a:pt x="3733" y="5721"/>
                    <a:pt x="3746" y="5721"/>
                  </a:cubicBezTo>
                  <a:cubicBezTo>
                    <a:pt x="3752" y="5721"/>
                    <a:pt x="3758" y="5717"/>
                    <a:pt x="3764" y="5708"/>
                  </a:cubicBezTo>
                  <a:cubicBezTo>
                    <a:pt x="3764" y="5708"/>
                    <a:pt x="3786" y="5705"/>
                    <a:pt x="3764" y="5683"/>
                  </a:cubicBezTo>
                  <a:lnTo>
                    <a:pt x="3801" y="5630"/>
                  </a:lnTo>
                  <a:cubicBezTo>
                    <a:pt x="3779" y="5630"/>
                    <a:pt x="3776" y="5605"/>
                    <a:pt x="3773" y="5580"/>
                  </a:cubicBezTo>
                  <a:cubicBezTo>
                    <a:pt x="3773" y="5573"/>
                    <a:pt x="3780" y="5569"/>
                    <a:pt x="3790" y="5569"/>
                  </a:cubicBezTo>
                  <a:cubicBezTo>
                    <a:pt x="3818" y="5569"/>
                    <a:pt x="3872" y="5593"/>
                    <a:pt x="3908" y="5645"/>
                  </a:cubicBezTo>
                  <a:lnTo>
                    <a:pt x="3955" y="5692"/>
                  </a:lnTo>
                  <a:cubicBezTo>
                    <a:pt x="3952" y="5667"/>
                    <a:pt x="3949" y="5642"/>
                    <a:pt x="3949" y="5642"/>
                  </a:cubicBezTo>
                  <a:cubicBezTo>
                    <a:pt x="3956" y="5641"/>
                    <a:pt x="3963" y="5640"/>
                    <a:pt x="3970" y="5640"/>
                  </a:cubicBezTo>
                  <a:cubicBezTo>
                    <a:pt x="3983" y="5640"/>
                    <a:pt x="3994" y="5644"/>
                    <a:pt x="3996" y="5661"/>
                  </a:cubicBezTo>
                  <a:cubicBezTo>
                    <a:pt x="3996" y="5686"/>
                    <a:pt x="3996" y="5686"/>
                    <a:pt x="4018" y="5686"/>
                  </a:cubicBezTo>
                  <a:cubicBezTo>
                    <a:pt x="4030" y="5683"/>
                    <a:pt x="4040" y="5671"/>
                    <a:pt x="4036" y="5658"/>
                  </a:cubicBezTo>
                  <a:cubicBezTo>
                    <a:pt x="4035" y="5628"/>
                    <a:pt x="4034" y="5616"/>
                    <a:pt x="4038" y="5616"/>
                  </a:cubicBezTo>
                  <a:cubicBezTo>
                    <a:pt x="4041" y="5616"/>
                    <a:pt x="4047" y="5621"/>
                    <a:pt x="4055" y="5630"/>
                  </a:cubicBezTo>
                  <a:cubicBezTo>
                    <a:pt x="4067" y="5654"/>
                    <a:pt x="4079" y="5666"/>
                    <a:pt x="4089" y="5666"/>
                  </a:cubicBezTo>
                  <a:cubicBezTo>
                    <a:pt x="4100" y="5666"/>
                    <a:pt x="4110" y="5653"/>
                    <a:pt x="4118" y="5627"/>
                  </a:cubicBezTo>
                  <a:cubicBezTo>
                    <a:pt x="4116" y="5601"/>
                    <a:pt x="4116" y="5589"/>
                    <a:pt x="4118" y="5589"/>
                  </a:cubicBezTo>
                  <a:cubicBezTo>
                    <a:pt x="4121" y="5589"/>
                    <a:pt x="4128" y="5600"/>
                    <a:pt x="4140" y="5624"/>
                  </a:cubicBezTo>
                  <a:cubicBezTo>
                    <a:pt x="4143" y="5649"/>
                    <a:pt x="4162" y="5667"/>
                    <a:pt x="4187" y="5671"/>
                  </a:cubicBezTo>
                  <a:lnTo>
                    <a:pt x="4184" y="5645"/>
                  </a:lnTo>
                  <a:cubicBezTo>
                    <a:pt x="4182" y="5615"/>
                    <a:pt x="4189" y="5602"/>
                    <a:pt x="4200" y="5602"/>
                  </a:cubicBezTo>
                  <a:cubicBezTo>
                    <a:pt x="4207" y="5602"/>
                    <a:pt x="4216" y="5607"/>
                    <a:pt x="4224" y="5617"/>
                  </a:cubicBezTo>
                  <a:cubicBezTo>
                    <a:pt x="4226" y="5629"/>
                    <a:pt x="4231" y="5634"/>
                    <a:pt x="4239" y="5634"/>
                  </a:cubicBezTo>
                  <a:cubicBezTo>
                    <a:pt x="4249" y="5634"/>
                    <a:pt x="4265" y="5626"/>
                    <a:pt x="4287" y="5611"/>
                  </a:cubicBezTo>
                  <a:cubicBezTo>
                    <a:pt x="4302" y="5609"/>
                    <a:pt x="4314" y="5608"/>
                    <a:pt x="4323" y="5608"/>
                  </a:cubicBezTo>
                  <a:cubicBezTo>
                    <a:pt x="4342" y="5608"/>
                    <a:pt x="4351" y="5613"/>
                    <a:pt x="4353" y="5630"/>
                  </a:cubicBezTo>
                  <a:cubicBezTo>
                    <a:pt x="4356" y="5655"/>
                    <a:pt x="4358" y="5667"/>
                    <a:pt x="4360" y="5667"/>
                  </a:cubicBezTo>
                  <a:cubicBezTo>
                    <a:pt x="4363" y="5667"/>
                    <a:pt x="4367" y="5654"/>
                    <a:pt x="4375" y="5627"/>
                  </a:cubicBezTo>
                  <a:cubicBezTo>
                    <a:pt x="4385" y="5613"/>
                    <a:pt x="4390" y="5607"/>
                    <a:pt x="4399" y="5607"/>
                  </a:cubicBezTo>
                  <a:cubicBezTo>
                    <a:pt x="4406" y="5607"/>
                    <a:pt x="4417" y="5612"/>
                    <a:pt x="4438" y="5620"/>
                  </a:cubicBezTo>
                  <a:cubicBezTo>
                    <a:pt x="4450" y="5633"/>
                    <a:pt x="4456" y="5639"/>
                    <a:pt x="4461" y="5639"/>
                  </a:cubicBezTo>
                  <a:cubicBezTo>
                    <a:pt x="4467" y="5639"/>
                    <a:pt x="4472" y="5632"/>
                    <a:pt x="4481" y="5617"/>
                  </a:cubicBezTo>
                  <a:cubicBezTo>
                    <a:pt x="4476" y="5570"/>
                    <a:pt x="4472" y="5545"/>
                    <a:pt x="4456" y="5545"/>
                  </a:cubicBezTo>
                  <a:cubicBezTo>
                    <a:pt x="4455" y="5545"/>
                    <a:pt x="4454" y="5545"/>
                    <a:pt x="4453" y="5545"/>
                  </a:cubicBezTo>
                  <a:cubicBezTo>
                    <a:pt x="4431" y="5545"/>
                    <a:pt x="4431" y="5545"/>
                    <a:pt x="4428" y="5520"/>
                  </a:cubicBezTo>
                  <a:lnTo>
                    <a:pt x="4472" y="5517"/>
                  </a:lnTo>
                  <a:cubicBezTo>
                    <a:pt x="4500" y="5514"/>
                    <a:pt x="4528" y="5504"/>
                    <a:pt x="4554" y="5486"/>
                  </a:cubicBezTo>
                  <a:cubicBezTo>
                    <a:pt x="4586" y="5461"/>
                    <a:pt x="4589" y="5424"/>
                    <a:pt x="4568" y="5424"/>
                  </a:cubicBezTo>
                  <a:cubicBezTo>
                    <a:pt x="4563" y="5424"/>
                    <a:pt x="4556" y="5427"/>
                    <a:pt x="4547" y="5432"/>
                  </a:cubicBezTo>
                  <a:lnTo>
                    <a:pt x="4547" y="5436"/>
                  </a:lnTo>
                  <a:lnTo>
                    <a:pt x="4525" y="5410"/>
                  </a:lnTo>
                  <a:cubicBezTo>
                    <a:pt x="4522" y="5374"/>
                    <a:pt x="4510" y="5356"/>
                    <a:pt x="4499" y="5356"/>
                  </a:cubicBezTo>
                  <a:cubicBezTo>
                    <a:pt x="4488" y="5356"/>
                    <a:pt x="4478" y="5375"/>
                    <a:pt x="4481" y="5414"/>
                  </a:cubicBezTo>
                  <a:cubicBezTo>
                    <a:pt x="4487" y="5456"/>
                    <a:pt x="4489" y="5474"/>
                    <a:pt x="4485" y="5474"/>
                  </a:cubicBezTo>
                  <a:cubicBezTo>
                    <a:pt x="4482" y="5474"/>
                    <a:pt x="4475" y="5463"/>
                    <a:pt x="4463" y="5442"/>
                  </a:cubicBezTo>
                  <a:cubicBezTo>
                    <a:pt x="4460" y="5397"/>
                    <a:pt x="4442" y="5395"/>
                    <a:pt x="4423" y="5395"/>
                  </a:cubicBezTo>
                  <a:cubicBezTo>
                    <a:pt x="4421" y="5395"/>
                    <a:pt x="4418" y="5395"/>
                    <a:pt x="4416" y="5395"/>
                  </a:cubicBezTo>
                  <a:cubicBezTo>
                    <a:pt x="4411" y="5396"/>
                    <a:pt x="4407" y="5396"/>
                    <a:pt x="4404" y="5396"/>
                  </a:cubicBezTo>
                  <a:cubicBezTo>
                    <a:pt x="4397" y="5396"/>
                    <a:pt x="4396" y="5391"/>
                    <a:pt x="4394" y="5373"/>
                  </a:cubicBezTo>
                  <a:cubicBezTo>
                    <a:pt x="4391" y="5348"/>
                    <a:pt x="4372" y="5329"/>
                    <a:pt x="4347" y="5326"/>
                  </a:cubicBezTo>
                  <a:cubicBezTo>
                    <a:pt x="4325" y="5329"/>
                    <a:pt x="4325" y="5329"/>
                    <a:pt x="4328" y="5354"/>
                  </a:cubicBezTo>
                  <a:cubicBezTo>
                    <a:pt x="4337" y="5363"/>
                    <a:pt x="4335" y="5369"/>
                    <a:pt x="4328" y="5369"/>
                  </a:cubicBezTo>
                  <a:cubicBezTo>
                    <a:pt x="4318" y="5369"/>
                    <a:pt x="4298" y="5359"/>
                    <a:pt x="4284" y="5332"/>
                  </a:cubicBezTo>
                  <a:cubicBezTo>
                    <a:pt x="4274" y="5323"/>
                    <a:pt x="4268" y="5318"/>
                    <a:pt x="4265" y="5318"/>
                  </a:cubicBezTo>
                  <a:cubicBezTo>
                    <a:pt x="4260" y="5318"/>
                    <a:pt x="4261" y="5330"/>
                    <a:pt x="4265" y="5360"/>
                  </a:cubicBezTo>
                  <a:cubicBezTo>
                    <a:pt x="4267" y="5386"/>
                    <a:pt x="4257" y="5400"/>
                    <a:pt x="4243" y="5400"/>
                  </a:cubicBezTo>
                  <a:cubicBezTo>
                    <a:pt x="4231" y="5400"/>
                    <a:pt x="4215" y="5388"/>
                    <a:pt x="4203" y="5363"/>
                  </a:cubicBezTo>
                  <a:lnTo>
                    <a:pt x="4159" y="5370"/>
                  </a:lnTo>
                  <a:cubicBezTo>
                    <a:pt x="4137" y="5370"/>
                    <a:pt x="4140" y="5395"/>
                    <a:pt x="4143" y="5420"/>
                  </a:cubicBezTo>
                  <a:cubicBezTo>
                    <a:pt x="4145" y="5450"/>
                    <a:pt x="4146" y="5462"/>
                    <a:pt x="4141" y="5462"/>
                  </a:cubicBezTo>
                  <a:cubicBezTo>
                    <a:pt x="4138" y="5462"/>
                    <a:pt x="4133" y="5457"/>
                    <a:pt x="4124" y="5448"/>
                  </a:cubicBezTo>
                  <a:cubicBezTo>
                    <a:pt x="4112" y="5436"/>
                    <a:pt x="4102" y="5417"/>
                    <a:pt x="4099" y="5398"/>
                  </a:cubicBezTo>
                  <a:cubicBezTo>
                    <a:pt x="4097" y="5381"/>
                    <a:pt x="4087" y="5377"/>
                    <a:pt x="4073" y="5377"/>
                  </a:cubicBezTo>
                  <a:cubicBezTo>
                    <a:pt x="4067" y="5377"/>
                    <a:pt x="4059" y="5378"/>
                    <a:pt x="4052" y="5379"/>
                  </a:cubicBezTo>
                  <a:cubicBezTo>
                    <a:pt x="4033" y="5379"/>
                    <a:pt x="3989" y="5385"/>
                    <a:pt x="3993" y="5410"/>
                  </a:cubicBezTo>
                  <a:lnTo>
                    <a:pt x="3989" y="5385"/>
                  </a:lnTo>
                  <a:cubicBezTo>
                    <a:pt x="3977" y="5385"/>
                    <a:pt x="3971" y="5374"/>
                    <a:pt x="3970" y="5374"/>
                  </a:cubicBezTo>
                  <a:lnTo>
                    <a:pt x="3970" y="5374"/>
                  </a:lnTo>
                  <a:cubicBezTo>
                    <a:pt x="3969" y="5374"/>
                    <a:pt x="3970" y="5377"/>
                    <a:pt x="3971" y="5385"/>
                  </a:cubicBezTo>
                  <a:cubicBezTo>
                    <a:pt x="3946" y="5385"/>
                    <a:pt x="3924" y="5379"/>
                    <a:pt x="3905" y="5367"/>
                  </a:cubicBezTo>
                  <a:cubicBezTo>
                    <a:pt x="3898" y="5363"/>
                    <a:pt x="3890" y="5362"/>
                    <a:pt x="3883" y="5362"/>
                  </a:cubicBezTo>
                  <a:cubicBezTo>
                    <a:pt x="3843" y="5362"/>
                    <a:pt x="3812" y="5408"/>
                    <a:pt x="3867" y="5445"/>
                  </a:cubicBezTo>
                  <a:lnTo>
                    <a:pt x="3848" y="5448"/>
                  </a:lnTo>
                  <a:cubicBezTo>
                    <a:pt x="3827" y="5451"/>
                    <a:pt x="3830" y="5476"/>
                    <a:pt x="3830" y="5476"/>
                  </a:cubicBezTo>
                  <a:cubicBezTo>
                    <a:pt x="3830" y="5501"/>
                    <a:pt x="3811" y="5501"/>
                    <a:pt x="3789" y="5504"/>
                  </a:cubicBezTo>
                  <a:lnTo>
                    <a:pt x="3783" y="5454"/>
                  </a:lnTo>
                  <a:cubicBezTo>
                    <a:pt x="3792" y="5410"/>
                    <a:pt x="3781" y="5383"/>
                    <a:pt x="3768" y="5383"/>
                  </a:cubicBezTo>
                  <a:cubicBezTo>
                    <a:pt x="3758" y="5383"/>
                    <a:pt x="3746" y="5399"/>
                    <a:pt x="3739" y="5432"/>
                  </a:cubicBezTo>
                  <a:cubicBezTo>
                    <a:pt x="3738" y="5426"/>
                    <a:pt x="3737" y="5416"/>
                    <a:pt x="3736" y="5407"/>
                  </a:cubicBezTo>
                  <a:cubicBezTo>
                    <a:pt x="3736" y="5396"/>
                    <a:pt x="3731" y="5390"/>
                    <a:pt x="3722" y="5390"/>
                  </a:cubicBezTo>
                  <a:cubicBezTo>
                    <a:pt x="3712" y="5390"/>
                    <a:pt x="3695" y="5398"/>
                    <a:pt x="3673" y="5414"/>
                  </a:cubicBezTo>
                  <a:cubicBezTo>
                    <a:pt x="3654" y="5414"/>
                    <a:pt x="3635" y="5467"/>
                    <a:pt x="3638" y="5492"/>
                  </a:cubicBezTo>
                  <a:cubicBezTo>
                    <a:pt x="3642" y="5504"/>
                    <a:pt x="3632" y="5517"/>
                    <a:pt x="3620" y="5520"/>
                  </a:cubicBezTo>
                  <a:cubicBezTo>
                    <a:pt x="3598" y="5520"/>
                    <a:pt x="3598" y="5520"/>
                    <a:pt x="3598" y="5495"/>
                  </a:cubicBezTo>
                  <a:cubicBezTo>
                    <a:pt x="3595" y="5472"/>
                    <a:pt x="3584" y="5460"/>
                    <a:pt x="3572" y="5460"/>
                  </a:cubicBezTo>
                  <a:cubicBezTo>
                    <a:pt x="3558" y="5460"/>
                    <a:pt x="3542" y="5475"/>
                    <a:pt x="3532" y="5501"/>
                  </a:cubicBezTo>
                  <a:lnTo>
                    <a:pt x="3532" y="5476"/>
                  </a:lnTo>
                  <a:cubicBezTo>
                    <a:pt x="3530" y="5460"/>
                    <a:pt x="3519" y="5446"/>
                    <a:pt x="3486" y="5446"/>
                  </a:cubicBezTo>
                  <a:cubicBezTo>
                    <a:pt x="3466" y="5446"/>
                    <a:pt x="3439" y="5451"/>
                    <a:pt x="3400" y="5464"/>
                  </a:cubicBezTo>
                  <a:cubicBezTo>
                    <a:pt x="3364" y="5467"/>
                    <a:pt x="3331" y="5469"/>
                    <a:pt x="3305" y="5469"/>
                  </a:cubicBezTo>
                  <a:cubicBezTo>
                    <a:pt x="3273" y="5469"/>
                    <a:pt x="3253" y="5465"/>
                    <a:pt x="3253" y="5451"/>
                  </a:cubicBezTo>
                  <a:cubicBezTo>
                    <a:pt x="3253" y="5447"/>
                    <a:pt x="3250" y="5445"/>
                    <a:pt x="3246" y="5445"/>
                  </a:cubicBezTo>
                  <a:cubicBezTo>
                    <a:pt x="3225" y="5445"/>
                    <a:pt x="3162" y="5494"/>
                    <a:pt x="3131" y="5539"/>
                  </a:cubicBezTo>
                  <a:cubicBezTo>
                    <a:pt x="3131" y="5522"/>
                    <a:pt x="3121" y="5518"/>
                    <a:pt x="3102" y="5518"/>
                  </a:cubicBezTo>
                  <a:cubicBezTo>
                    <a:pt x="3093" y="5518"/>
                    <a:pt x="3082" y="5519"/>
                    <a:pt x="3068" y="5520"/>
                  </a:cubicBezTo>
                  <a:cubicBezTo>
                    <a:pt x="3046" y="5522"/>
                    <a:pt x="3032" y="5524"/>
                    <a:pt x="3022" y="5524"/>
                  </a:cubicBezTo>
                  <a:cubicBezTo>
                    <a:pt x="3002" y="5524"/>
                    <a:pt x="3002" y="5518"/>
                    <a:pt x="3002" y="5501"/>
                  </a:cubicBezTo>
                  <a:cubicBezTo>
                    <a:pt x="3010" y="5475"/>
                    <a:pt x="3014" y="5461"/>
                    <a:pt x="3011" y="5461"/>
                  </a:cubicBezTo>
                  <a:lnTo>
                    <a:pt x="3011" y="5461"/>
                  </a:lnTo>
                  <a:cubicBezTo>
                    <a:pt x="3009" y="5461"/>
                    <a:pt x="2999" y="5475"/>
                    <a:pt x="2980" y="5501"/>
                  </a:cubicBezTo>
                  <a:cubicBezTo>
                    <a:pt x="2974" y="5524"/>
                    <a:pt x="2958" y="5533"/>
                    <a:pt x="2942" y="5533"/>
                  </a:cubicBezTo>
                  <a:cubicBezTo>
                    <a:pt x="2920" y="5533"/>
                    <a:pt x="2896" y="5515"/>
                    <a:pt x="2893" y="5486"/>
                  </a:cubicBezTo>
                  <a:cubicBezTo>
                    <a:pt x="2891" y="5469"/>
                    <a:pt x="2881" y="5463"/>
                    <a:pt x="2863" y="5463"/>
                  </a:cubicBezTo>
                  <a:cubicBezTo>
                    <a:pt x="2853" y="5463"/>
                    <a:pt x="2841" y="5465"/>
                    <a:pt x="2827" y="5467"/>
                  </a:cubicBezTo>
                  <a:cubicBezTo>
                    <a:pt x="2808" y="5492"/>
                    <a:pt x="2767" y="5495"/>
                    <a:pt x="2723" y="5501"/>
                  </a:cubicBezTo>
                  <a:cubicBezTo>
                    <a:pt x="2661" y="5504"/>
                    <a:pt x="2661" y="5504"/>
                    <a:pt x="2667" y="5558"/>
                  </a:cubicBezTo>
                  <a:cubicBezTo>
                    <a:pt x="2670" y="5608"/>
                    <a:pt x="2648" y="5608"/>
                    <a:pt x="2607" y="5611"/>
                  </a:cubicBezTo>
                  <a:cubicBezTo>
                    <a:pt x="2600" y="5612"/>
                    <a:pt x="2593" y="5613"/>
                    <a:pt x="2586" y="5613"/>
                  </a:cubicBezTo>
                  <a:cubicBezTo>
                    <a:pt x="2573" y="5613"/>
                    <a:pt x="2564" y="5609"/>
                    <a:pt x="2564" y="5592"/>
                  </a:cubicBezTo>
                  <a:cubicBezTo>
                    <a:pt x="2551" y="5580"/>
                    <a:pt x="2535" y="5570"/>
                    <a:pt x="2517" y="5570"/>
                  </a:cubicBezTo>
                  <a:cubicBezTo>
                    <a:pt x="2513" y="5570"/>
                    <a:pt x="2509" y="5570"/>
                    <a:pt x="2505" y="5570"/>
                  </a:cubicBezTo>
                  <a:cubicBezTo>
                    <a:pt x="2490" y="5570"/>
                    <a:pt x="2475" y="5568"/>
                    <a:pt x="2473" y="5548"/>
                  </a:cubicBezTo>
                  <a:cubicBezTo>
                    <a:pt x="2457" y="5535"/>
                    <a:pt x="2439" y="5529"/>
                    <a:pt x="2419" y="5529"/>
                  </a:cubicBezTo>
                  <a:cubicBezTo>
                    <a:pt x="2415" y="5529"/>
                    <a:pt x="2411" y="5529"/>
                    <a:pt x="2407" y="5530"/>
                  </a:cubicBezTo>
                  <a:cubicBezTo>
                    <a:pt x="2393" y="5531"/>
                    <a:pt x="2379" y="5532"/>
                    <a:pt x="2367" y="5532"/>
                  </a:cubicBezTo>
                  <a:cubicBezTo>
                    <a:pt x="2342" y="5532"/>
                    <a:pt x="2322" y="5527"/>
                    <a:pt x="2322" y="5511"/>
                  </a:cubicBezTo>
                  <a:cubicBezTo>
                    <a:pt x="2300" y="5514"/>
                    <a:pt x="2300" y="5514"/>
                    <a:pt x="2303" y="5539"/>
                  </a:cubicBezTo>
                  <a:cubicBezTo>
                    <a:pt x="2303" y="5558"/>
                    <a:pt x="2292" y="5580"/>
                    <a:pt x="2248" y="5580"/>
                  </a:cubicBezTo>
                  <a:cubicBezTo>
                    <a:pt x="2235" y="5580"/>
                    <a:pt x="2219" y="5578"/>
                    <a:pt x="2200" y="5573"/>
                  </a:cubicBezTo>
                  <a:cubicBezTo>
                    <a:pt x="2156" y="5577"/>
                    <a:pt x="2094" y="5583"/>
                    <a:pt x="2097" y="5608"/>
                  </a:cubicBezTo>
                  <a:cubicBezTo>
                    <a:pt x="2091" y="5609"/>
                    <a:pt x="2087" y="5609"/>
                    <a:pt x="2083" y="5609"/>
                  </a:cubicBezTo>
                  <a:cubicBezTo>
                    <a:pt x="2074" y="5609"/>
                    <a:pt x="2074" y="5604"/>
                    <a:pt x="2072" y="5586"/>
                  </a:cubicBezTo>
                  <a:cubicBezTo>
                    <a:pt x="2070" y="5562"/>
                    <a:pt x="2059" y="5550"/>
                    <a:pt x="2044" y="5550"/>
                  </a:cubicBezTo>
                  <a:cubicBezTo>
                    <a:pt x="2028" y="5550"/>
                    <a:pt x="2007" y="5564"/>
                    <a:pt x="1987" y="5592"/>
                  </a:cubicBezTo>
                  <a:cubicBezTo>
                    <a:pt x="1989" y="5606"/>
                    <a:pt x="1983" y="5613"/>
                    <a:pt x="1974" y="5613"/>
                  </a:cubicBezTo>
                  <a:cubicBezTo>
                    <a:pt x="1966" y="5613"/>
                    <a:pt x="1956" y="5608"/>
                    <a:pt x="1946" y="5598"/>
                  </a:cubicBezTo>
                  <a:cubicBezTo>
                    <a:pt x="1927" y="5602"/>
                    <a:pt x="1915" y="5611"/>
                    <a:pt x="1905" y="5627"/>
                  </a:cubicBezTo>
                  <a:cubicBezTo>
                    <a:pt x="1896" y="5640"/>
                    <a:pt x="1891" y="5646"/>
                    <a:pt x="1882" y="5646"/>
                  </a:cubicBezTo>
                  <a:cubicBezTo>
                    <a:pt x="1874" y="5646"/>
                    <a:pt x="1862" y="5640"/>
                    <a:pt x="1840" y="5630"/>
                  </a:cubicBezTo>
                  <a:cubicBezTo>
                    <a:pt x="1840" y="5605"/>
                    <a:pt x="1818" y="5605"/>
                    <a:pt x="1796" y="5605"/>
                  </a:cubicBezTo>
                  <a:cubicBezTo>
                    <a:pt x="1783" y="5616"/>
                    <a:pt x="1750" y="5620"/>
                    <a:pt x="1710" y="5620"/>
                  </a:cubicBezTo>
                  <a:cubicBezTo>
                    <a:pt x="1624" y="5620"/>
                    <a:pt x="1507" y="5598"/>
                    <a:pt x="1498" y="5570"/>
                  </a:cubicBezTo>
                  <a:cubicBezTo>
                    <a:pt x="1482" y="5582"/>
                    <a:pt x="1476" y="5587"/>
                    <a:pt x="1469" y="5587"/>
                  </a:cubicBezTo>
                  <a:cubicBezTo>
                    <a:pt x="1464" y="5587"/>
                    <a:pt x="1459" y="5585"/>
                    <a:pt x="1451" y="5583"/>
                  </a:cubicBezTo>
                  <a:cubicBezTo>
                    <a:pt x="1448" y="5560"/>
                    <a:pt x="1442" y="5551"/>
                    <a:pt x="1434" y="5551"/>
                  </a:cubicBezTo>
                  <a:cubicBezTo>
                    <a:pt x="1423" y="5551"/>
                    <a:pt x="1410" y="5568"/>
                    <a:pt x="1401" y="5595"/>
                  </a:cubicBezTo>
                  <a:lnTo>
                    <a:pt x="1423" y="5602"/>
                  </a:lnTo>
                  <a:lnTo>
                    <a:pt x="1445" y="5608"/>
                  </a:lnTo>
                  <a:cubicBezTo>
                    <a:pt x="1439" y="5626"/>
                    <a:pt x="1426" y="5635"/>
                    <a:pt x="1414" y="5635"/>
                  </a:cubicBezTo>
                  <a:cubicBezTo>
                    <a:pt x="1393" y="5635"/>
                    <a:pt x="1373" y="5610"/>
                    <a:pt x="1388" y="5564"/>
                  </a:cubicBezTo>
                  <a:cubicBezTo>
                    <a:pt x="1387" y="5534"/>
                    <a:pt x="1386" y="5520"/>
                    <a:pt x="1380" y="5520"/>
                  </a:cubicBezTo>
                  <a:cubicBezTo>
                    <a:pt x="1374" y="5520"/>
                    <a:pt x="1365" y="5530"/>
                    <a:pt x="1348" y="5548"/>
                  </a:cubicBezTo>
                  <a:cubicBezTo>
                    <a:pt x="1333" y="5563"/>
                    <a:pt x="1320" y="5571"/>
                    <a:pt x="1310" y="5571"/>
                  </a:cubicBezTo>
                  <a:cubicBezTo>
                    <a:pt x="1295" y="5571"/>
                    <a:pt x="1286" y="5554"/>
                    <a:pt x="1288" y="5520"/>
                  </a:cubicBezTo>
                  <a:cubicBezTo>
                    <a:pt x="1298" y="5497"/>
                    <a:pt x="1304" y="5486"/>
                    <a:pt x="1301" y="5486"/>
                  </a:cubicBezTo>
                  <a:lnTo>
                    <a:pt x="1301" y="5486"/>
                  </a:lnTo>
                  <a:cubicBezTo>
                    <a:pt x="1298" y="5486"/>
                    <a:pt x="1288" y="5495"/>
                    <a:pt x="1269" y="5511"/>
                  </a:cubicBezTo>
                  <a:cubicBezTo>
                    <a:pt x="1233" y="5543"/>
                    <a:pt x="1198" y="5558"/>
                    <a:pt x="1174" y="5558"/>
                  </a:cubicBezTo>
                  <a:cubicBezTo>
                    <a:pt x="1142" y="5558"/>
                    <a:pt x="1129" y="5531"/>
                    <a:pt x="1160" y="5483"/>
                  </a:cubicBezTo>
                  <a:cubicBezTo>
                    <a:pt x="1185" y="5439"/>
                    <a:pt x="1178" y="5407"/>
                    <a:pt x="1163" y="5395"/>
                  </a:cubicBezTo>
                  <a:cubicBezTo>
                    <a:pt x="1159" y="5393"/>
                    <a:pt x="1156" y="5392"/>
                    <a:pt x="1153" y="5392"/>
                  </a:cubicBezTo>
                  <a:cubicBezTo>
                    <a:pt x="1139" y="5392"/>
                    <a:pt x="1129" y="5408"/>
                    <a:pt x="1116" y="5426"/>
                  </a:cubicBezTo>
                  <a:cubicBezTo>
                    <a:pt x="1112" y="5449"/>
                    <a:pt x="1106" y="5459"/>
                    <a:pt x="1100" y="5459"/>
                  </a:cubicBezTo>
                  <a:cubicBezTo>
                    <a:pt x="1093" y="5459"/>
                    <a:pt x="1085" y="5439"/>
                    <a:pt x="1081" y="5401"/>
                  </a:cubicBezTo>
                  <a:cubicBezTo>
                    <a:pt x="1072" y="5301"/>
                    <a:pt x="1050" y="5276"/>
                    <a:pt x="965" y="5269"/>
                  </a:cubicBezTo>
                  <a:cubicBezTo>
                    <a:pt x="884" y="5245"/>
                    <a:pt x="840" y="5204"/>
                    <a:pt x="883" y="5204"/>
                  </a:cubicBezTo>
                  <a:cubicBezTo>
                    <a:pt x="890" y="5204"/>
                    <a:pt x="898" y="5205"/>
                    <a:pt x="909" y="5207"/>
                  </a:cubicBezTo>
                  <a:cubicBezTo>
                    <a:pt x="975" y="5204"/>
                    <a:pt x="975" y="5204"/>
                    <a:pt x="928" y="5191"/>
                  </a:cubicBezTo>
                  <a:cubicBezTo>
                    <a:pt x="903" y="5163"/>
                    <a:pt x="884" y="5138"/>
                    <a:pt x="862" y="5106"/>
                  </a:cubicBezTo>
                  <a:cubicBezTo>
                    <a:pt x="852" y="5098"/>
                    <a:pt x="839" y="5093"/>
                    <a:pt x="827" y="5093"/>
                  </a:cubicBezTo>
                  <a:cubicBezTo>
                    <a:pt x="817" y="5093"/>
                    <a:pt x="806" y="5096"/>
                    <a:pt x="796" y="5103"/>
                  </a:cubicBezTo>
                  <a:cubicBezTo>
                    <a:pt x="827" y="5056"/>
                    <a:pt x="827" y="5009"/>
                    <a:pt x="762" y="4997"/>
                  </a:cubicBezTo>
                  <a:lnTo>
                    <a:pt x="743" y="4959"/>
                  </a:lnTo>
                  <a:cubicBezTo>
                    <a:pt x="733" y="4940"/>
                    <a:pt x="733" y="4940"/>
                    <a:pt x="702" y="4931"/>
                  </a:cubicBezTo>
                  <a:cubicBezTo>
                    <a:pt x="671" y="4922"/>
                    <a:pt x="683" y="4890"/>
                    <a:pt x="702" y="4862"/>
                  </a:cubicBezTo>
                  <a:cubicBezTo>
                    <a:pt x="716" y="4838"/>
                    <a:pt x="729" y="4813"/>
                    <a:pt x="718" y="4813"/>
                  </a:cubicBezTo>
                  <a:cubicBezTo>
                    <a:pt x="717" y="4813"/>
                    <a:pt x="714" y="4814"/>
                    <a:pt x="711" y="4815"/>
                  </a:cubicBezTo>
                  <a:cubicBezTo>
                    <a:pt x="709" y="4816"/>
                    <a:pt x="707" y="4816"/>
                    <a:pt x="705" y="4816"/>
                  </a:cubicBezTo>
                  <a:cubicBezTo>
                    <a:pt x="680" y="4816"/>
                    <a:pt x="646" y="4789"/>
                    <a:pt x="621" y="4774"/>
                  </a:cubicBezTo>
                  <a:cubicBezTo>
                    <a:pt x="596" y="4762"/>
                    <a:pt x="602" y="4741"/>
                    <a:pt x="622" y="4741"/>
                  </a:cubicBezTo>
                  <a:cubicBezTo>
                    <a:pt x="627" y="4741"/>
                    <a:pt x="633" y="4743"/>
                    <a:pt x="639" y="4746"/>
                  </a:cubicBezTo>
                  <a:cubicBezTo>
                    <a:pt x="661" y="4740"/>
                    <a:pt x="661" y="4740"/>
                    <a:pt x="677" y="4693"/>
                  </a:cubicBezTo>
                  <a:cubicBezTo>
                    <a:pt x="671" y="4675"/>
                    <a:pt x="665" y="4636"/>
                    <a:pt x="642" y="4636"/>
                  </a:cubicBezTo>
                  <a:cubicBezTo>
                    <a:pt x="641" y="4636"/>
                    <a:pt x="640" y="4636"/>
                    <a:pt x="639" y="4636"/>
                  </a:cubicBezTo>
                  <a:cubicBezTo>
                    <a:pt x="639" y="4637"/>
                    <a:pt x="638" y="4637"/>
                    <a:pt x="638" y="4637"/>
                  </a:cubicBezTo>
                  <a:cubicBezTo>
                    <a:pt x="614" y="4637"/>
                    <a:pt x="599" y="4511"/>
                    <a:pt x="624" y="4489"/>
                  </a:cubicBezTo>
                  <a:cubicBezTo>
                    <a:pt x="624" y="4489"/>
                    <a:pt x="621" y="4467"/>
                    <a:pt x="621" y="4448"/>
                  </a:cubicBezTo>
                  <a:cubicBezTo>
                    <a:pt x="617" y="4426"/>
                    <a:pt x="589" y="4408"/>
                    <a:pt x="589" y="4386"/>
                  </a:cubicBezTo>
                  <a:cubicBezTo>
                    <a:pt x="583" y="4370"/>
                    <a:pt x="574" y="4354"/>
                    <a:pt x="558" y="4348"/>
                  </a:cubicBezTo>
                  <a:cubicBezTo>
                    <a:pt x="558" y="4326"/>
                    <a:pt x="555" y="4304"/>
                    <a:pt x="580" y="4301"/>
                  </a:cubicBezTo>
                  <a:cubicBezTo>
                    <a:pt x="530" y="4285"/>
                    <a:pt x="530" y="4285"/>
                    <a:pt x="577" y="4260"/>
                  </a:cubicBezTo>
                  <a:cubicBezTo>
                    <a:pt x="627" y="4254"/>
                    <a:pt x="627" y="4254"/>
                    <a:pt x="574" y="4238"/>
                  </a:cubicBezTo>
                  <a:cubicBezTo>
                    <a:pt x="549" y="4220"/>
                    <a:pt x="549" y="4220"/>
                    <a:pt x="570" y="4198"/>
                  </a:cubicBezTo>
                  <a:cubicBezTo>
                    <a:pt x="594" y="4195"/>
                    <a:pt x="593" y="4175"/>
                    <a:pt x="572" y="4175"/>
                  </a:cubicBezTo>
                  <a:cubicBezTo>
                    <a:pt x="571" y="4175"/>
                    <a:pt x="569" y="4176"/>
                    <a:pt x="567" y="4176"/>
                  </a:cubicBezTo>
                  <a:cubicBezTo>
                    <a:pt x="517" y="4160"/>
                    <a:pt x="486" y="4097"/>
                    <a:pt x="536" y="4094"/>
                  </a:cubicBezTo>
                  <a:cubicBezTo>
                    <a:pt x="533" y="4075"/>
                    <a:pt x="520" y="4063"/>
                    <a:pt x="508" y="4054"/>
                  </a:cubicBezTo>
                  <a:cubicBezTo>
                    <a:pt x="455" y="4038"/>
                    <a:pt x="455" y="4038"/>
                    <a:pt x="505" y="4032"/>
                  </a:cubicBezTo>
                  <a:cubicBezTo>
                    <a:pt x="552" y="4007"/>
                    <a:pt x="552" y="3985"/>
                    <a:pt x="498" y="3969"/>
                  </a:cubicBezTo>
                  <a:cubicBezTo>
                    <a:pt x="483" y="3959"/>
                    <a:pt x="483" y="3938"/>
                    <a:pt x="495" y="3928"/>
                  </a:cubicBezTo>
                  <a:cubicBezTo>
                    <a:pt x="515" y="3886"/>
                    <a:pt x="527" y="3777"/>
                    <a:pt x="495" y="3777"/>
                  </a:cubicBezTo>
                  <a:cubicBezTo>
                    <a:pt x="491" y="3777"/>
                    <a:pt x="487" y="3778"/>
                    <a:pt x="483" y="3781"/>
                  </a:cubicBezTo>
                  <a:lnTo>
                    <a:pt x="476" y="3737"/>
                  </a:lnTo>
                  <a:cubicBezTo>
                    <a:pt x="498" y="3693"/>
                    <a:pt x="498" y="3671"/>
                    <a:pt x="470" y="3652"/>
                  </a:cubicBezTo>
                  <a:lnTo>
                    <a:pt x="442" y="3634"/>
                  </a:lnTo>
                  <a:cubicBezTo>
                    <a:pt x="467" y="3630"/>
                    <a:pt x="489" y="3612"/>
                    <a:pt x="489" y="3587"/>
                  </a:cubicBezTo>
                  <a:cubicBezTo>
                    <a:pt x="487" y="3571"/>
                    <a:pt x="486" y="3566"/>
                    <a:pt x="476" y="3566"/>
                  </a:cubicBezTo>
                  <a:cubicBezTo>
                    <a:pt x="473" y="3566"/>
                    <a:pt x="468" y="3567"/>
                    <a:pt x="461" y="3568"/>
                  </a:cubicBezTo>
                  <a:cubicBezTo>
                    <a:pt x="454" y="3576"/>
                    <a:pt x="449" y="3579"/>
                    <a:pt x="445" y="3579"/>
                  </a:cubicBezTo>
                  <a:cubicBezTo>
                    <a:pt x="437" y="3579"/>
                    <a:pt x="436" y="3564"/>
                    <a:pt x="436" y="3549"/>
                  </a:cubicBezTo>
                  <a:cubicBezTo>
                    <a:pt x="436" y="3524"/>
                    <a:pt x="458" y="3505"/>
                    <a:pt x="483" y="3502"/>
                  </a:cubicBezTo>
                  <a:lnTo>
                    <a:pt x="480" y="3480"/>
                  </a:lnTo>
                  <a:cubicBezTo>
                    <a:pt x="473" y="3481"/>
                    <a:pt x="468" y="3481"/>
                    <a:pt x="463" y="3481"/>
                  </a:cubicBezTo>
                  <a:cubicBezTo>
                    <a:pt x="429" y="3481"/>
                    <a:pt x="429" y="3464"/>
                    <a:pt x="451" y="3461"/>
                  </a:cubicBezTo>
                  <a:cubicBezTo>
                    <a:pt x="470" y="3446"/>
                    <a:pt x="476" y="3420"/>
                    <a:pt x="473" y="3399"/>
                  </a:cubicBezTo>
                  <a:cubicBezTo>
                    <a:pt x="457" y="3399"/>
                    <a:pt x="461" y="3389"/>
                    <a:pt x="466" y="3389"/>
                  </a:cubicBezTo>
                  <a:cubicBezTo>
                    <a:pt x="469" y="3389"/>
                    <a:pt x="472" y="3391"/>
                    <a:pt x="473" y="3399"/>
                  </a:cubicBezTo>
                  <a:lnTo>
                    <a:pt x="498" y="3395"/>
                  </a:lnTo>
                  <a:cubicBezTo>
                    <a:pt x="513" y="3379"/>
                    <a:pt x="507" y="3375"/>
                    <a:pt x="494" y="3375"/>
                  </a:cubicBezTo>
                  <a:cubicBezTo>
                    <a:pt x="487" y="3375"/>
                    <a:pt x="479" y="3376"/>
                    <a:pt x="470" y="3377"/>
                  </a:cubicBezTo>
                  <a:cubicBezTo>
                    <a:pt x="470" y="3377"/>
                    <a:pt x="467" y="3355"/>
                    <a:pt x="467" y="3333"/>
                  </a:cubicBezTo>
                  <a:cubicBezTo>
                    <a:pt x="465" y="3320"/>
                    <a:pt x="463" y="3305"/>
                    <a:pt x="454" y="3305"/>
                  </a:cubicBezTo>
                  <a:cubicBezTo>
                    <a:pt x="450" y="3305"/>
                    <a:pt x="445" y="3307"/>
                    <a:pt x="439" y="3314"/>
                  </a:cubicBezTo>
                  <a:cubicBezTo>
                    <a:pt x="430" y="3315"/>
                    <a:pt x="421" y="3316"/>
                    <a:pt x="413" y="3316"/>
                  </a:cubicBezTo>
                  <a:cubicBezTo>
                    <a:pt x="399" y="3316"/>
                    <a:pt x="388" y="3312"/>
                    <a:pt x="386" y="3298"/>
                  </a:cubicBezTo>
                  <a:cubicBezTo>
                    <a:pt x="384" y="3298"/>
                    <a:pt x="383" y="3299"/>
                    <a:pt x="382" y="3299"/>
                  </a:cubicBezTo>
                  <a:cubicBezTo>
                    <a:pt x="369" y="3299"/>
                    <a:pt x="375" y="3289"/>
                    <a:pt x="381" y="3289"/>
                  </a:cubicBezTo>
                  <a:cubicBezTo>
                    <a:pt x="383" y="3289"/>
                    <a:pt x="386" y="3291"/>
                    <a:pt x="386" y="3298"/>
                  </a:cubicBezTo>
                  <a:cubicBezTo>
                    <a:pt x="411" y="3295"/>
                    <a:pt x="436" y="3295"/>
                    <a:pt x="436" y="3273"/>
                  </a:cubicBezTo>
                  <a:cubicBezTo>
                    <a:pt x="433" y="3251"/>
                    <a:pt x="458" y="3248"/>
                    <a:pt x="458" y="3248"/>
                  </a:cubicBezTo>
                  <a:cubicBezTo>
                    <a:pt x="463" y="3250"/>
                    <a:pt x="467" y="3251"/>
                    <a:pt x="471" y="3251"/>
                  </a:cubicBezTo>
                  <a:cubicBezTo>
                    <a:pt x="504" y="3251"/>
                    <a:pt x="474" y="3180"/>
                    <a:pt x="451" y="3164"/>
                  </a:cubicBezTo>
                  <a:cubicBezTo>
                    <a:pt x="395" y="3126"/>
                    <a:pt x="395" y="3107"/>
                    <a:pt x="445" y="3101"/>
                  </a:cubicBezTo>
                  <a:cubicBezTo>
                    <a:pt x="495" y="3098"/>
                    <a:pt x="442" y="3060"/>
                    <a:pt x="364" y="3044"/>
                  </a:cubicBezTo>
                  <a:lnTo>
                    <a:pt x="285" y="3032"/>
                  </a:lnTo>
                  <a:lnTo>
                    <a:pt x="361" y="3026"/>
                  </a:lnTo>
                  <a:cubicBezTo>
                    <a:pt x="461" y="2994"/>
                    <a:pt x="461" y="2994"/>
                    <a:pt x="404" y="2935"/>
                  </a:cubicBezTo>
                  <a:cubicBezTo>
                    <a:pt x="376" y="2894"/>
                    <a:pt x="376" y="2894"/>
                    <a:pt x="401" y="2894"/>
                  </a:cubicBezTo>
                  <a:cubicBezTo>
                    <a:pt x="426" y="2891"/>
                    <a:pt x="423" y="2869"/>
                    <a:pt x="417" y="2806"/>
                  </a:cubicBezTo>
                  <a:cubicBezTo>
                    <a:pt x="411" y="2747"/>
                    <a:pt x="411" y="2724"/>
                    <a:pt x="390" y="2724"/>
                  </a:cubicBezTo>
                  <a:cubicBezTo>
                    <a:pt x="389" y="2724"/>
                    <a:pt x="387" y="2725"/>
                    <a:pt x="386" y="2725"/>
                  </a:cubicBezTo>
                  <a:cubicBezTo>
                    <a:pt x="386" y="2725"/>
                    <a:pt x="382" y="2703"/>
                    <a:pt x="379" y="2681"/>
                  </a:cubicBezTo>
                  <a:cubicBezTo>
                    <a:pt x="417" y="2662"/>
                    <a:pt x="410" y="2634"/>
                    <a:pt x="383" y="2634"/>
                  </a:cubicBezTo>
                  <a:cubicBezTo>
                    <a:pt x="374" y="2634"/>
                    <a:pt x="363" y="2637"/>
                    <a:pt x="351" y="2643"/>
                  </a:cubicBezTo>
                  <a:cubicBezTo>
                    <a:pt x="351" y="2643"/>
                    <a:pt x="351" y="2621"/>
                    <a:pt x="348" y="2599"/>
                  </a:cubicBezTo>
                  <a:lnTo>
                    <a:pt x="373" y="2596"/>
                  </a:lnTo>
                  <a:cubicBezTo>
                    <a:pt x="398" y="2596"/>
                    <a:pt x="395" y="2552"/>
                    <a:pt x="379" y="2383"/>
                  </a:cubicBezTo>
                  <a:cubicBezTo>
                    <a:pt x="362" y="2205"/>
                    <a:pt x="361" y="2176"/>
                    <a:pt x="318" y="2176"/>
                  </a:cubicBezTo>
                  <a:cubicBezTo>
                    <a:pt x="316" y="2176"/>
                    <a:pt x="313" y="2176"/>
                    <a:pt x="310" y="2176"/>
                  </a:cubicBezTo>
                  <a:cubicBezTo>
                    <a:pt x="257" y="2161"/>
                    <a:pt x="254" y="2142"/>
                    <a:pt x="304" y="2136"/>
                  </a:cubicBezTo>
                  <a:cubicBezTo>
                    <a:pt x="328" y="2133"/>
                    <a:pt x="351" y="2113"/>
                    <a:pt x="334" y="2113"/>
                  </a:cubicBezTo>
                  <a:cubicBezTo>
                    <a:pt x="332" y="2113"/>
                    <a:pt x="331" y="2113"/>
                    <a:pt x="329" y="2114"/>
                  </a:cubicBezTo>
                  <a:cubicBezTo>
                    <a:pt x="326" y="2089"/>
                    <a:pt x="332" y="2067"/>
                    <a:pt x="348" y="2048"/>
                  </a:cubicBezTo>
                  <a:cubicBezTo>
                    <a:pt x="389" y="1984"/>
                    <a:pt x="367" y="1963"/>
                    <a:pt x="344" y="1963"/>
                  </a:cubicBezTo>
                  <a:cubicBezTo>
                    <a:pt x="342" y="1963"/>
                    <a:pt x="340" y="1963"/>
                    <a:pt x="339" y="1963"/>
                  </a:cubicBezTo>
                  <a:cubicBezTo>
                    <a:pt x="325" y="1971"/>
                    <a:pt x="317" y="1974"/>
                    <a:pt x="313" y="1974"/>
                  </a:cubicBezTo>
                  <a:cubicBezTo>
                    <a:pt x="305" y="1974"/>
                    <a:pt x="321" y="1957"/>
                    <a:pt x="339" y="1941"/>
                  </a:cubicBezTo>
                  <a:cubicBezTo>
                    <a:pt x="359" y="1918"/>
                    <a:pt x="382" y="1897"/>
                    <a:pt x="365" y="1897"/>
                  </a:cubicBezTo>
                  <a:cubicBezTo>
                    <a:pt x="364" y="1897"/>
                    <a:pt x="362" y="1897"/>
                    <a:pt x="361" y="1897"/>
                  </a:cubicBezTo>
                  <a:cubicBezTo>
                    <a:pt x="332" y="1879"/>
                    <a:pt x="301" y="1747"/>
                    <a:pt x="354" y="1747"/>
                  </a:cubicBezTo>
                  <a:cubicBezTo>
                    <a:pt x="354" y="1747"/>
                    <a:pt x="354" y="1728"/>
                    <a:pt x="354" y="1706"/>
                  </a:cubicBezTo>
                  <a:cubicBezTo>
                    <a:pt x="332" y="1706"/>
                    <a:pt x="332" y="1662"/>
                    <a:pt x="339" y="1619"/>
                  </a:cubicBezTo>
                  <a:cubicBezTo>
                    <a:pt x="344" y="1580"/>
                    <a:pt x="347" y="1558"/>
                    <a:pt x="365" y="1558"/>
                  </a:cubicBezTo>
                  <a:cubicBezTo>
                    <a:pt x="368" y="1558"/>
                    <a:pt x="370" y="1558"/>
                    <a:pt x="373" y="1559"/>
                  </a:cubicBezTo>
                  <a:cubicBezTo>
                    <a:pt x="380" y="1567"/>
                    <a:pt x="385" y="1570"/>
                    <a:pt x="388" y="1570"/>
                  </a:cubicBezTo>
                  <a:cubicBezTo>
                    <a:pt x="395" y="1570"/>
                    <a:pt x="393" y="1551"/>
                    <a:pt x="382" y="1518"/>
                  </a:cubicBezTo>
                  <a:cubicBezTo>
                    <a:pt x="386" y="1496"/>
                    <a:pt x="345" y="1465"/>
                    <a:pt x="348" y="1443"/>
                  </a:cubicBezTo>
                  <a:cubicBezTo>
                    <a:pt x="323" y="1434"/>
                    <a:pt x="307" y="1409"/>
                    <a:pt x="314" y="1384"/>
                  </a:cubicBezTo>
                  <a:lnTo>
                    <a:pt x="314" y="1384"/>
                  </a:lnTo>
                  <a:lnTo>
                    <a:pt x="339" y="1393"/>
                  </a:lnTo>
                  <a:lnTo>
                    <a:pt x="386" y="1409"/>
                  </a:lnTo>
                  <a:cubicBezTo>
                    <a:pt x="392" y="1387"/>
                    <a:pt x="401" y="1368"/>
                    <a:pt x="376" y="1358"/>
                  </a:cubicBezTo>
                  <a:cubicBezTo>
                    <a:pt x="408" y="1346"/>
                    <a:pt x="414" y="1327"/>
                    <a:pt x="433" y="1286"/>
                  </a:cubicBezTo>
                  <a:cubicBezTo>
                    <a:pt x="455" y="1255"/>
                    <a:pt x="464" y="1217"/>
                    <a:pt x="461" y="1180"/>
                  </a:cubicBezTo>
                  <a:lnTo>
                    <a:pt x="461" y="1180"/>
                  </a:lnTo>
                  <a:cubicBezTo>
                    <a:pt x="462" y="1180"/>
                    <a:pt x="462" y="1180"/>
                    <a:pt x="463" y="1180"/>
                  </a:cubicBezTo>
                  <a:cubicBezTo>
                    <a:pt x="516" y="1180"/>
                    <a:pt x="583" y="1079"/>
                    <a:pt x="558" y="1033"/>
                  </a:cubicBezTo>
                  <a:cubicBezTo>
                    <a:pt x="539" y="1017"/>
                    <a:pt x="552" y="998"/>
                    <a:pt x="586" y="998"/>
                  </a:cubicBezTo>
                  <a:cubicBezTo>
                    <a:pt x="621" y="998"/>
                    <a:pt x="617" y="998"/>
                    <a:pt x="614" y="967"/>
                  </a:cubicBezTo>
                  <a:cubicBezTo>
                    <a:pt x="612" y="940"/>
                    <a:pt x="632" y="934"/>
                    <a:pt x="655" y="934"/>
                  </a:cubicBezTo>
                  <a:cubicBezTo>
                    <a:pt x="662" y="934"/>
                    <a:pt x="670" y="935"/>
                    <a:pt x="677" y="935"/>
                  </a:cubicBezTo>
                  <a:cubicBezTo>
                    <a:pt x="695" y="943"/>
                    <a:pt x="708" y="946"/>
                    <a:pt x="718" y="946"/>
                  </a:cubicBezTo>
                  <a:cubicBezTo>
                    <a:pt x="737" y="946"/>
                    <a:pt x="743" y="933"/>
                    <a:pt x="743" y="910"/>
                  </a:cubicBezTo>
                  <a:cubicBezTo>
                    <a:pt x="755" y="876"/>
                    <a:pt x="777" y="844"/>
                    <a:pt x="809" y="826"/>
                  </a:cubicBezTo>
                  <a:cubicBezTo>
                    <a:pt x="827" y="779"/>
                    <a:pt x="846" y="766"/>
                    <a:pt x="815" y="757"/>
                  </a:cubicBezTo>
                  <a:cubicBezTo>
                    <a:pt x="806" y="741"/>
                    <a:pt x="802" y="722"/>
                    <a:pt x="806" y="703"/>
                  </a:cubicBezTo>
                  <a:cubicBezTo>
                    <a:pt x="819" y="683"/>
                    <a:pt x="829" y="676"/>
                    <a:pt x="833" y="676"/>
                  </a:cubicBezTo>
                  <a:cubicBezTo>
                    <a:pt x="839" y="676"/>
                    <a:pt x="837" y="684"/>
                    <a:pt x="827" y="691"/>
                  </a:cubicBezTo>
                  <a:cubicBezTo>
                    <a:pt x="799" y="738"/>
                    <a:pt x="821" y="725"/>
                    <a:pt x="853" y="735"/>
                  </a:cubicBezTo>
                  <a:cubicBezTo>
                    <a:pt x="857" y="735"/>
                    <a:pt x="861" y="735"/>
                    <a:pt x="865" y="735"/>
                  </a:cubicBezTo>
                  <a:cubicBezTo>
                    <a:pt x="892" y="735"/>
                    <a:pt x="919" y="727"/>
                    <a:pt x="943" y="713"/>
                  </a:cubicBezTo>
                  <a:lnTo>
                    <a:pt x="1022" y="675"/>
                  </a:lnTo>
                  <a:cubicBezTo>
                    <a:pt x="1091" y="672"/>
                    <a:pt x="1113" y="666"/>
                    <a:pt x="1103" y="644"/>
                  </a:cubicBezTo>
                  <a:cubicBezTo>
                    <a:pt x="1100" y="634"/>
                    <a:pt x="1098" y="626"/>
                    <a:pt x="1096" y="620"/>
                  </a:cubicBezTo>
                  <a:lnTo>
                    <a:pt x="1096" y="620"/>
                  </a:lnTo>
                  <a:cubicBezTo>
                    <a:pt x="1105" y="626"/>
                    <a:pt x="1122" y="628"/>
                    <a:pt x="1144" y="628"/>
                  </a:cubicBezTo>
                  <a:cubicBezTo>
                    <a:pt x="1223" y="628"/>
                    <a:pt x="1362" y="595"/>
                    <a:pt x="1379" y="556"/>
                  </a:cubicBezTo>
                  <a:lnTo>
                    <a:pt x="1379" y="581"/>
                  </a:lnTo>
                  <a:cubicBezTo>
                    <a:pt x="1381" y="598"/>
                    <a:pt x="1392" y="602"/>
                    <a:pt x="1410" y="602"/>
                  </a:cubicBezTo>
                  <a:cubicBezTo>
                    <a:pt x="1420" y="602"/>
                    <a:pt x="1431" y="601"/>
                    <a:pt x="1445" y="600"/>
                  </a:cubicBezTo>
                  <a:cubicBezTo>
                    <a:pt x="1501" y="584"/>
                    <a:pt x="1558" y="569"/>
                    <a:pt x="1614" y="559"/>
                  </a:cubicBezTo>
                  <a:cubicBezTo>
                    <a:pt x="1696" y="550"/>
                    <a:pt x="1761" y="547"/>
                    <a:pt x="1758" y="522"/>
                  </a:cubicBezTo>
                  <a:cubicBezTo>
                    <a:pt x="1764" y="521"/>
                    <a:pt x="1768" y="520"/>
                    <a:pt x="1771" y="520"/>
                  </a:cubicBezTo>
                  <a:cubicBezTo>
                    <a:pt x="1780" y="520"/>
                    <a:pt x="1780" y="525"/>
                    <a:pt x="1780" y="544"/>
                  </a:cubicBezTo>
                  <a:cubicBezTo>
                    <a:pt x="1767" y="563"/>
                    <a:pt x="1773" y="568"/>
                    <a:pt x="1786" y="568"/>
                  </a:cubicBezTo>
                  <a:cubicBezTo>
                    <a:pt x="1791" y="568"/>
                    <a:pt x="1798" y="567"/>
                    <a:pt x="1805" y="566"/>
                  </a:cubicBezTo>
                  <a:cubicBezTo>
                    <a:pt x="1827" y="566"/>
                    <a:pt x="1824" y="541"/>
                    <a:pt x="1821" y="515"/>
                  </a:cubicBezTo>
                  <a:cubicBezTo>
                    <a:pt x="1819" y="502"/>
                    <a:pt x="1825" y="495"/>
                    <a:pt x="1838" y="495"/>
                  </a:cubicBezTo>
                  <a:cubicBezTo>
                    <a:pt x="1848" y="495"/>
                    <a:pt x="1864" y="499"/>
                    <a:pt x="1884" y="509"/>
                  </a:cubicBezTo>
                  <a:cubicBezTo>
                    <a:pt x="1905" y="516"/>
                    <a:pt x="1928" y="520"/>
                    <a:pt x="1950" y="520"/>
                  </a:cubicBezTo>
                  <a:cubicBezTo>
                    <a:pt x="1986" y="520"/>
                    <a:pt x="2022" y="511"/>
                    <a:pt x="2053" y="494"/>
                  </a:cubicBezTo>
                  <a:cubicBezTo>
                    <a:pt x="2058" y="493"/>
                    <a:pt x="2064" y="492"/>
                    <a:pt x="2070" y="492"/>
                  </a:cubicBezTo>
                  <a:cubicBezTo>
                    <a:pt x="2085" y="492"/>
                    <a:pt x="2097" y="497"/>
                    <a:pt x="2097" y="515"/>
                  </a:cubicBezTo>
                  <a:cubicBezTo>
                    <a:pt x="2110" y="531"/>
                    <a:pt x="2128" y="539"/>
                    <a:pt x="2147" y="539"/>
                  </a:cubicBezTo>
                  <a:cubicBezTo>
                    <a:pt x="2169" y="539"/>
                    <a:pt x="2191" y="528"/>
                    <a:pt x="2203" y="506"/>
                  </a:cubicBezTo>
                  <a:cubicBezTo>
                    <a:pt x="2209" y="505"/>
                    <a:pt x="2213" y="505"/>
                    <a:pt x="2216" y="505"/>
                  </a:cubicBezTo>
                  <a:cubicBezTo>
                    <a:pt x="2225" y="505"/>
                    <a:pt x="2226" y="509"/>
                    <a:pt x="2228" y="528"/>
                  </a:cubicBezTo>
                  <a:cubicBezTo>
                    <a:pt x="2241" y="541"/>
                    <a:pt x="2247" y="554"/>
                    <a:pt x="2253" y="554"/>
                  </a:cubicBezTo>
                  <a:cubicBezTo>
                    <a:pt x="2258" y="554"/>
                    <a:pt x="2262" y="546"/>
                    <a:pt x="2269" y="525"/>
                  </a:cubicBezTo>
                  <a:cubicBezTo>
                    <a:pt x="2295" y="506"/>
                    <a:pt x="2326" y="498"/>
                    <a:pt x="2356" y="498"/>
                  </a:cubicBezTo>
                  <a:cubicBezTo>
                    <a:pt x="2377" y="498"/>
                    <a:pt x="2397" y="502"/>
                    <a:pt x="2416" y="509"/>
                  </a:cubicBezTo>
                  <a:cubicBezTo>
                    <a:pt x="2438" y="509"/>
                    <a:pt x="2460" y="506"/>
                    <a:pt x="2457" y="481"/>
                  </a:cubicBezTo>
                  <a:cubicBezTo>
                    <a:pt x="2456" y="472"/>
                    <a:pt x="2455" y="463"/>
                    <a:pt x="2454" y="456"/>
                  </a:cubicBezTo>
                  <a:lnTo>
                    <a:pt x="2454" y="456"/>
                  </a:lnTo>
                  <a:cubicBezTo>
                    <a:pt x="2466" y="481"/>
                    <a:pt x="2473" y="493"/>
                    <a:pt x="2478" y="493"/>
                  </a:cubicBezTo>
                  <a:cubicBezTo>
                    <a:pt x="2484" y="493"/>
                    <a:pt x="2488" y="480"/>
                    <a:pt x="2498" y="453"/>
                  </a:cubicBezTo>
                  <a:cubicBezTo>
                    <a:pt x="2496" y="439"/>
                    <a:pt x="2502" y="432"/>
                    <a:pt x="2507" y="432"/>
                  </a:cubicBezTo>
                  <a:cubicBezTo>
                    <a:pt x="2512" y="432"/>
                    <a:pt x="2517" y="438"/>
                    <a:pt x="2517" y="450"/>
                  </a:cubicBezTo>
                  <a:cubicBezTo>
                    <a:pt x="2529" y="462"/>
                    <a:pt x="2545" y="472"/>
                    <a:pt x="2564" y="472"/>
                  </a:cubicBezTo>
                  <a:cubicBezTo>
                    <a:pt x="2639" y="453"/>
                    <a:pt x="2714" y="437"/>
                    <a:pt x="2792" y="425"/>
                  </a:cubicBezTo>
                  <a:cubicBezTo>
                    <a:pt x="2962" y="409"/>
                    <a:pt x="3024" y="403"/>
                    <a:pt x="3021" y="378"/>
                  </a:cubicBezTo>
                  <a:cubicBezTo>
                    <a:pt x="3031" y="365"/>
                    <a:pt x="3036" y="358"/>
                    <a:pt x="3041" y="358"/>
                  </a:cubicBezTo>
                  <a:cubicBezTo>
                    <a:pt x="3047" y="358"/>
                    <a:pt x="3053" y="364"/>
                    <a:pt x="3065" y="374"/>
                  </a:cubicBezTo>
                  <a:cubicBezTo>
                    <a:pt x="3077" y="389"/>
                    <a:pt x="3094" y="396"/>
                    <a:pt x="3112" y="396"/>
                  </a:cubicBezTo>
                  <a:cubicBezTo>
                    <a:pt x="3118" y="396"/>
                    <a:pt x="3125" y="395"/>
                    <a:pt x="3131" y="393"/>
                  </a:cubicBezTo>
                  <a:cubicBezTo>
                    <a:pt x="3135" y="393"/>
                    <a:pt x="3138" y="393"/>
                    <a:pt x="3142" y="393"/>
                  </a:cubicBezTo>
                  <a:cubicBezTo>
                    <a:pt x="3158" y="393"/>
                    <a:pt x="3172" y="395"/>
                    <a:pt x="3175" y="415"/>
                  </a:cubicBezTo>
                  <a:cubicBezTo>
                    <a:pt x="3193" y="390"/>
                    <a:pt x="3193" y="390"/>
                    <a:pt x="3212" y="387"/>
                  </a:cubicBezTo>
                  <a:cubicBezTo>
                    <a:pt x="3214" y="399"/>
                    <a:pt x="3219" y="404"/>
                    <a:pt x="3227" y="404"/>
                  </a:cubicBezTo>
                  <a:cubicBezTo>
                    <a:pt x="3235" y="404"/>
                    <a:pt x="3246" y="397"/>
                    <a:pt x="3256" y="384"/>
                  </a:cubicBezTo>
                  <a:cubicBezTo>
                    <a:pt x="3264" y="357"/>
                    <a:pt x="3268" y="343"/>
                    <a:pt x="3271" y="343"/>
                  </a:cubicBezTo>
                  <a:cubicBezTo>
                    <a:pt x="3273" y="343"/>
                    <a:pt x="3275" y="356"/>
                    <a:pt x="3278" y="381"/>
                  </a:cubicBezTo>
                  <a:cubicBezTo>
                    <a:pt x="3278" y="398"/>
                    <a:pt x="3309" y="412"/>
                    <a:pt x="3322" y="412"/>
                  </a:cubicBezTo>
                  <a:cubicBezTo>
                    <a:pt x="3327" y="412"/>
                    <a:pt x="3329" y="409"/>
                    <a:pt x="3322" y="403"/>
                  </a:cubicBezTo>
                  <a:cubicBezTo>
                    <a:pt x="3319" y="378"/>
                    <a:pt x="3363" y="374"/>
                    <a:pt x="3381" y="346"/>
                  </a:cubicBezTo>
                  <a:cubicBezTo>
                    <a:pt x="3386" y="345"/>
                    <a:pt x="3392" y="345"/>
                    <a:pt x="3396" y="345"/>
                  </a:cubicBezTo>
                  <a:cubicBezTo>
                    <a:pt x="3410" y="345"/>
                    <a:pt x="3423" y="350"/>
                    <a:pt x="3425" y="368"/>
                  </a:cubicBezTo>
                  <a:cubicBezTo>
                    <a:pt x="3430" y="373"/>
                    <a:pt x="3439" y="375"/>
                    <a:pt x="3450" y="375"/>
                  </a:cubicBezTo>
                  <a:cubicBezTo>
                    <a:pt x="3489" y="375"/>
                    <a:pt x="3555" y="349"/>
                    <a:pt x="3570" y="327"/>
                  </a:cubicBezTo>
                  <a:cubicBezTo>
                    <a:pt x="3568" y="315"/>
                    <a:pt x="3573" y="309"/>
                    <a:pt x="3578" y="309"/>
                  </a:cubicBezTo>
                  <a:cubicBezTo>
                    <a:pt x="3584" y="309"/>
                    <a:pt x="3590" y="315"/>
                    <a:pt x="3591" y="327"/>
                  </a:cubicBezTo>
                  <a:cubicBezTo>
                    <a:pt x="3594" y="347"/>
                    <a:pt x="3607" y="349"/>
                    <a:pt x="3623" y="349"/>
                  </a:cubicBezTo>
                  <a:cubicBezTo>
                    <a:pt x="3627" y="349"/>
                    <a:pt x="3631" y="349"/>
                    <a:pt x="3635" y="349"/>
                  </a:cubicBezTo>
                  <a:cubicBezTo>
                    <a:pt x="3641" y="340"/>
                    <a:pt x="3646" y="337"/>
                    <a:pt x="3649" y="337"/>
                  </a:cubicBezTo>
                  <a:cubicBezTo>
                    <a:pt x="3656" y="337"/>
                    <a:pt x="3658" y="354"/>
                    <a:pt x="3660" y="371"/>
                  </a:cubicBezTo>
                  <a:cubicBezTo>
                    <a:pt x="3648" y="391"/>
                    <a:pt x="3652" y="395"/>
                    <a:pt x="3671" y="395"/>
                  </a:cubicBezTo>
                  <a:cubicBezTo>
                    <a:pt x="3679" y="395"/>
                    <a:pt x="3690" y="394"/>
                    <a:pt x="3704" y="393"/>
                  </a:cubicBezTo>
                  <a:cubicBezTo>
                    <a:pt x="3723" y="365"/>
                    <a:pt x="3808" y="359"/>
                    <a:pt x="3870" y="352"/>
                  </a:cubicBezTo>
                  <a:cubicBezTo>
                    <a:pt x="3977" y="343"/>
                    <a:pt x="3996" y="315"/>
                    <a:pt x="4033" y="262"/>
                  </a:cubicBezTo>
                  <a:lnTo>
                    <a:pt x="4049" y="208"/>
                  </a:lnTo>
                  <a:lnTo>
                    <a:pt x="4052" y="258"/>
                  </a:lnTo>
                  <a:cubicBezTo>
                    <a:pt x="4058" y="284"/>
                    <a:pt x="4068" y="309"/>
                    <a:pt x="4080" y="334"/>
                  </a:cubicBezTo>
                  <a:cubicBezTo>
                    <a:pt x="4102" y="334"/>
                    <a:pt x="4102" y="305"/>
                    <a:pt x="4099" y="280"/>
                  </a:cubicBezTo>
                  <a:cubicBezTo>
                    <a:pt x="4099" y="268"/>
                    <a:pt x="4105" y="262"/>
                    <a:pt x="4116" y="262"/>
                  </a:cubicBezTo>
                  <a:cubicBezTo>
                    <a:pt x="4127" y="262"/>
                    <a:pt x="4145" y="268"/>
                    <a:pt x="4168" y="280"/>
                  </a:cubicBezTo>
                  <a:cubicBezTo>
                    <a:pt x="4192" y="292"/>
                    <a:pt x="4209" y="300"/>
                    <a:pt x="4223" y="300"/>
                  </a:cubicBezTo>
                  <a:cubicBezTo>
                    <a:pt x="4235" y="300"/>
                    <a:pt x="4245" y="295"/>
                    <a:pt x="4256" y="284"/>
                  </a:cubicBezTo>
                  <a:cubicBezTo>
                    <a:pt x="4258" y="283"/>
                    <a:pt x="4261" y="283"/>
                    <a:pt x="4264" y="283"/>
                  </a:cubicBezTo>
                  <a:cubicBezTo>
                    <a:pt x="4286" y="283"/>
                    <a:pt x="4307" y="295"/>
                    <a:pt x="4319" y="312"/>
                  </a:cubicBezTo>
                  <a:cubicBezTo>
                    <a:pt x="4326" y="314"/>
                    <a:pt x="4331" y="315"/>
                    <a:pt x="4334" y="315"/>
                  </a:cubicBezTo>
                  <a:cubicBezTo>
                    <a:pt x="4341" y="315"/>
                    <a:pt x="4341" y="310"/>
                    <a:pt x="4344" y="293"/>
                  </a:cubicBezTo>
                  <a:cubicBezTo>
                    <a:pt x="4345" y="282"/>
                    <a:pt x="4351" y="276"/>
                    <a:pt x="4359" y="276"/>
                  </a:cubicBezTo>
                  <a:cubicBezTo>
                    <a:pt x="4368" y="276"/>
                    <a:pt x="4379" y="284"/>
                    <a:pt x="4387" y="299"/>
                  </a:cubicBezTo>
                  <a:cubicBezTo>
                    <a:pt x="4398" y="335"/>
                    <a:pt x="4431" y="353"/>
                    <a:pt x="4452" y="353"/>
                  </a:cubicBezTo>
                  <a:cubicBezTo>
                    <a:pt x="4461" y="353"/>
                    <a:pt x="4467" y="350"/>
                    <a:pt x="4469" y="343"/>
                  </a:cubicBezTo>
                  <a:cubicBezTo>
                    <a:pt x="4472" y="329"/>
                    <a:pt x="4481" y="325"/>
                    <a:pt x="4491" y="325"/>
                  </a:cubicBezTo>
                  <a:cubicBezTo>
                    <a:pt x="4499" y="325"/>
                    <a:pt x="4509" y="328"/>
                    <a:pt x="4519" y="331"/>
                  </a:cubicBezTo>
                  <a:cubicBezTo>
                    <a:pt x="4528" y="334"/>
                    <a:pt x="4539" y="336"/>
                    <a:pt x="4549" y="336"/>
                  </a:cubicBezTo>
                  <a:cubicBezTo>
                    <a:pt x="4564" y="336"/>
                    <a:pt x="4578" y="333"/>
                    <a:pt x="4591" y="327"/>
                  </a:cubicBezTo>
                  <a:lnTo>
                    <a:pt x="4632" y="343"/>
                  </a:lnTo>
                  <a:cubicBezTo>
                    <a:pt x="4650" y="348"/>
                    <a:pt x="4631" y="360"/>
                    <a:pt x="4613" y="360"/>
                  </a:cubicBezTo>
                  <a:cubicBezTo>
                    <a:pt x="4610" y="360"/>
                    <a:pt x="4607" y="360"/>
                    <a:pt x="4604" y="359"/>
                  </a:cubicBezTo>
                  <a:lnTo>
                    <a:pt x="4604" y="359"/>
                  </a:lnTo>
                  <a:lnTo>
                    <a:pt x="4613" y="390"/>
                  </a:lnTo>
                  <a:cubicBezTo>
                    <a:pt x="4642" y="399"/>
                    <a:pt x="4659" y="409"/>
                    <a:pt x="4678" y="409"/>
                  </a:cubicBezTo>
                  <a:cubicBezTo>
                    <a:pt x="4686" y="409"/>
                    <a:pt x="4695" y="407"/>
                    <a:pt x="4704" y="403"/>
                  </a:cubicBezTo>
                  <a:cubicBezTo>
                    <a:pt x="4725" y="386"/>
                    <a:pt x="4736" y="378"/>
                    <a:pt x="4739" y="378"/>
                  </a:cubicBezTo>
                  <a:cubicBezTo>
                    <a:pt x="4743" y="378"/>
                    <a:pt x="4738" y="389"/>
                    <a:pt x="4726" y="412"/>
                  </a:cubicBezTo>
                  <a:cubicBezTo>
                    <a:pt x="4715" y="434"/>
                    <a:pt x="4718" y="458"/>
                    <a:pt x="4740" y="458"/>
                  </a:cubicBezTo>
                  <a:cubicBezTo>
                    <a:pt x="4743" y="458"/>
                    <a:pt x="4747" y="457"/>
                    <a:pt x="4751" y="456"/>
                  </a:cubicBezTo>
                  <a:cubicBezTo>
                    <a:pt x="4764" y="445"/>
                    <a:pt x="4774" y="441"/>
                    <a:pt x="4781" y="441"/>
                  </a:cubicBezTo>
                  <a:cubicBezTo>
                    <a:pt x="4797" y="441"/>
                    <a:pt x="4797" y="463"/>
                    <a:pt x="4789" y="478"/>
                  </a:cubicBezTo>
                  <a:cubicBezTo>
                    <a:pt x="4745" y="509"/>
                    <a:pt x="4745" y="509"/>
                    <a:pt x="4845" y="512"/>
                  </a:cubicBezTo>
                  <a:cubicBezTo>
                    <a:pt x="4879" y="537"/>
                    <a:pt x="4964" y="572"/>
                    <a:pt x="5011" y="619"/>
                  </a:cubicBezTo>
                  <a:cubicBezTo>
                    <a:pt x="5074" y="682"/>
                    <a:pt x="5105" y="716"/>
                    <a:pt x="5099" y="747"/>
                  </a:cubicBezTo>
                  <a:cubicBezTo>
                    <a:pt x="5096" y="749"/>
                    <a:pt x="5094" y="751"/>
                    <a:pt x="5092" y="753"/>
                  </a:cubicBezTo>
                  <a:lnTo>
                    <a:pt x="5092" y="753"/>
                  </a:lnTo>
                  <a:cubicBezTo>
                    <a:pt x="5098" y="750"/>
                    <a:pt x="5104" y="748"/>
                    <a:pt x="5110" y="748"/>
                  </a:cubicBezTo>
                  <a:cubicBezTo>
                    <a:pt x="5129" y="748"/>
                    <a:pt x="5144" y="768"/>
                    <a:pt x="5171" y="804"/>
                  </a:cubicBezTo>
                  <a:cubicBezTo>
                    <a:pt x="5177" y="854"/>
                    <a:pt x="5212" y="895"/>
                    <a:pt x="5262" y="904"/>
                  </a:cubicBezTo>
                  <a:lnTo>
                    <a:pt x="5240" y="866"/>
                  </a:lnTo>
                  <a:cubicBezTo>
                    <a:pt x="5252" y="859"/>
                    <a:pt x="5262" y="855"/>
                    <a:pt x="5270" y="855"/>
                  </a:cubicBezTo>
                  <a:cubicBezTo>
                    <a:pt x="5288" y="855"/>
                    <a:pt x="5295" y="876"/>
                    <a:pt x="5293" y="913"/>
                  </a:cubicBezTo>
                  <a:cubicBezTo>
                    <a:pt x="5303" y="935"/>
                    <a:pt x="5281" y="945"/>
                    <a:pt x="5259" y="957"/>
                  </a:cubicBezTo>
                  <a:cubicBezTo>
                    <a:pt x="5237" y="967"/>
                    <a:pt x="5224" y="992"/>
                    <a:pt x="5230" y="1017"/>
                  </a:cubicBezTo>
                  <a:cubicBezTo>
                    <a:pt x="5236" y="1029"/>
                    <a:pt x="5242" y="1041"/>
                    <a:pt x="5250" y="1041"/>
                  </a:cubicBezTo>
                  <a:cubicBezTo>
                    <a:pt x="5254" y="1041"/>
                    <a:pt x="5259" y="1037"/>
                    <a:pt x="5265" y="1026"/>
                  </a:cubicBezTo>
                  <a:cubicBezTo>
                    <a:pt x="5274" y="1022"/>
                    <a:pt x="5279" y="1020"/>
                    <a:pt x="5283" y="1020"/>
                  </a:cubicBezTo>
                  <a:cubicBezTo>
                    <a:pt x="5288" y="1020"/>
                    <a:pt x="5291" y="1025"/>
                    <a:pt x="5296" y="1036"/>
                  </a:cubicBezTo>
                  <a:cubicBezTo>
                    <a:pt x="5299" y="1061"/>
                    <a:pt x="5318" y="1083"/>
                    <a:pt x="5340" y="1092"/>
                  </a:cubicBezTo>
                  <a:cubicBezTo>
                    <a:pt x="5344" y="1091"/>
                    <a:pt x="5348" y="1090"/>
                    <a:pt x="5351" y="1090"/>
                  </a:cubicBezTo>
                  <a:cubicBezTo>
                    <a:pt x="5368" y="1090"/>
                    <a:pt x="5376" y="1108"/>
                    <a:pt x="5381" y="1127"/>
                  </a:cubicBezTo>
                  <a:cubicBezTo>
                    <a:pt x="5368" y="1148"/>
                    <a:pt x="5365" y="1177"/>
                    <a:pt x="5371" y="1199"/>
                  </a:cubicBezTo>
                  <a:lnTo>
                    <a:pt x="5346" y="1205"/>
                  </a:lnTo>
                  <a:cubicBezTo>
                    <a:pt x="5331" y="1211"/>
                    <a:pt x="5315" y="1224"/>
                    <a:pt x="5303" y="1239"/>
                  </a:cubicBezTo>
                  <a:cubicBezTo>
                    <a:pt x="5307" y="1253"/>
                    <a:pt x="5323" y="1255"/>
                    <a:pt x="5330" y="1255"/>
                  </a:cubicBezTo>
                  <a:cubicBezTo>
                    <a:pt x="5332" y="1255"/>
                    <a:pt x="5334" y="1255"/>
                    <a:pt x="5334" y="1255"/>
                  </a:cubicBezTo>
                  <a:cubicBezTo>
                    <a:pt x="5334" y="1255"/>
                    <a:pt x="5334" y="1255"/>
                    <a:pt x="5334" y="1255"/>
                  </a:cubicBezTo>
                  <a:cubicBezTo>
                    <a:pt x="5365" y="1255"/>
                    <a:pt x="5412" y="1760"/>
                    <a:pt x="5415" y="1822"/>
                  </a:cubicBezTo>
                  <a:cubicBezTo>
                    <a:pt x="5399" y="1860"/>
                    <a:pt x="5402" y="1911"/>
                    <a:pt x="5416" y="1911"/>
                  </a:cubicBezTo>
                  <a:cubicBezTo>
                    <a:pt x="5419" y="1911"/>
                    <a:pt x="5422" y="1910"/>
                    <a:pt x="5425" y="1907"/>
                  </a:cubicBezTo>
                  <a:cubicBezTo>
                    <a:pt x="5425" y="1907"/>
                    <a:pt x="5425" y="1907"/>
                    <a:pt x="5426" y="1907"/>
                  </a:cubicBezTo>
                  <a:cubicBezTo>
                    <a:pt x="5450" y="1907"/>
                    <a:pt x="5459" y="2012"/>
                    <a:pt x="5472" y="2136"/>
                  </a:cubicBezTo>
                  <a:cubicBezTo>
                    <a:pt x="5484" y="2281"/>
                    <a:pt x="5493" y="2386"/>
                    <a:pt x="5518" y="2386"/>
                  </a:cubicBezTo>
                  <a:cubicBezTo>
                    <a:pt x="5518" y="2386"/>
                    <a:pt x="5518" y="2386"/>
                    <a:pt x="5519" y="2386"/>
                  </a:cubicBezTo>
                  <a:lnTo>
                    <a:pt x="5525" y="2449"/>
                  </a:lnTo>
                  <a:cubicBezTo>
                    <a:pt x="5528" y="2493"/>
                    <a:pt x="5559" y="2534"/>
                    <a:pt x="5559" y="2552"/>
                  </a:cubicBezTo>
                  <a:cubicBezTo>
                    <a:pt x="5580" y="2566"/>
                    <a:pt x="5586" y="2582"/>
                    <a:pt x="5577" y="2582"/>
                  </a:cubicBezTo>
                  <a:cubicBezTo>
                    <a:pt x="5574" y="2582"/>
                    <a:pt x="5569" y="2579"/>
                    <a:pt x="5563" y="2574"/>
                  </a:cubicBezTo>
                  <a:cubicBezTo>
                    <a:pt x="5538" y="2577"/>
                    <a:pt x="5512" y="2581"/>
                    <a:pt x="5512" y="2599"/>
                  </a:cubicBezTo>
                  <a:cubicBezTo>
                    <a:pt x="5517" y="2632"/>
                    <a:pt x="5532" y="2639"/>
                    <a:pt x="5550" y="2639"/>
                  </a:cubicBezTo>
                  <a:cubicBezTo>
                    <a:pt x="5556" y="2639"/>
                    <a:pt x="5562" y="2638"/>
                    <a:pt x="5569" y="2637"/>
                  </a:cubicBezTo>
                  <a:cubicBezTo>
                    <a:pt x="5571" y="2637"/>
                    <a:pt x="5572" y="2636"/>
                    <a:pt x="5574" y="2636"/>
                  </a:cubicBezTo>
                  <a:cubicBezTo>
                    <a:pt x="5585" y="2636"/>
                    <a:pt x="5594" y="2645"/>
                    <a:pt x="5594" y="2656"/>
                  </a:cubicBezTo>
                  <a:cubicBezTo>
                    <a:pt x="5597" y="2678"/>
                    <a:pt x="5597" y="2678"/>
                    <a:pt x="5572" y="2681"/>
                  </a:cubicBezTo>
                  <a:lnTo>
                    <a:pt x="5522" y="2684"/>
                  </a:lnTo>
                  <a:lnTo>
                    <a:pt x="5522" y="2706"/>
                  </a:lnTo>
                  <a:cubicBezTo>
                    <a:pt x="5524" y="2706"/>
                    <a:pt x="5526" y="2705"/>
                    <a:pt x="5528" y="2705"/>
                  </a:cubicBezTo>
                  <a:cubicBezTo>
                    <a:pt x="5541" y="2705"/>
                    <a:pt x="5550" y="2714"/>
                    <a:pt x="5550" y="2725"/>
                  </a:cubicBezTo>
                  <a:cubicBezTo>
                    <a:pt x="5553" y="2747"/>
                    <a:pt x="5553" y="2747"/>
                    <a:pt x="5503" y="2750"/>
                  </a:cubicBezTo>
                  <a:cubicBezTo>
                    <a:pt x="5453" y="2756"/>
                    <a:pt x="5453" y="2775"/>
                    <a:pt x="5506" y="2794"/>
                  </a:cubicBezTo>
                  <a:lnTo>
                    <a:pt x="5534" y="2831"/>
                  </a:lnTo>
                  <a:cubicBezTo>
                    <a:pt x="5487" y="2860"/>
                    <a:pt x="5541" y="2897"/>
                    <a:pt x="5569" y="2916"/>
                  </a:cubicBezTo>
                  <a:cubicBezTo>
                    <a:pt x="5519" y="2941"/>
                    <a:pt x="5522" y="2963"/>
                    <a:pt x="5575" y="2979"/>
                  </a:cubicBezTo>
                  <a:cubicBezTo>
                    <a:pt x="5577" y="2978"/>
                    <a:pt x="5578" y="2978"/>
                    <a:pt x="5580" y="2978"/>
                  </a:cubicBezTo>
                  <a:cubicBezTo>
                    <a:pt x="5600" y="2978"/>
                    <a:pt x="5599" y="2999"/>
                    <a:pt x="5578" y="3019"/>
                  </a:cubicBezTo>
                  <a:cubicBezTo>
                    <a:pt x="5553" y="3044"/>
                    <a:pt x="5556" y="3063"/>
                    <a:pt x="5559" y="3107"/>
                  </a:cubicBezTo>
                  <a:cubicBezTo>
                    <a:pt x="5588" y="3126"/>
                    <a:pt x="5600" y="3273"/>
                    <a:pt x="5616" y="3442"/>
                  </a:cubicBezTo>
                  <a:cubicBezTo>
                    <a:pt x="5634" y="3631"/>
                    <a:pt x="5644" y="3756"/>
                    <a:pt x="5668" y="3756"/>
                  </a:cubicBezTo>
                  <a:cubicBezTo>
                    <a:pt x="5669" y="3756"/>
                    <a:pt x="5669" y="3756"/>
                    <a:pt x="5669" y="3756"/>
                  </a:cubicBezTo>
                  <a:lnTo>
                    <a:pt x="5669" y="3756"/>
                  </a:lnTo>
                  <a:cubicBezTo>
                    <a:pt x="5672" y="3778"/>
                    <a:pt x="5672" y="3778"/>
                    <a:pt x="5650" y="3800"/>
                  </a:cubicBezTo>
                  <a:cubicBezTo>
                    <a:pt x="5625" y="3803"/>
                    <a:pt x="5625" y="3825"/>
                    <a:pt x="5679" y="3840"/>
                  </a:cubicBezTo>
                  <a:cubicBezTo>
                    <a:pt x="5707" y="3859"/>
                    <a:pt x="5732" y="3856"/>
                    <a:pt x="5682" y="3862"/>
                  </a:cubicBezTo>
                  <a:cubicBezTo>
                    <a:pt x="5654" y="3865"/>
                    <a:pt x="5660" y="3906"/>
                    <a:pt x="5666" y="3991"/>
                  </a:cubicBezTo>
                  <a:cubicBezTo>
                    <a:pt x="5675" y="4050"/>
                    <a:pt x="5675" y="4144"/>
                    <a:pt x="5701" y="4144"/>
                  </a:cubicBezTo>
                  <a:cubicBezTo>
                    <a:pt x="5717" y="4172"/>
                    <a:pt x="5723" y="4183"/>
                    <a:pt x="5720" y="4183"/>
                  </a:cubicBezTo>
                  <a:cubicBezTo>
                    <a:pt x="5718" y="4183"/>
                    <a:pt x="5711" y="4177"/>
                    <a:pt x="5701" y="4166"/>
                  </a:cubicBezTo>
                  <a:cubicBezTo>
                    <a:pt x="5697" y="4165"/>
                    <a:pt x="5693" y="4164"/>
                    <a:pt x="5689" y="4164"/>
                  </a:cubicBezTo>
                  <a:cubicBezTo>
                    <a:pt x="5649" y="4164"/>
                    <a:pt x="5629" y="4257"/>
                    <a:pt x="5666" y="4323"/>
                  </a:cubicBezTo>
                  <a:cubicBezTo>
                    <a:pt x="5663" y="4344"/>
                    <a:pt x="5657" y="4364"/>
                    <a:pt x="5636" y="4364"/>
                  </a:cubicBezTo>
                  <a:cubicBezTo>
                    <a:pt x="5635" y="4364"/>
                    <a:pt x="5633" y="4364"/>
                    <a:pt x="5632" y="4364"/>
                  </a:cubicBezTo>
                  <a:lnTo>
                    <a:pt x="5632" y="4364"/>
                  </a:lnTo>
                  <a:cubicBezTo>
                    <a:pt x="5628" y="4401"/>
                    <a:pt x="5628" y="4439"/>
                    <a:pt x="5635" y="4477"/>
                  </a:cubicBezTo>
                  <a:cubicBezTo>
                    <a:pt x="5619" y="4530"/>
                    <a:pt x="5603" y="4577"/>
                    <a:pt x="5585" y="4627"/>
                  </a:cubicBezTo>
                  <a:cubicBezTo>
                    <a:pt x="5572" y="4655"/>
                    <a:pt x="5569" y="4687"/>
                    <a:pt x="5569" y="4718"/>
                  </a:cubicBezTo>
                  <a:cubicBezTo>
                    <a:pt x="5560" y="4733"/>
                    <a:pt x="5553" y="4749"/>
                    <a:pt x="5553" y="4749"/>
                  </a:cubicBezTo>
                  <a:cubicBezTo>
                    <a:pt x="5552" y="4749"/>
                    <a:pt x="5554" y="4746"/>
                    <a:pt x="5556" y="4740"/>
                  </a:cubicBezTo>
                  <a:cubicBezTo>
                    <a:pt x="5555" y="4739"/>
                    <a:pt x="5554" y="4739"/>
                    <a:pt x="5552" y="4739"/>
                  </a:cubicBezTo>
                  <a:cubicBezTo>
                    <a:pt x="5529" y="4739"/>
                    <a:pt x="5479" y="4837"/>
                    <a:pt x="5384" y="4950"/>
                  </a:cubicBezTo>
                  <a:cubicBezTo>
                    <a:pt x="5289" y="5065"/>
                    <a:pt x="5184" y="5139"/>
                    <a:pt x="5146" y="5139"/>
                  </a:cubicBezTo>
                  <a:cubicBezTo>
                    <a:pt x="5143" y="5139"/>
                    <a:pt x="5141" y="5138"/>
                    <a:pt x="5140" y="5138"/>
                  </a:cubicBezTo>
                  <a:cubicBezTo>
                    <a:pt x="5127" y="5150"/>
                    <a:pt x="5121" y="5166"/>
                    <a:pt x="5118" y="5185"/>
                  </a:cubicBezTo>
                  <a:cubicBezTo>
                    <a:pt x="5123" y="5228"/>
                    <a:pt x="5112" y="5244"/>
                    <a:pt x="5089" y="5244"/>
                  </a:cubicBezTo>
                  <a:cubicBezTo>
                    <a:pt x="5084" y="5244"/>
                    <a:pt x="5077" y="5243"/>
                    <a:pt x="5071" y="5241"/>
                  </a:cubicBezTo>
                  <a:cubicBezTo>
                    <a:pt x="5058" y="5234"/>
                    <a:pt x="5044" y="5231"/>
                    <a:pt x="5031" y="5231"/>
                  </a:cubicBezTo>
                  <a:cubicBezTo>
                    <a:pt x="4992" y="5231"/>
                    <a:pt x="4956" y="5258"/>
                    <a:pt x="4949" y="5300"/>
                  </a:cubicBezTo>
                  <a:lnTo>
                    <a:pt x="4949" y="5300"/>
                  </a:lnTo>
                  <a:cubicBezTo>
                    <a:pt x="4946" y="5294"/>
                    <a:pt x="4942" y="5286"/>
                    <a:pt x="4939" y="5279"/>
                  </a:cubicBezTo>
                  <a:cubicBezTo>
                    <a:pt x="4929" y="5269"/>
                    <a:pt x="4919" y="5265"/>
                    <a:pt x="4908" y="5265"/>
                  </a:cubicBezTo>
                  <a:cubicBezTo>
                    <a:pt x="4878" y="5265"/>
                    <a:pt x="4849" y="5300"/>
                    <a:pt x="4842" y="5342"/>
                  </a:cubicBezTo>
                  <a:cubicBezTo>
                    <a:pt x="4824" y="5332"/>
                    <a:pt x="4807" y="5321"/>
                    <a:pt x="4793" y="5321"/>
                  </a:cubicBezTo>
                  <a:cubicBezTo>
                    <a:pt x="4785" y="5321"/>
                    <a:pt x="4778" y="5325"/>
                    <a:pt x="4773" y="5335"/>
                  </a:cubicBezTo>
                  <a:cubicBezTo>
                    <a:pt x="4767" y="5337"/>
                    <a:pt x="4763" y="5338"/>
                    <a:pt x="4760" y="5338"/>
                  </a:cubicBezTo>
                  <a:cubicBezTo>
                    <a:pt x="4750" y="5338"/>
                    <a:pt x="4748" y="5328"/>
                    <a:pt x="4738" y="5291"/>
                  </a:cubicBezTo>
                  <a:cubicBezTo>
                    <a:pt x="4733" y="5268"/>
                    <a:pt x="4727" y="5247"/>
                    <a:pt x="4711" y="5247"/>
                  </a:cubicBezTo>
                  <a:cubicBezTo>
                    <a:pt x="4709" y="5247"/>
                    <a:pt x="4708" y="5247"/>
                    <a:pt x="4707" y="5247"/>
                  </a:cubicBezTo>
                  <a:cubicBezTo>
                    <a:pt x="4685" y="5254"/>
                    <a:pt x="4691" y="5279"/>
                    <a:pt x="4698" y="5304"/>
                  </a:cubicBezTo>
                  <a:cubicBezTo>
                    <a:pt x="4698" y="5304"/>
                    <a:pt x="4676" y="5307"/>
                    <a:pt x="4654" y="5310"/>
                  </a:cubicBezTo>
                  <a:cubicBezTo>
                    <a:pt x="4641" y="5310"/>
                    <a:pt x="4632" y="5326"/>
                    <a:pt x="4638" y="5338"/>
                  </a:cubicBezTo>
                  <a:cubicBezTo>
                    <a:pt x="4641" y="5363"/>
                    <a:pt x="4619" y="5367"/>
                    <a:pt x="4597" y="5370"/>
                  </a:cubicBezTo>
                  <a:cubicBezTo>
                    <a:pt x="4597" y="5363"/>
                    <a:pt x="4594" y="5360"/>
                    <a:pt x="4592" y="5360"/>
                  </a:cubicBezTo>
                  <a:cubicBezTo>
                    <a:pt x="4587" y="5360"/>
                    <a:pt x="4582" y="5379"/>
                    <a:pt x="4601" y="5395"/>
                  </a:cubicBezTo>
                  <a:cubicBezTo>
                    <a:pt x="4604" y="5420"/>
                    <a:pt x="4607" y="5445"/>
                    <a:pt x="4582" y="5448"/>
                  </a:cubicBezTo>
                  <a:cubicBezTo>
                    <a:pt x="4582" y="5448"/>
                    <a:pt x="4585" y="5473"/>
                    <a:pt x="4588" y="5498"/>
                  </a:cubicBezTo>
                  <a:cubicBezTo>
                    <a:pt x="4591" y="5548"/>
                    <a:pt x="4594" y="5573"/>
                    <a:pt x="4648" y="5589"/>
                  </a:cubicBezTo>
                  <a:cubicBezTo>
                    <a:pt x="4685" y="5594"/>
                    <a:pt x="4719" y="5598"/>
                    <a:pt x="4748" y="5598"/>
                  </a:cubicBezTo>
                  <a:cubicBezTo>
                    <a:pt x="4804" y="5598"/>
                    <a:pt x="4838" y="5586"/>
                    <a:pt x="4829" y="5555"/>
                  </a:cubicBezTo>
                  <a:cubicBezTo>
                    <a:pt x="4839" y="5539"/>
                    <a:pt x="4854" y="5526"/>
                    <a:pt x="4873" y="5517"/>
                  </a:cubicBezTo>
                  <a:cubicBezTo>
                    <a:pt x="4878" y="5516"/>
                    <a:pt x="4883" y="5516"/>
                    <a:pt x="4889" y="5516"/>
                  </a:cubicBezTo>
                  <a:cubicBezTo>
                    <a:pt x="4903" y="5516"/>
                    <a:pt x="4918" y="5519"/>
                    <a:pt x="4930" y="5523"/>
                  </a:cubicBezTo>
                  <a:cubicBezTo>
                    <a:pt x="4932" y="5529"/>
                    <a:pt x="4939" y="5532"/>
                    <a:pt x="4949" y="5532"/>
                  </a:cubicBezTo>
                  <a:cubicBezTo>
                    <a:pt x="4986" y="5532"/>
                    <a:pt x="5069" y="5500"/>
                    <a:pt x="5162" y="5451"/>
                  </a:cubicBezTo>
                  <a:cubicBezTo>
                    <a:pt x="5295" y="5377"/>
                    <a:pt x="5356" y="5322"/>
                    <a:pt x="5394" y="5322"/>
                  </a:cubicBezTo>
                  <a:cubicBezTo>
                    <a:pt x="5396" y="5322"/>
                    <a:pt x="5398" y="5322"/>
                    <a:pt x="5400" y="5323"/>
                  </a:cubicBezTo>
                  <a:cubicBezTo>
                    <a:pt x="5422" y="5323"/>
                    <a:pt x="5444" y="5316"/>
                    <a:pt x="5459" y="5304"/>
                  </a:cubicBezTo>
                  <a:cubicBezTo>
                    <a:pt x="5440" y="5285"/>
                    <a:pt x="5572" y="5182"/>
                    <a:pt x="5682" y="5022"/>
                  </a:cubicBezTo>
                  <a:cubicBezTo>
                    <a:pt x="5795" y="4865"/>
                    <a:pt x="5860" y="4680"/>
                    <a:pt x="5835" y="4674"/>
                  </a:cubicBezTo>
                  <a:lnTo>
                    <a:pt x="5854" y="4621"/>
                  </a:lnTo>
                  <a:cubicBezTo>
                    <a:pt x="5856" y="4621"/>
                    <a:pt x="5858" y="4622"/>
                    <a:pt x="5860" y="4622"/>
                  </a:cubicBezTo>
                  <a:cubicBezTo>
                    <a:pt x="5882" y="4622"/>
                    <a:pt x="5896" y="4573"/>
                    <a:pt x="5907" y="4524"/>
                  </a:cubicBezTo>
                  <a:cubicBezTo>
                    <a:pt x="5904" y="4486"/>
                    <a:pt x="5901" y="4448"/>
                    <a:pt x="5907" y="4411"/>
                  </a:cubicBezTo>
                  <a:cubicBezTo>
                    <a:pt x="5910" y="4411"/>
                    <a:pt x="5912" y="4412"/>
                    <a:pt x="5914" y="4412"/>
                  </a:cubicBezTo>
                  <a:cubicBezTo>
                    <a:pt x="5933" y="4412"/>
                    <a:pt x="5936" y="4384"/>
                    <a:pt x="5945" y="4332"/>
                  </a:cubicBezTo>
                  <a:cubicBezTo>
                    <a:pt x="5948" y="4279"/>
                    <a:pt x="5948" y="4251"/>
                    <a:pt x="5926" y="4251"/>
                  </a:cubicBezTo>
                  <a:cubicBezTo>
                    <a:pt x="5926" y="4235"/>
                    <a:pt x="5932" y="4182"/>
                    <a:pt x="5929" y="4119"/>
                  </a:cubicBezTo>
                  <a:cubicBezTo>
                    <a:pt x="5929" y="4069"/>
                    <a:pt x="5932" y="4016"/>
                    <a:pt x="5942" y="3966"/>
                  </a:cubicBezTo>
                  <a:cubicBezTo>
                    <a:pt x="5967" y="3941"/>
                    <a:pt x="5939" y="3922"/>
                    <a:pt x="5910" y="3903"/>
                  </a:cubicBezTo>
                  <a:cubicBezTo>
                    <a:pt x="5908" y="3903"/>
                    <a:pt x="5906" y="3903"/>
                    <a:pt x="5904" y="3903"/>
                  </a:cubicBezTo>
                  <a:cubicBezTo>
                    <a:pt x="5882" y="3903"/>
                    <a:pt x="5863" y="3888"/>
                    <a:pt x="5857" y="3865"/>
                  </a:cubicBezTo>
                  <a:lnTo>
                    <a:pt x="5907" y="3862"/>
                  </a:lnTo>
                  <a:cubicBezTo>
                    <a:pt x="5919" y="3870"/>
                    <a:pt x="5925" y="3874"/>
                    <a:pt x="5929" y="3874"/>
                  </a:cubicBezTo>
                  <a:cubicBezTo>
                    <a:pt x="5935" y="3874"/>
                    <a:pt x="5934" y="3864"/>
                    <a:pt x="5932" y="3837"/>
                  </a:cubicBezTo>
                  <a:cubicBezTo>
                    <a:pt x="5929" y="3818"/>
                    <a:pt x="5926" y="3797"/>
                    <a:pt x="5926" y="3797"/>
                  </a:cubicBezTo>
                  <a:cubicBezTo>
                    <a:pt x="5926" y="3797"/>
                    <a:pt x="5925" y="3797"/>
                    <a:pt x="5925" y="3797"/>
                  </a:cubicBezTo>
                  <a:cubicBezTo>
                    <a:pt x="5901" y="3797"/>
                    <a:pt x="5892" y="3691"/>
                    <a:pt x="5879" y="3546"/>
                  </a:cubicBezTo>
                  <a:cubicBezTo>
                    <a:pt x="5861" y="3359"/>
                    <a:pt x="5854" y="3295"/>
                    <a:pt x="5831" y="3295"/>
                  </a:cubicBezTo>
                  <a:cubicBezTo>
                    <a:pt x="5830" y="3295"/>
                    <a:pt x="5830" y="3295"/>
                    <a:pt x="5829" y="3295"/>
                  </a:cubicBezTo>
                  <a:cubicBezTo>
                    <a:pt x="5827" y="3295"/>
                    <a:pt x="5826" y="3295"/>
                    <a:pt x="5825" y="3295"/>
                  </a:cubicBezTo>
                  <a:cubicBezTo>
                    <a:pt x="5804" y="3295"/>
                    <a:pt x="5805" y="3272"/>
                    <a:pt x="5823" y="3211"/>
                  </a:cubicBezTo>
                  <a:cubicBezTo>
                    <a:pt x="5885" y="3076"/>
                    <a:pt x="5885" y="3076"/>
                    <a:pt x="5860" y="3057"/>
                  </a:cubicBezTo>
                  <a:lnTo>
                    <a:pt x="5860" y="3057"/>
                  </a:lnTo>
                  <a:cubicBezTo>
                    <a:pt x="5860" y="3079"/>
                    <a:pt x="5835" y="3082"/>
                    <a:pt x="5810" y="3082"/>
                  </a:cubicBezTo>
                  <a:cubicBezTo>
                    <a:pt x="5804" y="3083"/>
                    <a:pt x="5799" y="3083"/>
                    <a:pt x="5795" y="3083"/>
                  </a:cubicBezTo>
                  <a:cubicBezTo>
                    <a:pt x="5761" y="3083"/>
                    <a:pt x="5766" y="3063"/>
                    <a:pt x="5807" y="3041"/>
                  </a:cubicBezTo>
                  <a:cubicBezTo>
                    <a:pt x="5857" y="3035"/>
                    <a:pt x="5804" y="2722"/>
                    <a:pt x="5751" y="2706"/>
                  </a:cubicBezTo>
                  <a:lnTo>
                    <a:pt x="5776" y="2703"/>
                  </a:lnTo>
                  <a:cubicBezTo>
                    <a:pt x="5801" y="2703"/>
                    <a:pt x="5801" y="2681"/>
                    <a:pt x="5791" y="2596"/>
                  </a:cubicBezTo>
                  <a:cubicBezTo>
                    <a:pt x="5788" y="2552"/>
                    <a:pt x="5785" y="2534"/>
                    <a:pt x="5785" y="2534"/>
                  </a:cubicBezTo>
                  <a:cubicBezTo>
                    <a:pt x="5785" y="2534"/>
                    <a:pt x="5784" y="2534"/>
                    <a:pt x="5783" y="2534"/>
                  </a:cubicBezTo>
                  <a:cubicBezTo>
                    <a:pt x="5735" y="2534"/>
                    <a:pt x="5748" y="2408"/>
                    <a:pt x="5773" y="2405"/>
                  </a:cubicBezTo>
                  <a:cubicBezTo>
                    <a:pt x="5798" y="2383"/>
                    <a:pt x="5798" y="2383"/>
                    <a:pt x="5795" y="2339"/>
                  </a:cubicBezTo>
                  <a:cubicBezTo>
                    <a:pt x="5738" y="2283"/>
                    <a:pt x="5754" y="2173"/>
                    <a:pt x="5779" y="2170"/>
                  </a:cubicBezTo>
                  <a:cubicBezTo>
                    <a:pt x="5779" y="2170"/>
                    <a:pt x="5776" y="2151"/>
                    <a:pt x="5773" y="2129"/>
                  </a:cubicBezTo>
                  <a:cubicBezTo>
                    <a:pt x="5751" y="2107"/>
                    <a:pt x="5741" y="2079"/>
                    <a:pt x="5741" y="2048"/>
                  </a:cubicBezTo>
                  <a:cubicBezTo>
                    <a:pt x="5737" y="2001"/>
                    <a:pt x="5734" y="1977"/>
                    <a:pt x="5723" y="1977"/>
                  </a:cubicBezTo>
                  <a:cubicBezTo>
                    <a:pt x="5720" y="1977"/>
                    <a:pt x="5715" y="1980"/>
                    <a:pt x="5710" y="1985"/>
                  </a:cubicBezTo>
                  <a:cubicBezTo>
                    <a:pt x="5701" y="1986"/>
                    <a:pt x="5692" y="1987"/>
                    <a:pt x="5684" y="1987"/>
                  </a:cubicBezTo>
                  <a:cubicBezTo>
                    <a:pt x="5670" y="1987"/>
                    <a:pt x="5659" y="1984"/>
                    <a:pt x="5657" y="1970"/>
                  </a:cubicBezTo>
                  <a:lnTo>
                    <a:pt x="5682" y="1966"/>
                  </a:lnTo>
                  <a:cubicBezTo>
                    <a:pt x="5707" y="1966"/>
                    <a:pt x="5704" y="1901"/>
                    <a:pt x="5694" y="1816"/>
                  </a:cubicBezTo>
                  <a:cubicBezTo>
                    <a:pt x="5685" y="1713"/>
                    <a:pt x="5682" y="1669"/>
                    <a:pt x="5704" y="1647"/>
                  </a:cubicBezTo>
                  <a:lnTo>
                    <a:pt x="5679" y="1628"/>
                  </a:lnTo>
                  <a:cubicBezTo>
                    <a:pt x="5650" y="1609"/>
                    <a:pt x="5647" y="1587"/>
                    <a:pt x="5672" y="1584"/>
                  </a:cubicBezTo>
                  <a:cubicBezTo>
                    <a:pt x="5697" y="1562"/>
                    <a:pt x="5688" y="1478"/>
                    <a:pt x="5660" y="1437"/>
                  </a:cubicBezTo>
                  <a:cubicBezTo>
                    <a:pt x="5657" y="1418"/>
                    <a:pt x="5657" y="1396"/>
                    <a:pt x="5657" y="1396"/>
                  </a:cubicBezTo>
                  <a:cubicBezTo>
                    <a:pt x="5679" y="1387"/>
                    <a:pt x="5691" y="1362"/>
                    <a:pt x="5688" y="1340"/>
                  </a:cubicBezTo>
                  <a:cubicBezTo>
                    <a:pt x="5685" y="1311"/>
                    <a:pt x="5666" y="1286"/>
                    <a:pt x="5641" y="1274"/>
                  </a:cubicBezTo>
                  <a:cubicBezTo>
                    <a:pt x="5666" y="1271"/>
                    <a:pt x="5663" y="1246"/>
                    <a:pt x="5660" y="1217"/>
                  </a:cubicBezTo>
                  <a:cubicBezTo>
                    <a:pt x="5625" y="1167"/>
                    <a:pt x="5597" y="1064"/>
                    <a:pt x="5622" y="1054"/>
                  </a:cubicBezTo>
                  <a:cubicBezTo>
                    <a:pt x="5622" y="1054"/>
                    <a:pt x="5622" y="1054"/>
                    <a:pt x="5613" y="1029"/>
                  </a:cubicBezTo>
                  <a:cubicBezTo>
                    <a:pt x="5588" y="1014"/>
                    <a:pt x="5569" y="989"/>
                    <a:pt x="5559" y="960"/>
                  </a:cubicBezTo>
                  <a:cubicBezTo>
                    <a:pt x="5556" y="932"/>
                    <a:pt x="5534" y="907"/>
                    <a:pt x="5506" y="895"/>
                  </a:cubicBezTo>
                  <a:cubicBezTo>
                    <a:pt x="5487" y="888"/>
                    <a:pt x="5472" y="876"/>
                    <a:pt x="5462" y="857"/>
                  </a:cubicBezTo>
                  <a:cubicBezTo>
                    <a:pt x="5457" y="848"/>
                    <a:pt x="5460" y="844"/>
                    <a:pt x="5468" y="844"/>
                  </a:cubicBezTo>
                  <a:cubicBezTo>
                    <a:pt x="5479" y="844"/>
                    <a:pt x="5499" y="851"/>
                    <a:pt x="5519" y="860"/>
                  </a:cubicBezTo>
                  <a:cubicBezTo>
                    <a:pt x="5528" y="868"/>
                    <a:pt x="5534" y="872"/>
                    <a:pt x="5537" y="872"/>
                  </a:cubicBezTo>
                  <a:cubicBezTo>
                    <a:pt x="5550" y="872"/>
                    <a:pt x="5515" y="813"/>
                    <a:pt x="5447" y="776"/>
                  </a:cubicBezTo>
                  <a:cubicBezTo>
                    <a:pt x="5396" y="749"/>
                    <a:pt x="5375" y="739"/>
                    <a:pt x="5383" y="739"/>
                  </a:cubicBezTo>
                  <a:cubicBezTo>
                    <a:pt x="5388" y="739"/>
                    <a:pt x="5406" y="743"/>
                    <a:pt x="5434" y="750"/>
                  </a:cubicBezTo>
                  <a:cubicBezTo>
                    <a:pt x="5451" y="757"/>
                    <a:pt x="5468" y="762"/>
                    <a:pt x="5476" y="762"/>
                  </a:cubicBezTo>
                  <a:cubicBezTo>
                    <a:pt x="5484" y="762"/>
                    <a:pt x="5482" y="756"/>
                    <a:pt x="5456" y="738"/>
                  </a:cubicBezTo>
                  <a:cubicBezTo>
                    <a:pt x="5456" y="738"/>
                    <a:pt x="5435" y="703"/>
                    <a:pt x="5416" y="703"/>
                  </a:cubicBezTo>
                  <a:cubicBezTo>
                    <a:pt x="5412" y="703"/>
                    <a:pt x="5409" y="704"/>
                    <a:pt x="5406" y="707"/>
                  </a:cubicBezTo>
                  <a:cubicBezTo>
                    <a:pt x="5393" y="682"/>
                    <a:pt x="5378" y="660"/>
                    <a:pt x="5362" y="641"/>
                  </a:cubicBezTo>
                  <a:cubicBezTo>
                    <a:pt x="5356" y="603"/>
                    <a:pt x="5340" y="566"/>
                    <a:pt x="5315" y="537"/>
                  </a:cubicBezTo>
                  <a:cubicBezTo>
                    <a:pt x="5277" y="534"/>
                    <a:pt x="5281" y="534"/>
                    <a:pt x="5281" y="497"/>
                  </a:cubicBezTo>
                  <a:cubicBezTo>
                    <a:pt x="5292" y="487"/>
                    <a:pt x="5290" y="475"/>
                    <a:pt x="5277" y="475"/>
                  </a:cubicBezTo>
                  <a:cubicBezTo>
                    <a:pt x="5269" y="475"/>
                    <a:pt x="5258" y="480"/>
                    <a:pt x="5243" y="494"/>
                  </a:cubicBezTo>
                  <a:cubicBezTo>
                    <a:pt x="5241" y="494"/>
                    <a:pt x="5240" y="494"/>
                    <a:pt x="5238" y="494"/>
                  </a:cubicBezTo>
                  <a:cubicBezTo>
                    <a:pt x="5209" y="494"/>
                    <a:pt x="5187" y="467"/>
                    <a:pt x="5187" y="437"/>
                  </a:cubicBezTo>
                  <a:cubicBezTo>
                    <a:pt x="5212" y="410"/>
                    <a:pt x="5208" y="392"/>
                    <a:pt x="5198" y="392"/>
                  </a:cubicBezTo>
                  <a:cubicBezTo>
                    <a:pt x="5194" y="392"/>
                    <a:pt x="5188" y="394"/>
                    <a:pt x="5183" y="399"/>
                  </a:cubicBezTo>
                  <a:cubicBezTo>
                    <a:pt x="5165" y="399"/>
                    <a:pt x="5143" y="393"/>
                    <a:pt x="5127" y="384"/>
                  </a:cubicBezTo>
                  <a:cubicBezTo>
                    <a:pt x="5146" y="365"/>
                    <a:pt x="4958" y="196"/>
                    <a:pt x="4726" y="108"/>
                  </a:cubicBezTo>
                  <a:cubicBezTo>
                    <a:pt x="4720" y="106"/>
                    <a:pt x="4714" y="105"/>
                    <a:pt x="4708" y="105"/>
                  </a:cubicBezTo>
                  <a:cubicBezTo>
                    <a:pt x="4688" y="105"/>
                    <a:pt x="4667" y="117"/>
                    <a:pt x="4657" y="136"/>
                  </a:cubicBezTo>
                  <a:cubicBezTo>
                    <a:pt x="4651" y="156"/>
                    <a:pt x="4648" y="163"/>
                    <a:pt x="4647" y="163"/>
                  </a:cubicBezTo>
                  <a:cubicBezTo>
                    <a:pt x="4644" y="163"/>
                    <a:pt x="4643" y="147"/>
                    <a:pt x="4632" y="127"/>
                  </a:cubicBezTo>
                  <a:cubicBezTo>
                    <a:pt x="4632" y="83"/>
                    <a:pt x="4616" y="59"/>
                    <a:pt x="4602" y="59"/>
                  </a:cubicBezTo>
                  <a:cubicBezTo>
                    <a:pt x="4591" y="59"/>
                    <a:pt x="4580" y="75"/>
                    <a:pt x="4582" y="111"/>
                  </a:cubicBezTo>
                  <a:cubicBezTo>
                    <a:pt x="4588" y="139"/>
                    <a:pt x="4591" y="153"/>
                    <a:pt x="4588" y="153"/>
                  </a:cubicBezTo>
                  <a:cubicBezTo>
                    <a:pt x="4585" y="153"/>
                    <a:pt x="4576" y="137"/>
                    <a:pt x="4557" y="105"/>
                  </a:cubicBezTo>
                  <a:cubicBezTo>
                    <a:pt x="4546" y="87"/>
                    <a:pt x="4541" y="80"/>
                    <a:pt x="4534" y="80"/>
                  </a:cubicBezTo>
                  <a:cubicBezTo>
                    <a:pt x="4528" y="80"/>
                    <a:pt x="4520" y="84"/>
                    <a:pt x="4507" y="92"/>
                  </a:cubicBezTo>
                  <a:cubicBezTo>
                    <a:pt x="4504" y="103"/>
                    <a:pt x="4497" y="108"/>
                    <a:pt x="4492" y="108"/>
                  </a:cubicBezTo>
                  <a:cubicBezTo>
                    <a:pt x="4484" y="108"/>
                    <a:pt x="4478" y="100"/>
                    <a:pt x="4481" y="86"/>
                  </a:cubicBezTo>
                  <a:cubicBezTo>
                    <a:pt x="4465" y="63"/>
                    <a:pt x="4449" y="42"/>
                    <a:pt x="4441" y="42"/>
                  </a:cubicBezTo>
                  <a:cubicBezTo>
                    <a:pt x="4438" y="42"/>
                    <a:pt x="4435" y="45"/>
                    <a:pt x="4434" y="52"/>
                  </a:cubicBezTo>
                  <a:cubicBezTo>
                    <a:pt x="4413" y="45"/>
                    <a:pt x="4397" y="33"/>
                    <a:pt x="4384" y="17"/>
                  </a:cubicBezTo>
                  <a:cubicBezTo>
                    <a:pt x="4375" y="7"/>
                    <a:pt x="4366" y="3"/>
                    <a:pt x="4356" y="3"/>
                  </a:cubicBezTo>
                  <a:cubicBezTo>
                    <a:pt x="4337" y="3"/>
                    <a:pt x="4318" y="17"/>
                    <a:pt x="4300" y="33"/>
                  </a:cubicBezTo>
                  <a:cubicBezTo>
                    <a:pt x="4258" y="54"/>
                    <a:pt x="4231" y="65"/>
                    <a:pt x="4217" y="65"/>
                  </a:cubicBezTo>
                  <a:cubicBezTo>
                    <a:pt x="4203" y="65"/>
                    <a:pt x="4204" y="54"/>
                    <a:pt x="4218" y="30"/>
                  </a:cubicBezTo>
                  <a:cubicBezTo>
                    <a:pt x="4230" y="9"/>
                    <a:pt x="4217" y="0"/>
                    <a:pt x="41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37"/>
            <p:cNvSpPr/>
            <p:nvPr/>
          </p:nvSpPr>
          <p:spPr>
            <a:xfrm>
              <a:off x="4214677" y="3390677"/>
              <a:ext cx="184319" cy="178999"/>
            </a:xfrm>
            <a:custGeom>
              <a:avLst/>
              <a:gdLst/>
              <a:ahLst/>
              <a:cxnLst/>
              <a:rect l="l" t="t" r="r" b="b"/>
              <a:pathLst>
                <a:path w="10126" h="9910" extrusionOk="0">
                  <a:moveTo>
                    <a:pt x="7336" y="0"/>
                  </a:moveTo>
                  <a:cubicBezTo>
                    <a:pt x="7263" y="0"/>
                    <a:pt x="7191" y="4"/>
                    <a:pt x="7117" y="11"/>
                  </a:cubicBezTo>
                  <a:lnTo>
                    <a:pt x="2066" y="522"/>
                  </a:lnTo>
                  <a:cubicBezTo>
                    <a:pt x="872" y="641"/>
                    <a:pt x="0" y="1707"/>
                    <a:pt x="120" y="2901"/>
                  </a:cubicBezTo>
                  <a:lnTo>
                    <a:pt x="630" y="7952"/>
                  </a:lnTo>
                  <a:cubicBezTo>
                    <a:pt x="742" y="9074"/>
                    <a:pt x="1685" y="9910"/>
                    <a:pt x="2786" y="9910"/>
                  </a:cubicBezTo>
                  <a:cubicBezTo>
                    <a:pt x="2859" y="9910"/>
                    <a:pt x="2934" y="9906"/>
                    <a:pt x="3009" y="9899"/>
                  </a:cubicBezTo>
                  <a:lnTo>
                    <a:pt x="8061" y="9391"/>
                  </a:lnTo>
                  <a:cubicBezTo>
                    <a:pt x="9255" y="9269"/>
                    <a:pt x="10126" y="8203"/>
                    <a:pt x="10007" y="7009"/>
                  </a:cubicBezTo>
                  <a:lnTo>
                    <a:pt x="9499" y="1957"/>
                  </a:lnTo>
                  <a:cubicBezTo>
                    <a:pt x="9384" y="837"/>
                    <a:pt x="8439" y="0"/>
                    <a:pt x="7336" y="0"/>
                  </a:cubicBezTo>
                  <a:close/>
                </a:path>
              </a:pathLst>
            </a:custGeom>
            <a:solidFill>
              <a:srgbClr val="D581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37"/>
            <p:cNvSpPr/>
            <p:nvPr/>
          </p:nvSpPr>
          <p:spPr>
            <a:xfrm>
              <a:off x="4259109" y="3429946"/>
              <a:ext cx="96182" cy="97375"/>
            </a:xfrm>
            <a:custGeom>
              <a:avLst/>
              <a:gdLst/>
              <a:ahLst/>
              <a:cxnLst/>
              <a:rect l="l" t="t" r="r" b="b"/>
              <a:pathLst>
                <a:path w="5284" h="5391" extrusionOk="0">
                  <a:moveTo>
                    <a:pt x="1837" y="185"/>
                  </a:moveTo>
                  <a:lnTo>
                    <a:pt x="1837" y="185"/>
                  </a:lnTo>
                  <a:cubicBezTo>
                    <a:pt x="1847" y="210"/>
                    <a:pt x="1853" y="232"/>
                    <a:pt x="1834" y="238"/>
                  </a:cubicBezTo>
                  <a:lnTo>
                    <a:pt x="1809" y="222"/>
                  </a:lnTo>
                  <a:lnTo>
                    <a:pt x="1818" y="191"/>
                  </a:lnTo>
                  <a:lnTo>
                    <a:pt x="1837" y="185"/>
                  </a:lnTo>
                  <a:close/>
                  <a:moveTo>
                    <a:pt x="2492" y="197"/>
                  </a:moveTo>
                  <a:cubicBezTo>
                    <a:pt x="2508" y="197"/>
                    <a:pt x="2508" y="219"/>
                    <a:pt x="2508" y="219"/>
                  </a:cubicBezTo>
                  <a:cubicBezTo>
                    <a:pt x="2508" y="219"/>
                    <a:pt x="2511" y="244"/>
                    <a:pt x="2492" y="247"/>
                  </a:cubicBezTo>
                  <a:cubicBezTo>
                    <a:pt x="2483" y="232"/>
                    <a:pt x="2473" y="216"/>
                    <a:pt x="2470" y="197"/>
                  </a:cubicBezTo>
                  <a:lnTo>
                    <a:pt x="2489" y="197"/>
                  </a:lnTo>
                  <a:cubicBezTo>
                    <a:pt x="2490" y="197"/>
                    <a:pt x="2491" y="197"/>
                    <a:pt x="2492" y="197"/>
                  </a:cubicBezTo>
                  <a:close/>
                  <a:moveTo>
                    <a:pt x="2325" y="262"/>
                  </a:moveTo>
                  <a:cubicBezTo>
                    <a:pt x="2332" y="262"/>
                    <a:pt x="2333" y="266"/>
                    <a:pt x="2335" y="285"/>
                  </a:cubicBezTo>
                  <a:lnTo>
                    <a:pt x="2317" y="288"/>
                  </a:lnTo>
                  <a:lnTo>
                    <a:pt x="2295" y="266"/>
                  </a:lnTo>
                  <a:lnTo>
                    <a:pt x="2313" y="263"/>
                  </a:lnTo>
                  <a:cubicBezTo>
                    <a:pt x="2318" y="262"/>
                    <a:pt x="2322" y="262"/>
                    <a:pt x="2325" y="262"/>
                  </a:cubicBezTo>
                  <a:close/>
                  <a:moveTo>
                    <a:pt x="2148" y="288"/>
                  </a:moveTo>
                  <a:cubicBezTo>
                    <a:pt x="2154" y="288"/>
                    <a:pt x="2155" y="293"/>
                    <a:pt x="2157" y="310"/>
                  </a:cubicBezTo>
                  <a:lnTo>
                    <a:pt x="2141" y="313"/>
                  </a:lnTo>
                  <a:lnTo>
                    <a:pt x="2119" y="294"/>
                  </a:lnTo>
                  <a:lnTo>
                    <a:pt x="2135" y="291"/>
                  </a:lnTo>
                  <a:cubicBezTo>
                    <a:pt x="2141" y="289"/>
                    <a:pt x="2145" y="288"/>
                    <a:pt x="2148" y="288"/>
                  </a:cubicBezTo>
                  <a:close/>
                  <a:moveTo>
                    <a:pt x="2278" y="306"/>
                  </a:moveTo>
                  <a:cubicBezTo>
                    <a:pt x="2276" y="306"/>
                    <a:pt x="2272" y="309"/>
                    <a:pt x="2266" y="319"/>
                  </a:cubicBezTo>
                  <a:cubicBezTo>
                    <a:pt x="2279" y="317"/>
                    <a:pt x="2282" y="306"/>
                    <a:pt x="2278" y="306"/>
                  </a:cubicBezTo>
                  <a:close/>
                  <a:moveTo>
                    <a:pt x="3232" y="257"/>
                  </a:moveTo>
                  <a:cubicBezTo>
                    <a:pt x="3235" y="257"/>
                    <a:pt x="3237" y="261"/>
                    <a:pt x="3235" y="269"/>
                  </a:cubicBezTo>
                  <a:cubicBezTo>
                    <a:pt x="3229" y="285"/>
                    <a:pt x="3219" y="301"/>
                    <a:pt x="3203" y="313"/>
                  </a:cubicBezTo>
                  <a:cubicBezTo>
                    <a:pt x="3203" y="313"/>
                    <a:pt x="3196" y="320"/>
                    <a:pt x="3191" y="320"/>
                  </a:cubicBezTo>
                  <a:cubicBezTo>
                    <a:pt x="3187" y="320"/>
                    <a:pt x="3185" y="317"/>
                    <a:pt x="3188" y="307"/>
                  </a:cubicBezTo>
                  <a:lnTo>
                    <a:pt x="3194" y="285"/>
                  </a:lnTo>
                  <a:cubicBezTo>
                    <a:pt x="3209" y="270"/>
                    <a:pt x="3224" y="257"/>
                    <a:pt x="3232" y="257"/>
                  </a:cubicBezTo>
                  <a:close/>
                  <a:moveTo>
                    <a:pt x="1623" y="291"/>
                  </a:moveTo>
                  <a:cubicBezTo>
                    <a:pt x="1629" y="291"/>
                    <a:pt x="1632" y="296"/>
                    <a:pt x="1640" y="310"/>
                  </a:cubicBezTo>
                  <a:cubicBezTo>
                    <a:pt x="1640" y="310"/>
                    <a:pt x="1649" y="335"/>
                    <a:pt x="1630" y="341"/>
                  </a:cubicBezTo>
                  <a:lnTo>
                    <a:pt x="1605" y="326"/>
                  </a:lnTo>
                  <a:cubicBezTo>
                    <a:pt x="1593" y="304"/>
                    <a:pt x="1611" y="294"/>
                    <a:pt x="1611" y="294"/>
                  </a:cubicBezTo>
                  <a:cubicBezTo>
                    <a:pt x="1617" y="292"/>
                    <a:pt x="1620" y="291"/>
                    <a:pt x="1623" y="291"/>
                  </a:cubicBezTo>
                  <a:close/>
                  <a:moveTo>
                    <a:pt x="2017" y="299"/>
                  </a:moveTo>
                  <a:cubicBezTo>
                    <a:pt x="2023" y="299"/>
                    <a:pt x="2029" y="305"/>
                    <a:pt x="2031" y="316"/>
                  </a:cubicBezTo>
                  <a:cubicBezTo>
                    <a:pt x="2038" y="341"/>
                    <a:pt x="2038" y="341"/>
                    <a:pt x="2019" y="344"/>
                  </a:cubicBezTo>
                  <a:cubicBezTo>
                    <a:pt x="2007" y="348"/>
                    <a:pt x="1999" y="350"/>
                    <a:pt x="1994" y="350"/>
                  </a:cubicBezTo>
                  <a:cubicBezTo>
                    <a:pt x="1986" y="350"/>
                    <a:pt x="1989" y="343"/>
                    <a:pt x="1997" y="322"/>
                  </a:cubicBezTo>
                  <a:lnTo>
                    <a:pt x="1997" y="322"/>
                  </a:lnTo>
                  <a:lnTo>
                    <a:pt x="1994" y="326"/>
                  </a:lnTo>
                  <a:cubicBezTo>
                    <a:pt x="2001" y="308"/>
                    <a:pt x="2010" y="299"/>
                    <a:pt x="2017" y="299"/>
                  </a:cubicBezTo>
                  <a:close/>
                  <a:moveTo>
                    <a:pt x="2107" y="403"/>
                  </a:moveTo>
                  <a:cubicBezTo>
                    <a:pt x="2107" y="410"/>
                    <a:pt x="2108" y="417"/>
                    <a:pt x="2110" y="426"/>
                  </a:cubicBezTo>
                  <a:cubicBezTo>
                    <a:pt x="2113" y="428"/>
                    <a:pt x="2115" y="430"/>
                    <a:pt x="2117" y="432"/>
                  </a:cubicBezTo>
                  <a:lnTo>
                    <a:pt x="2117" y="432"/>
                  </a:lnTo>
                  <a:cubicBezTo>
                    <a:pt x="2114" y="426"/>
                    <a:pt x="2110" y="417"/>
                    <a:pt x="2107" y="403"/>
                  </a:cubicBezTo>
                  <a:close/>
                  <a:moveTo>
                    <a:pt x="2117" y="432"/>
                  </a:moveTo>
                  <a:lnTo>
                    <a:pt x="2117" y="432"/>
                  </a:lnTo>
                  <a:cubicBezTo>
                    <a:pt x="2119" y="437"/>
                    <a:pt x="2122" y="439"/>
                    <a:pt x="2122" y="439"/>
                  </a:cubicBezTo>
                  <a:cubicBezTo>
                    <a:pt x="2123" y="439"/>
                    <a:pt x="2121" y="436"/>
                    <a:pt x="2117" y="432"/>
                  </a:cubicBezTo>
                  <a:close/>
                  <a:moveTo>
                    <a:pt x="3843" y="398"/>
                  </a:moveTo>
                  <a:cubicBezTo>
                    <a:pt x="3862" y="407"/>
                    <a:pt x="3862" y="407"/>
                    <a:pt x="3849" y="429"/>
                  </a:cubicBezTo>
                  <a:cubicBezTo>
                    <a:pt x="3839" y="446"/>
                    <a:pt x="3820" y="457"/>
                    <a:pt x="3805" y="457"/>
                  </a:cubicBezTo>
                  <a:cubicBezTo>
                    <a:pt x="3800" y="457"/>
                    <a:pt x="3796" y="456"/>
                    <a:pt x="3793" y="454"/>
                  </a:cubicBezTo>
                  <a:cubicBezTo>
                    <a:pt x="3774" y="448"/>
                    <a:pt x="3799" y="401"/>
                    <a:pt x="3843" y="398"/>
                  </a:cubicBezTo>
                  <a:close/>
                  <a:moveTo>
                    <a:pt x="880" y="750"/>
                  </a:moveTo>
                  <a:lnTo>
                    <a:pt x="880" y="750"/>
                  </a:lnTo>
                  <a:cubicBezTo>
                    <a:pt x="880" y="750"/>
                    <a:pt x="883" y="754"/>
                    <a:pt x="888" y="760"/>
                  </a:cubicBezTo>
                  <a:lnTo>
                    <a:pt x="888" y="760"/>
                  </a:lnTo>
                  <a:cubicBezTo>
                    <a:pt x="888" y="759"/>
                    <a:pt x="888" y="759"/>
                    <a:pt x="888" y="758"/>
                  </a:cubicBezTo>
                  <a:cubicBezTo>
                    <a:pt x="882" y="753"/>
                    <a:pt x="880" y="750"/>
                    <a:pt x="880" y="750"/>
                  </a:cubicBezTo>
                  <a:close/>
                  <a:moveTo>
                    <a:pt x="549" y="1397"/>
                  </a:moveTo>
                  <a:cubicBezTo>
                    <a:pt x="568" y="1413"/>
                    <a:pt x="590" y="1426"/>
                    <a:pt x="580" y="1441"/>
                  </a:cubicBezTo>
                  <a:lnTo>
                    <a:pt x="571" y="1454"/>
                  </a:lnTo>
                  <a:cubicBezTo>
                    <a:pt x="559" y="1444"/>
                    <a:pt x="546" y="1432"/>
                    <a:pt x="540" y="1413"/>
                  </a:cubicBezTo>
                  <a:lnTo>
                    <a:pt x="549" y="1397"/>
                  </a:lnTo>
                  <a:close/>
                  <a:moveTo>
                    <a:pt x="293" y="2074"/>
                  </a:moveTo>
                  <a:cubicBezTo>
                    <a:pt x="297" y="2074"/>
                    <a:pt x="301" y="2076"/>
                    <a:pt x="308" y="2077"/>
                  </a:cubicBezTo>
                  <a:cubicBezTo>
                    <a:pt x="333" y="2084"/>
                    <a:pt x="323" y="2118"/>
                    <a:pt x="320" y="2134"/>
                  </a:cubicBezTo>
                  <a:cubicBezTo>
                    <a:pt x="315" y="2136"/>
                    <a:pt x="310" y="2137"/>
                    <a:pt x="305" y="2137"/>
                  </a:cubicBezTo>
                  <a:cubicBezTo>
                    <a:pt x="285" y="2137"/>
                    <a:pt x="271" y="2118"/>
                    <a:pt x="276" y="2106"/>
                  </a:cubicBezTo>
                  <a:cubicBezTo>
                    <a:pt x="283" y="2081"/>
                    <a:pt x="285" y="2074"/>
                    <a:pt x="293" y="2074"/>
                  </a:cubicBezTo>
                  <a:close/>
                  <a:moveTo>
                    <a:pt x="5183" y="2524"/>
                  </a:moveTo>
                  <a:cubicBezTo>
                    <a:pt x="5200" y="2524"/>
                    <a:pt x="5212" y="2528"/>
                    <a:pt x="5212" y="2541"/>
                  </a:cubicBezTo>
                  <a:cubicBezTo>
                    <a:pt x="5238" y="2559"/>
                    <a:pt x="5237" y="2568"/>
                    <a:pt x="5224" y="2568"/>
                  </a:cubicBezTo>
                  <a:cubicBezTo>
                    <a:pt x="5211" y="2568"/>
                    <a:pt x="5187" y="2560"/>
                    <a:pt x="5162" y="2541"/>
                  </a:cubicBezTo>
                  <a:cubicBezTo>
                    <a:pt x="5112" y="2526"/>
                    <a:pt x="5112" y="2526"/>
                    <a:pt x="5162" y="2526"/>
                  </a:cubicBezTo>
                  <a:cubicBezTo>
                    <a:pt x="5169" y="2525"/>
                    <a:pt x="5177" y="2524"/>
                    <a:pt x="5183" y="2524"/>
                  </a:cubicBezTo>
                  <a:close/>
                  <a:moveTo>
                    <a:pt x="4705" y="2908"/>
                  </a:moveTo>
                  <a:lnTo>
                    <a:pt x="4701" y="2924"/>
                  </a:lnTo>
                  <a:cubicBezTo>
                    <a:pt x="4698" y="2939"/>
                    <a:pt x="4723" y="2942"/>
                    <a:pt x="4748" y="2945"/>
                  </a:cubicBezTo>
                  <a:lnTo>
                    <a:pt x="4752" y="2930"/>
                  </a:lnTo>
                  <a:cubicBezTo>
                    <a:pt x="4739" y="2917"/>
                    <a:pt x="4720" y="2911"/>
                    <a:pt x="4705" y="2908"/>
                  </a:cubicBezTo>
                  <a:close/>
                  <a:moveTo>
                    <a:pt x="5099" y="2992"/>
                  </a:moveTo>
                  <a:cubicBezTo>
                    <a:pt x="5124" y="2996"/>
                    <a:pt x="5121" y="3014"/>
                    <a:pt x="5118" y="3030"/>
                  </a:cubicBezTo>
                  <a:cubicBezTo>
                    <a:pt x="5116" y="3043"/>
                    <a:pt x="5115" y="3047"/>
                    <a:pt x="5106" y="3047"/>
                  </a:cubicBezTo>
                  <a:cubicBezTo>
                    <a:pt x="5102" y="3047"/>
                    <a:pt x="5097" y="3047"/>
                    <a:pt x="5090" y="3046"/>
                  </a:cubicBezTo>
                  <a:cubicBezTo>
                    <a:pt x="5090" y="3046"/>
                    <a:pt x="5068" y="3024"/>
                    <a:pt x="5071" y="3005"/>
                  </a:cubicBezTo>
                  <a:lnTo>
                    <a:pt x="5099" y="2992"/>
                  </a:lnTo>
                  <a:close/>
                  <a:moveTo>
                    <a:pt x="5071" y="3199"/>
                  </a:moveTo>
                  <a:cubicBezTo>
                    <a:pt x="5089" y="3199"/>
                    <a:pt x="5087" y="3206"/>
                    <a:pt x="5081" y="3231"/>
                  </a:cubicBezTo>
                  <a:cubicBezTo>
                    <a:pt x="5075" y="3247"/>
                    <a:pt x="5072" y="3260"/>
                    <a:pt x="5056" y="3260"/>
                  </a:cubicBezTo>
                  <a:cubicBezTo>
                    <a:pt x="5053" y="3260"/>
                    <a:pt x="5050" y="3260"/>
                    <a:pt x="5046" y="3259"/>
                  </a:cubicBezTo>
                  <a:lnTo>
                    <a:pt x="5049" y="3243"/>
                  </a:lnTo>
                  <a:cubicBezTo>
                    <a:pt x="5052" y="3244"/>
                    <a:pt x="5054" y="3244"/>
                    <a:pt x="5056" y="3244"/>
                  </a:cubicBezTo>
                  <a:cubicBezTo>
                    <a:pt x="5067" y="3244"/>
                    <a:pt x="5059" y="3233"/>
                    <a:pt x="5043" y="3233"/>
                  </a:cubicBezTo>
                  <a:cubicBezTo>
                    <a:pt x="5039" y="3233"/>
                    <a:pt x="5033" y="3234"/>
                    <a:pt x="5027" y="3237"/>
                  </a:cubicBezTo>
                  <a:lnTo>
                    <a:pt x="4977" y="3224"/>
                  </a:lnTo>
                  <a:cubicBezTo>
                    <a:pt x="4980" y="3212"/>
                    <a:pt x="5001" y="3201"/>
                    <a:pt x="5023" y="3201"/>
                  </a:cubicBezTo>
                  <a:cubicBezTo>
                    <a:pt x="5027" y="3201"/>
                    <a:pt x="5032" y="3201"/>
                    <a:pt x="5037" y="3202"/>
                  </a:cubicBezTo>
                  <a:cubicBezTo>
                    <a:pt x="5053" y="3201"/>
                    <a:pt x="5064" y="3199"/>
                    <a:pt x="5071" y="3199"/>
                  </a:cubicBezTo>
                  <a:close/>
                  <a:moveTo>
                    <a:pt x="5193" y="3296"/>
                  </a:moveTo>
                  <a:lnTo>
                    <a:pt x="5162" y="3309"/>
                  </a:lnTo>
                  <a:lnTo>
                    <a:pt x="5159" y="3328"/>
                  </a:lnTo>
                  <a:cubicBezTo>
                    <a:pt x="5167" y="3330"/>
                    <a:pt x="5172" y="3332"/>
                    <a:pt x="5176" y="3332"/>
                  </a:cubicBezTo>
                  <a:cubicBezTo>
                    <a:pt x="5182" y="3332"/>
                    <a:pt x="5183" y="3327"/>
                    <a:pt x="5187" y="3315"/>
                  </a:cubicBezTo>
                  <a:lnTo>
                    <a:pt x="5193" y="3296"/>
                  </a:lnTo>
                  <a:close/>
                  <a:moveTo>
                    <a:pt x="323" y="3334"/>
                  </a:moveTo>
                  <a:cubicBezTo>
                    <a:pt x="331" y="3334"/>
                    <a:pt x="338" y="3336"/>
                    <a:pt x="339" y="3343"/>
                  </a:cubicBezTo>
                  <a:lnTo>
                    <a:pt x="320" y="3369"/>
                  </a:lnTo>
                  <a:lnTo>
                    <a:pt x="292" y="3359"/>
                  </a:lnTo>
                  <a:lnTo>
                    <a:pt x="289" y="3340"/>
                  </a:lnTo>
                  <a:cubicBezTo>
                    <a:pt x="301" y="3337"/>
                    <a:pt x="313" y="3334"/>
                    <a:pt x="323" y="3334"/>
                  </a:cubicBezTo>
                  <a:close/>
                  <a:moveTo>
                    <a:pt x="257" y="3608"/>
                  </a:moveTo>
                  <a:cubicBezTo>
                    <a:pt x="265" y="3608"/>
                    <a:pt x="271" y="3611"/>
                    <a:pt x="273" y="3619"/>
                  </a:cubicBezTo>
                  <a:lnTo>
                    <a:pt x="280" y="3635"/>
                  </a:lnTo>
                  <a:cubicBezTo>
                    <a:pt x="269" y="3639"/>
                    <a:pt x="258" y="3640"/>
                    <a:pt x="247" y="3640"/>
                  </a:cubicBezTo>
                  <a:cubicBezTo>
                    <a:pt x="240" y="3640"/>
                    <a:pt x="233" y="3639"/>
                    <a:pt x="226" y="3638"/>
                  </a:cubicBezTo>
                  <a:lnTo>
                    <a:pt x="220" y="3619"/>
                  </a:lnTo>
                  <a:cubicBezTo>
                    <a:pt x="233" y="3614"/>
                    <a:pt x="246" y="3608"/>
                    <a:pt x="257" y="3608"/>
                  </a:cubicBezTo>
                  <a:close/>
                  <a:moveTo>
                    <a:pt x="584" y="3814"/>
                  </a:moveTo>
                  <a:cubicBezTo>
                    <a:pt x="593" y="3829"/>
                    <a:pt x="540" y="3839"/>
                    <a:pt x="518" y="3851"/>
                  </a:cubicBezTo>
                  <a:cubicBezTo>
                    <a:pt x="508" y="3835"/>
                    <a:pt x="508" y="3835"/>
                    <a:pt x="530" y="3823"/>
                  </a:cubicBezTo>
                  <a:cubicBezTo>
                    <a:pt x="546" y="3817"/>
                    <a:pt x="565" y="3814"/>
                    <a:pt x="584" y="3814"/>
                  </a:cubicBezTo>
                  <a:close/>
                  <a:moveTo>
                    <a:pt x="4551" y="4064"/>
                  </a:moveTo>
                  <a:cubicBezTo>
                    <a:pt x="4567" y="4086"/>
                    <a:pt x="4570" y="4114"/>
                    <a:pt x="4557" y="4139"/>
                  </a:cubicBezTo>
                  <a:cubicBezTo>
                    <a:pt x="4555" y="4142"/>
                    <a:pt x="4552" y="4144"/>
                    <a:pt x="4550" y="4144"/>
                  </a:cubicBezTo>
                  <a:cubicBezTo>
                    <a:pt x="4539" y="4144"/>
                    <a:pt x="4527" y="4127"/>
                    <a:pt x="4529" y="4092"/>
                  </a:cubicBezTo>
                  <a:lnTo>
                    <a:pt x="4551" y="4064"/>
                  </a:lnTo>
                  <a:close/>
                  <a:moveTo>
                    <a:pt x="802" y="4158"/>
                  </a:moveTo>
                  <a:cubicBezTo>
                    <a:pt x="806" y="4158"/>
                    <a:pt x="810" y="4160"/>
                    <a:pt x="812" y="4165"/>
                  </a:cubicBezTo>
                  <a:lnTo>
                    <a:pt x="806" y="4193"/>
                  </a:lnTo>
                  <a:lnTo>
                    <a:pt x="775" y="4196"/>
                  </a:lnTo>
                  <a:lnTo>
                    <a:pt x="765" y="4180"/>
                  </a:lnTo>
                  <a:cubicBezTo>
                    <a:pt x="779" y="4169"/>
                    <a:pt x="792" y="4158"/>
                    <a:pt x="802" y="4158"/>
                  </a:cubicBezTo>
                  <a:close/>
                  <a:moveTo>
                    <a:pt x="4452" y="4127"/>
                  </a:moveTo>
                  <a:cubicBezTo>
                    <a:pt x="4441" y="4127"/>
                    <a:pt x="4431" y="4139"/>
                    <a:pt x="4413" y="4155"/>
                  </a:cubicBezTo>
                  <a:cubicBezTo>
                    <a:pt x="4404" y="4168"/>
                    <a:pt x="4410" y="4199"/>
                    <a:pt x="4410" y="4199"/>
                  </a:cubicBezTo>
                  <a:cubicBezTo>
                    <a:pt x="4416" y="4204"/>
                    <a:pt x="4422" y="4206"/>
                    <a:pt x="4427" y="4206"/>
                  </a:cubicBezTo>
                  <a:cubicBezTo>
                    <a:pt x="4437" y="4206"/>
                    <a:pt x="4445" y="4198"/>
                    <a:pt x="4454" y="4190"/>
                  </a:cubicBezTo>
                  <a:cubicBezTo>
                    <a:pt x="4498" y="4180"/>
                    <a:pt x="4485" y="4149"/>
                    <a:pt x="4466" y="4133"/>
                  </a:cubicBezTo>
                  <a:cubicBezTo>
                    <a:pt x="4461" y="4129"/>
                    <a:pt x="4457" y="4127"/>
                    <a:pt x="4452" y="4127"/>
                  </a:cubicBezTo>
                  <a:close/>
                  <a:moveTo>
                    <a:pt x="2313" y="4502"/>
                  </a:moveTo>
                  <a:cubicBezTo>
                    <a:pt x="2307" y="4502"/>
                    <a:pt x="2298" y="4513"/>
                    <a:pt x="2285" y="4541"/>
                  </a:cubicBezTo>
                  <a:cubicBezTo>
                    <a:pt x="2279" y="4566"/>
                    <a:pt x="2279" y="4566"/>
                    <a:pt x="2295" y="4566"/>
                  </a:cubicBezTo>
                  <a:cubicBezTo>
                    <a:pt x="2304" y="4553"/>
                    <a:pt x="2313" y="4537"/>
                    <a:pt x="2317" y="4519"/>
                  </a:cubicBezTo>
                  <a:cubicBezTo>
                    <a:pt x="2318" y="4508"/>
                    <a:pt x="2316" y="4502"/>
                    <a:pt x="2313" y="4502"/>
                  </a:cubicBezTo>
                  <a:close/>
                  <a:moveTo>
                    <a:pt x="3981" y="4757"/>
                  </a:moveTo>
                  <a:lnTo>
                    <a:pt x="4009" y="4769"/>
                  </a:lnTo>
                  <a:cubicBezTo>
                    <a:pt x="4024" y="4791"/>
                    <a:pt x="4006" y="4801"/>
                    <a:pt x="3990" y="4810"/>
                  </a:cubicBezTo>
                  <a:lnTo>
                    <a:pt x="3977" y="4788"/>
                  </a:lnTo>
                  <a:lnTo>
                    <a:pt x="3981" y="4757"/>
                  </a:lnTo>
                  <a:close/>
                  <a:moveTo>
                    <a:pt x="3896" y="4691"/>
                  </a:moveTo>
                  <a:cubicBezTo>
                    <a:pt x="3896" y="4691"/>
                    <a:pt x="3893" y="4722"/>
                    <a:pt x="3893" y="4751"/>
                  </a:cubicBezTo>
                  <a:cubicBezTo>
                    <a:pt x="3897" y="4800"/>
                    <a:pt x="3898" y="4820"/>
                    <a:pt x="3894" y="4820"/>
                  </a:cubicBezTo>
                  <a:cubicBezTo>
                    <a:pt x="3891" y="4820"/>
                    <a:pt x="3885" y="4810"/>
                    <a:pt x="3874" y="4791"/>
                  </a:cubicBezTo>
                  <a:cubicBezTo>
                    <a:pt x="3855" y="4769"/>
                    <a:pt x="3852" y="4735"/>
                    <a:pt x="3865" y="4710"/>
                  </a:cubicBezTo>
                  <a:lnTo>
                    <a:pt x="3896" y="4691"/>
                  </a:lnTo>
                  <a:close/>
                  <a:moveTo>
                    <a:pt x="1680" y="4899"/>
                  </a:moveTo>
                  <a:cubicBezTo>
                    <a:pt x="1682" y="4899"/>
                    <a:pt x="1684" y="4900"/>
                    <a:pt x="1687" y="4901"/>
                  </a:cubicBezTo>
                  <a:lnTo>
                    <a:pt x="1693" y="4932"/>
                  </a:lnTo>
                  <a:lnTo>
                    <a:pt x="1665" y="4945"/>
                  </a:lnTo>
                  <a:lnTo>
                    <a:pt x="1649" y="4939"/>
                  </a:lnTo>
                  <a:cubicBezTo>
                    <a:pt x="1657" y="4920"/>
                    <a:pt x="1667" y="4899"/>
                    <a:pt x="1680" y="4899"/>
                  </a:cubicBezTo>
                  <a:close/>
                  <a:moveTo>
                    <a:pt x="3036" y="4966"/>
                  </a:moveTo>
                  <a:cubicBezTo>
                    <a:pt x="3039" y="4966"/>
                    <a:pt x="3042" y="4969"/>
                    <a:pt x="3044" y="4976"/>
                  </a:cubicBezTo>
                  <a:lnTo>
                    <a:pt x="3040" y="4976"/>
                  </a:lnTo>
                  <a:cubicBezTo>
                    <a:pt x="3059" y="4976"/>
                    <a:pt x="3028" y="5004"/>
                    <a:pt x="3012" y="5008"/>
                  </a:cubicBezTo>
                  <a:lnTo>
                    <a:pt x="3006" y="4982"/>
                  </a:lnTo>
                  <a:cubicBezTo>
                    <a:pt x="3019" y="4980"/>
                    <a:pt x="3029" y="4966"/>
                    <a:pt x="3036" y="4966"/>
                  </a:cubicBezTo>
                  <a:close/>
                  <a:moveTo>
                    <a:pt x="3395" y="4948"/>
                  </a:moveTo>
                  <a:cubicBezTo>
                    <a:pt x="3398" y="4964"/>
                    <a:pt x="3398" y="4982"/>
                    <a:pt x="3391" y="5001"/>
                  </a:cubicBezTo>
                  <a:lnTo>
                    <a:pt x="3376" y="5008"/>
                  </a:lnTo>
                  <a:cubicBezTo>
                    <a:pt x="3370" y="4982"/>
                    <a:pt x="3360" y="4957"/>
                    <a:pt x="3379" y="4954"/>
                  </a:cubicBezTo>
                  <a:lnTo>
                    <a:pt x="3395" y="4948"/>
                  </a:lnTo>
                  <a:close/>
                  <a:moveTo>
                    <a:pt x="1790" y="4942"/>
                  </a:moveTo>
                  <a:cubicBezTo>
                    <a:pt x="1793" y="4942"/>
                    <a:pt x="1797" y="4944"/>
                    <a:pt x="1803" y="4948"/>
                  </a:cubicBezTo>
                  <a:cubicBezTo>
                    <a:pt x="1806" y="4964"/>
                    <a:pt x="1806" y="4982"/>
                    <a:pt x="1803" y="5001"/>
                  </a:cubicBezTo>
                  <a:cubicBezTo>
                    <a:pt x="1799" y="5009"/>
                    <a:pt x="1795" y="5013"/>
                    <a:pt x="1791" y="5013"/>
                  </a:cubicBezTo>
                  <a:cubicBezTo>
                    <a:pt x="1783" y="5013"/>
                    <a:pt x="1776" y="4998"/>
                    <a:pt x="1778" y="4964"/>
                  </a:cubicBezTo>
                  <a:cubicBezTo>
                    <a:pt x="1783" y="4948"/>
                    <a:pt x="1786" y="4942"/>
                    <a:pt x="1790" y="4942"/>
                  </a:cubicBezTo>
                  <a:close/>
                  <a:moveTo>
                    <a:pt x="2088" y="4999"/>
                  </a:moveTo>
                  <a:cubicBezTo>
                    <a:pt x="2095" y="4999"/>
                    <a:pt x="2105" y="5015"/>
                    <a:pt x="2116" y="5017"/>
                  </a:cubicBezTo>
                  <a:cubicBezTo>
                    <a:pt x="2124" y="5037"/>
                    <a:pt x="2127" y="5044"/>
                    <a:pt x="2119" y="5044"/>
                  </a:cubicBezTo>
                  <a:cubicBezTo>
                    <a:pt x="2114" y="5044"/>
                    <a:pt x="2106" y="5042"/>
                    <a:pt x="2094" y="5039"/>
                  </a:cubicBezTo>
                  <a:cubicBezTo>
                    <a:pt x="2075" y="5033"/>
                    <a:pt x="2082" y="5008"/>
                    <a:pt x="2082" y="5008"/>
                  </a:cubicBezTo>
                  <a:cubicBezTo>
                    <a:pt x="2083" y="5001"/>
                    <a:pt x="2085" y="4999"/>
                    <a:pt x="2088" y="4999"/>
                  </a:cubicBezTo>
                  <a:close/>
                  <a:moveTo>
                    <a:pt x="3559" y="4969"/>
                  </a:moveTo>
                  <a:cubicBezTo>
                    <a:pt x="3572" y="4969"/>
                    <a:pt x="3564" y="4999"/>
                    <a:pt x="3564" y="5048"/>
                  </a:cubicBezTo>
                  <a:cubicBezTo>
                    <a:pt x="3553" y="5064"/>
                    <a:pt x="3546" y="5072"/>
                    <a:pt x="3543" y="5072"/>
                  </a:cubicBezTo>
                  <a:cubicBezTo>
                    <a:pt x="3539" y="5072"/>
                    <a:pt x="3539" y="5059"/>
                    <a:pt x="3539" y="5029"/>
                  </a:cubicBezTo>
                  <a:lnTo>
                    <a:pt x="3554" y="4970"/>
                  </a:lnTo>
                  <a:cubicBezTo>
                    <a:pt x="3556" y="4969"/>
                    <a:pt x="3557" y="4969"/>
                    <a:pt x="3559" y="4969"/>
                  </a:cubicBezTo>
                  <a:close/>
                  <a:moveTo>
                    <a:pt x="2417" y="5045"/>
                  </a:moveTo>
                  <a:cubicBezTo>
                    <a:pt x="2436" y="5045"/>
                    <a:pt x="2451" y="5073"/>
                    <a:pt x="2451" y="5073"/>
                  </a:cubicBezTo>
                  <a:cubicBezTo>
                    <a:pt x="2449" y="5093"/>
                    <a:pt x="2436" y="5095"/>
                    <a:pt x="2431" y="5095"/>
                  </a:cubicBezTo>
                  <a:cubicBezTo>
                    <a:pt x="2430" y="5095"/>
                    <a:pt x="2429" y="5095"/>
                    <a:pt x="2429" y="5095"/>
                  </a:cubicBezTo>
                  <a:cubicBezTo>
                    <a:pt x="2411" y="5095"/>
                    <a:pt x="2395" y="5095"/>
                    <a:pt x="2398" y="5067"/>
                  </a:cubicBezTo>
                  <a:cubicBezTo>
                    <a:pt x="2398" y="5067"/>
                    <a:pt x="2398" y="5045"/>
                    <a:pt x="2417" y="5045"/>
                  </a:cubicBezTo>
                  <a:close/>
                  <a:moveTo>
                    <a:pt x="2737" y="5158"/>
                  </a:moveTo>
                  <a:lnTo>
                    <a:pt x="2755" y="5180"/>
                  </a:lnTo>
                  <a:lnTo>
                    <a:pt x="2737" y="5183"/>
                  </a:lnTo>
                  <a:cubicBezTo>
                    <a:pt x="2718" y="5183"/>
                    <a:pt x="2718" y="5183"/>
                    <a:pt x="2718" y="5158"/>
                  </a:cubicBezTo>
                  <a:close/>
                  <a:moveTo>
                    <a:pt x="2918" y="5123"/>
                  </a:moveTo>
                  <a:cubicBezTo>
                    <a:pt x="2921" y="5149"/>
                    <a:pt x="2925" y="5174"/>
                    <a:pt x="2906" y="5174"/>
                  </a:cubicBezTo>
                  <a:cubicBezTo>
                    <a:pt x="2900" y="5182"/>
                    <a:pt x="2895" y="5185"/>
                    <a:pt x="2890" y="5185"/>
                  </a:cubicBezTo>
                  <a:cubicBezTo>
                    <a:pt x="2879" y="5185"/>
                    <a:pt x="2872" y="5162"/>
                    <a:pt x="2881" y="5127"/>
                  </a:cubicBezTo>
                  <a:cubicBezTo>
                    <a:pt x="2893" y="5127"/>
                    <a:pt x="2906" y="5123"/>
                    <a:pt x="2918" y="5123"/>
                  </a:cubicBezTo>
                  <a:close/>
                  <a:moveTo>
                    <a:pt x="2530" y="5205"/>
                  </a:moveTo>
                  <a:cubicBezTo>
                    <a:pt x="2514" y="5205"/>
                    <a:pt x="2514" y="5227"/>
                    <a:pt x="2514" y="5227"/>
                  </a:cubicBezTo>
                  <a:cubicBezTo>
                    <a:pt x="2514" y="5227"/>
                    <a:pt x="2511" y="5252"/>
                    <a:pt x="2530" y="5255"/>
                  </a:cubicBezTo>
                  <a:lnTo>
                    <a:pt x="2548" y="5255"/>
                  </a:lnTo>
                  <a:cubicBezTo>
                    <a:pt x="2548" y="5236"/>
                    <a:pt x="2542" y="5221"/>
                    <a:pt x="2533" y="5205"/>
                  </a:cubicBezTo>
                  <a:cubicBezTo>
                    <a:pt x="2532" y="5205"/>
                    <a:pt x="2531" y="5205"/>
                    <a:pt x="2530" y="5205"/>
                  </a:cubicBezTo>
                  <a:close/>
                  <a:moveTo>
                    <a:pt x="3197" y="5208"/>
                  </a:moveTo>
                  <a:lnTo>
                    <a:pt x="3200" y="5233"/>
                  </a:lnTo>
                  <a:lnTo>
                    <a:pt x="3207" y="5255"/>
                  </a:lnTo>
                  <a:lnTo>
                    <a:pt x="3197" y="5208"/>
                  </a:lnTo>
                  <a:close/>
                  <a:moveTo>
                    <a:pt x="2646" y="0"/>
                  </a:moveTo>
                  <a:cubicBezTo>
                    <a:pt x="2624" y="0"/>
                    <a:pt x="2603" y="14"/>
                    <a:pt x="2599" y="40"/>
                  </a:cubicBezTo>
                  <a:cubicBezTo>
                    <a:pt x="2595" y="15"/>
                    <a:pt x="2577" y="15"/>
                    <a:pt x="2558" y="15"/>
                  </a:cubicBezTo>
                  <a:cubicBezTo>
                    <a:pt x="2537" y="31"/>
                    <a:pt x="2505" y="39"/>
                    <a:pt x="2479" y="39"/>
                  </a:cubicBezTo>
                  <a:cubicBezTo>
                    <a:pt x="2457" y="39"/>
                    <a:pt x="2440" y="33"/>
                    <a:pt x="2439" y="22"/>
                  </a:cubicBezTo>
                  <a:lnTo>
                    <a:pt x="2420" y="22"/>
                  </a:lnTo>
                  <a:cubicBezTo>
                    <a:pt x="2409" y="38"/>
                    <a:pt x="2390" y="50"/>
                    <a:pt x="2370" y="50"/>
                  </a:cubicBezTo>
                  <a:cubicBezTo>
                    <a:pt x="2368" y="50"/>
                    <a:pt x="2366" y="50"/>
                    <a:pt x="2364" y="50"/>
                  </a:cubicBezTo>
                  <a:cubicBezTo>
                    <a:pt x="2342" y="50"/>
                    <a:pt x="2320" y="62"/>
                    <a:pt x="2310" y="84"/>
                  </a:cubicBezTo>
                  <a:cubicBezTo>
                    <a:pt x="2304" y="100"/>
                    <a:pt x="2288" y="109"/>
                    <a:pt x="2276" y="116"/>
                  </a:cubicBezTo>
                  <a:cubicBezTo>
                    <a:pt x="2257" y="116"/>
                    <a:pt x="2270" y="91"/>
                    <a:pt x="2285" y="62"/>
                  </a:cubicBezTo>
                  <a:cubicBezTo>
                    <a:pt x="2299" y="51"/>
                    <a:pt x="2300" y="45"/>
                    <a:pt x="2292" y="45"/>
                  </a:cubicBezTo>
                  <a:cubicBezTo>
                    <a:pt x="2280" y="45"/>
                    <a:pt x="2245" y="62"/>
                    <a:pt x="2213" y="97"/>
                  </a:cubicBezTo>
                  <a:cubicBezTo>
                    <a:pt x="2189" y="127"/>
                    <a:pt x="2178" y="142"/>
                    <a:pt x="2175" y="142"/>
                  </a:cubicBezTo>
                  <a:cubicBezTo>
                    <a:pt x="2173" y="142"/>
                    <a:pt x="2180" y="128"/>
                    <a:pt x="2194" y="100"/>
                  </a:cubicBezTo>
                  <a:cubicBezTo>
                    <a:pt x="2205" y="81"/>
                    <a:pt x="2216" y="61"/>
                    <a:pt x="2210" y="61"/>
                  </a:cubicBezTo>
                  <a:cubicBezTo>
                    <a:pt x="2208" y="61"/>
                    <a:pt x="2202" y="65"/>
                    <a:pt x="2191" y="75"/>
                  </a:cubicBezTo>
                  <a:cubicBezTo>
                    <a:pt x="2191" y="75"/>
                    <a:pt x="2150" y="81"/>
                    <a:pt x="2157" y="106"/>
                  </a:cubicBezTo>
                  <a:cubicBezTo>
                    <a:pt x="2138" y="109"/>
                    <a:pt x="2119" y="113"/>
                    <a:pt x="2100" y="116"/>
                  </a:cubicBezTo>
                  <a:cubicBezTo>
                    <a:pt x="2084" y="110"/>
                    <a:pt x="2065" y="106"/>
                    <a:pt x="2047" y="106"/>
                  </a:cubicBezTo>
                  <a:cubicBezTo>
                    <a:pt x="2037" y="106"/>
                    <a:pt x="2028" y="107"/>
                    <a:pt x="2019" y="109"/>
                  </a:cubicBezTo>
                  <a:cubicBezTo>
                    <a:pt x="2012" y="126"/>
                    <a:pt x="2009" y="134"/>
                    <a:pt x="2003" y="134"/>
                  </a:cubicBezTo>
                  <a:cubicBezTo>
                    <a:pt x="1999" y="134"/>
                    <a:pt x="1993" y="129"/>
                    <a:pt x="1981" y="119"/>
                  </a:cubicBezTo>
                  <a:cubicBezTo>
                    <a:pt x="1979" y="109"/>
                    <a:pt x="1975" y="104"/>
                    <a:pt x="1971" y="104"/>
                  </a:cubicBezTo>
                  <a:cubicBezTo>
                    <a:pt x="1965" y="104"/>
                    <a:pt x="1961" y="119"/>
                    <a:pt x="1969" y="150"/>
                  </a:cubicBezTo>
                  <a:cubicBezTo>
                    <a:pt x="1961" y="167"/>
                    <a:pt x="1952" y="174"/>
                    <a:pt x="1940" y="174"/>
                  </a:cubicBezTo>
                  <a:cubicBezTo>
                    <a:pt x="1932" y="174"/>
                    <a:pt x="1923" y="170"/>
                    <a:pt x="1912" y="163"/>
                  </a:cubicBezTo>
                  <a:cubicBezTo>
                    <a:pt x="1904" y="137"/>
                    <a:pt x="1894" y="126"/>
                    <a:pt x="1888" y="126"/>
                  </a:cubicBezTo>
                  <a:cubicBezTo>
                    <a:pt x="1883" y="126"/>
                    <a:pt x="1881" y="133"/>
                    <a:pt x="1884" y="144"/>
                  </a:cubicBezTo>
                  <a:cubicBezTo>
                    <a:pt x="1881" y="160"/>
                    <a:pt x="1868" y="172"/>
                    <a:pt x="1856" y="178"/>
                  </a:cubicBezTo>
                  <a:cubicBezTo>
                    <a:pt x="1855" y="175"/>
                    <a:pt x="1849" y="173"/>
                    <a:pt x="1840" y="173"/>
                  </a:cubicBezTo>
                  <a:cubicBezTo>
                    <a:pt x="1793" y="173"/>
                    <a:pt x="1651" y="216"/>
                    <a:pt x="1521" y="282"/>
                  </a:cubicBezTo>
                  <a:cubicBezTo>
                    <a:pt x="1502" y="297"/>
                    <a:pt x="1496" y="322"/>
                    <a:pt x="1505" y="344"/>
                  </a:cubicBezTo>
                  <a:cubicBezTo>
                    <a:pt x="1515" y="364"/>
                    <a:pt x="1518" y="370"/>
                    <a:pt x="1517" y="370"/>
                  </a:cubicBezTo>
                  <a:cubicBezTo>
                    <a:pt x="1515" y="370"/>
                    <a:pt x="1505" y="359"/>
                    <a:pt x="1489" y="351"/>
                  </a:cubicBezTo>
                  <a:cubicBezTo>
                    <a:pt x="1468" y="325"/>
                    <a:pt x="1449" y="314"/>
                    <a:pt x="1438" y="314"/>
                  </a:cubicBezTo>
                  <a:cubicBezTo>
                    <a:pt x="1424" y="314"/>
                    <a:pt x="1424" y="335"/>
                    <a:pt x="1455" y="369"/>
                  </a:cubicBezTo>
                  <a:cubicBezTo>
                    <a:pt x="1476" y="388"/>
                    <a:pt x="1486" y="396"/>
                    <a:pt x="1483" y="396"/>
                  </a:cubicBezTo>
                  <a:cubicBezTo>
                    <a:pt x="1479" y="396"/>
                    <a:pt x="1464" y="389"/>
                    <a:pt x="1436" y="376"/>
                  </a:cubicBezTo>
                  <a:cubicBezTo>
                    <a:pt x="1425" y="371"/>
                    <a:pt x="1418" y="368"/>
                    <a:pt x="1414" y="368"/>
                  </a:cubicBezTo>
                  <a:cubicBezTo>
                    <a:pt x="1407" y="368"/>
                    <a:pt x="1405" y="375"/>
                    <a:pt x="1402" y="395"/>
                  </a:cubicBezTo>
                  <a:cubicBezTo>
                    <a:pt x="1409" y="408"/>
                    <a:pt x="1406" y="416"/>
                    <a:pt x="1400" y="416"/>
                  </a:cubicBezTo>
                  <a:cubicBezTo>
                    <a:pt x="1396" y="416"/>
                    <a:pt x="1391" y="413"/>
                    <a:pt x="1386" y="404"/>
                  </a:cubicBezTo>
                  <a:cubicBezTo>
                    <a:pt x="1369" y="396"/>
                    <a:pt x="1352" y="389"/>
                    <a:pt x="1344" y="389"/>
                  </a:cubicBezTo>
                  <a:cubicBezTo>
                    <a:pt x="1338" y="389"/>
                    <a:pt x="1337" y="392"/>
                    <a:pt x="1342" y="401"/>
                  </a:cubicBezTo>
                  <a:cubicBezTo>
                    <a:pt x="1335" y="404"/>
                    <a:pt x="1327" y="405"/>
                    <a:pt x="1320" y="405"/>
                  </a:cubicBezTo>
                  <a:cubicBezTo>
                    <a:pt x="1311" y="405"/>
                    <a:pt x="1302" y="403"/>
                    <a:pt x="1295" y="398"/>
                  </a:cubicBezTo>
                  <a:cubicBezTo>
                    <a:pt x="1291" y="397"/>
                    <a:pt x="1288" y="396"/>
                    <a:pt x="1285" y="396"/>
                  </a:cubicBezTo>
                  <a:cubicBezTo>
                    <a:pt x="1263" y="396"/>
                    <a:pt x="1260" y="423"/>
                    <a:pt x="1257" y="451"/>
                  </a:cubicBezTo>
                  <a:cubicBezTo>
                    <a:pt x="1245" y="492"/>
                    <a:pt x="1234" y="513"/>
                    <a:pt x="1225" y="513"/>
                  </a:cubicBezTo>
                  <a:cubicBezTo>
                    <a:pt x="1218" y="513"/>
                    <a:pt x="1213" y="502"/>
                    <a:pt x="1207" y="479"/>
                  </a:cubicBezTo>
                  <a:cubicBezTo>
                    <a:pt x="1204" y="466"/>
                    <a:pt x="1198" y="461"/>
                    <a:pt x="1190" y="461"/>
                  </a:cubicBezTo>
                  <a:cubicBezTo>
                    <a:pt x="1166" y="461"/>
                    <a:pt x="1130" y="514"/>
                    <a:pt x="1141" y="554"/>
                  </a:cubicBezTo>
                  <a:cubicBezTo>
                    <a:pt x="1149" y="588"/>
                    <a:pt x="1153" y="600"/>
                    <a:pt x="1152" y="600"/>
                  </a:cubicBezTo>
                  <a:cubicBezTo>
                    <a:pt x="1150" y="600"/>
                    <a:pt x="1147" y="596"/>
                    <a:pt x="1141" y="589"/>
                  </a:cubicBezTo>
                  <a:cubicBezTo>
                    <a:pt x="1134" y="579"/>
                    <a:pt x="1127" y="576"/>
                    <a:pt x="1121" y="576"/>
                  </a:cubicBezTo>
                  <a:cubicBezTo>
                    <a:pt x="1115" y="576"/>
                    <a:pt x="1110" y="579"/>
                    <a:pt x="1110" y="579"/>
                  </a:cubicBezTo>
                  <a:cubicBezTo>
                    <a:pt x="1101" y="585"/>
                    <a:pt x="1092" y="592"/>
                    <a:pt x="1082" y="592"/>
                  </a:cubicBezTo>
                  <a:cubicBezTo>
                    <a:pt x="1076" y="592"/>
                    <a:pt x="1069" y="588"/>
                    <a:pt x="1063" y="579"/>
                  </a:cubicBezTo>
                  <a:cubicBezTo>
                    <a:pt x="1051" y="595"/>
                    <a:pt x="1038" y="614"/>
                    <a:pt x="1032" y="636"/>
                  </a:cubicBezTo>
                  <a:cubicBezTo>
                    <a:pt x="1032" y="678"/>
                    <a:pt x="1003" y="700"/>
                    <a:pt x="970" y="700"/>
                  </a:cubicBezTo>
                  <a:cubicBezTo>
                    <a:pt x="956" y="700"/>
                    <a:pt x="942" y="696"/>
                    <a:pt x="928" y="689"/>
                  </a:cubicBezTo>
                  <a:lnTo>
                    <a:pt x="916" y="733"/>
                  </a:lnTo>
                  <a:cubicBezTo>
                    <a:pt x="929" y="768"/>
                    <a:pt x="934" y="793"/>
                    <a:pt x="925" y="793"/>
                  </a:cubicBezTo>
                  <a:cubicBezTo>
                    <a:pt x="921" y="793"/>
                    <a:pt x="914" y="788"/>
                    <a:pt x="903" y="777"/>
                  </a:cubicBezTo>
                  <a:cubicBezTo>
                    <a:pt x="898" y="771"/>
                    <a:pt x="892" y="764"/>
                    <a:pt x="888" y="760"/>
                  </a:cubicBezTo>
                  <a:lnTo>
                    <a:pt x="888" y="760"/>
                  </a:lnTo>
                  <a:cubicBezTo>
                    <a:pt x="900" y="794"/>
                    <a:pt x="868" y="820"/>
                    <a:pt x="835" y="820"/>
                  </a:cubicBezTo>
                  <a:cubicBezTo>
                    <a:pt x="822" y="820"/>
                    <a:pt x="808" y="815"/>
                    <a:pt x="797" y="805"/>
                  </a:cubicBezTo>
                  <a:cubicBezTo>
                    <a:pt x="788" y="795"/>
                    <a:pt x="784" y="791"/>
                    <a:pt x="779" y="791"/>
                  </a:cubicBezTo>
                  <a:cubicBezTo>
                    <a:pt x="775" y="791"/>
                    <a:pt x="771" y="794"/>
                    <a:pt x="765" y="802"/>
                  </a:cubicBezTo>
                  <a:lnTo>
                    <a:pt x="784" y="818"/>
                  </a:lnTo>
                  <a:cubicBezTo>
                    <a:pt x="800" y="836"/>
                    <a:pt x="819" y="855"/>
                    <a:pt x="806" y="868"/>
                  </a:cubicBezTo>
                  <a:cubicBezTo>
                    <a:pt x="798" y="878"/>
                    <a:pt x="789" y="887"/>
                    <a:pt x="779" y="887"/>
                  </a:cubicBezTo>
                  <a:cubicBezTo>
                    <a:pt x="774" y="887"/>
                    <a:pt x="768" y="885"/>
                    <a:pt x="762" y="880"/>
                  </a:cubicBezTo>
                  <a:cubicBezTo>
                    <a:pt x="750" y="878"/>
                    <a:pt x="738" y="876"/>
                    <a:pt x="729" y="876"/>
                  </a:cubicBezTo>
                  <a:cubicBezTo>
                    <a:pt x="714" y="876"/>
                    <a:pt x="707" y="880"/>
                    <a:pt x="718" y="890"/>
                  </a:cubicBezTo>
                  <a:cubicBezTo>
                    <a:pt x="708" y="897"/>
                    <a:pt x="693" y="903"/>
                    <a:pt x="680" y="903"/>
                  </a:cubicBezTo>
                  <a:cubicBezTo>
                    <a:pt x="677" y="903"/>
                    <a:pt x="674" y="903"/>
                    <a:pt x="671" y="902"/>
                  </a:cubicBezTo>
                  <a:cubicBezTo>
                    <a:pt x="659" y="915"/>
                    <a:pt x="646" y="930"/>
                    <a:pt x="618" y="959"/>
                  </a:cubicBezTo>
                  <a:cubicBezTo>
                    <a:pt x="623" y="984"/>
                    <a:pt x="607" y="1010"/>
                    <a:pt x="591" y="1010"/>
                  </a:cubicBezTo>
                  <a:cubicBezTo>
                    <a:pt x="588" y="1010"/>
                    <a:pt x="584" y="1009"/>
                    <a:pt x="580" y="1006"/>
                  </a:cubicBezTo>
                  <a:cubicBezTo>
                    <a:pt x="568" y="1021"/>
                    <a:pt x="562" y="1043"/>
                    <a:pt x="565" y="1065"/>
                  </a:cubicBezTo>
                  <a:cubicBezTo>
                    <a:pt x="546" y="1088"/>
                    <a:pt x="536" y="1103"/>
                    <a:pt x="524" y="1103"/>
                  </a:cubicBezTo>
                  <a:cubicBezTo>
                    <a:pt x="519" y="1103"/>
                    <a:pt x="514" y="1101"/>
                    <a:pt x="508" y="1097"/>
                  </a:cubicBezTo>
                  <a:cubicBezTo>
                    <a:pt x="501" y="1092"/>
                    <a:pt x="496" y="1088"/>
                    <a:pt x="494" y="1088"/>
                  </a:cubicBezTo>
                  <a:cubicBezTo>
                    <a:pt x="491" y="1088"/>
                    <a:pt x="492" y="1095"/>
                    <a:pt x="496" y="1112"/>
                  </a:cubicBezTo>
                  <a:cubicBezTo>
                    <a:pt x="518" y="1128"/>
                    <a:pt x="505" y="1144"/>
                    <a:pt x="493" y="1159"/>
                  </a:cubicBezTo>
                  <a:cubicBezTo>
                    <a:pt x="483" y="1175"/>
                    <a:pt x="471" y="1191"/>
                    <a:pt x="471" y="1191"/>
                  </a:cubicBezTo>
                  <a:cubicBezTo>
                    <a:pt x="493" y="1206"/>
                    <a:pt x="490" y="1203"/>
                    <a:pt x="480" y="1222"/>
                  </a:cubicBezTo>
                  <a:cubicBezTo>
                    <a:pt x="471" y="1238"/>
                    <a:pt x="417" y="1272"/>
                    <a:pt x="408" y="1288"/>
                  </a:cubicBezTo>
                  <a:cubicBezTo>
                    <a:pt x="383" y="1328"/>
                    <a:pt x="378" y="1336"/>
                    <a:pt x="393" y="1336"/>
                  </a:cubicBezTo>
                  <a:cubicBezTo>
                    <a:pt x="397" y="1336"/>
                    <a:pt x="402" y="1335"/>
                    <a:pt x="408" y="1335"/>
                  </a:cubicBezTo>
                  <a:cubicBezTo>
                    <a:pt x="411" y="1330"/>
                    <a:pt x="415" y="1328"/>
                    <a:pt x="418" y="1328"/>
                  </a:cubicBezTo>
                  <a:cubicBezTo>
                    <a:pt x="425" y="1328"/>
                    <a:pt x="427" y="1338"/>
                    <a:pt x="399" y="1350"/>
                  </a:cubicBezTo>
                  <a:cubicBezTo>
                    <a:pt x="389" y="1369"/>
                    <a:pt x="333" y="1404"/>
                    <a:pt x="308" y="1457"/>
                  </a:cubicBezTo>
                  <a:cubicBezTo>
                    <a:pt x="273" y="1526"/>
                    <a:pt x="273" y="1526"/>
                    <a:pt x="298" y="1538"/>
                  </a:cubicBezTo>
                  <a:cubicBezTo>
                    <a:pt x="344" y="1541"/>
                    <a:pt x="344" y="1555"/>
                    <a:pt x="309" y="1555"/>
                  </a:cubicBezTo>
                  <a:cubicBezTo>
                    <a:pt x="303" y="1555"/>
                    <a:pt x="297" y="1555"/>
                    <a:pt x="289" y="1554"/>
                  </a:cubicBezTo>
                  <a:cubicBezTo>
                    <a:pt x="226" y="1570"/>
                    <a:pt x="217" y="1585"/>
                    <a:pt x="239" y="1598"/>
                  </a:cubicBezTo>
                  <a:cubicBezTo>
                    <a:pt x="255" y="1626"/>
                    <a:pt x="255" y="1623"/>
                    <a:pt x="245" y="1642"/>
                  </a:cubicBezTo>
                  <a:cubicBezTo>
                    <a:pt x="241" y="1640"/>
                    <a:pt x="238" y="1639"/>
                    <a:pt x="234" y="1639"/>
                  </a:cubicBezTo>
                  <a:cubicBezTo>
                    <a:pt x="220" y="1639"/>
                    <a:pt x="216" y="1657"/>
                    <a:pt x="223" y="1695"/>
                  </a:cubicBezTo>
                  <a:cubicBezTo>
                    <a:pt x="220" y="1706"/>
                    <a:pt x="218" y="1711"/>
                    <a:pt x="213" y="1711"/>
                  </a:cubicBezTo>
                  <a:cubicBezTo>
                    <a:pt x="209" y="1711"/>
                    <a:pt x="204" y="1708"/>
                    <a:pt x="195" y="1704"/>
                  </a:cubicBezTo>
                  <a:cubicBezTo>
                    <a:pt x="195" y="1704"/>
                    <a:pt x="186" y="1723"/>
                    <a:pt x="179" y="1742"/>
                  </a:cubicBezTo>
                  <a:cubicBezTo>
                    <a:pt x="214" y="1795"/>
                    <a:pt x="148" y="1893"/>
                    <a:pt x="120" y="1905"/>
                  </a:cubicBezTo>
                  <a:cubicBezTo>
                    <a:pt x="117" y="1924"/>
                    <a:pt x="123" y="1940"/>
                    <a:pt x="132" y="1952"/>
                  </a:cubicBezTo>
                  <a:cubicBezTo>
                    <a:pt x="167" y="1977"/>
                    <a:pt x="172" y="1994"/>
                    <a:pt x="149" y="1994"/>
                  </a:cubicBezTo>
                  <a:cubicBezTo>
                    <a:pt x="142" y="1994"/>
                    <a:pt x="134" y="1992"/>
                    <a:pt x="123" y="1990"/>
                  </a:cubicBezTo>
                  <a:cubicBezTo>
                    <a:pt x="104" y="1983"/>
                    <a:pt x="93" y="1980"/>
                    <a:pt x="89" y="1980"/>
                  </a:cubicBezTo>
                  <a:cubicBezTo>
                    <a:pt x="83" y="1980"/>
                    <a:pt x="94" y="1988"/>
                    <a:pt x="120" y="2008"/>
                  </a:cubicBezTo>
                  <a:cubicBezTo>
                    <a:pt x="136" y="2030"/>
                    <a:pt x="119" y="2102"/>
                    <a:pt x="86" y="2102"/>
                  </a:cubicBezTo>
                  <a:cubicBezTo>
                    <a:pt x="81" y="2102"/>
                    <a:pt x="75" y="2100"/>
                    <a:pt x="70" y="2096"/>
                  </a:cubicBezTo>
                  <a:lnTo>
                    <a:pt x="19" y="2084"/>
                  </a:lnTo>
                  <a:lnTo>
                    <a:pt x="19" y="2084"/>
                  </a:lnTo>
                  <a:cubicBezTo>
                    <a:pt x="32" y="2096"/>
                    <a:pt x="35" y="2112"/>
                    <a:pt x="35" y="2128"/>
                  </a:cubicBezTo>
                  <a:cubicBezTo>
                    <a:pt x="57" y="2134"/>
                    <a:pt x="54" y="2153"/>
                    <a:pt x="45" y="2209"/>
                  </a:cubicBezTo>
                  <a:cubicBezTo>
                    <a:pt x="38" y="2250"/>
                    <a:pt x="51" y="2328"/>
                    <a:pt x="45" y="2369"/>
                  </a:cubicBezTo>
                  <a:cubicBezTo>
                    <a:pt x="38" y="2406"/>
                    <a:pt x="35" y="2463"/>
                    <a:pt x="10" y="2482"/>
                  </a:cubicBezTo>
                  <a:cubicBezTo>
                    <a:pt x="7" y="2510"/>
                    <a:pt x="13" y="2538"/>
                    <a:pt x="29" y="2560"/>
                  </a:cubicBezTo>
                  <a:cubicBezTo>
                    <a:pt x="54" y="2582"/>
                    <a:pt x="51" y="2620"/>
                    <a:pt x="26" y="2620"/>
                  </a:cubicBezTo>
                  <a:lnTo>
                    <a:pt x="26" y="2638"/>
                  </a:lnTo>
                  <a:cubicBezTo>
                    <a:pt x="38" y="2654"/>
                    <a:pt x="45" y="2676"/>
                    <a:pt x="51" y="2695"/>
                  </a:cubicBezTo>
                  <a:cubicBezTo>
                    <a:pt x="26" y="2695"/>
                    <a:pt x="1" y="2717"/>
                    <a:pt x="26" y="2735"/>
                  </a:cubicBezTo>
                  <a:cubicBezTo>
                    <a:pt x="51" y="2735"/>
                    <a:pt x="51" y="2754"/>
                    <a:pt x="54" y="2792"/>
                  </a:cubicBezTo>
                  <a:cubicBezTo>
                    <a:pt x="38" y="2811"/>
                    <a:pt x="41" y="2980"/>
                    <a:pt x="70" y="3143"/>
                  </a:cubicBezTo>
                  <a:cubicBezTo>
                    <a:pt x="97" y="3303"/>
                    <a:pt x="149" y="3453"/>
                    <a:pt x="160" y="3453"/>
                  </a:cubicBezTo>
                  <a:cubicBezTo>
                    <a:pt x="160" y="3453"/>
                    <a:pt x="160" y="3453"/>
                    <a:pt x="161" y="3453"/>
                  </a:cubicBezTo>
                  <a:lnTo>
                    <a:pt x="179" y="3510"/>
                  </a:lnTo>
                  <a:lnTo>
                    <a:pt x="198" y="3563"/>
                  </a:lnTo>
                  <a:cubicBezTo>
                    <a:pt x="151" y="3582"/>
                    <a:pt x="208" y="3666"/>
                    <a:pt x="255" y="3707"/>
                  </a:cubicBezTo>
                  <a:cubicBezTo>
                    <a:pt x="276" y="3713"/>
                    <a:pt x="292" y="3729"/>
                    <a:pt x="302" y="3751"/>
                  </a:cubicBezTo>
                  <a:cubicBezTo>
                    <a:pt x="255" y="3770"/>
                    <a:pt x="280" y="3826"/>
                    <a:pt x="317" y="3848"/>
                  </a:cubicBezTo>
                  <a:cubicBezTo>
                    <a:pt x="322" y="3848"/>
                    <a:pt x="327" y="3848"/>
                    <a:pt x="331" y="3848"/>
                  </a:cubicBezTo>
                  <a:cubicBezTo>
                    <a:pt x="374" y="3848"/>
                    <a:pt x="376" y="3862"/>
                    <a:pt x="336" y="3882"/>
                  </a:cubicBezTo>
                  <a:cubicBezTo>
                    <a:pt x="291" y="3906"/>
                    <a:pt x="306" y="3939"/>
                    <a:pt x="382" y="3939"/>
                  </a:cubicBezTo>
                  <a:cubicBezTo>
                    <a:pt x="385" y="3939"/>
                    <a:pt x="389" y="3939"/>
                    <a:pt x="392" y="3939"/>
                  </a:cubicBezTo>
                  <a:cubicBezTo>
                    <a:pt x="424" y="3942"/>
                    <a:pt x="424" y="3942"/>
                    <a:pt x="414" y="3973"/>
                  </a:cubicBezTo>
                  <a:cubicBezTo>
                    <a:pt x="388" y="4005"/>
                    <a:pt x="387" y="4021"/>
                    <a:pt x="399" y="4021"/>
                  </a:cubicBezTo>
                  <a:cubicBezTo>
                    <a:pt x="402" y="4021"/>
                    <a:pt x="406" y="4020"/>
                    <a:pt x="411" y="4017"/>
                  </a:cubicBezTo>
                  <a:cubicBezTo>
                    <a:pt x="421" y="4015"/>
                    <a:pt x="429" y="4015"/>
                    <a:pt x="436" y="4015"/>
                  </a:cubicBezTo>
                  <a:cubicBezTo>
                    <a:pt x="466" y="4015"/>
                    <a:pt x="468" y="4032"/>
                    <a:pt x="439" y="4067"/>
                  </a:cubicBezTo>
                  <a:cubicBezTo>
                    <a:pt x="424" y="4110"/>
                    <a:pt x="419" y="4123"/>
                    <a:pt x="437" y="4123"/>
                  </a:cubicBezTo>
                  <a:cubicBezTo>
                    <a:pt x="444" y="4123"/>
                    <a:pt x="455" y="4121"/>
                    <a:pt x="471" y="4118"/>
                  </a:cubicBezTo>
                  <a:cubicBezTo>
                    <a:pt x="475" y="4117"/>
                    <a:pt x="479" y="4116"/>
                    <a:pt x="482" y="4116"/>
                  </a:cubicBezTo>
                  <a:cubicBezTo>
                    <a:pt x="530" y="4116"/>
                    <a:pt x="563" y="4168"/>
                    <a:pt x="537" y="4212"/>
                  </a:cubicBezTo>
                  <a:cubicBezTo>
                    <a:pt x="547" y="4224"/>
                    <a:pt x="542" y="4247"/>
                    <a:pt x="550" y="4247"/>
                  </a:cubicBezTo>
                  <a:cubicBezTo>
                    <a:pt x="552" y="4247"/>
                    <a:pt x="555" y="4246"/>
                    <a:pt x="559" y="4243"/>
                  </a:cubicBezTo>
                  <a:lnTo>
                    <a:pt x="559" y="4243"/>
                  </a:lnTo>
                  <a:lnTo>
                    <a:pt x="552" y="4274"/>
                  </a:lnTo>
                  <a:lnTo>
                    <a:pt x="574" y="4306"/>
                  </a:lnTo>
                  <a:lnTo>
                    <a:pt x="593" y="4290"/>
                  </a:lnTo>
                  <a:cubicBezTo>
                    <a:pt x="637" y="4371"/>
                    <a:pt x="690" y="4447"/>
                    <a:pt x="753" y="4512"/>
                  </a:cubicBezTo>
                  <a:cubicBezTo>
                    <a:pt x="866" y="4628"/>
                    <a:pt x="913" y="4669"/>
                    <a:pt x="930" y="4669"/>
                  </a:cubicBezTo>
                  <a:cubicBezTo>
                    <a:pt x="936" y="4669"/>
                    <a:pt x="938" y="4664"/>
                    <a:pt x="938" y="4657"/>
                  </a:cubicBezTo>
                  <a:cubicBezTo>
                    <a:pt x="945" y="4637"/>
                    <a:pt x="953" y="4629"/>
                    <a:pt x="960" y="4629"/>
                  </a:cubicBezTo>
                  <a:cubicBezTo>
                    <a:pt x="971" y="4629"/>
                    <a:pt x="978" y="4651"/>
                    <a:pt x="966" y="4682"/>
                  </a:cubicBezTo>
                  <a:cubicBezTo>
                    <a:pt x="982" y="4713"/>
                    <a:pt x="1004" y="4738"/>
                    <a:pt x="1025" y="4763"/>
                  </a:cubicBezTo>
                  <a:cubicBezTo>
                    <a:pt x="1057" y="4785"/>
                    <a:pt x="1088" y="4810"/>
                    <a:pt x="1072" y="4829"/>
                  </a:cubicBezTo>
                  <a:lnTo>
                    <a:pt x="1088" y="4841"/>
                  </a:lnTo>
                  <a:cubicBezTo>
                    <a:pt x="1093" y="4840"/>
                    <a:pt x="1099" y="4840"/>
                    <a:pt x="1105" y="4840"/>
                  </a:cubicBezTo>
                  <a:cubicBezTo>
                    <a:pt x="1164" y="4840"/>
                    <a:pt x="1248" y="4896"/>
                    <a:pt x="1282" y="4942"/>
                  </a:cubicBezTo>
                  <a:cubicBezTo>
                    <a:pt x="1307" y="4961"/>
                    <a:pt x="1337" y="4970"/>
                    <a:pt x="1367" y="4970"/>
                  </a:cubicBezTo>
                  <a:cubicBezTo>
                    <a:pt x="1371" y="4970"/>
                    <a:pt x="1375" y="4970"/>
                    <a:pt x="1380" y="4970"/>
                  </a:cubicBezTo>
                  <a:cubicBezTo>
                    <a:pt x="1387" y="4970"/>
                    <a:pt x="1393" y="4970"/>
                    <a:pt x="1398" y="4970"/>
                  </a:cubicBezTo>
                  <a:cubicBezTo>
                    <a:pt x="1424" y="4970"/>
                    <a:pt x="1424" y="4972"/>
                    <a:pt x="1430" y="4998"/>
                  </a:cubicBezTo>
                  <a:cubicBezTo>
                    <a:pt x="1420" y="5015"/>
                    <a:pt x="1477" y="5065"/>
                    <a:pt x="1511" y="5065"/>
                  </a:cubicBezTo>
                  <a:cubicBezTo>
                    <a:pt x="1521" y="5065"/>
                    <a:pt x="1529" y="5061"/>
                    <a:pt x="1533" y="5051"/>
                  </a:cubicBezTo>
                  <a:lnTo>
                    <a:pt x="1543" y="5083"/>
                  </a:lnTo>
                  <a:cubicBezTo>
                    <a:pt x="1545" y="5095"/>
                    <a:pt x="1551" y="5100"/>
                    <a:pt x="1558" y="5100"/>
                  </a:cubicBezTo>
                  <a:cubicBezTo>
                    <a:pt x="1569" y="5100"/>
                    <a:pt x="1581" y="5090"/>
                    <a:pt x="1586" y="5076"/>
                  </a:cubicBezTo>
                  <a:cubicBezTo>
                    <a:pt x="1595" y="5058"/>
                    <a:pt x="1603" y="5048"/>
                    <a:pt x="1608" y="5048"/>
                  </a:cubicBezTo>
                  <a:cubicBezTo>
                    <a:pt x="1616" y="5048"/>
                    <a:pt x="1619" y="5070"/>
                    <a:pt x="1611" y="5117"/>
                  </a:cubicBezTo>
                  <a:cubicBezTo>
                    <a:pt x="1600" y="5146"/>
                    <a:pt x="1603" y="5160"/>
                    <a:pt x="1609" y="5160"/>
                  </a:cubicBezTo>
                  <a:cubicBezTo>
                    <a:pt x="1612" y="5160"/>
                    <a:pt x="1617" y="5155"/>
                    <a:pt x="1621" y="5145"/>
                  </a:cubicBezTo>
                  <a:cubicBezTo>
                    <a:pt x="1637" y="5136"/>
                    <a:pt x="1653" y="5127"/>
                    <a:pt x="1665" y="5127"/>
                  </a:cubicBezTo>
                  <a:cubicBezTo>
                    <a:pt x="1674" y="5127"/>
                    <a:pt x="1681" y="5132"/>
                    <a:pt x="1684" y="5145"/>
                  </a:cubicBezTo>
                  <a:cubicBezTo>
                    <a:pt x="1690" y="5148"/>
                    <a:pt x="1696" y="5150"/>
                    <a:pt x="1703" y="5150"/>
                  </a:cubicBezTo>
                  <a:cubicBezTo>
                    <a:pt x="1715" y="5150"/>
                    <a:pt x="1728" y="5142"/>
                    <a:pt x="1740" y="5111"/>
                  </a:cubicBezTo>
                  <a:cubicBezTo>
                    <a:pt x="1745" y="5099"/>
                    <a:pt x="1752" y="5096"/>
                    <a:pt x="1760" y="5096"/>
                  </a:cubicBezTo>
                  <a:cubicBezTo>
                    <a:pt x="1767" y="5096"/>
                    <a:pt x="1775" y="5099"/>
                    <a:pt x="1784" y="5102"/>
                  </a:cubicBezTo>
                  <a:cubicBezTo>
                    <a:pt x="1774" y="5123"/>
                    <a:pt x="1774" y="5123"/>
                    <a:pt x="1749" y="5142"/>
                  </a:cubicBezTo>
                  <a:lnTo>
                    <a:pt x="1787" y="5155"/>
                  </a:lnTo>
                  <a:cubicBezTo>
                    <a:pt x="1803" y="5161"/>
                    <a:pt x="1831" y="5199"/>
                    <a:pt x="1825" y="5224"/>
                  </a:cubicBezTo>
                  <a:cubicBezTo>
                    <a:pt x="1830" y="5239"/>
                    <a:pt x="1838" y="5248"/>
                    <a:pt x="1843" y="5248"/>
                  </a:cubicBezTo>
                  <a:cubicBezTo>
                    <a:pt x="1849" y="5248"/>
                    <a:pt x="1853" y="5236"/>
                    <a:pt x="1850" y="5208"/>
                  </a:cubicBezTo>
                  <a:cubicBezTo>
                    <a:pt x="1860" y="5175"/>
                    <a:pt x="1864" y="5165"/>
                    <a:pt x="1876" y="5165"/>
                  </a:cubicBezTo>
                  <a:cubicBezTo>
                    <a:pt x="1882" y="5165"/>
                    <a:pt x="1890" y="5167"/>
                    <a:pt x="1903" y="5170"/>
                  </a:cubicBezTo>
                  <a:cubicBezTo>
                    <a:pt x="1922" y="5174"/>
                    <a:pt x="1941" y="5180"/>
                    <a:pt x="1934" y="5205"/>
                  </a:cubicBezTo>
                  <a:cubicBezTo>
                    <a:pt x="1928" y="5227"/>
                    <a:pt x="1928" y="5227"/>
                    <a:pt x="1966" y="5239"/>
                  </a:cubicBezTo>
                  <a:cubicBezTo>
                    <a:pt x="1972" y="5241"/>
                    <a:pt x="1978" y="5242"/>
                    <a:pt x="1985" y="5242"/>
                  </a:cubicBezTo>
                  <a:cubicBezTo>
                    <a:pt x="2038" y="5242"/>
                    <a:pt x="2100" y="5191"/>
                    <a:pt x="2125" y="5152"/>
                  </a:cubicBezTo>
                  <a:cubicBezTo>
                    <a:pt x="2130" y="5127"/>
                    <a:pt x="2132" y="5114"/>
                    <a:pt x="2134" y="5114"/>
                  </a:cubicBezTo>
                  <a:cubicBezTo>
                    <a:pt x="2136" y="5114"/>
                    <a:pt x="2138" y="5128"/>
                    <a:pt x="2141" y="5155"/>
                  </a:cubicBezTo>
                  <a:cubicBezTo>
                    <a:pt x="2138" y="5180"/>
                    <a:pt x="2157" y="5183"/>
                    <a:pt x="2176" y="5186"/>
                  </a:cubicBezTo>
                  <a:cubicBezTo>
                    <a:pt x="2177" y="5178"/>
                    <a:pt x="2179" y="5176"/>
                    <a:pt x="2181" y="5176"/>
                  </a:cubicBezTo>
                  <a:lnTo>
                    <a:pt x="2181" y="5176"/>
                  </a:lnTo>
                  <a:cubicBezTo>
                    <a:pt x="2185" y="5176"/>
                    <a:pt x="2188" y="5186"/>
                    <a:pt x="2178" y="5186"/>
                  </a:cubicBezTo>
                  <a:cubicBezTo>
                    <a:pt x="2177" y="5186"/>
                    <a:pt x="2177" y="5186"/>
                    <a:pt x="2176" y="5186"/>
                  </a:cubicBezTo>
                  <a:cubicBezTo>
                    <a:pt x="2171" y="5203"/>
                    <a:pt x="2162" y="5207"/>
                    <a:pt x="2150" y="5207"/>
                  </a:cubicBezTo>
                  <a:cubicBezTo>
                    <a:pt x="2144" y="5207"/>
                    <a:pt x="2138" y="5206"/>
                    <a:pt x="2132" y="5205"/>
                  </a:cubicBezTo>
                  <a:lnTo>
                    <a:pt x="2129" y="5230"/>
                  </a:lnTo>
                  <a:cubicBezTo>
                    <a:pt x="2132" y="5257"/>
                    <a:pt x="2140" y="5270"/>
                    <a:pt x="2151" y="5270"/>
                  </a:cubicBezTo>
                  <a:cubicBezTo>
                    <a:pt x="2160" y="5270"/>
                    <a:pt x="2172" y="5260"/>
                    <a:pt x="2185" y="5239"/>
                  </a:cubicBezTo>
                  <a:cubicBezTo>
                    <a:pt x="2195" y="5229"/>
                    <a:pt x="2201" y="5224"/>
                    <a:pt x="2205" y="5224"/>
                  </a:cubicBezTo>
                  <a:cubicBezTo>
                    <a:pt x="2210" y="5224"/>
                    <a:pt x="2214" y="5231"/>
                    <a:pt x="2223" y="5246"/>
                  </a:cubicBezTo>
                  <a:cubicBezTo>
                    <a:pt x="2234" y="5266"/>
                    <a:pt x="2246" y="5285"/>
                    <a:pt x="2252" y="5285"/>
                  </a:cubicBezTo>
                  <a:cubicBezTo>
                    <a:pt x="2254" y="5285"/>
                    <a:pt x="2256" y="5283"/>
                    <a:pt x="2257" y="5277"/>
                  </a:cubicBezTo>
                  <a:cubicBezTo>
                    <a:pt x="2279" y="5280"/>
                    <a:pt x="2298" y="5293"/>
                    <a:pt x="2310" y="5311"/>
                  </a:cubicBezTo>
                  <a:cubicBezTo>
                    <a:pt x="2324" y="5313"/>
                    <a:pt x="2335" y="5314"/>
                    <a:pt x="2344" y="5314"/>
                  </a:cubicBezTo>
                  <a:cubicBezTo>
                    <a:pt x="2362" y="5314"/>
                    <a:pt x="2371" y="5309"/>
                    <a:pt x="2373" y="5293"/>
                  </a:cubicBezTo>
                  <a:cubicBezTo>
                    <a:pt x="2375" y="5273"/>
                    <a:pt x="2388" y="5271"/>
                    <a:pt x="2403" y="5271"/>
                  </a:cubicBezTo>
                  <a:cubicBezTo>
                    <a:pt x="2406" y="5271"/>
                    <a:pt x="2410" y="5271"/>
                    <a:pt x="2414" y="5271"/>
                  </a:cubicBezTo>
                  <a:cubicBezTo>
                    <a:pt x="2419" y="5272"/>
                    <a:pt x="2424" y="5272"/>
                    <a:pt x="2428" y="5272"/>
                  </a:cubicBezTo>
                  <a:cubicBezTo>
                    <a:pt x="2441" y="5272"/>
                    <a:pt x="2452" y="5267"/>
                    <a:pt x="2454" y="5249"/>
                  </a:cubicBezTo>
                  <a:cubicBezTo>
                    <a:pt x="2457" y="5222"/>
                    <a:pt x="2480" y="5202"/>
                    <a:pt x="2508" y="5202"/>
                  </a:cubicBezTo>
                  <a:cubicBezTo>
                    <a:pt x="2510" y="5202"/>
                    <a:pt x="2512" y="5202"/>
                    <a:pt x="2514" y="5202"/>
                  </a:cubicBezTo>
                  <a:cubicBezTo>
                    <a:pt x="2529" y="5193"/>
                    <a:pt x="2538" y="5188"/>
                    <a:pt x="2545" y="5188"/>
                  </a:cubicBezTo>
                  <a:cubicBezTo>
                    <a:pt x="2555" y="5188"/>
                    <a:pt x="2559" y="5200"/>
                    <a:pt x="2570" y="5230"/>
                  </a:cubicBezTo>
                  <a:cubicBezTo>
                    <a:pt x="2567" y="5255"/>
                    <a:pt x="2586" y="5258"/>
                    <a:pt x="2605" y="5258"/>
                  </a:cubicBezTo>
                  <a:cubicBezTo>
                    <a:pt x="2624" y="5261"/>
                    <a:pt x="2636" y="5271"/>
                    <a:pt x="2646" y="5286"/>
                  </a:cubicBezTo>
                  <a:cubicBezTo>
                    <a:pt x="2651" y="5294"/>
                    <a:pt x="2655" y="5297"/>
                    <a:pt x="2658" y="5297"/>
                  </a:cubicBezTo>
                  <a:cubicBezTo>
                    <a:pt x="2664" y="5297"/>
                    <a:pt x="2664" y="5279"/>
                    <a:pt x="2664" y="5261"/>
                  </a:cubicBezTo>
                  <a:cubicBezTo>
                    <a:pt x="2664" y="5236"/>
                    <a:pt x="2664" y="5211"/>
                    <a:pt x="2664" y="5211"/>
                  </a:cubicBezTo>
                  <a:cubicBezTo>
                    <a:pt x="2665" y="5211"/>
                    <a:pt x="2666" y="5211"/>
                    <a:pt x="2666" y="5211"/>
                  </a:cubicBezTo>
                  <a:cubicBezTo>
                    <a:pt x="2684" y="5211"/>
                    <a:pt x="2702" y="5259"/>
                    <a:pt x="2702" y="5283"/>
                  </a:cubicBezTo>
                  <a:cubicBezTo>
                    <a:pt x="2711" y="5308"/>
                    <a:pt x="2717" y="5321"/>
                    <a:pt x="2720" y="5321"/>
                  </a:cubicBezTo>
                  <a:cubicBezTo>
                    <a:pt x="2722" y="5321"/>
                    <a:pt x="2722" y="5308"/>
                    <a:pt x="2721" y="5283"/>
                  </a:cubicBezTo>
                  <a:cubicBezTo>
                    <a:pt x="2721" y="5265"/>
                    <a:pt x="2731" y="5247"/>
                    <a:pt x="2751" y="5247"/>
                  </a:cubicBezTo>
                  <a:cubicBezTo>
                    <a:pt x="2758" y="5247"/>
                    <a:pt x="2767" y="5249"/>
                    <a:pt x="2777" y="5255"/>
                  </a:cubicBezTo>
                  <a:cubicBezTo>
                    <a:pt x="2785" y="5255"/>
                    <a:pt x="2793" y="5255"/>
                    <a:pt x="2801" y="5255"/>
                  </a:cubicBezTo>
                  <a:cubicBezTo>
                    <a:pt x="2832" y="5255"/>
                    <a:pt x="2856" y="5257"/>
                    <a:pt x="2856" y="5277"/>
                  </a:cubicBezTo>
                  <a:cubicBezTo>
                    <a:pt x="2860" y="5285"/>
                    <a:pt x="2868" y="5289"/>
                    <a:pt x="2876" y="5289"/>
                  </a:cubicBezTo>
                  <a:cubicBezTo>
                    <a:pt x="2884" y="5289"/>
                    <a:pt x="2892" y="5285"/>
                    <a:pt x="2896" y="5277"/>
                  </a:cubicBezTo>
                  <a:cubicBezTo>
                    <a:pt x="2906" y="5262"/>
                    <a:pt x="2916" y="5255"/>
                    <a:pt x="2936" y="5255"/>
                  </a:cubicBezTo>
                  <a:cubicBezTo>
                    <a:pt x="2949" y="5255"/>
                    <a:pt x="2966" y="5258"/>
                    <a:pt x="2990" y="5264"/>
                  </a:cubicBezTo>
                  <a:cubicBezTo>
                    <a:pt x="3038" y="5282"/>
                    <a:pt x="3065" y="5291"/>
                    <a:pt x="3078" y="5291"/>
                  </a:cubicBezTo>
                  <a:cubicBezTo>
                    <a:pt x="3094" y="5291"/>
                    <a:pt x="3093" y="5279"/>
                    <a:pt x="3087" y="5252"/>
                  </a:cubicBezTo>
                  <a:cubicBezTo>
                    <a:pt x="3086" y="5237"/>
                    <a:pt x="3083" y="5222"/>
                    <a:pt x="3086" y="5222"/>
                  </a:cubicBezTo>
                  <a:lnTo>
                    <a:pt x="3086" y="5222"/>
                  </a:lnTo>
                  <a:cubicBezTo>
                    <a:pt x="3089" y="5222"/>
                    <a:pt x="3095" y="5230"/>
                    <a:pt x="3106" y="5249"/>
                  </a:cubicBezTo>
                  <a:cubicBezTo>
                    <a:pt x="3112" y="5254"/>
                    <a:pt x="3117" y="5257"/>
                    <a:pt x="3122" y="5257"/>
                  </a:cubicBezTo>
                  <a:cubicBezTo>
                    <a:pt x="3137" y="5257"/>
                    <a:pt x="3152" y="5235"/>
                    <a:pt x="3178" y="5211"/>
                  </a:cubicBezTo>
                  <a:cubicBezTo>
                    <a:pt x="3188" y="5177"/>
                    <a:pt x="3185" y="5142"/>
                    <a:pt x="3175" y="5108"/>
                  </a:cubicBezTo>
                  <a:cubicBezTo>
                    <a:pt x="3169" y="5078"/>
                    <a:pt x="3167" y="5067"/>
                    <a:pt x="3177" y="5067"/>
                  </a:cubicBezTo>
                  <a:cubicBezTo>
                    <a:pt x="3182" y="5067"/>
                    <a:pt x="3192" y="5071"/>
                    <a:pt x="3207" y="5076"/>
                  </a:cubicBezTo>
                  <a:cubicBezTo>
                    <a:pt x="3208" y="5076"/>
                    <a:pt x="3210" y="5075"/>
                    <a:pt x="3212" y="5075"/>
                  </a:cubicBezTo>
                  <a:cubicBezTo>
                    <a:pt x="3228" y="5075"/>
                    <a:pt x="3248" y="5095"/>
                    <a:pt x="3254" y="5117"/>
                  </a:cubicBezTo>
                  <a:cubicBezTo>
                    <a:pt x="3260" y="5139"/>
                    <a:pt x="3241" y="5145"/>
                    <a:pt x="3241" y="5145"/>
                  </a:cubicBezTo>
                  <a:lnTo>
                    <a:pt x="3222" y="5149"/>
                  </a:lnTo>
                  <a:cubicBezTo>
                    <a:pt x="3228" y="5170"/>
                    <a:pt x="3233" y="5191"/>
                    <a:pt x="3256" y="5191"/>
                  </a:cubicBezTo>
                  <a:cubicBezTo>
                    <a:pt x="3260" y="5191"/>
                    <a:pt x="3264" y="5191"/>
                    <a:pt x="3269" y="5189"/>
                  </a:cubicBezTo>
                  <a:cubicBezTo>
                    <a:pt x="3280" y="5197"/>
                    <a:pt x="3290" y="5201"/>
                    <a:pt x="3297" y="5201"/>
                  </a:cubicBezTo>
                  <a:cubicBezTo>
                    <a:pt x="3306" y="5201"/>
                    <a:pt x="3310" y="5194"/>
                    <a:pt x="3307" y="5180"/>
                  </a:cubicBezTo>
                  <a:lnTo>
                    <a:pt x="3307" y="5180"/>
                  </a:lnTo>
                  <a:cubicBezTo>
                    <a:pt x="3317" y="5188"/>
                    <a:pt x="3330" y="5191"/>
                    <a:pt x="3344" y="5191"/>
                  </a:cubicBezTo>
                  <a:cubicBezTo>
                    <a:pt x="3364" y="5191"/>
                    <a:pt x="3385" y="5185"/>
                    <a:pt x="3407" y="5180"/>
                  </a:cubicBezTo>
                  <a:cubicBezTo>
                    <a:pt x="3434" y="5173"/>
                    <a:pt x="3471" y="5160"/>
                    <a:pt x="3499" y="5160"/>
                  </a:cubicBezTo>
                  <a:cubicBezTo>
                    <a:pt x="3510" y="5160"/>
                    <a:pt x="3519" y="5162"/>
                    <a:pt x="3526" y="5167"/>
                  </a:cubicBezTo>
                  <a:cubicBezTo>
                    <a:pt x="3564" y="5155"/>
                    <a:pt x="3583" y="5149"/>
                    <a:pt x="3573" y="5123"/>
                  </a:cubicBezTo>
                  <a:cubicBezTo>
                    <a:pt x="3563" y="5094"/>
                    <a:pt x="3566" y="5081"/>
                    <a:pt x="3571" y="5081"/>
                  </a:cubicBezTo>
                  <a:cubicBezTo>
                    <a:pt x="3575" y="5081"/>
                    <a:pt x="3579" y="5086"/>
                    <a:pt x="3583" y="5095"/>
                  </a:cubicBezTo>
                  <a:cubicBezTo>
                    <a:pt x="3590" y="5105"/>
                    <a:pt x="3606" y="5109"/>
                    <a:pt x="3626" y="5109"/>
                  </a:cubicBezTo>
                  <a:cubicBezTo>
                    <a:pt x="3708" y="5109"/>
                    <a:pt x="3863" y="5044"/>
                    <a:pt x="3858" y="5001"/>
                  </a:cubicBezTo>
                  <a:lnTo>
                    <a:pt x="3893" y="4986"/>
                  </a:lnTo>
                  <a:cubicBezTo>
                    <a:pt x="3894" y="4986"/>
                    <a:pt x="3895" y="4986"/>
                    <a:pt x="3896" y="4986"/>
                  </a:cubicBezTo>
                  <a:cubicBezTo>
                    <a:pt x="3945" y="4986"/>
                    <a:pt x="4040" y="4925"/>
                    <a:pt x="4043" y="4898"/>
                  </a:cubicBezTo>
                  <a:lnTo>
                    <a:pt x="4093" y="4866"/>
                  </a:lnTo>
                  <a:cubicBezTo>
                    <a:pt x="4098" y="4867"/>
                    <a:pt x="4102" y="4867"/>
                    <a:pt x="4105" y="4867"/>
                  </a:cubicBezTo>
                  <a:cubicBezTo>
                    <a:pt x="4146" y="4867"/>
                    <a:pt x="4156" y="4851"/>
                    <a:pt x="4159" y="4823"/>
                  </a:cubicBezTo>
                  <a:cubicBezTo>
                    <a:pt x="4159" y="4800"/>
                    <a:pt x="4153" y="4782"/>
                    <a:pt x="4154" y="4782"/>
                  </a:cubicBezTo>
                  <a:lnTo>
                    <a:pt x="4154" y="4782"/>
                  </a:lnTo>
                  <a:cubicBezTo>
                    <a:pt x="4154" y="4782"/>
                    <a:pt x="4156" y="4785"/>
                    <a:pt x="4159" y="4791"/>
                  </a:cubicBezTo>
                  <a:cubicBezTo>
                    <a:pt x="4163" y="4796"/>
                    <a:pt x="4168" y="4798"/>
                    <a:pt x="4174" y="4798"/>
                  </a:cubicBezTo>
                  <a:cubicBezTo>
                    <a:pt x="4192" y="4798"/>
                    <a:pt x="4221" y="4777"/>
                    <a:pt x="4269" y="4741"/>
                  </a:cubicBezTo>
                  <a:cubicBezTo>
                    <a:pt x="4332" y="4697"/>
                    <a:pt x="4332" y="4694"/>
                    <a:pt x="4300" y="4688"/>
                  </a:cubicBezTo>
                  <a:cubicBezTo>
                    <a:pt x="4322" y="4651"/>
                    <a:pt x="4337" y="4639"/>
                    <a:pt x="4349" y="4639"/>
                  </a:cubicBezTo>
                  <a:cubicBezTo>
                    <a:pt x="4359" y="4639"/>
                    <a:pt x="4367" y="4648"/>
                    <a:pt x="4375" y="4657"/>
                  </a:cubicBezTo>
                  <a:cubicBezTo>
                    <a:pt x="4381" y="4675"/>
                    <a:pt x="4389" y="4683"/>
                    <a:pt x="4395" y="4683"/>
                  </a:cubicBezTo>
                  <a:cubicBezTo>
                    <a:pt x="4405" y="4683"/>
                    <a:pt x="4409" y="4657"/>
                    <a:pt x="4385" y="4613"/>
                  </a:cubicBezTo>
                  <a:cubicBezTo>
                    <a:pt x="4370" y="4574"/>
                    <a:pt x="4384" y="4550"/>
                    <a:pt x="4400" y="4550"/>
                  </a:cubicBezTo>
                  <a:cubicBezTo>
                    <a:pt x="4404" y="4550"/>
                    <a:pt x="4409" y="4552"/>
                    <a:pt x="4413" y="4556"/>
                  </a:cubicBezTo>
                  <a:cubicBezTo>
                    <a:pt x="4429" y="4572"/>
                    <a:pt x="4416" y="4588"/>
                    <a:pt x="4401" y="4600"/>
                  </a:cubicBezTo>
                  <a:lnTo>
                    <a:pt x="4435" y="4638"/>
                  </a:lnTo>
                  <a:cubicBezTo>
                    <a:pt x="4448" y="4622"/>
                    <a:pt x="4448" y="4622"/>
                    <a:pt x="4448" y="4591"/>
                  </a:cubicBezTo>
                  <a:cubicBezTo>
                    <a:pt x="4457" y="4581"/>
                    <a:pt x="4460" y="4563"/>
                    <a:pt x="4457" y="4547"/>
                  </a:cubicBezTo>
                  <a:cubicBezTo>
                    <a:pt x="4457" y="4519"/>
                    <a:pt x="4435" y="4497"/>
                    <a:pt x="4407" y="4494"/>
                  </a:cubicBezTo>
                  <a:cubicBezTo>
                    <a:pt x="4375" y="4487"/>
                    <a:pt x="4388" y="4475"/>
                    <a:pt x="4401" y="4462"/>
                  </a:cubicBezTo>
                  <a:cubicBezTo>
                    <a:pt x="4407" y="4461"/>
                    <a:pt x="4414" y="4461"/>
                    <a:pt x="4419" y="4461"/>
                  </a:cubicBezTo>
                  <a:cubicBezTo>
                    <a:pt x="4452" y="4461"/>
                    <a:pt x="4464" y="4476"/>
                    <a:pt x="4470" y="4503"/>
                  </a:cubicBezTo>
                  <a:cubicBezTo>
                    <a:pt x="4454" y="4515"/>
                    <a:pt x="4473" y="4534"/>
                    <a:pt x="4488" y="4553"/>
                  </a:cubicBezTo>
                  <a:cubicBezTo>
                    <a:pt x="4490" y="4555"/>
                    <a:pt x="4492" y="4555"/>
                    <a:pt x="4494" y="4555"/>
                  </a:cubicBezTo>
                  <a:cubicBezTo>
                    <a:pt x="4515" y="4555"/>
                    <a:pt x="4540" y="4462"/>
                    <a:pt x="4517" y="4418"/>
                  </a:cubicBezTo>
                  <a:cubicBezTo>
                    <a:pt x="4509" y="4410"/>
                    <a:pt x="4504" y="4406"/>
                    <a:pt x="4504" y="4406"/>
                  </a:cubicBezTo>
                  <a:lnTo>
                    <a:pt x="4504" y="4406"/>
                  </a:lnTo>
                  <a:cubicBezTo>
                    <a:pt x="4504" y="4406"/>
                    <a:pt x="4514" y="4414"/>
                    <a:pt x="4535" y="4434"/>
                  </a:cubicBezTo>
                  <a:cubicBezTo>
                    <a:pt x="4540" y="4438"/>
                    <a:pt x="4544" y="4440"/>
                    <a:pt x="4549" y="4440"/>
                  </a:cubicBezTo>
                  <a:cubicBezTo>
                    <a:pt x="4565" y="4440"/>
                    <a:pt x="4585" y="4418"/>
                    <a:pt x="4604" y="4396"/>
                  </a:cubicBezTo>
                  <a:cubicBezTo>
                    <a:pt x="4632" y="4368"/>
                    <a:pt x="4645" y="4353"/>
                    <a:pt x="4626" y="4337"/>
                  </a:cubicBezTo>
                  <a:cubicBezTo>
                    <a:pt x="4607" y="4321"/>
                    <a:pt x="4585" y="4302"/>
                    <a:pt x="4601" y="4290"/>
                  </a:cubicBezTo>
                  <a:lnTo>
                    <a:pt x="4601" y="4290"/>
                  </a:lnTo>
                  <a:cubicBezTo>
                    <a:pt x="4597" y="4293"/>
                    <a:pt x="4593" y="4294"/>
                    <a:pt x="4589" y="4294"/>
                  </a:cubicBezTo>
                  <a:cubicBezTo>
                    <a:pt x="4576" y="4294"/>
                    <a:pt x="4562" y="4283"/>
                    <a:pt x="4548" y="4271"/>
                  </a:cubicBezTo>
                  <a:cubicBezTo>
                    <a:pt x="4573" y="4265"/>
                    <a:pt x="4598" y="4262"/>
                    <a:pt x="4623" y="4262"/>
                  </a:cubicBezTo>
                  <a:cubicBezTo>
                    <a:pt x="4628" y="4262"/>
                    <a:pt x="4633" y="4262"/>
                    <a:pt x="4638" y="4262"/>
                  </a:cubicBezTo>
                  <a:cubicBezTo>
                    <a:pt x="4693" y="4262"/>
                    <a:pt x="4745" y="4232"/>
                    <a:pt x="4777" y="4186"/>
                  </a:cubicBezTo>
                  <a:cubicBezTo>
                    <a:pt x="4802" y="4155"/>
                    <a:pt x="4833" y="4108"/>
                    <a:pt x="4864" y="4105"/>
                  </a:cubicBezTo>
                  <a:cubicBezTo>
                    <a:pt x="4883" y="4070"/>
                    <a:pt x="4893" y="4055"/>
                    <a:pt x="4874" y="4042"/>
                  </a:cubicBezTo>
                  <a:lnTo>
                    <a:pt x="4893" y="4008"/>
                  </a:lnTo>
                  <a:cubicBezTo>
                    <a:pt x="4924" y="4005"/>
                    <a:pt x="4946" y="3973"/>
                    <a:pt x="4924" y="3961"/>
                  </a:cubicBezTo>
                  <a:cubicBezTo>
                    <a:pt x="4911" y="3929"/>
                    <a:pt x="4946" y="3926"/>
                    <a:pt x="4952" y="3911"/>
                  </a:cubicBezTo>
                  <a:cubicBezTo>
                    <a:pt x="5015" y="3898"/>
                    <a:pt x="5015" y="3898"/>
                    <a:pt x="4940" y="3879"/>
                  </a:cubicBezTo>
                  <a:cubicBezTo>
                    <a:pt x="4936" y="3878"/>
                    <a:pt x="4932" y="3877"/>
                    <a:pt x="4927" y="3877"/>
                  </a:cubicBezTo>
                  <a:cubicBezTo>
                    <a:pt x="4905" y="3877"/>
                    <a:pt x="4875" y="3894"/>
                    <a:pt x="4867" y="3904"/>
                  </a:cubicBezTo>
                  <a:lnTo>
                    <a:pt x="4839" y="3955"/>
                  </a:lnTo>
                  <a:lnTo>
                    <a:pt x="4846" y="3892"/>
                  </a:lnTo>
                  <a:cubicBezTo>
                    <a:pt x="4858" y="3867"/>
                    <a:pt x="4849" y="3839"/>
                    <a:pt x="4827" y="3820"/>
                  </a:cubicBezTo>
                  <a:cubicBezTo>
                    <a:pt x="4827" y="3820"/>
                    <a:pt x="4805" y="3810"/>
                    <a:pt x="4814" y="3792"/>
                  </a:cubicBezTo>
                  <a:lnTo>
                    <a:pt x="4814" y="3792"/>
                  </a:lnTo>
                  <a:lnTo>
                    <a:pt x="4858" y="3817"/>
                  </a:lnTo>
                  <a:cubicBezTo>
                    <a:pt x="4871" y="3839"/>
                    <a:pt x="4893" y="3857"/>
                    <a:pt x="4918" y="3870"/>
                  </a:cubicBezTo>
                  <a:cubicBezTo>
                    <a:pt x="4921" y="3870"/>
                    <a:pt x="4925" y="3871"/>
                    <a:pt x="4929" y="3871"/>
                  </a:cubicBezTo>
                  <a:cubicBezTo>
                    <a:pt x="4977" y="3871"/>
                    <a:pt x="5015" y="3834"/>
                    <a:pt x="4974" y="3810"/>
                  </a:cubicBezTo>
                  <a:cubicBezTo>
                    <a:pt x="4983" y="3795"/>
                    <a:pt x="4983" y="3795"/>
                    <a:pt x="5012" y="3788"/>
                  </a:cubicBezTo>
                  <a:cubicBezTo>
                    <a:pt x="5016" y="3790"/>
                    <a:pt x="5020" y="3791"/>
                    <a:pt x="5024" y="3791"/>
                  </a:cubicBezTo>
                  <a:cubicBezTo>
                    <a:pt x="5038" y="3791"/>
                    <a:pt x="5037" y="3775"/>
                    <a:pt x="5009" y="3741"/>
                  </a:cubicBezTo>
                  <a:cubicBezTo>
                    <a:pt x="4974" y="3707"/>
                    <a:pt x="4976" y="3691"/>
                    <a:pt x="5021" y="3691"/>
                  </a:cubicBezTo>
                  <a:cubicBezTo>
                    <a:pt x="5025" y="3691"/>
                    <a:pt x="5029" y="3691"/>
                    <a:pt x="5034" y="3691"/>
                  </a:cubicBezTo>
                  <a:cubicBezTo>
                    <a:pt x="5093" y="3676"/>
                    <a:pt x="5121" y="3600"/>
                    <a:pt x="5099" y="3594"/>
                  </a:cubicBezTo>
                  <a:cubicBezTo>
                    <a:pt x="5059" y="3578"/>
                    <a:pt x="5062" y="3522"/>
                    <a:pt x="5103" y="3513"/>
                  </a:cubicBezTo>
                  <a:cubicBezTo>
                    <a:pt x="5131" y="3503"/>
                    <a:pt x="5140" y="3484"/>
                    <a:pt x="5121" y="3459"/>
                  </a:cubicBezTo>
                  <a:lnTo>
                    <a:pt x="5121" y="3459"/>
                  </a:lnTo>
                  <a:cubicBezTo>
                    <a:pt x="5126" y="3461"/>
                    <a:pt x="5131" y="3461"/>
                    <a:pt x="5136" y="3461"/>
                  </a:cubicBezTo>
                  <a:cubicBezTo>
                    <a:pt x="5157" y="3461"/>
                    <a:pt x="5173" y="3451"/>
                    <a:pt x="5156" y="3428"/>
                  </a:cubicBezTo>
                  <a:cubicBezTo>
                    <a:pt x="5156" y="3428"/>
                    <a:pt x="5159" y="3417"/>
                    <a:pt x="5149" y="3417"/>
                  </a:cubicBezTo>
                  <a:cubicBezTo>
                    <a:pt x="5146" y="3417"/>
                    <a:pt x="5141" y="3419"/>
                    <a:pt x="5134" y="3422"/>
                  </a:cubicBezTo>
                  <a:lnTo>
                    <a:pt x="5093" y="3372"/>
                  </a:lnTo>
                  <a:cubicBezTo>
                    <a:pt x="5092" y="3379"/>
                    <a:pt x="5085" y="3381"/>
                    <a:pt x="5077" y="3381"/>
                  </a:cubicBezTo>
                  <a:cubicBezTo>
                    <a:pt x="5067" y="3381"/>
                    <a:pt x="5053" y="3378"/>
                    <a:pt x="5040" y="3375"/>
                  </a:cubicBezTo>
                  <a:cubicBezTo>
                    <a:pt x="5018" y="3369"/>
                    <a:pt x="5059" y="3303"/>
                    <a:pt x="5143" y="3287"/>
                  </a:cubicBezTo>
                  <a:lnTo>
                    <a:pt x="5203" y="3259"/>
                  </a:lnTo>
                  <a:lnTo>
                    <a:pt x="5153" y="3249"/>
                  </a:lnTo>
                  <a:cubicBezTo>
                    <a:pt x="5158" y="3233"/>
                    <a:pt x="5161" y="3217"/>
                    <a:pt x="5178" y="3217"/>
                  </a:cubicBezTo>
                  <a:cubicBezTo>
                    <a:pt x="5181" y="3217"/>
                    <a:pt x="5184" y="3217"/>
                    <a:pt x="5187" y="3218"/>
                  </a:cubicBezTo>
                  <a:cubicBezTo>
                    <a:pt x="5196" y="3220"/>
                    <a:pt x="5202" y="3222"/>
                    <a:pt x="5206" y="3222"/>
                  </a:cubicBezTo>
                  <a:cubicBezTo>
                    <a:pt x="5213" y="3222"/>
                    <a:pt x="5213" y="3217"/>
                    <a:pt x="5215" y="3206"/>
                  </a:cubicBezTo>
                  <a:cubicBezTo>
                    <a:pt x="5215" y="3206"/>
                    <a:pt x="5222" y="3184"/>
                    <a:pt x="5197" y="3180"/>
                  </a:cubicBezTo>
                  <a:cubicBezTo>
                    <a:pt x="5146" y="3171"/>
                    <a:pt x="5146" y="3171"/>
                    <a:pt x="5175" y="3155"/>
                  </a:cubicBezTo>
                  <a:cubicBezTo>
                    <a:pt x="5228" y="3146"/>
                    <a:pt x="5231" y="3127"/>
                    <a:pt x="5184" y="3099"/>
                  </a:cubicBezTo>
                  <a:cubicBezTo>
                    <a:pt x="5134" y="3090"/>
                    <a:pt x="5134" y="3093"/>
                    <a:pt x="5187" y="3080"/>
                  </a:cubicBezTo>
                  <a:cubicBezTo>
                    <a:pt x="5191" y="3081"/>
                    <a:pt x="5195" y="3082"/>
                    <a:pt x="5199" y="3082"/>
                  </a:cubicBezTo>
                  <a:cubicBezTo>
                    <a:pt x="5217" y="3082"/>
                    <a:pt x="5236" y="3070"/>
                    <a:pt x="5244" y="3052"/>
                  </a:cubicBezTo>
                  <a:lnTo>
                    <a:pt x="5218" y="3046"/>
                  </a:lnTo>
                  <a:cubicBezTo>
                    <a:pt x="5168" y="3039"/>
                    <a:pt x="5171" y="3021"/>
                    <a:pt x="5200" y="3005"/>
                  </a:cubicBezTo>
                  <a:lnTo>
                    <a:pt x="5200" y="3005"/>
                  </a:lnTo>
                  <a:cubicBezTo>
                    <a:pt x="5201" y="3005"/>
                    <a:pt x="5203" y="3005"/>
                    <a:pt x="5205" y="3005"/>
                  </a:cubicBezTo>
                  <a:cubicBezTo>
                    <a:pt x="5225" y="3005"/>
                    <a:pt x="5226" y="2986"/>
                    <a:pt x="5206" y="2949"/>
                  </a:cubicBezTo>
                  <a:cubicBezTo>
                    <a:pt x="5212" y="2914"/>
                    <a:pt x="5212" y="2895"/>
                    <a:pt x="5232" y="2895"/>
                  </a:cubicBezTo>
                  <a:cubicBezTo>
                    <a:pt x="5234" y="2895"/>
                    <a:pt x="5235" y="2895"/>
                    <a:pt x="5237" y="2895"/>
                  </a:cubicBezTo>
                  <a:cubicBezTo>
                    <a:pt x="5251" y="2896"/>
                    <a:pt x="5261" y="2897"/>
                    <a:pt x="5267" y="2897"/>
                  </a:cubicBezTo>
                  <a:cubicBezTo>
                    <a:pt x="5284" y="2897"/>
                    <a:pt x="5274" y="2892"/>
                    <a:pt x="5237" y="2877"/>
                  </a:cubicBezTo>
                  <a:cubicBezTo>
                    <a:pt x="5215" y="2855"/>
                    <a:pt x="5215" y="2855"/>
                    <a:pt x="5244" y="2817"/>
                  </a:cubicBezTo>
                  <a:cubicBezTo>
                    <a:pt x="5269" y="2801"/>
                    <a:pt x="5269" y="2801"/>
                    <a:pt x="5244" y="2779"/>
                  </a:cubicBezTo>
                  <a:cubicBezTo>
                    <a:pt x="5229" y="2778"/>
                    <a:pt x="5217" y="2778"/>
                    <a:pt x="5206" y="2778"/>
                  </a:cubicBezTo>
                  <a:cubicBezTo>
                    <a:pt x="5181" y="2778"/>
                    <a:pt x="5168" y="2782"/>
                    <a:pt x="5168" y="2795"/>
                  </a:cubicBezTo>
                  <a:cubicBezTo>
                    <a:pt x="5168" y="2808"/>
                    <a:pt x="5168" y="2812"/>
                    <a:pt x="5158" y="2812"/>
                  </a:cubicBezTo>
                  <a:cubicBezTo>
                    <a:pt x="5154" y="2812"/>
                    <a:pt x="5148" y="2812"/>
                    <a:pt x="5140" y="2811"/>
                  </a:cubicBezTo>
                  <a:cubicBezTo>
                    <a:pt x="5140" y="2811"/>
                    <a:pt x="5143" y="2795"/>
                    <a:pt x="5143" y="2776"/>
                  </a:cubicBezTo>
                  <a:cubicBezTo>
                    <a:pt x="5146" y="2748"/>
                    <a:pt x="5140" y="2723"/>
                    <a:pt x="5124" y="2701"/>
                  </a:cubicBezTo>
                  <a:cubicBezTo>
                    <a:pt x="5112" y="2682"/>
                    <a:pt x="5092" y="2672"/>
                    <a:pt x="5080" y="2672"/>
                  </a:cubicBezTo>
                  <a:cubicBezTo>
                    <a:pt x="5068" y="2672"/>
                    <a:pt x="5062" y="2681"/>
                    <a:pt x="5074" y="2698"/>
                  </a:cubicBezTo>
                  <a:lnTo>
                    <a:pt x="5046" y="2717"/>
                  </a:lnTo>
                  <a:cubicBezTo>
                    <a:pt x="5043" y="2717"/>
                    <a:pt x="5040" y="2716"/>
                    <a:pt x="5037" y="2716"/>
                  </a:cubicBezTo>
                  <a:cubicBezTo>
                    <a:pt x="4971" y="2716"/>
                    <a:pt x="4971" y="2748"/>
                    <a:pt x="5043" y="2751"/>
                  </a:cubicBezTo>
                  <a:cubicBezTo>
                    <a:pt x="5121" y="2754"/>
                    <a:pt x="5121" y="2754"/>
                    <a:pt x="5068" y="2770"/>
                  </a:cubicBezTo>
                  <a:cubicBezTo>
                    <a:pt x="5018" y="2770"/>
                    <a:pt x="5018" y="2786"/>
                    <a:pt x="5015" y="2804"/>
                  </a:cubicBezTo>
                  <a:cubicBezTo>
                    <a:pt x="5015" y="2820"/>
                    <a:pt x="5015" y="2820"/>
                    <a:pt x="4990" y="2820"/>
                  </a:cubicBezTo>
                  <a:cubicBezTo>
                    <a:pt x="4988" y="2820"/>
                    <a:pt x="4985" y="2820"/>
                    <a:pt x="4983" y="2820"/>
                  </a:cubicBezTo>
                  <a:cubicBezTo>
                    <a:pt x="4960" y="2820"/>
                    <a:pt x="4939" y="2834"/>
                    <a:pt x="4936" y="2848"/>
                  </a:cubicBezTo>
                  <a:cubicBezTo>
                    <a:pt x="4936" y="2867"/>
                    <a:pt x="4936" y="2867"/>
                    <a:pt x="4962" y="2870"/>
                  </a:cubicBezTo>
                  <a:cubicBezTo>
                    <a:pt x="4966" y="2867"/>
                    <a:pt x="4970" y="2866"/>
                    <a:pt x="4972" y="2866"/>
                  </a:cubicBezTo>
                  <a:cubicBezTo>
                    <a:pt x="4985" y="2866"/>
                    <a:pt x="4977" y="2891"/>
                    <a:pt x="4933" y="2902"/>
                  </a:cubicBezTo>
                  <a:cubicBezTo>
                    <a:pt x="4908" y="2914"/>
                    <a:pt x="4908" y="2914"/>
                    <a:pt x="4958" y="2920"/>
                  </a:cubicBezTo>
                  <a:cubicBezTo>
                    <a:pt x="5009" y="2927"/>
                    <a:pt x="5002" y="2961"/>
                    <a:pt x="4949" y="2971"/>
                  </a:cubicBezTo>
                  <a:lnTo>
                    <a:pt x="4943" y="3005"/>
                  </a:lnTo>
                  <a:cubicBezTo>
                    <a:pt x="4940" y="3021"/>
                    <a:pt x="4965" y="3027"/>
                    <a:pt x="4990" y="3030"/>
                  </a:cubicBezTo>
                  <a:cubicBezTo>
                    <a:pt x="5040" y="3036"/>
                    <a:pt x="5040" y="3036"/>
                    <a:pt x="5012" y="3052"/>
                  </a:cubicBezTo>
                  <a:cubicBezTo>
                    <a:pt x="4996" y="3058"/>
                    <a:pt x="4977" y="3061"/>
                    <a:pt x="4958" y="3061"/>
                  </a:cubicBezTo>
                  <a:cubicBezTo>
                    <a:pt x="4955" y="3061"/>
                    <a:pt x="4953" y="3060"/>
                    <a:pt x="4950" y="3060"/>
                  </a:cubicBezTo>
                  <a:cubicBezTo>
                    <a:pt x="4936" y="3060"/>
                    <a:pt x="4933" y="3076"/>
                    <a:pt x="4930" y="3090"/>
                  </a:cubicBezTo>
                  <a:cubicBezTo>
                    <a:pt x="4927" y="3105"/>
                    <a:pt x="4921" y="3140"/>
                    <a:pt x="4946" y="3146"/>
                  </a:cubicBezTo>
                  <a:lnTo>
                    <a:pt x="4921" y="3140"/>
                  </a:lnTo>
                  <a:cubicBezTo>
                    <a:pt x="4918" y="3159"/>
                    <a:pt x="4893" y="3152"/>
                    <a:pt x="4918" y="3159"/>
                  </a:cubicBezTo>
                  <a:cubicBezTo>
                    <a:pt x="4918" y="3159"/>
                    <a:pt x="4911" y="3174"/>
                    <a:pt x="4880" y="3199"/>
                  </a:cubicBezTo>
                  <a:cubicBezTo>
                    <a:pt x="4853" y="3221"/>
                    <a:pt x="4868" y="3264"/>
                    <a:pt x="4906" y="3264"/>
                  </a:cubicBezTo>
                  <a:cubicBezTo>
                    <a:pt x="4916" y="3264"/>
                    <a:pt x="4929" y="3261"/>
                    <a:pt x="4943" y="3253"/>
                  </a:cubicBezTo>
                  <a:lnTo>
                    <a:pt x="4943" y="3253"/>
                  </a:lnTo>
                  <a:lnTo>
                    <a:pt x="4940" y="3268"/>
                  </a:lnTo>
                  <a:cubicBezTo>
                    <a:pt x="4933" y="3287"/>
                    <a:pt x="4958" y="3293"/>
                    <a:pt x="4958" y="3293"/>
                  </a:cubicBezTo>
                  <a:cubicBezTo>
                    <a:pt x="4983" y="3300"/>
                    <a:pt x="4977" y="3318"/>
                    <a:pt x="4974" y="3334"/>
                  </a:cubicBezTo>
                  <a:lnTo>
                    <a:pt x="4924" y="3322"/>
                  </a:lnTo>
                  <a:cubicBezTo>
                    <a:pt x="4900" y="3308"/>
                    <a:pt x="4880" y="3303"/>
                    <a:pt x="4868" y="3303"/>
                  </a:cubicBezTo>
                  <a:cubicBezTo>
                    <a:pt x="4845" y="3303"/>
                    <a:pt x="4848" y="3322"/>
                    <a:pt x="4893" y="3347"/>
                  </a:cubicBezTo>
                  <a:lnTo>
                    <a:pt x="4867" y="3340"/>
                  </a:lnTo>
                  <a:cubicBezTo>
                    <a:pt x="4863" y="3339"/>
                    <a:pt x="4860" y="3338"/>
                    <a:pt x="4856" y="3338"/>
                  </a:cubicBezTo>
                  <a:cubicBezTo>
                    <a:pt x="4842" y="3338"/>
                    <a:pt x="4841" y="3356"/>
                    <a:pt x="4852" y="3387"/>
                  </a:cubicBezTo>
                  <a:cubicBezTo>
                    <a:pt x="4846" y="3403"/>
                    <a:pt x="4886" y="3437"/>
                    <a:pt x="4911" y="3444"/>
                  </a:cubicBezTo>
                  <a:cubicBezTo>
                    <a:pt x="4933" y="3453"/>
                    <a:pt x="4927" y="3469"/>
                    <a:pt x="4927" y="3469"/>
                  </a:cubicBezTo>
                  <a:cubicBezTo>
                    <a:pt x="4923" y="3480"/>
                    <a:pt x="4922" y="3484"/>
                    <a:pt x="4917" y="3484"/>
                  </a:cubicBezTo>
                  <a:cubicBezTo>
                    <a:pt x="4913" y="3484"/>
                    <a:pt x="4908" y="3482"/>
                    <a:pt x="4899" y="3478"/>
                  </a:cubicBezTo>
                  <a:cubicBezTo>
                    <a:pt x="4890" y="3475"/>
                    <a:pt x="4882" y="3473"/>
                    <a:pt x="4875" y="3473"/>
                  </a:cubicBezTo>
                  <a:cubicBezTo>
                    <a:pt x="4849" y="3473"/>
                    <a:pt x="4847" y="3501"/>
                    <a:pt x="4880" y="3528"/>
                  </a:cubicBezTo>
                  <a:lnTo>
                    <a:pt x="4855" y="3519"/>
                  </a:lnTo>
                  <a:cubicBezTo>
                    <a:pt x="4850" y="3517"/>
                    <a:pt x="4845" y="3516"/>
                    <a:pt x="4840" y="3516"/>
                  </a:cubicBezTo>
                  <a:cubicBezTo>
                    <a:pt x="4820" y="3516"/>
                    <a:pt x="4802" y="3535"/>
                    <a:pt x="4792" y="3607"/>
                  </a:cubicBezTo>
                  <a:cubicBezTo>
                    <a:pt x="4767" y="3661"/>
                    <a:pt x="4743" y="3705"/>
                    <a:pt x="4723" y="3705"/>
                  </a:cubicBezTo>
                  <a:cubicBezTo>
                    <a:pt x="4721" y="3705"/>
                    <a:pt x="4719" y="3705"/>
                    <a:pt x="4717" y="3704"/>
                  </a:cubicBezTo>
                  <a:cubicBezTo>
                    <a:pt x="4716" y="3703"/>
                    <a:pt x="4714" y="3703"/>
                    <a:pt x="4713" y="3703"/>
                  </a:cubicBezTo>
                  <a:cubicBezTo>
                    <a:pt x="4697" y="3703"/>
                    <a:pt x="4712" y="3780"/>
                    <a:pt x="4736" y="3829"/>
                  </a:cubicBezTo>
                  <a:cubicBezTo>
                    <a:pt x="4731" y="3827"/>
                    <a:pt x="4727" y="3826"/>
                    <a:pt x="4723" y="3826"/>
                  </a:cubicBezTo>
                  <a:cubicBezTo>
                    <a:pt x="4709" y="3826"/>
                    <a:pt x="4700" y="3839"/>
                    <a:pt x="4686" y="3864"/>
                  </a:cubicBezTo>
                  <a:cubicBezTo>
                    <a:pt x="4667" y="3892"/>
                    <a:pt x="4661" y="3902"/>
                    <a:pt x="4653" y="3902"/>
                  </a:cubicBezTo>
                  <a:cubicBezTo>
                    <a:pt x="4648" y="3902"/>
                    <a:pt x="4643" y="3899"/>
                    <a:pt x="4636" y="3895"/>
                  </a:cubicBezTo>
                  <a:cubicBezTo>
                    <a:pt x="4621" y="3876"/>
                    <a:pt x="4613" y="3865"/>
                    <a:pt x="4611" y="3865"/>
                  </a:cubicBezTo>
                  <a:lnTo>
                    <a:pt x="4611" y="3865"/>
                  </a:lnTo>
                  <a:cubicBezTo>
                    <a:pt x="4610" y="3865"/>
                    <a:pt x="4616" y="3878"/>
                    <a:pt x="4629" y="3908"/>
                  </a:cubicBezTo>
                  <a:cubicBezTo>
                    <a:pt x="4652" y="3940"/>
                    <a:pt x="4631" y="3965"/>
                    <a:pt x="4602" y="3965"/>
                  </a:cubicBezTo>
                  <a:cubicBezTo>
                    <a:pt x="4592" y="3965"/>
                    <a:pt x="4581" y="3962"/>
                    <a:pt x="4570" y="3955"/>
                  </a:cubicBezTo>
                  <a:cubicBezTo>
                    <a:pt x="4565" y="3950"/>
                    <a:pt x="4560" y="3948"/>
                    <a:pt x="4556" y="3948"/>
                  </a:cubicBezTo>
                  <a:cubicBezTo>
                    <a:pt x="4545" y="3948"/>
                    <a:pt x="4536" y="3961"/>
                    <a:pt x="4520" y="3980"/>
                  </a:cubicBezTo>
                  <a:cubicBezTo>
                    <a:pt x="4529" y="4008"/>
                    <a:pt x="4510" y="4036"/>
                    <a:pt x="4488" y="4061"/>
                  </a:cubicBezTo>
                  <a:cubicBezTo>
                    <a:pt x="4457" y="4102"/>
                    <a:pt x="4457" y="4102"/>
                    <a:pt x="4498" y="4133"/>
                  </a:cubicBezTo>
                  <a:cubicBezTo>
                    <a:pt x="4535" y="4165"/>
                    <a:pt x="4526" y="4180"/>
                    <a:pt x="4504" y="4208"/>
                  </a:cubicBezTo>
                  <a:cubicBezTo>
                    <a:pt x="4496" y="4217"/>
                    <a:pt x="4487" y="4225"/>
                    <a:pt x="4477" y="4225"/>
                  </a:cubicBezTo>
                  <a:cubicBezTo>
                    <a:pt x="4472" y="4225"/>
                    <a:pt x="4466" y="4223"/>
                    <a:pt x="4460" y="4218"/>
                  </a:cubicBezTo>
                  <a:cubicBezTo>
                    <a:pt x="4460" y="4218"/>
                    <a:pt x="4457" y="4217"/>
                    <a:pt x="4452" y="4217"/>
                  </a:cubicBezTo>
                  <a:cubicBezTo>
                    <a:pt x="4441" y="4217"/>
                    <a:pt x="4425" y="4219"/>
                    <a:pt x="4416" y="4227"/>
                  </a:cubicBezTo>
                  <a:cubicBezTo>
                    <a:pt x="4410" y="4236"/>
                    <a:pt x="4402" y="4244"/>
                    <a:pt x="4392" y="4244"/>
                  </a:cubicBezTo>
                  <a:cubicBezTo>
                    <a:pt x="4387" y="4244"/>
                    <a:pt x="4382" y="4242"/>
                    <a:pt x="4375" y="4237"/>
                  </a:cubicBezTo>
                  <a:cubicBezTo>
                    <a:pt x="4372" y="4236"/>
                    <a:pt x="4368" y="4236"/>
                    <a:pt x="4365" y="4236"/>
                  </a:cubicBezTo>
                  <a:cubicBezTo>
                    <a:pt x="4347" y="4236"/>
                    <a:pt x="4333" y="4242"/>
                    <a:pt x="4322" y="4255"/>
                  </a:cubicBezTo>
                  <a:cubicBezTo>
                    <a:pt x="4303" y="4274"/>
                    <a:pt x="4286" y="4293"/>
                    <a:pt x="4271" y="4293"/>
                  </a:cubicBezTo>
                  <a:cubicBezTo>
                    <a:pt x="4266" y="4293"/>
                    <a:pt x="4261" y="4291"/>
                    <a:pt x="4256" y="4287"/>
                  </a:cubicBezTo>
                  <a:lnTo>
                    <a:pt x="4256" y="4287"/>
                  </a:lnTo>
                  <a:cubicBezTo>
                    <a:pt x="4244" y="4299"/>
                    <a:pt x="4244" y="4299"/>
                    <a:pt x="4263" y="4318"/>
                  </a:cubicBezTo>
                  <a:cubicBezTo>
                    <a:pt x="4278" y="4334"/>
                    <a:pt x="4285" y="4365"/>
                    <a:pt x="4216" y="4393"/>
                  </a:cubicBezTo>
                  <a:cubicBezTo>
                    <a:pt x="4191" y="4415"/>
                    <a:pt x="4150" y="4450"/>
                    <a:pt x="4166" y="4468"/>
                  </a:cubicBezTo>
                  <a:cubicBezTo>
                    <a:pt x="4160" y="4474"/>
                    <a:pt x="4157" y="4477"/>
                    <a:pt x="4154" y="4477"/>
                  </a:cubicBezTo>
                  <a:cubicBezTo>
                    <a:pt x="4150" y="4477"/>
                    <a:pt x="4146" y="4473"/>
                    <a:pt x="4137" y="4462"/>
                  </a:cubicBezTo>
                  <a:cubicBezTo>
                    <a:pt x="4126" y="4448"/>
                    <a:pt x="4116" y="4441"/>
                    <a:pt x="4108" y="4441"/>
                  </a:cubicBezTo>
                  <a:cubicBezTo>
                    <a:pt x="4092" y="4441"/>
                    <a:pt x="4082" y="4464"/>
                    <a:pt x="4084" y="4503"/>
                  </a:cubicBezTo>
                  <a:cubicBezTo>
                    <a:pt x="4096" y="4517"/>
                    <a:pt x="4090" y="4525"/>
                    <a:pt x="4075" y="4525"/>
                  </a:cubicBezTo>
                  <a:cubicBezTo>
                    <a:pt x="4070" y="4525"/>
                    <a:pt x="4063" y="4524"/>
                    <a:pt x="4056" y="4522"/>
                  </a:cubicBezTo>
                  <a:cubicBezTo>
                    <a:pt x="4043" y="4534"/>
                    <a:pt x="4040" y="4550"/>
                    <a:pt x="4043" y="4563"/>
                  </a:cubicBezTo>
                  <a:cubicBezTo>
                    <a:pt x="4043" y="4594"/>
                    <a:pt x="4043" y="4594"/>
                    <a:pt x="3999" y="4594"/>
                  </a:cubicBezTo>
                  <a:cubicBezTo>
                    <a:pt x="3994" y="4585"/>
                    <a:pt x="3989" y="4582"/>
                    <a:pt x="3983" y="4582"/>
                  </a:cubicBezTo>
                  <a:cubicBezTo>
                    <a:pt x="3975" y="4582"/>
                    <a:pt x="3966" y="4588"/>
                    <a:pt x="3959" y="4594"/>
                  </a:cubicBezTo>
                  <a:cubicBezTo>
                    <a:pt x="3944" y="4632"/>
                    <a:pt x="3801" y="4718"/>
                    <a:pt x="3760" y="4718"/>
                  </a:cubicBezTo>
                  <a:cubicBezTo>
                    <a:pt x="3756" y="4718"/>
                    <a:pt x="3754" y="4717"/>
                    <a:pt x="3752" y="4716"/>
                  </a:cubicBezTo>
                  <a:cubicBezTo>
                    <a:pt x="3749" y="4747"/>
                    <a:pt x="3749" y="4747"/>
                    <a:pt x="3733" y="4754"/>
                  </a:cubicBezTo>
                  <a:cubicBezTo>
                    <a:pt x="3720" y="4742"/>
                    <a:pt x="3711" y="4737"/>
                    <a:pt x="3705" y="4737"/>
                  </a:cubicBezTo>
                  <a:cubicBezTo>
                    <a:pt x="3693" y="4737"/>
                    <a:pt x="3696" y="4761"/>
                    <a:pt x="3711" y="4791"/>
                  </a:cubicBezTo>
                  <a:lnTo>
                    <a:pt x="3727" y="4785"/>
                  </a:lnTo>
                  <a:lnTo>
                    <a:pt x="3742" y="4776"/>
                  </a:lnTo>
                  <a:lnTo>
                    <a:pt x="3742" y="4776"/>
                  </a:lnTo>
                  <a:cubicBezTo>
                    <a:pt x="3756" y="4801"/>
                    <a:pt x="3747" y="4819"/>
                    <a:pt x="3732" y="4819"/>
                  </a:cubicBezTo>
                  <a:cubicBezTo>
                    <a:pt x="3718" y="4819"/>
                    <a:pt x="3700" y="4807"/>
                    <a:pt x="3686" y="4776"/>
                  </a:cubicBezTo>
                  <a:cubicBezTo>
                    <a:pt x="3667" y="4758"/>
                    <a:pt x="3658" y="4749"/>
                    <a:pt x="3654" y="4749"/>
                  </a:cubicBezTo>
                  <a:cubicBezTo>
                    <a:pt x="3649" y="4749"/>
                    <a:pt x="3651" y="4762"/>
                    <a:pt x="3655" y="4791"/>
                  </a:cubicBezTo>
                  <a:cubicBezTo>
                    <a:pt x="3657" y="4822"/>
                    <a:pt x="3652" y="4837"/>
                    <a:pt x="3641" y="4837"/>
                  </a:cubicBezTo>
                  <a:cubicBezTo>
                    <a:pt x="3633" y="4837"/>
                    <a:pt x="3622" y="4829"/>
                    <a:pt x="3608" y="4813"/>
                  </a:cubicBezTo>
                  <a:cubicBezTo>
                    <a:pt x="3597" y="4790"/>
                    <a:pt x="3592" y="4779"/>
                    <a:pt x="3589" y="4779"/>
                  </a:cubicBezTo>
                  <a:lnTo>
                    <a:pt x="3589" y="4779"/>
                  </a:lnTo>
                  <a:cubicBezTo>
                    <a:pt x="3587" y="4779"/>
                    <a:pt x="3589" y="4792"/>
                    <a:pt x="3592" y="4819"/>
                  </a:cubicBezTo>
                  <a:cubicBezTo>
                    <a:pt x="3598" y="4887"/>
                    <a:pt x="3582" y="4928"/>
                    <a:pt x="3561" y="4928"/>
                  </a:cubicBezTo>
                  <a:cubicBezTo>
                    <a:pt x="3548" y="4928"/>
                    <a:pt x="3533" y="4912"/>
                    <a:pt x="3520" y="4876"/>
                  </a:cubicBezTo>
                  <a:cubicBezTo>
                    <a:pt x="3503" y="4835"/>
                    <a:pt x="3482" y="4815"/>
                    <a:pt x="3467" y="4815"/>
                  </a:cubicBezTo>
                  <a:cubicBezTo>
                    <a:pt x="3464" y="4815"/>
                    <a:pt x="3462" y="4816"/>
                    <a:pt x="3460" y="4816"/>
                  </a:cubicBezTo>
                  <a:cubicBezTo>
                    <a:pt x="3445" y="4823"/>
                    <a:pt x="3451" y="4845"/>
                    <a:pt x="3460" y="4870"/>
                  </a:cubicBezTo>
                  <a:cubicBezTo>
                    <a:pt x="3480" y="4893"/>
                    <a:pt x="3483" y="4905"/>
                    <a:pt x="3474" y="4905"/>
                  </a:cubicBezTo>
                  <a:cubicBezTo>
                    <a:pt x="3466" y="4905"/>
                    <a:pt x="3451" y="4897"/>
                    <a:pt x="3429" y="4882"/>
                  </a:cubicBezTo>
                  <a:cubicBezTo>
                    <a:pt x="3396" y="4857"/>
                    <a:pt x="3372" y="4846"/>
                    <a:pt x="3352" y="4846"/>
                  </a:cubicBezTo>
                  <a:cubicBezTo>
                    <a:pt x="3327" y="4846"/>
                    <a:pt x="3309" y="4864"/>
                    <a:pt x="3288" y="4898"/>
                  </a:cubicBezTo>
                  <a:cubicBezTo>
                    <a:pt x="3259" y="4934"/>
                    <a:pt x="3230" y="4954"/>
                    <a:pt x="3217" y="4954"/>
                  </a:cubicBezTo>
                  <a:cubicBezTo>
                    <a:pt x="3206" y="4954"/>
                    <a:pt x="3205" y="4941"/>
                    <a:pt x="3222" y="4913"/>
                  </a:cubicBezTo>
                  <a:cubicBezTo>
                    <a:pt x="3235" y="4882"/>
                    <a:pt x="3240" y="4868"/>
                    <a:pt x="3237" y="4868"/>
                  </a:cubicBezTo>
                  <a:lnTo>
                    <a:pt x="3237" y="4868"/>
                  </a:lnTo>
                  <a:cubicBezTo>
                    <a:pt x="3235" y="4868"/>
                    <a:pt x="3228" y="4876"/>
                    <a:pt x="3216" y="4892"/>
                  </a:cubicBezTo>
                  <a:cubicBezTo>
                    <a:pt x="3185" y="4898"/>
                    <a:pt x="3150" y="4907"/>
                    <a:pt x="3134" y="4910"/>
                  </a:cubicBezTo>
                  <a:cubicBezTo>
                    <a:pt x="3119" y="4913"/>
                    <a:pt x="3106" y="4942"/>
                    <a:pt x="3109" y="4967"/>
                  </a:cubicBezTo>
                  <a:cubicBezTo>
                    <a:pt x="3095" y="4940"/>
                    <a:pt x="3076" y="4922"/>
                    <a:pt x="3058" y="4922"/>
                  </a:cubicBezTo>
                  <a:cubicBezTo>
                    <a:pt x="3045" y="4922"/>
                    <a:pt x="3032" y="4932"/>
                    <a:pt x="3022" y="4954"/>
                  </a:cubicBezTo>
                  <a:lnTo>
                    <a:pt x="2987" y="4960"/>
                  </a:lnTo>
                  <a:cubicBezTo>
                    <a:pt x="2972" y="4960"/>
                    <a:pt x="2972" y="4960"/>
                    <a:pt x="2956" y="4989"/>
                  </a:cubicBezTo>
                  <a:cubicBezTo>
                    <a:pt x="2952" y="4998"/>
                    <a:pt x="2946" y="5002"/>
                    <a:pt x="2941" y="5002"/>
                  </a:cubicBezTo>
                  <a:cubicBezTo>
                    <a:pt x="2929" y="5002"/>
                    <a:pt x="2915" y="4987"/>
                    <a:pt x="2903" y="4970"/>
                  </a:cubicBezTo>
                  <a:cubicBezTo>
                    <a:pt x="2889" y="4954"/>
                    <a:pt x="2876" y="4937"/>
                    <a:pt x="2869" y="4937"/>
                  </a:cubicBezTo>
                  <a:cubicBezTo>
                    <a:pt x="2867" y="4937"/>
                    <a:pt x="2865" y="4941"/>
                    <a:pt x="2865" y="4948"/>
                  </a:cubicBezTo>
                  <a:cubicBezTo>
                    <a:pt x="2868" y="4973"/>
                    <a:pt x="2837" y="5001"/>
                    <a:pt x="2821" y="5026"/>
                  </a:cubicBezTo>
                  <a:cubicBezTo>
                    <a:pt x="2816" y="5034"/>
                    <a:pt x="2811" y="5037"/>
                    <a:pt x="2807" y="5037"/>
                  </a:cubicBezTo>
                  <a:cubicBezTo>
                    <a:pt x="2797" y="5037"/>
                    <a:pt x="2791" y="5021"/>
                    <a:pt x="2802" y="5001"/>
                  </a:cubicBezTo>
                  <a:cubicBezTo>
                    <a:pt x="2799" y="4976"/>
                    <a:pt x="2799" y="4976"/>
                    <a:pt x="2765" y="4954"/>
                  </a:cubicBezTo>
                  <a:cubicBezTo>
                    <a:pt x="2749" y="4954"/>
                    <a:pt x="2715" y="4954"/>
                    <a:pt x="2715" y="4979"/>
                  </a:cubicBezTo>
                  <a:cubicBezTo>
                    <a:pt x="2715" y="4993"/>
                    <a:pt x="2689" y="5000"/>
                    <a:pt x="2661" y="5000"/>
                  </a:cubicBezTo>
                  <a:cubicBezTo>
                    <a:pt x="2633" y="5000"/>
                    <a:pt x="2603" y="4993"/>
                    <a:pt x="2595" y="4979"/>
                  </a:cubicBezTo>
                  <a:lnTo>
                    <a:pt x="2561" y="4976"/>
                  </a:lnTo>
                  <a:cubicBezTo>
                    <a:pt x="2546" y="4976"/>
                    <a:pt x="2529" y="4998"/>
                    <a:pt x="2511" y="4998"/>
                  </a:cubicBezTo>
                  <a:cubicBezTo>
                    <a:pt x="2510" y="4998"/>
                    <a:pt x="2509" y="4998"/>
                    <a:pt x="2508" y="4998"/>
                  </a:cubicBezTo>
                  <a:cubicBezTo>
                    <a:pt x="2508" y="4998"/>
                    <a:pt x="2492" y="4998"/>
                    <a:pt x="2473" y="5023"/>
                  </a:cubicBezTo>
                  <a:cubicBezTo>
                    <a:pt x="2454" y="5020"/>
                    <a:pt x="2436" y="5020"/>
                    <a:pt x="2439" y="4995"/>
                  </a:cubicBezTo>
                  <a:lnTo>
                    <a:pt x="2439" y="4995"/>
                  </a:lnTo>
                  <a:cubicBezTo>
                    <a:pt x="2428" y="5020"/>
                    <a:pt x="2423" y="5032"/>
                    <a:pt x="2418" y="5032"/>
                  </a:cubicBezTo>
                  <a:cubicBezTo>
                    <a:pt x="2414" y="5032"/>
                    <a:pt x="2411" y="5019"/>
                    <a:pt x="2404" y="4992"/>
                  </a:cubicBezTo>
                  <a:cubicBezTo>
                    <a:pt x="2408" y="4966"/>
                    <a:pt x="2409" y="4954"/>
                    <a:pt x="2407" y="4954"/>
                  </a:cubicBezTo>
                  <a:lnTo>
                    <a:pt x="2407" y="4954"/>
                  </a:lnTo>
                  <a:cubicBezTo>
                    <a:pt x="2405" y="4954"/>
                    <a:pt x="2399" y="4966"/>
                    <a:pt x="2389" y="4989"/>
                  </a:cubicBezTo>
                  <a:cubicBezTo>
                    <a:pt x="2378" y="4999"/>
                    <a:pt x="2373" y="5005"/>
                    <a:pt x="2368" y="5005"/>
                  </a:cubicBezTo>
                  <a:cubicBezTo>
                    <a:pt x="2364" y="5005"/>
                    <a:pt x="2361" y="4999"/>
                    <a:pt x="2354" y="4986"/>
                  </a:cubicBezTo>
                  <a:cubicBezTo>
                    <a:pt x="2356" y="4972"/>
                    <a:pt x="2352" y="4965"/>
                    <a:pt x="2348" y="4965"/>
                  </a:cubicBezTo>
                  <a:cubicBezTo>
                    <a:pt x="2344" y="4965"/>
                    <a:pt x="2340" y="4971"/>
                    <a:pt x="2339" y="4982"/>
                  </a:cubicBezTo>
                  <a:cubicBezTo>
                    <a:pt x="2324" y="5009"/>
                    <a:pt x="2300" y="5026"/>
                    <a:pt x="2282" y="5026"/>
                  </a:cubicBezTo>
                  <a:cubicBezTo>
                    <a:pt x="2269" y="5026"/>
                    <a:pt x="2261" y="5016"/>
                    <a:pt x="2263" y="4995"/>
                  </a:cubicBezTo>
                  <a:cubicBezTo>
                    <a:pt x="2263" y="4995"/>
                    <a:pt x="2263" y="4995"/>
                    <a:pt x="2261" y="4995"/>
                  </a:cubicBezTo>
                  <a:cubicBezTo>
                    <a:pt x="2256" y="4995"/>
                    <a:pt x="2243" y="4997"/>
                    <a:pt x="2226" y="5014"/>
                  </a:cubicBezTo>
                  <a:cubicBezTo>
                    <a:pt x="2213" y="5037"/>
                    <a:pt x="2206" y="5049"/>
                    <a:pt x="2204" y="5049"/>
                  </a:cubicBezTo>
                  <a:cubicBezTo>
                    <a:pt x="2201" y="5049"/>
                    <a:pt x="2202" y="5036"/>
                    <a:pt x="2207" y="5011"/>
                  </a:cubicBezTo>
                  <a:cubicBezTo>
                    <a:pt x="2204" y="4983"/>
                    <a:pt x="2198" y="4969"/>
                    <a:pt x="2189" y="4969"/>
                  </a:cubicBezTo>
                  <a:cubicBezTo>
                    <a:pt x="2181" y="4969"/>
                    <a:pt x="2170" y="4980"/>
                    <a:pt x="2157" y="5001"/>
                  </a:cubicBezTo>
                  <a:cubicBezTo>
                    <a:pt x="2152" y="5006"/>
                    <a:pt x="2147" y="5008"/>
                    <a:pt x="2142" y="5008"/>
                  </a:cubicBezTo>
                  <a:cubicBezTo>
                    <a:pt x="2133" y="5008"/>
                    <a:pt x="2124" y="5002"/>
                    <a:pt x="2122" y="4992"/>
                  </a:cubicBezTo>
                  <a:cubicBezTo>
                    <a:pt x="2103" y="4968"/>
                    <a:pt x="2053" y="4937"/>
                    <a:pt x="2024" y="4937"/>
                  </a:cubicBezTo>
                  <a:cubicBezTo>
                    <a:pt x="2011" y="4937"/>
                    <a:pt x="2002" y="4944"/>
                    <a:pt x="2003" y="4960"/>
                  </a:cubicBezTo>
                  <a:lnTo>
                    <a:pt x="1969" y="4951"/>
                  </a:lnTo>
                  <a:cubicBezTo>
                    <a:pt x="1952" y="4931"/>
                    <a:pt x="1940" y="4920"/>
                    <a:pt x="1926" y="4920"/>
                  </a:cubicBezTo>
                  <a:cubicBezTo>
                    <a:pt x="1919" y="4920"/>
                    <a:pt x="1912" y="4923"/>
                    <a:pt x="1903" y="4929"/>
                  </a:cubicBezTo>
                  <a:lnTo>
                    <a:pt x="1878" y="4948"/>
                  </a:lnTo>
                  <a:cubicBezTo>
                    <a:pt x="1887" y="4923"/>
                    <a:pt x="1878" y="4895"/>
                    <a:pt x="1862" y="4888"/>
                  </a:cubicBezTo>
                  <a:cubicBezTo>
                    <a:pt x="1857" y="4886"/>
                    <a:pt x="1853" y="4885"/>
                    <a:pt x="1850" y="4885"/>
                  </a:cubicBezTo>
                  <a:cubicBezTo>
                    <a:pt x="1845" y="4885"/>
                    <a:pt x="1843" y="4890"/>
                    <a:pt x="1837" y="4904"/>
                  </a:cubicBezTo>
                  <a:cubicBezTo>
                    <a:pt x="1843" y="4923"/>
                    <a:pt x="1838" y="4928"/>
                    <a:pt x="1831" y="4928"/>
                  </a:cubicBezTo>
                  <a:cubicBezTo>
                    <a:pt x="1825" y="4928"/>
                    <a:pt x="1818" y="4925"/>
                    <a:pt x="1812" y="4923"/>
                  </a:cubicBezTo>
                  <a:cubicBezTo>
                    <a:pt x="1796" y="4917"/>
                    <a:pt x="1787" y="4885"/>
                    <a:pt x="1796" y="4863"/>
                  </a:cubicBezTo>
                  <a:lnTo>
                    <a:pt x="1781" y="4857"/>
                  </a:lnTo>
                  <a:cubicBezTo>
                    <a:pt x="1771" y="4882"/>
                    <a:pt x="1762" y="4892"/>
                    <a:pt x="1757" y="4892"/>
                  </a:cubicBezTo>
                  <a:cubicBezTo>
                    <a:pt x="1752" y="4892"/>
                    <a:pt x="1751" y="4884"/>
                    <a:pt x="1756" y="4873"/>
                  </a:cubicBezTo>
                  <a:cubicBezTo>
                    <a:pt x="1749" y="4854"/>
                    <a:pt x="1737" y="4835"/>
                    <a:pt x="1718" y="4829"/>
                  </a:cubicBezTo>
                  <a:cubicBezTo>
                    <a:pt x="1714" y="4836"/>
                    <a:pt x="1711" y="4839"/>
                    <a:pt x="1710" y="4839"/>
                  </a:cubicBezTo>
                  <a:cubicBezTo>
                    <a:pt x="1706" y="4839"/>
                    <a:pt x="1707" y="4828"/>
                    <a:pt x="1714" y="4828"/>
                  </a:cubicBezTo>
                  <a:cubicBezTo>
                    <a:pt x="1715" y="4828"/>
                    <a:pt x="1717" y="4828"/>
                    <a:pt x="1718" y="4829"/>
                  </a:cubicBezTo>
                  <a:lnTo>
                    <a:pt x="1727" y="4807"/>
                  </a:lnTo>
                  <a:cubicBezTo>
                    <a:pt x="1725" y="4796"/>
                    <a:pt x="1723" y="4792"/>
                    <a:pt x="1720" y="4792"/>
                  </a:cubicBezTo>
                  <a:cubicBezTo>
                    <a:pt x="1715" y="4792"/>
                    <a:pt x="1709" y="4808"/>
                    <a:pt x="1702" y="4823"/>
                  </a:cubicBezTo>
                  <a:cubicBezTo>
                    <a:pt x="1702" y="4823"/>
                    <a:pt x="1687" y="4813"/>
                    <a:pt x="1671" y="4807"/>
                  </a:cubicBezTo>
                  <a:cubicBezTo>
                    <a:pt x="1664" y="4804"/>
                    <a:pt x="1657" y="4801"/>
                    <a:pt x="1651" y="4801"/>
                  </a:cubicBezTo>
                  <a:cubicBezTo>
                    <a:pt x="1645" y="4801"/>
                    <a:pt x="1641" y="4806"/>
                    <a:pt x="1643" y="4823"/>
                  </a:cubicBezTo>
                  <a:cubicBezTo>
                    <a:pt x="1635" y="4842"/>
                    <a:pt x="1624" y="4861"/>
                    <a:pt x="1611" y="4861"/>
                  </a:cubicBezTo>
                  <a:cubicBezTo>
                    <a:pt x="1609" y="4861"/>
                    <a:pt x="1607" y="4861"/>
                    <a:pt x="1605" y="4860"/>
                  </a:cubicBezTo>
                  <a:cubicBezTo>
                    <a:pt x="1603" y="4866"/>
                    <a:pt x="1600" y="4868"/>
                    <a:pt x="1599" y="4868"/>
                  </a:cubicBezTo>
                  <a:cubicBezTo>
                    <a:pt x="1595" y="4868"/>
                    <a:pt x="1594" y="4858"/>
                    <a:pt x="1600" y="4858"/>
                  </a:cubicBezTo>
                  <a:cubicBezTo>
                    <a:pt x="1601" y="4858"/>
                    <a:pt x="1603" y="4859"/>
                    <a:pt x="1605" y="4860"/>
                  </a:cubicBezTo>
                  <a:cubicBezTo>
                    <a:pt x="1618" y="4838"/>
                    <a:pt x="1627" y="4813"/>
                    <a:pt x="1611" y="4807"/>
                  </a:cubicBezTo>
                  <a:cubicBezTo>
                    <a:pt x="1596" y="4798"/>
                    <a:pt x="1608" y="4776"/>
                    <a:pt x="1608" y="4776"/>
                  </a:cubicBezTo>
                  <a:cubicBezTo>
                    <a:pt x="1635" y="4749"/>
                    <a:pt x="1607" y="4738"/>
                    <a:pt x="1579" y="4738"/>
                  </a:cubicBezTo>
                  <a:cubicBezTo>
                    <a:pt x="1567" y="4738"/>
                    <a:pt x="1554" y="4740"/>
                    <a:pt x="1546" y="4744"/>
                  </a:cubicBezTo>
                  <a:cubicBezTo>
                    <a:pt x="1524" y="4756"/>
                    <a:pt x="1509" y="4762"/>
                    <a:pt x="1499" y="4762"/>
                  </a:cubicBezTo>
                  <a:cubicBezTo>
                    <a:pt x="1483" y="4762"/>
                    <a:pt x="1483" y="4747"/>
                    <a:pt x="1499" y="4719"/>
                  </a:cubicBezTo>
                  <a:cubicBezTo>
                    <a:pt x="1507" y="4704"/>
                    <a:pt x="1507" y="4697"/>
                    <a:pt x="1499" y="4697"/>
                  </a:cubicBezTo>
                  <a:cubicBezTo>
                    <a:pt x="1486" y="4697"/>
                    <a:pt x="1452" y="4720"/>
                    <a:pt x="1417" y="4757"/>
                  </a:cubicBezTo>
                  <a:lnTo>
                    <a:pt x="1361" y="4813"/>
                  </a:lnTo>
                  <a:lnTo>
                    <a:pt x="1402" y="4747"/>
                  </a:lnTo>
                  <a:cubicBezTo>
                    <a:pt x="1429" y="4678"/>
                    <a:pt x="1436" y="4660"/>
                    <a:pt x="1412" y="4660"/>
                  </a:cubicBezTo>
                  <a:cubicBezTo>
                    <a:pt x="1402" y="4660"/>
                    <a:pt x="1387" y="4662"/>
                    <a:pt x="1367" y="4666"/>
                  </a:cubicBezTo>
                  <a:cubicBezTo>
                    <a:pt x="1355" y="4667"/>
                    <a:pt x="1346" y="4667"/>
                    <a:pt x="1340" y="4667"/>
                  </a:cubicBezTo>
                  <a:cubicBezTo>
                    <a:pt x="1324" y="4667"/>
                    <a:pt x="1327" y="4663"/>
                    <a:pt x="1339" y="4647"/>
                  </a:cubicBezTo>
                  <a:cubicBezTo>
                    <a:pt x="1351" y="4628"/>
                    <a:pt x="1336" y="4619"/>
                    <a:pt x="1295" y="4588"/>
                  </a:cubicBezTo>
                  <a:cubicBezTo>
                    <a:pt x="1268" y="4567"/>
                    <a:pt x="1254" y="4555"/>
                    <a:pt x="1242" y="4555"/>
                  </a:cubicBezTo>
                  <a:cubicBezTo>
                    <a:pt x="1236" y="4555"/>
                    <a:pt x="1231" y="4558"/>
                    <a:pt x="1226" y="4566"/>
                  </a:cubicBezTo>
                  <a:lnTo>
                    <a:pt x="1198" y="4544"/>
                  </a:lnTo>
                  <a:cubicBezTo>
                    <a:pt x="1207" y="4518"/>
                    <a:pt x="1201" y="4506"/>
                    <a:pt x="1189" y="4506"/>
                  </a:cubicBezTo>
                  <a:cubicBezTo>
                    <a:pt x="1178" y="4506"/>
                    <a:pt x="1163" y="4517"/>
                    <a:pt x="1154" y="4541"/>
                  </a:cubicBezTo>
                  <a:lnTo>
                    <a:pt x="1126" y="4522"/>
                  </a:lnTo>
                  <a:lnTo>
                    <a:pt x="1141" y="4500"/>
                  </a:lnTo>
                  <a:cubicBezTo>
                    <a:pt x="1157" y="4481"/>
                    <a:pt x="1132" y="4459"/>
                    <a:pt x="1032" y="4365"/>
                  </a:cubicBezTo>
                  <a:cubicBezTo>
                    <a:pt x="954" y="4288"/>
                    <a:pt x="928" y="4255"/>
                    <a:pt x="905" y="4255"/>
                  </a:cubicBezTo>
                  <a:cubicBezTo>
                    <a:pt x="896" y="4255"/>
                    <a:pt x="887" y="4261"/>
                    <a:pt x="875" y="4271"/>
                  </a:cubicBezTo>
                  <a:cubicBezTo>
                    <a:pt x="859" y="4278"/>
                    <a:pt x="847" y="4281"/>
                    <a:pt x="839" y="4281"/>
                  </a:cubicBezTo>
                  <a:cubicBezTo>
                    <a:pt x="822" y="4281"/>
                    <a:pt x="824" y="4267"/>
                    <a:pt x="850" y="4246"/>
                  </a:cubicBezTo>
                  <a:cubicBezTo>
                    <a:pt x="867" y="4231"/>
                    <a:pt x="875" y="4210"/>
                    <a:pt x="868" y="4210"/>
                  </a:cubicBezTo>
                  <a:cubicBezTo>
                    <a:pt x="866" y="4210"/>
                    <a:pt x="863" y="4211"/>
                    <a:pt x="859" y="4215"/>
                  </a:cubicBezTo>
                  <a:cubicBezTo>
                    <a:pt x="847" y="4202"/>
                    <a:pt x="841" y="4180"/>
                    <a:pt x="844" y="4161"/>
                  </a:cubicBezTo>
                  <a:cubicBezTo>
                    <a:pt x="850" y="4111"/>
                    <a:pt x="838" y="4096"/>
                    <a:pt x="824" y="4096"/>
                  </a:cubicBezTo>
                  <a:cubicBezTo>
                    <a:pt x="817" y="4096"/>
                    <a:pt x="809" y="4100"/>
                    <a:pt x="803" y="4105"/>
                  </a:cubicBezTo>
                  <a:cubicBezTo>
                    <a:pt x="791" y="4121"/>
                    <a:pt x="786" y="4128"/>
                    <a:pt x="784" y="4128"/>
                  </a:cubicBezTo>
                  <a:cubicBezTo>
                    <a:pt x="780" y="4128"/>
                    <a:pt x="788" y="4109"/>
                    <a:pt x="794" y="4089"/>
                  </a:cubicBezTo>
                  <a:cubicBezTo>
                    <a:pt x="801" y="4067"/>
                    <a:pt x="809" y="4044"/>
                    <a:pt x="802" y="4044"/>
                  </a:cubicBezTo>
                  <a:cubicBezTo>
                    <a:pt x="800" y="4044"/>
                    <a:pt x="797" y="4045"/>
                    <a:pt x="794" y="4049"/>
                  </a:cubicBezTo>
                  <a:cubicBezTo>
                    <a:pt x="762" y="4049"/>
                    <a:pt x="678" y="3980"/>
                    <a:pt x="725" y="3951"/>
                  </a:cubicBezTo>
                  <a:lnTo>
                    <a:pt x="706" y="3920"/>
                  </a:lnTo>
                  <a:cubicBezTo>
                    <a:pt x="702" y="3923"/>
                    <a:pt x="698" y="3924"/>
                    <a:pt x="694" y="3924"/>
                  </a:cubicBezTo>
                  <a:cubicBezTo>
                    <a:pt x="678" y="3924"/>
                    <a:pt x="665" y="3899"/>
                    <a:pt x="649" y="3876"/>
                  </a:cubicBezTo>
                  <a:cubicBezTo>
                    <a:pt x="631" y="3845"/>
                    <a:pt x="624" y="3829"/>
                    <a:pt x="646" y="3820"/>
                  </a:cubicBezTo>
                  <a:cubicBezTo>
                    <a:pt x="674" y="3820"/>
                    <a:pt x="668" y="3807"/>
                    <a:pt x="627" y="3788"/>
                  </a:cubicBezTo>
                  <a:cubicBezTo>
                    <a:pt x="618" y="3776"/>
                    <a:pt x="568" y="3782"/>
                    <a:pt x="559" y="3767"/>
                  </a:cubicBezTo>
                  <a:cubicBezTo>
                    <a:pt x="550" y="3771"/>
                    <a:pt x="542" y="3773"/>
                    <a:pt x="533" y="3773"/>
                  </a:cubicBezTo>
                  <a:cubicBezTo>
                    <a:pt x="518" y="3773"/>
                    <a:pt x="505" y="3767"/>
                    <a:pt x="499" y="3757"/>
                  </a:cubicBezTo>
                  <a:lnTo>
                    <a:pt x="521" y="3748"/>
                  </a:lnTo>
                  <a:lnTo>
                    <a:pt x="568" y="3723"/>
                  </a:lnTo>
                  <a:cubicBezTo>
                    <a:pt x="561" y="3711"/>
                    <a:pt x="556" y="3699"/>
                    <a:pt x="544" y="3699"/>
                  </a:cubicBezTo>
                  <a:cubicBezTo>
                    <a:pt x="540" y="3699"/>
                    <a:pt x="536" y="3701"/>
                    <a:pt x="530" y="3704"/>
                  </a:cubicBezTo>
                  <a:cubicBezTo>
                    <a:pt x="546" y="3676"/>
                    <a:pt x="537" y="3660"/>
                    <a:pt x="524" y="3629"/>
                  </a:cubicBezTo>
                  <a:cubicBezTo>
                    <a:pt x="508" y="3597"/>
                    <a:pt x="493" y="3569"/>
                    <a:pt x="464" y="3560"/>
                  </a:cubicBezTo>
                  <a:cubicBezTo>
                    <a:pt x="505" y="3525"/>
                    <a:pt x="474" y="3431"/>
                    <a:pt x="421" y="3428"/>
                  </a:cubicBezTo>
                  <a:cubicBezTo>
                    <a:pt x="416" y="3430"/>
                    <a:pt x="412" y="3431"/>
                    <a:pt x="409" y="3431"/>
                  </a:cubicBezTo>
                  <a:cubicBezTo>
                    <a:pt x="394" y="3431"/>
                    <a:pt x="393" y="3415"/>
                    <a:pt x="408" y="3397"/>
                  </a:cubicBezTo>
                  <a:cubicBezTo>
                    <a:pt x="427" y="3372"/>
                    <a:pt x="424" y="3372"/>
                    <a:pt x="396" y="3362"/>
                  </a:cubicBezTo>
                  <a:cubicBezTo>
                    <a:pt x="367" y="3353"/>
                    <a:pt x="389" y="3328"/>
                    <a:pt x="408" y="3306"/>
                  </a:cubicBezTo>
                  <a:cubicBezTo>
                    <a:pt x="452" y="3275"/>
                    <a:pt x="449" y="3259"/>
                    <a:pt x="421" y="3249"/>
                  </a:cubicBezTo>
                  <a:cubicBezTo>
                    <a:pt x="399" y="3231"/>
                    <a:pt x="383" y="3202"/>
                    <a:pt x="377" y="3171"/>
                  </a:cubicBezTo>
                  <a:cubicBezTo>
                    <a:pt x="354" y="3152"/>
                    <a:pt x="346" y="3139"/>
                    <a:pt x="336" y="3139"/>
                  </a:cubicBezTo>
                  <a:cubicBezTo>
                    <a:pt x="331" y="3139"/>
                    <a:pt x="325" y="3142"/>
                    <a:pt x="317" y="3149"/>
                  </a:cubicBezTo>
                  <a:cubicBezTo>
                    <a:pt x="302" y="3149"/>
                    <a:pt x="283" y="3149"/>
                    <a:pt x="267" y="3140"/>
                  </a:cubicBezTo>
                  <a:cubicBezTo>
                    <a:pt x="248" y="3121"/>
                    <a:pt x="250" y="3112"/>
                    <a:pt x="255" y="3112"/>
                  </a:cubicBezTo>
                  <a:cubicBezTo>
                    <a:pt x="258" y="3112"/>
                    <a:pt x="263" y="3116"/>
                    <a:pt x="264" y="3124"/>
                  </a:cubicBezTo>
                  <a:cubicBezTo>
                    <a:pt x="276" y="3135"/>
                    <a:pt x="283" y="3139"/>
                    <a:pt x="288" y="3139"/>
                  </a:cubicBezTo>
                  <a:cubicBezTo>
                    <a:pt x="297" y="3139"/>
                    <a:pt x="301" y="3128"/>
                    <a:pt x="314" y="3115"/>
                  </a:cubicBezTo>
                  <a:cubicBezTo>
                    <a:pt x="330" y="3093"/>
                    <a:pt x="336" y="3065"/>
                    <a:pt x="330" y="3039"/>
                  </a:cubicBezTo>
                  <a:lnTo>
                    <a:pt x="317" y="2971"/>
                  </a:lnTo>
                  <a:cubicBezTo>
                    <a:pt x="336" y="2917"/>
                    <a:pt x="333" y="2902"/>
                    <a:pt x="311" y="2902"/>
                  </a:cubicBezTo>
                  <a:lnTo>
                    <a:pt x="286" y="2905"/>
                  </a:lnTo>
                  <a:cubicBezTo>
                    <a:pt x="333" y="2883"/>
                    <a:pt x="327" y="2695"/>
                    <a:pt x="276" y="2676"/>
                  </a:cubicBezTo>
                  <a:lnTo>
                    <a:pt x="302" y="2676"/>
                  </a:lnTo>
                  <a:cubicBezTo>
                    <a:pt x="327" y="2676"/>
                    <a:pt x="327" y="2660"/>
                    <a:pt x="330" y="2626"/>
                  </a:cubicBezTo>
                  <a:cubicBezTo>
                    <a:pt x="320" y="2579"/>
                    <a:pt x="314" y="2535"/>
                    <a:pt x="311" y="2488"/>
                  </a:cubicBezTo>
                  <a:cubicBezTo>
                    <a:pt x="314" y="2416"/>
                    <a:pt x="327" y="2366"/>
                    <a:pt x="302" y="2363"/>
                  </a:cubicBezTo>
                  <a:cubicBezTo>
                    <a:pt x="304" y="2352"/>
                    <a:pt x="304" y="2348"/>
                    <a:pt x="313" y="2348"/>
                  </a:cubicBezTo>
                  <a:cubicBezTo>
                    <a:pt x="317" y="2348"/>
                    <a:pt x="322" y="2349"/>
                    <a:pt x="330" y="2350"/>
                  </a:cubicBezTo>
                  <a:cubicBezTo>
                    <a:pt x="337" y="2356"/>
                    <a:pt x="342" y="2359"/>
                    <a:pt x="346" y="2359"/>
                  </a:cubicBezTo>
                  <a:cubicBezTo>
                    <a:pt x="354" y="2359"/>
                    <a:pt x="356" y="2347"/>
                    <a:pt x="358" y="2334"/>
                  </a:cubicBezTo>
                  <a:cubicBezTo>
                    <a:pt x="361" y="2319"/>
                    <a:pt x="336" y="2316"/>
                    <a:pt x="311" y="2312"/>
                  </a:cubicBezTo>
                  <a:cubicBezTo>
                    <a:pt x="286" y="2306"/>
                    <a:pt x="289" y="2290"/>
                    <a:pt x="317" y="2259"/>
                  </a:cubicBezTo>
                  <a:cubicBezTo>
                    <a:pt x="349" y="2222"/>
                    <a:pt x="361" y="2171"/>
                    <a:pt x="349" y="2121"/>
                  </a:cubicBezTo>
                  <a:cubicBezTo>
                    <a:pt x="351" y="2108"/>
                    <a:pt x="356" y="2095"/>
                    <a:pt x="373" y="2095"/>
                  </a:cubicBezTo>
                  <a:cubicBezTo>
                    <a:pt x="376" y="2095"/>
                    <a:pt x="379" y="2095"/>
                    <a:pt x="383" y="2096"/>
                  </a:cubicBezTo>
                  <a:cubicBezTo>
                    <a:pt x="411" y="2084"/>
                    <a:pt x="443" y="2059"/>
                    <a:pt x="405" y="2012"/>
                  </a:cubicBezTo>
                  <a:cubicBezTo>
                    <a:pt x="407" y="2002"/>
                    <a:pt x="408" y="1998"/>
                    <a:pt x="414" y="1998"/>
                  </a:cubicBezTo>
                  <a:cubicBezTo>
                    <a:pt x="417" y="1998"/>
                    <a:pt x="423" y="2000"/>
                    <a:pt x="433" y="2002"/>
                  </a:cubicBezTo>
                  <a:cubicBezTo>
                    <a:pt x="461" y="1993"/>
                    <a:pt x="486" y="2002"/>
                    <a:pt x="443" y="1971"/>
                  </a:cubicBezTo>
                  <a:cubicBezTo>
                    <a:pt x="433" y="1927"/>
                    <a:pt x="449" y="1883"/>
                    <a:pt x="486" y="1858"/>
                  </a:cubicBezTo>
                  <a:cubicBezTo>
                    <a:pt x="493" y="1842"/>
                    <a:pt x="499" y="1827"/>
                    <a:pt x="474" y="1817"/>
                  </a:cubicBezTo>
                  <a:lnTo>
                    <a:pt x="452" y="1808"/>
                  </a:lnTo>
                  <a:lnTo>
                    <a:pt x="452" y="1808"/>
                  </a:lnTo>
                  <a:cubicBezTo>
                    <a:pt x="464" y="1809"/>
                    <a:pt x="473" y="1809"/>
                    <a:pt x="480" y="1809"/>
                  </a:cubicBezTo>
                  <a:cubicBezTo>
                    <a:pt x="502" y="1809"/>
                    <a:pt x="494" y="1803"/>
                    <a:pt x="464" y="1773"/>
                  </a:cubicBezTo>
                  <a:cubicBezTo>
                    <a:pt x="445" y="1766"/>
                    <a:pt x="444" y="1755"/>
                    <a:pt x="457" y="1755"/>
                  </a:cubicBezTo>
                  <a:cubicBezTo>
                    <a:pt x="461" y="1755"/>
                    <a:pt x="465" y="1756"/>
                    <a:pt x="471" y="1758"/>
                  </a:cubicBezTo>
                  <a:cubicBezTo>
                    <a:pt x="483" y="1758"/>
                    <a:pt x="499" y="1748"/>
                    <a:pt x="508" y="1736"/>
                  </a:cubicBezTo>
                  <a:cubicBezTo>
                    <a:pt x="524" y="1673"/>
                    <a:pt x="543" y="1614"/>
                    <a:pt x="571" y="1554"/>
                  </a:cubicBezTo>
                  <a:cubicBezTo>
                    <a:pt x="643" y="1435"/>
                    <a:pt x="671" y="1391"/>
                    <a:pt x="649" y="1379"/>
                  </a:cubicBezTo>
                  <a:cubicBezTo>
                    <a:pt x="637" y="1350"/>
                    <a:pt x="637" y="1347"/>
                    <a:pt x="668" y="1347"/>
                  </a:cubicBezTo>
                  <a:cubicBezTo>
                    <a:pt x="690" y="1347"/>
                    <a:pt x="709" y="1338"/>
                    <a:pt x="718" y="1319"/>
                  </a:cubicBezTo>
                  <a:cubicBezTo>
                    <a:pt x="727" y="1310"/>
                    <a:pt x="734" y="1300"/>
                    <a:pt x="745" y="1300"/>
                  </a:cubicBezTo>
                  <a:cubicBezTo>
                    <a:pt x="750" y="1300"/>
                    <a:pt x="756" y="1302"/>
                    <a:pt x="762" y="1306"/>
                  </a:cubicBezTo>
                  <a:cubicBezTo>
                    <a:pt x="753" y="1278"/>
                    <a:pt x="753" y="1278"/>
                    <a:pt x="762" y="1266"/>
                  </a:cubicBezTo>
                  <a:cubicBezTo>
                    <a:pt x="767" y="1269"/>
                    <a:pt x="772" y="1271"/>
                    <a:pt x="775" y="1271"/>
                  </a:cubicBezTo>
                  <a:cubicBezTo>
                    <a:pt x="786" y="1271"/>
                    <a:pt x="791" y="1258"/>
                    <a:pt x="784" y="1238"/>
                  </a:cubicBezTo>
                  <a:cubicBezTo>
                    <a:pt x="767" y="1212"/>
                    <a:pt x="759" y="1200"/>
                    <a:pt x="762" y="1200"/>
                  </a:cubicBezTo>
                  <a:lnTo>
                    <a:pt x="762" y="1200"/>
                  </a:lnTo>
                  <a:cubicBezTo>
                    <a:pt x="765" y="1200"/>
                    <a:pt x="775" y="1208"/>
                    <a:pt x="794" y="1222"/>
                  </a:cubicBezTo>
                  <a:cubicBezTo>
                    <a:pt x="798" y="1226"/>
                    <a:pt x="804" y="1227"/>
                    <a:pt x="811" y="1227"/>
                  </a:cubicBezTo>
                  <a:cubicBezTo>
                    <a:pt x="833" y="1227"/>
                    <a:pt x="858" y="1212"/>
                    <a:pt x="834" y="1212"/>
                  </a:cubicBezTo>
                  <a:cubicBezTo>
                    <a:pt x="815" y="1194"/>
                    <a:pt x="834" y="1169"/>
                    <a:pt x="828" y="1140"/>
                  </a:cubicBezTo>
                  <a:cubicBezTo>
                    <a:pt x="836" y="1130"/>
                    <a:pt x="844" y="1122"/>
                    <a:pt x="854" y="1122"/>
                  </a:cubicBezTo>
                  <a:cubicBezTo>
                    <a:pt x="859" y="1122"/>
                    <a:pt x="865" y="1124"/>
                    <a:pt x="872" y="1131"/>
                  </a:cubicBezTo>
                  <a:cubicBezTo>
                    <a:pt x="872" y="1131"/>
                    <a:pt x="873" y="1131"/>
                    <a:pt x="874" y="1131"/>
                  </a:cubicBezTo>
                  <a:cubicBezTo>
                    <a:pt x="905" y="1131"/>
                    <a:pt x="944" y="1052"/>
                    <a:pt x="938" y="1024"/>
                  </a:cubicBezTo>
                  <a:cubicBezTo>
                    <a:pt x="925" y="1012"/>
                    <a:pt x="927" y="1002"/>
                    <a:pt x="935" y="1002"/>
                  </a:cubicBezTo>
                  <a:cubicBezTo>
                    <a:pt x="939" y="1002"/>
                    <a:pt x="944" y="1004"/>
                    <a:pt x="950" y="1009"/>
                  </a:cubicBezTo>
                  <a:cubicBezTo>
                    <a:pt x="956" y="1016"/>
                    <a:pt x="961" y="1018"/>
                    <a:pt x="966" y="1018"/>
                  </a:cubicBezTo>
                  <a:cubicBezTo>
                    <a:pt x="975" y="1018"/>
                    <a:pt x="983" y="1010"/>
                    <a:pt x="991" y="1003"/>
                  </a:cubicBezTo>
                  <a:cubicBezTo>
                    <a:pt x="990" y="991"/>
                    <a:pt x="991" y="987"/>
                    <a:pt x="995" y="987"/>
                  </a:cubicBezTo>
                  <a:cubicBezTo>
                    <a:pt x="1001" y="987"/>
                    <a:pt x="1011" y="997"/>
                    <a:pt x="1022" y="1009"/>
                  </a:cubicBezTo>
                  <a:cubicBezTo>
                    <a:pt x="1024" y="1022"/>
                    <a:pt x="1027" y="1028"/>
                    <a:pt x="1032" y="1028"/>
                  </a:cubicBezTo>
                  <a:cubicBezTo>
                    <a:pt x="1039" y="1028"/>
                    <a:pt x="1050" y="1018"/>
                    <a:pt x="1066" y="1006"/>
                  </a:cubicBezTo>
                  <a:cubicBezTo>
                    <a:pt x="1060" y="974"/>
                    <a:pt x="1113" y="930"/>
                    <a:pt x="1151" y="896"/>
                  </a:cubicBezTo>
                  <a:cubicBezTo>
                    <a:pt x="1217" y="843"/>
                    <a:pt x="1217" y="814"/>
                    <a:pt x="1213" y="752"/>
                  </a:cubicBezTo>
                  <a:lnTo>
                    <a:pt x="1201" y="702"/>
                  </a:lnTo>
                  <a:lnTo>
                    <a:pt x="1229" y="742"/>
                  </a:lnTo>
                  <a:cubicBezTo>
                    <a:pt x="1248" y="761"/>
                    <a:pt x="1267" y="777"/>
                    <a:pt x="1289" y="793"/>
                  </a:cubicBezTo>
                  <a:cubicBezTo>
                    <a:pt x="1301" y="783"/>
                    <a:pt x="1286" y="761"/>
                    <a:pt x="1273" y="742"/>
                  </a:cubicBezTo>
                  <a:cubicBezTo>
                    <a:pt x="1257" y="720"/>
                    <a:pt x="1273" y="711"/>
                    <a:pt x="1314" y="711"/>
                  </a:cubicBezTo>
                  <a:cubicBezTo>
                    <a:pt x="1358" y="711"/>
                    <a:pt x="1373" y="705"/>
                    <a:pt x="1373" y="673"/>
                  </a:cubicBezTo>
                  <a:cubicBezTo>
                    <a:pt x="1385" y="666"/>
                    <a:pt x="1397" y="662"/>
                    <a:pt x="1410" y="662"/>
                  </a:cubicBezTo>
                  <a:cubicBezTo>
                    <a:pt x="1418" y="662"/>
                    <a:pt x="1425" y="663"/>
                    <a:pt x="1433" y="667"/>
                  </a:cubicBezTo>
                  <a:cubicBezTo>
                    <a:pt x="1449" y="658"/>
                    <a:pt x="1449" y="658"/>
                    <a:pt x="1436" y="639"/>
                  </a:cubicBezTo>
                  <a:cubicBezTo>
                    <a:pt x="1427" y="624"/>
                    <a:pt x="1432" y="615"/>
                    <a:pt x="1444" y="615"/>
                  </a:cubicBezTo>
                  <a:cubicBezTo>
                    <a:pt x="1450" y="615"/>
                    <a:pt x="1457" y="616"/>
                    <a:pt x="1464" y="620"/>
                  </a:cubicBezTo>
                  <a:cubicBezTo>
                    <a:pt x="1478" y="632"/>
                    <a:pt x="1492" y="636"/>
                    <a:pt x="1505" y="636"/>
                  </a:cubicBezTo>
                  <a:cubicBezTo>
                    <a:pt x="1529" y="636"/>
                    <a:pt x="1546" y="620"/>
                    <a:pt x="1539" y="608"/>
                  </a:cubicBezTo>
                  <a:cubicBezTo>
                    <a:pt x="1527" y="586"/>
                    <a:pt x="1543" y="576"/>
                    <a:pt x="1558" y="570"/>
                  </a:cubicBezTo>
                  <a:cubicBezTo>
                    <a:pt x="1577" y="564"/>
                    <a:pt x="1593" y="545"/>
                    <a:pt x="1596" y="526"/>
                  </a:cubicBezTo>
                  <a:lnTo>
                    <a:pt x="1627" y="510"/>
                  </a:lnTo>
                  <a:cubicBezTo>
                    <a:pt x="1629" y="509"/>
                    <a:pt x="1631" y="509"/>
                    <a:pt x="1632" y="509"/>
                  </a:cubicBezTo>
                  <a:cubicBezTo>
                    <a:pt x="1641" y="509"/>
                    <a:pt x="1635" y="533"/>
                    <a:pt x="1621" y="539"/>
                  </a:cubicBezTo>
                  <a:lnTo>
                    <a:pt x="1649" y="554"/>
                  </a:lnTo>
                  <a:cubicBezTo>
                    <a:pt x="1680" y="542"/>
                    <a:pt x="1696" y="532"/>
                    <a:pt x="1699" y="504"/>
                  </a:cubicBezTo>
                  <a:cubicBezTo>
                    <a:pt x="1698" y="475"/>
                    <a:pt x="1697" y="461"/>
                    <a:pt x="1699" y="461"/>
                  </a:cubicBezTo>
                  <a:lnTo>
                    <a:pt x="1699" y="461"/>
                  </a:lnTo>
                  <a:cubicBezTo>
                    <a:pt x="1701" y="461"/>
                    <a:pt x="1706" y="472"/>
                    <a:pt x="1715" y="495"/>
                  </a:cubicBezTo>
                  <a:cubicBezTo>
                    <a:pt x="1723" y="510"/>
                    <a:pt x="1735" y="522"/>
                    <a:pt x="1745" y="522"/>
                  </a:cubicBezTo>
                  <a:cubicBezTo>
                    <a:pt x="1751" y="522"/>
                    <a:pt x="1756" y="518"/>
                    <a:pt x="1759" y="507"/>
                  </a:cubicBezTo>
                  <a:cubicBezTo>
                    <a:pt x="1757" y="481"/>
                    <a:pt x="1762" y="472"/>
                    <a:pt x="1769" y="472"/>
                  </a:cubicBezTo>
                  <a:cubicBezTo>
                    <a:pt x="1776" y="472"/>
                    <a:pt x="1785" y="482"/>
                    <a:pt x="1790" y="495"/>
                  </a:cubicBezTo>
                  <a:cubicBezTo>
                    <a:pt x="1792" y="519"/>
                    <a:pt x="1792" y="533"/>
                    <a:pt x="1797" y="533"/>
                  </a:cubicBezTo>
                  <a:cubicBezTo>
                    <a:pt x="1803" y="533"/>
                    <a:pt x="1815" y="515"/>
                    <a:pt x="1840" y="476"/>
                  </a:cubicBezTo>
                  <a:cubicBezTo>
                    <a:pt x="1872" y="467"/>
                    <a:pt x="1928" y="416"/>
                    <a:pt x="1981" y="404"/>
                  </a:cubicBezTo>
                  <a:cubicBezTo>
                    <a:pt x="2021" y="395"/>
                    <a:pt x="2049" y="388"/>
                    <a:pt x="2069" y="388"/>
                  </a:cubicBezTo>
                  <a:cubicBezTo>
                    <a:pt x="2084" y="388"/>
                    <a:pt x="2096" y="392"/>
                    <a:pt x="2107" y="401"/>
                  </a:cubicBezTo>
                  <a:cubicBezTo>
                    <a:pt x="2107" y="402"/>
                    <a:pt x="2107" y="403"/>
                    <a:pt x="2107" y="403"/>
                  </a:cubicBezTo>
                  <a:lnTo>
                    <a:pt x="2107" y="403"/>
                  </a:lnTo>
                  <a:cubicBezTo>
                    <a:pt x="2107" y="374"/>
                    <a:pt x="2125" y="370"/>
                    <a:pt x="2166" y="360"/>
                  </a:cubicBezTo>
                  <a:cubicBezTo>
                    <a:pt x="2176" y="364"/>
                    <a:pt x="2186" y="366"/>
                    <a:pt x="2196" y="366"/>
                  </a:cubicBezTo>
                  <a:cubicBezTo>
                    <a:pt x="2226" y="366"/>
                    <a:pt x="2255" y="348"/>
                    <a:pt x="2266" y="319"/>
                  </a:cubicBezTo>
                  <a:lnTo>
                    <a:pt x="2266" y="319"/>
                  </a:lnTo>
                  <a:lnTo>
                    <a:pt x="2232" y="322"/>
                  </a:lnTo>
                  <a:cubicBezTo>
                    <a:pt x="2226" y="293"/>
                    <a:pt x="2231" y="280"/>
                    <a:pt x="2247" y="280"/>
                  </a:cubicBezTo>
                  <a:cubicBezTo>
                    <a:pt x="2255" y="280"/>
                    <a:pt x="2267" y="284"/>
                    <a:pt x="2282" y="291"/>
                  </a:cubicBezTo>
                  <a:cubicBezTo>
                    <a:pt x="2283" y="291"/>
                    <a:pt x="2284" y="291"/>
                    <a:pt x="2285" y="291"/>
                  </a:cubicBezTo>
                  <a:cubicBezTo>
                    <a:pt x="2298" y="291"/>
                    <a:pt x="2301" y="315"/>
                    <a:pt x="2307" y="338"/>
                  </a:cubicBezTo>
                  <a:cubicBezTo>
                    <a:pt x="2310" y="363"/>
                    <a:pt x="2329" y="385"/>
                    <a:pt x="2348" y="385"/>
                  </a:cubicBezTo>
                  <a:cubicBezTo>
                    <a:pt x="2364" y="382"/>
                    <a:pt x="2379" y="379"/>
                    <a:pt x="2360" y="357"/>
                  </a:cubicBezTo>
                  <a:cubicBezTo>
                    <a:pt x="2357" y="332"/>
                    <a:pt x="2357" y="332"/>
                    <a:pt x="2376" y="329"/>
                  </a:cubicBezTo>
                  <a:cubicBezTo>
                    <a:pt x="2395" y="329"/>
                    <a:pt x="2414" y="316"/>
                    <a:pt x="2426" y="297"/>
                  </a:cubicBezTo>
                  <a:cubicBezTo>
                    <a:pt x="2423" y="272"/>
                    <a:pt x="2442" y="272"/>
                    <a:pt x="2458" y="272"/>
                  </a:cubicBezTo>
                  <a:cubicBezTo>
                    <a:pt x="2473" y="288"/>
                    <a:pt x="2492" y="294"/>
                    <a:pt x="2513" y="294"/>
                  </a:cubicBezTo>
                  <a:lnTo>
                    <a:pt x="2513" y="294"/>
                  </a:lnTo>
                  <a:cubicBezTo>
                    <a:pt x="2514" y="301"/>
                    <a:pt x="2514" y="310"/>
                    <a:pt x="2514" y="319"/>
                  </a:cubicBezTo>
                  <a:cubicBezTo>
                    <a:pt x="2517" y="338"/>
                    <a:pt x="2523" y="354"/>
                    <a:pt x="2533" y="369"/>
                  </a:cubicBezTo>
                  <a:cubicBezTo>
                    <a:pt x="2552" y="369"/>
                    <a:pt x="2548" y="344"/>
                    <a:pt x="2548" y="344"/>
                  </a:cubicBezTo>
                  <a:cubicBezTo>
                    <a:pt x="2548" y="330"/>
                    <a:pt x="2613" y="324"/>
                    <a:pt x="2695" y="324"/>
                  </a:cubicBezTo>
                  <a:cubicBezTo>
                    <a:pt x="2821" y="324"/>
                    <a:pt x="2987" y="337"/>
                    <a:pt x="3015" y="351"/>
                  </a:cubicBezTo>
                  <a:cubicBezTo>
                    <a:pt x="3034" y="369"/>
                    <a:pt x="3058" y="379"/>
                    <a:pt x="3073" y="379"/>
                  </a:cubicBezTo>
                  <a:cubicBezTo>
                    <a:pt x="3084" y="379"/>
                    <a:pt x="3090" y="374"/>
                    <a:pt x="3084" y="363"/>
                  </a:cubicBezTo>
                  <a:cubicBezTo>
                    <a:pt x="3087" y="354"/>
                    <a:pt x="3098" y="349"/>
                    <a:pt x="3116" y="349"/>
                  </a:cubicBezTo>
                  <a:cubicBezTo>
                    <a:pt x="3151" y="349"/>
                    <a:pt x="3211" y="365"/>
                    <a:pt x="3279" y="385"/>
                  </a:cubicBezTo>
                  <a:cubicBezTo>
                    <a:pt x="3369" y="407"/>
                    <a:pt x="3436" y="435"/>
                    <a:pt x="3467" y="435"/>
                  </a:cubicBezTo>
                  <a:cubicBezTo>
                    <a:pt x="3477" y="435"/>
                    <a:pt x="3483" y="433"/>
                    <a:pt x="3485" y="426"/>
                  </a:cubicBezTo>
                  <a:lnTo>
                    <a:pt x="3536" y="448"/>
                  </a:lnTo>
                  <a:cubicBezTo>
                    <a:pt x="3570" y="457"/>
                    <a:pt x="3611" y="451"/>
                    <a:pt x="3627" y="457"/>
                  </a:cubicBezTo>
                  <a:cubicBezTo>
                    <a:pt x="3637" y="453"/>
                    <a:pt x="3646" y="451"/>
                    <a:pt x="3651" y="451"/>
                  </a:cubicBezTo>
                  <a:cubicBezTo>
                    <a:pt x="3660" y="451"/>
                    <a:pt x="3660" y="457"/>
                    <a:pt x="3642" y="467"/>
                  </a:cubicBezTo>
                  <a:cubicBezTo>
                    <a:pt x="3633" y="489"/>
                    <a:pt x="3623" y="510"/>
                    <a:pt x="3639" y="520"/>
                  </a:cubicBezTo>
                  <a:cubicBezTo>
                    <a:pt x="3646" y="524"/>
                    <a:pt x="3652" y="525"/>
                    <a:pt x="3658" y="525"/>
                  </a:cubicBezTo>
                  <a:cubicBezTo>
                    <a:pt x="3675" y="525"/>
                    <a:pt x="3683" y="508"/>
                    <a:pt x="3692" y="489"/>
                  </a:cubicBezTo>
                  <a:cubicBezTo>
                    <a:pt x="3697" y="477"/>
                    <a:pt x="3705" y="474"/>
                    <a:pt x="3711" y="474"/>
                  </a:cubicBezTo>
                  <a:cubicBezTo>
                    <a:pt x="3717" y="474"/>
                    <a:pt x="3721" y="476"/>
                    <a:pt x="3721" y="476"/>
                  </a:cubicBezTo>
                  <a:cubicBezTo>
                    <a:pt x="3736" y="482"/>
                    <a:pt x="3736" y="482"/>
                    <a:pt x="3724" y="507"/>
                  </a:cubicBezTo>
                  <a:lnTo>
                    <a:pt x="3702" y="551"/>
                  </a:lnTo>
                  <a:lnTo>
                    <a:pt x="3717" y="558"/>
                  </a:lnTo>
                  <a:cubicBezTo>
                    <a:pt x="3724" y="546"/>
                    <a:pt x="3732" y="543"/>
                    <a:pt x="3737" y="543"/>
                  </a:cubicBezTo>
                  <a:cubicBezTo>
                    <a:pt x="3742" y="543"/>
                    <a:pt x="3746" y="545"/>
                    <a:pt x="3746" y="545"/>
                  </a:cubicBezTo>
                  <a:cubicBezTo>
                    <a:pt x="3761" y="551"/>
                    <a:pt x="3761" y="551"/>
                    <a:pt x="3736" y="595"/>
                  </a:cubicBezTo>
                  <a:cubicBezTo>
                    <a:pt x="3724" y="622"/>
                    <a:pt x="3722" y="635"/>
                    <a:pt x="3731" y="635"/>
                  </a:cubicBezTo>
                  <a:cubicBezTo>
                    <a:pt x="3737" y="635"/>
                    <a:pt x="3750" y="627"/>
                    <a:pt x="3768" y="611"/>
                  </a:cubicBezTo>
                  <a:lnTo>
                    <a:pt x="3808" y="608"/>
                  </a:lnTo>
                  <a:lnTo>
                    <a:pt x="3808" y="608"/>
                  </a:lnTo>
                  <a:cubicBezTo>
                    <a:pt x="3804" y="632"/>
                    <a:pt x="3813" y="640"/>
                    <a:pt x="3827" y="640"/>
                  </a:cubicBezTo>
                  <a:cubicBezTo>
                    <a:pt x="3844" y="640"/>
                    <a:pt x="3867" y="630"/>
                    <a:pt x="3883" y="623"/>
                  </a:cubicBezTo>
                  <a:lnTo>
                    <a:pt x="3883" y="623"/>
                  </a:lnTo>
                  <a:cubicBezTo>
                    <a:pt x="3876" y="656"/>
                    <a:pt x="3877" y="672"/>
                    <a:pt x="3890" y="672"/>
                  </a:cubicBezTo>
                  <a:cubicBezTo>
                    <a:pt x="3898" y="672"/>
                    <a:pt x="3910" y="665"/>
                    <a:pt x="3927" y="652"/>
                  </a:cubicBezTo>
                  <a:cubicBezTo>
                    <a:pt x="3932" y="643"/>
                    <a:pt x="3937" y="640"/>
                    <a:pt x="3942" y="640"/>
                  </a:cubicBezTo>
                  <a:cubicBezTo>
                    <a:pt x="3950" y="640"/>
                    <a:pt x="3957" y="651"/>
                    <a:pt x="3959" y="670"/>
                  </a:cubicBezTo>
                  <a:cubicBezTo>
                    <a:pt x="3959" y="702"/>
                    <a:pt x="3974" y="711"/>
                    <a:pt x="3999" y="733"/>
                  </a:cubicBezTo>
                  <a:cubicBezTo>
                    <a:pt x="4001" y="732"/>
                    <a:pt x="4003" y="732"/>
                    <a:pt x="4006" y="732"/>
                  </a:cubicBezTo>
                  <a:cubicBezTo>
                    <a:pt x="4041" y="732"/>
                    <a:pt x="4141" y="796"/>
                    <a:pt x="4234" y="890"/>
                  </a:cubicBezTo>
                  <a:cubicBezTo>
                    <a:pt x="4343" y="984"/>
                    <a:pt x="4407" y="1065"/>
                    <a:pt x="4432" y="1065"/>
                  </a:cubicBezTo>
                  <a:cubicBezTo>
                    <a:pt x="4434" y="1065"/>
                    <a:pt x="4436" y="1064"/>
                    <a:pt x="4438" y="1062"/>
                  </a:cubicBezTo>
                  <a:cubicBezTo>
                    <a:pt x="4451" y="1075"/>
                    <a:pt x="4451" y="1075"/>
                    <a:pt x="4444" y="1106"/>
                  </a:cubicBezTo>
                  <a:cubicBezTo>
                    <a:pt x="4432" y="1116"/>
                    <a:pt x="4432" y="1125"/>
                    <a:pt x="4446" y="1125"/>
                  </a:cubicBezTo>
                  <a:cubicBezTo>
                    <a:pt x="4455" y="1125"/>
                    <a:pt x="4467" y="1122"/>
                    <a:pt x="4485" y="1115"/>
                  </a:cubicBezTo>
                  <a:cubicBezTo>
                    <a:pt x="4502" y="1114"/>
                    <a:pt x="4514" y="1109"/>
                    <a:pt x="4518" y="1109"/>
                  </a:cubicBezTo>
                  <a:cubicBezTo>
                    <a:pt x="4521" y="1109"/>
                    <a:pt x="4516" y="1113"/>
                    <a:pt x="4498" y="1128"/>
                  </a:cubicBezTo>
                  <a:cubicBezTo>
                    <a:pt x="4479" y="1144"/>
                    <a:pt x="4501" y="1172"/>
                    <a:pt x="4542" y="1228"/>
                  </a:cubicBezTo>
                  <a:cubicBezTo>
                    <a:pt x="4569" y="1267"/>
                    <a:pt x="4604" y="1315"/>
                    <a:pt x="4627" y="1315"/>
                  </a:cubicBezTo>
                  <a:cubicBezTo>
                    <a:pt x="4630" y="1315"/>
                    <a:pt x="4633" y="1315"/>
                    <a:pt x="4636" y="1313"/>
                  </a:cubicBezTo>
                  <a:cubicBezTo>
                    <a:pt x="4667" y="1325"/>
                    <a:pt x="4674" y="1330"/>
                    <a:pt x="4661" y="1330"/>
                  </a:cubicBezTo>
                  <a:cubicBezTo>
                    <a:pt x="4657" y="1330"/>
                    <a:pt x="4652" y="1329"/>
                    <a:pt x="4645" y="1328"/>
                  </a:cubicBezTo>
                  <a:lnTo>
                    <a:pt x="4645" y="1328"/>
                  </a:lnTo>
                  <a:cubicBezTo>
                    <a:pt x="4595" y="1341"/>
                    <a:pt x="4617" y="1429"/>
                    <a:pt x="4689" y="1448"/>
                  </a:cubicBezTo>
                  <a:cubicBezTo>
                    <a:pt x="4695" y="1463"/>
                    <a:pt x="4705" y="1479"/>
                    <a:pt x="4683" y="1491"/>
                  </a:cubicBezTo>
                  <a:cubicBezTo>
                    <a:pt x="4692" y="1507"/>
                    <a:pt x="4705" y="1520"/>
                    <a:pt x="4748" y="1554"/>
                  </a:cubicBezTo>
                  <a:lnTo>
                    <a:pt x="4802" y="1667"/>
                  </a:lnTo>
                  <a:cubicBezTo>
                    <a:pt x="4802" y="1667"/>
                    <a:pt x="4802" y="1667"/>
                    <a:pt x="4802" y="1667"/>
                  </a:cubicBezTo>
                  <a:lnTo>
                    <a:pt x="4802" y="1667"/>
                  </a:lnTo>
                  <a:cubicBezTo>
                    <a:pt x="4785" y="1659"/>
                    <a:pt x="4767" y="1655"/>
                    <a:pt x="4749" y="1655"/>
                  </a:cubicBezTo>
                  <a:cubicBezTo>
                    <a:pt x="4667" y="1655"/>
                    <a:pt x="4585" y="1736"/>
                    <a:pt x="4629" y="1833"/>
                  </a:cubicBezTo>
                  <a:cubicBezTo>
                    <a:pt x="4654" y="1885"/>
                    <a:pt x="4698" y="1908"/>
                    <a:pt x="4742" y="1908"/>
                  </a:cubicBezTo>
                  <a:cubicBezTo>
                    <a:pt x="4796" y="1908"/>
                    <a:pt x="4850" y="1873"/>
                    <a:pt x="4866" y="1820"/>
                  </a:cubicBezTo>
                  <a:lnTo>
                    <a:pt x="4866" y="1820"/>
                  </a:lnTo>
                  <a:cubicBezTo>
                    <a:pt x="4876" y="1854"/>
                    <a:pt x="4891" y="1897"/>
                    <a:pt x="4908" y="1946"/>
                  </a:cubicBezTo>
                  <a:cubicBezTo>
                    <a:pt x="4943" y="2065"/>
                    <a:pt x="4965" y="2168"/>
                    <a:pt x="4946" y="2187"/>
                  </a:cubicBezTo>
                  <a:cubicBezTo>
                    <a:pt x="4946" y="2187"/>
                    <a:pt x="4949" y="2206"/>
                    <a:pt x="4974" y="2218"/>
                  </a:cubicBezTo>
                  <a:cubicBezTo>
                    <a:pt x="5027" y="2225"/>
                    <a:pt x="5030" y="2243"/>
                    <a:pt x="5009" y="2265"/>
                  </a:cubicBezTo>
                  <a:cubicBezTo>
                    <a:pt x="4962" y="2290"/>
                    <a:pt x="4971" y="2363"/>
                    <a:pt x="5021" y="2372"/>
                  </a:cubicBezTo>
                  <a:lnTo>
                    <a:pt x="5021" y="2372"/>
                  </a:lnTo>
                  <a:cubicBezTo>
                    <a:pt x="5014" y="2373"/>
                    <a:pt x="5005" y="2374"/>
                    <a:pt x="4996" y="2375"/>
                  </a:cubicBezTo>
                  <a:cubicBezTo>
                    <a:pt x="4949" y="2397"/>
                    <a:pt x="4983" y="2444"/>
                    <a:pt x="5030" y="2460"/>
                  </a:cubicBezTo>
                  <a:cubicBezTo>
                    <a:pt x="5009" y="2479"/>
                    <a:pt x="4983" y="2497"/>
                    <a:pt x="5009" y="2513"/>
                  </a:cubicBezTo>
                  <a:cubicBezTo>
                    <a:pt x="5009" y="2532"/>
                    <a:pt x="5009" y="2532"/>
                    <a:pt x="4958" y="2535"/>
                  </a:cubicBezTo>
                  <a:cubicBezTo>
                    <a:pt x="4933" y="2535"/>
                    <a:pt x="4908" y="2538"/>
                    <a:pt x="4908" y="2554"/>
                  </a:cubicBezTo>
                  <a:cubicBezTo>
                    <a:pt x="4911" y="2569"/>
                    <a:pt x="4936" y="2569"/>
                    <a:pt x="4962" y="2569"/>
                  </a:cubicBezTo>
                  <a:lnTo>
                    <a:pt x="4962" y="2604"/>
                  </a:lnTo>
                  <a:cubicBezTo>
                    <a:pt x="4962" y="2604"/>
                    <a:pt x="4962" y="2620"/>
                    <a:pt x="4987" y="2620"/>
                  </a:cubicBezTo>
                  <a:cubicBezTo>
                    <a:pt x="5012" y="2620"/>
                    <a:pt x="5015" y="2635"/>
                    <a:pt x="5015" y="2654"/>
                  </a:cubicBezTo>
                  <a:cubicBezTo>
                    <a:pt x="4998" y="2654"/>
                    <a:pt x="5004" y="2662"/>
                    <a:pt x="5017" y="2662"/>
                  </a:cubicBezTo>
                  <a:cubicBezTo>
                    <a:pt x="5023" y="2662"/>
                    <a:pt x="5031" y="2660"/>
                    <a:pt x="5040" y="2654"/>
                  </a:cubicBezTo>
                  <a:cubicBezTo>
                    <a:pt x="5065" y="2654"/>
                    <a:pt x="5090" y="2654"/>
                    <a:pt x="5090" y="2673"/>
                  </a:cubicBezTo>
                  <a:lnTo>
                    <a:pt x="5140" y="2673"/>
                  </a:lnTo>
                  <a:cubicBezTo>
                    <a:pt x="5190" y="2673"/>
                    <a:pt x="5215" y="2673"/>
                    <a:pt x="5240" y="2635"/>
                  </a:cubicBezTo>
                  <a:cubicBezTo>
                    <a:pt x="5262" y="2559"/>
                    <a:pt x="5283" y="2500"/>
                    <a:pt x="5238" y="2500"/>
                  </a:cubicBezTo>
                  <a:cubicBezTo>
                    <a:pt x="5237" y="2500"/>
                    <a:pt x="5235" y="2500"/>
                    <a:pt x="5234" y="2500"/>
                  </a:cubicBezTo>
                  <a:cubicBezTo>
                    <a:pt x="5234" y="2500"/>
                    <a:pt x="5209" y="2482"/>
                    <a:pt x="5209" y="2463"/>
                  </a:cubicBezTo>
                  <a:cubicBezTo>
                    <a:pt x="5206" y="2444"/>
                    <a:pt x="5231" y="2425"/>
                    <a:pt x="5231" y="2425"/>
                  </a:cubicBezTo>
                  <a:cubicBezTo>
                    <a:pt x="5259" y="2422"/>
                    <a:pt x="5247" y="2344"/>
                    <a:pt x="5234" y="2250"/>
                  </a:cubicBezTo>
                  <a:cubicBezTo>
                    <a:pt x="5222" y="2134"/>
                    <a:pt x="5203" y="2077"/>
                    <a:pt x="5222" y="2052"/>
                  </a:cubicBezTo>
                  <a:cubicBezTo>
                    <a:pt x="5234" y="2040"/>
                    <a:pt x="5240" y="2024"/>
                    <a:pt x="5237" y="2008"/>
                  </a:cubicBezTo>
                  <a:lnTo>
                    <a:pt x="5237" y="2008"/>
                  </a:lnTo>
                  <a:cubicBezTo>
                    <a:pt x="5237" y="2009"/>
                    <a:pt x="5236" y="2009"/>
                    <a:pt x="5235" y="2009"/>
                  </a:cubicBezTo>
                  <a:cubicBezTo>
                    <a:pt x="5211" y="2009"/>
                    <a:pt x="5189" y="1895"/>
                    <a:pt x="5140" y="1770"/>
                  </a:cubicBezTo>
                  <a:cubicBezTo>
                    <a:pt x="5101" y="1643"/>
                    <a:pt x="5038" y="1525"/>
                    <a:pt x="5017" y="1525"/>
                  </a:cubicBezTo>
                  <a:cubicBezTo>
                    <a:pt x="5016" y="1525"/>
                    <a:pt x="5015" y="1526"/>
                    <a:pt x="5015" y="1526"/>
                  </a:cubicBezTo>
                  <a:lnTo>
                    <a:pt x="4996" y="1491"/>
                  </a:lnTo>
                  <a:cubicBezTo>
                    <a:pt x="5018" y="1479"/>
                    <a:pt x="5002" y="1444"/>
                    <a:pt x="4987" y="1410"/>
                  </a:cubicBezTo>
                  <a:cubicBezTo>
                    <a:pt x="4962" y="1397"/>
                    <a:pt x="4940" y="1375"/>
                    <a:pt x="4924" y="1353"/>
                  </a:cubicBezTo>
                  <a:cubicBezTo>
                    <a:pt x="4946" y="1341"/>
                    <a:pt x="4936" y="1325"/>
                    <a:pt x="4915" y="1291"/>
                  </a:cubicBezTo>
                  <a:cubicBezTo>
                    <a:pt x="4900" y="1264"/>
                    <a:pt x="4891" y="1249"/>
                    <a:pt x="4878" y="1249"/>
                  </a:cubicBezTo>
                  <a:cubicBezTo>
                    <a:pt x="4874" y="1249"/>
                    <a:pt x="4869" y="1250"/>
                    <a:pt x="4864" y="1253"/>
                  </a:cubicBezTo>
                  <a:cubicBezTo>
                    <a:pt x="4858" y="1234"/>
                    <a:pt x="4780" y="1125"/>
                    <a:pt x="4764" y="1062"/>
                  </a:cubicBezTo>
                  <a:cubicBezTo>
                    <a:pt x="4770" y="1031"/>
                    <a:pt x="4739" y="1031"/>
                    <a:pt x="4708" y="1031"/>
                  </a:cubicBezTo>
                  <a:cubicBezTo>
                    <a:pt x="4698" y="1039"/>
                    <a:pt x="4687" y="1042"/>
                    <a:pt x="4676" y="1042"/>
                  </a:cubicBezTo>
                  <a:cubicBezTo>
                    <a:pt x="4665" y="1042"/>
                    <a:pt x="4654" y="1039"/>
                    <a:pt x="4645" y="1031"/>
                  </a:cubicBezTo>
                  <a:cubicBezTo>
                    <a:pt x="4645" y="1031"/>
                    <a:pt x="4667" y="1015"/>
                    <a:pt x="4686" y="999"/>
                  </a:cubicBezTo>
                  <a:cubicBezTo>
                    <a:pt x="4717" y="999"/>
                    <a:pt x="4717" y="996"/>
                    <a:pt x="4692" y="968"/>
                  </a:cubicBezTo>
                  <a:lnTo>
                    <a:pt x="4667" y="937"/>
                  </a:lnTo>
                  <a:cubicBezTo>
                    <a:pt x="4665" y="939"/>
                    <a:pt x="4662" y="940"/>
                    <a:pt x="4659" y="940"/>
                  </a:cubicBezTo>
                  <a:cubicBezTo>
                    <a:pt x="4632" y="940"/>
                    <a:pt x="4575" y="870"/>
                    <a:pt x="4488" y="783"/>
                  </a:cubicBezTo>
                  <a:cubicBezTo>
                    <a:pt x="4380" y="682"/>
                    <a:pt x="4331" y="638"/>
                    <a:pt x="4310" y="638"/>
                  </a:cubicBezTo>
                  <a:cubicBezTo>
                    <a:pt x="4306" y="638"/>
                    <a:pt x="4303" y="639"/>
                    <a:pt x="4300" y="642"/>
                  </a:cubicBezTo>
                  <a:cubicBezTo>
                    <a:pt x="4295" y="649"/>
                    <a:pt x="4291" y="652"/>
                    <a:pt x="4285" y="652"/>
                  </a:cubicBezTo>
                  <a:cubicBezTo>
                    <a:pt x="4274" y="652"/>
                    <a:pt x="4259" y="634"/>
                    <a:pt x="4238" y="595"/>
                  </a:cubicBezTo>
                  <a:cubicBezTo>
                    <a:pt x="4200" y="492"/>
                    <a:pt x="4190" y="470"/>
                    <a:pt x="4174" y="470"/>
                  </a:cubicBezTo>
                  <a:cubicBezTo>
                    <a:pt x="4169" y="470"/>
                    <a:pt x="4165" y="471"/>
                    <a:pt x="4159" y="473"/>
                  </a:cubicBezTo>
                  <a:cubicBezTo>
                    <a:pt x="4175" y="485"/>
                    <a:pt x="4159" y="504"/>
                    <a:pt x="4147" y="526"/>
                  </a:cubicBezTo>
                  <a:cubicBezTo>
                    <a:pt x="4134" y="543"/>
                    <a:pt x="4124" y="551"/>
                    <a:pt x="4118" y="551"/>
                  </a:cubicBezTo>
                  <a:cubicBezTo>
                    <a:pt x="4109" y="551"/>
                    <a:pt x="4108" y="535"/>
                    <a:pt x="4115" y="504"/>
                  </a:cubicBezTo>
                  <a:cubicBezTo>
                    <a:pt x="4140" y="469"/>
                    <a:pt x="3945" y="358"/>
                    <a:pt x="3864" y="358"/>
                  </a:cubicBezTo>
                  <a:cubicBezTo>
                    <a:pt x="3852" y="358"/>
                    <a:pt x="3842" y="361"/>
                    <a:pt x="3836" y="366"/>
                  </a:cubicBezTo>
                  <a:lnTo>
                    <a:pt x="3849" y="344"/>
                  </a:lnTo>
                  <a:cubicBezTo>
                    <a:pt x="3862" y="322"/>
                    <a:pt x="3843" y="313"/>
                    <a:pt x="3774" y="279"/>
                  </a:cubicBezTo>
                  <a:lnTo>
                    <a:pt x="3721" y="250"/>
                  </a:lnTo>
                  <a:cubicBezTo>
                    <a:pt x="3716" y="261"/>
                    <a:pt x="3707" y="265"/>
                    <a:pt x="3696" y="265"/>
                  </a:cubicBezTo>
                  <a:cubicBezTo>
                    <a:pt x="3661" y="265"/>
                    <a:pt x="3607" y="223"/>
                    <a:pt x="3614" y="207"/>
                  </a:cubicBezTo>
                  <a:cubicBezTo>
                    <a:pt x="3605" y="175"/>
                    <a:pt x="3605" y="175"/>
                    <a:pt x="3567" y="163"/>
                  </a:cubicBezTo>
                  <a:cubicBezTo>
                    <a:pt x="3554" y="167"/>
                    <a:pt x="3541" y="169"/>
                    <a:pt x="3528" y="169"/>
                  </a:cubicBezTo>
                  <a:cubicBezTo>
                    <a:pt x="3468" y="169"/>
                    <a:pt x="3411" y="127"/>
                    <a:pt x="3417" y="109"/>
                  </a:cubicBezTo>
                  <a:lnTo>
                    <a:pt x="3379" y="97"/>
                  </a:lnTo>
                  <a:cubicBezTo>
                    <a:pt x="3365" y="106"/>
                    <a:pt x="3349" y="110"/>
                    <a:pt x="3332" y="110"/>
                  </a:cubicBezTo>
                  <a:cubicBezTo>
                    <a:pt x="3320" y="110"/>
                    <a:pt x="3307" y="107"/>
                    <a:pt x="3294" y="103"/>
                  </a:cubicBezTo>
                  <a:cubicBezTo>
                    <a:pt x="3267" y="96"/>
                    <a:pt x="3249" y="90"/>
                    <a:pt x="3238" y="90"/>
                  </a:cubicBezTo>
                  <a:cubicBezTo>
                    <a:pt x="3227" y="90"/>
                    <a:pt x="3225" y="96"/>
                    <a:pt x="3232" y="113"/>
                  </a:cubicBezTo>
                  <a:cubicBezTo>
                    <a:pt x="3229" y="133"/>
                    <a:pt x="3223" y="157"/>
                    <a:pt x="3207" y="157"/>
                  </a:cubicBezTo>
                  <a:cubicBezTo>
                    <a:pt x="3206" y="157"/>
                    <a:pt x="3205" y="157"/>
                    <a:pt x="3203" y="156"/>
                  </a:cubicBezTo>
                  <a:lnTo>
                    <a:pt x="3210" y="131"/>
                  </a:lnTo>
                  <a:cubicBezTo>
                    <a:pt x="3216" y="106"/>
                    <a:pt x="3156" y="91"/>
                    <a:pt x="3081" y="81"/>
                  </a:cubicBezTo>
                  <a:cubicBezTo>
                    <a:pt x="2984" y="65"/>
                    <a:pt x="2946" y="59"/>
                    <a:pt x="2931" y="31"/>
                  </a:cubicBezTo>
                  <a:lnTo>
                    <a:pt x="2909" y="53"/>
                  </a:lnTo>
                  <a:cubicBezTo>
                    <a:pt x="2899" y="65"/>
                    <a:pt x="2889" y="70"/>
                    <a:pt x="2882" y="70"/>
                  </a:cubicBezTo>
                  <a:cubicBezTo>
                    <a:pt x="2873" y="70"/>
                    <a:pt x="2868" y="63"/>
                    <a:pt x="2868" y="50"/>
                  </a:cubicBezTo>
                  <a:cubicBezTo>
                    <a:pt x="2859" y="36"/>
                    <a:pt x="2831" y="28"/>
                    <a:pt x="2800" y="28"/>
                  </a:cubicBezTo>
                  <a:cubicBezTo>
                    <a:pt x="2776" y="28"/>
                    <a:pt x="2751" y="33"/>
                    <a:pt x="2733" y="44"/>
                  </a:cubicBezTo>
                  <a:lnTo>
                    <a:pt x="2696" y="40"/>
                  </a:lnTo>
                  <a:cubicBezTo>
                    <a:pt x="2689" y="14"/>
                    <a:pt x="2668" y="0"/>
                    <a:pt x="2646" y="0"/>
                  </a:cubicBezTo>
                  <a:close/>
                  <a:moveTo>
                    <a:pt x="2141" y="5358"/>
                  </a:moveTo>
                  <a:lnTo>
                    <a:pt x="2141" y="5358"/>
                  </a:lnTo>
                  <a:cubicBezTo>
                    <a:pt x="2138" y="5384"/>
                    <a:pt x="2138" y="5384"/>
                    <a:pt x="2157" y="5387"/>
                  </a:cubicBezTo>
                  <a:cubicBezTo>
                    <a:pt x="2170" y="5389"/>
                    <a:pt x="2179" y="5390"/>
                    <a:pt x="2184" y="5390"/>
                  </a:cubicBezTo>
                  <a:cubicBezTo>
                    <a:pt x="2196" y="5390"/>
                    <a:pt x="2192" y="5384"/>
                    <a:pt x="2182" y="5365"/>
                  </a:cubicBezTo>
                  <a:lnTo>
                    <a:pt x="2141" y="53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37"/>
            <p:cNvSpPr/>
            <p:nvPr/>
          </p:nvSpPr>
          <p:spPr>
            <a:xfrm>
              <a:off x="3844857" y="3476692"/>
              <a:ext cx="70607" cy="88380"/>
            </a:xfrm>
            <a:custGeom>
              <a:avLst/>
              <a:gdLst/>
              <a:ahLst/>
              <a:cxnLst/>
              <a:rect l="l" t="t" r="r" b="b"/>
              <a:pathLst>
                <a:path w="3879" h="4893" extrusionOk="0">
                  <a:moveTo>
                    <a:pt x="3404" y="0"/>
                  </a:moveTo>
                  <a:lnTo>
                    <a:pt x="3401" y="6"/>
                  </a:lnTo>
                  <a:cubicBezTo>
                    <a:pt x="3395" y="10"/>
                    <a:pt x="3417" y="25"/>
                    <a:pt x="3436" y="41"/>
                  </a:cubicBezTo>
                  <a:lnTo>
                    <a:pt x="3439" y="35"/>
                  </a:lnTo>
                  <a:cubicBezTo>
                    <a:pt x="3429" y="22"/>
                    <a:pt x="3417" y="10"/>
                    <a:pt x="3404" y="0"/>
                  </a:cubicBezTo>
                  <a:close/>
                  <a:moveTo>
                    <a:pt x="3689" y="251"/>
                  </a:moveTo>
                  <a:lnTo>
                    <a:pt x="3715" y="260"/>
                  </a:lnTo>
                  <a:cubicBezTo>
                    <a:pt x="3733" y="276"/>
                    <a:pt x="3727" y="282"/>
                    <a:pt x="3724" y="285"/>
                  </a:cubicBezTo>
                  <a:cubicBezTo>
                    <a:pt x="3723" y="288"/>
                    <a:pt x="3722" y="289"/>
                    <a:pt x="3720" y="289"/>
                  </a:cubicBezTo>
                  <a:cubicBezTo>
                    <a:pt x="3718" y="289"/>
                    <a:pt x="3712" y="286"/>
                    <a:pt x="3699" y="276"/>
                  </a:cubicBezTo>
                  <a:cubicBezTo>
                    <a:pt x="3699" y="276"/>
                    <a:pt x="3683" y="254"/>
                    <a:pt x="3689" y="251"/>
                  </a:cubicBezTo>
                  <a:close/>
                  <a:moveTo>
                    <a:pt x="3597" y="287"/>
                  </a:moveTo>
                  <a:cubicBezTo>
                    <a:pt x="3606" y="287"/>
                    <a:pt x="3625" y="295"/>
                    <a:pt x="3639" y="307"/>
                  </a:cubicBezTo>
                  <a:cubicBezTo>
                    <a:pt x="3683" y="336"/>
                    <a:pt x="3683" y="336"/>
                    <a:pt x="3674" y="345"/>
                  </a:cubicBezTo>
                  <a:cubicBezTo>
                    <a:pt x="3672" y="348"/>
                    <a:pt x="3670" y="352"/>
                    <a:pt x="3666" y="352"/>
                  </a:cubicBezTo>
                  <a:cubicBezTo>
                    <a:pt x="3662" y="352"/>
                    <a:pt x="3656" y="349"/>
                    <a:pt x="3646" y="342"/>
                  </a:cubicBezTo>
                  <a:lnTo>
                    <a:pt x="3652" y="336"/>
                  </a:lnTo>
                  <a:cubicBezTo>
                    <a:pt x="3657" y="339"/>
                    <a:pt x="3659" y="341"/>
                    <a:pt x="3660" y="341"/>
                  </a:cubicBezTo>
                  <a:cubicBezTo>
                    <a:pt x="3662" y="341"/>
                    <a:pt x="3649" y="327"/>
                    <a:pt x="3630" y="320"/>
                  </a:cubicBezTo>
                  <a:lnTo>
                    <a:pt x="3592" y="289"/>
                  </a:lnTo>
                  <a:cubicBezTo>
                    <a:pt x="3593" y="287"/>
                    <a:pt x="3595" y="287"/>
                    <a:pt x="3597" y="287"/>
                  </a:cubicBezTo>
                  <a:close/>
                  <a:moveTo>
                    <a:pt x="3740" y="423"/>
                  </a:moveTo>
                  <a:lnTo>
                    <a:pt x="3736" y="430"/>
                  </a:lnTo>
                  <a:cubicBezTo>
                    <a:pt x="3748" y="439"/>
                    <a:pt x="3752" y="443"/>
                    <a:pt x="3756" y="443"/>
                  </a:cubicBezTo>
                  <a:cubicBezTo>
                    <a:pt x="3758" y="443"/>
                    <a:pt x="3759" y="441"/>
                    <a:pt x="3762" y="439"/>
                  </a:cubicBezTo>
                  <a:lnTo>
                    <a:pt x="3765" y="433"/>
                  </a:lnTo>
                  <a:lnTo>
                    <a:pt x="3740" y="423"/>
                  </a:lnTo>
                  <a:close/>
                  <a:moveTo>
                    <a:pt x="3332" y="564"/>
                  </a:moveTo>
                  <a:cubicBezTo>
                    <a:pt x="3351" y="580"/>
                    <a:pt x="3364" y="605"/>
                    <a:pt x="3357" y="611"/>
                  </a:cubicBezTo>
                  <a:cubicBezTo>
                    <a:pt x="3357" y="612"/>
                    <a:pt x="3357" y="612"/>
                    <a:pt x="3356" y="612"/>
                  </a:cubicBezTo>
                  <a:cubicBezTo>
                    <a:pt x="3351" y="612"/>
                    <a:pt x="3331" y="597"/>
                    <a:pt x="3323" y="574"/>
                  </a:cubicBezTo>
                  <a:lnTo>
                    <a:pt x="3332" y="564"/>
                  </a:lnTo>
                  <a:close/>
                  <a:moveTo>
                    <a:pt x="3265" y="570"/>
                  </a:moveTo>
                  <a:cubicBezTo>
                    <a:pt x="3259" y="570"/>
                    <a:pt x="3256" y="575"/>
                    <a:pt x="3251" y="580"/>
                  </a:cubicBezTo>
                  <a:cubicBezTo>
                    <a:pt x="3248" y="586"/>
                    <a:pt x="3263" y="605"/>
                    <a:pt x="3263" y="605"/>
                  </a:cubicBezTo>
                  <a:cubicBezTo>
                    <a:pt x="3273" y="613"/>
                    <a:pt x="3279" y="616"/>
                    <a:pt x="3283" y="616"/>
                  </a:cubicBezTo>
                  <a:cubicBezTo>
                    <a:pt x="3286" y="616"/>
                    <a:pt x="3289" y="614"/>
                    <a:pt x="3291" y="611"/>
                  </a:cubicBezTo>
                  <a:cubicBezTo>
                    <a:pt x="3295" y="612"/>
                    <a:pt x="3298" y="612"/>
                    <a:pt x="3300" y="612"/>
                  </a:cubicBezTo>
                  <a:cubicBezTo>
                    <a:pt x="3316" y="612"/>
                    <a:pt x="3302" y="594"/>
                    <a:pt x="3285" y="580"/>
                  </a:cubicBezTo>
                  <a:cubicBezTo>
                    <a:pt x="3276" y="573"/>
                    <a:pt x="3270" y="570"/>
                    <a:pt x="3265" y="570"/>
                  </a:cubicBezTo>
                  <a:close/>
                  <a:moveTo>
                    <a:pt x="3119" y="859"/>
                  </a:moveTo>
                  <a:lnTo>
                    <a:pt x="3150" y="900"/>
                  </a:lnTo>
                  <a:cubicBezTo>
                    <a:pt x="3179" y="932"/>
                    <a:pt x="3191" y="946"/>
                    <a:pt x="3190" y="946"/>
                  </a:cubicBezTo>
                  <a:cubicBezTo>
                    <a:pt x="3188" y="946"/>
                    <a:pt x="3179" y="938"/>
                    <a:pt x="3163" y="925"/>
                  </a:cubicBezTo>
                  <a:cubicBezTo>
                    <a:pt x="3141" y="912"/>
                    <a:pt x="3122" y="893"/>
                    <a:pt x="3110" y="868"/>
                  </a:cubicBezTo>
                  <a:lnTo>
                    <a:pt x="3119" y="859"/>
                  </a:lnTo>
                  <a:close/>
                  <a:moveTo>
                    <a:pt x="3207" y="909"/>
                  </a:moveTo>
                  <a:lnTo>
                    <a:pt x="3232" y="918"/>
                  </a:lnTo>
                  <a:cubicBezTo>
                    <a:pt x="3254" y="934"/>
                    <a:pt x="3248" y="940"/>
                    <a:pt x="3244" y="947"/>
                  </a:cubicBezTo>
                  <a:lnTo>
                    <a:pt x="3223" y="931"/>
                  </a:lnTo>
                  <a:lnTo>
                    <a:pt x="3207" y="909"/>
                  </a:lnTo>
                  <a:close/>
                  <a:moveTo>
                    <a:pt x="2997" y="1047"/>
                  </a:moveTo>
                  <a:cubicBezTo>
                    <a:pt x="3009" y="1056"/>
                    <a:pt x="3022" y="1069"/>
                    <a:pt x="3031" y="1081"/>
                  </a:cubicBezTo>
                  <a:lnTo>
                    <a:pt x="3028" y="1088"/>
                  </a:lnTo>
                  <a:cubicBezTo>
                    <a:pt x="3009" y="1072"/>
                    <a:pt x="2987" y="1056"/>
                    <a:pt x="2994" y="1050"/>
                  </a:cubicBezTo>
                  <a:lnTo>
                    <a:pt x="2997" y="1047"/>
                  </a:lnTo>
                  <a:close/>
                  <a:moveTo>
                    <a:pt x="3096" y="1049"/>
                  </a:moveTo>
                  <a:cubicBezTo>
                    <a:pt x="3101" y="1049"/>
                    <a:pt x="3117" y="1070"/>
                    <a:pt x="3147" y="1100"/>
                  </a:cubicBezTo>
                  <a:cubicBezTo>
                    <a:pt x="3153" y="1113"/>
                    <a:pt x="3156" y="1120"/>
                    <a:pt x="3154" y="1120"/>
                  </a:cubicBezTo>
                  <a:cubicBezTo>
                    <a:pt x="3152" y="1120"/>
                    <a:pt x="3142" y="1111"/>
                    <a:pt x="3122" y="1091"/>
                  </a:cubicBezTo>
                  <a:lnTo>
                    <a:pt x="3094" y="1050"/>
                  </a:lnTo>
                  <a:cubicBezTo>
                    <a:pt x="3094" y="1049"/>
                    <a:pt x="3095" y="1049"/>
                    <a:pt x="3096" y="1049"/>
                  </a:cubicBezTo>
                  <a:close/>
                  <a:moveTo>
                    <a:pt x="2289" y="1086"/>
                  </a:moveTo>
                  <a:cubicBezTo>
                    <a:pt x="2285" y="1086"/>
                    <a:pt x="2291" y="1096"/>
                    <a:pt x="2314" y="1119"/>
                  </a:cubicBezTo>
                  <a:cubicBezTo>
                    <a:pt x="2327" y="1130"/>
                    <a:pt x="2331" y="1133"/>
                    <a:pt x="2334" y="1133"/>
                  </a:cubicBezTo>
                  <a:cubicBezTo>
                    <a:pt x="2336" y="1133"/>
                    <a:pt x="2337" y="1132"/>
                    <a:pt x="2339" y="1132"/>
                  </a:cubicBezTo>
                  <a:cubicBezTo>
                    <a:pt x="2329" y="1116"/>
                    <a:pt x="2317" y="1103"/>
                    <a:pt x="2304" y="1094"/>
                  </a:cubicBezTo>
                  <a:cubicBezTo>
                    <a:pt x="2297" y="1089"/>
                    <a:pt x="2292" y="1086"/>
                    <a:pt x="2289" y="1086"/>
                  </a:cubicBezTo>
                  <a:close/>
                  <a:moveTo>
                    <a:pt x="2860" y="1117"/>
                  </a:moveTo>
                  <a:cubicBezTo>
                    <a:pt x="2861" y="1117"/>
                    <a:pt x="2864" y="1118"/>
                    <a:pt x="2868" y="1122"/>
                  </a:cubicBezTo>
                  <a:cubicBezTo>
                    <a:pt x="2869" y="1121"/>
                    <a:pt x="2870" y="1121"/>
                    <a:pt x="2870" y="1121"/>
                  </a:cubicBezTo>
                  <a:cubicBezTo>
                    <a:pt x="2876" y="1121"/>
                    <a:pt x="2884" y="1144"/>
                    <a:pt x="2881" y="1147"/>
                  </a:cubicBezTo>
                  <a:lnTo>
                    <a:pt x="2859" y="1132"/>
                  </a:lnTo>
                  <a:cubicBezTo>
                    <a:pt x="2864" y="1129"/>
                    <a:pt x="2856" y="1117"/>
                    <a:pt x="2860" y="1117"/>
                  </a:cubicBezTo>
                  <a:close/>
                  <a:moveTo>
                    <a:pt x="2931" y="1241"/>
                  </a:moveTo>
                  <a:cubicBezTo>
                    <a:pt x="2953" y="1257"/>
                    <a:pt x="2972" y="1273"/>
                    <a:pt x="2969" y="1279"/>
                  </a:cubicBezTo>
                  <a:cubicBezTo>
                    <a:pt x="2974" y="1287"/>
                    <a:pt x="2975" y="1290"/>
                    <a:pt x="2971" y="1290"/>
                  </a:cubicBezTo>
                  <a:cubicBezTo>
                    <a:pt x="2965" y="1290"/>
                    <a:pt x="2947" y="1278"/>
                    <a:pt x="2925" y="1254"/>
                  </a:cubicBezTo>
                  <a:lnTo>
                    <a:pt x="2931" y="1241"/>
                  </a:lnTo>
                  <a:close/>
                  <a:moveTo>
                    <a:pt x="2909" y="1313"/>
                  </a:moveTo>
                  <a:lnTo>
                    <a:pt x="2931" y="1323"/>
                  </a:lnTo>
                  <a:lnTo>
                    <a:pt x="2928" y="1329"/>
                  </a:lnTo>
                  <a:cubicBezTo>
                    <a:pt x="2926" y="1330"/>
                    <a:pt x="2925" y="1331"/>
                    <a:pt x="2923" y="1331"/>
                  </a:cubicBezTo>
                  <a:cubicBezTo>
                    <a:pt x="2920" y="1331"/>
                    <a:pt x="2916" y="1327"/>
                    <a:pt x="2903" y="1316"/>
                  </a:cubicBezTo>
                  <a:lnTo>
                    <a:pt x="2909" y="1313"/>
                  </a:lnTo>
                  <a:close/>
                  <a:moveTo>
                    <a:pt x="2755" y="1346"/>
                  </a:moveTo>
                  <a:cubicBezTo>
                    <a:pt x="2763" y="1346"/>
                    <a:pt x="2778" y="1351"/>
                    <a:pt x="2778" y="1351"/>
                  </a:cubicBezTo>
                  <a:cubicBezTo>
                    <a:pt x="2796" y="1367"/>
                    <a:pt x="2793" y="1373"/>
                    <a:pt x="2793" y="1373"/>
                  </a:cubicBezTo>
                  <a:cubicBezTo>
                    <a:pt x="2790" y="1376"/>
                    <a:pt x="2788" y="1378"/>
                    <a:pt x="2785" y="1378"/>
                  </a:cubicBezTo>
                  <a:cubicBezTo>
                    <a:pt x="2781" y="1378"/>
                    <a:pt x="2775" y="1375"/>
                    <a:pt x="2765" y="1367"/>
                  </a:cubicBezTo>
                  <a:cubicBezTo>
                    <a:pt x="2765" y="1367"/>
                    <a:pt x="2743" y="1351"/>
                    <a:pt x="2749" y="1348"/>
                  </a:cubicBezTo>
                  <a:cubicBezTo>
                    <a:pt x="2750" y="1346"/>
                    <a:pt x="2752" y="1346"/>
                    <a:pt x="2755" y="1346"/>
                  </a:cubicBezTo>
                  <a:close/>
                  <a:moveTo>
                    <a:pt x="2900" y="1401"/>
                  </a:moveTo>
                  <a:cubicBezTo>
                    <a:pt x="2893" y="1407"/>
                    <a:pt x="2912" y="1423"/>
                    <a:pt x="2912" y="1423"/>
                  </a:cubicBezTo>
                  <a:cubicBezTo>
                    <a:pt x="2912" y="1423"/>
                    <a:pt x="2928" y="1434"/>
                    <a:pt x="2934" y="1434"/>
                  </a:cubicBezTo>
                  <a:cubicBezTo>
                    <a:pt x="2936" y="1434"/>
                    <a:pt x="2937" y="1433"/>
                    <a:pt x="2937" y="1432"/>
                  </a:cubicBezTo>
                  <a:lnTo>
                    <a:pt x="2944" y="1429"/>
                  </a:lnTo>
                  <a:cubicBezTo>
                    <a:pt x="2928" y="1417"/>
                    <a:pt x="2915" y="1410"/>
                    <a:pt x="2900" y="1401"/>
                  </a:cubicBezTo>
                  <a:close/>
                  <a:moveTo>
                    <a:pt x="2693" y="1454"/>
                  </a:moveTo>
                  <a:cubicBezTo>
                    <a:pt x="2718" y="1464"/>
                    <a:pt x="2718" y="1464"/>
                    <a:pt x="2709" y="1473"/>
                  </a:cubicBezTo>
                  <a:cubicBezTo>
                    <a:pt x="2708" y="1474"/>
                    <a:pt x="2706" y="1475"/>
                    <a:pt x="2705" y="1475"/>
                  </a:cubicBezTo>
                  <a:cubicBezTo>
                    <a:pt x="2697" y="1475"/>
                    <a:pt x="2684" y="1464"/>
                    <a:pt x="2684" y="1464"/>
                  </a:cubicBezTo>
                  <a:cubicBezTo>
                    <a:pt x="2674" y="1456"/>
                    <a:pt x="2675" y="1454"/>
                    <a:pt x="2679" y="1454"/>
                  </a:cubicBezTo>
                  <a:cubicBezTo>
                    <a:pt x="2681" y="1454"/>
                    <a:pt x="2685" y="1455"/>
                    <a:pt x="2689" y="1455"/>
                  </a:cubicBezTo>
                  <a:cubicBezTo>
                    <a:pt x="2690" y="1455"/>
                    <a:pt x="2692" y="1455"/>
                    <a:pt x="2693" y="1454"/>
                  </a:cubicBezTo>
                  <a:close/>
                  <a:moveTo>
                    <a:pt x="2542" y="1558"/>
                  </a:moveTo>
                  <a:lnTo>
                    <a:pt x="2542" y="1558"/>
                  </a:lnTo>
                  <a:cubicBezTo>
                    <a:pt x="2549" y="1563"/>
                    <a:pt x="2550" y="1565"/>
                    <a:pt x="2549" y="1565"/>
                  </a:cubicBezTo>
                  <a:cubicBezTo>
                    <a:pt x="2547" y="1565"/>
                    <a:pt x="2539" y="1560"/>
                    <a:pt x="2542" y="1558"/>
                  </a:cubicBezTo>
                  <a:close/>
                  <a:moveTo>
                    <a:pt x="2633" y="1567"/>
                  </a:moveTo>
                  <a:lnTo>
                    <a:pt x="2633" y="1567"/>
                  </a:lnTo>
                  <a:cubicBezTo>
                    <a:pt x="2649" y="1573"/>
                    <a:pt x="2662" y="1580"/>
                    <a:pt x="2677" y="1592"/>
                  </a:cubicBezTo>
                  <a:cubicBezTo>
                    <a:pt x="2686" y="1600"/>
                    <a:pt x="2690" y="1604"/>
                    <a:pt x="2687" y="1604"/>
                  </a:cubicBezTo>
                  <a:cubicBezTo>
                    <a:pt x="2684" y="1604"/>
                    <a:pt x="2672" y="1599"/>
                    <a:pt x="2649" y="1586"/>
                  </a:cubicBezTo>
                  <a:cubicBezTo>
                    <a:pt x="2627" y="1570"/>
                    <a:pt x="2627" y="1570"/>
                    <a:pt x="2633" y="1567"/>
                  </a:cubicBezTo>
                  <a:close/>
                  <a:moveTo>
                    <a:pt x="2580" y="1630"/>
                  </a:moveTo>
                  <a:cubicBezTo>
                    <a:pt x="2588" y="1636"/>
                    <a:pt x="2588" y="1638"/>
                    <a:pt x="2586" y="1638"/>
                  </a:cubicBezTo>
                  <a:cubicBezTo>
                    <a:pt x="2584" y="1638"/>
                    <a:pt x="2576" y="1634"/>
                    <a:pt x="2580" y="1630"/>
                  </a:cubicBezTo>
                  <a:close/>
                  <a:moveTo>
                    <a:pt x="2602" y="1605"/>
                  </a:moveTo>
                  <a:lnTo>
                    <a:pt x="2627" y="1614"/>
                  </a:lnTo>
                  <a:lnTo>
                    <a:pt x="2640" y="1633"/>
                  </a:lnTo>
                  <a:lnTo>
                    <a:pt x="2637" y="1639"/>
                  </a:lnTo>
                  <a:cubicBezTo>
                    <a:pt x="2618" y="1624"/>
                    <a:pt x="2596" y="1608"/>
                    <a:pt x="2602" y="1605"/>
                  </a:cubicBezTo>
                  <a:close/>
                  <a:moveTo>
                    <a:pt x="2981" y="1617"/>
                  </a:moveTo>
                  <a:lnTo>
                    <a:pt x="2972" y="1630"/>
                  </a:lnTo>
                  <a:cubicBezTo>
                    <a:pt x="2985" y="1639"/>
                    <a:pt x="2990" y="1643"/>
                    <a:pt x="2993" y="1643"/>
                  </a:cubicBezTo>
                  <a:cubicBezTo>
                    <a:pt x="2995" y="1643"/>
                    <a:pt x="2996" y="1642"/>
                    <a:pt x="2997" y="1639"/>
                  </a:cubicBezTo>
                  <a:cubicBezTo>
                    <a:pt x="3006" y="1630"/>
                    <a:pt x="3006" y="1630"/>
                    <a:pt x="2981" y="1617"/>
                  </a:cubicBezTo>
                  <a:close/>
                  <a:moveTo>
                    <a:pt x="2273" y="1921"/>
                  </a:moveTo>
                  <a:lnTo>
                    <a:pt x="2298" y="1931"/>
                  </a:lnTo>
                  <a:lnTo>
                    <a:pt x="2314" y="1953"/>
                  </a:lnTo>
                  <a:lnTo>
                    <a:pt x="2307" y="1959"/>
                  </a:lnTo>
                  <a:cubicBezTo>
                    <a:pt x="2289" y="1943"/>
                    <a:pt x="2270" y="1927"/>
                    <a:pt x="2273" y="1921"/>
                  </a:cubicBezTo>
                  <a:close/>
                  <a:moveTo>
                    <a:pt x="2168" y="2049"/>
                  </a:moveTo>
                  <a:cubicBezTo>
                    <a:pt x="2175" y="2049"/>
                    <a:pt x="2209" y="2082"/>
                    <a:pt x="2226" y="2097"/>
                  </a:cubicBezTo>
                  <a:cubicBezTo>
                    <a:pt x="2224" y="2099"/>
                    <a:pt x="2222" y="2101"/>
                    <a:pt x="2220" y="2101"/>
                  </a:cubicBezTo>
                  <a:cubicBezTo>
                    <a:pt x="2217" y="2101"/>
                    <a:pt x="2212" y="2097"/>
                    <a:pt x="2201" y="2087"/>
                  </a:cubicBezTo>
                  <a:cubicBezTo>
                    <a:pt x="2188" y="2075"/>
                    <a:pt x="2176" y="2065"/>
                    <a:pt x="2166" y="2050"/>
                  </a:cubicBezTo>
                  <a:cubicBezTo>
                    <a:pt x="2167" y="2049"/>
                    <a:pt x="2167" y="2049"/>
                    <a:pt x="2168" y="2049"/>
                  </a:cubicBezTo>
                  <a:close/>
                  <a:moveTo>
                    <a:pt x="2072" y="2244"/>
                  </a:moveTo>
                  <a:lnTo>
                    <a:pt x="2097" y="2253"/>
                  </a:lnTo>
                  <a:lnTo>
                    <a:pt x="2113" y="2275"/>
                  </a:lnTo>
                  <a:lnTo>
                    <a:pt x="2107" y="2278"/>
                  </a:lnTo>
                  <a:cubicBezTo>
                    <a:pt x="2088" y="2263"/>
                    <a:pt x="2069" y="2247"/>
                    <a:pt x="2072" y="2244"/>
                  </a:cubicBezTo>
                  <a:close/>
                  <a:moveTo>
                    <a:pt x="2254" y="2260"/>
                  </a:moveTo>
                  <a:cubicBezTo>
                    <a:pt x="2267" y="2272"/>
                    <a:pt x="2279" y="2285"/>
                    <a:pt x="2289" y="2297"/>
                  </a:cubicBezTo>
                  <a:lnTo>
                    <a:pt x="2286" y="2304"/>
                  </a:lnTo>
                  <a:cubicBezTo>
                    <a:pt x="2264" y="2288"/>
                    <a:pt x="2245" y="2272"/>
                    <a:pt x="2248" y="2266"/>
                  </a:cubicBezTo>
                  <a:lnTo>
                    <a:pt x="2254" y="2260"/>
                  </a:lnTo>
                  <a:close/>
                  <a:moveTo>
                    <a:pt x="1765" y="2614"/>
                  </a:moveTo>
                  <a:cubicBezTo>
                    <a:pt x="1790" y="2623"/>
                    <a:pt x="1806" y="2645"/>
                    <a:pt x="1800" y="2651"/>
                  </a:cubicBezTo>
                  <a:cubicBezTo>
                    <a:pt x="1797" y="2656"/>
                    <a:pt x="1796" y="2658"/>
                    <a:pt x="1793" y="2658"/>
                  </a:cubicBezTo>
                  <a:cubicBezTo>
                    <a:pt x="1789" y="2658"/>
                    <a:pt x="1784" y="2654"/>
                    <a:pt x="1772" y="2645"/>
                  </a:cubicBezTo>
                  <a:cubicBezTo>
                    <a:pt x="1753" y="2629"/>
                    <a:pt x="1762" y="2620"/>
                    <a:pt x="1765" y="2614"/>
                  </a:cubicBezTo>
                  <a:close/>
                  <a:moveTo>
                    <a:pt x="1602" y="2849"/>
                  </a:moveTo>
                  <a:cubicBezTo>
                    <a:pt x="1615" y="2861"/>
                    <a:pt x="1627" y="2874"/>
                    <a:pt x="1640" y="2886"/>
                  </a:cubicBezTo>
                  <a:lnTo>
                    <a:pt x="1634" y="2893"/>
                  </a:lnTo>
                  <a:cubicBezTo>
                    <a:pt x="1615" y="2877"/>
                    <a:pt x="1593" y="2861"/>
                    <a:pt x="1599" y="2855"/>
                  </a:cubicBezTo>
                  <a:lnTo>
                    <a:pt x="1602" y="2849"/>
                  </a:lnTo>
                  <a:close/>
                  <a:moveTo>
                    <a:pt x="1581" y="3188"/>
                  </a:moveTo>
                  <a:cubicBezTo>
                    <a:pt x="1582" y="3189"/>
                    <a:pt x="1583" y="3190"/>
                    <a:pt x="1584" y="3190"/>
                  </a:cubicBezTo>
                  <a:cubicBezTo>
                    <a:pt x="1589" y="3194"/>
                    <a:pt x="1591" y="3196"/>
                    <a:pt x="1591" y="3196"/>
                  </a:cubicBezTo>
                  <a:cubicBezTo>
                    <a:pt x="1591" y="3196"/>
                    <a:pt x="1587" y="3193"/>
                    <a:pt x="1581" y="3188"/>
                  </a:cubicBezTo>
                  <a:close/>
                  <a:moveTo>
                    <a:pt x="1044" y="3380"/>
                  </a:moveTo>
                  <a:cubicBezTo>
                    <a:pt x="1044" y="3380"/>
                    <a:pt x="1047" y="3382"/>
                    <a:pt x="1052" y="3385"/>
                  </a:cubicBezTo>
                  <a:lnTo>
                    <a:pt x="1052" y="3385"/>
                  </a:lnTo>
                  <a:cubicBezTo>
                    <a:pt x="1047" y="3381"/>
                    <a:pt x="1045" y="3380"/>
                    <a:pt x="1044" y="3380"/>
                  </a:cubicBezTo>
                  <a:close/>
                  <a:moveTo>
                    <a:pt x="1052" y="3385"/>
                  </a:moveTo>
                  <a:cubicBezTo>
                    <a:pt x="1057" y="3388"/>
                    <a:pt x="1064" y="3392"/>
                    <a:pt x="1073" y="3399"/>
                  </a:cubicBezTo>
                  <a:lnTo>
                    <a:pt x="1073" y="3399"/>
                  </a:lnTo>
                  <a:cubicBezTo>
                    <a:pt x="1069" y="3396"/>
                    <a:pt x="1065" y="3392"/>
                    <a:pt x="1060" y="3388"/>
                  </a:cubicBezTo>
                  <a:cubicBezTo>
                    <a:pt x="1057" y="3387"/>
                    <a:pt x="1055" y="3386"/>
                    <a:pt x="1052" y="3385"/>
                  </a:cubicBezTo>
                  <a:close/>
                  <a:moveTo>
                    <a:pt x="1345" y="3400"/>
                  </a:moveTo>
                  <a:lnTo>
                    <a:pt x="1367" y="3410"/>
                  </a:lnTo>
                  <a:cubicBezTo>
                    <a:pt x="1389" y="3425"/>
                    <a:pt x="1383" y="3432"/>
                    <a:pt x="1383" y="3432"/>
                  </a:cubicBezTo>
                  <a:cubicBezTo>
                    <a:pt x="1382" y="3433"/>
                    <a:pt x="1381" y="3433"/>
                    <a:pt x="1380" y="3433"/>
                  </a:cubicBezTo>
                  <a:cubicBezTo>
                    <a:pt x="1378" y="3433"/>
                    <a:pt x="1374" y="3431"/>
                    <a:pt x="1361" y="3422"/>
                  </a:cubicBezTo>
                  <a:cubicBezTo>
                    <a:pt x="1361" y="3422"/>
                    <a:pt x="1339" y="3407"/>
                    <a:pt x="1345" y="3400"/>
                  </a:cubicBezTo>
                  <a:close/>
                  <a:moveTo>
                    <a:pt x="1163" y="3423"/>
                  </a:moveTo>
                  <a:cubicBezTo>
                    <a:pt x="1166" y="3423"/>
                    <a:pt x="1170" y="3428"/>
                    <a:pt x="1179" y="3441"/>
                  </a:cubicBezTo>
                  <a:cubicBezTo>
                    <a:pt x="1189" y="3453"/>
                    <a:pt x="1191" y="3459"/>
                    <a:pt x="1188" y="3459"/>
                  </a:cubicBezTo>
                  <a:cubicBezTo>
                    <a:pt x="1185" y="3459"/>
                    <a:pt x="1180" y="3457"/>
                    <a:pt x="1173" y="3451"/>
                  </a:cubicBezTo>
                  <a:cubicBezTo>
                    <a:pt x="1151" y="3435"/>
                    <a:pt x="1151" y="3435"/>
                    <a:pt x="1157" y="3429"/>
                  </a:cubicBezTo>
                  <a:cubicBezTo>
                    <a:pt x="1160" y="3425"/>
                    <a:pt x="1161" y="3423"/>
                    <a:pt x="1163" y="3423"/>
                  </a:cubicBezTo>
                  <a:close/>
                  <a:moveTo>
                    <a:pt x="1126" y="3466"/>
                  </a:moveTo>
                  <a:lnTo>
                    <a:pt x="1148" y="3479"/>
                  </a:lnTo>
                  <a:lnTo>
                    <a:pt x="1145" y="3482"/>
                  </a:lnTo>
                  <a:cubicBezTo>
                    <a:pt x="1144" y="3484"/>
                    <a:pt x="1143" y="3486"/>
                    <a:pt x="1141" y="3486"/>
                  </a:cubicBezTo>
                  <a:cubicBezTo>
                    <a:pt x="1138" y="3486"/>
                    <a:pt x="1133" y="3482"/>
                    <a:pt x="1120" y="3472"/>
                  </a:cubicBezTo>
                  <a:lnTo>
                    <a:pt x="1126" y="3466"/>
                  </a:lnTo>
                  <a:close/>
                  <a:moveTo>
                    <a:pt x="1073" y="3488"/>
                  </a:moveTo>
                  <a:cubicBezTo>
                    <a:pt x="1071" y="3492"/>
                    <a:pt x="1077" y="3499"/>
                    <a:pt x="1079" y="3499"/>
                  </a:cubicBezTo>
                  <a:cubicBezTo>
                    <a:pt x="1080" y="3499"/>
                    <a:pt x="1079" y="3497"/>
                    <a:pt x="1073" y="3488"/>
                  </a:cubicBezTo>
                  <a:close/>
                  <a:moveTo>
                    <a:pt x="1311" y="3479"/>
                  </a:moveTo>
                  <a:lnTo>
                    <a:pt x="1336" y="3491"/>
                  </a:lnTo>
                  <a:lnTo>
                    <a:pt x="1352" y="3510"/>
                  </a:lnTo>
                  <a:lnTo>
                    <a:pt x="1345" y="3516"/>
                  </a:lnTo>
                  <a:cubicBezTo>
                    <a:pt x="1327" y="3501"/>
                    <a:pt x="1308" y="3485"/>
                    <a:pt x="1311" y="3479"/>
                  </a:cubicBezTo>
                  <a:close/>
                  <a:moveTo>
                    <a:pt x="1079" y="3519"/>
                  </a:moveTo>
                  <a:lnTo>
                    <a:pt x="1104" y="3532"/>
                  </a:lnTo>
                  <a:lnTo>
                    <a:pt x="1101" y="3535"/>
                  </a:lnTo>
                  <a:cubicBezTo>
                    <a:pt x="1099" y="3538"/>
                    <a:pt x="1097" y="3539"/>
                    <a:pt x="1095" y="3539"/>
                  </a:cubicBezTo>
                  <a:cubicBezTo>
                    <a:pt x="1092" y="3539"/>
                    <a:pt x="1087" y="3535"/>
                    <a:pt x="1076" y="3526"/>
                  </a:cubicBezTo>
                  <a:lnTo>
                    <a:pt x="1079" y="3519"/>
                  </a:lnTo>
                  <a:close/>
                  <a:moveTo>
                    <a:pt x="1057" y="3592"/>
                  </a:moveTo>
                  <a:lnTo>
                    <a:pt x="1057" y="3592"/>
                  </a:lnTo>
                  <a:cubicBezTo>
                    <a:pt x="1073" y="3598"/>
                    <a:pt x="1085" y="3604"/>
                    <a:pt x="1101" y="3617"/>
                  </a:cubicBezTo>
                  <a:lnTo>
                    <a:pt x="1095" y="3620"/>
                  </a:lnTo>
                  <a:cubicBezTo>
                    <a:pt x="1094" y="3621"/>
                    <a:pt x="1093" y="3621"/>
                    <a:pt x="1092" y="3621"/>
                  </a:cubicBezTo>
                  <a:cubicBezTo>
                    <a:pt x="1085" y="3621"/>
                    <a:pt x="1070" y="3610"/>
                    <a:pt x="1070" y="3610"/>
                  </a:cubicBezTo>
                  <a:cubicBezTo>
                    <a:pt x="1070" y="3610"/>
                    <a:pt x="1051" y="3595"/>
                    <a:pt x="1057" y="3592"/>
                  </a:cubicBezTo>
                  <a:close/>
                  <a:moveTo>
                    <a:pt x="873" y="3793"/>
                  </a:moveTo>
                  <a:lnTo>
                    <a:pt x="873" y="3793"/>
                  </a:lnTo>
                  <a:cubicBezTo>
                    <a:pt x="874" y="3793"/>
                    <a:pt x="877" y="3794"/>
                    <a:pt x="882" y="3798"/>
                  </a:cubicBezTo>
                  <a:lnTo>
                    <a:pt x="904" y="3814"/>
                  </a:lnTo>
                  <a:cubicBezTo>
                    <a:pt x="913" y="3831"/>
                    <a:pt x="924" y="3848"/>
                    <a:pt x="921" y="3848"/>
                  </a:cubicBezTo>
                  <a:cubicBezTo>
                    <a:pt x="920" y="3848"/>
                    <a:pt x="917" y="3846"/>
                    <a:pt x="913" y="3842"/>
                  </a:cubicBezTo>
                  <a:cubicBezTo>
                    <a:pt x="900" y="3830"/>
                    <a:pt x="888" y="3817"/>
                    <a:pt x="878" y="3805"/>
                  </a:cubicBezTo>
                  <a:cubicBezTo>
                    <a:pt x="878" y="3805"/>
                    <a:pt x="870" y="3793"/>
                    <a:pt x="873" y="3793"/>
                  </a:cubicBezTo>
                  <a:close/>
                  <a:moveTo>
                    <a:pt x="792" y="4029"/>
                  </a:moveTo>
                  <a:cubicBezTo>
                    <a:pt x="801" y="4029"/>
                    <a:pt x="836" y="4058"/>
                    <a:pt x="847" y="4080"/>
                  </a:cubicBezTo>
                  <a:cubicBezTo>
                    <a:pt x="845" y="4083"/>
                    <a:pt x="843" y="4084"/>
                    <a:pt x="841" y="4084"/>
                  </a:cubicBezTo>
                  <a:cubicBezTo>
                    <a:pt x="838" y="4084"/>
                    <a:pt x="834" y="4081"/>
                    <a:pt x="822" y="4071"/>
                  </a:cubicBezTo>
                  <a:cubicBezTo>
                    <a:pt x="800" y="4055"/>
                    <a:pt x="788" y="4033"/>
                    <a:pt x="791" y="4030"/>
                  </a:cubicBezTo>
                  <a:cubicBezTo>
                    <a:pt x="791" y="4030"/>
                    <a:pt x="792" y="4029"/>
                    <a:pt x="792" y="4029"/>
                  </a:cubicBezTo>
                  <a:close/>
                  <a:moveTo>
                    <a:pt x="177" y="4791"/>
                  </a:moveTo>
                  <a:cubicBezTo>
                    <a:pt x="178" y="4791"/>
                    <a:pt x="188" y="4798"/>
                    <a:pt x="208" y="4814"/>
                  </a:cubicBezTo>
                  <a:cubicBezTo>
                    <a:pt x="227" y="4829"/>
                    <a:pt x="249" y="4845"/>
                    <a:pt x="242" y="4848"/>
                  </a:cubicBezTo>
                  <a:cubicBezTo>
                    <a:pt x="253" y="4863"/>
                    <a:pt x="255" y="4869"/>
                    <a:pt x="253" y="4869"/>
                  </a:cubicBezTo>
                  <a:cubicBezTo>
                    <a:pt x="247" y="4869"/>
                    <a:pt x="223" y="4846"/>
                    <a:pt x="205" y="4817"/>
                  </a:cubicBezTo>
                  <a:cubicBezTo>
                    <a:pt x="185" y="4799"/>
                    <a:pt x="176" y="4791"/>
                    <a:pt x="177" y="4791"/>
                  </a:cubicBezTo>
                  <a:close/>
                  <a:moveTo>
                    <a:pt x="3673" y="102"/>
                  </a:moveTo>
                  <a:cubicBezTo>
                    <a:pt x="3666" y="102"/>
                    <a:pt x="3678" y="118"/>
                    <a:pt x="3711" y="144"/>
                  </a:cubicBezTo>
                  <a:cubicBezTo>
                    <a:pt x="3745" y="171"/>
                    <a:pt x="3760" y="182"/>
                    <a:pt x="3758" y="182"/>
                  </a:cubicBezTo>
                  <a:cubicBezTo>
                    <a:pt x="3757" y="182"/>
                    <a:pt x="3746" y="175"/>
                    <a:pt x="3727" y="163"/>
                  </a:cubicBezTo>
                  <a:cubicBezTo>
                    <a:pt x="3703" y="145"/>
                    <a:pt x="3692" y="139"/>
                    <a:pt x="3686" y="139"/>
                  </a:cubicBezTo>
                  <a:cubicBezTo>
                    <a:pt x="3682" y="139"/>
                    <a:pt x="3679" y="142"/>
                    <a:pt x="3677" y="144"/>
                  </a:cubicBezTo>
                  <a:cubicBezTo>
                    <a:pt x="3676" y="145"/>
                    <a:pt x="3675" y="146"/>
                    <a:pt x="3674" y="146"/>
                  </a:cubicBezTo>
                  <a:cubicBezTo>
                    <a:pt x="3672" y="146"/>
                    <a:pt x="3668" y="143"/>
                    <a:pt x="3655" y="135"/>
                  </a:cubicBezTo>
                  <a:cubicBezTo>
                    <a:pt x="3637" y="122"/>
                    <a:pt x="3619" y="111"/>
                    <a:pt x="3610" y="111"/>
                  </a:cubicBezTo>
                  <a:cubicBezTo>
                    <a:pt x="3608" y="111"/>
                    <a:pt x="3606" y="112"/>
                    <a:pt x="3605" y="113"/>
                  </a:cubicBezTo>
                  <a:cubicBezTo>
                    <a:pt x="3602" y="119"/>
                    <a:pt x="3602" y="119"/>
                    <a:pt x="3621" y="135"/>
                  </a:cubicBezTo>
                  <a:cubicBezTo>
                    <a:pt x="3634" y="140"/>
                    <a:pt x="3637" y="145"/>
                    <a:pt x="3632" y="145"/>
                  </a:cubicBezTo>
                  <a:cubicBezTo>
                    <a:pt x="3626" y="145"/>
                    <a:pt x="3613" y="141"/>
                    <a:pt x="3592" y="129"/>
                  </a:cubicBezTo>
                  <a:cubicBezTo>
                    <a:pt x="3583" y="125"/>
                    <a:pt x="3578" y="123"/>
                    <a:pt x="3576" y="123"/>
                  </a:cubicBezTo>
                  <a:cubicBezTo>
                    <a:pt x="3572" y="123"/>
                    <a:pt x="3582" y="130"/>
                    <a:pt x="3608" y="151"/>
                  </a:cubicBezTo>
                  <a:cubicBezTo>
                    <a:pt x="3631" y="170"/>
                    <a:pt x="3638" y="181"/>
                    <a:pt x="3629" y="181"/>
                  </a:cubicBezTo>
                  <a:cubicBezTo>
                    <a:pt x="3624" y="181"/>
                    <a:pt x="3613" y="176"/>
                    <a:pt x="3595" y="166"/>
                  </a:cubicBezTo>
                  <a:lnTo>
                    <a:pt x="3586" y="176"/>
                  </a:lnTo>
                  <a:cubicBezTo>
                    <a:pt x="3580" y="182"/>
                    <a:pt x="3602" y="198"/>
                    <a:pt x="3621" y="213"/>
                  </a:cubicBezTo>
                  <a:cubicBezTo>
                    <a:pt x="3647" y="234"/>
                    <a:pt x="3656" y="241"/>
                    <a:pt x="3653" y="241"/>
                  </a:cubicBezTo>
                  <a:cubicBezTo>
                    <a:pt x="3651" y="241"/>
                    <a:pt x="3645" y="239"/>
                    <a:pt x="3636" y="235"/>
                  </a:cubicBezTo>
                  <a:cubicBezTo>
                    <a:pt x="3621" y="229"/>
                    <a:pt x="3605" y="220"/>
                    <a:pt x="3592" y="210"/>
                  </a:cubicBezTo>
                  <a:cubicBezTo>
                    <a:pt x="3582" y="202"/>
                    <a:pt x="3576" y="199"/>
                    <a:pt x="3571" y="199"/>
                  </a:cubicBezTo>
                  <a:cubicBezTo>
                    <a:pt x="3568" y="199"/>
                    <a:pt x="3566" y="201"/>
                    <a:pt x="3564" y="204"/>
                  </a:cubicBezTo>
                  <a:cubicBezTo>
                    <a:pt x="3558" y="210"/>
                    <a:pt x="3548" y="220"/>
                    <a:pt x="3570" y="235"/>
                  </a:cubicBezTo>
                  <a:lnTo>
                    <a:pt x="3548" y="220"/>
                  </a:lnTo>
                  <a:cubicBezTo>
                    <a:pt x="3548" y="221"/>
                    <a:pt x="3547" y="221"/>
                    <a:pt x="3545" y="221"/>
                  </a:cubicBezTo>
                  <a:cubicBezTo>
                    <a:pt x="3542" y="221"/>
                    <a:pt x="3538" y="219"/>
                    <a:pt x="3537" y="219"/>
                  </a:cubicBezTo>
                  <a:lnTo>
                    <a:pt x="3537" y="219"/>
                  </a:lnTo>
                  <a:cubicBezTo>
                    <a:pt x="3537" y="219"/>
                    <a:pt x="3539" y="220"/>
                    <a:pt x="3545" y="226"/>
                  </a:cubicBezTo>
                  <a:cubicBezTo>
                    <a:pt x="3545" y="226"/>
                    <a:pt x="3544" y="229"/>
                    <a:pt x="3534" y="229"/>
                  </a:cubicBezTo>
                  <a:cubicBezTo>
                    <a:pt x="3529" y="229"/>
                    <a:pt x="3521" y="228"/>
                    <a:pt x="3511" y="226"/>
                  </a:cubicBezTo>
                  <a:cubicBezTo>
                    <a:pt x="3509" y="225"/>
                    <a:pt x="3508" y="225"/>
                    <a:pt x="3506" y="225"/>
                  </a:cubicBezTo>
                  <a:cubicBezTo>
                    <a:pt x="3486" y="225"/>
                    <a:pt x="3514" y="270"/>
                    <a:pt x="3564" y="282"/>
                  </a:cubicBezTo>
                  <a:lnTo>
                    <a:pt x="3558" y="289"/>
                  </a:lnTo>
                  <a:cubicBezTo>
                    <a:pt x="3555" y="295"/>
                    <a:pt x="3574" y="310"/>
                    <a:pt x="3574" y="310"/>
                  </a:cubicBezTo>
                  <a:cubicBezTo>
                    <a:pt x="3592" y="326"/>
                    <a:pt x="3589" y="329"/>
                    <a:pt x="3586" y="336"/>
                  </a:cubicBezTo>
                  <a:lnTo>
                    <a:pt x="3545" y="304"/>
                  </a:lnTo>
                  <a:cubicBezTo>
                    <a:pt x="3516" y="278"/>
                    <a:pt x="3494" y="264"/>
                    <a:pt x="3488" y="264"/>
                  </a:cubicBezTo>
                  <a:cubicBezTo>
                    <a:pt x="3483" y="264"/>
                    <a:pt x="3490" y="276"/>
                    <a:pt x="3517" y="301"/>
                  </a:cubicBezTo>
                  <a:lnTo>
                    <a:pt x="3495" y="285"/>
                  </a:lnTo>
                  <a:cubicBezTo>
                    <a:pt x="3488" y="279"/>
                    <a:pt x="3483" y="276"/>
                    <a:pt x="3480" y="276"/>
                  </a:cubicBezTo>
                  <a:cubicBezTo>
                    <a:pt x="3476" y="276"/>
                    <a:pt x="3477" y="284"/>
                    <a:pt x="3483" y="301"/>
                  </a:cubicBezTo>
                  <a:cubicBezTo>
                    <a:pt x="3480" y="307"/>
                    <a:pt x="3514" y="342"/>
                    <a:pt x="3533" y="357"/>
                  </a:cubicBezTo>
                  <a:cubicBezTo>
                    <a:pt x="3555" y="373"/>
                    <a:pt x="3548" y="379"/>
                    <a:pt x="3548" y="379"/>
                  </a:cubicBezTo>
                  <a:cubicBezTo>
                    <a:pt x="3547" y="382"/>
                    <a:pt x="3546" y="383"/>
                    <a:pt x="3545" y="383"/>
                  </a:cubicBezTo>
                  <a:cubicBezTo>
                    <a:pt x="3542" y="383"/>
                    <a:pt x="3537" y="380"/>
                    <a:pt x="3523" y="370"/>
                  </a:cubicBezTo>
                  <a:cubicBezTo>
                    <a:pt x="3508" y="357"/>
                    <a:pt x="3497" y="351"/>
                    <a:pt x="3492" y="351"/>
                  </a:cubicBezTo>
                  <a:cubicBezTo>
                    <a:pt x="3485" y="351"/>
                    <a:pt x="3491" y="363"/>
                    <a:pt x="3511" y="386"/>
                  </a:cubicBezTo>
                  <a:lnTo>
                    <a:pt x="3492" y="370"/>
                  </a:lnTo>
                  <a:cubicBezTo>
                    <a:pt x="3483" y="363"/>
                    <a:pt x="3473" y="357"/>
                    <a:pt x="3464" y="357"/>
                  </a:cubicBezTo>
                  <a:cubicBezTo>
                    <a:pt x="3454" y="357"/>
                    <a:pt x="3447" y="364"/>
                    <a:pt x="3445" y="386"/>
                  </a:cubicBezTo>
                  <a:cubicBezTo>
                    <a:pt x="3432" y="401"/>
                    <a:pt x="3421" y="414"/>
                    <a:pt x="3410" y="414"/>
                  </a:cubicBezTo>
                  <a:cubicBezTo>
                    <a:pt x="3405" y="414"/>
                    <a:pt x="3400" y="412"/>
                    <a:pt x="3395" y="408"/>
                  </a:cubicBezTo>
                  <a:cubicBezTo>
                    <a:pt x="3392" y="406"/>
                    <a:pt x="3390" y="405"/>
                    <a:pt x="3389" y="405"/>
                  </a:cubicBezTo>
                  <a:cubicBezTo>
                    <a:pt x="3378" y="405"/>
                    <a:pt x="3399" y="450"/>
                    <a:pt x="3426" y="486"/>
                  </a:cubicBezTo>
                  <a:cubicBezTo>
                    <a:pt x="3418" y="479"/>
                    <a:pt x="3413" y="476"/>
                    <a:pt x="3409" y="476"/>
                  </a:cubicBezTo>
                  <a:cubicBezTo>
                    <a:pt x="3403" y="476"/>
                    <a:pt x="3400" y="481"/>
                    <a:pt x="3395" y="486"/>
                  </a:cubicBezTo>
                  <a:cubicBezTo>
                    <a:pt x="3387" y="496"/>
                    <a:pt x="3383" y="500"/>
                    <a:pt x="3378" y="500"/>
                  </a:cubicBezTo>
                  <a:cubicBezTo>
                    <a:pt x="3374" y="500"/>
                    <a:pt x="3369" y="497"/>
                    <a:pt x="3360" y="489"/>
                  </a:cubicBezTo>
                  <a:cubicBezTo>
                    <a:pt x="3344" y="471"/>
                    <a:pt x="3335" y="461"/>
                    <a:pt x="3334" y="461"/>
                  </a:cubicBezTo>
                  <a:lnTo>
                    <a:pt x="3334" y="461"/>
                  </a:lnTo>
                  <a:cubicBezTo>
                    <a:pt x="3333" y="461"/>
                    <a:pt x="3341" y="471"/>
                    <a:pt x="3357" y="492"/>
                  </a:cubicBezTo>
                  <a:cubicBezTo>
                    <a:pt x="3375" y="512"/>
                    <a:pt x="3374" y="521"/>
                    <a:pt x="3364" y="521"/>
                  </a:cubicBezTo>
                  <a:cubicBezTo>
                    <a:pt x="3355" y="521"/>
                    <a:pt x="3338" y="513"/>
                    <a:pt x="3320" y="498"/>
                  </a:cubicBezTo>
                  <a:cubicBezTo>
                    <a:pt x="3310" y="492"/>
                    <a:pt x="3304" y="489"/>
                    <a:pt x="3300" y="489"/>
                  </a:cubicBezTo>
                  <a:cubicBezTo>
                    <a:pt x="3294" y="489"/>
                    <a:pt x="3290" y="493"/>
                    <a:pt x="3285" y="498"/>
                  </a:cubicBezTo>
                  <a:cubicBezTo>
                    <a:pt x="3298" y="511"/>
                    <a:pt x="3298" y="533"/>
                    <a:pt x="3282" y="542"/>
                  </a:cubicBezTo>
                  <a:cubicBezTo>
                    <a:pt x="3270" y="558"/>
                    <a:pt x="3270" y="558"/>
                    <a:pt x="3310" y="589"/>
                  </a:cubicBezTo>
                  <a:cubicBezTo>
                    <a:pt x="3348" y="621"/>
                    <a:pt x="3345" y="627"/>
                    <a:pt x="3335" y="636"/>
                  </a:cubicBezTo>
                  <a:cubicBezTo>
                    <a:pt x="3334" y="640"/>
                    <a:pt x="3331" y="643"/>
                    <a:pt x="3326" y="643"/>
                  </a:cubicBezTo>
                  <a:cubicBezTo>
                    <a:pt x="3322" y="643"/>
                    <a:pt x="3316" y="641"/>
                    <a:pt x="3307" y="633"/>
                  </a:cubicBezTo>
                  <a:cubicBezTo>
                    <a:pt x="3307" y="633"/>
                    <a:pt x="3291" y="625"/>
                    <a:pt x="3283" y="625"/>
                  </a:cubicBezTo>
                  <a:cubicBezTo>
                    <a:pt x="3281" y="625"/>
                    <a:pt x="3280" y="626"/>
                    <a:pt x="3279" y="627"/>
                  </a:cubicBezTo>
                  <a:cubicBezTo>
                    <a:pt x="3276" y="630"/>
                    <a:pt x="3273" y="632"/>
                    <a:pt x="3270" y="632"/>
                  </a:cubicBezTo>
                  <a:cubicBezTo>
                    <a:pt x="3266" y="632"/>
                    <a:pt x="3260" y="630"/>
                    <a:pt x="3251" y="624"/>
                  </a:cubicBezTo>
                  <a:cubicBezTo>
                    <a:pt x="3251" y="624"/>
                    <a:pt x="3240" y="618"/>
                    <a:pt x="3229" y="618"/>
                  </a:cubicBezTo>
                  <a:cubicBezTo>
                    <a:pt x="3224" y="618"/>
                    <a:pt x="3219" y="620"/>
                    <a:pt x="3216" y="624"/>
                  </a:cubicBezTo>
                  <a:cubicBezTo>
                    <a:pt x="3210" y="630"/>
                    <a:pt x="3204" y="638"/>
                    <a:pt x="3195" y="638"/>
                  </a:cubicBezTo>
                  <a:cubicBezTo>
                    <a:pt x="3190" y="638"/>
                    <a:pt x="3185" y="635"/>
                    <a:pt x="3179" y="630"/>
                  </a:cubicBezTo>
                  <a:lnTo>
                    <a:pt x="3179" y="630"/>
                  </a:lnTo>
                  <a:cubicBezTo>
                    <a:pt x="3176" y="633"/>
                    <a:pt x="3176" y="633"/>
                    <a:pt x="3194" y="649"/>
                  </a:cubicBezTo>
                  <a:cubicBezTo>
                    <a:pt x="3213" y="665"/>
                    <a:pt x="3229" y="687"/>
                    <a:pt x="3191" y="693"/>
                  </a:cubicBezTo>
                  <a:cubicBezTo>
                    <a:pt x="3182" y="702"/>
                    <a:pt x="3169" y="718"/>
                    <a:pt x="3188" y="734"/>
                  </a:cubicBezTo>
                  <a:cubicBezTo>
                    <a:pt x="3187" y="736"/>
                    <a:pt x="3186" y="737"/>
                    <a:pt x="3185" y="737"/>
                  </a:cubicBezTo>
                  <a:cubicBezTo>
                    <a:pt x="3182" y="737"/>
                    <a:pt x="3178" y="734"/>
                    <a:pt x="3166" y="724"/>
                  </a:cubicBezTo>
                  <a:cubicBezTo>
                    <a:pt x="3151" y="712"/>
                    <a:pt x="3139" y="707"/>
                    <a:pt x="3134" y="707"/>
                  </a:cubicBezTo>
                  <a:cubicBezTo>
                    <a:pt x="3124" y="707"/>
                    <a:pt x="3128" y="721"/>
                    <a:pt x="3147" y="746"/>
                  </a:cubicBezTo>
                  <a:cubicBezTo>
                    <a:pt x="3159" y="756"/>
                    <a:pt x="3162" y="762"/>
                    <a:pt x="3157" y="762"/>
                  </a:cubicBezTo>
                  <a:cubicBezTo>
                    <a:pt x="3153" y="762"/>
                    <a:pt x="3147" y="760"/>
                    <a:pt x="3138" y="755"/>
                  </a:cubicBezTo>
                  <a:lnTo>
                    <a:pt x="3138" y="755"/>
                  </a:lnTo>
                  <a:cubicBezTo>
                    <a:pt x="3138" y="755"/>
                    <a:pt x="3135" y="762"/>
                    <a:pt x="3150" y="784"/>
                  </a:cubicBezTo>
                  <a:cubicBezTo>
                    <a:pt x="3162" y="797"/>
                    <a:pt x="3165" y="801"/>
                    <a:pt x="3155" y="801"/>
                  </a:cubicBezTo>
                  <a:cubicBezTo>
                    <a:pt x="3150" y="801"/>
                    <a:pt x="3144" y="800"/>
                    <a:pt x="3135" y="799"/>
                  </a:cubicBezTo>
                  <a:cubicBezTo>
                    <a:pt x="3125" y="791"/>
                    <a:pt x="3120" y="789"/>
                    <a:pt x="3116" y="789"/>
                  </a:cubicBezTo>
                  <a:cubicBezTo>
                    <a:pt x="3112" y="789"/>
                    <a:pt x="3110" y="791"/>
                    <a:pt x="3107" y="793"/>
                  </a:cubicBezTo>
                  <a:cubicBezTo>
                    <a:pt x="3118" y="819"/>
                    <a:pt x="3078" y="870"/>
                    <a:pt x="3051" y="870"/>
                  </a:cubicBezTo>
                  <a:cubicBezTo>
                    <a:pt x="3049" y="870"/>
                    <a:pt x="3046" y="869"/>
                    <a:pt x="3044" y="868"/>
                  </a:cubicBezTo>
                  <a:lnTo>
                    <a:pt x="3044" y="868"/>
                  </a:lnTo>
                  <a:cubicBezTo>
                    <a:pt x="3060" y="890"/>
                    <a:pt x="3060" y="890"/>
                    <a:pt x="3056" y="896"/>
                  </a:cubicBezTo>
                  <a:cubicBezTo>
                    <a:pt x="3042" y="888"/>
                    <a:pt x="3034" y="885"/>
                    <a:pt x="3031" y="885"/>
                  </a:cubicBezTo>
                  <a:cubicBezTo>
                    <a:pt x="3025" y="885"/>
                    <a:pt x="3040" y="900"/>
                    <a:pt x="3066" y="922"/>
                  </a:cubicBezTo>
                  <a:lnTo>
                    <a:pt x="3072" y="915"/>
                  </a:lnTo>
                  <a:lnTo>
                    <a:pt x="3075" y="912"/>
                  </a:lnTo>
                  <a:cubicBezTo>
                    <a:pt x="3098" y="929"/>
                    <a:pt x="3104" y="942"/>
                    <a:pt x="3095" y="942"/>
                  </a:cubicBezTo>
                  <a:cubicBezTo>
                    <a:pt x="3088" y="942"/>
                    <a:pt x="3071" y="933"/>
                    <a:pt x="3044" y="912"/>
                  </a:cubicBezTo>
                  <a:cubicBezTo>
                    <a:pt x="3024" y="901"/>
                    <a:pt x="3013" y="894"/>
                    <a:pt x="3010" y="894"/>
                  </a:cubicBezTo>
                  <a:lnTo>
                    <a:pt x="3010" y="894"/>
                  </a:lnTo>
                  <a:cubicBezTo>
                    <a:pt x="3007" y="894"/>
                    <a:pt x="3016" y="903"/>
                    <a:pt x="3035" y="922"/>
                  </a:cubicBezTo>
                  <a:cubicBezTo>
                    <a:pt x="3055" y="944"/>
                    <a:pt x="3062" y="955"/>
                    <a:pt x="3055" y="955"/>
                  </a:cubicBezTo>
                  <a:cubicBezTo>
                    <a:pt x="3049" y="955"/>
                    <a:pt x="3038" y="950"/>
                    <a:pt x="3019" y="940"/>
                  </a:cubicBezTo>
                  <a:cubicBezTo>
                    <a:pt x="3000" y="925"/>
                    <a:pt x="2991" y="917"/>
                    <a:pt x="2990" y="917"/>
                  </a:cubicBezTo>
                  <a:lnTo>
                    <a:pt x="2990" y="917"/>
                  </a:lnTo>
                  <a:cubicBezTo>
                    <a:pt x="2989" y="917"/>
                    <a:pt x="2998" y="926"/>
                    <a:pt x="3016" y="943"/>
                  </a:cubicBezTo>
                  <a:cubicBezTo>
                    <a:pt x="3061" y="991"/>
                    <a:pt x="3080" y="1021"/>
                    <a:pt x="3068" y="1021"/>
                  </a:cubicBezTo>
                  <a:cubicBezTo>
                    <a:pt x="3061" y="1021"/>
                    <a:pt x="3043" y="1011"/>
                    <a:pt x="3013" y="987"/>
                  </a:cubicBezTo>
                  <a:cubicBezTo>
                    <a:pt x="2979" y="960"/>
                    <a:pt x="2956" y="949"/>
                    <a:pt x="2949" y="949"/>
                  </a:cubicBezTo>
                  <a:cubicBezTo>
                    <a:pt x="2948" y="949"/>
                    <a:pt x="2947" y="949"/>
                    <a:pt x="2947" y="950"/>
                  </a:cubicBezTo>
                  <a:cubicBezTo>
                    <a:pt x="2940" y="956"/>
                    <a:pt x="2959" y="972"/>
                    <a:pt x="2981" y="987"/>
                  </a:cubicBezTo>
                  <a:cubicBezTo>
                    <a:pt x="3007" y="1002"/>
                    <a:pt x="3015" y="1010"/>
                    <a:pt x="3009" y="1010"/>
                  </a:cubicBezTo>
                  <a:cubicBezTo>
                    <a:pt x="3004" y="1010"/>
                    <a:pt x="2991" y="1006"/>
                    <a:pt x="2972" y="997"/>
                  </a:cubicBezTo>
                  <a:cubicBezTo>
                    <a:pt x="2945" y="986"/>
                    <a:pt x="2927" y="981"/>
                    <a:pt x="2916" y="981"/>
                  </a:cubicBezTo>
                  <a:cubicBezTo>
                    <a:pt x="2898" y="981"/>
                    <a:pt x="2900" y="996"/>
                    <a:pt x="2915" y="1025"/>
                  </a:cubicBezTo>
                  <a:cubicBezTo>
                    <a:pt x="2928" y="1056"/>
                    <a:pt x="2929" y="1075"/>
                    <a:pt x="2923" y="1075"/>
                  </a:cubicBezTo>
                  <a:cubicBezTo>
                    <a:pt x="2918" y="1075"/>
                    <a:pt x="2910" y="1066"/>
                    <a:pt x="2900" y="1047"/>
                  </a:cubicBezTo>
                  <a:cubicBezTo>
                    <a:pt x="2882" y="1024"/>
                    <a:pt x="2874" y="1014"/>
                    <a:pt x="2873" y="1014"/>
                  </a:cubicBezTo>
                  <a:lnTo>
                    <a:pt x="2873" y="1014"/>
                  </a:lnTo>
                  <a:cubicBezTo>
                    <a:pt x="2871" y="1014"/>
                    <a:pt x="2874" y="1020"/>
                    <a:pt x="2878" y="1031"/>
                  </a:cubicBezTo>
                  <a:cubicBezTo>
                    <a:pt x="2868" y="1041"/>
                    <a:pt x="2862" y="1053"/>
                    <a:pt x="2856" y="1059"/>
                  </a:cubicBezTo>
                  <a:cubicBezTo>
                    <a:pt x="2853" y="1063"/>
                    <a:pt x="2868" y="1085"/>
                    <a:pt x="2887" y="1100"/>
                  </a:cubicBezTo>
                  <a:cubicBezTo>
                    <a:pt x="2866" y="1088"/>
                    <a:pt x="2849" y="1081"/>
                    <a:pt x="2840" y="1081"/>
                  </a:cubicBezTo>
                  <a:cubicBezTo>
                    <a:pt x="2830" y="1081"/>
                    <a:pt x="2830" y="1090"/>
                    <a:pt x="2846" y="1113"/>
                  </a:cubicBezTo>
                  <a:lnTo>
                    <a:pt x="2837" y="1122"/>
                  </a:lnTo>
                  <a:cubicBezTo>
                    <a:pt x="2831" y="1128"/>
                    <a:pt x="2831" y="1128"/>
                    <a:pt x="2846" y="1147"/>
                  </a:cubicBezTo>
                  <a:cubicBezTo>
                    <a:pt x="2854" y="1157"/>
                    <a:pt x="2852" y="1161"/>
                    <a:pt x="2847" y="1161"/>
                  </a:cubicBezTo>
                  <a:cubicBezTo>
                    <a:pt x="2840" y="1161"/>
                    <a:pt x="2827" y="1155"/>
                    <a:pt x="2815" y="1150"/>
                  </a:cubicBezTo>
                  <a:cubicBezTo>
                    <a:pt x="2799" y="1142"/>
                    <a:pt x="2784" y="1136"/>
                    <a:pt x="2779" y="1136"/>
                  </a:cubicBezTo>
                  <a:cubicBezTo>
                    <a:pt x="2776" y="1136"/>
                    <a:pt x="2777" y="1138"/>
                    <a:pt x="2784" y="1144"/>
                  </a:cubicBezTo>
                  <a:cubicBezTo>
                    <a:pt x="2803" y="1163"/>
                    <a:pt x="2818" y="1185"/>
                    <a:pt x="2831" y="1207"/>
                  </a:cubicBezTo>
                  <a:cubicBezTo>
                    <a:pt x="2837" y="1215"/>
                    <a:pt x="2837" y="1218"/>
                    <a:pt x="2834" y="1218"/>
                  </a:cubicBezTo>
                  <a:cubicBezTo>
                    <a:pt x="2829" y="1218"/>
                    <a:pt x="2816" y="1209"/>
                    <a:pt x="2806" y="1197"/>
                  </a:cubicBezTo>
                  <a:cubicBezTo>
                    <a:pt x="2793" y="1185"/>
                    <a:pt x="2778" y="1175"/>
                    <a:pt x="2759" y="1175"/>
                  </a:cubicBezTo>
                  <a:cubicBezTo>
                    <a:pt x="2756" y="1182"/>
                    <a:pt x="2746" y="1191"/>
                    <a:pt x="2765" y="1207"/>
                  </a:cubicBezTo>
                  <a:cubicBezTo>
                    <a:pt x="2781" y="1220"/>
                    <a:pt x="2765" y="1247"/>
                    <a:pt x="2745" y="1247"/>
                  </a:cubicBezTo>
                  <a:cubicBezTo>
                    <a:pt x="2741" y="1247"/>
                    <a:pt x="2737" y="1246"/>
                    <a:pt x="2734" y="1244"/>
                  </a:cubicBezTo>
                  <a:lnTo>
                    <a:pt x="2724" y="1257"/>
                  </a:lnTo>
                  <a:cubicBezTo>
                    <a:pt x="2721" y="1263"/>
                    <a:pt x="2737" y="1282"/>
                    <a:pt x="2731" y="1288"/>
                  </a:cubicBezTo>
                  <a:cubicBezTo>
                    <a:pt x="2731" y="1288"/>
                    <a:pt x="2727" y="1294"/>
                    <a:pt x="2743" y="1313"/>
                  </a:cubicBezTo>
                  <a:cubicBezTo>
                    <a:pt x="2740" y="1317"/>
                    <a:pt x="2737" y="1320"/>
                    <a:pt x="2733" y="1320"/>
                  </a:cubicBezTo>
                  <a:cubicBezTo>
                    <a:pt x="2729" y="1320"/>
                    <a:pt x="2724" y="1317"/>
                    <a:pt x="2715" y="1310"/>
                  </a:cubicBezTo>
                  <a:lnTo>
                    <a:pt x="2715" y="1310"/>
                  </a:lnTo>
                  <a:cubicBezTo>
                    <a:pt x="2733" y="1329"/>
                    <a:pt x="2742" y="1337"/>
                    <a:pt x="2739" y="1337"/>
                  </a:cubicBezTo>
                  <a:cubicBezTo>
                    <a:pt x="2737" y="1337"/>
                    <a:pt x="2726" y="1331"/>
                    <a:pt x="2705" y="1320"/>
                  </a:cubicBezTo>
                  <a:cubicBezTo>
                    <a:pt x="2686" y="1305"/>
                    <a:pt x="2676" y="1297"/>
                    <a:pt x="2674" y="1297"/>
                  </a:cubicBezTo>
                  <a:lnTo>
                    <a:pt x="2674" y="1297"/>
                  </a:lnTo>
                  <a:cubicBezTo>
                    <a:pt x="2673" y="1297"/>
                    <a:pt x="2681" y="1306"/>
                    <a:pt x="2699" y="1326"/>
                  </a:cubicBezTo>
                  <a:cubicBezTo>
                    <a:pt x="2708" y="1338"/>
                    <a:pt x="2712" y="1344"/>
                    <a:pt x="2709" y="1344"/>
                  </a:cubicBezTo>
                  <a:cubicBezTo>
                    <a:pt x="2707" y="1344"/>
                    <a:pt x="2701" y="1341"/>
                    <a:pt x="2690" y="1335"/>
                  </a:cubicBezTo>
                  <a:cubicBezTo>
                    <a:pt x="2682" y="1329"/>
                    <a:pt x="2677" y="1326"/>
                    <a:pt x="2675" y="1326"/>
                  </a:cubicBezTo>
                  <a:cubicBezTo>
                    <a:pt x="2672" y="1326"/>
                    <a:pt x="2675" y="1332"/>
                    <a:pt x="2687" y="1341"/>
                  </a:cubicBezTo>
                  <a:cubicBezTo>
                    <a:pt x="2711" y="1368"/>
                    <a:pt x="2721" y="1392"/>
                    <a:pt x="2712" y="1392"/>
                  </a:cubicBezTo>
                  <a:cubicBezTo>
                    <a:pt x="2708" y="1392"/>
                    <a:pt x="2701" y="1388"/>
                    <a:pt x="2690" y="1379"/>
                  </a:cubicBezTo>
                  <a:lnTo>
                    <a:pt x="2690" y="1379"/>
                  </a:lnTo>
                  <a:cubicBezTo>
                    <a:pt x="2690" y="1379"/>
                    <a:pt x="2684" y="1385"/>
                    <a:pt x="2699" y="1404"/>
                  </a:cubicBezTo>
                  <a:cubicBezTo>
                    <a:pt x="2717" y="1424"/>
                    <a:pt x="2726" y="1433"/>
                    <a:pt x="2725" y="1433"/>
                  </a:cubicBezTo>
                  <a:cubicBezTo>
                    <a:pt x="2723" y="1433"/>
                    <a:pt x="2714" y="1425"/>
                    <a:pt x="2696" y="1410"/>
                  </a:cubicBezTo>
                  <a:cubicBezTo>
                    <a:pt x="2678" y="1400"/>
                    <a:pt x="2666" y="1395"/>
                    <a:pt x="2662" y="1395"/>
                  </a:cubicBezTo>
                  <a:cubicBezTo>
                    <a:pt x="2654" y="1395"/>
                    <a:pt x="2661" y="1406"/>
                    <a:pt x="2684" y="1426"/>
                  </a:cubicBezTo>
                  <a:cubicBezTo>
                    <a:pt x="2684" y="1426"/>
                    <a:pt x="2692" y="1441"/>
                    <a:pt x="2683" y="1441"/>
                  </a:cubicBezTo>
                  <a:cubicBezTo>
                    <a:pt x="2681" y="1441"/>
                    <a:pt x="2678" y="1440"/>
                    <a:pt x="2674" y="1439"/>
                  </a:cubicBezTo>
                  <a:cubicBezTo>
                    <a:pt x="2670" y="1438"/>
                    <a:pt x="2665" y="1437"/>
                    <a:pt x="2661" y="1437"/>
                  </a:cubicBezTo>
                  <a:cubicBezTo>
                    <a:pt x="2634" y="1437"/>
                    <a:pt x="2605" y="1452"/>
                    <a:pt x="2643" y="1476"/>
                  </a:cubicBezTo>
                  <a:lnTo>
                    <a:pt x="2633" y="1486"/>
                  </a:lnTo>
                  <a:cubicBezTo>
                    <a:pt x="2628" y="1485"/>
                    <a:pt x="2623" y="1485"/>
                    <a:pt x="2619" y="1485"/>
                  </a:cubicBezTo>
                  <a:cubicBezTo>
                    <a:pt x="2604" y="1485"/>
                    <a:pt x="2602" y="1490"/>
                    <a:pt x="2615" y="1508"/>
                  </a:cubicBezTo>
                  <a:lnTo>
                    <a:pt x="2630" y="1530"/>
                  </a:lnTo>
                  <a:cubicBezTo>
                    <a:pt x="2615" y="1517"/>
                    <a:pt x="2595" y="1506"/>
                    <a:pt x="2587" y="1506"/>
                  </a:cubicBezTo>
                  <a:cubicBezTo>
                    <a:pt x="2585" y="1506"/>
                    <a:pt x="2584" y="1506"/>
                    <a:pt x="2583" y="1508"/>
                  </a:cubicBezTo>
                  <a:cubicBezTo>
                    <a:pt x="2577" y="1514"/>
                    <a:pt x="2577" y="1514"/>
                    <a:pt x="2599" y="1530"/>
                  </a:cubicBezTo>
                  <a:cubicBezTo>
                    <a:pt x="2621" y="1539"/>
                    <a:pt x="2618" y="1545"/>
                    <a:pt x="2611" y="1548"/>
                  </a:cubicBezTo>
                  <a:cubicBezTo>
                    <a:pt x="2611" y="1550"/>
                    <a:pt x="2609" y="1550"/>
                    <a:pt x="2607" y="1550"/>
                  </a:cubicBezTo>
                  <a:cubicBezTo>
                    <a:pt x="2598" y="1550"/>
                    <a:pt x="2579" y="1542"/>
                    <a:pt x="2564" y="1530"/>
                  </a:cubicBezTo>
                  <a:lnTo>
                    <a:pt x="2561" y="1536"/>
                  </a:lnTo>
                  <a:cubicBezTo>
                    <a:pt x="2585" y="1555"/>
                    <a:pt x="2592" y="1564"/>
                    <a:pt x="2589" y="1564"/>
                  </a:cubicBezTo>
                  <a:cubicBezTo>
                    <a:pt x="2588" y="1564"/>
                    <a:pt x="2582" y="1561"/>
                    <a:pt x="2574" y="1555"/>
                  </a:cubicBezTo>
                  <a:cubicBezTo>
                    <a:pt x="2566" y="1551"/>
                    <a:pt x="2560" y="1550"/>
                    <a:pt x="2555" y="1550"/>
                  </a:cubicBezTo>
                  <a:cubicBezTo>
                    <a:pt x="2548" y="1550"/>
                    <a:pt x="2544" y="1554"/>
                    <a:pt x="2542" y="1558"/>
                  </a:cubicBezTo>
                  <a:lnTo>
                    <a:pt x="2521" y="1542"/>
                  </a:lnTo>
                  <a:cubicBezTo>
                    <a:pt x="2515" y="1539"/>
                    <a:pt x="2512" y="1537"/>
                    <a:pt x="2511" y="1537"/>
                  </a:cubicBezTo>
                  <a:lnTo>
                    <a:pt x="2511" y="1537"/>
                  </a:lnTo>
                  <a:cubicBezTo>
                    <a:pt x="2508" y="1537"/>
                    <a:pt x="2522" y="1549"/>
                    <a:pt x="2536" y="1561"/>
                  </a:cubicBezTo>
                  <a:cubicBezTo>
                    <a:pt x="2536" y="1561"/>
                    <a:pt x="2533" y="1567"/>
                    <a:pt x="2530" y="1573"/>
                  </a:cubicBezTo>
                  <a:cubicBezTo>
                    <a:pt x="2524" y="1577"/>
                    <a:pt x="2521" y="1583"/>
                    <a:pt x="2542" y="1592"/>
                  </a:cubicBezTo>
                  <a:cubicBezTo>
                    <a:pt x="2564" y="1608"/>
                    <a:pt x="2583" y="1624"/>
                    <a:pt x="2580" y="1630"/>
                  </a:cubicBezTo>
                  <a:cubicBezTo>
                    <a:pt x="2562" y="1617"/>
                    <a:pt x="2545" y="1603"/>
                    <a:pt x="2539" y="1603"/>
                  </a:cubicBezTo>
                  <a:cubicBezTo>
                    <a:pt x="2538" y="1603"/>
                    <a:pt x="2537" y="1604"/>
                    <a:pt x="2536" y="1605"/>
                  </a:cubicBezTo>
                  <a:cubicBezTo>
                    <a:pt x="2535" y="1606"/>
                    <a:pt x="2534" y="1606"/>
                    <a:pt x="2533" y="1606"/>
                  </a:cubicBezTo>
                  <a:cubicBezTo>
                    <a:pt x="2525" y="1606"/>
                    <a:pt x="2511" y="1592"/>
                    <a:pt x="2511" y="1592"/>
                  </a:cubicBezTo>
                  <a:cubicBezTo>
                    <a:pt x="2501" y="1582"/>
                    <a:pt x="2494" y="1578"/>
                    <a:pt x="2489" y="1578"/>
                  </a:cubicBezTo>
                  <a:cubicBezTo>
                    <a:pt x="2478" y="1578"/>
                    <a:pt x="2481" y="1601"/>
                    <a:pt x="2492" y="1614"/>
                  </a:cubicBezTo>
                  <a:cubicBezTo>
                    <a:pt x="2510" y="1639"/>
                    <a:pt x="2517" y="1651"/>
                    <a:pt x="2512" y="1651"/>
                  </a:cubicBezTo>
                  <a:cubicBezTo>
                    <a:pt x="2508" y="1651"/>
                    <a:pt x="2498" y="1643"/>
                    <a:pt x="2480" y="1630"/>
                  </a:cubicBezTo>
                  <a:cubicBezTo>
                    <a:pt x="2471" y="1623"/>
                    <a:pt x="2465" y="1621"/>
                    <a:pt x="2463" y="1621"/>
                  </a:cubicBezTo>
                  <a:cubicBezTo>
                    <a:pt x="2455" y="1621"/>
                    <a:pt x="2483" y="1654"/>
                    <a:pt x="2527" y="1692"/>
                  </a:cubicBezTo>
                  <a:lnTo>
                    <a:pt x="2580" y="1746"/>
                  </a:lnTo>
                  <a:lnTo>
                    <a:pt x="2580" y="1746"/>
                  </a:lnTo>
                  <a:lnTo>
                    <a:pt x="2521" y="1699"/>
                  </a:lnTo>
                  <a:cubicBezTo>
                    <a:pt x="2478" y="1669"/>
                    <a:pt x="2458" y="1655"/>
                    <a:pt x="2452" y="1655"/>
                  </a:cubicBezTo>
                  <a:cubicBezTo>
                    <a:pt x="2446" y="1655"/>
                    <a:pt x="2452" y="1667"/>
                    <a:pt x="2464" y="1689"/>
                  </a:cubicBezTo>
                  <a:cubicBezTo>
                    <a:pt x="2470" y="1705"/>
                    <a:pt x="2472" y="1712"/>
                    <a:pt x="2469" y="1712"/>
                  </a:cubicBezTo>
                  <a:cubicBezTo>
                    <a:pt x="2467" y="1712"/>
                    <a:pt x="2463" y="1709"/>
                    <a:pt x="2455" y="1702"/>
                  </a:cubicBezTo>
                  <a:cubicBezTo>
                    <a:pt x="2446" y="1695"/>
                    <a:pt x="2440" y="1692"/>
                    <a:pt x="2435" y="1692"/>
                  </a:cubicBezTo>
                  <a:cubicBezTo>
                    <a:pt x="2429" y="1692"/>
                    <a:pt x="2424" y="1696"/>
                    <a:pt x="2417" y="1705"/>
                  </a:cubicBezTo>
                  <a:cubicBezTo>
                    <a:pt x="2405" y="1724"/>
                    <a:pt x="2398" y="1727"/>
                    <a:pt x="2420" y="1743"/>
                  </a:cubicBezTo>
                  <a:cubicBezTo>
                    <a:pt x="2420" y="1743"/>
                    <a:pt x="2414" y="1749"/>
                    <a:pt x="2411" y="1755"/>
                  </a:cubicBezTo>
                  <a:cubicBezTo>
                    <a:pt x="2398" y="1747"/>
                    <a:pt x="2390" y="1743"/>
                    <a:pt x="2385" y="1743"/>
                  </a:cubicBezTo>
                  <a:cubicBezTo>
                    <a:pt x="2376" y="1743"/>
                    <a:pt x="2389" y="1763"/>
                    <a:pt x="2420" y="1780"/>
                  </a:cubicBezTo>
                  <a:cubicBezTo>
                    <a:pt x="2420" y="1780"/>
                    <a:pt x="2417" y="1786"/>
                    <a:pt x="2414" y="1793"/>
                  </a:cubicBezTo>
                  <a:lnTo>
                    <a:pt x="2392" y="1777"/>
                  </a:lnTo>
                  <a:cubicBezTo>
                    <a:pt x="2387" y="1772"/>
                    <a:pt x="2382" y="1770"/>
                    <a:pt x="2377" y="1770"/>
                  </a:cubicBezTo>
                  <a:cubicBezTo>
                    <a:pt x="2366" y="1770"/>
                    <a:pt x="2354" y="1784"/>
                    <a:pt x="2329" y="1815"/>
                  </a:cubicBezTo>
                  <a:cubicBezTo>
                    <a:pt x="2289" y="1862"/>
                    <a:pt x="2286" y="1868"/>
                    <a:pt x="2323" y="1899"/>
                  </a:cubicBezTo>
                  <a:cubicBezTo>
                    <a:pt x="2342" y="1919"/>
                    <a:pt x="2350" y="1929"/>
                    <a:pt x="2346" y="1929"/>
                  </a:cubicBezTo>
                  <a:cubicBezTo>
                    <a:pt x="2342" y="1929"/>
                    <a:pt x="2332" y="1923"/>
                    <a:pt x="2314" y="1909"/>
                  </a:cubicBezTo>
                  <a:cubicBezTo>
                    <a:pt x="2302" y="1899"/>
                    <a:pt x="2287" y="1891"/>
                    <a:pt x="2284" y="1891"/>
                  </a:cubicBezTo>
                  <a:cubicBezTo>
                    <a:pt x="2282" y="1891"/>
                    <a:pt x="2284" y="1894"/>
                    <a:pt x="2292" y="1899"/>
                  </a:cubicBezTo>
                  <a:cubicBezTo>
                    <a:pt x="2292" y="1899"/>
                    <a:pt x="2288" y="1903"/>
                    <a:pt x="2277" y="1903"/>
                  </a:cubicBezTo>
                  <a:cubicBezTo>
                    <a:pt x="2272" y="1903"/>
                    <a:pt x="2266" y="1902"/>
                    <a:pt x="2257" y="1899"/>
                  </a:cubicBezTo>
                  <a:cubicBezTo>
                    <a:pt x="2244" y="1895"/>
                    <a:pt x="2236" y="1894"/>
                    <a:pt x="2230" y="1894"/>
                  </a:cubicBezTo>
                  <a:cubicBezTo>
                    <a:pt x="2212" y="1894"/>
                    <a:pt x="2224" y="1909"/>
                    <a:pt x="2239" y="1921"/>
                  </a:cubicBezTo>
                  <a:cubicBezTo>
                    <a:pt x="2259" y="1933"/>
                    <a:pt x="2265" y="1937"/>
                    <a:pt x="2263" y="1937"/>
                  </a:cubicBezTo>
                  <a:cubicBezTo>
                    <a:pt x="2261" y="1937"/>
                    <a:pt x="2248" y="1932"/>
                    <a:pt x="2235" y="1927"/>
                  </a:cubicBezTo>
                  <a:cubicBezTo>
                    <a:pt x="2220" y="1920"/>
                    <a:pt x="2204" y="1913"/>
                    <a:pt x="2200" y="1913"/>
                  </a:cubicBezTo>
                  <a:cubicBezTo>
                    <a:pt x="2197" y="1913"/>
                    <a:pt x="2199" y="1915"/>
                    <a:pt x="2207" y="1921"/>
                  </a:cubicBezTo>
                  <a:cubicBezTo>
                    <a:pt x="2219" y="1938"/>
                    <a:pt x="2216" y="1969"/>
                    <a:pt x="2198" y="1969"/>
                  </a:cubicBezTo>
                  <a:cubicBezTo>
                    <a:pt x="2192" y="1969"/>
                    <a:pt x="2185" y="1966"/>
                    <a:pt x="2176" y="1959"/>
                  </a:cubicBezTo>
                  <a:lnTo>
                    <a:pt x="2166" y="1971"/>
                  </a:lnTo>
                  <a:cubicBezTo>
                    <a:pt x="2185" y="1987"/>
                    <a:pt x="2176" y="1996"/>
                    <a:pt x="2170" y="2006"/>
                  </a:cubicBezTo>
                  <a:cubicBezTo>
                    <a:pt x="2164" y="2013"/>
                    <a:pt x="2160" y="2018"/>
                    <a:pt x="2153" y="2018"/>
                  </a:cubicBezTo>
                  <a:cubicBezTo>
                    <a:pt x="2149" y="2018"/>
                    <a:pt x="2143" y="2016"/>
                    <a:pt x="2135" y="2009"/>
                  </a:cubicBezTo>
                  <a:cubicBezTo>
                    <a:pt x="2129" y="2000"/>
                    <a:pt x="2124" y="1996"/>
                    <a:pt x="2122" y="1996"/>
                  </a:cubicBezTo>
                  <a:lnTo>
                    <a:pt x="2122" y="1996"/>
                  </a:lnTo>
                  <a:cubicBezTo>
                    <a:pt x="2119" y="1996"/>
                    <a:pt x="2120" y="2004"/>
                    <a:pt x="2126" y="2018"/>
                  </a:cubicBezTo>
                  <a:cubicBezTo>
                    <a:pt x="2123" y="2025"/>
                    <a:pt x="2157" y="2059"/>
                    <a:pt x="2154" y="2065"/>
                  </a:cubicBezTo>
                  <a:cubicBezTo>
                    <a:pt x="2173" y="2081"/>
                    <a:pt x="2188" y="2103"/>
                    <a:pt x="2182" y="2109"/>
                  </a:cubicBezTo>
                  <a:lnTo>
                    <a:pt x="2163" y="2094"/>
                  </a:lnTo>
                  <a:lnTo>
                    <a:pt x="2123" y="2062"/>
                  </a:lnTo>
                  <a:lnTo>
                    <a:pt x="2123" y="2062"/>
                  </a:lnTo>
                  <a:cubicBezTo>
                    <a:pt x="2119" y="2065"/>
                    <a:pt x="2116" y="2072"/>
                    <a:pt x="2135" y="2087"/>
                  </a:cubicBezTo>
                  <a:cubicBezTo>
                    <a:pt x="2125" y="2084"/>
                    <a:pt x="2119" y="2082"/>
                    <a:pt x="2114" y="2082"/>
                  </a:cubicBezTo>
                  <a:cubicBezTo>
                    <a:pt x="2107" y="2082"/>
                    <a:pt x="2103" y="2086"/>
                    <a:pt x="2097" y="2094"/>
                  </a:cubicBezTo>
                  <a:cubicBezTo>
                    <a:pt x="2085" y="2103"/>
                    <a:pt x="2082" y="2125"/>
                    <a:pt x="2094" y="2134"/>
                  </a:cubicBezTo>
                  <a:cubicBezTo>
                    <a:pt x="2083" y="2128"/>
                    <a:pt x="2074" y="2125"/>
                    <a:pt x="2066" y="2125"/>
                  </a:cubicBezTo>
                  <a:cubicBezTo>
                    <a:pt x="2042" y="2125"/>
                    <a:pt x="2034" y="2150"/>
                    <a:pt x="2060" y="2178"/>
                  </a:cubicBezTo>
                  <a:cubicBezTo>
                    <a:pt x="2073" y="2189"/>
                    <a:pt x="2075" y="2195"/>
                    <a:pt x="2068" y="2195"/>
                  </a:cubicBezTo>
                  <a:cubicBezTo>
                    <a:pt x="2064" y="2195"/>
                    <a:pt x="2059" y="2194"/>
                    <a:pt x="2050" y="2191"/>
                  </a:cubicBezTo>
                  <a:cubicBezTo>
                    <a:pt x="2040" y="2185"/>
                    <a:pt x="2034" y="2182"/>
                    <a:pt x="2031" y="2182"/>
                  </a:cubicBezTo>
                  <a:cubicBezTo>
                    <a:pt x="2028" y="2182"/>
                    <a:pt x="2032" y="2188"/>
                    <a:pt x="2041" y="2200"/>
                  </a:cubicBezTo>
                  <a:cubicBezTo>
                    <a:pt x="2048" y="2209"/>
                    <a:pt x="2047" y="2212"/>
                    <a:pt x="2043" y="2212"/>
                  </a:cubicBezTo>
                  <a:cubicBezTo>
                    <a:pt x="2037" y="2212"/>
                    <a:pt x="2023" y="2206"/>
                    <a:pt x="2010" y="2200"/>
                  </a:cubicBezTo>
                  <a:cubicBezTo>
                    <a:pt x="1988" y="2188"/>
                    <a:pt x="1976" y="2184"/>
                    <a:pt x="1970" y="2184"/>
                  </a:cubicBezTo>
                  <a:cubicBezTo>
                    <a:pt x="1964" y="2184"/>
                    <a:pt x="1967" y="2190"/>
                    <a:pt x="1975" y="2200"/>
                  </a:cubicBezTo>
                  <a:cubicBezTo>
                    <a:pt x="1985" y="2228"/>
                    <a:pt x="1978" y="2238"/>
                    <a:pt x="1972" y="2244"/>
                  </a:cubicBezTo>
                  <a:cubicBezTo>
                    <a:pt x="1985" y="2269"/>
                    <a:pt x="1978" y="2275"/>
                    <a:pt x="2003" y="2285"/>
                  </a:cubicBezTo>
                  <a:cubicBezTo>
                    <a:pt x="2016" y="2297"/>
                    <a:pt x="2029" y="2310"/>
                    <a:pt x="2038" y="2322"/>
                  </a:cubicBezTo>
                  <a:cubicBezTo>
                    <a:pt x="2043" y="2333"/>
                    <a:pt x="2042" y="2336"/>
                    <a:pt x="2040" y="2336"/>
                  </a:cubicBezTo>
                  <a:cubicBezTo>
                    <a:pt x="2037" y="2336"/>
                    <a:pt x="2031" y="2330"/>
                    <a:pt x="2035" y="2329"/>
                  </a:cubicBezTo>
                  <a:cubicBezTo>
                    <a:pt x="2022" y="2300"/>
                    <a:pt x="2019" y="2307"/>
                    <a:pt x="1994" y="2297"/>
                  </a:cubicBezTo>
                  <a:cubicBezTo>
                    <a:pt x="1986" y="2293"/>
                    <a:pt x="1980" y="2292"/>
                    <a:pt x="1976" y="2292"/>
                  </a:cubicBezTo>
                  <a:cubicBezTo>
                    <a:pt x="1965" y="2292"/>
                    <a:pt x="1961" y="2299"/>
                    <a:pt x="1956" y="2304"/>
                  </a:cubicBezTo>
                  <a:lnTo>
                    <a:pt x="1938" y="2322"/>
                  </a:lnTo>
                  <a:cubicBezTo>
                    <a:pt x="1906" y="2325"/>
                    <a:pt x="1900" y="2329"/>
                    <a:pt x="1922" y="2344"/>
                  </a:cubicBezTo>
                  <a:lnTo>
                    <a:pt x="1941" y="2360"/>
                  </a:lnTo>
                  <a:cubicBezTo>
                    <a:pt x="1933" y="2356"/>
                    <a:pt x="1926" y="2354"/>
                    <a:pt x="1918" y="2354"/>
                  </a:cubicBezTo>
                  <a:cubicBezTo>
                    <a:pt x="1883" y="2354"/>
                    <a:pt x="1856" y="2398"/>
                    <a:pt x="1884" y="2432"/>
                  </a:cubicBezTo>
                  <a:cubicBezTo>
                    <a:pt x="1890" y="2437"/>
                    <a:pt x="1892" y="2439"/>
                    <a:pt x="1892" y="2439"/>
                  </a:cubicBezTo>
                  <a:cubicBezTo>
                    <a:pt x="1892" y="2439"/>
                    <a:pt x="1878" y="2427"/>
                    <a:pt x="1862" y="2416"/>
                  </a:cubicBezTo>
                  <a:cubicBezTo>
                    <a:pt x="1854" y="2409"/>
                    <a:pt x="1848" y="2406"/>
                    <a:pt x="1844" y="2406"/>
                  </a:cubicBezTo>
                  <a:cubicBezTo>
                    <a:pt x="1839" y="2406"/>
                    <a:pt x="1836" y="2410"/>
                    <a:pt x="1831" y="2416"/>
                  </a:cubicBezTo>
                  <a:cubicBezTo>
                    <a:pt x="1825" y="2420"/>
                    <a:pt x="1828" y="2457"/>
                    <a:pt x="1815" y="2476"/>
                  </a:cubicBezTo>
                  <a:cubicBezTo>
                    <a:pt x="1797" y="2495"/>
                    <a:pt x="1784" y="2514"/>
                    <a:pt x="1803" y="2526"/>
                  </a:cubicBezTo>
                  <a:cubicBezTo>
                    <a:pt x="1802" y="2528"/>
                    <a:pt x="1801" y="2530"/>
                    <a:pt x="1799" y="2530"/>
                  </a:cubicBezTo>
                  <a:cubicBezTo>
                    <a:pt x="1796" y="2530"/>
                    <a:pt x="1791" y="2526"/>
                    <a:pt x="1778" y="2517"/>
                  </a:cubicBezTo>
                  <a:cubicBezTo>
                    <a:pt x="1771" y="2506"/>
                    <a:pt x="1766" y="2502"/>
                    <a:pt x="1762" y="2502"/>
                  </a:cubicBezTo>
                  <a:cubicBezTo>
                    <a:pt x="1759" y="2502"/>
                    <a:pt x="1757" y="2505"/>
                    <a:pt x="1756" y="2507"/>
                  </a:cubicBezTo>
                  <a:cubicBezTo>
                    <a:pt x="1750" y="2514"/>
                    <a:pt x="1772" y="2529"/>
                    <a:pt x="1790" y="2545"/>
                  </a:cubicBezTo>
                  <a:cubicBezTo>
                    <a:pt x="1805" y="2557"/>
                    <a:pt x="1806" y="2562"/>
                    <a:pt x="1793" y="2562"/>
                  </a:cubicBezTo>
                  <a:cubicBezTo>
                    <a:pt x="1789" y="2562"/>
                    <a:pt x="1784" y="2561"/>
                    <a:pt x="1778" y="2561"/>
                  </a:cubicBezTo>
                  <a:cubicBezTo>
                    <a:pt x="1774" y="2559"/>
                    <a:pt x="1770" y="2559"/>
                    <a:pt x="1767" y="2559"/>
                  </a:cubicBezTo>
                  <a:cubicBezTo>
                    <a:pt x="1744" y="2559"/>
                    <a:pt x="1729" y="2583"/>
                    <a:pt x="1740" y="2604"/>
                  </a:cubicBezTo>
                  <a:cubicBezTo>
                    <a:pt x="1739" y="2606"/>
                    <a:pt x="1736" y="2608"/>
                    <a:pt x="1732" y="2608"/>
                  </a:cubicBezTo>
                  <a:cubicBezTo>
                    <a:pt x="1728" y="2608"/>
                    <a:pt x="1721" y="2606"/>
                    <a:pt x="1712" y="2598"/>
                  </a:cubicBezTo>
                  <a:cubicBezTo>
                    <a:pt x="1702" y="2595"/>
                    <a:pt x="1692" y="2591"/>
                    <a:pt x="1685" y="2591"/>
                  </a:cubicBezTo>
                  <a:cubicBezTo>
                    <a:pt x="1674" y="2591"/>
                    <a:pt x="1671" y="2599"/>
                    <a:pt x="1690" y="2626"/>
                  </a:cubicBezTo>
                  <a:cubicBezTo>
                    <a:pt x="1689" y="2627"/>
                    <a:pt x="1688" y="2628"/>
                    <a:pt x="1687" y="2628"/>
                  </a:cubicBezTo>
                  <a:cubicBezTo>
                    <a:pt x="1685" y="2628"/>
                    <a:pt x="1680" y="2625"/>
                    <a:pt x="1665" y="2614"/>
                  </a:cubicBezTo>
                  <a:cubicBezTo>
                    <a:pt x="1654" y="2609"/>
                    <a:pt x="1642" y="2602"/>
                    <a:pt x="1639" y="2602"/>
                  </a:cubicBezTo>
                  <a:cubicBezTo>
                    <a:pt x="1635" y="2602"/>
                    <a:pt x="1639" y="2608"/>
                    <a:pt x="1656" y="2626"/>
                  </a:cubicBezTo>
                  <a:cubicBezTo>
                    <a:pt x="1667" y="2649"/>
                    <a:pt x="1658" y="2664"/>
                    <a:pt x="1632" y="2664"/>
                  </a:cubicBezTo>
                  <a:cubicBezTo>
                    <a:pt x="1629" y="2664"/>
                    <a:pt x="1627" y="2664"/>
                    <a:pt x="1624" y="2664"/>
                  </a:cubicBezTo>
                  <a:lnTo>
                    <a:pt x="1624" y="2664"/>
                  </a:lnTo>
                  <a:cubicBezTo>
                    <a:pt x="1621" y="2667"/>
                    <a:pt x="1618" y="2673"/>
                    <a:pt x="1637" y="2689"/>
                  </a:cubicBezTo>
                  <a:cubicBezTo>
                    <a:pt x="1650" y="2700"/>
                    <a:pt x="1665" y="2711"/>
                    <a:pt x="1665" y="2711"/>
                  </a:cubicBezTo>
                  <a:cubicBezTo>
                    <a:pt x="1665" y="2711"/>
                    <a:pt x="1662" y="2709"/>
                    <a:pt x="1656" y="2705"/>
                  </a:cubicBezTo>
                  <a:cubicBezTo>
                    <a:pt x="1636" y="2693"/>
                    <a:pt x="1625" y="2687"/>
                    <a:pt x="1622" y="2687"/>
                  </a:cubicBezTo>
                  <a:cubicBezTo>
                    <a:pt x="1619" y="2687"/>
                    <a:pt x="1627" y="2697"/>
                    <a:pt x="1646" y="2717"/>
                  </a:cubicBezTo>
                  <a:cubicBezTo>
                    <a:pt x="1658" y="2726"/>
                    <a:pt x="1662" y="2731"/>
                    <a:pt x="1659" y="2731"/>
                  </a:cubicBezTo>
                  <a:cubicBezTo>
                    <a:pt x="1657" y="2731"/>
                    <a:pt x="1652" y="2727"/>
                    <a:pt x="1643" y="2720"/>
                  </a:cubicBezTo>
                  <a:cubicBezTo>
                    <a:pt x="1632" y="2716"/>
                    <a:pt x="1626" y="2715"/>
                    <a:pt x="1621" y="2715"/>
                  </a:cubicBezTo>
                  <a:cubicBezTo>
                    <a:pt x="1616" y="2715"/>
                    <a:pt x="1615" y="2717"/>
                    <a:pt x="1615" y="2717"/>
                  </a:cubicBezTo>
                  <a:cubicBezTo>
                    <a:pt x="1609" y="2742"/>
                    <a:pt x="1599" y="2767"/>
                    <a:pt x="1587" y="2792"/>
                  </a:cubicBezTo>
                  <a:cubicBezTo>
                    <a:pt x="1549" y="2833"/>
                    <a:pt x="1537" y="2849"/>
                    <a:pt x="1555" y="2865"/>
                  </a:cubicBezTo>
                  <a:cubicBezTo>
                    <a:pt x="1565" y="2878"/>
                    <a:pt x="1569" y="2883"/>
                    <a:pt x="1565" y="2883"/>
                  </a:cubicBezTo>
                  <a:cubicBezTo>
                    <a:pt x="1562" y="2883"/>
                    <a:pt x="1556" y="2881"/>
                    <a:pt x="1546" y="2877"/>
                  </a:cubicBezTo>
                  <a:cubicBezTo>
                    <a:pt x="1536" y="2873"/>
                    <a:pt x="1529" y="2871"/>
                    <a:pt x="1525" y="2871"/>
                  </a:cubicBezTo>
                  <a:cubicBezTo>
                    <a:pt x="1519" y="2871"/>
                    <a:pt x="1516" y="2874"/>
                    <a:pt x="1515" y="2877"/>
                  </a:cubicBezTo>
                  <a:cubicBezTo>
                    <a:pt x="1513" y="2880"/>
                    <a:pt x="1511" y="2882"/>
                    <a:pt x="1507" y="2882"/>
                  </a:cubicBezTo>
                  <a:cubicBezTo>
                    <a:pt x="1503" y="2882"/>
                    <a:pt x="1496" y="2879"/>
                    <a:pt x="1486" y="2871"/>
                  </a:cubicBezTo>
                  <a:lnTo>
                    <a:pt x="1486" y="2871"/>
                  </a:lnTo>
                  <a:cubicBezTo>
                    <a:pt x="1502" y="2893"/>
                    <a:pt x="1502" y="2893"/>
                    <a:pt x="1496" y="2899"/>
                  </a:cubicBezTo>
                  <a:cubicBezTo>
                    <a:pt x="1488" y="2893"/>
                    <a:pt x="1483" y="2890"/>
                    <a:pt x="1480" y="2890"/>
                  </a:cubicBezTo>
                  <a:cubicBezTo>
                    <a:pt x="1475" y="2890"/>
                    <a:pt x="1477" y="2897"/>
                    <a:pt x="1486" y="2908"/>
                  </a:cubicBezTo>
                  <a:cubicBezTo>
                    <a:pt x="1506" y="2928"/>
                    <a:pt x="1515" y="2937"/>
                    <a:pt x="1514" y="2937"/>
                  </a:cubicBezTo>
                  <a:cubicBezTo>
                    <a:pt x="1513" y="2937"/>
                    <a:pt x="1503" y="2930"/>
                    <a:pt x="1483" y="2915"/>
                  </a:cubicBezTo>
                  <a:cubicBezTo>
                    <a:pt x="1473" y="2906"/>
                    <a:pt x="1457" y="2902"/>
                    <a:pt x="1450" y="2902"/>
                  </a:cubicBezTo>
                  <a:cubicBezTo>
                    <a:pt x="1445" y="2902"/>
                    <a:pt x="1444" y="2904"/>
                    <a:pt x="1455" y="2908"/>
                  </a:cubicBezTo>
                  <a:cubicBezTo>
                    <a:pt x="1474" y="2924"/>
                    <a:pt x="1464" y="2937"/>
                    <a:pt x="1480" y="2959"/>
                  </a:cubicBezTo>
                  <a:cubicBezTo>
                    <a:pt x="1479" y="2960"/>
                    <a:pt x="1476" y="2962"/>
                    <a:pt x="1472" y="2962"/>
                  </a:cubicBezTo>
                  <a:cubicBezTo>
                    <a:pt x="1468" y="2962"/>
                    <a:pt x="1461" y="2960"/>
                    <a:pt x="1452" y="2952"/>
                  </a:cubicBezTo>
                  <a:cubicBezTo>
                    <a:pt x="1449" y="2951"/>
                    <a:pt x="1447" y="2951"/>
                    <a:pt x="1445" y="2951"/>
                  </a:cubicBezTo>
                  <a:cubicBezTo>
                    <a:pt x="1427" y="2951"/>
                    <a:pt x="1428" y="2986"/>
                    <a:pt x="1439" y="3006"/>
                  </a:cubicBezTo>
                  <a:cubicBezTo>
                    <a:pt x="1452" y="3015"/>
                    <a:pt x="1456" y="3021"/>
                    <a:pt x="1452" y="3021"/>
                  </a:cubicBezTo>
                  <a:cubicBezTo>
                    <a:pt x="1449" y="3021"/>
                    <a:pt x="1444" y="3018"/>
                    <a:pt x="1436" y="3012"/>
                  </a:cubicBezTo>
                  <a:cubicBezTo>
                    <a:pt x="1426" y="3003"/>
                    <a:pt x="1420" y="3000"/>
                    <a:pt x="1415" y="3000"/>
                  </a:cubicBezTo>
                  <a:cubicBezTo>
                    <a:pt x="1412" y="3000"/>
                    <a:pt x="1410" y="3003"/>
                    <a:pt x="1408" y="3006"/>
                  </a:cubicBezTo>
                  <a:cubicBezTo>
                    <a:pt x="1414" y="3013"/>
                    <a:pt x="1414" y="3016"/>
                    <a:pt x="1412" y="3016"/>
                  </a:cubicBezTo>
                  <a:cubicBezTo>
                    <a:pt x="1409" y="3016"/>
                    <a:pt x="1395" y="3006"/>
                    <a:pt x="1383" y="2996"/>
                  </a:cubicBezTo>
                  <a:cubicBezTo>
                    <a:pt x="1375" y="2985"/>
                    <a:pt x="1370" y="2981"/>
                    <a:pt x="1367" y="2981"/>
                  </a:cubicBezTo>
                  <a:cubicBezTo>
                    <a:pt x="1363" y="2981"/>
                    <a:pt x="1359" y="2985"/>
                    <a:pt x="1355" y="2990"/>
                  </a:cubicBezTo>
                  <a:cubicBezTo>
                    <a:pt x="1370" y="3012"/>
                    <a:pt x="1352" y="3034"/>
                    <a:pt x="1339" y="3049"/>
                  </a:cubicBezTo>
                  <a:cubicBezTo>
                    <a:pt x="1317" y="3078"/>
                    <a:pt x="1333" y="3096"/>
                    <a:pt x="1364" y="3140"/>
                  </a:cubicBezTo>
                  <a:lnTo>
                    <a:pt x="1399" y="3175"/>
                  </a:lnTo>
                  <a:lnTo>
                    <a:pt x="1358" y="3143"/>
                  </a:lnTo>
                  <a:cubicBezTo>
                    <a:pt x="1339" y="3128"/>
                    <a:pt x="1295" y="3103"/>
                    <a:pt x="1295" y="3103"/>
                  </a:cubicBezTo>
                  <a:lnTo>
                    <a:pt x="1295" y="3103"/>
                  </a:lnTo>
                  <a:cubicBezTo>
                    <a:pt x="1289" y="3109"/>
                    <a:pt x="1311" y="3125"/>
                    <a:pt x="1330" y="3140"/>
                  </a:cubicBezTo>
                  <a:cubicBezTo>
                    <a:pt x="1344" y="3152"/>
                    <a:pt x="1346" y="3158"/>
                    <a:pt x="1334" y="3158"/>
                  </a:cubicBezTo>
                  <a:cubicBezTo>
                    <a:pt x="1330" y="3158"/>
                    <a:pt x="1324" y="3158"/>
                    <a:pt x="1317" y="3156"/>
                  </a:cubicBezTo>
                  <a:cubicBezTo>
                    <a:pt x="1310" y="3154"/>
                    <a:pt x="1305" y="3154"/>
                    <a:pt x="1301" y="3154"/>
                  </a:cubicBezTo>
                  <a:cubicBezTo>
                    <a:pt x="1287" y="3154"/>
                    <a:pt x="1287" y="3161"/>
                    <a:pt x="1298" y="3178"/>
                  </a:cubicBezTo>
                  <a:cubicBezTo>
                    <a:pt x="1297" y="3181"/>
                    <a:pt x="1294" y="3184"/>
                    <a:pt x="1288" y="3184"/>
                  </a:cubicBezTo>
                  <a:cubicBezTo>
                    <a:pt x="1284" y="3184"/>
                    <a:pt x="1277" y="3182"/>
                    <a:pt x="1267" y="3178"/>
                  </a:cubicBezTo>
                  <a:lnTo>
                    <a:pt x="1267" y="3178"/>
                  </a:lnTo>
                  <a:cubicBezTo>
                    <a:pt x="1261" y="3184"/>
                    <a:pt x="1261" y="3184"/>
                    <a:pt x="1280" y="3200"/>
                  </a:cubicBezTo>
                  <a:cubicBezTo>
                    <a:pt x="1293" y="3210"/>
                    <a:pt x="1296" y="3215"/>
                    <a:pt x="1291" y="3215"/>
                  </a:cubicBezTo>
                  <a:cubicBezTo>
                    <a:pt x="1288" y="3215"/>
                    <a:pt x="1282" y="3213"/>
                    <a:pt x="1273" y="3209"/>
                  </a:cubicBezTo>
                  <a:cubicBezTo>
                    <a:pt x="1257" y="3200"/>
                    <a:pt x="1244" y="3196"/>
                    <a:pt x="1236" y="3196"/>
                  </a:cubicBezTo>
                  <a:cubicBezTo>
                    <a:pt x="1223" y="3196"/>
                    <a:pt x="1222" y="3206"/>
                    <a:pt x="1236" y="3215"/>
                  </a:cubicBezTo>
                  <a:cubicBezTo>
                    <a:pt x="1255" y="3231"/>
                    <a:pt x="1251" y="3237"/>
                    <a:pt x="1245" y="3241"/>
                  </a:cubicBezTo>
                  <a:cubicBezTo>
                    <a:pt x="1242" y="3247"/>
                    <a:pt x="1236" y="3253"/>
                    <a:pt x="1251" y="3275"/>
                  </a:cubicBezTo>
                  <a:lnTo>
                    <a:pt x="1242" y="3284"/>
                  </a:lnTo>
                  <a:cubicBezTo>
                    <a:pt x="1242" y="3285"/>
                    <a:pt x="1241" y="3286"/>
                    <a:pt x="1240" y="3286"/>
                  </a:cubicBezTo>
                  <a:cubicBezTo>
                    <a:pt x="1235" y="3286"/>
                    <a:pt x="1224" y="3268"/>
                    <a:pt x="1226" y="3262"/>
                  </a:cubicBezTo>
                  <a:lnTo>
                    <a:pt x="1204" y="3253"/>
                  </a:lnTo>
                  <a:cubicBezTo>
                    <a:pt x="1195" y="3266"/>
                    <a:pt x="1189" y="3269"/>
                    <a:pt x="1204" y="3291"/>
                  </a:cubicBezTo>
                  <a:cubicBezTo>
                    <a:pt x="1224" y="3310"/>
                    <a:pt x="1233" y="3320"/>
                    <a:pt x="1232" y="3320"/>
                  </a:cubicBezTo>
                  <a:cubicBezTo>
                    <a:pt x="1231" y="3320"/>
                    <a:pt x="1221" y="3312"/>
                    <a:pt x="1201" y="3297"/>
                  </a:cubicBezTo>
                  <a:cubicBezTo>
                    <a:pt x="1190" y="3287"/>
                    <a:pt x="1176" y="3279"/>
                    <a:pt x="1170" y="3279"/>
                  </a:cubicBezTo>
                  <a:cubicBezTo>
                    <a:pt x="1167" y="3279"/>
                    <a:pt x="1167" y="3282"/>
                    <a:pt x="1173" y="3291"/>
                  </a:cubicBezTo>
                  <a:cubicBezTo>
                    <a:pt x="1190" y="3310"/>
                    <a:pt x="1193" y="3316"/>
                    <a:pt x="1188" y="3316"/>
                  </a:cubicBezTo>
                  <a:cubicBezTo>
                    <a:pt x="1184" y="3316"/>
                    <a:pt x="1173" y="3310"/>
                    <a:pt x="1164" y="3303"/>
                  </a:cubicBezTo>
                  <a:cubicBezTo>
                    <a:pt x="1148" y="3286"/>
                    <a:pt x="1139" y="3277"/>
                    <a:pt x="1137" y="3277"/>
                  </a:cubicBezTo>
                  <a:lnTo>
                    <a:pt x="1137" y="3277"/>
                  </a:lnTo>
                  <a:cubicBezTo>
                    <a:pt x="1134" y="3277"/>
                    <a:pt x="1139" y="3290"/>
                    <a:pt x="1151" y="3319"/>
                  </a:cubicBezTo>
                  <a:cubicBezTo>
                    <a:pt x="1142" y="3328"/>
                    <a:pt x="1142" y="3366"/>
                    <a:pt x="1129" y="3382"/>
                  </a:cubicBezTo>
                  <a:cubicBezTo>
                    <a:pt x="1118" y="3398"/>
                    <a:pt x="1109" y="3407"/>
                    <a:pt x="1096" y="3407"/>
                  </a:cubicBezTo>
                  <a:cubicBezTo>
                    <a:pt x="1091" y="3407"/>
                    <a:pt x="1086" y="3406"/>
                    <a:pt x="1079" y="3404"/>
                  </a:cubicBezTo>
                  <a:cubicBezTo>
                    <a:pt x="1077" y="3402"/>
                    <a:pt x="1075" y="3400"/>
                    <a:pt x="1073" y="3399"/>
                  </a:cubicBezTo>
                  <a:lnTo>
                    <a:pt x="1073" y="3399"/>
                  </a:lnTo>
                  <a:cubicBezTo>
                    <a:pt x="1097" y="3421"/>
                    <a:pt x="1093" y="3427"/>
                    <a:pt x="1082" y="3441"/>
                  </a:cubicBezTo>
                  <a:cubicBezTo>
                    <a:pt x="1048" y="3441"/>
                    <a:pt x="1060" y="3466"/>
                    <a:pt x="1073" y="3488"/>
                  </a:cubicBezTo>
                  <a:lnTo>
                    <a:pt x="1082" y="3479"/>
                  </a:lnTo>
                  <a:cubicBezTo>
                    <a:pt x="1115" y="3504"/>
                    <a:pt x="1119" y="3511"/>
                    <a:pt x="1103" y="3511"/>
                  </a:cubicBezTo>
                  <a:cubicBezTo>
                    <a:pt x="1099" y="3511"/>
                    <a:pt x="1094" y="3511"/>
                    <a:pt x="1088" y="3510"/>
                  </a:cubicBezTo>
                  <a:cubicBezTo>
                    <a:pt x="1088" y="3511"/>
                    <a:pt x="1087" y="3511"/>
                    <a:pt x="1086" y="3511"/>
                  </a:cubicBezTo>
                  <a:cubicBezTo>
                    <a:pt x="1079" y="3511"/>
                    <a:pt x="1063" y="3498"/>
                    <a:pt x="1045" y="3485"/>
                  </a:cubicBezTo>
                  <a:cubicBezTo>
                    <a:pt x="1029" y="3472"/>
                    <a:pt x="1009" y="3461"/>
                    <a:pt x="1001" y="3461"/>
                  </a:cubicBezTo>
                  <a:cubicBezTo>
                    <a:pt x="999" y="3461"/>
                    <a:pt x="998" y="3462"/>
                    <a:pt x="998" y="3463"/>
                  </a:cubicBezTo>
                  <a:cubicBezTo>
                    <a:pt x="991" y="3469"/>
                    <a:pt x="988" y="3476"/>
                    <a:pt x="1013" y="3485"/>
                  </a:cubicBezTo>
                  <a:cubicBezTo>
                    <a:pt x="1032" y="3501"/>
                    <a:pt x="1032" y="3501"/>
                    <a:pt x="1029" y="3504"/>
                  </a:cubicBezTo>
                  <a:cubicBezTo>
                    <a:pt x="1023" y="3510"/>
                    <a:pt x="1019" y="3516"/>
                    <a:pt x="1035" y="3538"/>
                  </a:cubicBezTo>
                  <a:cubicBezTo>
                    <a:pt x="1054" y="3554"/>
                    <a:pt x="1051" y="3557"/>
                    <a:pt x="1045" y="3563"/>
                  </a:cubicBezTo>
                  <a:cubicBezTo>
                    <a:pt x="1036" y="3560"/>
                    <a:pt x="1030" y="3559"/>
                    <a:pt x="1025" y="3559"/>
                  </a:cubicBezTo>
                  <a:cubicBezTo>
                    <a:pt x="1016" y="3559"/>
                    <a:pt x="1013" y="3563"/>
                    <a:pt x="1013" y="3563"/>
                  </a:cubicBezTo>
                  <a:cubicBezTo>
                    <a:pt x="1019" y="3568"/>
                    <a:pt x="1021" y="3570"/>
                    <a:pt x="1021" y="3570"/>
                  </a:cubicBezTo>
                  <a:cubicBezTo>
                    <a:pt x="1021" y="3570"/>
                    <a:pt x="1007" y="3559"/>
                    <a:pt x="991" y="3548"/>
                  </a:cubicBezTo>
                  <a:cubicBezTo>
                    <a:pt x="979" y="3538"/>
                    <a:pt x="963" y="3529"/>
                    <a:pt x="947" y="3523"/>
                  </a:cubicBezTo>
                  <a:lnTo>
                    <a:pt x="947" y="3523"/>
                  </a:lnTo>
                  <a:cubicBezTo>
                    <a:pt x="944" y="3529"/>
                    <a:pt x="963" y="3545"/>
                    <a:pt x="963" y="3545"/>
                  </a:cubicBezTo>
                  <a:cubicBezTo>
                    <a:pt x="982" y="3560"/>
                    <a:pt x="875" y="3689"/>
                    <a:pt x="863" y="3704"/>
                  </a:cubicBezTo>
                  <a:cubicBezTo>
                    <a:pt x="858" y="3703"/>
                    <a:pt x="854" y="3703"/>
                    <a:pt x="851" y="3703"/>
                  </a:cubicBezTo>
                  <a:cubicBezTo>
                    <a:pt x="831" y="3703"/>
                    <a:pt x="825" y="3716"/>
                    <a:pt x="844" y="3726"/>
                  </a:cubicBezTo>
                  <a:cubicBezTo>
                    <a:pt x="866" y="3742"/>
                    <a:pt x="844" y="3767"/>
                    <a:pt x="816" y="3802"/>
                  </a:cubicBezTo>
                  <a:cubicBezTo>
                    <a:pt x="784" y="3839"/>
                    <a:pt x="762" y="3864"/>
                    <a:pt x="784" y="3880"/>
                  </a:cubicBezTo>
                  <a:lnTo>
                    <a:pt x="769" y="3896"/>
                  </a:lnTo>
                  <a:cubicBezTo>
                    <a:pt x="759" y="3908"/>
                    <a:pt x="772" y="3933"/>
                    <a:pt x="766" y="3939"/>
                  </a:cubicBezTo>
                  <a:cubicBezTo>
                    <a:pt x="775" y="3950"/>
                    <a:pt x="777" y="3957"/>
                    <a:pt x="775" y="3957"/>
                  </a:cubicBezTo>
                  <a:cubicBezTo>
                    <a:pt x="773" y="3957"/>
                    <a:pt x="769" y="3954"/>
                    <a:pt x="762" y="3946"/>
                  </a:cubicBezTo>
                  <a:cubicBezTo>
                    <a:pt x="745" y="3931"/>
                    <a:pt x="726" y="3917"/>
                    <a:pt x="720" y="3917"/>
                  </a:cubicBezTo>
                  <a:cubicBezTo>
                    <a:pt x="719" y="3917"/>
                    <a:pt x="719" y="3917"/>
                    <a:pt x="719" y="3917"/>
                  </a:cubicBezTo>
                  <a:cubicBezTo>
                    <a:pt x="709" y="3930"/>
                    <a:pt x="728" y="3946"/>
                    <a:pt x="750" y="3961"/>
                  </a:cubicBezTo>
                  <a:cubicBezTo>
                    <a:pt x="769" y="3977"/>
                    <a:pt x="766" y="3980"/>
                    <a:pt x="766" y="3980"/>
                  </a:cubicBezTo>
                  <a:cubicBezTo>
                    <a:pt x="763" y="3983"/>
                    <a:pt x="762" y="3984"/>
                    <a:pt x="760" y="3984"/>
                  </a:cubicBezTo>
                  <a:cubicBezTo>
                    <a:pt x="757" y="3984"/>
                    <a:pt x="752" y="3980"/>
                    <a:pt x="741" y="3971"/>
                  </a:cubicBezTo>
                  <a:lnTo>
                    <a:pt x="700" y="3939"/>
                  </a:lnTo>
                  <a:lnTo>
                    <a:pt x="697" y="3946"/>
                  </a:lnTo>
                  <a:cubicBezTo>
                    <a:pt x="715" y="3961"/>
                    <a:pt x="712" y="3964"/>
                    <a:pt x="712" y="3964"/>
                  </a:cubicBezTo>
                  <a:cubicBezTo>
                    <a:pt x="710" y="3966"/>
                    <a:pt x="709" y="3968"/>
                    <a:pt x="707" y="3968"/>
                  </a:cubicBezTo>
                  <a:cubicBezTo>
                    <a:pt x="702" y="3968"/>
                    <a:pt x="694" y="3961"/>
                    <a:pt x="668" y="3939"/>
                  </a:cubicBezTo>
                  <a:cubicBezTo>
                    <a:pt x="651" y="3926"/>
                    <a:pt x="640" y="3919"/>
                    <a:pt x="637" y="3919"/>
                  </a:cubicBezTo>
                  <a:cubicBezTo>
                    <a:pt x="632" y="3919"/>
                    <a:pt x="640" y="3931"/>
                    <a:pt x="659" y="3952"/>
                  </a:cubicBezTo>
                  <a:lnTo>
                    <a:pt x="668" y="3977"/>
                  </a:lnTo>
                  <a:cubicBezTo>
                    <a:pt x="659" y="3971"/>
                    <a:pt x="653" y="3969"/>
                    <a:pt x="649" y="3969"/>
                  </a:cubicBezTo>
                  <a:cubicBezTo>
                    <a:pt x="638" y="3969"/>
                    <a:pt x="659" y="3998"/>
                    <a:pt x="672" y="4015"/>
                  </a:cubicBezTo>
                  <a:cubicBezTo>
                    <a:pt x="653" y="4004"/>
                    <a:pt x="642" y="3998"/>
                    <a:pt x="638" y="3998"/>
                  </a:cubicBezTo>
                  <a:cubicBezTo>
                    <a:pt x="632" y="3998"/>
                    <a:pt x="639" y="4009"/>
                    <a:pt x="659" y="4030"/>
                  </a:cubicBezTo>
                  <a:cubicBezTo>
                    <a:pt x="672" y="4041"/>
                    <a:pt x="675" y="4047"/>
                    <a:pt x="667" y="4047"/>
                  </a:cubicBezTo>
                  <a:cubicBezTo>
                    <a:pt x="663" y="4047"/>
                    <a:pt x="658" y="4046"/>
                    <a:pt x="650" y="4043"/>
                  </a:cubicBezTo>
                  <a:cubicBezTo>
                    <a:pt x="640" y="4038"/>
                    <a:pt x="633" y="4036"/>
                    <a:pt x="628" y="4036"/>
                  </a:cubicBezTo>
                  <a:cubicBezTo>
                    <a:pt x="621" y="4036"/>
                    <a:pt x="618" y="4040"/>
                    <a:pt x="612" y="4046"/>
                  </a:cubicBezTo>
                  <a:cubicBezTo>
                    <a:pt x="628" y="4068"/>
                    <a:pt x="596" y="4105"/>
                    <a:pt x="562" y="4149"/>
                  </a:cubicBezTo>
                  <a:cubicBezTo>
                    <a:pt x="521" y="4196"/>
                    <a:pt x="493" y="4231"/>
                    <a:pt x="515" y="4243"/>
                  </a:cubicBezTo>
                  <a:cubicBezTo>
                    <a:pt x="512" y="4246"/>
                    <a:pt x="511" y="4248"/>
                    <a:pt x="507" y="4248"/>
                  </a:cubicBezTo>
                  <a:cubicBezTo>
                    <a:pt x="504" y="4248"/>
                    <a:pt x="497" y="4245"/>
                    <a:pt x="484" y="4240"/>
                  </a:cubicBezTo>
                  <a:cubicBezTo>
                    <a:pt x="477" y="4235"/>
                    <a:pt x="473" y="4232"/>
                    <a:pt x="471" y="4232"/>
                  </a:cubicBezTo>
                  <a:cubicBezTo>
                    <a:pt x="467" y="4232"/>
                    <a:pt x="473" y="4243"/>
                    <a:pt x="496" y="4265"/>
                  </a:cubicBezTo>
                  <a:cubicBezTo>
                    <a:pt x="505" y="4278"/>
                    <a:pt x="516" y="4289"/>
                    <a:pt x="514" y="4289"/>
                  </a:cubicBezTo>
                  <a:cubicBezTo>
                    <a:pt x="513" y="4289"/>
                    <a:pt x="506" y="4284"/>
                    <a:pt x="490" y="4272"/>
                  </a:cubicBezTo>
                  <a:cubicBezTo>
                    <a:pt x="484" y="4267"/>
                    <a:pt x="479" y="4264"/>
                    <a:pt x="474" y="4264"/>
                  </a:cubicBezTo>
                  <a:cubicBezTo>
                    <a:pt x="464" y="4264"/>
                    <a:pt x="457" y="4274"/>
                    <a:pt x="446" y="4287"/>
                  </a:cubicBezTo>
                  <a:cubicBezTo>
                    <a:pt x="430" y="4306"/>
                    <a:pt x="415" y="4325"/>
                    <a:pt x="433" y="4341"/>
                  </a:cubicBezTo>
                  <a:cubicBezTo>
                    <a:pt x="440" y="4356"/>
                    <a:pt x="443" y="4363"/>
                    <a:pt x="442" y="4363"/>
                  </a:cubicBezTo>
                  <a:cubicBezTo>
                    <a:pt x="442" y="4363"/>
                    <a:pt x="438" y="4357"/>
                    <a:pt x="430" y="4347"/>
                  </a:cubicBezTo>
                  <a:cubicBezTo>
                    <a:pt x="415" y="4332"/>
                    <a:pt x="400" y="4325"/>
                    <a:pt x="388" y="4325"/>
                  </a:cubicBezTo>
                  <a:cubicBezTo>
                    <a:pt x="371" y="4325"/>
                    <a:pt x="362" y="4341"/>
                    <a:pt x="377" y="4369"/>
                  </a:cubicBezTo>
                  <a:cubicBezTo>
                    <a:pt x="375" y="4372"/>
                    <a:pt x="374" y="4375"/>
                    <a:pt x="369" y="4375"/>
                  </a:cubicBezTo>
                  <a:cubicBezTo>
                    <a:pt x="365" y="4375"/>
                    <a:pt x="359" y="4373"/>
                    <a:pt x="349" y="4366"/>
                  </a:cubicBezTo>
                  <a:cubicBezTo>
                    <a:pt x="346" y="4369"/>
                    <a:pt x="339" y="4375"/>
                    <a:pt x="346" y="4406"/>
                  </a:cubicBezTo>
                  <a:lnTo>
                    <a:pt x="317" y="4444"/>
                  </a:lnTo>
                  <a:cubicBezTo>
                    <a:pt x="308" y="4456"/>
                    <a:pt x="317" y="4482"/>
                    <a:pt x="317" y="4482"/>
                  </a:cubicBezTo>
                  <a:cubicBezTo>
                    <a:pt x="316" y="4484"/>
                    <a:pt x="315" y="4486"/>
                    <a:pt x="313" y="4487"/>
                  </a:cubicBezTo>
                  <a:lnTo>
                    <a:pt x="313" y="4487"/>
                  </a:lnTo>
                  <a:cubicBezTo>
                    <a:pt x="309" y="4484"/>
                    <a:pt x="305" y="4483"/>
                    <a:pt x="301" y="4483"/>
                  </a:cubicBezTo>
                  <a:cubicBezTo>
                    <a:pt x="283" y="4483"/>
                    <a:pt x="264" y="4505"/>
                    <a:pt x="239" y="4535"/>
                  </a:cubicBezTo>
                  <a:cubicBezTo>
                    <a:pt x="212" y="4567"/>
                    <a:pt x="190" y="4597"/>
                    <a:pt x="168" y="4597"/>
                  </a:cubicBezTo>
                  <a:cubicBezTo>
                    <a:pt x="165" y="4597"/>
                    <a:pt x="161" y="4596"/>
                    <a:pt x="158" y="4594"/>
                  </a:cubicBezTo>
                  <a:lnTo>
                    <a:pt x="158" y="4594"/>
                  </a:lnTo>
                  <a:cubicBezTo>
                    <a:pt x="158" y="4594"/>
                    <a:pt x="155" y="4601"/>
                    <a:pt x="170" y="4623"/>
                  </a:cubicBezTo>
                  <a:cubicBezTo>
                    <a:pt x="195" y="4648"/>
                    <a:pt x="199" y="4658"/>
                    <a:pt x="190" y="4658"/>
                  </a:cubicBezTo>
                  <a:cubicBezTo>
                    <a:pt x="187" y="4658"/>
                    <a:pt x="182" y="4656"/>
                    <a:pt x="176" y="4654"/>
                  </a:cubicBezTo>
                  <a:cubicBezTo>
                    <a:pt x="163" y="4646"/>
                    <a:pt x="151" y="4642"/>
                    <a:pt x="143" y="4642"/>
                  </a:cubicBezTo>
                  <a:cubicBezTo>
                    <a:pt x="126" y="4642"/>
                    <a:pt x="125" y="4659"/>
                    <a:pt x="148" y="4685"/>
                  </a:cubicBezTo>
                  <a:lnTo>
                    <a:pt x="129" y="4670"/>
                  </a:lnTo>
                  <a:cubicBezTo>
                    <a:pt x="118" y="4663"/>
                    <a:pt x="111" y="4661"/>
                    <a:pt x="106" y="4661"/>
                  </a:cubicBezTo>
                  <a:cubicBezTo>
                    <a:pt x="90" y="4661"/>
                    <a:pt x="100" y="4685"/>
                    <a:pt x="126" y="4713"/>
                  </a:cubicBezTo>
                  <a:cubicBezTo>
                    <a:pt x="112" y="4706"/>
                    <a:pt x="99" y="4700"/>
                    <a:pt x="93" y="4700"/>
                  </a:cubicBezTo>
                  <a:cubicBezTo>
                    <a:pt x="88" y="4700"/>
                    <a:pt x="88" y="4704"/>
                    <a:pt x="95" y="4713"/>
                  </a:cubicBezTo>
                  <a:cubicBezTo>
                    <a:pt x="93" y="4715"/>
                    <a:pt x="92" y="4717"/>
                    <a:pt x="90" y="4717"/>
                  </a:cubicBezTo>
                  <a:cubicBezTo>
                    <a:pt x="85" y="4717"/>
                    <a:pt x="76" y="4710"/>
                    <a:pt x="48" y="4688"/>
                  </a:cubicBezTo>
                  <a:cubicBezTo>
                    <a:pt x="31" y="4674"/>
                    <a:pt x="14" y="4660"/>
                    <a:pt x="6" y="4660"/>
                  </a:cubicBezTo>
                  <a:cubicBezTo>
                    <a:pt x="5" y="4660"/>
                    <a:pt x="5" y="4660"/>
                    <a:pt x="4" y="4660"/>
                  </a:cubicBezTo>
                  <a:cubicBezTo>
                    <a:pt x="1" y="4666"/>
                    <a:pt x="20" y="4682"/>
                    <a:pt x="42" y="4698"/>
                  </a:cubicBezTo>
                  <a:cubicBezTo>
                    <a:pt x="42" y="4698"/>
                    <a:pt x="35" y="4704"/>
                    <a:pt x="32" y="4707"/>
                  </a:cubicBezTo>
                  <a:cubicBezTo>
                    <a:pt x="32" y="4707"/>
                    <a:pt x="26" y="4713"/>
                    <a:pt x="48" y="4729"/>
                  </a:cubicBezTo>
                  <a:cubicBezTo>
                    <a:pt x="67" y="4745"/>
                    <a:pt x="64" y="4751"/>
                    <a:pt x="57" y="4757"/>
                  </a:cubicBezTo>
                  <a:cubicBezTo>
                    <a:pt x="52" y="4753"/>
                    <a:pt x="50" y="4751"/>
                    <a:pt x="49" y="4751"/>
                  </a:cubicBezTo>
                  <a:lnTo>
                    <a:pt x="49" y="4751"/>
                  </a:lnTo>
                  <a:cubicBezTo>
                    <a:pt x="48" y="4751"/>
                    <a:pt x="60" y="4764"/>
                    <a:pt x="76" y="4773"/>
                  </a:cubicBezTo>
                  <a:cubicBezTo>
                    <a:pt x="98" y="4789"/>
                    <a:pt x="117" y="4804"/>
                    <a:pt x="114" y="4807"/>
                  </a:cubicBezTo>
                  <a:lnTo>
                    <a:pt x="151" y="4839"/>
                  </a:lnTo>
                  <a:cubicBezTo>
                    <a:pt x="176" y="4864"/>
                    <a:pt x="208" y="4883"/>
                    <a:pt x="242" y="4892"/>
                  </a:cubicBezTo>
                  <a:cubicBezTo>
                    <a:pt x="280" y="4886"/>
                    <a:pt x="311" y="4886"/>
                    <a:pt x="270" y="4854"/>
                  </a:cubicBezTo>
                  <a:cubicBezTo>
                    <a:pt x="270" y="4854"/>
                    <a:pt x="258" y="4833"/>
                    <a:pt x="261" y="4826"/>
                  </a:cubicBezTo>
                  <a:cubicBezTo>
                    <a:pt x="262" y="4826"/>
                    <a:pt x="262" y="4826"/>
                    <a:pt x="264" y="4826"/>
                  </a:cubicBezTo>
                  <a:cubicBezTo>
                    <a:pt x="271" y="4826"/>
                    <a:pt x="289" y="4833"/>
                    <a:pt x="289" y="4833"/>
                  </a:cubicBezTo>
                  <a:cubicBezTo>
                    <a:pt x="294" y="4836"/>
                    <a:pt x="298" y="4838"/>
                    <a:pt x="302" y="4838"/>
                  </a:cubicBezTo>
                  <a:cubicBezTo>
                    <a:pt x="317" y="4838"/>
                    <a:pt x="332" y="4820"/>
                    <a:pt x="349" y="4798"/>
                  </a:cubicBezTo>
                  <a:cubicBezTo>
                    <a:pt x="372" y="4773"/>
                    <a:pt x="384" y="4758"/>
                    <a:pt x="401" y="4758"/>
                  </a:cubicBezTo>
                  <a:cubicBezTo>
                    <a:pt x="405" y="4758"/>
                    <a:pt x="410" y="4759"/>
                    <a:pt x="415" y="4760"/>
                  </a:cubicBezTo>
                  <a:cubicBezTo>
                    <a:pt x="428" y="4766"/>
                    <a:pt x="435" y="4767"/>
                    <a:pt x="439" y="4767"/>
                  </a:cubicBezTo>
                  <a:cubicBezTo>
                    <a:pt x="442" y="4767"/>
                    <a:pt x="443" y="4767"/>
                    <a:pt x="443" y="4767"/>
                  </a:cubicBezTo>
                  <a:cubicBezTo>
                    <a:pt x="424" y="4751"/>
                    <a:pt x="449" y="4717"/>
                    <a:pt x="480" y="4679"/>
                  </a:cubicBezTo>
                  <a:cubicBezTo>
                    <a:pt x="512" y="4641"/>
                    <a:pt x="543" y="4604"/>
                    <a:pt x="524" y="4588"/>
                  </a:cubicBezTo>
                  <a:lnTo>
                    <a:pt x="531" y="4579"/>
                  </a:lnTo>
                  <a:cubicBezTo>
                    <a:pt x="539" y="4585"/>
                    <a:pt x="545" y="4587"/>
                    <a:pt x="550" y="4587"/>
                  </a:cubicBezTo>
                  <a:cubicBezTo>
                    <a:pt x="559" y="4587"/>
                    <a:pt x="564" y="4580"/>
                    <a:pt x="568" y="4572"/>
                  </a:cubicBezTo>
                  <a:cubicBezTo>
                    <a:pt x="559" y="4547"/>
                    <a:pt x="568" y="4535"/>
                    <a:pt x="568" y="4535"/>
                  </a:cubicBezTo>
                  <a:cubicBezTo>
                    <a:pt x="577" y="4542"/>
                    <a:pt x="582" y="4545"/>
                    <a:pt x="587" y="4545"/>
                  </a:cubicBezTo>
                  <a:cubicBezTo>
                    <a:pt x="591" y="4545"/>
                    <a:pt x="595" y="4541"/>
                    <a:pt x="600" y="4535"/>
                  </a:cubicBezTo>
                  <a:cubicBezTo>
                    <a:pt x="609" y="4525"/>
                    <a:pt x="615" y="4519"/>
                    <a:pt x="593" y="4503"/>
                  </a:cubicBezTo>
                  <a:cubicBezTo>
                    <a:pt x="600" y="4497"/>
                    <a:pt x="631" y="4460"/>
                    <a:pt x="662" y="4460"/>
                  </a:cubicBezTo>
                  <a:cubicBezTo>
                    <a:pt x="667" y="4461"/>
                    <a:pt x="670" y="4462"/>
                    <a:pt x="672" y="4462"/>
                  </a:cubicBezTo>
                  <a:cubicBezTo>
                    <a:pt x="682" y="4462"/>
                    <a:pt x="669" y="4446"/>
                    <a:pt x="656" y="4428"/>
                  </a:cubicBezTo>
                  <a:cubicBezTo>
                    <a:pt x="637" y="4413"/>
                    <a:pt x="621" y="4391"/>
                    <a:pt x="625" y="4388"/>
                  </a:cubicBezTo>
                  <a:lnTo>
                    <a:pt x="625" y="4388"/>
                  </a:lnTo>
                  <a:lnTo>
                    <a:pt x="665" y="4419"/>
                  </a:lnTo>
                  <a:cubicBezTo>
                    <a:pt x="675" y="4430"/>
                    <a:pt x="678" y="4434"/>
                    <a:pt x="682" y="4434"/>
                  </a:cubicBezTo>
                  <a:cubicBezTo>
                    <a:pt x="684" y="4434"/>
                    <a:pt x="687" y="4432"/>
                    <a:pt x="690" y="4428"/>
                  </a:cubicBezTo>
                  <a:lnTo>
                    <a:pt x="700" y="4416"/>
                  </a:lnTo>
                  <a:cubicBezTo>
                    <a:pt x="678" y="4400"/>
                    <a:pt x="700" y="4375"/>
                    <a:pt x="731" y="4337"/>
                  </a:cubicBezTo>
                  <a:cubicBezTo>
                    <a:pt x="772" y="4290"/>
                    <a:pt x="784" y="4272"/>
                    <a:pt x="766" y="4256"/>
                  </a:cubicBezTo>
                  <a:cubicBezTo>
                    <a:pt x="747" y="4240"/>
                    <a:pt x="750" y="4237"/>
                    <a:pt x="784" y="4237"/>
                  </a:cubicBezTo>
                  <a:cubicBezTo>
                    <a:pt x="821" y="4243"/>
                    <a:pt x="842" y="4246"/>
                    <a:pt x="852" y="4246"/>
                  </a:cubicBezTo>
                  <a:cubicBezTo>
                    <a:pt x="866" y="4246"/>
                    <a:pt x="862" y="4240"/>
                    <a:pt x="853" y="4228"/>
                  </a:cubicBezTo>
                  <a:lnTo>
                    <a:pt x="853" y="4228"/>
                  </a:lnTo>
                  <a:cubicBezTo>
                    <a:pt x="853" y="4229"/>
                    <a:pt x="852" y="4229"/>
                    <a:pt x="851" y="4229"/>
                  </a:cubicBezTo>
                  <a:cubicBezTo>
                    <a:pt x="844" y="4229"/>
                    <a:pt x="825" y="4216"/>
                    <a:pt x="809" y="4203"/>
                  </a:cubicBezTo>
                  <a:cubicBezTo>
                    <a:pt x="787" y="4185"/>
                    <a:pt x="779" y="4177"/>
                    <a:pt x="784" y="4177"/>
                  </a:cubicBezTo>
                  <a:cubicBezTo>
                    <a:pt x="787" y="4177"/>
                    <a:pt x="799" y="4182"/>
                    <a:pt x="819" y="4193"/>
                  </a:cubicBezTo>
                  <a:cubicBezTo>
                    <a:pt x="824" y="4197"/>
                    <a:pt x="830" y="4199"/>
                    <a:pt x="836" y="4199"/>
                  </a:cubicBezTo>
                  <a:cubicBezTo>
                    <a:pt x="871" y="4199"/>
                    <a:pt x="902" y="4122"/>
                    <a:pt x="869" y="4090"/>
                  </a:cubicBezTo>
                  <a:lnTo>
                    <a:pt x="869" y="4090"/>
                  </a:lnTo>
                  <a:lnTo>
                    <a:pt x="891" y="4105"/>
                  </a:lnTo>
                  <a:cubicBezTo>
                    <a:pt x="899" y="4112"/>
                    <a:pt x="904" y="4115"/>
                    <a:pt x="909" y="4115"/>
                  </a:cubicBezTo>
                  <a:cubicBezTo>
                    <a:pt x="915" y="4115"/>
                    <a:pt x="921" y="4109"/>
                    <a:pt x="932" y="4096"/>
                  </a:cubicBezTo>
                  <a:lnTo>
                    <a:pt x="944" y="4080"/>
                  </a:lnTo>
                  <a:cubicBezTo>
                    <a:pt x="916" y="4057"/>
                    <a:pt x="936" y="4040"/>
                    <a:pt x="955" y="4040"/>
                  </a:cubicBezTo>
                  <a:cubicBezTo>
                    <a:pt x="961" y="4040"/>
                    <a:pt x="968" y="4042"/>
                    <a:pt x="972" y="4046"/>
                  </a:cubicBezTo>
                  <a:cubicBezTo>
                    <a:pt x="985" y="4052"/>
                    <a:pt x="991" y="4055"/>
                    <a:pt x="995" y="4055"/>
                  </a:cubicBezTo>
                  <a:cubicBezTo>
                    <a:pt x="999" y="4055"/>
                    <a:pt x="1001" y="4052"/>
                    <a:pt x="1004" y="4046"/>
                  </a:cubicBezTo>
                  <a:cubicBezTo>
                    <a:pt x="985" y="4012"/>
                    <a:pt x="1002" y="3996"/>
                    <a:pt x="1021" y="3996"/>
                  </a:cubicBezTo>
                  <a:cubicBezTo>
                    <a:pt x="1028" y="3996"/>
                    <a:pt x="1035" y="3998"/>
                    <a:pt x="1041" y="4002"/>
                  </a:cubicBezTo>
                  <a:lnTo>
                    <a:pt x="1051" y="3993"/>
                  </a:lnTo>
                  <a:cubicBezTo>
                    <a:pt x="1035" y="3971"/>
                    <a:pt x="1045" y="3961"/>
                    <a:pt x="1048" y="3955"/>
                  </a:cubicBezTo>
                  <a:cubicBezTo>
                    <a:pt x="1060" y="3939"/>
                    <a:pt x="1066" y="3933"/>
                    <a:pt x="1041" y="3924"/>
                  </a:cubicBezTo>
                  <a:cubicBezTo>
                    <a:pt x="1023" y="3908"/>
                    <a:pt x="1001" y="3892"/>
                    <a:pt x="1007" y="3886"/>
                  </a:cubicBezTo>
                  <a:lnTo>
                    <a:pt x="1007" y="3886"/>
                  </a:lnTo>
                  <a:lnTo>
                    <a:pt x="1026" y="3902"/>
                  </a:lnTo>
                  <a:cubicBezTo>
                    <a:pt x="1031" y="3906"/>
                    <a:pt x="1036" y="3908"/>
                    <a:pt x="1041" y="3908"/>
                  </a:cubicBezTo>
                  <a:cubicBezTo>
                    <a:pt x="1053" y="3908"/>
                    <a:pt x="1065" y="3896"/>
                    <a:pt x="1076" y="3880"/>
                  </a:cubicBezTo>
                  <a:cubicBezTo>
                    <a:pt x="1092" y="3862"/>
                    <a:pt x="1101" y="3850"/>
                    <a:pt x="1115" y="3850"/>
                  </a:cubicBezTo>
                  <a:cubicBezTo>
                    <a:pt x="1120" y="3850"/>
                    <a:pt x="1126" y="3851"/>
                    <a:pt x="1132" y="3855"/>
                  </a:cubicBezTo>
                  <a:lnTo>
                    <a:pt x="1117" y="3833"/>
                  </a:lnTo>
                  <a:cubicBezTo>
                    <a:pt x="1107" y="3819"/>
                    <a:pt x="1104" y="3813"/>
                    <a:pt x="1109" y="3813"/>
                  </a:cubicBezTo>
                  <a:cubicBezTo>
                    <a:pt x="1112" y="3813"/>
                    <a:pt x="1118" y="3815"/>
                    <a:pt x="1126" y="3820"/>
                  </a:cubicBezTo>
                  <a:cubicBezTo>
                    <a:pt x="1131" y="3823"/>
                    <a:pt x="1136" y="3824"/>
                    <a:pt x="1140" y="3824"/>
                  </a:cubicBezTo>
                  <a:cubicBezTo>
                    <a:pt x="1156" y="3824"/>
                    <a:pt x="1165" y="3805"/>
                    <a:pt x="1157" y="3783"/>
                  </a:cubicBezTo>
                  <a:lnTo>
                    <a:pt x="1167" y="3773"/>
                  </a:lnTo>
                  <a:cubicBezTo>
                    <a:pt x="1181" y="3782"/>
                    <a:pt x="1193" y="3785"/>
                    <a:pt x="1200" y="3785"/>
                  </a:cubicBezTo>
                  <a:cubicBezTo>
                    <a:pt x="1214" y="3785"/>
                    <a:pt x="1212" y="3770"/>
                    <a:pt x="1189" y="3745"/>
                  </a:cubicBezTo>
                  <a:lnTo>
                    <a:pt x="1189" y="3745"/>
                  </a:lnTo>
                  <a:cubicBezTo>
                    <a:pt x="1199" y="3754"/>
                    <a:pt x="1204" y="3757"/>
                    <a:pt x="1208" y="3757"/>
                  </a:cubicBezTo>
                  <a:cubicBezTo>
                    <a:pt x="1212" y="3757"/>
                    <a:pt x="1214" y="3754"/>
                    <a:pt x="1217" y="3751"/>
                  </a:cubicBezTo>
                  <a:cubicBezTo>
                    <a:pt x="1207" y="3732"/>
                    <a:pt x="1216" y="3715"/>
                    <a:pt x="1229" y="3715"/>
                  </a:cubicBezTo>
                  <a:cubicBezTo>
                    <a:pt x="1233" y="3715"/>
                    <a:pt x="1238" y="3716"/>
                    <a:pt x="1242" y="3720"/>
                  </a:cubicBezTo>
                  <a:lnTo>
                    <a:pt x="1248" y="3714"/>
                  </a:lnTo>
                  <a:cubicBezTo>
                    <a:pt x="1233" y="3692"/>
                    <a:pt x="1236" y="3689"/>
                    <a:pt x="1242" y="3682"/>
                  </a:cubicBezTo>
                  <a:cubicBezTo>
                    <a:pt x="1245" y="3676"/>
                    <a:pt x="1251" y="3670"/>
                    <a:pt x="1236" y="3651"/>
                  </a:cubicBezTo>
                  <a:cubicBezTo>
                    <a:pt x="1220" y="3629"/>
                    <a:pt x="1223" y="3623"/>
                    <a:pt x="1223" y="3623"/>
                  </a:cubicBezTo>
                  <a:cubicBezTo>
                    <a:pt x="1224" y="3623"/>
                    <a:pt x="1224" y="3623"/>
                    <a:pt x="1225" y="3623"/>
                  </a:cubicBezTo>
                  <a:cubicBezTo>
                    <a:pt x="1231" y="3623"/>
                    <a:pt x="1243" y="3640"/>
                    <a:pt x="1258" y="3660"/>
                  </a:cubicBezTo>
                  <a:cubicBezTo>
                    <a:pt x="1262" y="3669"/>
                    <a:pt x="1266" y="3672"/>
                    <a:pt x="1268" y="3672"/>
                  </a:cubicBezTo>
                  <a:cubicBezTo>
                    <a:pt x="1274" y="3672"/>
                    <a:pt x="1275" y="3655"/>
                    <a:pt x="1258" y="3623"/>
                  </a:cubicBezTo>
                  <a:cubicBezTo>
                    <a:pt x="1243" y="3599"/>
                    <a:pt x="1236" y="3587"/>
                    <a:pt x="1237" y="3587"/>
                  </a:cubicBezTo>
                  <a:lnTo>
                    <a:pt x="1237" y="3587"/>
                  </a:lnTo>
                  <a:cubicBezTo>
                    <a:pt x="1238" y="3587"/>
                    <a:pt x="1245" y="3598"/>
                    <a:pt x="1261" y="3620"/>
                  </a:cubicBezTo>
                  <a:cubicBezTo>
                    <a:pt x="1271" y="3633"/>
                    <a:pt x="1282" y="3647"/>
                    <a:pt x="1284" y="3647"/>
                  </a:cubicBezTo>
                  <a:cubicBezTo>
                    <a:pt x="1285" y="3647"/>
                    <a:pt x="1284" y="3643"/>
                    <a:pt x="1280" y="3635"/>
                  </a:cubicBezTo>
                  <a:cubicBezTo>
                    <a:pt x="1280" y="3635"/>
                    <a:pt x="1289" y="3623"/>
                    <a:pt x="1270" y="3607"/>
                  </a:cubicBezTo>
                  <a:lnTo>
                    <a:pt x="1283" y="3592"/>
                  </a:lnTo>
                  <a:cubicBezTo>
                    <a:pt x="1291" y="3593"/>
                    <a:pt x="1297" y="3594"/>
                    <a:pt x="1302" y="3594"/>
                  </a:cubicBezTo>
                  <a:cubicBezTo>
                    <a:pt x="1314" y="3594"/>
                    <a:pt x="1318" y="3590"/>
                    <a:pt x="1320" y="3585"/>
                  </a:cubicBezTo>
                  <a:cubicBezTo>
                    <a:pt x="1311" y="3573"/>
                    <a:pt x="1308" y="3567"/>
                    <a:pt x="1311" y="3567"/>
                  </a:cubicBezTo>
                  <a:cubicBezTo>
                    <a:pt x="1313" y="3567"/>
                    <a:pt x="1319" y="3570"/>
                    <a:pt x="1330" y="3576"/>
                  </a:cubicBezTo>
                  <a:cubicBezTo>
                    <a:pt x="1336" y="3581"/>
                    <a:pt x="1341" y="3584"/>
                    <a:pt x="1343" y="3584"/>
                  </a:cubicBezTo>
                  <a:cubicBezTo>
                    <a:pt x="1347" y="3584"/>
                    <a:pt x="1341" y="3574"/>
                    <a:pt x="1314" y="3554"/>
                  </a:cubicBezTo>
                  <a:cubicBezTo>
                    <a:pt x="1304" y="3540"/>
                    <a:pt x="1303" y="3533"/>
                    <a:pt x="1310" y="3533"/>
                  </a:cubicBezTo>
                  <a:cubicBezTo>
                    <a:pt x="1313" y="3533"/>
                    <a:pt x="1319" y="3535"/>
                    <a:pt x="1327" y="3538"/>
                  </a:cubicBezTo>
                  <a:cubicBezTo>
                    <a:pt x="1348" y="3554"/>
                    <a:pt x="1359" y="3561"/>
                    <a:pt x="1363" y="3561"/>
                  </a:cubicBezTo>
                  <a:cubicBezTo>
                    <a:pt x="1366" y="3561"/>
                    <a:pt x="1362" y="3555"/>
                    <a:pt x="1352" y="3548"/>
                  </a:cubicBezTo>
                  <a:cubicBezTo>
                    <a:pt x="1336" y="3526"/>
                    <a:pt x="1342" y="3523"/>
                    <a:pt x="1342" y="3523"/>
                  </a:cubicBezTo>
                  <a:lnTo>
                    <a:pt x="1342" y="3523"/>
                  </a:lnTo>
                  <a:cubicBezTo>
                    <a:pt x="1345" y="3525"/>
                    <a:pt x="1347" y="3526"/>
                    <a:pt x="1350" y="3526"/>
                  </a:cubicBezTo>
                  <a:cubicBezTo>
                    <a:pt x="1371" y="3526"/>
                    <a:pt x="1407" y="3482"/>
                    <a:pt x="1443" y="3441"/>
                  </a:cubicBezTo>
                  <a:cubicBezTo>
                    <a:pt x="1446" y="3435"/>
                    <a:pt x="1430" y="3413"/>
                    <a:pt x="1411" y="3397"/>
                  </a:cubicBezTo>
                  <a:cubicBezTo>
                    <a:pt x="1394" y="3384"/>
                    <a:pt x="1387" y="3379"/>
                    <a:pt x="1387" y="3379"/>
                  </a:cubicBezTo>
                  <a:lnTo>
                    <a:pt x="1387" y="3379"/>
                  </a:lnTo>
                  <a:cubicBezTo>
                    <a:pt x="1388" y="3379"/>
                    <a:pt x="1400" y="3387"/>
                    <a:pt x="1414" y="3394"/>
                  </a:cubicBezTo>
                  <a:cubicBezTo>
                    <a:pt x="1442" y="3411"/>
                    <a:pt x="1459" y="3419"/>
                    <a:pt x="1465" y="3419"/>
                  </a:cubicBezTo>
                  <a:cubicBezTo>
                    <a:pt x="1473" y="3419"/>
                    <a:pt x="1460" y="3405"/>
                    <a:pt x="1424" y="3382"/>
                  </a:cubicBezTo>
                  <a:cubicBezTo>
                    <a:pt x="1401" y="3369"/>
                    <a:pt x="1390" y="3362"/>
                    <a:pt x="1391" y="3362"/>
                  </a:cubicBezTo>
                  <a:lnTo>
                    <a:pt x="1391" y="3362"/>
                  </a:lnTo>
                  <a:cubicBezTo>
                    <a:pt x="1392" y="3362"/>
                    <a:pt x="1404" y="3368"/>
                    <a:pt x="1427" y="3378"/>
                  </a:cubicBezTo>
                  <a:cubicBezTo>
                    <a:pt x="1437" y="3382"/>
                    <a:pt x="1443" y="3384"/>
                    <a:pt x="1445" y="3384"/>
                  </a:cubicBezTo>
                  <a:cubicBezTo>
                    <a:pt x="1449" y="3384"/>
                    <a:pt x="1446" y="3379"/>
                    <a:pt x="1436" y="3366"/>
                  </a:cubicBezTo>
                  <a:cubicBezTo>
                    <a:pt x="1425" y="3357"/>
                    <a:pt x="1422" y="3351"/>
                    <a:pt x="1425" y="3351"/>
                  </a:cubicBezTo>
                  <a:cubicBezTo>
                    <a:pt x="1428" y="3351"/>
                    <a:pt x="1434" y="3353"/>
                    <a:pt x="1443" y="3360"/>
                  </a:cubicBezTo>
                  <a:cubicBezTo>
                    <a:pt x="1456" y="3367"/>
                    <a:pt x="1471" y="3374"/>
                    <a:pt x="1476" y="3374"/>
                  </a:cubicBezTo>
                  <a:cubicBezTo>
                    <a:pt x="1479" y="3374"/>
                    <a:pt x="1478" y="3372"/>
                    <a:pt x="1471" y="3366"/>
                  </a:cubicBezTo>
                  <a:cubicBezTo>
                    <a:pt x="1471" y="3366"/>
                    <a:pt x="1472" y="3364"/>
                    <a:pt x="1477" y="3364"/>
                  </a:cubicBezTo>
                  <a:cubicBezTo>
                    <a:pt x="1481" y="3364"/>
                    <a:pt x="1488" y="3365"/>
                    <a:pt x="1499" y="3369"/>
                  </a:cubicBezTo>
                  <a:cubicBezTo>
                    <a:pt x="1504" y="3372"/>
                    <a:pt x="1507" y="3373"/>
                    <a:pt x="1509" y="3373"/>
                  </a:cubicBezTo>
                  <a:cubicBezTo>
                    <a:pt x="1518" y="3373"/>
                    <a:pt x="1505" y="3355"/>
                    <a:pt x="1493" y="3338"/>
                  </a:cubicBezTo>
                  <a:cubicBezTo>
                    <a:pt x="1479" y="3311"/>
                    <a:pt x="1473" y="3299"/>
                    <a:pt x="1478" y="3299"/>
                  </a:cubicBezTo>
                  <a:cubicBezTo>
                    <a:pt x="1481" y="3299"/>
                    <a:pt x="1490" y="3307"/>
                    <a:pt x="1505" y="3322"/>
                  </a:cubicBezTo>
                  <a:cubicBezTo>
                    <a:pt x="1515" y="3332"/>
                    <a:pt x="1522" y="3336"/>
                    <a:pt x="1526" y="3336"/>
                  </a:cubicBezTo>
                  <a:cubicBezTo>
                    <a:pt x="1539" y="3336"/>
                    <a:pt x="1533" y="3306"/>
                    <a:pt x="1508" y="3281"/>
                  </a:cubicBezTo>
                  <a:cubicBezTo>
                    <a:pt x="1487" y="3258"/>
                    <a:pt x="1479" y="3249"/>
                    <a:pt x="1480" y="3249"/>
                  </a:cubicBezTo>
                  <a:lnTo>
                    <a:pt x="1480" y="3249"/>
                  </a:lnTo>
                  <a:cubicBezTo>
                    <a:pt x="1481" y="3249"/>
                    <a:pt x="1485" y="3253"/>
                    <a:pt x="1493" y="3259"/>
                  </a:cubicBezTo>
                  <a:cubicBezTo>
                    <a:pt x="1503" y="3268"/>
                    <a:pt x="1510" y="3270"/>
                    <a:pt x="1513" y="3270"/>
                  </a:cubicBezTo>
                  <a:cubicBezTo>
                    <a:pt x="1517" y="3270"/>
                    <a:pt x="1518" y="3269"/>
                    <a:pt x="1518" y="3269"/>
                  </a:cubicBezTo>
                  <a:cubicBezTo>
                    <a:pt x="1519" y="3267"/>
                    <a:pt x="1522" y="3265"/>
                    <a:pt x="1526" y="3265"/>
                  </a:cubicBezTo>
                  <a:cubicBezTo>
                    <a:pt x="1530" y="3265"/>
                    <a:pt x="1537" y="3267"/>
                    <a:pt x="1546" y="3275"/>
                  </a:cubicBezTo>
                  <a:cubicBezTo>
                    <a:pt x="1546" y="3275"/>
                    <a:pt x="1549" y="3269"/>
                    <a:pt x="1540" y="3244"/>
                  </a:cubicBezTo>
                  <a:cubicBezTo>
                    <a:pt x="1522" y="3219"/>
                    <a:pt x="1525" y="3208"/>
                    <a:pt x="1540" y="3208"/>
                  </a:cubicBezTo>
                  <a:cubicBezTo>
                    <a:pt x="1551" y="3208"/>
                    <a:pt x="1568" y="3214"/>
                    <a:pt x="1587" y="3225"/>
                  </a:cubicBezTo>
                  <a:lnTo>
                    <a:pt x="1574" y="3200"/>
                  </a:lnTo>
                  <a:cubicBezTo>
                    <a:pt x="1552" y="3175"/>
                    <a:pt x="1537" y="3159"/>
                    <a:pt x="1541" y="3159"/>
                  </a:cubicBezTo>
                  <a:lnTo>
                    <a:pt x="1541" y="3159"/>
                  </a:lnTo>
                  <a:cubicBezTo>
                    <a:pt x="1543" y="3159"/>
                    <a:pt x="1550" y="3164"/>
                    <a:pt x="1565" y="3175"/>
                  </a:cubicBezTo>
                  <a:cubicBezTo>
                    <a:pt x="1571" y="3180"/>
                    <a:pt x="1577" y="3184"/>
                    <a:pt x="1581" y="3188"/>
                  </a:cubicBezTo>
                  <a:lnTo>
                    <a:pt x="1581" y="3188"/>
                  </a:lnTo>
                  <a:cubicBezTo>
                    <a:pt x="1564" y="3168"/>
                    <a:pt x="1568" y="3158"/>
                    <a:pt x="1581" y="3158"/>
                  </a:cubicBezTo>
                  <a:cubicBezTo>
                    <a:pt x="1592" y="3158"/>
                    <a:pt x="1608" y="3164"/>
                    <a:pt x="1624" y="3178"/>
                  </a:cubicBezTo>
                  <a:cubicBezTo>
                    <a:pt x="1638" y="3187"/>
                    <a:pt x="1643" y="3191"/>
                    <a:pt x="1646" y="3191"/>
                  </a:cubicBezTo>
                  <a:cubicBezTo>
                    <a:pt x="1647" y="3191"/>
                    <a:pt x="1648" y="3190"/>
                    <a:pt x="1649" y="3187"/>
                  </a:cubicBezTo>
                  <a:lnTo>
                    <a:pt x="1631" y="3172"/>
                  </a:lnTo>
                  <a:cubicBezTo>
                    <a:pt x="1612" y="3156"/>
                    <a:pt x="1590" y="3140"/>
                    <a:pt x="1596" y="3137"/>
                  </a:cubicBezTo>
                  <a:cubicBezTo>
                    <a:pt x="1598" y="3134"/>
                    <a:pt x="1600" y="3130"/>
                    <a:pt x="1605" y="3130"/>
                  </a:cubicBezTo>
                  <a:cubicBezTo>
                    <a:pt x="1610" y="3130"/>
                    <a:pt x="1616" y="3133"/>
                    <a:pt x="1624" y="3140"/>
                  </a:cubicBezTo>
                  <a:cubicBezTo>
                    <a:pt x="1641" y="3146"/>
                    <a:pt x="1656" y="3154"/>
                    <a:pt x="1659" y="3154"/>
                  </a:cubicBezTo>
                  <a:cubicBezTo>
                    <a:pt x="1661" y="3154"/>
                    <a:pt x="1659" y="3152"/>
                    <a:pt x="1652" y="3147"/>
                  </a:cubicBezTo>
                  <a:cubicBezTo>
                    <a:pt x="1652" y="3147"/>
                    <a:pt x="1654" y="3145"/>
                    <a:pt x="1659" y="3145"/>
                  </a:cubicBezTo>
                  <a:cubicBezTo>
                    <a:pt x="1663" y="3145"/>
                    <a:pt x="1670" y="3146"/>
                    <a:pt x="1681" y="3150"/>
                  </a:cubicBezTo>
                  <a:lnTo>
                    <a:pt x="1700" y="3128"/>
                  </a:lnTo>
                  <a:cubicBezTo>
                    <a:pt x="1689" y="3115"/>
                    <a:pt x="1690" y="3105"/>
                    <a:pt x="1697" y="3105"/>
                  </a:cubicBezTo>
                  <a:cubicBezTo>
                    <a:pt x="1701" y="3105"/>
                    <a:pt x="1706" y="3107"/>
                    <a:pt x="1712" y="3112"/>
                  </a:cubicBezTo>
                  <a:cubicBezTo>
                    <a:pt x="1712" y="3112"/>
                    <a:pt x="1721" y="3103"/>
                    <a:pt x="1706" y="3081"/>
                  </a:cubicBezTo>
                  <a:cubicBezTo>
                    <a:pt x="1711" y="3075"/>
                    <a:pt x="1714" y="3071"/>
                    <a:pt x="1720" y="3071"/>
                  </a:cubicBezTo>
                  <a:cubicBezTo>
                    <a:pt x="1725" y="3071"/>
                    <a:pt x="1731" y="3074"/>
                    <a:pt x="1740" y="3081"/>
                  </a:cubicBezTo>
                  <a:cubicBezTo>
                    <a:pt x="1749" y="3088"/>
                    <a:pt x="1754" y="3092"/>
                    <a:pt x="1755" y="3092"/>
                  </a:cubicBezTo>
                  <a:cubicBezTo>
                    <a:pt x="1756" y="3092"/>
                    <a:pt x="1752" y="3086"/>
                    <a:pt x="1743" y="3074"/>
                  </a:cubicBezTo>
                  <a:cubicBezTo>
                    <a:pt x="1725" y="3059"/>
                    <a:pt x="1728" y="3053"/>
                    <a:pt x="1734" y="3049"/>
                  </a:cubicBezTo>
                  <a:cubicBezTo>
                    <a:pt x="1737" y="3043"/>
                    <a:pt x="1740" y="3037"/>
                    <a:pt x="1740" y="3037"/>
                  </a:cubicBezTo>
                  <a:cubicBezTo>
                    <a:pt x="1721" y="3021"/>
                    <a:pt x="1721" y="3021"/>
                    <a:pt x="1725" y="3018"/>
                  </a:cubicBezTo>
                  <a:cubicBezTo>
                    <a:pt x="1731" y="3012"/>
                    <a:pt x="1762" y="3012"/>
                    <a:pt x="1768" y="3006"/>
                  </a:cubicBezTo>
                  <a:cubicBezTo>
                    <a:pt x="1781" y="2990"/>
                    <a:pt x="1781" y="2990"/>
                    <a:pt x="1756" y="2980"/>
                  </a:cubicBezTo>
                  <a:cubicBezTo>
                    <a:pt x="1756" y="2981"/>
                    <a:pt x="1755" y="2981"/>
                    <a:pt x="1755" y="2981"/>
                  </a:cubicBezTo>
                  <a:cubicBezTo>
                    <a:pt x="1751" y="2981"/>
                    <a:pt x="1741" y="2973"/>
                    <a:pt x="1752" y="2973"/>
                  </a:cubicBezTo>
                  <a:cubicBezTo>
                    <a:pt x="1754" y="2973"/>
                    <a:pt x="1757" y="2973"/>
                    <a:pt x="1762" y="2974"/>
                  </a:cubicBezTo>
                  <a:cubicBezTo>
                    <a:pt x="1765" y="2968"/>
                    <a:pt x="1800" y="2968"/>
                    <a:pt x="1812" y="2952"/>
                  </a:cubicBezTo>
                  <a:cubicBezTo>
                    <a:pt x="1831" y="2930"/>
                    <a:pt x="1831" y="2930"/>
                    <a:pt x="1809" y="2915"/>
                  </a:cubicBezTo>
                  <a:cubicBezTo>
                    <a:pt x="1785" y="2901"/>
                    <a:pt x="1776" y="2892"/>
                    <a:pt x="1780" y="2892"/>
                  </a:cubicBezTo>
                  <a:cubicBezTo>
                    <a:pt x="1784" y="2892"/>
                    <a:pt x="1796" y="2897"/>
                    <a:pt x="1815" y="2908"/>
                  </a:cubicBezTo>
                  <a:cubicBezTo>
                    <a:pt x="1837" y="2918"/>
                    <a:pt x="1850" y="2923"/>
                    <a:pt x="1856" y="2923"/>
                  </a:cubicBezTo>
                  <a:cubicBezTo>
                    <a:pt x="1862" y="2923"/>
                    <a:pt x="1859" y="2917"/>
                    <a:pt x="1847" y="2908"/>
                  </a:cubicBezTo>
                  <a:cubicBezTo>
                    <a:pt x="1831" y="2890"/>
                    <a:pt x="1831" y="2890"/>
                    <a:pt x="1837" y="2883"/>
                  </a:cubicBezTo>
                  <a:lnTo>
                    <a:pt x="1837" y="2883"/>
                  </a:lnTo>
                  <a:cubicBezTo>
                    <a:pt x="1844" y="2889"/>
                    <a:pt x="1849" y="2892"/>
                    <a:pt x="1853" y="2892"/>
                  </a:cubicBezTo>
                  <a:cubicBezTo>
                    <a:pt x="1858" y="2892"/>
                    <a:pt x="1858" y="2884"/>
                    <a:pt x="1850" y="2868"/>
                  </a:cubicBezTo>
                  <a:cubicBezTo>
                    <a:pt x="1852" y="2865"/>
                    <a:pt x="1854" y="2864"/>
                    <a:pt x="1856" y="2864"/>
                  </a:cubicBezTo>
                  <a:cubicBezTo>
                    <a:pt x="1859" y="2864"/>
                    <a:pt x="1863" y="2867"/>
                    <a:pt x="1875" y="2877"/>
                  </a:cubicBezTo>
                  <a:cubicBezTo>
                    <a:pt x="1875" y="2877"/>
                    <a:pt x="1878" y="2871"/>
                    <a:pt x="1884" y="2865"/>
                  </a:cubicBezTo>
                  <a:cubicBezTo>
                    <a:pt x="1859" y="2831"/>
                    <a:pt x="1885" y="2815"/>
                    <a:pt x="1909" y="2815"/>
                  </a:cubicBezTo>
                  <a:cubicBezTo>
                    <a:pt x="1915" y="2815"/>
                    <a:pt x="1920" y="2816"/>
                    <a:pt x="1925" y="2817"/>
                  </a:cubicBezTo>
                  <a:cubicBezTo>
                    <a:pt x="1925" y="2817"/>
                    <a:pt x="1928" y="2811"/>
                    <a:pt x="1913" y="2792"/>
                  </a:cubicBezTo>
                  <a:cubicBezTo>
                    <a:pt x="1893" y="2771"/>
                    <a:pt x="1886" y="2760"/>
                    <a:pt x="1890" y="2760"/>
                  </a:cubicBezTo>
                  <a:cubicBezTo>
                    <a:pt x="1894" y="2760"/>
                    <a:pt x="1904" y="2766"/>
                    <a:pt x="1922" y="2780"/>
                  </a:cubicBezTo>
                  <a:cubicBezTo>
                    <a:pt x="1941" y="2795"/>
                    <a:pt x="1952" y="2803"/>
                    <a:pt x="1953" y="2803"/>
                  </a:cubicBezTo>
                  <a:cubicBezTo>
                    <a:pt x="1954" y="2803"/>
                    <a:pt x="1945" y="2793"/>
                    <a:pt x="1925" y="2774"/>
                  </a:cubicBezTo>
                  <a:cubicBezTo>
                    <a:pt x="1915" y="2762"/>
                    <a:pt x="1920" y="2746"/>
                    <a:pt x="1936" y="2746"/>
                  </a:cubicBezTo>
                  <a:cubicBezTo>
                    <a:pt x="1944" y="2746"/>
                    <a:pt x="1955" y="2751"/>
                    <a:pt x="1969" y="2764"/>
                  </a:cubicBezTo>
                  <a:lnTo>
                    <a:pt x="2007" y="2796"/>
                  </a:lnTo>
                  <a:cubicBezTo>
                    <a:pt x="1991" y="2774"/>
                    <a:pt x="1997" y="2767"/>
                    <a:pt x="1997" y="2767"/>
                  </a:cubicBezTo>
                  <a:cubicBezTo>
                    <a:pt x="1978" y="2752"/>
                    <a:pt x="1982" y="2749"/>
                    <a:pt x="1994" y="2733"/>
                  </a:cubicBezTo>
                  <a:cubicBezTo>
                    <a:pt x="2003" y="2720"/>
                    <a:pt x="2000" y="2683"/>
                    <a:pt x="2010" y="2673"/>
                  </a:cubicBezTo>
                  <a:cubicBezTo>
                    <a:pt x="2017" y="2662"/>
                    <a:pt x="2028" y="2654"/>
                    <a:pt x="2041" y="2654"/>
                  </a:cubicBezTo>
                  <a:cubicBezTo>
                    <a:pt x="2046" y="2654"/>
                    <a:pt x="2052" y="2655"/>
                    <a:pt x="2057" y="2658"/>
                  </a:cubicBezTo>
                  <a:cubicBezTo>
                    <a:pt x="2060" y="2651"/>
                    <a:pt x="2066" y="2645"/>
                    <a:pt x="2054" y="2620"/>
                  </a:cubicBezTo>
                  <a:cubicBezTo>
                    <a:pt x="2043" y="2606"/>
                    <a:pt x="2044" y="2597"/>
                    <a:pt x="2052" y="2597"/>
                  </a:cubicBezTo>
                  <a:cubicBezTo>
                    <a:pt x="2056" y="2597"/>
                    <a:pt x="2062" y="2599"/>
                    <a:pt x="2069" y="2604"/>
                  </a:cubicBezTo>
                  <a:lnTo>
                    <a:pt x="2072" y="2598"/>
                  </a:lnTo>
                  <a:cubicBezTo>
                    <a:pt x="2063" y="2573"/>
                    <a:pt x="2066" y="2567"/>
                    <a:pt x="2066" y="2567"/>
                  </a:cubicBezTo>
                  <a:lnTo>
                    <a:pt x="2066" y="2567"/>
                  </a:lnTo>
                  <a:cubicBezTo>
                    <a:pt x="2077" y="2576"/>
                    <a:pt x="2090" y="2583"/>
                    <a:pt x="2096" y="2583"/>
                  </a:cubicBezTo>
                  <a:cubicBezTo>
                    <a:pt x="2100" y="2583"/>
                    <a:pt x="2101" y="2579"/>
                    <a:pt x="2094" y="2570"/>
                  </a:cubicBezTo>
                  <a:cubicBezTo>
                    <a:pt x="2076" y="2554"/>
                    <a:pt x="2079" y="2551"/>
                    <a:pt x="2088" y="2539"/>
                  </a:cubicBezTo>
                  <a:lnTo>
                    <a:pt x="2088" y="2539"/>
                  </a:lnTo>
                  <a:cubicBezTo>
                    <a:pt x="2089" y="2539"/>
                    <a:pt x="2089" y="2539"/>
                    <a:pt x="2090" y="2539"/>
                  </a:cubicBezTo>
                  <a:cubicBezTo>
                    <a:pt x="2121" y="2539"/>
                    <a:pt x="2263" y="2366"/>
                    <a:pt x="2245" y="2351"/>
                  </a:cubicBezTo>
                  <a:lnTo>
                    <a:pt x="2257" y="2335"/>
                  </a:lnTo>
                  <a:lnTo>
                    <a:pt x="2270" y="2319"/>
                  </a:lnTo>
                  <a:cubicBezTo>
                    <a:pt x="2280" y="2327"/>
                    <a:pt x="2287" y="2330"/>
                    <a:pt x="2293" y="2330"/>
                  </a:cubicBezTo>
                  <a:cubicBezTo>
                    <a:pt x="2312" y="2330"/>
                    <a:pt x="2312" y="2299"/>
                    <a:pt x="2307" y="2275"/>
                  </a:cubicBezTo>
                  <a:cubicBezTo>
                    <a:pt x="2292" y="2253"/>
                    <a:pt x="2295" y="2250"/>
                    <a:pt x="2301" y="2244"/>
                  </a:cubicBezTo>
                  <a:lnTo>
                    <a:pt x="2301" y="2244"/>
                  </a:lnTo>
                  <a:cubicBezTo>
                    <a:pt x="2316" y="2256"/>
                    <a:pt x="2327" y="2261"/>
                    <a:pt x="2334" y="2261"/>
                  </a:cubicBezTo>
                  <a:cubicBezTo>
                    <a:pt x="2345" y="2261"/>
                    <a:pt x="2348" y="2249"/>
                    <a:pt x="2342" y="2231"/>
                  </a:cubicBezTo>
                  <a:cubicBezTo>
                    <a:pt x="2323" y="2212"/>
                    <a:pt x="2315" y="2202"/>
                    <a:pt x="2319" y="2202"/>
                  </a:cubicBezTo>
                  <a:cubicBezTo>
                    <a:pt x="2323" y="2202"/>
                    <a:pt x="2333" y="2208"/>
                    <a:pt x="2351" y="2222"/>
                  </a:cubicBezTo>
                  <a:cubicBezTo>
                    <a:pt x="2365" y="2234"/>
                    <a:pt x="2375" y="2240"/>
                    <a:pt x="2380" y="2240"/>
                  </a:cubicBezTo>
                  <a:cubicBezTo>
                    <a:pt x="2388" y="2240"/>
                    <a:pt x="2380" y="2222"/>
                    <a:pt x="2348" y="2184"/>
                  </a:cubicBezTo>
                  <a:cubicBezTo>
                    <a:pt x="2339" y="2173"/>
                    <a:pt x="2335" y="2169"/>
                    <a:pt x="2339" y="2169"/>
                  </a:cubicBezTo>
                  <a:cubicBezTo>
                    <a:pt x="2341" y="2169"/>
                    <a:pt x="2347" y="2171"/>
                    <a:pt x="2358" y="2175"/>
                  </a:cubicBezTo>
                  <a:cubicBezTo>
                    <a:pt x="2379" y="2187"/>
                    <a:pt x="2390" y="2192"/>
                    <a:pt x="2395" y="2192"/>
                  </a:cubicBezTo>
                  <a:cubicBezTo>
                    <a:pt x="2399" y="2192"/>
                    <a:pt x="2396" y="2186"/>
                    <a:pt x="2386" y="2178"/>
                  </a:cubicBezTo>
                  <a:cubicBezTo>
                    <a:pt x="2365" y="2158"/>
                    <a:pt x="2358" y="2147"/>
                    <a:pt x="2365" y="2147"/>
                  </a:cubicBezTo>
                  <a:cubicBezTo>
                    <a:pt x="2369" y="2147"/>
                    <a:pt x="2380" y="2152"/>
                    <a:pt x="2398" y="2163"/>
                  </a:cubicBezTo>
                  <a:cubicBezTo>
                    <a:pt x="2420" y="2172"/>
                    <a:pt x="2432" y="2177"/>
                    <a:pt x="2437" y="2177"/>
                  </a:cubicBezTo>
                  <a:cubicBezTo>
                    <a:pt x="2442" y="2177"/>
                    <a:pt x="2434" y="2168"/>
                    <a:pt x="2414" y="2147"/>
                  </a:cubicBezTo>
                  <a:cubicBezTo>
                    <a:pt x="2388" y="2121"/>
                    <a:pt x="2389" y="2104"/>
                    <a:pt x="2406" y="2104"/>
                  </a:cubicBezTo>
                  <a:cubicBezTo>
                    <a:pt x="2414" y="2104"/>
                    <a:pt x="2425" y="2108"/>
                    <a:pt x="2439" y="2116"/>
                  </a:cubicBezTo>
                  <a:cubicBezTo>
                    <a:pt x="2445" y="2109"/>
                    <a:pt x="2467" y="2119"/>
                    <a:pt x="2448" y="2103"/>
                  </a:cubicBezTo>
                  <a:lnTo>
                    <a:pt x="2448" y="2103"/>
                  </a:lnTo>
                  <a:lnTo>
                    <a:pt x="2474" y="2116"/>
                  </a:lnTo>
                  <a:cubicBezTo>
                    <a:pt x="2477" y="2109"/>
                    <a:pt x="2483" y="2103"/>
                    <a:pt x="2483" y="2103"/>
                  </a:cubicBezTo>
                  <a:lnTo>
                    <a:pt x="2461" y="2087"/>
                  </a:lnTo>
                  <a:cubicBezTo>
                    <a:pt x="2492" y="2072"/>
                    <a:pt x="2521" y="2053"/>
                    <a:pt x="2542" y="2028"/>
                  </a:cubicBezTo>
                  <a:cubicBezTo>
                    <a:pt x="2593" y="1968"/>
                    <a:pt x="2602" y="1959"/>
                    <a:pt x="2577" y="1949"/>
                  </a:cubicBezTo>
                  <a:cubicBezTo>
                    <a:pt x="2551" y="1933"/>
                    <a:pt x="2543" y="1922"/>
                    <a:pt x="2551" y="1922"/>
                  </a:cubicBezTo>
                  <a:cubicBezTo>
                    <a:pt x="2557" y="1922"/>
                    <a:pt x="2569" y="1927"/>
                    <a:pt x="2586" y="1937"/>
                  </a:cubicBezTo>
                  <a:cubicBezTo>
                    <a:pt x="2590" y="1931"/>
                    <a:pt x="2621" y="1937"/>
                    <a:pt x="2627" y="1927"/>
                  </a:cubicBezTo>
                  <a:cubicBezTo>
                    <a:pt x="2633" y="1920"/>
                    <a:pt x="2639" y="1913"/>
                    <a:pt x="2647" y="1913"/>
                  </a:cubicBezTo>
                  <a:cubicBezTo>
                    <a:pt x="2652" y="1913"/>
                    <a:pt x="2658" y="1915"/>
                    <a:pt x="2665" y="1921"/>
                  </a:cubicBezTo>
                  <a:lnTo>
                    <a:pt x="2671" y="1915"/>
                  </a:lnTo>
                  <a:cubicBezTo>
                    <a:pt x="2640" y="1874"/>
                    <a:pt x="2668" y="1840"/>
                    <a:pt x="2699" y="1840"/>
                  </a:cubicBezTo>
                  <a:cubicBezTo>
                    <a:pt x="2709" y="1830"/>
                    <a:pt x="2712" y="1824"/>
                    <a:pt x="2702" y="1799"/>
                  </a:cubicBezTo>
                  <a:cubicBezTo>
                    <a:pt x="2694" y="1781"/>
                    <a:pt x="2691" y="1775"/>
                    <a:pt x="2697" y="1775"/>
                  </a:cubicBezTo>
                  <a:cubicBezTo>
                    <a:pt x="2700" y="1775"/>
                    <a:pt x="2706" y="1777"/>
                    <a:pt x="2715" y="1780"/>
                  </a:cubicBezTo>
                  <a:cubicBezTo>
                    <a:pt x="2720" y="1784"/>
                    <a:pt x="2727" y="1786"/>
                    <a:pt x="2734" y="1786"/>
                  </a:cubicBezTo>
                  <a:cubicBezTo>
                    <a:pt x="2753" y="1786"/>
                    <a:pt x="2771" y="1772"/>
                    <a:pt x="2743" y="1749"/>
                  </a:cubicBezTo>
                  <a:lnTo>
                    <a:pt x="2743" y="1749"/>
                  </a:lnTo>
                  <a:lnTo>
                    <a:pt x="2765" y="1758"/>
                  </a:lnTo>
                  <a:cubicBezTo>
                    <a:pt x="2770" y="1761"/>
                    <a:pt x="2774" y="1762"/>
                    <a:pt x="2776" y="1762"/>
                  </a:cubicBezTo>
                  <a:cubicBezTo>
                    <a:pt x="2783" y="1762"/>
                    <a:pt x="2771" y="1746"/>
                    <a:pt x="2756" y="1733"/>
                  </a:cubicBezTo>
                  <a:cubicBezTo>
                    <a:pt x="2735" y="1718"/>
                    <a:pt x="2727" y="1708"/>
                    <a:pt x="2731" y="1708"/>
                  </a:cubicBezTo>
                  <a:cubicBezTo>
                    <a:pt x="2735" y="1708"/>
                    <a:pt x="2752" y="1718"/>
                    <a:pt x="2784" y="1739"/>
                  </a:cubicBezTo>
                  <a:cubicBezTo>
                    <a:pt x="2806" y="1755"/>
                    <a:pt x="2817" y="1761"/>
                    <a:pt x="2819" y="1761"/>
                  </a:cubicBezTo>
                  <a:cubicBezTo>
                    <a:pt x="2822" y="1761"/>
                    <a:pt x="2818" y="1756"/>
                    <a:pt x="2809" y="1749"/>
                  </a:cubicBezTo>
                  <a:cubicBezTo>
                    <a:pt x="2796" y="1731"/>
                    <a:pt x="2784" y="1714"/>
                    <a:pt x="2792" y="1714"/>
                  </a:cubicBezTo>
                  <a:cubicBezTo>
                    <a:pt x="2794" y="1714"/>
                    <a:pt x="2798" y="1715"/>
                    <a:pt x="2803" y="1718"/>
                  </a:cubicBezTo>
                  <a:cubicBezTo>
                    <a:pt x="2806" y="1711"/>
                    <a:pt x="2812" y="1705"/>
                    <a:pt x="2771" y="1674"/>
                  </a:cubicBezTo>
                  <a:cubicBezTo>
                    <a:pt x="2752" y="1658"/>
                    <a:pt x="2756" y="1655"/>
                    <a:pt x="2759" y="1649"/>
                  </a:cubicBezTo>
                  <a:lnTo>
                    <a:pt x="2759" y="1649"/>
                  </a:lnTo>
                  <a:cubicBezTo>
                    <a:pt x="2774" y="1658"/>
                    <a:pt x="2787" y="1671"/>
                    <a:pt x="2796" y="1686"/>
                  </a:cubicBezTo>
                  <a:lnTo>
                    <a:pt x="2806" y="1674"/>
                  </a:lnTo>
                  <a:cubicBezTo>
                    <a:pt x="2807" y="1672"/>
                    <a:pt x="2809" y="1671"/>
                    <a:pt x="2813" y="1671"/>
                  </a:cubicBezTo>
                  <a:cubicBezTo>
                    <a:pt x="2823" y="1671"/>
                    <a:pt x="2842" y="1678"/>
                    <a:pt x="2856" y="1689"/>
                  </a:cubicBezTo>
                  <a:cubicBezTo>
                    <a:pt x="2863" y="1692"/>
                    <a:pt x="2869" y="1693"/>
                    <a:pt x="2872" y="1693"/>
                  </a:cubicBezTo>
                  <a:cubicBezTo>
                    <a:pt x="2880" y="1693"/>
                    <a:pt x="2874" y="1685"/>
                    <a:pt x="2843" y="1667"/>
                  </a:cubicBezTo>
                  <a:cubicBezTo>
                    <a:pt x="2803" y="1636"/>
                    <a:pt x="2803" y="1636"/>
                    <a:pt x="2812" y="1627"/>
                  </a:cubicBezTo>
                  <a:cubicBezTo>
                    <a:pt x="2814" y="1623"/>
                    <a:pt x="2816" y="1620"/>
                    <a:pt x="2821" y="1620"/>
                  </a:cubicBezTo>
                  <a:cubicBezTo>
                    <a:pt x="2825" y="1620"/>
                    <a:pt x="2831" y="1622"/>
                    <a:pt x="2840" y="1630"/>
                  </a:cubicBezTo>
                  <a:cubicBezTo>
                    <a:pt x="2851" y="1639"/>
                    <a:pt x="2855" y="1642"/>
                    <a:pt x="2859" y="1642"/>
                  </a:cubicBezTo>
                  <a:cubicBezTo>
                    <a:pt x="2862" y="1642"/>
                    <a:pt x="2864" y="1640"/>
                    <a:pt x="2868" y="1636"/>
                  </a:cubicBezTo>
                  <a:cubicBezTo>
                    <a:pt x="2881" y="1620"/>
                    <a:pt x="2837" y="1558"/>
                    <a:pt x="2799" y="1520"/>
                  </a:cubicBezTo>
                  <a:cubicBezTo>
                    <a:pt x="2780" y="1504"/>
                    <a:pt x="2770" y="1496"/>
                    <a:pt x="2772" y="1496"/>
                  </a:cubicBezTo>
                  <a:lnTo>
                    <a:pt x="2772" y="1496"/>
                  </a:lnTo>
                  <a:cubicBezTo>
                    <a:pt x="2774" y="1496"/>
                    <a:pt x="2785" y="1502"/>
                    <a:pt x="2806" y="1514"/>
                  </a:cubicBezTo>
                  <a:cubicBezTo>
                    <a:pt x="2816" y="1522"/>
                    <a:pt x="2821" y="1525"/>
                    <a:pt x="2825" y="1525"/>
                  </a:cubicBezTo>
                  <a:cubicBezTo>
                    <a:pt x="2829" y="1525"/>
                    <a:pt x="2831" y="1523"/>
                    <a:pt x="2834" y="1520"/>
                  </a:cubicBezTo>
                  <a:cubicBezTo>
                    <a:pt x="2826" y="1514"/>
                    <a:pt x="2825" y="1512"/>
                    <a:pt x="2827" y="1512"/>
                  </a:cubicBezTo>
                  <a:lnTo>
                    <a:pt x="2827" y="1512"/>
                  </a:lnTo>
                  <a:cubicBezTo>
                    <a:pt x="2829" y="1512"/>
                    <a:pt x="2836" y="1516"/>
                    <a:pt x="2834" y="1520"/>
                  </a:cubicBezTo>
                  <a:cubicBezTo>
                    <a:pt x="2853" y="1536"/>
                    <a:pt x="2850" y="1542"/>
                    <a:pt x="2843" y="1545"/>
                  </a:cubicBezTo>
                  <a:lnTo>
                    <a:pt x="2865" y="1561"/>
                  </a:lnTo>
                  <a:cubicBezTo>
                    <a:pt x="2884" y="1573"/>
                    <a:pt x="2895" y="1578"/>
                    <a:pt x="2899" y="1578"/>
                  </a:cubicBezTo>
                  <a:cubicBezTo>
                    <a:pt x="2905" y="1578"/>
                    <a:pt x="2898" y="1567"/>
                    <a:pt x="2878" y="1545"/>
                  </a:cubicBezTo>
                  <a:cubicBezTo>
                    <a:pt x="2869" y="1533"/>
                    <a:pt x="2865" y="1527"/>
                    <a:pt x="2868" y="1527"/>
                  </a:cubicBezTo>
                  <a:cubicBezTo>
                    <a:pt x="2870" y="1527"/>
                    <a:pt x="2876" y="1530"/>
                    <a:pt x="2887" y="1536"/>
                  </a:cubicBezTo>
                  <a:cubicBezTo>
                    <a:pt x="2903" y="1542"/>
                    <a:pt x="2917" y="1547"/>
                    <a:pt x="2921" y="1547"/>
                  </a:cubicBezTo>
                  <a:cubicBezTo>
                    <a:pt x="2924" y="1547"/>
                    <a:pt x="2923" y="1545"/>
                    <a:pt x="2915" y="1539"/>
                  </a:cubicBezTo>
                  <a:cubicBezTo>
                    <a:pt x="2915" y="1539"/>
                    <a:pt x="2920" y="1535"/>
                    <a:pt x="2930" y="1535"/>
                  </a:cubicBezTo>
                  <a:cubicBezTo>
                    <a:pt x="2935" y="1535"/>
                    <a:pt x="2942" y="1536"/>
                    <a:pt x="2950" y="1539"/>
                  </a:cubicBezTo>
                  <a:cubicBezTo>
                    <a:pt x="2956" y="1530"/>
                    <a:pt x="2962" y="1523"/>
                    <a:pt x="2940" y="1508"/>
                  </a:cubicBezTo>
                  <a:cubicBezTo>
                    <a:pt x="2922" y="1492"/>
                    <a:pt x="2928" y="1486"/>
                    <a:pt x="2931" y="1482"/>
                  </a:cubicBezTo>
                  <a:cubicBezTo>
                    <a:pt x="2934" y="1476"/>
                    <a:pt x="2940" y="1470"/>
                    <a:pt x="2922" y="1454"/>
                  </a:cubicBezTo>
                  <a:cubicBezTo>
                    <a:pt x="2900" y="1439"/>
                    <a:pt x="2884" y="1417"/>
                    <a:pt x="2893" y="1407"/>
                  </a:cubicBezTo>
                  <a:cubicBezTo>
                    <a:pt x="2889" y="1395"/>
                    <a:pt x="2886" y="1388"/>
                    <a:pt x="2891" y="1388"/>
                  </a:cubicBezTo>
                  <a:cubicBezTo>
                    <a:pt x="2895" y="1388"/>
                    <a:pt x="2906" y="1395"/>
                    <a:pt x="2928" y="1407"/>
                  </a:cubicBezTo>
                  <a:cubicBezTo>
                    <a:pt x="2937" y="1415"/>
                    <a:pt x="2942" y="1417"/>
                    <a:pt x="2946" y="1417"/>
                  </a:cubicBezTo>
                  <a:cubicBezTo>
                    <a:pt x="2950" y="1417"/>
                    <a:pt x="2953" y="1414"/>
                    <a:pt x="2956" y="1410"/>
                  </a:cubicBezTo>
                  <a:cubicBezTo>
                    <a:pt x="2956" y="1410"/>
                    <a:pt x="2957" y="1410"/>
                    <a:pt x="2959" y="1410"/>
                  </a:cubicBezTo>
                  <a:cubicBezTo>
                    <a:pt x="2962" y="1410"/>
                    <a:pt x="2969" y="1411"/>
                    <a:pt x="2984" y="1417"/>
                  </a:cubicBezTo>
                  <a:cubicBezTo>
                    <a:pt x="2990" y="1419"/>
                    <a:pt x="2993" y="1420"/>
                    <a:pt x="2994" y="1420"/>
                  </a:cubicBezTo>
                  <a:cubicBezTo>
                    <a:pt x="3000" y="1420"/>
                    <a:pt x="2984" y="1407"/>
                    <a:pt x="2969" y="1395"/>
                  </a:cubicBezTo>
                  <a:lnTo>
                    <a:pt x="2928" y="1363"/>
                  </a:lnTo>
                  <a:cubicBezTo>
                    <a:pt x="2928" y="1363"/>
                    <a:pt x="2929" y="1363"/>
                    <a:pt x="2929" y="1363"/>
                  </a:cubicBezTo>
                  <a:cubicBezTo>
                    <a:pt x="2939" y="1363"/>
                    <a:pt x="2979" y="1386"/>
                    <a:pt x="2997" y="1401"/>
                  </a:cubicBezTo>
                  <a:cubicBezTo>
                    <a:pt x="3018" y="1413"/>
                    <a:pt x="3029" y="1419"/>
                    <a:pt x="3030" y="1419"/>
                  </a:cubicBezTo>
                  <a:cubicBezTo>
                    <a:pt x="3032" y="1419"/>
                    <a:pt x="3023" y="1411"/>
                    <a:pt x="3003" y="1395"/>
                  </a:cubicBezTo>
                  <a:cubicBezTo>
                    <a:pt x="2984" y="1381"/>
                    <a:pt x="2969" y="1362"/>
                    <a:pt x="2988" y="1362"/>
                  </a:cubicBezTo>
                  <a:cubicBezTo>
                    <a:pt x="2990" y="1362"/>
                    <a:pt x="2993" y="1363"/>
                    <a:pt x="2997" y="1363"/>
                  </a:cubicBezTo>
                  <a:cubicBezTo>
                    <a:pt x="3001" y="1357"/>
                    <a:pt x="3006" y="1350"/>
                    <a:pt x="3016" y="1350"/>
                  </a:cubicBezTo>
                  <a:cubicBezTo>
                    <a:pt x="3021" y="1350"/>
                    <a:pt x="3027" y="1352"/>
                    <a:pt x="3035" y="1357"/>
                  </a:cubicBezTo>
                  <a:cubicBezTo>
                    <a:pt x="3039" y="1359"/>
                    <a:pt x="3042" y="1360"/>
                    <a:pt x="3044" y="1360"/>
                  </a:cubicBezTo>
                  <a:cubicBezTo>
                    <a:pt x="3051" y="1360"/>
                    <a:pt x="3041" y="1348"/>
                    <a:pt x="3041" y="1348"/>
                  </a:cubicBezTo>
                  <a:cubicBezTo>
                    <a:pt x="3028" y="1326"/>
                    <a:pt x="3031" y="1320"/>
                    <a:pt x="3066" y="1320"/>
                  </a:cubicBezTo>
                  <a:cubicBezTo>
                    <a:pt x="3081" y="1320"/>
                    <a:pt x="3092" y="1321"/>
                    <a:pt x="3100" y="1321"/>
                  </a:cubicBezTo>
                  <a:cubicBezTo>
                    <a:pt x="3123" y="1321"/>
                    <a:pt x="3116" y="1316"/>
                    <a:pt x="3088" y="1294"/>
                  </a:cubicBezTo>
                  <a:cubicBezTo>
                    <a:pt x="3074" y="1285"/>
                    <a:pt x="3062" y="1275"/>
                    <a:pt x="3065" y="1275"/>
                  </a:cubicBezTo>
                  <a:lnTo>
                    <a:pt x="3065" y="1275"/>
                  </a:lnTo>
                  <a:cubicBezTo>
                    <a:pt x="3067" y="1275"/>
                    <a:pt x="3074" y="1279"/>
                    <a:pt x="3091" y="1288"/>
                  </a:cubicBezTo>
                  <a:cubicBezTo>
                    <a:pt x="3095" y="1290"/>
                    <a:pt x="3098" y="1290"/>
                    <a:pt x="3100" y="1290"/>
                  </a:cubicBezTo>
                  <a:cubicBezTo>
                    <a:pt x="3111" y="1290"/>
                    <a:pt x="3098" y="1272"/>
                    <a:pt x="3088" y="1251"/>
                  </a:cubicBezTo>
                  <a:cubicBezTo>
                    <a:pt x="3066" y="1226"/>
                    <a:pt x="3041" y="1204"/>
                    <a:pt x="3016" y="1182"/>
                  </a:cubicBezTo>
                  <a:cubicBezTo>
                    <a:pt x="2988" y="1160"/>
                    <a:pt x="2979" y="1153"/>
                    <a:pt x="2985" y="1153"/>
                  </a:cubicBezTo>
                  <a:cubicBezTo>
                    <a:pt x="2988" y="1153"/>
                    <a:pt x="2994" y="1155"/>
                    <a:pt x="3003" y="1157"/>
                  </a:cubicBezTo>
                  <a:cubicBezTo>
                    <a:pt x="3004" y="1155"/>
                    <a:pt x="3005" y="1155"/>
                    <a:pt x="3007" y="1155"/>
                  </a:cubicBezTo>
                  <a:cubicBezTo>
                    <a:pt x="3015" y="1155"/>
                    <a:pt x="3035" y="1165"/>
                    <a:pt x="3053" y="1175"/>
                  </a:cubicBezTo>
                  <a:cubicBezTo>
                    <a:pt x="3072" y="1191"/>
                    <a:pt x="3066" y="1197"/>
                    <a:pt x="3066" y="1197"/>
                  </a:cubicBezTo>
                  <a:lnTo>
                    <a:pt x="3063" y="1204"/>
                  </a:lnTo>
                  <a:cubicBezTo>
                    <a:pt x="3077" y="1215"/>
                    <a:pt x="3092" y="1227"/>
                    <a:pt x="3103" y="1227"/>
                  </a:cubicBezTo>
                  <a:cubicBezTo>
                    <a:pt x="3107" y="1227"/>
                    <a:pt x="3110" y="1226"/>
                    <a:pt x="3113" y="1222"/>
                  </a:cubicBezTo>
                  <a:cubicBezTo>
                    <a:pt x="3121" y="1227"/>
                    <a:pt x="3127" y="1229"/>
                    <a:pt x="3130" y="1229"/>
                  </a:cubicBezTo>
                  <a:cubicBezTo>
                    <a:pt x="3136" y="1229"/>
                    <a:pt x="3133" y="1223"/>
                    <a:pt x="3119" y="1213"/>
                  </a:cubicBezTo>
                  <a:lnTo>
                    <a:pt x="3119" y="1213"/>
                  </a:lnTo>
                  <a:cubicBezTo>
                    <a:pt x="3124" y="1216"/>
                    <a:pt x="3129" y="1217"/>
                    <a:pt x="3135" y="1217"/>
                  </a:cubicBezTo>
                  <a:cubicBezTo>
                    <a:pt x="3146" y="1217"/>
                    <a:pt x="3157" y="1211"/>
                    <a:pt x="3163" y="1200"/>
                  </a:cubicBezTo>
                  <a:cubicBezTo>
                    <a:pt x="3170" y="1189"/>
                    <a:pt x="3182" y="1182"/>
                    <a:pt x="3196" y="1182"/>
                  </a:cubicBezTo>
                  <a:cubicBezTo>
                    <a:pt x="3200" y="1182"/>
                    <a:pt x="3205" y="1183"/>
                    <a:pt x="3210" y="1185"/>
                  </a:cubicBezTo>
                  <a:cubicBezTo>
                    <a:pt x="3216" y="1175"/>
                    <a:pt x="3223" y="1169"/>
                    <a:pt x="3204" y="1153"/>
                  </a:cubicBezTo>
                  <a:cubicBezTo>
                    <a:pt x="3177" y="1133"/>
                    <a:pt x="3169" y="1123"/>
                    <a:pt x="3173" y="1123"/>
                  </a:cubicBezTo>
                  <a:cubicBezTo>
                    <a:pt x="3175" y="1123"/>
                    <a:pt x="3180" y="1126"/>
                    <a:pt x="3188" y="1132"/>
                  </a:cubicBezTo>
                  <a:cubicBezTo>
                    <a:pt x="3196" y="1136"/>
                    <a:pt x="3205" y="1138"/>
                    <a:pt x="3214" y="1138"/>
                  </a:cubicBezTo>
                  <a:cubicBezTo>
                    <a:pt x="3255" y="1138"/>
                    <a:pt x="3301" y="1097"/>
                    <a:pt x="3273" y="1069"/>
                  </a:cubicBezTo>
                  <a:lnTo>
                    <a:pt x="3282" y="1056"/>
                  </a:lnTo>
                  <a:cubicBezTo>
                    <a:pt x="3284" y="1057"/>
                    <a:pt x="3287" y="1057"/>
                    <a:pt x="3289" y="1057"/>
                  </a:cubicBezTo>
                  <a:cubicBezTo>
                    <a:pt x="3315" y="1057"/>
                    <a:pt x="3337" y="1027"/>
                    <a:pt x="3323" y="1009"/>
                  </a:cubicBezTo>
                  <a:lnTo>
                    <a:pt x="3335" y="994"/>
                  </a:lnTo>
                  <a:cubicBezTo>
                    <a:pt x="3340" y="994"/>
                    <a:pt x="3344" y="994"/>
                    <a:pt x="3347" y="994"/>
                  </a:cubicBezTo>
                  <a:cubicBezTo>
                    <a:pt x="3365" y="994"/>
                    <a:pt x="3367" y="987"/>
                    <a:pt x="3354" y="972"/>
                  </a:cubicBezTo>
                  <a:cubicBezTo>
                    <a:pt x="3343" y="956"/>
                    <a:pt x="3330" y="943"/>
                    <a:pt x="3331" y="943"/>
                  </a:cubicBezTo>
                  <a:lnTo>
                    <a:pt x="3331" y="943"/>
                  </a:lnTo>
                  <a:cubicBezTo>
                    <a:pt x="3331" y="943"/>
                    <a:pt x="3333" y="945"/>
                    <a:pt x="3338" y="950"/>
                  </a:cubicBezTo>
                  <a:cubicBezTo>
                    <a:pt x="3345" y="955"/>
                    <a:pt x="3350" y="958"/>
                    <a:pt x="3355" y="958"/>
                  </a:cubicBezTo>
                  <a:cubicBezTo>
                    <a:pt x="3365" y="958"/>
                    <a:pt x="3373" y="949"/>
                    <a:pt x="3385" y="934"/>
                  </a:cubicBezTo>
                  <a:cubicBezTo>
                    <a:pt x="3401" y="912"/>
                    <a:pt x="3401" y="912"/>
                    <a:pt x="3379" y="903"/>
                  </a:cubicBezTo>
                  <a:cubicBezTo>
                    <a:pt x="3378" y="886"/>
                    <a:pt x="3381" y="879"/>
                    <a:pt x="3387" y="879"/>
                  </a:cubicBezTo>
                  <a:cubicBezTo>
                    <a:pt x="3394" y="879"/>
                    <a:pt x="3405" y="888"/>
                    <a:pt x="3417" y="896"/>
                  </a:cubicBezTo>
                  <a:cubicBezTo>
                    <a:pt x="3430" y="910"/>
                    <a:pt x="3440" y="917"/>
                    <a:pt x="3443" y="917"/>
                  </a:cubicBezTo>
                  <a:cubicBezTo>
                    <a:pt x="3449" y="917"/>
                    <a:pt x="3439" y="901"/>
                    <a:pt x="3404" y="868"/>
                  </a:cubicBezTo>
                  <a:cubicBezTo>
                    <a:pt x="3380" y="844"/>
                    <a:pt x="3377" y="830"/>
                    <a:pt x="3385" y="830"/>
                  </a:cubicBezTo>
                  <a:cubicBezTo>
                    <a:pt x="3388" y="830"/>
                    <a:pt x="3393" y="832"/>
                    <a:pt x="3398" y="837"/>
                  </a:cubicBezTo>
                  <a:cubicBezTo>
                    <a:pt x="3417" y="853"/>
                    <a:pt x="3414" y="859"/>
                    <a:pt x="3411" y="865"/>
                  </a:cubicBezTo>
                  <a:lnTo>
                    <a:pt x="3448" y="896"/>
                  </a:lnTo>
                  <a:cubicBezTo>
                    <a:pt x="3454" y="890"/>
                    <a:pt x="3454" y="890"/>
                    <a:pt x="3439" y="868"/>
                  </a:cubicBezTo>
                  <a:cubicBezTo>
                    <a:pt x="3439" y="868"/>
                    <a:pt x="3442" y="862"/>
                    <a:pt x="3426" y="843"/>
                  </a:cubicBezTo>
                  <a:cubicBezTo>
                    <a:pt x="3411" y="821"/>
                    <a:pt x="3392" y="806"/>
                    <a:pt x="3367" y="796"/>
                  </a:cubicBezTo>
                  <a:cubicBezTo>
                    <a:pt x="3345" y="787"/>
                    <a:pt x="3348" y="781"/>
                    <a:pt x="3351" y="774"/>
                  </a:cubicBezTo>
                  <a:lnTo>
                    <a:pt x="3351" y="774"/>
                  </a:lnTo>
                  <a:cubicBezTo>
                    <a:pt x="3379" y="781"/>
                    <a:pt x="3401" y="793"/>
                    <a:pt x="3417" y="815"/>
                  </a:cubicBezTo>
                  <a:cubicBezTo>
                    <a:pt x="3411" y="821"/>
                    <a:pt x="3432" y="837"/>
                    <a:pt x="3451" y="853"/>
                  </a:cubicBezTo>
                  <a:cubicBezTo>
                    <a:pt x="3453" y="854"/>
                    <a:pt x="3455" y="855"/>
                    <a:pt x="3456" y="855"/>
                  </a:cubicBezTo>
                  <a:cubicBezTo>
                    <a:pt x="3466" y="855"/>
                    <a:pt x="3451" y="805"/>
                    <a:pt x="3420" y="774"/>
                  </a:cubicBezTo>
                  <a:lnTo>
                    <a:pt x="3420" y="774"/>
                  </a:lnTo>
                  <a:lnTo>
                    <a:pt x="3439" y="790"/>
                  </a:lnTo>
                  <a:cubicBezTo>
                    <a:pt x="3445" y="795"/>
                    <a:pt x="3451" y="797"/>
                    <a:pt x="3455" y="797"/>
                  </a:cubicBezTo>
                  <a:cubicBezTo>
                    <a:pt x="3464" y="797"/>
                    <a:pt x="3470" y="790"/>
                    <a:pt x="3476" y="784"/>
                  </a:cubicBezTo>
                  <a:cubicBezTo>
                    <a:pt x="3486" y="771"/>
                    <a:pt x="3489" y="768"/>
                    <a:pt x="3470" y="752"/>
                  </a:cubicBezTo>
                  <a:cubicBezTo>
                    <a:pt x="3448" y="737"/>
                    <a:pt x="3429" y="721"/>
                    <a:pt x="3436" y="715"/>
                  </a:cubicBezTo>
                  <a:lnTo>
                    <a:pt x="3436" y="715"/>
                  </a:lnTo>
                  <a:cubicBezTo>
                    <a:pt x="3435" y="716"/>
                    <a:pt x="3433" y="716"/>
                    <a:pt x="3432" y="716"/>
                  </a:cubicBezTo>
                  <a:cubicBezTo>
                    <a:pt x="3423" y="716"/>
                    <a:pt x="3407" y="703"/>
                    <a:pt x="3389" y="690"/>
                  </a:cubicBezTo>
                  <a:lnTo>
                    <a:pt x="3389" y="690"/>
                  </a:lnTo>
                  <a:cubicBezTo>
                    <a:pt x="3407" y="693"/>
                    <a:pt x="3426" y="699"/>
                    <a:pt x="3442" y="705"/>
                  </a:cubicBezTo>
                  <a:cubicBezTo>
                    <a:pt x="3470" y="716"/>
                    <a:pt x="3491" y="722"/>
                    <a:pt x="3507" y="722"/>
                  </a:cubicBezTo>
                  <a:cubicBezTo>
                    <a:pt x="3521" y="722"/>
                    <a:pt x="3531" y="718"/>
                    <a:pt x="3539" y="708"/>
                  </a:cubicBezTo>
                  <a:cubicBezTo>
                    <a:pt x="3546" y="697"/>
                    <a:pt x="3558" y="689"/>
                    <a:pt x="3571" y="689"/>
                  </a:cubicBezTo>
                  <a:cubicBezTo>
                    <a:pt x="3576" y="689"/>
                    <a:pt x="3581" y="690"/>
                    <a:pt x="3586" y="693"/>
                  </a:cubicBezTo>
                  <a:cubicBezTo>
                    <a:pt x="3592" y="680"/>
                    <a:pt x="3599" y="674"/>
                    <a:pt x="3577" y="658"/>
                  </a:cubicBezTo>
                  <a:lnTo>
                    <a:pt x="3586" y="649"/>
                  </a:lnTo>
                  <a:cubicBezTo>
                    <a:pt x="3593" y="651"/>
                    <a:pt x="3599" y="653"/>
                    <a:pt x="3603" y="653"/>
                  </a:cubicBezTo>
                  <a:cubicBezTo>
                    <a:pt x="3614" y="653"/>
                    <a:pt x="3615" y="645"/>
                    <a:pt x="3602" y="633"/>
                  </a:cubicBezTo>
                  <a:cubicBezTo>
                    <a:pt x="3592" y="620"/>
                    <a:pt x="3597" y="618"/>
                    <a:pt x="3603" y="618"/>
                  </a:cubicBezTo>
                  <a:cubicBezTo>
                    <a:pt x="3605" y="618"/>
                    <a:pt x="3607" y="618"/>
                    <a:pt x="3610" y="618"/>
                  </a:cubicBezTo>
                  <a:cubicBezTo>
                    <a:pt x="3611" y="618"/>
                    <a:pt x="3613" y="618"/>
                    <a:pt x="3614" y="618"/>
                  </a:cubicBezTo>
                  <a:cubicBezTo>
                    <a:pt x="3633" y="625"/>
                    <a:pt x="3645" y="630"/>
                    <a:pt x="3647" y="630"/>
                  </a:cubicBezTo>
                  <a:cubicBezTo>
                    <a:pt x="3651" y="630"/>
                    <a:pt x="3636" y="620"/>
                    <a:pt x="3599" y="596"/>
                  </a:cubicBezTo>
                  <a:cubicBezTo>
                    <a:pt x="3584" y="583"/>
                    <a:pt x="3562" y="579"/>
                    <a:pt x="3551" y="579"/>
                  </a:cubicBezTo>
                  <a:cubicBezTo>
                    <a:pt x="3548" y="579"/>
                    <a:pt x="3546" y="579"/>
                    <a:pt x="3545" y="580"/>
                  </a:cubicBezTo>
                  <a:lnTo>
                    <a:pt x="3533" y="596"/>
                  </a:lnTo>
                  <a:lnTo>
                    <a:pt x="3527" y="564"/>
                  </a:lnTo>
                  <a:cubicBezTo>
                    <a:pt x="3530" y="561"/>
                    <a:pt x="3520" y="533"/>
                    <a:pt x="3498" y="517"/>
                  </a:cubicBezTo>
                  <a:cubicBezTo>
                    <a:pt x="3498" y="517"/>
                    <a:pt x="3480" y="502"/>
                    <a:pt x="3483" y="498"/>
                  </a:cubicBezTo>
                  <a:lnTo>
                    <a:pt x="3483" y="498"/>
                  </a:lnTo>
                  <a:lnTo>
                    <a:pt x="3523" y="530"/>
                  </a:lnTo>
                  <a:cubicBezTo>
                    <a:pt x="3539" y="549"/>
                    <a:pt x="3558" y="564"/>
                    <a:pt x="3580" y="580"/>
                  </a:cubicBezTo>
                  <a:cubicBezTo>
                    <a:pt x="3601" y="592"/>
                    <a:pt x="3618" y="598"/>
                    <a:pt x="3628" y="598"/>
                  </a:cubicBezTo>
                  <a:cubicBezTo>
                    <a:pt x="3638" y="598"/>
                    <a:pt x="3637" y="590"/>
                    <a:pt x="3617" y="574"/>
                  </a:cubicBezTo>
                  <a:cubicBezTo>
                    <a:pt x="3619" y="573"/>
                    <a:pt x="3619" y="572"/>
                    <a:pt x="3621" y="572"/>
                  </a:cubicBezTo>
                  <a:cubicBezTo>
                    <a:pt x="3624" y="572"/>
                    <a:pt x="3630" y="574"/>
                    <a:pt x="3646" y="580"/>
                  </a:cubicBezTo>
                  <a:cubicBezTo>
                    <a:pt x="3652" y="585"/>
                    <a:pt x="3656" y="588"/>
                    <a:pt x="3658" y="588"/>
                  </a:cubicBezTo>
                  <a:cubicBezTo>
                    <a:pt x="3662" y="588"/>
                    <a:pt x="3656" y="577"/>
                    <a:pt x="3633" y="552"/>
                  </a:cubicBezTo>
                  <a:cubicBezTo>
                    <a:pt x="3613" y="531"/>
                    <a:pt x="3605" y="521"/>
                    <a:pt x="3612" y="521"/>
                  </a:cubicBezTo>
                  <a:cubicBezTo>
                    <a:pt x="3617" y="521"/>
                    <a:pt x="3628" y="526"/>
                    <a:pt x="3646" y="536"/>
                  </a:cubicBezTo>
                  <a:cubicBezTo>
                    <a:pt x="3661" y="543"/>
                    <a:pt x="3673" y="545"/>
                    <a:pt x="3682" y="545"/>
                  </a:cubicBezTo>
                  <a:cubicBezTo>
                    <a:pt x="3703" y="545"/>
                    <a:pt x="3708" y="531"/>
                    <a:pt x="3693" y="520"/>
                  </a:cubicBezTo>
                  <a:cubicBezTo>
                    <a:pt x="3662" y="495"/>
                    <a:pt x="3665" y="480"/>
                    <a:pt x="3680" y="480"/>
                  </a:cubicBezTo>
                  <a:cubicBezTo>
                    <a:pt x="3683" y="480"/>
                    <a:pt x="3688" y="481"/>
                    <a:pt x="3693" y="483"/>
                  </a:cubicBezTo>
                  <a:cubicBezTo>
                    <a:pt x="3700" y="486"/>
                    <a:pt x="3706" y="488"/>
                    <a:pt x="3709" y="488"/>
                  </a:cubicBezTo>
                  <a:cubicBezTo>
                    <a:pt x="3716" y="488"/>
                    <a:pt x="3715" y="482"/>
                    <a:pt x="3705" y="467"/>
                  </a:cubicBezTo>
                  <a:lnTo>
                    <a:pt x="3705" y="467"/>
                  </a:lnTo>
                  <a:cubicBezTo>
                    <a:pt x="3717" y="477"/>
                    <a:pt x="3730" y="484"/>
                    <a:pt x="3736" y="484"/>
                  </a:cubicBezTo>
                  <a:cubicBezTo>
                    <a:pt x="3739" y="484"/>
                    <a:pt x="3740" y="481"/>
                    <a:pt x="3733" y="473"/>
                  </a:cubicBezTo>
                  <a:cubicBezTo>
                    <a:pt x="3733" y="473"/>
                    <a:pt x="3736" y="467"/>
                    <a:pt x="3715" y="458"/>
                  </a:cubicBezTo>
                  <a:lnTo>
                    <a:pt x="3683" y="414"/>
                  </a:lnTo>
                  <a:cubicBezTo>
                    <a:pt x="3683" y="415"/>
                    <a:pt x="3682" y="415"/>
                    <a:pt x="3680" y="415"/>
                  </a:cubicBezTo>
                  <a:cubicBezTo>
                    <a:pt x="3673" y="415"/>
                    <a:pt x="3655" y="402"/>
                    <a:pt x="3639" y="389"/>
                  </a:cubicBezTo>
                  <a:cubicBezTo>
                    <a:pt x="3631" y="382"/>
                    <a:pt x="3634" y="376"/>
                    <a:pt x="3646" y="376"/>
                  </a:cubicBezTo>
                  <a:cubicBezTo>
                    <a:pt x="3661" y="376"/>
                    <a:pt x="3688" y="384"/>
                    <a:pt x="3724" y="404"/>
                  </a:cubicBezTo>
                  <a:lnTo>
                    <a:pt x="3774" y="423"/>
                  </a:lnTo>
                  <a:cubicBezTo>
                    <a:pt x="3755" y="408"/>
                    <a:pt x="3733" y="392"/>
                    <a:pt x="3733" y="392"/>
                  </a:cubicBezTo>
                  <a:cubicBezTo>
                    <a:pt x="3736" y="389"/>
                    <a:pt x="3738" y="387"/>
                    <a:pt x="3742" y="387"/>
                  </a:cubicBezTo>
                  <a:cubicBezTo>
                    <a:pt x="3746" y="387"/>
                    <a:pt x="3751" y="390"/>
                    <a:pt x="3762" y="398"/>
                  </a:cubicBezTo>
                  <a:cubicBezTo>
                    <a:pt x="3775" y="408"/>
                    <a:pt x="3780" y="412"/>
                    <a:pt x="3783" y="412"/>
                  </a:cubicBezTo>
                  <a:cubicBezTo>
                    <a:pt x="3785" y="412"/>
                    <a:pt x="3785" y="410"/>
                    <a:pt x="3787" y="408"/>
                  </a:cubicBezTo>
                  <a:cubicBezTo>
                    <a:pt x="3787" y="408"/>
                    <a:pt x="3793" y="401"/>
                    <a:pt x="3771" y="386"/>
                  </a:cubicBezTo>
                  <a:cubicBezTo>
                    <a:pt x="3748" y="366"/>
                    <a:pt x="3739" y="359"/>
                    <a:pt x="3741" y="359"/>
                  </a:cubicBezTo>
                  <a:lnTo>
                    <a:pt x="3741" y="359"/>
                  </a:lnTo>
                  <a:cubicBezTo>
                    <a:pt x="3742" y="359"/>
                    <a:pt x="3747" y="362"/>
                    <a:pt x="3755" y="367"/>
                  </a:cubicBezTo>
                  <a:cubicBezTo>
                    <a:pt x="3773" y="377"/>
                    <a:pt x="3784" y="382"/>
                    <a:pt x="3790" y="382"/>
                  </a:cubicBezTo>
                  <a:cubicBezTo>
                    <a:pt x="3798" y="382"/>
                    <a:pt x="3792" y="371"/>
                    <a:pt x="3771" y="348"/>
                  </a:cubicBezTo>
                  <a:cubicBezTo>
                    <a:pt x="3750" y="332"/>
                    <a:pt x="3740" y="324"/>
                    <a:pt x="3741" y="324"/>
                  </a:cubicBezTo>
                  <a:lnTo>
                    <a:pt x="3741" y="324"/>
                  </a:lnTo>
                  <a:cubicBezTo>
                    <a:pt x="3742" y="324"/>
                    <a:pt x="3753" y="331"/>
                    <a:pt x="3774" y="345"/>
                  </a:cubicBezTo>
                  <a:cubicBezTo>
                    <a:pt x="3789" y="357"/>
                    <a:pt x="3808" y="366"/>
                    <a:pt x="3816" y="366"/>
                  </a:cubicBezTo>
                  <a:cubicBezTo>
                    <a:pt x="3819" y="366"/>
                    <a:pt x="3820" y="365"/>
                    <a:pt x="3821" y="364"/>
                  </a:cubicBezTo>
                  <a:lnTo>
                    <a:pt x="3802" y="348"/>
                  </a:lnTo>
                  <a:cubicBezTo>
                    <a:pt x="3774" y="327"/>
                    <a:pt x="3769" y="318"/>
                    <a:pt x="3776" y="318"/>
                  </a:cubicBezTo>
                  <a:cubicBezTo>
                    <a:pt x="3779" y="318"/>
                    <a:pt x="3785" y="320"/>
                    <a:pt x="3793" y="323"/>
                  </a:cubicBezTo>
                  <a:cubicBezTo>
                    <a:pt x="3800" y="329"/>
                    <a:pt x="3805" y="332"/>
                    <a:pt x="3807" y="332"/>
                  </a:cubicBezTo>
                  <a:cubicBezTo>
                    <a:pt x="3812" y="332"/>
                    <a:pt x="3811" y="323"/>
                    <a:pt x="3805" y="307"/>
                  </a:cubicBezTo>
                  <a:cubicBezTo>
                    <a:pt x="3811" y="300"/>
                    <a:pt x="3814" y="296"/>
                    <a:pt x="3819" y="296"/>
                  </a:cubicBezTo>
                  <a:cubicBezTo>
                    <a:pt x="3823" y="296"/>
                    <a:pt x="3829" y="299"/>
                    <a:pt x="3837" y="304"/>
                  </a:cubicBezTo>
                  <a:cubicBezTo>
                    <a:pt x="3857" y="319"/>
                    <a:pt x="3867" y="327"/>
                    <a:pt x="3868" y="327"/>
                  </a:cubicBezTo>
                  <a:cubicBezTo>
                    <a:pt x="3869" y="327"/>
                    <a:pt x="3861" y="319"/>
                    <a:pt x="3843" y="301"/>
                  </a:cubicBezTo>
                  <a:cubicBezTo>
                    <a:pt x="3833" y="287"/>
                    <a:pt x="3829" y="282"/>
                    <a:pt x="3836" y="282"/>
                  </a:cubicBezTo>
                  <a:cubicBezTo>
                    <a:pt x="3839" y="282"/>
                    <a:pt x="3846" y="283"/>
                    <a:pt x="3856" y="285"/>
                  </a:cubicBezTo>
                  <a:cubicBezTo>
                    <a:pt x="3865" y="289"/>
                    <a:pt x="3871" y="291"/>
                    <a:pt x="3874" y="291"/>
                  </a:cubicBezTo>
                  <a:cubicBezTo>
                    <a:pt x="3878" y="291"/>
                    <a:pt x="3874" y="286"/>
                    <a:pt x="3865" y="273"/>
                  </a:cubicBezTo>
                  <a:cubicBezTo>
                    <a:pt x="3830" y="246"/>
                    <a:pt x="3811" y="231"/>
                    <a:pt x="3805" y="231"/>
                  </a:cubicBezTo>
                  <a:cubicBezTo>
                    <a:pt x="3804" y="231"/>
                    <a:pt x="3803" y="231"/>
                    <a:pt x="3802" y="232"/>
                  </a:cubicBezTo>
                  <a:cubicBezTo>
                    <a:pt x="3800" y="235"/>
                    <a:pt x="3798" y="236"/>
                    <a:pt x="3796" y="236"/>
                  </a:cubicBezTo>
                  <a:cubicBezTo>
                    <a:pt x="3793" y="236"/>
                    <a:pt x="3789" y="232"/>
                    <a:pt x="3777" y="223"/>
                  </a:cubicBezTo>
                  <a:cubicBezTo>
                    <a:pt x="3777" y="223"/>
                    <a:pt x="3780" y="216"/>
                    <a:pt x="3787" y="210"/>
                  </a:cubicBezTo>
                  <a:cubicBezTo>
                    <a:pt x="3790" y="207"/>
                    <a:pt x="3796" y="201"/>
                    <a:pt x="3783" y="173"/>
                  </a:cubicBezTo>
                  <a:cubicBezTo>
                    <a:pt x="3777" y="154"/>
                    <a:pt x="3752" y="132"/>
                    <a:pt x="3744" y="132"/>
                  </a:cubicBezTo>
                  <a:cubicBezTo>
                    <a:pt x="3741" y="132"/>
                    <a:pt x="3740" y="134"/>
                    <a:pt x="3742" y="140"/>
                  </a:cubicBezTo>
                  <a:lnTo>
                    <a:pt x="3742" y="140"/>
                  </a:lnTo>
                  <a:lnTo>
                    <a:pt x="3721" y="132"/>
                  </a:lnTo>
                  <a:cubicBezTo>
                    <a:pt x="3695" y="111"/>
                    <a:pt x="3679" y="102"/>
                    <a:pt x="3673" y="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37"/>
            <p:cNvSpPr/>
            <p:nvPr/>
          </p:nvSpPr>
          <p:spPr>
            <a:xfrm>
              <a:off x="3832825" y="3486916"/>
              <a:ext cx="89010" cy="69974"/>
            </a:xfrm>
            <a:custGeom>
              <a:avLst/>
              <a:gdLst/>
              <a:ahLst/>
              <a:cxnLst/>
              <a:rect l="l" t="t" r="r" b="b"/>
              <a:pathLst>
                <a:path w="4890" h="3874" extrusionOk="0">
                  <a:moveTo>
                    <a:pt x="102" y="173"/>
                  </a:moveTo>
                  <a:cubicBezTo>
                    <a:pt x="103" y="173"/>
                    <a:pt x="95" y="183"/>
                    <a:pt x="79" y="202"/>
                  </a:cubicBezTo>
                  <a:cubicBezTo>
                    <a:pt x="65" y="222"/>
                    <a:pt x="50" y="240"/>
                    <a:pt x="43" y="240"/>
                  </a:cubicBezTo>
                  <a:cubicBezTo>
                    <a:pt x="42" y="240"/>
                    <a:pt x="42" y="240"/>
                    <a:pt x="41" y="240"/>
                  </a:cubicBezTo>
                  <a:cubicBezTo>
                    <a:pt x="31" y="247"/>
                    <a:pt x="26" y="250"/>
                    <a:pt x="24" y="250"/>
                  </a:cubicBezTo>
                  <a:cubicBezTo>
                    <a:pt x="17" y="250"/>
                    <a:pt x="42" y="222"/>
                    <a:pt x="73" y="199"/>
                  </a:cubicBezTo>
                  <a:cubicBezTo>
                    <a:pt x="91" y="182"/>
                    <a:pt x="101" y="173"/>
                    <a:pt x="102" y="173"/>
                  </a:cubicBezTo>
                  <a:close/>
                  <a:moveTo>
                    <a:pt x="861" y="784"/>
                  </a:moveTo>
                  <a:cubicBezTo>
                    <a:pt x="861" y="784"/>
                    <a:pt x="862" y="785"/>
                    <a:pt x="863" y="785"/>
                  </a:cubicBezTo>
                  <a:cubicBezTo>
                    <a:pt x="866" y="791"/>
                    <a:pt x="834" y="829"/>
                    <a:pt x="809" y="841"/>
                  </a:cubicBezTo>
                  <a:cubicBezTo>
                    <a:pt x="803" y="835"/>
                    <a:pt x="803" y="835"/>
                    <a:pt x="819" y="816"/>
                  </a:cubicBezTo>
                  <a:cubicBezTo>
                    <a:pt x="833" y="799"/>
                    <a:pt x="853" y="784"/>
                    <a:pt x="861" y="784"/>
                  </a:cubicBezTo>
                  <a:close/>
                  <a:moveTo>
                    <a:pt x="1096" y="867"/>
                  </a:moveTo>
                  <a:cubicBezTo>
                    <a:pt x="1098" y="867"/>
                    <a:pt x="1098" y="870"/>
                    <a:pt x="1091" y="879"/>
                  </a:cubicBezTo>
                  <a:lnTo>
                    <a:pt x="1076" y="898"/>
                  </a:lnTo>
                  <a:cubicBezTo>
                    <a:pt x="1061" y="908"/>
                    <a:pt x="1047" y="918"/>
                    <a:pt x="1043" y="918"/>
                  </a:cubicBezTo>
                  <a:cubicBezTo>
                    <a:pt x="1041" y="918"/>
                    <a:pt x="1042" y="915"/>
                    <a:pt x="1047" y="907"/>
                  </a:cubicBezTo>
                  <a:cubicBezTo>
                    <a:pt x="1060" y="895"/>
                    <a:pt x="1073" y="882"/>
                    <a:pt x="1085" y="873"/>
                  </a:cubicBezTo>
                  <a:cubicBezTo>
                    <a:pt x="1085" y="873"/>
                    <a:pt x="1093" y="867"/>
                    <a:pt x="1096" y="867"/>
                  </a:cubicBezTo>
                  <a:close/>
                  <a:moveTo>
                    <a:pt x="1511" y="1039"/>
                  </a:moveTo>
                  <a:cubicBezTo>
                    <a:pt x="1510" y="1039"/>
                    <a:pt x="1508" y="1043"/>
                    <a:pt x="1504" y="1051"/>
                  </a:cubicBezTo>
                  <a:lnTo>
                    <a:pt x="1504" y="1051"/>
                  </a:lnTo>
                  <a:cubicBezTo>
                    <a:pt x="1509" y="1043"/>
                    <a:pt x="1511" y="1039"/>
                    <a:pt x="1511" y="1039"/>
                  </a:cubicBezTo>
                  <a:close/>
                  <a:moveTo>
                    <a:pt x="1504" y="1051"/>
                  </a:moveTo>
                  <a:lnTo>
                    <a:pt x="1504" y="1051"/>
                  </a:lnTo>
                  <a:cubicBezTo>
                    <a:pt x="1500" y="1056"/>
                    <a:pt x="1494" y="1064"/>
                    <a:pt x="1486" y="1073"/>
                  </a:cubicBezTo>
                  <a:cubicBezTo>
                    <a:pt x="1486" y="1073"/>
                    <a:pt x="1486" y="1073"/>
                    <a:pt x="1486" y="1074"/>
                  </a:cubicBezTo>
                  <a:lnTo>
                    <a:pt x="1486" y="1074"/>
                  </a:lnTo>
                  <a:cubicBezTo>
                    <a:pt x="1490" y="1069"/>
                    <a:pt x="1496" y="1063"/>
                    <a:pt x="1502" y="1054"/>
                  </a:cubicBezTo>
                  <a:cubicBezTo>
                    <a:pt x="1503" y="1053"/>
                    <a:pt x="1503" y="1052"/>
                    <a:pt x="1504" y="1051"/>
                  </a:cubicBezTo>
                  <a:close/>
                  <a:moveTo>
                    <a:pt x="1401" y="1070"/>
                  </a:moveTo>
                  <a:cubicBezTo>
                    <a:pt x="1398" y="1070"/>
                    <a:pt x="1391" y="1076"/>
                    <a:pt x="1393" y="1076"/>
                  </a:cubicBezTo>
                  <a:cubicBezTo>
                    <a:pt x="1393" y="1076"/>
                    <a:pt x="1396" y="1075"/>
                    <a:pt x="1402" y="1070"/>
                  </a:cubicBezTo>
                  <a:cubicBezTo>
                    <a:pt x="1401" y="1070"/>
                    <a:pt x="1401" y="1070"/>
                    <a:pt x="1401" y="1070"/>
                  </a:cubicBezTo>
                  <a:close/>
                  <a:moveTo>
                    <a:pt x="1300" y="1051"/>
                  </a:moveTo>
                  <a:cubicBezTo>
                    <a:pt x="1300" y="1051"/>
                    <a:pt x="1301" y="1051"/>
                    <a:pt x="1301" y="1051"/>
                  </a:cubicBezTo>
                  <a:cubicBezTo>
                    <a:pt x="1295" y="1067"/>
                    <a:pt x="1286" y="1083"/>
                    <a:pt x="1273" y="1095"/>
                  </a:cubicBezTo>
                  <a:lnTo>
                    <a:pt x="1270" y="1092"/>
                  </a:lnTo>
                  <a:cubicBezTo>
                    <a:pt x="1264" y="1086"/>
                    <a:pt x="1279" y="1067"/>
                    <a:pt x="1279" y="1067"/>
                  </a:cubicBezTo>
                  <a:cubicBezTo>
                    <a:pt x="1279" y="1067"/>
                    <a:pt x="1293" y="1051"/>
                    <a:pt x="1300" y="1051"/>
                  </a:cubicBezTo>
                  <a:close/>
                  <a:moveTo>
                    <a:pt x="1364" y="1070"/>
                  </a:moveTo>
                  <a:lnTo>
                    <a:pt x="1370" y="1076"/>
                  </a:lnTo>
                  <a:lnTo>
                    <a:pt x="1361" y="1101"/>
                  </a:lnTo>
                  <a:lnTo>
                    <a:pt x="1355" y="1095"/>
                  </a:lnTo>
                  <a:cubicBezTo>
                    <a:pt x="1348" y="1092"/>
                    <a:pt x="1348" y="1092"/>
                    <a:pt x="1364" y="1070"/>
                  </a:cubicBezTo>
                  <a:close/>
                  <a:moveTo>
                    <a:pt x="1417" y="1117"/>
                  </a:moveTo>
                  <a:lnTo>
                    <a:pt x="1423" y="1120"/>
                  </a:lnTo>
                  <a:lnTo>
                    <a:pt x="1414" y="1145"/>
                  </a:lnTo>
                  <a:lnTo>
                    <a:pt x="1408" y="1139"/>
                  </a:lnTo>
                  <a:cubicBezTo>
                    <a:pt x="1402" y="1136"/>
                    <a:pt x="1402" y="1136"/>
                    <a:pt x="1417" y="1117"/>
                  </a:cubicBezTo>
                  <a:close/>
                  <a:moveTo>
                    <a:pt x="1457" y="1150"/>
                  </a:moveTo>
                  <a:cubicBezTo>
                    <a:pt x="1458" y="1150"/>
                    <a:pt x="1459" y="1151"/>
                    <a:pt x="1461" y="1152"/>
                  </a:cubicBezTo>
                  <a:cubicBezTo>
                    <a:pt x="1470" y="1161"/>
                    <a:pt x="1470" y="1161"/>
                    <a:pt x="1452" y="1177"/>
                  </a:cubicBezTo>
                  <a:cubicBezTo>
                    <a:pt x="1443" y="1183"/>
                    <a:pt x="1437" y="1185"/>
                    <a:pt x="1434" y="1185"/>
                  </a:cubicBezTo>
                  <a:cubicBezTo>
                    <a:pt x="1428" y="1185"/>
                    <a:pt x="1430" y="1179"/>
                    <a:pt x="1439" y="1167"/>
                  </a:cubicBezTo>
                  <a:cubicBezTo>
                    <a:pt x="1450" y="1154"/>
                    <a:pt x="1454" y="1150"/>
                    <a:pt x="1457" y="1150"/>
                  </a:cubicBezTo>
                  <a:close/>
                  <a:moveTo>
                    <a:pt x="1409" y="1305"/>
                  </a:moveTo>
                  <a:cubicBezTo>
                    <a:pt x="1410" y="1305"/>
                    <a:pt x="1410" y="1305"/>
                    <a:pt x="1411" y="1305"/>
                  </a:cubicBezTo>
                  <a:lnTo>
                    <a:pt x="1402" y="1330"/>
                  </a:lnTo>
                  <a:lnTo>
                    <a:pt x="1380" y="1346"/>
                  </a:lnTo>
                  <a:lnTo>
                    <a:pt x="1373" y="1343"/>
                  </a:lnTo>
                  <a:cubicBezTo>
                    <a:pt x="1388" y="1322"/>
                    <a:pt x="1402" y="1305"/>
                    <a:pt x="1409" y="1305"/>
                  </a:cubicBezTo>
                  <a:close/>
                  <a:moveTo>
                    <a:pt x="1488" y="1339"/>
                  </a:moveTo>
                  <a:cubicBezTo>
                    <a:pt x="1489" y="1339"/>
                    <a:pt x="1489" y="1339"/>
                    <a:pt x="1489" y="1340"/>
                  </a:cubicBezTo>
                  <a:lnTo>
                    <a:pt x="1480" y="1365"/>
                  </a:lnTo>
                  <a:cubicBezTo>
                    <a:pt x="1468" y="1379"/>
                    <a:pt x="1462" y="1380"/>
                    <a:pt x="1459" y="1380"/>
                  </a:cubicBezTo>
                  <a:cubicBezTo>
                    <a:pt x="1458" y="1380"/>
                    <a:pt x="1458" y="1380"/>
                    <a:pt x="1458" y="1380"/>
                  </a:cubicBezTo>
                  <a:cubicBezTo>
                    <a:pt x="1455" y="1374"/>
                    <a:pt x="1455" y="1374"/>
                    <a:pt x="1470" y="1355"/>
                  </a:cubicBezTo>
                  <a:cubicBezTo>
                    <a:pt x="1470" y="1355"/>
                    <a:pt x="1484" y="1339"/>
                    <a:pt x="1488" y="1339"/>
                  </a:cubicBezTo>
                  <a:close/>
                  <a:moveTo>
                    <a:pt x="2034" y="1593"/>
                  </a:moveTo>
                  <a:cubicBezTo>
                    <a:pt x="2034" y="1593"/>
                    <a:pt x="2034" y="1593"/>
                    <a:pt x="2035" y="1593"/>
                  </a:cubicBezTo>
                  <a:lnTo>
                    <a:pt x="2041" y="1600"/>
                  </a:lnTo>
                  <a:cubicBezTo>
                    <a:pt x="2031" y="1612"/>
                    <a:pt x="2019" y="1625"/>
                    <a:pt x="2003" y="1634"/>
                  </a:cubicBezTo>
                  <a:lnTo>
                    <a:pt x="2000" y="1628"/>
                  </a:lnTo>
                  <a:cubicBezTo>
                    <a:pt x="2015" y="1610"/>
                    <a:pt x="2029" y="1593"/>
                    <a:pt x="2034" y="1593"/>
                  </a:cubicBezTo>
                  <a:close/>
                  <a:moveTo>
                    <a:pt x="2265" y="1755"/>
                  </a:moveTo>
                  <a:cubicBezTo>
                    <a:pt x="2270" y="1755"/>
                    <a:pt x="2274" y="1758"/>
                    <a:pt x="2276" y="1759"/>
                  </a:cubicBezTo>
                  <a:cubicBezTo>
                    <a:pt x="2267" y="1782"/>
                    <a:pt x="2248" y="1797"/>
                    <a:pt x="2243" y="1797"/>
                  </a:cubicBezTo>
                  <a:cubicBezTo>
                    <a:pt x="2242" y="1797"/>
                    <a:pt x="2242" y="1797"/>
                    <a:pt x="2241" y="1797"/>
                  </a:cubicBezTo>
                  <a:cubicBezTo>
                    <a:pt x="2229" y="1788"/>
                    <a:pt x="2229" y="1788"/>
                    <a:pt x="2245" y="1769"/>
                  </a:cubicBezTo>
                  <a:cubicBezTo>
                    <a:pt x="2252" y="1758"/>
                    <a:pt x="2259" y="1755"/>
                    <a:pt x="2265" y="1755"/>
                  </a:cubicBezTo>
                  <a:close/>
                  <a:moveTo>
                    <a:pt x="2647" y="2066"/>
                  </a:moveTo>
                  <a:cubicBezTo>
                    <a:pt x="2648" y="2066"/>
                    <a:pt x="2648" y="2066"/>
                    <a:pt x="2649" y="2067"/>
                  </a:cubicBezTo>
                  <a:lnTo>
                    <a:pt x="2636" y="2092"/>
                  </a:lnTo>
                  <a:lnTo>
                    <a:pt x="2617" y="2107"/>
                  </a:lnTo>
                  <a:lnTo>
                    <a:pt x="2611" y="2104"/>
                  </a:lnTo>
                  <a:cubicBezTo>
                    <a:pt x="2626" y="2084"/>
                    <a:pt x="2640" y="2066"/>
                    <a:pt x="2647" y="2066"/>
                  </a:cubicBezTo>
                  <a:close/>
                  <a:moveTo>
                    <a:pt x="2840" y="2161"/>
                  </a:moveTo>
                  <a:cubicBezTo>
                    <a:pt x="2846" y="2167"/>
                    <a:pt x="2809" y="2201"/>
                    <a:pt x="2793" y="2220"/>
                  </a:cubicBezTo>
                  <a:cubicBezTo>
                    <a:pt x="2787" y="2217"/>
                    <a:pt x="2787" y="2217"/>
                    <a:pt x="2802" y="2195"/>
                  </a:cubicBezTo>
                  <a:cubicBezTo>
                    <a:pt x="2815" y="2183"/>
                    <a:pt x="2827" y="2173"/>
                    <a:pt x="2840" y="2161"/>
                  </a:cubicBezTo>
                  <a:close/>
                  <a:moveTo>
                    <a:pt x="2621" y="2244"/>
                  </a:moveTo>
                  <a:cubicBezTo>
                    <a:pt x="2622" y="2244"/>
                    <a:pt x="2623" y="2244"/>
                    <a:pt x="2624" y="2245"/>
                  </a:cubicBezTo>
                  <a:lnTo>
                    <a:pt x="2630" y="2248"/>
                  </a:lnTo>
                  <a:cubicBezTo>
                    <a:pt x="2617" y="2261"/>
                    <a:pt x="2605" y="2273"/>
                    <a:pt x="2592" y="2283"/>
                  </a:cubicBezTo>
                  <a:lnTo>
                    <a:pt x="2586" y="2280"/>
                  </a:lnTo>
                  <a:cubicBezTo>
                    <a:pt x="2600" y="2263"/>
                    <a:pt x="2614" y="2244"/>
                    <a:pt x="2621" y="2244"/>
                  </a:cubicBezTo>
                  <a:close/>
                  <a:moveTo>
                    <a:pt x="2968" y="2267"/>
                  </a:moveTo>
                  <a:cubicBezTo>
                    <a:pt x="2968" y="2267"/>
                    <a:pt x="2968" y="2267"/>
                    <a:pt x="2968" y="2267"/>
                  </a:cubicBezTo>
                  <a:lnTo>
                    <a:pt x="2959" y="2292"/>
                  </a:lnTo>
                  <a:lnTo>
                    <a:pt x="2937" y="2308"/>
                  </a:lnTo>
                  <a:lnTo>
                    <a:pt x="2934" y="2305"/>
                  </a:lnTo>
                  <a:cubicBezTo>
                    <a:pt x="2949" y="2284"/>
                    <a:pt x="2963" y="2267"/>
                    <a:pt x="2968" y="2267"/>
                  </a:cubicBezTo>
                  <a:close/>
                  <a:moveTo>
                    <a:pt x="3802" y="2283"/>
                  </a:moveTo>
                  <a:cubicBezTo>
                    <a:pt x="3799" y="2283"/>
                    <a:pt x="3788" y="2290"/>
                    <a:pt x="3771" y="2308"/>
                  </a:cubicBezTo>
                  <a:cubicBezTo>
                    <a:pt x="3755" y="2330"/>
                    <a:pt x="3755" y="2330"/>
                    <a:pt x="3761" y="2333"/>
                  </a:cubicBezTo>
                  <a:cubicBezTo>
                    <a:pt x="3774" y="2324"/>
                    <a:pt x="3786" y="2311"/>
                    <a:pt x="3796" y="2299"/>
                  </a:cubicBezTo>
                  <a:cubicBezTo>
                    <a:pt x="3803" y="2289"/>
                    <a:pt x="3806" y="2283"/>
                    <a:pt x="3802" y="2283"/>
                  </a:cubicBezTo>
                  <a:close/>
                  <a:moveTo>
                    <a:pt x="3287" y="2596"/>
                  </a:moveTo>
                  <a:cubicBezTo>
                    <a:pt x="3287" y="2596"/>
                    <a:pt x="3288" y="2596"/>
                    <a:pt x="3288" y="2596"/>
                  </a:cubicBezTo>
                  <a:lnTo>
                    <a:pt x="3276" y="2621"/>
                  </a:lnTo>
                  <a:lnTo>
                    <a:pt x="3257" y="2637"/>
                  </a:lnTo>
                  <a:lnTo>
                    <a:pt x="3251" y="2631"/>
                  </a:lnTo>
                  <a:cubicBezTo>
                    <a:pt x="3265" y="2613"/>
                    <a:pt x="3280" y="2596"/>
                    <a:pt x="3287" y="2596"/>
                  </a:cubicBezTo>
                  <a:close/>
                  <a:moveTo>
                    <a:pt x="3321" y="2626"/>
                  </a:moveTo>
                  <a:cubicBezTo>
                    <a:pt x="3323" y="2626"/>
                    <a:pt x="3324" y="2627"/>
                    <a:pt x="3326" y="2628"/>
                  </a:cubicBezTo>
                  <a:cubicBezTo>
                    <a:pt x="3316" y="2643"/>
                    <a:pt x="3310" y="2659"/>
                    <a:pt x="3298" y="2671"/>
                  </a:cubicBezTo>
                  <a:cubicBezTo>
                    <a:pt x="3292" y="2678"/>
                    <a:pt x="3288" y="2682"/>
                    <a:pt x="3286" y="2682"/>
                  </a:cubicBezTo>
                  <a:cubicBezTo>
                    <a:pt x="3283" y="2682"/>
                    <a:pt x="3288" y="2671"/>
                    <a:pt x="3304" y="2643"/>
                  </a:cubicBezTo>
                  <a:cubicBezTo>
                    <a:pt x="3315" y="2630"/>
                    <a:pt x="3318" y="2626"/>
                    <a:pt x="3321" y="2626"/>
                  </a:cubicBezTo>
                  <a:close/>
                  <a:moveTo>
                    <a:pt x="3434" y="2671"/>
                  </a:moveTo>
                  <a:lnTo>
                    <a:pt x="3434" y="2671"/>
                  </a:lnTo>
                  <a:cubicBezTo>
                    <a:pt x="3438" y="2671"/>
                    <a:pt x="3434" y="2685"/>
                    <a:pt x="3439" y="2687"/>
                  </a:cubicBezTo>
                  <a:cubicBezTo>
                    <a:pt x="3431" y="2703"/>
                    <a:pt x="3428" y="2709"/>
                    <a:pt x="3424" y="2709"/>
                  </a:cubicBezTo>
                  <a:cubicBezTo>
                    <a:pt x="3422" y="2709"/>
                    <a:pt x="3420" y="2706"/>
                    <a:pt x="3417" y="2703"/>
                  </a:cubicBezTo>
                  <a:cubicBezTo>
                    <a:pt x="3410" y="2700"/>
                    <a:pt x="3426" y="2678"/>
                    <a:pt x="3426" y="2678"/>
                  </a:cubicBezTo>
                  <a:cubicBezTo>
                    <a:pt x="3430" y="2673"/>
                    <a:pt x="3433" y="2671"/>
                    <a:pt x="3434" y="2671"/>
                  </a:cubicBezTo>
                  <a:close/>
                  <a:moveTo>
                    <a:pt x="3543" y="2743"/>
                  </a:moveTo>
                  <a:cubicBezTo>
                    <a:pt x="3544" y="2743"/>
                    <a:pt x="3545" y="2743"/>
                    <a:pt x="3545" y="2744"/>
                  </a:cubicBezTo>
                  <a:cubicBezTo>
                    <a:pt x="3548" y="2750"/>
                    <a:pt x="3539" y="2772"/>
                    <a:pt x="3539" y="2772"/>
                  </a:cubicBezTo>
                  <a:cubicBezTo>
                    <a:pt x="3529" y="2786"/>
                    <a:pt x="3523" y="2788"/>
                    <a:pt x="3520" y="2788"/>
                  </a:cubicBezTo>
                  <a:cubicBezTo>
                    <a:pt x="3518" y="2788"/>
                    <a:pt x="3517" y="2787"/>
                    <a:pt x="3517" y="2787"/>
                  </a:cubicBezTo>
                  <a:cubicBezTo>
                    <a:pt x="3514" y="2784"/>
                    <a:pt x="3507" y="2778"/>
                    <a:pt x="3523" y="2759"/>
                  </a:cubicBezTo>
                  <a:cubicBezTo>
                    <a:pt x="3523" y="2759"/>
                    <a:pt x="3536" y="2743"/>
                    <a:pt x="3543" y="2743"/>
                  </a:cubicBezTo>
                  <a:close/>
                  <a:moveTo>
                    <a:pt x="3773" y="2853"/>
                  </a:moveTo>
                  <a:cubicBezTo>
                    <a:pt x="3775" y="2853"/>
                    <a:pt x="3774" y="2855"/>
                    <a:pt x="3768" y="2863"/>
                  </a:cubicBezTo>
                  <a:cubicBezTo>
                    <a:pt x="3773" y="2868"/>
                    <a:pt x="3755" y="2876"/>
                    <a:pt x="3746" y="2876"/>
                  </a:cubicBezTo>
                  <a:cubicBezTo>
                    <a:pt x="3745" y="2876"/>
                    <a:pt x="3743" y="2876"/>
                    <a:pt x="3743" y="2875"/>
                  </a:cubicBezTo>
                  <a:lnTo>
                    <a:pt x="3758" y="2856"/>
                  </a:lnTo>
                  <a:cubicBezTo>
                    <a:pt x="3759" y="2857"/>
                    <a:pt x="3760" y="2857"/>
                    <a:pt x="3760" y="2857"/>
                  </a:cubicBezTo>
                  <a:cubicBezTo>
                    <a:pt x="3765" y="2857"/>
                    <a:pt x="3771" y="2853"/>
                    <a:pt x="3773" y="2853"/>
                  </a:cubicBezTo>
                  <a:close/>
                  <a:moveTo>
                    <a:pt x="3573" y="2897"/>
                  </a:moveTo>
                  <a:lnTo>
                    <a:pt x="3580" y="2903"/>
                  </a:lnTo>
                  <a:lnTo>
                    <a:pt x="3567" y="2928"/>
                  </a:lnTo>
                  <a:lnTo>
                    <a:pt x="3564" y="2922"/>
                  </a:lnTo>
                  <a:cubicBezTo>
                    <a:pt x="3558" y="2919"/>
                    <a:pt x="3558" y="2919"/>
                    <a:pt x="3573" y="2897"/>
                  </a:cubicBezTo>
                  <a:close/>
                  <a:moveTo>
                    <a:pt x="3486" y="2893"/>
                  </a:moveTo>
                  <a:cubicBezTo>
                    <a:pt x="3479" y="2893"/>
                    <a:pt x="3467" y="2910"/>
                    <a:pt x="3467" y="2910"/>
                  </a:cubicBezTo>
                  <a:cubicBezTo>
                    <a:pt x="3467" y="2910"/>
                    <a:pt x="3451" y="2928"/>
                    <a:pt x="3457" y="2935"/>
                  </a:cubicBezTo>
                  <a:lnTo>
                    <a:pt x="3464" y="2938"/>
                  </a:lnTo>
                  <a:cubicBezTo>
                    <a:pt x="3473" y="2925"/>
                    <a:pt x="3482" y="2910"/>
                    <a:pt x="3489" y="2894"/>
                  </a:cubicBezTo>
                  <a:cubicBezTo>
                    <a:pt x="3488" y="2893"/>
                    <a:pt x="3487" y="2893"/>
                    <a:pt x="3486" y="2893"/>
                  </a:cubicBezTo>
                  <a:close/>
                  <a:moveTo>
                    <a:pt x="3636" y="2919"/>
                  </a:moveTo>
                  <a:cubicBezTo>
                    <a:pt x="3642" y="2922"/>
                    <a:pt x="3642" y="2922"/>
                    <a:pt x="3648" y="2928"/>
                  </a:cubicBezTo>
                  <a:cubicBezTo>
                    <a:pt x="3634" y="2946"/>
                    <a:pt x="3619" y="2963"/>
                    <a:pt x="3612" y="2963"/>
                  </a:cubicBezTo>
                  <a:cubicBezTo>
                    <a:pt x="3612" y="2963"/>
                    <a:pt x="3611" y="2963"/>
                    <a:pt x="3611" y="2963"/>
                  </a:cubicBezTo>
                  <a:cubicBezTo>
                    <a:pt x="3606" y="2966"/>
                    <a:pt x="3603" y="2968"/>
                    <a:pt x="3602" y="2968"/>
                  </a:cubicBezTo>
                  <a:cubicBezTo>
                    <a:pt x="3595" y="2968"/>
                    <a:pt x="3609" y="2946"/>
                    <a:pt x="3636" y="2919"/>
                  </a:cubicBezTo>
                  <a:close/>
                  <a:moveTo>
                    <a:pt x="3260" y="2969"/>
                  </a:moveTo>
                  <a:cubicBezTo>
                    <a:pt x="3244" y="2988"/>
                    <a:pt x="3244" y="2988"/>
                    <a:pt x="3251" y="2991"/>
                  </a:cubicBezTo>
                  <a:cubicBezTo>
                    <a:pt x="3255" y="2995"/>
                    <a:pt x="3258" y="2997"/>
                    <a:pt x="3261" y="2997"/>
                  </a:cubicBezTo>
                  <a:cubicBezTo>
                    <a:pt x="3264" y="2997"/>
                    <a:pt x="3267" y="2991"/>
                    <a:pt x="3272" y="2975"/>
                  </a:cubicBezTo>
                  <a:lnTo>
                    <a:pt x="3260" y="2969"/>
                  </a:lnTo>
                  <a:close/>
                  <a:moveTo>
                    <a:pt x="3838" y="2988"/>
                  </a:moveTo>
                  <a:cubicBezTo>
                    <a:pt x="3839" y="2988"/>
                    <a:pt x="3839" y="2988"/>
                    <a:pt x="3840" y="2988"/>
                  </a:cubicBezTo>
                  <a:lnTo>
                    <a:pt x="3846" y="2994"/>
                  </a:lnTo>
                  <a:cubicBezTo>
                    <a:pt x="3833" y="3007"/>
                    <a:pt x="3821" y="3019"/>
                    <a:pt x="3808" y="3029"/>
                  </a:cubicBezTo>
                  <a:lnTo>
                    <a:pt x="3802" y="3022"/>
                  </a:lnTo>
                  <a:cubicBezTo>
                    <a:pt x="3817" y="3005"/>
                    <a:pt x="3831" y="2988"/>
                    <a:pt x="3838" y="2988"/>
                  </a:cubicBezTo>
                  <a:close/>
                  <a:moveTo>
                    <a:pt x="3645" y="3088"/>
                  </a:moveTo>
                  <a:lnTo>
                    <a:pt x="3614" y="3129"/>
                  </a:lnTo>
                  <a:lnTo>
                    <a:pt x="3630" y="3110"/>
                  </a:lnTo>
                  <a:lnTo>
                    <a:pt x="3645" y="3088"/>
                  </a:lnTo>
                  <a:close/>
                  <a:moveTo>
                    <a:pt x="3843" y="3088"/>
                  </a:moveTo>
                  <a:cubicBezTo>
                    <a:pt x="3846" y="3091"/>
                    <a:pt x="3824" y="3107"/>
                    <a:pt x="3790" y="3141"/>
                  </a:cubicBezTo>
                  <a:cubicBezTo>
                    <a:pt x="3779" y="3146"/>
                    <a:pt x="3772" y="3149"/>
                    <a:pt x="3770" y="3149"/>
                  </a:cubicBezTo>
                  <a:cubicBezTo>
                    <a:pt x="3767" y="3149"/>
                    <a:pt x="3775" y="3141"/>
                    <a:pt x="3799" y="3120"/>
                  </a:cubicBezTo>
                  <a:lnTo>
                    <a:pt x="3843" y="3088"/>
                  </a:lnTo>
                  <a:close/>
                  <a:moveTo>
                    <a:pt x="4021" y="3107"/>
                  </a:moveTo>
                  <a:cubicBezTo>
                    <a:pt x="4028" y="3110"/>
                    <a:pt x="4034" y="3116"/>
                    <a:pt x="4034" y="3116"/>
                  </a:cubicBezTo>
                  <a:lnTo>
                    <a:pt x="3990" y="3145"/>
                  </a:lnTo>
                  <a:cubicBezTo>
                    <a:pt x="3960" y="3173"/>
                    <a:pt x="3946" y="3186"/>
                    <a:pt x="3944" y="3186"/>
                  </a:cubicBezTo>
                  <a:cubicBezTo>
                    <a:pt x="3943" y="3186"/>
                    <a:pt x="3950" y="3176"/>
                    <a:pt x="3965" y="3157"/>
                  </a:cubicBezTo>
                  <a:cubicBezTo>
                    <a:pt x="3978" y="3135"/>
                    <a:pt x="3999" y="3116"/>
                    <a:pt x="4021" y="3107"/>
                  </a:cubicBezTo>
                  <a:close/>
                  <a:moveTo>
                    <a:pt x="3981" y="3204"/>
                  </a:moveTo>
                  <a:lnTo>
                    <a:pt x="3971" y="3229"/>
                  </a:lnTo>
                  <a:cubicBezTo>
                    <a:pt x="3963" y="3239"/>
                    <a:pt x="3957" y="3242"/>
                    <a:pt x="3953" y="3242"/>
                  </a:cubicBezTo>
                  <a:cubicBezTo>
                    <a:pt x="3949" y="3242"/>
                    <a:pt x="3946" y="3240"/>
                    <a:pt x="3943" y="3239"/>
                  </a:cubicBezTo>
                  <a:lnTo>
                    <a:pt x="3959" y="3220"/>
                  </a:lnTo>
                  <a:lnTo>
                    <a:pt x="3981" y="3204"/>
                  </a:lnTo>
                  <a:close/>
                  <a:moveTo>
                    <a:pt x="4306" y="3247"/>
                  </a:moveTo>
                  <a:cubicBezTo>
                    <a:pt x="4298" y="3247"/>
                    <a:pt x="4285" y="3257"/>
                    <a:pt x="4285" y="3257"/>
                  </a:cubicBezTo>
                  <a:cubicBezTo>
                    <a:pt x="4269" y="3276"/>
                    <a:pt x="4275" y="3283"/>
                    <a:pt x="4278" y="3286"/>
                  </a:cubicBezTo>
                  <a:cubicBezTo>
                    <a:pt x="4277" y="3297"/>
                    <a:pt x="4279" y="3301"/>
                    <a:pt x="4283" y="3301"/>
                  </a:cubicBezTo>
                  <a:cubicBezTo>
                    <a:pt x="4290" y="3301"/>
                    <a:pt x="4300" y="3291"/>
                    <a:pt x="4310" y="3279"/>
                  </a:cubicBezTo>
                  <a:cubicBezTo>
                    <a:pt x="4325" y="3261"/>
                    <a:pt x="4322" y="3254"/>
                    <a:pt x="4310" y="3248"/>
                  </a:cubicBezTo>
                  <a:cubicBezTo>
                    <a:pt x="4309" y="3247"/>
                    <a:pt x="4307" y="3247"/>
                    <a:pt x="4306" y="3247"/>
                  </a:cubicBezTo>
                  <a:close/>
                  <a:moveTo>
                    <a:pt x="4316" y="3317"/>
                  </a:moveTo>
                  <a:lnTo>
                    <a:pt x="4329" y="3326"/>
                  </a:lnTo>
                  <a:cubicBezTo>
                    <a:pt x="4316" y="3342"/>
                    <a:pt x="4294" y="3353"/>
                    <a:pt x="4285" y="3353"/>
                  </a:cubicBezTo>
                  <a:cubicBezTo>
                    <a:pt x="4283" y="3353"/>
                    <a:pt x="4282" y="3353"/>
                    <a:pt x="4282" y="3351"/>
                  </a:cubicBezTo>
                  <a:cubicBezTo>
                    <a:pt x="4275" y="3348"/>
                    <a:pt x="4291" y="3330"/>
                    <a:pt x="4316" y="3317"/>
                  </a:cubicBezTo>
                  <a:close/>
                  <a:moveTo>
                    <a:pt x="4885" y="3395"/>
                  </a:moveTo>
                  <a:cubicBezTo>
                    <a:pt x="4878" y="3395"/>
                    <a:pt x="4863" y="3412"/>
                    <a:pt x="4849" y="3430"/>
                  </a:cubicBezTo>
                  <a:lnTo>
                    <a:pt x="4855" y="3436"/>
                  </a:lnTo>
                  <a:cubicBezTo>
                    <a:pt x="4868" y="3424"/>
                    <a:pt x="4880" y="3414"/>
                    <a:pt x="4889" y="3398"/>
                  </a:cubicBezTo>
                  <a:lnTo>
                    <a:pt x="4886" y="3395"/>
                  </a:lnTo>
                  <a:cubicBezTo>
                    <a:pt x="4886" y="3395"/>
                    <a:pt x="4885" y="3395"/>
                    <a:pt x="4885" y="3395"/>
                  </a:cubicBezTo>
                  <a:close/>
                  <a:moveTo>
                    <a:pt x="4601" y="3586"/>
                  </a:moveTo>
                  <a:lnTo>
                    <a:pt x="4601" y="3586"/>
                  </a:lnTo>
                  <a:cubicBezTo>
                    <a:pt x="4607" y="3590"/>
                    <a:pt x="4598" y="3615"/>
                    <a:pt x="4582" y="3634"/>
                  </a:cubicBezTo>
                  <a:lnTo>
                    <a:pt x="4582" y="3637"/>
                  </a:lnTo>
                  <a:cubicBezTo>
                    <a:pt x="4565" y="3667"/>
                    <a:pt x="4560" y="3676"/>
                    <a:pt x="4554" y="3676"/>
                  </a:cubicBezTo>
                  <a:cubicBezTo>
                    <a:pt x="4551" y="3676"/>
                    <a:pt x="4549" y="3674"/>
                    <a:pt x="4545" y="3671"/>
                  </a:cubicBezTo>
                  <a:cubicBezTo>
                    <a:pt x="4538" y="3665"/>
                    <a:pt x="4535" y="3662"/>
                    <a:pt x="4551" y="3643"/>
                  </a:cubicBezTo>
                  <a:lnTo>
                    <a:pt x="4554" y="3646"/>
                  </a:lnTo>
                  <a:cubicBezTo>
                    <a:pt x="4549" y="3652"/>
                    <a:pt x="4548" y="3654"/>
                    <a:pt x="4549" y="3654"/>
                  </a:cubicBezTo>
                  <a:cubicBezTo>
                    <a:pt x="4551" y="3654"/>
                    <a:pt x="4563" y="3642"/>
                    <a:pt x="4570" y="3627"/>
                  </a:cubicBezTo>
                  <a:lnTo>
                    <a:pt x="4601" y="3586"/>
                  </a:lnTo>
                  <a:close/>
                  <a:moveTo>
                    <a:pt x="4640" y="3683"/>
                  </a:moveTo>
                  <a:cubicBezTo>
                    <a:pt x="4641" y="3683"/>
                    <a:pt x="4641" y="3683"/>
                    <a:pt x="4642" y="3684"/>
                  </a:cubicBezTo>
                  <a:lnTo>
                    <a:pt x="4629" y="3709"/>
                  </a:lnTo>
                  <a:cubicBezTo>
                    <a:pt x="4621" y="3719"/>
                    <a:pt x="4616" y="3723"/>
                    <a:pt x="4612" y="3723"/>
                  </a:cubicBezTo>
                  <a:cubicBezTo>
                    <a:pt x="4609" y="3723"/>
                    <a:pt x="4607" y="3721"/>
                    <a:pt x="4604" y="3718"/>
                  </a:cubicBezTo>
                  <a:cubicBezTo>
                    <a:pt x="4598" y="3715"/>
                    <a:pt x="4598" y="3715"/>
                    <a:pt x="4614" y="3696"/>
                  </a:cubicBezTo>
                  <a:cubicBezTo>
                    <a:pt x="4614" y="3696"/>
                    <a:pt x="4632" y="3683"/>
                    <a:pt x="4640" y="3683"/>
                  </a:cubicBezTo>
                  <a:close/>
                  <a:moveTo>
                    <a:pt x="4460" y="3731"/>
                  </a:moveTo>
                  <a:cubicBezTo>
                    <a:pt x="4444" y="3753"/>
                    <a:pt x="4444" y="3753"/>
                    <a:pt x="4451" y="3756"/>
                  </a:cubicBezTo>
                  <a:lnTo>
                    <a:pt x="4457" y="3759"/>
                  </a:lnTo>
                  <a:lnTo>
                    <a:pt x="4466" y="3737"/>
                  </a:lnTo>
                  <a:lnTo>
                    <a:pt x="4460" y="3731"/>
                  </a:lnTo>
                  <a:close/>
                  <a:moveTo>
                    <a:pt x="227" y="0"/>
                  </a:moveTo>
                  <a:cubicBezTo>
                    <a:pt x="220" y="0"/>
                    <a:pt x="206" y="19"/>
                    <a:pt x="192" y="36"/>
                  </a:cubicBezTo>
                  <a:lnTo>
                    <a:pt x="183" y="26"/>
                  </a:lnTo>
                  <a:cubicBezTo>
                    <a:pt x="183" y="26"/>
                    <a:pt x="182" y="26"/>
                    <a:pt x="181" y="26"/>
                  </a:cubicBezTo>
                  <a:cubicBezTo>
                    <a:pt x="179" y="26"/>
                    <a:pt x="172" y="28"/>
                    <a:pt x="161" y="42"/>
                  </a:cubicBezTo>
                  <a:cubicBezTo>
                    <a:pt x="152" y="55"/>
                    <a:pt x="147" y="58"/>
                    <a:pt x="143" y="58"/>
                  </a:cubicBezTo>
                  <a:cubicBezTo>
                    <a:pt x="140" y="58"/>
                    <a:pt x="138" y="56"/>
                    <a:pt x="135" y="55"/>
                  </a:cubicBezTo>
                  <a:cubicBezTo>
                    <a:pt x="141" y="47"/>
                    <a:pt x="142" y="44"/>
                    <a:pt x="140" y="44"/>
                  </a:cubicBezTo>
                  <a:lnTo>
                    <a:pt x="140" y="44"/>
                  </a:lnTo>
                  <a:cubicBezTo>
                    <a:pt x="138" y="44"/>
                    <a:pt x="126" y="57"/>
                    <a:pt x="120" y="74"/>
                  </a:cubicBezTo>
                  <a:cubicBezTo>
                    <a:pt x="106" y="90"/>
                    <a:pt x="92" y="109"/>
                    <a:pt x="85" y="109"/>
                  </a:cubicBezTo>
                  <a:cubicBezTo>
                    <a:pt x="84" y="109"/>
                    <a:pt x="83" y="109"/>
                    <a:pt x="82" y="108"/>
                  </a:cubicBezTo>
                  <a:lnTo>
                    <a:pt x="51" y="149"/>
                  </a:lnTo>
                  <a:cubicBezTo>
                    <a:pt x="26" y="174"/>
                    <a:pt x="10" y="202"/>
                    <a:pt x="1" y="236"/>
                  </a:cubicBezTo>
                  <a:cubicBezTo>
                    <a:pt x="5" y="262"/>
                    <a:pt x="6" y="286"/>
                    <a:pt x="17" y="286"/>
                  </a:cubicBezTo>
                  <a:cubicBezTo>
                    <a:pt x="22" y="286"/>
                    <a:pt x="28" y="281"/>
                    <a:pt x="38" y="268"/>
                  </a:cubicBezTo>
                  <a:cubicBezTo>
                    <a:pt x="38" y="268"/>
                    <a:pt x="54" y="257"/>
                    <a:pt x="60" y="257"/>
                  </a:cubicBezTo>
                  <a:cubicBezTo>
                    <a:pt x="62" y="257"/>
                    <a:pt x="63" y="257"/>
                    <a:pt x="63" y="258"/>
                  </a:cubicBezTo>
                  <a:cubicBezTo>
                    <a:pt x="70" y="262"/>
                    <a:pt x="60" y="287"/>
                    <a:pt x="60" y="287"/>
                  </a:cubicBezTo>
                  <a:cubicBezTo>
                    <a:pt x="45" y="305"/>
                    <a:pt x="67" y="324"/>
                    <a:pt x="92" y="346"/>
                  </a:cubicBezTo>
                  <a:cubicBezTo>
                    <a:pt x="123" y="371"/>
                    <a:pt x="142" y="387"/>
                    <a:pt x="129" y="409"/>
                  </a:cubicBezTo>
                  <a:cubicBezTo>
                    <a:pt x="120" y="434"/>
                    <a:pt x="126" y="437"/>
                    <a:pt x="126" y="437"/>
                  </a:cubicBezTo>
                  <a:cubicBezTo>
                    <a:pt x="130" y="433"/>
                    <a:pt x="134" y="431"/>
                    <a:pt x="139" y="431"/>
                  </a:cubicBezTo>
                  <a:cubicBezTo>
                    <a:pt x="156" y="431"/>
                    <a:pt x="181" y="453"/>
                    <a:pt x="211" y="478"/>
                  </a:cubicBezTo>
                  <a:cubicBezTo>
                    <a:pt x="240" y="500"/>
                    <a:pt x="270" y="524"/>
                    <a:pt x="289" y="524"/>
                  </a:cubicBezTo>
                  <a:cubicBezTo>
                    <a:pt x="294" y="524"/>
                    <a:pt x="298" y="522"/>
                    <a:pt x="302" y="519"/>
                  </a:cubicBezTo>
                  <a:lnTo>
                    <a:pt x="311" y="528"/>
                  </a:lnTo>
                  <a:cubicBezTo>
                    <a:pt x="295" y="547"/>
                    <a:pt x="308" y="556"/>
                    <a:pt x="317" y="566"/>
                  </a:cubicBezTo>
                  <a:cubicBezTo>
                    <a:pt x="329" y="560"/>
                    <a:pt x="337" y="559"/>
                    <a:pt x="343" y="559"/>
                  </a:cubicBezTo>
                  <a:cubicBezTo>
                    <a:pt x="351" y="559"/>
                    <a:pt x="355" y="562"/>
                    <a:pt x="355" y="562"/>
                  </a:cubicBezTo>
                  <a:cubicBezTo>
                    <a:pt x="339" y="584"/>
                    <a:pt x="345" y="587"/>
                    <a:pt x="355" y="597"/>
                  </a:cubicBezTo>
                  <a:cubicBezTo>
                    <a:pt x="361" y="601"/>
                    <a:pt x="365" y="604"/>
                    <a:pt x="370" y="604"/>
                  </a:cubicBezTo>
                  <a:cubicBezTo>
                    <a:pt x="375" y="604"/>
                    <a:pt x="380" y="601"/>
                    <a:pt x="386" y="591"/>
                  </a:cubicBezTo>
                  <a:cubicBezTo>
                    <a:pt x="392" y="594"/>
                    <a:pt x="430" y="625"/>
                    <a:pt x="430" y="660"/>
                  </a:cubicBezTo>
                  <a:cubicBezTo>
                    <a:pt x="426" y="668"/>
                    <a:pt x="427" y="671"/>
                    <a:pt x="431" y="671"/>
                  </a:cubicBezTo>
                  <a:cubicBezTo>
                    <a:pt x="437" y="671"/>
                    <a:pt x="450" y="663"/>
                    <a:pt x="461" y="653"/>
                  </a:cubicBezTo>
                  <a:cubicBezTo>
                    <a:pt x="475" y="635"/>
                    <a:pt x="493" y="621"/>
                    <a:pt x="501" y="621"/>
                  </a:cubicBezTo>
                  <a:cubicBezTo>
                    <a:pt x="503" y="621"/>
                    <a:pt x="504" y="621"/>
                    <a:pt x="505" y="622"/>
                  </a:cubicBezTo>
                  <a:lnTo>
                    <a:pt x="474" y="663"/>
                  </a:lnTo>
                  <a:cubicBezTo>
                    <a:pt x="452" y="675"/>
                    <a:pt x="452" y="675"/>
                    <a:pt x="465" y="685"/>
                  </a:cubicBezTo>
                  <a:lnTo>
                    <a:pt x="474" y="694"/>
                  </a:lnTo>
                  <a:cubicBezTo>
                    <a:pt x="478" y="689"/>
                    <a:pt x="483" y="687"/>
                    <a:pt x="488" y="687"/>
                  </a:cubicBezTo>
                  <a:cubicBezTo>
                    <a:pt x="505" y="687"/>
                    <a:pt x="527" y="705"/>
                    <a:pt x="555" y="728"/>
                  </a:cubicBezTo>
                  <a:cubicBezTo>
                    <a:pt x="587" y="756"/>
                    <a:pt x="604" y="770"/>
                    <a:pt x="617" y="770"/>
                  </a:cubicBezTo>
                  <a:cubicBezTo>
                    <a:pt x="623" y="770"/>
                    <a:pt x="629" y="767"/>
                    <a:pt x="634" y="760"/>
                  </a:cubicBezTo>
                  <a:cubicBezTo>
                    <a:pt x="640" y="753"/>
                    <a:pt x="644" y="749"/>
                    <a:pt x="648" y="749"/>
                  </a:cubicBezTo>
                  <a:cubicBezTo>
                    <a:pt x="653" y="749"/>
                    <a:pt x="656" y="759"/>
                    <a:pt x="656" y="779"/>
                  </a:cubicBezTo>
                  <a:cubicBezTo>
                    <a:pt x="645" y="840"/>
                    <a:pt x="641" y="859"/>
                    <a:pt x="648" y="859"/>
                  </a:cubicBezTo>
                  <a:cubicBezTo>
                    <a:pt x="651" y="859"/>
                    <a:pt x="655" y="855"/>
                    <a:pt x="662" y="851"/>
                  </a:cubicBezTo>
                  <a:cubicBezTo>
                    <a:pt x="656" y="844"/>
                    <a:pt x="671" y="826"/>
                    <a:pt x="687" y="807"/>
                  </a:cubicBezTo>
                  <a:cubicBezTo>
                    <a:pt x="702" y="788"/>
                    <a:pt x="711" y="778"/>
                    <a:pt x="714" y="778"/>
                  </a:cubicBezTo>
                  <a:lnTo>
                    <a:pt x="714" y="778"/>
                  </a:lnTo>
                  <a:cubicBezTo>
                    <a:pt x="717" y="778"/>
                    <a:pt x="713" y="791"/>
                    <a:pt x="700" y="816"/>
                  </a:cubicBezTo>
                  <a:cubicBezTo>
                    <a:pt x="676" y="845"/>
                    <a:pt x="724" y="878"/>
                    <a:pt x="765" y="878"/>
                  </a:cubicBezTo>
                  <a:cubicBezTo>
                    <a:pt x="778" y="878"/>
                    <a:pt x="791" y="875"/>
                    <a:pt x="800" y="866"/>
                  </a:cubicBezTo>
                  <a:lnTo>
                    <a:pt x="800" y="866"/>
                  </a:lnTo>
                  <a:lnTo>
                    <a:pt x="784" y="885"/>
                  </a:lnTo>
                  <a:cubicBezTo>
                    <a:pt x="769" y="907"/>
                    <a:pt x="775" y="910"/>
                    <a:pt x="797" y="929"/>
                  </a:cubicBezTo>
                  <a:lnTo>
                    <a:pt x="812" y="942"/>
                  </a:lnTo>
                  <a:cubicBezTo>
                    <a:pt x="821" y="930"/>
                    <a:pt x="829" y="925"/>
                    <a:pt x="835" y="925"/>
                  </a:cubicBezTo>
                  <a:cubicBezTo>
                    <a:pt x="850" y="925"/>
                    <a:pt x="855" y="953"/>
                    <a:pt x="844" y="967"/>
                  </a:cubicBezTo>
                  <a:cubicBezTo>
                    <a:pt x="834" y="992"/>
                    <a:pt x="834" y="992"/>
                    <a:pt x="844" y="1001"/>
                  </a:cubicBezTo>
                  <a:cubicBezTo>
                    <a:pt x="854" y="995"/>
                    <a:pt x="863" y="993"/>
                    <a:pt x="870" y="993"/>
                  </a:cubicBezTo>
                  <a:cubicBezTo>
                    <a:pt x="895" y="993"/>
                    <a:pt x="900" y="1021"/>
                    <a:pt x="888" y="1036"/>
                  </a:cubicBezTo>
                  <a:lnTo>
                    <a:pt x="900" y="1045"/>
                  </a:lnTo>
                  <a:cubicBezTo>
                    <a:pt x="908" y="1039"/>
                    <a:pt x="914" y="1036"/>
                    <a:pt x="920" y="1036"/>
                  </a:cubicBezTo>
                  <a:cubicBezTo>
                    <a:pt x="928" y="1036"/>
                    <a:pt x="933" y="1041"/>
                    <a:pt x="935" y="1045"/>
                  </a:cubicBezTo>
                  <a:cubicBezTo>
                    <a:pt x="942" y="1051"/>
                    <a:pt x="947" y="1054"/>
                    <a:pt x="951" y="1054"/>
                  </a:cubicBezTo>
                  <a:cubicBezTo>
                    <a:pt x="957" y="1054"/>
                    <a:pt x="961" y="1049"/>
                    <a:pt x="966" y="1036"/>
                  </a:cubicBezTo>
                  <a:cubicBezTo>
                    <a:pt x="980" y="1018"/>
                    <a:pt x="995" y="1001"/>
                    <a:pt x="1002" y="1001"/>
                  </a:cubicBezTo>
                  <a:cubicBezTo>
                    <a:pt x="1003" y="1001"/>
                    <a:pt x="1003" y="1001"/>
                    <a:pt x="1004" y="1001"/>
                  </a:cubicBezTo>
                  <a:lnTo>
                    <a:pt x="988" y="1023"/>
                  </a:lnTo>
                  <a:cubicBezTo>
                    <a:pt x="972" y="1042"/>
                    <a:pt x="988" y="1054"/>
                    <a:pt x="1010" y="1073"/>
                  </a:cubicBezTo>
                  <a:cubicBezTo>
                    <a:pt x="1038" y="1095"/>
                    <a:pt x="1047" y="1105"/>
                    <a:pt x="1038" y="1126"/>
                  </a:cubicBezTo>
                  <a:lnTo>
                    <a:pt x="1060" y="1114"/>
                  </a:lnTo>
                  <a:cubicBezTo>
                    <a:pt x="1068" y="1107"/>
                    <a:pt x="1074" y="1104"/>
                    <a:pt x="1077" y="1104"/>
                  </a:cubicBezTo>
                  <a:cubicBezTo>
                    <a:pt x="1080" y="1104"/>
                    <a:pt x="1078" y="1110"/>
                    <a:pt x="1069" y="1120"/>
                  </a:cubicBezTo>
                  <a:cubicBezTo>
                    <a:pt x="1062" y="1140"/>
                    <a:pt x="1074" y="1156"/>
                    <a:pt x="1091" y="1156"/>
                  </a:cubicBezTo>
                  <a:cubicBezTo>
                    <a:pt x="1096" y="1156"/>
                    <a:pt x="1101" y="1154"/>
                    <a:pt x="1107" y="1152"/>
                  </a:cubicBezTo>
                  <a:lnTo>
                    <a:pt x="1116" y="1161"/>
                  </a:lnTo>
                  <a:cubicBezTo>
                    <a:pt x="1101" y="1188"/>
                    <a:pt x="1101" y="1203"/>
                    <a:pt x="1112" y="1203"/>
                  </a:cubicBezTo>
                  <a:cubicBezTo>
                    <a:pt x="1118" y="1203"/>
                    <a:pt x="1130" y="1196"/>
                    <a:pt x="1145" y="1183"/>
                  </a:cubicBezTo>
                  <a:lnTo>
                    <a:pt x="1145" y="1183"/>
                  </a:lnTo>
                  <a:cubicBezTo>
                    <a:pt x="1129" y="1202"/>
                    <a:pt x="1135" y="1208"/>
                    <a:pt x="1138" y="1211"/>
                  </a:cubicBezTo>
                  <a:cubicBezTo>
                    <a:pt x="1143" y="1209"/>
                    <a:pt x="1148" y="1209"/>
                    <a:pt x="1153" y="1209"/>
                  </a:cubicBezTo>
                  <a:cubicBezTo>
                    <a:pt x="1173" y="1209"/>
                    <a:pt x="1186" y="1224"/>
                    <a:pt x="1173" y="1239"/>
                  </a:cubicBezTo>
                  <a:lnTo>
                    <a:pt x="1176" y="1242"/>
                  </a:lnTo>
                  <a:cubicBezTo>
                    <a:pt x="1187" y="1235"/>
                    <a:pt x="1194" y="1232"/>
                    <a:pt x="1199" y="1232"/>
                  </a:cubicBezTo>
                  <a:cubicBezTo>
                    <a:pt x="1204" y="1232"/>
                    <a:pt x="1207" y="1235"/>
                    <a:pt x="1210" y="1236"/>
                  </a:cubicBezTo>
                  <a:cubicBezTo>
                    <a:pt x="1212" y="1239"/>
                    <a:pt x="1214" y="1241"/>
                    <a:pt x="1218" y="1241"/>
                  </a:cubicBezTo>
                  <a:cubicBezTo>
                    <a:pt x="1223" y="1241"/>
                    <a:pt x="1230" y="1238"/>
                    <a:pt x="1242" y="1230"/>
                  </a:cubicBezTo>
                  <a:cubicBezTo>
                    <a:pt x="1252" y="1221"/>
                    <a:pt x="1259" y="1219"/>
                    <a:pt x="1263" y="1219"/>
                  </a:cubicBezTo>
                  <a:cubicBezTo>
                    <a:pt x="1266" y="1219"/>
                    <a:pt x="1267" y="1220"/>
                    <a:pt x="1267" y="1220"/>
                  </a:cubicBezTo>
                  <a:cubicBezTo>
                    <a:pt x="1273" y="1224"/>
                    <a:pt x="1251" y="1239"/>
                    <a:pt x="1229" y="1255"/>
                  </a:cubicBezTo>
                  <a:cubicBezTo>
                    <a:pt x="1215" y="1260"/>
                    <a:pt x="1214" y="1268"/>
                    <a:pt x="1225" y="1268"/>
                  </a:cubicBezTo>
                  <a:cubicBezTo>
                    <a:pt x="1233" y="1268"/>
                    <a:pt x="1247" y="1264"/>
                    <a:pt x="1267" y="1252"/>
                  </a:cubicBezTo>
                  <a:cubicBezTo>
                    <a:pt x="1289" y="1240"/>
                    <a:pt x="1301" y="1234"/>
                    <a:pt x="1303" y="1234"/>
                  </a:cubicBezTo>
                  <a:lnTo>
                    <a:pt x="1303" y="1234"/>
                  </a:lnTo>
                  <a:cubicBezTo>
                    <a:pt x="1305" y="1234"/>
                    <a:pt x="1295" y="1242"/>
                    <a:pt x="1273" y="1258"/>
                  </a:cubicBezTo>
                  <a:cubicBezTo>
                    <a:pt x="1257" y="1270"/>
                    <a:pt x="1242" y="1281"/>
                    <a:pt x="1246" y="1281"/>
                  </a:cubicBezTo>
                  <a:cubicBezTo>
                    <a:pt x="1247" y="1281"/>
                    <a:pt x="1251" y="1280"/>
                    <a:pt x="1257" y="1277"/>
                  </a:cubicBezTo>
                  <a:cubicBezTo>
                    <a:pt x="1257" y="1277"/>
                    <a:pt x="1260" y="1279"/>
                    <a:pt x="1264" y="1279"/>
                  </a:cubicBezTo>
                  <a:cubicBezTo>
                    <a:pt x="1268" y="1279"/>
                    <a:pt x="1275" y="1277"/>
                    <a:pt x="1282" y="1267"/>
                  </a:cubicBezTo>
                  <a:lnTo>
                    <a:pt x="1301" y="1280"/>
                  </a:lnTo>
                  <a:cubicBezTo>
                    <a:pt x="1295" y="1308"/>
                    <a:pt x="1301" y="1311"/>
                    <a:pt x="1304" y="1318"/>
                  </a:cubicBezTo>
                  <a:cubicBezTo>
                    <a:pt x="1314" y="1311"/>
                    <a:pt x="1320" y="1307"/>
                    <a:pt x="1322" y="1307"/>
                  </a:cubicBezTo>
                  <a:cubicBezTo>
                    <a:pt x="1325" y="1307"/>
                    <a:pt x="1322" y="1313"/>
                    <a:pt x="1317" y="1327"/>
                  </a:cubicBezTo>
                  <a:cubicBezTo>
                    <a:pt x="1310" y="1335"/>
                    <a:pt x="1307" y="1341"/>
                    <a:pt x="1309" y="1341"/>
                  </a:cubicBezTo>
                  <a:cubicBezTo>
                    <a:pt x="1312" y="1341"/>
                    <a:pt x="1321" y="1332"/>
                    <a:pt x="1339" y="1311"/>
                  </a:cubicBezTo>
                  <a:cubicBezTo>
                    <a:pt x="1346" y="1305"/>
                    <a:pt x="1352" y="1302"/>
                    <a:pt x="1355" y="1302"/>
                  </a:cubicBezTo>
                  <a:cubicBezTo>
                    <a:pt x="1360" y="1302"/>
                    <a:pt x="1360" y="1309"/>
                    <a:pt x="1355" y="1324"/>
                  </a:cubicBezTo>
                  <a:cubicBezTo>
                    <a:pt x="1335" y="1349"/>
                    <a:pt x="1329" y="1360"/>
                    <a:pt x="1331" y="1360"/>
                  </a:cubicBezTo>
                  <a:cubicBezTo>
                    <a:pt x="1332" y="1360"/>
                    <a:pt x="1336" y="1356"/>
                    <a:pt x="1342" y="1349"/>
                  </a:cubicBezTo>
                  <a:cubicBezTo>
                    <a:pt x="1358" y="1338"/>
                    <a:pt x="1365" y="1336"/>
                    <a:pt x="1368" y="1336"/>
                  </a:cubicBezTo>
                  <a:cubicBezTo>
                    <a:pt x="1370" y="1336"/>
                    <a:pt x="1370" y="1336"/>
                    <a:pt x="1370" y="1336"/>
                  </a:cubicBezTo>
                  <a:cubicBezTo>
                    <a:pt x="1355" y="1358"/>
                    <a:pt x="1402" y="1396"/>
                    <a:pt x="1452" y="1437"/>
                  </a:cubicBezTo>
                  <a:cubicBezTo>
                    <a:pt x="1452" y="1438"/>
                    <a:pt x="1453" y="1438"/>
                    <a:pt x="1454" y="1438"/>
                  </a:cubicBezTo>
                  <a:cubicBezTo>
                    <a:pt x="1461" y="1438"/>
                    <a:pt x="1479" y="1424"/>
                    <a:pt x="1492" y="1405"/>
                  </a:cubicBezTo>
                  <a:cubicBezTo>
                    <a:pt x="1505" y="1390"/>
                    <a:pt x="1510" y="1384"/>
                    <a:pt x="1511" y="1384"/>
                  </a:cubicBezTo>
                  <a:lnTo>
                    <a:pt x="1511" y="1384"/>
                  </a:lnTo>
                  <a:cubicBezTo>
                    <a:pt x="1512" y="1384"/>
                    <a:pt x="1504" y="1397"/>
                    <a:pt x="1499" y="1412"/>
                  </a:cubicBezTo>
                  <a:cubicBezTo>
                    <a:pt x="1477" y="1445"/>
                    <a:pt x="1469" y="1464"/>
                    <a:pt x="1474" y="1464"/>
                  </a:cubicBezTo>
                  <a:cubicBezTo>
                    <a:pt x="1477" y="1464"/>
                    <a:pt x="1489" y="1450"/>
                    <a:pt x="1508" y="1421"/>
                  </a:cubicBezTo>
                  <a:cubicBezTo>
                    <a:pt x="1520" y="1398"/>
                    <a:pt x="1527" y="1386"/>
                    <a:pt x="1528" y="1386"/>
                  </a:cubicBezTo>
                  <a:lnTo>
                    <a:pt x="1528" y="1386"/>
                  </a:lnTo>
                  <a:cubicBezTo>
                    <a:pt x="1529" y="1386"/>
                    <a:pt x="1524" y="1399"/>
                    <a:pt x="1514" y="1424"/>
                  </a:cubicBezTo>
                  <a:cubicBezTo>
                    <a:pt x="1509" y="1438"/>
                    <a:pt x="1507" y="1444"/>
                    <a:pt x="1509" y="1444"/>
                  </a:cubicBezTo>
                  <a:cubicBezTo>
                    <a:pt x="1511" y="1444"/>
                    <a:pt x="1515" y="1440"/>
                    <a:pt x="1524" y="1434"/>
                  </a:cubicBezTo>
                  <a:cubicBezTo>
                    <a:pt x="1531" y="1424"/>
                    <a:pt x="1536" y="1420"/>
                    <a:pt x="1538" y="1420"/>
                  </a:cubicBezTo>
                  <a:lnTo>
                    <a:pt x="1538" y="1420"/>
                  </a:lnTo>
                  <a:cubicBezTo>
                    <a:pt x="1541" y="1420"/>
                    <a:pt x="1539" y="1426"/>
                    <a:pt x="1530" y="1437"/>
                  </a:cubicBezTo>
                  <a:cubicBezTo>
                    <a:pt x="1523" y="1455"/>
                    <a:pt x="1516" y="1473"/>
                    <a:pt x="1519" y="1473"/>
                  </a:cubicBezTo>
                  <a:cubicBezTo>
                    <a:pt x="1520" y="1473"/>
                    <a:pt x="1523" y="1471"/>
                    <a:pt x="1527" y="1465"/>
                  </a:cubicBezTo>
                  <a:lnTo>
                    <a:pt x="1527" y="1465"/>
                  </a:lnTo>
                  <a:cubicBezTo>
                    <a:pt x="1527" y="1465"/>
                    <a:pt x="1530" y="1471"/>
                    <a:pt x="1521" y="1496"/>
                  </a:cubicBezTo>
                  <a:cubicBezTo>
                    <a:pt x="1517" y="1504"/>
                    <a:pt x="1518" y="1507"/>
                    <a:pt x="1520" y="1507"/>
                  </a:cubicBezTo>
                  <a:cubicBezTo>
                    <a:pt x="1525" y="1507"/>
                    <a:pt x="1538" y="1497"/>
                    <a:pt x="1552" y="1487"/>
                  </a:cubicBezTo>
                  <a:cubicBezTo>
                    <a:pt x="1571" y="1477"/>
                    <a:pt x="1584" y="1472"/>
                    <a:pt x="1589" y="1472"/>
                  </a:cubicBezTo>
                  <a:cubicBezTo>
                    <a:pt x="1597" y="1472"/>
                    <a:pt x="1590" y="1482"/>
                    <a:pt x="1568" y="1503"/>
                  </a:cubicBezTo>
                  <a:cubicBezTo>
                    <a:pt x="1550" y="1521"/>
                    <a:pt x="1552" y="1530"/>
                    <a:pt x="1564" y="1530"/>
                  </a:cubicBezTo>
                  <a:cubicBezTo>
                    <a:pt x="1575" y="1530"/>
                    <a:pt x="1594" y="1522"/>
                    <a:pt x="1612" y="1506"/>
                  </a:cubicBezTo>
                  <a:cubicBezTo>
                    <a:pt x="1633" y="1484"/>
                    <a:pt x="1642" y="1475"/>
                    <a:pt x="1643" y="1475"/>
                  </a:cubicBezTo>
                  <a:lnTo>
                    <a:pt x="1643" y="1475"/>
                  </a:lnTo>
                  <a:cubicBezTo>
                    <a:pt x="1644" y="1475"/>
                    <a:pt x="1640" y="1480"/>
                    <a:pt x="1633" y="1490"/>
                  </a:cubicBezTo>
                  <a:cubicBezTo>
                    <a:pt x="1618" y="1509"/>
                    <a:pt x="1621" y="1512"/>
                    <a:pt x="1621" y="1512"/>
                  </a:cubicBezTo>
                  <a:cubicBezTo>
                    <a:pt x="1627" y="1518"/>
                    <a:pt x="1633" y="1521"/>
                    <a:pt x="1618" y="1543"/>
                  </a:cubicBezTo>
                  <a:cubicBezTo>
                    <a:pt x="1618" y="1543"/>
                    <a:pt x="1618" y="1544"/>
                    <a:pt x="1620" y="1544"/>
                  </a:cubicBezTo>
                  <a:cubicBezTo>
                    <a:pt x="1623" y="1544"/>
                    <a:pt x="1630" y="1542"/>
                    <a:pt x="1649" y="1534"/>
                  </a:cubicBezTo>
                  <a:cubicBezTo>
                    <a:pt x="1660" y="1526"/>
                    <a:pt x="1668" y="1523"/>
                    <a:pt x="1673" y="1523"/>
                  </a:cubicBezTo>
                  <a:cubicBezTo>
                    <a:pt x="1688" y="1523"/>
                    <a:pt x="1683" y="1549"/>
                    <a:pt x="1665" y="1581"/>
                  </a:cubicBezTo>
                  <a:lnTo>
                    <a:pt x="1693" y="1571"/>
                  </a:lnTo>
                  <a:cubicBezTo>
                    <a:pt x="1713" y="1551"/>
                    <a:pt x="1730" y="1537"/>
                    <a:pt x="1733" y="1537"/>
                  </a:cubicBezTo>
                  <a:lnTo>
                    <a:pt x="1733" y="1537"/>
                  </a:lnTo>
                  <a:cubicBezTo>
                    <a:pt x="1735" y="1537"/>
                    <a:pt x="1731" y="1544"/>
                    <a:pt x="1718" y="1559"/>
                  </a:cubicBezTo>
                  <a:lnTo>
                    <a:pt x="1702" y="1581"/>
                  </a:lnTo>
                  <a:cubicBezTo>
                    <a:pt x="1713" y="1570"/>
                    <a:pt x="1722" y="1565"/>
                    <a:pt x="1727" y="1565"/>
                  </a:cubicBezTo>
                  <a:cubicBezTo>
                    <a:pt x="1740" y="1565"/>
                    <a:pt x="1737" y="1593"/>
                    <a:pt x="1715" y="1622"/>
                  </a:cubicBezTo>
                  <a:cubicBezTo>
                    <a:pt x="1699" y="1640"/>
                    <a:pt x="1699" y="1640"/>
                    <a:pt x="1702" y="1647"/>
                  </a:cubicBezTo>
                  <a:lnTo>
                    <a:pt x="1718" y="1625"/>
                  </a:lnTo>
                  <a:cubicBezTo>
                    <a:pt x="1733" y="1607"/>
                    <a:pt x="1747" y="1590"/>
                    <a:pt x="1754" y="1590"/>
                  </a:cubicBezTo>
                  <a:cubicBezTo>
                    <a:pt x="1755" y="1590"/>
                    <a:pt x="1755" y="1590"/>
                    <a:pt x="1756" y="1590"/>
                  </a:cubicBezTo>
                  <a:cubicBezTo>
                    <a:pt x="1762" y="1597"/>
                    <a:pt x="1765" y="1600"/>
                    <a:pt x="1749" y="1618"/>
                  </a:cubicBezTo>
                  <a:cubicBezTo>
                    <a:pt x="1742" y="1637"/>
                    <a:pt x="1735" y="1656"/>
                    <a:pt x="1739" y="1656"/>
                  </a:cubicBezTo>
                  <a:cubicBezTo>
                    <a:pt x="1740" y="1656"/>
                    <a:pt x="1742" y="1654"/>
                    <a:pt x="1746" y="1650"/>
                  </a:cubicBezTo>
                  <a:lnTo>
                    <a:pt x="1746" y="1650"/>
                  </a:lnTo>
                  <a:cubicBezTo>
                    <a:pt x="1746" y="1650"/>
                    <a:pt x="1753" y="1653"/>
                    <a:pt x="1740" y="1678"/>
                  </a:cubicBezTo>
                  <a:lnTo>
                    <a:pt x="1762" y="1694"/>
                  </a:lnTo>
                  <a:cubicBezTo>
                    <a:pt x="1769" y="1688"/>
                    <a:pt x="1775" y="1686"/>
                    <a:pt x="1780" y="1686"/>
                  </a:cubicBezTo>
                  <a:cubicBezTo>
                    <a:pt x="1787" y="1686"/>
                    <a:pt x="1788" y="1695"/>
                    <a:pt x="1778" y="1709"/>
                  </a:cubicBezTo>
                  <a:cubicBezTo>
                    <a:pt x="1778" y="1709"/>
                    <a:pt x="1781" y="1711"/>
                    <a:pt x="1786" y="1711"/>
                  </a:cubicBezTo>
                  <a:cubicBezTo>
                    <a:pt x="1792" y="1711"/>
                    <a:pt x="1800" y="1709"/>
                    <a:pt x="1809" y="1703"/>
                  </a:cubicBezTo>
                  <a:cubicBezTo>
                    <a:pt x="1821" y="1709"/>
                    <a:pt x="1828" y="1716"/>
                    <a:pt x="1812" y="1734"/>
                  </a:cubicBezTo>
                  <a:cubicBezTo>
                    <a:pt x="1803" y="1745"/>
                    <a:pt x="1800" y="1749"/>
                    <a:pt x="1801" y="1749"/>
                  </a:cubicBezTo>
                  <a:cubicBezTo>
                    <a:pt x="1802" y="1749"/>
                    <a:pt x="1807" y="1746"/>
                    <a:pt x="1815" y="1741"/>
                  </a:cubicBezTo>
                  <a:cubicBezTo>
                    <a:pt x="1824" y="1728"/>
                    <a:pt x="1830" y="1725"/>
                    <a:pt x="1835" y="1725"/>
                  </a:cubicBezTo>
                  <a:cubicBezTo>
                    <a:pt x="1838" y="1725"/>
                    <a:pt x="1841" y="1727"/>
                    <a:pt x="1843" y="1728"/>
                  </a:cubicBezTo>
                  <a:lnTo>
                    <a:pt x="1853" y="1738"/>
                  </a:lnTo>
                  <a:cubicBezTo>
                    <a:pt x="1864" y="1724"/>
                    <a:pt x="1867" y="1720"/>
                    <a:pt x="1870" y="1720"/>
                  </a:cubicBezTo>
                  <a:cubicBezTo>
                    <a:pt x="1872" y="1720"/>
                    <a:pt x="1873" y="1721"/>
                    <a:pt x="1875" y="1722"/>
                  </a:cubicBezTo>
                  <a:cubicBezTo>
                    <a:pt x="1881" y="1725"/>
                    <a:pt x="1881" y="1759"/>
                    <a:pt x="1884" y="1763"/>
                  </a:cubicBezTo>
                  <a:cubicBezTo>
                    <a:pt x="1892" y="1770"/>
                    <a:pt x="1897" y="1773"/>
                    <a:pt x="1900" y="1773"/>
                  </a:cubicBezTo>
                  <a:cubicBezTo>
                    <a:pt x="1905" y="1773"/>
                    <a:pt x="1907" y="1767"/>
                    <a:pt x="1912" y="1753"/>
                  </a:cubicBezTo>
                  <a:cubicBezTo>
                    <a:pt x="1908" y="1751"/>
                    <a:pt x="1913" y="1742"/>
                    <a:pt x="1916" y="1742"/>
                  </a:cubicBezTo>
                  <a:cubicBezTo>
                    <a:pt x="1918" y="1742"/>
                    <a:pt x="1920" y="1746"/>
                    <a:pt x="1919" y="1756"/>
                  </a:cubicBezTo>
                  <a:cubicBezTo>
                    <a:pt x="1922" y="1763"/>
                    <a:pt x="1922" y="1794"/>
                    <a:pt x="1941" y="1810"/>
                  </a:cubicBezTo>
                  <a:cubicBezTo>
                    <a:pt x="1950" y="1817"/>
                    <a:pt x="1954" y="1821"/>
                    <a:pt x="1958" y="1821"/>
                  </a:cubicBezTo>
                  <a:cubicBezTo>
                    <a:pt x="1963" y="1821"/>
                    <a:pt x="1967" y="1816"/>
                    <a:pt x="1975" y="1806"/>
                  </a:cubicBezTo>
                  <a:cubicBezTo>
                    <a:pt x="1989" y="1785"/>
                    <a:pt x="1996" y="1775"/>
                    <a:pt x="1998" y="1775"/>
                  </a:cubicBezTo>
                  <a:lnTo>
                    <a:pt x="1998" y="1775"/>
                  </a:lnTo>
                  <a:cubicBezTo>
                    <a:pt x="2000" y="1775"/>
                    <a:pt x="1994" y="1787"/>
                    <a:pt x="1981" y="1810"/>
                  </a:cubicBezTo>
                  <a:cubicBezTo>
                    <a:pt x="1969" y="1842"/>
                    <a:pt x="1966" y="1855"/>
                    <a:pt x="1970" y="1855"/>
                  </a:cubicBezTo>
                  <a:cubicBezTo>
                    <a:pt x="1972" y="1855"/>
                    <a:pt x="1976" y="1851"/>
                    <a:pt x="1981" y="1844"/>
                  </a:cubicBezTo>
                  <a:cubicBezTo>
                    <a:pt x="1996" y="1833"/>
                    <a:pt x="2001" y="1830"/>
                    <a:pt x="2005" y="1830"/>
                  </a:cubicBezTo>
                  <a:cubicBezTo>
                    <a:pt x="2006" y="1830"/>
                    <a:pt x="2008" y="1831"/>
                    <a:pt x="2010" y="1832"/>
                  </a:cubicBezTo>
                  <a:cubicBezTo>
                    <a:pt x="1999" y="1846"/>
                    <a:pt x="1997" y="1852"/>
                    <a:pt x="2005" y="1852"/>
                  </a:cubicBezTo>
                  <a:cubicBezTo>
                    <a:pt x="2009" y="1852"/>
                    <a:pt x="2015" y="1850"/>
                    <a:pt x="2025" y="1847"/>
                  </a:cubicBezTo>
                  <a:lnTo>
                    <a:pt x="2025" y="1847"/>
                  </a:lnTo>
                  <a:cubicBezTo>
                    <a:pt x="2031" y="1850"/>
                    <a:pt x="2031" y="1850"/>
                    <a:pt x="2016" y="1869"/>
                  </a:cubicBezTo>
                  <a:lnTo>
                    <a:pt x="2025" y="1879"/>
                  </a:lnTo>
                  <a:cubicBezTo>
                    <a:pt x="2034" y="1872"/>
                    <a:pt x="2043" y="1869"/>
                    <a:pt x="2050" y="1869"/>
                  </a:cubicBezTo>
                  <a:cubicBezTo>
                    <a:pt x="2073" y="1869"/>
                    <a:pt x="2083" y="1900"/>
                    <a:pt x="2075" y="1919"/>
                  </a:cubicBezTo>
                  <a:cubicBezTo>
                    <a:pt x="2075" y="1919"/>
                    <a:pt x="2076" y="1921"/>
                    <a:pt x="2079" y="1921"/>
                  </a:cubicBezTo>
                  <a:cubicBezTo>
                    <a:pt x="2082" y="1921"/>
                    <a:pt x="2088" y="1919"/>
                    <a:pt x="2100" y="1910"/>
                  </a:cubicBezTo>
                  <a:cubicBezTo>
                    <a:pt x="2118" y="1893"/>
                    <a:pt x="2128" y="1885"/>
                    <a:pt x="2130" y="1885"/>
                  </a:cubicBezTo>
                  <a:lnTo>
                    <a:pt x="2130" y="1885"/>
                  </a:lnTo>
                  <a:cubicBezTo>
                    <a:pt x="2134" y="1885"/>
                    <a:pt x="2127" y="1896"/>
                    <a:pt x="2110" y="1916"/>
                  </a:cubicBezTo>
                  <a:cubicBezTo>
                    <a:pt x="2093" y="1937"/>
                    <a:pt x="2086" y="1948"/>
                    <a:pt x="2087" y="1948"/>
                  </a:cubicBezTo>
                  <a:cubicBezTo>
                    <a:pt x="2089" y="1948"/>
                    <a:pt x="2098" y="1939"/>
                    <a:pt x="2116" y="1922"/>
                  </a:cubicBezTo>
                  <a:cubicBezTo>
                    <a:pt x="2121" y="1919"/>
                    <a:pt x="2126" y="1917"/>
                    <a:pt x="2131" y="1917"/>
                  </a:cubicBezTo>
                  <a:cubicBezTo>
                    <a:pt x="2146" y="1917"/>
                    <a:pt x="2155" y="1936"/>
                    <a:pt x="2129" y="1963"/>
                  </a:cubicBezTo>
                  <a:lnTo>
                    <a:pt x="2097" y="2004"/>
                  </a:lnTo>
                  <a:cubicBezTo>
                    <a:pt x="2111" y="1993"/>
                    <a:pt x="2118" y="1991"/>
                    <a:pt x="2121" y="1991"/>
                  </a:cubicBezTo>
                  <a:cubicBezTo>
                    <a:pt x="2122" y="1991"/>
                    <a:pt x="2122" y="1991"/>
                    <a:pt x="2122" y="1991"/>
                  </a:cubicBezTo>
                  <a:cubicBezTo>
                    <a:pt x="2129" y="1983"/>
                    <a:pt x="2135" y="1980"/>
                    <a:pt x="2140" y="1980"/>
                  </a:cubicBezTo>
                  <a:cubicBezTo>
                    <a:pt x="2146" y="1980"/>
                    <a:pt x="2151" y="1985"/>
                    <a:pt x="2160" y="1991"/>
                  </a:cubicBezTo>
                  <a:cubicBezTo>
                    <a:pt x="2169" y="2001"/>
                    <a:pt x="2207" y="1998"/>
                    <a:pt x="2219" y="2007"/>
                  </a:cubicBezTo>
                  <a:cubicBezTo>
                    <a:pt x="2235" y="2016"/>
                    <a:pt x="2241" y="2035"/>
                    <a:pt x="2235" y="2054"/>
                  </a:cubicBezTo>
                  <a:cubicBezTo>
                    <a:pt x="2238" y="2056"/>
                    <a:pt x="2241" y="2057"/>
                    <a:pt x="2246" y="2057"/>
                  </a:cubicBezTo>
                  <a:cubicBezTo>
                    <a:pt x="2251" y="2057"/>
                    <a:pt x="2259" y="2056"/>
                    <a:pt x="2273" y="2051"/>
                  </a:cubicBezTo>
                  <a:cubicBezTo>
                    <a:pt x="2279" y="2045"/>
                    <a:pt x="2285" y="2043"/>
                    <a:pt x="2289" y="2043"/>
                  </a:cubicBezTo>
                  <a:cubicBezTo>
                    <a:pt x="2297" y="2043"/>
                    <a:pt x="2299" y="2051"/>
                    <a:pt x="2288" y="2063"/>
                  </a:cubicBezTo>
                  <a:lnTo>
                    <a:pt x="2295" y="2070"/>
                  </a:lnTo>
                  <a:cubicBezTo>
                    <a:pt x="2307" y="2063"/>
                    <a:pt x="2315" y="2062"/>
                    <a:pt x="2320" y="2062"/>
                  </a:cubicBezTo>
                  <a:cubicBezTo>
                    <a:pt x="2324" y="2062"/>
                    <a:pt x="2326" y="2063"/>
                    <a:pt x="2326" y="2063"/>
                  </a:cubicBezTo>
                  <a:cubicBezTo>
                    <a:pt x="2314" y="2078"/>
                    <a:pt x="2305" y="2097"/>
                    <a:pt x="2311" y="2097"/>
                  </a:cubicBezTo>
                  <a:cubicBezTo>
                    <a:pt x="2313" y="2097"/>
                    <a:pt x="2316" y="2095"/>
                    <a:pt x="2320" y="2092"/>
                  </a:cubicBezTo>
                  <a:cubicBezTo>
                    <a:pt x="2328" y="2081"/>
                    <a:pt x="2333" y="2077"/>
                    <a:pt x="2338" y="2077"/>
                  </a:cubicBezTo>
                  <a:cubicBezTo>
                    <a:pt x="2342" y="2077"/>
                    <a:pt x="2346" y="2081"/>
                    <a:pt x="2351" y="2085"/>
                  </a:cubicBezTo>
                  <a:cubicBezTo>
                    <a:pt x="2348" y="2112"/>
                    <a:pt x="2500" y="2241"/>
                    <a:pt x="2534" y="2241"/>
                  </a:cubicBezTo>
                  <a:cubicBezTo>
                    <a:pt x="2536" y="2241"/>
                    <a:pt x="2538" y="2240"/>
                    <a:pt x="2539" y="2239"/>
                  </a:cubicBezTo>
                  <a:lnTo>
                    <a:pt x="2555" y="2255"/>
                  </a:lnTo>
                  <a:lnTo>
                    <a:pt x="2574" y="2267"/>
                  </a:lnTo>
                  <a:cubicBezTo>
                    <a:pt x="2550" y="2295"/>
                    <a:pt x="2567" y="2304"/>
                    <a:pt x="2590" y="2304"/>
                  </a:cubicBezTo>
                  <a:cubicBezTo>
                    <a:pt x="2598" y="2304"/>
                    <a:pt x="2607" y="2303"/>
                    <a:pt x="2614" y="2302"/>
                  </a:cubicBezTo>
                  <a:cubicBezTo>
                    <a:pt x="2625" y="2294"/>
                    <a:pt x="2632" y="2291"/>
                    <a:pt x="2637" y="2291"/>
                  </a:cubicBezTo>
                  <a:cubicBezTo>
                    <a:pt x="2642" y="2291"/>
                    <a:pt x="2644" y="2294"/>
                    <a:pt x="2646" y="2295"/>
                  </a:cubicBezTo>
                  <a:cubicBezTo>
                    <a:pt x="2621" y="2328"/>
                    <a:pt x="2627" y="2342"/>
                    <a:pt x="2644" y="2342"/>
                  </a:cubicBezTo>
                  <a:cubicBezTo>
                    <a:pt x="2648" y="2342"/>
                    <a:pt x="2653" y="2341"/>
                    <a:pt x="2658" y="2339"/>
                  </a:cubicBezTo>
                  <a:cubicBezTo>
                    <a:pt x="2675" y="2322"/>
                    <a:pt x="2685" y="2314"/>
                    <a:pt x="2689" y="2314"/>
                  </a:cubicBezTo>
                  <a:cubicBezTo>
                    <a:pt x="2692" y="2314"/>
                    <a:pt x="2686" y="2325"/>
                    <a:pt x="2671" y="2346"/>
                  </a:cubicBezTo>
                  <a:cubicBezTo>
                    <a:pt x="2654" y="2367"/>
                    <a:pt x="2649" y="2380"/>
                    <a:pt x="2656" y="2380"/>
                  </a:cubicBezTo>
                  <a:cubicBezTo>
                    <a:pt x="2662" y="2380"/>
                    <a:pt x="2678" y="2369"/>
                    <a:pt x="2705" y="2346"/>
                  </a:cubicBezTo>
                  <a:cubicBezTo>
                    <a:pt x="2715" y="2339"/>
                    <a:pt x="2720" y="2335"/>
                    <a:pt x="2723" y="2335"/>
                  </a:cubicBezTo>
                  <a:cubicBezTo>
                    <a:pt x="2725" y="2335"/>
                    <a:pt x="2723" y="2341"/>
                    <a:pt x="2718" y="2355"/>
                  </a:cubicBezTo>
                  <a:cubicBezTo>
                    <a:pt x="2702" y="2383"/>
                    <a:pt x="2697" y="2394"/>
                    <a:pt x="2700" y="2394"/>
                  </a:cubicBezTo>
                  <a:cubicBezTo>
                    <a:pt x="2702" y="2394"/>
                    <a:pt x="2706" y="2390"/>
                    <a:pt x="2711" y="2383"/>
                  </a:cubicBezTo>
                  <a:cubicBezTo>
                    <a:pt x="2728" y="2366"/>
                    <a:pt x="2739" y="2358"/>
                    <a:pt x="2743" y="2358"/>
                  </a:cubicBezTo>
                  <a:cubicBezTo>
                    <a:pt x="2748" y="2358"/>
                    <a:pt x="2743" y="2371"/>
                    <a:pt x="2727" y="2396"/>
                  </a:cubicBezTo>
                  <a:cubicBezTo>
                    <a:pt x="2717" y="2421"/>
                    <a:pt x="2712" y="2433"/>
                    <a:pt x="2716" y="2433"/>
                  </a:cubicBezTo>
                  <a:cubicBezTo>
                    <a:pt x="2719" y="2433"/>
                    <a:pt x="2729" y="2424"/>
                    <a:pt x="2746" y="2408"/>
                  </a:cubicBezTo>
                  <a:cubicBezTo>
                    <a:pt x="2758" y="2396"/>
                    <a:pt x="2769" y="2390"/>
                    <a:pt x="2777" y="2390"/>
                  </a:cubicBezTo>
                  <a:cubicBezTo>
                    <a:pt x="2790" y="2390"/>
                    <a:pt x="2793" y="2408"/>
                    <a:pt x="2777" y="2436"/>
                  </a:cubicBezTo>
                  <a:cubicBezTo>
                    <a:pt x="2782" y="2439"/>
                    <a:pt x="2776" y="2453"/>
                    <a:pt x="2779" y="2453"/>
                  </a:cubicBezTo>
                  <a:cubicBezTo>
                    <a:pt x="2780" y="2453"/>
                    <a:pt x="2782" y="2451"/>
                    <a:pt x="2787" y="2446"/>
                  </a:cubicBezTo>
                  <a:lnTo>
                    <a:pt x="2787" y="2446"/>
                  </a:lnTo>
                  <a:lnTo>
                    <a:pt x="2777" y="2468"/>
                  </a:lnTo>
                  <a:lnTo>
                    <a:pt x="2787" y="2477"/>
                  </a:lnTo>
                  <a:lnTo>
                    <a:pt x="2802" y="2458"/>
                  </a:lnTo>
                  <a:cubicBezTo>
                    <a:pt x="2818" y="2490"/>
                    <a:pt x="2840" y="2515"/>
                    <a:pt x="2862" y="2540"/>
                  </a:cubicBezTo>
                  <a:cubicBezTo>
                    <a:pt x="2900" y="2572"/>
                    <a:pt x="2919" y="2588"/>
                    <a:pt x="2930" y="2588"/>
                  </a:cubicBezTo>
                  <a:cubicBezTo>
                    <a:pt x="2936" y="2588"/>
                    <a:pt x="2940" y="2583"/>
                    <a:pt x="2943" y="2574"/>
                  </a:cubicBezTo>
                  <a:cubicBezTo>
                    <a:pt x="2955" y="2555"/>
                    <a:pt x="2963" y="2546"/>
                    <a:pt x="2967" y="2546"/>
                  </a:cubicBezTo>
                  <a:cubicBezTo>
                    <a:pt x="2972" y="2546"/>
                    <a:pt x="2968" y="2559"/>
                    <a:pt x="2953" y="2584"/>
                  </a:cubicBezTo>
                  <a:cubicBezTo>
                    <a:pt x="2959" y="2587"/>
                    <a:pt x="2956" y="2615"/>
                    <a:pt x="2965" y="2624"/>
                  </a:cubicBezTo>
                  <a:cubicBezTo>
                    <a:pt x="2975" y="2634"/>
                    <a:pt x="2987" y="2643"/>
                    <a:pt x="2972" y="2662"/>
                  </a:cubicBezTo>
                  <a:lnTo>
                    <a:pt x="2978" y="2665"/>
                  </a:lnTo>
                  <a:cubicBezTo>
                    <a:pt x="2990" y="2657"/>
                    <a:pt x="3002" y="2653"/>
                    <a:pt x="3012" y="2653"/>
                  </a:cubicBezTo>
                  <a:cubicBezTo>
                    <a:pt x="3035" y="2653"/>
                    <a:pt x="3050" y="2672"/>
                    <a:pt x="3050" y="2696"/>
                  </a:cubicBezTo>
                  <a:cubicBezTo>
                    <a:pt x="3057" y="2702"/>
                    <a:pt x="3062" y="2705"/>
                    <a:pt x="3070" y="2705"/>
                  </a:cubicBezTo>
                  <a:cubicBezTo>
                    <a:pt x="3076" y="2705"/>
                    <a:pt x="3083" y="2704"/>
                    <a:pt x="3094" y="2700"/>
                  </a:cubicBezTo>
                  <a:cubicBezTo>
                    <a:pt x="3104" y="2694"/>
                    <a:pt x="3110" y="2691"/>
                    <a:pt x="3113" y="2691"/>
                  </a:cubicBezTo>
                  <a:cubicBezTo>
                    <a:pt x="3117" y="2691"/>
                    <a:pt x="3115" y="2697"/>
                    <a:pt x="3109" y="2712"/>
                  </a:cubicBezTo>
                  <a:cubicBezTo>
                    <a:pt x="3098" y="2726"/>
                    <a:pt x="3105" y="2753"/>
                    <a:pt x="3119" y="2753"/>
                  </a:cubicBezTo>
                  <a:cubicBezTo>
                    <a:pt x="3125" y="2753"/>
                    <a:pt x="3133" y="2749"/>
                    <a:pt x="3141" y="2737"/>
                  </a:cubicBezTo>
                  <a:lnTo>
                    <a:pt x="3141" y="2737"/>
                  </a:lnTo>
                  <a:lnTo>
                    <a:pt x="3131" y="2762"/>
                  </a:lnTo>
                  <a:cubicBezTo>
                    <a:pt x="3128" y="2772"/>
                    <a:pt x="3129" y="2775"/>
                    <a:pt x="3132" y="2775"/>
                  </a:cubicBezTo>
                  <a:cubicBezTo>
                    <a:pt x="3137" y="2775"/>
                    <a:pt x="3150" y="2765"/>
                    <a:pt x="3160" y="2753"/>
                  </a:cubicBezTo>
                  <a:cubicBezTo>
                    <a:pt x="3173" y="2736"/>
                    <a:pt x="3181" y="2726"/>
                    <a:pt x="3183" y="2726"/>
                  </a:cubicBezTo>
                  <a:lnTo>
                    <a:pt x="3183" y="2726"/>
                  </a:lnTo>
                  <a:cubicBezTo>
                    <a:pt x="3186" y="2726"/>
                    <a:pt x="3177" y="2743"/>
                    <a:pt x="3153" y="2781"/>
                  </a:cubicBezTo>
                  <a:cubicBezTo>
                    <a:pt x="3134" y="2804"/>
                    <a:pt x="3129" y="2816"/>
                    <a:pt x="3132" y="2816"/>
                  </a:cubicBezTo>
                  <a:cubicBezTo>
                    <a:pt x="3133" y="2816"/>
                    <a:pt x="3138" y="2811"/>
                    <a:pt x="3144" y="2803"/>
                  </a:cubicBezTo>
                  <a:cubicBezTo>
                    <a:pt x="3156" y="2795"/>
                    <a:pt x="3169" y="2786"/>
                    <a:pt x="3175" y="2786"/>
                  </a:cubicBezTo>
                  <a:cubicBezTo>
                    <a:pt x="3178" y="2786"/>
                    <a:pt x="3179" y="2789"/>
                    <a:pt x="3175" y="2797"/>
                  </a:cubicBezTo>
                  <a:cubicBezTo>
                    <a:pt x="3177" y="2799"/>
                    <a:pt x="3179" y="2801"/>
                    <a:pt x="3182" y="2801"/>
                  </a:cubicBezTo>
                  <a:cubicBezTo>
                    <a:pt x="3187" y="2801"/>
                    <a:pt x="3195" y="2794"/>
                    <a:pt x="3216" y="2769"/>
                  </a:cubicBezTo>
                  <a:cubicBezTo>
                    <a:pt x="3225" y="2756"/>
                    <a:pt x="3231" y="2753"/>
                    <a:pt x="3235" y="2753"/>
                  </a:cubicBezTo>
                  <a:cubicBezTo>
                    <a:pt x="3239" y="2753"/>
                    <a:pt x="3242" y="2755"/>
                    <a:pt x="3244" y="2756"/>
                  </a:cubicBezTo>
                  <a:cubicBezTo>
                    <a:pt x="3235" y="2772"/>
                    <a:pt x="3222" y="2781"/>
                    <a:pt x="3207" y="2791"/>
                  </a:cubicBezTo>
                  <a:lnTo>
                    <a:pt x="3216" y="2800"/>
                  </a:lnTo>
                  <a:cubicBezTo>
                    <a:pt x="3222" y="2806"/>
                    <a:pt x="3219" y="2834"/>
                    <a:pt x="3203" y="2853"/>
                  </a:cubicBezTo>
                  <a:cubicBezTo>
                    <a:pt x="3198" y="2865"/>
                    <a:pt x="3196" y="2871"/>
                    <a:pt x="3198" y="2871"/>
                  </a:cubicBezTo>
                  <a:cubicBezTo>
                    <a:pt x="3201" y="2871"/>
                    <a:pt x="3209" y="2861"/>
                    <a:pt x="3222" y="2838"/>
                  </a:cubicBezTo>
                  <a:cubicBezTo>
                    <a:pt x="3245" y="2811"/>
                    <a:pt x="3251" y="2803"/>
                    <a:pt x="3257" y="2803"/>
                  </a:cubicBezTo>
                  <a:cubicBezTo>
                    <a:pt x="3260" y="2803"/>
                    <a:pt x="3263" y="2804"/>
                    <a:pt x="3266" y="2806"/>
                  </a:cubicBezTo>
                  <a:cubicBezTo>
                    <a:pt x="3269" y="2812"/>
                    <a:pt x="3276" y="2816"/>
                    <a:pt x="3260" y="2838"/>
                  </a:cubicBezTo>
                  <a:cubicBezTo>
                    <a:pt x="3244" y="2856"/>
                    <a:pt x="3244" y="2856"/>
                    <a:pt x="3257" y="2866"/>
                  </a:cubicBezTo>
                  <a:cubicBezTo>
                    <a:pt x="3259" y="2867"/>
                    <a:pt x="3261" y="2868"/>
                    <a:pt x="3264" y="2868"/>
                  </a:cubicBezTo>
                  <a:cubicBezTo>
                    <a:pt x="3286" y="2868"/>
                    <a:pt x="3339" y="2827"/>
                    <a:pt x="3373" y="2797"/>
                  </a:cubicBezTo>
                  <a:cubicBezTo>
                    <a:pt x="3388" y="2777"/>
                    <a:pt x="3396" y="2767"/>
                    <a:pt x="3397" y="2767"/>
                  </a:cubicBezTo>
                  <a:lnTo>
                    <a:pt x="3397" y="2767"/>
                  </a:lnTo>
                  <a:cubicBezTo>
                    <a:pt x="3397" y="2767"/>
                    <a:pt x="3390" y="2778"/>
                    <a:pt x="3376" y="2800"/>
                  </a:cubicBezTo>
                  <a:cubicBezTo>
                    <a:pt x="3360" y="2822"/>
                    <a:pt x="3366" y="2825"/>
                    <a:pt x="3373" y="2831"/>
                  </a:cubicBezTo>
                  <a:cubicBezTo>
                    <a:pt x="3378" y="2824"/>
                    <a:pt x="3380" y="2822"/>
                    <a:pt x="3380" y="2822"/>
                  </a:cubicBezTo>
                  <a:lnTo>
                    <a:pt x="3380" y="2822"/>
                  </a:lnTo>
                  <a:cubicBezTo>
                    <a:pt x="3381" y="2822"/>
                    <a:pt x="3376" y="2832"/>
                    <a:pt x="3373" y="2832"/>
                  </a:cubicBezTo>
                  <a:cubicBezTo>
                    <a:pt x="3373" y="2832"/>
                    <a:pt x="3373" y="2831"/>
                    <a:pt x="3373" y="2831"/>
                  </a:cubicBezTo>
                  <a:cubicBezTo>
                    <a:pt x="3364" y="2841"/>
                    <a:pt x="3359" y="2844"/>
                    <a:pt x="3354" y="2844"/>
                  </a:cubicBezTo>
                  <a:cubicBezTo>
                    <a:pt x="3350" y="2844"/>
                    <a:pt x="3347" y="2842"/>
                    <a:pt x="3345" y="2841"/>
                  </a:cubicBezTo>
                  <a:lnTo>
                    <a:pt x="3329" y="2859"/>
                  </a:lnTo>
                  <a:cubicBezTo>
                    <a:pt x="3315" y="2884"/>
                    <a:pt x="3310" y="2897"/>
                    <a:pt x="3316" y="2897"/>
                  </a:cubicBezTo>
                  <a:cubicBezTo>
                    <a:pt x="3320" y="2897"/>
                    <a:pt x="3330" y="2890"/>
                    <a:pt x="3345" y="2875"/>
                  </a:cubicBezTo>
                  <a:cubicBezTo>
                    <a:pt x="3355" y="2868"/>
                    <a:pt x="3360" y="2864"/>
                    <a:pt x="3362" y="2864"/>
                  </a:cubicBezTo>
                  <a:lnTo>
                    <a:pt x="3362" y="2864"/>
                  </a:lnTo>
                  <a:cubicBezTo>
                    <a:pt x="3364" y="2864"/>
                    <a:pt x="3362" y="2870"/>
                    <a:pt x="3357" y="2881"/>
                  </a:cubicBezTo>
                  <a:cubicBezTo>
                    <a:pt x="3350" y="2900"/>
                    <a:pt x="3341" y="2919"/>
                    <a:pt x="3344" y="2919"/>
                  </a:cubicBezTo>
                  <a:cubicBezTo>
                    <a:pt x="3345" y="2919"/>
                    <a:pt x="3347" y="2917"/>
                    <a:pt x="3351" y="2913"/>
                  </a:cubicBezTo>
                  <a:cubicBezTo>
                    <a:pt x="3351" y="2913"/>
                    <a:pt x="3363" y="2919"/>
                    <a:pt x="3351" y="2944"/>
                  </a:cubicBezTo>
                  <a:cubicBezTo>
                    <a:pt x="3357" y="2949"/>
                    <a:pt x="3361" y="2952"/>
                    <a:pt x="3366" y="2952"/>
                  </a:cubicBezTo>
                  <a:cubicBezTo>
                    <a:pt x="3371" y="2952"/>
                    <a:pt x="3377" y="2948"/>
                    <a:pt x="3385" y="2938"/>
                  </a:cubicBezTo>
                  <a:cubicBezTo>
                    <a:pt x="3394" y="2927"/>
                    <a:pt x="3399" y="2924"/>
                    <a:pt x="3403" y="2924"/>
                  </a:cubicBezTo>
                  <a:cubicBezTo>
                    <a:pt x="3405" y="2924"/>
                    <a:pt x="3408" y="2926"/>
                    <a:pt x="3410" y="2928"/>
                  </a:cubicBezTo>
                  <a:cubicBezTo>
                    <a:pt x="3413" y="2930"/>
                    <a:pt x="3415" y="2931"/>
                    <a:pt x="3417" y="2931"/>
                  </a:cubicBezTo>
                  <a:cubicBezTo>
                    <a:pt x="3421" y="2931"/>
                    <a:pt x="3426" y="2928"/>
                    <a:pt x="3435" y="2916"/>
                  </a:cubicBezTo>
                  <a:cubicBezTo>
                    <a:pt x="3448" y="2901"/>
                    <a:pt x="3464" y="2888"/>
                    <a:pt x="3475" y="2888"/>
                  </a:cubicBezTo>
                  <a:cubicBezTo>
                    <a:pt x="3478" y="2888"/>
                    <a:pt x="3480" y="2889"/>
                    <a:pt x="3482" y="2891"/>
                  </a:cubicBezTo>
                  <a:cubicBezTo>
                    <a:pt x="3492" y="2886"/>
                    <a:pt x="3499" y="2884"/>
                    <a:pt x="3502" y="2884"/>
                  </a:cubicBezTo>
                  <a:cubicBezTo>
                    <a:pt x="3508" y="2884"/>
                    <a:pt x="3502" y="2894"/>
                    <a:pt x="3486" y="2922"/>
                  </a:cubicBezTo>
                  <a:cubicBezTo>
                    <a:pt x="3470" y="2944"/>
                    <a:pt x="3473" y="2947"/>
                    <a:pt x="3479" y="2953"/>
                  </a:cubicBezTo>
                  <a:cubicBezTo>
                    <a:pt x="3479" y="2953"/>
                    <a:pt x="3486" y="2957"/>
                    <a:pt x="3476" y="2982"/>
                  </a:cubicBezTo>
                  <a:cubicBezTo>
                    <a:pt x="3472" y="2989"/>
                    <a:pt x="3471" y="2992"/>
                    <a:pt x="3472" y="2992"/>
                  </a:cubicBezTo>
                  <a:cubicBezTo>
                    <a:pt x="3474" y="2992"/>
                    <a:pt x="3484" y="2979"/>
                    <a:pt x="3495" y="2966"/>
                  </a:cubicBezTo>
                  <a:cubicBezTo>
                    <a:pt x="3511" y="2944"/>
                    <a:pt x="3526" y="2925"/>
                    <a:pt x="3526" y="2925"/>
                  </a:cubicBezTo>
                  <a:lnTo>
                    <a:pt x="3526" y="2925"/>
                  </a:lnTo>
                  <a:cubicBezTo>
                    <a:pt x="3533" y="2932"/>
                    <a:pt x="3507" y="2975"/>
                    <a:pt x="3492" y="2994"/>
                  </a:cubicBezTo>
                  <a:cubicBezTo>
                    <a:pt x="3479" y="3017"/>
                    <a:pt x="3473" y="3028"/>
                    <a:pt x="3473" y="3028"/>
                  </a:cubicBezTo>
                  <a:cubicBezTo>
                    <a:pt x="3474" y="3028"/>
                    <a:pt x="3481" y="3017"/>
                    <a:pt x="3495" y="2997"/>
                  </a:cubicBezTo>
                  <a:cubicBezTo>
                    <a:pt x="3504" y="2986"/>
                    <a:pt x="3516" y="2976"/>
                    <a:pt x="3523" y="2976"/>
                  </a:cubicBezTo>
                  <a:cubicBezTo>
                    <a:pt x="3528" y="2976"/>
                    <a:pt x="3531" y="2980"/>
                    <a:pt x="3529" y="2991"/>
                  </a:cubicBezTo>
                  <a:cubicBezTo>
                    <a:pt x="3539" y="3000"/>
                    <a:pt x="3548" y="3010"/>
                    <a:pt x="3533" y="3029"/>
                  </a:cubicBezTo>
                  <a:cubicBezTo>
                    <a:pt x="3528" y="3040"/>
                    <a:pt x="3530" y="3043"/>
                    <a:pt x="3534" y="3043"/>
                  </a:cubicBezTo>
                  <a:cubicBezTo>
                    <a:pt x="3538" y="3043"/>
                    <a:pt x="3545" y="3038"/>
                    <a:pt x="3545" y="3038"/>
                  </a:cubicBezTo>
                  <a:cubicBezTo>
                    <a:pt x="3553" y="3033"/>
                    <a:pt x="3558" y="3030"/>
                    <a:pt x="3562" y="3030"/>
                  </a:cubicBezTo>
                  <a:cubicBezTo>
                    <a:pt x="3569" y="3030"/>
                    <a:pt x="3571" y="3040"/>
                    <a:pt x="3573" y="3060"/>
                  </a:cubicBezTo>
                  <a:cubicBezTo>
                    <a:pt x="3570" y="3095"/>
                    <a:pt x="3568" y="3110"/>
                    <a:pt x="3573" y="3110"/>
                  </a:cubicBezTo>
                  <a:cubicBezTo>
                    <a:pt x="3577" y="3110"/>
                    <a:pt x="3584" y="3100"/>
                    <a:pt x="3598" y="3082"/>
                  </a:cubicBezTo>
                  <a:cubicBezTo>
                    <a:pt x="3607" y="3072"/>
                    <a:pt x="3616" y="3061"/>
                    <a:pt x="3617" y="3061"/>
                  </a:cubicBezTo>
                  <a:lnTo>
                    <a:pt x="3617" y="3061"/>
                  </a:lnTo>
                  <a:cubicBezTo>
                    <a:pt x="3619" y="3061"/>
                    <a:pt x="3616" y="3068"/>
                    <a:pt x="3605" y="3088"/>
                  </a:cubicBezTo>
                  <a:cubicBezTo>
                    <a:pt x="3601" y="3097"/>
                    <a:pt x="3602" y="3100"/>
                    <a:pt x="3606" y="3100"/>
                  </a:cubicBezTo>
                  <a:cubicBezTo>
                    <a:pt x="3612" y="3100"/>
                    <a:pt x="3625" y="3093"/>
                    <a:pt x="3642" y="3085"/>
                  </a:cubicBezTo>
                  <a:cubicBezTo>
                    <a:pt x="3667" y="3063"/>
                    <a:pt x="3689" y="3038"/>
                    <a:pt x="3708" y="3010"/>
                  </a:cubicBezTo>
                  <a:cubicBezTo>
                    <a:pt x="3725" y="2990"/>
                    <a:pt x="3733" y="2980"/>
                    <a:pt x="3736" y="2980"/>
                  </a:cubicBezTo>
                  <a:cubicBezTo>
                    <a:pt x="3738" y="2980"/>
                    <a:pt x="3738" y="2987"/>
                    <a:pt x="3736" y="3000"/>
                  </a:cubicBezTo>
                  <a:cubicBezTo>
                    <a:pt x="3739" y="3004"/>
                    <a:pt x="3730" y="3029"/>
                    <a:pt x="3714" y="3047"/>
                  </a:cubicBezTo>
                  <a:cubicBezTo>
                    <a:pt x="3704" y="3061"/>
                    <a:pt x="3698" y="3064"/>
                    <a:pt x="3695" y="3064"/>
                  </a:cubicBezTo>
                  <a:cubicBezTo>
                    <a:pt x="3693" y="3064"/>
                    <a:pt x="3692" y="3063"/>
                    <a:pt x="3692" y="3063"/>
                  </a:cubicBezTo>
                  <a:lnTo>
                    <a:pt x="3689" y="3060"/>
                  </a:lnTo>
                  <a:cubicBezTo>
                    <a:pt x="3674" y="3079"/>
                    <a:pt x="3658" y="3098"/>
                    <a:pt x="3667" y="3107"/>
                  </a:cubicBezTo>
                  <a:cubicBezTo>
                    <a:pt x="3662" y="3121"/>
                    <a:pt x="3662" y="3129"/>
                    <a:pt x="3665" y="3129"/>
                  </a:cubicBezTo>
                  <a:cubicBezTo>
                    <a:pt x="3668" y="3129"/>
                    <a:pt x="3673" y="3124"/>
                    <a:pt x="3680" y="3116"/>
                  </a:cubicBezTo>
                  <a:lnTo>
                    <a:pt x="3680" y="3116"/>
                  </a:lnTo>
                  <a:cubicBezTo>
                    <a:pt x="3670" y="3132"/>
                    <a:pt x="3674" y="3151"/>
                    <a:pt x="3689" y="3157"/>
                  </a:cubicBezTo>
                  <a:cubicBezTo>
                    <a:pt x="3708" y="3167"/>
                    <a:pt x="3714" y="3189"/>
                    <a:pt x="3708" y="3204"/>
                  </a:cubicBezTo>
                  <a:cubicBezTo>
                    <a:pt x="3713" y="3209"/>
                    <a:pt x="3717" y="3213"/>
                    <a:pt x="3721" y="3213"/>
                  </a:cubicBezTo>
                  <a:cubicBezTo>
                    <a:pt x="3726" y="3213"/>
                    <a:pt x="3732" y="3209"/>
                    <a:pt x="3739" y="3198"/>
                  </a:cubicBezTo>
                  <a:cubicBezTo>
                    <a:pt x="3757" y="3177"/>
                    <a:pt x="3766" y="3169"/>
                    <a:pt x="3767" y="3169"/>
                  </a:cubicBezTo>
                  <a:lnTo>
                    <a:pt x="3767" y="3169"/>
                  </a:lnTo>
                  <a:cubicBezTo>
                    <a:pt x="3768" y="3169"/>
                    <a:pt x="3765" y="3174"/>
                    <a:pt x="3758" y="3182"/>
                  </a:cubicBezTo>
                  <a:cubicBezTo>
                    <a:pt x="3737" y="3219"/>
                    <a:pt x="3770" y="3279"/>
                    <a:pt x="3804" y="3279"/>
                  </a:cubicBezTo>
                  <a:cubicBezTo>
                    <a:pt x="3811" y="3279"/>
                    <a:pt x="3818" y="3276"/>
                    <a:pt x="3824" y="3270"/>
                  </a:cubicBezTo>
                  <a:lnTo>
                    <a:pt x="3837" y="3279"/>
                  </a:lnTo>
                  <a:cubicBezTo>
                    <a:pt x="3831" y="3302"/>
                    <a:pt x="3851" y="3323"/>
                    <a:pt x="3871" y="3323"/>
                  </a:cubicBezTo>
                  <a:cubicBezTo>
                    <a:pt x="3875" y="3323"/>
                    <a:pt x="3880" y="3322"/>
                    <a:pt x="3884" y="3320"/>
                  </a:cubicBezTo>
                  <a:lnTo>
                    <a:pt x="3899" y="3333"/>
                  </a:lnTo>
                  <a:cubicBezTo>
                    <a:pt x="3897" y="3350"/>
                    <a:pt x="3898" y="3358"/>
                    <a:pt x="3903" y="3358"/>
                  </a:cubicBezTo>
                  <a:cubicBezTo>
                    <a:pt x="3907" y="3358"/>
                    <a:pt x="3913" y="3354"/>
                    <a:pt x="3921" y="3348"/>
                  </a:cubicBezTo>
                  <a:cubicBezTo>
                    <a:pt x="3936" y="3340"/>
                    <a:pt x="3949" y="3326"/>
                    <a:pt x="3949" y="3326"/>
                  </a:cubicBezTo>
                  <a:lnTo>
                    <a:pt x="3949" y="3326"/>
                  </a:lnTo>
                  <a:cubicBezTo>
                    <a:pt x="3950" y="3326"/>
                    <a:pt x="3948" y="3329"/>
                    <a:pt x="3943" y="3336"/>
                  </a:cubicBezTo>
                  <a:cubicBezTo>
                    <a:pt x="3927" y="3355"/>
                    <a:pt x="3937" y="3364"/>
                    <a:pt x="3959" y="3380"/>
                  </a:cubicBezTo>
                  <a:cubicBezTo>
                    <a:pt x="3969" y="3388"/>
                    <a:pt x="3974" y="3393"/>
                    <a:pt x="3978" y="3393"/>
                  </a:cubicBezTo>
                  <a:cubicBezTo>
                    <a:pt x="3983" y="3393"/>
                    <a:pt x="3985" y="3387"/>
                    <a:pt x="3990" y="3373"/>
                  </a:cubicBezTo>
                  <a:cubicBezTo>
                    <a:pt x="4028" y="3373"/>
                    <a:pt x="4012" y="3392"/>
                    <a:pt x="3996" y="3411"/>
                  </a:cubicBezTo>
                  <a:cubicBezTo>
                    <a:pt x="3978" y="3429"/>
                    <a:pt x="3971" y="3440"/>
                    <a:pt x="3976" y="3440"/>
                  </a:cubicBezTo>
                  <a:cubicBezTo>
                    <a:pt x="3980" y="3440"/>
                    <a:pt x="3996" y="3429"/>
                    <a:pt x="4021" y="3402"/>
                  </a:cubicBezTo>
                  <a:cubicBezTo>
                    <a:pt x="4040" y="3384"/>
                    <a:pt x="4052" y="3377"/>
                    <a:pt x="4057" y="3377"/>
                  </a:cubicBezTo>
                  <a:cubicBezTo>
                    <a:pt x="4062" y="3377"/>
                    <a:pt x="4061" y="3384"/>
                    <a:pt x="4053" y="3395"/>
                  </a:cubicBezTo>
                  <a:cubicBezTo>
                    <a:pt x="4046" y="3406"/>
                    <a:pt x="4041" y="3410"/>
                    <a:pt x="4036" y="3410"/>
                  </a:cubicBezTo>
                  <a:cubicBezTo>
                    <a:pt x="4033" y="3410"/>
                    <a:pt x="4030" y="3407"/>
                    <a:pt x="4028" y="3405"/>
                  </a:cubicBezTo>
                  <a:lnTo>
                    <a:pt x="3996" y="3445"/>
                  </a:lnTo>
                  <a:cubicBezTo>
                    <a:pt x="3998" y="3446"/>
                    <a:pt x="4000" y="3447"/>
                    <a:pt x="4001" y="3447"/>
                  </a:cubicBezTo>
                  <a:cubicBezTo>
                    <a:pt x="4005" y="3447"/>
                    <a:pt x="4009" y="3444"/>
                    <a:pt x="4025" y="3433"/>
                  </a:cubicBezTo>
                  <a:cubicBezTo>
                    <a:pt x="4025" y="3433"/>
                    <a:pt x="4025" y="3434"/>
                    <a:pt x="4028" y="3434"/>
                  </a:cubicBezTo>
                  <a:cubicBezTo>
                    <a:pt x="4031" y="3434"/>
                    <a:pt x="4037" y="3432"/>
                    <a:pt x="4050" y="3424"/>
                  </a:cubicBezTo>
                  <a:cubicBezTo>
                    <a:pt x="4072" y="3408"/>
                    <a:pt x="4087" y="3389"/>
                    <a:pt x="4097" y="3364"/>
                  </a:cubicBezTo>
                  <a:cubicBezTo>
                    <a:pt x="4102" y="3349"/>
                    <a:pt x="4107" y="3345"/>
                    <a:pt x="4111" y="3345"/>
                  </a:cubicBezTo>
                  <a:cubicBezTo>
                    <a:pt x="4113" y="3345"/>
                    <a:pt x="4116" y="3347"/>
                    <a:pt x="4119" y="3348"/>
                  </a:cubicBezTo>
                  <a:cubicBezTo>
                    <a:pt x="4112" y="3373"/>
                    <a:pt x="4097" y="3398"/>
                    <a:pt x="4075" y="3411"/>
                  </a:cubicBezTo>
                  <a:cubicBezTo>
                    <a:pt x="4074" y="3411"/>
                    <a:pt x="4074" y="3411"/>
                    <a:pt x="4074" y="3411"/>
                  </a:cubicBezTo>
                  <a:cubicBezTo>
                    <a:pt x="4069" y="3411"/>
                    <a:pt x="4055" y="3428"/>
                    <a:pt x="4040" y="3449"/>
                  </a:cubicBezTo>
                  <a:cubicBezTo>
                    <a:pt x="4036" y="3454"/>
                    <a:pt x="4037" y="3456"/>
                    <a:pt x="4042" y="3456"/>
                  </a:cubicBezTo>
                  <a:cubicBezTo>
                    <a:pt x="4054" y="3456"/>
                    <a:pt x="4091" y="3439"/>
                    <a:pt x="4119" y="3414"/>
                  </a:cubicBezTo>
                  <a:lnTo>
                    <a:pt x="4119" y="3414"/>
                  </a:lnTo>
                  <a:lnTo>
                    <a:pt x="4103" y="3436"/>
                  </a:lnTo>
                  <a:cubicBezTo>
                    <a:pt x="4087" y="3455"/>
                    <a:pt x="4097" y="3464"/>
                    <a:pt x="4109" y="3474"/>
                  </a:cubicBezTo>
                  <a:cubicBezTo>
                    <a:pt x="4114" y="3477"/>
                    <a:pt x="4117" y="3480"/>
                    <a:pt x="4122" y="3480"/>
                  </a:cubicBezTo>
                  <a:cubicBezTo>
                    <a:pt x="4127" y="3480"/>
                    <a:pt x="4132" y="3476"/>
                    <a:pt x="4141" y="3464"/>
                  </a:cubicBezTo>
                  <a:cubicBezTo>
                    <a:pt x="4155" y="3447"/>
                    <a:pt x="4170" y="3429"/>
                    <a:pt x="4177" y="3429"/>
                  </a:cubicBezTo>
                  <a:cubicBezTo>
                    <a:pt x="4177" y="3429"/>
                    <a:pt x="4178" y="3430"/>
                    <a:pt x="4178" y="3430"/>
                  </a:cubicBezTo>
                  <a:cubicBezTo>
                    <a:pt x="4172" y="3427"/>
                    <a:pt x="4188" y="3405"/>
                    <a:pt x="4203" y="3386"/>
                  </a:cubicBezTo>
                  <a:lnTo>
                    <a:pt x="4203" y="3386"/>
                  </a:lnTo>
                  <a:cubicBezTo>
                    <a:pt x="4200" y="3405"/>
                    <a:pt x="4194" y="3424"/>
                    <a:pt x="4188" y="3439"/>
                  </a:cubicBezTo>
                  <a:cubicBezTo>
                    <a:pt x="4166" y="3489"/>
                    <a:pt x="4162" y="3518"/>
                    <a:pt x="4184" y="3533"/>
                  </a:cubicBezTo>
                  <a:cubicBezTo>
                    <a:pt x="4200" y="3543"/>
                    <a:pt x="4206" y="3565"/>
                    <a:pt x="4200" y="3580"/>
                  </a:cubicBezTo>
                  <a:cubicBezTo>
                    <a:pt x="4204" y="3585"/>
                    <a:pt x="4208" y="3588"/>
                    <a:pt x="4213" y="3588"/>
                  </a:cubicBezTo>
                  <a:cubicBezTo>
                    <a:pt x="4217" y="3588"/>
                    <a:pt x="4223" y="3584"/>
                    <a:pt x="4231" y="3574"/>
                  </a:cubicBezTo>
                  <a:lnTo>
                    <a:pt x="4244" y="3583"/>
                  </a:lnTo>
                  <a:cubicBezTo>
                    <a:pt x="4236" y="3599"/>
                    <a:pt x="4238" y="3608"/>
                    <a:pt x="4244" y="3608"/>
                  </a:cubicBezTo>
                  <a:cubicBezTo>
                    <a:pt x="4248" y="3608"/>
                    <a:pt x="4254" y="3604"/>
                    <a:pt x="4260" y="3596"/>
                  </a:cubicBezTo>
                  <a:cubicBezTo>
                    <a:pt x="4264" y="3592"/>
                    <a:pt x="4267" y="3591"/>
                    <a:pt x="4269" y="3591"/>
                  </a:cubicBezTo>
                  <a:cubicBezTo>
                    <a:pt x="4275" y="3591"/>
                    <a:pt x="4270" y="3606"/>
                    <a:pt x="4275" y="3608"/>
                  </a:cubicBezTo>
                  <a:cubicBezTo>
                    <a:pt x="4265" y="3632"/>
                    <a:pt x="4259" y="3645"/>
                    <a:pt x="4261" y="3645"/>
                  </a:cubicBezTo>
                  <a:cubicBezTo>
                    <a:pt x="4263" y="3645"/>
                    <a:pt x="4274" y="3629"/>
                    <a:pt x="4297" y="3596"/>
                  </a:cubicBezTo>
                  <a:cubicBezTo>
                    <a:pt x="4313" y="3574"/>
                    <a:pt x="4316" y="3546"/>
                    <a:pt x="4310" y="3543"/>
                  </a:cubicBezTo>
                  <a:lnTo>
                    <a:pt x="4294" y="3527"/>
                  </a:lnTo>
                  <a:lnTo>
                    <a:pt x="4325" y="3521"/>
                  </a:lnTo>
                  <a:cubicBezTo>
                    <a:pt x="4327" y="3522"/>
                    <a:pt x="4328" y="3522"/>
                    <a:pt x="4330" y="3522"/>
                  </a:cubicBezTo>
                  <a:cubicBezTo>
                    <a:pt x="4340" y="3522"/>
                    <a:pt x="4360" y="3511"/>
                    <a:pt x="4372" y="3496"/>
                  </a:cubicBezTo>
                  <a:cubicBezTo>
                    <a:pt x="4372" y="3496"/>
                    <a:pt x="4386" y="3480"/>
                    <a:pt x="4393" y="3480"/>
                  </a:cubicBezTo>
                  <a:cubicBezTo>
                    <a:pt x="4393" y="3480"/>
                    <a:pt x="4394" y="3480"/>
                    <a:pt x="4394" y="3480"/>
                  </a:cubicBezTo>
                  <a:lnTo>
                    <a:pt x="4363" y="3521"/>
                  </a:lnTo>
                  <a:cubicBezTo>
                    <a:pt x="4344" y="3536"/>
                    <a:pt x="4325" y="3555"/>
                    <a:pt x="4310" y="3574"/>
                  </a:cubicBezTo>
                  <a:cubicBezTo>
                    <a:pt x="4293" y="3604"/>
                    <a:pt x="4287" y="3630"/>
                    <a:pt x="4296" y="3630"/>
                  </a:cubicBezTo>
                  <a:cubicBezTo>
                    <a:pt x="4299" y="3630"/>
                    <a:pt x="4306" y="3624"/>
                    <a:pt x="4316" y="3612"/>
                  </a:cubicBezTo>
                  <a:lnTo>
                    <a:pt x="4316" y="3612"/>
                  </a:lnTo>
                  <a:cubicBezTo>
                    <a:pt x="4322" y="3618"/>
                    <a:pt x="4322" y="3618"/>
                    <a:pt x="4313" y="3640"/>
                  </a:cubicBezTo>
                  <a:cubicBezTo>
                    <a:pt x="4305" y="3650"/>
                    <a:pt x="4303" y="3656"/>
                    <a:pt x="4306" y="3656"/>
                  </a:cubicBezTo>
                  <a:cubicBezTo>
                    <a:pt x="4309" y="3656"/>
                    <a:pt x="4320" y="3649"/>
                    <a:pt x="4338" y="3630"/>
                  </a:cubicBezTo>
                  <a:cubicBezTo>
                    <a:pt x="4355" y="3615"/>
                    <a:pt x="4365" y="3607"/>
                    <a:pt x="4369" y="3607"/>
                  </a:cubicBezTo>
                  <a:cubicBezTo>
                    <a:pt x="4374" y="3607"/>
                    <a:pt x="4369" y="3619"/>
                    <a:pt x="4354" y="3643"/>
                  </a:cubicBezTo>
                  <a:cubicBezTo>
                    <a:pt x="4340" y="3679"/>
                    <a:pt x="4348" y="3698"/>
                    <a:pt x="4359" y="3698"/>
                  </a:cubicBezTo>
                  <a:cubicBezTo>
                    <a:pt x="4363" y="3698"/>
                    <a:pt x="4368" y="3695"/>
                    <a:pt x="4372" y="3690"/>
                  </a:cubicBezTo>
                  <a:cubicBezTo>
                    <a:pt x="4387" y="3672"/>
                    <a:pt x="4398" y="3665"/>
                    <a:pt x="4404" y="3665"/>
                  </a:cubicBezTo>
                  <a:cubicBezTo>
                    <a:pt x="4412" y="3665"/>
                    <a:pt x="4414" y="3675"/>
                    <a:pt x="4407" y="3687"/>
                  </a:cubicBezTo>
                  <a:cubicBezTo>
                    <a:pt x="4401" y="3703"/>
                    <a:pt x="4401" y="3710"/>
                    <a:pt x="4408" y="3710"/>
                  </a:cubicBezTo>
                  <a:cubicBezTo>
                    <a:pt x="4412" y="3710"/>
                    <a:pt x="4418" y="3707"/>
                    <a:pt x="4426" y="3702"/>
                  </a:cubicBezTo>
                  <a:lnTo>
                    <a:pt x="4426" y="3702"/>
                  </a:lnTo>
                  <a:cubicBezTo>
                    <a:pt x="4413" y="3717"/>
                    <a:pt x="4403" y="3736"/>
                    <a:pt x="4410" y="3736"/>
                  </a:cubicBezTo>
                  <a:cubicBezTo>
                    <a:pt x="4411" y="3736"/>
                    <a:pt x="4415" y="3734"/>
                    <a:pt x="4419" y="3731"/>
                  </a:cubicBezTo>
                  <a:cubicBezTo>
                    <a:pt x="4419" y="3731"/>
                    <a:pt x="4420" y="3731"/>
                    <a:pt x="4420" y="3731"/>
                  </a:cubicBezTo>
                  <a:cubicBezTo>
                    <a:pt x="4422" y="3731"/>
                    <a:pt x="4428" y="3729"/>
                    <a:pt x="4435" y="3709"/>
                  </a:cubicBezTo>
                  <a:lnTo>
                    <a:pt x="4476" y="3681"/>
                  </a:lnTo>
                  <a:cubicBezTo>
                    <a:pt x="4473" y="3674"/>
                    <a:pt x="4488" y="3655"/>
                    <a:pt x="4504" y="3637"/>
                  </a:cubicBezTo>
                  <a:cubicBezTo>
                    <a:pt x="4507" y="3632"/>
                    <a:pt x="4510" y="3630"/>
                    <a:pt x="4512" y="3630"/>
                  </a:cubicBezTo>
                  <a:cubicBezTo>
                    <a:pt x="4520" y="3630"/>
                    <a:pt x="4519" y="3666"/>
                    <a:pt x="4488" y="3721"/>
                  </a:cubicBezTo>
                  <a:lnTo>
                    <a:pt x="4470" y="3771"/>
                  </a:lnTo>
                  <a:lnTo>
                    <a:pt x="4501" y="3731"/>
                  </a:lnTo>
                  <a:lnTo>
                    <a:pt x="4501" y="3731"/>
                  </a:lnTo>
                  <a:cubicBezTo>
                    <a:pt x="4504" y="3734"/>
                    <a:pt x="4510" y="3740"/>
                    <a:pt x="4495" y="3759"/>
                  </a:cubicBezTo>
                  <a:cubicBezTo>
                    <a:pt x="4479" y="3778"/>
                    <a:pt x="4479" y="3778"/>
                    <a:pt x="4485" y="3784"/>
                  </a:cubicBezTo>
                  <a:cubicBezTo>
                    <a:pt x="4485" y="3784"/>
                    <a:pt x="4485" y="3784"/>
                    <a:pt x="4486" y="3784"/>
                  </a:cubicBezTo>
                  <a:cubicBezTo>
                    <a:pt x="4488" y="3784"/>
                    <a:pt x="4492" y="3782"/>
                    <a:pt x="4504" y="3768"/>
                  </a:cubicBezTo>
                  <a:cubicBezTo>
                    <a:pt x="4522" y="3745"/>
                    <a:pt x="4529" y="3735"/>
                    <a:pt x="4531" y="3735"/>
                  </a:cubicBezTo>
                  <a:lnTo>
                    <a:pt x="4531" y="3735"/>
                  </a:lnTo>
                  <a:cubicBezTo>
                    <a:pt x="4532" y="3735"/>
                    <a:pt x="4530" y="3742"/>
                    <a:pt x="4526" y="3753"/>
                  </a:cubicBezTo>
                  <a:cubicBezTo>
                    <a:pt x="4512" y="3777"/>
                    <a:pt x="4508" y="3789"/>
                    <a:pt x="4513" y="3789"/>
                  </a:cubicBezTo>
                  <a:cubicBezTo>
                    <a:pt x="4516" y="3789"/>
                    <a:pt x="4526" y="3781"/>
                    <a:pt x="4542" y="3765"/>
                  </a:cubicBezTo>
                  <a:cubicBezTo>
                    <a:pt x="4557" y="3747"/>
                    <a:pt x="4565" y="3738"/>
                    <a:pt x="4566" y="3738"/>
                  </a:cubicBezTo>
                  <a:lnTo>
                    <a:pt x="4566" y="3738"/>
                  </a:lnTo>
                  <a:cubicBezTo>
                    <a:pt x="4567" y="3738"/>
                    <a:pt x="4561" y="3749"/>
                    <a:pt x="4548" y="3771"/>
                  </a:cubicBezTo>
                  <a:cubicBezTo>
                    <a:pt x="4532" y="3790"/>
                    <a:pt x="4523" y="3815"/>
                    <a:pt x="4526" y="3818"/>
                  </a:cubicBezTo>
                  <a:lnTo>
                    <a:pt x="4542" y="3800"/>
                  </a:lnTo>
                  <a:cubicBezTo>
                    <a:pt x="4558" y="3778"/>
                    <a:pt x="4568" y="3770"/>
                    <a:pt x="4572" y="3770"/>
                  </a:cubicBezTo>
                  <a:cubicBezTo>
                    <a:pt x="4575" y="3770"/>
                    <a:pt x="4574" y="3777"/>
                    <a:pt x="4570" y="3787"/>
                  </a:cubicBezTo>
                  <a:cubicBezTo>
                    <a:pt x="4560" y="3801"/>
                    <a:pt x="4559" y="3808"/>
                    <a:pt x="4566" y="3808"/>
                  </a:cubicBezTo>
                  <a:cubicBezTo>
                    <a:pt x="4570" y="3808"/>
                    <a:pt x="4577" y="3806"/>
                    <a:pt x="4586" y="3803"/>
                  </a:cubicBezTo>
                  <a:cubicBezTo>
                    <a:pt x="4595" y="3809"/>
                    <a:pt x="4601" y="3815"/>
                    <a:pt x="4586" y="3834"/>
                  </a:cubicBezTo>
                  <a:cubicBezTo>
                    <a:pt x="4569" y="3855"/>
                    <a:pt x="4561" y="3865"/>
                    <a:pt x="4563" y="3865"/>
                  </a:cubicBezTo>
                  <a:cubicBezTo>
                    <a:pt x="4564" y="3865"/>
                    <a:pt x="4574" y="3857"/>
                    <a:pt x="4592" y="3840"/>
                  </a:cubicBezTo>
                  <a:cubicBezTo>
                    <a:pt x="4601" y="3834"/>
                    <a:pt x="4607" y="3830"/>
                    <a:pt x="4609" y="3830"/>
                  </a:cubicBezTo>
                  <a:cubicBezTo>
                    <a:pt x="4613" y="3830"/>
                    <a:pt x="4611" y="3837"/>
                    <a:pt x="4607" y="3853"/>
                  </a:cubicBezTo>
                  <a:cubicBezTo>
                    <a:pt x="4602" y="3867"/>
                    <a:pt x="4600" y="3873"/>
                    <a:pt x="4602" y="3873"/>
                  </a:cubicBezTo>
                  <a:cubicBezTo>
                    <a:pt x="4604" y="3873"/>
                    <a:pt x="4609" y="3869"/>
                    <a:pt x="4617" y="3862"/>
                  </a:cubicBezTo>
                  <a:cubicBezTo>
                    <a:pt x="4648" y="3822"/>
                    <a:pt x="4664" y="3803"/>
                    <a:pt x="4661" y="3796"/>
                  </a:cubicBezTo>
                  <a:cubicBezTo>
                    <a:pt x="4654" y="3793"/>
                    <a:pt x="4654" y="3793"/>
                    <a:pt x="4670" y="3775"/>
                  </a:cubicBezTo>
                  <a:lnTo>
                    <a:pt x="4680" y="3781"/>
                  </a:lnTo>
                  <a:cubicBezTo>
                    <a:pt x="4683" y="3784"/>
                    <a:pt x="4686" y="3787"/>
                    <a:pt x="4693" y="3787"/>
                  </a:cubicBezTo>
                  <a:cubicBezTo>
                    <a:pt x="4698" y="3787"/>
                    <a:pt x="4706" y="3785"/>
                    <a:pt x="4717" y="3781"/>
                  </a:cubicBezTo>
                  <a:cubicBezTo>
                    <a:pt x="4742" y="3770"/>
                    <a:pt x="4766" y="3738"/>
                    <a:pt x="4756" y="3738"/>
                  </a:cubicBezTo>
                  <a:cubicBezTo>
                    <a:pt x="4754" y="3738"/>
                    <a:pt x="4752" y="3738"/>
                    <a:pt x="4748" y="3740"/>
                  </a:cubicBezTo>
                  <a:lnTo>
                    <a:pt x="4758" y="3715"/>
                  </a:lnTo>
                  <a:cubicBezTo>
                    <a:pt x="4783" y="3683"/>
                    <a:pt x="4792" y="3665"/>
                    <a:pt x="4788" y="3665"/>
                  </a:cubicBezTo>
                  <a:lnTo>
                    <a:pt x="4788" y="3665"/>
                  </a:lnTo>
                  <a:cubicBezTo>
                    <a:pt x="4784" y="3665"/>
                    <a:pt x="4770" y="3678"/>
                    <a:pt x="4748" y="3706"/>
                  </a:cubicBezTo>
                  <a:cubicBezTo>
                    <a:pt x="4723" y="3738"/>
                    <a:pt x="4711" y="3752"/>
                    <a:pt x="4710" y="3752"/>
                  </a:cubicBezTo>
                  <a:cubicBezTo>
                    <a:pt x="4709" y="3752"/>
                    <a:pt x="4715" y="3742"/>
                    <a:pt x="4727" y="3721"/>
                  </a:cubicBezTo>
                  <a:cubicBezTo>
                    <a:pt x="4758" y="3684"/>
                    <a:pt x="4752" y="3677"/>
                    <a:pt x="4745" y="3674"/>
                  </a:cubicBezTo>
                  <a:cubicBezTo>
                    <a:pt x="4742" y="3668"/>
                    <a:pt x="4742" y="3668"/>
                    <a:pt x="4758" y="3649"/>
                  </a:cubicBezTo>
                  <a:cubicBezTo>
                    <a:pt x="4774" y="3630"/>
                    <a:pt x="4783" y="3605"/>
                    <a:pt x="4777" y="3599"/>
                  </a:cubicBezTo>
                  <a:cubicBezTo>
                    <a:pt x="4776" y="3598"/>
                    <a:pt x="4775" y="3597"/>
                    <a:pt x="4774" y="3597"/>
                  </a:cubicBezTo>
                  <a:cubicBezTo>
                    <a:pt x="4772" y="3597"/>
                    <a:pt x="4769" y="3601"/>
                    <a:pt x="4758" y="3615"/>
                  </a:cubicBezTo>
                  <a:cubicBezTo>
                    <a:pt x="4753" y="3624"/>
                    <a:pt x="4749" y="3628"/>
                    <a:pt x="4747" y="3628"/>
                  </a:cubicBezTo>
                  <a:cubicBezTo>
                    <a:pt x="4743" y="3628"/>
                    <a:pt x="4745" y="3614"/>
                    <a:pt x="4761" y="3586"/>
                  </a:cubicBezTo>
                  <a:cubicBezTo>
                    <a:pt x="4765" y="3575"/>
                    <a:pt x="4767" y="3569"/>
                    <a:pt x="4766" y="3569"/>
                  </a:cubicBezTo>
                  <a:lnTo>
                    <a:pt x="4766" y="3569"/>
                  </a:lnTo>
                  <a:cubicBezTo>
                    <a:pt x="4764" y="3569"/>
                    <a:pt x="4757" y="3579"/>
                    <a:pt x="4739" y="3602"/>
                  </a:cubicBezTo>
                  <a:cubicBezTo>
                    <a:pt x="4725" y="3620"/>
                    <a:pt x="4716" y="3628"/>
                    <a:pt x="4712" y="3628"/>
                  </a:cubicBezTo>
                  <a:cubicBezTo>
                    <a:pt x="4706" y="3628"/>
                    <a:pt x="4709" y="3614"/>
                    <a:pt x="4723" y="3590"/>
                  </a:cubicBezTo>
                  <a:lnTo>
                    <a:pt x="4714" y="3580"/>
                  </a:lnTo>
                  <a:cubicBezTo>
                    <a:pt x="4714" y="3580"/>
                    <a:pt x="4713" y="3580"/>
                    <a:pt x="4712" y="3580"/>
                  </a:cubicBezTo>
                  <a:cubicBezTo>
                    <a:pt x="4705" y="3580"/>
                    <a:pt x="4691" y="3597"/>
                    <a:pt x="4676" y="3615"/>
                  </a:cubicBezTo>
                  <a:cubicBezTo>
                    <a:pt x="4659" y="3638"/>
                    <a:pt x="4651" y="3648"/>
                    <a:pt x="4649" y="3648"/>
                  </a:cubicBezTo>
                  <a:cubicBezTo>
                    <a:pt x="4648" y="3648"/>
                    <a:pt x="4650" y="3641"/>
                    <a:pt x="4654" y="3630"/>
                  </a:cubicBezTo>
                  <a:cubicBezTo>
                    <a:pt x="4664" y="3615"/>
                    <a:pt x="4670" y="3599"/>
                    <a:pt x="4683" y="3586"/>
                  </a:cubicBezTo>
                  <a:cubicBezTo>
                    <a:pt x="4698" y="3568"/>
                    <a:pt x="4692" y="3561"/>
                    <a:pt x="4686" y="3558"/>
                  </a:cubicBezTo>
                  <a:cubicBezTo>
                    <a:pt x="4684" y="3557"/>
                    <a:pt x="4680" y="3553"/>
                    <a:pt x="4674" y="3553"/>
                  </a:cubicBezTo>
                  <a:cubicBezTo>
                    <a:pt x="4668" y="3553"/>
                    <a:pt x="4662" y="3556"/>
                    <a:pt x="4654" y="3565"/>
                  </a:cubicBezTo>
                  <a:lnTo>
                    <a:pt x="4654" y="3565"/>
                  </a:lnTo>
                  <a:cubicBezTo>
                    <a:pt x="4659" y="3560"/>
                    <a:pt x="4664" y="3553"/>
                    <a:pt x="4670" y="3546"/>
                  </a:cubicBezTo>
                  <a:cubicBezTo>
                    <a:pt x="4666" y="3541"/>
                    <a:pt x="4672" y="3531"/>
                    <a:pt x="4671" y="3531"/>
                  </a:cubicBezTo>
                  <a:lnTo>
                    <a:pt x="4671" y="3531"/>
                  </a:lnTo>
                  <a:cubicBezTo>
                    <a:pt x="4671" y="3531"/>
                    <a:pt x="4669" y="3534"/>
                    <a:pt x="4664" y="3539"/>
                  </a:cubicBezTo>
                  <a:cubicBezTo>
                    <a:pt x="4664" y="3539"/>
                    <a:pt x="4661" y="3536"/>
                    <a:pt x="4664" y="3508"/>
                  </a:cubicBezTo>
                  <a:cubicBezTo>
                    <a:pt x="4666" y="3500"/>
                    <a:pt x="4663" y="3496"/>
                    <a:pt x="4658" y="3496"/>
                  </a:cubicBezTo>
                  <a:cubicBezTo>
                    <a:pt x="4646" y="3496"/>
                    <a:pt x="4619" y="3520"/>
                    <a:pt x="4608" y="3557"/>
                  </a:cubicBezTo>
                  <a:lnTo>
                    <a:pt x="4608" y="3557"/>
                  </a:lnTo>
                  <a:cubicBezTo>
                    <a:pt x="4606" y="3556"/>
                    <a:pt x="4604" y="3554"/>
                    <a:pt x="4601" y="3552"/>
                  </a:cubicBezTo>
                  <a:cubicBezTo>
                    <a:pt x="4601" y="3552"/>
                    <a:pt x="4600" y="3552"/>
                    <a:pt x="4600" y="3552"/>
                  </a:cubicBezTo>
                  <a:cubicBezTo>
                    <a:pt x="4593" y="3552"/>
                    <a:pt x="4579" y="3568"/>
                    <a:pt x="4579" y="3568"/>
                  </a:cubicBezTo>
                  <a:cubicBezTo>
                    <a:pt x="4570" y="3580"/>
                    <a:pt x="4565" y="3584"/>
                    <a:pt x="4562" y="3584"/>
                  </a:cubicBezTo>
                  <a:cubicBezTo>
                    <a:pt x="4559" y="3584"/>
                    <a:pt x="4557" y="3582"/>
                    <a:pt x="4554" y="3580"/>
                  </a:cubicBezTo>
                  <a:lnTo>
                    <a:pt x="4586" y="3539"/>
                  </a:lnTo>
                  <a:cubicBezTo>
                    <a:pt x="4619" y="3506"/>
                    <a:pt x="4633" y="3481"/>
                    <a:pt x="4626" y="3481"/>
                  </a:cubicBezTo>
                  <a:cubicBezTo>
                    <a:pt x="4622" y="3481"/>
                    <a:pt x="4611" y="3490"/>
                    <a:pt x="4592" y="3511"/>
                  </a:cubicBezTo>
                  <a:lnTo>
                    <a:pt x="4607" y="3492"/>
                  </a:lnTo>
                  <a:cubicBezTo>
                    <a:pt x="4618" y="3478"/>
                    <a:pt x="4619" y="3472"/>
                    <a:pt x="4610" y="3472"/>
                  </a:cubicBezTo>
                  <a:cubicBezTo>
                    <a:pt x="4605" y="3472"/>
                    <a:pt x="4598" y="3474"/>
                    <a:pt x="4589" y="3477"/>
                  </a:cubicBezTo>
                  <a:cubicBezTo>
                    <a:pt x="4589" y="3477"/>
                    <a:pt x="4588" y="3477"/>
                    <a:pt x="4588" y="3477"/>
                  </a:cubicBezTo>
                  <a:cubicBezTo>
                    <a:pt x="4582" y="3477"/>
                    <a:pt x="4547" y="3509"/>
                    <a:pt x="4532" y="3530"/>
                  </a:cubicBezTo>
                  <a:cubicBezTo>
                    <a:pt x="4520" y="3544"/>
                    <a:pt x="4514" y="3546"/>
                    <a:pt x="4512" y="3546"/>
                  </a:cubicBezTo>
                  <a:cubicBezTo>
                    <a:pt x="4511" y="3546"/>
                    <a:pt x="4510" y="3546"/>
                    <a:pt x="4510" y="3546"/>
                  </a:cubicBezTo>
                  <a:cubicBezTo>
                    <a:pt x="4507" y="3539"/>
                    <a:pt x="4507" y="3539"/>
                    <a:pt x="4523" y="3521"/>
                  </a:cubicBezTo>
                  <a:cubicBezTo>
                    <a:pt x="4541" y="3498"/>
                    <a:pt x="4544" y="3484"/>
                    <a:pt x="4538" y="3484"/>
                  </a:cubicBezTo>
                  <a:cubicBezTo>
                    <a:pt x="4533" y="3484"/>
                    <a:pt x="4522" y="3492"/>
                    <a:pt x="4507" y="3508"/>
                  </a:cubicBezTo>
                  <a:lnTo>
                    <a:pt x="4523" y="3486"/>
                  </a:lnTo>
                  <a:cubicBezTo>
                    <a:pt x="4538" y="3467"/>
                    <a:pt x="4548" y="3442"/>
                    <a:pt x="4504" y="3439"/>
                  </a:cubicBezTo>
                  <a:cubicBezTo>
                    <a:pt x="4482" y="3424"/>
                    <a:pt x="4466" y="3408"/>
                    <a:pt x="4482" y="3389"/>
                  </a:cubicBezTo>
                  <a:cubicBezTo>
                    <a:pt x="4486" y="3384"/>
                    <a:pt x="4486" y="3382"/>
                    <a:pt x="4482" y="3382"/>
                  </a:cubicBezTo>
                  <a:cubicBezTo>
                    <a:pt x="4471" y="3382"/>
                    <a:pt x="4434" y="3400"/>
                    <a:pt x="4404" y="3424"/>
                  </a:cubicBezTo>
                  <a:cubicBezTo>
                    <a:pt x="4419" y="3402"/>
                    <a:pt x="4413" y="3398"/>
                    <a:pt x="4404" y="3389"/>
                  </a:cubicBezTo>
                  <a:cubicBezTo>
                    <a:pt x="4388" y="3377"/>
                    <a:pt x="4388" y="3377"/>
                    <a:pt x="4404" y="3355"/>
                  </a:cubicBezTo>
                  <a:cubicBezTo>
                    <a:pt x="4421" y="3337"/>
                    <a:pt x="4430" y="3328"/>
                    <a:pt x="4429" y="3328"/>
                  </a:cubicBezTo>
                  <a:lnTo>
                    <a:pt x="4429" y="3328"/>
                  </a:lnTo>
                  <a:cubicBezTo>
                    <a:pt x="4428" y="3328"/>
                    <a:pt x="4417" y="3336"/>
                    <a:pt x="4397" y="3351"/>
                  </a:cubicBezTo>
                  <a:cubicBezTo>
                    <a:pt x="4386" y="3362"/>
                    <a:pt x="4378" y="3366"/>
                    <a:pt x="4374" y="3366"/>
                  </a:cubicBezTo>
                  <a:cubicBezTo>
                    <a:pt x="4363" y="3366"/>
                    <a:pt x="4369" y="3342"/>
                    <a:pt x="4391" y="3314"/>
                  </a:cubicBezTo>
                  <a:cubicBezTo>
                    <a:pt x="4407" y="3295"/>
                    <a:pt x="4401" y="3289"/>
                    <a:pt x="4391" y="3279"/>
                  </a:cubicBezTo>
                  <a:cubicBezTo>
                    <a:pt x="4385" y="3286"/>
                    <a:pt x="4377" y="3289"/>
                    <a:pt x="4369" y="3289"/>
                  </a:cubicBezTo>
                  <a:cubicBezTo>
                    <a:pt x="4361" y="3289"/>
                    <a:pt x="4354" y="3286"/>
                    <a:pt x="4347" y="3279"/>
                  </a:cubicBezTo>
                  <a:cubicBezTo>
                    <a:pt x="4341" y="3273"/>
                    <a:pt x="4338" y="3270"/>
                    <a:pt x="4334" y="3270"/>
                  </a:cubicBezTo>
                  <a:cubicBezTo>
                    <a:pt x="4327" y="3270"/>
                    <a:pt x="4320" y="3279"/>
                    <a:pt x="4300" y="3304"/>
                  </a:cubicBezTo>
                  <a:cubicBezTo>
                    <a:pt x="4281" y="3329"/>
                    <a:pt x="4273" y="3336"/>
                    <a:pt x="4266" y="3336"/>
                  </a:cubicBezTo>
                  <a:cubicBezTo>
                    <a:pt x="4262" y="3336"/>
                    <a:pt x="4258" y="3333"/>
                    <a:pt x="4253" y="3330"/>
                  </a:cubicBezTo>
                  <a:cubicBezTo>
                    <a:pt x="4247" y="3326"/>
                    <a:pt x="4244" y="3323"/>
                    <a:pt x="4260" y="3301"/>
                  </a:cubicBezTo>
                  <a:cubicBezTo>
                    <a:pt x="4260" y="3301"/>
                    <a:pt x="4269" y="3279"/>
                    <a:pt x="4263" y="3273"/>
                  </a:cubicBezTo>
                  <a:cubicBezTo>
                    <a:pt x="4256" y="3270"/>
                    <a:pt x="4253" y="3264"/>
                    <a:pt x="4269" y="3245"/>
                  </a:cubicBezTo>
                  <a:cubicBezTo>
                    <a:pt x="4269" y="3245"/>
                    <a:pt x="4278" y="3220"/>
                    <a:pt x="4269" y="3210"/>
                  </a:cubicBezTo>
                  <a:cubicBezTo>
                    <a:pt x="4256" y="3204"/>
                    <a:pt x="4247" y="3195"/>
                    <a:pt x="4263" y="3173"/>
                  </a:cubicBezTo>
                  <a:cubicBezTo>
                    <a:pt x="4261" y="3172"/>
                    <a:pt x="4260" y="3171"/>
                    <a:pt x="4258" y="3171"/>
                  </a:cubicBezTo>
                  <a:cubicBezTo>
                    <a:pt x="4255" y="3171"/>
                    <a:pt x="4252" y="3175"/>
                    <a:pt x="4241" y="3189"/>
                  </a:cubicBezTo>
                  <a:cubicBezTo>
                    <a:pt x="4232" y="3201"/>
                    <a:pt x="4221" y="3211"/>
                    <a:pt x="4212" y="3211"/>
                  </a:cubicBezTo>
                  <a:cubicBezTo>
                    <a:pt x="4205" y="3211"/>
                    <a:pt x="4200" y="3205"/>
                    <a:pt x="4197" y="3189"/>
                  </a:cubicBezTo>
                  <a:cubicBezTo>
                    <a:pt x="4191" y="3183"/>
                    <a:pt x="4183" y="3174"/>
                    <a:pt x="4173" y="3174"/>
                  </a:cubicBezTo>
                  <a:cubicBezTo>
                    <a:pt x="4168" y="3174"/>
                    <a:pt x="4162" y="3177"/>
                    <a:pt x="4156" y="3185"/>
                  </a:cubicBezTo>
                  <a:cubicBezTo>
                    <a:pt x="4150" y="3179"/>
                    <a:pt x="4150" y="3179"/>
                    <a:pt x="4166" y="3160"/>
                  </a:cubicBezTo>
                  <a:cubicBezTo>
                    <a:pt x="4184" y="3136"/>
                    <a:pt x="4188" y="3124"/>
                    <a:pt x="4180" y="3124"/>
                  </a:cubicBezTo>
                  <a:cubicBezTo>
                    <a:pt x="4174" y="3124"/>
                    <a:pt x="4162" y="3130"/>
                    <a:pt x="4144" y="3141"/>
                  </a:cubicBezTo>
                  <a:cubicBezTo>
                    <a:pt x="4137" y="3151"/>
                    <a:pt x="4133" y="3155"/>
                    <a:pt x="4131" y="3155"/>
                  </a:cubicBezTo>
                  <a:cubicBezTo>
                    <a:pt x="4128" y="3155"/>
                    <a:pt x="4129" y="3147"/>
                    <a:pt x="4134" y="3132"/>
                  </a:cubicBezTo>
                  <a:cubicBezTo>
                    <a:pt x="4134" y="3132"/>
                    <a:pt x="4134" y="3132"/>
                    <a:pt x="4132" y="3132"/>
                  </a:cubicBezTo>
                  <a:cubicBezTo>
                    <a:pt x="4129" y="3132"/>
                    <a:pt x="4122" y="3133"/>
                    <a:pt x="4106" y="3145"/>
                  </a:cubicBezTo>
                  <a:cubicBezTo>
                    <a:pt x="4098" y="3151"/>
                    <a:pt x="4093" y="3155"/>
                    <a:pt x="4091" y="3155"/>
                  </a:cubicBezTo>
                  <a:cubicBezTo>
                    <a:pt x="4088" y="3155"/>
                    <a:pt x="4089" y="3148"/>
                    <a:pt x="4090" y="3132"/>
                  </a:cubicBezTo>
                  <a:cubicBezTo>
                    <a:pt x="4106" y="3110"/>
                    <a:pt x="4103" y="3107"/>
                    <a:pt x="4097" y="3104"/>
                  </a:cubicBezTo>
                  <a:lnTo>
                    <a:pt x="4097" y="3104"/>
                  </a:lnTo>
                  <a:cubicBezTo>
                    <a:pt x="4094" y="3105"/>
                    <a:pt x="4092" y="3105"/>
                    <a:pt x="4089" y="3105"/>
                  </a:cubicBezTo>
                  <a:cubicBezTo>
                    <a:pt x="4059" y="3105"/>
                    <a:pt x="4013" y="3061"/>
                    <a:pt x="4021" y="3041"/>
                  </a:cubicBezTo>
                  <a:lnTo>
                    <a:pt x="4021" y="3041"/>
                  </a:lnTo>
                  <a:cubicBezTo>
                    <a:pt x="4008" y="3051"/>
                    <a:pt x="4003" y="3055"/>
                    <a:pt x="3999" y="3055"/>
                  </a:cubicBezTo>
                  <a:cubicBezTo>
                    <a:pt x="3997" y="3055"/>
                    <a:pt x="3996" y="3053"/>
                    <a:pt x="3993" y="3051"/>
                  </a:cubicBezTo>
                  <a:cubicBezTo>
                    <a:pt x="4005" y="3032"/>
                    <a:pt x="4008" y="3024"/>
                    <a:pt x="4005" y="3024"/>
                  </a:cubicBezTo>
                  <a:lnTo>
                    <a:pt x="4005" y="3024"/>
                  </a:lnTo>
                  <a:cubicBezTo>
                    <a:pt x="4001" y="3024"/>
                    <a:pt x="3986" y="3039"/>
                    <a:pt x="3968" y="3063"/>
                  </a:cubicBezTo>
                  <a:lnTo>
                    <a:pt x="3974" y="3066"/>
                  </a:lnTo>
                  <a:lnTo>
                    <a:pt x="3978" y="3073"/>
                  </a:lnTo>
                  <a:cubicBezTo>
                    <a:pt x="3966" y="3087"/>
                    <a:pt x="3956" y="3094"/>
                    <a:pt x="3951" y="3094"/>
                  </a:cubicBezTo>
                  <a:cubicBezTo>
                    <a:pt x="3943" y="3094"/>
                    <a:pt x="3948" y="3075"/>
                    <a:pt x="3978" y="3038"/>
                  </a:cubicBezTo>
                  <a:cubicBezTo>
                    <a:pt x="3992" y="3015"/>
                    <a:pt x="4000" y="3004"/>
                    <a:pt x="3997" y="3004"/>
                  </a:cubicBezTo>
                  <a:lnTo>
                    <a:pt x="3997" y="3004"/>
                  </a:lnTo>
                  <a:cubicBezTo>
                    <a:pt x="3995" y="3004"/>
                    <a:pt x="3986" y="3012"/>
                    <a:pt x="3968" y="3029"/>
                  </a:cubicBezTo>
                  <a:cubicBezTo>
                    <a:pt x="3951" y="3044"/>
                    <a:pt x="3941" y="3052"/>
                    <a:pt x="3938" y="3052"/>
                  </a:cubicBezTo>
                  <a:cubicBezTo>
                    <a:pt x="3933" y="3052"/>
                    <a:pt x="3939" y="3040"/>
                    <a:pt x="3952" y="3016"/>
                  </a:cubicBezTo>
                  <a:cubicBezTo>
                    <a:pt x="3969" y="2995"/>
                    <a:pt x="3977" y="2985"/>
                    <a:pt x="3975" y="2985"/>
                  </a:cubicBezTo>
                  <a:lnTo>
                    <a:pt x="3975" y="2985"/>
                  </a:lnTo>
                  <a:cubicBezTo>
                    <a:pt x="3974" y="2985"/>
                    <a:pt x="3964" y="2993"/>
                    <a:pt x="3946" y="3010"/>
                  </a:cubicBezTo>
                  <a:cubicBezTo>
                    <a:pt x="3909" y="3047"/>
                    <a:pt x="3883" y="3066"/>
                    <a:pt x="3874" y="3066"/>
                  </a:cubicBezTo>
                  <a:cubicBezTo>
                    <a:pt x="3866" y="3066"/>
                    <a:pt x="3873" y="3048"/>
                    <a:pt x="3902" y="3010"/>
                  </a:cubicBezTo>
                  <a:cubicBezTo>
                    <a:pt x="3934" y="2969"/>
                    <a:pt x="3946" y="2944"/>
                    <a:pt x="3940" y="2941"/>
                  </a:cubicBezTo>
                  <a:cubicBezTo>
                    <a:pt x="3939" y="2940"/>
                    <a:pt x="3938" y="2940"/>
                    <a:pt x="3937" y="2940"/>
                  </a:cubicBezTo>
                  <a:cubicBezTo>
                    <a:pt x="3930" y="2940"/>
                    <a:pt x="3916" y="2959"/>
                    <a:pt x="3902" y="2975"/>
                  </a:cubicBezTo>
                  <a:cubicBezTo>
                    <a:pt x="3891" y="2996"/>
                    <a:pt x="3883" y="3006"/>
                    <a:pt x="3880" y="3006"/>
                  </a:cubicBezTo>
                  <a:cubicBezTo>
                    <a:pt x="3878" y="3006"/>
                    <a:pt x="3881" y="2993"/>
                    <a:pt x="3893" y="2966"/>
                  </a:cubicBezTo>
                  <a:cubicBezTo>
                    <a:pt x="3914" y="2918"/>
                    <a:pt x="3915" y="2898"/>
                    <a:pt x="3900" y="2898"/>
                  </a:cubicBezTo>
                  <a:cubicBezTo>
                    <a:pt x="3893" y="2898"/>
                    <a:pt x="3881" y="2903"/>
                    <a:pt x="3865" y="2913"/>
                  </a:cubicBezTo>
                  <a:cubicBezTo>
                    <a:pt x="3847" y="2920"/>
                    <a:pt x="3833" y="2923"/>
                    <a:pt x="3825" y="2923"/>
                  </a:cubicBezTo>
                  <a:cubicBezTo>
                    <a:pt x="3808" y="2923"/>
                    <a:pt x="3811" y="2911"/>
                    <a:pt x="3843" y="2894"/>
                  </a:cubicBezTo>
                  <a:cubicBezTo>
                    <a:pt x="3870" y="2875"/>
                    <a:pt x="3880" y="2867"/>
                    <a:pt x="3878" y="2867"/>
                  </a:cubicBezTo>
                  <a:lnTo>
                    <a:pt x="3878" y="2867"/>
                  </a:lnTo>
                  <a:cubicBezTo>
                    <a:pt x="3876" y="2867"/>
                    <a:pt x="3869" y="2870"/>
                    <a:pt x="3858" y="2875"/>
                  </a:cubicBezTo>
                  <a:lnTo>
                    <a:pt x="3833" y="2850"/>
                  </a:lnTo>
                  <a:cubicBezTo>
                    <a:pt x="3833" y="2850"/>
                    <a:pt x="3832" y="2850"/>
                    <a:pt x="3831" y="2850"/>
                  </a:cubicBezTo>
                  <a:cubicBezTo>
                    <a:pt x="3823" y="2850"/>
                    <a:pt x="3804" y="2864"/>
                    <a:pt x="3790" y="2881"/>
                  </a:cubicBezTo>
                  <a:cubicBezTo>
                    <a:pt x="3809" y="2850"/>
                    <a:pt x="3817" y="2827"/>
                    <a:pt x="3805" y="2827"/>
                  </a:cubicBezTo>
                  <a:cubicBezTo>
                    <a:pt x="3800" y="2827"/>
                    <a:pt x="3792" y="2831"/>
                    <a:pt x="3780" y="2841"/>
                  </a:cubicBezTo>
                  <a:lnTo>
                    <a:pt x="3768" y="2831"/>
                  </a:lnTo>
                  <a:cubicBezTo>
                    <a:pt x="3767" y="2830"/>
                    <a:pt x="3766" y="2830"/>
                    <a:pt x="3765" y="2830"/>
                  </a:cubicBezTo>
                  <a:cubicBezTo>
                    <a:pt x="3762" y="2830"/>
                    <a:pt x="3758" y="2833"/>
                    <a:pt x="3743" y="2844"/>
                  </a:cubicBezTo>
                  <a:cubicBezTo>
                    <a:pt x="3738" y="2846"/>
                    <a:pt x="3735" y="2847"/>
                    <a:pt x="3733" y="2847"/>
                  </a:cubicBezTo>
                  <a:cubicBezTo>
                    <a:pt x="3724" y="2847"/>
                    <a:pt x="3732" y="2829"/>
                    <a:pt x="3743" y="2809"/>
                  </a:cubicBezTo>
                  <a:cubicBezTo>
                    <a:pt x="3749" y="2791"/>
                    <a:pt x="3756" y="2773"/>
                    <a:pt x="3753" y="2773"/>
                  </a:cubicBezTo>
                  <a:lnTo>
                    <a:pt x="3753" y="2773"/>
                  </a:lnTo>
                  <a:cubicBezTo>
                    <a:pt x="3752" y="2773"/>
                    <a:pt x="3750" y="2775"/>
                    <a:pt x="3746" y="2781"/>
                  </a:cubicBezTo>
                  <a:cubicBezTo>
                    <a:pt x="3727" y="2800"/>
                    <a:pt x="3708" y="2812"/>
                    <a:pt x="3683" y="2825"/>
                  </a:cubicBezTo>
                  <a:cubicBezTo>
                    <a:pt x="3678" y="2829"/>
                    <a:pt x="3676" y="2830"/>
                    <a:pt x="3674" y="2830"/>
                  </a:cubicBezTo>
                  <a:cubicBezTo>
                    <a:pt x="3669" y="2830"/>
                    <a:pt x="3678" y="2815"/>
                    <a:pt x="3692" y="2803"/>
                  </a:cubicBezTo>
                  <a:cubicBezTo>
                    <a:pt x="3708" y="2791"/>
                    <a:pt x="3714" y="2772"/>
                    <a:pt x="3714" y="2753"/>
                  </a:cubicBezTo>
                  <a:cubicBezTo>
                    <a:pt x="3711" y="2751"/>
                    <a:pt x="3707" y="2748"/>
                    <a:pt x="3701" y="2748"/>
                  </a:cubicBezTo>
                  <a:cubicBezTo>
                    <a:pt x="3696" y="2748"/>
                    <a:pt x="3690" y="2750"/>
                    <a:pt x="3683" y="2759"/>
                  </a:cubicBezTo>
                  <a:cubicBezTo>
                    <a:pt x="3679" y="2765"/>
                    <a:pt x="3674" y="2767"/>
                    <a:pt x="3669" y="2767"/>
                  </a:cubicBezTo>
                  <a:cubicBezTo>
                    <a:pt x="3654" y="2767"/>
                    <a:pt x="3638" y="2747"/>
                    <a:pt x="3645" y="2728"/>
                  </a:cubicBezTo>
                  <a:lnTo>
                    <a:pt x="3633" y="2722"/>
                  </a:lnTo>
                  <a:cubicBezTo>
                    <a:pt x="3632" y="2721"/>
                    <a:pt x="3631" y="2720"/>
                    <a:pt x="3630" y="2720"/>
                  </a:cubicBezTo>
                  <a:cubicBezTo>
                    <a:pt x="3623" y="2720"/>
                    <a:pt x="3610" y="2728"/>
                    <a:pt x="3604" y="2728"/>
                  </a:cubicBezTo>
                  <a:cubicBezTo>
                    <a:pt x="3603" y="2728"/>
                    <a:pt x="3602" y="2728"/>
                    <a:pt x="3601" y="2728"/>
                  </a:cubicBezTo>
                  <a:cubicBezTo>
                    <a:pt x="3601" y="2728"/>
                    <a:pt x="3601" y="2727"/>
                    <a:pt x="3598" y="2727"/>
                  </a:cubicBezTo>
                  <a:cubicBezTo>
                    <a:pt x="3595" y="2727"/>
                    <a:pt x="3589" y="2729"/>
                    <a:pt x="3576" y="2737"/>
                  </a:cubicBezTo>
                  <a:cubicBezTo>
                    <a:pt x="3570" y="2734"/>
                    <a:pt x="3567" y="2728"/>
                    <a:pt x="3580" y="2709"/>
                  </a:cubicBezTo>
                  <a:lnTo>
                    <a:pt x="3580" y="2709"/>
                  </a:lnTo>
                  <a:cubicBezTo>
                    <a:pt x="3563" y="2725"/>
                    <a:pt x="3555" y="2734"/>
                    <a:pt x="3553" y="2734"/>
                  </a:cubicBezTo>
                  <a:cubicBezTo>
                    <a:pt x="3551" y="2734"/>
                    <a:pt x="3557" y="2723"/>
                    <a:pt x="3570" y="2700"/>
                  </a:cubicBezTo>
                  <a:cubicBezTo>
                    <a:pt x="3586" y="2679"/>
                    <a:pt x="3594" y="2669"/>
                    <a:pt x="3593" y="2669"/>
                  </a:cubicBezTo>
                  <a:lnTo>
                    <a:pt x="3593" y="2669"/>
                  </a:lnTo>
                  <a:cubicBezTo>
                    <a:pt x="3592" y="2669"/>
                    <a:pt x="3582" y="2678"/>
                    <a:pt x="3564" y="2696"/>
                  </a:cubicBezTo>
                  <a:cubicBezTo>
                    <a:pt x="3556" y="2703"/>
                    <a:pt x="3551" y="2707"/>
                    <a:pt x="3549" y="2707"/>
                  </a:cubicBezTo>
                  <a:cubicBezTo>
                    <a:pt x="3547" y="2707"/>
                    <a:pt x="3549" y="2701"/>
                    <a:pt x="3554" y="2687"/>
                  </a:cubicBezTo>
                  <a:cubicBezTo>
                    <a:pt x="3564" y="2676"/>
                    <a:pt x="3565" y="2669"/>
                    <a:pt x="3562" y="2669"/>
                  </a:cubicBezTo>
                  <a:cubicBezTo>
                    <a:pt x="3560" y="2669"/>
                    <a:pt x="3555" y="2673"/>
                    <a:pt x="3548" y="2681"/>
                  </a:cubicBezTo>
                  <a:cubicBezTo>
                    <a:pt x="3530" y="2701"/>
                    <a:pt x="3512" y="2712"/>
                    <a:pt x="3503" y="2712"/>
                  </a:cubicBezTo>
                  <a:cubicBezTo>
                    <a:pt x="3496" y="2712"/>
                    <a:pt x="3496" y="2703"/>
                    <a:pt x="3511" y="2684"/>
                  </a:cubicBezTo>
                  <a:cubicBezTo>
                    <a:pt x="3511" y="2684"/>
                    <a:pt x="3510" y="2684"/>
                    <a:pt x="3509" y="2684"/>
                  </a:cubicBezTo>
                  <a:cubicBezTo>
                    <a:pt x="3507" y="2684"/>
                    <a:pt x="3501" y="2685"/>
                    <a:pt x="3486" y="2696"/>
                  </a:cubicBezTo>
                  <a:cubicBezTo>
                    <a:pt x="3468" y="2713"/>
                    <a:pt x="3458" y="2722"/>
                    <a:pt x="3457" y="2722"/>
                  </a:cubicBezTo>
                  <a:cubicBezTo>
                    <a:pt x="3455" y="2722"/>
                    <a:pt x="3463" y="2711"/>
                    <a:pt x="3479" y="2690"/>
                  </a:cubicBezTo>
                  <a:cubicBezTo>
                    <a:pt x="3493" y="2666"/>
                    <a:pt x="3498" y="2654"/>
                    <a:pt x="3494" y="2654"/>
                  </a:cubicBezTo>
                  <a:cubicBezTo>
                    <a:pt x="3490" y="2654"/>
                    <a:pt x="3481" y="2662"/>
                    <a:pt x="3464" y="2678"/>
                  </a:cubicBezTo>
                  <a:cubicBezTo>
                    <a:pt x="3464" y="2678"/>
                    <a:pt x="3457" y="2683"/>
                    <a:pt x="3453" y="2683"/>
                  </a:cubicBezTo>
                  <a:cubicBezTo>
                    <a:pt x="3450" y="2683"/>
                    <a:pt x="3449" y="2679"/>
                    <a:pt x="3454" y="2668"/>
                  </a:cubicBezTo>
                  <a:cubicBezTo>
                    <a:pt x="3456" y="2648"/>
                    <a:pt x="3449" y="2619"/>
                    <a:pt x="3436" y="2619"/>
                  </a:cubicBezTo>
                  <a:cubicBezTo>
                    <a:pt x="3430" y="2619"/>
                    <a:pt x="3424" y="2624"/>
                    <a:pt x="3417" y="2637"/>
                  </a:cubicBezTo>
                  <a:lnTo>
                    <a:pt x="3404" y="2628"/>
                  </a:lnTo>
                  <a:cubicBezTo>
                    <a:pt x="3408" y="2610"/>
                    <a:pt x="3407" y="2603"/>
                    <a:pt x="3401" y="2603"/>
                  </a:cubicBezTo>
                  <a:cubicBezTo>
                    <a:pt x="3397" y="2603"/>
                    <a:pt x="3391" y="2606"/>
                    <a:pt x="3382" y="2612"/>
                  </a:cubicBezTo>
                  <a:lnTo>
                    <a:pt x="3363" y="2628"/>
                  </a:lnTo>
                  <a:cubicBezTo>
                    <a:pt x="3379" y="2606"/>
                    <a:pt x="3388" y="2581"/>
                    <a:pt x="3382" y="2577"/>
                  </a:cubicBezTo>
                  <a:cubicBezTo>
                    <a:pt x="3380" y="2577"/>
                    <a:pt x="3379" y="2576"/>
                    <a:pt x="3378" y="2576"/>
                  </a:cubicBezTo>
                  <a:cubicBezTo>
                    <a:pt x="3375" y="2576"/>
                    <a:pt x="3372" y="2580"/>
                    <a:pt x="3363" y="2593"/>
                  </a:cubicBezTo>
                  <a:cubicBezTo>
                    <a:pt x="3356" y="2608"/>
                    <a:pt x="3352" y="2612"/>
                    <a:pt x="3348" y="2612"/>
                  </a:cubicBezTo>
                  <a:cubicBezTo>
                    <a:pt x="3346" y="2612"/>
                    <a:pt x="3344" y="2610"/>
                    <a:pt x="3341" y="2609"/>
                  </a:cubicBezTo>
                  <a:cubicBezTo>
                    <a:pt x="3335" y="2602"/>
                    <a:pt x="3345" y="2581"/>
                    <a:pt x="3360" y="2559"/>
                  </a:cubicBezTo>
                  <a:lnTo>
                    <a:pt x="3357" y="2555"/>
                  </a:lnTo>
                  <a:cubicBezTo>
                    <a:pt x="3340" y="2577"/>
                    <a:pt x="3331" y="2586"/>
                    <a:pt x="3328" y="2586"/>
                  </a:cubicBezTo>
                  <a:cubicBezTo>
                    <a:pt x="3325" y="2586"/>
                    <a:pt x="3328" y="2580"/>
                    <a:pt x="3335" y="2571"/>
                  </a:cubicBezTo>
                  <a:cubicBezTo>
                    <a:pt x="3345" y="2546"/>
                    <a:pt x="3338" y="2543"/>
                    <a:pt x="3335" y="2537"/>
                  </a:cubicBezTo>
                  <a:cubicBezTo>
                    <a:pt x="3330" y="2543"/>
                    <a:pt x="3328" y="2546"/>
                    <a:pt x="3327" y="2546"/>
                  </a:cubicBezTo>
                  <a:cubicBezTo>
                    <a:pt x="3325" y="2546"/>
                    <a:pt x="3330" y="2536"/>
                    <a:pt x="3334" y="2536"/>
                  </a:cubicBezTo>
                  <a:cubicBezTo>
                    <a:pt x="3334" y="2536"/>
                    <a:pt x="3335" y="2536"/>
                    <a:pt x="3335" y="2537"/>
                  </a:cubicBezTo>
                  <a:lnTo>
                    <a:pt x="3351" y="2518"/>
                  </a:lnTo>
                  <a:cubicBezTo>
                    <a:pt x="3354" y="2510"/>
                    <a:pt x="3354" y="2507"/>
                    <a:pt x="3353" y="2507"/>
                  </a:cubicBezTo>
                  <a:lnTo>
                    <a:pt x="3353" y="2507"/>
                  </a:lnTo>
                  <a:cubicBezTo>
                    <a:pt x="3350" y="2507"/>
                    <a:pt x="3339" y="2521"/>
                    <a:pt x="3329" y="2534"/>
                  </a:cubicBezTo>
                  <a:lnTo>
                    <a:pt x="3319" y="2524"/>
                  </a:lnTo>
                  <a:cubicBezTo>
                    <a:pt x="3317" y="2523"/>
                    <a:pt x="3314" y="2521"/>
                    <a:pt x="3312" y="2521"/>
                  </a:cubicBezTo>
                  <a:cubicBezTo>
                    <a:pt x="3308" y="2521"/>
                    <a:pt x="3303" y="2525"/>
                    <a:pt x="3298" y="2540"/>
                  </a:cubicBezTo>
                  <a:cubicBezTo>
                    <a:pt x="3284" y="2556"/>
                    <a:pt x="3270" y="2575"/>
                    <a:pt x="3263" y="2575"/>
                  </a:cubicBezTo>
                  <a:cubicBezTo>
                    <a:pt x="3262" y="2575"/>
                    <a:pt x="3261" y="2575"/>
                    <a:pt x="3260" y="2574"/>
                  </a:cubicBezTo>
                  <a:cubicBezTo>
                    <a:pt x="3255" y="2580"/>
                    <a:pt x="3253" y="2582"/>
                    <a:pt x="3252" y="2582"/>
                  </a:cubicBezTo>
                  <a:cubicBezTo>
                    <a:pt x="3251" y="2582"/>
                    <a:pt x="3256" y="2574"/>
                    <a:pt x="3259" y="2574"/>
                  </a:cubicBezTo>
                  <a:cubicBezTo>
                    <a:pt x="3259" y="2574"/>
                    <a:pt x="3260" y="2574"/>
                    <a:pt x="3260" y="2574"/>
                  </a:cubicBezTo>
                  <a:cubicBezTo>
                    <a:pt x="3276" y="2555"/>
                    <a:pt x="3291" y="2537"/>
                    <a:pt x="3288" y="2530"/>
                  </a:cubicBezTo>
                  <a:cubicBezTo>
                    <a:pt x="3282" y="2527"/>
                    <a:pt x="3298" y="2505"/>
                    <a:pt x="3298" y="2505"/>
                  </a:cubicBezTo>
                  <a:cubicBezTo>
                    <a:pt x="3317" y="2486"/>
                    <a:pt x="3314" y="2478"/>
                    <a:pt x="3305" y="2478"/>
                  </a:cubicBezTo>
                  <a:cubicBezTo>
                    <a:pt x="3297" y="2478"/>
                    <a:pt x="3285" y="2483"/>
                    <a:pt x="3276" y="2490"/>
                  </a:cubicBezTo>
                  <a:cubicBezTo>
                    <a:pt x="3258" y="2502"/>
                    <a:pt x="3247" y="2508"/>
                    <a:pt x="3242" y="2508"/>
                  </a:cubicBezTo>
                  <a:cubicBezTo>
                    <a:pt x="3236" y="2508"/>
                    <a:pt x="3242" y="2497"/>
                    <a:pt x="3260" y="2474"/>
                  </a:cubicBezTo>
                  <a:cubicBezTo>
                    <a:pt x="3269" y="2463"/>
                    <a:pt x="3272" y="2457"/>
                    <a:pt x="3270" y="2457"/>
                  </a:cubicBezTo>
                  <a:cubicBezTo>
                    <a:pt x="3264" y="2457"/>
                    <a:pt x="3232" y="2484"/>
                    <a:pt x="3197" y="2521"/>
                  </a:cubicBezTo>
                  <a:lnTo>
                    <a:pt x="3144" y="2577"/>
                  </a:lnTo>
                  <a:lnTo>
                    <a:pt x="3191" y="2518"/>
                  </a:lnTo>
                  <a:cubicBezTo>
                    <a:pt x="3227" y="2463"/>
                    <a:pt x="3240" y="2444"/>
                    <a:pt x="3232" y="2444"/>
                  </a:cubicBezTo>
                  <a:cubicBezTo>
                    <a:pt x="3228" y="2444"/>
                    <a:pt x="3217" y="2449"/>
                    <a:pt x="3200" y="2458"/>
                  </a:cubicBezTo>
                  <a:cubicBezTo>
                    <a:pt x="3189" y="2464"/>
                    <a:pt x="3183" y="2467"/>
                    <a:pt x="3181" y="2467"/>
                  </a:cubicBezTo>
                  <a:cubicBezTo>
                    <a:pt x="3178" y="2467"/>
                    <a:pt x="3182" y="2462"/>
                    <a:pt x="3191" y="2452"/>
                  </a:cubicBezTo>
                  <a:cubicBezTo>
                    <a:pt x="3207" y="2430"/>
                    <a:pt x="3200" y="2427"/>
                    <a:pt x="3185" y="2414"/>
                  </a:cubicBezTo>
                  <a:cubicBezTo>
                    <a:pt x="3177" y="2406"/>
                    <a:pt x="3171" y="2402"/>
                    <a:pt x="3165" y="2402"/>
                  </a:cubicBezTo>
                  <a:cubicBezTo>
                    <a:pt x="3160" y="2402"/>
                    <a:pt x="3155" y="2405"/>
                    <a:pt x="3147" y="2414"/>
                  </a:cubicBezTo>
                  <a:lnTo>
                    <a:pt x="3138" y="2405"/>
                  </a:lnTo>
                  <a:cubicBezTo>
                    <a:pt x="3148" y="2386"/>
                    <a:pt x="3149" y="2378"/>
                    <a:pt x="3145" y="2378"/>
                  </a:cubicBezTo>
                  <a:cubicBezTo>
                    <a:pt x="3139" y="2378"/>
                    <a:pt x="3124" y="2393"/>
                    <a:pt x="3109" y="2418"/>
                  </a:cubicBezTo>
                  <a:lnTo>
                    <a:pt x="3100" y="2408"/>
                  </a:lnTo>
                  <a:lnTo>
                    <a:pt x="3116" y="2389"/>
                  </a:lnTo>
                  <a:cubicBezTo>
                    <a:pt x="3131" y="2367"/>
                    <a:pt x="3119" y="2361"/>
                    <a:pt x="3078" y="2324"/>
                  </a:cubicBezTo>
                  <a:cubicBezTo>
                    <a:pt x="3052" y="2302"/>
                    <a:pt x="3038" y="2291"/>
                    <a:pt x="3026" y="2291"/>
                  </a:cubicBezTo>
                  <a:cubicBezTo>
                    <a:pt x="3015" y="2291"/>
                    <a:pt x="3005" y="2301"/>
                    <a:pt x="2990" y="2320"/>
                  </a:cubicBezTo>
                  <a:cubicBezTo>
                    <a:pt x="2975" y="2336"/>
                    <a:pt x="2965" y="2343"/>
                    <a:pt x="2962" y="2343"/>
                  </a:cubicBezTo>
                  <a:cubicBezTo>
                    <a:pt x="2958" y="2343"/>
                    <a:pt x="2964" y="2332"/>
                    <a:pt x="2981" y="2311"/>
                  </a:cubicBezTo>
                  <a:cubicBezTo>
                    <a:pt x="2993" y="2297"/>
                    <a:pt x="3001" y="2279"/>
                    <a:pt x="2998" y="2279"/>
                  </a:cubicBezTo>
                  <a:lnTo>
                    <a:pt x="2998" y="2279"/>
                  </a:lnTo>
                  <a:cubicBezTo>
                    <a:pt x="2997" y="2279"/>
                    <a:pt x="2994" y="2281"/>
                    <a:pt x="2990" y="2286"/>
                  </a:cubicBezTo>
                  <a:cubicBezTo>
                    <a:pt x="2990" y="2286"/>
                    <a:pt x="2981" y="2277"/>
                    <a:pt x="2990" y="2251"/>
                  </a:cubicBezTo>
                  <a:cubicBezTo>
                    <a:pt x="2998" y="2226"/>
                    <a:pt x="2997" y="2217"/>
                    <a:pt x="2991" y="2217"/>
                  </a:cubicBezTo>
                  <a:cubicBezTo>
                    <a:pt x="2985" y="2217"/>
                    <a:pt x="2976" y="2225"/>
                    <a:pt x="2968" y="2236"/>
                  </a:cubicBezTo>
                  <a:cubicBezTo>
                    <a:pt x="2959" y="2253"/>
                    <a:pt x="2954" y="2260"/>
                    <a:pt x="2953" y="2260"/>
                  </a:cubicBezTo>
                  <a:cubicBezTo>
                    <a:pt x="2951" y="2260"/>
                    <a:pt x="2958" y="2245"/>
                    <a:pt x="2965" y="2230"/>
                  </a:cubicBezTo>
                  <a:cubicBezTo>
                    <a:pt x="2972" y="2213"/>
                    <a:pt x="2979" y="2195"/>
                    <a:pt x="2976" y="2195"/>
                  </a:cubicBezTo>
                  <a:lnTo>
                    <a:pt x="2976" y="2195"/>
                  </a:lnTo>
                  <a:cubicBezTo>
                    <a:pt x="2975" y="2195"/>
                    <a:pt x="2972" y="2197"/>
                    <a:pt x="2968" y="2201"/>
                  </a:cubicBezTo>
                  <a:cubicBezTo>
                    <a:pt x="2961" y="2206"/>
                    <a:pt x="2951" y="2209"/>
                    <a:pt x="2943" y="2209"/>
                  </a:cubicBezTo>
                  <a:cubicBezTo>
                    <a:pt x="2924" y="2209"/>
                    <a:pt x="2910" y="2197"/>
                    <a:pt x="2931" y="2170"/>
                  </a:cubicBezTo>
                  <a:lnTo>
                    <a:pt x="2921" y="2161"/>
                  </a:lnTo>
                  <a:cubicBezTo>
                    <a:pt x="2914" y="2171"/>
                    <a:pt x="2908" y="2174"/>
                    <a:pt x="2902" y="2174"/>
                  </a:cubicBezTo>
                  <a:cubicBezTo>
                    <a:pt x="2895" y="2174"/>
                    <a:pt x="2889" y="2169"/>
                    <a:pt x="2884" y="2164"/>
                  </a:cubicBezTo>
                  <a:cubicBezTo>
                    <a:pt x="2871" y="2154"/>
                    <a:pt x="2868" y="2151"/>
                    <a:pt x="2884" y="2129"/>
                  </a:cubicBezTo>
                  <a:cubicBezTo>
                    <a:pt x="2895" y="2122"/>
                    <a:pt x="2899" y="2116"/>
                    <a:pt x="2893" y="2116"/>
                  </a:cubicBezTo>
                  <a:cubicBezTo>
                    <a:pt x="2889" y="2116"/>
                    <a:pt x="2882" y="2118"/>
                    <a:pt x="2871" y="2123"/>
                  </a:cubicBezTo>
                  <a:cubicBezTo>
                    <a:pt x="2871" y="2122"/>
                    <a:pt x="2871" y="2122"/>
                    <a:pt x="2870" y="2122"/>
                  </a:cubicBezTo>
                  <a:cubicBezTo>
                    <a:pt x="2862" y="2122"/>
                    <a:pt x="2833" y="2148"/>
                    <a:pt x="2825" y="2148"/>
                  </a:cubicBezTo>
                  <a:cubicBezTo>
                    <a:pt x="2825" y="2148"/>
                    <a:pt x="2825" y="2148"/>
                    <a:pt x="2824" y="2148"/>
                  </a:cubicBezTo>
                  <a:cubicBezTo>
                    <a:pt x="2810" y="2165"/>
                    <a:pt x="2790" y="2180"/>
                    <a:pt x="2785" y="2180"/>
                  </a:cubicBezTo>
                  <a:cubicBezTo>
                    <a:pt x="2784" y="2180"/>
                    <a:pt x="2784" y="2180"/>
                    <a:pt x="2784" y="2179"/>
                  </a:cubicBezTo>
                  <a:lnTo>
                    <a:pt x="2799" y="2161"/>
                  </a:lnTo>
                  <a:lnTo>
                    <a:pt x="2831" y="2120"/>
                  </a:lnTo>
                  <a:cubicBezTo>
                    <a:pt x="2828" y="2117"/>
                    <a:pt x="2825" y="2115"/>
                    <a:pt x="2822" y="2115"/>
                  </a:cubicBezTo>
                  <a:cubicBezTo>
                    <a:pt x="2817" y="2115"/>
                    <a:pt x="2811" y="2119"/>
                    <a:pt x="2802" y="2129"/>
                  </a:cubicBezTo>
                  <a:cubicBezTo>
                    <a:pt x="2815" y="2107"/>
                    <a:pt x="2809" y="2101"/>
                    <a:pt x="2796" y="2092"/>
                  </a:cubicBezTo>
                  <a:cubicBezTo>
                    <a:pt x="2791" y="2085"/>
                    <a:pt x="2784" y="2082"/>
                    <a:pt x="2777" y="2082"/>
                  </a:cubicBezTo>
                  <a:cubicBezTo>
                    <a:pt x="2769" y="2082"/>
                    <a:pt x="2762" y="2085"/>
                    <a:pt x="2755" y="2092"/>
                  </a:cubicBezTo>
                  <a:cubicBezTo>
                    <a:pt x="2773" y="2061"/>
                    <a:pt x="2763" y="2039"/>
                    <a:pt x="2743" y="2039"/>
                  </a:cubicBezTo>
                  <a:cubicBezTo>
                    <a:pt x="2734" y="2039"/>
                    <a:pt x="2723" y="2043"/>
                    <a:pt x="2711" y="2054"/>
                  </a:cubicBezTo>
                  <a:cubicBezTo>
                    <a:pt x="2705" y="2063"/>
                    <a:pt x="2700" y="2067"/>
                    <a:pt x="2697" y="2067"/>
                  </a:cubicBezTo>
                  <a:cubicBezTo>
                    <a:pt x="2694" y="2067"/>
                    <a:pt x="2695" y="2059"/>
                    <a:pt x="2702" y="2045"/>
                  </a:cubicBezTo>
                  <a:cubicBezTo>
                    <a:pt x="2707" y="2033"/>
                    <a:pt x="2710" y="2027"/>
                    <a:pt x="2707" y="2027"/>
                  </a:cubicBezTo>
                  <a:lnTo>
                    <a:pt x="2707" y="2027"/>
                  </a:lnTo>
                  <a:cubicBezTo>
                    <a:pt x="2705" y="2027"/>
                    <a:pt x="2700" y="2031"/>
                    <a:pt x="2690" y="2038"/>
                  </a:cubicBezTo>
                  <a:cubicBezTo>
                    <a:pt x="2686" y="2041"/>
                    <a:pt x="2683" y="2042"/>
                    <a:pt x="2681" y="2042"/>
                  </a:cubicBezTo>
                  <a:cubicBezTo>
                    <a:pt x="2675" y="2042"/>
                    <a:pt x="2682" y="2024"/>
                    <a:pt x="2690" y="2004"/>
                  </a:cubicBezTo>
                  <a:cubicBezTo>
                    <a:pt x="2707" y="1974"/>
                    <a:pt x="2711" y="1963"/>
                    <a:pt x="2704" y="1963"/>
                  </a:cubicBezTo>
                  <a:cubicBezTo>
                    <a:pt x="2702" y="1963"/>
                    <a:pt x="2697" y="1965"/>
                    <a:pt x="2690" y="1969"/>
                  </a:cubicBezTo>
                  <a:cubicBezTo>
                    <a:pt x="2680" y="1974"/>
                    <a:pt x="2672" y="1976"/>
                    <a:pt x="2666" y="1976"/>
                  </a:cubicBezTo>
                  <a:cubicBezTo>
                    <a:pt x="2656" y="1976"/>
                    <a:pt x="2650" y="1971"/>
                    <a:pt x="2646" y="1969"/>
                  </a:cubicBezTo>
                  <a:cubicBezTo>
                    <a:pt x="2621" y="1979"/>
                    <a:pt x="2614" y="1976"/>
                    <a:pt x="2605" y="1998"/>
                  </a:cubicBezTo>
                  <a:cubicBezTo>
                    <a:pt x="2596" y="2013"/>
                    <a:pt x="2583" y="2023"/>
                    <a:pt x="2567" y="2035"/>
                  </a:cubicBezTo>
                  <a:cubicBezTo>
                    <a:pt x="2562" y="2037"/>
                    <a:pt x="2559" y="2038"/>
                    <a:pt x="2557" y="2038"/>
                  </a:cubicBezTo>
                  <a:cubicBezTo>
                    <a:pt x="2549" y="2038"/>
                    <a:pt x="2557" y="2029"/>
                    <a:pt x="2563" y="2029"/>
                  </a:cubicBezTo>
                  <a:cubicBezTo>
                    <a:pt x="2563" y="2029"/>
                    <a:pt x="2564" y="2029"/>
                    <a:pt x="2564" y="2029"/>
                  </a:cubicBezTo>
                  <a:cubicBezTo>
                    <a:pt x="2589" y="2020"/>
                    <a:pt x="2583" y="2013"/>
                    <a:pt x="2596" y="1991"/>
                  </a:cubicBezTo>
                  <a:cubicBezTo>
                    <a:pt x="2605" y="1966"/>
                    <a:pt x="2596" y="1957"/>
                    <a:pt x="2589" y="1954"/>
                  </a:cubicBezTo>
                  <a:lnTo>
                    <a:pt x="2567" y="1935"/>
                  </a:lnTo>
                  <a:cubicBezTo>
                    <a:pt x="2567" y="1914"/>
                    <a:pt x="2565" y="1905"/>
                    <a:pt x="2560" y="1905"/>
                  </a:cubicBezTo>
                  <a:cubicBezTo>
                    <a:pt x="2556" y="1905"/>
                    <a:pt x="2552" y="1909"/>
                    <a:pt x="2545" y="1916"/>
                  </a:cubicBezTo>
                  <a:lnTo>
                    <a:pt x="2530" y="1938"/>
                  </a:lnTo>
                  <a:cubicBezTo>
                    <a:pt x="2549" y="1902"/>
                    <a:pt x="2520" y="1868"/>
                    <a:pt x="2489" y="1868"/>
                  </a:cubicBezTo>
                  <a:cubicBezTo>
                    <a:pt x="2479" y="1868"/>
                    <a:pt x="2470" y="1871"/>
                    <a:pt x="2461" y="1879"/>
                  </a:cubicBezTo>
                  <a:lnTo>
                    <a:pt x="2476" y="1860"/>
                  </a:lnTo>
                  <a:cubicBezTo>
                    <a:pt x="2492" y="1841"/>
                    <a:pt x="2486" y="1835"/>
                    <a:pt x="2476" y="1825"/>
                  </a:cubicBezTo>
                  <a:cubicBezTo>
                    <a:pt x="2470" y="1822"/>
                    <a:pt x="2433" y="1825"/>
                    <a:pt x="2417" y="1810"/>
                  </a:cubicBezTo>
                  <a:cubicBezTo>
                    <a:pt x="2403" y="1800"/>
                    <a:pt x="2391" y="1789"/>
                    <a:pt x="2381" y="1789"/>
                  </a:cubicBezTo>
                  <a:cubicBezTo>
                    <a:pt x="2375" y="1789"/>
                    <a:pt x="2369" y="1792"/>
                    <a:pt x="2364" y="1800"/>
                  </a:cubicBezTo>
                  <a:cubicBezTo>
                    <a:pt x="2357" y="1794"/>
                    <a:pt x="2357" y="1794"/>
                    <a:pt x="2373" y="1775"/>
                  </a:cubicBezTo>
                  <a:cubicBezTo>
                    <a:pt x="2395" y="1759"/>
                    <a:pt x="2389" y="1756"/>
                    <a:pt x="2382" y="1750"/>
                  </a:cubicBezTo>
                  <a:cubicBezTo>
                    <a:pt x="2382" y="1750"/>
                    <a:pt x="2382" y="1750"/>
                    <a:pt x="2382" y="1750"/>
                  </a:cubicBezTo>
                  <a:cubicBezTo>
                    <a:pt x="2377" y="1750"/>
                    <a:pt x="2362" y="1767"/>
                    <a:pt x="2348" y="1785"/>
                  </a:cubicBezTo>
                  <a:cubicBezTo>
                    <a:pt x="2342" y="1793"/>
                    <a:pt x="2337" y="1798"/>
                    <a:pt x="2334" y="1798"/>
                  </a:cubicBezTo>
                  <a:cubicBezTo>
                    <a:pt x="2329" y="1798"/>
                    <a:pt x="2329" y="1789"/>
                    <a:pt x="2332" y="1772"/>
                  </a:cubicBezTo>
                  <a:cubicBezTo>
                    <a:pt x="2337" y="1752"/>
                    <a:pt x="2322" y="1734"/>
                    <a:pt x="2303" y="1734"/>
                  </a:cubicBezTo>
                  <a:cubicBezTo>
                    <a:pt x="2298" y="1734"/>
                    <a:pt x="2293" y="1735"/>
                    <a:pt x="2288" y="1738"/>
                  </a:cubicBezTo>
                  <a:cubicBezTo>
                    <a:pt x="2282" y="1731"/>
                    <a:pt x="2276" y="1728"/>
                    <a:pt x="2292" y="1709"/>
                  </a:cubicBezTo>
                  <a:cubicBezTo>
                    <a:pt x="2300" y="1692"/>
                    <a:pt x="2304" y="1674"/>
                    <a:pt x="2293" y="1674"/>
                  </a:cubicBezTo>
                  <a:cubicBezTo>
                    <a:pt x="2288" y="1674"/>
                    <a:pt x="2279" y="1678"/>
                    <a:pt x="2266" y="1687"/>
                  </a:cubicBezTo>
                  <a:cubicBezTo>
                    <a:pt x="2260" y="1681"/>
                    <a:pt x="2260" y="1681"/>
                    <a:pt x="2276" y="1662"/>
                  </a:cubicBezTo>
                  <a:cubicBezTo>
                    <a:pt x="2282" y="1647"/>
                    <a:pt x="2290" y="1634"/>
                    <a:pt x="2287" y="1634"/>
                  </a:cubicBezTo>
                  <a:lnTo>
                    <a:pt x="2287" y="1634"/>
                  </a:lnTo>
                  <a:cubicBezTo>
                    <a:pt x="2286" y="1634"/>
                    <a:pt x="2280" y="1639"/>
                    <a:pt x="2266" y="1653"/>
                  </a:cubicBezTo>
                  <a:cubicBezTo>
                    <a:pt x="2260" y="1655"/>
                    <a:pt x="2255" y="1656"/>
                    <a:pt x="2250" y="1656"/>
                  </a:cubicBezTo>
                  <a:cubicBezTo>
                    <a:pt x="2232" y="1656"/>
                    <a:pt x="2224" y="1644"/>
                    <a:pt x="2229" y="1622"/>
                  </a:cubicBezTo>
                  <a:cubicBezTo>
                    <a:pt x="2226" y="1620"/>
                    <a:pt x="2223" y="1618"/>
                    <a:pt x="2220" y="1618"/>
                  </a:cubicBezTo>
                  <a:cubicBezTo>
                    <a:pt x="2215" y="1618"/>
                    <a:pt x="2210" y="1622"/>
                    <a:pt x="2201" y="1634"/>
                  </a:cubicBezTo>
                  <a:lnTo>
                    <a:pt x="2185" y="1653"/>
                  </a:lnTo>
                  <a:cubicBezTo>
                    <a:pt x="2200" y="1630"/>
                    <a:pt x="2207" y="1619"/>
                    <a:pt x="2205" y="1619"/>
                  </a:cubicBezTo>
                  <a:lnTo>
                    <a:pt x="2205" y="1619"/>
                  </a:lnTo>
                  <a:cubicBezTo>
                    <a:pt x="2203" y="1619"/>
                    <a:pt x="2193" y="1627"/>
                    <a:pt x="2176" y="1644"/>
                  </a:cubicBezTo>
                  <a:cubicBezTo>
                    <a:pt x="2168" y="1652"/>
                    <a:pt x="2163" y="1656"/>
                    <a:pt x="2161" y="1656"/>
                  </a:cubicBezTo>
                  <a:cubicBezTo>
                    <a:pt x="2159" y="1656"/>
                    <a:pt x="2161" y="1651"/>
                    <a:pt x="2169" y="1640"/>
                  </a:cubicBezTo>
                  <a:cubicBezTo>
                    <a:pt x="2179" y="1615"/>
                    <a:pt x="2176" y="1609"/>
                    <a:pt x="2176" y="1609"/>
                  </a:cubicBezTo>
                  <a:cubicBezTo>
                    <a:pt x="2147" y="1606"/>
                    <a:pt x="2122" y="1597"/>
                    <a:pt x="2100" y="1581"/>
                  </a:cubicBezTo>
                  <a:cubicBezTo>
                    <a:pt x="2070" y="1557"/>
                    <a:pt x="2054" y="1544"/>
                    <a:pt x="2041" y="1544"/>
                  </a:cubicBezTo>
                  <a:cubicBezTo>
                    <a:pt x="2035" y="1544"/>
                    <a:pt x="2030" y="1547"/>
                    <a:pt x="2025" y="1553"/>
                  </a:cubicBezTo>
                  <a:cubicBezTo>
                    <a:pt x="2015" y="1560"/>
                    <a:pt x="2010" y="1563"/>
                    <a:pt x="2008" y="1563"/>
                  </a:cubicBezTo>
                  <a:cubicBezTo>
                    <a:pt x="2006" y="1563"/>
                    <a:pt x="2009" y="1557"/>
                    <a:pt x="2016" y="1543"/>
                  </a:cubicBezTo>
                  <a:cubicBezTo>
                    <a:pt x="2025" y="1518"/>
                    <a:pt x="2019" y="1515"/>
                    <a:pt x="2013" y="1509"/>
                  </a:cubicBezTo>
                  <a:cubicBezTo>
                    <a:pt x="2010" y="1506"/>
                    <a:pt x="2003" y="1503"/>
                    <a:pt x="2019" y="1481"/>
                  </a:cubicBezTo>
                  <a:lnTo>
                    <a:pt x="2019" y="1481"/>
                  </a:lnTo>
                  <a:cubicBezTo>
                    <a:pt x="2004" y="1491"/>
                    <a:pt x="1999" y="1495"/>
                    <a:pt x="1997" y="1495"/>
                  </a:cubicBezTo>
                  <a:cubicBezTo>
                    <a:pt x="1995" y="1495"/>
                    <a:pt x="1995" y="1494"/>
                    <a:pt x="1994" y="1493"/>
                  </a:cubicBezTo>
                  <a:cubicBezTo>
                    <a:pt x="2003" y="1480"/>
                    <a:pt x="2005" y="1474"/>
                    <a:pt x="2000" y="1474"/>
                  </a:cubicBezTo>
                  <a:cubicBezTo>
                    <a:pt x="1997" y="1474"/>
                    <a:pt x="1990" y="1477"/>
                    <a:pt x="1981" y="1484"/>
                  </a:cubicBezTo>
                  <a:cubicBezTo>
                    <a:pt x="1963" y="1501"/>
                    <a:pt x="1954" y="1509"/>
                    <a:pt x="1952" y="1509"/>
                  </a:cubicBezTo>
                  <a:cubicBezTo>
                    <a:pt x="1951" y="1509"/>
                    <a:pt x="1959" y="1500"/>
                    <a:pt x="1975" y="1481"/>
                  </a:cubicBezTo>
                  <a:cubicBezTo>
                    <a:pt x="1987" y="1464"/>
                    <a:pt x="1990" y="1442"/>
                    <a:pt x="1986" y="1442"/>
                  </a:cubicBezTo>
                  <a:lnTo>
                    <a:pt x="1986" y="1442"/>
                  </a:lnTo>
                  <a:cubicBezTo>
                    <a:pt x="1985" y="1442"/>
                    <a:pt x="1984" y="1444"/>
                    <a:pt x="1981" y="1449"/>
                  </a:cubicBezTo>
                  <a:cubicBezTo>
                    <a:pt x="1966" y="1471"/>
                    <a:pt x="1956" y="1462"/>
                    <a:pt x="1934" y="1477"/>
                  </a:cubicBezTo>
                  <a:cubicBezTo>
                    <a:pt x="1928" y="1471"/>
                    <a:pt x="1922" y="1468"/>
                    <a:pt x="1937" y="1449"/>
                  </a:cubicBezTo>
                  <a:cubicBezTo>
                    <a:pt x="1945" y="1434"/>
                    <a:pt x="1932" y="1427"/>
                    <a:pt x="1916" y="1427"/>
                  </a:cubicBezTo>
                  <a:cubicBezTo>
                    <a:pt x="1905" y="1427"/>
                    <a:pt x="1893" y="1430"/>
                    <a:pt x="1884" y="1437"/>
                  </a:cubicBezTo>
                  <a:cubicBezTo>
                    <a:pt x="1877" y="1445"/>
                    <a:pt x="1872" y="1449"/>
                    <a:pt x="1871" y="1449"/>
                  </a:cubicBezTo>
                  <a:cubicBezTo>
                    <a:pt x="1870" y="1449"/>
                    <a:pt x="1873" y="1444"/>
                    <a:pt x="1881" y="1434"/>
                  </a:cubicBezTo>
                  <a:cubicBezTo>
                    <a:pt x="1897" y="1412"/>
                    <a:pt x="1890" y="1409"/>
                    <a:pt x="1884" y="1402"/>
                  </a:cubicBezTo>
                  <a:lnTo>
                    <a:pt x="1884" y="1402"/>
                  </a:lnTo>
                  <a:cubicBezTo>
                    <a:pt x="1879" y="1406"/>
                    <a:pt x="1877" y="1408"/>
                    <a:pt x="1876" y="1408"/>
                  </a:cubicBezTo>
                  <a:cubicBezTo>
                    <a:pt x="1874" y="1408"/>
                    <a:pt x="1885" y="1394"/>
                    <a:pt x="1897" y="1380"/>
                  </a:cubicBezTo>
                  <a:cubicBezTo>
                    <a:pt x="1916" y="1365"/>
                    <a:pt x="1912" y="1358"/>
                    <a:pt x="1900" y="1352"/>
                  </a:cubicBezTo>
                  <a:lnTo>
                    <a:pt x="1900" y="1352"/>
                  </a:lnTo>
                  <a:cubicBezTo>
                    <a:pt x="1894" y="1355"/>
                    <a:pt x="1889" y="1357"/>
                    <a:pt x="1883" y="1357"/>
                  </a:cubicBezTo>
                  <a:cubicBezTo>
                    <a:pt x="1868" y="1357"/>
                    <a:pt x="1854" y="1346"/>
                    <a:pt x="1840" y="1336"/>
                  </a:cubicBezTo>
                  <a:cubicBezTo>
                    <a:pt x="1832" y="1328"/>
                    <a:pt x="1823" y="1324"/>
                    <a:pt x="1815" y="1324"/>
                  </a:cubicBezTo>
                  <a:cubicBezTo>
                    <a:pt x="1798" y="1324"/>
                    <a:pt x="1779" y="1338"/>
                    <a:pt x="1753" y="1358"/>
                  </a:cubicBezTo>
                  <a:lnTo>
                    <a:pt x="1715" y="1393"/>
                  </a:lnTo>
                  <a:lnTo>
                    <a:pt x="1746" y="1355"/>
                  </a:lnTo>
                  <a:cubicBezTo>
                    <a:pt x="1762" y="1333"/>
                    <a:pt x="1787" y="1289"/>
                    <a:pt x="1787" y="1289"/>
                  </a:cubicBezTo>
                  <a:cubicBezTo>
                    <a:pt x="1787" y="1289"/>
                    <a:pt x="1786" y="1289"/>
                    <a:pt x="1786" y="1289"/>
                  </a:cubicBezTo>
                  <a:cubicBezTo>
                    <a:pt x="1782" y="1289"/>
                    <a:pt x="1767" y="1307"/>
                    <a:pt x="1753" y="1327"/>
                  </a:cubicBezTo>
                  <a:cubicBezTo>
                    <a:pt x="1747" y="1334"/>
                    <a:pt x="1742" y="1338"/>
                    <a:pt x="1739" y="1338"/>
                  </a:cubicBezTo>
                  <a:cubicBezTo>
                    <a:pt x="1733" y="1338"/>
                    <a:pt x="1732" y="1329"/>
                    <a:pt x="1734" y="1311"/>
                  </a:cubicBezTo>
                  <a:cubicBezTo>
                    <a:pt x="1738" y="1294"/>
                    <a:pt x="1737" y="1286"/>
                    <a:pt x="1731" y="1286"/>
                  </a:cubicBezTo>
                  <a:cubicBezTo>
                    <a:pt x="1728" y="1286"/>
                    <a:pt x="1722" y="1290"/>
                    <a:pt x="1715" y="1296"/>
                  </a:cubicBezTo>
                  <a:cubicBezTo>
                    <a:pt x="1709" y="1289"/>
                    <a:pt x="1702" y="1286"/>
                    <a:pt x="1712" y="1261"/>
                  </a:cubicBezTo>
                  <a:cubicBezTo>
                    <a:pt x="1711" y="1260"/>
                    <a:pt x="1710" y="1260"/>
                    <a:pt x="1709" y="1260"/>
                  </a:cubicBezTo>
                  <a:cubicBezTo>
                    <a:pt x="1707" y="1260"/>
                    <a:pt x="1704" y="1264"/>
                    <a:pt x="1693" y="1277"/>
                  </a:cubicBezTo>
                  <a:cubicBezTo>
                    <a:pt x="1686" y="1285"/>
                    <a:pt x="1681" y="1289"/>
                    <a:pt x="1679" y="1289"/>
                  </a:cubicBezTo>
                  <a:cubicBezTo>
                    <a:pt x="1675" y="1289"/>
                    <a:pt x="1675" y="1282"/>
                    <a:pt x="1680" y="1267"/>
                  </a:cubicBezTo>
                  <a:cubicBezTo>
                    <a:pt x="1700" y="1237"/>
                    <a:pt x="1697" y="1221"/>
                    <a:pt x="1688" y="1221"/>
                  </a:cubicBezTo>
                  <a:cubicBezTo>
                    <a:pt x="1684" y="1221"/>
                    <a:pt x="1679" y="1224"/>
                    <a:pt x="1674" y="1230"/>
                  </a:cubicBezTo>
                  <a:cubicBezTo>
                    <a:pt x="1664" y="1242"/>
                    <a:pt x="1660" y="1245"/>
                    <a:pt x="1656" y="1245"/>
                  </a:cubicBezTo>
                  <a:cubicBezTo>
                    <a:pt x="1653" y="1245"/>
                    <a:pt x="1651" y="1244"/>
                    <a:pt x="1649" y="1242"/>
                  </a:cubicBezTo>
                  <a:cubicBezTo>
                    <a:pt x="1646" y="1240"/>
                    <a:pt x="1644" y="1237"/>
                    <a:pt x="1640" y="1237"/>
                  </a:cubicBezTo>
                  <a:cubicBezTo>
                    <a:pt x="1636" y="1237"/>
                    <a:pt x="1630" y="1240"/>
                    <a:pt x="1618" y="1249"/>
                  </a:cubicBezTo>
                  <a:lnTo>
                    <a:pt x="1608" y="1239"/>
                  </a:lnTo>
                  <a:cubicBezTo>
                    <a:pt x="1603" y="1234"/>
                    <a:pt x="1620" y="1223"/>
                    <a:pt x="1626" y="1223"/>
                  </a:cubicBezTo>
                  <a:cubicBezTo>
                    <a:pt x="1626" y="1223"/>
                    <a:pt x="1627" y="1223"/>
                    <a:pt x="1627" y="1224"/>
                  </a:cubicBezTo>
                  <a:lnTo>
                    <a:pt x="1637" y="1199"/>
                  </a:lnTo>
                  <a:cubicBezTo>
                    <a:pt x="1632" y="1194"/>
                    <a:pt x="1628" y="1191"/>
                    <a:pt x="1623" y="1191"/>
                  </a:cubicBezTo>
                  <a:cubicBezTo>
                    <a:pt x="1618" y="1191"/>
                    <a:pt x="1612" y="1194"/>
                    <a:pt x="1602" y="1202"/>
                  </a:cubicBezTo>
                  <a:cubicBezTo>
                    <a:pt x="1584" y="1218"/>
                    <a:pt x="1575" y="1227"/>
                    <a:pt x="1573" y="1227"/>
                  </a:cubicBezTo>
                  <a:cubicBezTo>
                    <a:pt x="1572" y="1227"/>
                    <a:pt x="1580" y="1217"/>
                    <a:pt x="1596" y="1195"/>
                  </a:cubicBezTo>
                  <a:cubicBezTo>
                    <a:pt x="1608" y="1181"/>
                    <a:pt x="1616" y="1162"/>
                    <a:pt x="1609" y="1162"/>
                  </a:cubicBezTo>
                  <a:cubicBezTo>
                    <a:pt x="1607" y="1162"/>
                    <a:pt x="1604" y="1164"/>
                    <a:pt x="1599" y="1167"/>
                  </a:cubicBezTo>
                  <a:cubicBezTo>
                    <a:pt x="1586" y="1181"/>
                    <a:pt x="1579" y="1187"/>
                    <a:pt x="1577" y="1187"/>
                  </a:cubicBezTo>
                  <a:cubicBezTo>
                    <a:pt x="1572" y="1187"/>
                    <a:pt x="1580" y="1172"/>
                    <a:pt x="1590" y="1158"/>
                  </a:cubicBezTo>
                  <a:cubicBezTo>
                    <a:pt x="1611" y="1139"/>
                    <a:pt x="1620" y="1130"/>
                    <a:pt x="1615" y="1130"/>
                  </a:cubicBezTo>
                  <a:cubicBezTo>
                    <a:pt x="1611" y="1130"/>
                    <a:pt x="1598" y="1136"/>
                    <a:pt x="1574" y="1145"/>
                  </a:cubicBezTo>
                  <a:cubicBezTo>
                    <a:pt x="1561" y="1136"/>
                    <a:pt x="1527" y="1139"/>
                    <a:pt x="1508" y="1126"/>
                  </a:cubicBezTo>
                  <a:cubicBezTo>
                    <a:pt x="1489" y="1108"/>
                    <a:pt x="1477" y="1098"/>
                    <a:pt x="1486" y="1074"/>
                  </a:cubicBezTo>
                  <a:lnTo>
                    <a:pt x="1486" y="1074"/>
                  </a:lnTo>
                  <a:cubicBezTo>
                    <a:pt x="1478" y="1082"/>
                    <a:pt x="1473" y="1086"/>
                    <a:pt x="1468" y="1086"/>
                  </a:cubicBezTo>
                  <a:cubicBezTo>
                    <a:pt x="1463" y="1086"/>
                    <a:pt x="1458" y="1082"/>
                    <a:pt x="1452" y="1076"/>
                  </a:cubicBezTo>
                  <a:cubicBezTo>
                    <a:pt x="1450" y="1061"/>
                    <a:pt x="1444" y="1056"/>
                    <a:pt x="1435" y="1056"/>
                  </a:cubicBezTo>
                  <a:cubicBezTo>
                    <a:pt x="1425" y="1056"/>
                    <a:pt x="1413" y="1062"/>
                    <a:pt x="1402" y="1070"/>
                  </a:cubicBezTo>
                  <a:lnTo>
                    <a:pt x="1414" y="1079"/>
                  </a:lnTo>
                  <a:cubicBezTo>
                    <a:pt x="1398" y="1100"/>
                    <a:pt x="1389" y="1108"/>
                    <a:pt x="1384" y="1108"/>
                  </a:cubicBezTo>
                  <a:cubicBezTo>
                    <a:pt x="1380" y="1108"/>
                    <a:pt x="1380" y="1100"/>
                    <a:pt x="1383" y="1086"/>
                  </a:cubicBezTo>
                  <a:cubicBezTo>
                    <a:pt x="1376" y="1083"/>
                    <a:pt x="1392" y="1061"/>
                    <a:pt x="1408" y="1042"/>
                  </a:cubicBezTo>
                  <a:cubicBezTo>
                    <a:pt x="1423" y="1023"/>
                    <a:pt x="1433" y="998"/>
                    <a:pt x="1427" y="992"/>
                  </a:cubicBezTo>
                  <a:cubicBezTo>
                    <a:pt x="1426" y="991"/>
                    <a:pt x="1424" y="989"/>
                    <a:pt x="1422" y="989"/>
                  </a:cubicBezTo>
                  <a:cubicBezTo>
                    <a:pt x="1419" y="989"/>
                    <a:pt x="1414" y="993"/>
                    <a:pt x="1408" y="1007"/>
                  </a:cubicBezTo>
                  <a:cubicBezTo>
                    <a:pt x="1398" y="1022"/>
                    <a:pt x="1394" y="1027"/>
                    <a:pt x="1391" y="1027"/>
                  </a:cubicBezTo>
                  <a:cubicBezTo>
                    <a:pt x="1389" y="1027"/>
                    <a:pt x="1388" y="1025"/>
                    <a:pt x="1386" y="1023"/>
                  </a:cubicBezTo>
                  <a:cubicBezTo>
                    <a:pt x="1383" y="1021"/>
                    <a:pt x="1380" y="1019"/>
                    <a:pt x="1376" y="1019"/>
                  </a:cubicBezTo>
                  <a:cubicBezTo>
                    <a:pt x="1372" y="1019"/>
                    <a:pt x="1366" y="1021"/>
                    <a:pt x="1355" y="1029"/>
                  </a:cubicBezTo>
                  <a:cubicBezTo>
                    <a:pt x="1346" y="1042"/>
                    <a:pt x="1340" y="1045"/>
                    <a:pt x="1336" y="1045"/>
                  </a:cubicBezTo>
                  <a:cubicBezTo>
                    <a:pt x="1333" y="1045"/>
                    <a:pt x="1331" y="1043"/>
                    <a:pt x="1329" y="1042"/>
                  </a:cubicBezTo>
                  <a:cubicBezTo>
                    <a:pt x="1339" y="1017"/>
                    <a:pt x="1326" y="1007"/>
                    <a:pt x="1326" y="1007"/>
                  </a:cubicBezTo>
                  <a:lnTo>
                    <a:pt x="1342" y="989"/>
                  </a:lnTo>
                  <a:cubicBezTo>
                    <a:pt x="1355" y="973"/>
                    <a:pt x="1361" y="960"/>
                    <a:pt x="1370" y="945"/>
                  </a:cubicBezTo>
                  <a:cubicBezTo>
                    <a:pt x="1369" y="944"/>
                    <a:pt x="1369" y="944"/>
                    <a:pt x="1367" y="944"/>
                  </a:cubicBezTo>
                  <a:cubicBezTo>
                    <a:pt x="1360" y="944"/>
                    <a:pt x="1348" y="960"/>
                    <a:pt x="1348" y="960"/>
                  </a:cubicBezTo>
                  <a:cubicBezTo>
                    <a:pt x="1347" y="962"/>
                    <a:pt x="1345" y="963"/>
                    <a:pt x="1342" y="963"/>
                  </a:cubicBezTo>
                  <a:cubicBezTo>
                    <a:pt x="1313" y="963"/>
                    <a:pt x="1203" y="872"/>
                    <a:pt x="1188" y="860"/>
                  </a:cubicBezTo>
                  <a:cubicBezTo>
                    <a:pt x="1190" y="842"/>
                    <a:pt x="1185" y="829"/>
                    <a:pt x="1178" y="829"/>
                  </a:cubicBezTo>
                  <a:cubicBezTo>
                    <a:pt x="1174" y="829"/>
                    <a:pt x="1170" y="833"/>
                    <a:pt x="1167" y="841"/>
                  </a:cubicBezTo>
                  <a:cubicBezTo>
                    <a:pt x="1162" y="846"/>
                    <a:pt x="1157" y="848"/>
                    <a:pt x="1152" y="848"/>
                  </a:cubicBezTo>
                  <a:cubicBezTo>
                    <a:pt x="1136" y="848"/>
                    <a:pt x="1114" y="832"/>
                    <a:pt x="1091" y="813"/>
                  </a:cubicBezTo>
                  <a:cubicBezTo>
                    <a:pt x="1063" y="790"/>
                    <a:pt x="1041" y="772"/>
                    <a:pt x="1024" y="772"/>
                  </a:cubicBezTo>
                  <a:cubicBezTo>
                    <a:pt x="1019" y="772"/>
                    <a:pt x="1014" y="774"/>
                    <a:pt x="1010" y="779"/>
                  </a:cubicBezTo>
                  <a:lnTo>
                    <a:pt x="994" y="766"/>
                  </a:lnTo>
                  <a:cubicBezTo>
                    <a:pt x="991" y="763"/>
                    <a:pt x="985" y="762"/>
                    <a:pt x="979" y="762"/>
                  </a:cubicBezTo>
                  <a:cubicBezTo>
                    <a:pt x="971" y="762"/>
                    <a:pt x="961" y="764"/>
                    <a:pt x="957" y="764"/>
                  </a:cubicBezTo>
                  <a:cubicBezTo>
                    <a:pt x="955" y="764"/>
                    <a:pt x="954" y="763"/>
                    <a:pt x="953" y="763"/>
                  </a:cubicBezTo>
                  <a:cubicBezTo>
                    <a:pt x="944" y="770"/>
                    <a:pt x="937" y="773"/>
                    <a:pt x="934" y="773"/>
                  </a:cubicBezTo>
                  <a:cubicBezTo>
                    <a:pt x="932" y="773"/>
                    <a:pt x="935" y="768"/>
                    <a:pt x="947" y="760"/>
                  </a:cubicBezTo>
                  <a:cubicBezTo>
                    <a:pt x="963" y="738"/>
                    <a:pt x="978" y="719"/>
                    <a:pt x="972" y="716"/>
                  </a:cubicBezTo>
                  <a:cubicBezTo>
                    <a:pt x="970" y="714"/>
                    <a:pt x="969" y="713"/>
                    <a:pt x="966" y="713"/>
                  </a:cubicBezTo>
                  <a:cubicBezTo>
                    <a:pt x="957" y="713"/>
                    <a:pt x="944" y="729"/>
                    <a:pt x="931" y="744"/>
                  </a:cubicBezTo>
                  <a:cubicBezTo>
                    <a:pt x="922" y="758"/>
                    <a:pt x="915" y="761"/>
                    <a:pt x="912" y="761"/>
                  </a:cubicBezTo>
                  <a:cubicBezTo>
                    <a:pt x="910" y="761"/>
                    <a:pt x="910" y="760"/>
                    <a:pt x="910" y="760"/>
                  </a:cubicBezTo>
                  <a:cubicBezTo>
                    <a:pt x="903" y="757"/>
                    <a:pt x="903" y="757"/>
                    <a:pt x="919" y="738"/>
                  </a:cubicBezTo>
                  <a:lnTo>
                    <a:pt x="950" y="697"/>
                  </a:lnTo>
                  <a:lnTo>
                    <a:pt x="947" y="691"/>
                  </a:lnTo>
                  <a:cubicBezTo>
                    <a:pt x="937" y="705"/>
                    <a:pt x="931" y="707"/>
                    <a:pt x="928" y="707"/>
                  </a:cubicBezTo>
                  <a:cubicBezTo>
                    <a:pt x="926" y="707"/>
                    <a:pt x="925" y="707"/>
                    <a:pt x="925" y="707"/>
                  </a:cubicBezTo>
                  <a:cubicBezTo>
                    <a:pt x="919" y="703"/>
                    <a:pt x="919" y="703"/>
                    <a:pt x="950" y="663"/>
                  </a:cubicBezTo>
                  <a:cubicBezTo>
                    <a:pt x="968" y="642"/>
                    <a:pt x="973" y="631"/>
                    <a:pt x="969" y="631"/>
                  </a:cubicBezTo>
                  <a:cubicBezTo>
                    <a:pt x="966" y="631"/>
                    <a:pt x="956" y="638"/>
                    <a:pt x="941" y="653"/>
                  </a:cubicBezTo>
                  <a:lnTo>
                    <a:pt x="913" y="666"/>
                  </a:lnTo>
                  <a:cubicBezTo>
                    <a:pt x="923" y="649"/>
                    <a:pt x="924" y="643"/>
                    <a:pt x="919" y="643"/>
                  </a:cubicBezTo>
                  <a:cubicBezTo>
                    <a:pt x="911" y="643"/>
                    <a:pt x="890" y="659"/>
                    <a:pt x="878" y="669"/>
                  </a:cubicBezTo>
                  <a:cubicBezTo>
                    <a:pt x="892" y="644"/>
                    <a:pt x="897" y="631"/>
                    <a:pt x="891" y="631"/>
                  </a:cubicBezTo>
                  <a:cubicBezTo>
                    <a:pt x="886" y="631"/>
                    <a:pt x="876" y="638"/>
                    <a:pt x="859" y="653"/>
                  </a:cubicBezTo>
                  <a:cubicBezTo>
                    <a:pt x="853" y="662"/>
                    <a:pt x="848" y="667"/>
                    <a:pt x="846" y="667"/>
                  </a:cubicBezTo>
                  <a:cubicBezTo>
                    <a:pt x="843" y="667"/>
                    <a:pt x="845" y="658"/>
                    <a:pt x="850" y="644"/>
                  </a:cubicBezTo>
                  <a:cubicBezTo>
                    <a:pt x="859" y="622"/>
                    <a:pt x="856" y="616"/>
                    <a:pt x="844" y="606"/>
                  </a:cubicBezTo>
                  <a:cubicBezTo>
                    <a:pt x="840" y="609"/>
                    <a:pt x="835" y="610"/>
                    <a:pt x="830" y="610"/>
                  </a:cubicBezTo>
                  <a:cubicBezTo>
                    <a:pt x="808" y="610"/>
                    <a:pt x="777" y="584"/>
                    <a:pt x="743" y="556"/>
                  </a:cubicBezTo>
                  <a:cubicBezTo>
                    <a:pt x="705" y="525"/>
                    <a:pt x="677" y="503"/>
                    <a:pt x="660" y="503"/>
                  </a:cubicBezTo>
                  <a:cubicBezTo>
                    <a:pt x="654" y="503"/>
                    <a:pt x="650" y="505"/>
                    <a:pt x="646" y="509"/>
                  </a:cubicBezTo>
                  <a:cubicBezTo>
                    <a:pt x="640" y="506"/>
                    <a:pt x="640" y="506"/>
                    <a:pt x="653" y="481"/>
                  </a:cubicBezTo>
                  <a:cubicBezTo>
                    <a:pt x="660" y="472"/>
                    <a:pt x="663" y="466"/>
                    <a:pt x="659" y="466"/>
                  </a:cubicBezTo>
                  <a:cubicBezTo>
                    <a:pt x="655" y="466"/>
                    <a:pt x="644" y="473"/>
                    <a:pt x="624" y="490"/>
                  </a:cubicBezTo>
                  <a:cubicBezTo>
                    <a:pt x="612" y="499"/>
                    <a:pt x="601" y="510"/>
                    <a:pt x="600" y="510"/>
                  </a:cubicBezTo>
                  <a:cubicBezTo>
                    <a:pt x="600" y="510"/>
                    <a:pt x="605" y="504"/>
                    <a:pt x="618" y="487"/>
                  </a:cubicBezTo>
                  <a:cubicBezTo>
                    <a:pt x="634" y="468"/>
                    <a:pt x="624" y="459"/>
                    <a:pt x="602" y="440"/>
                  </a:cubicBezTo>
                  <a:cubicBezTo>
                    <a:pt x="592" y="432"/>
                    <a:pt x="579" y="421"/>
                    <a:pt x="566" y="421"/>
                  </a:cubicBezTo>
                  <a:cubicBezTo>
                    <a:pt x="560" y="421"/>
                    <a:pt x="554" y="423"/>
                    <a:pt x="549" y="431"/>
                  </a:cubicBezTo>
                  <a:cubicBezTo>
                    <a:pt x="538" y="435"/>
                    <a:pt x="532" y="437"/>
                    <a:pt x="530" y="437"/>
                  </a:cubicBezTo>
                  <a:cubicBezTo>
                    <a:pt x="528" y="437"/>
                    <a:pt x="532" y="433"/>
                    <a:pt x="543" y="424"/>
                  </a:cubicBezTo>
                  <a:cubicBezTo>
                    <a:pt x="572" y="397"/>
                    <a:pt x="571" y="367"/>
                    <a:pt x="546" y="367"/>
                  </a:cubicBezTo>
                  <a:cubicBezTo>
                    <a:pt x="540" y="367"/>
                    <a:pt x="531" y="369"/>
                    <a:pt x="521" y="374"/>
                  </a:cubicBezTo>
                  <a:cubicBezTo>
                    <a:pt x="518" y="368"/>
                    <a:pt x="512" y="365"/>
                    <a:pt x="527" y="346"/>
                  </a:cubicBezTo>
                  <a:cubicBezTo>
                    <a:pt x="523" y="342"/>
                    <a:pt x="521" y="340"/>
                    <a:pt x="511" y="340"/>
                  </a:cubicBezTo>
                  <a:cubicBezTo>
                    <a:pt x="505" y="340"/>
                    <a:pt x="497" y="341"/>
                    <a:pt x="483" y="343"/>
                  </a:cubicBezTo>
                  <a:lnTo>
                    <a:pt x="446" y="312"/>
                  </a:lnTo>
                  <a:cubicBezTo>
                    <a:pt x="443" y="309"/>
                    <a:pt x="439" y="308"/>
                    <a:pt x="435" y="308"/>
                  </a:cubicBezTo>
                  <a:cubicBezTo>
                    <a:pt x="425" y="308"/>
                    <a:pt x="411" y="315"/>
                    <a:pt x="411" y="315"/>
                  </a:cubicBezTo>
                  <a:cubicBezTo>
                    <a:pt x="407" y="310"/>
                    <a:pt x="402" y="307"/>
                    <a:pt x="402" y="307"/>
                  </a:cubicBezTo>
                  <a:lnTo>
                    <a:pt x="402" y="307"/>
                  </a:lnTo>
                  <a:cubicBezTo>
                    <a:pt x="403" y="307"/>
                    <a:pt x="403" y="308"/>
                    <a:pt x="405" y="309"/>
                  </a:cubicBezTo>
                  <a:cubicBezTo>
                    <a:pt x="421" y="290"/>
                    <a:pt x="392" y="268"/>
                    <a:pt x="355" y="236"/>
                  </a:cubicBezTo>
                  <a:cubicBezTo>
                    <a:pt x="317" y="205"/>
                    <a:pt x="286" y="177"/>
                    <a:pt x="295" y="155"/>
                  </a:cubicBezTo>
                  <a:cubicBezTo>
                    <a:pt x="295" y="155"/>
                    <a:pt x="294" y="154"/>
                    <a:pt x="291" y="154"/>
                  </a:cubicBezTo>
                  <a:cubicBezTo>
                    <a:pt x="287" y="154"/>
                    <a:pt x="281" y="156"/>
                    <a:pt x="270" y="164"/>
                  </a:cubicBezTo>
                  <a:cubicBezTo>
                    <a:pt x="251" y="182"/>
                    <a:pt x="240" y="190"/>
                    <a:pt x="235" y="190"/>
                  </a:cubicBezTo>
                  <a:cubicBezTo>
                    <a:pt x="231" y="190"/>
                    <a:pt x="233" y="183"/>
                    <a:pt x="239" y="171"/>
                  </a:cubicBezTo>
                  <a:cubicBezTo>
                    <a:pt x="255" y="143"/>
                    <a:pt x="252" y="125"/>
                    <a:pt x="238" y="125"/>
                  </a:cubicBezTo>
                  <a:cubicBezTo>
                    <a:pt x="230" y="125"/>
                    <a:pt x="218" y="132"/>
                    <a:pt x="204" y="146"/>
                  </a:cubicBezTo>
                  <a:lnTo>
                    <a:pt x="220" y="124"/>
                  </a:lnTo>
                  <a:cubicBezTo>
                    <a:pt x="234" y="103"/>
                    <a:pt x="233" y="93"/>
                    <a:pt x="225" y="93"/>
                  </a:cubicBezTo>
                  <a:cubicBezTo>
                    <a:pt x="217" y="93"/>
                    <a:pt x="199" y="104"/>
                    <a:pt x="179" y="124"/>
                  </a:cubicBezTo>
                  <a:cubicBezTo>
                    <a:pt x="187" y="104"/>
                    <a:pt x="194" y="84"/>
                    <a:pt x="188" y="84"/>
                  </a:cubicBezTo>
                  <a:cubicBezTo>
                    <a:pt x="186" y="84"/>
                    <a:pt x="183" y="86"/>
                    <a:pt x="179" y="89"/>
                  </a:cubicBezTo>
                  <a:cubicBezTo>
                    <a:pt x="173" y="86"/>
                    <a:pt x="173" y="86"/>
                    <a:pt x="204" y="45"/>
                  </a:cubicBezTo>
                  <a:cubicBezTo>
                    <a:pt x="220" y="26"/>
                    <a:pt x="236" y="5"/>
                    <a:pt x="230" y="1"/>
                  </a:cubicBezTo>
                  <a:cubicBezTo>
                    <a:pt x="229" y="1"/>
                    <a:pt x="228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37"/>
            <p:cNvSpPr/>
            <p:nvPr/>
          </p:nvSpPr>
          <p:spPr>
            <a:xfrm>
              <a:off x="3810418" y="3660898"/>
              <a:ext cx="184373" cy="179017"/>
            </a:xfrm>
            <a:custGeom>
              <a:avLst/>
              <a:gdLst/>
              <a:ahLst/>
              <a:cxnLst/>
              <a:rect l="l" t="t" r="r" b="b"/>
              <a:pathLst>
                <a:path w="10129" h="9911" extrusionOk="0">
                  <a:moveTo>
                    <a:pt x="7340" y="1"/>
                  </a:moveTo>
                  <a:cubicBezTo>
                    <a:pt x="7267" y="1"/>
                    <a:pt x="7192" y="4"/>
                    <a:pt x="7117" y="12"/>
                  </a:cubicBezTo>
                  <a:lnTo>
                    <a:pt x="2065" y="520"/>
                  </a:lnTo>
                  <a:cubicBezTo>
                    <a:pt x="871" y="639"/>
                    <a:pt x="0" y="1708"/>
                    <a:pt x="122" y="2902"/>
                  </a:cubicBezTo>
                  <a:lnTo>
                    <a:pt x="630" y="7953"/>
                  </a:lnTo>
                  <a:cubicBezTo>
                    <a:pt x="742" y="9074"/>
                    <a:pt x="1687" y="9910"/>
                    <a:pt x="2793" y="9910"/>
                  </a:cubicBezTo>
                  <a:cubicBezTo>
                    <a:pt x="2865" y="9910"/>
                    <a:pt x="2938" y="9907"/>
                    <a:pt x="3012" y="9899"/>
                  </a:cubicBezTo>
                  <a:lnTo>
                    <a:pt x="8063" y="9388"/>
                  </a:lnTo>
                  <a:cubicBezTo>
                    <a:pt x="9257" y="9269"/>
                    <a:pt x="10129" y="8204"/>
                    <a:pt x="10006" y="7007"/>
                  </a:cubicBezTo>
                  <a:lnTo>
                    <a:pt x="9499" y="1958"/>
                  </a:lnTo>
                  <a:cubicBezTo>
                    <a:pt x="9387" y="836"/>
                    <a:pt x="8442" y="1"/>
                    <a:pt x="7340" y="1"/>
                  </a:cubicBezTo>
                  <a:close/>
                </a:path>
              </a:pathLst>
            </a:custGeom>
            <a:solidFill>
              <a:srgbClr val="69B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37"/>
            <p:cNvSpPr/>
            <p:nvPr/>
          </p:nvSpPr>
          <p:spPr>
            <a:xfrm>
              <a:off x="4024552" y="3639511"/>
              <a:ext cx="184373" cy="178999"/>
            </a:xfrm>
            <a:custGeom>
              <a:avLst/>
              <a:gdLst/>
              <a:ahLst/>
              <a:cxnLst/>
              <a:rect l="l" t="t" r="r" b="b"/>
              <a:pathLst>
                <a:path w="10129" h="9910" extrusionOk="0">
                  <a:moveTo>
                    <a:pt x="7341" y="0"/>
                  </a:moveTo>
                  <a:cubicBezTo>
                    <a:pt x="7267" y="0"/>
                    <a:pt x="7192" y="4"/>
                    <a:pt x="7117" y="12"/>
                  </a:cubicBezTo>
                  <a:lnTo>
                    <a:pt x="2066" y="519"/>
                  </a:lnTo>
                  <a:cubicBezTo>
                    <a:pt x="872" y="638"/>
                    <a:pt x="0" y="1707"/>
                    <a:pt x="123" y="2901"/>
                  </a:cubicBezTo>
                  <a:lnTo>
                    <a:pt x="630" y="7953"/>
                  </a:lnTo>
                  <a:cubicBezTo>
                    <a:pt x="742" y="9073"/>
                    <a:pt x="1688" y="9910"/>
                    <a:pt x="2793" y="9910"/>
                  </a:cubicBezTo>
                  <a:cubicBezTo>
                    <a:pt x="2866" y="9910"/>
                    <a:pt x="2939" y="9906"/>
                    <a:pt x="3012" y="9899"/>
                  </a:cubicBezTo>
                  <a:lnTo>
                    <a:pt x="8061" y="9388"/>
                  </a:lnTo>
                  <a:cubicBezTo>
                    <a:pt x="9258" y="9269"/>
                    <a:pt x="10129" y="8203"/>
                    <a:pt x="10007" y="7006"/>
                  </a:cubicBezTo>
                  <a:lnTo>
                    <a:pt x="9499" y="1958"/>
                  </a:lnTo>
                  <a:cubicBezTo>
                    <a:pt x="9387" y="836"/>
                    <a:pt x="8442" y="0"/>
                    <a:pt x="7341" y="0"/>
                  </a:cubicBezTo>
                  <a:close/>
                </a:path>
              </a:pathLst>
            </a:custGeom>
            <a:solidFill>
              <a:srgbClr val="D581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37"/>
            <p:cNvSpPr/>
            <p:nvPr/>
          </p:nvSpPr>
          <p:spPr>
            <a:xfrm>
              <a:off x="4238686" y="3618107"/>
              <a:ext cx="184337" cy="178963"/>
            </a:xfrm>
            <a:custGeom>
              <a:avLst/>
              <a:gdLst/>
              <a:ahLst/>
              <a:cxnLst/>
              <a:rect l="l" t="t" r="r" b="b"/>
              <a:pathLst>
                <a:path w="10127" h="9908" extrusionOk="0">
                  <a:moveTo>
                    <a:pt x="7341" y="1"/>
                  </a:moveTo>
                  <a:cubicBezTo>
                    <a:pt x="7267" y="1"/>
                    <a:pt x="7193" y="4"/>
                    <a:pt x="7118" y="12"/>
                  </a:cubicBezTo>
                  <a:lnTo>
                    <a:pt x="2066" y="520"/>
                  </a:lnTo>
                  <a:cubicBezTo>
                    <a:pt x="872" y="639"/>
                    <a:pt x="1" y="1707"/>
                    <a:pt x="120" y="2901"/>
                  </a:cubicBezTo>
                  <a:lnTo>
                    <a:pt x="631" y="7953"/>
                  </a:lnTo>
                  <a:cubicBezTo>
                    <a:pt x="742" y="9072"/>
                    <a:pt x="1685" y="9907"/>
                    <a:pt x="2786" y="9907"/>
                  </a:cubicBezTo>
                  <a:cubicBezTo>
                    <a:pt x="2860" y="9907"/>
                    <a:pt x="2934" y="9904"/>
                    <a:pt x="3009" y="9896"/>
                  </a:cubicBezTo>
                  <a:lnTo>
                    <a:pt x="8061" y="9388"/>
                  </a:lnTo>
                  <a:cubicBezTo>
                    <a:pt x="9255" y="9269"/>
                    <a:pt x="10126" y="8204"/>
                    <a:pt x="10007" y="7007"/>
                  </a:cubicBezTo>
                  <a:lnTo>
                    <a:pt x="9499" y="1955"/>
                  </a:lnTo>
                  <a:cubicBezTo>
                    <a:pt x="9385" y="836"/>
                    <a:pt x="8442" y="1"/>
                    <a:pt x="7341" y="1"/>
                  </a:cubicBezTo>
                  <a:close/>
                </a:path>
              </a:pathLst>
            </a:custGeom>
            <a:solidFill>
              <a:srgbClr val="F4D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37"/>
            <p:cNvSpPr/>
            <p:nvPr/>
          </p:nvSpPr>
          <p:spPr>
            <a:xfrm>
              <a:off x="3847769" y="3695885"/>
              <a:ext cx="108633" cy="107056"/>
            </a:xfrm>
            <a:custGeom>
              <a:avLst/>
              <a:gdLst/>
              <a:ahLst/>
              <a:cxnLst/>
              <a:rect l="l" t="t" r="r" b="b"/>
              <a:pathLst>
                <a:path w="5968" h="5927" extrusionOk="0">
                  <a:moveTo>
                    <a:pt x="4792" y="197"/>
                  </a:moveTo>
                  <a:cubicBezTo>
                    <a:pt x="4796" y="197"/>
                    <a:pt x="4801" y="198"/>
                    <a:pt x="4805" y="200"/>
                  </a:cubicBezTo>
                  <a:cubicBezTo>
                    <a:pt x="4830" y="212"/>
                    <a:pt x="4830" y="212"/>
                    <a:pt x="4817" y="234"/>
                  </a:cubicBezTo>
                  <a:cubicBezTo>
                    <a:pt x="4813" y="243"/>
                    <a:pt x="4805" y="247"/>
                    <a:pt x="4796" y="247"/>
                  </a:cubicBezTo>
                  <a:cubicBezTo>
                    <a:pt x="4792" y="247"/>
                    <a:pt x="4787" y="246"/>
                    <a:pt x="4783" y="244"/>
                  </a:cubicBezTo>
                  <a:lnTo>
                    <a:pt x="4770" y="209"/>
                  </a:lnTo>
                  <a:cubicBezTo>
                    <a:pt x="4775" y="201"/>
                    <a:pt x="4783" y="197"/>
                    <a:pt x="4792" y="197"/>
                  </a:cubicBezTo>
                  <a:close/>
                  <a:moveTo>
                    <a:pt x="2931" y="313"/>
                  </a:moveTo>
                  <a:cubicBezTo>
                    <a:pt x="2934" y="338"/>
                    <a:pt x="2937" y="363"/>
                    <a:pt x="2915" y="363"/>
                  </a:cubicBezTo>
                  <a:lnTo>
                    <a:pt x="2893" y="366"/>
                  </a:lnTo>
                  <a:cubicBezTo>
                    <a:pt x="2893" y="347"/>
                    <a:pt x="2900" y="328"/>
                    <a:pt x="2912" y="313"/>
                  </a:cubicBezTo>
                  <a:close/>
                  <a:moveTo>
                    <a:pt x="5090" y="347"/>
                  </a:moveTo>
                  <a:lnTo>
                    <a:pt x="5109" y="366"/>
                  </a:lnTo>
                  <a:cubicBezTo>
                    <a:pt x="5097" y="380"/>
                    <a:pt x="5086" y="394"/>
                    <a:pt x="5072" y="394"/>
                  </a:cubicBezTo>
                  <a:cubicBezTo>
                    <a:pt x="5067" y="394"/>
                    <a:pt x="5061" y="392"/>
                    <a:pt x="5056" y="388"/>
                  </a:cubicBezTo>
                  <a:lnTo>
                    <a:pt x="5052" y="353"/>
                  </a:lnTo>
                  <a:lnTo>
                    <a:pt x="5090" y="347"/>
                  </a:lnTo>
                  <a:close/>
                  <a:moveTo>
                    <a:pt x="2078" y="416"/>
                  </a:moveTo>
                  <a:cubicBezTo>
                    <a:pt x="2091" y="416"/>
                    <a:pt x="2092" y="421"/>
                    <a:pt x="2094" y="438"/>
                  </a:cubicBezTo>
                  <a:cubicBezTo>
                    <a:pt x="2094" y="463"/>
                    <a:pt x="2053" y="469"/>
                    <a:pt x="2032" y="469"/>
                  </a:cubicBezTo>
                  <a:cubicBezTo>
                    <a:pt x="2013" y="454"/>
                    <a:pt x="2022" y="419"/>
                    <a:pt x="2047" y="419"/>
                  </a:cubicBezTo>
                  <a:cubicBezTo>
                    <a:pt x="2062" y="417"/>
                    <a:pt x="2072" y="416"/>
                    <a:pt x="2078" y="416"/>
                  </a:cubicBezTo>
                  <a:close/>
                  <a:moveTo>
                    <a:pt x="5100" y="598"/>
                  </a:moveTo>
                  <a:cubicBezTo>
                    <a:pt x="5134" y="598"/>
                    <a:pt x="5150" y="617"/>
                    <a:pt x="5131" y="632"/>
                  </a:cubicBezTo>
                  <a:cubicBezTo>
                    <a:pt x="5121" y="640"/>
                    <a:pt x="5117" y="644"/>
                    <a:pt x="5112" y="644"/>
                  </a:cubicBezTo>
                  <a:cubicBezTo>
                    <a:pt x="5108" y="644"/>
                    <a:pt x="5104" y="640"/>
                    <a:pt x="5096" y="632"/>
                  </a:cubicBezTo>
                  <a:cubicBezTo>
                    <a:pt x="5065" y="598"/>
                    <a:pt x="5065" y="598"/>
                    <a:pt x="5100" y="598"/>
                  </a:cubicBezTo>
                  <a:close/>
                  <a:moveTo>
                    <a:pt x="5092" y="754"/>
                  </a:moveTo>
                  <a:cubicBezTo>
                    <a:pt x="5088" y="757"/>
                    <a:pt x="5083" y="760"/>
                    <a:pt x="5078" y="764"/>
                  </a:cubicBezTo>
                  <a:cubicBezTo>
                    <a:pt x="5077" y="767"/>
                    <a:pt x="5076" y="769"/>
                    <a:pt x="5076" y="772"/>
                  </a:cubicBezTo>
                  <a:lnTo>
                    <a:pt x="5076" y="772"/>
                  </a:lnTo>
                  <a:cubicBezTo>
                    <a:pt x="5079" y="767"/>
                    <a:pt x="5084" y="761"/>
                    <a:pt x="5092" y="754"/>
                  </a:cubicBezTo>
                  <a:close/>
                  <a:moveTo>
                    <a:pt x="5206" y="723"/>
                  </a:moveTo>
                  <a:lnTo>
                    <a:pt x="5219" y="742"/>
                  </a:lnTo>
                  <a:cubicBezTo>
                    <a:pt x="5234" y="761"/>
                    <a:pt x="5234" y="761"/>
                    <a:pt x="5212" y="776"/>
                  </a:cubicBezTo>
                  <a:lnTo>
                    <a:pt x="5200" y="758"/>
                  </a:lnTo>
                  <a:lnTo>
                    <a:pt x="5206" y="723"/>
                  </a:lnTo>
                  <a:close/>
                  <a:moveTo>
                    <a:pt x="5076" y="772"/>
                  </a:moveTo>
                  <a:cubicBezTo>
                    <a:pt x="5071" y="778"/>
                    <a:pt x="5070" y="782"/>
                    <a:pt x="5071" y="782"/>
                  </a:cubicBezTo>
                  <a:cubicBezTo>
                    <a:pt x="5072" y="782"/>
                    <a:pt x="5074" y="779"/>
                    <a:pt x="5076" y="772"/>
                  </a:cubicBezTo>
                  <a:close/>
                  <a:moveTo>
                    <a:pt x="590" y="845"/>
                  </a:moveTo>
                  <a:cubicBezTo>
                    <a:pt x="609" y="864"/>
                    <a:pt x="624" y="880"/>
                    <a:pt x="612" y="899"/>
                  </a:cubicBezTo>
                  <a:lnTo>
                    <a:pt x="577" y="899"/>
                  </a:lnTo>
                  <a:lnTo>
                    <a:pt x="574" y="864"/>
                  </a:lnTo>
                  <a:lnTo>
                    <a:pt x="590" y="845"/>
                  </a:lnTo>
                  <a:close/>
                  <a:moveTo>
                    <a:pt x="5262" y="905"/>
                  </a:moveTo>
                  <a:lnTo>
                    <a:pt x="5262" y="905"/>
                  </a:lnTo>
                  <a:cubicBezTo>
                    <a:pt x="5266" y="914"/>
                    <a:pt x="5272" y="917"/>
                    <a:pt x="5276" y="917"/>
                  </a:cubicBezTo>
                  <a:cubicBezTo>
                    <a:pt x="5281" y="917"/>
                    <a:pt x="5281" y="911"/>
                    <a:pt x="5262" y="905"/>
                  </a:cubicBezTo>
                  <a:close/>
                  <a:moveTo>
                    <a:pt x="5328" y="924"/>
                  </a:moveTo>
                  <a:lnTo>
                    <a:pt x="5338" y="946"/>
                  </a:lnTo>
                  <a:cubicBezTo>
                    <a:pt x="5347" y="968"/>
                    <a:pt x="5347" y="968"/>
                    <a:pt x="5325" y="977"/>
                  </a:cubicBezTo>
                  <a:lnTo>
                    <a:pt x="5316" y="955"/>
                  </a:lnTo>
                  <a:lnTo>
                    <a:pt x="5328" y="924"/>
                  </a:lnTo>
                  <a:close/>
                  <a:moveTo>
                    <a:pt x="270" y="1008"/>
                  </a:moveTo>
                  <a:cubicBezTo>
                    <a:pt x="292" y="1021"/>
                    <a:pt x="314" y="1037"/>
                    <a:pt x="299" y="1059"/>
                  </a:cubicBezTo>
                  <a:lnTo>
                    <a:pt x="286" y="1080"/>
                  </a:lnTo>
                  <a:cubicBezTo>
                    <a:pt x="270" y="1068"/>
                    <a:pt x="261" y="1049"/>
                    <a:pt x="258" y="1030"/>
                  </a:cubicBezTo>
                  <a:lnTo>
                    <a:pt x="270" y="1008"/>
                  </a:lnTo>
                  <a:close/>
                  <a:moveTo>
                    <a:pt x="5460" y="1131"/>
                  </a:moveTo>
                  <a:lnTo>
                    <a:pt x="5466" y="1153"/>
                  </a:lnTo>
                  <a:cubicBezTo>
                    <a:pt x="5469" y="1165"/>
                    <a:pt x="5460" y="1181"/>
                    <a:pt x="5447" y="1184"/>
                  </a:cubicBezTo>
                  <a:cubicBezTo>
                    <a:pt x="5446" y="1184"/>
                    <a:pt x="5444" y="1184"/>
                    <a:pt x="5442" y="1184"/>
                  </a:cubicBezTo>
                  <a:cubicBezTo>
                    <a:pt x="5431" y="1184"/>
                    <a:pt x="5419" y="1176"/>
                    <a:pt x="5416" y="1165"/>
                  </a:cubicBezTo>
                  <a:cubicBezTo>
                    <a:pt x="5425" y="1149"/>
                    <a:pt x="5441" y="1137"/>
                    <a:pt x="5460" y="1131"/>
                  </a:cubicBezTo>
                  <a:close/>
                  <a:moveTo>
                    <a:pt x="274" y="1469"/>
                  </a:moveTo>
                  <a:cubicBezTo>
                    <a:pt x="278" y="1469"/>
                    <a:pt x="284" y="1470"/>
                    <a:pt x="292" y="1472"/>
                  </a:cubicBezTo>
                  <a:cubicBezTo>
                    <a:pt x="308" y="1478"/>
                    <a:pt x="324" y="1491"/>
                    <a:pt x="333" y="1507"/>
                  </a:cubicBezTo>
                  <a:cubicBezTo>
                    <a:pt x="332" y="1512"/>
                    <a:pt x="329" y="1514"/>
                    <a:pt x="324" y="1514"/>
                  </a:cubicBezTo>
                  <a:cubicBezTo>
                    <a:pt x="309" y="1514"/>
                    <a:pt x="280" y="1496"/>
                    <a:pt x="261" y="1491"/>
                  </a:cubicBezTo>
                  <a:cubicBezTo>
                    <a:pt x="265" y="1474"/>
                    <a:pt x="266" y="1469"/>
                    <a:pt x="274" y="1469"/>
                  </a:cubicBezTo>
                  <a:close/>
                  <a:moveTo>
                    <a:pt x="5535" y="2002"/>
                  </a:moveTo>
                  <a:cubicBezTo>
                    <a:pt x="5563" y="2021"/>
                    <a:pt x="5592" y="2039"/>
                    <a:pt x="5566" y="2043"/>
                  </a:cubicBezTo>
                  <a:cubicBezTo>
                    <a:pt x="5548" y="2043"/>
                    <a:pt x="5529" y="2036"/>
                    <a:pt x="5513" y="2027"/>
                  </a:cubicBezTo>
                  <a:cubicBezTo>
                    <a:pt x="5513" y="2027"/>
                    <a:pt x="5485" y="2008"/>
                    <a:pt x="5510" y="2005"/>
                  </a:cubicBezTo>
                  <a:lnTo>
                    <a:pt x="5535" y="2002"/>
                  </a:lnTo>
                  <a:close/>
                  <a:moveTo>
                    <a:pt x="292" y="2010"/>
                  </a:moveTo>
                  <a:cubicBezTo>
                    <a:pt x="308" y="2010"/>
                    <a:pt x="321" y="2014"/>
                    <a:pt x="324" y="2027"/>
                  </a:cubicBezTo>
                  <a:lnTo>
                    <a:pt x="299" y="2052"/>
                  </a:lnTo>
                  <a:lnTo>
                    <a:pt x="273" y="2033"/>
                  </a:lnTo>
                  <a:lnTo>
                    <a:pt x="270" y="2011"/>
                  </a:lnTo>
                  <a:cubicBezTo>
                    <a:pt x="278" y="2010"/>
                    <a:pt x="285" y="2010"/>
                    <a:pt x="292" y="2010"/>
                  </a:cubicBezTo>
                  <a:close/>
                  <a:moveTo>
                    <a:pt x="5676" y="2700"/>
                  </a:moveTo>
                  <a:cubicBezTo>
                    <a:pt x="5693" y="2700"/>
                    <a:pt x="5714" y="2709"/>
                    <a:pt x="5729" y="2729"/>
                  </a:cubicBezTo>
                  <a:cubicBezTo>
                    <a:pt x="5733" y="2751"/>
                    <a:pt x="5733" y="2751"/>
                    <a:pt x="5707" y="2754"/>
                  </a:cubicBezTo>
                  <a:cubicBezTo>
                    <a:pt x="5705" y="2754"/>
                    <a:pt x="5703" y="2754"/>
                    <a:pt x="5701" y="2754"/>
                  </a:cubicBezTo>
                  <a:cubicBezTo>
                    <a:pt x="5678" y="2754"/>
                    <a:pt x="5657" y="2739"/>
                    <a:pt x="5651" y="2716"/>
                  </a:cubicBezTo>
                  <a:cubicBezTo>
                    <a:pt x="5651" y="2706"/>
                    <a:pt x="5662" y="2700"/>
                    <a:pt x="5676" y="2700"/>
                  </a:cubicBezTo>
                  <a:close/>
                  <a:moveTo>
                    <a:pt x="367" y="3385"/>
                  </a:moveTo>
                  <a:cubicBezTo>
                    <a:pt x="383" y="3385"/>
                    <a:pt x="397" y="3389"/>
                    <a:pt x="399" y="3403"/>
                  </a:cubicBezTo>
                  <a:lnTo>
                    <a:pt x="374" y="3428"/>
                  </a:lnTo>
                  <a:lnTo>
                    <a:pt x="349" y="3409"/>
                  </a:lnTo>
                  <a:lnTo>
                    <a:pt x="346" y="3387"/>
                  </a:lnTo>
                  <a:cubicBezTo>
                    <a:pt x="353" y="3386"/>
                    <a:pt x="360" y="3385"/>
                    <a:pt x="367" y="3385"/>
                  </a:cubicBezTo>
                  <a:close/>
                  <a:moveTo>
                    <a:pt x="399" y="3533"/>
                  </a:moveTo>
                  <a:cubicBezTo>
                    <a:pt x="408" y="3533"/>
                    <a:pt x="409" y="3537"/>
                    <a:pt x="411" y="3553"/>
                  </a:cubicBezTo>
                  <a:cubicBezTo>
                    <a:pt x="399" y="3566"/>
                    <a:pt x="383" y="3575"/>
                    <a:pt x="364" y="3578"/>
                  </a:cubicBezTo>
                  <a:cubicBezTo>
                    <a:pt x="363" y="3578"/>
                    <a:pt x="361" y="3578"/>
                    <a:pt x="360" y="3578"/>
                  </a:cubicBezTo>
                  <a:cubicBezTo>
                    <a:pt x="339" y="3578"/>
                    <a:pt x="339" y="3558"/>
                    <a:pt x="383" y="3534"/>
                  </a:cubicBezTo>
                  <a:cubicBezTo>
                    <a:pt x="390" y="3533"/>
                    <a:pt x="395" y="3533"/>
                    <a:pt x="399" y="3533"/>
                  </a:cubicBezTo>
                  <a:close/>
                  <a:moveTo>
                    <a:pt x="211" y="3583"/>
                  </a:moveTo>
                  <a:cubicBezTo>
                    <a:pt x="211" y="3583"/>
                    <a:pt x="211" y="3586"/>
                    <a:pt x="211" y="3591"/>
                  </a:cubicBezTo>
                  <a:cubicBezTo>
                    <a:pt x="211" y="3591"/>
                    <a:pt x="211" y="3591"/>
                    <a:pt x="212" y="3591"/>
                  </a:cubicBezTo>
                  <a:lnTo>
                    <a:pt x="212" y="3591"/>
                  </a:lnTo>
                  <a:cubicBezTo>
                    <a:pt x="211" y="3586"/>
                    <a:pt x="211" y="3583"/>
                    <a:pt x="211" y="3583"/>
                  </a:cubicBezTo>
                  <a:close/>
                  <a:moveTo>
                    <a:pt x="472" y="3888"/>
                  </a:moveTo>
                  <a:cubicBezTo>
                    <a:pt x="490" y="3888"/>
                    <a:pt x="471" y="3909"/>
                    <a:pt x="471" y="3929"/>
                  </a:cubicBezTo>
                  <a:cubicBezTo>
                    <a:pt x="461" y="3940"/>
                    <a:pt x="456" y="3946"/>
                    <a:pt x="453" y="3946"/>
                  </a:cubicBezTo>
                  <a:cubicBezTo>
                    <a:pt x="448" y="3946"/>
                    <a:pt x="448" y="3935"/>
                    <a:pt x="446" y="3910"/>
                  </a:cubicBezTo>
                  <a:cubicBezTo>
                    <a:pt x="443" y="3888"/>
                    <a:pt x="468" y="3888"/>
                    <a:pt x="468" y="3888"/>
                  </a:cubicBezTo>
                  <a:cubicBezTo>
                    <a:pt x="469" y="3888"/>
                    <a:pt x="471" y="3888"/>
                    <a:pt x="472" y="3888"/>
                  </a:cubicBezTo>
                  <a:close/>
                  <a:moveTo>
                    <a:pt x="982" y="3967"/>
                  </a:moveTo>
                  <a:cubicBezTo>
                    <a:pt x="957" y="3970"/>
                    <a:pt x="957" y="3970"/>
                    <a:pt x="960" y="3989"/>
                  </a:cubicBezTo>
                  <a:cubicBezTo>
                    <a:pt x="972" y="4001"/>
                    <a:pt x="991" y="4007"/>
                    <a:pt x="1010" y="4007"/>
                  </a:cubicBezTo>
                  <a:cubicBezTo>
                    <a:pt x="1035" y="4004"/>
                    <a:pt x="1035" y="3982"/>
                    <a:pt x="982" y="3967"/>
                  </a:cubicBezTo>
                  <a:close/>
                  <a:moveTo>
                    <a:pt x="154" y="4067"/>
                  </a:moveTo>
                  <a:cubicBezTo>
                    <a:pt x="129" y="4067"/>
                    <a:pt x="129" y="4067"/>
                    <a:pt x="132" y="4089"/>
                  </a:cubicBezTo>
                  <a:cubicBezTo>
                    <a:pt x="134" y="4112"/>
                    <a:pt x="135" y="4122"/>
                    <a:pt x="140" y="4122"/>
                  </a:cubicBezTo>
                  <a:cubicBezTo>
                    <a:pt x="143" y="4122"/>
                    <a:pt x="148" y="4117"/>
                    <a:pt x="157" y="4108"/>
                  </a:cubicBezTo>
                  <a:cubicBezTo>
                    <a:pt x="157" y="4086"/>
                    <a:pt x="154" y="4067"/>
                    <a:pt x="154" y="4067"/>
                  </a:cubicBezTo>
                  <a:close/>
                  <a:moveTo>
                    <a:pt x="505" y="4267"/>
                  </a:moveTo>
                  <a:cubicBezTo>
                    <a:pt x="512" y="4267"/>
                    <a:pt x="528" y="4269"/>
                    <a:pt x="530" y="4286"/>
                  </a:cubicBezTo>
                  <a:cubicBezTo>
                    <a:pt x="527" y="4302"/>
                    <a:pt x="521" y="4318"/>
                    <a:pt x="508" y="4330"/>
                  </a:cubicBezTo>
                  <a:cubicBezTo>
                    <a:pt x="507" y="4331"/>
                    <a:pt x="505" y="4331"/>
                    <a:pt x="504" y="4331"/>
                  </a:cubicBezTo>
                  <a:cubicBezTo>
                    <a:pt x="493" y="4331"/>
                    <a:pt x="483" y="4322"/>
                    <a:pt x="480" y="4311"/>
                  </a:cubicBezTo>
                  <a:cubicBezTo>
                    <a:pt x="480" y="4289"/>
                    <a:pt x="477" y="4271"/>
                    <a:pt x="502" y="4268"/>
                  </a:cubicBezTo>
                  <a:cubicBezTo>
                    <a:pt x="502" y="4268"/>
                    <a:pt x="503" y="4267"/>
                    <a:pt x="505" y="4267"/>
                  </a:cubicBezTo>
                  <a:close/>
                  <a:moveTo>
                    <a:pt x="364" y="4427"/>
                  </a:moveTo>
                  <a:cubicBezTo>
                    <a:pt x="364" y="4427"/>
                    <a:pt x="339" y="4430"/>
                    <a:pt x="342" y="4452"/>
                  </a:cubicBezTo>
                  <a:lnTo>
                    <a:pt x="346" y="4474"/>
                  </a:lnTo>
                  <a:cubicBezTo>
                    <a:pt x="361" y="4468"/>
                    <a:pt x="380" y="4462"/>
                    <a:pt x="393" y="4446"/>
                  </a:cubicBezTo>
                  <a:cubicBezTo>
                    <a:pt x="389" y="4427"/>
                    <a:pt x="364" y="4427"/>
                    <a:pt x="364" y="4427"/>
                  </a:cubicBezTo>
                  <a:close/>
                  <a:moveTo>
                    <a:pt x="468" y="4666"/>
                  </a:moveTo>
                  <a:lnTo>
                    <a:pt x="471" y="4691"/>
                  </a:lnTo>
                  <a:lnTo>
                    <a:pt x="452" y="4719"/>
                  </a:lnTo>
                  <a:cubicBezTo>
                    <a:pt x="449" y="4709"/>
                    <a:pt x="449" y="4703"/>
                    <a:pt x="446" y="4694"/>
                  </a:cubicBezTo>
                  <a:cubicBezTo>
                    <a:pt x="443" y="4669"/>
                    <a:pt x="443" y="4669"/>
                    <a:pt x="468" y="4666"/>
                  </a:cubicBezTo>
                  <a:close/>
                  <a:moveTo>
                    <a:pt x="532" y="4868"/>
                  </a:moveTo>
                  <a:cubicBezTo>
                    <a:pt x="536" y="4868"/>
                    <a:pt x="541" y="4869"/>
                    <a:pt x="546" y="4869"/>
                  </a:cubicBezTo>
                  <a:lnTo>
                    <a:pt x="562" y="4916"/>
                  </a:lnTo>
                  <a:cubicBezTo>
                    <a:pt x="549" y="4921"/>
                    <a:pt x="536" y="4926"/>
                    <a:pt x="526" y="4926"/>
                  </a:cubicBezTo>
                  <a:cubicBezTo>
                    <a:pt x="517" y="4926"/>
                    <a:pt x="510" y="4922"/>
                    <a:pt x="505" y="4910"/>
                  </a:cubicBezTo>
                  <a:cubicBezTo>
                    <a:pt x="477" y="4896"/>
                    <a:pt x="487" y="4868"/>
                    <a:pt x="532" y="4868"/>
                  </a:cubicBezTo>
                  <a:close/>
                  <a:moveTo>
                    <a:pt x="731" y="4988"/>
                  </a:moveTo>
                  <a:cubicBezTo>
                    <a:pt x="740" y="5010"/>
                    <a:pt x="775" y="5017"/>
                    <a:pt x="753" y="5029"/>
                  </a:cubicBezTo>
                  <a:cubicBezTo>
                    <a:pt x="756" y="5033"/>
                    <a:pt x="756" y="5034"/>
                    <a:pt x="753" y="5034"/>
                  </a:cubicBezTo>
                  <a:cubicBezTo>
                    <a:pt x="745" y="5034"/>
                    <a:pt x="716" y="5018"/>
                    <a:pt x="709" y="5001"/>
                  </a:cubicBezTo>
                  <a:lnTo>
                    <a:pt x="731" y="4988"/>
                  </a:lnTo>
                  <a:close/>
                  <a:moveTo>
                    <a:pt x="4200" y="5111"/>
                  </a:moveTo>
                  <a:cubicBezTo>
                    <a:pt x="4178" y="5114"/>
                    <a:pt x="4181" y="5139"/>
                    <a:pt x="4184" y="5164"/>
                  </a:cubicBezTo>
                  <a:lnTo>
                    <a:pt x="4203" y="5161"/>
                  </a:lnTo>
                  <a:cubicBezTo>
                    <a:pt x="4216" y="5145"/>
                    <a:pt x="4222" y="5129"/>
                    <a:pt x="4222" y="5111"/>
                  </a:cubicBezTo>
                  <a:close/>
                  <a:moveTo>
                    <a:pt x="618" y="5286"/>
                  </a:moveTo>
                  <a:lnTo>
                    <a:pt x="599" y="5299"/>
                  </a:lnTo>
                  <a:lnTo>
                    <a:pt x="577" y="5314"/>
                  </a:lnTo>
                  <a:lnTo>
                    <a:pt x="577" y="5314"/>
                  </a:lnTo>
                  <a:lnTo>
                    <a:pt x="618" y="5286"/>
                  </a:lnTo>
                  <a:close/>
                  <a:moveTo>
                    <a:pt x="968" y="5377"/>
                  </a:moveTo>
                  <a:cubicBezTo>
                    <a:pt x="972" y="5377"/>
                    <a:pt x="977" y="5379"/>
                    <a:pt x="982" y="5383"/>
                  </a:cubicBezTo>
                  <a:lnTo>
                    <a:pt x="997" y="5399"/>
                  </a:lnTo>
                  <a:cubicBezTo>
                    <a:pt x="985" y="5411"/>
                    <a:pt x="966" y="5421"/>
                    <a:pt x="947" y="5424"/>
                  </a:cubicBezTo>
                  <a:lnTo>
                    <a:pt x="932" y="5405"/>
                  </a:lnTo>
                  <a:cubicBezTo>
                    <a:pt x="943" y="5391"/>
                    <a:pt x="955" y="5377"/>
                    <a:pt x="968" y="5377"/>
                  </a:cubicBezTo>
                  <a:close/>
                  <a:moveTo>
                    <a:pt x="4194" y="5493"/>
                  </a:moveTo>
                  <a:lnTo>
                    <a:pt x="4216" y="5515"/>
                  </a:lnTo>
                  <a:cubicBezTo>
                    <a:pt x="4219" y="5540"/>
                    <a:pt x="4197" y="5543"/>
                    <a:pt x="4178" y="5543"/>
                  </a:cubicBezTo>
                  <a:cubicBezTo>
                    <a:pt x="4172" y="5544"/>
                    <a:pt x="4168" y="5544"/>
                    <a:pt x="4165" y="5544"/>
                  </a:cubicBezTo>
                  <a:cubicBezTo>
                    <a:pt x="4156" y="5544"/>
                    <a:pt x="4155" y="5540"/>
                    <a:pt x="4153" y="5521"/>
                  </a:cubicBezTo>
                  <a:cubicBezTo>
                    <a:pt x="4153" y="5521"/>
                    <a:pt x="4172" y="5493"/>
                    <a:pt x="4194" y="5493"/>
                  </a:cubicBezTo>
                  <a:close/>
                  <a:moveTo>
                    <a:pt x="3915" y="5468"/>
                  </a:moveTo>
                  <a:cubicBezTo>
                    <a:pt x="3940" y="5468"/>
                    <a:pt x="3959" y="5490"/>
                    <a:pt x="3962" y="5515"/>
                  </a:cubicBezTo>
                  <a:cubicBezTo>
                    <a:pt x="3987" y="5562"/>
                    <a:pt x="3987" y="5562"/>
                    <a:pt x="3943" y="5565"/>
                  </a:cubicBezTo>
                  <a:cubicBezTo>
                    <a:pt x="3938" y="5566"/>
                    <a:pt x="3933" y="5566"/>
                    <a:pt x="3928" y="5566"/>
                  </a:cubicBezTo>
                  <a:cubicBezTo>
                    <a:pt x="3914" y="5566"/>
                    <a:pt x="3902" y="5562"/>
                    <a:pt x="3899" y="5543"/>
                  </a:cubicBezTo>
                  <a:lnTo>
                    <a:pt x="3921" y="5543"/>
                  </a:lnTo>
                  <a:cubicBezTo>
                    <a:pt x="3922" y="5550"/>
                    <a:pt x="3924" y="5553"/>
                    <a:pt x="3926" y="5553"/>
                  </a:cubicBezTo>
                  <a:cubicBezTo>
                    <a:pt x="3931" y="5553"/>
                    <a:pt x="3936" y="5534"/>
                    <a:pt x="3918" y="5518"/>
                  </a:cubicBezTo>
                  <a:lnTo>
                    <a:pt x="3915" y="5468"/>
                  </a:lnTo>
                  <a:close/>
                  <a:moveTo>
                    <a:pt x="2613" y="5511"/>
                  </a:moveTo>
                  <a:cubicBezTo>
                    <a:pt x="2604" y="5511"/>
                    <a:pt x="2591" y="5513"/>
                    <a:pt x="2577" y="5515"/>
                  </a:cubicBezTo>
                  <a:cubicBezTo>
                    <a:pt x="2558" y="5515"/>
                    <a:pt x="2539" y="5543"/>
                    <a:pt x="2539" y="5543"/>
                  </a:cubicBezTo>
                  <a:cubicBezTo>
                    <a:pt x="2539" y="5563"/>
                    <a:pt x="2553" y="5565"/>
                    <a:pt x="2570" y="5565"/>
                  </a:cubicBezTo>
                  <a:cubicBezTo>
                    <a:pt x="2574" y="5565"/>
                    <a:pt x="2579" y="5565"/>
                    <a:pt x="2583" y="5565"/>
                  </a:cubicBezTo>
                  <a:cubicBezTo>
                    <a:pt x="2594" y="5570"/>
                    <a:pt x="2603" y="5571"/>
                    <a:pt x="2611" y="5571"/>
                  </a:cubicBezTo>
                  <a:cubicBezTo>
                    <a:pt x="2635" y="5571"/>
                    <a:pt x="2645" y="5553"/>
                    <a:pt x="2643" y="5534"/>
                  </a:cubicBezTo>
                  <a:cubicBezTo>
                    <a:pt x="2643" y="5517"/>
                    <a:pt x="2633" y="5511"/>
                    <a:pt x="2613" y="5511"/>
                  </a:cubicBezTo>
                  <a:close/>
                  <a:moveTo>
                    <a:pt x="4775" y="5453"/>
                  </a:moveTo>
                  <a:cubicBezTo>
                    <a:pt x="4778" y="5453"/>
                    <a:pt x="4780" y="5465"/>
                    <a:pt x="4786" y="5490"/>
                  </a:cubicBezTo>
                  <a:cubicBezTo>
                    <a:pt x="4792" y="5512"/>
                    <a:pt x="4799" y="5537"/>
                    <a:pt x="4774" y="5543"/>
                  </a:cubicBezTo>
                  <a:cubicBezTo>
                    <a:pt x="4760" y="5563"/>
                    <a:pt x="4750" y="5572"/>
                    <a:pt x="4744" y="5572"/>
                  </a:cubicBezTo>
                  <a:cubicBezTo>
                    <a:pt x="4732" y="5572"/>
                    <a:pt x="4737" y="5536"/>
                    <a:pt x="4764" y="5496"/>
                  </a:cubicBezTo>
                  <a:cubicBezTo>
                    <a:pt x="4771" y="5467"/>
                    <a:pt x="4773" y="5453"/>
                    <a:pt x="4775" y="5453"/>
                  </a:cubicBezTo>
                  <a:close/>
                  <a:moveTo>
                    <a:pt x="2771" y="5546"/>
                  </a:moveTo>
                  <a:cubicBezTo>
                    <a:pt x="2774" y="5571"/>
                    <a:pt x="2733" y="5599"/>
                    <a:pt x="2715" y="5603"/>
                  </a:cubicBezTo>
                  <a:cubicBezTo>
                    <a:pt x="2713" y="5603"/>
                    <a:pt x="2712" y="5603"/>
                    <a:pt x="2711" y="5603"/>
                  </a:cubicBezTo>
                  <a:cubicBezTo>
                    <a:pt x="2693" y="5603"/>
                    <a:pt x="2692" y="5579"/>
                    <a:pt x="2730" y="5549"/>
                  </a:cubicBezTo>
                  <a:lnTo>
                    <a:pt x="2771" y="5546"/>
                  </a:lnTo>
                  <a:close/>
                  <a:moveTo>
                    <a:pt x="1107" y="5568"/>
                  </a:moveTo>
                  <a:cubicBezTo>
                    <a:pt x="1129" y="5581"/>
                    <a:pt x="1095" y="5590"/>
                    <a:pt x="1047" y="5618"/>
                  </a:cubicBezTo>
                  <a:cubicBezTo>
                    <a:pt x="991" y="5615"/>
                    <a:pt x="991" y="5612"/>
                    <a:pt x="1038" y="5584"/>
                  </a:cubicBezTo>
                  <a:lnTo>
                    <a:pt x="1107" y="5568"/>
                  </a:lnTo>
                  <a:close/>
                  <a:moveTo>
                    <a:pt x="3890" y="5671"/>
                  </a:moveTo>
                  <a:lnTo>
                    <a:pt x="3871" y="5675"/>
                  </a:lnTo>
                  <a:cubicBezTo>
                    <a:pt x="3871" y="5693"/>
                    <a:pt x="3871" y="5698"/>
                    <a:pt x="3880" y="5698"/>
                  </a:cubicBezTo>
                  <a:cubicBezTo>
                    <a:pt x="3883" y="5698"/>
                    <a:pt x="3887" y="5697"/>
                    <a:pt x="3893" y="5697"/>
                  </a:cubicBezTo>
                  <a:lnTo>
                    <a:pt x="3915" y="5697"/>
                  </a:lnTo>
                  <a:lnTo>
                    <a:pt x="3890" y="5671"/>
                  </a:lnTo>
                  <a:close/>
                  <a:moveTo>
                    <a:pt x="1621" y="5643"/>
                  </a:moveTo>
                  <a:cubicBezTo>
                    <a:pt x="1643" y="5650"/>
                    <a:pt x="1665" y="5650"/>
                    <a:pt x="1665" y="5650"/>
                  </a:cubicBezTo>
                  <a:cubicBezTo>
                    <a:pt x="1665" y="5650"/>
                    <a:pt x="1640" y="5675"/>
                    <a:pt x="1612" y="5693"/>
                  </a:cubicBezTo>
                  <a:cubicBezTo>
                    <a:pt x="1581" y="5731"/>
                    <a:pt x="1566" y="5748"/>
                    <a:pt x="1560" y="5748"/>
                  </a:cubicBezTo>
                  <a:cubicBezTo>
                    <a:pt x="1555" y="5748"/>
                    <a:pt x="1557" y="5735"/>
                    <a:pt x="1561" y="5712"/>
                  </a:cubicBezTo>
                  <a:cubicBezTo>
                    <a:pt x="1565" y="5681"/>
                    <a:pt x="1587" y="5653"/>
                    <a:pt x="1621" y="5643"/>
                  </a:cubicBezTo>
                  <a:close/>
                  <a:moveTo>
                    <a:pt x="1702" y="5753"/>
                  </a:moveTo>
                  <a:lnTo>
                    <a:pt x="1724" y="5781"/>
                  </a:lnTo>
                  <a:cubicBezTo>
                    <a:pt x="1724" y="5801"/>
                    <a:pt x="1708" y="5803"/>
                    <a:pt x="1689" y="5803"/>
                  </a:cubicBezTo>
                  <a:cubicBezTo>
                    <a:pt x="1684" y="5803"/>
                    <a:pt x="1679" y="5803"/>
                    <a:pt x="1674" y="5803"/>
                  </a:cubicBezTo>
                  <a:lnTo>
                    <a:pt x="1677" y="5778"/>
                  </a:lnTo>
                  <a:lnTo>
                    <a:pt x="1702" y="5753"/>
                  </a:lnTo>
                  <a:close/>
                  <a:moveTo>
                    <a:pt x="4196" y="0"/>
                  </a:moveTo>
                  <a:cubicBezTo>
                    <a:pt x="4161" y="0"/>
                    <a:pt x="4101" y="23"/>
                    <a:pt x="4087" y="56"/>
                  </a:cubicBezTo>
                  <a:cubicBezTo>
                    <a:pt x="4073" y="85"/>
                    <a:pt x="4068" y="97"/>
                    <a:pt x="4065" y="97"/>
                  </a:cubicBezTo>
                  <a:cubicBezTo>
                    <a:pt x="4064" y="97"/>
                    <a:pt x="4064" y="91"/>
                    <a:pt x="4062" y="81"/>
                  </a:cubicBezTo>
                  <a:cubicBezTo>
                    <a:pt x="4062" y="68"/>
                    <a:pt x="4050" y="59"/>
                    <a:pt x="4034" y="59"/>
                  </a:cubicBezTo>
                  <a:cubicBezTo>
                    <a:pt x="4029" y="60"/>
                    <a:pt x="4024" y="60"/>
                    <a:pt x="4019" y="60"/>
                  </a:cubicBezTo>
                  <a:cubicBezTo>
                    <a:pt x="4005" y="60"/>
                    <a:pt x="3992" y="55"/>
                    <a:pt x="3990" y="37"/>
                  </a:cubicBezTo>
                  <a:cubicBezTo>
                    <a:pt x="3968" y="43"/>
                    <a:pt x="3946" y="53"/>
                    <a:pt x="3931" y="68"/>
                  </a:cubicBezTo>
                  <a:cubicBezTo>
                    <a:pt x="3915" y="90"/>
                    <a:pt x="3892" y="100"/>
                    <a:pt x="3868" y="100"/>
                  </a:cubicBezTo>
                  <a:cubicBezTo>
                    <a:pt x="3840" y="100"/>
                    <a:pt x="3813" y="85"/>
                    <a:pt x="3799" y="56"/>
                  </a:cubicBezTo>
                  <a:lnTo>
                    <a:pt x="3761" y="84"/>
                  </a:lnTo>
                  <a:cubicBezTo>
                    <a:pt x="3752" y="117"/>
                    <a:pt x="3739" y="139"/>
                    <a:pt x="3731" y="139"/>
                  </a:cubicBezTo>
                  <a:cubicBezTo>
                    <a:pt x="3726" y="139"/>
                    <a:pt x="3722" y="131"/>
                    <a:pt x="3721" y="112"/>
                  </a:cubicBezTo>
                  <a:cubicBezTo>
                    <a:pt x="3718" y="94"/>
                    <a:pt x="3718" y="77"/>
                    <a:pt x="3718" y="77"/>
                  </a:cubicBezTo>
                  <a:cubicBezTo>
                    <a:pt x="3717" y="77"/>
                    <a:pt x="3717" y="80"/>
                    <a:pt x="3717" y="87"/>
                  </a:cubicBezTo>
                  <a:cubicBezTo>
                    <a:pt x="3711" y="109"/>
                    <a:pt x="3692" y="119"/>
                    <a:pt x="3671" y="119"/>
                  </a:cubicBezTo>
                  <a:cubicBezTo>
                    <a:pt x="3643" y="119"/>
                    <a:pt x="3613" y="100"/>
                    <a:pt x="3611" y="71"/>
                  </a:cubicBezTo>
                  <a:cubicBezTo>
                    <a:pt x="3609" y="53"/>
                    <a:pt x="3608" y="48"/>
                    <a:pt x="3599" y="48"/>
                  </a:cubicBezTo>
                  <a:cubicBezTo>
                    <a:pt x="3596" y="48"/>
                    <a:pt x="3592" y="49"/>
                    <a:pt x="3586" y="49"/>
                  </a:cubicBezTo>
                  <a:lnTo>
                    <a:pt x="3589" y="75"/>
                  </a:lnTo>
                  <a:cubicBezTo>
                    <a:pt x="3592" y="100"/>
                    <a:pt x="3595" y="125"/>
                    <a:pt x="3573" y="128"/>
                  </a:cubicBezTo>
                  <a:cubicBezTo>
                    <a:pt x="3569" y="128"/>
                    <a:pt x="3565" y="128"/>
                    <a:pt x="3560" y="128"/>
                  </a:cubicBezTo>
                  <a:cubicBezTo>
                    <a:pt x="3544" y="128"/>
                    <a:pt x="3529" y="126"/>
                    <a:pt x="3529" y="106"/>
                  </a:cubicBezTo>
                  <a:cubicBezTo>
                    <a:pt x="3512" y="89"/>
                    <a:pt x="3496" y="73"/>
                    <a:pt x="3488" y="73"/>
                  </a:cubicBezTo>
                  <a:cubicBezTo>
                    <a:pt x="3485" y="73"/>
                    <a:pt x="3482" y="76"/>
                    <a:pt x="3482" y="84"/>
                  </a:cubicBezTo>
                  <a:cubicBezTo>
                    <a:pt x="3467" y="84"/>
                    <a:pt x="3451" y="75"/>
                    <a:pt x="3439" y="62"/>
                  </a:cubicBezTo>
                  <a:lnTo>
                    <a:pt x="3354" y="71"/>
                  </a:lnTo>
                  <a:cubicBezTo>
                    <a:pt x="3343" y="85"/>
                    <a:pt x="3326" y="94"/>
                    <a:pt x="3312" y="94"/>
                  </a:cubicBezTo>
                  <a:cubicBezTo>
                    <a:pt x="3301" y="94"/>
                    <a:pt x="3293" y="89"/>
                    <a:pt x="3291" y="78"/>
                  </a:cubicBezTo>
                  <a:cubicBezTo>
                    <a:pt x="3269" y="78"/>
                    <a:pt x="3247" y="90"/>
                    <a:pt x="3232" y="106"/>
                  </a:cubicBezTo>
                  <a:cubicBezTo>
                    <a:pt x="3217" y="108"/>
                    <a:pt x="3205" y="109"/>
                    <a:pt x="3195" y="109"/>
                  </a:cubicBezTo>
                  <a:cubicBezTo>
                    <a:pt x="3176" y="109"/>
                    <a:pt x="3166" y="104"/>
                    <a:pt x="3166" y="87"/>
                  </a:cubicBezTo>
                  <a:cubicBezTo>
                    <a:pt x="3164" y="75"/>
                    <a:pt x="3164" y="69"/>
                    <a:pt x="3161" y="69"/>
                  </a:cubicBezTo>
                  <a:cubicBezTo>
                    <a:pt x="3158" y="69"/>
                    <a:pt x="3154" y="76"/>
                    <a:pt x="3144" y="90"/>
                  </a:cubicBezTo>
                  <a:cubicBezTo>
                    <a:pt x="3147" y="115"/>
                    <a:pt x="3125" y="118"/>
                    <a:pt x="3103" y="118"/>
                  </a:cubicBezTo>
                  <a:lnTo>
                    <a:pt x="3063" y="122"/>
                  </a:lnTo>
                  <a:cubicBezTo>
                    <a:pt x="3066" y="147"/>
                    <a:pt x="3066" y="147"/>
                    <a:pt x="3044" y="150"/>
                  </a:cubicBezTo>
                  <a:cubicBezTo>
                    <a:pt x="3042" y="150"/>
                    <a:pt x="3040" y="150"/>
                    <a:pt x="3038" y="150"/>
                  </a:cubicBezTo>
                  <a:cubicBezTo>
                    <a:pt x="3012" y="150"/>
                    <a:pt x="2954" y="134"/>
                    <a:pt x="2934" y="134"/>
                  </a:cubicBezTo>
                  <a:cubicBezTo>
                    <a:pt x="2871" y="140"/>
                    <a:pt x="2871" y="140"/>
                    <a:pt x="2896" y="162"/>
                  </a:cubicBezTo>
                  <a:cubicBezTo>
                    <a:pt x="2910" y="162"/>
                    <a:pt x="2915" y="174"/>
                    <a:pt x="2902" y="174"/>
                  </a:cubicBezTo>
                  <a:cubicBezTo>
                    <a:pt x="2897" y="174"/>
                    <a:pt x="2888" y="172"/>
                    <a:pt x="2875" y="165"/>
                  </a:cubicBezTo>
                  <a:cubicBezTo>
                    <a:pt x="2824" y="159"/>
                    <a:pt x="2774" y="153"/>
                    <a:pt x="2724" y="153"/>
                  </a:cubicBezTo>
                  <a:cubicBezTo>
                    <a:pt x="2639" y="162"/>
                    <a:pt x="2639" y="162"/>
                    <a:pt x="2643" y="187"/>
                  </a:cubicBezTo>
                  <a:cubicBezTo>
                    <a:pt x="2655" y="211"/>
                    <a:pt x="2656" y="224"/>
                    <a:pt x="2650" y="224"/>
                  </a:cubicBezTo>
                  <a:cubicBezTo>
                    <a:pt x="2645" y="224"/>
                    <a:pt x="2633" y="212"/>
                    <a:pt x="2621" y="187"/>
                  </a:cubicBezTo>
                  <a:cubicBezTo>
                    <a:pt x="2594" y="162"/>
                    <a:pt x="2575" y="152"/>
                    <a:pt x="2565" y="152"/>
                  </a:cubicBezTo>
                  <a:cubicBezTo>
                    <a:pt x="2557" y="152"/>
                    <a:pt x="2554" y="158"/>
                    <a:pt x="2555" y="169"/>
                  </a:cubicBezTo>
                  <a:cubicBezTo>
                    <a:pt x="2536" y="197"/>
                    <a:pt x="2536" y="197"/>
                    <a:pt x="2514" y="197"/>
                  </a:cubicBezTo>
                  <a:cubicBezTo>
                    <a:pt x="2514" y="185"/>
                    <a:pt x="2510" y="180"/>
                    <a:pt x="2501" y="180"/>
                  </a:cubicBezTo>
                  <a:cubicBezTo>
                    <a:pt x="2490" y="180"/>
                    <a:pt x="2474" y="188"/>
                    <a:pt x="2451" y="203"/>
                  </a:cubicBezTo>
                  <a:cubicBezTo>
                    <a:pt x="2447" y="204"/>
                    <a:pt x="2443" y="204"/>
                    <a:pt x="2440" y="204"/>
                  </a:cubicBezTo>
                  <a:cubicBezTo>
                    <a:pt x="2432" y="204"/>
                    <a:pt x="2432" y="200"/>
                    <a:pt x="2430" y="181"/>
                  </a:cubicBezTo>
                  <a:lnTo>
                    <a:pt x="2386" y="184"/>
                  </a:lnTo>
                  <a:cubicBezTo>
                    <a:pt x="2366" y="212"/>
                    <a:pt x="2322" y="222"/>
                    <a:pt x="2281" y="222"/>
                  </a:cubicBezTo>
                  <a:cubicBezTo>
                    <a:pt x="2243" y="222"/>
                    <a:pt x="2208" y="213"/>
                    <a:pt x="2198" y="203"/>
                  </a:cubicBezTo>
                  <a:cubicBezTo>
                    <a:pt x="2179" y="206"/>
                    <a:pt x="2166" y="216"/>
                    <a:pt x="2157" y="231"/>
                  </a:cubicBezTo>
                  <a:cubicBezTo>
                    <a:pt x="2149" y="258"/>
                    <a:pt x="2139" y="272"/>
                    <a:pt x="2131" y="272"/>
                  </a:cubicBezTo>
                  <a:cubicBezTo>
                    <a:pt x="2124" y="272"/>
                    <a:pt x="2118" y="259"/>
                    <a:pt x="2116" y="234"/>
                  </a:cubicBezTo>
                  <a:cubicBezTo>
                    <a:pt x="2113" y="210"/>
                    <a:pt x="2111" y="197"/>
                    <a:pt x="2109" y="197"/>
                  </a:cubicBezTo>
                  <a:cubicBezTo>
                    <a:pt x="2106" y="197"/>
                    <a:pt x="2102" y="210"/>
                    <a:pt x="2094" y="237"/>
                  </a:cubicBezTo>
                  <a:cubicBezTo>
                    <a:pt x="2085" y="250"/>
                    <a:pt x="2055" y="259"/>
                    <a:pt x="2028" y="259"/>
                  </a:cubicBezTo>
                  <a:cubicBezTo>
                    <a:pt x="2000" y="259"/>
                    <a:pt x="1977" y="249"/>
                    <a:pt x="1985" y="222"/>
                  </a:cubicBezTo>
                  <a:lnTo>
                    <a:pt x="1981" y="172"/>
                  </a:lnTo>
                  <a:cubicBezTo>
                    <a:pt x="1972" y="187"/>
                    <a:pt x="1959" y="197"/>
                    <a:pt x="1941" y="200"/>
                  </a:cubicBezTo>
                  <a:cubicBezTo>
                    <a:pt x="1944" y="225"/>
                    <a:pt x="1922" y="228"/>
                    <a:pt x="1859" y="234"/>
                  </a:cubicBezTo>
                  <a:cubicBezTo>
                    <a:pt x="1818" y="237"/>
                    <a:pt x="1734" y="269"/>
                    <a:pt x="1693" y="275"/>
                  </a:cubicBezTo>
                  <a:cubicBezTo>
                    <a:pt x="1675" y="276"/>
                    <a:pt x="1654" y="278"/>
                    <a:pt x="1634" y="278"/>
                  </a:cubicBezTo>
                  <a:cubicBezTo>
                    <a:pt x="1605" y="278"/>
                    <a:pt x="1578" y="274"/>
                    <a:pt x="1565" y="259"/>
                  </a:cubicBezTo>
                  <a:cubicBezTo>
                    <a:pt x="1533" y="263"/>
                    <a:pt x="1505" y="275"/>
                    <a:pt x="1480" y="294"/>
                  </a:cubicBezTo>
                  <a:cubicBezTo>
                    <a:pt x="1471" y="308"/>
                    <a:pt x="1453" y="316"/>
                    <a:pt x="1439" y="316"/>
                  </a:cubicBezTo>
                  <a:cubicBezTo>
                    <a:pt x="1428" y="316"/>
                    <a:pt x="1419" y="311"/>
                    <a:pt x="1417" y="300"/>
                  </a:cubicBezTo>
                  <a:lnTo>
                    <a:pt x="1398" y="300"/>
                  </a:lnTo>
                  <a:cubicBezTo>
                    <a:pt x="1377" y="316"/>
                    <a:pt x="1355" y="328"/>
                    <a:pt x="1330" y="335"/>
                  </a:cubicBezTo>
                  <a:cubicBezTo>
                    <a:pt x="1330" y="315"/>
                    <a:pt x="1314" y="302"/>
                    <a:pt x="1299" y="302"/>
                  </a:cubicBezTo>
                  <a:cubicBezTo>
                    <a:pt x="1289" y="302"/>
                    <a:pt x="1280" y="307"/>
                    <a:pt x="1273" y="316"/>
                  </a:cubicBezTo>
                  <a:cubicBezTo>
                    <a:pt x="1276" y="341"/>
                    <a:pt x="1251" y="344"/>
                    <a:pt x="1198" y="353"/>
                  </a:cubicBezTo>
                  <a:cubicBezTo>
                    <a:pt x="1196" y="353"/>
                    <a:pt x="1194" y="353"/>
                    <a:pt x="1191" y="353"/>
                  </a:cubicBezTo>
                  <a:cubicBezTo>
                    <a:pt x="1144" y="353"/>
                    <a:pt x="926" y="399"/>
                    <a:pt x="740" y="516"/>
                  </a:cubicBezTo>
                  <a:cubicBezTo>
                    <a:pt x="540" y="632"/>
                    <a:pt x="402" y="811"/>
                    <a:pt x="411" y="817"/>
                  </a:cubicBezTo>
                  <a:cubicBezTo>
                    <a:pt x="393" y="836"/>
                    <a:pt x="374" y="855"/>
                    <a:pt x="361" y="877"/>
                  </a:cubicBezTo>
                  <a:lnTo>
                    <a:pt x="311" y="943"/>
                  </a:lnTo>
                  <a:cubicBezTo>
                    <a:pt x="307" y="939"/>
                    <a:pt x="302" y="938"/>
                    <a:pt x="298" y="938"/>
                  </a:cubicBezTo>
                  <a:cubicBezTo>
                    <a:pt x="259" y="938"/>
                    <a:pt x="213" y="1051"/>
                    <a:pt x="204" y="1124"/>
                  </a:cubicBezTo>
                  <a:cubicBezTo>
                    <a:pt x="211" y="1153"/>
                    <a:pt x="208" y="1184"/>
                    <a:pt x="192" y="1209"/>
                  </a:cubicBezTo>
                  <a:cubicBezTo>
                    <a:pt x="186" y="1206"/>
                    <a:pt x="181" y="1205"/>
                    <a:pt x="176" y="1205"/>
                  </a:cubicBezTo>
                  <a:cubicBezTo>
                    <a:pt x="139" y="1205"/>
                    <a:pt x="117" y="1272"/>
                    <a:pt x="123" y="1322"/>
                  </a:cubicBezTo>
                  <a:cubicBezTo>
                    <a:pt x="154" y="1355"/>
                    <a:pt x="157" y="1378"/>
                    <a:pt x="129" y="1378"/>
                  </a:cubicBezTo>
                  <a:cubicBezTo>
                    <a:pt x="124" y="1378"/>
                    <a:pt x="116" y="1377"/>
                    <a:pt x="107" y="1375"/>
                  </a:cubicBezTo>
                  <a:cubicBezTo>
                    <a:pt x="102" y="1373"/>
                    <a:pt x="97" y="1372"/>
                    <a:pt x="93" y="1372"/>
                  </a:cubicBezTo>
                  <a:cubicBezTo>
                    <a:pt x="58" y="1372"/>
                    <a:pt x="51" y="1423"/>
                    <a:pt x="104" y="1482"/>
                  </a:cubicBezTo>
                  <a:cubicBezTo>
                    <a:pt x="126" y="1513"/>
                    <a:pt x="126" y="1513"/>
                    <a:pt x="98" y="1535"/>
                  </a:cubicBezTo>
                  <a:cubicBezTo>
                    <a:pt x="42" y="1554"/>
                    <a:pt x="38" y="1582"/>
                    <a:pt x="63" y="1582"/>
                  </a:cubicBezTo>
                  <a:cubicBezTo>
                    <a:pt x="107" y="1616"/>
                    <a:pt x="107" y="1641"/>
                    <a:pt x="57" y="1663"/>
                  </a:cubicBezTo>
                  <a:cubicBezTo>
                    <a:pt x="1" y="1713"/>
                    <a:pt x="1" y="1717"/>
                    <a:pt x="51" y="1745"/>
                  </a:cubicBezTo>
                  <a:cubicBezTo>
                    <a:pt x="101" y="1773"/>
                    <a:pt x="104" y="1870"/>
                    <a:pt x="57" y="1905"/>
                  </a:cubicBezTo>
                  <a:cubicBezTo>
                    <a:pt x="57" y="1925"/>
                    <a:pt x="38" y="1946"/>
                    <a:pt x="56" y="1946"/>
                  </a:cubicBezTo>
                  <a:cubicBezTo>
                    <a:pt x="57" y="1946"/>
                    <a:pt x="59" y="1946"/>
                    <a:pt x="60" y="1945"/>
                  </a:cubicBezTo>
                  <a:lnTo>
                    <a:pt x="60" y="1945"/>
                  </a:lnTo>
                  <a:lnTo>
                    <a:pt x="38" y="1970"/>
                  </a:lnTo>
                  <a:lnTo>
                    <a:pt x="42" y="2011"/>
                  </a:lnTo>
                  <a:lnTo>
                    <a:pt x="67" y="2011"/>
                  </a:lnTo>
                  <a:cubicBezTo>
                    <a:pt x="60" y="2108"/>
                    <a:pt x="60" y="2209"/>
                    <a:pt x="70" y="2309"/>
                  </a:cubicBezTo>
                  <a:cubicBezTo>
                    <a:pt x="86" y="2506"/>
                    <a:pt x="93" y="2565"/>
                    <a:pt x="108" y="2565"/>
                  </a:cubicBezTo>
                  <a:cubicBezTo>
                    <a:pt x="110" y="2565"/>
                    <a:pt x="113" y="2563"/>
                    <a:pt x="117" y="2560"/>
                  </a:cubicBezTo>
                  <a:cubicBezTo>
                    <a:pt x="127" y="2553"/>
                    <a:pt x="136" y="2550"/>
                    <a:pt x="142" y="2550"/>
                  </a:cubicBezTo>
                  <a:cubicBezTo>
                    <a:pt x="164" y="2550"/>
                    <a:pt x="159" y="2581"/>
                    <a:pt x="120" y="2600"/>
                  </a:cubicBezTo>
                  <a:cubicBezTo>
                    <a:pt x="123" y="2622"/>
                    <a:pt x="101" y="2666"/>
                    <a:pt x="104" y="2707"/>
                  </a:cubicBezTo>
                  <a:cubicBezTo>
                    <a:pt x="110" y="2751"/>
                    <a:pt x="114" y="2792"/>
                    <a:pt x="89" y="2795"/>
                  </a:cubicBezTo>
                  <a:lnTo>
                    <a:pt x="89" y="2817"/>
                  </a:lnTo>
                  <a:cubicBezTo>
                    <a:pt x="145" y="2854"/>
                    <a:pt x="154" y="2980"/>
                    <a:pt x="136" y="3045"/>
                  </a:cubicBezTo>
                  <a:cubicBezTo>
                    <a:pt x="136" y="3083"/>
                    <a:pt x="148" y="3121"/>
                    <a:pt x="170" y="3149"/>
                  </a:cubicBezTo>
                  <a:cubicBezTo>
                    <a:pt x="201" y="3190"/>
                    <a:pt x="201" y="3190"/>
                    <a:pt x="176" y="3211"/>
                  </a:cubicBezTo>
                  <a:cubicBezTo>
                    <a:pt x="152" y="3215"/>
                    <a:pt x="139" y="3340"/>
                    <a:pt x="187" y="3340"/>
                  </a:cubicBezTo>
                  <a:cubicBezTo>
                    <a:pt x="188" y="3340"/>
                    <a:pt x="188" y="3340"/>
                    <a:pt x="189" y="3340"/>
                  </a:cubicBezTo>
                  <a:lnTo>
                    <a:pt x="189" y="3340"/>
                  </a:lnTo>
                  <a:lnTo>
                    <a:pt x="164" y="3362"/>
                  </a:lnTo>
                  <a:cubicBezTo>
                    <a:pt x="143" y="3385"/>
                    <a:pt x="166" y="3403"/>
                    <a:pt x="190" y="3403"/>
                  </a:cubicBezTo>
                  <a:cubicBezTo>
                    <a:pt x="191" y="3403"/>
                    <a:pt x="193" y="3403"/>
                    <a:pt x="195" y="3403"/>
                  </a:cubicBezTo>
                  <a:cubicBezTo>
                    <a:pt x="201" y="3402"/>
                    <a:pt x="206" y="3402"/>
                    <a:pt x="211" y="3402"/>
                  </a:cubicBezTo>
                  <a:cubicBezTo>
                    <a:pt x="244" y="3402"/>
                    <a:pt x="237" y="3422"/>
                    <a:pt x="173" y="3446"/>
                  </a:cubicBezTo>
                  <a:cubicBezTo>
                    <a:pt x="123" y="3453"/>
                    <a:pt x="126" y="3472"/>
                    <a:pt x="151" y="3472"/>
                  </a:cubicBezTo>
                  <a:cubicBezTo>
                    <a:pt x="176" y="3490"/>
                    <a:pt x="204" y="3509"/>
                    <a:pt x="179" y="3531"/>
                  </a:cubicBezTo>
                  <a:cubicBezTo>
                    <a:pt x="182" y="3550"/>
                    <a:pt x="185" y="3570"/>
                    <a:pt x="220" y="3570"/>
                  </a:cubicBezTo>
                  <a:cubicBezTo>
                    <a:pt x="225" y="3570"/>
                    <a:pt x="230" y="3569"/>
                    <a:pt x="236" y="3569"/>
                  </a:cubicBezTo>
                  <a:cubicBezTo>
                    <a:pt x="237" y="3568"/>
                    <a:pt x="239" y="3568"/>
                    <a:pt x="240" y="3568"/>
                  </a:cubicBezTo>
                  <a:cubicBezTo>
                    <a:pt x="261" y="3568"/>
                    <a:pt x="261" y="3589"/>
                    <a:pt x="264" y="3609"/>
                  </a:cubicBezTo>
                  <a:cubicBezTo>
                    <a:pt x="239" y="3609"/>
                    <a:pt x="239" y="3609"/>
                    <a:pt x="212" y="3591"/>
                  </a:cubicBezTo>
                  <a:lnTo>
                    <a:pt x="212" y="3591"/>
                  </a:lnTo>
                  <a:cubicBezTo>
                    <a:pt x="213" y="3600"/>
                    <a:pt x="214" y="3614"/>
                    <a:pt x="217" y="3635"/>
                  </a:cubicBezTo>
                  <a:cubicBezTo>
                    <a:pt x="217" y="3656"/>
                    <a:pt x="195" y="3700"/>
                    <a:pt x="170" y="3703"/>
                  </a:cubicBezTo>
                  <a:cubicBezTo>
                    <a:pt x="155" y="3718"/>
                    <a:pt x="152" y="3733"/>
                    <a:pt x="166" y="3733"/>
                  </a:cubicBezTo>
                  <a:cubicBezTo>
                    <a:pt x="173" y="3733"/>
                    <a:pt x="183" y="3730"/>
                    <a:pt x="198" y="3722"/>
                  </a:cubicBezTo>
                  <a:cubicBezTo>
                    <a:pt x="212" y="3721"/>
                    <a:pt x="222" y="3719"/>
                    <a:pt x="229" y="3719"/>
                  </a:cubicBezTo>
                  <a:cubicBezTo>
                    <a:pt x="249" y="3719"/>
                    <a:pt x="249" y="3728"/>
                    <a:pt x="252" y="3760"/>
                  </a:cubicBezTo>
                  <a:cubicBezTo>
                    <a:pt x="255" y="3779"/>
                    <a:pt x="255" y="3801"/>
                    <a:pt x="230" y="3804"/>
                  </a:cubicBezTo>
                  <a:cubicBezTo>
                    <a:pt x="204" y="3807"/>
                    <a:pt x="204" y="3807"/>
                    <a:pt x="211" y="3848"/>
                  </a:cubicBezTo>
                  <a:cubicBezTo>
                    <a:pt x="217" y="3910"/>
                    <a:pt x="295" y="3967"/>
                    <a:pt x="349" y="3982"/>
                  </a:cubicBezTo>
                  <a:cubicBezTo>
                    <a:pt x="362" y="3982"/>
                    <a:pt x="371" y="3981"/>
                    <a:pt x="378" y="3981"/>
                  </a:cubicBezTo>
                  <a:cubicBezTo>
                    <a:pt x="396" y="3981"/>
                    <a:pt x="387" y="3986"/>
                    <a:pt x="352" y="4004"/>
                  </a:cubicBezTo>
                  <a:cubicBezTo>
                    <a:pt x="327" y="4007"/>
                    <a:pt x="327" y="4029"/>
                    <a:pt x="330" y="4048"/>
                  </a:cubicBezTo>
                  <a:cubicBezTo>
                    <a:pt x="347" y="4048"/>
                    <a:pt x="342" y="4058"/>
                    <a:pt x="337" y="4058"/>
                  </a:cubicBezTo>
                  <a:cubicBezTo>
                    <a:pt x="334" y="4058"/>
                    <a:pt x="331" y="4055"/>
                    <a:pt x="330" y="4048"/>
                  </a:cubicBezTo>
                  <a:cubicBezTo>
                    <a:pt x="328" y="4048"/>
                    <a:pt x="327" y="4048"/>
                    <a:pt x="325" y="4048"/>
                  </a:cubicBezTo>
                  <a:cubicBezTo>
                    <a:pt x="304" y="4048"/>
                    <a:pt x="302" y="4028"/>
                    <a:pt x="302" y="4011"/>
                  </a:cubicBezTo>
                  <a:lnTo>
                    <a:pt x="277" y="4011"/>
                  </a:lnTo>
                  <a:cubicBezTo>
                    <a:pt x="226" y="4039"/>
                    <a:pt x="230" y="4058"/>
                    <a:pt x="283" y="4076"/>
                  </a:cubicBezTo>
                  <a:cubicBezTo>
                    <a:pt x="308" y="4095"/>
                    <a:pt x="308" y="4095"/>
                    <a:pt x="286" y="4117"/>
                  </a:cubicBezTo>
                  <a:cubicBezTo>
                    <a:pt x="263" y="4141"/>
                    <a:pt x="242" y="4161"/>
                    <a:pt x="260" y="4161"/>
                  </a:cubicBezTo>
                  <a:cubicBezTo>
                    <a:pt x="261" y="4161"/>
                    <a:pt x="262" y="4161"/>
                    <a:pt x="264" y="4161"/>
                  </a:cubicBezTo>
                  <a:lnTo>
                    <a:pt x="264" y="4161"/>
                  </a:lnTo>
                  <a:cubicBezTo>
                    <a:pt x="267" y="4186"/>
                    <a:pt x="258" y="4208"/>
                    <a:pt x="245" y="4227"/>
                  </a:cubicBezTo>
                  <a:cubicBezTo>
                    <a:pt x="248" y="4271"/>
                    <a:pt x="252" y="4289"/>
                    <a:pt x="277" y="4289"/>
                  </a:cubicBezTo>
                  <a:cubicBezTo>
                    <a:pt x="278" y="4289"/>
                    <a:pt x="280" y="4289"/>
                    <a:pt x="281" y="4289"/>
                  </a:cubicBezTo>
                  <a:cubicBezTo>
                    <a:pt x="302" y="4289"/>
                    <a:pt x="302" y="4309"/>
                    <a:pt x="305" y="4327"/>
                  </a:cubicBezTo>
                  <a:cubicBezTo>
                    <a:pt x="308" y="4348"/>
                    <a:pt x="308" y="4368"/>
                    <a:pt x="328" y="4368"/>
                  </a:cubicBezTo>
                  <a:cubicBezTo>
                    <a:pt x="330" y="4368"/>
                    <a:pt x="331" y="4368"/>
                    <a:pt x="333" y="4368"/>
                  </a:cubicBezTo>
                  <a:cubicBezTo>
                    <a:pt x="335" y="4368"/>
                    <a:pt x="337" y="4367"/>
                    <a:pt x="338" y="4367"/>
                  </a:cubicBezTo>
                  <a:cubicBezTo>
                    <a:pt x="362" y="4367"/>
                    <a:pt x="386" y="4387"/>
                    <a:pt x="389" y="4427"/>
                  </a:cubicBezTo>
                  <a:cubicBezTo>
                    <a:pt x="418" y="4468"/>
                    <a:pt x="418" y="4468"/>
                    <a:pt x="371" y="4493"/>
                  </a:cubicBezTo>
                  <a:cubicBezTo>
                    <a:pt x="346" y="4496"/>
                    <a:pt x="346" y="4515"/>
                    <a:pt x="349" y="4537"/>
                  </a:cubicBezTo>
                  <a:cubicBezTo>
                    <a:pt x="349" y="4553"/>
                    <a:pt x="339" y="4572"/>
                    <a:pt x="327" y="4581"/>
                  </a:cubicBezTo>
                  <a:cubicBezTo>
                    <a:pt x="312" y="4600"/>
                    <a:pt x="319" y="4605"/>
                    <a:pt x="333" y="4605"/>
                  </a:cubicBezTo>
                  <a:cubicBezTo>
                    <a:pt x="339" y="4605"/>
                    <a:pt x="347" y="4604"/>
                    <a:pt x="355" y="4603"/>
                  </a:cubicBezTo>
                  <a:lnTo>
                    <a:pt x="405" y="4600"/>
                  </a:lnTo>
                  <a:lnTo>
                    <a:pt x="405" y="4600"/>
                  </a:lnTo>
                  <a:cubicBezTo>
                    <a:pt x="408" y="4625"/>
                    <a:pt x="364" y="4656"/>
                    <a:pt x="339" y="4659"/>
                  </a:cubicBezTo>
                  <a:cubicBezTo>
                    <a:pt x="306" y="4683"/>
                    <a:pt x="296" y="4691"/>
                    <a:pt x="311" y="4691"/>
                  </a:cubicBezTo>
                  <a:cubicBezTo>
                    <a:pt x="317" y="4691"/>
                    <a:pt x="327" y="4689"/>
                    <a:pt x="342" y="4687"/>
                  </a:cubicBezTo>
                  <a:cubicBezTo>
                    <a:pt x="345" y="4687"/>
                    <a:pt x="348" y="4686"/>
                    <a:pt x="351" y="4686"/>
                  </a:cubicBezTo>
                  <a:cubicBezTo>
                    <a:pt x="373" y="4686"/>
                    <a:pt x="391" y="4709"/>
                    <a:pt x="383" y="4760"/>
                  </a:cubicBezTo>
                  <a:cubicBezTo>
                    <a:pt x="396" y="4810"/>
                    <a:pt x="408" y="4863"/>
                    <a:pt x="383" y="4869"/>
                  </a:cubicBezTo>
                  <a:cubicBezTo>
                    <a:pt x="374" y="4888"/>
                    <a:pt x="383" y="4910"/>
                    <a:pt x="402" y="4919"/>
                  </a:cubicBezTo>
                  <a:cubicBezTo>
                    <a:pt x="436" y="4935"/>
                    <a:pt x="440" y="4960"/>
                    <a:pt x="449" y="5045"/>
                  </a:cubicBezTo>
                  <a:cubicBezTo>
                    <a:pt x="458" y="5146"/>
                    <a:pt x="464" y="5176"/>
                    <a:pt x="482" y="5176"/>
                  </a:cubicBezTo>
                  <a:cubicBezTo>
                    <a:pt x="489" y="5176"/>
                    <a:pt x="499" y="5171"/>
                    <a:pt x="512" y="5164"/>
                  </a:cubicBezTo>
                  <a:cubicBezTo>
                    <a:pt x="521" y="5158"/>
                    <a:pt x="531" y="5153"/>
                    <a:pt x="535" y="5153"/>
                  </a:cubicBezTo>
                  <a:cubicBezTo>
                    <a:pt x="541" y="5153"/>
                    <a:pt x="540" y="5161"/>
                    <a:pt x="524" y="5189"/>
                  </a:cubicBezTo>
                  <a:cubicBezTo>
                    <a:pt x="518" y="5223"/>
                    <a:pt x="552" y="5236"/>
                    <a:pt x="602" y="5264"/>
                  </a:cubicBezTo>
                  <a:cubicBezTo>
                    <a:pt x="637" y="5264"/>
                    <a:pt x="671" y="5252"/>
                    <a:pt x="700" y="5226"/>
                  </a:cubicBezTo>
                  <a:cubicBezTo>
                    <a:pt x="717" y="5214"/>
                    <a:pt x="727" y="5207"/>
                    <a:pt x="734" y="5207"/>
                  </a:cubicBezTo>
                  <a:cubicBezTo>
                    <a:pt x="742" y="5207"/>
                    <a:pt x="744" y="5220"/>
                    <a:pt x="750" y="5252"/>
                  </a:cubicBezTo>
                  <a:cubicBezTo>
                    <a:pt x="762" y="5273"/>
                    <a:pt x="759" y="5302"/>
                    <a:pt x="740" y="5320"/>
                  </a:cubicBezTo>
                  <a:cubicBezTo>
                    <a:pt x="735" y="5325"/>
                    <a:pt x="728" y="5327"/>
                    <a:pt x="722" y="5327"/>
                  </a:cubicBezTo>
                  <a:cubicBezTo>
                    <a:pt x="715" y="5327"/>
                    <a:pt x="709" y="5324"/>
                    <a:pt x="706" y="5317"/>
                  </a:cubicBezTo>
                  <a:lnTo>
                    <a:pt x="690" y="5295"/>
                  </a:lnTo>
                  <a:cubicBezTo>
                    <a:pt x="668" y="5311"/>
                    <a:pt x="649" y="5330"/>
                    <a:pt x="681" y="5368"/>
                  </a:cubicBezTo>
                  <a:cubicBezTo>
                    <a:pt x="681" y="5396"/>
                    <a:pt x="692" y="5414"/>
                    <a:pt x="705" y="5414"/>
                  </a:cubicBezTo>
                  <a:cubicBezTo>
                    <a:pt x="709" y="5414"/>
                    <a:pt x="714" y="5412"/>
                    <a:pt x="718" y="5408"/>
                  </a:cubicBezTo>
                  <a:lnTo>
                    <a:pt x="718" y="5408"/>
                  </a:lnTo>
                  <a:cubicBezTo>
                    <a:pt x="715" y="5446"/>
                    <a:pt x="753" y="5487"/>
                    <a:pt x="794" y="5521"/>
                  </a:cubicBezTo>
                  <a:cubicBezTo>
                    <a:pt x="831" y="5559"/>
                    <a:pt x="894" y="5606"/>
                    <a:pt x="903" y="5643"/>
                  </a:cubicBezTo>
                  <a:cubicBezTo>
                    <a:pt x="930" y="5666"/>
                    <a:pt x="950" y="5679"/>
                    <a:pt x="964" y="5679"/>
                  </a:cubicBezTo>
                  <a:cubicBezTo>
                    <a:pt x="972" y="5679"/>
                    <a:pt x="977" y="5676"/>
                    <a:pt x="982" y="5668"/>
                  </a:cubicBezTo>
                  <a:cubicBezTo>
                    <a:pt x="995" y="5649"/>
                    <a:pt x="1007" y="5642"/>
                    <a:pt x="1015" y="5642"/>
                  </a:cubicBezTo>
                  <a:cubicBezTo>
                    <a:pt x="1023" y="5642"/>
                    <a:pt x="1026" y="5651"/>
                    <a:pt x="1019" y="5662"/>
                  </a:cubicBezTo>
                  <a:cubicBezTo>
                    <a:pt x="1016" y="5690"/>
                    <a:pt x="1088" y="5756"/>
                    <a:pt x="1173" y="5803"/>
                  </a:cubicBezTo>
                  <a:cubicBezTo>
                    <a:pt x="1236" y="5836"/>
                    <a:pt x="1305" y="5858"/>
                    <a:pt x="1344" y="5858"/>
                  </a:cubicBezTo>
                  <a:cubicBezTo>
                    <a:pt x="1358" y="5858"/>
                    <a:pt x="1368" y="5856"/>
                    <a:pt x="1373" y="5850"/>
                  </a:cubicBezTo>
                  <a:lnTo>
                    <a:pt x="1427" y="5863"/>
                  </a:lnTo>
                  <a:cubicBezTo>
                    <a:pt x="1458" y="5894"/>
                    <a:pt x="1551" y="5914"/>
                    <a:pt x="1612" y="5914"/>
                  </a:cubicBezTo>
                  <a:cubicBezTo>
                    <a:pt x="1637" y="5914"/>
                    <a:pt x="1657" y="5911"/>
                    <a:pt x="1665" y="5903"/>
                  </a:cubicBezTo>
                  <a:lnTo>
                    <a:pt x="1746" y="5907"/>
                  </a:lnTo>
                  <a:cubicBezTo>
                    <a:pt x="1772" y="5920"/>
                    <a:pt x="1792" y="5927"/>
                    <a:pt x="1809" y="5927"/>
                  </a:cubicBezTo>
                  <a:cubicBezTo>
                    <a:pt x="1826" y="5927"/>
                    <a:pt x="1840" y="5919"/>
                    <a:pt x="1853" y="5907"/>
                  </a:cubicBezTo>
                  <a:cubicBezTo>
                    <a:pt x="1873" y="5886"/>
                    <a:pt x="1877" y="5868"/>
                    <a:pt x="1878" y="5868"/>
                  </a:cubicBezTo>
                  <a:cubicBezTo>
                    <a:pt x="1878" y="5868"/>
                    <a:pt x="1878" y="5871"/>
                    <a:pt x="1878" y="5878"/>
                  </a:cubicBezTo>
                  <a:cubicBezTo>
                    <a:pt x="1882" y="5895"/>
                    <a:pt x="1902" y="5901"/>
                    <a:pt x="1933" y="5901"/>
                  </a:cubicBezTo>
                  <a:cubicBezTo>
                    <a:pt x="1956" y="5901"/>
                    <a:pt x="1984" y="5898"/>
                    <a:pt x="2016" y="5894"/>
                  </a:cubicBezTo>
                  <a:cubicBezTo>
                    <a:pt x="2100" y="5888"/>
                    <a:pt x="2100" y="5888"/>
                    <a:pt x="2079" y="5863"/>
                  </a:cubicBezTo>
                  <a:cubicBezTo>
                    <a:pt x="2106" y="5852"/>
                    <a:pt x="2124" y="5848"/>
                    <a:pt x="2137" y="5848"/>
                  </a:cubicBezTo>
                  <a:cubicBezTo>
                    <a:pt x="2162" y="5848"/>
                    <a:pt x="2163" y="5865"/>
                    <a:pt x="2163" y="5881"/>
                  </a:cubicBezTo>
                  <a:cubicBezTo>
                    <a:pt x="2156" y="5903"/>
                    <a:pt x="2161" y="5915"/>
                    <a:pt x="2169" y="5915"/>
                  </a:cubicBezTo>
                  <a:cubicBezTo>
                    <a:pt x="2180" y="5915"/>
                    <a:pt x="2197" y="5896"/>
                    <a:pt x="2204" y="5853"/>
                  </a:cubicBezTo>
                  <a:cubicBezTo>
                    <a:pt x="2213" y="5821"/>
                    <a:pt x="2234" y="5807"/>
                    <a:pt x="2249" y="5807"/>
                  </a:cubicBezTo>
                  <a:cubicBezTo>
                    <a:pt x="2258" y="5807"/>
                    <a:pt x="2265" y="5812"/>
                    <a:pt x="2267" y="5822"/>
                  </a:cubicBezTo>
                  <a:cubicBezTo>
                    <a:pt x="2267" y="5847"/>
                    <a:pt x="2248" y="5847"/>
                    <a:pt x="2226" y="5850"/>
                  </a:cubicBezTo>
                  <a:lnTo>
                    <a:pt x="2229" y="5900"/>
                  </a:lnTo>
                  <a:cubicBezTo>
                    <a:pt x="2251" y="5897"/>
                    <a:pt x="2251" y="5897"/>
                    <a:pt x="2270" y="5872"/>
                  </a:cubicBezTo>
                  <a:cubicBezTo>
                    <a:pt x="2285" y="5869"/>
                    <a:pt x="2301" y="5856"/>
                    <a:pt x="2310" y="5841"/>
                  </a:cubicBezTo>
                  <a:cubicBezTo>
                    <a:pt x="2329" y="5819"/>
                    <a:pt x="2326" y="5784"/>
                    <a:pt x="2301" y="5765"/>
                  </a:cubicBezTo>
                  <a:cubicBezTo>
                    <a:pt x="2279" y="5744"/>
                    <a:pt x="2301" y="5740"/>
                    <a:pt x="2320" y="5740"/>
                  </a:cubicBezTo>
                  <a:cubicBezTo>
                    <a:pt x="2367" y="5762"/>
                    <a:pt x="2367" y="5787"/>
                    <a:pt x="2348" y="5813"/>
                  </a:cubicBezTo>
                  <a:cubicBezTo>
                    <a:pt x="2329" y="5816"/>
                    <a:pt x="2329" y="5841"/>
                    <a:pt x="2332" y="5866"/>
                  </a:cubicBezTo>
                  <a:cubicBezTo>
                    <a:pt x="2333" y="5870"/>
                    <a:pt x="2336" y="5872"/>
                    <a:pt x="2341" y="5872"/>
                  </a:cubicBezTo>
                  <a:cubicBezTo>
                    <a:pt x="2366" y="5872"/>
                    <a:pt x="2438" y="5823"/>
                    <a:pt x="2451" y="5778"/>
                  </a:cubicBezTo>
                  <a:cubicBezTo>
                    <a:pt x="2451" y="5768"/>
                    <a:pt x="2451" y="5762"/>
                    <a:pt x="2452" y="5762"/>
                  </a:cubicBezTo>
                  <a:cubicBezTo>
                    <a:pt x="2452" y="5762"/>
                    <a:pt x="2453" y="5774"/>
                    <a:pt x="2455" y="5803"/>
                  </a:cubicBezTo>
                  <a:cubicBezTo>
                    <a:pt x="2457" y="5820"/>
                    <a:pt x="2475" y="5824"/>
                    <a:pt x="2501" y="5824"/>
                  </a:cubicBezTo>
                  <a:cubicBezTo>
                    <a:pt x="2513" y="5824"/>
                    <a:pt x="2528" y="5823"/>
                    <a:pt x="2542" y="5822"/>
                  </a:cubicBezTo>
                  <a:cubicBezTo>
                    <a:pt x="2583" y="5816"/>
                    <a:pt x="2605" y="5816"/>
                    <a:pt x="2602" y="5791"/>
                  </a:cubicBezTo>
                  <a:cubicBezTo>
                    <a:pt x="2602" y="5766"/>
                    <a:pt x="2599" y="5740"/>
                    <a:pt x="2618" y="5737"/>
                  </a:cubicBezTo>
                  <a:lnTo>
                    <a:pt x="2618" y="5737"/>
                  </a:lnTo>
                  <a:cubicBezTo>
                    <a:pt x="2616" y="5737"/>
                    <a:pt x="2615" y="5738"/>
                    <a:pt x="2614" y="5738"/>
                  </a:cubicBezTo>
                  <a:cubicBezTo>
                    <a:pt x="2598" y="5738"/>
                    <a:pt x="2595" y="5714"/>
                    <a:pt x="2592" y="5690"/>
                  </a:cubicBezTo>
                  <a:lnTo>
                    <a:pt x="2592" y="5690"/>
                  </a:lnTo>
                  <a:cubicBezTo>
                    <a:pt x="2618" y="5700"/>
                    <a:pt x="2639" y="5715"/>
                    <a:pt x="2661" y="5734"/>
                  </a:cubicBezTo>
                  <a:cubicBezTo>
                    <a:pt x="2698" y="5773"/>
                    <a:pt x="2749" y="5797"/>
                    <a:pt x="2803" y="5797"/>
                  </a:cubicBezTo>
                  <a:cubicBezTo>
                    <a:pt x="2814" y="5797"/>
                    <a:pt x="2826" y="5796"/>
                    <a:pt x="2837" y="5794"/>
                  </a:cubicBezTo>
                  <a:cubicBezTo>
                    <a:pt x="2856" y="5792"/>
                    <a:pt x="2878" y="5790"/>
                    <a:pt x="2899" y="5790"/>
                  </a:cubicBezTo>
                  <a:cubicBezTo>
                    <a:pt x="2927" y="5790"/>
                    <a:pt x="2953" y="5794"/>
                    <a:pt x="2965" y="5806"/>
                  </a:cubicBezTo>
                  <a:cubicBezTo>
                    <a:pt x="3009" y="5803"/>
                    <a:pt x="3028" y="5800"/>
                    <a:pt x="3028" y="5775"/>
                  </a:cubicBezTo>
                  <a:lnTo>
                    <a:pt x="3069" y="5772"/>
                  </a:lnTo>
                  <a:cubicBezTo>
                    <a:pt x="3080" y="5783"/>
                    <a:pt x="3094" y="5788"/>
                    <a:pt x="3106" y="5788"/>
                  </a:cubicBezTo>
                  <a:cubicBezTo>
                    <a:pt x="3121" y="5788"/>
                    <a:pt x="3133" y="5780"/>
                    <a:pt x="3131" y="5765"/>
                  </a:cubicBezTo>
                  <a:cubicBezTo>
                    <a:pt x="3139" y="5756"/>
                    <a:pt x="3146" y="5753"/>
                    <a:pt x="3155" y="5753"/>
                  </a:cubicBezTo>
                  <a:cubicBezTo>
                    <a:pt x="3167" y="5753"/>
                    <a:pt x="3180" y="5760"/>
                    <a:pt x="3193" y="5760"/>
                  </a:cubicBezTo>
                  <a:cubicBezTo>
                    <a:pt x="3194" y="5760"/>
                    <a:pt x="3196" y="5759"/>
                    <a:pt x="3197" y="5759"/>
                  </a:cubicBezTo>
                  <a:cubicBezTo>
                    <a:pt x="3218" y="5780"/>
                    <a:pt x="3230" y="5792"/>
                    <a:pt x="3234" y="5792"/>
                  </a:cubicBezTo>
                  <a:cubicBezTo>
                    <a:pt x="3239" y="5792"/>
                    <a:pt x="3232" y="5774"/>
                    <a:pt x="3216" y="5734"/>
                  </a:cubicBezTo>
                  <a:cubicBezTo>
                    <a:pt x="3213" y="5711"/>
                    <a:pt x="3175" y="5690"/>
                    <a:pt x="3152" y="5690"/>
                  </a:cubicBezTo>
                  <a:cubicBezTo>
                    <a:pt x="3150" y="5690"/>
                    <a:pt x="3149" y="5690"/>
                    <a:pt x="3147" y="5690"/>
                  </a:cubicBezTo>
                  <a:lnTo>
                    <a:pt x="3084" y="5697"/>
                  </a:lnTo>
                  <a:lnTo>
                    <a:pt x="3144" y="5665"/>
                  </a:lnTo>
                  <a:cubicBezTo>
                    <a:pt x="3166" y="5662"/>
                    <a:pt x="3204" y="5634"/>
                    <a:pt x="3204" y="5609"/>
                  </a:cubicBezTo>
                  <a:cubicBezTo>
                    <a:pt x="3204" y="5609"/>
                    <a:pt x="3200" y="5584"/>
                    <a:pt x="3222" y="5581"/>
                  </a:cubicBezTo>
                  <a:cubicBezTo>
                    <a:pt x="3222" y="5581"/>
                    <a:pt x="3222" y="5606"/>
                    <a:pt x="3225" y="5631"/>
                  </a:cubicBezTo>
                  <a:cubicBezTo>
                    <a:pt x="3213" y="5656"/>
                    <a:pt x="3207" y="5681"/>
                    <a:pt x="3213" y="5709"/>
                  </a:cubicBezTo>
                  <a:cubicBezTo>
                    <a:pt x="3228" y="5737"/>
                    <a:pt x="3256" y="5754"/>
                    <a:pt x="3276" y="5754"/>
                  </a:cubicBezTo>
                  <a:cubicBezTo>
                    <a:pt x="3290" y="5754"/>
                    <a:pt x="3300" y="5746"/>
                    <a:pt x="3298" y="5725"/>
                  </a:cubicBezTo>
                  <a:cubicBezTo>
                    <a:pt x="3320" y="5725"/>
                    <a:pt x="3320" y="5725"/>
                    <a:pt x="3345" y="5747"/>
                  </a:cubicBezTo>
                  <a:cubicBezTo>
                    <a:pt x="3345" y="5757"/>
                    <a:pt x="3348" y="5763"/>
                    <a:pt x="3354" y="5763"/>
                  </a:cubicBezTo>
                  <a:cubicBezTo>
                    <a:pt x="3361" y="5763"/>
                    <a:pt x="3373" y="5750"/>
                    <a:pt x="3382" y="5718"/>
                  </a:cubicBezTo>
                  <a:cubicBezTo>
                    <a:pt x="3392" y="5691"/>
                    <a:pt x="3402" y="5678"/>
                    <a:pt x="3413" y="5678"/>
                  </a:cubicBezTo>
                  <a:cubicBezTo>
                    <a:pt x="3423" y="5678"/>
                    <a:pt x="3434" y="5689"/>
                    <a:pt x="3448" y="5712"/>
                  </a:cubicBezTo>
                  <a:cubicBezTo>
                    <a:pt x="3472" y="5736"/>
                    <a:pt x="3505" y="5746"/>
                    <a:pt x="3532" y="5746"/>
                  </a:cubicBezTo>
                  <a:cubicBezTo>
                    <a:pt x="3557" y="5746"/>
                    <a:pt x="3576" y="5737"/>
                    <a:pt x="3576" y="5725"/>
                  </a:cubicBezTo>
                  <a:cubicBezTo>
                    <a:pt x="3573" y="5693"/>
                    <a:pt x="3596" y="5679"/>
                    <a:pt x="3620" y="5679"/>
                  </a:cubicBezTo>
                  <a:cubicBezTo>
                    <a:pt x="3634" y="5679"/>
                    <a:pt x="3649" y="5684"/>
                    <a:pt x="3658" y="5693"/>
                  </a:cubicBezTo>
                  <a:cubicBezTo>
                    <a:pt x="3665" y="5703"/>
                    <a:pt x="3677" y="5708"/>
                    <a:pt x="3688" y="5708"/>
                  </a:cubicBezTo>
                  <a:cubicBezTo>
                    <a:pt x="3702" y="5708"/>
                    <a:pt x="3715" y="5701"/>
                    <a:pt x="3721" y="5687"/>
                  </a:cubicBezTo>
                  <a:cubicBezTo>
                    <a:pt x="3723" y="5704"/>
                    <a:pt x="3734" y="5720"/>
                    <a:pt x="3747" y="5720"/>
                  </a:cubicBezTo>
                  <a:cubicBezTo>
                    <a:pt x="3752" y="5720"/>
                    <a:pt x="3759" y="5717"/>
                    <a:pt x="3765" y="5709"/>
                  </a:cubicBezTo>
                  <a:cubicBezTo>
                    <a:pt x="3765" y="5709"/>
                    <a:pt x="3786" y="5706"/>
                    <a:pt x="3765" y="5684"/>
                  </a:cubicBezTo>
                  <a:lnTo>
                    <a:pt x="3802" y="5631"/>
                  </a:lnTo>
                  <a:cubicBezTo>
                    <a:pt x="3780" y="5631"/>
                    <a:pt x="3777" y="5606"/>
                    <a:pt x="3774" y="5581"/>
                  </a:cubicBezTo>
                  <a:cubicBezTo>
                    <a:pt x="3774" y="5574"/>
                    <a:pt x="3781" y="5570"/>
                    <a:pt x="3791" y="5570"/>
                  </a:cubicBezTo>
                  <a:cubicBezTo>
                    <a:pt x="3819" y="5570"/>
                    <a:pt x="3873" y="5594"/>
                    <a:pt x="3909" y="5643"/>
                  </a:cubicBezTo>
                  <a:lnTo>
                    <a:pt x="3956" y="5690"/>
                  </a:lnTo>
                  <a:lnTo>
                    <a:pt x="3949" y="5640"/>
                  </a:lnTo>
                  <a:cubicBezTo>
                    <a:pt x="3954" y="5640"/>
                    <a:pt x="3958" y="5640"/>
                    <a:pt x="3962" y="5640"/>
                  </a:cubicBezTo>
                  <a:cubicBezTo>
                    <a:pt x="3979" y="5640"/>
                    <a:pt x="3994" y="5642"/>
                    <a:pt x="3996" y="5662"/>
                  </a:cubicBezTo>
                  <a:cubicBezTo>
                    <a:pt x="3996" y="5681"/>
                    <a:pt x="3996" y="5685"/>
                    <a:pt x="4005" y="5685"/>
                  </a:cubicBezTo>
                  <a:cubicBezTo>
                    <a:pt x="4008" y="5685"/>
                    <a:pt x="4013" y="5685"/>
                    <a:pt x="4018" y="5684"/>
                  </a:cubicBezTo>
                  <a:cubicBezTo>
                    <a:pt x="4031" y="5684"/>
                    <a:pt x="4040" y="5671"/>
                    <a:pt x="4037" y="5659"/>
                  </a:cubicBezTo>
                  <a:cubicBezTo>
                    <a:pt x="4035" y="5629"/>
                    <a:pt x="4035" y="5617"/>
                    <a:pt x="4039" y="5617"/>
                  </a:cubicBezTo>
                  <a:cubicBezTo>
                    <a:pt x="4042" y="5617"/>
                    <a:pt x="4047" y="5622"/>
                    <a:pt x="4056" y="5631"/>
                  </a:cubicBezTo>
                  <a:cubicBezTo>
                    <a:pt x="4068" y="5655"/>
                    <a:pt x="4079" y="5666"/>
                    <a:pt x="4089" y="5666"/>
                  </a:cubicBezTo>
                  <a:cubicBezTo>
                    <a:pt x="4101" y="5666"/>
                    <a:pt x="4110" y="5652"/>
                    <a:pt x="4119" y="5624"/>
                  </a:cubicBezTo>
                  <a:cubicBezTo>
                    <a:pt x="4117" y="5599"/>
                    <a:pt x="4116" y="5587"/>
                    <a:pt x="4119" y="5587"/>
                  </a:cubicBezTo>
                  <a:cubicBezTo>
                    <a:pt x="4122" y="5587"/>
                    <a:pt x="4128" y="5599"/>
                    <a:pt x="4141" y="5624"/>
                  </a:cubicBezTo>
                  <a:cubicBezTo>
                    <a:pt x="4144" y="5650"/>
                    <a:pt x="4162" y="5668"/>
                    <a:pt x="4188" y="5668"/>
                  </a:cubicBezTo>
                  <a:lnTo>
                    <a:pt x="4184" y="5643"/>
                  </a:lnTo>
                  <a:cubicBezTo>
                    <a:pt x="4183" y="5613"/>
                    <a:pt x="4190" y="5601"/>
                    <a:pt x="4201" y="5601"/>
                  </a:cubicBezTo>
                  <a:cubicBezTo>
                    <a:pt x="4208" y="5601"/>
                    <a:pt x="4216" y="5606"/>
                    <a:pt x="4225" y="5615"/>
                  </a:cubicBezTo>
                  <a:cubicBezTo>
                    <a:pt x="4227" y="5627"/>
                    <a:pt x="4232" y="5633"/>
                    <a:pt x="4242" y="5633"/>
                  </a:cubicBezTo>
                  <a:cubicBezTo>
                    <a:pt x="4253" y="5633"/>
                    <a:pt x="4268" y="5625"/>
                    <a:pt x="4288" y="5609"/>
                  </a:cubicBezTo>
                  <a:cubicBezTo>
                    <a:pt x="4302" y="5608"/>
                    <a:pt x="4314" y="5607"/>
                    <a:pt x="4324" y="5607"/>
                  </a:cubicBezTo>
                  <a:cubicBezTo>
                    <a:pt x="4343" y="5607"/>
                    <a:pt x="4352" y="5611"/>
                    <a:pt x="4354" y="5628"/>
                  </a:cubicBezTo>
                  <a:cubicBezTo>
                    <a:pt x="4357" y="5654"/>
                    <a:pt x="4358" y="5668"/>
                    <a:pt x="4361" y="5668"/>
                  </a:cubicBezTo>
                  <a:cubicBezTo>
                    <a:pt x="4364" y="5668"/>
                    <a:pt x="4368" y="5654"/>
                    <a:pt x="4376" y="5628"/>
                  </a:cubicBezTo>
                  <a:cubicBezTo>
                    <a:pt x="4386" y="5613"/>
                    <a:pt x="4390" y="5606"/>
                    <a:pt x="4399" y="5606"/>
                  </a:cubicBezTo>
                  <a:cubicBezTo>
                    <a:pt x="4407" y="5606"/>
                    <a:pt x="4418" y="5611"/>
                    <a:pt x="4438" y="5621"/>
                  </a:cubicBezTo>
                  <a:cubicBezTo>
                    <a:pt x="4450" y="5632"/>
                    <a:pt x="4457" y="5637"/>
                    <a:pt x="4462" y="5637"/>
                  </a:cubicBezTo>
                  <a:cubicBezTo>
                    <a:pt x="4468" y="5637"/>
                    <a:pt x="4472" y="5631"/>
                    <a:pt x="4482" y="5618"/>
                  </a:cubicBezTo>
                  <a:cubicBezTo>
                    <a:pt x="4476" y="5568"/>
                    <a:pt x="4473" y="5543"/>
                    <a:pt x="4454" y="5543"/>
                  </a:cubicBezTo>
                  <a:cubicBezTo>
                    <a:pt x="4448" y="5544"/>
                    <a:pt x="4444" y="5544"/>
                    <a:pt x="4441" y="5544"/>
                  </a:cubicBezTo>
                  <a:cubicBezTo>
                    <a:pt x="4432" y="5544"/>
                    <a:pt x="4431" y="5540"/>
                    <a:pt x="4429" y="5521"/>
                  </a:cubicBezTo>
                  <a:lnTo>
                    <a:pt x="4473" y="5518"/>
                  </a:lnTo>
                  <a:cubicBezTo>
                    <a:pt x="4501" y="5515"/>
                    <a:pt x="4529" y="5502"/>
                    <a:pt x="4554" y="5483"/>
                  </a:cubicBezTo>
                  <a:cubicBezTo>
                    <a:pt x="4587" y="5461"/>
                    <a:pt x="4589" y="5425"/>
                    <a:pt x="4569" y="5425"/>
                  </a:cubicBezTo>
                  <a:cubicBezTo>
                    <a:pt x="4563" y="5425"/>
                    <a:pt x="4556" y="5427"/>
                    <a:pt x="4548" y="5433"/>
                  </a:cubicBezTo>
                  <a:lnTo>
                    <a:pt x="4526" y="5411"/>
                  </a:lnTo>
                  <a:cubicBezTo>
                    <a:pt x="4523" y="5375"/>
                    <a:pt x="4511" y="5357"/>
                    <a:pt x="4500" y="5357"/>
                  </a:cubicBezTo>
                  <a:cubicBezTo>
                    <a:pt x="4489" y="5357"/>
                    <a:pt x="4479" y="5376"/>
                    <a:pt x="4482" y="5415"/>
                  </a:cubicBezTo>
                  <a:cubicBezTo>
                    <a:pt x="4487" y="5457"/>
                    <a:pt x="4490" y="5475"/>
                    <a:pt x="4486" y="5475"/>
                  </a:cubicBezTo>
                  <a:cubicBezTo>
                    <a:pt x="4484" y="5475"/>
                    <a:pt x="4478" y="5463"/>
                    <a:pt x="4466" y="5443"/>
                  </a:cubicBezTo>
                  <a:cubicBezTo>
                    <a:pt x="4461" y="5403"/>
                    <a:pt x="4446" y="5395"/>
                    <a:pt x="4431" y="5395"/>
                  </a:cubicBezTo>
                  <a:cubicBezTo>
                    <a:pt x="4427" y="5395"/>
                    <a:pt x="4423" y="5395"/>
                    <a:pt x="4419" y="5396"/>
                  </a:cubicBezTo>
                  <a:cubicBezTo>
                    <a:pt x="4414" y="5397"/>
                    <a:pt x="4410" y="5397"/>
                    <a:pt x="4406" y="5397"/>
                  </a:cubicBezTo>
                  <a:cubicBezTo>
                    <a:pt x="4397" y="5397"/>
                    <a:pt x="4397" y="5392"/>
                    <a:pt x="4394" y="5374"/>
                  </a:cubicBezTo>
                  <a:cubicBezTo>
                    <a:pt x="4391" y="5349"/>
                    <a:pt x="4372" y="5327"/>
                    <a:pt x="4347" y="5327"/>
                  </a:cubicBezTo>
                  <a:cubicBezTo>
                    <a:pt x="4325" y="5327"/>
                    <a:pt x="4325" y="5327"/>
                    <a:pt x="4329" y="5352"/>
                  </a:cubicBezTo>
                  <a:cubicBezTo>
                    <a:pt x="4340" y="5363"/>
                    <a:pt x="4337" y="5370"/>
                    <a:pt x="4329" y="5370"/>
                  </a:cubicBezTo>
                  <a:cubicBezTo>
                    <a:pt x="4318" y="5370"/>
                    <a:pt x="4299" y="5359"/>
                    <a:pt x="4285" y="5333"/>
                  </a:cubicBezTo>
                  <a:cubicBezTo>
                    <a:pt x="4274" y="5323"/>
                    <a:pt x="4268" y="5317"/>
                    <a:pt x="4265" y="5317"/>
                  </a:cubicBezTo>
                  <a:cubicBezTo>
                    <a:pt x="4261" y="5317"/>
                    <a:pt x="4262" y="5329"/>
                    <a:pt x="4266" y="5358"/>
                  </a:cubicBezTo>
                  <a:cubicBezTo>
                    <a:pt x="4268" y="5385"/>
                    <a:pt x="4257" y="5399"/>
                    <a:pt x="4243" y="5399"/>
                  </a:cubicBezTo>
                  <a:cubicBezTo>
                    <a:pt x="4230" y="5399"/>
                    <a:pt x="4215" y="5388"/>
                    <a:pt x="4203" y="5364"/>
                  </a:cubicBezTo>
                  <a:lnTo>
                    <a:pt x="4159" y="5368"/>
                  </a:lnTo>
                  <a:cubicBezTo>
                    <a:pt x="4137" y="5371"/>
                    <a:pt x="4141" y="5396"/>
                    <a:pt x="4144" y="5421"/>
                  </a:cubicBezTo>
                  <a:cubicBezTo>
                    <a:pt x="4146" y="5451"/>
                    <a:pt x="4146" y="5463"/>
                    <a:pt x="4142" y="5463"/>
                  </a:cubicBezTo>
                  <a:cubicBezTo>
                    <a:pt x="4139" y="5463"/>
                    <a:pt x="4134" y="5458"/>
                    <a:pt x="4125" y="5449"/>
                  </a:cubicBezTo>
                  <a:cubicBezTo>
                    <a:pt x="4112" y="5436"/>
                    <a:pt x="4103" y="5418"/>
                    <a:pt x="4100" y="5399"/>
                  </a:cubicBezTo>
                  <a:cubicBezTo>
                    <a:pt x="4097" y="5379"/>
                    <a:pt x="4083" y="5377"/>
                    <a:pt x="4067" y="5377"/>
                  </a:cubicBezTo>
                  <a:cubicBezTo>
                    <a:pt x="4064" y="5377"/>
                    <a:pt x="4060" y="5377"/>
                    <a:pt x="4056" y="5377"/>
                  </a:cubicBezTo>
                  <a:cubicBezTo>
                    <a:pt x="4034" y="5380"/>
                    <a:pt x="3990" y="5383"/>
                    <a:pt x="3993" y="5408"/>
                  </a:cubicBezTo>
                  <a:lnTo>
                    <a:pt x="3990" y="5383"/>
                  </a:lnTo>
                  <a:cubicBezTo>
                    <a:pt x="3989" y="5383"/>
                    <a:pt x="3988" y="5383"/>
                    <a:pt x="3987" y="5383"/>
                  </a:cubicBezTo>
                  <a:cubicBezTo>
                    <a:pt x="3977" y="5383"/>
                    <a:pt x="3972" y="5375"/>
                    <a:pt x="3971" y="5375"/>
                  </a:cubicBezTo>
                  <a:lnTo>
                    <a:pt x="3971" y="5375"/>
                  </a:lnTo>
                  <a:cubicBezTo>
                    <a:pt x="3970" y="5375"/>
                    <a:pt x="3970" y="5378"/>
                    <a:pt x="3971" y="5386"/>
                  </a:cubicBezTo>
                  <a:cubicBezTo>
                    <a:pt x="3946" y="5386"/>
                    <a:pt x="3924" y="5377"/>
                    <a:pt x="3906" y="5368"/>
                  </a:cubicBezTo>
                  <a:cubicBezTo>
                    <a:pt x="3898" y="5364"/>
                    <a:pt x="3891" y="5363"/>
                    <a:pt x="3884" y="5363"/>
                  </a:cubicBezTo>
                  <a:cubicBezTo>
                    <a:pt x="3844" y="5363"/>
                    <a:pt x="3812" y="5409"/>
                    <a:pt x="3868" y="5446"/>
                  </a:cubicBezTo>
                  <a:lnTo>
                    <a:pt x="3849" y="5449"/>
                  </a:lnTo>
                  <a:cubicBezTo>
                    <a:pt x="3827" y="5449"/>
                    <a:pt x="3830" y="5474"/>
                    <a:pt x="3830" y="5474"/>
                  </a:cubicBezTo>
                  <a:cubicBezTo>
                    <a:pt x="3830" y="5499"/>
                    <a:pt x="3812" y="5502"/>
                    <a:pt x="3790" y="5505"/>
                  </a:cubicBezTo>
                  <a:lnTo>
                    <a:pt x="3786" y="5455"/>
                  </a:lnTo>
                  <a:cubicBezTo>
                    <a:pt x="3794" y="5411"/>
                    <a:pt x="3782" y="5384"/>
                    <a:pt x="3769" y="5384"/>
                  </a:cubicBezTo>
                  <a:cubicBezTo>
                    <a:pt x="3759" y="5384"/>
                    <a:pt x="3747" y="5399"/>
                    <a:pt x="3740" y="5430"/>
                  </a:cubicBezTo>
                  <a:lnTo>
                    <a:pt x="3740" y="5430"/>
                  </a:lnTo>
                  <a:cubicBezTo>
                    <a:pt x="3740" y="5424"/>
                    <a:pt x="3739" y="5416"/>
                    <a:pt x="3739" y="5408"/>
                  </a:cubicBezTo>
                  <a:cubicBezTo>
                    <a:pt x="3738" y="5396"/>
                    <a:pt x="3732" y="5390"/>
                    <a:pt x="3722" y="5390"/>
                  </a:cubicBezTo>
                  <a:cubicBezTo>
                    <a:pt x="3711" y="5390"/>
                    <a:pt x="3695" y="5398"/>
                    <a:pt x="3674" y="5415"/>
                  </a:cubicBezTo>
                  <a:cubicBezTo>
                    <a:pt x="3655" y="5415"/>
                    <a:pt x="3636" y="5468"/>
                    <a:pt x="3639" y="5493"/>
                  </a:cubicBezTo>
                  <a:cubicBezTo>
                    <a:pt x="3642" y="5505"/>
                    <a:pt x="3633" y="5518"/>
                    <a:pt x="3620" y="5518"/>
                  </a:cubicBezTo>
                  <a:cubicBezTo>
                    <a:pt x="3615" y="5519"/>
                    <a:pt x="3610" y="5519"/>
                    <a:pt x="3607" y="5519"/>
                  </a:cubicBezTo>
                  <a:cubicBezTo>
                    <a:pt x="3598" y="5519"/>
                    <a:pt x="3598" y="5515"/>
                    <a:pt x="3598" y="5496"/>
                  </a:cubicBezTo>
                  <a:cubicBezTo>
                    <a:pt x="3595" y="5472"/>
                    <a:pt x="3585" y="5460"/>
                    <a:pt x="3572" y="5460"/>
                  </a:cubicBezTo>
                  <a:cubicBezTo>
                    <a:pt x="3558" y="5460"/>
                    <a:pt x="3542" y="5474"/>
                    <a:pt x="3533" y="5502"/>
                  </a:cubicBezTo>
                  <a:lnTo>
                    <a:pt x="3533" y="5477"/>
                  </a:lnTo>
                  <a:cubicBezTo>
                    <a:pt x="3531" y="5461"/>
                    <a:pt x="3520" y="5447"/>
                    <a:pt x="3487" y="5447"/>
                  </a:cubicBezTo>
                  <a:cubicBezTo>
                    <a:pt x="3467" y="5447"/>
                    <a:pt x="3439" y="5452"/>
                    <a:pt x="3401" y="5465"/>
                  </a:cubicBezTo>
                  <a:cubicBezTo>
                    <a:pt x="3365" y="5467"/>
                    <a:pt x="3331" y="5470"/>
                    <a:pt x="3306" y="5470"/>
                  </a:cubicBezTo>
                  <a:cubicBezTo>
                    <a:pt x="3274" y="5470"/>
                    <a:pt x="3254" y="5466"/>
                    <a:pt x="3254" y="5452"/>
                  </a:cubicBezTo>
                  <a:cubicBezTo>
                    <a:pt x="3253" y="5448"/>
                    <a:pt x="3250" y="5446"/>
                    <a:pt x="3246" y="5446"/>
                  </a:cubicBezTo>
                  <a:cubicBezTo>
                    <a:pt x="3224" y="5446"/>
                    <a:pt x="3163" y="5493"/>
                    <a:pt x="3131" y="5540"/>
                  </a:cubicBezTo>
                  <a:cubicBezTo>
                    <a:pt x="3131" y="5523"/>
                    <a:pt x="3122" y="5518"/>
                    <a:pt x="3103" y="5518"/>
                  </a:cubicBezTo>
                  <a:cubicBezTo>
                    <a:pt x="3094" y="5518"/>
                    <a:pt x="3082" y="5519"/>
                    <a:pt x="3069" y="5521"/>
                  </a:cubicBezTo>
                  <a:cubicBezTo>
                    <a:pt x="3052" y="5522"/>
                    <a:pt x="3039" y="5522"/>
                    <a:pt x="3030" y="5522"/>
                  </a:cubicBezTo>
                  <a:cubicBezTo>
                    <a:pt x="3003" y="5522"/>
                    <a:pt x="3003" y="5518"/>
                    <a:pt x="3003" y="5499"/>
                  </a:cubicBezTo>
                  <a:cubicBezTo>
                    <a:pt x="3011" y="5474"/>
                    <a:pt x="3015" y="5462"/>
                    <a:pt x="3012" y="5462"/>
                  </a:cubicBezTo>
                  <a:lnTo>
                    <a:pt x="3012" y="5462"/>
                  </a:lnTo>
                  <a:cubicBezTo>
                    <a:pt x="3010" y="5462"/>
                    <a:pt x="3000" y="5475"/>
                    <a:pt x="2981" y="5502"/>
                  </a:cubicBezTo>
                  <a:cubicBezTo>
                    <a:pt x="2975" y="5524"/>
                    <a:pt x="2960" y="5533"/>
                    <a:pt x="2945" y="5533"/>
                  </a:cubicBezTo>
                  <a:cubicBezTo>
                    <a:pt x="2922" y="5533"/>
                    <a:pt x="2897" y="5513"/>
                    <a:pt x="2893" y="5483"/>
                  </a:cubicBezTo>
                  <a:cubicBezTo>
                    <a:pt x="2891" y="5467"/>
                    <a:pt x="2882" y="5463"/>
                    <a:pt x="2863" y="5463"/>
                  </a:cubicBezTo>
                  <a:cubicBezTo>
                    <a:pt x="2854" y="5463"/>
                    <a:pt x="2842" y="5464"/>
                    <a:pt x="2827" y="5465"/>
                  </a:cubicBezTo>
                  <a:cubicBezTo>
                    <a:pt x="2809" y="5493"/>
                    <a:pt x="2768" y="5496"/>
                    <a:pt x="2724" y="5499"/>
                  </a:cubicBezTo>
                  <a:cubicBezTo>
                    <a:pt x="2661" y="5505"/>
                    <a:pt x="2661" y="5505"/>
                    <a:pt x="2668" y="5556"/>
                  </a:cubicBezTo>
                  <a:cubicBezTo>
                    <a:pt x="2671" y="5606"/>
                    <a:pt x="2649" y="5609"/>
                    <a:pt x="2608" y="5612"/>
                  </a:cubicBezTo>
                  <a:cubicBezTo>
                    <a:pt x="2602" y="5613"/>
                    <a:pt x="2597" y="5613"/>
                    <a:pt x="2591" y="5613"/>
                  </a:cubicBezTo>
                  <a:cubicBezTo>
                    <a:pt x="2576" y="5613"/>
                    <a:pt x="2564" y="5609"/>
                    <a:pt x="2564" y="5590"/>
                  </a:cubicBezTo>
                  <a:cubicBezTo>
                    <a:pt x="2552" y="5577"/>
                    <a:pt x="2536" y="5571"/>
                    <a:pt x="2517" y="5571"/>
                  </a:cubicBezTo>
                  <a:cubicBezTo>
                    <a:pt x="2513" y="5571"/>
                    <a:pt x="2510" y="5571"/>
                    <a:pt x="2506" y="5571"/>
                  </a:cubicBezTo>
                  <a:cubicBezTo>
                    <a:pt x="2490" y="5571"/>
                    <a:pt x="2476" y="5569"/>
                    <a:pt x="2473" y="5549"/>
                  </a:cubicBezTo>
                  <a:cubicBezTo>
                    <a:pt x="2458" y="5536"/>
                    <a:pt x="2440" y="5530"/>
                    <a:pt x="2420" y="5530"/>
                  </a:cubicBezTo>
                  <a:cubicBezTo>
                    <a:pt x="2416" y="5530"/>
                    <a:pt x="2412" y="5530"/>
                    <a:pt x="2408" y="5530"/>
                  </a:cubicBezTo>
                  <a:cubicBezTo>
                    <a:pt x="2394" y="5532"/>
                    <a:pt x="2380" y="5533"/>
                    <a:pt x="2368" y="5533"/>
                  </a:cubicBezTo>
                  <a:cubicBezTo>
                    <a:pt x="2342" y="5533"/>
                    <a:pt x="2323" y="5528"/>
                    <a:pt x="2323" y="5512"/>
                  </a:cubicBezTo>
                  <a:cubicBezTo>
                    <a:pt x="2301" y="5515"/>
                    <a:pt x="2301" y="5515"/>
                    <a:pt x="2304" y="5540"/>
                  </a:cubicBezTo>
                  <a:cubicBezTo>
                    <a:pt x="2304" y="5560"/>
                    <a:pt x="2293" y="5579"/>
                    <a:pt x="2247" y="5579"/>
                  </a:cubicBezTo>
                  <a:cubicBezTo>
                    <a:pt x="2234" y="5579"/>
                    <a:pt x="2219" y="5578"/>
                    <a:pt x="2201" y="5574"/>
                  </a:cubicBezTo>
                  <a:cubicBezTo>
                    <a:pt x="2157" y="5577"/>
                    <a:pt x="2094" y="5584"/>
                    <a:pt x="2097" y="5609"/>
                  </a:cubicBezTo>
                  <a:cubicBezTo>
                    <a:pt x="2092" y="5610"/>
                    <a:pt x="2087" y="5610"/>
                    <a:pt x="2084" y="5610"/>
                  </a:cubicBezTo>
                  <a:cubicBezTo>
                    <a:pt x="2075" y="5610"/>
                    <a:pt x="2075" y="5605"/>
                    <a:pt x="2072" y="5587"/>
                  </a:cubicBezTo>
                  <a:cubicBezTo>
                    <a:pt x="2071" y="5563"/>
                    <a:pt x="2060" y="5551"/>
                    <a:pt x="2045" y="5551"/>
                  </a:cubicBezTo>
                  <a:cubicBezTo>
                    <a:pt x="2029" y="5551"/>
                    <a:pt x="2007" y="5565"/>
                    <a:pt x="1988" y="5593"/>
                  </a:cubicBezTo>
                  <a:cubicBezTo>
                    <a:pt x="1989" y="5606"/>
                    <a:pt x="1984" y="5614"/>
                    <a:pt x="1975" y="5614"/>
                  </a:cubicBezTo>
                  <a:cubicBezTo>
                    <a:pt x="1967" y="5614"/>
                    <a:pt x="1957" y="5608"/>
                    <a:pt x="1947" y="5596"/>
                  </a:cubicBezTo>
                  <a:cubicBezTo>
                    <a:pt x="1931" y="5599"/>
                    <a:pt x="1916" y="5612"/>
                    <a:pt x="1906" y="5628"/>
                  </a:cubicBezTo>
                  <a:cubicBezTo>
                    <a:pt x="1896" y="5641"/>
                    <a:pt x="1892" y="5647"/>
                    <a:pt x="1883" y="5647"/>
                  </a:cubicBezTo>
                  <a:cubicBezTo>
                    <a:pt x="1875" y="5647"/>
                    <a:pt x="1863" y="5641"/>
                    <a:pt x="1840" y="5631"/>
                  </a:cubicBezTo>
                  <a:cubicBezTo>
                    <a:pt x="1840" y="5606"/>
                    <a:pt x="1818" y="5606"/>
                    <a:pt x="1796" y="5606"/>
                  </a:cubicBezTo>
                  <a:cubicBezTo>
                    <a:pt x="1784" y="5615"/>
                    <a:pt x="1753" y="5619"/>
                    <a:pt x="1716" y="5619"/>
                  </a:cubicBezTo>
                  <a:cubicBezTo>
                    <a:pt x="1629" y="5619"/>
                    <a:pt x="1508" y="5597"/>
                    <a:pt x="1499" y="5571"/>
                  </a:cubicBezTo>
                  <a:cubicBezTo>
                    <a:pt x="1483" y="5583"/>
                    <a:pt x="1477" y="5587"/>
                    <a:pt x="1469" y="5587"/>
                  </a:cubicBezTo>
                  <a:cubicBezTo>
                    <a:pt x="1465" y="5587"/>
                    <a:pt x="1460" y="5586"/>
                    <a:pt x="1452" y="5584"/>
                  </a:cubicBezTo>
                  <a:cubicBezTo>
                    <a:pt x="1449" y="5560"/>
                    <a:pt x="1442" y="5550"/>
                    <a:pt x="1434" y="5550"/>
                  </a:cubicBezTo>
                  <a:cubicBezTo>
                    <a:pt x="1423" y="5550"/>
                    <a:pt x="1410" y="5567"/>
                    <a:pt x="1402" y="5593"/>
                  </a:cubicBezTo>
                  <a:lnTo>
                    <a:pt x="1424" y="5603"/>
                  </a:lnTo>
                  <a:lnTo>
                    <a:pt x="1445" y="5609"/>
                  </a:lnTo>
                  <a:cubicBezTo>
                    <a:pt x="1440" y="5627"/>
                    <a:pt x="1428" y="5635"/>
                    <a:pt x="1416" y="5635"/>
                  </a:cubicBezTo>
                  <a:cubicBezTo>
                    <a:pt x="1394" y="5635"/>
                    <a:pt x="1373" y="5608"/>
                    <a:pt x="1389" y="5562"/>
                  </a:cubicBezTo>
                  <a:cubicBezTo>
                    <a:pt x="1387" y="5533"/>
                    <a:pt x="1387" y="5520"/>
                    <a:pt x="1380" y="5520"/>
                  </a:cubicBezTo>
                  <a:cubicBezTo>
                    <a:pt x="1375" y="5520"/>
                    <a:pt x="1366" y="5529"/>
                    <a:pt x="1348" y="5546"/>
                  </a:cubicBezTo>
                  <a:cubicBezTo>
                    <a:pt x="1333" y="5563"/>
                    <a:pt x="1320" y="5571"/>
                    <a:pt x="1309" y="5571"/>
                  </a:cubicBezTo>
                  <a:cubicBezTo>
                    <a:pt x="1295" y="5571"/>
                    <a:pt x="1287" y="5554"/>
                    <a:pt x="1289" y="5521"/>
                  </a:cubicBezTo>
                  <a:cubicBezTo>
                    <a:pt x="1299" y="5498"/>
                    <a:pt x="1304" y="5487"/>
                    <a:pt x="1301" y="5487"/>
                  </a:cubicBezTo>
                  <a:lnTo>
                    <a:pt x="1301" y="5487"/>
                  </a:lnTo>
                  <a:cubicBezTo>
                    <a:pt x="1299" y="5487"/>
                    <a:pt x="1289" y="5495"/>
                    <a:pt x="1270" y="5512"/>
                  </a:cubicBezTo>
                  <a:cubicBezTo>
                    <a:pt x="1234" y="5544"/>
                    <a:pt x="1199" y="5559"/>
                    <a:pt x="1175" y="5559"/>
                  </a:cubicBezTo>
                  <a:cubicBezTo>
                    <a:pt x="1143" y="5559"/>
                    <a:pt x="1130" y="5531"/>
                    <a:pt x="1160" y="5480"/>
                  </a:cubicBezTo>
                  <a:cubicBezTo>
                    <a:pt x="1185" y="5440"/>
                    <a:pt x="1182" y="5405"/>
                    <a:pt x="1163" y="5396"/>
                  </a:cubicBezTo>
                  <a:cubicBezTo>
                    <a:pt x="1160" y="5393"/>
                    <a:pt x="1156" y="5392"/>
                    <a:pt x="1153" y="5392"/>
                  </a:cubicBezTo>
                  <a:cubicBezTo>
                    <a:pt x="1139" y="5392"/>
                    <a:pt x="1129" y="5410"/>
                    <a:pt x="1116" y="5427"/>
                  </a:cubicBezTo>
                  <a:cubicBezTo>
                    <a:pt x="1113" y="5449"/>
                    <a:pt x="1107" y="5460"/>
                    <a:pt x="1101" y="5460"/>
                  </a:cubicBezTo>
                  <a:cubicBezTo>
                    <a:pt x="1094" y="5460"/>
                    <a:pt x="1086" y="5439"/>
                    <a:pt x="1082" y="5399"/>
                  </a:cubicBezTo>
                  <a:cubicBezTo>
                    <a:pt x="1073" y="5302"/>
                    <a:pt x="1051" y="5277"/>
                    <a:pt x="966" y="5270"/>
                  </a:cubicBezTo>
                  <a:cubicBezTo>
                    <a:pt x="886" y="5246"/>
                    <a:pt x="842" y="5204"/>
                    <a:pt x="882" y="5204"/>
                  </a:cubicBezTo>
                  <a:cubicBezTo>
                    <a:pt x="889" y="5204"/>
                    <a:pt x="898" y="5205"/>
                    <a:pt x="910" y="5208"/>
                  </a:cubicBezTo>
                  <a:cubicBezTo>
                    <a:pt x="975" y="5205"/>
                    <a:pt x="975" y="5205"/>
                    <a:pt x="928" y="5189"/>
                  </a:cubicBezTo>
                  <a:cubicBezTo>
                    <a:pt x="906" y="5164"/>
                    <a:pt x="885" y="5136"/>
                    <a:pt x="863" y="5107"/>
                  </a:cubicBezTo>
                  <a:cubicBezTo>
                    <a:pt x="853" y="5098"/>
                    <a:pt x="840" y="5093"/>
                    <a:pt x="826" y="5093"/>
                  </a:cubicBezTo>
                  <a:cubicBezTo>
                    <a:pt x="816" y="5093"/>
                    <a:pt x="806" y="5096"/>
                    <a:pt x="797" y="5101"/>
                  </a:cubicBezTo>
                  <a:cubicBezTo>
                    <a:pt x="828" y="5054"/>
                    <a:pt x="828" y="5010"/>
                    <a:pt x="762" y="4998"/>
                  </a:cubicBezTo>
                  <a:lnTo>
                    <a:pt x="744" y="4960"/>
                  </a:lnTo>
                  <a:cubicBezTo>
                    <a:pt x="734" y="4941"/>
                    <a:pt x="737" y="4941"/>
                    <a:pt x="703" y="4932"/>
                  </a:cubicBezTo>
                  <a:cubicBezTo>
                    <a:pt x="671" y="4923"/>
                    <a:pt x="684" y="4891"/>
                    <a:pt x="703" y="4863"/>
                  </a:cubicBezTo>
                  <a:cubicBezTo>
                    <a:pt x="717" y="4835"/>
                    <a:pt x="731" y="4812"/>
                    <a:pt x="718" y="4812"/>
                  </a:cubicBezTo>
                  <a:cubicBezTo>
                    <a:pt x="716" y="4812"/>
                    <a:pt x="714" y="4812"/>
                    <a:pt x="712" y="4813"/>
                  </a:cubicBezTo>
                  <a:cubicBezTo>
                    <a:pt x="709" y="4814"/>
                    <a:pt x="706" y="4815"/>
                    <a:pt x="702" y="4815"/>
                  </a:cubicBezTo>
                  <a:cubicBezTo>
                    <a:pt x="678" y="4815"/>
                    <a:pt x="646" y="4789"/>
                    <a:pt x="621" y="4775"/>
                  </a:cubicBezTo>
                  <a:cubicBezTo>
                    <a:pt x="596" y="4763"/>
                    <a:pt x="603" y="4742"/>
                    <a:pt x="623" y="4742"/>
                  </a:cubicBezTo>
                  <a:cubicBezTo>
                    <a:pt x="628" y="4742"/>
                    <a:pt x="634" y="4744"/>
                    <a:pt x="640" y="4747"/>
                  </a:cubicBezTo>
                  <a:cubicBezTo>
                    <a:pt x="665" y="4741"/>
                    <a:pt x="662" y="4741"/>
                    <a:pt x="678" y="4694"/>
                  </a:cubicBezTo>
                  <a:cubicBezTo>
                    <a:pt x="672" y="4676"/>
                    <a:pt x="666" y="4637"/>
                    <a:pt x="643" y="4637"/>
                  </a:cubicBezTo>
                  <a:cubicBezTo>
                    <a:pt x="642" y="4637"/>
                    <a:pt x="641" y="4637"/>
                    <a:pt x="640" y="4637"/>
                  </a:cubicBezTo>
                  <a:cubicBezTo>
                    <a:pt x="640" y="4637"/>
                    <a:pt x="639" y="4637"/>
                    <a:pt x="639" y="4637"/>
                  </a:cubicBezTo>
                  <a:cubicBezTo>
                    <a:pt x="615" y="4637"/>
                    <a:pt x="600" y="4512"/>
                    <a:pt x="624" y="4490"/>
                  </a:cubicBezTo>
                  <a:cubicBezTo>
                    <a:pt x="624" y="4490"/>
                    <a:pt x="621" y="4468"/>
                    <a:pt x="621" y="4446"/>
                  </a:cubicBezTo>
                  <a:cubicBezTo>
                    <a:pt x="618" y="4427"/>
                    <a:pt x="590" y="4409"/>
                    <a:pt x="590" y="4387"/>
                  </a:cubicBezTo>
                  <a:cubicBezTo>
                    <a:pt x="587" y="4371"/>
                    <a:pt x="574" y="4355"/>
                    <a:pt x="559" y="4346"/>
                  </a:cubicBezTo>
                  <a:cubicBezTo>
                    <a:pt x="559" y="4327"/>
                    <a:pt x="555" y="4305"/>
                    <a:pt x="581" y="4302"/>
                  </a:cubicBezTo>
                  <a:cubicBezTo>
                    <a:pt x="530" y="4286"/>
                    <a:pt x="530" y="4286"/>
                    <a:pt x="577" y="4261"/>
                  </a:cubicBezTo>
                  <a:cubicBezTo>
                    <a:pt x="628" y="4255"/>
                    <a:pt x="628" y="4255"/>
                    <a:pt x="574" y="4239"/>
                  </a:cubicBezTo>
                  <a:cubicBezTo>
                    <a:pt x="549" y="4221"/>
                    <a:pt x="549" y="4221"/>
                    <a:pt x="571" y="4195"/>
                  </a:cubicBezTo>
                  <a:cubicBezTo>
                    <a:pt x="595" y="4195"/>
                    <a:pt x="596" y="4176"/>
                    <a:pt x="573" y="4176"/>
                  </a:cubicBezTo>
                  <a:cubicBezTo>
                    <a:pt x="572" y="4176"/>
                    <a:pt x="570" y="4176"/>
                    <a:pt x="568" y="4177"/>
                  </a:cubicBezTo>
                  <a:cubicBezTo>
                    <a:pt x="518" y="4158"/>
                    <a:pt x="487" y="4098"/>
                    <a:pt x="537" y="4095"/>
                  </a:cubicBezTo>
                  <a:cubicBezTo>
                    <a:pt x="534" y="4076"/>
                    <a:pt x="521" y="4064"/>
                    <a:pt x="508" y="4054"/>
                  </a:cubicBezTo>
                  <a:cubicBezTo>
                    <a:pt x="455" y="4039"/>
                    <a:pt x="455" y="4039"/>
                    <a:pt x="505" y="4033"/>
                  </a:cubicBezTo>
                  <a:cubicBezTo>
                    <a:pt x="555" y="4007"/>
                    <a:pt x="552" y="3985"/>
                    <a:pt x="499" y="3970"/>
                  </a:cubicBezTo>
                  <a:cubicBezTo>
                    <a:pt x="483" y="3960"/>
                    <a:pt x="483" y="3938"/>
                    <a:pt x="496" y="3926"/>
                  </a:cubicBezTo>
                  <a:cubicBezTo>
                    <a:pt x="516" y="3886"/>
                    <a:pt x="528" y="3775"/>
                    <a:pt x="494" y="3775"/>
                  </a:cubicBezTo>
                  <a:cubicBezTo>
                    <a:pt x="491" y="3775"/>
                    <a:pt x="488" y="3776"/>
                    <a:pt x="483" y="3779"/>
                  </a:cubicBezTo>
                  <a:lnTo>
                    <a:pt x="477" y="3738"/>
                  </a:lnTo>
                  <a:cubicBezTo>
                    <a:pt x="499" y="3694"/>
                    <a:pt x="499" y="3672"/>
                    <a:pt x="471" y="3653"/>
                  </a:cubicBezTo>
                  <a:lnTo>
                    <a:pt x="443" y="3635"/>
                  </a:lnTo>
                  <a:cubicBezTo>
                    <a:pt x="468" y="3631"/>
                    <a:pt x="490" y="3613"/>
                    <a:pt x="490" y="3588"/>
                  </a:cubicBezTo>
                  <a:cubicBezTo>
                    <a:pt x="490" y="3572"/>
                    <a:pt x="490" y="3567"/>
                    <a:pt x="480" y="3567"/>
                  </a:cubicBezTo>
                  <a:cubicBezTo>
                    <a:pt x="476" y="3567"/>
                    <a:pt x="471" y="3568"/>
                    <a:pt x="465" y="3569"/>
                  </a:cubicBezTo>
                  <a:cubicBezTo>
                    <a:pt x="457" y="3576"/>
                    <a:pt x="451" y="3578"/>
                    <a:pt x="447" y="3578"/>
                  </a:cubicBezTo>
                  <a:cubicBezTo>
                    <a:pt x="438" y="3578"/>
                    <a:pt x="436" y="3565"/>
                    <a:pt x="436" y="3550"/>
                  </a:cubicBezTo>
                  <a:cubicBezTo>
                    <a:pt x="436" y="3525"/>
                    <a:pt x="458" y="3506"/>
                    <a:pt x="483" y="3503"/>
                  </a:cubicBezTo>
                  <a:lnTo>
                    <a:pt x="480" y="3481"/>
                  </a:lnTo>
                  <a:cubicBezTo>
                    <a:pt x="474" y="3482"/>
                    <a:pt x="469" y="3482"/>
                    <a:pt x="464" y="3482"/>
                  </a:cubicBezTo>
                  <a:cubicBezTo>
                    <a:pt x="430" y="3482"/>
                    <a:pt x="430" y="3465"/>
                    <a:pt x="452" y="3462"/>
                  </a:cubicBezTo>
                  <a:cubicBezTo>
                    <a:pt x="471" y="3446"/>
                    <a:pt x="477" y="3421"/>
                    <a:pt x="474" y="3396"/>
                  </a:cubicBezTo>
                  <a:lnTo>
                    <a:pt x="474" y="3396"/>
                  </a:lnTo>
                  <a:cubicBezTo>
                    <a:pt x="472" y="3397"/>
                    <a:pt x="471" y="3397"/>
                    <a:pt x="469" y="3397"/>
                  </a:cubicBezTo>
                  <a:cubicBezTo>
                    <a:pt x="458" y="3397"/>
                    <a:pt x="462" y="3389"/>
                    <a:pt x="468" y="3389"/>
                  </a:cubicBezTo>
                  <a:cubicBezTo>
                    <a:pt x="470" y="3389"/>
                    <a:pt x="473" y="3391"/>
                    <a:pt x="474" y="3396"/>
                  </a:cubicBezTo>
                  <a:lnTo>
                    <a:pt x="499" y="3396"/>
                  </a:lnTo>
                  <a:cubicBezTo>
                    <a:pt x="514" y="3380"/>
                    <a:pt x="507" y="3375"/>
                    <a:pt x="494" y="3375"/>
                  </a:cubicBezTo>
                  <a:cubicBezTo>
                    <a:pt x="488" y="3375"/>
                    <a:pt x="479" y="3376"/>
                    <a:pt x="471" y="3378"/>
                  </a:cubicBezTo>
                  <a:lnTo>
                    <a:pt x="468" y="3334"/>
                  </a:lnTo>
                  <a:cubicBezTo>
                    <a:pt x="466" y="3319"/>
                    <a:pt x="463" y="3305"/>
                    <a:pt x="455" y="3305"/>
                  </a:cubicBezTo>
                  <a:cubicBezTo>
                    <a:pt x="451" y="3305"/>
                    <a:pt x="446" y="3308"/>
                    <a:pt x="440" y="3315"/>
                  </a:cubicBezTo>
                  <a:cubicBezTo>
                    <a:pt x="431" y="3316"/>
                    <a:pt x="422" y="3317"/>
                    <a:pt x="414" y="3317"/>
                  </a:cubicBezTo>
                  <a:cubicBezTo>
                    <a:pt x="399" y="3317"/>
                    <a:pt x="388" y="3313"/>
                    <a:pt x="386" y="3299"/>
                  </a:cubicBezTo>
                  <a:cubicBezTo>
                    <a:pt x="385" y="3299"/>
                    <a:pt x="383" y="3299"/>
                    <a:pt x="382" y="3299"/>
                  </a:cubicBezTo>
                  <a:cubicBezTo>
                    <a:pt x="370" y="3299"/>
                    <a:pt x="376" y="3290"/>
                    <a:pt x="381" y="3290"/>
                  </a:cubicBezTo>
                  <a:cubicBezTo>
                    <a:pt x="384" y="3290"/>
                    <a:pt x="386" y="3292"/>
                    <a:pt x="386" y="3299"/>
                  </a:cubicBezTo>
                  <a:cubicBezTo>
                    <a:pt x="411" y="3296"/>
                    <a:pt x="436" y="3293"/>
                    <a:pt x="436" y="3274"/>
                  </a:cubicBezTo>
                  <a:cubicBezTo>
                    <a:pt x="433" y="3252"/>
                    <a:pt x="458" y="3249"/>
                    <a:pt x="458" y="3249"/>
                  </a:cubicBezTo>
                  <a:cubicBezTo>
                    <a:pt x="463" y="3250"/>
                    <a:pt x="467" y="3251"/>
                    <a:pt x="470" y="3251"/>
                  </a:cubicBezTo>
                  <a:cubicBezTo>
                    <a:pt x="506" y="3251"/>
                    <a:pt x="475" y="3182"/>
                    <a:pt x="452" y="3164"/>
                  </a:cubicBezTo>
                  <a:cubicBezTo>
                    <a:pt x="396" y="3127"/>
                    <a:pt x="396" y="3105"/>
                    <a:pt x="446" y="3102"/>
                  </a:cubicBezTo>
                  <a:cubicBezTo>
                    <a:pt x="496" y="3095"/>
                    <a:pt x="443" y="3061"/>
                    <a:pt x="364" y="3045"/>
                  </a:cubicBezTo>
                  <a:lnTo>
                    <a:pt x="286" y="3033"/>
                  </a:lnTo>
                  <a:lnTo>
                    <a:pt x="361" y="3023"/>
                  </a:lnTo>
                  <a:cubicBezTo>
                    <a:pt x="461" y="2995"/>
                    <a:pt x="461" y="2995"/>
                    <a:pt x="405" y="2936"/>
                  </a:cubicBezTo>
                  <a:cubicBezTo>
                    <a:pt x="377" y="2895"/>
                    <a:pt x="377" y="2895"/>
                    <a:pt x="402" y="2892"/>
                  </a:cubicBezTo>
                  <a:cubicBezTo>
                    <a:pt x="427" y="2892"/>
                    <a:pt x="424" y="2870"/>
                    <a:pt x="418" y="2807"/>
                  </a:cubicBezTo>
                  <a:cubicBezTo>
                    <a:pt x="412" y="2748"/>
                    <a:pt x="411" y="2725"/>
                    <a:pt x="391" y="2725"/>
                  </a:cubicBezTo>
                  <a:cubicBezTo>
                    <a:pt x="389" y="2725"/>
                    <a:pt x="388" y="2726"/>
                    <a:pt x="386" y="2726"/>
                  </a:cubicBezTo>
                  <a:cubicBezTo>
                    <a:pt x="386" y="2726"/>
                    <a:pt x="383" y="2704"/>
                    <a:pt x="380" y="2682"/>
                  </a:cubicBezTo>
                  <a:cubicBezTo>
                    <a:pt x="419" y="2662"/>
                    <a:pt x="411" y="2633"/>
                    <a:pt x="381" y="2633"/>
                  </a:cubicBezTo>
                  <a:cubicBezTo>
                    <a:pt x="373" y="2633"/>
                    <a:pt x="363" y="2636"/>
                    <a:pt x="352" y="2641"/>
                  </a:cubicBezTo>
                  <a:lnTo>
                    <a:pt x="349" y="2600"/>
                  </a:lnTo>
                  <a:lnTo>
                    <a:pt x="374" y="2597"/>
                  </a:lnTo>
                  <a:cubicBezTo>
                    <a:pt x="399" y="2594"/>
                    <a:pt x="396" y="2553"/>
                    <a:pt x="380" y="2384"/>
                  </a:cubicBezTo>
                  <a:cubicBezTo>
                    <a:pt x="362" y="2204"/>
                    <a:pt x="361" y="2177"/>
                    <a:pt x="319" y="2177"/>
                  </a:cubicBezTo>
                  <a:cubicBezTo>
                    <a:pt x="317" y="2177"/>
                    <a:pt x="314" y="2177"/>
                    <a:pt x="311" y="2177"/>
                  </a:cubicBezTo>
                  <a:cubicBezTo>
                    <a:pt x="258" y="2162"/>
                    <a:pt x="255" y="2140"/>
                    <a:pt x="305" y="2137"/>
                  </a:cubicBezTo>
                  <a:cubicBezTo>
                    <a:pt x="330" y="2133"/>
                    <a:pt x="355" y="2111"/>
                    <a:pt x="330" y="2111"/>
                  </a:cubicBezTo>
                  <a:cubicBezTo>
                    <a:pt x="327" y="2090"/>
                    <a:pt x="333" y="2064"/>
                    <a:pt x="349" y="2046"/>
                  </a:cubicBezTo>
                  <a:cubicBezTo>
                    <a:pt x="393" y="1980"/>
                    <a:pt x="364" y="1961"/>
                    <a:pt x="339" y="1961"/>
                  </a:cubicBezTo>
                  <a:cubicBezTo>
                    <a:pt x="324" y="1970"/>
                    <a:pt x="316" y="1974"/>
                    <a:pt x="313" y="1974"/>
                  </a:cubicBezTo>
                  <a:cubicBezTo>
                    <a:pt x="307" y="1974"/>
                    <a:pt x="322" y="1957"/>
                    <a:pt x="339" y="1942"/>
                  </a:cubicBezTo>
                  <a:cubicBezTo>
                    <a:pt x="361" y="1917"/>
                    <a:pt x="386" y="1895"/>
                    <a:pt x="361" y="1895"/>
                  </a:cubicBezTo>
                  <a:cubicBezTo>
                    <a:pt x="333" y="1880"/>
                    <a:pt x="302" y="1748"/>
                    <a:pt x="355" y="1748"/>
                  </a:cubicBezTo>
                  <a:cubicBezTo>
                    <a:pt x="355" y="1748"/>
                    <a:pt x="355" y="1726"/>
                    <a:pt x="358" y="1707"/>
                  </a:cubicBezTo>
                  <a:cubicBezTo>
                    <a:pt x="333" y="1704"/>
                    <a:pt x="333" y="1660"/>
                    <a:pt x="339" y="1619"/>
                  </a:cubicBezTo>
                  <a:cubicBezTo>
                    <a:pt x="345" y="1581"/>
                    <a:pt x="348" y="1559"/>
                    <a:pt x="366" y="1559"/>
                  </a:cubicBezTo>
                  <a:cubicBezTo>
                    <a:pt x="368" y="1559"/>
                    <a:pt x="371" y="1559"/>
                    <a:pt x="374" y="1560"/>
                  </a:cubicBezTo>
                  <a:cubicBezTo>
                    <a:pt x="380" y="1567"/>
                    <a:pt x="385" y="1570"/>
                    <a:pt x="388" y="1570"/>
                  </a:cubicBezTo>
                  <a:cubicBezTo>
                    <a:pt x="396" y="1570"/>
                    <a:pt x="394" y="1550"/>
                    <a:pt x="383" y="1519"/>
                  </a:cubicBezTo>
                  <a:cubicBezTo>
                    <a:pt x="386" y="1497"/>
                    <a:pt x="346" y="1463"/>
                    <a:pt x="349" y="1444"/>
                  </a:cubicBezTo>
                  <a:cubicBezTo>
                    <a:pt x="324" y="1435"/>
                    <a:pt x="311" y="1410"/>
                    <a:pt x="314" y="1384"/>
                  </a:cubicBezTo>
                  <a:lnTo>
                    <a:pt x="314" y="1384"/>
                  </a:lnTo>
                  <a:lnTo>
                    <a:pt x="339" y="1394"/>
                  </a:lnTo>
                  <a:lnTo>
                    <a:pt x="386" y="1410"/>
                  </a:lnTo>
                  <a:cubicBezTo>
                    <a:pt x="393" y="1388"/>
                    <a:pt x="402" y="1369"/>
                    <a:pt x="377" y="1359"/>
                  </a:cubicBezTo>
                  <a:cubicBezTo>
                    <a:pt x="411" y="1347"/>
                    <a:pt x="414" y="1325"/>
                    <a:pt x="433" y="1287"/>
                  </a:cubicBezTo>
                  <a:cubicBezTo>
                    <a:pt x="455" y="1256"/>
                    <a:pt x="465" y="1218"/>
                    <a:pt x="461" y="1178"/>
                  </a:cubicBezTo>
                  <a:lnTo>
                    <a:pt x="461" y="1178"/>
                  </a:lnTo>
                  <a:cubicBezTo>
                    <a:pt x="463" y="1178"/>
                    <a:pt x="465" y="1178"/>
                    <a:pt x="466" y="1178"/>
                  </a:cubicBezTo>
                  <a:cubicBezTo>
                    <a:pt x="519" y="1178"/>
                    <a:pt x="583" y="1079"/>
                    <a:pt x="559" y="1033"/>
                  </a:cubicBezTo>
                  <a:cubicBezTo>
                    <a:pt x="540" y="1018"/>
                    <a:pt x="552" y="999"/>
                    <a:pt x="587" y="999"/>
                  </a:cubicBezTo>
                  <a:cubicBezTo>
                    <a:pt x="621" y="999"/>
                    <a:pt x="618" y="999"/>
                    <a:pt x="615" y="968"/>
                  </a:cubicBezTo>
                  <a:cubicBezTo>
                    <a:pt x="613" y="941"/>
                    <a:pt x="632" y="935"/>
                    <a:pt x="656" y="935"/>
                  </a:cubicBezTo>
                  <a:cubicBezTo>
                    <a:pt x="663" y="935"/>
                    <a:pt x="670" y="936"/>
                    <a:pt x="678" y="936"/>
                  </a:cubicBezTo>
                  <a:cubicBezTo>
                    <a:pt x="696" y="944"/>
                    <a:pt x="709" y="947"/>
                    <a:pt x="719" y="947"/>
                  </a:cubicBezTo>
                  <a:cubicBezTo>
                    <a:pt x="738" y="947"/>
                    <a:pt x="744" y="934"/>
                    <a:pt x="744" y="911"/>
                  </a:cubicBezTo>
                  <a:cubicBezTo>
                    <a:pt x="756" y="877"/>
                    <a:pt x="778" y="845"/>
                    <a:pt x="809" y="827"/>
                  </a:cubicBezTo>
                  <a:cubicBezTo>
                    <a:pt x="828" y="780"/>
                    <a:pt x="850" y="767"/>
                    <a:pt x="816" y="758"/>
                  </a:cubicBezTo>
                  <a:cubicBezTo>
                    <a:pt x="806" y="742"/>
                    <a:pt x="803" y="723"/>
                    <a:pt x="806" y="704"/>
                  </a:cubicBezTo>
                  <a:cubicBezTo>
                    <a:pt x="819" y="683"/>
                    <a:pt x="829" y="676"/>
                    <a:pt x="834" y="676"/>
                  </a:cubicBezTo>
                  <a:cubicBezTo>
                    <a:pt x="839" y="676"/>
                    <a:pt x="838" y="685"/>
                    <a:pt x="828" y="692"/>
                  </a:cubicBezTo>
                  <a:cubicBezTo>
                    <a:pt x="800" y="736"/>
                    <a:pt x="822" y="723"/>
                    <a:pt x="853" y="736"/>
                  </a:cubicBezTo>
                  <a:cubicBezTo>
                    <a:pt x="857" y="736"/>
                    <a:pt x="861" y="736"/>
                    <a:pt x="865" y="736"/>
                  </a:cubicBezTo>
                  <a:cubicBezTo>
                    <a:pt x="893" y="736"/>
                    <a:pt x="922" y="727"/>
                    <a:pt x="944" y="711"/>
                  </a:cubicBezTo>
                  <a:lnTo>
                    <a:pt x="1022" y="673"/>
                  </a:lnTo>
                  <a:cubicBezTo>
                    <a:pt x="1091" y="673"/>
                    <a:pt x="1113" y="667"/>
                    <a:pt x="1104" y="642"/>
                  </a:cubicBezTo>
                  <a:lnTo>
                    <a:pt x="1095" y="620"/>
                  </a:lnTo>
                  <a:lnTo>
                    <a:pt x="1095" y="620"/>
                  </a:lnTo>
                  <a:cubicBezTo>
                    <a:pt x="1103" y="626"/>
                    <a:pt x="1120" y="629"/>
                    <a:pt x="1142" y="629"/>
                  </a:cubicBezTo>
                  <a:cubicBezTo>
                    <a:pt x="1222" y="629"/>
                    <a:pt x="1365" y="594"/>
                    <a:pt x="1380" y="557"/>
                  </a:cubicBezTo>
                  <a:lnTo>
                    <a:pt x="1380" y="582"/>
                  </a:lnTo>
                  <a:cubicBezTo>
                    <a:pt x="1382" y="598"/>
                    <a:pt x="1394" y="602"/>
                    <a:pt x="1416" y="602"/>
                  </a:cubicBezTo>
                  <a:cubicBezTo>
                    <a:pt x="1425" y="602"/>
                    <a:pt x="1434" y="602"/>
                    <a:pt x="1445" y="601"/>
                  </a:cubicBezTo>
                  <a:cubicBezTo>
                    <a:pt x="1502" y="582"/>
                    <a:pt x="1558" y="570"/>
                    <a:pt x="1615" y="560"/>
                  </a:cubicBezTo>
                  <a:cubicBezTo>
                    <a:pt x="1699" y="551"/>
                    <a:pt x="1762" y="545"/>
                    <a:pt x="1759" y="520"/>
                  </a:cubicBezTo>
                  <a:cubicBezTo>
                    <a:pt x="1781" y="520"/>
                    <a:pt x="1781" y="520"/>
                    <a:pt x="1781" y="545"/>
                  </a:cubicBezTo>
                  <a:cubicBezTo>
                    <a:pt x="1767" y="563"/>
                    <a:pt x="1775" y="568"/>
                    <a:pt x="1789" y="568"/>
                  </a:cubicBezTo>
                  <a:cubicBezTo>
                    <a:pt x="1794" y="568"/>
                    <a:pt x="1800" y="567"/>
                    <a:pt x="1806" y="567"/>
                  </a:cubicBezTo>
                  <a:cubicBezTo>
                    <a:pt x="1828" y="567"/>
                    <a:pt x="1825" y="541"/>
                    <a:pt x="1822" y="516"/>
                  </a:cubicBezTo>
                  <a:cubicBezTo>
                    <a:pt x="1820" y="503"/>
                    <a:pt x="1826" y="495"/>
                    <a:pt x="1839" y="495"/>
                  </a:cubicBezTo>
                  <a:cubicBezTo>
                    <a:pt x="1849" y="495"/>
                    <a:pt x="1864" y="500"/>
                    <a:pt x="1884" y="510"/>
                  </a:cubicBezTo>
                  <a:cubicBezTo>
                    <a:pt x="1906" y="517"/>
                    <a:pt x="1928" y="521"/>
                    <a:pt x="1951" y="521"/>
                  </a:cubicBezTo>
                  <a:cubicBezTo>
                    <a:pt x="1987" y="521"/>
                    <a:pt x="2023" y="512"/>
                    <a:pt x="2053" y="494"/>
                  </a:cubicBezTo>
                  <a:cubicBezTo>
                    <a:pt x="2060" y="493"/>
                    <a:pt x="2067" y="492"/>
                    <a:pt x="2074" y="492"/>
                  </a:cubicBezTo>
                  <a:cubicBezTo>
                    <a:pt x="2087" y="492"/>
                    <a:pt x="2097" y="497"/>
                    <a:pt x="2097" y="516"/>
                  </a:cubicBezTo>
                  <a:cubicBezTo>
                    <a:pt x="2110" y="531"/>
                    <a:pt x="2127" y="539"/>
                    <a:pt x="2145" y="539"/>
                  </a:cubicBezTo>
                  <a:cubicBezTo>
                    <a:pt x="2168" y="539"/>
                    <a:pt x="2192" y="527"/>
                    <a:pt x="2204" y="504"/>
                  </a:cubicBezTo>
                  <a:cubicBezTo>
                    <a:pt x="2226" y="504"/>
                    <a:pt x="2226" y="504"/>
                    <a:pt x="2229" y="529"/>
                  </a:cubicBezTo>
                  <a:cubicBezTo>
                    <a:pt x="2241" y="541"/>
                    <a:pt x="2248" y="555"/>
                    <a:pt x="2254" y="555"/>
                  </a:cubicBezTo>
                  <a:cubicBezTo>
                    <a:pt x="2259" y="555"/>
                    <a:pt x="2263" y="547"/>
                    <a:pt x="2270" y="526"/>
                  </a:cubicBezTo>
                  <a:cubicBezTo>
                    <a:pt x="2296" y="507"/>
                    <a:pt x="2326" y="498"/>
                    <a:pt x="2357" y="498"/>
                  </a:cubicBezTo>
                  <a:cubicBezTo>
                    <a:pt x="2377" y="498"/>
                    <a:pt x="2398" y="502"/>
                    <a:pt x="2417" y="510"/>
                  </a:cubicBezTo>
                  <a:cubicBezTo>
                    <a:pt x="2439" y="510"/>
                    <a:pt x="2461" y="507"/>
                    <a:pt x="2458" y="482"/>
                  </a:cubicBezTo>
                  <a:cubicBezTo>
                    <a:pt x="2457" y="473"/>
                    <a:pt x="2455" y="464"/>
                    <a:pt x="2455" y="457"/>
                  </a:cubicBezTo>
                  <a:lnTo>
                    <a:pt x="2455" y="457"/>
                  </a:lnTo>
                  <a:cubicBezTo>
                    <a:pt x="2467" y="480"/>
                    <a:pt x="2473" y="492"/>
                    <a:pt x="2479" y="492"/>
                  </a:cubicBezTo>
                  <a:cubicBezTo>
                    <a:pt x="2484" y="492"/>
                    <a:pt x="2489" y="479"/>
                    <a:pt x="2498" y="454"/>
                  </a:cubicBezTo>
                  <a:cubicBezTo>
                    <a:pt x="2497" y="440"/>
                    <a:pt x="2502" y="433"/>
                    <a:pt x="2508" y="433"/>
                  </a:cubicBezTo>
                  <a:cubicBezTo>
                    <a:pt x="2512" y="433"/>
                    <a:pt x="2517" y="439"/>
                    <a:pt x="2517" y="451"/>
                  </a:cubicBezTo>
                  <a:cubicBezTo>
                    <a:pt x="2530" y="463"/>
                    <a:pt x="2545" y="473"/>
                    <a:pt x="2564" y="473"/>
                  </a:cubicBezTo>
                  <a:cubicBezTo>
                    <a:pt x="2639" y="451"/>
                    <a:pt x="2715" y="435"/>
                    <a:pt x="2793" y="425"/>
                  </a:cubicBezTo>
                  <a:cubicBezTo>
                    <a:pt x="2962" y="410"/>
                    <a:pt x="3025" y="404"/>
                    <a:pt x="3022" y="378"/>
                  </a:cubicBezTo>
                  <a:cubicBezTo>
                    <a:pt x="3032" y="366"/>
                    <a:pt x="3036" y="359"/>
                    <a:pt x="3042" y="359"/>
                  </a:cubicBezTo>
                  <a:cubicBezTo>
                    <a:pt x="3047" y="359"/>
                    <a:pt x="3054" y="365"/>
                    <a:pt x="3066" y="375"/>
                  </a:cubicBezTo>
                  <a:cubicBezTo>
                    <a:pt x="3077" y="389"/>
                    <a:pt x="3094" y="397"/>
                    <a:pt x="3113" y="397"/>
                  </a:cubicBezTo>
                  <a:cubicBezTo>
                    <a:pt x="3119" y="397"/>
                    <a:pt x="3125" y="396"/>
                    <a:pt x="3131" y="394"/>
                  </a:cubicBezTo>
                  <a:cubicBezTo>
                    <a:pt x="3135" y="394"/>
                    <a:pt x="3139" y="394"/>
                    <a:pt x="3143" y="394"/>
                  </a:cubicBezTo>
                  <a:cubicBezTo>
                    <a:pt x="3158" y="394"/>
                    <a:pt x="3173" y="396"/>
                    <a:pt x="3175" y="416"/>
                  </a:cubicBezTo>
                  <a:cubicBezTo>
                    <a:pt x="3194" y="388"/>
                    <a:pt x="3194" y="388"/>
                    <a:pt x="3216" y="388"/>
                  </a:cubicBezTo>
                  <a:cubicBezTo>
                    <a:pt x="3216" y="399"/>
                    <a:pt x="3221" y="405"/>
                    <a:pt x="3227" y="405"/>
                  </a:cubicBezTo>
                  <a:cubicBezTo>
                    <a:pt x="3235" y="405"/>
                    <a:pt x="3247" y="397"/>
                    <a:pt x="3257" y="382"/>
                  </a:cubicBezTo>
                  <a:cubicBezTo>
                    <a:pt x="3265" y="357"/>
                    <a:pt x="3269" y="344"/>
                    <a:pt x="3271" y="344"/>
                  </a:cubicBezTo>
                  <a:cubicBezTo>
                    <a:pt x="3274" y="344"/>
                    <a:pt x="3276" y="357"/>
                    <a:pt x="3279" y="382"/>
                  </a:cubicBezTo>
                  <a:cubicBezTo>
                    <a:pt x="3281" y="399"/>
                    <a:pt x="3311" y="413"/>
                    <a:pt x="3323" y="413"/>
                  </a:cubicBezTo>
                  <a:cubicBezTo>
                    <a:pt x="3328" y="413"/>
                    <a:pt x="3329" y="410"/>
                    <a:pt x="3323" y="404"/>
                  </a:cubicBezTo>
                  <a:cubicBezTo>
                    <a:pt x="3320" y="378"/>
                    <a:pt x="3363" y="372"/>
                    <a:pt x="3382" y="347"/>
                  </a:cubicBezTo>
                  <a:cubicBezTo>
                    <a:pt x="3388" y="346"/>
                    <a:pt x="3394" y="345"/>
                    <a:pt x="3400" y="345"/>
                  </a:cubicBezTo>
                  <a:cubicBezTo>
                    <a:pt x="3413" y="345"/>
                    <a:pt x="3424" y="350"/>
                    <a:pt x="3426" y="369"/>
                  </a:cubicBezTo>
                  <a:cubicBezTo>
                    <a:pt x="3431" y="374"/>
                    <a:pt x="3440" y="376"/>
                    <a:pt x="3451" y="376"/>
                  </a:cubicBezTo>
                  <a:cubicBezTo>
                    <a:pt x="3490" y="376"/>
                    <a:pt x="3556" y="350"/>
                    <a:pt x="3570" y="328"/>
                  </a:cubicBezTo>
                  <a:cubicBezTo>
                    <a:pt x="3570" y="316"/>
                    <a:pt x="3575" y="310"/>
                    <a:pt x="3580" y="310"/>
                  </a:cubicBezTo>
                  <a:cubicBezTo>
                    <a:pt x="3585" y="310"/>
                    <a:pt x="3591" y="316"/>
                    <a:pt x="3592" y="328"/>
                  </a:cubicBezTo>
                  <a:cubicBezTo>
                    <a:pt x="3594" y="345"/>
                    <a:pt x="3605" y="349"/>
                    <a:pt x="3617" y="349"/>
                  </a:cubicBezTo>
                  <a:cubicBezTo>
                    <a:pt x="3623" y="349"/>
                    <a:pt x="3630" y="348"/>
                    <a:pt x="3636" y="347"/>
                  </a:cubicBezTo>
                  <a:cubicBezTo>
                    <a:pt x="3642" y="340"/>
                    <a:pt x="3646" y="337"/>
                    <a:pt x="3649" y="337"/>
                  </a:cubicBezTo>
                  <a:cubicBezTo>
                    <a:pt x="3657" y="337"/>
                    <a:pt x="3659" y="354"/>
                    <a:pt x="3661" y="372"/>
                  </a:cubicBezTo>
                  <a:cubicBezTo>
                    <a:pt x="3647" y="391"/>
                    <a:pt x="3654" y="396"/>
                    <a:pt x="3676" y="396"/>
                  </a:cubicBezTo>
                  <a:cubicBezTo>
                    <a:pt x="3684" y="396"/>
                    <a:pt x="3694" y="395"/>
                    <a:pt x="3705" y="394"/>
                  </a:cubicBezTo>
                  <a:cubicBezTo>
                    <a:pt x="3724" y="366"/>
                    <a:pt x="3808" y="357"/>
                    <a:pt x="3871" y="353"/>
                  </a:cubicBezTo>
                  <a:cubicBezTo>
                    <a:pt x="3978" y="341"/>
                    <a:pt x="3996" y="316"/>
                    <a:pt x="4034" y="263"/>
                  </a:cubicBezTo>
                  <a:lnTo>
                    <a:pt x="4050" y="209"/>
                  </a:lnTo>
                  <a:lnTo>
                    <a:pt x="4053" y="259"/>
                  </a:lnTo>
                  <a:cubicBezTo>
                    <a:pt x="4059" y="284"/>
                    <a:pt x="4068" y="310"/>
                    <a:pt x="4081" y="335"/>
                  </a:cubicBezTo>
                  <a:cubicBezTo>
                    <a:pt x="4103" y="331"/>
                    <a:pt x="4103" y="306"/>
                    <a:pt x="4100" y="281"/>
                  </a:cubicBezTo>
                  <a:cubicBezTo>
                    <a:pt x="4100" y="268"/>
                    <a:pt x="4106" y="262"/>
                    <a:pt x="4118" y="262"/>
                  </a:cubicBezTo>
                  <a:cubicBezTo>
                    <a:pt x="4129" y="262"/>
                    <a:pt x="4146" y="268"/>
                    <a:pt x="4169" y="278"/>
                  </a:cubicBezTo>
                  <a:cubicBezTo>
                    <a:pt x="4192" y="292"/>
                    <a:pt x="4208" y="299"/>
                    <a:pt x="4222" y="299"/>
                  </a:cubicBezTo>
                  <a:cubicBezTo>
                    <a:pt x="4234" y="299"/>
                    <a:pt x="4245" y="293"/>
                    <a:pt x="4257" y="281"/>
                  </a:cubicBezTo>
                  <a:cubicBezTo>
                    <a:pt x="4282" y="281"/>
                    <a:pt x="4307" y="291"/>
                    <a:pt x="4319" y="313"/>
                  </a:cubicBezTo>
                  <a:cubicBezTo>
                    <a:pt x="4325" y="313"/>
                    <a:pt x="4329" y="314"/>
                    <a:pt x="4332" y="314"/>
                  </a:cubicBezTo>
                  <a:cubicBezTo>
                    <a:pt x="4341" y="314"/>
                    <a:pt x="4342" y="309"/>
                    <a:pt x="4344" y="291"/>
                  </a:cubicBezTo>
                  <a:cubicBezTo>
                    <a:pt x="4346" y="280"/>
                    <a:pt x="4351" y="275"/>
                    <a:pt x="4358" y="275"/>
                  </a:cubicBezTo>
                  <a:cubicBezTo>
                    <a:pt x="4367" y="275"/>
                    <a:pt x="4379" y="284"/>
                    <a:pt x="4388" y="300"/>
                  </a:cubicBezTo>
                  <a:cubicBezTo>
                    <a:pt x="4399" y="335"/>
                    <a:pt x="4432" y="354"/>
                    <a:pt x="4453" y="354"/>
                  </a:cubicBezTo>
                  <a:cubicBezTo>
                    <a:pt x="4461" y="354"/>
                    <a:pt x="4468" y="350"/>
                    <a:pt x="4470" y="344"/>
                  </a:cubicBezTo>
                  <a:cubicBezTo>
                    <a:pt x="4473" y="329"/>
                    <a:pt x="4483" y="325"/>
                    <a:pt x="4494" y="325"/>
                  </a:cubicBezTo>
                  <a:cubicBezTo>
                    <a:pt x="4502" y="325"/>
                    <a:pt x="4511" y="327"/>
                    <a:pt x="4520" y="328"/>
                  </a:cubicBezTo>
                  <a:cubicBezTo>
                    <a:pt x="4530" y="334"/>
                    <a:pt x="4541" y="337"/>
                    <a:pt x="4553" y="337"/>
                  </a:cubicBezTo>
                  <a:cubicBezTo>
                    <a:pt x="4567" y="337"/>
                    <a:pt x="4580" y="333"/>
                    <a:pt x="4592" y="328"/>
                  </a:cubicBezTo>
                  <a:lnTo>
                    <a:pt x="4633" y="344"/>
                  </a:lnTo>
                  <a:cubicBezTo>
                    <a:pt x="4651" y="349"/>
                    <a:pt x="4632" y="361"/>
                    <a:pt x="4614" y="361"/>
                  </a:cubicBezTo>
                  <a:cubicBezTo>
                    <a:pt x="4611" y="361"/>
                    <a:pt x="4607" y="361"/>
                    <a:pt x="4604" y="360"/>
                  </a:cubicBezTo>
                  <a:lnTo>
                    <a:pt x="4604" y="360"/>
                  </a:lnTo>
                  <a:lnTo>
                    <a:pt x="4614" y="391"/>
                  </a:lnTo>
                  <a:cubicBezTo>
                    <a:pt x="4645" y="400"/>
                    <a:pt x="4662" y="409"/>
                    <a:pt x="4680" y="409"/>
                  </a:cubicBezTo>
                  <a:cubicBezTo>
                    <a:pt x="4688" y="409"/>
                    <a:pt x="4695" y="407"/>
                    <a:pt x="4705" y="404"/>
                  </a:cubicBezTo>
                  <a:cubicBezTo>
                    <a:pt x="4725" y="387"/>
                    <a:pt x="4736" y="379"/>
                    <a:pt x="4740" y="379"/>
                  </a:cubicBezTo>
                  <a:cubicBezTo>
                    <a:pt x="4744" y="379"/>
                    <a:pt x="4738" y="390"/>
                    <a:pt x="4727" y="413"/>
                  </a:cubicBezTo>
                  <a:cubicBezTo>
                    <a:pt x="4716" y="432"/>
                    <a:pt x="4719" y="459"/>
                    <a:pt x="4741" y="459"/>
                  </a:cubicBezTo>
                  <a:cubicBezTo>
                    <a:pt x="4744" y="459"/>
                    <a:pt x="4748" y="458"/>
                    <a:pt x="4752" y="457"/>
                  </a:cubicBezTo>
                  <a:cubicBezTo>
                    <a:pt x="4765" y="446"/>
                    <a:pt x="4775" y="442"/>
                    <a:pt x="4782" y="442"/>
                  </a:cubicBezTo>
                  <a:cubicBezTo>
                    <a:pt x="4798" y="442"/>
                    <a:pt x="4798" y="464"/>
                    <a:pt x="4789" y="479"/>
                  </a:cubicBezTo>
                  <a:cubicBezTo>
                    <a:pt x="4745" y="510"/>
                    <a:pt x="4745" y="510"/>
                    <a:pt x="4846" y="513"/>
                  </a:cubicBezTo>
                  <a:cubicBezTo>
                    <a:pt x="4880" y="538"/>
                    <a:pt x="4965" y="570"/>
                    <a:pt x="5012" y="620"/>
                  </a:cubicBezTo>
                  <a:cubicBezTo>
                    <a:pt x="5074" y="682"/>
                    <a:pt x="5106" y="717"/>
                    <a:pt x="5100" y="748"/>
                  </a:cubicBezTo>
                  <a:cubicBezTo>
                    <a:pt x="5097" y="750"/>
                    <a:pt x="5094" y="752"/>
                    <a:pt x="5092" y="754"/>
                  </a:cubicBezTo>
                  <a:lnTo>
                    <a:pt x="5092" y="754"/>
                  </a:lnTo>
                  <a:cubicBezTo>
                    <a:pt x="5099" y="751"/>
                    <a:pt x="5105" y="749"/>
                    <a:pt x="5111" y="749"/>
                  </a:cubicBezTo>
                  <a:cubicBezTo>
                    <a:pt x="5130" y="749"/>
                    <a:pt x="5144" y="769"/>
                    <a:pt x="5172" y="805"/>
                  </a:cubicBezTo>
                  <a:cubicBezTo>
                    <a:pt x="5178" y="852"/>
                    <a:pt x="5212" y="892"/>
                    <a:pt x="5262" y="905"/>
                  </a:cubicBezTo>
                  <a:lnTo>
                    <a:pt x="5241" y="867"/>
                  </a:lnTo>
                  <a:cubicBezTo>
                    <a:pt x="5253" y="860"/>
                    <a:pt x="5262" y="856"/>
                    <a:pt x="5270" y="856"/>
                  </a:cubicBezTo>
                  <a:cubicBezTo>
                    <a:pt x="5289" y="856"/>
                    <a:pt x="5296" y="877"/>
                    <a:pt x="5294" y="914"/>
                  </a:cubicBezTo>
                  <a:cubicBezTo>
                    <a:pt x="5303" y="933"/>
                    <a:pt x="5281" y="946"/>
                    <a:pt x="5259" y="958"/>
                  </a:cubicBezTo>
                  <a:cubicBezTo>
                    <a:pt x="5237" y="968"/>
                    <a:pt x="5225" y="993"/>
                    <a:pt x="5231" y="1018"/>
                  </a:cubicBezTo>
                  <a:cubicBezTo>
                    <a:pt x="5237" y="1030"/>
                    <a:pt x="5243" y="1042"/>
                    <a:pt x="5251" y="1042"/>
                  </a:cubicBezTo>
                  <a:cubicBezTo>
                    <a:pt x="5255" y="1042"/>
                    <a:pt x="5260" y="1038"/>
                    <a:pt x="5266" y="1027"/>
                  </a:cubicBezTo>
                  <a:cubicBezTo>
                    <a:pt x="5275" y="1023"/>
                    <a:pt x="5280" y="1021"/>
                    <a:pt x="5284" y="1021"/>
                  </a:cubicBezTo>
                  <a:cubicBezTo>
                    <a:pt x="5289" y="1021"/>
                    <a:pt x="5291" y="1026"/>
                    <a:pt x="5297" y="1037"/>
                  </a:cubicBezTo>
                  <a:cubicBezTo>
                    <a:pt x="5300" y="1062"/>
                    <a:pt x="5319" y="1084"/>
                    <a:pt x="5341" y="1093"/>
                  </a:cubicBezTo>
                  <a:cubicBezTo>
                    <a:pt x="5345" y="1091"/>
                    <a:pt x="5349" y="1091"/>
                    <a:pt x="5352" y="1091"/>
                  </a:cubicBezTo>
                  <a:cubicBezTo>
                    <a:pt x="5369" y="1091"/>
                    <a:pt x="5376" y="1109"/>
                    <a:pt x="5382" y="1127"/>
                  </a:cubicBezTo>
                  <a:cubicBezTo>
                    <a:pt x="5369" y="1149"/>
                    <a:pt x="5366" y="1174"/>
                    <a:pt x="5372" y="1200"/>
                  </a:cubicBezTo>
                  <a:cubicBezTo>
                    <a:pt x="5365" y="1201"/>
                    <a:pt x="5356" y="1204"/>
                    <a:pt x="5347" y="1206"/>
                  </a:cubicBezTo>
                  <a:cubicBezTo>
                    <a:pt x="5331" y="1212"/>
                    <a:pt x="5316" y="1225"/>
                    <a:pt x="5303" y="1237"/>
                  </a:cubicBezTo>
                  <a:cubicBezTo>
                    <a:pt x="5307" y="1251"/>
                    <a:pt x="5319" y="1254"/>
                    <a:pt x="5327" y="1254"/>
                  </a:cubicBezTo>
                  <a:cubicBezTo>
                    <a:pt x="5331" y="1254"/>
                    <a:pt x="5335" y="1253"/>
                    <a:pt x="5335" y="1253"/>
                  </a:cubicBezTo>
                  <a:cubicBezTo>
                    <a:pt x="5366" y="1253"/>
                    <a:pt x="5413" y="1760"/>
                    <a:pt x="5419" y="1823"/>
                  </a:cubicBezTo>
                  <a:cubicBezTo>
                    <a:pt x="5400" y="1861"/>
                    <a:pt x="5402" y="1912"/>
                    <a:pt x="5417" y="1912"/>
                  </a:cubicBezTo>
                  <a:cubicBezTo>
                    <a:pt x="5420" y="1912"/>
                    <a:pt x="5422" y="1911"/>
                    <a:pt x="5425" y="1908"/>
                  </a:cubicBezTo>
                  <a:cubicBezTo>
                    <a:pt x="5426" y="1908"/>
                    <a:pt x="5426" y="1908"/>
                    <a:pt x="5426" y="1908"/>
                  </a:cubicBezTo>
                  <a:cubicBezTo>
                    <a:pt x="5451" y="1908"/>
                    <a:pt x="5460" y="2013"/>
                    <a:pt x="5472" y="2137"/>
                  </a:cubicBezTo>
                  <a:cubicBezTo>
                    <a:pt x="5485" y="2282"/>
                    <a:pt x="5494" y="2387"/>
                    <a:pt x="5518" y="2387"/>
                  </a:cubicBezTo>
                  <a:cubicBezTo>
                    <a:pt x="5519" y="2387"/>
                    <a:pt x="5519" y="2387"/>
                    <a:pt x="5519" y="2387"/>
                  </a:cubicBezTo>
                  <a:lnTo>
                    <a:pt x="5526" y="2450"/>
                  </a:lnTo>
                  <a:cubicBezTo>
                    <a:pt x="5529" y="2494"/>
                    <a:pt x="5560" y="2531"/>
                    <a:pt x="5560" y="2553"/>
                  </a:cubicBezTo>
                  <a:cubicBezTo>
                    <a:pt x="5581" y="2567"/>
                    <a:pt x="5586" y="2582"/>
                    <a:pt x="5578" y="2582"/>
                  </a:cubicBezTo>
                  <a:cubicBezTo>
                    <a:pt x="5575" y="2582"/>
                    <a:pt x="5570" y="2580"/>
                    <a:pt x="5563" y="2575"/>
                  </a:cubicBezTo>
                  <a:cubicBezTo>
                    <a:pt x="5538" y="2578"/>
                    <a:pt x="5513" y="2578"/>
                    <a:pt x="5513" y="2600"/>
                  </a:cubicBezTo>
                  <a:cubicBezTo>
                    <a:pt x="5518" y="2633"/>
                    <a:pt x="5533" y="2640"/>
                    <a:pt x="5550" y="2640"/>
                  </a:cubicBezTo>
                  <a:cubicBezTo>
                    <a:pt x="5557" y="2640"/>
                    <a:pt x="5563" y="2639"/>
                    <a:pt x="5570" y="2638"/>
                  </a:cubicBezTo>
                  <a:cubicBezTo>
                    <a:pt x="5571" y="2638"/>
                    <a:pt x="5573" y="2637"/>
                    <a:pt x="5574" y="2637"/>
                  </a:cubicBezTo>
                  <a:cubicBezTo>
                    <a:pt x="5585" y="2637"/>
                    <a:pt x="5595" y="2646"/>
                    <a:pt x="5595" y="2657"/>
                  </a:cubicBezTo>
                  <a:cubicBezTo>
                    <a:pt x="5598" y="2679"/>
                    <a:pt x="5598" y="2679"/>
                    <a:pt x="5573" y="2682"/>
                  </a:cubicBezTo>
                  <a:lnTo>
                    <a:pt x="5523" y="2685"/>
                  </a:lnTo>
                  <a:lnTo>
                    <a:pt x="5526" y="2707"/>
                  </a:lnTo>
                  <a:cubicBezTo>
                    <a:pt x="5527" y="2706"/>
                    <a:pt x="5529" y="2706"/>
                    <a:pt x="5531" y="2706"/>
                  </a:cubicBezTo>
                  <a:cubicBezTo>
                    <a:pt x="5541" y="2706"/>
                    <a:pt x="5551" y="2715"/>
                    <a:pt x="5551" y="2726"/>
                  </a:cubicBezTo>
                  <a:cubicBezTo>
                    <a:pt x="5554" y="2748"/>
                    <a:pt x="5554" y="2748"/>
                    <a:pt x="5504" y="2751"/>
                  </a:cubicBezTo>
                  <a:cubicBezTo>
                    <a:pt x="5454" y="2757"/>
                    <a:pt x="5454" y="2776"/>
                    <a:pt x="5507" y="2795"/>
                  </a:cubicBezTo>
                  <a:lnTo>
                    <a:pt x="5535" y="2832"/>
                  </a:lnTo>
                  <a:cubicBezTo>
                    <a:pt x="5488" y="2857"/>
                    <a:pt x="5541" y="2895"/>
                    <a:pt x="5570" y="2914"/>
                  </a:cubicBezTo>
                  <a:cubicBezTo>
                    <a:pt x="5519" y="2942"/>
                    <a:pt x="5523" y="2961"/>
                    <a:pt x="5576" y="2980"/>
                  </a:cubicBezTo>
                  <a:cubicBezTo>
                    <a:pt x="5577" y="2979"/>
                    <a:pt x="5579" y="2979"/>
                    <a:pt x="5580" y="2979"/>
                  </a:cubicBezTo>
                  <a:cubicBezTo>
                    <a:pt x="5601" y="2979"/>
                    <a:pt x="5599" y="3000"/>
                    <a:pt x="5579" y="3020"/>
                  </a:cubicBezTo>
                  <a:cubicBezTo>
                    <a:pt x="5554" y="3045"/>
                    <a:pt x="5557" y="3064"/>
                    <a:pt x="5560" y="3108"/>
                  </a:cubicBezTo>
                  <a:cubicBezTo>
                    <a:pt x="5588" y="3127"/>
                    <a:pt x="5601" y="3274"/>
                    <a:pt x="5617" y="3443"/>
                  </a:cubicBezTo>
                  <a:cubicBezTo>
                    <a:pt x="5635" y="3629"/>
                    <a:pt x="5645" y="3757"/>
                    <a:pt x="5669" y="3757"/>
                  </a:cubicBezTo>
                  <a:cubicBezTo>
                    <a:pt x="5669" y="3757"/>
                    <a:pt x="5670" y="3757"/>
                    <a:pt x="5670" y="3757"/>
                  </a:cubicBezTo>
                  <a:lnTo>
                    <a:pt x="5670" y="3757"/>
                  </a:lnTo>
                  <a:cubicBezTo>
                    <a:pt x="5673" y="3779"/>
                    <a:pt x="5673" y="3779"/>
                    <a:pt x="5651" y="3801"/>
                  </a:cubicBezTo>
                  <a:cubicBezTo>
                    <a:pt x="5626" y="3804"/>
                    <a:pt x="5626" y="3826"/>
                    <a:pt x="5679" y="3841"/>
                  </a:cubicBezTo>
                  <a:cubicBezTo>
                    <a:pt x="5707" y="3860"/>
                    <a:pt x="5733" y="3857"/>
                    <a:pt x="5682" y="3863"/>
                  </a:cubicBezTo>
                  <a:cubicBezTo>
                    <a:pt x="5657" y="3863"/>
                    <a:pt x="5660" y="3907"/>
                    <a:pt x="5667" y="3992"/>
                  </a:cubicBezTo>
                  <a:cubicBezTo>
                    <a:pt x="5676" y="4051"/>
                    <a:pt x="5676" y="4145"/>
                    <a:pt x="5701" y="4145"/>
                  </a:cubicBezTo>
                  <a:cubicBezTo>
                    <a:pt x="5718" y="4171"/>
                    <a:pt x="5724" y="4183"/>
                    <a:pt x="5721" y="4183"/>
                  </a:cubicBezTo>
                  <a:cubicBezTo>
                    <a:pt x="5719" y="4183"/>
                    <a:pt x="5713" y="4177"/>
                    <a:pt x="5704" y="4167"/>
                  </a:cubicBezTo>
                  <a:cubicBezTo>
                    <a:pt x="5700" y="4165"/>
                    <a:pt x="5695" y="4164"/>
                    <a:pt x="5691" y="4164"/>
                  </a:cubicBezTo>
                  <a:cubicBezTo>
                    <a:pt x="5650" y="4164"/>
                    <a:pt x="5630" y="4258"/>
                    <a:pt x="5667" y="4324"/>
                  </a:cubicBezTo>
                  <a:cubicBezTo>
                    <a:pt x="5664" y="4344"/>
                    <a:pt x="5658" y="4365"/>
                    <a:pt x="5639" y="4365"/>
                  </a:cubicBezTo>
                  <a:cubicBezTo>
                    <a:pt x="5638" y="4365"/>
                    <a:pt x="5637" y="4365"/>
                    <a:pt x="5635" y="4365"/>
                  </a:cubicBezTo>
                  <a:cubicBezTo>
                    <a:pt x="5629" y="4402"/>
                    <a:pt x="5629" y="4440"/>
                    <a:pt x="5635" y="4478"/>
                  </a:cubicBezTo>
                  <a:cubicBezTo>
                    <a:pt x="5620" y="4528"/>
                    <a:pt x="5604" y="4578"/>
                    <a:pt x="5585" y="4628"/>
                  </a:cubicBezTo>
                  <a:cubicBezTo>
                    <a:pt x="5573" y="4656"/>
                    <a:pt x="5570" y="4687"/>
                    <a:pt x="5570" y="4719"/>
                  </a:cubicBezTo>
                  <a:lnTo>
                    <a:pt x="5560" y="4741"/>
                  </a:lnTo>
                  <a:cubicBezTo>
                    <a:pt x="5559" y="4740"/>
                    <a:pt x="5558" y="4740"/>
                    <a:pt x="5556" y="4740"/>
                  </a:cubicBezTo>
                  <a:cubicBezTo>
                    <a:pt x="5532" y="4740"/>
                    <a:pt x="5479" y="4835"/>
                    <a:pt x="5385" y="4951"/>
                  </a:cubicBezTo>
                  <a:cubicBezTo>
                    <a:pt x="5290" y="5066"/>
                    <a:pt x="5184" y="5140"/>
                    <a:pt x="5146" y="5140"/>
                  </a:cubicBezTo>
                  <a:cubicBezTo>
                    <a:pt x="5144" y="5140"/>
                    <a:pt x="5142" y="5139"/>
                    <a:pt x="5140" y="5139"/>
                  </a:cubicBezTo>
                  <a:cubicBezTo>
                    <a:pt x="5128" y="5151"/>
                    <a:pt x="5121" y="5167"/>
                    <a:pt x="5118" y="5186"/>
                  </a:cubicBezTo>
                  <a:cubicBezTo>
                    <a:pt x="5123" y="5228"/>
                    <a:pt x="5112" y="5245"/>
                    <a:pt x="5091" y="5245"/>
                  </a:cubicBezTo>
                  <a:cubicBezTo>
                    <a:pt x="5086" y="5245"/>
                    <a:pt x="5081" y="5244"/>
                    <a:pt x="5074" y="5242"/>
                  </a:cubicBezTo>
                  <a:cubicBezTo>
                    <a:pt x="5061" y="5235"/>
                    <a:pt x="5047" y="5232"/>
                    <a:pt x="5033" y="5232"/>
                  </a:cubicBezTo>
                  <a:cubicBezTo>
                    <a:pt x="4993" y="5232"/>
                    <a:pt x="4957" y="5260"/>
                    <a:pt x="4952" y="5302"/>
                  </a:cubicBezTo>
                  <a:lnTo>
                    <a:pt x="4940" y="5280"/>
                  </a:lnTo>
                  <a:cubicBezTo>
                    <a:pt x="4930" y="5270"/>
                    <a:pt x="4919" y="5266"/>
                    <a:pt x="4909" y="5266"/>
                  </a:cubicBezTo>
                  <a:cubicBezTo>
                    <a:pt x="4879" y="5266"/>
                    <a:pt x="4850" y="5301"/>
                    <a:pt x="4846" y="5342"/>
                  </a:cubicBezTo>
                  <a:cubicBezTo>
                    <a:pt x="4826" y="5333"/>
                    <a:pt x="4807" y="5320"/>
                    <a:pt x="4793" y="5320"/>
                  </a:cubicBezTo>
                  <a:cubicBezTo>
                    <a:pt x="4785" y="5320"/>
                    <a:pt x="4778" y="5325"/>
                    <a:pt x="4774" y="5336"/>
                  </a:cubicBezTo>
                  <a:cubicBezTo>
                    <a:pt x="4768" y="5338"/>
                    <a:pt x="4764" y="5339"/>
                    <a:pt x="4760" y="5339"/>
                  </a:cubicBezTo>
                  <a:cubicBezTo>
                    <a:pt x="4751" y="5339"/>
                    <a:pt x="4748" y="5329"/>
                    <a:pt x="4739" y="5292"/>
                  </a:cubicBezTo>
                  <a:cubicBezTo>
                    <a:pt x="4734" y="5270"/>
                    <a:pt x="4728" y="5247"/>
                    <a:pt x="4713" y="5247"/>
                  </a:cubicBezTo>
                  <a:cubicBezTo>
                    <a:pt x="4712" y="5247"/>
                    <a:pt x="4710" y="5248"/>
                    <a:pt x="4708" y="5248"/>
                  </a:cubicBezTo>
                  <a:cubicBezTo>
                    <a:pt x="4686" y="5255"/>
                    <a:pt x="4692" y="5277"/>
                    <a:pt x="4698" y="5302"/>
                  </a:cubicBezTo>
                  <a:cubicBezTo>
                    <a:pt x="4698" y="5302"/>
                    <a:pt x="4676" y="5308"/>
                    <a:pt x="4655" y="5311"/>
                  </a:cubicBezTo>
                  <a:cubicBezTo>
                    <a:pt x="4642" y="5311"/>
                    <a:pt x="4636" y="5324"/>
                    <a:pt x="4639" y="5336"/>
                  </a:cubicBezTo>
                  <a:cubicBezTo>
                    <a:pt x="4642" y="5361"/>
                    <a:pt x="4620" y="5364"/>
                    <a:pt x="4598" y="5368"/>
                  </a:cubicBezTo>
                  <a:cubicBezTo>
                    <a:pt x="4597" y="5361"/>
                    <a:pt x="4595" y="5358"/>
                    <a:pt x="4593" y="5358"/>
                  </a:cubicBezTo>
                  <a:cubicBezTo>
                    <a:pt x="4588" y="5358"/>
                    <a:pt x="4583" y="5377"/>
                    <a:pt x="4601" y="5393"/>
                  </a:cubicBezTo>
                  <a:cubicBezTo>
                    <a:pt x="4604" y="5418"/>
                    <a:pt x="4607" y="5443"/>
                    <a:pt x="4582" y="5449"/>
                  </a:cubicBezTo>
                  <a:cubicBezTo>
                    <a:pt x="4582" y="5449"/>
                    <a:pt x="4586" y="5474"/>
                    <a:pt x="4589" y="5499"/>
                  </a:cubicBezTo>
                  <a:cubicBezTo>
                    <a:pt x="4592" y="5549"/>
                    <a:pt x="4595" y="5574"/>
                    <a:pt x="4648" y="5590"/>
                  </a:cubicBezTo>
                  <a:cubicBezTo>
                    <a:pt x="4686" y="5595"/>
                    <a:pt x="4720" y="5598"/>
                    <a:pt x="4749" y="5598"/>
                  </a:cubicBezTo>
                  <a:cubicBezTo>
                    <a:pt x="4804" y="5598"/>
                    <a:pt x="4838" y="5587"/>
                    <a:pt x="4830" y="5556"/>
                  </a:cubicBezTo>
                  <a:cubicBezTo>
                    <a:pt x="4839" y="5540"/>
                    <a:pt x="4855" y="5527"/>
                    <a:pt x="4874" y="5518"/>
                  </a:cubicBezTo>
                  <a:cubicBezTo>
                    <a:pt x="4879" y="5517"/>
                    <a:pt x="4884" y="5517"/>
                    <a:pt x="4889" y="5517"/>
                  </a:cubicBezTo>
                  <a:cubicBezTo>
                    <a:pt x="4904" y="5517"/>
                    <a:pt x="4919" y="5520"/>
                    <a:pt x="4930" y="5524"/>
                  </a:cubicBezTo>
                  <a:cubicBezTo>
                    <a:pt x="4932" y="5530"/>
                    <a:pt x="4939" y="5532"/>
                    <a:pt x="4950" y="5532"/>
                  </a:cubicBezTo>
                  <a:cubicBezTo>
                    <a:pt x="4987" y="5532"/>
                    <a:pt x="5070" y="5501"/>
                    <a:pt x="5162" y="5452"/>
                  </a:cubicBezTo>
                  <a:cubicBezTo>
                    <a:pt x="5299" y="5376"/>
                    <a:pt x="5360" y="5320"/>
                    <a:pt x="5397" y="5320"/>
                  </a:cubicBezTo>
                  <a:cubicBezTo>
                    <a:pt x="5398" y="5320"/>
                    <a:pt x="5399" y="5320"/>
                    <a:pt x="5400" y="5320"/>
                  </a:cubicBezTo>
                  <a:cubicBezTo>
                    <a:pt x="5404" y="5321"/>
                    <a:pt x="5408" y="5321"/>
                    <a:pt x="5412" y="5321"/>
                  </a:cubicBezTo>
                  <a:cubicBezTo>
                    <a:pt x="5430" y="5321"/>
                    <a:pt x="5447" y="5315"/>
                    <a:pt x="5460" y="5305"/>
                  </a:cubicBezTo>
                  <a:cubicBezTo>
                    <a:pt x="5441" y="5286"/>
                    <a:pt x="5573" y="5179"/>
                    <a:pt x="5682" y="5023"/>
                  </a:cubicBezTo>
                  <a:cubicBezTo>
                    <a:pt x="5795" y="4866"/>
                    <a:pt x="5861" y="4681"/>
                    <a:pt x="5836" y="4672"/>
                  </a:cubicBezTo>
                  <a:cubicBezTo>
                    <a:pt x="5845" y="4647"/>
                    <a:pt x="5855" y="4622"/>
                    <a:pt x="5855" y="4622"/>
                  </a:cubicBezTo>
                  <a:cubicBezTo>
                    <a:pt x="5857" y="4622"/>
                    <a:pt x="5859" y="4623"/>
                    <a:pt x="5860" y="4623"/>
                  </a:cubicBezTo>
                  <a:cubicBezTo>
                    <a:pt x="5882" y="4623"/>
                    <a:pt x="5896" y="4574"/>
                    <a:pt x="5908" y="4525"/>
                  </a:cubicBezTo>
                  <a:cubicBezTo>
                    <a:pt x="5905" y="4487"/>
                    <a:pt x="5902" y="4449"/>
                    <a:pt x="5908" y="4412"/>
                  </a:cubicBezTo>
                  <a:cubicBezTo>
                    <a:pt x="5909" y="4412"/>
                    <a:pt x="5911" y="4412"/>
                    <a:pt x="5912" y="4412"/>
                  </a:cubicBezTo>
                  <a:cubicBezTo>
                    <a:pt x="5933" y="4412"/>
                    <a:pt x="5937" y="4387"/>
                    <a:pt x="5946" y="4333"/>
                  </a:cubicBezTo>
                  <a:cubicBezTo>
                    <a:pt x="5949" y="4280"/>
                    <a:pt x="5952" y="4252"/>
                    <a:pt x="5927" y="4249"/>
                  </a:cubicBezTo>
                  <a:cubicBezTo>
                    <a:pt x="5927" y="4236"/>
                    <a:pt x="5933" y="4183"/>
                    <a:pt x="5930" y="4120"/>
                  </a:cubicBezTo>
                  <a:cubicBezTo>
                    <a:pt x="5930" y="4070"/>
                    <a:pt x="5933" y="4017"/>
                    <a:pt x="5943" y="3964"/>
                  </a:cubicBezTo>
                  <a:cubicBezTo>
                    <a:pt x="5968" y="3942"/>
                    <a:pt x="5939" y="3923"/>
                    <a:pt x="5911" y="3904"/>
                  </a:cubicBezTo>
                  <a:cubicBezTo>
                    <a:pt x="5909" y="3904"/>
                    <a:pt x="5907" y="3904"/>
                    <a:pt x="5906" y="3904"/>
                  </a:cubicBezTo>
                  <a:cubicBezTo>
                    <a:pt x="5885" y="3904"/>
                    <a:pt x="5864" y="3889"/>
                    <a:pt x="5858" y="3866"/>
                  </a:cubicBezTo>
                  <a:lnTo>
                    <a:pt x="5908" y="3863"/>
                  </a:lnTo>
                  <a:cubicBezTo>
                    <a:pt x="5919" y="3871"/>
                    <a:pt x="5926" y="3875"/>
                    <a:pt x="5930" y="3875"/>
                  </a:cubicBezTo>
                  <a:cubicBezTo>
                    <a:pt x="5936" y="3875"/>
                    <a:pt x="5935" y="3865"/>
                    <a:pt x="5933" y="3838"/>
                  </a:cubicBezTo>
                  <a:cubicBezTo>
                    <a:pt x="5930" y="3816"/>
                    <a:pt x="5927" y="3797"/>
                    <a:pt x="5927" y="3797"/>
                  </a:cubicBezTo>
                  <a:cubicBezTo>
                    <a:pt x="5902" y="3797"/>
                    <a:pt x="5892" y="3694"/>
                    <a:pt x="5880" y="3547"/>
                  </a:cubicBezTo>
                  <a:cubicBezTo>
                    <a:pt x="5861" y="3360"/>
                    <a:pt x="5858" y="3296"/>
                    <a:pt x="5835" y="3296"/>
                  </a:cubicBezTo>
                  <a:cubicBezTo>
                    <a:pt x="5834" y="3296"/>
                    <a:pt x="5833" y="3296"/>
                    <a:pt x="5833" y="3296"/>
                  </a:cubicBezTo>
                  <a:cubicBezTo>
                    <a:pt x="5808" y="3296"/>
                    <a:pt x="5805" y="3277"/>
                    <a:pt x="5823" y="3211"/>
                  </a:cubicBezTo>
                  <a:cubicBezTo>
                    <a:pt x="5886" y="3077"/>
                    <a:pt x="5886" y="3077"/>
                    <a:pt x="5861" y="3058"/>
                  </a:cubicBezTo>
                  <a:lnTo>
                    <a:pt x="5861" y="3058"/>
                  </a:lnTo>
                  <a:cubicBezTo>
                    <a:pt x="5861" y="3080"/>
                    <a:pt x="5836" y="3083"/>
                    <a:pt x="5811" y="3083"/>
                  </a:cubicBezTo>
                  <a:cubicBezTo>
                    <a:pt x="5805" y="3084"/>
                    <a:pt x="5800" y="3084"/>
                    <a:pt x="5795" y="3084"/>
                  </a:cubicBezTo>
                  <a:cubicBezTo>
                    <a:pt x="5761" y="3084"/>
                    <a:pt x="5766" y="3064"/>
                    <a:pt x="5808" y="3042"/>
                  </a:cubicBezTo>
                  <a:cubicBezTo>
                    <a:pt x="5858" y="3036"/>
                    <a:pt x="5805" y="2723"/>
                    <a:pt x="5751" y="2707"/>
                  </a:cubicBezTo>
                  <a:lnTo>
                    <a:pt x="5751" y="2707"/>
                  </a:lnTo>
                  <a:cubicBezTo>
                    <a:pt x="5758" y="2706"/>
                    <a:pt x="5766" y="2705"/>
                    <a:pt x="5776" y="2704"/>
                  </a:cubicBezTo>
                  <a:cubicBezTo>
                    <a:pt x="5801" y="2701"/>
                    <a:pt x="5801" y="2682"/>
                    <a:pt x="5792" y="2597"/>
                  </a:cubicBezTo>
                  <a:lnTo>
                    <a:pt x="5786" y="2531"/>
                  </a:lnTo>
                  <a:cubicBezTo>
                    <a:pt x="5785" y="2532"/>
                    <a:pt x="5783" y="2532"/>
                    <a:pt x="5782" y="2532"/>
                  </a:cubicBezTo>
                  <a:cubicBezTo>
                    <a:pt x="5736" y="2532"/>
                    <a:pt x="5752" y="2409"/>
                    <a:pt x="5776" y="2406"/>
                  </a:cubicBezTo>
                  <a:cubicBezTo>
                    <a:pt x="5798" y="2384"/>
                    <a:pt x="5798" y="2384"/>
                    <a:pt x="5795" y="2340"/>
                  </a:cubicBezTo>
                  <a:cubicBezTo>
                    <a:pt x="5739" y="2281"/>
                    <a:pt x="5754" y="2174"/>
                    <a:pt x="5780" y="2171"/>
                  </a:cubicBezTo>
                  <a:cubicBezTo>
                    <a:pt x="5780" y="2171"/>
                    <a:pt x="5776" y="2149"/>
                    <a:pt x="5773" y="2130"/>
                  </a:cubicBezTo>
                  <a:cubicBezTo>
                    <a:pt x="5751" y="2108"/>
                    <a:pt x="5742" y="2077"/>
                    <a:pt x="5742" y="2049"/>
                  </a:cubicBezTo>
                  <a:cubicBezTo>
                    <a:pt x="5737" y="2000"/>
                    <a:pt x="5734" y="1977"/>
                    <a:pt x="5724" y="1977"/>
                  </a:cubicBezTo>
                  <a:cubicBezTo>
                    <a:pt x="5721" y="1977"/>
                    <a:pt x="5716" y="1980"/>
                    <a:pt x="5711" y="1986"/>
                  </a:cubicBezTo>
                  <a:cubicBezTo>
                    <a:pt x="5702" y="1987"/>
                    <a:pt x="5693" y="1988"/>
                    <a:pt x="5685" y="1988"/>
                  </a:cubicBezTo>
                  <a:cubicBezTo>
                    <a:pt x="5671" y="1988"/>
                    <a:pt x="5659" y="1985"/>
                    <a:pt x="5657" y="1970"/>
                  </a:cubicBezTo>
                  <a:lnTo>
                    <a:pt x="5682" y="1967"/>
                  </a:lnTo>
                  <a:cubicBezTo>
                    <a:pt x="5707" y="1964"/>
                    <a:pt x="5704" y="1902"/>
                    <a:pt x="5695" y="1817"/>
                  </a:cubicBezTo>
                  <a:cubicBezTo>
                    <a:pt x="5686" y="1713"/>
                    <a:pt x="5682" y="1670"/>
                    <a:pt x="5704" y="1648"/>
                  </a:cubicBezTo>
                  <a:lnTo>
                    <a:pt x="5679" y="1629"/>
                  </a:lnTo>
                  <a:cubicBezTo>
                    <a:pt x="5651" y="1610"/>
                    <a:pt x="5648" y="1588"/>
                    <a:pt x="5673" y="1585"/>
                  </a:cubicBezTo>
                  <a:cubicBezTo>
                    <a:pt x="5698" y="1563"/>
                    <a:pt x="5689" y="1478"/>
                    <a:pt x="5660" y="1438"/>
                  </a:cubicBezTo>
                  <a:lnTo>
                    <a:pt x="5657" y="1397"/>
                  </a:lnTo>
                  <a:cubicBezTo>
                    <a:pt x="5679" y="1384"/>
                    <a:pt x="5692" y="1363"/>
                    <a:pt x="5689" y="1337"/>
                  </a:cubicBezTo>
                  <a:cubicBezTo>
                    <a:pt x="5686" y="1309"/>
                    <a:pt x="5670" y="1287"/>
                    <a:pt x="5642" y="1275"/>
                  </a:cubicBezTo>
                  <a:cubicBezTo>
                    <a:pt x="5667" y="1272"/>
                    <a:pt x="5664" y="1243"/>
                    <a:pt x="5660" y="1218"/>
                  </a:cubicBezTo>
                  <a:cubicBezTo>
                    <a:pt x="5626" y="1168"/>
                    <a:pt x="5598" y="1065"/>
                    <a:pt x="5623" y="1055"/>
                  </a:cubicBezTo>
                  <a:cubicBezTo>
                    <a:pt x="5623" y="1055"/>
                    <a:pt x="5623" y="1055"/>
                    <a:pt x="5613" y="1030"/>
                  </a:cubicBezTo>
                  <a:cubicBezTo>
                    <a:pt x="5588" y="1015"/>
                    <a:pt x="5570" y="990"/>
                    <a:pt x="5563" y="961"/>
                  </a:cubicBezTo>
                  <a:cubicBezTo>
                    <a:pt x="5557" y="930"/>
                    <a:pt x="5535" y="905"/>
                    <a:pt x="5507" y="896"/>
                  </a:cubicBezTo>
                  <a:cubicBezTo>
                    <a:pt x="5488" y="889"/>
                    <a:pt x="5472" y="874"/>
                    <a:pt x="5463" y="858"/>
                  </a:cubicBezTo>
                  <a:cubicBezTo>
                    <a:pt x="5458" y="848"/>
                    <a:pt x="5461" y="844"/>
                    <a:pt x="5468" y="844"/>
                  </a:cubicBezTo>
                  <a:cubicBezTo>
                    <a:pt x="5479" y="844"/>
                    <a:pt x="5499" y="852"/>
                    <a:pt x="5519" y="861"/>
                  </a:cubicBezTo>
                  <a:cubicBezTo>
                    <a:pt x="5528" y="869"/>
                    <a:pt x="5534" y="872"/>
                    <a:pt x="5538" y="872"/>
                  </a:cubicBezTo>
                  <a:cubicBezTo>
                    <a:pt x="5552" y="872"/>
                    <a:pt x="5516" y="812"/>
                    <a:pt x="5447" y="776"/>
                  </a:cubicBezTo>
                  <a:cubicBezTo>
                    <a:pt x="5396" y="750"/>
                    <a:pt x="5377" y="739"/>
                    <a:pt x="5385" y="739"/>
                  </a:cubicBezTo>
                  <a:cubicBezTo>
                    <a:pt x="5391" y="739"/>
                    <a:pt x="5408" y="744"/>
                    <a:pt x="5435" y="751"/>
                  </a:cubicBezTo>
                  <a:cubicBezTo>
                    <a:pt x="5452" y="756"/>
                    <a:pt x="5470" y="762"/>
                    <a:pt x="5478" y="762"/>
                  </a:cubicBezTo>
                  <a:cubicBezTo>
                    <a:pt x="5485" y="762"/>
                    <a:pt x="5482" y="756"/>
                    <a:pt x="5457" y="739"/>
                  </a:cubicBezTo>
                  <a:cubicBezTo>
                    <a:pt x="5457" y="739"/>
                    <a:pt x="5436" y="704"/>
                    <a:pt x="5416" y="704"/>
                  </a:cubicBezTo>
                  <a:cubicBezTo>
                    <a:pt x="5413" y="704"/>
                    <a:pt x="5410" y="705"/>
                    <a:pt x="5407" y="708"/>
                  </a:cubicBezTo>
                  <a:cubicBezTo>
                    <a:pt x="5394" y="682"/>
                    <a:pt x="5378" y="661"/>
                    <a:pt x="5363" y="639"/>
                  </a:cubicBezTo>
                  <a:cubicBezTo>
                    <a:pt x="5356" y="601"/>
                    <a:pt x="5341" y="567"/>
                    <a:pt x="5316" y="538"/>
                  </a:cubicBezTo>
                  <a:cubicBezTo>
                    <a:pt x="5278" y="535"/>
                    <a:pt x="5281" y="535"/>
                    <a:pt x="5281" y="498"/>
                  </a:cubicBezTo>
                  <a:cubicBezTo>
                    <a:pt x="5293" y="488"/>
                    <a:pt x="5290" y="476"/>
                    <a:pt x="5278" y="476"/>
                  </a:cubicBezTo>
                  <a:cubicBezTo>
                    <a:pt x="5270" y="476"/>
                    <a:pt x="5258" y="481"/>
                    <a:pt x="5244" y="494"/>
                  </a:cubicBezTo>
                  <a:cubicBezTo>
                    <a:pt x="5212" y="494"/>
                    <a:pt x="5187" y="469"/>
                    <a:pt x="5187" y="438"/>
                  </a:cubicBezTo>
                  <a:cubicBezTo>
                    <a:pt x="5212" y="411"/>
                    <a:pt x="5209" y="393"/>
                    <a:pt x="5198" y="393"/>
                  </a:cubicBezTo>
                  <a:cubicBezTo>
                    <a:pt x="5194" y="393"/>
                    <a:pt x="5189" y="395"/>
                    <a:pt x="5184" y="400"/>
                  </a:cubicBezTo>
                  <a:cubicBezTo>
                    <a:pt x="5165" y="400"/>
                    <a:pt x="5143" y="394"/>
                    <a:pt x="5128" y="382"/>
                  </a:cubicBezTo>
                  <a:cubicBezTo>
                    <a:pt x="5147" y="363"/>
                    <a:pt x="4962" y="197"/>
                    <a:pt x="4727" y="109"/>
                  </a:cubicBezTo>
                  <a:cubicBezTo>
                    <a:pt x="4721" y="107"/>
                    <a:pt x="4715" y="106"/>
                    <a:pt x="4709" y="106"/>
                  </a:cubicBezTo>
                  <a:cubicBezTo>
                    <a:pt x="4688" y="106"/>
                    <a:pt x="4667" y="118"/>
                    <a:pt x="4658" y="137"/>
                  </a:cubicBezTo>
                  <a:cubicBezTo>
                    <a:pt x="4651" y="156"/>
                    <a:pt x="4649" y="164"/>
                    <a:pt x="4648" y="164"/>
                  </a:cubicBezTo>
                  <a:cubicBezTo>
                    <a:pt x="4645" y="164"/>
                    <a:pt x="4645" y="148"/>
                    <a:pt x="4636" y="128"/>
                  </a:cubicBezTo>
                  <a:cubicBezTo>
                    <a:pt x="4634" y="83"/>
                    <a:pt x="4617" y="60"/>
                    <a:pt x="4603" y="60"/>
                  </a:cubicBezTo>
                  <a:cubicBezTo>
                    <a:pt x="4591" y="60"/>
                    <a:pt x="4581" y="76"/>
                    <a:pt x="4582" y="112"/>
                  </a:cubicBezTo>
                  <a:cubicBezTo>
                    <a:pt x="4589" y="140"/>
                    <a:pt x="4592" y="154"/>
                    <a:pt x="4589" y="154"/>
                  </a:cubicBezTo>
                  <a:cubicBezTo>
                    <a:pt x="4586" y="154"/>
                    <a:pt x="4577" y="138"/>
                    <a:pt x="4557" y="106"/>
                  </a:cubicBezTo>
                  <a:cubicBezTo>
                    <a:pt x="4547" y="88"/>
                    <a:pt x="4542" y="80"/>
                    <a:pt x="4535" y="80"/>
                  </a:cubicBezTo>
                  <a:cubicBezTo>
                    <a:pt x="4529" y="80"/>
                    <a:pt x="4521" y="85"/>
                    <a:pt x="4507" y="93"/>
                  </a:cubicBezTo>
                  <a:cubicBezTo>
                    <a:pt x="4505" y="102"/>
                    <a:pt x="4499" y="107"/>
                    <a:pt x="4493" y="107"/>
                  </a:cubicBezTo>
                  <a:cubicBezTo>
                    <a:pt x="4485" y="107"/>
                    <a:pt x="4478" y="99"/>
                    <a:pt x="4482" y="84"/>
                  </a:cubicBezTo>
                  <a:cubicBezTo>
                    <a:pt x="4466" y="63"/>
                    <a:pt x="4449" y="42"/>
                    <a:pt x="4441" y="42"/>
                  </a:cubicBezTo>
                  <a:cubicBezTo>
                    <a:pt x="4438" y="42"/>
                    <a:pt x="4436" y="44"/>
                    <a:pt x="4435" y="49"/>
                  </a:cubicBezTo>
                  <a:cubicBezTo>
                    <a:pt x="4413" y="46"/>
                    <a:pt x="4398" y="34"/>
                    <a:pt x="4385" y="18"/>
                  </a:cubicBezTo>
                  <a:cubicBezTo>
                    <a:pt x="4376" y="7"/>
                    <a:pt x="4367" y="3"/>
                    <a:pt x="4357" y="3"/>
                  </a:cubicBezTo>
                  <a:cubicBezTo>
                    <a:pt x="4338" y="3"/>
                    <a:pt x="4319" y="18"/>
                    <a:pt x="4300" y="34"/>
                  </a:cubicBezTo>
                  <a:cubicBezTo>
                    <a:pt x="4259" y="55"/>
                    <a:pt x="4233" y="66"/>
                    <a:pt x="4220" y="66"/>
                  </a:cubicBezTo>
                  <a:cubicBezTo>
                    <a:pt x="4206" y="66"/>
                    <a:pt x="4206" y="53"/>
                    <a:pt x="4219" y="28"/>
                  </a:cubicBezTo>
                  <a:cubicBezTo>
                    <a:pt x="4231" y="9"/>
                    <a:pt x="4218" y="0"/>
                    <a:pt x="41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37"/>
            <p:cNvSpPr/>
            <p:nvPr/>
          </p:nvSpPr>
          <p:spPr>
            <a:xfrm>
              <a:off x="4068529" y="3679521"/>
              <a:ext cx="96182" cy="97375"/>
            </a:xfrm>
            <a:custGeom>
              <a:avLst/>
              <a:gdLst/>
              <a:ahLst/>
              <a:cxnLst/>
              <a:rect l="l" t="t" r="r" b="b"/>
              <a:pathLst>
                <a:path w="5284" h="5391" extrusionOk="0">
                  <a:moveTo>
                    <a:pt x="1837" y="185"/>
                  </a:moveTo>
                  <a:lnTo>
                    <a:pt x="1837" y="185"/>
                  </a:lnTo>
                  <a:cubicBezTo>
                    <a:pt x="1846" y="210"/>
                    <a:pt x="1853" y="232"/>
                    <a:pt x="1834" y="238"/>
                  </a:cubicBezTo>
                  <a:lnTo>
                    <a:pt x="1809" y="222"/>
                  </a:lnTo>
                  <a:lnTo>
                    <a:pt x="1818" y="191"/>
                  </a:lnTo>
                  <a:lnTo>
                    <a:pt x="1837" y="185"/>
                  </a:lnTo>
                  <a:close/>
                  <a:moveTo>
                    <a:pt x="2492" y="197"/>
                  </a:moveTo>
                  <a:cubicBezTo>
                    <a:pt x="2508" y="197"/>
                    <a:pt x="2511" y="219"/>
                    <a:pt x="2511" y="219"/>
                  </a:cubicBezTo>
                  <a:cubicBezTo>
                    <a:pt x="2511" y="219"/>
                    <a:pt x="2511" y="244"/>
                    <a:pt x="2492" y="247"/>
                  </a:cubicBezTo>
                  <a:cubicBezTo>
                    <a:pt x="2483" y="232"/>
                    <a:pt x="2473" y="216"/>
                    <a:pt x="2470" y="197"/>
                  </a:cubicBezTo>
                  <a:lnTo>
                    <a:pt x="2489" y="197"/>
                  </a:lnTo>
                  <a:cubicBezTo>
                    <a:pt x="2490" y="197"/>
                    <a:pt x="2491" y="197"/>
                    <a:pt x="2492" y="197"/>
                  </a:cubicBezTo>
                  <a:close/>
                  <a:moveTo>
                    <a:pt x="2325" y="261"/>
                  </a:moveTo>
                  <a:cubicBezTo>
                    <a:pt x="2332" y="261"/>
                    <a:pt x="2333" y="266"/>
                    <a:pt x="2335" y="285"/>
                  </a:cubicBezTo>
                  <a:lnTo>
                    <a:pt x="2317" y="288"/>
                  </a:lnTo>
                  <a:lnTo>
                    <a:pt x="2295" y="263"/>
                  </a:lnTo>
                  <a:lnTo>
                    <a:pt x="2313" y="263"/>
                  </a:lnTo>
                  <a:cubicBezTo>
                    <a:pt x="2318" y="262"/>
                    <a:pt x="2322" y="261"/>
                    <a:pt x="2325" y="261"/>
                  </a:cubicBezTo>
                  <a:close/>
                  <a:moveTo>
                    <a:pt x="2146" y="287"/>
                  </a:moveTo>
                  <a:cubicBezTo>
                    <a:pt x="2154" y="287"/>
                    <a:pt x="2154" y="291"/>
                    <a:pt x="2157" y="310"/>
                  </a:cubicBezTo>
                  <a:lnTo>
                    <a:pt x="2141" y="313"/>
                  </a:lnTo>
                  <a:lnTo>
                    <a:pt x="2119" y="294"/>
                  </a:lnTo>
                  <a:lnTo>
                    <a:pt x="2135" y="288"/>
                  </a:lnTo>
                  <a:cubicBezTo>
                    <a:pt x="2140" y="287"/>
                    <a:pt x="2143" y="287"/>
                    <a:pt x="2146" y="287"/>
                  </a:cubicBezTo>
                  <a:close/>
                  <a:moveTo>
                    <a:pt x="2278" y="306"/>
                  </a:moveTo>
                  <a:cubicBezTo>
                    <a:pt x="2276" y="306"/>
                    <a:pt x="2272" y="309"/>
                    <a:pt x="2266" y="319"/>
                  </a:cubicBezTo>
                  <a:cubicBezTo>
                    <a:pt x="2279" y="317"/>
                    <a:pt x="2282" y="306"/>
                    <a:pt x="2278" y="306"/>
                  </a:cubicBezTo>
                  <a:close/>
                  <a:moveTo>
                    <a:pt x="3232" y="257"/>
                  </a:moveTo>
                  <a:cubicBezTo>
                    <a:pt x="3235" y="257"/>
                    <a:pt x="3237" y="261"/>
                    <a:pt x="3235" y="269"/>
                  </a:cubicBezTo>
                  <a:cubicBezTo>
                    <a:pt x="3228" y="285"/>
                    <a:pt x="3219" y="300"/>
                    <a:pt x="3207" y="313"/>
                  </a:cubicBezTo>
                  <a:cubicBezTo>
                    <a:pt x="3207" y="313"/>
                    <a:pt x="3197" y="320"/>
                    <a:pt x="3192" y="320"/>
                  </a:cubicBezTo>
                  <a:cubicBezTo>
                    <a:pt x="3188" y="320"/>
                    <a:pt x="3185" y="317"/>
                    <a:pt x="3188" y="307"/>
                  </a:cubicBezTo>
                  <a:lnTo>
                    <a:pt x="3194" y="285"/>
                  </a:lnTo>
                  <a:cubicBezTo>
                    <a:pt x="3208" y="270"/>
                    <a:pt x="3224" y="257"/>
                    <a:pt x="3232" y="257"/>
                  </a:cubicBezTo>
                  <a:close/>
                  <a:moveTo>
                    <a:pt x="1625" y="291"/>
                  </a:moveTo>
                  <a:cubicBezTo>
                    <a:pt x="1631" y="291"/>
                    <a:pt x="1633" y="296"/>
                    <a:pt x="1640" y="310"/>
                  </a:cubicBezTo>
                  <a:cubicBezTo>
                    <a:pt x="1640" y="310"/>
                    <a:pt x="1649" y="332"/>
                    <a:pt x="1630" y="341"/>
                  </a:cubicBezTo>
                  <a:lnTo>
                    <a:pt x="1605" y="326"/>
                  </a:lnTo>
                  <a:cubicBezTo>
                    <a:pt x="1593" y="304"/>
                    <a:pt x="1611" y="294"/>
                    <a:pt x="1611" y="294"/>
                  </a:cubicBezTo>
                  <a:cubicBezTo>
                    <a:pt x="1618" y="292"/>
                    <a:pt x="1622" y="291"/>
                    <a:pt x="1625" y="291"/>
                  </a:cubicBezTo>
                  <a:close/>
                  <a:moveTo>
                    <a:pt x="2017" y="299"/>
                  </a:moveTo>
                  <a:cubicBezTo>
                    <a:pt x="2023" y="299"/>
                    <a:pt x="2028" y="305"/>
                    <a:pt x="2031" y="316"/>
                  </a:cubicBezTo>
                  <a:cubicBezTo>
                    <a:pt x="2038" y="338"/>
                    <a:pt x="2038" y="338"/>
                    <a:pt x="2019" y="344"/>
                  </a:cubicBezTo>
                  <a:cubicBezTo>
                    <a:pt x="2006" y="347"/>
                    <a:pt x="1999" y="348"/>
                    <a:pt x="1994" y="348"/>
                  </a:cubicBezTo>
                  <a:cubicBezTo>
                    <a:pt x="1986" y="348"/>
                    <a:pt x="1989" y="343"/>
                    <a:pt x="1997" y="322"/>
                  </a:cubicBezTo>
                  <a:cubicBezTo>
                    <a:pt x="2002" y="307"/>
                    <a:pt x="2010" y="299"/>
                    <a:pt x="2017" y="299"/>
                  </a:cubicBezTo>
                  <a:close/>
                  <a:moveTo>
                    <a:pt x="2107" y="403"/>
                  </a:moveTo>
                  <a:cubicBezTo>
                    <a:pt x="2107" y="410"/>
                    <a:pt x="2108" y="417"/>
                    <a:pt x="2110" y="426"/>
                  </a:cubicBezTo>
                  <a:cubicBezTo>
                    <a:pt x="2113" y="428"/>
                    <a:pt x="2115" y="430"/>
                    <a:pt x="2117" y="432"/>
                  </a:cubicBezTo>
                  <a:lnTo>
                    <a:pt x="2117" y="432"/>
                  </a:lnTo>
                  <a:cubicBezTo>
                    <a:pt x="2114" y="426"/>
                    <a:pt x="2110" y="417"/>
                    <a:pt x="2107" y="403"/>
                  </a:cubicBezTo>
                  <a:close/>
                  <a:moveTo>
                    <a:pt x="2117" y="432"/>
                  </a:moveTo>
                  <a:cubicBezTo>
                    <a:pt x="2119" y="437"/>
                    <a:pt x="2122" y="439"/>
                    <a:pt x="2122" y="439"/>
                  </a:cubicBezTo>
                  <a:cubicBezTo>
                    <a:pt x="2123" y="439"/>
                    <a:pt x="2121" y="436"/>
                    <a:pt x="2117" y="432"/>
                  </a:cubicBezTo>
                  <a:close/>
                  <a:moveTo>
                    <a:pt x="3843" y="398"/>
                  </a:moveTo>
                  <a:cubicBezTo>
                    <a:pt x="3861" y="404"/>
                    <a:pt x="3861" y="404"/>
                    <a:pt x="3849" y="426"/>
                  </a:cubicBezTo>
                  <a:cubicBezTo>
                    <a:pt x="3839" y="445"/>
                    <a:pt x="3820" y="457"/>
                    <a:pt x="3805" y="457"/>
                  </a:cubicBezTo>
                  <a:cubicBezTo>
                    <a:pt x="3800" y="457"/>
                    <a:pt x="3796" y="456"/>
                    <a:pt x="3793" y="454"/>
                  </a:cubicBezTo>
                  <a:cubicBezTo>
                    <a:pt x="3774" y="448"/>
                    <a:pt x="3799" y="401"/>
                    <a:pt x="3843" y="398"/>
                  </a:cubicBezTo>
                  <a:close/>
                  <a:moveTo>
                    <a:pt x="549" y="1397"/>
                  </a:moveTo>
                  <a:cubicBezTo>
                    <a:pt x="571" y="1410"/>
                    <a:pt x="590" y="1426"/>
                    <a:pt x="580" y="1438"/>
                  </a:cubicBezTo>
                  <a:lnTo>
                    <a:pt x="571" y="1454"/>
                  </a:lnTo>
                  <a:cubicBezTo>
                    <a:pt x="558" y="1444"/>
                    <a:pt x="546" y="1429"/>
                    <a:pt x="540" y="1413"/>
                  </a:cubicBezTo>
                  <a:lnTo>
                    <a:pt x="549" y="1397"/>
                  </a:lnTo>
                  <a:close/>
                  <a:moveTo>
                    <a:pt x="293" y="2074"/>
                  </a:moveTo>
                  <a:cubicBezTo>
                    <a:pt x="297" y="2074"/>
                    <a:pt x="301" y="2075"/>
                    <a:pt x="308" y="2077"/>
                  </a:cubicBezTo>
                  <a:cubicBezTo>
                    <a:pt x="333" y="2084"/>
                    <a:pt x="323" y="2118"/>
                    <a:pt x="320" y="2134"/>
                  </a:cubicBezTo>
                  <a:cubicBezTo>
                    <a:pt x="315" y="2136"/>
                    <a:pt x="310" y="2137"/>
                    <a:pt x="305" y="2137"/>
                  </a:cubicBezTo>
                  <a:cubicBezTo>
                    <a:pt x="285" y="2137"/>
                    <a:pt x="271" y="2118"/>
                    <a:pt x="276" y="2106"/>
                  </a:cubicBezTo>
                  <a:cubicBezTo>
                    <a:pt x="283" y="2081"/>
                    <a:pt x="285" y="2074"/>
                    <a:pt x="293" y="2074"/>
                  </a:cubicBezTo>
                  <a:close/>
                  <a:moveTo>
                    <a:pt x="5162" y="2522"/>
                  </a:moveTo>
                  <a:cubicBezTo>
                    <a:pt x="5187" y="2522"/>
                    <a:pt x="5212" y="2522"/>
                    <a:pt x="5212" y="2541"/>
                  </a:cubicBezTo>
                  <a:cubicBezTo>
                    <a:pt x="5239" y="2559"/>
                    <a:pt x="5239" y="2568"/>
                    <a:pt x="5225" y="2568"/>
                  </a:cubicBezTo>
                  <a:cubicBezTo>
                    <a:pt x="5212" y="2568"/>
                    <a:pt x="5187" y="2560"/>
                    <a:pt x="5162" y="2541"/>
                  </a:cubicBezTo>
                  <a:cubicBezTo>
                    <a:pt x="5112" y="2525"/>
                    <a:pt x="5112" y="2525"/>
                    <a:pt x="5162" y="2522"/>
                  </a:cubicBezTo>
                  <a:close/>
                  <a:moveTo>
                    <a:pt x="4704" y="2908"/>
                  </a:moveTo>
                  <a:lnTo>
                    <a:pt x="4701" y="2923"/>
                  </a:lnTo>
                  <a:cubicBezTo>
                    <a:pt x="4698" y="2939"/>
                    <a:pt x="4723" y="2942"/>
                    <a:pt x="4748" y="2945"/>
                  </a:cubicBezTo>
                  <a:lnTo>
                    <a:pt x="4751" y="2930"/>
                  </a:lnTo>
                  <a:cubicBezTo>
                    <a:pt x="4739" y="2917"/>
                    <a:pt x="4720" y="2911"/>
                    <a:pt x="4704" y="2908"/>
                  </a:cubicBezTo>
                  <a:close/>
                  <a:moveTo>
                    <a:pt x="5099" y="2992"/>
                  </a:moveTo>
                  <a:cubicBezTo>
                    <a:pt x="5124" y="2996"/>
                    <a:pt x="5121" y="3014"/>
                    <a:pt x="5118" y="3030"/>
                  </a:cubicBezTo>
                  <a:cubicBezTo>
                    <a:pt x="5116" y="3043"/>
                    <a:pt x="5115" y="3047"/>
                    <a:pt x="5106" y="3047"/>
                  </a:cubicBezTo>
                  <a:cubicBezTo>
                    <a:pt x="5102" y="3047"/>
                    <a:pt x="5097" y="3047"/>
                    <a:pt x="5090" y="3046"/>
                  </a:cubicBezTo>
                  <a:cubicBezTo>
                    <a:pt x="5090" y="3046"/>
                    <a:pt x="5068" y="3024"/>
                    <a:pt x="5071" y="3005"/>
                  </a:cubicBezTo>
                  <a:lnTo>
                    <a:pt x="5099" y="2992"/>
                  </a:lnTo>
                  <a:close/>
                  <a:moveTo>
                    <a:pt x="5071" y="3199"/>
                  </a:moveTo>
                  <a:cubicBezTo>
                    <a:pt x="5089" y="3199"/>
                    <a:pt x="5087" y="3206"/>
                    <a:pt x="5081" y="3231"/>
                  </a:cubicBezTo>
                  <a:cubicBezTo>
                    <a:pt x="5075" y="3247"/>
                    <a:pt x="5072" y="3260"/>
                    <a:pt x="5056" y="3260"/>
                  </a:cubicBezTo>
                  <a:cubicBezTo>
                    <a:pt x="5053" y="3260"/>
                    <a:pt x="5050" y="3260"/>
                    <a:pt x="5046" y="3259"/>
                  </a:cubicBezTo>
                  <a:lnTo>
                    <a:pt x="5049" y="3243"/>
                  </a:lnTo>
                  <a:cubicBezTo>
                    <a:pt x="5052" y="3244"/>
                    <a:pt x="5054" y="3244"/>
                    <a:pt x="5056" y="3244"/>
                  </a:cubicBezTo>
                  <a:cubicBezTo>
                    <a:pt x="5067" y="3244"/>
                    <a:pt x="5059" y="3233"/>
                    <a:pt x="5043" y="3233"/>
                  </a:cubicBezTo>
                  <a:cubicBezTo>
                    <a:pt x="5038" y="3233"/>
                    <a:pt x="5033" y="3234"/>
                    <a:pt x="5027" y="3237"/>
                  </a:cubicBezTo>
                  <a:lnTo>
                    <a:pt x="4977" y="3224"/>
                  </a:lnTo>
                  <a:cubicBezTo>
                    <a:pt x="4980" y="3211"/>
                    <a:pt x="5001" y="3201"/>
                    <a:pt x="5023" y="3201"/>
                  </a:cubicBezTo>
                  <a:cubicBezTo>
                    <a:pt x="5027" y="3201"/>
                    <a:pt x="5032" y="3201"/>
                    <a:pt x="5037" y="3202"/>
                  </a:cubicBezTo>
                  <a:cubicBezTo>
                    <a:pt x="5053" y="3201"/>
                    <a:pt x="5064" y="3199"/>
                    <a:pt x="5071" y="3199"/>
                  </a:cubicBezTo>
                  <a:close/>
                  <a:moveTo>
                    <a:pt x="5193" y="3296"/>
                  </a:moveTo>
                  <a:lnTo>
                    <a:pt x="5162" y="3309"/>
                  </a:lnTo>
                  <a:lnTo>
                    <a:pt x="5159" y="3328"/>
                  </a:lnTo>
                  <a:cubicBezTo>
                    <a:pt x="5168" y="3330"/>
                    <a:pt x="5174" y="3331"/>
                    <a:pt x="5178" y="3331"/>
                  </a:cubicBezTo>
                  <a:cubicBezTo>
                    <a:pt x="5184" y="3331"/>
                    <a:pt x="5185" y="3327"/>
                    <a:pt x="5187" y="3315"/>
                  </a:cubicBezTo>
                  <a:lnTo>
                    <a:pt x="5193" y="3296"/>
                  </a:lnTo>
                  <a:close/>
                  <a:moveTo>
                    <a:pt x="323" y="3334"/>
                  </a:moveTo>
                  <a:cubicBezTo>
                    <a:pt x="332" y="3334"/>
                    <a:pt x="339" y="3336"/>
                    <a:pt x="342" y="3343"/>
                  </a:cubicBezTo>
                  <a:lnTo>
                    <a:pt x="320" y="3368"/>
                  </a:lnTo>
                  <a:lnTo>
                    <a:pt x="292" y="3356"/>
                  </a:lnTo>
                  <a:lnTo>
                    <a:pt x="289" y="3340"/>
                  </a:lnTo>
                  <a:cubicBezTo>
                    <a:pt x="301" y="3337"/>
                    <a:pt x="313" y="3334"/>
                    <a:pt x="323" y="3334"/>
                  </a:cubicBezTo>
                  <a:close/>
                  <a:moveTo>
                    <a:pt x="257" y="3608"/>
                  </a:moveTo>
                  <a:cubicBezTo>
                    <a:pt x="265" y="3608"/>
                    <a:pt x="271" y="3611"/>
                    <a:pt x="273" y="3619"/>
                  </a:cubicBezTo>
                  <a:lnTo>
                    <a:pt x="280" y="3635"/>
                  </a:lnTo>
                  <a:cubicBezTo>
                    <a:pt x="270" y="3638"/>
                    <a:pt x="261" y="3640"/>
                    <a:pt x="252" y="3640"/>
                  </a:cubicBezTo>
                  <a:cubicBezTo>
                    <a:pt x="243" y="3640"/>
                    <a:pt x="234" y="3638"/>
                    <a:pt x="226" y="3635"/>
                  </a:cubicBezTo>
                  <a:lnTo>
                    <a:pt x="220" y="3619"/>
                  </a:lnTo>
                  <a:cubicBezTo>
                    <a:pt x="233" y="3614"/>
                    <a:pt x="246" y="3608"/>
                    <a:pt x="257" y="3608"/>
                  </a:cubicBezTo>
                  <a:close/>
                  <a:moveTo>
                    <a:pt x="584" y="3813"/>
                  </a:moveTo>
                  <a:cubicBezTo>
                    <a:pt x="593" y="3829"/>
                    <a:pt x="540" y="3839"/>
                    <a:pt x="518" y="3851"/>
                  </a:cubicBezTo>
                  <a:cubicBezTo>
                    <a:pt x="508" y="3835"/>
                    <a:pt x="508" y="3835"/>
                    <a:pt x="530" y="3823"/>
                  </a:cubicBezTo>
                  <a:cubicBezTo>
                    <a:pt x="546" y="3817"/>
                    <a:pt x="565" y="3813"/>
                    <a:pt x="584" y="3813"/>
                  </a:cubicBezTo>
                  <a:close/>
                  <a:moveTo>
                    <a:pt x="4551" y="4064"/>
                  </a:moveTo>
                  <a:cubicBezTo>
                    <a:pt x="4567" y="4086"/>
                    <a:pt x="4573" y="4114"/>
                    <a:pt x="4557" y="4136"/>
                  </a:cubicBezTo>
                  <a:cubicBezTo>
                    <a:pt x="4555" y="4140"/>
                    <a:pt x="4552" y="4142"/>
                    <a:pt x="4549" y="4142"/>
                  </a:cubicBezTo>
                  <a:cubicBezTo>
                    <a:pt x="4539" y="4142"/>
                    <a:pt x="4529" y="4125"/>
                    <a:pt x="4529" y="4092"/>
                  </a:cubicBezTo>
                  <a:lnTo>
                    <a:pt x="4551" y="4064"/>
                  </a:lnTo>
                  <a:close/>
                  <a:moveTo>
                    <a:pt x="803" y="4158"/>
                  </a:moveTo>
                  <a:cubicBezTo>
                    <a:pt x="808" y="4158"/>
                    <a:pt x="812" y="4160"/>
                    <a:pt x="815" y="4164"/>
                  </a:cubicBezTo>
                  <a:lnTo>
                    <a:pt x="806" y="4193"/>
                  </a:lnTo>
                  <a:lnTo>
                    <a:pt x="775" y="4196"/>
                  </a:lnTo>
                  <a:lnTo>
                    <a:pt x="765" y="4180"/>
                  </a:lnTo>
                  <a:cubicBezTo>
                    <a:pt x="779" y="4169"/>
                    <a:pt x="792" y="4158"/>
                    <a:pt x="803" y="4158"/>
                  </a:cubicBezTo>
                  <a:close/>
                  <a:moveTo>
                    <a:pt x="4452" y="4127"/>
                  </a:moveTo>
                  <a:cubicBezTo>
                    <a:pt x="4441" y="4127"/>
                    <a:pt x="4431" y="4139"/>
                    <a:pt x="4413" y="4155"/>
                  </a:cubicBezTo>
                  <a:cubicBezTo>
                    <a:pt x="4404" y="4168"/>
                    <a:pt x="4410" y="4199"/>
                    <a:pt x="4410" y="4199"/>
                  </a:cubicBezTo>
                  <a:cubicBezTo>
                    <a:pt x="4416" y="4204"/>
                    <a:pt x="4422" y="4206"/>
                    <a:pt x="4427" y="4206"/>
                  </a:cubicBezTo>
                  <a:cubicBezTo>
                    <a:pt x="4437" y="4206"/>
                    <a:pt x="4445" y="4198"/>
                    <a:pt x="4454" y="4190"/>
                  </a:cubicBezTo>
                  <a:cubicBezTo>
                    <a:pt x="4498" y="4180"/>
                    <a:pt x="4485" y="4149"/>
                    <a:pt x="4466" y="4133"/>
                  </a:cubicBezTo>
                  <a:cubicBezTo>
                    <a:pt x="4461" y="4129"/>
                    <a:pt x="4456" y="4127"/>
                    <a:pt x="4452" y="4127"/>
                  </a:cubicBezTo>
                  <a:close/>
                  <a:moveTo>
                    <a:pt x="2314" y="4501"/>
                  </a:moveTo>
                  <a:cubicBezTo>
                    <a:pt x="2308" y="4501"/>
                    <a:pt x="2298" y="4512"/>
                    <a:pt x="2285" y="4541"/>
                  </a:cubicBezTo>
                  <a:cubicBezTo>
                    <a:pt x="2279" y="4562"/>
                    <a:pt x="2279" y="4562"/>
                    <a:pt x="2295" y="4566"/>
                  </a:cubicBezTo>
                  <a:cubicBezTo>
                    <a:pt x="2304" y="4553"/>
                    <a:pt x="2313" y="4537"/>
                    <a:pt x="2317" y="4519"/>
                  </a:cubicBezTo>
                  <a:cubicBezTo>
                    <a:pt x="2319" y="4508"/>
                    <a:pt x="2318" y="4501"/>
                    <a:pt x="2314" y="4501"/>
                  </a:cubicBezTo>
                  <a:close/>
                  <a:moveTo>
                    <a:pt x="3981" y="4757"/>
                  </a:moveTo>
                  <a:lnTo>
                    <a:pt x="4009" y="4769"/>
                  </a:lnTo>
                  <a:cubicBezTo>
                    <a:pt x="4024" y="4791"/>
                    <a:pt x="4009" y="4801"/>
                    <a:pt x="3993" y="4810"/>
                  </a:cubicBezTo>
                  <a:lnTo>
                    <a:pt x="3977" y="4788"/>
                  </a:lnTo>
                  <a:lnTo>
                    <a:pt x="3981" y="4757"/>
                  </a:lnTo>
                  <a:close/>
                  <a:moveTo>
                    <a:pt x="3896" y="4691"/>
                  </a:moveTo>
                  <a:lnTo>
                    <a:pt x="3893" y="4750"/>
                  </a:lnTo>
                  <a:cubicBezTo>
                    <a:pt x="3896" y="4800"/>
                    <a:pt x="3898" y="4820"/>
                    <a:pt x="3894" y="4820"/>
                  </a:cubicBezTo>
                  <a:cubicBezTo>
                    <a:pt x="3891" y="4820"/>
                    <a:pt x="3885" y="4810"/>
                    <a:pt x="3874" y="4791"/>
                  </a:cubicBezTo>
                  <a:cubicBezTo>
                    <a:pt x="3855" y="4766"/>
                    <a:pt x="3852" y="4735"/>
                    <a:pt x="3868" y="4710"/>
                  </a:cubicBezTo>
                  <a:lnTo>
                    <a:pt x="3896" y="4691"/>
                  </a:lnTo>
                  <a:close/>
                  <a:moveTo>
                    <a:pt x="1679" y="4899"/>
                  </a:moveTo>
                  <a:cubicBezTo>
                    <a:pt x="1682" y="4899"/>
                    <a:pt x="1684" y="4899"/>
                    <a:pt x="1687" y="4901"/>
                  </a:cubicBezTo>
                  <a:lnTo>
                    <a:pt x="1693" y="4932"/>
                  </a:lnTo>
                  <a:lnTo>
                    <a:pt x="1665" y="4945"/>
                  </a:lnTo>
                  <a:lnTo>
                    <a:pt x="1649" y="4939"/>
                  </a:lnTo>
                  <a:cubicBezTo>
                    <a:pt x="1657" y="4917"/>
                    <a:pt x="1667" y="4899"/>
                    <a:pt x="1679" y="4899"/>
                  </a:cubicBezTo>
                  <a:close/>
                  <a:moveTo>
                    <a:pt x="3036" y="4966"/>
                  </a:moveTo>
                  <a:cubicBezTo>
                    <a:pt x="3039" y="4966"/>
                    <a:pt x="3042" y="4969"/>
                    <a:pt x="3044" y="4976"/>
                  </a:cubicBezTo>
                  <a:cubicBezTo>
                    <a:pt x="3044" y="4976"/>
                    <a:pt x="3045" y="4976"/>
                    <a:pt x="3045" y="4976"/>
                  </a:cubicBezTo>
                  <a:cubicBezTo>
                    <a:pt x="3056" y="4976"/>
                    <a:pt x="3027" y="5004"/>
                    <a:pt x="3012" y="5007"/>
                  </a:cubicBezTo>
                  <a:lnTo>
                    <a:pt x="3009" y="4982"/>
                  </a:lnTo>
                  <a:cubicBezTo>
                    <a:pt x="3020" y="4980"/>
                    <a:pt x="3029" y="4966"/>
                    <a:pt x="3036" y="4966"/>
                  </a:cubicBezTo>
                  <a:close/>
                  <a:moveTo>
                    <a:pt x="3395" y="4948"/>
                  </a:moveTo>
                  <a:cubicBezTo>
                    <a:pt x="3398" y="4964"/>
                    <a:pt x="3398" y="4982"/>
                    <a:pt x="3395" y="5001"/>
                  </a:cubicBezTo>
                  <a:lnTo>
                    <a:pt x="3376" y="5007"/>
                  </a:lnTo>
                  <a:cubicBezTo>
                    <a:pt x="3369" y="4982"/>
                    <a:pt x="3360" y="4957"/>
                    <a:pt x="3379" y="4951"/>
                  </a:cubicBezTo>
                  <a:lnTo>
                    <a:pt x="3395" y="4948"/>
                  </a:lnTo>
                  <a:close/>
                  <a:moveTo>
                    <a:pt x="1791" y="4941"/>
                  </a:moveTo>
                  <a:cubicBezTo>
                    <a:pt x="1794" y="4941"/>
                    <a:pt x="1797" y="4943"/>
                    <a:pt x="1803" y="4945"/>
                  </a:cubicBezTo>
                  <a:cubicBezTo>
                    <a:pt x="1809" y="4964"/>
                    <a:pt x="1806" y="4982"/>
                    <a:pt x="1803" y="5001"/>
                  </a:cubicBezTo>
                  <a:cubicBezTo>
                    <a:pt x="1799" y="5009"/>
                    <a:pt x="1795" y="5013"/>
                    <a:pt x="1791" y="5013"/>
                  </a:cubicBezTo>
                  <a:cubicBezTo>
                    <a:pt x="1783" y="5013"/>
                    <a:pt x="1775" y="4998"/>
                    <a:pt x="1778" y="4964"/>
                  </a:cubicBezTo>
                  <a:cubicBezTo>
                    <a:pt x="1784" y="4947"/>
                    <a:pt x="1786" y="4941"/>
                    <a:pt x="1791" y="4941"/>
                  </a:cubicBezTo>
                  <a:close/>
                  <a:moveTo>
                    <a:pt x="2088" y="4998"/>
                  </a:moveTo>
                  <a:cubicBezTo>
                    <a:pt x="2095" y="4998"/>
                    <a:pt x="2105" y="5015"/>
                    <a:pt x="2116" y="5017"/>
                  </a:cubicBezTo>
                  <a:cubicBezTo>
                    <a:pt x="2124" y="5037"/>
                    <a:pt x="2127" y="5044"/>
                    <a:pt x="2119" y="5044"/>
                  </a:cubicBezTo>
                  <a:cubicBezTo>
                    <a:pt x="2114" y="5044"/>
                    <a:pt x="2106" y="5042"/>
                    <a:pt x="2094" y="5039"/>
                  </a:cubicBezTo>
                  <a:cubicBezTo>
                    <a:pt x="2075" y="5033"/>
                    <a:pt x="2081" y="5007"/>
                    <a:pt x="2081" y="5007"/>
                  </a:cubicBezTo>
                  <a:cubicBezTo>
                    <a:pt x="2083" y="5000"/>
                    <a:pt x="2086" y="4998"/>
                    <a:pt x="2088" y="4998"/>
                  </a:cubicBezTo>
                  <a:close/>
                  <a:moveTo>
                    <a:pt x="3561" y="4969"/>
                  </a:moveTo>
                  <a:cubicBezTo>
                    <a:pt x="3572" y="4969"/>
                    <a:pt x="3567" y="4997"/>
                    <a:pt x="3567" y="5045"/>
                  </a:cubicBezTo>
                  <a:cubicBezTo>
                    <a:pt x="3554" y="5062"/>
                    <a:pt x="3547" y="5072"/>
                    <a:pt x="3543" y="5072"/>
                  </a:cubicBezTo>
                  <a:cubicBezTo>
                    <a:pt x="3539" y="5072"/>
                    <a:pt x="3539" y="5058"/>
                    <a:pt x="3539" y="5029"/>
                  </a:cubicBezTo>
                  <a:lnTo>
                    <a:pt x="3558" y="4970"/>
                  </a:lnTo>
                  <a:cubicBezTo>
                    <a:pt x="3559" y="4969"/>
                    <a:pt x="3560" y="4969"/>
                    <a:pt x="3561" y="4969"/>
                  </a:cubicBezTo>
                  <a:close/>
                  <a:moveTo>
                    <a:pt x="2417" y="5045"/>
                  </a:moveTo>
                  <a:cubicBezTo>
                    <a:pt x="2436" y="5045"/>
                    <a:pt x="2451" y="5073"/>
                    <a:pt x="2451" y="5073"/>
                  </a:cubicBezTo>
                  <a:cubicBezTo>
                    <a:pt x="2449" y="5093"/>
                    <a:pt x="2436" y="5095"/>
                    <a:pt x="2431" y="5095"/>
                  </a:cubicBezTo>
                  <a:cubicBezTo>
                    <a:pt x="2430" y="5095"/>
                    <a:pt x="2429" y="5095"/>
                    <a:pt x="2429" y="5095"/>
                  </a:cubicBezTo>
                  <a:cubicBezTo>
                    <a:pt x="2414" y="5095"/>
                    <a:pt x="2395" y="5095"/>
                    <a:pt x="2398" y="5067"/>
                  </a:cubicBezTo>
                  <a:cubicBezTo>
                    <a:pt x="2398" y="5067"/>
                    <a:pt x="2401" y="5045"/>
                    <a:pt x="2417" y="5045"/>
                  </a:cubicBezTo>
                  <a:close/>
                  <a:moveTo>
                    <a:pt x="2736" y="5155"/>
                  </a:moveTo>
                  <a:lnTo>
                    <a:pt x="2755" y="5180"/>
                  </a:lnTo>
                  <a:lnTo>
                    <a:pt x="2740" y="5183"/>
                  </a:lnTo>
                  <a:cubicBezTo>
                    <a:pt x="2721" y="5183"/>
                    <a:pt x="2721" y="5183"/>
                    <a:pt x="2718" y="5158"/>
                  </a:cubicBezTo>
                  <a:lnTo>
                    <a:pt x="2736" y="5155"/>
                  </a:lnTo>
                  <a:close/>
                  <a:moveTo>
                    <a:pt x="2918" y="5120"/>
                  </a:moveTo>
                  <a:cubicBezTo>
                    <a:pt x="2921" y="5145"/>
                    <a:pt x="2924" y="5170"/>
                    <a:pt x="2906" y="5174"/>
                  </a:cubicBezTo>
                  <a:cubicBezTo>
                    <a:pt x="2901" y="5182"/>
                    <a:pt x="2896" y="5185"/>
                    <a:pt x="2892" y="5185"/>
                  </a:cubicBezTo>
                  <a:cubicBezTo>
                    <a:pt x="2880" y="5185"/>
                    <a:pt x="2872" y="5162"/>
                    <a:pt x="2881" y="5127"/>
                  </a:cubicBezTo>
                  <a:cubicBezTo>
                    <a:pt x="2893" y="5127"/>
                    <a:pt x="2906" y="5123"/>
                    <a:pt x="2918" y="5120"/>
                  </a:cubicBezTo>
                  <a:close/>
                  <a:moveTo>
                    <a:pt x="2533" y="5202"/>
                  </a:moveTo>
                  <a:cubicBezTo>
                    <a:pt x="2514" y="5202"/>
                    <a:pt x="2514" y="5227"/>
                    <a:pt x="2514" y="5227"/>
                  </a:cubicBezTo>
                  <a:cubicBezTo>
                    <a:pt x="2514" y="5227"/>
                    <a:pt x="2511" y="5252"/>
                    <a:pt x="2530" y="5255"/>
                  </a:cubicBezTo>
                  <a:lnTo>
                    <a:pt x="2548" y="5255"/>
                  </a:lnTo>
                  <a:cubicBezTo>
                    <a:pt x="2548" y="5236"/>
                    <a:pt x="2542" y="5217"/>
                    <a:pt x="2533" y="5202"/>
                  </a:cubicBezTo>
                  <a:close/>
                  <a:moveTo>
                    <a:pt x="3194" y="5198"/>
                  </a:moveTo>
                  <a:cubicBezTo>
                    <a:pt x="3194" y="5198"/>
                    <a:pt x="3198" y="5215"/>
                    <a:pt x="3200" y="5230"/>
                  </a:cubicBezTo>
                  <a:lnTo>
                    <a:pt x="3207" y="5255"/>
                  </a:lnTo>
                  <a:cubicBezTo>
                    <a:pt x="3200" y="5230"/>
                    <a:pt x="3197" y="5208"/>
                    <a:pt x="3197" y="5208"/>
                  </a:cubicBezTo>
                  <a:cubicBezTo>
                    <a:pt x="3195" y="5201"/>
                    <a:pt x="3195" y="5198"/>
                    <a:pt x="3194" y="5198"/>
                  </a:cubicBezTo>
                  <a:close/>
                  <a:moveTo>
                    <a:pt x="2645" y="0"/>
                  </a:moveTo>
                  <a:cubicBezTo>
                    <a:pt x="2624" y="0"/>
                    <a:pt x="2602" y="14"/>
                    <a:pt x="2595" y="40"/>
                  </a:cubicBezTo>
                  <a:cubicBezTo>
                    <a:pt x="2595" y="15"/>
                    <a:pt x="2577" y="15"/>
                    <a:pt x="2558" y="15"/>
                  </a:cubicBezTo>
                  <a:cubicBezTo>
                    <a:pt x="2537" y="31"/>
                    <a:pt x="2505" y="39"/>
                    <a:pt x="2479" y="39"/>
                  </a:cubicBezTo>
                  <a:cubicBezTo>
                    <a:pt x="2457" y="39"/>
                    <a:pt x="2440" y="33"/>
                    <a:pt x="2439" y="22"/>
                  </a:cubicBezTo>
                  <a:lnTo>
                    <a:pt x="2420" y="22"/>
                  </a:lnTo>
                  <a:cubicBezTo>
                    <a:pt x="2409" y="38"/>
                    <a:pt x="2390" y="50"/>
                    <a:pt x="2370" y="50"/>
                  </a:cubicBezTo>
                  <a:cubicBezTo>
                    <a:pt x="2368" y="50"/>
                    <a:pt x="2366" y="50"/>
                    <a:pt x="2364" y="50"/>
                  </a:cubicBezTo>
                  <a:cubicBezTo>
                    <a:pt x="2342" y="50"/>
                    <a:pt x="2320" y="62"/>
                    <a:pt x="2310" y="84"/>
                  </a:cubicBezTo>
                  <a:cubicBezTo>
                    <a:pt x="2301" y="100"/>
                    <a:pt x="2288" y="109"/>
                    <a:pt x="2273" y="116"/>
                  </a:cubicBezTo>
                  <a:cubicBezTo>
                    <a:pt x="2254" y="116"/>
                    <a:pt x="2270" y="91"/>
                    <a:pt x="2285" y="62"/>
                  </a:cubicBezTo>
                  <a:cubicBezTo>
                    <a:pt x="2299" y="51"/>
                    <a:pt x="2300" y="45"/>
                    <a:pt x="2292" y="45"/>
                  </a:cubicBezTo>
                  <a:cubicBezTo>
                    <a:pt x="2280" y="45"/>
                    <a:pt x="2245" y="61"/>
                    <a:pt x="2213" y="97"/>
                  </a:cubicBezTo>
                  <a:cubicBezTo>
                    <a:pt x="2188" y="127"/>
                    <a:pt x="2176" y="142"/>
                    <a:pt x="2174" y="142"/>
                  </a:cubicBezTo>
                  <a:cubicBezTo>
                    <a:pt x="2173" y="142"/>
                    <a:pt x="2180" y="128"/>
                    <a:pt x="2194" y="100"/>
                  </a:cubicBezTo>
                  <a:cubicBezTo>
                    <a:pt x="2205" y="80"/>
                    <a:pt x="2216" y="61"/>
                    <a:pt x="2210" y="61"/>
                  </a:cubicBezTo>
                  <a:cubicBezTo>
                    <a:pt x="2208" y="61"/>
                    <a:pt x="2202" y="65"/>
                    <a:pt x="2191" y="75"/>
                  </a:cubicBezTo>
                  <a:cubicBezTo>
                    <a:pt x="2191" y="75"/>
                    <a:pt x="2150" y="81"/>
                    <a:pt x="2157" y="106"/>
                  </a:cubicBezTo>
                  <a:cubicBezTo>
                    <a:pt x="2138" y="109"/>
                    <a:pt x="2116" y="112"/>
                    <a:pt x="2100" y="116"/>
                  </a:cubicBezTo>
                  <a:cubicBezTo>
                    <a:pt x="2082" y="110"/>
                    <a:pt x="2064" y="106"/>
                    <a:pt x="2046" y="106"/>
                  </a:cubicBezTo>
                  <a:cubicBezTo>
                    <a:pt x="2037" y="106"/>
                    <a:pt x="2028" y="107"/>
                    <a:pt x="2019" y="109"/>
                  </a:cubicBezTo>
                  <a:cubicBezTo>
                    <a:pt x="2010" y="126"/>
                    <a:pt x="2007" y="134"/>
                    <a:pt x="2002" y="134"/>
                  </a:cubicBezTo>
                  <a:cubicBezTo>
                    <a:pt x="1998" y="134"/>
                    <a:pt x="1993" y="129"/>
                    <a:pt x="1981" y="119"/>
                  </a:cubicBezTo>
                  <a:cubicBezTo>
                    <a:pt x="1979" y="109"/>
                    <a:pt x="1974" y="104"/>
                    <a:pt x="1970" y="104"/>
                  </a:cubicBezTo>
                  <a:cubicBezTo>
                    <a:pt x="1964" y="104"/>
                    <a:pt x="1959" y="119"/>
                    <a:pt x="1969" y="150"/>
                  </a:cubicBezTo>
                  <a:cubicBezTo>
                    <a:pt x="1961" y="167"/>
                    <a:pt x="1952" y="174"/>
                    <a:pt x="1940" y="174"/>
                  </a:cubicBezTo>
                  <a:cubicBezTo>
                    <a:pt x="1932" y="174"/>
                    <a:pt x="1923" y="170"/>
                    <a:pt x="1912" y="163"/>
                  </a:cubicBezTo>
                  <a:cubicBezTo>
                    <a:pt x="1904" y="136"/>
                    <a:pt x="1894" y="126"/>
                    <a:pt x="1888" y="126"/>
                  </a:cubicBezTo>
                  <a:cubicBezTo>
                    <a:pt x="1883" y="126"/>
                    <a:pt x="1881" y="133"/>
                    <a:pt x="1884" y="144"/>
                  </a:cubicBezTo>
                  <a:cubicBezTo>
                    <a:pt x="1881" y="159"/>
                    <a:pt x="1868" y="172"/>
                    <a:pt x="1856" y="178"/>
                  </a:cubicBezTo>
                  <a:cubicBezTo>
                    <a:pt x="1855" y="175"/>
                    <a:pt x="1849" y="173"/>
                    <a:pt x="1840" y="173"/>
                  </a:cubicBezTo>
                  <a:cubicBezTo>
                    <a:pt x="1793" y="173"/>
                    <a:pt x="1651" y="216"/>
                    <a:pt x="1521" y="282"/>
                  </a:cubicBezTo>
                  <a:cubicBezTo>
                    <a:pt x="1499" y="297"/>
                    <a:pt x="1495" y="322"/>
                    <a:pt x="1505" y="344"/>
                  </a:cubicBezTo>
                  <a:cubicBezTo>
                    <a:pt x="1514" y="364"/>
                    <a:pt x="1518" y="370"/>
                    <a:pt x="1517" y="370"/>
                  </a:cubicBezTo>
                  <a:cubicBezTo>
                    <a:pt x="1515" y="370"/>
                    <a:pt x="1505" y="359"/>
                    <a:pt x="1489" y="351"/>
                  </a:cubicBezTo>
                  <a:cubicBezTo>
                    <a:pt x="1468" y="325"/>
                    <a:pt x="1449" y="314"/>
                    <a:pt x="1438" y="314"/>
                  </a:cubicBezTo>
                  <a:cubicBezTo>
                    <a:pt x="1424" y="314"/>
                    <a:pt x="1424" y="335"/>
                    <a:pt x="1455" y="369"/>
                  </a:cubicBezTo>
                  <a:cubicBezTo>
                    <a:pt x="1474" y="388"/>
                    <a:pt x="1485" y="396"/>
                    <a:pt x="1481" y="396"/>
                  </a:cubicBezTo>
                  <a:cubicBezTo>
                    <a:pt x="1478" y="396"/>
                    <a:pt x="1464" y="389"/>
                    <a:pt x="1436" y="376"/>
                  </a:cubicBezTo>
                  <a:cubicBezTo>
                    <a:pt x="1425" y="371"/>
                    <a:pt x="1418" y="368"/>
                    <a:pt x="1414" y="368"/>
                  </a:cubicBezTo>
                  <a:cubicBezTo>
                    <a:pt x="1407" y="368"/>
                    <a:pt x="1405" y="375"/>
                    <a:pt x="1401" y="394"/>
                  </a:cubicBezTo>
                  <a:cubicBezTo>
                    <a:pt x="1409" y="408"/>
                    <a:pt x="1406" y="416"/>
                    <a:pt x="1400" y="416"/>
                  </a:cubicBezTo>
                  <a:cubicBezTo>
                    <a:pt x="1396" y="416"/>
                    <a:pt x="1391" y="413"/>
                    <a:pt x="1386" y="404"/>
                  </a:cubicBezTo>
                  <a:cubicBezTo>
                    <a:pt x="1369" y="396"/>
                    <a:pt x="1351" y="389"/>
                    <a:pt x="1342" y="389"/>
                  </a:cubicBezTo>
                  <a:cubicBezTo>
                    <a:pt x="1336" y="389"/>
                    <a:pt x="1334" y="392"/>
                    <a:pt x="1339" y="401"/>
                  </a:cubicBezTo>
                  <a:cubicBezTo>
                    <a:pt x="1333" y="404"/>
                    <a:pt x="1326" y="405"/>
                    <a:pt x="1319" y="405"/>
                  </a:cubicBezTo>
                  <a:cubicBezTo>
                    <a:pt x="1311" y="405"/>
                    <a:pt x="1302" y="403"/>
                    <a:pt x="1295" y="398"/>
                  </a:cubicBezTo>
                  <a:cubicBezTo>
                    <a:pt x="1291" y="396"/>
                    <a:pt x="1288" y="396"/>
                    <a:pt x="1285" y="396"/>
                  </a:cubicBezTo>
                  <a:cubicBezTo>
                    <a:pt x="1263" y="396"/>
                    <a:pt x="1260" y="423"/>
                    <a:pt x="1257" y="451"/>
                  </a:cubicBezTo>
                  <a:cubicBezTo>
                    <a:pt x="1243" y="492"/>
                    <a:pt x="1232" y="513"/>
                    <a:pt x="1223" y="513"/>
                  </a:cubicBezTo>
                  <a:cubicBezTo>
                    <a:pt x="1216" y="513"/>
                    <a:pt x="1211" y="502"/>
                    <a:pt x="1207" y="479"/>
                  </a:cubicBezTo>
                  <a:cubicBezTo>
                    <a:pt x="1204" y="466"/>
                    <a:pt x="1198" y="461"/>
                    <a:pt x="1190" y="461"/>
                  </a:cubicBezTo>
                  <a:cubicBezTo>
                    <a:pt x="1166" y="461"/>
                    <a:pt x="1129" y="514"/>
                    <a:pt x="1141" y="554"/>
                  </a:cubicBezTo>
                  <a:cubicBezTo>
                    <a:pt x="1149" y="587"/>
                    <a:pt x="1152" y="599"/>
                    <a:pt x="1150" y="599"/>
                  </a:cubicBezTo>
                  <a:cubicBezTo>
                    <a:pt x="1149" y="599"/>
                    <a:pt x="1146" y="594"/>
                    <a:pt x="1141" y="586"/>
                  </a:cubicBezTo>
                  <a:cubicBezTo>
                    <a:pt x="1135" y="578"/>
                    <a:pt x="1128" y="575"/>
                    <a:pt x="1122" y="575"/>
                  </a:cubicBezTo>
                  <a:cubicBezTo>
                    <a:pt x="1115" y="575"/>
                    <a:pt x="1110" y="579"/>
                    <a:pt x="1110" y="579"/>
                  </a:cubicBezTo>
                  <a:cubicBezTo>
                    <a:pt x="1101" y="585"/>
                    <a:pt x="1092" y="592"/>
                    <a:pt x="1082" y="592"/>
                  </a:cubicBezTo>
                  <a:cubicBezTo>
                    <a:pt x="1076" y="592"/>
                    <a:pt x="1069" y="588"/>
                    <a:pt x="1063" y="579"/>
                  </a:cubicBezTo>
                  <a:cubicBezTo>
                    <a:pt x="1050" y="595"/>
                    <a:pt x="1038" y="614"/>
                    <a:pt x="1032" y="636"/>
                  </a:cubicBezTo>
                  <a:cubicBezTo>
                    <a:pt x="1032" y="678"/>
                    <a:pt x="1003" y="700"/>
                    <a:pt x="970" y="700"/>
                  </a:cubicBezTo>
                  <a:cubicBezTo>
                    <a:pt x="956" y="700"/>
                    <a:pt x="942" y="696"/>
                    <a:pt x="928" y="689"/>
                  </a:cubicBezTo>
                  <a:lnTo>
                    <a:pt x="916" y="733"/>
                  </a:lnTo>
                  <a:cubicBezTo>
                    <a:pt x="929" y="768"/>
                    <a:pt x="934" y="793"/>
                    <a:pt x="925" y="793"/>
                  </a:cubicBezTo>
                  <a:cubicBezTo>
                    <a:pt x="921" y="793"/>
                    <a:pt x="914" y="788"/>
                    <a:pt x="903" y="777"/>
                  </a:cubicBezTo>
                  <a:lnTo>
                    <a:pt x="884" y="758"/>
                  </a:lnTo>
                  <a:lnTo>
                    <a:pt x="884" y="758"/>
                  </a:lnTo>
                  <a:cubicBezTo>
                    <a:pt x="900" y="793"/>
                    <a:pt x="867" y="820"/>
                    <a:pt x="834" y="820"/>
                  </a:cubicBezTo>
                  <a:cubicBezTo>
                    <a:pt x="820" y="820"/>
                    <a:pt x="807" y="815"/>
                    <a:pt x="797" y="805"/>
                  </a:cubicBezTo>
                  <a:cubicBezTo>
                    <a:pt x="787" y="795"/>
                    <a:pt x="782" y="790"/>
                    <a:pt x="778" y="790"/>
                  </a:cubicBezTo>
                  <a:cubicBezTo>
                    <a:pt x="774" y="790"/>
                    <a:pt x="771" y="794"/>
                    <a:pt x="765" y="802"/>
                  </a:cubicBezTo>
                  <a:lnTo>
                    <a:pt x="784" y="818"/>
                  </a:lnTo>
                  <a:cubicBezTo>
                    <a:pt x="800" y="836"/>
                    <a:pt x="819" y="855"/>
                    <a:pt x="806" y="868"/>
                  </a:cubicBezTo>
                  <a:cubicBezTo>
                    <a:pt x="798" y="878"/>
                    <a:pt x="788" y="887"/>
                    <a:pt x="777" y="887"/>
                  </a:cubicBezTo>
                  <a:cubicBezTo>
                    <a:pt x="772" y="887"/>
                    <a:pt x="767" y="885"/>
                    <a:pt x="762" y="880"/>
                  </a:cubicBezTo>
                  <a:cubicBezTo>
                    <a:pt x="750" y="878"/>
                    <a:pt x="738" y="876"/>
                    <a:pt x="728" y="876"/>
                  </a:cubicBezTo>
                  <a:cubicBezTo>
                    <a:pt x="714" y="876"/>
                    <a:pt x="706" y="880"/>
                    <a:pt x="715" y="890"/>
                  </a:cubicBezTo>
                  <a:cubicBezTo>
                    <a:pt x="705" y="897"/>
                    <a:pt x="692" y="903"/>
                    <a:pt x="680" y="903"/>
                  </a:cubicBezTo>
                  <a:cubicBezTo>
                    <a:pt x="677" y="903"/>
                    <a:pt x="674" y="903"/>
                    <a:pt x="671" y="902"/>
                  </a:cubicBezTo>
                  <a:cubicBezTo>
                    <a:pt x="659" y="915"/>
                    <a:pt x="646" y="930"/>
                    <a:pt x="618" y="959"/>
                  </a:cubicBezTo>
                  <a:cubicBezTo>
                    <a:pt x="623" y="985"/>
                    <a:pt x="607" y="1009"/>
                    <a:pt x="590" y="1009"/>
                  </a:cubicBezTo>
                  <a:cubicBezTo>
                    <a:pt x="587" y="1009"/>
                    <a:pt x="584" y="1008"/>
                    <a:pt x="580" y="1006"/>
                  </a:cubicBezTo>
                  <a:cubicBezTo>
                    <a:pt x="568" y="1021"/>
                    <a:pt x="562" y="1043"/>
                    <a:pt x="565" y="1065"/>
                  </a:cubicBezTo>
                  <a:cubicBezTo>
                    <a:pt x="546" y="1088"/>
                    <a:pt x="536" y="1103"/>
                    <a:pt x="524" y="1103"/>
                  </a:cubicBezTo>
                  <a:cubicBezTo>
                    <a:pt x="519" y="1103"/>
                    <a:pt x="514" y="1101"/>
                    <a:pt x="508" y="1096"/>
                  </a:cubicBezTo>
                  <a:cubicBezTo>
                    <a:pt x="501" y="1091"/>
                    <a:pt x="496" y="1088"/>
                    <a:pt x="494" y="1088"/>
                  </a:cubicBezTo>
                  <a:cubicBezTo>
                    <a:pt x="491" y="1088"/>
                    <a:pt x="492" y="1095"/>
                    <a:pt x="496" y="1112"/>
                  </a:cubicBezTo>
                  <a:cubicBezTo>
                    <a:pt x="518" y="1128"/>
                    <a:pt x="505" y="1143"/>
                    <a:pt x="493" y="1159"/>
                  </a:cubicBezTo>
                  <a:lnTo>
                    <a:pt x="471" y="1190"/>
                  </a:lnTo>
                  <a:cubicBezTo>
                    <a:pt x="490" y="1206"/>
                    <a:pt x="490" y="1203"/>
                    <a:pt x="480" y="1222"/>
                  </a:cubicBezTo>
                  <a:cubicBezTo>
                    <a:pt x="471" y="1237"/>
                    <a:pt x="417" y="1272"/>
                    <a:pt x="408" y="1288"/>
                  </a:cubicBezTo>
                  <a:cubicBezTo>
                    <a:pt x="383" y="1328"/>
                    <a:pt x="378" y="1336"/>
                    <a:pt x="393" y="1336"/>
                  </a:cubicBezTo>
                  <a:cubicBezTo>
                    <a:pt x="397" y="1336"/>
                    <a:pt x="402" y="1335"/>
                    <a:pt x="408" y="1335"/>
                  </a:cubicBezTo>
                  <a:cubicBezTo>
                    <a:pt x="411" y="1330"/>
                    <a:pt x="415" y="1328"/>
                    <a:pt x="418" y="1328"/>
                  </a:cubicBezTo>
                  <a:cubicBezTo>
                    <a:pt x="425" y="1328"/>
                    <a:pt x="426" y="1337"/>
                    <a:pt x="399" y="1350"/>
                  </a:cubicBezTo>
                  <a:cubicBezTo>
                    <a:pt x="389" y="1369"/>
                    <a:pt x="333" y="1404"/>
                    <a:pt x="308" y="1457"/>
                  </a:cubicBezTo>
                  <a:cubicBezTo>
                    <a:pt x="273" y="1526"/>
                    <a:pt x="273" y="1526"/>
                    <a:pt x="295" y="1538"/>
                  </a:cubicBezTo>
                  <a:cubicBezTo>
                    <a:pt x="341" y="1541"/>
                    <a:pt x="343" y="1555"/>
                    <a:pt x="309" y="1555"/>
                  </a:cubicBezTo>
                  <a:cubicBezTo>
                    <a:pt x="303" y="1555"/>
                    <a:pt x="296" y="1555"/>
                    <a:pt x="289" y="1554"/>
                  </a:cubicBezTo>
                  <a:cubicBezTo>
                    <a:pt x="226" y="1567"/>
                    <a:pt x="217" y="1585"/>
                    <a:pt x="239" y="1598"/>
                  </a:cubicBezTo>
                  <a:cubicBezTo>
                    <a:pt x="254" y="1626"/>
                    <a:pt x="254" y="1623"/>
                    <a:pt x="245" y="1642"/>
                  </a:cubicBezTo>
                  <a:cubicBezTo>
                    <a:pt x="241" y="1640"/>
                    <a:pt x="237" y="1639"/>
                    <a:pt x="234" y="1639"/>
                  </a:cubicBezTo>
                  <a:cubicBezTo>
                    <a:pt x="220" y="1639"/>
                    <a:pt x="215" y="1657"/>
                    <a:pt x="223" y="1695"/>
                  </a:cubicBezTo>
                  <a:cubicBezTo>
                    <a:pt x="219" y="1706"/>
                    <a:pt x="218" y="1711"/>
                    <a:pt x="212" y="1711"/>
                  </a:cubicBezTo>
                  <a:cubicBezTo>
                    <a:pt x="208" y="1711"/>
                    <a:pt x="202" y="1708"/>
                    <a:pt x="192" y="1704"/>
                  </a:cubicBezTo>
                  <a:cubicBezTo>
                    <a:pt x="192" y="1704"/>
                    <a:pt x="186" y="1723"/>
                    <a:pt x="179" y="1742"/>
                  </a:cubicBezTo>
                  <a:cubicBezTo>
                    <a:pt x="214" y="1795"/>
                    <a:pt x="148" y="1892"/>
                    <a:pt x="120" y="1905"/>
                  </a:cubicBezTo>
                  <a:cubicBezTo>
                    <a:pt x="117" y="1924"/>
                    <a:pt x="123" y="1939"/>
                    <a:pt x="132" y="1952"/>
                  </a:cubicBezTo>
                  <a:cubicBezTo>
                    <a:pt x="167" y="1977"/>
                    <a:pt x="172" y="1994"/>
                    <a:pt x="149" y="1994"/>
                  </a:cubicBezTo>
                  <a:cubicBezTo>
                    <a:pt x="142" y="1994"/>
                    <a:pt x="134" y="1992"/>
                    <a:pt x="123" y="1990"/>
                  </a:cubicBezTo>
                  <a:cubicBezTo>
                    <a:pt x="104" y="1983"/>
                    <a:pt x="93" y="1980"/>
                    <a:pt x="89" y="1980"/>
                  </a:cubicBezTo>
                  <a:cubicBezTo>
                    <a:pt x="82" y="1980"/>
                    <a:pt x="92" y="1988"/>
                    <a:pt x="117" y="2008"/>
                  </a:cubicBezTo>
                  <a:cubicBezTo>
                    <a:pt x="136" y="2030"/>
                    <a:pt x="119" y="2102"/>
                    <a:pt x="86" y="2102"/>
                  </a:cubicBezTo>
                  <a:cubicBezTo>
                    <a:pt x="81" y="2102"/>
                    <a:pt x="75" y="2100"/>
                    <a:pt x="70" y="2096"/>
                  </a:cubicBezTo>
                  <a:lnTo>
                    <a:pt x="19" y="2084"/>
                  </a:lnTo>
                  <a:lnTo>
                    <a:pt x="19" y="2084"/>
                  </a:lnTo>
                  <a:cubicBezTo>
                    <a:pt x="32" y="2096"/>
                    <a:pt x="35" y="2112"/>
                    <a:pt x="35" y="2127"/>
                  </a:cubicBezTo>
                  <a:cubicBezTo>
                    <a:pt x="57" y="2134"/>
                    <a:pt x="54" y="2153"/>
                    <a:pt x="45" y="2209"/>
                  </a:cubicBezTo>
                  <a:cubicBezTo>
                    <a:pt x="38" y="2250"/>
                    <a:pt x="51" y="2328"/>
                    <a:pt x="45" y="2369"/>
                  </a:cubicBezTo>
                  <a:cubicBezTo>
                    <a:pt x="38" y="2406"/>
                    <a:pt x="35" y="2463"/>
                    <a:pt x="10" y="2482"/>
                  </a:cubicBezTo>
                  <a:cubicBezTo>
                    <a:pt x="7" y="2510"/>
                    <a:pt x="13" y="2538"/>
                    <a:pt x="29" y="2560"/>
                  </a:cubicBezTo>
                  <a:cubicBezTo>
                    <a:pt x="54" y="2582"/>
                    <a:pt x="51" y="2619"/>
                    <a:pt x="26" y="2619"/>
                  </a:cubicBezTo>
                  <a:lnTo>
                    <a:pt x="26" y="2638"/>
                  </a:lnTo>
                  <a:cubicBezTo>
                    <a:pt x="35" y="2654"/>
                    <a:pt x="45" y="2676"/>
                    <a:pt x="48" y="2695"/>
                  </a:cubicBezTo>
                  <a:cubicBezTo>
                    <a:pt x="23" y="2695"/>
                    <a:pt x="1" y="2717"/>
                    <a:pt x="26" y="2735"/>
                  </a:cubicBezTo>
                  <a:cubicBezTo>
                    <a:pt x="51" y="2735"/>
                    <a:pt x="51" y="2754"/>
                    <a:pt x="54" y="2792"/>
                  </a:cubicBezTo>
                  <a:cubicBezTo>
                    <a:pt x="38" y="2811"/>
                    <a:pt x="38" y="2980"/>
                    <a:pt x="70" y="3143"/>
                  </a:cubicBezTo>
                  <a:cubicBezTo>
                    <a:pt x="97" y="3303"/>
                    <a:pt x="146" y="3453"/>
                    <a:pt x="160" y="3453"/>
                  </a:cubicBezTo>
                  <a:cubicBezTo>
                    <a:pt x="160" y="3453"/>
                    <a:pt x="160" y="3453"/>
                    <a:pt x="160" y="3453"/>
                  </a:cubicBezTo>
                  <a:lnTo>
                    <a:pt x="179" y="3509"/>
                  </a:lnTo>
                  <a:lnTo>
                    <a:pt x="198" y="3563"/>
                  </a:lnTo>
                  <a:cubicBezTo>
                    <a:pt x="151" y="3582"/>
                    <a:pt x="207" y="3666"/>
                    <a:pt x="251" y="3707"/>
                  </a:cubicBezTo>
                  <a:cubicBezTo>
                    <a:pt x="276" y="3713"/>
                    <a:pt x="292" y="3729"/>
                    <a:pt x="301" y="3751"/>
                  </a:cubicBezTo>
                  <a:cubicBezTo>
                    <a:pt x="254" y="3770"/>
                    <a:pt x="280" y="3826"/>
                    <a:pt x="317" y="3848"/>
                  </a:cubicBezTo>
                  <a:cubicBezTo>
                    <a:pt x="324" y="3847"/>
                    <a:pt x="331" y="3847"/>
                    <a:pt x="336" y="3847"/>
                  </a:cubicBezTo>
                  <a:cubicBezTo>
                    <a:pt x="372" y="3847"/>
                    <a:pt x="374" y="3863"/>
                    <a:pt x="336" y="3882"/>
                  </a:cubicBezTo>
                  <a:cubicBezTo>
                    <a:pt x="291" y="3906"/>
                    <a:pt x="303" y="3939"/>
                    <a:pt x="381" y="3939"/>
                  </a:cubicBezTo>
                  <a:cubicBezTo>
                    <a:pt x="385" y="3939"/>
                    <a:pt x="389" y="3939"/>
                    <a:pt x="392" y="3939"/>
                  </a:cubicBezTo>
                  <a:cubicBezTo>
                    <a:pt x="424" y="3942"/>
                    <a:pt x="424" y="3942"/>
                    <a:pt x="411" y="3973"/>
                  </a:cubicBezTo>
                  <a:cubicBezTo>
                    <a:pt x="387" y="4005"/>
                    <a:pt x="387" y="4021"/>
                    <a:pt x="399" y="4021"/>
                  </a:cubicBezTo>
                  <a:cubicBezTo>
                    <a:pt x="402" y="4021"/>
                    <a:pt x="406" y="4020"/>
                    <a:pt x="411" y="4017"/>
                  </a:cubicBezTo>
                  <a:cubicBezTo>
                    <a:pt x="421" y="4015"/>
                    <a:pt x="429" y="4015"/>
                    <a:pt x="436" y="4015"/>
                  </a:cubicBezTo>
                  <a:cubicBezTo>
                    <a:pt x="466" y="4015"/>
                    <a:pt x="467" y="4032"/>
                    <a:pt x="439" y="4067"/>
                  </a:cubicBezTo>
                  <a:cubicBezTo>
                    <a:pt x="424" y="4110"/>
                    <a:pt x="419" y="4123"/>
                    <a:pt x="437" y="4123"/>
                  </a:cubicBezTo>
                  <a:cubicBezTo>
                    <a:pt x="444" y="4123"/>
                    <a:pt x="455" y="4121"/>
                    <a:pt x="471" y="4117"/>
                  </a:cubicBezTo>
                  <a:cubicBezTo>
                    <a:pt x="475" y="4117"/>
                    <a:pt x="479" y="4116"/>
                    <a:pt x="482" y="4116"/>
                  </a:cubicBezTo>
                  <a:cubicBezTo>
                    <a:pt x="530" y="4116"/>
                    <a:pt x="563" y="4168"/>
                    <a:pt x="537" y="4211"/>
                  </a:cubicBezTo>
                  <a:cubicBezTo>
                    <a:pt x="547" y="4224"/>
                    <a:pt x="542" y="4247"/>
                    <a:pt x="550" y="4247"/>
                  </a:cubicBezTo>
                  <a:cubicBezTo>
                    <a:pt x="552" y="4247"/>
                    <a:pt x="555" y="4246"/>
                    <a:pt x="558" y="4243"/>
                  </a:cubicBezTo>
                  <a:lnTo>
                    <a:pt x="558" y="4243"/>
                  </a:lnTo>
                  <a:lnTo>
                    <a:pt x="552" y="4274"/>
                  </a:lnTo>
                  <a:lnTo>
                    <a:pt x="574" y="4305"/>
                  </a:lnTo>
                  <a:lnTo>
                    <a:pt x="593" y="4290"/>
                  </a:lnTo>
                  <a:cubicBezTo>
                    <a:pt x="637" y="4371"/>
                    <a:pt x="690" y="4446"/>
                    <a:pt x="753" y="4512"/>
                  </a:cubicBezTo>
                  <a:cubicBezTo>
                    <a:pt x="866" y="4628"/>
                    <a:pt x="913" y="4669"/>
                    <a:pt x="930" y="4669"/>
                  </a:cubicBezTo>
                  <a:cubicBezTo>
                    <a:pt x="936" y="4669"/>
                    <a:pt x="938" y="4664"/>
                    <a:pt x="938" y="4656"/>
                  </a:cubicBezTo>
                  <a:cubicBezTo>
                    <a:pt x="945" y="4637"/>
                    <a:pt x="953" y="4629"/>
                    <a:pt x="960" y="4629"/>
                  </a:cubicBezTo>
                  <a:cubicBezTo>
                    <a:pt x="971" y="4629"/>
                    <a:pt x="977" y="4651"/>
                    <a:pt x="966" y="4682"/>
                  </a:cubicBezTo>
                  <a:cubicBezTo>
                    <a:pt x="982" y="4710"/>
                    <a:pt x="1003" y="4738"/>
                    <a:pt x="1025" y="4763"/>
                  </a:cubicBezTo>
                  <a:cubicBezTo>
                    <a:pt x="1057" y="4785"/>
                    <a:pt x="1088" y="4810"/>
                    <a:pt x="1072" y="4829"/>
                  </a:cubicBezTo>
                  <a:lnTo>
                    <a:pt x="1088" y="4841"/>
                  </a:lnTo>
                  <a:cubicBezTo>
                    <a:pt x="1094" y="4840"/>
                    <a:pt x="1099" y="4840"/>
                    <a:pt x="1105" y="4840"/>
                  </a:cubicBezTo>
                  <a:cubicBezTo>
                    <a:pt x="1165" y="4840"/>
                    <a:pt x="1248" y="4893"/>
                    <a:pt x="1282" y="4942"/>
                  </a:cubicBezTo>
                  <a:cubicBezTo>
                    <a:pt x="1307" y="4961"/>
                    <a:pt x="1337" y="4970"/>
                    <a:pt x="1367" y="4970"/>
                  </a:cubicBezTo>
                  <a:cubicBezTo>
                    <a:pt x="1371" y="4970"/>
                    <a:pt x="1375" y="4970"/>
                    <a:pt x="1380" y="4970"/>
                  </a:cubicBezTo>
                  <a:cubicBezTo>
                    <a:pt x="1387" y="4970"/>
                    <a:pt x="1393" y="4970"/>
                    <a:pt x="1398" y="4970"/>
                  </a:cubicBezTo>
                  <a:cubicBezTo>
                    <a:pt x="1424" y="4970"/>
                    <a:pt x="1424" y="4972"/>
                    <a:pt x="1430" y="4998"/>
                  </a:cubicBezTo>
                  <a:cubicBezTo>
                    <a:pt x="1420" y="5015"/>
                    <a:pt x="1475" y="5065"/>
                    <a:pt x="1510" y="5065"/>
                  </a:cubicBezTo>
                  <a:cubicBezTo>
                    <a:pt x="1520" y="5065"/>
                    <a:pt x="1528" y="5061"/>
                    <a:pt x="1533" y="5051"/>
                  </a:cubicBezTo>
                  <a:lnTo>
                    <a:pt x="1539" y="5083"/>
                  </a:lnTo>
                  <a:cubicBezTo>
                    <a:pt x="1543" y="5095"/>
                    <a:pt x="1550" y="5100"/>
                    <a:pt x="1557" y="5100"/>
                  </a:cubicBezTo>
                  <a:cubicBezTo>
                    <a:pt x="1568" y="5100"/>
                    <a:pt x="1581" y="5089"/>
                    <a:pt x="1586" y="5076"/>
                  </a:cubicBezTo>
                  <a:cubicBezTo>
                    <a:pt x="1595" y="5058"/>
                    <a:pt x="1603" y="5048"/>
                    <a:pt x="1608" y="5048"/>
                  </a:cubicBezTo>
                  <a:cubicBezTo>
                    <a:pt x="1616" y="5048"/>
                    <a:pt x="1619" y="5070"/>
                    <a:pt x="1611" y="5117"/>
                  </a:cubicBezTo>
                  <a:cubicBezTo>
                    <a:pt x="1597" y="5145"/>
                    <a:pt x="1600" y="5159"/>
                    <a:pt x="1607" y="5159"/>
                  </a:cubicBezTo>
                  <a:cubicBezTo>
                    <a:pt x="1611" y="5159"/>
                    <a:pt x="1616" y="5154"/>
                    <a:pt x="1621" y="5145"/>
                  </a:cubicBezTo>
                  <a:cubicBezTo>
                    <a:pt x="1637" y="5136"/>
                    <a:pt x="1652" y="5127"/>
                    <a:pt x="1664" y="5127"/>
                  </a:cubicBezTo>
                  <a:cubicBezTo>
                    <a:pt x="1673" y="5127"/>
                    <a:pt x="1680" y="5132"/>
                    <a:pt x="1683" y="5145"/>
                  </a:cubicBezTo>
                  <a:cubicBezTo>
                    <a:pt x="1690" y="5147"/>
                    <a:pt x="1696" y="5150"/>
                    <a:pt x="1703" y="5150"/>
                  </a:cubicBezTo>
                  <a:cubicBezTo>
                    <a:pt x="1715" y="5150"/>
                    <a:pt x="1728" y="5142"/>
                    <a:pt x="1740" y="5111"/>
                  </a:cubicBezTo>
                  <a:cubicBezTo>
                    <a:pt x="1745" y="5098"/>
                    <a:pt x="1751" y="5094"/>
                    <a:pt x="1758" y="5094"/>
                  </a:cubicBezTo>
                  <a:cubicBezTo>
                    <a:pt x="1766" y="5094"/>
                    <a:pt x="1774" y="5098"/>
                    <a:pt x="1784" y="5101"/>
                  </a:cubicBezTo>
                  <a:cubicBezTo>
                    <a:pt x="1774" y="5123"/>
                    <a:pt x="1774" y="5123"/>
                    <a:pt x="1749" y="5142"/>
                  </a:cubicBezTo>
                  <a:lnTo>
                    <a:pt x="1784" y="5155"/>
                  </a:lnTo>
                  <a:cubicBezTo>
                    <a:pt x="1803" y="5161"/>
                    <a:pt x="1831" y="5199"/>
                    <a:pt x="1825" y="5224"/>
                  </a:cubicBezTo>
                  <a:cubicBezTo>
                    <a:pt x="1829" y="5238"/>
                    <a:pt x="1835" y="5247"/>
                    <a:pt x="1841" y="5247"/>
                  </a:cubicBezTo>
                  <a:cubicBezTo>
                    <a:pt x="1847" y="5247"/>
                    <a:pt x="1851" y="5235"/>
                    <a:pt x="1850" y="5205"/>
                  </a:cubicBezTo>
                  <a:cubicBezTo>
                    <a:pt x="1860" y="5172"/>
                    <a:pt x="1864" y="5162"/>
                    <a:pt x="1877" y="5162"/>
                  </a:cubicBezTo>
                  <a:cubicBezTo>
                    <a:pt x="1883" y="5162"/>
                    <a:pt x="1891" y="5164"/>
                    <a:pt x="1903" y="5167"/>
                  </a:cubicBezTo>
                  <a:cubicBezTo>
                    <a:pt x="1922" y="5174"/>
                    <a:pt x="1940" y="5180"/>
                    <a:pt x="1934" y="5202"/>
                  </a:cubicBezTo>
                  <a:cubicBezTo>
                    <a:pt x="1925" y="5227"/>
                    <a:pt x="1925" y="5227"/>
                    <a:pt x="1962" y="5236"/>
                  </a:cubicBezTo>
                  <a:cubicBezTo>
                    <a:pt x="1969" y="5238"/>
                    <a:pt x="1976" y="5239"/>
                    <a:pt x="1984" y="5239"/>
                  </a:cubicBezTo>
                  <a:cubicBezTo>
                    <a:pt x="2038" y="5239"/>
                    <a:pt x="2097" y="5190"/>
                    <a:pt x="2122" y="5148"/>
                  </a:cubicBezTo>
                  <a:cubicBezTo>
                    <a:pt x="2128" y="5126"/>
                    <a:pt x="2131" y="5114"/>
                    <a:pt x="2134" y="5114"/>
                  </a:cubicBezTo>
                  <a:cubicBezTo>
                    <a:pt x="2136" y="5114"/>
                    <a:pt x="2138" y="5127"/>
                    <a:pt x="2141" y="5155"/>
                  </a:cubicBezTo>
                  <a:cubicBezTo>
                    <a:pt x="2138" y="5180"/>
                    <a:pt x="2157" y="5183"/>
                    <a:pt x="2176" y="5186"/>
                  </a:cubicBezTo>
                  <a:cubicBezTo>
                    <a:pt x="2176" y="5178"/>
                    <a:pt x="2178" y="5176"/>
                    <a:pt x="2180" y="5176"/>
                  </a:cubicBezTo>
                  <a:lnTo>
                    <a:pt x="2180" y="5176"/>
                  </a:lnTo>
                  <a:cubicBezTo>
                    <a:pt x="2183" y="5176"/>
                    <a:pt x="2186" y="5186"/>
                    <a:pt x="2178" y="5186"/>
                  </a:cubicBezTo>
                  <a:cubicBezTo>
                    <a:pt x="2177" y="5186"/>
                    <a:pt x="2176" y="5186"/>
                    <a:pt x="2176" y="5186"/>
                  </a:cubicBezTo>
                  <a:cubicBezTo>
                    <a:pt x="2171" y="5203"/>
                    <a:pt x="2162" y="5207"/>
                    <a:pt x="2150" y="5207"/>
                  </a:cubicBezTo>
                  <a:cubicBezTo>
                    <a:pt x="2144" y="5207"/>
                    <a:pt x="2138" y="5206"/>
                    <a:pt x="2132" y="5205"/>
                  </a:cubicBezTo>
                  <a:lnTo>
                    <a:pt x="2125" y="5227"/>
                  </a:lnTo>
                  <a:cubicBezTo>
                    <a:pt x="2130" y="5255"/>
                    <a:pt x="2139" y="5269"/>
                    <a:pt x="2150" y="5269"/>
                  </a:cubicBezTo>
                  <a:cubicBezTo>
                    <a:pt x="2160" y="5269"/>
                    <a:pt x="2172" y="5258"/>
                    <a:pt x="2185" y="5236"/>
                  </a:cubicBezTo>
                  <a:cubicBezTo>
                    <a:pt x="2195" y="5227"/>
                    <a:pt x="2201" y="5223"/>
                    <a:pt x="2205" y="5223"/>
                  </a:cubicBezTo>
                  <a:cubicBezTo>
                    <a:pt x="2210" y="5223"/>
                    <a:pt x="2214" y="5229"/>
                    <a:pt x="2223" y="5242"/>
                  </a:cubicBezTo>
                  <a:cubicBezTo>
                    <a:pt x="2232" y="5263"/>
                    <a:pt x="2242" y="5284"/>
                    <a:pt x="2250" y="5284"/>
                  </a:cubicBezTo>
                  <a:cubicBezTo>
                    <a:pt x="2253" y="5284"/>
                    <a:pt x="2255" y="5281"/>
                    <a:pt x="2257" y="5274"/>
                  </a:cubicBezTo>
                  <a:cubicBezTo>
                    <a:pt x="2279" y="5280"/>
                    <a:pt x="2298" y="5293"/>
                    <a:pt x="2310" y="5308"/>
                  </a:cubicBezTo>
                  <a:cubicBezTo>
                    <a:pt x="2325" y="5311"/>
                    <a:pt x="2337" y="5313"/>
                    <a:pt x="2347" y="5313"/>
                  </a:cubicBezTo>
                  <a:cubicBezTo>
                    <a:pt x="2362" y="5313"/>
                    <a:pt x="2370" y="5308"/>
                    <a:pt x="2370" y="5293"/>
                  </a:cubicBezTo>
                  <a:cubicBezTo>
                    <a:pt x="2372" y="5273"/>
                    <a:pt x="2385" y="5271"/>
                    <a:pt x="2401" y="5271"/>
                  </a:cubicBezTo>
                  <a:cubicBezTo>
                    <a:pt x="2405" y="5271"/>
                    <a:pt x="2409" y="5271"/>
                    <a:pt x="2414" y="5271"/>
                  </a:cubicBezTo>
                  <a:cubicBezTo>
                    <a:pt x="2419" y="5272"/>
                    <a:pt x="2423" y="5272"/>
                    <a:pt x="2428" y="5272"/>
                  </a:cubicBezTo>
                  <a:cubicBezTo>
                    <a:pt x="2441" y="5272"/>
                    <a:pt x="2452" y="5267"/>
                    <a:pt x="2454" y="5249"/>
                  </a:cubicBezTo>
                  <a:cubicBezTo>
                    <a:pt x="2454" y="5220"/>
                    <a:pt x="2479" y="5201"/>
                    <a:pt x="2507" y="5201"/>
                  </a:cubicBezTo>
                  <a:cubicBezTo>
                    <a:pt x="2509" y="5201"/>
                    <a:pt x="2512" y="5202"/>
                    <a:pt x="2514" y="5202"/>
                  </a:cubicBezTo>
                  <a:cubicBezTo>
                    <a:pt x="2529" y="5193"/>
                    <a:pt x="2538" y="5188"/>
                    <a:pt x="2544" y="5188"/>
                  </a:cubicBezTo>
                  <a:cubicBezTo>
                    <a:pt x="2554" y="5188"/>
                    <a:pt x="2558" y="5200"/>
                    <a:pt x="2567" y="5230"/>
                  </a:cubicBezTo>
                  <a:cubicBezTo>
                    <a:pt x="2567" y="5255"/>
                    <a:pt x="2586" y="5258"/>
                    <a:pt x="2605" y="5258"/>
                  </a:cubicBezTo>
                  <a:cubicBezTo>
                    <a:pt x="2621" y="5261"/>
                    <a:pt x="2636" y="5271"/>
                    <a:pt x="2642" y="5286"/>
                  </a:cubicBezTo>
                  <a:cubicBezTo>
                    <a:pt x="2649" y="5294"/>
                    <a:pt x="2653" y="5297"/>
                    <a:pt x="2657" y="5297"/>
                  </a:cubicBezTo>
                  <a:cubicBezTo>
                    <a:pt x="2664" y="5297"/>
                    <a:pt x="2664" y="5279"/>
                    <a:pt x="2664" y="5261"/>
                  </a:cubicBezTo>
                  <a:cubicBezTo>
                    <a:pt x="2664" y="5236"/>
                    <a:pt x="2664" y="5208"/>
                    <a:pt x="2664" y="5208"/>
                  </a:cubicBezTo>
                  <a:cubicBezTo>
                    <a:pt x="2680" y="5208"/>
                    <a:pt x="2702" y="5258"/>
                    <a:pt x="2702" y="5283"/>
                  </a:cubicBezTo>
                  <a:cubicBezTo>
                    <a:pt x="2711" y="5308"/>
                    <a:pt x="2716" y="5321"/>
                    <a:pt x="2718" y="5321"/>
                  </a:cubicBezTo>
                  <a:cubicBezTo>
                    <a:pt x="2721" y="5321"/>
                    <a:pt x="2721" y="5308"/>
                    <a:pt x="2721" y="5283"/>
                  </a:cubicBezTo>
                  <a:cubicBezTo>
                    <a:pt x="2721" y="5265"/>
                    <a:pt x="2731" y="5247"/>
                    <a:pt x="2751" y="5247"/>
                  </a:cubicBezTo>
                  <a:cubicBezTo>
                    <a:pt x="2758" y="5247"/>
                    <a:pt x="2767" y="5249"/>
                    <a:pt x="2777" y="5255"/>
                  </a:cubicBezTo>
                  <a:cubicBezTo>
                    <a:pt x="2785" y="5255"/>
                    <a:pt x="2792" y="5255"/>
                    <a:pt x="2799" y="5255"/>
                  </a:cubicBezTo>
                  <a:cubicBezTo>
                    <a:pt x="2828" y="5255"/>
                    <a:pt x="2853" y="5257"/>
                    <a:pt x="2856" y="5277"/>
                  </a:cubicBezTo>
                  <a:cubicBezTo>
                    <a:pt x="2860" y="5284"/>
                    <a:pt x="2867" y="5288"/>
                    <a:pt x="2874" y="5288"/>
                  </a:cubicBezTo>
                  <a:cubicBezTo>
                    <a:pt x="2882" y="5288"/>
                    <a:pt x="2890" y="5284"/>
                    <a:pt x="2893" y="5277"/>
                  </a:cubicBezTo>
                  <a:cubicBezTo>
                    <a:pt x="2904" y="5262"/>
                    <a:pt x="2916" y="5255"/>
                    <a:pt x="2935" y="5255"/>
                  </a:cubicBezTo>
                  <a:cubicBezTo>
                    <a:pt x="2949" y="5255"/>
                    <a:pt x="2966" y="5258"/>
                    <a:pt x="2990" y="5264"/>
                  </a:cubicBezTo>
                  <a:cubicBezTo>
                    <a:pt x="3038" y="5282"/>
                    <a:pt x="3064" y="5291"/>
                    <a:pt x="3077" y="5291"/>
                  </a:cubicBezTo>
                  <a:cubicBezTo>
                    <a:pt x="3092" y="5291"/>
                    <a:pt x="3091" y="5279"/>
                    <a:pt x="3087" y="5252"/>
                  </a:cubicBezTo>
                  <a:cubicBezTo>
                    <a:pt x="3084" y="5237"/>
                    <a:pt x="3081" y="5222"/>
                    <a:pt x="3085" y="5222"/>
                  </a:cubicBezTo>
                  <a:lnTo>
                    <a:pt x="3085" y="5222"/>
                  </a:lnTo>
                  <a:cubicBezTo>
                    <a:pt x="3088" y="5222"/>
                    <a:pt x="3095" y="5229"/>
                    <a:pt x="3106" y="5249"/>
                  </a:cubicBezTo>
                  <a:cubicBezTo>
                    <a:pt x="3112" y="5254"/>
                    <a:pt x="3117" y="5257"/>
                    <a:pt x="3122" y="5257"/>
                  </a:cubicBezTo>
                  <a:cubicBezTo>
                    <a:pt x="3137" y="5257"/>
                    <a:pt x="3152" y="5235"/>
                    <a:pt x="3178" y="5211"/>
                  </a:cubicBezTo>
                  <a:cubicBezTo>
                    <a:pt x="3185" y="5177"/>
                    <a:pt x="3185" y="5142"/>
                    <a:pt x="3175" y="5108"/>
                  </a:cubicBezTo>
                  <a:cubicBezTo>
                    <a:pt x="3169" y="5076"/>
                    <a:pt x="3167" y="5064"/>
                    <a:pt x="3177" y="5064"/>
                  </a:cubicBezTo>
                  <a:cubicBezTo>
                    <a:pt x="3183" y="5064"/>
                    <a:pt x="3192" y="5068"/>
                    <a:pt x="3207" y="5073"/>
                  </a:cubicBezTo>
                  <a:cubicBezTo>
                    <a:pt x="3208" y="5073"/>
                    <a:pt x="3209" y="5073"/>
                    <a:pt x="3210" y="5073"/>
                  </a:cubicBezTo>
                  <a:cubicBezTo>
                    <a:pt x="3226" y="5073"/>
                    <a:pt x="3248" y="5091"/>
                    <a:pt x="3254" y="5114"/>
                  </a:cubicBezTo>
                  <a:cubicBezTo>
                    <a:pt x="3260" y="5139"/>
                    <a:pt x="3241" y="5145"/>
                    <a:pt x="3241" y="5145"/>
                  </a:cubicBezTo>
                  <a:lnTo>
                    <a:pt x="3222" y="5148"/>
                  </a:lnTo>
                  <a:cubicBezTo>
                    <a:pt x="3228" y="5170"/>
                    <a:pt x="3231" y="5191"/>
                    <a:pt x="3255" y="5191"/>
                  </a:cubicBezTo>
                  <a:cubicBezTo>
                    <a:pt x="3259" y="5191"/>
                    <a:pt x="3264" y="5191"/>
                    <a:pt x="3269" y="5189"/>
                  </a:cubicBezTo>
                  <a:cubicBezTo>
                    <a:pt x="3280" y="5197"/>
                    <a:pt x="3290" y="5201"/>
                    <a:pt x="3296" y="5201"/>
                  </a:cubicBezTo>
                  <a:cubicBezTo>
                    <a:pt x="3306" y="5201"/>
                    <a:pt x="3310" y="5194"/>
                    <a:pt x="3307" y="5180"/>
                  </a:cubicBezTo>
                  <a:lnTo>
                    <a:pt x="3307" y="5180"/>
                  </a:lnTo>
                  <a:cubicBezTo>
                    <a:pt x="3317" y="5188"/>
                    <a:pt x="3330" y="5191"/>
                    <a:pt x="3344" y="5191"/>
                  </a:cubicBezTo>
                  <a:cubicBezTo>
                    <a:pt x="3364" y="5191"/>
                    <a:pt x="3385" y="5185"/>
                    <a:pt x="3407" y="5180"/>
                  </a:cubicBezTo>
                  <a:cubicBezTo>
                    <a:pt x="3434" y="5173"/>
                    <a:pt x="3469" y="5160"/>
                    <a:pt x="3497" y="5160"/>
                  </a:cubicBezTo>
                  <a:cubicBezTo>
                    <a:pt x="3508" y="5160"/>
                    <a:pt x="3518" y="5162"/>
                    <a:pt x="3526" y="5167"/>
                  </a:cubicBezTo>
                  <a:cubicBezTo>
                    <a:pt x="3564" y="5155"/>
                    <a:pt x="3583" y="5148"/>
                    <a:pt x="3573" y="5123"/>
                  </a:cubicBezTo>
                  <a:cubicBezTo>
                    <a:pt x="3561" y="5094"/>
                    <a:pt x="3564" y="5081"/>
                    <a:pt x="3570" y="5081"/>
                  </a:cubicBezTo>
                  <a:cubicBezTo>
                    <a:pt x="3574" y="5081"/>
                    <a:pt x="3579" y="5086"/>
                    <a:pt x="3583" y="5095"/>
                  </a:cubicBezTo>
                  <a:cubicBezTo>
                    <a:pt x="3590" y="5105"/>
                    <a:pt x="3606" y="5109"/>
                    <a:pt x="3626" y="5109"/>
                  </a:cubicBezTo>
                  <a:cubicBezTo>
                    <a:pt x="3708" y="5109"/>
                    <a:pt x="3863" y="5044"/>
                    <a:pt x="3858" y="5001"/>
                  </a:cubicBezTo>
                  <a:lnTo>
                    <a:pt x="3893" y="4986"/>
                  </a:lnTo>
                  <a:cubicBezTo>
                    <a:pt x="3894" y="4986"/>
                    <a:pt x="3895" y="4986"/>
                    <a:pt x="3896" y="4986"/>
                  </a:cubicBezTo>
                  <a:cubicBezTo>
                    <a:pt x="3945" y="4986"/>
                    <a:pt x="4040" y="4925"/>
                    <a:pt x="4043" y="4895"/>
                  </a:cubicBezTo>
                  <a:lnTo>
                    <a:pt x="4093" y="4866"/>
                  </a:lnTo>
                  <a:cubicBezTo>
                    <a:pt x="4140" y="4866"/>
                    <a:pt x="4156" y="4854"/>
                    <a:pt x="4159" y="4823"/>
                  </a:cubicBezTo>
                  <a:cubicBezTo>
                    <a:pt x="4159" y="4800"/>
                    <a:pt x="4151" y="4782"/>
                    <a:pt x="4152" y="4782"/>
                  </a:cubicBezTo>
                  <a:lnTo>
                    <a:pt x="4152" y="4782"/>
                  </a:lnTo>
                  <a:cubicBezTo>
                    <a:pt x="4153" y="4782"/>
                    <a:pt x="4155" y="4785"/>
                    <a:pt x="4159" y="4791"/>
                  </a:cubicBezTo>
                  <a:cubicBezTo>
                    <a:pt x="4163" y="4796"/>
                    <a:pt x="4168" y="4798"/>
                    <a:pt x="4174" y="4798"/>
                  </a:cubicBezTo>
                  <a:cubicBezTo>
                    <a:pt x="4192" y="4798"/>
                    <a:pt x="4221" y="4777"/>
                    <a:pt x="4269" y="4741"/>
                  </a:cubicBezTo>
                  <a:cubicBezTo>
                    <a:pt x="4332" y="4697"/>
                    <a:pt x="4332" y="4694"/>
                    <a:pt x="4300" y="4688"/>
                  </a:cubicBezTo>
                  <a:cubicBezTo>
                    <a:pt x="4322" y="4651"/>
                    <a:pt x="4337" y="4639"/>
                    <a:pt x="4348" y="4639"/>
                  </a:cubicBezTo>
                  <a:cubicBezTo>
                    <a:pt x="4358" y="4639"/>
                    <a:pt x="4365" y="4648"/>
                    <a:pt x="4372" y="4656"/>
                  </a:cubicBezTo>
                  <a:cubicBezTo>
                    <a:pt x="4379" y="4675"/>
                    <a:pt x="4387" y="4683"/>
                    <a:pt x="4394" y="4683"/>
                  </a:cubicBezTo>
                  <a:cubicBezTo>
                    <a:pt x="4405" y="4683"/>
                    <a:pt x="4409" y="4657"/>
                    <a:pt x="4385" y="4613"/>
                  </a:cubicBezTo>
                  <a:cubicBezTo>
                    <a:pt x="4370" y="4572"/>
                    <a:pt x="4385" y="4548"/>
                    <a:pt x="4401" y="4548"/>
                  </a:cubicBezTo>
                  <a:cubicBezTo>
                    <a:pt x="4405" y="4548"/>
                    <a:pt x="4409" y="4550"/>
                    <a:pt x="4413" y="4553"/>
                  </a:cubicBezTo>
                  <a:cubicBezTo>
                    <a:pt x="4429" y="4572"/>
                    <a:pt x="4413" y="4584"/>
                    <a:pt x="4401" y="4600"/>
                  </a:cubicBezTo>
                  <a:lnTo>
                    <a:pt x="4435" y="4638"/>
                  </a:lnTo>
                  <a:cubicBezTo>
                    <a:pt x="4448" y="4622"/>
                    <a:pt x="4448" y="4622"/>
                    <a:pt x="4444" y="4591"/>
                  </a:cubicBezTo>
                  <a:cubicBezTo>
                    <a:pt x="4457" y="4578"/>
                    <a:pt x="4460" y="4562"/>
                    <a:pt x="4457" y="4547"/>
                  </a:cubicBezTo>
                  <a:cubicBezTo>
                    <a:pt x="4457" y="4519"/>
                    <a:pt x="4435" y="4494"/>
                    <a:pt x="4407" y="4494"/>
                  </a:cubicBezTo>
                  <a:cubicBezTo>
                    <a:pt x="4375" y="4487"/>
                    <a:pt x="4388" y="4475"/>
                    <a:pt x="4401" y="4462"/>
                  </a:cubicBezTo>
                  <a:cubicBezTo>
                    <a:pt x="4407" y="4461"/>
                    <a:pt x="4414" y="4461"/>
                    <a:pt x="4419" y="4461"/>
                  </a:cubicBezTo>
                  <a:cubicBezTo>
                    <a:pt x="4452" y="4461"/>
                    <a:pt x="4464" y="4476"/>
                    <a:pt x="4469" y="4503"/>
                  </a:cubicBezTo>
                  <a:cubicBezTo>
                    <a:pt x="4454" y="4515"/>
                    <a:pt x="4473" y="4534"/>
                    <a:pt x="4488" y="4553"/>
                  </a:cubicBezTo>
                  <a:cubicBezTo>
                    <a:pt x="4490" y="4555"/>
                    <a:pt x="4492" y="4555"/>
                    <a:pt x="4494" y="4555"/>
                  </a:cubicBezTo>
                  <a:cubicBezTo>
                    <a:pt x="4515" y="4555"/>
                    <a:pt x="4540" y="4461"/>
                    <a:pt x="4516" y="4415"/>
                  </a:cubicBezTo>
                  <a:lnTo>
                    <a:pt x="4516" y="4415"/>
                  </a:lnTo>
                  <a:lnTo>
                    <a:pt x="4535" y="4434"/>
                  </a:lnTo>
                  <a:cubicBezTo>
                    <a:pt x="4539" y="4438"/>
                    <a:pt x="4543" y="4440"/>
                    <a:pt x="4548" y="4440"/>
                  </a:cubicBezTo>
                  <a:cubicBezTo>
                    <a:pt x="4563" y="4440"/>
                    <a:pt x="4585" y="4418"/>
                    <a:pt x="4604" y="4396"/>
                  </a:cubicBezTo>
                  <a:cubicBezTo>
                    <a:pt x="4632" y="4365"/>
                    <a:pt x="4645" y="4352"/>
                    <a:pt x="4626" y="4337"/>
                  </a:cubicBezTo>
                  <a:cubicBezTo>
                    <a:pt x="4604" y="4321"/>
                    <a:pt x="4585" y="4302"/>
                    <a:pt x="4598" y="4290"/>
                  </a:cubicBezTo>
                  <a:lnTo>
                    <a:pt x="4598" y="4290"/>
                  </a:lnTo>
                  <a:cubicBezTo>
                    <a:pt x="4595" y="4293"/>
                    <a:pt x="4591" y="4294"/>
                    <a:pt x="4587" y="4294"/>
                  </a:cubicBezTo>
                  <a:cubicBezTo>
                    <a:pt x="4576" y="4294"/>
                    <a:pt x="4562" y="4283"/>
                    <a:pt x="4548" y="4271"/>
                  </a:cubicBezTo>
                  <a:cubicBezTo>
                    <a:pt x="4573" y="4265"/>
                    <a:pt x="4598" y="4262"/>
                    <a:pt x="4623" y="4262"/>
                  </a:cubicBezTo>
                  <a:cubicBezTo>
                    <a:pt x="4626" y="4262"/>
                    <a:pt x="4629" y="4262"/>
                    <a:pt x="4632" y="4262"/>
                  </a:cubicBezTo>
                  <a:cubicBezTo>
                    <a:pt x="4688" y="4262"/>
                    <a:pt x="4744" y="4234"/>
                    <a:pt x="4777" y="4186"/>
                  </a:cubicBezTo>
                  <a:cubicBezTo>
                    <a:pt x="4798" y="4155"/>
                    <a:pt x="4833" y="4108"/>
                    <a:pt x="4861" y="4105"/>
                  </a:cubicBezTo>
                  <a:cubicBezTo>
                    <a:pt x="4883" y="4070"/>
                    <a:pt x="4893" y="4055"/>
                    <a:pt x="4871" y="4042"/>
                  </a:cubicBezTo>
                  <a:lnTo>
                    <a:pt x="4893" y="4008"/>
                  </a:lnTo>
                  <a:cubicBezTo>
                    <a:pt x="4924" y="4005"/>
                    <a:pt x="4946" y="3970"/>
                    <a:pt x="4924" y="3958"/>
                  </a:cubicBezTo>
                  <a:cubicBezTo>
                    <a:pt x="4911" y="3929"/>
                    <a:pt x="4943" y="3926"/>
                    <a:pt x="4952" y="3907"/>
                  </a:cubicBezTo>
                  <a:cubicBezTo>
                    <a:pt x="5015" y="3898"/>
                    <a:pt x="5015" y="3898"/>
                    <a:pt x="4940" y="3879"/>
                  </a:cubicBezTo>
                  <a:cubicBezTo>
                    <a:pt x="4935" y="3877"/>
                    <a:pt x="4930" y="3876"/>
                    <a:pt x="4924" y="3876"/>
                  </a:cubicBezTo>
                  <a:cubicBezTo>
                    <a:pt x="4902" y="3876"/>
                    <a:pt x="4875" y="3892"/>
                    <a:pt x="4867" y="3904"/>
                  </a:cubicBezTo>
                  <a:lnTo>
                    <a:pt x="4836" y="3954"/>
                  </a:lnTo>
                  <a:lnTo>
                    <a:pt x="4846" y="3892"/>
                  </a:lnTo>
                  <a:cubicBezTo>
                    <a:pt x="4855" y="3867"/>
                    <a:pt x="4849" y="3839"/>
                    <a:pt x="4827" y="3820"/>
                  </a:cubicBezTo>
                  <a:cubicBezTo>
                    <a:pt x="4827" y="3820"/>
                    <a:pt x="4805" y="3807"/>
                    <a:pt x="4814" y="3792"/>
                  </a:cubicBezTo>
                  <a:lnTo>
                    <a:pt x="4814" y="3792"/>
                  </a:lnTo>
                  <a:lnTo>
                    <a:pt x="4858" y="3817"/>
                  </a:lnTo>
                  <a:cubicBezTo>
                    <a:pt x="4871" y="3839"/>
                    <a:pt x="4893" y="3857"/>
                    <a:pt x="4918" y="3867"/>
                  </a:cubicBezTo>
                  <a:cubicBezTo>
                    <a:pt x="4923" y="3868"/>
                    <a:pt x="4928" y="3868"/>
                    <a:pt x="4932" y="3868"/>
                  </a:cubicBezTo>
                  <a:cubicBezTo>
                    <a:pt x="4979" y="3868"/>
                    <a:pt x="5014" y="3830"/>
                    <a:pt x="4974" y="3810"/>
                  </a:cubicBezTo>
                  <a:cubicBezTo>
                    <a:pt x="4980" y="3795"/>
                    <a:pt x="4980" y="3795"/>
                    <a:pt x="5012" y="3788"/>
                  </a:cubicBezTo>
                  <a:cubicBezTo>
                    <a:pt x="5016" y="3790"/>
                    <a:pt x="5020" y="3791"/>
                    <a:pt x="5024" y="3791"/>
                  </a:cubicBezTo>
                  <a:cubicBezTo>
                    <a:pt x="5037" y="3791"/>
                    <a:pt x="5036" y="3774"/>
                    <a:pt x="5005" y="3741"/>
                  </a:cubicBezTo>
                  <a:cubicBezTo>
                    <a:pt x="4974" y="3707"/>
                    <a:pt x="4976" y="3691"/>
                    <a:pt x="5021" y="3691"/>
                  </a:cubicBezTo>
                  <a:cubicBezTo>
                    <a:pt x="5025" y="3691"/>
                    <a:pt x="5029" y="3691"/>
                    <a:pt x="5034" y="3691"/>
                  </a:cubicBezTo>
                  <a:cubicBezTo>
                    <a:pt x="5093" y="3676"/>
                    <a:pt x="5121" y="3600"/>
                    <a:pt x="5096" y="3591"/>
                  </a:cubicBezTo>
                  <a:cubicBezTo>
                    <a:pt x="5059" y="3578"/>
                    <a:pt x="5062" y="3522"/>
                    <a:pt x="5099" y="3513"/>
                  </a:cubicBezTo>
                  <a:cubicBezTo>
                    <a:pt x="5131" y="3503"/>
                    <a:pt x="5137" y="3484"/>
                    <a:pt x="5121" y="3456"/>
                  </a:cubicBezTo>
                  <a:lnTo>
                    <a:pt x="5121" y="3456"/>
                  </a:lnTo>
                  <a:cubicBezTo>
                    <a:pt x="5128" y="3459"/>
                    <a:pt x="5134" y="3460"/>
                    <a:pt x="5140" y="3460"/>
                  </a:cubicBezTo>
                  <a:cubicBezTo>
                    <a:pt x="5158" y="3460"/>
                    <a:pt x="5170" y="3449"/>
                    <a:pt x="5156" y="3428"/>
                  </a:cubicBezTo>
                  <a:cubicBezTo>
                    <a:pt x="5156" y="3428"/>
                    <a:pt x="5159" y="3417"/>
                    <a:pt x="5148" y="3417"/>
                  </a:cubicBezTo>
                  <a:cubicBezTo>
                    <a:pt x="5144" y="3417"/>
                    <a:pt x="5139" y="3419"/>
                    <a:pt x="5131" y="3422"/>
                  </a:cubicBezTo>
                  <a:lnTo>
                    <a:pt x="5093" y="3368"/>
                  </a:lnTo>
                  <a:cubicBezTo>
                    <a:pt x="5092" y="3378"/>
                    <a:pt x="5084" y="3381"/>
                    <a:pt x="5075" y="3381"/>
                  </a:cubicBezTo>
                  <a:cubicBezTo>
                    <a:pt x="5065" y="3381"/>
                    <a:pt x="5052" y="3378"/>
                    <a:pt x="5040" y="3375"/>
                  </a:cubicBezTo>
                  <a:cubicBezTo>
                    <a:pt x="5018" y="3365"/>
                    <a:pt x="5059" y="3303"/>
                    <a:pt x="5143" y="3284"/>
                  </a:cubicBezTo>
                  <a:lnTo>
                    <a:pt x="5203" y="3259"/>
                  </a:lnTo>
                  <a:lnTo>
                    <a:pt x="5153" y="3249"/>
                  </a:lnTo>
                  <a:cubicBezTo>
                    <a:pt x="5155" y="3233"/>
                    <a:pt x="5160" y="3217"/>
                    <a:pt x="5178" y="3217"/>
                  </a:cubicBezTo>
                  <a:cubicBezTo>
                    <a:pt x="5181" y="3217"/>
                    <a:pt x="5184" y="3217"/>
                    <a:pt x="5187" y="3218"/>
                  </a:cubicBezTo>
                  <a:cubicBezTo>
                    <a:pt x="5194" y="3219"/>
                    <a:pt x="5200" y="3220"/>
                    <a:pt x="5203" y="3220"/>
                  </a:cubicBezTo>
                  <a:cubicBezTo>
                    <a:pt x="5212" y="3220"/>
                    <a:pt x="5213" y="3216"/>
                    <a:pt x="5215" y="3202"/>
                  </a:cubicBezTo>
                  <a:cubicBezTo>
                    <a:pt x="5215" y="3202"/>
                    <a:pt x="5218" y="3184"/>
                    <a:pt x="5196" y="3180"/>
                  </a:cubicBezTo>
                  <a:cubicBezTo>
                    <a:pt x="5146" y="3168"/>
                    <a:pt x="5146" y="3171"/>
                    <a:pt x="5175" y="3155"/>
                  </a:cubicBezTo>
                  <a:cubicBezTo>
                    <a:pt x="5225" y="3146"/>
                    <a:pt x="5228" y="3127"/>
                    <a:pt x="5184" y="3099"/>
                  </a:cubicBezTo>
                  <a:cubicBezTo>
                    <a:pt x="5134" y="3090"/>
                    <a:pt x="5134" y="3090"/>
                    <a:pt x="5187" y="3080"/>
                  </a:cubicBezTo>
                  <a:cubicBezTo>
                    <a:pt x="5191" y="3081"/>
                    <a:pt x="5195" y="3082"/>
                    <a:pt x="5199" y="3082"/>
                  </a:cubicBezTo>
                  <a:cubicBezTo>
                    <a:pt x="5217" y="3082"/>
                    <a:pt x="5235" y="3070"/>
                    <a:pt x="5240" y="3052"/>
                  </a:cubicBezTo>
                  <a:lnTo>
                    <a:pt x="5215" y="3046"/>
                  </a:lnTo>
                  <a:cubicBezTo>
                    <a:pt x="5168" y="3039"/>
                    <a:pt x="5168" y="3021"/>
                    <a:pt x="5196" y="3005"/>
                  </a:cubicBezTo>
                  <a:lnTo>
                    <a:pt x="5196" y="3005"/>
                  </a:lnTo>
                  <a:cubicBezTo>
                    <a:pt x="5198" y="3005"/>
                    <a:pt x="5200" y="3005"/>
                    <a:pt x="5202" y="3005"/>
                  </a:cubicBezTo>
                  <a:cubicBezTo>
                    <a:pt x="5222" y="3005"/>
                    <a:pt x="5223" y="2986"/>
                    <a:pt x="5206" y="2949"/>
                  </a:cubicBezTo>
                  <a:cubicBezTo>
                    <a:pt x="5212" y="2914"/>
                    <a:pt x="5212" y="2895"/>
                    <a:pt x="5232" y="2895"/>
                  </a:cubicBezTo>
                  <a:cubicBezTo>
                    <a:pt x="5234" y="2895"/>
                    <a:pt x="5235" y="2895"/>
                    <a:pt x="5237" y="2895"/>
                  </a:cubicBezTo>
                  <a:cubicBezTo>
                    <a:pt x="5251" y="2896"/>
                    <a:pt x="5261" y="2897"/>
                    <a:pt x="5267" y="2897"/>
                  </a:cubicBezTo>
                  <a:cubicBezTo>
                    <a:pt x="5284" y="2897"/>
                    <a:pt x="5274" y="2892"/>
                    <a:pt x="5237" y="2876"/>
                  </a:cubicBezTo>
                  <a:cubicBezTo>
                    <a:pt x="5215" y="2855"/>
                    <a:pt x="5215" y="2855"/>
                    <a:pt x="5240" y="2817"/>
                  </a:cubicBezTo>
                  <a:cubicBezTo>
                    <a:pt x="5269" y="2801"/>
                    <a:pt x="5269" y="2798"/>
                    <a:pt x="5243" y="2779"/>
                  </a:cubicBezTo>
                  <a:cubicBezTo>
                    <a:pt x="5229" y="2778"/>
                    <a:pt x="5217" y="2778"/>
                    <a:pt x="5206" y="2778"/>
                  </a:cubicBezTo>
                  <a:cubicBezTo>
                    <a:pt x="5181" y="2778"/>
                    <a:pt x="5168" y="2782"/>
                    <a:pt x="5168" y="2795"/>
                  </a:cubicBezTo>
                  <a:cubicBezTo>
                    <a:pt x="5166" y="2808"/>
                    <a:pt x="5165" y="2812"/>
                    <a:pt x="5156" y="2812"/>
                  </a:cubicBezTo>
                  <a:cubicBezTo>
                    <a:pt x="5153" y="2812"/>
                    <a:pt x="5147" y="2812"/>
                    <a:pt x="5140" y="2811"/>
                  </a:cubicBezTo>
                  <a:lnTo>
                    <a:pt x="5143" y="2776"/>
                  </a:lnTo>
                  <a:cubicBezTo>
                    <a:pt x="5146" y="2748"/>
                    <a:pt x="5137" y="2723"/>
                    <a:pt x="5121" y="2701"/>
                  </a:cubicBezTo>
                  <a:cubicBezTo>
                    <a:pt x="5110" y="2682"/>
                    <a:pt x="5092" y="2672"/>
                    <a:pt x="5079" y="2672"/>
                  </a:cubicBezTo>
                  <a:cubicBezTo>
                    <a:pt x="5068" y="2672"/>
                    <a:pt x="5062" y="2681"/>
                    <a:pt x="5074" y="2698"/>
                  </a:cubicBezTo>
                  <a:lnTo>
                    <a:pt x="5046" y="2717"/>
                  </a:lnTo>
                  <a:cubicBezTo>
                    <a:pt x="5043" y="2717"/>
                    <a:pt x="5040" y="2716"/>
                    <a:pt x="5037" y="2716"/>
                  </a:cubicBezTo>
                  <a:cubicBezTo>
                    <a:pt x="4971" y="2716"/>
                    <a:pt x="4974" y="2748"/>
                    <a:pt x="5046" y="2751"/>
                  </a:cubicBezTo>
                  <a:cubicBezTo>
                    <a:pt x="5121" y="2754"/>
                    <a:pt x="5121" y="2754"/>
                    <a:pt x="5068" y="2770"/>
                  </a:cubicBezTo>
                  <a:cubicBezTo>
                    <a:pt x="5064" y="2770"/>
                    <a:pt x="5061" y="2770"/>
                    <a:pt x="5058" y="2770"/>
                  </a:cubicBezTo>
                  <a:cubicBezTo>
                    <a:pt x="5018" y="2770"/>
                    <a:pt x="5018" y="2787"/>
                    <a:pt x="5018" y="2804"/>
                  </a:cubicBezTo>
                  <a:cubicBezTo>
                    <a:pt x="5015" y="2820"/>
                    <a:pt x="5015" y="2820"/>
                    <a:pt x="4990" y="2820"/>
                  </a:cubicBezTo>
                  <a:cubicBezTo>
                    <a:pt x="4987" y="2820"/>
                    <a:pt x="4985" y="2820"/>
                    <a:pt x="4983" y="2820"/>
                  </a:cubicBezTo>
                  <a:cubicBezTo>
                    <a:pt x="4960" y="2820"/>
                    <a:pt x="4939" y="2834"/>
                    <a:pt x="4936" y="2848"/>
                  </a:cubicBezTo>
                  <a:cubicBezTo>
                    <a:pt x="4936" y="2867"/>
                    <a:pt x="4936" y="2867"/>
                    <a:pt x="4961" y="2867"/>
                  </a:cubicBezTo>
                  <a:cubicBezTo>
                    <a:pt x="4966" y="2865"/>
                    <a:pt x="4969" y="2864"/>
                    <a:pt x="4972" y="2864"/>
                  </a:cubicBezTo>
                  <a:cubicBezTo>
                    <a:pt x="4988" y="2864"/>
                    <a:pt x="4979" y="2891"/>
                    <a:pt x="4933" y="2902"/>
                  </a:cubicBezTo>
                  <a:cubicBezTo>
                    <a:pt x="4908" y="2914"/>
                    <a:pt x="4908" y="2914"/>
                    <a:pt x="4958" y="2920"/>
                  </a:cubicBezTo>
                  <a:cubicBezTo>
                    <a:pt x="5008" y="2927"/>
                    <a:pt x="5002" y="2961"/>
                    <a:pt x="4949" y="2970"/>
                  </a:cubicBezTo>
                  <a:cubicBezTo>
                    <a:pt x="4949" y="2970"/>
                    <a:pt x="4946" y="2986"/>
                    <a:pt x="4943" y="3005"/>
                  </a:cubicBezTo>
                  <a:cubicBezTo>
                    <a:pt x="4940" y="3021"/>
                    <a:pt x="4965" y="3027"/>
                    <a:pt x="4990" y="3030"/>
                  </a:cubicBezTo>
                  <a:cubicBezTo>
                    <a:pt x="5040" y="3036"/>
                    <a:pt x="5040" y="3036"/>
                    <a:pt x="5012" y="3052"/>
                  </a:cubicBezTo>
                  <a:cubicBezTo>
                    <a:pt x="5000" y="3057"/>
                    <a:pt x="4987" y="3059"/>
                    <a:pt x="4975" y="3059"/>
                  </a:cubicBezTo>
                  <a:cubicBezTo>
                    <a:pt x="4970" y="3059"/>
                    <a:pt x="4966" y="3059"/>
                    <a:pt x="4961" y="3058"/>
                  </a:cubicBezTo>
                  <a:cubicBezTo>
                    <a:pt x="4960" y="3058"/>
                    <a:pt x="4958" y="3058"/>
                    <a:pt x="4956" y="3058"/>
                  </a:cubicBezTo>
                  <a:cubicBezTo>
                    <a:pt x="4936" y="3058"/>
                    <a:pt x="4933" y="3075"/>
                    <a:pt x="4930" y="3090"/>
                  </a:cubicBezTo>
                  <a:cubicBezTo>
                    <a:pt x="4927" y="3104"/>
                    <a:pt x="4922" y="3135"/>
                    <a:pt x="4941" y="3144"/>
                  </a:cubicBezTo>
                  <a:lnTo>
                    <a:pt x="4941" y="3144"/>
                  </a:lnTo>
                  <a:cubicBezTo>
                    <a:pt x="4935" y="3143"/>
                    <a:pt x="4928" y="3141"/>
                    <a:pt x="4921" y="3140"/>
                  </a:cubicBezTo>
                  <a:cubicBezTo>
                    <a:pt x="4918" y="3155"/>
                    <a:pt x="4893" y="3152"/>
                    <a:pt x="4918" y="3155"/>
                  </a:cubicBezTo>
                  <a:cubicBezTo>
                    <a:pt x="4918" y="3155"/>
                    <a:pt x="4911" y="3174"/>
                    <a:pt x="4880" y="3199"/>
                  </a:cubicBezTo>
                  <a:cubicBezTo>
                    <a:pt x="4853" y="3221"/>
                    <a:pt x="4868" y="3264"/>
                    <a:pt x="4906" y="3264"/>
                  </a:cubicBezTo>
                  <a:cubicBezTo>
                    <a:pt x="4916" y="3264"/>
                    <a:pt x="4929" y="3261"/>
                    <a:pt x="4943" y="3253"/>
                  </a:cubicBezTo>
                  <a:cubicBezTo>
                    <a:pt x="4945" y="3245"/>
                    <a:pt x="4947" y="3240"/>
                    <a:pt x="4947" y="3240"/>
                  </a:cubicBezTo>
                  <a:lnTo>
                    <a:pt x="4947" y="3240"/>
                  </a:lnTo>
                  <a:cubicBezTo>
                    <a:pt x="4947" y="3240"/>
                    <a:pt x="4945" y="3248"/>
                    <a:pt x="4940" y="3268"/>
                  </a:cubicBezTo>
                  <a:cubicBezTo>
                    <a:pt x="4933" y="3287"/>
                    <a:pt x="4958" y="3293"/>
                    <a:pt x="4958" y="3293"/>
                  </a:cubicBezTo>
                  <a:cubicBezTo>
                    <a:pt x="4983" y="3300"/>
                    <a:pt x="4977" y="3315"/>
                    <a:pt x="4974" y="3334"/>
                  </a:cubicBezTo>
                  <a:lnTo>
                    <a:pt x="4924" y="3318"/>
                  </a:lnTo>
                  <a:cubicBezTo>
                    <a:pt x="4902" y="3307"/>
                    <a:pt x="4883" y="3302"/>
                    <a:pt x="4871" y="3302"/>
                  </a:cubicBezTo>
                  <a:cubicBezTo>
                    <a:pt x="4847" y="3302"/>
                    <a:pt x="4847" y="3321"/>
                    <a:pt x="4893" y="3347"/>
                  </a:cubicBezTo>
                  <a:cubicBezTo>
                    <a:pt x="4899" y="3348"/>
                    <a:pt x="4902" y="3349"/>
                    <a:pt x="4902" y="3349"/>
                  </a:cubicBezTo>
                  <a:cubicBezTo>
                    <a:pt x="4901" y="3349"/>
                    <a:pt x="4885" y="3345"/>
                    <a:pt x="4867" y="3340"/>
                  </a:cubicBezTo>
                  <a:cubicBezTo>
                    <a:pt x="4863" y="3339"/>
                    <a:pt x="4859" y="3338"/>
                    <a:pt x="4856" y="3338"/>
                  </a:cubicBezTo>
                  <a:cubicBezTo>
                    <a:pt x="4842" y="3338"/>
                    <a:pt x="4842" y="3354"/>
                    <a:pt x="4852" y="3387"/>
                  </a:cubicBezTo>
                  <a:cubicBezTo>
                    <a:pt x="4846" y="3403"/>
                    <a:pt x="4886" y="3437"/>
                    <a:pt x="4911" y="3444"/>
                  </a:cubicBezTo>
                  <a:cubicBezTo>
                    <a:pt x="4933" y="3453"/>
                    <a:pt x="4927" y="3469"/>
                    <a:pt x="4927" y="3469"/>
                  </a:cubicBezTo>
                  <a:cubicBezTo>
                    <a:pt x="4923" y="3480"/>
                    <a:pt x="4922" y="3484"/>
                    <a:pt x="4917" y="3484"/>
                  </a:cubicBezTo>
                  <a:cubicBezTo>
                    <a:pt x="4913" y="3484"/>
                    <a:pt x="4908" y="3482"/>
                    <a:pt x="4899" y="3478"/>
                  </a:cubicBezTo>
                  <a:cubicBezTo>
                    <a:pt x="4890" y="3474"/>
                    <a:pt x="4882" y="3473"/>
                    <a:pt x="4875" y="3473"/>
                  </a:cubicBezTo>
                  <a:cubicBezTo>
                    <a:pt x="4849" y="3473"/>
                    <a:pt x="4847" y="3501"/>
                    <a:pt x="4880" y="3528"/>
                  </a:cubicBezTo>
                  <a:lnTo>
                    <a:pt x="4855" y="3519"/>
                  </a:lnTo>
                  <a:cubicBezTo>
                    <a:pt x="4850" y="3517"/>
                    <a:pt x="4846" y="3516"/>
                    <a:pt x="4841" y="3516"/>
                  </a:cubicBezTo>
                  <a:cubicBezTo>
                    <a:pt x="4822" y="3516"/>
                    <a:pt x="4802" y="3535"/>
                    <a:pt x="4792" y="3607"/>
                  </a:cubicBezTo>
                  <a:cubicBezTo>
                    <a:pt x="4766" y="3661"/>
                    <a:pt x="4743" y="3705"/>
                    <a:pt x="4723" y="3705"/>
                  </a:cubicBezTo>
                  <a:cubicBezTo>
                    <a:pt x="4721" y="3705"/>
                    <a:pt x="4719" y="3705"/>
                    <a:pt x="4717" y="3704"/>
                  </a:cubicBezTo>
                  <a:cubicBezTo>
                    <a:pt x="4716" y="3703"/>
                    <a:pt x="4714" y="3703"/>
                    <a:pt x="4713" y="3703"/>
                  </a:cubicBezTo>
                  <a:cubicBezTo>
                    <a:pt x="4697" y="3703"/>
                    <a:pt x="4712" y="3779"/>
                    <a:pt x="4736" y="3829"/>
                  </a:cubicBezTo>
                  <a:cubicBezTo>
                    <a:pt x="4731" y="3826"/>
                    <a:pt x="4726" y="3825"/>
                    <a:pt x="4722" y="3825"/>
                  </a:cubicBezTo>
                  <a:cubicBezTo>
                    <a:pt x="4709" y="3825"/>
                    <a:pt x="4700" y="3840"/>
                    <a:pt x="4686" y="3864"/>
                  </a:cubicBezTo>
                  <a:cubicBezTo>
                    <a:pt x="4667" y="3892"/>
                    <a:pt x="4661" y="3902"/>
                    <a:pt x="4653" y="3902"/>
                  </a:cubicBezTo>
                  <a:cubicBezTo>
                    <a:pt x="4649" y="3902"/>
                    <a:pt x="4645" y="3899"/>
                    <a:pt x="4639" y="3895"/>
                  </a:cubicBezTo>
                  <a:cubicBezTo>
                    <a:pt x="4622" y="3876"/>
                    <a:pt x="4614" y="3865"/>
                    <a:pt x="4612" y="3865"/>
                  </a:cubicBezTo>
                  <a:lnTo>
                    <a:pt x="4612" y="3865"/>
                  </a:lnTo>
                  <a:cubicBezTo>
                    <a:pt x="4610" y="3865"/>
                    <a:pt x="4616" y="3878"/>
                    <a:pt x="4629" y="3907"/>
                  </a:cubicBezTo>
                  <a:cubicBezTo>
                    <a:pt x="4652" y="3940"/>
                    <a:pt x="4633" y="3965"/>
                    <a:pt x="4604" y="3965"/>
                  </a:cubicBezTo>
                  <a:cubicBezTo>
                    <a:pt x="4593" y="3965"/>
                    <a:pt x="4581" y="3962"/>
                    <a:pt x="4570" y="3954"/>
                  </a:cubicBezTo>
                  <a:cubicBezTo>
                    <a:pt x="4565" y="3950"/>
                    <a:pt x="4560" y="3948"/>
                    <a:pt x="4556" y="3948"/>
                  </a:cubicBezTo>
                  <a:cubicBezTo>
                    <a:pt x="4545" y="3948"/>
                    <a:pt x="4535" y="3961"/>
                    <a:pt x="4520" y="3980"/>
                  </a:cubicBezTo>
                  <a:cubicBezTo>
                    <a:pt x="4529" y="4008"/>
                    <a:pt x="4510" y="4036"/>
                    <a:pt x="4488" y="4061"/>
                  </a:cubicBezTo>
                  <a:cubicBezTo>
                    <a:pt x="4457" y="4102"/>
                    <a:pt x="4457" y="4102"/>
                    <a:pt x="4498" y="4133"/>
                  </a:cubicBezTo>
                  <a:cubicBezTo>
                    <a:pt x="4535" y="4164"/>
                    <a:pt x="4526" y="4180"/>
                    <a:pt x="4504" y="4208"/>
                  </a:cubicBezTo>
                  <a:cubicBezTo>
                    <a:pt x="4496" y="4217"/>
                    <a:pt x="4487" y="4225"/>
                    <a:pt x="4477" y="4225"/>
                  </a:cubicBezTo>
                  <a:cubicBezTo>
                    <a:pt x="4472" y="4225"/>
                    <a:pt x="4466" y="4223"/>
                    <a:pt x="4460" y="4218"/>
                  </a:cubicBezTo>
                  <a:cubicBezTo>
                    <a:pt x="4460" y="4218"/>
                    <a:pt x="4457" y="4217"/>
                    <a:pt x="4451" y="4217"/>
                  </a:cubicBezTo>
                  <a:cubicBezTo>
                    <a:pt x="4441" y="4217"/>
                    <a:pt x="4425" y="4219"/>
                    <a:pt x="4416" y="4227"/>
                  </a:cubicBezTo>
                  <a:cubicBezTo>
                    <a:pt x="4410" y="4235"/>
                    <a:pt x="4402" y="4244"/>
                    <a:pt x="4392" y="4244"/>
                  </a:cubicBezTo>
                  <a:cubicBezTo>
                    <a:pt x="4387" y="4244"/>
                    <a:pt x="4382" y="4242"/>
                    <a:pt x="4375" y="4237"/>
                  </a:cubicBezTo>
                  <a:cubicBezTo>
                    <a:pt x="4372" y="4236"/>
                    <a:pt x="4368" y="4236"/>
                    <a:pt x="4365" y="4236"/>
                  </a:cubicBezTo>
                  <a:cubicBezTo>
                    <a:pt x="4347" y="4236"/>
                    <a:pt x="4333" y="4242"/>
                    <a:pt x="4322" y="4255"/>
                  </a:cubicBezTo>
                  <a:cubicBezTo>
                    <a:pt x="4303" y="4274"/>
                    <a:pt x="4286" y="4293"/>
                    <a:pt x="4271" y="4293"/>
                  </a:cubicBezTo>
                  <a:cubicBezTo>
                    <a:pt x="4266" y="4293"/>
                    <a:pt x="4261" y="4291"/>
                    <a:pt x="4256" y="4287"/>
                  </a:cubicBezTo>
                  <a:lnTo>
                    <a:pt x="4256" y="4287"/>
                  </a:lnTo>
                  <a:cubicBezTo>
                    <a:pt x="4244" y="4299"/>
                    <a:pt x="4244" y="4299"/>
                    <a:pt x="4263" y="4318"/>
                  </a:cubicBezTo>
                  <a:cubicBezTo>
                    <a:pt x="4278" y="4334"/>
                    <a:pt x="4285" y="4365"/>
                    <a:pt x="4216" y="4393"/>
                  </a:cubicBezTo>
                  <a:cubicBezTo>
                    <a:pt x="4191" y="4415"/>
                    <a:pt x="4150" y="4450"/>
                    <a:pt x="4165" y="4468"/>
                  </a:cubicBezTo>
                  <a:cubicBezTo>
                    <a:pt x="4160" y="4474"/>
                    <a:pt x="4157" y="4477"/>
                    <a:pt x="4154" y="4477"/>
                  </a:cubicBezTo>
                  <a:cubicBezTo>
                    <a:pt x="4150" y="4477"/>
                    <a:pt x="4146" y="4473"/>
                    <a:pt x="4137" y="4462"/>
                  </a:cubicBezTo>
                  <a:cubicBezTo>
                    <a:pt x="4126" y="4448"/>
                    <a:pt x="4116" y="4441"/>
                    <a:pt x="4108" y="4441"/>
                  </a:cubicBezTo>
                  <a:cubicBezTo>
                    <a:pt x="4092" y="4441"/>
                    <a:pt x="4082" y="4464"/>
                    <a:pt x="4084" y="4503"/>
                  </a:cubicBezTo>
                  <a:cubicBezTo>
                    <a:pt x="4095" y="4517"/>
                    <a:pt x="4090" y="4525"/>
                    <a:pt x="4075" y="4525"/>
                  </a:cubicBezTo>
                  <a:cubicBezTo>
                    <a:pt x="4070" y="4525"/>
                    <a:pt x="4063" y="4524"/>
                    <a:pt x="4056" y="4522"/>
                  </a:cubicBezTo>
                  <a:cubicBezTo>
                    <a:pt x="4043" y="4534"/>
                    <a:pt x="4040" y="4547"/>
                    <a:pt x="4043" y="4562"/>
                  </a:cubicBezTo>
                  <a:cubicBezTo>
                    <a:pt x="4043" y="4594"/>
                    <a:pt x="4043" y="4594"/>
                    <a:pt x="3999" y="4594"/>
                  </a:cubicBezTo>
                  <a:cubicBezTo>
                    <a:pt x="3994" y="4585"/>
                    <a:pt x="3989" y="4582"/>
                    <a:pt x="3983" y="4582"/>
                  </a:cubicBezTo>
                  <a:cubicBezTo>
                    <a:pt x="3975" y="4582"/>
                    <a:pt x="3966" y="4588"/>
                    <a:pt x="3959" y="4594"/>
                  </a:cubicBezTo>
                  <a:cubicBezTo>
                    <a:pt x="3944" y="4632"/>
                    <a:pt x="3800" y="4718"/>
                    <a:pt x="3760" y="4718"/>
                  </a:cubicBezTo>
                  <a:cubicBezTo>
                    <a:pt x="3756" y="4718"/>
                    <a:pt x="3754" y="4717"/>
                    <a:pt x="3752" y="4716"/>
                  </a:cubicBezTo>
                  <a:cubicBezTo>
                    <a:pt x="3749" y="4747"/>
                    <a:pt x="3749" y="4747"/>
                    <a:pt x="3733" y="4754"/>
                  </a:cubicBezTo>
                  <a:cubicBezTo>
                    <a:pt x="3720" y="4742"/>
                    <a:pt x="3711" y="4737"/>
                    <a:pt x="3705" y="4737"/>
                  </a:cubicBezTo>
                  <a:cubicBezTo>
                    <a:pt x="3693" y="4737"/>
                    <a:pt x="3696" y="4761"/>
                    <a:pt x="3711" y="4791"/>
                  </a:cubicBezTo>
                  <a:lnTo>
                    <a:pt x="3727" y="4785"/>
                  </a:lnTo>
                  <a:lnTo>
                    <a:pt x="3742" y="4776"/>
                  </a:lnTo>
                  <a:lnTo>
                    <a:pt x="3742" y="4776"/>
                  </a:lnTo>
                  <a:cubicBezTo>
                    <a:pt x="3756" y="4800"/>
                    <a:pt x="3747" y="4818"/>
                    <a:pt x="3730" y="4818"/>
                  </a:cubicBezTo>
                  <a:cubicBezTo>
                    <a:pt x="3717" y="4818"/>
                    <a:pt x="3698" y="4806"/>
                    <a:pt x="3683" y="4776"/>
                  </a:cubicBezTo>
                  <a:cubicBezTo>
                    <a:pt x="3666" y="4758"/>
                    <a:pt x="3657" y="4749"/>
                    <a:pt x="3653" y="4749"/>
                  </a:cubicBezTo>
                  <a:cubicBezTo>
                    <a:pt x="3648" y="4749"/>
                    <a:pt x="3650" y="4762"/>
                    <a:pt x="3652" y="4791"/>
                  </a:cubicBezTo>
                  <a:cubicBezTo>
                    <a:pt x="3655" y="4822"/>
                    <a:pt x="3651" y="4837"/>
                    <a:pt x="3640" y="4837"/>
                  </a:cubicBezTo>
                  <a:cubicBezTo>
                    <a:pt x="3632" y="4837"/>
                    <a:pt x="3620" y="4829"/>
                    <a:pt x="3605" y="4813"/>
                  </a:cubicBezTo>
                  <a:cubicBezTo>
                    <a:pt x="3595" y="4790"/>
                    <a:pt x="3591" y="4779"/>
                    <a:pt x="3589" y="4779"/>
                  </a:cubicBezTo>
                  <a:lnTo>
                    <a:pt x="3589" y="4779"/>
                  </a:lnTo>
                  <a:cubicBezTo>
                    <a:pt x="3586" y="4779"/>
                    <a:pt x="3587" y="4792"/>
                    <a:pt x="3589" y="4819"/>
                  </a:cubicBezTo>
                  <a:cubicBezTo>
                    <a:pt x="3595" y="4887"/>
                    <a:pt x="3580" y="4928"/>
                    <a:pt x="3560" y="4928"/>
                  </a:cubicBezTo>
                  <a:cubicBezTo>
                    <a:pt x="3548" y="4928"/>
                    <a:pt x="3533" y="4912"/>
                    <a:pt x="3520" y="4876"/>
                  </a:cubicBezTo>
                  <a:cubicBezTo>
                    <a:pt x="3503" y="4835"/>
                    <a:pt x="3482" y="4815"/>
                    <a:pt x="3467" y="4815"/>
                  </a:cubicBezTo>
                  <a:cubicBezTo>
                    <a:pt x="3464" y="4815"/>
                    <a:pt x="3462" y="4816"/>
                    <a:pt x="3460" y="4816"/>
                  </a:cubicBezTo>
                  <a:cubicBezTo>
                    <a:pt x="3445" y="4823"/>
                    <a:pt x="3451" y="4844"/>
                    <a:pt x="3460" y="4870"/>
                  </a:cubicBezTo>
                  <a:cubicBezTo>
                    <a:pt x="3480" y="4892"/>
                    <a:pt x="3482" y="4904"/>
                    <a:pt x="3472" y="4904"/>
                  </a:cubicBezTo>
                  <a:cubicBezTo>
                    <a:pt x="3465" y="4904"/>
                    <a:pt x="3450" y="4897"/>
                    <a:pt x="3429" y="4882"/>
                  </a:cubicBezTo>
                  <a:cubicBezTo>
                    <a:pt x="3396" y="4857"/>
                    <a:pt x="3372" y="4846"/>
                    <a:pt x="3352" y="4846"/>
                  </a:cubicBezTo>
                  <a:cubicBezTo>
                    <a:pt x="3327" y="4846"/>
                    <a:pt x="3309" y="4864"/>
                    <a:pt x="3288" y="4898"/>
                  </a:cubicBezTo>
                  <a:cubicBezTo>
                    <a:pt x="3258" y="4934"/>
                    <a:pt x="3230" y="4954"/>
                    <a:pt x="3217" y="4954"/>
                  </a:cubicBezTo>
                  <a:cubicBezTo>
                    <a:pt x="3206" y="4954"/>
                    <a:pt x="3205" y="4941"/>
                    <a:pt x="3222" y="4913"/>
                  </a:cubicBezTo>
                  <a:cubicBezTo>
                    <a:pt x="3235" y="4882"/>
                    <a:pt x="3240" y="4868"/>
                    <a:pt x="3237" y="4868"/>
                  </a:cubicBezTo>
                  <a:lnTo>
                    <a:pt x="3237" y="4868"/>
                  </a:lnTo>
                  <a:cubicBezTo>
                    <a:pt x="3235" y="4868"/>
                    <a:pt x="3228" y="4876"/>
                    <a:pt x="3216" y="4891"/>
                  </a:cubicBezTo>
                  <a:lnTo>
                    <a:pt x="3134" y="4910"/>
                  </a:lnTo>
                  <a:cubicBezTo>
                    <a:pt x="3119" y="4913"/>
                    <a:pt x="3106" y="4942"/>
                    <a:pt x="3109" y="4967"/>
                  </a:cubicBezTo>
                  <a:cubicBezTo>
                    <a:pt x="3095" y="4940"/>
                    <a:pt x="3076" y="4922"/>
                    <a:pt x="3058" y="4922"/>
                  </a:cubicBezTo>
                  <a:cubicBezTo>
                    <a:pt x="3045" y="4922"/>
                    <a:pt x="3032" y="4932"/>
                    <a:pt x="3022" y="4954"/>
                  </a:cubicBezTo>
                  <a:lnTo>
                    <a:pt x="2987" y="4960"/>
                  </a:lnTo>
                  <a:cubicBezTo>
                    <a:pt x="2968" y="4960"/>
                    <a:pt x="2971" y="4960"/>
                    <a:pt x="2956" y="4989"/>
                  </a:cubicBezTo>
                  <a:cubicBezTo>
                    <a:pt x="2952" y="4998"/>
                    <a:pt x="2946" y="5002"/>
                    <a:pt x="2941" y="5002"/>
                  </a:cubicBezTo>
                  <a:cubicBezTo>
                    <a:pt x="2929" y="5002"/>
                    <a:pt x="2915" y="4987"/>
                    <a:pt x="2903" y="4970"/>
                  </a:cubicBezTo>
                  <a:cubicBezTo>
                    <a:pt x="2889" y="4954"/>
                    <a:pt x="2876" y="4937"/>
                    <a:pt x="2869" y="4937"/>
                  </a:cubicBezTo>
                  <a:cubicBezTo>
                    <a:pt x="2867" y="4937"/>
                    <a:pt x="2865" y="4940"/>
                    <a:pt x="2865" y="4948"/>
                  </a:cubicBezTo>
                  <a:cubicBezTo>
                    <a:pt x="2868" y="4973"/>
                    <a:pt x="2837" y="5001"/>
                    <a:pt x="2821" y="5026"/>
                  </a:cubicBezTo>
                  <a:cubicBezTo>
                    <a:pt x="2816" y="5034"/>
                    <a:pt x="2811" y="5037"/>
                    <a:pt x="2807" y="5037"/>
                  </a:cubicBezTo>
                  <a:cubicBezTo>
                    <a:pt x="2797" y="5037"/>
                    <a:pt x="2791" y="5021"/>
                    <a:pt x="2802" y="5001"/>
                  </a:cubicBezTo>
                  <a:cubicBezTo>
                    <a:pt x="2799" y="4976"/>
                    <a:pt x="2799" y="4976"/>
                    <a:pt x="2765" y="4954"/>
                  </a:cubicBezTo>
                  <a:cubicBezTo>
                    <a:pt x="2749" y="4954"/>
                    <a:pt x="2715" y="4954"/>
                    <a:pt x="2715" y="4979"/>
                  </a:cubicBezTo>
                  <a:cubicBezTo>
                    <a:pt x="2715" y="4993"/>
                    <a:pt x="2689" y="5000"/>
                    <a:pt x="2661" y="5000"/>
                  </a:cubicBezTo>
                  <a:cubicBezTo>
                    <a:pt x="2633" y="5000"/>
                    <a:pt x="2603" y="4993"/>
                    <a:pt x="2595" y="4979"/>
                  </a:cubicBezTo>
                  <a:lnTo>
                    <a:pt x="2561" y="4976"/>
                  </a:lnTo>
                  <a:cubicBezTo>
                    <a:pt x="2546" y="4976"/>
                    <a:pt x="2529" y="4998"/>
                    <a:pt x="2511" y="4998"/>
                  </a:cubicBezTo>
                  <a:cubicBezTo>
                    <a:pt x="2510" y="4998"/>
                    <a:pt x="2509" y="4998"/>
                    <a:pt x="2508" y="4998"/>
                  </a:cubicBezTo>
                  <a:cubicBezTo>
                    <a:pt x="2508" y="4998"/>
                    <a:pt x="2492" y="4998"/>
                    <a:pt x="2470" y="5023"/>
                  </a:cubicBezTo>
                  <a:cubicBezTo>
                    <a:pt x="2454" y="5023"/>
                    <a:pt x="2436" y="5020"/>
                    <a:pt x="2439" y="4995"/>
                  </a:cubicBezTo>
                  <a:lnTo>
                    <a:pt x="2439" y="4995"/>
                  </a:lnTo>
                  <a:cubicBezTo>
                    <a:pt x="2428" y="5020"/>
                    <a:pt x="2422" y="5032"/>
                    <a:pt x="2418" y="5032"/>
                  </a:cubicBezTo>
                  <a:cubicBezTo>
                    <a:pt x="2414" y="5032"/>
                    <a:pt x="2411" y="5019"/>
                    <a:pt x="2404" y="4992"/>
                  </a:cubicBezTo>
                  <a:cubicBezTo>
                    <a:pt x="2407" y="4966"/>
                    <a:pt x="2409" y="4954"/>
                    <a:pt x="2407" y="4954"/>
                  </a:cubicBezTo>
                  <a:lnTo>
                    <a:pt x="2407" y="4954"/>
                  </a:lnTo>
                  <a:cubicBezTo>
                    <a:pt x="2405" y="4954"/>
                    <a:pt x="2399" y="4966"/>
                    <a:pt x="2389" y="4989"/>
                  </a:cubicBezTo>
                  <a:cubicBezTo>
                    <a:pt x="2378" y="4999"/>
                    <a:pt x="2373" y="5005"/>
                    <a:pt x="2368" y="5005"/>
                  </a:cubicBezTo>
                  <a:cubicBezTo>
                    <a:pt x="2364" y="5005"/>
                    <a:pt x="2361" y="4998"/>
                    <a:pt x="2354" y="4986"/>
                  </a:cubicBezTo>
                  <a:cubicBezTo>
                    <a:pt x="2356" y="4972"/>
                    <a:pt x="2352" y="4965"/>
                    <a:pt x="2347" y="4965"/>
                  </a:cubicBezTo>
                  <a:cubicBezTo>
                    <a:pt x="2343" y="4965"/>
                    <a:pt x="2338" y="4971"/>
                    <a:pt x="2335" y="4982"/>
                  </a:cubicBezTo>
                  <a:cubicBezTo>
                    <a:pt x="2323" y="5009"/>
                    <a:pt x="2299" y="5026"/>
                    <a:pt x="2282" y="5026"/>
                  </a:cubicBezTo>
                  <a:cubicBezTo>
                    <a:pt x="2269" y="5026"/>
                    <a:pt x="2261" y="5016"/>
                    <a:pt x="2263" y="4995"/>
                  </a:cubicBezTo>
                  <a:cubicBezTo>
                    <a:pt x="2263" y="4995"/>
                    <a:pt x="2262" y="4995"/>
                    <a:pt x="2261" y="4995"/>
                  </a:cubicBezTo>
                  <a:cubicBezTo>
                    <a:pt x="2256" y="4995"/>
                    <a:pt x="2243" y="4997"/>
                    <a:pt x="2226" y="5014"/>
                  </a:cubicBezTo>
                  <a:cubicBezTo>
                    <a:pt x="2212" y="5037"/>
                    <a:pt x="2205" y="5049"/>
                    <a:pt x="2202" y="5049"/>
                  </a:cubicBezTo>
                  <a:cubicBezTo>
                    <a:pt x="2200" y="5049"/>
                    <a:pt x="2202" y="5036"/>
                    <a:pt x="2207" y="5011"/>
                  </a:cubicBezTo>
                  <a:cubicBezTo>
                    <a:pt x="2204" y="4983"/>
                    <a:pt x="2198" y="4969"/>
                    <a:pt x="2189" y="4969"/>
                  </a:cubicBezTo>
                  <a:cubicBezTo>
                    <a:pt x="2181" y="4969"/>
                    <a:pt x="2170" y="4980"/>
                    <a:pt x="2157" y="5001"/>
                  </a:cubicBezTo>
                  <a:cubicBezTo>
                    <a:pt x="2152" y="5006"/>
                    <a:pt x="2147" y="5008"/>
                    <a:pt x="2141" y="5008"/>
                  </a:cubicBezTo>
                  <a:cubicBezTo>
                    <a:pt x="2132" y="5008"/>
                    <a:pt x="2124" y="5002"/>
                    <a:pt x="2122" y="4992"/>
                  </a:cubicBezTo>
                  <a:cubicBezTo>
                    <a:pt x="2103" y="4970"/>
                    <a:pt x="2051" y="4938"/>
                    <a:pt x="2023" y="4938"/>
                  </a:cubicBezTo>
                  <a:cubicBezTo>
                    <a:pt x="2010" y="4938"/>
                    <a:pt x="2002" y="4944"/>
                    <a:pt x="2003" y="4960"/>
                  </a:cubicBezTo>
                  <a:lnTo>
                    <a:pt x="1969" y="4951"/>
                  </a:lnTo>
                  <a:cubicBezTo>
                    <a:pt x="1952" y="4931"/>
                    <a:pt x="1940" y="4919"/>
                    <a:pt x="1926" y="4919"/>
                  </a:cubicBezTo>
                  <a:cubicBezTo>
                    <a:pt x="1919" y="4919"/>
                    <a:pt x="1912" y="4923"/>
                    <a:pt x="1903" y="4929"/>
                  </a:cubicBezTo>
                  <a:lnTo>
                    <a:pt x="1878" y="4948"/>
                  </a:lnTo>
                  <a:cubicBezTo>
                    <a:pt x="1887" y="4923"/>
                    <a:pt x="1878" y="4895"/>
                    <a:pt x="1862" y="4888"/>
                  </a:cubicBezTo>
                  <a:cubicBezTo>
                    <a:pt x="1857" y="4886"/>
                    <a:pt x="1853" y="4885"/>
                    <a:pt x="1850" y="4885"/>
                  </a:cubicBezTo>
                  <a:cubicBezTo>
                    <a:pt x="1845" y="4885"/>
                    <a:pt x="1843" y="4890"/>
                    <a:pt x="1837" y="4904"/>
                  </a:cubicBezTo>
                  <a:cubicBezTo>
                    <a:pt x="1841" y="4923"/>
                    <a:pt x="1837" y="4928"/>
                    <a:pt x="1830" y="4928"/>
                  </a:cubicBezTo>
                  <a:cubicBezTo>
                    <a:pt x="1825" y="4928"/>
                    <a:pt x="1818" y="4925"/>
                    <a:pt x="1812" y="4923"/>
                  </a:cubicBezTo>
                  <a:cubicBezTo>
                    <a:pt x="1796" y="4917"/>
                    <a:pt x="1787" y="4885"/>
                    <a:pt x="1796" y="4863"/>
                  </a:cubicBezTo>
                  <a:lnTo>
                    <a:pt x="1781" y="4857"/>
                  </a:lnTo>
                  <a:cubicBezTo>
                    <a:pt x="1771" y="4882"/>
                    <a:pt x="1761" y="4892"/>
                    <a:pt x="1757" y="4892"/>
                  </a:cubicBezTo>
                  <a:cubicBezTo>
                    <a:pt x="1752" y="4892"/>
                    <a:pt x="1751" y="4884"/>
                    <a:pt x="1756" y="4873"/>
                  </a:cubicBezTo>
                  <a:cubicBezTo>
                    <a:pt x="1749" y="4854"/>
                    <a:pt x="1737" y="4838"/>
                    <a:pt x="1715" y="4829"/>
                  </a:cubicBezTo>
                  <a:cubicBezTo>
                    <a:pt x="1712" y="4836"/>
                    <a:pt x="1710" y="4839"/>
                    <a:pt x="1708" y="4839"/>
                  </a:cubicBezTo>
                  <a:cubicBezTo>
                    <a:pt x="1704" y="4839"/>
                    <a:pt x="1704" y="4828"/>
                    <a:pt x="1711" y="4828"/>
                  </a:cubicBezTo>
                  <a:cubicBezTo>
                    <a:pt x="1712" y="4828"/>
                    <a:pt x="1713" y="4828"/>
                    <a:pt x="1715" y="4829"/>
                  </a:cubicBezTo>
                  <a:lnTo>
                    <a:pt x="1727" y="4807"/>
                  </a:lnTo>
                  <a:cubicBezTo>
                    <a:pt x="1725" y="4796"/>
                    <a:pt x="1723" y="4792"/>
                    <a:pt x="1720" y="4792"/>
                  </a:cubicBezTo>
                  <a:cubicBezTo>
                    <a:pt x="1714" y="4792"/>
                    <a:pt x="1707" y="4808"/>
                    <a:pt x="1699" y="4823"/>
                  </a:cubicBezTo>
                  <a:lnTo>
                    <a:pt x="1668" y="4807"/>
                  </a:lnTo>
                  <a:cubicBezTo>
                    <a:pt x="1661" y="4804"/>
                    <a:pt x="1654" y="4801"/>
                    <a:pt x="1648" y="4801"/>
                  </a:cubicBezTo>
                  <a:cubicBezTo>
                    <a:pt x="1642" y="4801"/>
                    <a:pt x="1639" y="4806"/>
                    <a:pt x="1643" y="4823"/>
                  </a:cubicBezTo>
                  <a:cubicBezTo>
                    <a:pt x="1634" y="4842"/>
                    <a:pt x="1624" y="4861"/>
                    <a:pt x="1611" y="4861"/>
                  </a:cubicBezTo>
                  <a:cubicBezTo>
                    <a:pt x="1609" y="4861"/>
                    <a:pt x="1607" y="4861"/>
                    <a:pt x="1605" y="4860"/>
                  </a:cubicBezTo>
                  <a:cubicBezTo>
                    <a:pt x="1602" y="4866"/>
                    <a:pt x="1599" y="4868"/>
                    <a:pt x="1597" y="4868"/>
                  </a:cubicBezTo>
                  <a:cubicBezTo>
                    <a:pt x="1593" y="4868"/>
                    <a:pt x="1593" y="4858"/>
                    <a:pt x="1600" y="4858"/>
                  </a:cubicBezTo>
                  <a:cubicBezTo>
                    <a:pt x="1601" y="4858"/>
                    <a:pt x="1603" y="4859"/>
                    <a:pt x="1605" y="4860"/>
                  </a:cubicBezTo>
                  <a:cubicBezTo>
                    <a:pt x="1615" y="4838"/>
                    <a:pt x="1627" y="4813"/>
                    <a:pt x="1611" y="4807"/>
                  </a:cubicBezTo>
                  <a:cubicBezTo>
                    <a:pt x="1596" y="4797"/>
                    <a:pt x="1608" y="4776"/>
                    <a:pt x="1608" y="4776"/>
                  </a:cubicBezTo>
                  <a:cubicBezTo>
                    <a:pt x="1635" y="4749"/>
                    <a:pt x="1607" y="4738"/>
                    <a:pt x="1579" y="4738"/>
                  </a:cubicBezTo>
                  <a:cubicBezTo>
                    <a:pt x="1567" y="4738"/>
                    <a:pt x="1554" y="4740"/>
                    <a:pt x="1546" y="4744"/>
                  </a:cubicBezTo>
                  <a:cubicBezTo>
                    <a:pt x="1524" y="4756"/>
                    <a:pt x="1509" y="4762"/>
                    <a:pt x="1499" y="4762"/>
                  </a:cubicBezTo>
                  <a:cubicBezTo>
                    <a:pt x="1483" y="4762"/>
                    <a:pt x="1483" y="4746"/>
                    <a:pt x="1499" y="4719"/>
                  </a:cubicBezTo>
                  <a:cubicBezTo>
                    <a:pt x="1507" y="4704"/>
                    <a:pt x="1507" y="4697"/>
                    <a:pt x="1499" y="4697"/>
                  </a:cubicBezTo>
                  <a:cubicBezTo>
                    <a:pt x="1486" y="4697"/>
                    <a:pt x="1452" y="4720"/>
                    <a:pt x="1417" y="4757"/>
                  </a:cubicBezTo>
                  <a:lnTo>
                    <a:pt x="1361" y="4813"/>
                  </a:lnTo>
                  <a:lnTo>
                    <a:pt x="1401" y="4747"/>
                  </a:lnTo>
                  <a:cubicBezTo>
                    <a:pt x="1428" y="4678"/>
                    <a:pt x="1436" y="4660"/>
                    <a:pt x="1412" y="4660"/>
                  </a:cubicBezTo>
                  <a:cubicBezTo>
                    <a:pt x="1402" y="4660"/>
                    <a:pt x="1387" y="4662"/>
                    <a:pt x="1367" y="4666"/>
                  </a:cubicBezTo>
                  <a:cubicBezTo>
                    <a:pt x="1355" y="4667"/>
                    <a:pt x="1346" y="4667"/>
                    <a:pt x="1340" y="4667"/>
                  </a:cubicBezTo>
                  <a:cubicBezTo>
                    <a:pt x="1324" y="4667"/>
                    <a:pt x="1327" y="4663"/>
                    <a:pt x="1339" y="4647"/>
                  </a:cubicBezTo>
                  <a:cubicBezTo>
                    <a:pt x="1351" y="4628"/>
                    <a:pt x="1336" y="4619"/>
                    <a:pt x="1295" y="4588"/>
                  </a:cubicBezTo>
                  <a:cubicBezTo>
                    <a:pt x="1268" y="4567"/>
                    <a:pt x="1254" y="4555"/>
                    <a:pt x="1242" y="4555"/>
                  </a:cubicBezTo>
                  <a:cubicBezTo>
                    <a:pt x="1236" y="4555"/>
                    <a:pt x="1231" y="4558"/>
                    <a:pt x="1226" y="4566"/>
                  </a:cubicBezTo>
                  <a:lnTo>
                    <a:pt x="1198" y="4544"/>
                  </a:lnTo>
                  <a:cubicBezTo>
                    <a:pt x="1207" y="4518"/>
                    <a:pt x="1201" y="4506"/>
                    <a:pt x="1189" y="4506"/>
                  </a:cubicBezTo>
                  <a:cubicBezTo>
                    <a:pt x="1178" y="4506"/>
                    <a:pt x="1163" y="4517"/>
                    <a:pt x="1154" y="4541"/>
                  </a:cubicBezTo>
                  <a:lnTo>
                    <a:pt x="1126" y="4522"/>
                  </a:lnTo>
                  <a:lnTo>
                    <a:pt x="1141" y="4500"/>
                  </a:lnTo>
                  <a:cubicBezTo>
                    <a:pt x="1157" y="4481"/>
                    <a:pt x="1132" y="4459"/>
                    <a:pt x="1032" y="4365"/>
                  </a:cubicBezTo>
                  <a:cubicBezTo>
                    <a:pt x="952" y="4287"/>
                    <a:pt x="925" y="4255"/>
                    <a:pt x="903" y="4255"/>
                  </a:cubicBezTo>
                  <a:cubicBezTo>
                    <a:pt x="894" y="4255"/>
                    <a:pt x="886" y="4261"/>
                    <a:pt x="875" y="4271"/>
                  </a:cubicBezTo>
                  <a:cubicBezTo>
                    <a:pt x="859" y="4278"/>
                    <a:pt x="847" y="4281"/>
                    <a:pt x="839" y="4281"/>
                  </a:cubicBezTo>
                  <a:cubicBezTo>
                    <a:pt x="822" y="4281"/>
                    <a:pt x="824" y="4267"/>
                    <a:pt x="850" y="4246"/>
                  </a:cubicBezTo>
                  <a:cubicBezTo>
                    <a:pt x="867" y="4231"/>
                    <a:pt x="875" y="4210"/>
                    <a:pt x="868" y="4210"/>
                  </a:cubicBezTo>
                  <a:cubicBezTo>
                    <a:pt x="866" y="4210"/>
                    <a:pt x="863" y="4211"/>
                    <a:pt x="859" y="4215"/>
                  </a:cubicBezTo>
                  <a:cubicBezTo>
                    <a:pt x="847" y="4199"/>
                    <a:pt x="840" y="4180"/>
                    <a:pt x="844" y="4161"/>
                  </a:cubicBezTo>
                  <a:cubicBezTo>
                    <a:pt x="850" y="4111"/>
                    <a:pt x="838" y="4096"/>
                    <a:pt x="824" y="4096"/>
                  </a:cubicBezTo>
                  <a:cubicBezTo>
                    <a:pt x="817" y="4096"/>
                    <a:pt x="809" y="4100"/>
                    <a:pt x="803" y="4105"/>
                  </a:cubicBezTo>
                  <a:cubicBezTo>
                    <a:pt x="791" y="4121"/>
                    <a:pt x="785" y="4128"/>
                    <a:pt x="783" y="4128"/>
                  </a:cubicBezTo>
                  <a:cubicBezTo>
                    <a:pt x="779" y="4128"/>
                    <a:pt x="786" y="4109"/>
                    <a:pt x="793" y="4089"/>
                  </a:cubicBezTo>
                  <a:cubicBezTo>
                    <a:pt x="801" y="4067"/>
                    <a:pt x="809" y="4044"/>
                    <a:pt x="802" y="4044"/>
                  </a:cubicBezTo>
                  <a:cubicBezTo>
                    <a:pt x="800" y="4044"/>
                    <a:pt x="797" y="4045"/>
                    <a:pt x="793" y="4049"/>
                  </a:cubicBezTo>
                  <a:cubicBezTo>
                    <a:pt x="762" y="4049"/>
                    <a:pt x="678" y="3980"/>
                    <a:pt x="725" y="3951"/>
                  </a:cubicBezTo>
                  <a:cubicBezTo>
                    <a:pt x="725" y="3951"/>
                    <a:pt x="715" y="3936"/>
                    <a:pt x="706" y="3920"/>
                  </a:cubicBezTo>
                  <a:cubicBezTo>
                    <a:pt x="702" y="3923"/>
                    <a:pt x="698" y="3924"/>
                    <a:pt x="694" y="3924"/>
                  </a:cubicBezTo>
                  <a:cubicBezTo>
                    <a:pt x="678" y="3924"/>
                    <a:pt x="665" y="3899"/>
                    <a:pt x="649" y="3876"/>
                  </a:cubicBezTo>
                  <a:cubicBezTo>
                    <a:pt x="631" y="3845"/>
                    <a:pt x="621" y="3829"/>
                    <a:pt x="643" y="3817"/>
                  </a:cubicBezTo>
                  <a:lnTo>
                    <a:pt x="643" y="3817"/>
                  </a:lnTo>
                  <a:cubicBezTo>
                    <a:pt x="646" y="3817"/>
                    <a:pt x="649" y="3817"/>
                    <a:pt x="652" y="3817"/>
                  </a:cubicBezTo>
                  <a:cubicBezTo>
                    <a:pt x="673" y="3817"/>
                    <a:pt x="664" y="3805"/>
                    <a:pt x="627" y="3788"/>
                  </a:cubicBezTo>
                  <a:cubicBezTo>
                    <a:pt x="618" y="3776"/>
                    <a:pt x="568" y="3782"/>
                    <a:pt x="558" y="3766"/>
                  </a:cubicBezTo>
                  <a:cubicBezTo>
                    <a:pt x="550" y="3771"/>
                    <a:pt x="542" y="3773"/>
                    <a:pt x="533" y="3773"/>
                  </a:cubicBezTo>
                  <a:cubicBezTo>
                    <a:pt x="518" y="3773"/>
                    <a:pt x="505" y="3767"/>
                    <a:pt x="499" y="3757"/>
                  </a:cubicBezTo>
                  <a:lnTo>
                    <a:pt x="521" y="3748"/>
                  </a:lnTo>
                  <a:lnTo>
                    <a:pt x="568" y="3723"/>
                  </a:lnTo>
                  <a:cubicBezTo>
                    <a:pt x="561" y="3711"/>
                    <a:pt x="556" y="3699"/>
                    <a:pt x="544" y="3699"/>
                  </a:cubicBezTo>
                  <a:cubicBezTo>
                    <a:pt x="540" y="3699"/>
                    <a:pt x="536" y="3701"/>
                    <a:pt x="530" y="3704"/>
                  </a:cubicBezTo>
                  <a:cubicBezTo>
                    <a:pt x="546" y="3676"/>
                    <a:pt x="537" y="3660"/>
                    <a:pt x="524" y="3629"/>
                  </a:cubicBezTo>
                  <a:cubicBezTo>
                    <a:pt x="508" y="3597"/>
                    <a:pt x="493" y="3569"/>
                    <a:pt x="464" y="3560"/>
                  </a:cubicBezTo>
                  <a:cubicBezTo>
                    <a:pt x="505" y="3525"/>
                    <a:pt x="474" y="3428"/>
                    <a:pt x="421" y="3428"/>
                  </a:cubicBezTo>
                  <a:cubicBezTo>
                    <a:pt x="416" y="3430"/>
                    <a:pt x="412" y="3430"/>
                    <a:pt x="409" y="3430"/>
                  </a:cubicBezTo>
                  <a:cubicBezTo>
                    <a:pt x="394" y="3430"/>
                    <a:pt x="393" y="3415"/>
                    <a:pt x="408" y="3397"/>
                  </a:cubicBezTo>
                  <a:cubicBezTo>
                    <a:pt x="427" y="3372"/>
                    <a:pt x="424" y="3372"/>
                    <a:pt x="395" y="3362"/>
                  </a:cubicBezTo>
                  <a:cubicBezTo>
                    <a:pt x="367" y="3353"/>
                    <a:pt x="389" y="3328"/>
                    <a:pt x="408" y="3306"/>
                  </a:cubicBezTo>
                  <a:cubicBezTo>
                    <a:pt x="452" y="3274"/>
                    <a:pt x="449" y="3259"/>
                    <a:pt x="421" y="3249"/>
                  </a:cubicBezTo>
                  <a:cubicBezTo>
                    <a:pt x="399" y="3231"/>
                    <a:pt x="383" y="3202"/>
                    <a:pt x="377" y="3171"/>
                  </a:cubicBezTo>
                  <a:cubicBezTo>
                    <a:pt x="354" y="3152"/>
                    <a:pt x="345" y="3139"/>
                    <a:pt x="334" y="3139"/>
                  </a:cubicBezTo>
                  <a:cubicBezTo>
                    <a:pt x="330" y="3139"/>
                    <a:pt x="324" y="3142"/>
                    <a:pt x="317" y="3149"/>
                  </a:cubicBezTo>
                  <a:cubicBezTo>
                    <a:pt x="301" y="3149"/>
                    <a:pt x="283" y="3149"/>
                    <a:pt x="267" y="3140"/>
                  </a:cubicBezTo>
                  <a:cubicBezTo>
                    <a:pt x="248" y="3121"/>
                    <a:pt x="250" y="3112"/>
                    <a:pt x="254" y="3112"/>
                  </a:cubicBezTo>
                  <a:cubicBezTo>
                    <a:pt x="258" y="3112"/>
                    <a:pt x="263" y="3116"/>
                    <a:pt x="264" y="3124"/>
                  </a:cubicBezTo>
                  <a:cubicBezTo>
                    <a:pt x="275" y="3135"/>
                    <a:pt x="281" y="3139"/>
                    <a:pt x="287" y="3139"/>
                  </a:cubicBezTo>
                  <a:cubicBezTo>
                    <a:pt x="295" y="3139"/>
                    <a:pt x="301" y="3128"/>
                    <a:pt x="314" y="3115"/>
                  </a:cubicBezTo>
                  <a:cubicBezTo>
                    <a:pt x="330" y="3093"/>
                    <a:pt x="336" y="3064"/>
                    <a:pt x="330" y="3039"/>
                  </a:cubicBezTo>
                  <a:cubicBezTo>
                    <a:pt x="327" y="3024"/>
                    <a:pt x="320" y="2989"/>
                    <a:pt x="317" y="2970"/>
                  </a:cubicBezTo>
                  <a:cubicBezTo>
                    <a:pt x="336" y="2917"/>
                    <a:pt x="333" y="2902"/>
                    <a:pt x="311" y="2902"/>
                  </a:cubicBezTo>
                  <a:lnTo>
                    <a:pt x="286" y="2905"/>
                  </a:lnTo>
                  <a:cubicBezTo>
                    <a:pt x="333" y="2883"/>
                    <a:pt x="327" y="2695"/>
                    <a:pt x="276" y="2676"/>
                  </a:cubicBezTo>
                  <a:lnTo>
                    <a:pt x="301" y="2676"/>
                  </a:lnTo>
                  <a:cubicBezTo>
                    <a:pt x="327" y="2676"/>
                    <a:pt x="327" y="2660"/>
                    <a:pt x="330" y="2626"/>
                  </a:cubicBezTo>
                  <a:cubicBezTo>
                    <a:pt x="320" y="2579"/>
                    <a:pt x="314" y="2532"/>
                    <a:pt x="311" y="2488"/>
                  </a:cubicBezTo>
                  <a:cubicBezTo>
                    <a:pt x="314" y="2416"/>
                    <a:pt x="327" y="2366"/>
                    <a:pt x="301" y="2363"/>
                  </a:cubicBezTo>
                  <a:cubicBezTo>
                    <a:pt x="304" y="2352"/>
                    <a:pt x="304" y="2348"/>
                    <a:pt x="313" y="2348"/>
                  </a:cubicBezTo>
                  <a:cubicBezTo>
                    <a:pt x="317" y="2348"/>
                    <a:pt x="322" y="2349"/>
                    <a:pt x="330" y="2350"/>
                  </a:cubicBezTo>
                  <a:cubicBezTo>
                    <a:pt x="337" y="2356"/>
                    <a:pt x="342" y="2358"/>
                    <a:pt x="346" y="2358"/>
                  </a:cubicBezTo>
                  <a:cubicBezTo>
                    <a:pt x="354" y="2358"/>
                    <a:pt x="356" y="2347"/>
                    <a:pt x="358" y="2334"/>
                  </a:cubicBezTo>
                  <a:cubicBezTo>
                    <a:pt x="361" y="2319"/>
                    <a:pt x="336" y="2316"/>
                    <a:pt x="311" y="2312"/>
                  </a:cubicBezTo>
                  <a:cubicBezTo>
                    <a:pt x="286" y="2306"/>
                    <a:pt x="289" y="2290"/>
                    <a:pt x="317" y="2259"/>
                  </a:cubicBezTo>
                  <a:cubicBezTo>
                    <a:pt x="348" y="2221"/>
                    <a:pt x="361" y="2171"/>
                    <a:pt x="348" y="2121"/>
                  </a:cubicBezTo>
                  <a:cubicBezTo>
                    <a:pt x="351" y="2108"/>
                    <a:pt x="356" y="2095"/>
                    <a:pt x="373" y="2095"/>
                  </a:cubicBezTo>
                  <a:cubicBezTo>
                    <a:pt x="376" y="2095"/>
                    <a:pt x="379" y="2095"/>
                    <a:pt x="383" y="2096"/>
                  </a:cubicBezTo>
                  <a:cubicBezTo>
                    <a:pt x="411" y="2084"/>
                    <a:pt x="443" y="2059"/>
                    <a:pt x="405" y="2012"/>
                  </a:cubicBezTo>
                  <a:cubicBezTo>
                    <a:pt x="407" y="2002"/>
                    <a:pt x="408" y="1998"/>
                    <a:pt x="414" y="1998"/>
                  </a:cubicBezTo>
                  <a:cubicBezTo>
                    <a:pt x="417" y="1998"/>
                    <a:pt x="423" y="2000"/>
                    <a:pt x="433" y="2002"/>
                  </a:cubicBezTo>
                  <a:cubicBezTo>
                    <a:pt x="461" y="1993"/>
                    <a:pt x="486" y="2002"/>
                    <a:pt x="443" y="1971"/>
                  </a:cubicBezTo>
                  <a:cubicBezTo>
                    <a:pt x="433" y="1927"/>
                    <a:pt x="449" y="1883"/>
                    <a:pt x="486" y="1858"/>
                  </a:cubicBezTo>
                  <a:cubicBezTo>
                    <a:pt x="493" y="1842"/>
                    <a:pt x="499" y="1827"/>
                    <a:pt x="474" y="1817"/>
                  </a:cubicBezTo>
                  <a:lnTo>
                    <a:pt x="452" y="1808"/>
                  </a:lnTo>
                  <a:lnTo>
                    <a:pt x="452" y="1808"/>
                  </a:lnTo>
                  <a:cubicBezTo>
                    <a:pt x="464" y="1809"/>
                    <a:pt x="473" y="1809"/>
                    <a:pt x="479" y="1809"/>
                  </a:cubicBezTo>
                  <a:cubicBezTo>
                    <a:pt x="502" y="1809"/>
                    <a:pt x="494" y="1803"/>
                    <a:pt x="464" y="1773"/>
                  </a:cubicBezTo>
                  <a:cubicBezTo>
                    <a:pt x="445" y="1766"/>
                    <a:pt x="444" y="1755"/>
                    <a:pt x="457" y="1755"/>
                  </a:cubicBezTo>
                  <a:cubicBezTo>
                    <a:pt x="461" y="1755"/>
                    <a:pt x="465" y="1756"/>
                    <a:pt x="471" y="1758"/>
                  </a:cubicBezTo>
                  <a:cubicBezTo>
                    <a:pt x="483" y="1758"/>
                    <a:pt x="499" y="1748"/>
                    <a:pt x="508" y="1736"/>
                  </a:cubicBezTo>
                  <a:cubicBezTo>
                    <a:pt x="524" y="1673"/>
                    <a:pt x="543" y="1614"/>
                    <a:pt x="568" y="1554"/>
                  </a:cubicBezTo>
                  <a:cubicBezTo>
                    <a:pt x="643" y="1435"/>
                    <a:pt x="671" y="1391"/>
                    <a:pt x="649" y="1379"/>
                  </a:cubicBezTo>
                  <a:cubicBezTo>
                    <a:pt x="637" y="1347"/>
                    <a:pt x="637" y="1347"/>
                    <a:pt x="668" y="1347"/>
                  </a:cubicBezTo>
                  <a:cubicBezTo>
                    <a:pt x="690" y="1347"/>
                    <a:pt x="709" y="1338"/>
                    <a:pt x="718" y="1319"/>
                  </a:cubicBezTo>
                  <a:cubicBezTo>
                    <a:pt x="727" y="1310"/>
                    <a:pt x="734" y="1300"/>
                    <a:pt x="745" y="1300"/>
                  </a:cubicBezTo>
                  <a:cubicBezTo>
                    <a:pt x="750" y="1300"/>
                    <a:pt x="756" y="1302"/>
                    <a:pt x="762" y="1306"/>
                  </a:cubicBezTo>
                  <a:cubicBezTo>
                    <a:pt x="753" y="1278"/>
                    <a:pt x="753" y="1278"/>
                    <a:pt x="762" y="1266"/>
                  </a:cubicBezTo>
                  <a:cubicBezTo>
                    <a:pt x="767" y="1269"/>
                    <a:pt x="772" y="1271"/>
                    <a:pt x="775" y="1271"/>
                  </a:cubicBezTo>
                  <a:cubicBezTo>
                    <a:pt x="786" y="1271"/>
                    <a:pt x="791" y="1258"/>
                    <a:pt x="784" y="1237"/>
                  </a:cubicBezTo>
                  <a:cubicBezTo>
                    <a:pt x="767" y="1212"/>
                    <a:pt x="759" y="1200"/>
                    <a:pt x="762" y="1200"/>
                  </a:cubicBezTo>
                  <a:lnTo>
                    <a:pt x="762" y="1200"/>
                  </a:lnTo>
                  <a:cubicBezTo>
                    <a:pt x="765" y="1200"/>
                    <a:pt x="775" y="1208"/>
                    <a:pt x="793" y="1222"/>
                  </a:cubicBezTo>
                  <a:cubicBezTo>
                    <a:pt x="798" y="1226"/>
                    <a:pt x="804" y="1227"/>
                    <a:pt x="811" y="1227"/>
                  </a:cubicBezTo>
                  <a:cubicBezTo>
                    <a:pt x="833" y="1227"/>
                    <a:pt x="858" y="1212"/>
                    <a:pt x="834" y="1212"/>
                  </a:cubicBezTo>
                  <a:cubicBezTo>
                    <a:pt x="815" y="1194"/>
                    <a:pt x="834" y="1169"/>
                    <a:pt x="828" y="1140"/>
                  </a:cubicBezTo>
                  <a:cubicBezTo>
                    <a:pt x="836" y="1130"/>
                    <a:pt x="844" y="1121"/>
                    <a:pt x="854" y="1121"/>
                  </a:cubicBezTo>
                  <a:cubicBezTo>
                    <a:pt x="859" y="1121"/>
                    <a:pt x="865" y="1124"/>
                    <a:pt x="872" y="1131"/>
                  </a:cubicBezTo>
                  <a:cubicBezTo>
                    <a:pt x="872" y="1131"/>
                    <a:pt x="873" y="1131"/>
                    <a:pt x="874" y="1131"/>
                  </a:cubicBezTo>
                  <a:cubicBezTo>
                    <a:pt x="905" y="1131"/>
                    <a:pt x="944" y="1052"/>
                    <a:pt x="938" y="1024"/>
                  </a:cubicBezTo>
                  <a:cubicBezTo>
                    <a:pt x="925" y="1012"/>
                    <a:pt x="927" y="1002"/>
                    <a:pt x="935" y="1002"/>
                  </a:cubicBezTo>
                  <a:cubicBezTo>
                    <a:pt x="939" y="1002"/>
                    <a:pt x="944" y="1004"/>
                    <a:pt x="950" y="1009"/>
                  </a:cubicBezTo>
                  <a:cubicBezTo>
                    <a:pt x="956" y="1016"/>
                    <a:pt x="961" y="1018"/>
                    <a:pt x="966" y="1018"/>
                  </a:cubicBezTo>
                  <a:cubicBezTo>
                    <a:pt x="975" y="1018"/>
                    <a:pt x="983" y="1010"/>
                    <a:pt x="991" y="1002"/>
                  </a:cubicBezTo>
                  <a:cubicBezTo>
                    <a:pt x="990" y="991"/>
                    <a:pt x="991" y="987"/>
                    <a:pt x="995" y="987"/>
                  </a:cubicBezTo>
                  <a:cubicBezTo>
                    <a:pt x="1001" y="987"/>
                    <a:pt x="1011" y="997"/>
                    <a:pt x="1022" y="1009"/>
                  </a:cubicBezTo>
                  <a:cubicBezTo>
                    <a:pt x="1024" y="1022"/>
                    <a:pt x="1027" y="1028"/>
                    <a:pt x="1032" y="1028"/>
                  </a:cubicBezTo>
                  <a:cubicBezTo>
                    <a:pt x="1039" y="1028"/>
                    <a:pt x="1050" y="1018"/>
                    <a:pt x="1066" y="1006"/>
                  </a:cubicBezTo>
                  <a:cubicBezTo>
                    <a:pt x="1060" y="974"/>
                    <a:pt x="1113" y="930"/>
                    <a:pt x="1151" y="896"/>
                  </a:cubicBezTo>
                  <a:cubicBezTo>
                    <a:pt x="1217" y="839"/>
                    <a:pt x="1217" y="814"/>
                    <a:pt x="1213" y="752"/>
                  </a:cubicBezTo>
                  <a:lnTo>
                    <a:pt x="1201" y="702"/>
                  </a:lnTo>
                  <a:lnTo>
                    <a:pt x="1229" y="742"/>
                  </a:lnTo>
                  <a:cubicBezTo>
                    <a:pt x="1248" y="761"/>
                    <a:pt x="1267" y="777"/>
                    <a:pt x="1289" y="792"/>
                  </a:cubicBezTo>
                  <a:cubicBezTo>
                    <a:pt x="1301" y="783"/>
                    <a:pt x="1285" y="761"/>
                    <a:pt x="1273" y="739"/>
                  </a:cubicBezTo>
                  <a:cubicBezTo>
                    <a:pt x="1259" y="722"/>
                    <a:pt x="1270" y="711"/>
                    <a:pt x="1302" y="711"/>
                  </a:cubicBezTo>
                  <a:cubicBezTo>
                    <a:pt x="1306" y="711"/>
                    <a:pt x="1309" y="711"/>
                    <a:pt x="1314" y="711"/>
                  </a:cubicBezTo>
                  <a:cubicBezTo>
                    <a:pt x="1358" y="711"/>
                    <a:pt x="1373" y="705"/>
                    <a:pt x="1376" y="673"/>
                  </a:cubicBezTo>
                  <a:cubicBezTo>
                    <a:pt x="1386" y="666"/>
                    <a:pt x="1398" y="662"/>
                    <a:pt x="1410" y="662"/>
                  </a:cubicBezTo>
                  <a:cubicBezTo>
                    <a:pt x="1417" y="662"/>
                    <a:pt x="1425" y="663"/>
                    <a:pt x="1433" y="667"/>
                  </a:cubicBezTo>
                  <a:cubicBezTo>
                    <a:pt x="1448" y="658"/>
                    <a:pt x="1448" y="658"/>
                    <a:pt x="1436" y="636"/>
                  </a:cubicBezTo>
                  <a:cubicBezTo>
                    <a:pt x="1427" y="623"/>
                    <a:pt x="1432" y="614"/>
                    <a:pt x="1444" y="614"/>
                  </a:cubicBezTo>
                  <a:cubicBezTo>
                    <a:pt x="1449" y="614"/>
                    <a:pt x="1456" y="616"/>
                    <a:pt x="1464" y="620"/>
                  </a:cubicBezTo>
                  <a:cubicBezTo>
                    <a:pt x="1478" y="632"/>
                    <a:pt x="1492" y="636"/>
                    <a:pt x="1505" y="636"/>
                  </a:cubicBezTo>
                  <a:cubicBezTo>
                    <a:pt x="1529" y="636"/>
                    <a:pt x="1546" y="620"/>
                    <a:pt x="1539" y="608"/>
                  </a:cubicBezTo>
                  <a:cubicBezTo>
                    <a:pt x="1527" y="586"/>
                    <a:pt x="1542" y="576"/>
                    <a:pt x="1558" y="570"/>
                  </a:cubicBezTo>
                  <a:cubicBezTo>
                    <a:pt x="1577" y="564"/>
                    <a:pt x="1593" y="545"/>
                    <a:pt x="1596" y="526"/>
                  </a:cubicBezTo>
                  <a:lnTo>
                    <a:pt x="1627" y="510"/>
                  </a:lnTo>
                  <a:cubicBezTo>
                    <a:pt x="1629" y="509"/>
                    <a:pt x="1631" y="509"/>
                    <a:pt x="1632" y="509"/>
                  </a:cubicBezTo>
                  <a:cubicBezTo>
                    <a:pt x="1641" y="509"/>
                    <a:pt x="1634" y="533"/>
                    <a:pt x="1621" y="539"/>
                  </a:cubicBezTo>
                  <a:lnTo>
                    <a:pt x="1649" y="554"/>
                  </a:lnTo>
                  <a:cubicBezTo>
                    <a:pt x="1680" y="542"/>
                    <a:pt x="1696" y="532"/>
                    <a:pt x="1699" y="504"/>
                  </a:cubicBezTo>
                  <a:cubicBezTo>
                    <a:pt x="1698" y="475"/>
                    <a:pt x="1697" y="461"/>
                    <a:pt x="1699" y="461"/>
                  </a:cubicBezTo>
                  <a:lnTo>
                    <a:pt x="1699" y="461"/>
                  </a:lnTo>
                  <a:cubicBezTo>
                    <a:pt x="1701" y="461"/>
                    <a:pt x="1706" y="472"/>
                    <a:pt x="1715" y="495"/>
                  </a:cubicBezTo>
                  <a:cubicBezTo>
                    <a:pt x="1723" y="509"/>
                    <a:pt x="1736" y="522"/>
                    <a:pt x="1746" y="522"/>
                  </a:cubicBezTo>
                  <a:cubicBezTo>
                    <a:pt x="1752" y="522"/>
                    <a:pt x="1756" y="517"/>
                    <a:pt x="1759" y="507"/>
                  </a:cubicBezTo>
                  <a:cubicBezTo>
                    <a:pt x="1757" y="481"/>
                    <a:pt x="1762" y="472"/>
                    <a:pt x="1769" y="472"/>
                  </a:cubicBezTo>
                  <a:cubicBezTo>
                    <a:pt x="1776" y="472"/>
                    <a:pt x="1785" y="482"/>
                    <a:pt x="1790" y="495"/>
                  </a:cubicBezTo>
                  <a:cubicBezTo>
                    <a:pt x="1791" y="519"/>
                    <a:pt x="1792" y="533"/>
                    <a:pt x="1797" y="533"/>
                  </a:cubicBezTo>
                  <a:cubicBezTo>
                    <a:pt x="1803" y="533"/>
                    <a:pt x="1815" y="515"/>
                    <a:pt x="1840" y="476"/>
                  </a:cubicBezTo>
                  <a:cubicBezTo>
                    <a:pt x="1872" y="467"/>
                    <a:pt x="1928" y="416"/>
                    <a:pt x="1981" y="404"/>
                  </a:cubicBezTo>
                  <a:cubicBezTo>
                    <a:pt x="2021" y="395"/>
                    <a:pt x="2048" y="388"/>
                    <a:pt x="2069" y="388"/>
                  </a:cubicBezTo>
                  <a:cubicBezTo>
                    <a:pt x="2084" y="388"/>
                    <a:pt x="2096" y="392"/>
                    <a:pt x="2107" y="401"/>
                  </a:cubicBezTo>
                  <a:cubicBezTo>
                    <a:pt x="2107" y="402"/>
                    <a:pt x="2107" y="403"/>
                    <a:pt x="2107" y="403"/>
                  </a:cubicBezTo>
                  <a:lnTo>
                    <a:pt x="2107" y="403"/>
                  </a:lnTo>
                  <a:cubicBezTo>
                    <a:pt x="2107" y="373"/>
                    <a:pt x="2125" y="368"/>
                    <a:pt x="2166" y="360"/>
                  </a:cubicBezTo>
                  <a:cubicBezTo>
                    <a:pt x="2176" y="364"/>
                    <a:pt x="2186" y="366"/>
                    <a:pt x="2196" y="366"/>
                  </a:cubicBezTo>
                  <a:cubicBezTo>
                    <a:pt x="2226" y="366"/>
                    <a:pt x="2254" y="348"/>
                    <a:pt x="2266" y="319"/>
                  </a:cubicBezTo>
                  <a:lnTo>
                    <a:pt x="2266" y="319"/>
                  </a:lnTo>
                  <a:lnTo>
                    <a:pt x="2232" y="322"/>
                  </a:lnTo>
                  <a:cubicBezTo>
                    <a:pt x="2226" y="291"/>
                    <a:pt x="2231" y="280"/>
                    <a:pt x="2245" y="280"/>
                  </a:cubicBezTo>
                  <a:cubicBezTo>
                    <a:pt x="2254" y="280"/>
                    <a:pt x="2267" y="284"/>
                    <a:pt x="2282" y="291"/>
                  </a:cubicBezTo>
                  <a:cubicBezTo>
                    <a:pt x="2283" y="291"/>
                    <a:pt x="2284" y="291"/>
                    <a:pt x="2285" y="291"/>
                  </a:cubicBezTo>
                  <a:cubicBezTo>
                    <a:pt x="2298" y="291"/>
                    <a:pt x="2301" y="314"/>
                    <a:pt x="2307" y="338"/>
                  </a:cubicBezTo>
                  <a:cubicBezTo>
                    <a:pt x="2310" y="363"/>
                    <a:pt x="2329" y="385"/>
                    <a:pt x="2348" y="385"/>
                  </a:cubicBezTo>
                  <a:cubicBezTo>
                    <a:pt x="2364" y="382"/>
                    <a:pt x="2379" y="379"/>
                    <a:pt x="2360" y="357"/>
                  </a:cubicBezTo>
                  <a:cubicBezTo>
                    <a:pt x="2357" y="332"/>
                    <a:pt x="2357" y="332"/>
                    <a:pt x="2376" y="329"/>
                  </a:cubicBezTo>
                  <a:cubicBezTo>
                    <a:pt x="2395" y="329"/>
                    <a:pt x="2414" y="316"/>
                    <a:pt x="2426" y="297"/>
                  </a:cubicBezTo>
                  <a:cubicBezTo>
                    <a:pt x="2423" y="272"/>
                    <a:pt x="2442" y="272"/>
                    <a:pt x="2458" y="272"/>
                  </a:cubicBezTo>
                  <a:cubicBezTo>
                    <a:pt x="2473" y="288"/>
                    <a:pt x="2492" y="294"/>
                    <a:pt x="2513" y="294"/>
                  </a:cubicBezTo>
                  <a:lnTo>
                    <a:pt x="2513" y="294"/>
                  </a:lnTo>
                  <a:cubicBezTo>
                    <a:pt x="2514" y="301"/>
                    <a:pt x="2514" y="310"/>
                    <a:pt x="2514" y="319"/>
                  </a:cubicBezTo>
                  <a:cubicBezTo>
                    <a:pt x="2517" y="338"/>
                    <a:pt x="2523" y="354"/>
                    <a:pt x="2533" y="369"/>
                  </a:cubicBezTo>
                  <a:cubicBezTo>
                    <a:pt x="2552" y="369"/>
                    <a:pt x="2548" y="344"/>
                    <a:pt x="2548" y="344"/>
                  </a:cubicBezTo>
                  <a:cubicBezTo>
                    <a:pt x="2548" y="330"/>
                    <a:pt x="2613" y="324"/>
                    <a:pt x="2695" y="324"/>
                  </a:cubicBezTo>
                  <a:cubicBezTo>
                    <a:pt x="2821" y="324"/>
                    <a:pt x="2987" y="337"/>
                    <a:pt x="3015" y="351"/>
                  </a:cubicBezTo>
                  <a:cubicBezTo>
                    <a:pt x="3034" y="369"/>
                    <a:pt x="3058" y="379"/>
                    <a:pt x="3073" y="379"/>
                  </a:cubicBezTo>
                  <a:cubicBezTo>
                    <a:pt x="3084" y="379"/>
                    <a:pt x="3090" y="374"/>
                    <a:pt x="3084" y="363"/>
                  </a:cubicBezTo>
                  <a:cubicBezTo>
                    <a:pt x="3086" y="353"/>
                    <a:pt x="3098" y="349"/>
                    <a:pt x="3116" y="349"/>
                  </a:cubicBezTo>
                  <a:cubicBezTo>
                    <a:pt x="3151" y="349"/>
                    <a:pt x="3211" y="365"/>
                    <a:pt x="3279" y="385"/>
                  </a:cubicBezTo>
                  <a:cubicBezTo>
                    <a:pt x="3369" y="407"/>
                    <a:pt x="3436" y="435"/>
                    <a:pt x="3467" y="435"/>
                  </a:cubicBezTo>
                  <a:cubicBezTo>
                    <a:pt x="3477" y="435"/>
                    <a:pt x="3483" y="433"/>
                    <a:pt x="3485" y="426"/>
                  </a:cubicBezTo>
                  <a:lnTo>
                    <a:pt x="3536" y="445"/>
                  </a:lnTo>
                  <a:cubicBezTo>
                    <a:pt x="3570" y="457"/>
                    <a:pt x="3611" y="451"/>
                    <a:pt x="3626" y="457"/>
                  </a:cubicBezTo>
                  <a:cubicBezTo>
                    <a:pt x="3637" y="451"/>
                    <a:pt x="3645" y="449"/>
                    <a:pt x="3651" y="449"/>
                  </a:cubicBezTo>
                  <a:cubicBezTo>
                    <a:pt x="3660" y="449"/>
                    <a:pt x="3660" y="457"/>
                    <a:pt x="3642" y="467"/>
                  </a:cubicBezTo>
                  <a:cubicBezTo>
                    <a:pt x="3633" y="489"/>
                    <a:pt x="3623" y="510"/>
                    <a:pt x="3639" y="520"/>
                  </a:cubicBezTo>
                  <a:cubicBezTo>
                    <a:pt x="3646" y="523"/>
                    <a:pt x="3652" y="525"/>
                    <a:pt x="3658" y="525"/>
                  </a:cubicBezTo>
                  <a:cubicBezTo>
                    <a:pt x="3675" y="525"/>
                    <a:pt x="3683" y="508"/>
                    <a:pt x="3692" y="489"/>
                  </a:cubicBezTo>
                  <a:cubicBezTo>
                    <a:pt x="3697" y="477"/>
                    <a:pt x="3705" y="474"/>
                    <a:pt x="3711" y="474"/>
                  </a:cubicBezTo>
                  <a:cubicBezTo>
                    <a:pt x="3716" y="474"/>
                    <a:pt x="3720" y="476"/>
                    <a:pt x="3720" y="476"/>
                  </a:cubicBezTo>
                  <a:cubicBezTo>
                    <a:pt x="3736" y="482"/>
                    <a:pt x="3736" y="482"/>
                    <a:pt x="3724" y="504"/>
                  </a:cubicBezTo>
                  <a:lnTo>
                    <a:pt x="3702" y="551"/>
                  </a:lnTo>
                  <a:lnTo>
                    <a:pt x="3717" y="557"/>
                  </a:lnTo>
                  <a:cubicBezTo>
                    <a:pt x="3724" y="546"/>
                    <a:pt x="3732" y="543"/>
                    <a:pt x="3737" y="543"/>
                  </a:cubicBezTo>
                  <a:cubicBezTo>
                    <a:pt x="3742" y="543"/>
                    <a:pt x="3746" y="545"/>
                    <a:pt x="3746" y="545"/>
                  </a:cubicBezTo>
                  <a:cubicBezTo>
                    <a:pt x="3761" y="551"/>
                    <a:pt x="3761" y="551"/>
                    <a:pt x="3736" y="595"/>
                  </a:cubicBezTo>
                  <a:cubicBezTo>
                    <a:pt x="3724" y="622"/>
                    <a:pt x="3722" y="635"/>
                    <a:pt x="3731" y="635"/>
                  </a:cubicBezTo>
                  <a:cubicBezTo>
                    <a:pt x="3737" y="635"/>
                    <a:pt x="3750" y="627"/>
                    <a:pt x="3767" y="611"/>
                  </a:cubicBezTo>
                  <a:lnTo>
                    <a:pt x="3808" y="608"/>
                  </a:lnTo>
                  <a:lnTo>
                    <a:pt x="3808" y="608"/>
                  </a:lnTo>
                  <a:cubicBezTo>
                    <a:pt x="3804" y="632"/>
                    <a:pt x="3814" y="640"/>
                    <a:pt x="3828" y="640"/>
                  </a:cubicBezTo>
                  <a:cubicBezTo>
                    <a:pt x="3845" y="640"/>
                    <a:pt x="3868" y="630"/>
                    <a:pt x="3883" y="623"/>
                  </a:cubicBezTo>
                  <a:lnTo>
                    <a:pt x="3883" y="623"/>
                  </a:lnTo>
                  <a:cubicBezTo>
                    <a:pt x="3876" y="656"/>
                    <a:pt x="3877" y="672"/>
                    <a:pt x="3890" y="672"/>
                  </a:cubicBezTo>
                  <a:cubicBezTo>
                    <a:pt x="3898" y="672"/>
                    <a:pt x="3910" y="665"/>
                    <a:pt x="3927" y="651"/>
                  </a:cubicBezTo>
                  <a:cubicBezTo>
                    <a:pt x="3932" y="643"/>
                    <a:pt x="3937" y="640"/>
                    <a:pt x="3942" y="640"/>
                  </a:cubicBezTo>
                  <a:cubicBezTo>
                    <a:pt x="3950" y="640"/>
                    <a:pt x="3957" y="651"/>
                    <a:pt x="3959" y="670"/>
                  </a:cubicBezTo>
                  <a:cubicBezTo>
                    <a:pt x="3959" y="702"/>
                    <a:pt x="3974" y="711"/>
                    <a:pt x="3999" y="733"/>
                  </a:cubicBezTo>
                  <a:cubicBezTo>
                    <a:pt x="4001" y="732"/>
                    <a:pt x="4003" y="732"/>
                    <a:pt x="4006" y="732"/>
                  </a:cubicBezTo>
                  <a:cubicBezTo>
                    <a:pt x="4041" y="732"/>
                    <a:pt x="4141" y="796"/>
                    <a:pt x="4234" y="890"/>
                  </a:cubicBezTo>
                  <a:cubicBezTo>
                    <a:pt x="4343" y="984"/>
                    <a:pt x="4407" y="1065"/>
                    <a:pt x="4432" y="1065"/>
                  </a:cubicBezTo>
                  <a:cubicBezTo>
                    <a:pt x="4434" y="1065"/>
                    <a:pt x="4436" y="1064"/>
                    <a:pt x="4438" y="1062"/>
                  </a:cubicBezTo>
                  <a:cubicBezTo>
                    <a:pt x="4451" y="1075"/>
                    <a:pt x="4451" y="1075"/>
                    <a:pt x="4444" y="1106"/>
                  </a:cubicBezTo>
                  <a:cubicBezTo>
                    <a:pt x="4432" y="1116"/>
                    <a:pt x="4432" y="1125"/>
                    <a:pt x="4446" y="1125"/>
                  </a:cubicBezTo>
                  <a:cubicBezTo>
                    <a:pt x="4454" y="1125"/>
                    <a:pt x="4467" y="1122"/>
                    <a:pt x="4485" y="1115"/>
                  </a:cubicBezTo>
                  <a:cubicBezTo>
                    <a:pt x="4501" y="1114"/>
                    <a:pt x="4515" y="1109"/>
                    <a:pt x="4519" y="1109"/>
                  </a:cubicBezTo>
                  <a:cubicBezTo>
                    <a:pt x="4522" y="1109"/>
                    <a:pt x="4517" y="1113"/>
                    <a:pt x="4498" y="1128"/>
                  </a:cubicBezTo>
                  <a:cubicBezTo>
                    <a:pt x="4479" y="1143"/>
                    <a:pt x="4501" y="1172"/>
                    <a:pt x="4542" y="1228"/>
                  </a:cubicBezTo>
                  <a:cubicBezTo>
                    <a:pt x="4569" y="1267"/>
                    <a:pt x="4604" y="1315"/>
                    <a:pt x="4627" y="1315"/>
                  </a:cubicBezTo>
                  <a:cubicBezTo>
                    <a:pt x="4630" y="1315"/>
                    <a:pt x="4633" y="1315"/>
                    <a:pt x="4636" y="1313"/>
                  </a:cubicBezTo>
                  <a:cubicBezTo>
                    <a:pt x="4667" y="1325"/>
                    <a:pt x="4674" y="1329"/>
                    <a:pt x="4661" y="1329"/>
                  </a:cubicBezTo>
                  <a:cubicBezTo>
                    <a:pt x="4657" y="1329"/>
                    <a:pt x="4652" y="1329"/>
                    <a:pt x="4645" y="1328"/>
                  </a:cubicBezTo>
                  <a:lnTo>
                    <a:pt x="4645" y="1328"/>
                  </a:lnTo>
                  <a:cubicBezTo>
                    <a:pt x="4595" y="1341"/>
                    <a:pt x="4617" y="1429"/>
                    <a:pt x="4689" y="1447"/>
                  </a:cubicBezTo>
                  <a:cubicBezTo>
                    <a:pt x="4695" y="1463"/>
                    <a:pt x="4704" y="1479"/>
                    <a:pt x="4683" y="1491"/>
                  </a:cubicBezTo>
                  <a:cubicBezTo>
                    <a:pt x="4692" y="1507"/>
                    <a:pt x="4701" y="1520"/>
                    <a:pt x="4748" y="1554"/>
                  </a:cubicBezTo>
                  <a:lnTo>
                    <a:pt x="4802" y="1667"/>
                  </a:lnTo>
                  <a:cubicBezTo>
                    <a:pt x="4803" y="1669"/>
                    <a:pt x="4804" y="1671"/>
                    <a:pt x="4806" y="1674"/>
                  </a:cubicBezTo>
                  <a:lnTo>
                    <a:pt x="4806" y="1674"/>
                  </a:lnTo>
                  <a:cubicBezTo>
                    <a:pt x="4792" y="1667"/>
                    <a:pt x="4777" y="1664"/>
                    <a:pt x="4762" y="1664"/>
                  </a:cubicBezTo>
                  <a:cubicBezTo>
                    <a:pt x="4689" y="1664"/>
                    <a:pt x="4617" y="1737"/>
                    <a:pt x="4657" y="1824"/>
                  </a:cubicBezTo>
                  <a:cubicBezTo>
                    <a:pt x="4678" y="1868"/>
                    <a:pt x="4716" y="1887"/>
                    <a:pt x="4754" y="1887"/>
                  </a:cubicBezTo>
                  <a:cubicBezTo>
                    <a:pt x="4801" y="1887"/>
                    <a:pt x="4848" y="1858"/>
                    <a:pt x="4864" y="1812"/>
                  </a:cubicBezTo>
                  <a:lnTo>
                    <a:pt x="4864" y="1812"/>
                  </a:lnTo>
                  <a:cubicBezTo>
                    <a:pt x="4874" y="1847"/>
                    <a:pt x="4890" y="1893"/>
                    <a:pt x="4908" y="1946"/>
                  </a:cubicBezTo>
                  <a:cubicBezTo>
                    <a:pt x="4943" y="2065"/>
                    <a:pt x="4965" y="2168"/>
                    <a:pt x="4946" y="2187"/>
                  </a:cubicBezTo>
                  <a:cubicBezTo>
                    <a:pt x="4946" y="2187"/>
                    <a:pt x="4949" y="2206"/>
                    <a:pt x="4974" y="2218"/>
                  </a:cubicBezTo>
                  <a:cubicBezTo>
                    <a:pt x="5027" y="2225"/>
                    <a:pt x="5030" y="2243"/>
                    <a:pt x="5008" y="2265"/>
                  </a:cubicBezTo>
                  <a:cubicBezTo>
                    <a:pt x="4961" y="2290"/>
                    <a:pt x="4971" y="2363"/>
                    <a:pt x="5021" y="2372"/>
                  </a:cubicBezTo>
                  <a:lnTo>
                    <a:pt x="4996" y="2375"/>
                  </a:lnTo>
                  <a:cubicBezTo>
                    <a:pt x="4949" y="2397"/>
                    <a:pt x="4983" y="2444"/>
                    <a:pt x="5030" y="2460"/>
                  </a:cubicBezTo>
                  <a:cubicBezTo>
                    <a:pt x="5008" y="2478"/>
                    <a:pt x="4983" y="2497"/>
                    <a:pt x="5008" y="2513"/>
                  </a:cubicBezTo>
                  <a:cubicBezTo>
                    <a:pt x="5008" y="2532"/>
                    <a:pt x="5008" y="2532"/>
                    <a:pt x="4958" y="2535"/>
                  </a:cubicBezTo>
                  <a:cubicBezTo>
                    <a:pt x="4933" y="2535"/>
                    <a:pt x="4908" y="2538"/>
                    <a:pt x="4908" y="2554"/>
                  </a:cubicBezTo>
                  <a:cubicBezTo>
                    <a:pt x="4911" y="2569"/>
                    <a:pt x="4936" y="2569"/>
                    <a:pt x="4961" y="2569"/>
                  </a:cubicBezTo>
                  <a:lnTo>
                    <a:pt x="4961" y="2604"/>
                  </a:lnTo>
                  <a:cubicBezTo>
                    <a:pt x="4961" y="2604"/>
                    <a:pt x="4961" y="2619"/>
                    <a:pt x="4987" y="2619"/>
                  </a:cubicBezTo>
                  <a:cubicBezTo>
                    <a:pt x="5012" y="2619"/>
                    <a:pt x="5015" y="2635"/>
                    <a:pt x="5015" y="2654"/>
                  </a:cubicBezTo>
                  <a:cubicBezTo>
                    <a:pt x="4998" y="2654"/>
                    <a:pt x="5004" y="2662"/>
                    <a:pt x="5017" y="2662"/>
                  </a:cubicBezTo>
                  <a:cubicBezTo>
                    <a:pt x="5023" y="2662"/>
                    <a:pt x="5031" y="2660"/>
                    <a:pt x="5040" y="2654"/>
                  </a:cubicBezTo>
                  <a:cubicBezTo>
                    <a:pt x="5065" y="2654"/>
                    <a:pt x="5090" y="2654"/>
                    <a:pt x="5090" y="2673"/>
                  </a:cubicBezTo>
                  <a:lnTo>
                    <a:pt x="5140" y="2673"/>
                  </a:lnTo>
                  <a:cubicBezTo>
                    <a:pt x="5190" y="2673"/>
                    <a:pt x="5215" y="2673"/>
                    <a:pt x="5240" y="2635"/>
                  </a:cubicBezTo>
                  <a:cubicBezTo>
                    <a:pt x="5262" y="2559"/>
                    <a:pt x="5283" y="2500"/>
                    <a:pt x="5238" y="2500"/>
                  </a:cubicBezTo>
                  <a:cubicBezTo>
                    <a:pt x="5237" y="2500"/>
                    <a:pt x="5235" y="2500"/>
                    <a:pt x="5234" y="2500"/>
                  </a:cubicBezTo>
                  <a:cubicBezTo>
                    <a:pt x="5234" y="2500"/>
                    <a:pt x="5209" y="2482"/>
                    <a:pt x="5209" y="2463"/>
                  </a:cubicBezTo>
                  <a:cubicBezTo>
                    <a:pt x="5206" y="2444"/>
                    <a:pt x="5231" y="2425"/>
                    <a:pt x="5231" y="2425"/>
                  </a:cubicBezTo>
                  <a:cubicBezTo>
                    <a:pt x="5259" y="2422"/>
                    <a:pt x="5247" y="2344"/>
                    <a:pt x="5234" y="2250"/>
                  </a:cubicBezTo>
                  <a:cubicBezTo>
                    <a:pt x="5218" y="2134"/>
                    <a:pt x="5203" y="2077"/>
                    <a:pt x="5222" y="2052"/>
                  </a:cubicBezTo>
                  <a:cubicBezTo>
                    <a:pt x="5234" y="2040"/>
                    <a:pt x="5240" y="2024"/>
                    <a:pt x="5237" y="2008"/>
                  </a:cubicBezTo>
                  <a:lnTo>
                    <a:pt x="5237" y="2008"/>
                  </a:lnTo>
                  <a:cubicBezTo>
                    <a:pt x="5237" y="2009"/>
                    <a:pt x="5236" y="2009"/>
                    <a:pt x="5235" y="2009"/>
                  </a:cubicBezTo>
                  <a:cubicBezTo>
                    <a:pt x="5211" y="2009"/>
                    <a:pt x="5189" y="1895"/>
                    <a:pt x="5140" y="1770"/>
                  </a:cubicBezTo>
                  <a:cubicBezTo>
                    <a:pt x="5101" y="1643"/>
                    <a:pt x="5038" y="1525"/>
                    <a:pt x="5014" y="1525"/>
                  </a:cubicBezTo>
                  <a:cubicBezTo>
                    <a:pt x="5013" y="1525"/>
                    <a:pt x="5012" y="1525"/>
                    <a:pt x="5012" y="1526"/>
                  </a:cubicBezTo>
                  <a:lnTo>
                    <a:pt x="4996" y="1491"/>
                  </a:lnTo>
                  <a:cubicBezTo>
                    <a:pt x="5018" y="1479"/>
                    <a:pt x="5002" y="1444"/>
                    <a:pt x="4987" y="1410"/>
                  </a:cubicBezTo>
                  <a:cubicBezTo>
                    <a:pt x="4961" y="1394"/>
                    <a:pt x="4940" y="1375"/>
                    <a:pt x="4924" y="1353"/>
                  </a:cubicBezTo>
                  <a:cubicBezTo>
                    <a:pt x="4946" y="1341"/>
                    <a:pt x="4936" y="1325"/>
                    <a:pt x="4914" y="1291"/>
                  </a:cubicBezTo>
                  <a:cubicBezTo>
                    <a:pt x="4900" y="1264"/>
                    <a:pt x="4891" y="1249"/>
                    <a:pt x="4878" y="1249"/>
                  </a:cubicBezTo>
                  <a:cubicBezTo>
                    <a:pt x="4874" y="1249"/>
                    <a:pt x="4869" y="1250"/>
                    <a:pt x="4864" y="1253"/>
                  </a:cubicBezTo>
                  <a:cubicBezTo>
                    <a:pt x="4858" y="1234"/>
                    <a:pt x="4780" y="1125"/>
                    <a:pt x="4764" y="1062"/>
                  </a:cubicBezTo>
                  <a:cubicBezTo>
                    <a:pt x="4770" y="1031"/>
                    <a:pt x="4739" y="1031"/>
                    <a:pt x="4708" y="1031"/>
                  </a:cubicBezTo>
                  <a:cubicBezTo>
                    <a:pt x="4698" y="1038"/>
                    <a:pt x="4687" y="1042"/>
                    <a:pt x="4676" y="1042"/>
                  </a:cubicBezTo>
                  <a:cubicBezTo>
                    <a:pt x="4665" y="1042"/>
                    <a:pt x="4654" y="1038"/>
                    <a:pt x="4645" y="1031"/>
                  </a:cubicBezTo>
                  <a:lnTo>
                    <a:pt x="4686" y="999"/>
                  </a:lnTo>
                  <a:cubicBezTo>
                    <a:pt x="4717" y="999"/>
                    <a:pt x="4717" y="996"/>
                    <a:pt x="4692" y="968"/>
                  </a:cubicBezTo>
                  <a:lnTo>
                    <a:pt x="4667" y="937"/>
                  </a:lnTo>
                  <a:cubicBezTo>
                    <a:pt x="4665" y="939"/>
                    <a:pt x="4662" y="940"/>
                    <a:pt x="4659" y="940"/>
                  </a:cubicBezTo>
                  <a:cubicBezTo>
                    <a:pt x="4632" y="940"/>
                    <a:pt x="4575" y="870"/>
                    <a:pt x="4488" y="783"/>
                  </a:cubicBezTo>
                  <a:cubicBezTo>
                    <a:pt x="4380" y="682"/>
                    <a:pt x="4331" y="638"/>
                    <a:pt x="4310" y="638"/>
                  </a:cubicBezTo>
                  <a:cubicBezTo>
                    <a:pt x="4306" y="638"/>
                    <a:pt x="4303" y="639"/>
                    <a:pt x="4300" y="642"/>
                  </a:cubicBezTo>
                  <a:cubicBezTo>
                    <a:pt x="4295" y="649"/>
                    <a:pt x="4291" y="652"/>
                    <a:pt x="4285" y="652"/>
                  </a:cubicBezTo>
                  <a:cubicBezTo>
                    <a:pt x="4274" y="652"/>
                    <a:pt x="4259" y="634"/>
                    <a:pt x="4238" y="595"/>
                  </a:cubicBezTo>
                  <a:cubicBezTo>
                    <a:pt x="4200" y="492"/>
                    <a:pt x="4190" y="470"/>
                    <a:pt x="4174" y="470"/>
                  </a:cubicBezTo>
                  <a:cubicBezTo>
                    <a:pt x="4169" y="470"/>
                    <a:pt x="4165" y="471"/>
                    <a:pt x="4159" y="473"/>
                  </a:cubicBezTo>
                  <a:cubicBezTo>
                    <a:pt x="4175" y="485"/>
                    <a:pt x="4159" y="504"/>
                    <a:pt x="4147" y="526"/>
                  </a:cubicBezTo>
                  <a:cubicBezTo>
                    <a:pt x="4134" y="543"/>
                    <a:pt x="4124" y="551"/>
                    <a:pt x="4118" y="551"/>
                  </a:cubicBezTo>
                  <a:cubicBezTo>
                    <a:pt x="4109" y="551"/>
                    <a:pt x="4108" y="535"/>
                    <a:pt x="4115" y="504"/>
                  </a:cubicBezTo>
                  <a:cubicBezTo>
                    <a:pt x="4140" y="469"/>
                    <a:pt x="3945" y="358"/>
                    <a:pt x="3864" y="358"/>
                  </a:cubicBezTo>
                  <a:cubicBezTo>
                    <a:pt x="3852" y="358"/>
                    <a:pt x="3842" y="360"/>
                    <a:pt x="3836" y="366"/>
                  </a:cubicBezTo>
                  <a:lnTo>
                    <a:pt x="3849" y="344"/>
                  </a:lnTo>
                  <a:cubicBezTo>
                    <a:pt x="3861" y="322"/>
                    <a:pt x="3843" y="313"/>
                    <a:pt x="3774" y="279"/>
                  </a:cubicBezTo>
                  <a:lnTo>
                    <a:pt x="3720" y="250"/>
                  </a:lnTo>
                  <a:cubicBezTo>
                    <a:pt x="3716" y="261"/>
                    <a:pt x="3707" y="265"/>
                    <a:pt x="3696" y="265"/>
                  </a:cubicBezTo>
                  <a:cubicBezTo>
                    <a:pt x="3661" y="265"/>
                    <a:pt x="3606" y="223"/>
                    <a:pt x="3611" y="206"/>
                  </a:cubicBezTo>
                  <a:cubicBezTo>
                    <a:pt x="3605" y="175"/>
                    <a:pt x="3601" y="175"/>
                    <a:pt x="3567" y="163"/>
                  </a:cubicBezTo>
                  <a:cubicBezTo>
                    <a:pt x="3554" y="167"/>
                    <a:pt x="3540" y="169"/>
                    <a:pt x="3527" y="169"/>
                  </a:cubicBezTo>
                  <a:cubicBezTo>
                    <a:pt x="3466" y="169"/>
                    <a:pt x="3411" y="127"/>
                    <a:pt x="3416" y="109"/>
                  </a:cubicBezTo>
                  <a:lnTo>
                    <a:pt x="3379" y="97"/>
                  </a:lnTo>
                  <a:cubicBezTo>
                    <a:pt x="3365" y="106"/>
                    <a:pt x="3349" y="109"/>
                    <a:pt x="3332" y="109"/>
                  </a:cubicBezTo>
                  <a:cubicBezTo>
                    <a:pt x="3319" y="109"/>
                    <a:pt x="3307" y="107"/>
                    <a:pt x="3294" y="103"/>
                  </a:cubicBezTo>
                  <a:cubicBezTo>
                    <a:pt x="3267" y="95"/>
                    <a:pt x="3249" y="90"/>
                    <a:pt x="3238" y="90"/>
                  </a:cubicBezTo>
                  <a:cubicBezTo>
                    <a:pt x="3227" y="90"/>
                    <a:pt x="3225" y="96"/>
                    <a:pt x="3232" y="112"/>
                  </a:cubicBezTo>
                  <a:cubicBezTo>
                    <a:pt x="3229" y="133"/>
                    <a:pt x="3223" y="157"/>
                    <a:pt x="3207" y="157"/>
                  </a:cubicBezTo>
                  <a:cubicBezTo>
                    <a:pt x="3206" y="157"/>
                    <a:pt x="3204" y="156"/>
                    <a:pt x="3203" y="156"/>
                  </a:cubicBezTo>
                  <a:lnTo>
                    <a:pt x="3210" y="131"/>
                  </a:lnTo>
                  <a:cubicBezTo>
                    <a:pt x="3213" y="106"/>
                    <a:pt x="3156" y="91"/>
                    <a:pt x="3081" y="81"/>
                  </a:cubicBezTo>
                  <a:cubicBezTo>
                    <a:pt x="2984" y="65"/>
                    <a:pt x="2946" y="59"/>
                    <a:pt x="2931" y="31"/>
                  </a:cubicBezTo>
                  <a:lnTo>
                    <a:pt x="2909" y="53"/>
                  </a:lnTo>
                  <a:cubicBezTo>
                    <a:pt x="2899" y="65"/>
                    <a:pt x="2889" y="70"/>
                    <a:pt x="2882" y="70"/>
                  </a:cubicBezTo>
                  <a:cubicBezTo>
                    <a:pt x="2873" y="70"/>
                    <a:pt x="2868" y="63"/>
                    <a:pt x="2868" y="50"/>
                  </a:cubicBezTo>
                  <a:cubicBezTo>
                    <a:pt x="2859" y="36"/>
                    <a:pt x="2831" y="28"/>
                    <a:pt x="2800" y="28"/>
                  </a:cubicBezTo>
                  <a:cubicBezTo>
                    <a:pt x="2776" y="28"/>
                    <a:pt x="2751" y="33"/>
                    <a:pt x="2733" y="44"/>
                  </a:cubicBezTo>
                  <a:lnTo>
                    <a:pt x="2693" y="40"/>
                  </a:lnTo>
                  <a:cubicBezTo>
                    <a:pt x="2688" y="14"/>
                    <a:pt x="2667" y="0"/>
                    <a:pt x="2645" y="0"/>
                  </a:cubicBezTo>
                  <a:close/>
                  <a:moveTo>
                    <a:pt x="2141" y="5358"/>
                  </a:moveTo>
                  <a:cubicBezTo>
                    <a:pt x="2138" y="5384"/>
                    <a:pt x="2138" y="5384"/>
                    <a:pt x="2157" y="5387"/>
                  </a:cubicBezTo>
                  <a:cubicBezTo>
                    <a:pt x="2170" y="5389"/>
                    <a:pt x="2179" y="5390"/>
                    <a:pt x="2184" y="5390"/>
                  </a:cubicBezTo>
                  <a:cubicBezTo>
                    <a:pt x="2196" y="5390"/>
                    <a:pt x="2192" y="5384"/>
                    <a:pt x="2182" y="5365"/>
                  </a:cubicBezTo>
                  <a:lnTo>
                    <a:pt x="2141" y="53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37"/>
            <p:cNvSpPr/>
            <p:nvPr/>
          </p:nvSpPr>
          <p:spPr>
            <a:xfrm>
              <a:off x="4297444" y="3659344"/>
              <a:ext cx="70589" cy="88326"/>
            </a:xfrm>
            <a:custGeom>
              <a:avLst/>
              <a:gdLst/>
              <a:ahLst/>
              <a:cxnLst/>
              <a:rect l="l" t="t" r="r" b="b"/>
              <a:pathLst>
                <a:path w="3878" h="4890" extrusionOk="0">
                  <a:moveTo>
                    <a:pt x="3404" y="1"/>
                  </a:moveTo>
                  <a:lnTo>
                    <a:pt x="3398" y="4"/>
                  </a:lnTo>
                  <a:cubicBezTo>
                    <a:pt x="3395" y="10"/>
                    <a:pt x="3413" y="26"/>
                    <a:pt x="3435" y="42"/>
                  </a:cubicBezTo>
                  <a:lnTo>
                    <a:pt x="3438" y="35"/>
                  </a:lnTo>
                  <a:cubicBezTo>
                    <a:pt x="3429" y="23"/>
                    <a:pt x="3416" y="10"/>
                    <a:pt x="3404" y="1"/>
                  </a:cubicBezTo>
                  <a:close/>
                  <a:moveTo>
                    <a:pt x="3686" y="249"/>
                  </a:moveTo>
                  <a:lnTo>
                    <a:pt x="3711" y="261"/>
                  </a:lnTo>
                  <a:cubicBezTo>
                    <a:pt x="3733" y="277"/>
                    <a:pt x="3727" y="280"/>
                    <a:pt x="3724" y="286"/>
                  </a:cubicBezTo>
                  <a:cubicBezTo>
                    <a:pt x="3721" y="289"/>
                    <a:pt x="3720" y="290"/>
                    <a:pt x="3718" y="290"/>
                  </a:cubicBezTo>
                  <a:cubicBezTo>
                    <a:pt x="3714" y="290"/>
                    <a:pt x="3710" y="286"/>
                    <a:pt x="3699" y="277"/>
                  </a:cubicBezTo>
                  <a:cubicBezTo>
                    <a:pt x="3699" y="277"/>
                    <a:pt x="3683" y="255"/>
                    <a:pt x="3686" y="249"/>
                  </a:cubicBezTo>
                  <a:close/>
                  <a:moveTo>
                    <a:pt x="3595" y="287"/>
                  </a:moveTo>
                  <a:cubicBezTo>
                    <a:pt x="3606" y="287"/>
                    <a:pt x="3624" y="296"/>
                    <a:pt x="3639" y="308"/>
                  </a:cubicBezTo>
                  <a:cubicBezTo>
                    <a:pt x="3683" y="336"/>
                    <a:pt x="3683" y="336"/>
                    <a:pt x="3673" y="346"/>
                  </a:cubicBezTo>
                  <a:cubicBezTo>
                    <a:pt x="3672" y="349"/>
                    <a:pt x="3670" y="351"/>
                    <a:pt x="3666" y="351"/>
                  </a:cubicBezTo>
                  <a:cubicBezTo>
                    <a:pt x="3662" y="351"/>
                    <a:pt x="3655" y="348"/>
                    <a:pt x="3645" y="339"/>
                  </a:cubicBezTo>
                  <a:lnTo>
                    <a:pt x="3648" y="336"/>
                  </a:lnTo>
                  <a:cubicBezTo>
                    <a:pt x="3654" y="340"/>
                    <a:pt x="3657" y="342"/>
                    <a:pt x="3658" y="342"/>
                  </a:cubicBezTo>
                  <a:cubicBezTo>
                    <a:pt x="3662" y="342"/>
                    <a:pt x="3648" y="328"/>
                    <a:pt x="3630" y="321"/>
                  </a:cubicBezTo>
                  <a:lnTo>
                    <a:pt x="3589" y="289"/>
                  </a:lnTo>
                  <a:cubicBezTo>
                    <a:pt x="3590" y="288"/>
                    <a:pt x="3592" y="287"/>
                    <a:pt x="3595" y="287"/>
                  </a:cubicBezTo>
                  <a:close/>
                  <a:moveTo>
                    <a:pt x="3739" y="424"/>
                  </a:moveTo>
                  <a:lnTo>
                    <a:pt x="3736" y="430"/>
                  </a:lnTo>
                  <a:cubicBezTo>
                    <a:pt x="3748" y="440"/>
                    <a:pt x="3752" y="444"/>
                    <a:pt x="3755" y="444"/>
                  </a:cubicBezTo>
                  <a:cubicBezTo>
                    <a:pt x="3756" y="444"/>
                    <a:pt x="3757" y="442"/>
                    <a:pt x="3758" y="440"/>
                  </a:cubicBezTo>
                  <a:lnTo>
                    <a:pt x="3764" y="433"/>
                  </a:lnTo>
                  <a:lnTo>
                    <a:pt x="3739" y="424"/>
                  </a:lnTo>
                  <a:close/>
                  <a:moveTo>
                    <a:pt x="3329" y="562"/>
                  </a:moveTo>
                  <a:cubicBezTo>
                    <a:pt x="3351" y="578"/>
                    <a:pt x="3360" y="606"/>
                    <a:pt x="3357" y="612"/>
                  </a:cubicBezTo>
                  <a:cubicBezTo>
                    <a:pt x="3356" y="612"/>
                    <a:pt x="3356" y="612"/>
                    <a:pt x="3355" y="612"/>
                  </a:cubicBezTo>
                  <a:cubicBezTo>
                    <a:pt x="3348" y="612"/>
                    <a:pt x="3331" y="597"/>
                    <a:pt x="3322" y="574"/>
                  </a:cubicBezTo>
                  <a:lnTo>
                    <a:pt x="3329" y="562"/>
                  </a:lnTo>
                  <a:close/>
                  <a:moveTo>
                    <a:pt x="3265" y="571"/>
                  </a:moveTo>
                  <a:cubicBezTo>
                    <a:pt x="3259" y="571"/>
                    <a:pt x="3256" y="575"/>
                    <a:pt x="3250" y="581"/>
                  </a:cubicBezTo>
                  <a:cubicBezTo>
                    <a:pt x="3247" y="587"/>
                    <a:pt x="3260" y="606"/>
                    <a:pt x="3260" y="606"/>
                  </a:cubicBezTo>
                  <a:cubicBezTo>
                    <a:pt x="3272" y="614"/>
                    <a:pt x="3278" y="617"/>
                    <a:pt x="3282" y="617"/>
                  </a:cubicBezTo>
                  <a:cubicBezTo>
                    <a:pt x="3286" y="617"/>
                    <a:pt x="3288" y="615"/>
                    <a:pt x="3291" y="612"/>
                  </a:cubicBezTo>
                  <a:cubicBezTo>
                    <a:pt x="3293" y="612"/>
                    <a:pt x="3295" y="612"/>
                    <a:pt x="3297" y="612"/>
                  </a:cubicBezTo>
                  <a:cubicBezTo>
                    <a:pt x="3317" y="612"/>
                    <a:pt x="3302" y="595"/>
                    <a:pt x="3285" y="581"/>
                  </a:cubicBezTo>
                  <a:cubicBezTo>
                    <a:pt x="3275" y="574"/>
                    <a:pt x="3269" y="571"/>
                    <a:pt x="3265" y="571"/>
                  </a:cubicBezTo>
                  <a:close/>
                  <a:moveTo>
                    <a:pt x="3432" y="716"/>
                  </a:moveTo>
                  <a:cubicBezTo>
                    <a:pt x="3432" y="716"/>
                    <a:pt x="3432" y="716"/>
                    <a:pt x="3432" y="716"/>
                  </a:cubicBezTo>
                  <a:lnTo>
                    <a:pt x="3432" y="716"/>
                  </a:lnTo>
                  <a:cubicBezTo>
                    <a:pt x="3432" y="716"/>
                    <a:pt x="3432" y="716"/>
                    <a:pt x="3432" y="716"/>
                  </a:cubicBezTo>
                  <a:close/>
                  <a:moveTo>
                    <a:pt x="3119" y="860"/>
                  </a:moveTo>
                  <a:lnTo>
                    <a:pt x="3150" y="900"/>
                  </a:lnTo>
                  <a:cubicBezTo>
                    <a:pt x="3179" y="933"/>
                    <a:pt x="3191" y="947"/>
                    <a:pt x="3189" y="947"/>
                  </a:cubicBezTo>
                  <a:cubicBezTo>
                    <a:pt x="3187" y="947"/>
                    <a:pt x="3177" y="939"/>
                    <a:pt x="3159" y="925"/>
                  </a:cubicBezTo>
                  <a:cubicBezTo>
                    <a:pt x="3138" y="913"/>
                    <a:pt x="3122" y="891"/>
                    <a:pt x="3109" y="869"/>
                  </a:cubicBezTo>
                  <a:lnTo>
                    <a:pt x="3119" y="860"/>
                  </a:lnTo>
                  <a:close/>
                  <a:moveTo>
                    <a:pt x="3206" y="910"/>
                  </a:moveTo>
                  <a:lnTo>
                    <a:pt x="3232" y="919"/>
                  </a:lnTo>
                  <a:cubicBezTo>
                    <a:pt x="3250" y="935"/>
                    <a:pt x="3247" y="941"/>
                    <a:pt x="3241" y="947"/>
                  </a:cubicBezTo>
                  <a:lnTo>
                    <a:pt x="3222" y="932"/>
                  </a:lnTo>
                  <a:lnTo>
                    <a:pt x="3206" y="910"/>
                  </a:lnTo>
                  <a:close/>
                  <a:moveTo>
                    <a:pt x="2997" y="1045"/>
                  </a:moveTo>
                  <a:cubicBezTo>
                    <a:pt x="3009" y="1057"/>
                    <a:pt x="3022" y="1070"/>
                    <a:pt x="3031" y="1082"/>
                  </a:cubicBezTo>
                  <a:lnTo>
                    <a:pt x="3028" y="1088"/>
                  </a:lnTo>
                  <a:cubicBezTo>
                    <a:pt x="3006" y="1073"/>
                    <a:pt x="2987" y="1057"/>
                    <a:pt x="2990" y="1051"/>
                  </a:cubicBezTo>
                  <a:lnTo>
                    <a:pt x="2997" y="1045"/>
                  </a:lnTo>
                  <a:close/>
                  <a:moveTo>
                    <a:pt x="3093" y="1050"/>
                  </a:moveTo>
                  <a:cubicBezTo>
                    <a:pt x="3101" y="1050"/>
                    <a:pt x="3116" y="1070"/>
                    <a:pt x="3147" y="1101"/>
                  </a:cubicBezTo>
                  <a:cubicBezTo>
                    <a:pt x="3151" y="1114"/>
                    <a:pt x="3154" y="1121"/>
                    <a:pt x="3151" y="1121"/>
                  </a:cubicBezTo>
                  <a:cubicBezTo>
                    <a:pt x="3149" y="1121"/>
                    <a:pt x="3140" y="1112"/>
                    <a:pt x="3122" y="1092"/>
                  </a:cubicBezTo>
                  <a:lnTo>
                    <a:pt x="3091" y="1051"/>
                  </a:lnTo>
                  <a:cubicBezTo>
                    <a:pt x="3091" y="1050"/>
                    <a:pt x="3092" y="1050"/>
                    <a:pt x="3093" y="1050"/>
                  </a:cubicBezTo>
                  <a:close/>
                  <a:moveTo>
                    <a:pt x="2288" y="1087"/>
                  </a:moveTo>
                  <a:cubicBezTo>
                    <a:pt x="2284" y="1087"/>
                    <a:pt x="2291" y="1097"/>
                    <a:pt x="2313" y="1120"/>
                  </a:cubicBezTo>
                  <a:cubicBezTo>
                    <a:pt x="2326" y="1131"/>
                    <a:pt x="2330" y="1134"/>
                    <a:pt x="2334" y="1134"/>
                  </a:cubicBezTo>
                  <a:cubicBezTo>
                    <a:pt x="2335" y="1134"/>
                    <a:pt x="2336" y="1133"/>
                    <a:pt x="2338" y="1132"/>
                  </a:cubicBezTo>
                  <a:cubicBezTo>
                    <a:pt x="2326" y="1117"/>
                    <a:pt x="2316" y="1104"/>
                    <a:pt x="2301" y="1095"/>
                  </a:cubicBezTo>
                  <a:cubicBezTo>
                    <a:pt x="2294" y="1089"/>
                    <a:pt x="2290" y="1087"/>
                    <a:pt x="2288" y="1087"/>
                  </a:cubicBezTo>
                  <a:close/>
                  <a:moveTo>
                    <a:pt x="2859" y="1117"/>
                  </a:moveTo>
                  <a:lnTo>
                    <a:pt x="2859" y="1117"/>
                  </a:lnTo>
                  <a:cubicBezTo>
                    <a:pt x="2860" y="1117"/>
                    <a:pt x="2863" y="1118"/>
                    <a:pt x="2868" y="1123"/>
                  </a:cubicBezTo>
                  <a:cubicBezTo>
                    <a:pt x="2868" y="1122"/>
                    <a:pt x="2869" y="1122"/>
                    <a:pt x="2869" y="1122"/>
                  </a:cubicBezTo>
                  <a:cubicBezTo>
                    <a:pt x="2874" y="1122"/>
                    <a:pt x="2883" y="1142"/>
                    <a:pt x="2877" y="1148"/>
                  </a:cubicBezTo>
                  <a:lnTo>
                    <a:pt x="2859" y="1132"/>
                  </a:lnTo>
                  <a:cubicBezTo>
                    <a:pt x="2861" y="1128"/>
                    <a:pt x="2855" y="1117"/>
                    <a:pt x="2859" y="1117"/>
                  </a:cubicBezTo>
                  <a:close/>
                  <a:moveTo>
                    <a:pt x="3085" y="1239"/>
                  </a:moveTo>
                  <a:cubicBezTo>
                    <a:pt x="3084" y="1239"/>
                    <a:pt x="3099" y="1250"/>
                    <a:pt x="3112" y="1261"/>
                  </a:cubicBezTo>
                  <a:lnTo>
                    <a:pt x="3112" y="1261"/>
                  </a:lnTo>
                  <a:lnTo>
                    <a:pt x="3094" y="1245"/>
                  </a:lnTo>
                  <a:cubicBezTo>
                    <a:pt x="3087" y="1241"/>
                    <a:pt x="3085" y="1239"/>
                    <a:pt x="3085" y="1239"/>
                  </a:cubicBezTo>
                  <a:close/>
                  <a:moveTo>
                    <a:pt x="3112" y="1261"/>
                  </a:moveTo>
                  <a:lnTo>
                    <a:pt x="3128" y="1273"/>
                  </a:lnTo>
                  <a:lnTo>
                    <a:pt x="3112" y="1261"/>
                  </a:lnTo>
                  <a:close/>
                  <a:moveTo>
                    <a:pt x="3128" y="1273"/>
                  </a:moveTo>
                  <a:lnTo>
                    <a:pt x="3128" y="1273"/>
                  </a:lnTo>
                  <a:lnTo>
                    <a:pt x="3128" y="1273"/>
                  </a:lnTo>
                  <a:close/>
                  <a:moveTo>
                    <a:pt x="3128" y="1273"/>
                  </a:moveTo>
                  <a:lnTo>
                    <a:pt x="3128" y="1274"/>
                  </a:lnTo>
                  <a:lnTo>
                    <a:pt x="3128" y="1273"/>
                  </a:lnTo>
                  <a:close/>
                  <a:moveTo>
                    <a:pt x="3128" y="1274"/>
                  </a:moveTo>
                  <a:lnTo>
                    <a:pt x="3131" y="1276"/>
                  </a:lnTo>
                  <a:lnTo>
                    <a:pt x="3128" y="1274"/>
                  </a:lnTo>
                  <a:close/>
                  <a:moveTo>
                    <a:pt x="2931" y="1242"/>
                  </a:moveTo>
                  <a:cubicBezTo>
                    <a:pt x="2950" y="1258"/>
                    <a:pt x="2971" y="1273"/>
                    <a:pt x="2965" y="1280"/>
                  </a:cubicBezTo>
                  <a:cubicBezTo>
                    <a:pt x="2971" y="1287"/>
                    <a:pt x="2971" y="1290"/>
                    <a:pt x="2969" y="1290"/>
                  </a:cubicBezTo>
                  <a:cubicBezTo>
                    <a:pt x="2964" y="1290"/>
                    <a:pt x="2946" y="1277"/>
                    <a:pt x="2921" y="1255"/>
                  </a:cubicBezTo>
                  <a:lnTo>
                    <a:pt x="2931" y="1242"/>
                  </a:lnTo>
                  <a:close/>
                  <a:moveTo>
                    <a:pt x="2906" y="1311"/>
                  </a:moveTo>
                  <a:lnTo>
                    <a:pt x="2931" y="1323"/>
                  </a:lnTo>
                  <a:lnTo>
                    <a:pt x="2928" y="1327"/>
                  </a:lnTo>
                  <a:cubicBezTo>
                    <a:pt x="2925" y="1329"/>
                    <a:pt x="2924" y="1331"/>
                    <a:pt x="2922" y="1331"/>
                  </a:cubicBezTo>
                  <a:cubicBezTo>
                    <a:pt x="2918" y="1331"/>
                    <a:pt x="2914" y="1327"/>
                    <a:pt x="2903" y="1317"/>
                  </a:cubicBezTo>
                  <a:lnTo>
                    <a:pt x="2906" y="1311"/>
                  </a:lnTo>
                  <a:close/>
                  <a:moveTo>
                    <a:pt x="2750" y="1345"/>
                  </a:moveTo>
                  <a:cubicBezTo>
                    <a:pt x="2759" y="1345"/>
                    <a:pt x="2777" y="1352"/>
                    <a:pt x="2777" y="1352"/>
                  </a:cubicBezTo>
                  <a:cubicBezTo>
                    <a:pt x="2796" y="1367"/>
                    <a:pt x="2790" y="1374"/>
                    <a:pt x="2790" y="1374"/>
                  </a:cubicBezTo>
                  <a:cubicBezTo>
                    <a:pt x="2788" y="1375"/>
                    <a:pt x="2787" y="1378"/>
                    <a:pt x="2783" y="1378"/>
                  </a:cubicBezTo>
                  <a:cubicBezTo>
                    <a:pt x="2779" y="1378"/>
                    <a:pt x="2772" y="1375"/>
                    <a:pt x="2761" y="1367"/>
                  </a:cubicBezTo>
                  <a:cubicBezTo>
                    <a:pt x="2761" y="1367"/>
                    <a:pt x="2743" y="1352"/>
                    <a:pt x="2746" y="1345"/>
                  </a:cubicBezTo>
                  <a:cubicBezTo>
                    <a:pt x="2747" y="1345"/>
                    <a:pt x="2748" y="1345"/>
                    <a:pt x="2750" y="1345"/>
                  </a:cubicBezTo>
                  <a:close/>
                  <a:moveTo>
                    <a:pt x="2896" y="1402"/>
                  </a:moveTo>
                  <a:cubicBezTo>
                    <a:pt x="2893" y="1408"/>
                    <a:pt x="2912" y="1424"/>
                    <a:pt x="2912" y="1424"/>
                  </a:cubicBezTo>
                  <a:cubicBezTo>
                    <a:pt x="2912" y="1424"/>
                    <a:pt x="2927" y="1435"/>
                    <a:pt x="2934" y="1435"/>
                  </a:cubicBezTo>
                  <a:cubicBezTo>
                    <a:pt x="2935" y="1435"/>
                    <a:pt x="2936" y="1434"/>
                    <a:pt x="2937" y="1433"/>
                  </a:cubicBezTo>
                  <a:lnTo>
                    <a:pt x="2940" y="1430"/>
                  </a:lnTo>
                  <a:cubicBezTo>
                    <a:pt x="2928" y="1417"/>
                    <a:pt x="2912" y="1408"/>
                    <a:pt x="2896" y="1402"/>
                  </a:cubicBezTo>
                  <a:close/>
                  <a:moveTo>
                    <a:pt x="2693" y="1455"/>
                  </a:moveTo>
                  <a:cubicBezTo>
                    <a:pt x="2714" y="1464"/>
                    <a:pt x="2714" y="1464"/>
                    <a:pt x="2708" y="1474"/>
                  </a:cubicBezTo>
                  <a:cubicBezTo>
                    <a:pt x="2707" y="1475"/>
                    <a:pt x="2706" y="1475"/>
                    <a:pt x="2704" y="1475"/>
                  </a:cubicBezTo>
                  <a:cubicBezTo>
                    <a:pt x="2696" y="1475"/>
                    <a:pt x="2683" y="1464"/>
                    <a:pt x="2683" y="1464"/>
                  </a:cubicBezTo>
                  <a:cubicBezTo>
                    <a:pt x="2674" y="1457"/>
                    <a:pt x="2675" y="1455"/>
                    <a:pt x="2678" y="1455"/>
                  </a:cubicBezTo>
                  <a:cubicBezTo>
                    <a:pt x="2681" y="1455"/>
                    <a:pt x="2685" y="1456"/>
                    <a:pt x="2688" y="1456"/>
                  </a:cubicBezTo>
                  <a:cubicBezTo>
                    <a:pt x="2690" y="1456"/>
                    <a:pt x="2692" y="1456"/>
                    <a:pt x="2693" y="1455"/>
                  </a:cubicBezTo>
                  <a:close/>
                  <a:moveTo>
                    <a:pt x="2539" y="1555"/>
                  </a:moveTo>
                  <a:cubicBezTo>
                    <a:pt x="2548" y="1562"/>
                    <a:pt x="2549" y="1564"/>
                    <a:pt x="2548" y="1564"/>
                  </a:cubicBezTo>
                  <a:cubicBezTo>
                    <a:pt x="2545" y="1564"/>
                    <a:pt x="2537" y="1559"/>
                    <a:pt x="2539" y="1555"/>
                  </a:cubicBezTo>
                  <a:close/>
                  <a:moveTo>
                    <a:pt x="2630" y="1565"/>
                  </a:moveTo>
                  <a:lnTo>
                    <a:pt x="2630" y="1565"/>
                  </a:lnTo>
                  <a:cubicBezTo>
                    <a:pt x="2646" y="1574"/>
                    <a:pt x="2661" y="1580"/>
                    <a:pt x="2674" y="1593"/>
                  </a:cubicBezTo>
                  <a:cubicBezTo>
                    <a:pt x="2684" y="1600"/>
                    <a:pt x="2688" y="1605"/>
                    <a:pt x="2685" y="1605"/>
                  </a:cubicBezTo>
                  <a:cubicBezTo>
                    <a:pt x="2681" y="1605"/>
                    <a:pt x="2668" y="1600"/>
                    <a:pt x="2646" y="1587"/>
                  </a:cubicBezTo>
                  <a:cubicBezTo>
                    <a:pt x="2627" y="1571"/>
                    <a:pt x="2627" y="1571"/>
                    <a:pt x="2630" y="1565"/>
                  </a:cubicBezTo>
                  <a:close/>
                  <a:moveTo>
                    <a:pt x="2577" y="1631"/>
                  </a:moveTo>
                  <a:cubicBezTo>
                    <a:pt x="2585" y="1637"/>
                    <a:pt x="2587" y="1639"/>
                    <a:pt x="2585" y="1639"/>
                  </a:cubicBezTo>
                  <a:cubicBezTo>
                    <a:pt x="2583" y="1639"/>
                    <a:pt x="2575" y="1634"/>
                    <a:pt x="2577" y="1631"/>
                  </a:cubicBezTo>
                  <a:close/>
                  <a:moveTo>
                    <a:pt x="2599" y="1602"/>
                  </a:moveTo>
                  <a:lnTo>
                    <a:pt x="2624" y="1615"/>
                  </a:lnTo>
                  <a:lnTo>
                    <a:pt x="2639" y="1634"/>
                  </a:lnTo>
                  <a:lnTo>
                    <a:pt x="2636" y="1640"/>
                  </a:lnTo>
                  <a:cubicBezTo>
                    <a:pt x="2614" y="1624"/>
                    <a:pt x="2595" y="1609"/>
                    <a:pt x="2599" y="1602"/>
                  </a:cubicBezTo>
                  <a:close/>
                  <a:moveTo>
                    <a:pt x="2981" y="1618"/>
                  </a:moveTo>
                  <a:cubicBezTo>
                    <a:pt x="2975" y="1624"/>
                    <a:pt x="2971" y="1631"/>
                    <a:pt x="2971" y="1631"/>
                  </a:cubicBezTo>
                  <a:cubicBezTo>
                    <a:pt x="2983" y="1640"/>
                    <a:pt x="2987" y="1644"/>
                    <a:pt x="2991" y="1644"/>
                  </a:cubicBezTo>
                  <a:cubicBezTo>
                    <a:pt x="2993" y="1644"/>
                    <a:pt x="2994" y="1642"/>
                    <a:pt x="2997" y="1640"/>
                  </a:cubicBezTo>
                  <a:cubicBezTo>
                    <a:pt x="3006" y="1627"/>
                    <a:pt x="3006" y="1627"/>
                    <a:pt x="2981" y="1618"/>
                  </a:cubicBezTo>
                  <a:close/>
                  <a:moveTo>
                    <a:pt x="2273" y="1922"/>
                  </a:moveTo>
                  <a:lnTo>
                    <a:pt x="2295" y="1931"/>
                  </a:lnTo>
                  <a:lnTo>
                    <a:pt x="2310" y="1953"/>
                  </a:lnTo>
                  <a:lnTo>
                    <a:pt x="2307" y="1960"/>
                  </a:lnTo>
                  <a:cubicBezTo>
                    <a:pt x="2288" y="1944"/>
                    <a:pt x="2266" y="1928"/>
                    <a:pt x="2273" y="1922"/>
                  </a:cubicBezTo>
                  <a:close/>
                  <a:moveTo>
                    <a:pt x="2167" y="2050"/>
                  </a:moveTo>
                  <a:cubicBezTo>
                    <a:pt x="2174" y="2050"/>
                    <a:pt x="2205" y="2083"/>
                    <a:pt x="2226" y="2098"/>
                  </a:cubicBezTo>
                  <a:cubicBezTo>
                    <a:pt x="2223" y="2100"/>
                    <a:pt x="2222" y="2101"/>
                    <a:pt x="2220" y="2101"/>
                  </a:cubicBezTo>
                  <a:cubicBezTo>
                    <a:pt x="2217" y="2101"/>
                    <a:pt x="2212" y="2098"/>
                    <a:pt x="2201" y="2088"/>
                  </a:cubicBezTo>
                  <a:cubicBezTo>
                    <a:pt x="2188" y="2076"/>
                    <a:pt x="2175" y="2063"/>
                    <a:pt x="2166" y="2051"/>
                  </a:cubicBezTo>
                  <a:cubicBezTo>
                    <a:pt x="2166" y="2050"/>
                    <a:pt x="2167" y="2050"/>
                    <a:pt x="2167" y="2050"/>
                  </a:cubicBezTo>
                  <a:close/>
                  <a:moveTo>
                    <a:pt x="2072" y="2245"/>
                  </a:moveTo>
                  <a:lnTo>
                    <a:pt x="2094" y="2254"/>
                  </a:lnTo>
                  <a:lnTo>
                    <a:pt x="2110" y="2273"/>
                  </a:lnTo>
                  <a:lnTo>
                    <a:pt x="2107" y="2279"/>
                  </a:lnTo>
                  <a:cubicBezTo>
                    <a:pt x="2088" y="2264"/>
                    <a:pt x="2066" y="2248"/>
                    <a:pt x="2072" y="2245"/>
                  </a:cubicBezTo>
                  <a:close/>
                  <a:moveTo>
                    <a:pt x="2251" y="2260"/>
                  </a:moveTo>
                  <a:cubicBezTo>
                    <a:pt x="2266" y="2273"/>
                    <a:pt x="2276" y="2286"/>
                    <a:pt x="2288" y="2298"/>
                  </a:cubicBezTo>
                  <a:lnTo>
                    <a:pt x="2282" y="2304"/>
                  </a:lnTo>
                  <a:cubicBezTo>
                    <a:pt x="2263" y="2289"/>
                    <a:pt x="2244" y="2273"/>
                    <a:pt x="2248" y="2267"/>
                  </a:cubicBezTo>
                  <a:lnTo>
                    <a:pt x="2251" y="2260"/>
                  </a:lnTo>
                  <a:close/>
                  <a:moveTo>
                    <a:pt x="1765" y="2615"/>
                  </a:moveTo>
                  <a:lnTo>
                    <a:pt x="1765" y="2615"/>
                  </a:lnTo>
                  <a:cubicBezTo>
                    <a:pt x="1790" y="2624"/>
                    <a:pt x="1803" y="2646"/>
                    <a:pt x="1799" y="2649"/>
                  </a:cubicBezTo>
                  <a:lnTo>
                    <a:pt x="1799" y="2652"/>
                  </a:lnTo>
                  <a:cubicBezTo>
                    <a:pt x="1795" y="2656"/>
                    <a:pt x="1793" y="2659"/>
                    <a:pt x="1790" y="2659"/>
                  </a:cubicBezTo>
                  <a:cubicBezTo>
                    <a:pt x="1786" y="2659"/>
                    <a:pt x="1782" y="2655"/>
                    <a:pt x="1771" y="2646"/>
                  </a:cubicBezTo>
                  <a:cubicBezTo>
                    <a:pt x="1752" y="2630"/>
                    <a:pt x="1759" y="2621"/>
                    <a:pt x="1765" y="2615"/>
                  </a:cubicBezTo>
                  <a:close/>
                  <a:moveTo>
                    <a:pt x="1602" y="2850"/>
                  </a:moveTo>
                  <a:cubicBezTo>
                    <a:pt x="1615" y="2862"/>
                    <a:pt x="1627" y="2872"/>
                    <a:pt x="1636" y="2887"/>
                  </a:cubicBezTo>
                  <a:lnTo>
                    <a:pt x="1633" y="2890"/>
                  </a:lnTo>
                  <a:cubicBezTo>
                    <a:pt x="1611" y="2875"/>
                    <a:pt x="1593" y="2862"/>
                    <a:pt x="1599" y="2856"/>
                  </a:cubicBezTo>
                  <a:lnTo>
                    <a:pt x="1602" y="2850"/>
                  </a:lnTo>
                  <a:close/>
                  <a:moveTo>
                    <a:pt x="1342" y="3401"/>
                  </a:moveTo>
                  <a:lnTo>
                    <a:pt x="1367" y="3411"/>
                  </a:lnTo>
                  <a:cubicBezTo>
                    <a:pt x="1386" y="3426"/>
                    <a:pt x="1383" y="3433"/>
                    <a:pt x="1383" y="3433"/>
                  </a:cubicBezTo>
                  <a:cubicBezTo>
                    <a:pt x="1382" y="3433"/>
                    <a:pt x="1381" y="3434"/>
                    <a:pt x="1380" y="3434"/>
                  </a:cubicBezTo>
                  <a:cubicBezTo>
                    <a:pt x="1377" y="3434"/>
                    <a:pt x="1373" y="3431"/>
                    <a:pt x="1358" y="3420"/>
                  </a:cubicBezTo>
                  <a:cubicBezTo>
                    <a:pt x="1358" y="3420"/>
                    <a:pt x="1339" y="3404"/>
                    <a:pt x="1342" y="3401"/>
                  </a:cubicBezTo>
                  <a:close/>
                  <a:moveTo>
                    <a:pt x="1162" y="3423"/>
                  </a:moveTo>
                  <a:cubicBezTo>
                    <a:pt x="1166" y="3423"/>
                    <a:pt x="1170" y="3428"/>
                    <a:pt x="1179" y="3439"/>
                  </a:cubicBezTo>
                  <a:cubicBezTo>
                    <a:pt x="1189" y="3452"/>
                    <a:pt x="1191" y="3460"/>
                    <a:pt x="1186" y="3460"/>
                  </a:cubicBezTo>
                  <a:cubicBezTo>
                    <a:pt x="1183" y="3460"/>
                    <a:pt x="1178" y="3457"/>
                    <a:pt x="1170" y="3451"/>
                  </a:cubicBezTo>
                  <a:cubicBezTo>
                    <a:pt x="1151" y="3436"/>
                    <a:pt x="1151" y="3436"/>
                    <a:pt x="1154" y="3429"/>
                  </a:cubicBezTo>
                  <a:cubicBezTo>
                    <a:pt x="1158" y="3425"/>
                    <a:pt x="1160" y="3423"/>
                    <a:pt x="1162" y="3423"/>
                  </a:cubicBezTo>
                  <a:close/>
                  <a:moveTo>
                    <a:pt x="1123" y="3467"/>
                  </a:moveTo>
                  <a:lnTo>
                    <a:pt x="1148" y="3476"/>
                  </a:lnTo>
                  <a:lnTo>
                    <a:pt x="1144" y="3483"/>
                  </a:lnTo>
                  <a:cubicBezTo>
                    <a:pt x="1142" y="3485"/>
                    <a:pt x="1141" y="3487"/>
                    <a:pt x="1139" y="3487"/>
                  </a:cubicBezTo>
                  <a:cubicBezTo>
                    <a:pt x="1135" y="3487"/>
                    <a:pt x="1131" y="3483"/>
                    <a:pt x="1119" y="3473"/>
                  </a:cubicBezTo>
                  <a:lnTo>
                    <a:pt x="1123" y="3467"/>
                  </a:lnTo>
                  <a:close/>
                  <a:moveTo>
                    <a:pt x="1072" y="3489"/>
                  </a:moveTo>
                  <a:cubicBezTo>
                    <a:pt x="1070" y="3493"/>
                    <a:pt x="1077" y="3500"/>
                    <a:pt x="1078" y="3500"/>
                  </a:cubicBezTo>
                  <a:cubicBezTo>
                    <a:pt x="1079" y="3500"/>
                    <a:pt x="1078" y="3497"/>
                    <a:pt x="1072" y="3489"/>
                  </a:cubicBezTo>
                  <a:close/>
                  <a:moveTo>
                    <a:pt x="1311" y="3480"/>
                  </a:moveTo>
                  <a:lnTo>
                    <a:pt x="1332" y="3492"/>
                  </a:lnTo>
                  <a:lnTo>
                    <a:pt x="1348" y="3511"/>
                  </a:lnTo>
                  <a:lnTo>
                    <a:pt x="1345" y="3517"/>
                  </a:lnTo>
                  <a:cubicBezTo>
                    <a:pt x="1326" y="3501"/>
                    <a:pt x="1304" y="3486"/>
                    <a:pt x="1311" y="3480"/>
                  </a:cubicBezTo>
                  <a:close/>
                  <a:moveTo>
                    <a:pt x="1079" y="3520"/>
                  </a:moveTo>
                  <a:lnTo>
                    <a:pt x="1104" y="3533"/>
                  </a:lnTo>
                  <a:lnTo>
                    <a:pt x="1101" y="3536"/>
                  </a:lnTo>
                  <a:cubicBezTo>
                    <a:pt x="1098" y="3538"/>
                    <a:pt x="1097" y="3540"/>
                    <a:pt x="1095" y="3540"/>
                  </a:cubicBezTo>
                  <a:cubicBezTo>
                    <a:pt x="1091" y="3540"/>
                    <a:pt x="1087" y="3536"/>
                    <a:pt x="1076" y="3527"/>
                  </a:cubicBezTo>
                  <a:lnTo>
                    <a:pt x="1079" y="3520"/>
                  </a:lnTo>
                  <a:close/>
                  <a:moveTo>
                    <a:pt x="1054" y="3589"/>
                  </a:moveTo>
                  <a:lnTo>
                    <a:pt x="1054" y="3589"/>
                  </a:lnTo>
                  <a:cubicBezTo>
                    <a:pt x="1069" y="3599"/>
                    <a:pt x="1085" y="3605"/>
                    <a:pt x="1097" y="3617"/>
                  </a:cubicBezTo>
                  <a:lnTo>
                    <a:pt x="1094" y="3621"/>
                  </a:lnTo>
                  <a:cubicBezTo>
                    <a:pt x="1094" y="3622"/>
                    <a:pt x="1093" y="3622"/>
                    <a:pt x="1091" y="3622"/>
                  </a:cubicBezTo>
                  <a:cubicBezTo>
                    <a:pt x="1084" y="3622"/>
                    <a:pt x="1069" y="3611"/>
                    <a:pt x="1069" y="3611"/>
                  </a:cubicBezTo>
                  <a:cubicBezTo>
                    <a:pt x="1069" y="3611"/>
                    <a:pt x="1050" y="3595"/>
                    <a:pt x="1054" y="3589"/>
                  </a:cubicBezTo>
                  <a:close/>
                  <a:moveTo>
                    <a:pt x="873" y="3794"/>
                  </a:moveTo>
                  <a:cubicBezTo>
                    <a:pt x="874" y="3794"/>
                    <a:pt x="876" y="3795"/>
                    <a:pt x="881" y="3799"/>
                  </a:cubicBezTo>
                  <a:lnTo>
                    <a:pt x="900" y="3815"/>
                  </a:lnTo>
                  <a:cubicBezTo>
                    <a:pt x="912" y="3832"/>
                    <a:pt x="924" y="3848"/>
                    <a:pt x="921" y="3848"/>
                  </a:cubicBezTo>
                  <a:cubicBezTo>
                    <a:pt x="920" y="3848"/>
                    <a:pt x="917" y="3847"/>
                    <a:pt x="913" y="3843"/>
                  </a:cubicBezTo>
                  <a:cubicBezTo>
                    <a:pt x="900" y="3831"/>
                    <a:pt x="887" y="3818"/>
                    <a:pt x="878" y="3805"/>
                  </a:cubicBezTo>
                  <a:cubicBezTo>
                    <a:pt x="878" y="3805"/>
                    <a:pt x="870" y="3794"/>
                    <a:pt x="873" y="3794"/>
                  </a:cubicBezTo>
                  <a:close/>
                  <a:moveTo>
                    <a:pt x="792" y="4030"/>
                  </a:moveTo>
                  <a:cubicBezTo>
                    <a:pt x="800" y="4030"/>
                    <a:pt x="835" y="4058"/>
                    <a:pt x="844" y="4081"/>
                  </a:cubicBezTo>
                  <a:cubicBezTo>
                    <a:pt x="842" y="4084"/>
                    <a:pt x="842" y="4085"/>
                    <a:pt x="840" y="4085"/>
                  </a:cubicBezTo>
                  <a:cubicBezTo>
                    <a:pt x="838" y="4085"/>
                    <a:pt x="833" y="4081"/>
                    <a:pt x="822" y="4072"/>
                  </a:cubicBezTo>
                  <a:cubicBezTo>
                    <a:pt x="800" y="4056"/>
                    <a:pt x="784" y="4034"/>
                    <a:pt x="790" y="4031"/>
                  </a:cubicBezTo>
                  <a:cubicBezTo>
                    <a:pt x="791" y="4031"/>
                    <a:pt x="791" y="4030"/>
                    <a:pt x="792" y="4030"/>
                  </a:cubicBezTo>
                  <a:close/>
                  <a:moveTo>
                    <a:pt x="176" y="4791"/>
                  </a:moveTo>
                  <a:cubicBezTo>
                    <a:pt x="177" y="4791"/>
                    <a:pt x="188" y="4799"/>
                    <a:pt x="207" y="4815"/>
                  </a:cubicBezTo>
                  <a:cubicBezTo>
                    <a:pt x="226" y="4830"/>
                    <a:pt x="245" y="4846"/>
                    <a:pt x="242" y="4849"/>
                  </a:cubicBezTo>
                  <a:cubicBezTo>
                    <a:pt x="253" y="4864"/>
                    <a:pt x="255" y="4870"/>
                    <a:pt x="252" y="4870"/>
                  </a:cubicBezTo>
                  <a:cubicBezTo>
                    <a:pt x="247" y="4870"/>
                    <a:pt x="222" y="4847"/>
                    <a:pt x="201" y="4818"/>
                  </a:cubicBezTo>
                  <a:cubicBezTo>
                    <a:pt x="184" y="4800"/>
                    <a:pt x="175" y="4791"/>
                    <a:pt x="176" y="4791"/>
                  </a:cubicBezTo>
                  <a:close/>
                  <a:moveTo>
                    <a:pt x="3671" y="103"/>
                  </a:moveTo>
                  <a:cubicBezTo>
                    <a:pt x="3665" y="103"/>
                    <a:pt x="3677" y="119"/>
                    <a:pt x="3711" y="145"/>
                  </a:cubicBezTo>
                  <a:cubicBezTo>
                    <a:pt x="3745" y="170"/>
                    <a:pt x="3760" y="181"/>
                    <a:pt x="3758" y="181"/>
                  </a:cubicBezTo>
                  <a:cubicBezTo>
                    <a:pt x="3756" y="181"/>
                    <a:pt x="3746" y="175"/>
                    <a:pt x="3727" y="164"/>
                  </a:cubicBezTo>
                  <a:cubicBezTo>
                    <a:pt x="3703" y="145"/>
                    <a:pt x="3691" y="140"/>
                    <a:pt x="3684" y="140"/>
                  </a:cubicBezTo>
                  <a:cubicBezTo>
                    <a:pt x="3680" y="140"/>
                    <a:pt x="3678" y="143"/>
                    <a:pt x="3677" y="145"/>
                  </a:cubicBezTo>
                  <a:cubicBezTo>
                    <a:pt x="3676" y="146"/>
                    <a:pt x="3675" y="147"/>
                    <a:pt x="3674" y="147"/>
                  </a:cubicBezTo>
                  <a:cubicBezTo>
                    <a:pt x="3671" y="147"/>
                    <a:pt x="3667" y="143"/>
                    <a:pt x="3651" y="133"/>
                  </a:cubicBezTo>
                  <a:cubicBezTo>
                    <a:pt x="3637" y="120"/>
                    <a:pt x="3618" y="112"/>
                    <a:pt x="3609" y="112"/>
                  </a:cubicBezTo>
                  <a:cubicBezTo>
                    <a:pt x="3607" y="112"/>
                    <a:pt x="3605" y="112"/>
                    <a:pt x="3604" y="114"/>
                  </a:cubicBezTo>
                  <a:cubicBezTo>
                    <a:pt x="3598" y="120"/>
                    <a:pt x="3598" y="120"/>
                    <a:pt x="3620" y="136"/>
                  </a:cubicBezTo>
                  <a:cubicBezTo>
                    <a:pt x="3632" y="141"/>
                    <a:pt x="3635" y="146"/>
                    <a:pt x="3630" y="146"/>
                  </a:cubicBezTo>
                  <a:cubicBezTo>
                    <a:pt x="3625" y="146"/>
                    <a:pt x="3613" y="141"/>
                    <a:pt x="3592" y="129"/>
                  </a:cubicBezTo>
                  <a:cubicBezTo>
                    <a:pt x="3583" y="126"/>
                    <a:pt x="3577" y="124"/>
                    <a:pt x="3575" y="124"/>
                  </a:cubicBezTo>
                  <a:cubicBezTo>
                    <a:pt x="3572" y="124"/>
                    <a:pt x="3580" y="131"/>
                    <a:pt x="3604" y="151"/>
                  </a:cubicBezTo>
                  <a:cubicBezTo>
                    <a:pt x="3629" y="170"/>
                    <a:pt x="3636" y="181"/>
                    <a:pt x="3627" y="181"/>
                  </a:cubicBezTo>
                  <a:cubicBezTo>
                    <a:pt x="3621" y="181"/>
                    <a:pt x="3609" y="177"/>
                    <a:pt x="3592" y="167"/>
                  </a:cubicBezTo>
                  <a:lnTo>
                    <a:pt x="3583" y="176"/>
                  </a:lnTo>
                  <a:cubicBezTo>
                    <a:pt x="3579" y="183"/>
                    <a:pt x="3598" y="198"/>
                    <a:pt x="3620" y="214"/>
                  </a:cubicBezTo>
                  <a:cubicBezTo>
                    <a:pt x="3644" y="234"/>
                    <a:pt x="3653" y="242"/>
                    <a:pt x="3650" y="242"/>
                  </a:cubicBezTo>
                  <a:cubicBezTo>
                    <a:pt x="3649" y="242"/>
                    <a:pt x="3644" y="239"/>
                    <a:pt x="3636" y="236"/>
                  </a:cubicBezTo>
                  <a:cubicBezTo>
                    <a:pt x="3620" y="227"/>
                    <a:pt x="3604" y="220"/>
                    <a:pt x="3589" y="208"/>
                  </a:cubicBezTo>
                  <a:cubicBezTo>
                    <a:pt x="3580" y="201"/>
                    <a:pt x="3575" y="198"/>
                    <a:pt x="3571" y="198"/>
                  </a:cubicBezTo>
                  <a:cubicBezTo>
                    <a:pt x="3566" y="198"/>
                    <a:pt x="3564" y="201"/>
                    <a:pt x="3561" y="205"/>
                  </a:cubicBezTo>
                  <a:cubicBezTo>
                    <a:pt x="3557" y="211"/>
                    <a:pt x="3548" y="220"/>
                    <a:pt x="3567" y="236"/>
                  </a:cubicBezTo>
                  <a:lnTo>
                    <a:pt x="3548" y="220"/>
                  </a:lnTo>
                  <a:cubicBezTo>
                    <a:pt x="3548" y="222"/>
                    <a:pt x="3546" y="222"/>
                    <a:pt x="3545" y="222"/>
                  </a:cubicBezTo>
                  <a:cubicBezTo>
                    <a:pt x="3541" y="222"/>
                    <a:pt x="3536" y="219"/>
                    <a:pt x="3535" y="219"/>
                  </a:cubicBezTo>
                  <a:lnTo>
                    <a:pt x="3535" y="219"/>
                  </a:lnTo>
                  <a:cubicBezTo>
                    <a:pt x="3535" y="219"/>
                    <a:pt x="3537" y="221"/>
                    <a:pt x="3545" y="227"/>
                  </a:cubicBezTo>
                  <a:cubicBezTo>
                    <a:pt x="3545" y="227"/>
                    <a:pt x="3542" y="228"/>
                    <a:pt x="3532" y="228"/>
                  </a:cubicBezTo>
                  <a:cubicBezTo>
                    <a:pt x="3527" y="228"/>
                    <a:pt x="3520" y="228"/>
                    <a:pt x="3510" y="227"/>
                  </a:cubicBezTo>
                  <a:cubicBezTo>
                    <a:pt x="3509" y="226"/>
                    <a:pt x="3507" y="226"/>
                    <a:pt x="3506" y="226"/>
                  </a:cubicBezTo>
                  <a:cubicBezTo>
                    <a:pt x="3485" y="226"/>
                    <a:pt x="3511" y="268"/>
                    <a:pt x="3561" y="283"/>
                  </a:cubicBezTo>
                  <a:cubicBezTo>
                    <a:pt x="3563" y="282"/>
                    <a:pt x="3564" y="281"/>
                    <a:pt x="3565" y="281"/>
                  </a:cubicBezTo>
                  <a:lnTo>
                    <a:pt x="3565" y="281"/>
                  </a:lnTo>
                  <a:cubicBezTo>
                    <a:pt x="3566" y="281"/>
                    <a:pt x="3563" y="283"/>
                    <a:pt x="3557" y="289"/>
                  </a:cubicBezTo>
                  <a:cubicBezTo>
                    <a:pt x="3551" y="296"/>
                    <a:pt x="3573" y="311"/>
                    <a:pt x="3573" y="311"/>
                  </a:cubicBezTo>
                  <a:cubicBezTo>
                    <a:pt x="3592" y="327"/>
                    <a:pt x="3589" y="330"/>
                    <a:pt x="3583" y="336"/>
                  </a:cubicBezTo>
                  <a:lnTo>
                    <a:pt x="3542" y="305"/>
                  </a:lnTo>
                  <a:cubicBezTo>
                    <a:pt x="3514" y="278"/>
                    <a:pt x="3494" y="263"/>
                    <a:pt x="3487" y="263"/>
                  </a:cubicBezTo>
                  <a:cubicBezTo>
                    <a:pt x="3481" y="263"/>
                    <a:pt x="3488" y="276"/>
                    <a:pt x="3514" y="302"/>
                  </a:cubicBezTo>
                  <a:lnTo>
                    <a:pt x="3495" y="286"/>
                  </a:lnTo>
                  <a:cubicBezTo>
                    <a:pt x="3487" y="280"/>
                    <a:pt x="3482" y="277"/>
                    <a:pt x="3479" y="277"/>
                  </a:cubicBezTo>
                  <a:cubicBezTo>
                    <a:pt x="3474" y="277"/>
                    <a:pt x="3475" y="285"/>
                    <a:pt x="3482" y="302"/>
                  </a:cubicBezTo>
                  <a:cubicBezTo>
                    <a:pt x="3476" y="305"/>
                    <a:pt x="3514" y="343"/>
                    <a:pt x="3532" y="358"/>
                  </a:cubicBezTo>
                  <a:cubicBezTo>
                    <a:pt x="3551" y="374"/>
                    <a:pt x="3548" y="380"/>
                    <a:pt x="3548" y="380"/>
                  </a:cubicBezTo>
                  <a:cubicBezTo>
                    <a:pt x="3546" y="381"/>
                    <a:pt x="3545" y="382"/>
                    <a:pt x="3543" y="382"/>
                  </a:cubicBezTo>
                  <a:cubicBezTo>
                    <a:pt x="3540" y="382"/>
                    <a:pt x="3536" y="378"/>
                    <a:pt x="3523" y="368"/>
                  </a:cubicBezTo>
                  <a:cubicBezTo>
                    <a:pt x="3507" y="355"/>
                    <a:pt x="3496" y="350"/>
                    <a:pt x="3491" y="350"/>
                  </a:cubicBezTo>
                  <a:cubicBezTo>
                    <a:pt x="3484" y="350"/>
                    <a:pt x="3489" y="364"/>
                    <a:pt x="3510" y="386"/>
                  </a:cubicBezTo>
                  <a:lnTo>
                    <a:pt x="3489" y="371"/>
                  </a:lnTo>
                  <a:cubicBezTo>
                    <a:pt x="3479" y="363"/>
                    <a:pt x="3469" y="356"/>
                    <a:pt x="3460" y="356"/>
                  </a:cubicBezTo>
                  <a:cubicBezTo>
                    <a:pt x="3451" y="356"/>
                    <a:pt x="3445" y="364"/>
                    <a:pt x="3445" y="386"/>
                  </a:cubicBezTo>
                  <a:cubicBezTo>
                    <a:pt x="3431" y="402"/>
                    <a:pt x="3421" y="415"/>
                    <a:pt x="3408" y="415"/>
                  </a:cubicBezTo>
                  <a:cubicBezTo>
                    <a:pt x="3403" y="415"/>
                    <a:pt x="3398" y="413"/>
                    <a:pt x="3391" y="408"/>
                  </a:cubicBezTo>
                  <a:cubicBezTo>
                    <a:pt x="3389" y="406"/>
                    <a:pt x="3387" y="406"/>
                    <a:pt x="3386" y="406"/>
                  </a:cubicBezTo>
                  <a:lnTo>
                    <a:pt x="3386" y="406"/>
                  </a:lnTo>
                  <a:cubicBezTo>
                    <a:pt x="3378" y="406"/>
                    <a:pt x="3398" y="451"/>
                    <a:pt x="3426" y="487"/>
                  </a:cubicBezTo>
                  <a:cubicBezTo>
                    <a:pt x="3418" y="480"/>
                    <a:pt x="3412" y="477"/>
                    <a:pt x="3407" y="477"/>
                  </a:cubicBezTo>
                  <a:cubicBezTo>
                    <a:pt x="3401" y="477"/>
                    <a:pt x="3397" y="481"/>
                    <a:pt x="3391" y="487"/>
                  </a:cubicBezTo>
                  <a:cubicBezTo>
                    <a:pt x="3385" y="495"/>
                    <a:pt x="3382" y="498"/>
                    <a:pt x="3378" y="498"/>
                  </a:cubicBezTo>
                  <a:cubicBezTo>
                    <a:pt x="3374" y="498"/>
                    <a:pt x="3369" y="495"/>
                    <a:pt x="3360" y="487"/>
                  </a:cubicBezTo>
                  <a:cubicBezTo>
                    <a:pt x="3342" y="470"/>
                    <a:pt x="3333" y="462"/>
                    <a:pt x="3331" y="462"/>
                  </a:cubicBezTo>
                  <a:lnTo>
                    <a:pt x="3331" y="462"/>
                  </a:lnTo>
                  <a:cubicBezTo>
                    <a:pt x="3330" y="462"/>
                    <a:pt x="3337" y="472"/>
                    <a:pt x="3354" y="493"/>
                  </a:cubicBezTo>
                  <a:cubicBezTo>
                    <a:pt x="3373" y="513"/>
                    <a:pt x="3373" y="522"/>
                    <a:pt x="3363" y="522"/>
                  </a:cubicBezTo>
                  <a:cubicBezTo>
                    <a:pt x="3354" y="522"/>
                    <a:pt x="3336" y="514"/>
                    <a:pt x="3316" y="499"/>
                  </a:cubicBezTo>
                  <a:cubicBezTo>
                    <a:pt x="3308" y="492"/>
                    <a:pt x="3303" y="490"/>
                    <a:pt x="3299" y="490"/>
                  </a:cubicBezTo>
                  <a:cubicBezTo>
                    <a:pt x="3293" y="490"/>
                    <a:pt x="3290" y="494"/>
                    <a:pt x="3285" y="499"/>
                  </a:cubicBezTo>
                  <a:cubicBezTo>
                    <a:pt x="3297" y="512"/>
                    <a:pt x="3294" y="531"/>
                    <a:pt x="3282" y="543"/>
                  </a:cubicBezTo>
                  <a:cubicBezTo>
                    <a:pt x="3269" y="559"/>
                    <a:pt x="3269" y="559"/>
                    <a:pt x="3307" y="590"/>
                  </a:cubicBezTo>
                  <a:cubicBezTo>
                    <a:pt x="3348" y="621"/>
                    <a:pt x="3344" y="628"/>
                    <a:pt x="3335" y="637"/>
                  </a:cubicBezTo>
                  <a:cubicBezTo>
                    <a:pt x="3332" y="640"/>
                    <a:pt x="3330" y="642"/>
                    <a:pt x="3326" y="642"/>
                  </a:cubicBezTo>
                  <a:cubicBezTo>
                    <a:pt x="3322" y="642"/>
                    <a:pt x="3317" y="639"/>
                    <a:pt x="3307" y="631"/>
                  </a:cubicBezTo>
                  <a:cubicBezTo>
                    <a:pt x="3307" y="631"/>
                    <a:pt x="3293" y="626"/>
                    <a:pt x="3283" y="626"/>
                  </a:cubicBezTo>
                  <a:cubicBezTo>
                    <a:pt x="3280" y="626"/>
                    <a:pt x="3277" y="626"/>
                    <a:pt x="3275" y="628"/>
                  </a:cubicBezTo>
                  <a:cubicBezTo>
                    <a:pt x="3274" y="631"/>
                    <a:pt x="3273" y="633"/>
                    <a:pt x="3269" y="633"/>
                  </a:cubicBezTo>
                  <a:cubicBezTo>
                    <a:pt x="3265" y="633"/>
                    <a:pt x="3259" y="630"/>
                    <a:pt x="3247" y="621"/>
                  </a:cubicBezTo>
                  <a:cubicBezTo>
                    <a:pt x="3247" y="621"/>
                    <a:pt x="3238" y="618"/>
                    <a:pt x="3230" y="618"/>
                  </a:cubicBezTo>
                  <a:cubicBezTo>
                    <a:pt x="3224" y="618"/>
                    <a:pt x="3218" y="620"/>
                    <a:pt x="3216" y="625"/>
                  </a:cubicBezTo>
                  <a:cubicBezTo>
                    <a:pt x="3210" y="630"/>
                    <a:pt x="3204" y="636"/>
                    <a:pt x="3196" y="636"/>
                  </a:cubicBezTo>
                  <a:cubicBezTo>
                    <a:pt x="3191" y="636"/>
                    <a:pt x="3186" y="634"/>
                    <a:pt x="3178" y="628"/>
                  </a:cubicBezTo>
                  <a:lnTo>
                    <a:pt x="3178" y="628"/>
                  </a:lnTo>
                  <a:cubicBezTo>
                    <a:pt x="3172" y="634"/>
                    <a:pt x="3172" y="634"/>
                    <a:pt x="3194" y="650"/>
                  </a:cubicBezTo>
                  <a:cubicBezTo>
                    <a:pt x="3213" y="665"/>
                    <a:pt x="3228" y="687"/>
                    <a:pt x="3191" y="694"/>
                  </a:cubicBezTo>
                  <a:cubicBezTo>
                    <a:pt x="3181" y="703"/>
                    <a:pt x="3169" y="719"/>
                    <a:pt x="3188" y="734"/>
                  </a:cubicBezTo>
                  <a:cubicBezTo>
                    <a:pt x="3186" y="737"/>
                    <a:pt x="3186" y="738"/>
                    <a:pt x="3184" y="738"/>
                  </a:cubicBezTo>
                  <a:cubicBezTo>
                    <a:pt x="3181" y="738"/>
                    <a:pt x="3176" y="735"/>
                    <a:pt x="3163" y="725"/>
                  </a:cubicBezTo>
                  <a:cubicBezTo>
                    <a:pt x="3148" y="712"/>
                    <a:pt x="3137" y="706"/>
                    <a:pt x="3132" y="706"/>
                  </a:cubicBezTo>
                  <a:cubicBezTo>
                    <a:pt x="3124" y="706"/>
                    <a:pt x="3128" y="720"/>
                    <a:pt x="3147" y="747"/>
                  </a:cubicBezTo>
                  <a:cubicBezTo>
                    <a:pt x="3159" y="757"/>
                    <a:pt x="3161" y="762"/>
                    <a:pt x="3155" y="762"/>
                  </a:cubicBezTo>
                  <a:cubicBezTo>
                    <a:pt x="3152" y="762"/>
                    <a:pt x="3146" y="760"/>
                    <a:pt x="3138" y="756"/>
                  </a:cubicBezTo>
                  <a:lnTo>
                    <a:pt x="3138" y="756"/>
                  </a:lnTo>
                  <a:cubicBezTo>
                    <a:pt x="3138" y="756"/>
                    <a:pt x="3131" y="763"/>
                    <a:pt x="3147" y="784"/>
                  </a:cubicBezTo>
                  <a:cubicBezTo>
                    <a:pt x="3158" y="798"/>
                    <a:pt x="3161" y="802"/>
                    <a:pt x="3152" y="802"/>
                  </a:cubicBezTo>
                  <a:cubicBezTo>
                    <a:pt x="3148" y="802"/>
                    <a:pt x="3143" y="801"/>
                    <a:pt x="3134" y="800"/>
                  </a:cubicBezTo>
                  <a:cubicBezTo>
                    <a:pt x="3125" y="792"/>
                    <a:pt x="3119" y="790"/>
                    <a:pt x="3114" y="790"/>
                  </a:cubicBezTo>
                  <a:cubicBezTo>
                    <a:pt x="3110" y="790"/>
                    <a:pt x="3108" y="792"/>
                    <a:pt x="3106" y="794"/>
                  </a:cubicBezTo>
                  <a:cubicBezTo>
                    <a:pt x="3115" y="820"/>
                    <a:pt x="3075" y="870"/>
                    <a:pt x="3050" y="870"/>
                  </a:cubicBezTo>
                  <a:cubicBezTo>
                    <a:pt x="3047" y="870"/>
                    <a:pt x="3045" y="870"/>
                    <a:pt x="3044" y="869"/>
                  </a:cubicBezTo>
                  <a:lnTo>
                    <a:pt x="3044" y="869"/>
                  </a:lnTo>
                  <a:cubicBezTo>
                    <a:pt x="3059" y="891"/>
                    <a:pt x="3059" y="891"/>
                    <a:pt x="3053" y="897"/>
                  </a:cubicBezTo>
                  <a:cubicBezTo>
                    <a:pt x="3039" y="888"/>
                    <a:pt x="3031" y="884"/>
                    <a:pt x="3028" y="884"/>
                  </a:cubicBezTo>
                  <a:cubicBezTo>
                    <a:pt x="3022" y="884"/>
                    <a:pt x="3038" y="901"/>
                    <a:pt x="3065" y="922"/>
                  </a:cubicBezTo>
                  <a:lnTo>
                    <a:pt x="3069" y="916"/>
                  </a:lnTo>
                  <a:lnTo>
                    <a:pt x="3075" y="913"/>
                  </a:lnTo>
                  <a:cubicBezTo>
                    <a:pt x="3096" y="930"/>
                    <a:pt x="3101" y="943"/>
                    <a:pt x="3092" y="943"/>
                  </a:cubicBezTo>
                  <a:cubicBezTo>
                    <a:pt x="3085" y="943"/>
                    <a:pt x="3067" y="934"/>
                    <a:pt x="3040" y="913"/>
                  </a:cubicBezTo>
                  <a:cubicBezTo>
                    <a:pt x="3020" y="901"/>
                    <a:pt x="3009" y="895"/>
                    <a:pt x="3007" y="895"/>
                  </a:cubicBezTo>
                  <a:lnTo>
                    <a:pt x="3007" y="895"/>
                  </a:lnTo>
                  <a:cubicBezTo>
                    <a:pt x="3004" y="895"/>
                    <a:pt x="3012" y="904"/>
                    <a:pt x="3031" y="922"/>
                  </a:cubicBezTo>
                  <a:cubicBezTo>
                    <a:pt x="3053" y="944"/>
                    <a:pt x="3060" y="956"/>
                    <a:pt x="3053" y="956"/>
                  </a:cubicBezTo>
                  <a:cubicBezTo>
                    <a:pt x="3049" y="956"/>
                    <a:pt x="3037" y="950"/>
                    <a:pt x="3018" y="938"/>
                  </a:cubicBezTo>
                  <a:cubicBezTo>
                    <a:pt x="2999" y="923"/>
                    <a:pt x="2989" y="915"/>
                    <a:pt x="2988" y="915"/>
                  </a:cubicBezTo>
                  <a:lnTo>
                    <a:pt x="2988" y="915"/>
                  </a:lnTo>
                  <a:cubicBezTo>
                    <a:pt x="2986" y="915"/>
                    <a:pt x="2996" y="925"/>
                    <a:pt x="3015" y="944"/>
                  </a:cubicBezTo>
                  <a:cubicBezTo>
                    <a:pt x="3059" y="990"/>
                    <a:pt x="3078" y="1021"/>
                    <a:pt x="3065" y="1021"/>
                  </a:cubicBezTo>
                  <a:cubicBezTo>
                    <a:pt x="3058" y="1021"/>
                    <a:pt x="3041" y="1011"/>
                    <a:pt x="3012" y="988"/>
                  </a:cubicBezTo>
                  <a:cubicBezTo>
                    <a:pt x="2978" y="962"/>
                    <a:pt x="2955" y="949"/>
                    <a:pt x="2947" y="949"/>
                  </a:cubicBezTo>
                  <a:cubicBezTo>
                    <a:pt x="2945" y="949"/>
                    <a:pt x="2944" y="949"/>
                    <a:pt x="2943" y="951"/>
                  </a:cubicBezTo>
                  <a:cubicBezTo>
                    <a:pt x="2940" y="957"/>
                    <a:pt x="2959" y="972"/>
                    <a:pt x="2978" y="988"/>
                  </a:cubicBezTo>
                  <a:cubicBezTo>
                    <a:pt x="3003" y="1003"/>
                    <a:pt x="3013" y="1011"/>
                    <a:pt x="3007" y="1011"/>
                  </a:cubicBezTo>
                  <a:cubicBezTo>
                    <a:pt x="3002" y="1011"/>
                    <a:pt x="2989" y="1007"/>
                    <a:pt x="2968" y="998"/>
                  </a:cubicBezTo>
                  <a:cubicBezTo>
                    <a:pt x="2942" y="986"/>
                    <a:pt x="2923" y="980"/>
                    <a:pt x="2913" y="980"/>
                  </a:cubicBezTo>
                  <a:cubicBezTo>
                    <a:pt x="2894" y="980"/>
                    <a:pt x="2897" y="996"/>
                    <a:pt x="2915" y="1026"/>
                  </a:cubicBezTo>
                  <a:cubicBezTo>
                    <a:pt x="2928" y="1057"/>
                    <a:pt x="2929" y="1076"/>
                    <a:pt x="2922" y="1076"/>
                  </a:cubicBezTo>
                  <a:cubicBezTo>
                    <a:pt x="2917" y="1076"/>
                    <a:pt x="2908" y="1067"/>
                    <a:pt x="2896" y="1048"/>
                  </a:cubicBezTo>
                  <a:cubicBezTo>
                    <a:pt x="2879" y="1023"/>
                    <a:pt x="2871" y="1012"/>
                    <a:pt x="2870" y="1012"/>
                  </a:cubicBezTo>
                  <a:lnTo>
                    <a:pt x="2870" y="1012"/>
                  </a:lnTo>
                  <a:cubicBezTo>
                    <a:pt x="2869" y="1012"/>
                    <a:pt x="2872" y="1019"/>
                    <a:pt x="2877" y="1032"/>
                  </a:cubicBezTo>
                  <a:lnTo>
                    <a:pt x="2856" y="1057"/>
                  </a:lnTo>
                  <a:cubicBezTo>
                    <a:pt x="2849" y="1063"/>
                    <a:pt x="2865" y="1085"/>
                    <a:pt x="2887" y="1101"/>
                  </a:cubicBezTo>
                  <a:cubicBezTo>
                    <a:pt x="2864" y="1089"/>
                    <a:pt x="2845" y="1081"/>
                    <a:pt x="2836" y="1081"/>
                  </a:cubicBezTo>
                  <a:cubicBezTo>
                    <a:pt x="2826" y="1081"/>
                    <a:pt x="2827" y="1090"/>
                    <a:pt x="2843" y="1110"/>
                  </a:cubicBezTo>
                  <a:lnTo>
                    <a:pt x="2834" y="1123"/>
                  </a:lnTo>
                  <a:cubicBezTo>
                    <a:pt x="2830" y="1129"/>
                    <a:pt x="2830" y="1129"/>
                    <a:pt x="2846" y="1148"/>
                  </a:cubicBezTo>
                  <a:cubicBezTo>
                    <a:pt x="2853" y="1158"/>
                    <a:pt x="2852" y="1161"/>
                    <a:pt x="2847" y="1161"/>
                  </a:cubicBezTo>
                  <a:cubicBezTo>
                    <a:pt x="2840" y="1161"/>
                    <a:pt x="2826" y="1155"/>
                    <a:pt x="2812" y="1148"/>
                  </a:cubicBezTo>
                  <a:cubicBezTo>
                    <a:pt x="2796" y="1142"/>
                    <a:pt x="2782" y="1136"/>
                    <a:pt x="2778" y="1136"/>
                  </a:cubicBezTo>
                  <a:cubicBezTo>
                    <a:pt x="2775" y="1136"/>
                    <a:pt x="2776" y="1139"/>
                    <a:pt x="2783" y="1145"/>
                  </a:cubicBezTo>
                  <a:cubicBezTo>
                    <a:pt x="2802" y="1164"/>
                    <a:pt x="2818" y="1186"/>
                    <a:pt x="2830" y="1208"/>
                  </a:cubicBezTo>
                  <a:cubicBezTo>
                    <a:pt x="2836" y="1216"/>
                    <a:pt x="2836" y="1219"/>
                    <a:pt x="2833" y="1219"/>
                  </a:cubicBezTo>
                  <a:cubicBezTo>
                    <a:pt x="2829" y="1219"/>
                    <a:pt x="2815" y="1210"/>
                    <a:pt x="2805" y="1198"/>
                  </a:cubicBezTo>
                  <a:cubicBezTo>
                    <a:pt x="2793" y="1186"/>
                    <a:pt x="2774" y="1176"/>
                    <a:pt x="2758" y="1176"/>
                  </a:cubicBezTo>
                  <a:cubicBezTo>
                    <a:pt x="2752" y="1182"/>
                    <a:pt x="2743" y="1192"/>
                    <a:pt x="2765" y="1208"/>
                  </a:cubicBezTo>
                  <a:cubicBezTo>
                    <a:pt x="2781" y="1221"/>
                    <a:pt x="2762" y="1247"/>
                    <a:pt x="2742" y="1247"/>
                  </a:cubicBezTo>
                  <a:cubicBezTo>
                    <a:pt x="2739" y="1247"/>
                    <a:pt x="2736" y="1246"/>
                    <a:pt x="2733" y="1245"/>
                  </a:cubicBezTo>
                  <a:cubicBezTo>
                    <a:pt x="2733" y="1245"/>
                    <a:pt x="2727" y="1251"/>
                    <a:pt x="2724" y="1258"/>
                  </a:cubicBezTo>
                  <a:cubicBezTo>
                    <a:pt x="2718" y="1261"/>
                    <a:pt x="2733" y="1283"/>
                    <a:pt x="2730" y="1289"/>
                  </a:cubicBezTo>
                  <a:cubicBezTo>
                    <a:pt x="2730" y="1289"/>
                    <a:pt x="2724" y="1295"/>
                    <a:pt x="2740" y="1314"/>
                  </a:cubicBezTo>
                  <a:cubicBezTo>
                    <a:pt x="2738" y="1317"/>
                    <a:pt x="2736" y="1321"/>
                    <a:pt x="2732" y="1321"/>
                  </a:cubicBezTo>
                  <a:cubicBezTo>
                    <a:pt x="2728" y="1321"/>
                    <a:pt x="2722" y="1318"/>
                    <a:pt x="2711" y="1311"/>
                  </a:cubicBezTo>
                  <a:lnTo>
                    <a:pt x="2711" y="1311"/>
                  </a:lnTo>
                  <a:cubicBezTo>
                    <a:pt x="2730" y="1330"/>
                    <a:pt x="2739" y="1338"/>
                    <a:pt x="2736" y="1338"/>
                  </a:cubicBezTo>
                  <a:cubicBezTo>
                    <a:pt x="2733" y="1338"/>
                    <a:pt x="2722" y="1332"/>
                    <a:pt x="2702" y="1320"/>
                  </a:cubicBezTo>
                  <a:cubicBezTo>
                    <a:pt x="2684" y="1305"/>
                    <a:pt x="2675" y="1298"/>
                    <a:pt x="2673" y="1298"/>
                  </a:cubicBezTo>
                  <a:lnTo>
                    <a:pt x="2673" y="1298"/>
                  </a:lnTo>
                  <a:cubicBezTo>
                    <a:pt x="2672" y="1298"/>
                    <a:pt x="2681" y="1307"/>
                    <a:pt x="2699" y="1327"/>
                  </a:cubicBezTo>
                  <a:cubicBezTo>
                    <a:pt x="2708" y="1338"/>
                    <a:pt x="2712" y="1342"/>
                    <a:pt x="2708" y="1342"/>
                  </a:cubicBezTo>
                  <a:cubicBezTo>
                    <a:pt x="2706" y="1342"/>
                    <a:pt x="2700" y="1340"/>
                    <a:pt x="2689" y="1336"/>
                  </a:cubicBezTo>
                  <a:cubicBezTo>
                    <a:pt x="2682" y="1330"/>
                    <a:pt x="2676" y="1327"/>
                    <a:pt x="2674" y="1327"/>
                  </a:cubicBezTo>
                  <a:cubicBezTo>
                    <a:pt x="2670" y="1327"/>
                    <a:pt x="2673" y="1333"/>
                    <a:pt x="2686" y="1342"/>
                  </a:cubicBezTo>
                  <a:cubicBezTo>
                    <a:pt x="2711" y="1369"/>
                    <a:pt x="2721" y="1393"/>
                    <a:pt x="2710" y="1393"/>
                  </a:cubicBezTo>
                  <a:cubicBezTo>
                    <a:pt x="2706" y="1393"/>
                    <a:pt x="2698" y="1389"/>
                    <a:pt x="2686" y="1380"/>
                  </a:cubicBezTo>
                  <a:lnTo>
                    <a:pt x="2686" y="1380"/>
                  </a:lnTo>
                  <a:cubicBezTo>
                    <a:pt x="2686" y="1380"/>
                    <a:pt x="2683" y="1383"/>
                    <a:pt x="2699" y="1405"/>
                  </a:cubicBezTo>
                  <a:cubicBezTo>
                    <a:pt x="2717" y="1425"/>
                    <a:pt x="2725" y="1434"/>
                    <a:pt x="2724" y="1434"/>
                  </a:cubicBezTo>
                  <a:cubicBezTo>
                    <a:pt x="2722" y="1434"/>
                    <a:pt x="2712" y="1426"/>
                    <a:pt x="2693" y="1411"/>
                  </a:cubicBezTo>
                  <a:cubicBezTo>
                    <a:pt x="2674" y="1401"/>
                    <a:pt x="2663" y="1395"/>
                    <a:pt x="2658" y="1395"/>
                  </a:cubicBezTo>
                  <a:cubicBezTo>
                    <a:pt x="2653" y="1395"/>
                    <a:pt x="2660" y="1405"/>
                    <a:pt x="2680" y="1427"/>
                  </a:cubicBezTo>
                  <a:cubicBezTo>
                    <a:pt x="2680" y="1427"/>
                    <a:pt x="2689" y="1440"/>
                    <a:pt x="2682" y="1440"/>
                  </a:cubicBezTo>
                  <a:cubicBezTo>
                    <a:pt x="2680" y="1440"/>
                    <a:pt x="2676" y="1439"/>
                    <a:pt x="2671" y="1436"/>
                  </a:cubicBezTo>
                  <a:cubicBezTo>
                    <a:pt x="2668" y="1436"/>
                    <a:pt x="2666" y="1436"/>
                    <a:pt x="2663" y="1436"/>
                  </a:cubicBezTo>
                  <a:cubicBezTo>
                    <a:pt x="2635" y="1436"/>
                    <a:pt x="2599" y="1451"/>
                    <a:pt x="2639" y="1474"/>
                  </a:cubicBezTo>
                  <a:lnTo>
                    <a:pt x="2630" y="1486"/>
                  </a:lnTo>
                  <a:cubicBezTo>
                    <a:pt x="2623" y="1485"/>
                    <a:pt x="2618" y="1484"/>
                    <a:pt x="2614" y="1484"/>
                  </a:cubicBezTo>
                  <a:cubicBezTo>
                    <a:pt x="2601" y="1484"/>
                    <a:pt x="2602" y="1492"/>
                    <a:pt x="2614" y="1508"/>
                  </a:cubicBezTo>
                  <a:lnTo>
                    <a:pt x="2630" y="1527"/>
                  </a:lnTo>
                  <a:cubicBezTo>
                    <a:pt x="2613" y="1515"/>
                    <a:pt x="2595" y="1506"/>
                    <a:pt x="2586" y="1506"/>
                  </a:cubicBezTo>
                  <a:cubicBezTo>
                    <a:pt x="2583" y="1506"/>
                    <a:pt x="2581" y="1507"/>
                    <a:pt x="2580" y="1508"/>
                  </a:cubicBezTo>
                  <a:cubicBezTo>
                    <a:pt x="2577" y="1515"/>
                    <a:pt x="2577" y="1515"/>
                    <a:pt x="2595" y="1530"/>
                  </a:cubicBezTo>
                  <a:cubicBezTo>
                    <a:pt x="2620" y="1540"/>
                    <a:pt x="2614" y="1546"/>
                    <a:pt x="2611" y="1549"/>
                  </a:cubicBezTo>
                  <a:cubicBezTo>
                    <a:pt x="2610" y="1550"/>
                    <a:pt x="2609" y="1551"/>
                    <a:pt x="2606" y="1551"/>
                  </a:cubicBezTo>
                  <a:cubicBezTo>
                    <a:pt x="2598" y="1551"/>
                    <a:pt x="2579" y="1543"/>
                    <a:pt x="2564" y="1530"/>
                  </a:cubicBezTo>
                  <a:lnTo>
                    <a:pt x="2558" y="1533"/>
                  </a:lnTo>
                  <a:cubicBezTo>
                    <a:pt x="2584" y="1554"/>
                    <a:pt x="2591" y="1564"/>
                    <a:pt x="2587" y="1564"/>
                  </a:cubicBezTo>
                  <a:cubicBezTo>
                    <a:pt x="2585" y="1564"/>
                    <a:pt x="2580" y="1561"/>
                    <a:pt x="2573" y="1555"/>
                  </a:cubicBezTo>
                  <a:cubicBezTo>
                    <a:pt x="2564" y="1552"/>
                    <a:pt x="2557" y="1550"/>
                    <a:pt x="2553" y="1550"/>
                  </a:cubicBezTo>
                  <a:cubicBezTo>
                    <a:pt x="2545" y="1550"/>
                    <a:pt x="2543" y="1553"/>
                    <a:pt x="2539" y="1555"/>
                  </a:cubicBezTo>
                  <a:lnTo>
                    <a:pt x="2520" y="1540"/>
                  </a:lnTo>
                  <a:cubicBezTo>
                    <a:pt x="2515" y="1538"/>
                    <a:pt x="2512" y="1537"/>
                    <a:pt x="2510" y="1537"/>
                  </a:cubicBezTo>
                  <a:cubicBezTo>
                    <a:pt x="2504" y="1537"/>
                    <a:pt x="2521" y="1549"/>
                    <a:pt x="2536" y="1562"/>
                  </a:cubicBezTo>
                  <a:lnTo>
                    <a:pt x="2526" y="1571"/>
                  </a:lnTo>
                  <a:cubicBezTo>
                    <a:pt x="2523" y="1577"/>
                    <a:pt x="2517" y="1584"/>
                    <a:pt x="2542" y="1593"/>
                  </a:cubicBezTo>
                  <a:cubicBezTo>
                    <a:pt x="2561" y="1609"/>
                    <a:pt x="2583" y="1624"/>
                    <a:pt x="2577" y="1631"/>
                  </a:cubicBezTo>
                  <a:cubicBezTo>
                    <a:pt x="2561" y="1617"/>
                    <a:pt x="2545" y="1604"/>
                    <a:pt x="2536" y="1604"/>
                  </a:cubicBezTo>
                  <a:cubicBezTo>
                    <a:pt x="2535" y="1604"/>
                    <a:pt x="2534" y="1605"/>
                    <a:pt x="2533" y="1606"/>
                  </a:cubicBezTo>
                  <a:cubicBezTo>
                    <a:pt x="2532" y="1606"/>
                    <a:pt x="2532" y="1606"/>
                    <a:pt x="2532" y="1606"/>
                  </a:cubicBezTo>
                  <a:cubicBezTo>
                    <a:pt x="2526" y="1606"/>
                    <a:pt x="2511" y="1593"/>
                    <a:pt x="2511" y="1593"/>
                  </a:cubicBezTo>
                  <a:cubicBezTo>
                    <a:pt x="2500" y="1583"/>
                    <a:pt x="2492" y="1579"/>
                    <a:pt x="2487" y="1579"/>
                  </a:cubicBezTo>
                  <a:cubicBezTo>
                    <a:pt x="2476" y="1579"/>
                    <a:pt x="2481" y="1602"/>
                    <a:pt x="2492" y="1615"/>
                  </a:cubicBezTo>
                  <a:cubicBezTo>
                    <a:pt x="2510" y="1640"/>
                    <a:pt x="2515" y="1651"/>
                    <a:pt x="2510" y="1651"/>
                  </a:cubicBezTo>
                  <a:cubicBezTo>
                    <a:pt x="2506" y="1651"/>
                    <a:pt x="2496" y="1644"/>
                    <a:pt x="2479" y="1631"/>
                  </a:cubicBezTo>
                  <a:cubicBezTo>
                    <a:pt x="2470" y="1623"/>
                    <a:pt x="2464" y="1620"/>
                    <a:pt x="2462" y="1620"/>
                  </a:cubicBezTo>
                  <a:cubicBezTo>
                    <a:pt x="2455" y="1620"/>
                    <a:pt x="2482" y="1655"/>
                    <a:pt x="2523" y="1693"/>
                  </a:cubicBezTo>
                  <a:lnTo>
                    <a:pt x="2580" y="1747"/>
                  </a:lnTo>
                  <a:lnTo>
                    <a:pt x="2520" y="1700"/>
                  </a:lnTo>
                  <a:cubicBezTo>
                    <a:pt x="2476" y="1670"/>
                    <a:pt x="2455" y="1656"/>
                    <a:pt x="2449" y="1656"/>
                  </a:cubicBezTo>
                  <a:cubicBezTo>
                    <a:pt x="2443" y="1656"/>
                    <a:pt x="2450" y="1668"/>
                    <a:pt x="2464" y="1690"/>
                  </a:cubicBezTo>
                  <a:cubicBezTo>
                    <a:pt x="2469" y="1704"/>
                    <a:pt x="2471" y="1710"/>
                    <a:pt x="2469" y="1710"/>
                  </a:cubicBezTo>
                  <a:cubicBezTo>
                    <a:pt x="2467" y="1710"/>
                    <a:pt x="2463" y="1706"/>
                    <a:pt x="2454" y="1700"/>
                  </a:cubicBezTo>
                  <a:cubicBezTo>
                    <a:pt x="2446" y="1693"/>
                    <a:pt x="2440" y="1690"/>
                    <a:pt x="2435" y="1690"/>
                  </a:cubicBezTo>
                  <a:cubicBezTo>
                    <a:pt x="2428" y="1690"/>
                    <a:pt x="2424" y="1696"/>
                    <a:pt x="2417" y="1706"/>
                  </a:cubicBezTo>
                  <a:cubicBezTo>
                    <a:pt x="2401" y="1721"/>
                    <a:pt x="2398" y="1728"/>
                    <a:pt x="2417" y="1743"/>
                  </a:cubicBezTo>
                  <a:lnTo>
                    <a:pt x="2411" y="1756"/>
                  </a:lnTo>
                  <a:cubicBezTo>
                    <a:pt x="2397" y="1748"/>
                    <a:pt x="2388" y="1744"/>
                    <a:pt x="2384" y="1744"/>
                  </a:cubicBezTo>
                  <a:cubicBezTo>
                    <a:pt x="2374" y="1744"/>
                    <a:pt x="2389" y="1763"/>
                    <a:pt x="2420" y="1781"/>
                  </a:cubicBezTo>
                  <a:lnTo>
                    <a:pt x="2411" y="1790"/>
                  </a:lnTo>
                  <a:lnTo>
                    <a:pt x="2392" y="1775"/>
                  </a:lnTo>
                  <a:cubicBezTo>
                    <a:pt x="2387" y="1770"/>
                    <a:pt x="2382" y="1768"/>
                    <a:pt x="2378" y="1768"/>
                  </a:cubicBezTo>
                  <a:cubicBezTo>
                    <a:pt x="2366" y="1768"/>
                    <a:pt x="2353" y="1784"/>
                    <a:pt x="2326" y="1815"/>
                  </a:cubicBezTo>
                  <a:cubicBezTo>
                    <a:pt x="2288" y="1862"/>
                    <a:pt x="2282" y="1869"/>
                    <a:pt x="2323" y="1900"/>
                  </a:cubicBezTo>
                  <a:cubicBezTo>
                    <a:pt x="2342" y="1919"/>
                    <a:pt x="2350" y="1930"/>
                    <a:pt x="2345" y="1930"/>
                  </a:cubicBezTo>
                  <a:cubicBezTo>
                    <a:pt x="2342" y="1930"/>
                    <a:pt x="2331" y="1923"/>
                    <a:pt x="2313" y="1909"/>
                  </a:cubicBezTo>
                  <a:cubicBezTo>
                    <a:pt x="2301" y="1899"/>
                    <a:pt x="2287" y="1892"/>
                    <a:pt x="2283" y="1892"/>
                  </a:cubicBezTo>
                  <a:cubicBezTo>
                    <a:pt x="2280" y="1892"/>
                    <a:pt x="2281" y="1894"/>
                    <a:pt x="2288" y="1900"/>
                  </a:cubicBezTo>
                  <a:cubicBezTo>
                    <a:pt x="2288" y="1900"/>
                    <a:pt x="2284" y="1904"/>
                    <a:pt x="2275" y="1904"/>
                  </a:cubicBezTo>
                  <a:cubicBezTo>
                    <a:pt x="2270" y="1904"/>
                    <a:pt x="2264" y="1903"/>
                    <a:pt x="2257" y="1900"/>
                  </a:cubicBezTo>
                  <a:cubicBezTo>
                    <a:pt x="2244" y="1896"/>
                    <a:pt x="2235" y="1895"/>
                    <a:pt x="2229" y="1895"/>
                  </a:cubicBezTo>
                  <a:cubicBezTo>
                    <a:pt x="2211" y="1895"/>
                    <a:pt x="2224" y="1910"/>
                    <a:pt x="2238" y="1922"/>
                  </a:cubicBezTo>
                  <a:cubicBezTo>
                    <a:pt x="2259" y="1934"/>
                    <a:pt x="2264" y="1938"/>
                    <a:pt x="2262" y="1938"/>
                  </a:cubicBezTo>
                  <a:cubicBezTo>
                    <a:pt x="2259" y="1938"/>
                    <a:pt x="2246" y="1933"/>
                    <a:pt x="2235" y="1928"/>
                  </a:cubicBezTo>
                  <a:cubicBezTo>
                    <a:pt x="2219" y="1920"/>
                    <a:pt x="2204" y="1914"/>
                    <a:pt x="2199" y="1914"/>
                  </a:cubicBezTo>
                  <a:cubicBezTo>
                    <a:pt x="2196" y="1914"/>
                    <a:pt x="2197" y="1916"/>
                    <a:pt x="2204" y="1922"/>
                  </a:cubicBezTo>
                  <a:cubicBezTo>
                    <a:pt x="2216" y="1939"/>
                    <a:pt x="2215" y="1970"/>
                    <a:pt x="2196" y="1970"/>
                  </a:cubicBezTo>
                  <a:cubicBezTo>
                    <a:pt x="2190" y="1970"/>
                    <a:pt x="2182" y="1967"/>
                    <a:pt x="2172" y="1960"/>
                  </a:cubicBezTo>
                  <a:lnTo>
                    <a:pt x="2166" y="1972"/>
                  </a:lnTo>
                  <a:cubicBezTo>
                    <a:pt x="2185" y="1988"/>
                    <a:pt x="2175" y="1997"/>
                    <a:pt x="2166" y="2007"/>
                  </a:cubicBezTo>
                  <a:cubicBezTo>
                    <a:pt x="2161" y="2014"/>
                    <a:pt x="2157" y="2018"/>
                    <a:pt x="2152" y="2018"/>
                  </a:cubicBezTo>
                  <a:cubicBezTo>
                    <a:pt x="2148" y="2018"/>
                    <a:pt x="2143" y="2015"/>
                    <a:pt x="2135" y="2010"/>
                  </a:cubicBezTo>
                  <a:cubicBezTo>
                    <a:pt x="2128" y="2001"/>
                    <a:pt x="2123" y="1996"/>
                    <a:pt x="2121" y="1996"/>
                  </a:cubicBezTo>
                  <a:lnTo>
                    <a:pt x="2121" y="1996"/>
                  </a:lnTo>
                  <a:cubicBezTo>
                    <a:pt x="2117" y="1996"/>
                    <a:pt x="2118" y="2005"/>
                    <a:pt x="2125" y="2019"/>
                  </a:cubicBezTo>
                  <a:cubicBezTo>
                    <a:pt x="2119" y="2025"/>
                    <a:pt x="2157" y="2060"/>
                    <a:pt x="2150" y="2066"/>
                  </a:cubicBezTo>
                  <a:cubicBezTo>
                    <a:pt x="2172" y="2082"/>
                    <a:pt x="2185" y="2104"/>
                    <a:pt x="2182" y="2107"/>
                  </a:cubicBezTo>
                  <a:lnTo>
                    <a:pt x="2163" y="2091"/>
                  </a:lnTo>
                  <a:lnTo>
                    <a:pt x="2122" y="2060"/>
                  </a:lnTo>
                  <a:lnTo>
                    <a:pt x="2122" y="2060"/>
                  </a:lnTo>
                  <a:cubicBezTo>
                    <a:pt x="2119" y="2066"/>
                    <a:pt x="2113" y="2072"/>
                    <a:pt x="2135" y="2088"/>
                  </a:cubicBezTo>
                  <a:cubicBezTo>
                    <a:pt x="2125" y="2084"/>
                    <a:pt x="2118" y="2083"/>
                    <a:pt x="2113" y="2083"/>
                  </a:cubicBezTo>
                  <a:cubicBezTo>
                    <a:pt x="2105" y="2083"/>
                    <a:pt x="2101" y="2087"/>
                    <a:pt x="2097" y="2094"/>
                  </a:cubicBezTo>
                  <a:cubicBezTo>
                    <a:pt x="2081" y="2104"/>
                    <a:pt x="2081" y="2123"/>
                    <a:pt x="2094" y="2135"/>
                  </a:cubicBezTo>
                  <a:cubicBezTo>
                    <a:pt x="2083" y="2129"/>
                    <a:pt x="2073" y="2126"/>
                    <a:pt x="2065" y="2126"/>
                  </a:cubicBezTo>
                  <a:cubicBezTo>
                    <a:pt x="2040" y="2126"/>
                    <a:pt x="2031" y="2151"/>
                    <a:pt x="2056" y="2179"/>
                  </a:cubicBezTo>
                  <a:cubicBezTo>
                    <a:pt x="2070" y="2189"/>
                    <a:pt x="2073" y="2195"/>
                    <a:pt x="2067" y="2195"/>
                  </a:cubicBezTo>
                  <a:cubicBezTo>
                    <a:pt x="2064" y="2195"/>
                    <a:pt x="2058" y="2193"/>
                    <a:pt x="2050" y="2188"/>
                  </a:cubicBezTo>
                  <a:cubicBezTo>
                    <a:pt x="2040" y="2185"/>
                    <a:pt x="2034" y="2182"/>
                    <a:pt x="2032" y="2182"/>
                  </a:cubicBezTo>
                  <a:cubicBezTo>
                    <a:pt x="2028" y="2182"/>
                    <a:pt x="2031" y="2188"/>
                    <a:pt x="2041" y="2201"/>
                  </a:cubicBezTo>
                  <a:cubicBezTo>
                    <a:pt x="2047" y="2210"/>
                    <a:pt x="2047" y="2213"/>
                    <a:pt x="2042" y="2213"/>
                  </a:cubicBezTo>
                  <a:cubicBezTo>
                    <a:pt x="2036" y="2213"/>
                    <a:pt x="2021" y="2206"/>
                    <a:pt x="2006" y="2201"/>
                  </a:cubicBezTo>
                  <a:cubicBezTo>
                    <a:pt x="1986" y="2189"/>
                    <a:pt x="1974" y="2184"/>
                    <a:pt x="1969" y="2184"/>
                  </a:cubicBezTo>
                  <a:cubicBezTo>
                    <a:pt x="1964" y="2184"/>
                    <a:pt x="1967" y="2191"/>
                    <a:pt x="1975" y="2201"/>
                  </a:cubicBezTo>
                  <a:cubicBezTo>
                    <a:pt x="1984" y="2229"/>
                    <a:pt x="1975" y="2239"/>
                    <a:pt x="1972" y="2245"/>
                  </a:cubicBezTo>
                  <a:cubicBezTo>
                    <a:pt x="1981" y="2270"/>
                    <a:pt x="1978" y="2276"/>
                    <a:pt x="2003" y="2286"/>
                  </a:cubicBezTo>
                  <a:cubicBezTo>
                    <a:pt x="2016" y="2298"/>
                    <a:pt x="2028" y="2307"/>
                    <a:pt x="2038" y="2323"/>
                  </a:cubicBezTo>
                  <a:cubicBezTo>
                    <a:pt x="2041" y="2333"/>
                    <a:pt x="2041" y="2337"/>
                    <a:pt x="2038" y="2337"/>
                  </a:cubicBezTo>
                  <a:cubicBezTo>
                    <a:pt x="2035" y="2337"/>
                    <a:pt x="2029" y="2330"/>
                    <a:pt x="2031" y="2326"/>
                  </a:cubicBezTo>
                  <a:cubicBezTo>
                    <a:pt x="2022" y="2301"/>
                    <a:pt x="2019" y="2307"/>
                    <a:pt x="1994" y="2295"/>
                  </a:cubicBezTo>
                  <a:cubicBezTo>
                    <a:pt x="1987" y="2292"/>
                    <a:pt x="1982" y="2292"/>
                    <a:pt x="1977" y="2292"/>
                  </a:cubicBezTo>
                  <a:cubicBezTo>
                    <a:pt x="1964" y="2292"/>
                    <a:pt x="1958" y="2299"/>
                    <a:pt x="1956" y="2301"/>
                  </a:cubicBezTo>
                  <a:cubicBezTo>
                    <a:pt x="1950" y="2307"/>
                    <a:pt x="1944" y="2320"/>
                    <a:pt x="1937" y="2323"/>
                  </a:cubicBezTo>
                  <a:cubicBezTo>
                    <a:pt x="1906" y="2323"/>
                    <a:pt x="1900" y="2329"/>
                    <a:pt x="1918" y="2345"/>
                  </a:cubicBezTo>
                  <a:lnTo>
                    <a:pt x="1940" y="2361"/>
                  </a:lnTo>
                  <a:cubicBezTo>
                    <a:pt x="1933" y="2356"/>
                    <a:pt x="1925" y="2355"/>
                    <a:pt x="1918" y="2355"/>
                  </a:cubicBezTo>
                  <a:cubicBezTo>
                    <a:pt x="1883" y="2355"/>
                    <a:pt x="1855" y="2399"/>
                    <a:pt x="1881" y="2430"/>
                  </a:cubicBezTo>
                  <a:lnTo>
                    <a:pt x="1862" y="2414"/>
                  </a:lnTo>
                  <a:cubicBezTo>
                    <a:pt x="1854" y="2407"/>
                    <a:pt x="1849" y="2405"/>
                    <a:pt x="1844" y="2405"/>
                  </a:cubicBezTo>
                  <a:cubicBezTo>
                    <a:pt x="1837" y="2405"/>
                    <a:pt x="1833" y="2410"/>
                    <a:pt x="1828" y="2417"/>
                  </a:cubicBezTo>
                  <a:cubicBezTo>
                    <a:pt x="1824" y="2420"/>
                    <a:pt x="1828" y="2458"/>
                    <a:pt x="1812" y="2474"/>
                  </a:cubicBezTo>
                  <a:cubicBezTo>
                    <a:pt x="1796" y="2496"/>
                    <a:pt x="1784" y="2511"/>
                    <a:pt x="1803" y="2527"/>
                  </a:cubicBezTo>
                  <a:cubicBezTo>
                    <a:pt x="1800" y="2529"/>
                    <a:pt x="1799" y="2531"/>
                    <a:pt x="1797" y="2531"/>
                  </a:cubicBezTo>
                  <a:cubicBezTo>
                    <a:pt x="1793" y="2531"/>
                    <a:pt x="1789" y="2527"/>
                    <a:pt x="1777" y="2517"/>
                  </a:cubicBezTo>
                  <a:cubicBezTo>
                    <a:pt x="1769" y="2506"/>
                    <a:pt x="1764" y="2502"/>
                    <a:pt x="1761" y="2502"/>
                  </a:cubicBezTo>
                  <a:cubicBezTo>
                    <a:pt x="1758" y="2502"/>
                    <a:pt x="1755" y="2505"/>
                    <a:pt x="1752" y="2508"/>
                  </a:cubicBezTo>
                  <a:cubicBezTo>
                    <a:pt x="1749" y="2514"/>
                    <a:pt x="1768" y="2527"/>
                    <a:pt x="1790" y="2543"/>
                  </a:cubicBezTo>
                  <a:cubicBezTo>
                    <a:pt x="1806" y="2556"/>
                    <a:pt x="1806" y="2562"/>
                    <a:pt x="1788" y="2562"/>
                  </a:cubicBezTo>
                  <a:cubicBezTo>
                    <a:pt x="1784" y="2562"/>
                    <a:pt x="1780" y="2562"/>
                    <a:pt x="1774" y="2561"/>
                  </a:cubicBezTo>
                  <a:cubicBezTo>
                    <a:pt x="1771" y="2560"/>
                    <a:pt x="1768" y="2559"/>
                    <a:pt x="1764" y="2559"/>
                  </a:cubicBezTo>
                  <a:cubicBezTo>
                    <a:pt x="1744" y="2559"/>
                    <a:pt x="1729" y="2583"/>
                    <a:pt x="1740" y="2602"/>
                  </a:cubicBezTo>
                  <a:cubicBezTo>
                    <a:pt x="1738" y="2605"/>
                    <a:pt x="1736" y="2609"/>
                    <a:pt x="1731" y="2609"/>
                  </a:cubicBezTo>
                  <a:cubicBezTo>
                    <a:pt x="1726" y="2609"/>
                    <a:pt x="1720" y="2606"/>
                    <a:pt x="1712" y="2599"/>
                  </a:cubicBezTo>
                  <a:cubicBezTo>
                    <a:pt x="1702" y="2595"/>
                    <a:pt x="1691" y="2592"/>
                    <a:pt x="1684" y="2592"/>
                  </a:cubicBezTo>
                  <a:cubicBezTo>
                    <a:pt x="1674" y="2592"/>
                    <a:pt x="1671" y="2599"/>
                    <a:pt x="1690" y="2624"/>
                  </a:cubicBezTo>
                  <a:cubicBezTo>
                    <a:pt x="1687" y="2626"/>
                    <a:pt x="1686" y="2628"/>
                    <a:pt x="1684" y="2628"/>
                  </a:cubicBezTo>
                  <a:cubicBezTo>
                    <a:pt x="1681" y="2628"/>
                    <a:pt x="1676" y="2624"/>
                    <a:pt x="1665" y="2615"/>
                  </a:cubicBezTo>
                  <a:cubicBezTo>
                    <a:pt x="1652" y="2610"/>
                    <a:pt x="1640" y="2603"/>
                    <a:pt x="1637" y="2603"/>
                  </a:cubicBezTo>
                  <a:lnTo>
                    <a:pt x="1637" y="2603"/>
                  </a:lnTo>
                  <a:cubicBezTo>
                    <a:pt x="1634" y="2603"/>
                    <a:pt x="1639" y="2609"/>
                    <a:pt x="1655" y="2627"/>
                  </a:cubicBezTo>
                  <a:cubicBezTo>
                    <a:pt x="1667" y="2650"/>
                    <a:pt x="1655" y="2665"/>
                    <a:pt x="1631" y="2665"/>
                  </a:cubicBezTo>
                  <a:cubicBezTo>
                    <a:pt x="1629" y="2665"/>
                    <a:pt x="1626" y="2665"/>
                    <a:pt x="1624" y="2665"/>
                  </a:cubicBezTo>
                  <a:lnTo>
                    <a:pt x="1624" y="2665"/>
                  </a:lnTo>
                  <a:cubicBezTo>
                    <a:pt x="1621" y="2668"/>
                    <a:pt x="1615" y="2674"/>
                    <a:pt x="1636" y="2690"/>
                  </a:cubicBezTo>
                  <a:lnTo>
                    <a:pt x="1655" y="2705"/>
                  </a:lnTo>
                  <a:cubicBezTo>
                    <a:pt x="1635" y="2694"/>
                    <a:pt x="1624" y="2688"/>
                    <a:pt x="1622" y="2688"/>
                  </a:cubicBezTo>
                  <a:lnTo>
                    <a:pt x="1622" y="2688"/>
                  </a:lnTo>
                  <a:cubicBezTo>
                    <a:pt x="1619" y="2688"/>
                    <a:pt x="1627" y="2696"/>
                    <a:pt x="1646" y="2715"/>
                  </a:cubicBezTo>
                  <a:cubicBezTo>
                    <a:pt x="1657" y="2724"/>
                    <a:pt x="1660" y="2730"/>
                    <a:pt x="1657" y="2730"/>
                  </a:cubicBezTo>
                  <a:cubicBezTo>
                    <a:pt x="1655" y="2730"/>
                    <a:pt x="1650" y="2727"/>
                    <a:pt x="1643" y="2721"/>
                  </a:cubicBezTo>
                  <a:cubicBezTo>
                    <a:pt x="1632" y="2717"/>
                    <a:pt x="1625" y="2716"/>
                    <a:pt x="1621" y="2716"/>
                  </a:cubicBezTo>
                  <a:cubicBezTo>
                    <a:pt x="1616" y="2716"/>
                    <a:pt x="1615" y="2718"/>
                    <a:pt x="1615" y="2718"/>
                  </a:cubicBezTo>
                  <a:cubicBezTo>
                    <a:pt x="1608" y="2743"/>
                    <a:pt x="1599" y="2768"/>
                    <a:pt x="1583" y="2790"/>
                  </a:cubicBezTo>
                  <a:cubicBezTo>
                    <a:pt x="1549" y="2834"/>
                    <a:pt x="1536" y="2850"/>
                    <a:pt x="1555" y="2865"/>
                  </a:cubicBezTo>
                  <a:cubicBezTo>
                    <a:pt x="1564" y="2879"/>
                    <a:pt x="1568" y="2884"/>
                    <a:pt x="1564" y="2884"/>
                  </a:cubicBezTo>
                  <a:cubicBezTo>
                    <a:pt x="1561" y="2884"/>
                    <a:pt x="1555" y="2882"/>
                    <a:pt x="1546" y="2878"/>
                  </a:cubicBezTo>
                  <a:cubicBezTo>
                    <a:pt x="1535" y="2873"/>
                    <a:pt x="1528" y="2871"/>
                    <a:pt x="1524" y="2871"/>
                  </a:cubicBezTo>
                  <a:cubicBezTo>
                    <a:pt x="1518" y="2871"/>
                    <a:pt x="1516" y="2874"/>
                    <a:pt x="1514" y="2878"/>
                  </a:cubicBezTo>
                  <a:cubicBezTo>
                    <a:pt x="1511" y="2881"/>
                    <a:pt x="1509" y="2883"/>
                    <a:pt x="1505" y="2883"/>
                  </a:cubicBezTo>
                  <a:cubicBezTo>
                    <a:pt x="1501" y="2883"/>
                    <a:pt x="1495" y="2880"/>
                    <a:pt x="1483" y="2872"/>
                  </a:cubicBezTo>
                  <a:lnTo>
                    <a:pt x="1483" y="2872"/>
                  </a:lnTo>
                  <a:cubicBezTo>
                    <a:pt x="1499" y="2893"/>
                    <a:pt x="1499" y="2893"/>
                    <a:pt x="1495" y="2900"/>
                  </a:cubicBezTo>
                  <a:cubicBezTo>
                    <a:pt x="1488" y="2893"/>
                    <a:pt x="1482" y="2890"/>
                    <a:pt x="1479" y="2890"/>
                  </a:cubicBezTo>
                  <a:cubicBezTo>
                    <a:pt x="1475" y="2890"/>
                    <a:pt x="1477" y="2896"/>
                    <a:pt x="1486" y="2909"/>
                  </a:cubicBezTo>
                  <a:cubicBezTo>
                    <a:pt x="1504" y="2929"/>
                    <a:pt x="1513" y="2938"/>
                    <a:pt x="1511" y="2938"/>
                  </a:cubicBezTo>
                  <a:cubicBezTo>
                    <a:pt x="1510" y="2938"/>
                    <a:pt x="1501" y="2930"/>
                    <a:pt x="1483" y="2915"/>
                  </a:cubicBezTo>
                  <a:cubicBezTo>
                    <a:pt x="1471" y="2907"/>
                    <a:pt x="1455" y="2903"/>
                    <a:pt x="1449" y="2903"/>
                  </a:cubicBezTo>
                  <a:cubicBezTo>
                    <a:pt x="1444" y="2903"/>
                    <a:pt x="1444" y="2905"/>
                    <a:pt x="1455" y="2909"/>
                  </a:cubicBezTo>
                  <a:cubicBezTo>
                    <a:pt x="1473" y="2925"/>
                    <a:pt x="1464" y="2937"/>
                    <a:pt x="1480" y="2956"/>
                  </a:cubicBezTo>
                  <a:cubicBezTo>
                    <a:pt x="1476" y="2960"/>
                    <a:pt x="1474" y="2963"/>
                    <a:pt x="1470" y="2963"/>
                  </a:cubicBezTo>
                  <a:cubicBezTo>
                    <a:pt x="1466" y="2963"/>
                    <a:pt x="1460" y="2960"/>
                    <a:pt x="1452" y="2953"/>
                  </a:cubicBezTo>
                  <a:cubicBezTo>
                    <a:pt x="1449" y="2952"/>
                    <a:pt x="1447" y="2952"/>
                    <a:pt x="1445" y="2952"/>
                  </a:cubicBezTo>
                  <a:cubicBezTo>
                    <a:pt x="1426" y="2952"/>
                    <a:pt x="1425" y="2987"/>
                    <a:pt x="1439" y="3006"/>
                  </a:cubicBezTo>
                  <a:cubicBezTo>
                    <a:pt x="1450" y="3015"/>
                    <a:pt x="1453" y="3020"/>
                    <a:pt x="1451" y="3020"/>
                  </a:cubicBezTo>
                  <a:cubicBezTo>
                    <a:pt x="1449" y="3020"/>
                    <a:pt x="1444" y="3018"/>
                    <a:pt x="1436" y="3013"/>
                  </a:cubicBezTo>
                  <a:cubicBezTo>
                    <a:pt x="1424" y="3004"/>
                    <a:pt x="1418" y="3001"/>
                    <a:pt x="1414" y="3001"/>
                  </a:cubicBezTo>
                  <a:cubicBezTo>
                    <a:pt x="1411" y="3001"/>
                    <a:pt x="1409" y="3003"/>
                    <a:pt x="1408" y="3006"/>
                  </a:cubicBezTo>
                  <a:cubicBezTo>
                    <a:pt x="1412" y="3014"/>
                    <a:pt x="1413" y="3017"/>
                    <a:pt x="1411" y="3017"/>
                  </a:cubicBezTo>
                  <a:cubicBezTo>
                    <a:pt x="1407" y="3017"/>
                    <a:pt x="1395" y="3007"/>
                    <a:pt x="1383" y="2997"/>
                  </a:cubicBezTo>
                  <a:cubicBezTo>
                    <a:pt x="1375" y="2986"/>
                    <a:pt x="1370" y="2982"/>
                    <a:pt x="1366" y="2982"/>
                  </a:cubicBezTo>
                  <a:cubicBezTo>
                    <a:pt x="1362" y="2982"/>
                    <a:pt x="1359" y="2986"/>
                    <a:pt x="1354" y="2991"/>
                  </a:cubicBezTo>
                  <a:cubicBezTo>
                    <a:pt x="1370" y="3013"/>
                    <a:pt x="1351" y="3035"/>
                    <a:pt x="1339" y="3050"/>
                  </a:cubicBezTo>
                  <a:cubicBezTo>
                    <a:pt x="1317" y="3075"/>
                    <a:pt x="1329" y="3097"/>
                    <a:pt x="1361" y="3141"/>
                  </a:cubicBezTo>
                  <a:lnTo>
                    <a:pt x="1398" y="3176"/>
                  </a:lnTo>
                  <a:lnTo>
                    <a:pt x="1358" y="3144"/>
                  </a:lnTo>
                  <a:cubicBezTo>
                    <a:pt x="1339" y="3129"/>
                    <a:pt x="1292" y="3103"/>
                    <a:pt x="1292" y="3103"/>
                  </a:cubicBezTo>
                  <a:lnTo>
                    <a:pt x="1292" y="3103"/>
                  </a:lnTo>
                  <a:cubicBezTo>
                    <a:pt x="1289" y="3110"/>
                    <a:pt x="1307" y="3125"/>
                    <a:pt x="1329" y="3141"/>
                  </a:cubicBezTo>
                  <a:cubicBezTo>
                    <a:pt x="1344" y="3153"/>
                    <a:pt x="1345" y="3158"/>
                    <a:pt x="1331" y="3158"/>
                  </a:cubicBezTo>
                  <a:cubicBezTo>
                    <a:pt x="1326" y="3158"/>
                    <a:pt x="1321" y="3157"/>
                    <a:pt x="1314" y="3157"/>
                  </a:cubicBezTo>
                  <a:cubicBezTo>
                    <a:pt x="1307" y="3155"/>
                    <a:pt x="1301" y="3154"/>
                    <a:pt x="1297" y="3154"/>
                  </a:cubicBezTo>
                  <a:cubicBezTo>
                    <a:pt x="1285" y="3154"/>
                    <a:pt x="1286" y="3162"/>
                    <a:pt x="1298" y="3179"/>
                  </a:cubicBezTo>
                  <a:cubicBezTo>
                    <a:pt x="1294" y="3181"/>
                    <a:pt x="1292" y="3184"/>
                    <a:pt x="1284" y="3184"/>
                  </a:cubicBezTo>
                  <a:cubicBezTo>
                    <a:pt x="1280" y="3184"/>
                    <a:pt x="1273" y="3182"/>
                    <a:pt x="1264" y="3179"/>
                  </a:cubicBezTo>
                  <a:lnTo>
                    <a:pt x="1264" y="3179"/>
                  </a:lnTo>
                  <a:cubicBezTo>
                    <a:pt x="1260" y="3185"/>
                    <a:pt x="1260" y="3185"/>
                    <a:pt x="1279" y="3197"/>
                  </a:cubicBezTo>
                  <a:cubicBezTo>
                    <a:pt x="1292" y="3208"/>
                    <a:pt x="1295" y="3214"/>
                    <a:pt x="1287" y="3214"/>
                  </a:cubicBezTo>
                  <a:cubicBezTo>
                    <a:pt x="1284" y="3214"/>
                    <a:pt x="1278" y="3213"/>
                    <a:pt x="1270" y="3210"/>
                  </a:cubicBezTo>
                  <a:cubicBezTo>
                    <a:pt x="1253" y="3200"/>
                    <a:pt x="1241" y="3197"/>
                    <a:pt x="1233" y="3197"/>
                  </a:cubicBezTo>
                  <a:cubicBezTo>
                    <a:pt x="1221" y="3197"/>
                    <a:pt x="1221" y="3207"/>
                    <a:pt x="1232" y="3216"/>
                  </a:cubicBezTo>
                  <a:cubicBezTo>
                    <a:pt x="1254" y="3232"/>
                    <a:pt x="1248" y="3235"/>
                    <a:pt x="1245" y="3241"/>
                  </a:cubicBezTo>
                  <a:cubicBezTo>
                    <a:pt x="1238" y="3248"/>
                    <a:pt x="1235" y="3254"/>
                    <a:pt x="1251" y="3273"/>
                  </a:cubicBezTo>
                  <a:lnTo>
                    <a:pt x="1242" y="3285"/>
                  </a:lnTo>
                  <a:cubicBezTo>
                    <a:pt x="1241" y="3285"/>
                    <a:pt x="1241" y="3286"/>
                    <a:pt x="1241" y="3286"/>
                  </a:cubicBezTo>
                  <a:cubicBezTo>
                    <a:pt x="1236" y="3286"/>
                    <a:pt x="1223" y="3269"/>
                    <a:pt x="1226" y="3263"/>
                  </a:cubicBezTo>
                  <a:lnTo>
                    <a:pt x="1201" y="3254"/>
                  </a:lnTo>
                  <a:lnTo>
                    <a:pt x="1201" y="3254"/>
                  </a:lnTo>
                  <a:cubicBezTo>
                    <a:pt x="1195" y="3263"/>
                    <a:pt x="1188" y="3270"/>
                    <a:pt x="1204" y="3291"/>
                  </a:cubicBezTo>
                  <a:cubicBezTo>
                    <a:pt x="1222" y="3309"/>
                    <a:pt x="1230" y="3318"/>
                    <a:pt x="1229" y="3318"/>
                  </a:cubicBezTo>
                  <a:cubicBezTo>
                    <a:pt x="1229" y="3318"/>
                    <a:pt x="1219" y="3310"/>
                    <a:pt x="1201" y="3295"/>
                  </a:cubicBezTo>
                  <a:cubicBezTo>
                    <a:pt x="1188" y="3286"/>
                    <a:pt x="1175" y="3279"/>
                    <a:pt x="1169" y="3279"/>
                  </a:cubicBezTo>
                  <a:cubicBezTo>
                    <a:pt x="1165" y="3279"/>
                    <a:pt x="1164" y="3282"/>
                    <a:pt x="1170" y="3291"/>
                  </a:cubicBezTo>
                  <a:cubicBezTo>
                    <a:pt x="1188" y="3309"/>
                    <a:pt x="1191" y="3315"/>
                    <a:pt x="1188" y="3315"/>
                  </a:cubicBezTo>
                  <a:cubicBezTo>
                    <a:pt x="1184" y="3315"/>
                    <a:pt x="1173" y="3309"/>
                    <a:pt x="1163" y="3301"/>
                  </a:cubicBezTo>
                  <a:cubicBezTo>
                    <a:pt x="1146" y="3285"/>
                    <a:pt x="1137" y="3277"/>
                    <a:pt x="1134" y="3277"/>
                  </a:cubicBezTo>
                  <a:lnTo>
                    <a:pt x="1134" y="3277"/>
                  </a:lnTo>
                  <a:cubicBezTo>
                    <a:pt x="1130" y="3277"/>
                    <a:pt x="1136" y="3289"/>
                    <a:pt x="1148" y="3317"/>
                  </a:cubicBezTo>
                  <a:cubicBezTo>
                    <a:pt x="1141" y="3329"/>
                    <a:pt x="1141" y="3367"/>
                    <a:pt x="1129" y="3382"/>
                  </a:cubicBezTo>
                  <a:cubicBezTo>
                    <a:pt x="1115" y="3399"/>
                    <a:pt x="1106" y="3408"/>
                    <a:pt x="1094" y="3408"/>
                  </a:cubicBezTo>
                  <a:cubicBezTo>
                    <a:pt x="1089" y="3408"/>
                    <a:pt x="1084" y="3407"/>
                    <a:pt x="1079" y="3404"/>
                  </a:cubicBezTo>
                  <a:cubicBezTo>
                    <a:pt x="1056" y="3387"/>
                    <a:pt x="1045" y="3381"/>
                    <a:pt x="1043" y="3381"/>
                  </a:cubicBezTo>
                  <a:lnTo>
                    <a:pt x="1043" y="3381"/>
                  </a:lnTo>
                  <a:cubicBezTo>
                    <a:pt x="1042" y="3381"/>
                    <a:pt x="1047" y="3385"/>
                    <a:pt x="1057" y="3389"/>
                  </a:cubicBezTo>
                  <a:cubicBezTo>
                    <a:pt x="1097" y="3420"/>
                    <a:pt x="1094" y="3426"/>
                    <a:pt x="1079" y="3442"/>
                  </a:cubicBezTo>
                  <a:cubicBezTo>
                    <a:pt x="1047" y="3442"/>
                    <a:pt x="1057" y="3467"/>
                    <a:pt x="1072" y="3489"/>
                  </a:cubicBezTo>
                  <a:lnTo>
                    <a:pt x="1082" y="3476"/>
                  </a:lnTo>
                  <a:cubicBezTo>
                    <a:pt x="1116" y="3503"/>
                    <a:pt x="1117" y="3512"/>
                    <a:pt x="1099" y="3512"/>
                  </a:cubicBezTo>
                  <a:cubicBezTo>
                    <a:pt x="1096" y="3512"/>
                    <a:pt x="1092" y="3511"/>
                    <a:pt x="1088" y="3511"/>
                  </a:cubicBezTo>
                  <a:cubicBezTo>
                    <a:pt x="1088" y="3511"/>
                    <a:pt x="1087" y="3511"/>
                    <a:pt x="1087" y="3511"/>
                  </a:cubicBezTo>
                  <a:cubicBezTo>
                    <a:pt x="1081" y="3511"/>
                    <a:pt x="1061" y="3497"/>
                    <a:pt x="1044" y="3483"/>
                  </a:cubicBezTo>
                  <a:cubicBezTo>
                    <a:pt x="1029" y="3470"/>
                    <a:pt x="1011" y="3462"/>
                    <a:pt x="1000" y="3462"/>
                  </a:cubicBezTo>
                  <a:cubicBezTo>
                    <a:pt x="998" y="3462"/>
                    <a:pt x="995" y="3463"/>
                    <a:pt x="994" y="3464"/>
                  </a:cubicBezTo>
                  <a:cubicBezTo>
                    <a:pt x="991" y="3470"/>
                    <a:pt x="988" y="3473"/>
                    <a:pt x="1010" y="3486"/>
                  </a:cubicBezTo>
                  <a:cubicBezTo>
                    <a:pt x="1032" y="3501"/>
                    <a:pt x="1032" y="3501"/>
                    <a:pt x="1025" y="3505"/>
                  </a:cubicBezTo>
                  <a:cubicBezTo>
                    <a:pt x="1022" y="3511"/>
                    <a:pt x="1016" y="3517"/>
                    <a:pt x="1032" y="3536"/>
                  </a:cubicBezTo>
                  <a:cubicBezTo>
                    <a:pt x="1054" y="3552"/>
                    <a:pt x="1047" y="3558"/>
                    <a:pt x="1044" y="3564"/>
                  </a:cubicBezTo>
                  <a:cubicBezTo>
                    <a:pt x="1036" y="3560"/>
                    <a:pt x="1029" y="3559"/>
                    <a:pt x="1024" y="3559"/>
                  </a:cubicBezTo>
                  <a:cubicBezTo>
                    <a:pt x="1014" y="3559"/>
                    <a:pt x="1010" y="3564"/>
                    <a:pt x="1010" y="3564"/>
                  </a:cubicBezTo>
                  <a:lnTo>
                    <a:pt x="991" y="3548"/>
                  </a:lnTo>
                  <a:cubicBezTo>
                    <a:pt x="978" y="3539"/>
                    <a:pt x="963" y="3530"/>
                    <a:pt x="947" y="3523"/>
                  </a:cubicBezTo>
                  <a:lnTo>
                    <a:pt x="947" y="3523"/>
                  </a:lnTo>
                  <a:cubicBezTo>
                    <a:pt x="941" y="3527"/>
                    <a:pt x="963" y="3542"/>
                    <a:pt x="963" y="3542"/>
                  </a:cubicBezTo>
                  <a:cubicBezTo>
                    <a:pt x="981" y="3558"/>
                    <a:pt x="875" y="3686"/>
                    <a:pt x="862" y="3705"/>
                  </a:cubicBezTo>
                  <a:cubicBezTo>
                    <a:pt x="858" y="3704"/>
                    <a:pt x="854" y="3704"/>
                    <a:pt x="850" y="3704"/>
                  </a:cubicBezTo>
                  <a:cubicBezTo>
                    <a:pt x="830" y="3704"/>
                    <a:pt x="823" y="3716"/>
                    <a:pt x="844" y="3724"/>
                  </a:cubicBezTo>
                  <a:cubicBezTo>
                    <a:pt x="862" y="3740"/>
                    <a:pt x="840" y="3768"/>
                    <a:pt x="815" y="3799"/>
                  </a:cubicBezTo>
                  <a:cubicBezTo>
                    <a:pt x="784" y="3837"/>
                    <a:pt x="762" y="3865"/>
                    <a:pt x="781" y="3881"/>
                  </a:cubicBezTo>
                  <a:lnTo>
                    <a:pt x="768" y="3896"/>
                  </a:lnTo>
                  <a:cubicBezTo>
                    <a:pt x="759" y="3906"/>
                    <a:pt x="772" y="3934"/>
                    <a:pt x="765" y="3940"/>
                  </a:cubicBezTo>
                  <a:cubicBezTo>
                    <a:pt x="774" y="3951"/>
                    <a:pt x="777" y="3957"/>
                    <a:pt x="775" y="3957"/>
                  </a:cubicBezTo>
                  <a:cubicBezTo>
                    <a:pt x="774" y="3957"/>
                    <a:pt x="769" y="3953"/>
                    <a:pt x="762" y="3943"/>
                  </a:cubicBezTo>
                  <a:cubicBezTo>
                    <a:pt x="744" y="3930"/>
                    <a:pt x="727" y="3917"/>
                    <a:pt x="721" y="3917"/>
                  </a:cubicBezTo>
                  <a:cubicBezTo>
                    <a:pt x="720" y="3917"/>
                    <a:pt x="719" y="3917"/>
                    <a:pt x="718" y="3918"/>
                  </a:cubicBezTo>
                  <a:cubicBezTo>
                    <a:pt x="709" y="3928"/>
                    <a:pt x="728" y="3943"/>
                    <a:pt x="746" y="3959"/>
                  </a:cubicBezTo>
                  <a:cubicBezTo>
                    <a:pt x="768" y="3975"/>
                    <a:pt x="762" y="3981"/>
                    <a:pt x="762" y="3981"/>
                  </a:cubicBezTo>
                  <a:cubicBezTo>
                    <a:pt x="761" y="3983"/>
                    <a:pt x="760" y="3985"/>
                    <a:pt x="759" y="3985"/>
                  </a:cubicBezTo>
                  <a:cubicBezTo>
                    <a:pt x="756" y="3985"/>
                    <a:pt x="752" y="3981"/>
                    <a:pt x="740" y="3972"/>
                  </a:cubicBezTo>
                  <a:lnTo>
                    <a:pt x="699" y="3940"/>
                  </a:lnTo>
                  <a:lnTo>
                    <a:pt x="696" y="3946"/>
                  </a:lnTo>
                  <a:cubicBezTo>
                    <a:pt x="715" y="3962"/>
                    <a:pt x="709" y="3965"/>
                    <a:pt x="709" y="3965"/>
                  </a:cubicBezTo>
                  <a:cubicBezTo>
                    <a:pt x="708" y="3967"/>
                    <a:pt x="707" y="3969"/>
                    <a:pt x="706" y="3969"/>
                  </a:cubicBezTo>
                  <a:cubicBezTo>
                    <a:pt x="702" y="3969"/>
                    <a:pt x="693" y="3962"/>
                    <a:pt x="665" y="3940"/>
                  </a:cubicBezTo>
                  <a:cubicBezTo>
                    <a:pt x="648" y="3926"/>
                    <a:pt x="638" y="3920"/>
                    <a:pt x="635" y="3920"/>
                  </a:cubicBezTo>
                  <a:cubicBezTo>
                    <a:pt x="630" y="3920"/>
                    <a:pt x="638" y="3930"/>
                    <a:pt x="659" y="3950"/>
                  </a:cubicBezTo>
                  <a:lnTo>
                    <a:pt x="668" y="3978"/>
                  </a:lnTo>
                  <a:cubicBezTo>
                    <a:pt x="658" y="3972"/>
                    <a:pt x="652" y="3970"/>
                    <a:pt x="649" y="3970"/>
                  </a:cubicBezTo>
                  <a:cubicBezTo>
                    <a:pt x="637" y="3970"/>
                    <a:pt x="659" y="3998"/>
                    <a:pt x="671" y="4015"/>
                  </a:cubicBezTo>
                  <a:cubicBezTo>
                    <a:pt x="653" y="4004"/>
                    <a:pt x="641" y="3998"/>
                    <a:pt x="636" y="3998"/>
                  </a:cubicBezTo>
                  <a:cubicBezTo>
                    <a:pt x="629" y="3998"/>
                    <a:pt x="635" y="4009"/>
                    <a:pt x="656" y="4031"/>
                  </a:cubicBezTo>
                  <a:cubicBezTo>
                    <a:pt x="669" y="4041"/>
                    <a:pt x="672" y="4047"/>
                    <a:pt x="667" y="4047"/>
                  </a:cubicBezTo>
                  <a:cubicBezTo>
                    <a:pt x="663" y="4047"/>
                    <a:pt x="657" y="4045"/>
                    <a:pt x="649" y="4040"/>
                  </a:cubicBezTo>
                  <a:cubicBezTo>
                    <a:pt x="641" y="4037"/>
                    <a:pt x="634" y="4036"/>
                    <a:pt x="629" y="4036"/>
                  </a:cubicBezTo>
                  <a:cubicBezTo>
                    <a:pt x="620" y="4036"/>
                    <a:pt x="616" y="4041"/>
                    <a:pt x="612" y="4047"/>
                  </a:cubicBezTo>
                  <a:cubicBezTo>
                    <a:pt x="624" y="4069"/>
                    <a:pt x="596" y="4106"/>
                    <a:pt x="558" y="4150"/>
                  </a:cubicBezTo>
                  <a:cubicBezTo>
                    <a:pt x="518" y="4197"/>
                    <a:pt x="493" y="4228"/>
                    <a:pt x="511" y="4244"/>
                  </a:cubicBezTo>
                  <a:cubicBezTo>
                    <a:pt x="510" y="4247"/>
                    <a:pt x="509" y="4249"/>
                    <a:pt x="507" y="4249"/>
                  </a:cubicBezTo>
                  <a:cubicBezTo>
                    <a:pt x="503" y="4249"/>
                    <a:pt x="497" y="4246"/>
                    <a:pt x="483" y="4241"/>
                  </a:cubicBezTo>
                  <a:cubicBezTo>
                    <a:pt x="476" y="4235"/>
                    <a:pt x="471" y="4232"/>
                    <a:pt x="469" y="4232"/>
                  </a:cubicBezTo>
                  <a:lnTo>
                    <a:pt x="469" y="4232"/>
                  </a:lnTo>
                  <a:cubicBezTo>
                    <a:pt x="465" y="4232"/>
                    <a:pt x="471" y="4242"/>
                    <a:pt x="493" y="4266"/>
                  </a:cubicBezTo>
                  <a:cubicBezTo>
                    <a:pt x="502" y="4279"/>
                    <a:pt x="514" y="4290"/>
                    <a:pt x="513" y="4290"/>
                  </a:cubicBezTo>
                  <a:cubicBezTo>
                    <a:pt x="512" y="4290"/>
                    <a:pt x="506" y="4285"/>
                    <a:pt x="489" y="4272"/>
                  </a:cubicBezTo>
                  <a:cubicBezTo>
                    <a:pt x="483" y="4267"/>
                    <a:pt x="478" y="4265"/>
                    <a:pt x="473" y="4265"/>
                  </a:cubicBezTo>
                  <a:cubicBezTo>
                    <a:pt x="463" y="4265"/>
                    <a:pt x="455" y="4274"/>
                    <a:pt x="442" y="4288"/>
                  </a:cubicBezTo>
                  <a:cubicBezTo>
                    <a:pt x="430" y="4304"/>
                    <a:pt x="411" y="4326"/>
                    <a:pt x="433" y="4341"/>
                  </a:cubicBezTo>
                  <a:cubicBezTo>
                    <a:pt x="438" y="4356"/>
                    <a:pt x="440" y="4363"/>
                    <a:pt x="439" y="4363"/>
                  </a:cubicBezTo>
                  <a:cubicBezTo>
                    <a:pt x="438" y="4363"/>
                    <a:pt x="434" y="4358"/>
                    <a:pt x="427" y="4348"/>
                  </a:cubicBezTo>
                  <a:cubicBezTo>
                    <a:pt x="413" y="4333"/>
                    <a:pt x="398" y="4326"/>
                    <a:pt x="387" y="4326"/>
                  </a:cubicBezTo>
                  <a:cubicBezTo>
                    <a:pt x="370" y="4326"/>
                    <a:pt x="362" y="4341"/>
                    <a:pt x="377" y="4370"/>
                  </a:cubicBezTo>
                  <a:cubicBezTo>
                    <a:pt x="375" y="4372"/>
                    <a:pt x="373" y="4375"/>
                    <a:pt x="369" y="4375"/>
                  </a:cubicBezTo>
                  <a:cubicBezTo>
                    <a:pt x="365" y="4375"/>
                    <a:pt x="359" y="4372"/>
                    <a:pt x="348" y="4363"/>
                  </a:cubicBezTo>
                  <a:cubicBezTo>
                    <a:pt x="342" y="4370"/>
                    <a:pt x="339" y="4376"/>
                    <a:pt x="345" y="4407"/>
                  </a:cubicBezTo>
                  <a:lnTo>
                    <a:pt x="314" y="4445"/>
                  </a:lnTo>
                  <a:cubicBezTo>
                    <a:pt x="305" y="4454"/>
                    <a:pt x="317" y="4482"/>
                    <a:pt x="317" y="4482"/>
                  </a:cubicBezTo>
                  <a:lnTo>
                    <a:pt x="311" y="4485"/>
                  </a:lnTo>
                  <a:cubicBezTo>
                    <a:pt x="307" y="4482"/>
                    <a:pt x="303" y="4481"/>
                    <a:pt x="300" y="4481"/>
                  </a:cubicBezTo>
                  <a:cubicBezTo>
                    <a:pt x="283" y="4481"/>
                    <a:pt x="264" y="4505"/>
                    <a:pt x="239" y="4536"/>
                  </a:cubicBezTo>
                  <a:cubicBezTo>
                    <a:pt x="211" y="4569"/>
                    <a:pt x="189" y="4597"/>
                    <a:pt x="166" y="4597"/>
                  </a:cubicBezTo>
                  <a:cubicBezTo>
                    <a:pt x="163" y="4597"/>
                    <a:pt x="160" y="4596"/>
                    <a:pt x="157" y="4595"/>
                  </a:cubicBezTo>
                  <a:lnTo>
                    <a:pt x="157" y="4595"/>
                  </a:lnTo>
                  <a:cubicBezTo>
                    <a:pt x="157" y="4595"/>
                    <a:pt x="151" y="4601"/>
                    <a:pt x="167" y="4620"/>
                  </a:cubicBezTo>
                  <a:cubicBezTo>
                    <a:pt x="192" y="4648"/>
                    <a:pt x="197" y="4659"/>
                    <a:pt x="188" y="4659"/>
                  </a:cubicBezTo>
                  <a:cubicBezTo>
                    <a:pt x="185" y="4659"/>
                    <a:pt x="180" y="4657"/>
                    <a:pt x="173" y="4655"/>
                  </a:cubicBezTo>
                  <a:cubicBezTo>
                    <a:pt x="159" y="4646"/>
                    <a:pt x="148" y="4642"/>
                    <a:pt x="141" y="4642"/>
                  </a:cubicBezTo>
                  <a:cubicBezTo>
                    <a:pt x="124" y="4642"/>
                    <a:pt x="124" y="4660"/>
                    <a:pt x="148" y="4686"/>
                  </a:cubicBezTo>
                  <a:lnTo>
                    <a:pt x="126" y="4670"/>
                  </a:lnTo>
                  <a:cubicBezTo>
                    <a:pt x="115" y="4664"/>
                    <a:pt x="107" y="4661"/>
                    <a:pt x="102" y="4661"/>
                  </a:cubicBezTo>
                  <a:cubicBezTo>
                    <a:pt x="87" y="4661"/>
                    <a:pt x="98" y="4685"/>
                    <a:pt x="126" y="4711"/>
                  </a:cubicBezTo>
                  <a:cubicBezTo>
                    <a:pt x="112" y="4706"/>
                    <a:pt x="98" y="4701"/>
                    <a:pt x="91" y="4701"/>
                  </a:cubicBezTo>
                  <a:cubicBezTo>
                    <a:pt x="86" y="4701"/>
                    <a:pt x="84" y="4704"/>
                    <a:pt x="91" y="4714"/>
                  </a:cubicBezTo>
                  <a:cubicBezTo>
                    <a:pt x="91" y="4715"/>
                    <a:pt x="90" y="4716"/>
                    <a:pt x="89" y="4716"/>
                  </a:cubicBezTo>
                  <a:cubicBezTo>
                    <a:pt x="86" y="4716"/>
                    <a:pt x="79" y="4710"/>
                    <a:pt x="48" y="4686"/>
                  </a:cubicBezTo>
                  <a:cubicBezTo>
                    <a:pt x="32" y="4673"/>
                    <a:pt x="14" y="4660"/>
                    <a:pt x="6" y="4660"/>
                  </a:cubicBezTo>
                  <a:cubicBezTo>
                    <a:pt x="5" y="4660"/>
                    <a:pt x="4" y="4660"/>
                    <a:pt x="4" y="4661"/>
                  </a:cubicBezTo>
                  <a:cubicBezTo>
                    <a:pt x="1" y="4667"/>
                    <a:pt x="19" y="4683"/>
                    <a:pt x="38" y="4699"/>
                  </a:cubicBezTo>
                  <a:lnTo>
                    <a:pt x="29" y="4708"/>
                  </a:lnTo>
                  <a:cubicBezTo>
                    <a:pt x="29" y="4708"/>
                    <a:pt x="26" y="4714"/>
                    <a:pt x="44" y="4730"/>
                  </a:cubicBezTo>
                  <a:cubicBezTo>
                    <a:pt x="66" y="4746"/>
                    <a:pt x="60" y="4752"/>
                    <a:pt x="57" y="4755"/>
                  </a:cubicBezTo>
                  <a:cubicBezTo>
                    <a:pt x="52" y="4751"/>
                    <a:pt x="48" y="4749"/>
                    <a:pt x="47" y="4749"/>
                  </a:cubicBezTo>
                  <a:lnTo>
                    <a:pt x="47" y="4749"/>
                  </a:lnTo>
                  <a:cubicBezTo>
                    <a:pt x="44" y="4749"/>
                    <a:pt x="57" y="4764"/>
                    <a:pt x="76" y="4771"/>
                  </a:cubicBezTo>
                  <a:cubicBezTo>
                    <a:pt x="95" y="4786"/>
                    <a:pt x="117" y="4802"/>
                    <a:pt x="110" y="4808"/>
                  </a:cubicBezTo>
                  <a:lnTo>
                    <a:pt x="151" y="4840"/>
                  </a:lnTo>
                  <a:cubicBezTo>
                    <a:pt x="176" y="4865"/>
                    <a:pt x="207" y="4880"/>
                    <a:pt x="239" y="4890"/>
                  </a:cubicBezTo>
                  <a:cubicBezTo>
                    <a:pt x="276" y="4887"/>
                    <a:pt x="311" y="4883"/>
                    <a:pt x="270" y="4852"/>
                  </a:cubicBezTo>
                  <a:cubicBezTo>
                    <a:pt x="270" y="4852"/>
                    <a:pt x="254" y="4833"/>
                    <a:pt x="261" y="4827"/>
                  </a:cubicBezTo>
                  <a:cubicBezTo>
                    <a:pt x="261" y="4826"/>
                    <a:pt x="263" y="4825"/>
                    <a:pt x="265" y="4825"/>
                  </a:cubicBezTo>
                  <a:cubicBezTo>
                    <a:pt x="273" y="4825"/>
                    <a:pt x="289" y="4833"/>
                    <a:pt x="289" y="4833"/>
                  </a:cubicBezTo>
                  <a:cubicBezTo>
                    <a:pt x="293" y="4837"/>
                    <a:pt x="298" y="4839"/>
                    <a:pt x="302" y="4839"/>
                  </a:cubicBezTo>
                  <a:cubicBezTo>
                    <a:pt x="317" y="4839"/>
                    <a:pt x="332" y="4821"/>
                    <a:pt x="348" y="4799"/>
                  </a:cubicBezTo>
                  <a:cubicBezTo>
                    <a:pt x="369" y="4774"/>
                    <a:pt x="383" y="4759"/>
                    <a:pt x="399" y="4759"/>
                  </a:cubicBezTo>
                  <a:cubicBezTo>
                    <a:pt x="403" y="4759"/>
                    <a:pt x="407" y="4759"/>
                    <a:pt x="411" y="4761"/>
                  </a:cubicBezTo>
                  <a:cubicBezTo>
                    <a:pt x="422" y="4765"/>
                    <a:pt x="429" y="4766"/>
                    <a:pt x="434" y="4766"/>
                  </a:cubicBezTo>
                  <a:cubicBezTo>
                    <a:pt x="440" y="4766"/>
                    <a:pt x="442" y="4764"/>
                    <a:pt x="442" y="4764"/>
                  </a:cubicBezTo>
                  <a:cubicBezTo>
                    <a:pt x="421" y="4749"/>
                    <a:pt x="449" y="4717"/>
                    <a:pt x="480" y="4680"/>
                  </a:cubicBezTo>
                  <a:cubicBezTo>
                    <a:pt x="511" y="4642"/>
                    <a:pt x="540" y="4605"/>
                    <a:pt x="521" y="4589"/>
                  </a:cubicBezTo>
                  <a:cubicBezTo>
                    <a:pt x="527" y="4586"/>
                    <a:pt x="530" y="4579"/>
                    <a:pt x="530" y="4579"/>
                  </a:cubicBezTo>
                  <a:cubicBezTo>
                    <a:pt x="537" y="4585"/>
                    <a:pt x="542" y="4587"/>
                    <a:pt x="547" y="4587"/>
                  </a:cubicBezTo>
                  <a:cubicBezTo>
                    <a:pt x="555" y="4587"/>
                    <a:pt x="562" y="4579"/>
                    <a:pt x="568" y="4573"/>
                  </a:cubicBezTo>
                  <a:cubicBezTo>
                    <a:pt x="558" y="4548"/>
                    <a:pt x="565" y="4536"/>
                    <a:pt x="565" y="4536"/>
                  </a:cubicBezTo>
                  <a:lnTo>
                    <a:pt x="565" y="4536"/>
                  </a:lnTo>
                  <a:cubicBezTo>
                    <a:pt x="574" y="4543"/>
                    <a:pt x="580" y="4545"/>
                    <a:pt x="585" y="4545"/>
                  </a:cubicBezTo>
                  <a:cubicBezTo>
                    <a:pt x="591" y="4545"/>
                    <a:pt x="594" y="4541"/>
                    <a:pt x="599" y="4536"/>
                  </a:cubicBezTo>
                  <a:cubicBezTo>
                    <a:pt x="609" y="4523"/>
                    <a:pt x="612" y="4520"/>
                    <a:pt x="593" y="4504"/>
                  </a:cubicBezTo>
                  <a:cubicBezTo>
                    <a:pt x="596" y="4498"/>
                    <a:pt x="627" y="4460"/>
                    <a:pt x="662" y="4460"/>
                  </a:cubicBezTo>
                  <a:cubicBezTo>
                    <a:pt x="666" y="4462"/>
                    <a:pt x="669" y="4463"/>
                    <a:pt x="671" y="4463"/>
                  </a:cubicBezTo>
                  <a:cubicBezTo>
                    <a:pt x="682" y="4463"/>
                    <a:pt x="669" y="4445"/>
                    <a:pt x="656" y="4429"/>
                  </a:cubicBezTo>
                  <a:cubicBezTo>
                    <a:pt x="634" y="4413"/>
                    <a:pt x="618" y="4391"/>
                    <a:pt x="624" y="4385"/>
                  </a:cubicBezTo>
                  <a:lnTo>
                    <a:pt x="624" y="4385"/>
                  </a:lnTo>
                  <a:lnTo>
                    <a:pt x="665" y="4417"/>
                  </a:lnTo>
                  <a:cubicBezTo>
                    <a:pt x="673" y="4430"/>
                    <a:pt x="676" y="4435"/>
                    <a:pt x="679" y="4435"/>
                  </a:cubicBezTo>
                  <a:cubicBezTo>
                    <a:pt x="681" y="4435"/>
                    <a:pt x="683" y="4433"/>
                    <a:pt x="687" y="4429"/>
                  </a:cubicBezTo>
                  <a:cubicBezTo>
                    <a:pt x="693" y="4423"/>
                    <a:pt x="696" y="4417"/>
                    <a:pt x="696" y="4417"/>
                  </a:cubicBezTo>
                  <a:cubicBezTo>
                    <a:pt x="678" y="4401"/>
                    <a:pt x="699" y="4376"/>
                    <a:pt x="731" y="4338"/>
                  </a:cubicBezTo>
                  <a:cubicBezTo>
                    <a:pt x="772" y="4288"/>
                    <a:pt x="784" y="4272"/>
                    <a:pt x="765" y="4257"/>
                  </a:cubicBezTo>
                  <a:cubicBezTo>
                    <a:pt x="743" y="4241"/>
                    <a:pt x="750" y="4235"/>
                    <a:pt x="781" y="4235"/>
                  </a:cubicBezTo>
                  <a:cubicBezTo>
                    <a:pt x="821" y="4242"/>
                    <a:pt x="843" y="4246"/>
                    <a:pt x="853" y="4246"/>
                  </a:cubicBezTo>
                  <a:cubicBezTo>
                    <a:pt x="865" y="4246"/>
                    <a:pt x="861" y="4240"/>
                    <a:pt x="853" y="4228"/>
                  </a:cubicBezTo>
                  <a:cubicBezTo>
                    <a:pt x="852" y="4229"/>
                    <a:pt x="851" y="4230"/>
                    <a:pt x="849" y="4230"/>
                  </a:cubicBezTo>
                  <a:cubicBezTo>
                    <a:pt x="841" y="4230"/>
                    <a:pt x="825" y="4217"/>
                    <a:pt x="809" y="4203"/>
                  </a:cubicBezTo>
                  <a:cubicBezTo>
                    <a:pt x="786" y="4186"/>
                    <a:pt x="777" y="4176"/>
                    <a:pt x="782" y="4176"/>
                  </a:cubicBezTo>
                  <a:cubicBezTo>
                    <a:pt x="786" y="4176"/>
                    <a:pt x="798" y="4182"/>
                    <a:pt x="819" y="4194"/>
                  </a:cubicBezTo>
                  <a:cubicBezTo>
                    <a:pt x="824" y="4198"/>
                    <a:pt x="829" y="4200"/>
                    <a:pt x="834" y="4200"/>
                  </a:cubicBezTo>
                  <a:cubicBezTo>
                    <a:pt x="867" y="4200"/>
                    <a:pt x="898" y="4123"/>
                    <a:pt x="869" y="4091"/>
                  </a:cubicBezTo>
                  <a:lnTo>
                    <a:pt x="869" y="4091"/>
                  </a:lnTo>
                  <a:cubicBezTo>
                    <a:pt x="873" y="4095"/>
                    <a:pt x="880" y="4100"/>
                    <a:pt x="887" y="4106"/>
                  </a:cubicBezTo>
                  <a:cubicBezTo>
                    <a:pt x="896" y="4112"/>
                    <a:pt x="902" y="4115"/>
                    <a:pt x="907" y="4115"/>
                  </a:cubicBezTo>
                  <a:cubicBezTo>
                    <a:pt x="914" y="4115"/>
                    <a:pt x="920" y="4108"/>
                    <a:pt x="931" y="4097"/>
                  </a:cubicBezTo>
                  <a:lnTo>
                    <a:pt x="944" y="4078"/>
                  </a:lnTo>
                  <a:cubicBezTo>
                    <a:pt x="914" y="4055"/>
                    <a:pt x="931" y="4041"/>
                    <a:pt x="950" y="4041"/>
                  </a:cubicBezTo>
                  <a:cubicBezTo>
                    <a:pt x="957" y="4041"/>
                    <a:pt x="964" y="4043"/>
                    <a:pt x="969" y="4047"/>
                  </a:cubicBezTo>
                  <a:cubicBezTo>
                    <a:pt x="981" y="4051"/>
                    <a:pt x="988" y="4054"/>
                    <a:pt x="992" y="4054"/>
                  </a:cubicBezTo>
                  <a:cubicBezTo>
                    <a:pt x="996" y="4054"/>
                    <a:pt x="999" y="4051"/>
                    <a:pt x="1003" y="4047"/>
                  </a:cubicBezTo>
                  <a:cubicBezTo>
                    <a:pt x="985" y="4012"/>
                    <a:pt x="1002" y="3996"/>
                    <a:pt x="1020" y="3996"/>
                  </a:cubicBezTo>
                  <a:cubicBezTo>
                    <a:pt x="1026" y="3996"/>
                    <a:pt x="1033" y="3999"/>
                    <a:pt x="1038" y="4003"/>
                  </a:cubicBezTo>
                  <a:cubicBezTo>
                    <a:pt x="1038" y="4003"/>
                    <a:pt x="1044" y="3997"/>
                    <a:pt x="1047" y="3993"/>
                  </a:cubicBezTo>
                  <a:cubicBezTo>
                    <a:pt x="1032" y="3972"/>
                    <a:pt x="1041" y="3962"/>
                    <a:pt x="1047" y="3956"/>
                  </a:cubicBezTo>
                  <a:cubicBezTo>
                    <a:pt x="1060" y="3940"/>
                    <a:pt x="1063" y="3934"/>
                    <a:pt x="1041" y="3925"/>
                  </a:cubicBezTo>
                  <a:cubicBezTo>
                    <a:pt x="1019" y="3909"/>
                    <a:pt x="1000" y="3893"/>
                    <a:pt x="1003" y="3887"/>
                  </a:cubicBezTo>
                  <a:lnTo>
                    <a:pt x="1003" y="3887"/>
                  </a:lnTo>
                  <a:lnTo>
                    <a:pt x="1025" y="3903"/>
                  </a:lnTo>
                  <a:cubicBezTo>
                    <a:pt x="1031" y="3907"/>
                    <a:pt x="1035" y="3909"/>
                    <a:pt x="1040" y="3909"/>
                  </a:cubicBezTo>
                  <a:cubicBezTo>
                    <a:pt x="1052" y="3909"/>
                    <a:pt x="1062" y="3896"/>
                    <a:pt x="1076" y="3881"/>
                  </a:cubicBezTo>
                  <a:cubicBezTo>
                    <a:pt x="1093" y="3861"/>
                    <a:pt x="1102" y="3849"/>
                    <a:pt x="1117" y="3849"/>
                  </a:cubicBezTo>
                  <a:cubicBezTo>
                    <a:pt x="1121" y="3849"/>
                    <a:pt x="1126" y="3850"/>
                    <a:pt x="1132" y="3852"/>
                  </a:cubicBezTo>
                  <a:lnTo>
                    <a:pt x="1116" y="3834"/>
                  </a:lnTo>
                  <a:cubicBezTo>
                    <a:pt x="1106" y="3820"/>
                    <a:pt x="1104" y="3812"/>
                    <a:pt x="1108" y="3812"/>
                  </a:cubicBezTo>
                  <a:cubicBezTo>
                    <a:pt x="1111" y="3812"/>
                    <a:pt x="1115" y="3815"/>
                    <a:pt x="1123" y="3821"/>
                  </a:cubicBezTo>
                  <a:cubicBezTo>
                    <a:pt x="1127" y="3824"/>
                    <a:pt x="1132" y="3825"/>
                    <a:pt x="1136" y="3825"/>
                  </a:cubicBezTo>
                  <a:cubicBezTo>
                    <a:pt x="1154" y="3825"/>
                    <a:pt x="1164" y="3806"/>
                    <a:pt x="1154" y="3783"/>
                  </a:cubicBezTo>
                  <a:lnTo>
                    <a:pt x="1163" y="3774"/>
                  </a:lnTo>
                  <a:cubicBezTo>
                    <a:pt x="1178" y="3782"/>
                    <a:pt x="1189" y="3786"/>
                    <a:pt x="1197" y="3786"/>
                  </a:cubicBezTo>
                  <a:cubicBezTo>
                    <a:pt x="1212" y="3786"/>
                    <a:pt x="1210" y="3771"/>
                    <a:pt x="1185" y="3746"/>
                  </a:cubicBezTo>
                  <a:lnTo>
                    <a:pt x="1185" y="3746"/>
                  </a:lnTo>
                  <a:cubicBezTo>
                    <a:pt x="1197" y="3754"/>
                    <a:pt x="1203" y="3757"/>
                    <a:pt x="1207" y="3757"/>
                  </a:cubicBezTo>
                  <a:cubicBezTo>
                    <a:pt x="1210" y="3757"/>
                    <a:pt x="1212" y="3755"/>
                    <a:pt x="1213" y="3752"/>
                  </a:cubicBezTo>
                  <a:cubicBezTo>
                    <a:pt x="1206" y="3731"/>
                    <a:pt x="1215" y="3715"/>
                    <a:pt x="1228" y="3715"/>
                  </a:cubicBezTo>
                  <a:cubicBezTo>
                    <a:pt x="1232" y="3715"/>
                    <a:pt x="1237" y="3717"/>
                    <a:pt x="1242" y="3721"/>
                  </a:cubicBezTo>
                  <a:lnTo>
                    <a:pt x="1245" y="3715"/>
                  </a:lnTo>
                  <a:cubicBezTo>
                    <a:pt x="1229" y="3693"/>
                    <a:pt x="1235" y="3686"/>
                    <a:pt x="1238" y="3683"/>
                  </a:cubicBezTo>
                  <a:cubicBezTo>
                    <a:pt x="1245" y="3677"/>
                    <a:pt x="1248" y="3671"/>
                    <a:pt x="1232" y="3652"/>
                  </a:cubicBezTo>
                  <a:cubicBezTo>
                    <a:pt x="1217" y="3630"/>
                    <a:pt x="1223" y="3624"/>
                    <a:pt x="1223" y="3624"/>
                  </a:cubicBezTo>
                  <a:cubicBezTo>
                    <a:pt x="1223" y="3623"/>
                    <a:pt x="1224" y="3623"/>
                    <a:pt x="1224" y="3623"/>
                  </a:cubicBezTo>
                  <a:cubicBezTo>
                    <a:pt x="1230" y="3623"/>
                    <a:pt x="1243" y="3642"/>
                    <a:pt x="1257" y="3661"/>
                  </a:cubicBezTo>
                  <a:cubicBezTo>
                    <a:pt x="1261" y="3669"/>
                    <a:pt x="1265" y="3673"/>
                    <a:pt x="1268" y="3673"/>
                  </a:cubicBezTo>
                  <a:cubicBezTo>
                    <a:pt x="1274" y="3673"/>
                    <a:pt x="1273" y="3656"/>
                    <a:pt x="1254" y="3624"/>
                  </a:cubicBezTo>
                  <a:cubicBezTo>
                    <a:pt x="1241" y="3599"/>
                    <a:pt x="1235" y="3588"/>
                    <a:pt x="1236" y="3588"/>
                  </a:cubicBezTo>
                  <a:lnTo>
                    <a:pt x="1236" y="3588"/>
                  </a:lnTo>
                  <a:cubicBezTo>
                    <a:pt x="1237" y="3588"/>
                    <a:pt x="1245" y="3598"/>
                    <a:pt x="1260" y="3617"/>
                  </a:cubicBezTo>
                  <a:cubicBezTo>
                    <a:pt x="1271" y="3632"/>
                    <a:pt x="1281" y="3646"/>
                    <a:pt x="1283" y="3646"/>
                  </a:cubicBezTo>
                  <a:cubicBezTo>
                    <a:pt x="1284" y="3646"/>
                    <a:pt x="1283" y="3643"/>
                    <a:pt x="1279" y="3633"/>
                  </a:cubicBezTo>
                  <a:cubicBezTo>
                    <a:pt x="1279" y="3633"/>
                    <a:pt x="1289" y="3624"/>
                    <a:pt x="1270" y="3608"/>
                  </a:cubicBezTo>
                  <a:lnTo>
                    <a:pt x="1282" y="3592"/>
                  </a:lnTo>
                  <a:cubicBezTo>
                    <a:pt x="1290" y="3593"/>
                    <a:pt x="1296" y="3594"/>
                    <a:pt x="1300" y="3594"/>
                  </a:cubicBezTo>
                  <a:cubicBezTo>
                    <a:pt x="1312" y="3594"/>
                    <a:pt x="1315" y="3591"/>
                    <a:pt x="1320" y="3586"/>
                  </a:cubicBezTo>
                  <a:cubicBezTo>
                    <a:pt x="1310" y="3573"/>
                    <a:pt x="1307" y="3568"/>
                    <a:pt x="1311" y="3568"/>
                  </a:cubicBezTo>
                  <a:cubicBezTo>
                    <a:pt x="1313" y="3568"/>
                    <a:pt x="1319" y="3570"/>
                    <a:pt x="1329" y="3574"/>
                  </a:cubicBezTo>
                  <a:cubicBezTo>
                    <a:pt x="1336" y="3579"/>
                    <a:pt x="1341" y="3583"/>
                    <a:pt x="1343" y="3583"/>
                  </a:cubicBezTo>
                  <a:cubicBezTo>
                    <a:pt x="1345" y="3583"/>
                    <a:pt x="1337" y="3574"/>
                    <a:pt x="1314" y="3555"/>
                  </a:cubicBezTo>
                  <a:cubicBezTo>
                    <a:pt x="1303" y="3540"/>
                    <a:pt x="1301" y="3533"/>
                    <a:pt x="1308" y="3533"/>
                  </a:cubicBezTo>
                  <a:cubicBezTo>
                    <a:pt x="1312" y="3533"/>
                    <a:pt x="1318" y="3535"/>
                    <a:pt x="1326" y="3539"/>
                  </a:cubicBezTo>
                  <a:cubicBezTo>
                    <a:pt x="1347" y="3555"/>
                    <a:pt x="1358" y="3561"/>
                    <a:pt x="1361" y="3561"/>
                  </a:cubicBezTo>
                  <a:cubicBezTo>
                    <a:pt x="1364" y="3561"/>
                    <a:pt x="1360" y="3556"/>
                    <a:pt x="1351" y="3548"/>
                  </a:cubicBezTo>
                  <a:cubicBezTo>
                    <a:pt x="1336" y="3527"/>
                    <a:pt x="1339" y="3520"/>
                    <a:pt x="1339" y="3520"/>
                  </a:cubicBezTo>
                  <a:lnTo>
                    <a:pt x="1339" y="3520"/>
                  </a:lnTo>
                  <a:cubicBezTo>
                    <a:pt x="1342" y="3522"/>
                    <a:pt x="1345" y="3523"/>
                    <a:pt x="1348" y="3523"/>
                  </a:cubicBezTo>
                  <a:cubicBezTo>
                    <a:pt x="1371" y="3523"/>
                    <a:pt x="1404" y="3483"/>
                    <a:pt x="1439" y="3442"/>
                  </a:cubicBezTo>
                  <a:cubicBezTo>
                    <a:pt x="1445" y="3436"/>
                    <a:pt x="1430" y="3414"/>
                    <a:pt x="1408" y="3398"/>
                  </a:cubicBezTo>
                  <a:cubicBezTo>
                    <a:pt x="1391" y="3384"/>
                    <a:pt x="1385" y="3379"/>
                    <a:pt x="1387" y="3379"/>
                  </a:cubicBezTo>
                  <a:lnTo>
                    <a:pt x="1387" y="3379"/>
                  </a:lnTo>
                  <a:cubicBezTo>
                    <a:pt x="1388" y="3379"/>
                    <a:pt x="1400" y="3387"/>
                    <a:pt x="1414" y="3392"/>
                  </a:cubicBezTo>
                  <a:cubicBezTo>
                    <a:pt x="1441" y="3411"/>
                    <a:pt x="1459" y="3419"/>
                    <a:pt x="1464" y="3419"/>
                  </a:cubicBezTo>
                  <a:cubicBezTo>
                    <a:pt x="1471" y="3419"/>
                    <a:pt x="1459" y="3405"/>
                    <a:pt x="1423" y="3382"/>
                  </a:cubicBezTo>
                  <a:cubicBezTo>
                    <a:pt x="1400" y="3369"/>
                    <a:pt x="1389" y="3363"/>
                    <a:pt x="1391" y="3363"/>
                  </a:cubicBezTo>
                  <a:lnTo>
                    <a:pt x="1391" y="3363"/>
                  </a:lnTo>
                  <a:cubicBezTo>
                    <a:pt x="1393" y="3363"/>
                    <a:pt x="1405" y="3367"/>
                    <a:pt x="1426" y="3376"/>
                  </a:cubicBezTo>
                  <a:cubicBezTo>
                    <a:pt x="1437" y="3381"/>
                    <a:pt x="1443" y="3385"/>
                    <a:pt x="1446" y="3385"/>
                  </a:cubicBezTo>
                  <a:cubicBezTo>
                    <a:pt x="1449" y="3385"/>
                    <a:pt x="1445" y="3379"/>
                    <a:pt x="1436" y="3367"/>
                  </a:cubicBezTo>
                  <a:cubicBezTo>
                    <a:pt x="1425" y="3357"/>
                    <a:pt x="1421" y="3351"/>
                    <a:pt x="1424" y="3351"/>
                  </a:cubicBezTo>
                  <a:lnTo>
                    <a:pt x="1424" y="3351"/>
                  </a:lnTo>
                  <a:cubicBezTo>
                    <a:pt x="1426" y="3351"/>
                    <a:pt x="1431" y="3354"/>
                    <a:pt x="1439" y="3360"/>
                  </a:cubicBezTo>
                  <a:cubicBezTo>
                    <a:pt x="1455" y="3367"/>
                    <a:pt x="1472" y="3374"/>
                    <a:pt x="1475" y="3374"/>
                  </a:cubicBezTo>
                  <a:cubicBezTo>
                    <a:pt x="1477" y="3374"/>
                    <a:pt x="1475" y="3372"/>
                    <a:pt x="1467" y="3367"/>
                  </a:cubicBezTo>
                  <a:cubicBezTo>
                    <a:pt x="1467" y="3367"/>
                    <a:pt x="1469" y="3365"/>
                    <a:pt x="1476" y="3365"/>
                  </a:cubicBezTo>
                  <a:cubicBezTo>
                    <a:pt x="1481" y="3365"/>
                    <a:pt x="1488" y="3366"/>
                    <a:pt x="1499" y="3370"/>
                  </a:cubicBezTo>
                  <a:cubicBezTo>
                    <a:pt x="1503" y="3372"/>
                    <a:pt x="1505" y="3372"/>
                    <a:pt x="1507" y="3372"/>
                  </a:cubicBezTo>
                  <a:cubicBezTo>
                    <a:pt x="1515" y="3372"/>
                    <a:pt x="1503" y="3356"/>
                    <a:pt x="1492" y="3338"/>
                  </a:cubicBezTo>
                  <a:cubicBezTo>
                    <a:pt x="1476" y="3312"/>
                    <a:pt x="1471" y="3298"/>
                    <a:pt x="1476" y="3298"/>
                  </a:cubicBezTo>
                  <a:cubicBezTo>
                    <a:pt x="1480" y="3298"/>
                    <a:pt x="1490" y="3306"/>
                    <a:pt x="1505" y="3323"/>
                  </a:cubicBezTo>
                  <a:cubicBezTo>
                    <a:pt x="1514" y="3333"/>
                    <a:pt x="1521" y="3337"/>
                    <a:pt x="1526" y="3337"/>
                  </a:cubicBezTo>
                  <a:cubicBezTo>
                    <a:pt x="1538" y="3337"/>
                    <a:pt x="1533" y="3306"/>
                    <a:pt x="1508" y="3279"/>
                  </a:cubicBezTo>
                  <a:cubicBezTo>
                    <a:pt x="1486" y="3258"/>
                    <a:pt x="1476" y="3250"/>
                    <a:pt x="1477" y="3250"/>
                  </a:cubicBezTo>
                  <a:lnTo>
                    <a:pt x="1477" y="3250"/>
                  </a:lnTo>
                  <a:cubicBezTo>
                    <a:pt x="1478" y="3250"/>
                    <a:pt x="1483" y="3254"/>
                    <a:pt x="1492" y="3260"/>
                  </a:cubicBezTo>
                  <a:cubicBezTo>
                    <a:pt x="1503" y="3269"/>
                    <a:pt x="1508" y="3271"/>
                    <a:pt x="1511" y="3271"/>
                  </a:cubicBezTo>
                  <a:cubicBezTo>
                    <a:pt x="1514" y="3271"/>
                    <a:pt x="1514" y="3270"/>
                    <a:pt x="1514" y="3270"/>
                  </a:cubicBezTo>
                  <a:cubicBezTo>
                    <a:pt x="1517" y="3267"/>
                    <a:pt x="1519" y="3264"/>
                    <a:pt x="1523" y="3264"/>
                  </a:cubicBezTo>
                  <a:cubicBezTo>
                    <a:pt x="1527" y="3264"/>
                    <a:pt x="1534" y="3267"/>
                    <a:pt x="1546" y="3276"/>
                  </a:cubicBezTo>
                  <a:cubicBezTo>
                    <a:pt x="1546" y="3276"/>
                    <a:pt x="1549" y="3270"/>
                    <a:pt x="1539" y="3241"/>
                  </a:cubicBezTo>
                  <a:cubicBezTo>
                    <a:pt x="1522" y="3219"/>
                    <a:pt x="1524" y="3208"/>
                    <a:pt x="1537" y="3208"/>
                  </a:cubicBezTo>
                  <a:cubicBezTo>
                    <a:pt x="1547" y="3208"/>
                    <a:pt x="1564" y="3215"/>
                    <a:pt x="1583" y="3226"/>
                  </a:cubicBezTo>
                  <a:lnTo>
                    <a:pt x="1574" y="3201"/>
                  </a:lnTo>
                  <a:cubicBezTo>
                    <a:pt x="1551" y="3176"/>
                    <a:pt x="1536" y="3157"/>
                    <a:pt x="1540" y="3157"/>
                  </a:cubicBezTo>
                  <a:lnTo>
                    <a:pt x="1540" y="3157"/>
                  </a:lnTo>
                  <a:cubicBezTo>
                    <a:pt x="1542" y="3157"/>
                    <a:pt x="1549" y="3162"/>
                    <a:pt x="1561" y="3172"/>
                  </a:cubicBezTo>
                  <a:lnTo>
                    <a:pt x="1583" y="3188"/>
                  </a:lnTo>
                  <a:cubicBezTo>
                    <a:pt x="1562" y="3169"/>
                    <a:pt x="1565" y="3158"/>
                    <a:pt x="1578" y="3158"/>
                  </a:cubicBezTo>
                  <a:cubicBezTo>
                    <a:pt x="1589" y="3158"/>
                    <a:pt x="1606" y="3165"/>
                    <a:pt x="1624" y="3179"/>
                  </a:cubicBezTo>
                  <a:cubicBezTo>
                    <a:pt x="1635" y="3188"/>
                    <a:pt x="1640" y="3192"/>
                    <a:pt x="1643" y="3192"/>
                  </a:cubicBezTo>
                  <a:cubicBezTo>
                    <a:pt x="1645" y="3192"/>
                    <a:pt x="1647" y="3191"/>
                    <a:pt x="1649" y="3188"/>
                  </a:cubicBezTo>
                  <a:lnTo>
                    <a:pt x="1630" y="3172"/>
                  </a:lnTo>
                  <a:cubicBezTo>
                    <a:pt x="1608" y="3157"/>
                    <a:pt x="1589" y="3141"/>
                    <a:pt x="1593" y="3135"/>
                  </a:cubicBezTo>
                  <a:cubicBezTo>
                    <a:pt x="1596" y="3133"/>
                    <a:pt x="1598" y="3131"/>
                    <a:pt x="1602" y="3131"/>
                  </a:cubicBezTo>
                  <a:cubicBezTo>
                    <a:pt x="1606" y="3131"/>
                    <a:pt x="1611" y="3133"/>
                    <a:pt x="1621" y="3141"/>
                  </a:cubicBezTo>
                  <a:cubicBezTo>
                    <a:pt x="1636" y="3147"/>
                    <a:pt x="1651" y="3153"/>
                    <a:pt x="1657" y="3153"/>
                  </a:cubicBezTo>
                  <a:cubicBezTo>
                    <a:pt x="1660" y="3153"/>
                    <a:pt x="1659" y="3150"/>
                    <a:pt x="1652" y="3144"/>
                  </a:cubicBezTo>
                  <a:cubicBezTo>
                    <a:pt x="1652" y="3144"/>
                    <a:pt x="1653" y="3144"/>
                    <a:pt x="1655" y="3144"/>
                  </a:cubicBezTo>
                  <a:cubicBezTo>
                    <a:pt x="1658" y="3144"/>
                    <a:pt x="1665" y="3145"/>
                    <a:pt x="1680" y="3150"/>
                  </a:cubicBezTo>
                  <a:lnTo>
                    <a:pt x="1696" y="3129"/>
                  </a:lnTo>
                  <a:cubicBezTo>
                    <a:pt x="1688" y="3114"/>
                    <a:pt x="1688" y="3105"/>
                    <a:pt x="1695" y="3105"/>
                  </a:cubicBezTo>
                  <a:cubicBezTo>
                    <a:pt x="1699" y="3105"/>
                    <a:pt x="1704" y="3108"/>
                    <a:pt x="1712" y="3113"/>
                  </a:cubicBezTo>
                  <a:cubicBezTo>
                    <a:pt x="1712" y="3113"/>
                    <a:pt x="1721" y="3100"/>
                    <a:pt x="1705" y="3082"/>
                  </a:cubicBezTo>
                  <a:cubicBezTo>
                    <a:pt x="1709" y="3075"/>
                    <a:pt x="1712" y="3071"/>
                    <a:pt x="1717" y="3071"/>
                  </a:cubicBezTo>
                  <a:cubicBezTo>
                    <a:pt x="1722" y="3071"/>
                    <a:pt x="1728" y="3074"/>
                    <a:pt x="1737" y="3082"/>
                  </a:cubicBezTo>
                  <a:cubicBezTo>
                    <a:pt x="1747" y="3089"/>
                    <a:pt x="1752" y="3093"/>
                    <a:pt x="1754" y="3093"/>
                  </a:cubicBezTo>
                  <a:cubicBezTo>
                    <a:pt x="1755" y="3093"/>
                    <a:pt x="1751" y="3087"/>
                    <a:pt x="1743" y="3075"/>
                  </a:cubicBezTo>
                  <a:cubicBezTo>
                    <a:pt x="1721" y="3060"/>
                    <a:pt x="1727" y="3053"/>
                    <a:pt x="1730" y="3050"/>
                  </a:cubicBezTo>
                  <a:lnTo>
                    <a:pt x="1740" y="3038"/>
                  </a:lnTo>
                  <a:cubicBezTo>
                    <a:pt x="1721" y="3022"/>
                    <a:pt x="1721" y="3022"/>
                    <a:pt x="1724" y="3016"/>
                  </a:cubicBezTo>
                  <a:cubicBezTo>
                    <a:pt x="1730" y="3013"/>
                    <a:pt x="1762" y="3013"/>
                    <a:pt x="1768" y="3006"/>
                  </a:cubicBezTo>
                  <a:cubicBezTo>
                    <a:pt x="1781" y="2991"/>
                    <a:pt x="1781" y="2991"/>
                    <a:pt x="1756" y="2978"/>
                  </a:cubicBezTo>
                  <a:cubicBezTo>
                    <a:pt x="1755" y="2979"/>
                    <a:pt x="1754" y="2980"/>
                    <a:pt x="1753" y="2980"/>
                  </a:cubicBezTo>
                  <a:cubicBezTo>
                    <a:pt x="1748" y="2980"/>
                    <a:pt x="1740" y="2973"/>
                    <a:pt x="1748" y="2973"/>
                  </a:cubicBezTo>
                  <a:cubicBezTo>
                    <a:pt x="1750" y="2973"/>
                    <a:pt x="1754" y="2974"/>
                    <a:pt x="1759" y="2975"/>
                  </a:cubicBezTo>
                  <a:cubicBezTo>
                    <a:pt x="1765" y="2969"/>
                    <a:pt x="1796" y="2969"/>
                    <a:pt x="1812" y="2953"/>
                  </a:cubicBezTo>
                  <a:cubicBezTo>
                    <a:pt x="1828" y="2931"/>
                    <a:pt x="1828" y="2931"/>
                    <a:pt x="1809" y="2915"/>
                  </a:cubicBezTo>
                  <a:cubicBezTo>
                    <a:pt x="1784" y="2901"/>
                    <a:pt x="1774" y="2893"/>
                    <a:pt x="1778" y="2893"/>
                  </a:cubicBezTo>
                  <a:cubicBezTo>
                    <a:pt x="1781" y="2893"/>
                    <a:pt x="1793" y="2898"/>
                    <a:pt x="1812" y="2909"/>
                  </a:cubicBezTo>
                  <a:cubicBezTo>
                    <a:pt x="1835" y="2919"/>
                    <a:pt x="1848" y="2923"/>
                    <a:pt x="1854" y="2923"/>
                  </a:cubicBezTo>
                  <a:cubicBezTo>
                    <a:pt x="1860" y="2923"/>
                    <a:pt x="1857" y="2918"/>
                    <a:pt x="1846" y="2909"/>
                  </a:cubicBezTo>
                  <a:cubicBezTo>
                    <a:pt x="1831" y="2887"/>
                    <a:pt x="1831" y="2887"/>
                    <a:pt x="1837" y="2884"/>
                  </a:cubicBezTo>
                  <a:lnTo>
                    <a:pt x="1837" y="2884"/>
                  </a:lnTo>
                  <a:cubicBezTo>
                    <a:pt x="1844" y="2890"/>
                    <a:pt x="1848" y="2892"/>
                    <a:pt x="1851" y="2892"/>
                  </a:cubicBezTo>
                  <a:cubicBezTo>
                    <a:pt x="1856" y="2892"/>
                    <a:pt x="1856" y="2883"/>
                    <a:pt x="1850" y="2865"/>
                  </a:cubicBezTo>
                  <a:cubicBezTo>
                    <a:pt x="1851" y="2864"/>
                    <a:pt x="1851" y="2864"/>
                    <a:pt x="1852" y="2864"/>
                  </a:cubicBezTo>
                  <a:cubicBezTo>
                    <a:pt x="1855" y="2864"/>
                    <a:pt x="1859" y="2867"/>
                    <a:pt x="1875" y="2878"/>
                  </a:cubicBezTo>
                  <a:lnTo>
                    <a:pt x="1881" y="2865"/>
                  </a:lnTo>
                  <a:cubicBezTo>
                    <a:pt x="1859" y="2833"/>
                    <a:pt x="1882" y="2814"/>
                    <a:pt x="1905" y="2814"/>
                  </a:cubicBezTo>
                  <a:cubicBezTo>
                    <a:pt x="1910" y="2814"/>
                    <a:pt x="1916" y="2816"/>
                    <a:pt x="1922" y="2818"/>
                  </a:cubicBezTo>
                  <a:cubicBezTo>
                    <a:pt x="1922" y="2818"/>
                    <a:pt x="1928" y="2812"/>
                    <a:pt x="1912" y="2790"/>
                  </a:cubicBezTo>
                  <a:cubicBezTo>
                    <a:pt x="1891" y="2771"/>
                    <a:pt x="1884" y="2760"/>
                    <a:pt x="1888" y="2760"/>
                  </a:cubicBezTo>
                  <a:cubicBezTo>
                    <a:pt x="1891" y="2760"/>
                    <a:pt x="1902" y="2767"/>
                    <a:pt x="1918" y="2781"/>
                  </a:cubicBezTo>
                  <a:cubicBezTo>
                    <a:pt x="1938" y="2796"/>
                    <a:pt x="1948" y="2803"/>
                    <a:pt x="1950" y="2803"/>
                  </a:cubicBezTo>
                  <a:cubicBezTo>
                    <a:pt x="1951" y="2803"/>
                    <a:pt x="1943" y="2794"/>
                    <a:pt x="1925" y="2774"/>
                  </a:cubicBezTo>
                  <a:cubicBezTo>
                    <a:pt x="1915" y="2762"/>
                    <a:pt x="1920" y="2746"/>
                    <a:pt x="1934" y="2746"/>
                  </a:cubicBezTo>
                  <a:cubicBezTo>
                    <a:pt x="1942" y="2746"/>
                    <a:pt x="1953" y="2751"/>
                    <a:pt x="1966" y="2765"/>
                  </a:cubicBezTo>
                  <a:lnTo>
                    <a:pt x="2006" y="2796"/>
                  </a:lnTo>
                  <a:cubicBezTo>
                    <a:pt x="1991" y="2774"/>
                    <a:pt x="1997" y="2768"/>
                    <a:pt x="1997" y="2768"/>
                  </a:cubicBezTo>
                  <a:cubicBezTo>
                    <a:pt x="1975" y="2752"/>
                    <a:pt x="1981" y="2749"/>
                    <a:pt x="1994" y="2731"/>
                  </a:cubicBezTo>
                  <a:cubicBezTo>
                    <a:pt x="2003" y="2721"/>
                    <a:pt x="2000" y="2684"/>
                    <a:pt x="2009" y="2674"/>
                  </a:cubicBezTo>
                  <a:cubicBezTo>
                    <a:pt x="2016" y="2660"/>
                    <a:pt x="2029" y="2653"/>
                    <a:pt x="2042" y="2653"/>
                  </a:cubicBezTo>
                  <a:cubicBezTo>
                    <a:pt x="2047" y="2653"/>
                    <a:pt x="2052" y="2654"/>
                    <a:pt x="2056" y="2655"/>
                  </a:cubicBezTo>
                  <a:cubicBezTo>
                    <a:pt x="2060" y="2652"/>
                    <a:pt x="2066" y="2646"/>
                    <a:pt x="2053" y="2621"/>
                  </a:cubicBezTo>
                  <a:cubicBezTo>
                    <a:pt x="2042" y="2606"/>
                    <a:pt x="2044" y="2595"/>
                    <a:pt x="2051" y="2595"/>
                  </a:cubicBezTo>
                  <a:cubicBezTo>
                    <a:pt x="2055" y="2595"/>
                    <a:pt x="2060" y="2597"/>
                    <a:pt x="2066" y="2602"/>
                  </a:cubicBezTo>
                  <a:lnTo>
                    <a:pt x="2072" y="2599"/>
                  </a:lnTo>
                  <a:cubicBezTo>
                    <a:pt x="2060" y="2571"/>
                    <a:pt x="2066" y="2568"/>
                    <a:pt x="2066" y="2568"/>
                  </a:cubicBezTo>
                  <a:lnTo>
                    <a:pt x="2066" y="2568"/>
                  </a:lnTo>
                  <a:cubicBezTo>
                    <a:pt x="2077" y="2577"/>
                    <a:pt x="2090" y="2584"/>
                    <a:pt x="2096" y="2584"/>
                  </a:cubicBezTo>
                  <a:cubicBezTo>
                    <a:pt x="2100" y="2584"/>
                    <a:pt x="2101" y="2580"/>
                    <a:pt x="2094" y="2571"/>
                  </a:cubicBezTo>
                  <a:cubicBezTo>
                    <a:pt x="2072" y="2555"/>
                    <a:pt x="2078" y="2549"/>
                    <a:pt x="2088" y="2539"/>
                  </a:cubicBezTo>
                  <a:lnTo>
                    <a:pt x="2088" y="2539"/>
                  </a:lnTo>
                  <a:cubicBezTo>
                    <a:pt x="2088" y="2539"/>
                    <a:pt x="2089" y="2540"/>
                    <a:pt x="2089" y="2540"/>
                  </a:cubicBezTo>
                  <a:cubicBezTo>
                    <a:pt x="2121" y="2540"/>
                    <a:pt x="2263" y="2367"/>
                    <a:pt x="2241" y="2351"/>
                  </a:cubicBezTo>
                  <a:lnTo>
                    <a:pt x="2257" y="2336"/>
                  </a:lnTo>
                  <a:lnTo>
                    <a:pt x="2269" y="2320"/>
                  </a:lnTo>
                  <a:cubicBezTo>
                    <a:pt x="2279" y="2328"/>
                    <a:pt x="2287" y="2331"/>
                    <a:pt x="2292" y="2331"/>
                  </a:cubicBezTo>
                  <a:cubicBezTo>
                    <a:pt x="2310" y="2331"/>
                    <a:pt x="2309" y="2300"/>
                    <a:pt x="2304" y="2276"/>
                  </a:cubicBezTo>
                  <a:cubicBezTo>
                    <a:pt x="2288" y="2254"/>
                    <a:pt x="2295" y="2251"/>
                    <a:pt x="2298" y="2245"/>
                  </a:cubicBezTo>
                  <a:lnTo>
                    <a:pt x="2298" y="2245"/>
                  </a:lnTo>
                  <a:cubicBezTo>
                    <a:pt x="2314" y="2257"/>
                    <a:pt x="2325" y="2262"/>
                    <a:pt x="2333" y="2262"/>
                  </a:cubicBezTo>
                  <a:cubicBezTo>
                    <a:pt x="2345" y="2262"/>
                    <a:pt x="2347" y="2250"/>
                    <a:pt x="2342" y="2232"/>
                  </a:cubicBezTo>
                  <a:cubicBezTo>
                    <a:pt x="2321" y="2213"/>
                    <a:pt x="2313" y="2203"/>
                    <a:pt x="2317" y="2203"/>
                  </a:cubicBezTo>
                  <a:cubicBezTo>
                    <a:pt x="2321" y="2203"/>
                    <a:pt x="2331" y="2209"/>
                    <a:pt x="2348" y="2223"/>
                  </a:cubicBezTo>
                  <a:cubicBezTo>
                    <a:pt x="2362" y="2234"/>
                    <a:pt x="2373" y="2240"/>
                    <a:pt x="2378" y="2240"/>
                  </a:cubicBezTo>
                  <a:cubicBezTo>
                    <a:pt x="2388" y="2240"/>
                    <a:pt x="2380" y="2222"/>
                    <a:pt x="2348" y="2185"/>
                  </a:cubicBezTo>
                  <a:cubicBezTo>
                    <a:pt x="2339" y="2173"/>
                    <a:pt x="2335" y="2167"/>
                    <a:pt x="2338" y="2167"/>
                  </a:cubicBezTo>
                  <a:cubicBezTo>
                    <a:pt x="2340" y="2167"/>
                    <a:pt x="2346" y="2170"/>
                    <a:pt x="2357" y="2176"/>
                  </a:cubicBezTo>
                  <a:cubicBezTo>
                    <a:pt x="2378" y="2188"/>
                    <a:pt x="2390" y="2193"/>
                    <a:pt x="2394" y="2193"/>
                  </a:cubicBezTo>
                  <a:cubicBezTo>
                    <a:pt x="2399" y="2193"/>
                    <a:pt x="2395" y="2187"/>
                    <a:pt x="2385" y="2179"/>
                  </a:cubicBezTo>
                  <a:cubicBezTo>
                    <a:pt x="2366" y="2157"/>
                    <a:pt x="2358" y="2147"/>
                    <a:pt x="2364" y="2147"/>
                  </a:cubicBezTo>
                  <a:cubicBezTo>
                    <a:pt x="2368" y="2147"/>
                    <a:pt x="2379" y="2153"/>
                    <a:pt x="2398" y="2163"/>
                  </a:cubicBezTo>
                  <a:cubicBezTo>
                    <a:pt x="2419" y="2171"/>
                    <a:pt x="2432" y="2176"/>
                    <a:pt x="2436" y="2176"/>
                  </a:cubicBezTo>
                  <a:cubicBezTo>
                    <a:pt x="2441" y="2176"/>
                    <a:pt x="2432" y="2167"/>
                    <a:pt x="2411" y="2148"/>
                  </a:cubicBezTo>
                  <a:cubicBezTo>
                    <a:pt x="2387" y="2122"/>
                    <a:pt x="2388" y="2104"/>
                    <a:pt x="2406" y="2104"/>
                  </a:cubicBezTo>
                  <a:cubicBezTo>
                    <a:pt x="2414" y="2104"/>
                    <a:pt x="2425" y="2107"/>
                    <a:pt x="2439" y="2116"/>
                  </a:cubicBezTo>
                  <a:cubicBezTo>
                    <a:pt x="2442" y="2110"/>
                    <a:pt x="2467" y="2119"/>
                    <a:pt x="2448" y="2104"/>
                  </a:cubicBezTo>
                  <a:lnTo>
                    <a:pt x="2448" y="2104"/>
                  </a:lnTo>
                  <a:lnTo>
                    <a:pt x="2470" y="2113"/>
                  </a:lnTo>
                  <a:cubicBezTo>
                    <a:pt x="2476" y="2110"/>
                    <a:pt x="2479" y="2104"/>
                    <a:pt x="2479" y="2104"/>
                  </a:cubicBezTo>
                  <a:lnTo>
                    <a:pt x="2461" y="2088"/>
                  </a:lnTo>
                  <a:cubicBezTo>
                    <a:pt x="2492" y="2072"/>
                    <a:pt x="2517" y="2054"/>
                    <a:pt x="2542" y="2029"/>
                  </a:cubicBezTo>
                  <a:cubicBezTo>
                    <a:pt x="2592" y="1969"/>
                    <a:pt x="2602" y="1960"/>
                    <a:pt x="2577" y="1947"/>
                  </a:cubicBezTo>
                  <a:cubicBezTo>
                    <a:pt x="2551" y="1932"/>
                    <a:pt x="2543" y="1923"/>
                    <a:pt x="2551" y="1923"/>
                  </a:cubicBezTo>
                  <a:cubicBezTo>
                    <a:pt x="2556" y="1923"/>
                    <a:pt x="2568" y="1927"/>
                    <a:pt x="2586" y="1938"/>
                  </a:cubicBezTo>
                  <a:cubicBezTo>
                    <a:pt x="2589" y="1931"/>
                    <a:pt x="2617" y="1938"/>
                    <a:pt x="2627" y="1925"/>
                  </a:cubicBezTo>
                  <a:cubicBezTo>
                    <a:pt x="2633" y="1919"/>
                    <a:pt x="2639" y="1911"/>
                    <a:pt x="2648" y="1911"/>
                  </a:cubicBezTo>
                  <a:cubicBezTo>
                    <a:pt x="2653" y="1911"/>
                    <a:pt x="2658" y="1914"/>
                    <a:pt x="2664" y="1919"/>
                  </a:cubicBezTo>
                  <a:lnTo>
                    <a:pt x="2667" y="1916"/>
                  </a:lnTo>
                  <a:cubicBezTo>
                    <a:pt x="2639" y="1872"/>
                    <a:pt x="2664" y="1841"/>
                    <a:pt x="2699" y="1841"/>
                  </a:cubicBezTo>
                  <a:cubicBezTo>
                    <a:pt x="2708" y="1828"/>
                    <a:pt x="2711" y="1825"/>
                    <a:pt x="2702" y="1797"/>
                  </a:cubicBezTo>
                  <a:cubicBezTo>
                    <a:pt x="2694" y="1781"/>
                    <a:pt x="2691" y="1775"/>
                    <a:pt x="2696" y="1775"/>
                  </a:cubicBezTo>
                  <a:cubicBezTo>
                    <a:pt x="2699" y="1775"/>
                    <a:pt x="2705" y="1777"/>
                    <a:pt x="2714" y="1781"/>
                  </a:cubicBezTo>
                  <a:cubicBezTo>
                    <a:pt x="2720" y="1785"/>
                    <a:pt x="2727" y="1787"/>
                    <a:pt x="2733" y="1787"/>
                  </a:cubicBezTo>
                  <a:cubicBezTo>
                    <a:pt x="2752" y="1787"/>
                    <a:pt x="2769" y="1773"/>
                    <a:pt x="2740" y="1750"/>
                  </a:cubicBezTo>
                  <a:lnTo>
                    <a:pt x="2740" y="1750"/>
                  </a:lnTo>
                  <a:lnTo>
                    <a:pt x="2765" y="1759"/>
                  </a:lnTo>
                  <a:cubicBezTo>
                    <a:pt x="2769" y="1761"/>
                    <a:pt x="2773" y="1762"/>
                    <a:pt x="2775" y="1762"/>
                  </a:cubicBezTo>
                  <a:cubicBezTo>
                    <a:pt x="2784" y="1762"/>
                    <a:pt x="2771" y="1747"/>
                    <a:pt x="2755" y="1734"/>
                  </a:cubicBezTo>
                  <a:cubicBezTo>
                    <a:pt x="2734" y="1718"/>
                    <a:pt x="2725" y="1709"/>
                    <a:pt x="2730" y="1709"/>
                  </a:cubicBezTo>
                  <a:cubicBezTo>
                    <a:pt x="2734" y="1709"/>
                    <a:pt x="2751" y="1717"/>
                    <a:pt x="2783" y="1737"/>
                  </a:cubicBezTo>
                  <a:cubicBezTo>
                    <a:pt x="2804" y="1754"/>
                    <a:pt x="2815" y="1760"/>
                    <a:pt x="2817" y="1760"/>
                  </a:cubicBezTo>
                  <a:cubicBezTo>
                    <a:pt x="2820" y="1760"/>
                    <a:pt x="2816" y="1755"/>
                    <a:pt x="2805" y="1750"/>
                  </a:cubicBezTo>
                  <a:cubicBezTo>
                    <a:pt x="2795" y="1731"/>
                    <a:pt x="2782" y="1713"/>
                    <a:pt x="2791" y="1713"/>
                  </a:cubicBezTo>
                  <a:cubicBezTo>
                    <a:pt x="2793" y="1713"/>
                    <a:pt x="2796" y="1714"/>
                    <a:pt x="2799" y="1715"/>
                  </a:cubicBezTo>
                  <a:cubicBezTo>
                    <a:pt x="2805" y="1712"/>
                    <a:pt x="2809" y="1706"/>
                    <a:pt x="2771" y="1674"/>
                  </a:cubicBezTo>
                  <a:cubicBezTo>
                    <a:pt x="2749" y="1659"/>
                    <a:pt x="2755" y="1653"/>
                    <a:pt x="2758" y="1649"/>
                  </a:cubicBezTo>
                  <a:lnTo>
                    <a:pt x="2758" y="1649"/>
                  </a:lnTo>
                  <a:cubicBezTo>
                    <a:pt x="2774" y="1659"/>
                    <a:pt x="2783" y="1671"/>
                    <a:pt x="2793" y="1684"/>
                  </a:cubicBezTo>
                  <a:lnTo>
                    <a:pt x="2802" y="1674"/>
                  </a:lnTo>
                  <a:cubicBezTo>
                    <a:pt x="2804" y="1673"/>
                    <a:pt x="2807" y="1672"/>
                    <a:pt x="2811" y="1672"/>
                  </a:cubicBezTo>
                  <a:cubicBezTo>
                    <a:pt x="2822" y="1672"/>
                    <a:pt x="2842" y="1678"/>
                    <a:pt x="2856" y="1690"/>
                  </a:cubicBezTo>
                  <a:cubicBezTo>
                    <a:pt x="2863" y="1693"/>
                    <a:pt x="2868" y="1694"/>
                    <a:pt x="2871" y="1694"/>
                  </a:cubicBezTo>
                  <a:cubicBezTo>
                    <a:pt x="2878" y="1694"/>
                    <a:pt x="2871" y="1686"/>
                    <a:pt x="2840" y="1668"/>
                  </a:cubicBezTo>
                  <a:cubicBezTo>
                    <a:pt x="2802" y="1637"/>
                    <a:pt x="2802" y="1637"/>
                    <a:pt x="2809" y="1627"/>
                  </a:cubicBezTo>
                  <a:cubicBezTo>
                    <a:pt x="2812" y="1624"/>
                    <a:pt x="2814" y="1621"/>
                    <a:pt x="2819" y="1621"/>
                  </a:cubicBezTo>
                  <a:cubicBezTo>
                    <a:pt x="2823" y="1621"/>
                    <a:pt x="2830" y="1623"/>
                    <a:pt x="2840" y="1631"/>
                  </a:cubicBezTo>
                  <a:cubicBezTo>
                    <a:pt x="2850" y="1639"/>
                    <a:pt x="2855" y="1643"/>
                    <a:pt x="2859" y="1643"/>
                  </a:cubicBezTo>
                  <a:cubicBezTo>
                    <a:pt x="2862" y="1643"/>
                    <a:pt x="2864" y="1641"/>
                    <a:pt x="2868" y="1637"/>
                  </a:cubicBezTo>
                  <a:cubicBezTo>
                    <a:pt x="2881" y="1621"/>
                    <a:pt x="2834" y="1555"/>
                    <a:pt x="2799" y="1521"/>
                  </a:cubicBezTo>
                  <a:cubicBezTo>
                    <a:pt x="2778" y="1504"/>
                    <a:pt x="2767" y="1497"/>
                    <a:pt x="2769" y="1497"/>
                  </a:cubicBezTo>
                  <a:lnTo>
                    <a:pt x="2769" y="1497"/>
                  </a:lnTo>
                  <a:cubicBezTo>
                    <a:pt x="2771" y="1497"/>
                    <a:pt x="2782" y="1503"/>
                    <a:pt x="2802" y="1515"/>
                  </a:cubicBezTo>
                  <a:cubicBezTo>
                    <a:pt x="2813" y="1522"/>
                    <a:pt x="2819" y="1525"/>
                    <a:pt x="2824" y="1525"/>
                  </a:cubicBezTo>
                  <a:cubicBezTo>
                    <a:pt x="2828" y="1525"/>
                    <a:pt x="2830" y="1522"/>
                    <a:pt x="2834" y="1521"/>
                  </a:cubicBezTo>
                  <a:cubicBezTo>
                    <a:pt x="2825" y="1515"/>
                    <a:pt x="2824" y="1512"/>
                    <a:pt x="2825" y="1512"/>
                  </a:cubicBezTo>
                  <a:lnTo>
                    <a:pt x="2825" y="1512"/>
                  </a:lnTo>
                  <a:cubicBezTo>
                    <a:pt x="2827" y="1512"/>
                    <a:pt x="2835" y="1517"/>
                    <a:pt x="2834" y="1521"/>
                  </a:cubicBezTo>
                  <a:cubicBezTo>
                    <a:pt x="2852" y="1537"/>
                    <a:pt x="2846" y="1540"/>
                    <a:pt x="2843" y="1546"/>
                  </a:cubicBezTo>
                  <a:lnTo>
                    <a:pt x="2862" y="1562"/>
                  </a:lnTo>
                  <a:cubicBezTo>
                    <a:pt x="2880" y="1572"/>
                    <a:pt x="2892" y="1578"/>
                    <a:pt x="2897" y="1578"/>
                  </a:cubicBezTo>
                  <a:cubicBezTo>
                    <a:pt x="2904" y="1578"/>
                    <a:pt x="2897" y="1568"/>
                    <a:pt x="2877" y="1546"/>
                  </a:cubicBezTo>
                  <a:cubicBezTo>
                    <a:pt x="2868" y="1533"/>
                    <a:pt x="2864" y="1527"/>
                    <a:pt x="2868" y="1527"/>
                  </a:cubicBezTo>
                  <a:cubicBezTo>
                    <a:pt x="2870" y="1527"/>
                    <a:pt x="2875" y="1530"/>
                    <a:pt x="2884" y="1533"/>
                  </a:cubicBezTo>
                  <a:cubicBezTo>
                    <a:pt x="2899" y="1541"/>
                    <a:pt x="2915" y="1548"/>
                    <a:pt x="2920" y="1548"/>
                  </a:cubicBezTo>
                  <a:cubicBezTo>
                    <a:pt x="2923" y="1548"/>
                    <a:pt x="2922" y="1546"/>
                    <a:pt x="2915" y="1540"/>
                  </a:cubicBezTo>
                  <a:cubicBezTo>
                    <a:pt x="2915" y="1540"/>
                    <a:pt x="2918" y="1536"/>
                    <a:pt x="2927" y="1536"/>
                  </a:cubicBezTo>
                  <a:cubicBezTo>
                    <a:pt x="2932" y="1536"/>
                    <a:pt x="2938" y="1537"/>
                    <a:pt x="2946" y="1540"/>
                  </a:cubicBezTo>
                  <a:cubicBezTo>
                    <a:pt x="2956" y="1527"/>
                    <a:pt x="2959" y="1524"/>
                    <a:pt x="2940" y="1508"/>
                  </a:cubicBezTo>
                  <a:cubicBezTo>
                    <a:pt x="2921" y="1493"/>
                    <a:pt x="2924" y="1486"/>
                    <a:pt x="2931" y="1480"/>
                  </a:cubicBezTo>
                  <a:cubicBezTo>
                    <a:pt x="2934" y="1477"/>
                    <a:pt x="2937" y="1471"/>
                    <a:pt x="2918" y="1455"/>
                  </a:cubicBezTo>
                  <a:cubicBezTo>
                    <a:pt x="2899" y="1439"/>
                    <a:pt x="2884" y="1417"/>
                    <a:pt x="2893" y="1408"/>
                  </a:cubicBezTo>
                  <a:cubicBezTo>
                    <a:pt x="2887" y="1394"/>
                    <a:pt x="2884" y="1387"/>
                    <a:pt x="2888" y="1387"/>
                  </a:cubicBezTo>
                  <a:cubicBezTo>
                    <a:pt x="2892" y="1387"/>
                    <a:pt x="2903" y="1394"/>
                    <a:pt x="2924" y="1408"/>
                  </a:cubicBezTo>
                  <a:cubicBezTo>
                    <a:pt x="2935" y="1415"/>
                    <a:pt x="2941" y="1418"/>
                    <a:pt x="2945" y="1418"/>
                  </a:cubicBezTo>
                  <a:cubicBezTo>
                    <a:pt x="2950" y="1418"/>
                    <a:pt x="2952" y="1415"/>
                    <a:pt x="2956" y="1411"/>
                  </a:cubicBezTo>
                  <a:cubicBezTo>
                    <a:pt x="2956" y="1411"/>
                    <a:pt x="2957" y="1410"/>
                    <a:pt x="2960" y="1410"/>
                  </a:cubicBezTo>
                  <a:cubicBezTo>
                    <a:pt x="2964" y="1410"/>
                    <a:pt x="2971" y="1411"/>
                    <a:pt x="2984" y="1417"/>
                  </a:cubicBezTo>
                  <a:cubicBezTo>
                    <a:pt x="2989" y="1419"/>
                    <a:pt x="2991" y="1420"/>
                    <a:pt x="2993" y="1420"/>
                  </a:cubicBezTo>
                  <a:cubicBezTo>
                    <a:pt x="2998" y="1420"/>
                    <a:pt x="2983" y="1408"/>
                    <a:pt x="2968" y="1396"/>
                  </a:cubicBezTo>
                  <a:lnTo>
                    <a:pt x="2928" y="1364"/>
                  </a:lnTo>
                  <a:cubicBezTo>
                    <a:pt x="2928" y="1364"/>
                    <a:pt x="2929" y="1363"/>
                    <a:pt x="2930" y="1363"/>
                  </a:cubicBezTo>
                  <a:cubicBezTo>
                    <a:pt x="2942" y="1363"/>
                    <a:pt x="2980" y="1388"/>
                    <a:pt x="2997" y="1402"/>
                  </a:cubicBezTo>
                  <a:cubicBezTo>
                    <a:pt x="3017" y="1414"/>
                    <a:pt x="3028" y="1420"/>
                    <a:pt x="3030" y="1420"/>
                  </a:cubicBezTo>
                  <a:cubicBezTo>
                    <a:pt x="3031" y="1420"/>
                    <a:pt x="3021" y="1412"/>
                    <a:pt x="3000" y="1396"/>
                  </a:cubicBezTo>
                  <a:cubicBezTo>
                    <a:pt x="2983" y="1382"/>
                    <a:pt x="2969" y="1363"/>
                    <a:pt x="2985" y="1363"/>
                  </a:cubicBezTo>
                  <a:cubicBezTo>
                    <a:pt x="2987" y="1363"/>
                    <a:pt x="2990" y="1363"/>
                    <a:pt x="2993" y="1364"/>
                  </a:cubicBezTo>
                  <a:cubicBezTo>
                    <a:pt x="2999" y="1356"/>
                    <a:pt x="3005" y="1350"/>
                    <a:pt x="3013" y="1350"/>
                  </a:cubicBezTo>
                  <a:cubicBezTo>
                    <a:pt x="3018" y="1350"/>
                    <a:pt x="3024" y="1352"/>
                    <a:pt x="3031" y="1358"/>
                  </a:cubicBezTo>
                  <a:cubicBezTo>
                    <a:pt x="3035" y="1360"/>
                    <a:pt x="3039" y="1360"/>
                    <a:pt x="3041" y="1360"/>
                  </a:cubicBezTo>
                  <a:cubicBezTo>
                    <a:pt x="3051" y="1360"/>
                    <a:pt x="3040" y="1345"/>
                    <a:pt x="3040" y="1345"/>
                  </a:cubicBezTo>
                  <a:cubicBezTo>
                    <a:pt x="3025" y="1327"/>
                    <a:pt x="3031" y="1320"/>
                    <a:pt x="3062" y="1320"/>
                  </a:cubicBezTo>
                  <a:cubicBezTo>
                    <a:pt x="3077" y="1321"/>
                    <a:pt x="3089" y="1322"/>
                    <a:pt x="3097" y="1322"/>
                  </a:cubicBezTo>
                  <a:cubicBezTo>
                    <a:pt x="3123" y="1322"/>
                    <a:pt x="3115" y="1316"/>
                    <a:pt x="3084" y="1292"/>
                  </a:cubicBezTo>
                  <a:cubicBezTo>
                    <a:pt x="3073" y="1283"/>
                    <a:pt x="3062" y="1273"/>
                    <a:pt x="3064" y="1273"/>
                  </a:cubicBezTo>
                  <a:lnTo>
                    <a:pt x="3064" y="1273"/>
                  </a:lnTo>
                  <a:cubicBezTo>
                    <a:pt x="3065" y="1273"/>
                    <a:pt x="3073" y="1278"/>
                    <a:pt x="3091" y="1289"/>
                  </a:cubicBezTo>
                  <a:cubicBezTo>
                    <a:pt x="3094" y="1291"/>
                    <a:pt x="3097" y="1291"/>
                    <a:pt x="3099" y="1291"/>
                  </a:cubicBezTo>
                  <a:cubicBezTo>
                    <a:pt x="3108" y="1291"/>
                    <a:pt x="3098" y="1272"/>
                    <a:pt x="3087" y="1251"/>
                  </a:cubicBezTo>
                  <a:cubicBezTo>
                    <a:pt x="3065" y="1226"/>
                    <a:pt x="3040" y="1201"/>
                    <a:pt x="3012" y="1182"/>
                  </a:cubicBezTo>
                  <a:cubicBezTo>
                    <a:pt x="2986" y="1161"/>
                    <a:pt x="2978" y="1154"/>
                    <a:pt x="2985" y="1154"/>
                  </a:cubicBezTo>
                  <a:cubicBezTo>
                    <a:pt x="2988" y="1154"/>
                    <a:pt x="2994" y="1155"/>
                    <a:pt x="3003" y="1157"/>
                  </a:cubicBezTo>
                  <a:cubicBezTo>
                    <a:pt x="3003" y="1156"/>
                    <a:pt x="3005" y="1155"/>
                    <a:pt x="3008" y="1155"/>
                  </a:cubicBezTo>
                  <a:cubicBezTo>
                    <a:pt x="3016" y="1155"/>
                    <a:pt x="3035" y="1164"/>
                    <a:pt x="3050" y="1176"/>
                  </a:cubicBezTo>
                  <a:cubicBezTo>
                    <a:pt x="3072" y="1192"/>
                    <a:pt x="3065" y="1198"/>
                    <a:pt x="3065" y="1198"/>
                  </a:cubicBezTo>
                  <a:lnTo>
                    <a:pt x="3062" y="1204"/>
                  </a:lnTo>
                  <a:cubicBezTo>
                    <a:pt x="3076" y="1216"/>
                    <a:pt x="3090" y="1228"/>
                    <a:pt x="3100" y="1228"/>
                  </a:cubicBezTo>
                  <a:cubicBezTo>
                    <a:pt x="3104" y="1228"/>
                    <a:pt x="3107" y="1226"/>
                    <a:pt x="3109" y="1223"/>
                  </a:cubicBezTo>
                  <a:cubicBezTo>
                    <a:pt x="3119" y="1227"/>
                    <a:pt x="3125" y="1228"/>
                    <a:pt x="3128" y="1228"/>
                  </a:cubicBezTo>
                  <a:cubicBezTo>
                    <a:pt x="3134" y="1228"/>
                    <a:pt x="3130" y="1224"/>
                    <a:pt x="3119" y="1214"/>
                  </a:cubicBezTo>
                  <a:lnTo>
                    <a:pt x="3119" y="1214"/>
                  </a:lnTo>
                  <a:cubicBezTo>
                    <a:pt x="3124" y="1217"/>
                    <a:pt x="3129" y="1218"/>
                    <a:pt x="3134" y="1218"/>
                  </a:cubicBezTo>
                  <a:cubicBezTo>
                    <a:pt x="3145" y="1218"/>
                    <a:pt x="3155" y="1212"/>
                    <a:pt x="3159" y="1201"/>
                  </a:cubicBezTo>
                  <a:cubicBezTo>
                    <a:pt x="3166" y="1190"/>
                    <a:pt x="3180" y="1183"/>
                    <a:pt x="3193" y="1183"/>
                  </a:cubicBezTo>
                  <a:cubicBezTo>
                    <a:pt x="3198" y="1183"/>
                    <a:pt x="3202" y="1184"/>
                    <a:pt x="3206" y="1186"/>
                  </a:cubicBezTo>
                  <a:cubicBezTo>
                    <a:pt x="3216" y="1173"/>
                    <a:pt x="3222" y="1170"/>
                    <a:pt x="3200" y="1154"/>
                  </a:cubicBezTo>
                  <a:cubicBezTo>
                    <a:pt x="3176" y="1134"/>
                    <a:pt x="3169" y="1124"/>
                    <a:pt x="3172" y="1124"/>
                  </a:cubicBezTo>
                  <a:lnTo>
                    <a:pt x="3172" y="1124"/>
                  </a:lnTo>
                  <a:cubicBezTo>
                    <a:pt x="3173" y="1124"/>
                    <a:pt x="3178" y="1127"/>
                    <a:pt x="3185" y="1132"/>
                  </a:cubicBezTo>
                  <a:cubicBezTo>
                    <a:pt x="3192" y="1137"/>
                    <a:pt x="3201" y="1139"/>
                    <a:pt x="3211" y="1139"/>
                  </a:cubicBezTo>
                  <a:cubicBezTo>
                    <a:pt x="3253" y="1139"/>
                    <a:pt x="3301" y="1097"/>
                    <a:pt x="3272" y="1066"/>
                  </a:cubicBezTo>
                  <a:lnTo>
                    <a:pt x="3282" y="1057"/>
                  </a:lnTo>
                  <a:cubicBezTo>
                    <a:pt x="3283" y="1057"/>
                    <a:pt x="3284" y="1057"/>
                    <a:pt x="3286" y="1057"/>
                  </a:cubicBezTo>
                  <a:cubicBezTo>
                    <a:pt x="3312" y="1057"/>
                    <a:pt x="3334" y="1028"/>
                    <a:pt x="3322" y="1007"/>
                  </a:cubicBezTo>
                  <a:lnTo>
                    <a:pt x="3335" y="991"/>
                  </a:lnTo>
                  <a:cubicBezTo>
                    <a:pt x="3342" y="993"/>
                    <a:pt x="3347" y="994"/>
                    <a:pt x="3351" y="994"/>
                  </a:cubicBezTo>
                  <a:cubicBezTo>
                    <a:pt x="3364" y="994"/>
                    <a:pt x="3363" y="986"/>
                    <a:pt x="3351" y="969"/>
                  </a:cubicBezTo>
                  <a:cubicBezTo>
                    <a:pt x="3342" y="956"/>
                    <a:pt x="3328" y="944"/>
                    <a:pt x="3329" y="944"/>
                  </a:cubicBezTo>
                  <a:lnTo>
                    <a:pt x="3329" y="944"/>
                  </a:lnTo>
                  <a:cubicBezTo>
                    <a:pt x="3329" y="944"/>
                    <a:pt x="3332" y="946"/>
                    <a:pt x="3338" y="951"/>
                  </a:cubicBezTo>
                  <a:cubicBezTo>
                    <a:pt x="3344" y="955"/>
                    <a:pt x="3349" y="958"/>
                    <a:pt x="3353" y="958"/>
                  </a:cubicBezTo>
                  <a:cubicBezTo>
                    <a:pt x="3363" y="958"/>
                    <a:pt x="3371" y="947"/>
                    <a:pt x="3382" y="932"/>
                  </a:cubicBezTo>
                  <a:cubicBezTo>
                    <a:pt x="3401" y="910"/>
                    <a:pt x="3401" y="910"/>
                    <a:pt x="3376" y="900"/>
                  </a:cubicBezTo>
                  <a:cubicBezTo>
                    <a:pt x="3376" y="883"/>
                    <a:pt x="3380" y="877"/>
                    <a:pt x="3386" y="877"/>
                  </a:cubicBezTo>
                  <a:cubicBezTo>
                    <a:pt x="3393" y="877"/>
                    <a:pt x="3403" y="886"/>
                    <a:pt x="3413" y="894"/>
                  </a:cubicBezTo>
                  <a:cubicBezTo>
                    <a:pt x="3429" y="909"/>
                    <a:pt x="3439" y="917"/>
                    <a:pt x="3442" y="917"/>
                  </a:cubicBezTo>
                  <a:cubicBezTo>
                    <a:pt x="3446" y="917"/>
                    <a:pt x="3436" y="901"/>
                    <a:pt x="3404" y="869"/>
                  </a:cubicBezTo>
                  <a:cubicBezTo>
                    <a:pt x="3380" y="843"/>
                    <a:pt x="3376" y="830"/>
                    <a:pt x="3383" y="830"/>
                  </a:cubicBezTo>
                  <a:cubicBezTo>
                    <a:pt x="3386" y="830"/>
                    <a:pt x="3391" y="833"/>
                    <a:pt x="3398" y="838"/>
                  </a:cubicBezTo>
                  <a:cubicBezTo>
                    <a:pt x="3416" y="853"/>
                    <a:pt x="3413" y="860"/>
                    <a:pt x="3407" y="863"/>
                  </a:cubicBezTo>
                  <a:cubicBezTo>
                    <a:pt x="3407" y="863"/>
                    <a:pt x="3426" y="878"/>
                    <a:pt x="3448" y="894"/>
                  </a:cubicBezTo>
                  <a:cubicBezTo>
                    <a:pt x="3451" y="891"/>
                    <a:pt x="3451" y="891"/>
                    <a:pt x="3435" y="869"/>
                  </a:cubicBezTo>
                  <a:cubicBezTo>
                    <a:pt x="3435" y="869"/>
                    <a:pt x="3442" y="863"/>
                    <a:pt x="3426" y="841"/>
                  </a:cubicBezTo>
                  <a:cubicBezTo>
                    <a:pt x="3410" y="822"/>
                    <a:pt x="3391" y="806"/>
                    <a:pt x="3366" y="794"/>
                  </a:cubicBezTo>
                  <a:cubicBezTo>
                    <a:pt x="3341" y="784"/>
                    <a:pt x="3348" y="778"/>
                    <a:pt x="3351" y="775"/>
                  </a:cubicBezTo>
                  <a:lnTo>
                    <a:pt x="3351" y="775"/>
                  </a:lnTo>
                  <a:cubicBezTo>
                    <a:pt x="3376" y="778"/>
                    <a:pt x="3401" y="794"/>
                    <a:pt x="3413" y="816"/>
                  </a:cubicBezTo>
                  <a:cubicBezTo>
                    <a:pt x="3410" y="822"/>
                    <a:pt x="3429" y="838"/>
                    <a:pt x="3451" y="853"/>
                  </a:cubicBezTo>
                  <a:cubicBezTo>
                    <a:pt x="3453" y="855"/>
                    <a:pt x="3455" y="856"/>
                    <a:pt x="3456" y="856"/>
                  </a:cubicBezTo>
                  <a:cubicBezTo>
                    <a:pt x="3465" y="856"/>
                    <a:pt x="3447" y="805"/>
                    <a:pt x="3416" y="772"/>
                  </a:cubicBezTo>
                  <a:lnTo>
                    <a:pt x="3416" y="772"/>
                  </a:lnTo>
                  <a:lnTo>
                    <a:pt x="3438" y="788"/>
                  </a:lnTo>
                  <a:cubicBezTo>
                    <a:pt x="3446" y="794"/>
                    <a:pt x="3452" y="796"/>
                    <a:pt x="3457" y="796"/>
                  </a:cubicBezTo>
                  <a:cubicBezTo>
                    <a:pt x="3464" y="796"/>
                    <a:pt x="3470" y="790"/>
                    <a:pt x="3476" y="784"/>
                  </a:cubicBezTo>
                  <a:cubicBezTo>
                    <a:pt x="3482" y="772"/>
                    <a:pt x="3489" y="766"/>
                    <a:pt x="3467" y="750"/>
                  </a:cubicBezTo>
                  <a:cubicBezTo>
                    <a:pt x="3449" y="738"/>
                    <a:pt x="3430" y="720"/>
                    <a:pt x="3432" y="716"/>
                  </a:cubicBezTo>
                  <a:lnTo>
                    <a:pt x="3432" y="716"/>
                  </a:lnTo>
                  <a:cubicBezTo>
                    <a:pt x="3431" y="717"/>
                    <a:pt x="3431" y="717"/>
                    <a:pt x="3429" y="717"/>
                  </a:cubicBezTo>
                  <a:cubicBezTo>
                    <a:pt x="3422" y="717"/>
                    <a:pt x="3404" y="704"/>
                    <a:pt x="3388" y="690"/>
                  </a:cubicBezTo>
                  <a:lnTo>
                    <a:pt x="3388" y="690"/>
                  </a:lnTo>
                  <a:cubicBezTo>
                    <a:pt x="3407" y="694"/>
                    <a:pt x="3426" y="697"/>
                    <a:pt x="3442" y="703"/>
                  </a:cubicBezTo>
                  <a:cubicBezTo>
                    <a:pt x="3469" y="715"/>
                    <a:pt x="3491" y="722"/>
                    <a:pt x="3507" y="722"/>
                  </a:cubicBezTo>
                  <a:cubicBezTo>
                    <a:pt x="3519" y="722"/>
                    <a:pt x="3529" y="718"/>
                    <a:pt x="3536" y="709"/>
                  </a:cubicBezTo>
                  <a:cubicBezTo>
                    <a:pt x="3543" y="695"/>
                    <a:pt x="3557" y="688"/>
                    <a:pt x="3570" y="688"/>
                  </a:cubicBezTo>
                  <a:cubicBezTo>
                    <a:pt x="3574" y="688"/>
                    <a:pt x="3579" y="689"/>
                    <a:pt x="3583" y="690"/>
                  </a:cubicBezTo>
                  <a:cubicBezTo>
                    <a:pt x="3592" y="681"/>
                    <a:pt x="3595" y="675"/>
                    <a:pt x="3576" y="659"/>
                  </a:cubicBezTo>
                  <a:lnTo>
                    <a:pt x="3586" y="650"/>
                  </a:lnTo>
                  <a:cubicBezTo>
                    <a:pt x="3593" y="652"/>
                    <a:pt x="3598" y="653"/>
                    <a:pt x="3602" y="653"/>
                  </a:cubicBezTo>
                  <a:cubicBezTo>
                    <a:pt x="3614" y="653"/>
                    <a:pt x="3614" y="645"/>
                    <a:pt x="3598" y="634"/>
                  </a:cubicBezTo>
                  <a:cubicBezTo>
                    <a:pt x="3583" y="612"/>
                    <a:pt x="3608" y="621"/>
                    <a:pt x="3611" y="615"/>
                  </a:cubicBezTo>
                  <a:cubicBezTo>
                    <a:pt x="3632" y="625"/>
                    <a:pt x="3644" y="630"/>
                    <a:pt x="3647" y="630"/>
                  </a:cubicBezTo>
                  <a:cubicBezTo>
                    <a:pt x="3650" y="630"/>
                    <a:pt x="3634" y="620"/>
                    <a:pt x="3598" y="596"/>
                  </a:cubicBezTo>
                  <a:cubicBezTo>
                    <a:pt x="3582" y="585"/>
                    <a:pt x="3562" y="578"/>
                    <a:pt x="3552" y="578"/>
                  </a:cubicBezTo>
                  <a:cubicBezTo>
                    <a:pt x="3548" y="578"/>
                    <a:pt x="3546" y="579"/>
                    <a:pt x="3545" y="581"/>
                  </a:cubicBezTo>
                  <a:lnTo>
                    <a:pt x="3529" y="596"/>
                  </a:lnTo>
                  <a:lnTo>
                    <a:pt x="3523" y="565"/>
                  </a:lnTo>
                  <a:cubicBezTo>
                    <a:pt x="3529" y="559"/>
                    <a:pt x="3517" y="534"/>
                    <a:pt x="3498" y="518"/>
                  </a:cubicBezTo>
                  <a:cubicBezTo>
                    <a:pt x="3498" y="518"/>
                    <a:pt x="3479" y="502"/>
                    <a:pt x="3482" y="496"/>
                  </a:cubicBezTo>
                  <a:lnTo>
                    <a:pt x="3482" y="496"/>
                  </a:lnTo>
                  <a:lnTo>
                    <a:pt x="3523" y="527"/>
                  </a:lnTo>
                  <a:cubicBezTo>
                    <a:pt x="3539" y="549"/>
                    <a:pt x="3557" y="565"/>
                    <a:pt x="3576" y="581"/>
                  </a:cubicBezTo>
                  <a:cubicBezTo>
                    <a:pt x="3597" y="593"/>
                    <a:pt x="3616" y="599"/>
                    <a:pt x="3625" y="599"/>
                  </a:cubicBezTo>
                  <a:cubicBezTo>
                    <a:pt x="3636" y="599"/>
                    <a:pt x="3635" y="591"/>
                    <a:pt x="3614" y="574"/>
                  </a:cubicBezTo>
                  <a:cubicBezTo>
                    <a:pt x="3616" y="572"/>
                    <a:pt x="3618" y="570"/>
                    <a:pt x="3620" y="570"/>
                  </a:cubicBezTo>
                  <a:cubicBezTo>
                    <a:pt x="3624" y="570"/>
                    <a:pt x="3629" y="573"/>
                    <a:pt x="3642" y="581"/>
                  </a:cubicBezTo>
                  <a:cubicBezTo>
                    <a:pt x="3649" y="586"/>
                    <a:pt x="3655" y="589"/>
                    <a:pt x="3657" y="589"/>
                  </a:cubicBezTo>
                  <a:cubicBezTo>
                    <a:pt x="3662" y="589"/>
                    <a:pt x="3656" y="578"/>
                    <a:pt x="3633" y="553"/>
                  </a:cubicBezTo>
                  <a:cubicBezTo>
                    <a:pt x="3613" y="531"/>
                    <a:pt x="3605" y="521"/>
                    <a:pt x="3611" y="521"/>
                  </a:cubicBezTo>
                  <a:cubicBezTo>
                    <a:pt x="3615" y="521"/>
                    <a:pt x="3627" y="526"/>
                    <a:pt x="3645" y="537"/>
                  </a:cubicBezTo>
                  <a:cubicBezTo>
                    <a:pt x="3660" y="542"/>
                    <a:pt x="3672" y="545"/>
                    <a:pt x="3681" y="545"/>
                  </a:cubicBezTo>
                  <a:cubicBezTo>
                    <a:pt x="3702" y="545"/>
                    <a:pt x="3705" y="532"/>
                    <a:pt x="3692" y="521"/>
                  </a:cubicBezTo>
                  <a:cubicBezTo>
                    <a:pt x="3659" y="496"/>
                    <a:pt x="3663" y="481"/>
                    <a:pt x="3677" y="481"/>
                  </a:cubicBezTo>
                  <a:cubicBezTo>
                    <a:pt x="3681" y="481"/>
                    <a:pt x="3685" y="482"/>
                    <a:pt x="3689" y="484"/>
                  </a:cubicBezTo>
                  <a:cubicBezTo>
                    <a:pt x="3697" y="487"/>
                    <a:pt x="3703" y="488"/>
                    <a:pt x="3706" y="488"/>
                  </a:cubicBezTo>
                  <a:cubicBezTo>
                    <a:pt x="3715" y="488"/>
                    <a:pt x="3713" y="481"/>
                    <a:pt x="3705" y="468"/>
                  </a:cubicBezTo>
                  <a:lnTo>
                    <a:pt x="3705" y="468"/>
                  </a:lnTo>
                  <a:cubicBezTo>
                    <a:pt x="3716" y="477"/>
                    <a:pt x="3729" y="484"/>
                    <a:pt x="3735" y="484"/>
                  </a:cubicBezTo>
                  <a:cubicBezTo>
                    <a:pt x="3739" y="484"/>
                    <a:pt x="3740" y="480"/>
                    <a:pt x="3733" y="471"/>
                  </a:cubicBezTo>
                  <a:cubicBezTo>
                    <a:pt x="3733" y="471"/>
                    <a:pt x="3736" y="465"/>
                    <a:pt x="3711" y="455"/>
                  </a:cubicBezTo>
                  <a:lnTo>
                    <a:pt x="3683" y="415"/>
                  </a:lnTo>
                  <a:cubicBezTo>
                    <a:pt x="3682" y="416"/>
                    <a:pt x="3681" y="416"/>
                    <a:pt x="3679" y="416"/>
                  </a:cubicBezTo>
                  <a:cubicBezTo>
                    <a:pt x="3671" y="416"/>
                    <a:pt x="3655" y="403"/>
                    <a:pt x="3639" y="390"/>
                  </a:cubicBezTo>
                  <a:cubicBezTo>
                    <a:pt x="3629" y="382"/>
                    <a:pt x="3631" y="377"/>
                    <a:pt x="3644" y="377"/>
                  </a:cubicBezTo>
                  <a:cubicBezTo>
                    <a:pt x="3659" y="377"/>
                    <a:pt x="3687" y="384"/>
                    <a:pt x="3724" y="402"/>
                  </a:cubicBezTo>
                  <a:lnTo>
                    <a:pt x="3771" y="424"/>
                  </a:lnTo>
                  <a:lnTo>
                    <a:pt x="3733" y="393"/>
                  </a:lnTo>
                  <a:cubicBezTo>
                    <a:pt x="3735" y="389"/>
                    <a:pt x="3737" y="386"/>
                    <a:pt x="3742" y="386"/>
                  </a:cubicBezTo>
                  <a:cubicBezTo>
                    <a:pt x="3746" y="386"/>
                    <a:pt x="3752" y="389"/>
                    <a:pt x="3761" y="396"/>
                  </a:cubicBezTo>
                  <a:cubicBezTo>
                    <a:pt x="3774" y="407"/>
                    <a:pt x="3778" y="410"/>
                    <a:pt x="3781" y="410"/>
                  </a:cubicBezTo>
                  <a:cubicBezTo>
                    <a:pt x="3783" y="410"/>
                    <a:pt x="3784" y="409"/>
                    <a:pt x="3786" y="408"/>
                  </a:cubicBezTo>
                  <a:cubicBezTo>
                    <a:pt x="3786" y="408"/>
                    <a:pt x="3789" y="402"/>
                    <a:pt x="3771" y="386"/>
                  </a:cubicBezTo>
                  <a:cubicBezTo>
                    <a:pt x="3744" y="366"/>
                    <a:pt x="3735" y="359"/>
                    <a:pt x="3738" y="359"/>
                  </a:cubicBezTo>
                  <a:cubicBezTo>
                    <a:pt x="3740" y="359"/>
                    <a:pt x="3746" y="361"/>
                    <a:pt x="3755" y="365"/>
                  </a:cubicBezTo>
                  <a:cubicBezTo>
                    <a:pt x="3774" y="375"/>
                    <a:pt x="3785" y="381"/>
                    <a:pt x="3789" y="381"/>
                  </a:cubicBezTo>
                  <a:cubicBezTo>
                    <a:pt x="3795" y="381"/>
                    <a:pt x="3787" y="370"/>
                    <a:pt x="3767" y="349"/>
                  </a:cubicBezTo>
                  <a:cubicBezTo>
                    <a:pt x="3748" y="332"/>
                    <a:pt x="3738" y="324"/>
                    <a:pt x="3740" y="324"/>
                  </a:cubicBezTo>
                  <a:lnTo>
                    <a:pt x="3740" y="324"/>
                  </a:lnTo>
                  <a:cubicBezTo>
                    <a:pt x="3742" y="324"/>
                    <a:pt x="3753" y="331"/>
                    <a:pt x="3774" y="343"/>
                  </a:cubicBezTo>
                  <a:cubicBezTo>
                    <a:pt x="3789" y="355"/>
                    <a:pt x="3809" y="366"/>
                    <a:pt x="3817" y="366"/>
                  </a:cubicBezTo>
                  <a:cubicBezTo>
                    <a:pt x="3819" y="366"/>
                    <a:pt x="3820" y="366"/>
                    <a:pt x="3821" y="365"/>
                  </a:cubicBezTo>
                  <a:lnTo>
                    <a:pt x="3802" y="349"/>
                  </a:lnTo>
                  <a:cubicBezTo>
                    <a:pt x="3772" y="326"/>
                    <a:pt x="3768" y="317"/>
                    <a:pt x="3775" y="317"/>
                  </a:cubicBezTo>
                  <a:cubicBezTo>
                    <a:pt x="3778" y="317"/>
                    <a:pt x="3783" y="318"/>
                    <a:pt x="3789" y="321"/>
                  </a:cubicBezTo>
                  <a:cubicBezTo>
                    <a:pt x="3798" y="327"/>
                    <a:pt x="3804" y="330"/>
                    <a:pt x="3807" y="330"/>
                  </a:cubicBezTo>
                  <a:cubicBezTo>
                    <a:pt x="3812" y="330"/>
                    <a:pt x="3811" y="322"/>
                    <a:pt x="3805" y="305"/>
                  </a:cubicBezTo>
                  <a:cubicBezTo>
                    <a:pt x="3809" y="300"/>
                    <a:pt x="3812" y="295"/>
                    <a:pt x="3818" y="295"/>
                  </a:cubicBezTo>
                  <a:cubicBezTo>
                    <a:pt x="3822" y="295"/>
                    <a:pt x="3828" y="298"/>
                    <a:pt x="3836" y="305"/>
                  </a:cubicBezTo>
                  <a:cubicBezTo>
                    <a:pt x="3856" y="320"/>
                    <a:pt x="3866" y="328"/>
                    <a:pt x="3868" y="328"/>
                  </a:cubicBezTo>
                  <a:cubicBezTo>
                    <a:pt x="3869" y="328"/>
                    <a:pt x="3861" y="318"/>
                    <a:pt x="3843" y="299"/>
                  </a:cubicBezTo>
                  <a:cubicBezTo>
                    <a:pt x="3832" y="285"/>
                    <a:pt x="3828" y="281"/>
                    <a:pt x="3837" y="281"/>
                  </a:cubicBezTo>
                  <a:cubicBezTo>
                    <a:pt x="3841" y="281"/>
                    <a:pt x="3847" y="282"/>
                    <a:pt x="3855" y="283"/>
                  </a:cubicBezTo>
                  <a:cubicBezTo>
                    <a:pt x="3866" y="287"/>
                    <a:pt x="3872" y="289"/>
                    <a:pt x="3874" y="289"/>
                  </a:cubicBezTo>
                  <a:cubicBezTo>
                    <a:pt x="3878" y="289"/>
                    <a:pt x="3874" y="285"/>
                    <a:pt x="3865" y="274"/>
                  </a:cubicBezTo>
                  <a:cubicBezTo>
                    <a:pt x="3830" y="247"/>
                    <a:pt x="3811" y="232"/>
                    <a:pt x="3802" y="232"/>
                  </a:cubicBezTo>
                  <a:cubicBezTo>
                    <a:pt x="3801" y="232"/>
                    <a:pt x="3800" y="232"/>
                    <a:pt x="3799" y="233"/>
                  </a:cubicBezTo>
                  <a:cubicBezTo>
                    <a:pt x="3798" y="234"/>
                    <a:pt x="3797" y="235"/>
                    <a:pt x="3796" y="235"/>
                  </a:cubicBezTo>
                  <a:cubicBezTo>
                    <a:pt x="3794" y="235"/>
                    <a:pt x="3789" y="231"/>
                    <a:pt x="3774" y="220"/>
                  </a:cubicBezTo>
                  <a:cubicBezTo>
                    <a:pt x="3774" y="220"/>
                    <a:pt x="3780" y="217"/>
                    <a:pt x="3783" y="211"/>
                  </a:cubicBezTo>
                  <a:cubicBezTo>
                    <a:pt x="3789" y="205"/>
                    <a:pt x="3793" y="198"/>
                    <a:pt x="3783" y="173"/>
                  </a:cubicBezTo>
                  <a:cubicBezTo>
                    <a:pt x="3774" y="155"/>
                    <a:pt x="3751" y="133"/>
                    <a:pt x="3743" y="133"/>
                  </a:cubicBezTo>
                  <a:cubicBezTo>
                    <a:pt x="3741" y="133"/>
                    <a:pt x="3740" y="136"/>
                    <a:pt x="3742" y="142"/>
                  </a:cubicBezTo>
                  <a:lnTo>
                    <a:pt x="3717" y="133"/>
                  </a:lnTo>
                  <a:cubicBezTo>
                    <a:pt x="3691" y="112"/>
                    <a:pt x="3676" y="103"/>
                    <a:pt x="3671" y="1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37"/>
            <p:cNvSpPr/>
            <p:nvPr/>
          </p:nvSpPr>
          <p:spPr>
            <a:xfrm>
              <a:off x="4285412" y="3669586"/>
              <a:ext cx="89010" cy="69902"/>
            </a:xfrm>
            <a:custGeom>
              <a:avLst/>
              <a:gdLst/>
              <a:ahLst/>
              <a:cxnLst/>
              <a:rect l="l" t="t" r="r" b="b"/>
              <a:pathLst>
                <a:path w="4890" h="3870" extrusionOk="0">
                  <a:moveTo>
                    <a:pt x="99" y="173"/>
                  </a:moveTo>
                  <a:cubicBezTo>
                    <a:pt x="99" y="173"/>
                    <a:pt x="92" y="183"/>
                    <a:pt x="76" y="202"/>
                  </a:cubicBezTo>
                  <a:cubicBezTo>
                    <a:pt x="61" y="222"/>
                    <a:pt x="47" y="240"/>
                    <a:pt x="42" y="240"/>
                  </a:cubicBezTo>
                  <a:cubicBezTo>
                    <a:pt x="42" y="240"/>
                    <a:pt x="41" y="240"/>
                    <a:pt x="41" y="239"/>
                  </a:cubicBezTo>
                  <a:cubicBezTo>
                    <a:pt x="30" y="246"/>
                    <a:pt x="24" y="249"/>
                    <a:pt x="21" y="249"/>
                  </a:cubicBezTo>
                  <a:cubicBezTo>
                    <a:pt x="14" y="249"/>
                    <a:pt x="39" y="222"/>
                    <a:pt x="72" y="199"/>
                  </a:cubicBezTo>
                  <a:cubicBezTo>
                    <a:pt x="89" y="182"/>
                    <a:pt x="98" y="173"/>
                    <a:pt x="99" y="173"/>
                  </a:cubicBezTo>
                  <a:close/>
                  <a:moveTo>
                    <a:pt x="858" y="784"/>
                  </a:moveTo>
                  <a:cubicBezTo>
                    <a:pt x="858" y="784"/>
                    <a:pt x="859" y="784"/>
                    <a:pt x="859" y="785"/>
                  </a:cubicBezTo>
                  <a:cubicBezTo>
                    <a:pt x="865" y="791"/>
                    <a:pt x="834" y="829"/>
                    <a:pt x="809" y="841"/>
                  </a:cubicBezTo>
                  <a:cubicBezTo>
                    <a:pt x="803" y="835"/>
                    <a:pt x="803" y="835"/>
                    <a:pt x="818" y="816"/>
                  </a:cubicBezTo>
                  <a:cubicBezTo>
                    <a:pt x="833" y="799"/>
                    <a:pt x="852" y="784"/>
                    <a:pt x="858" y="784"/>
                  </a:cubicBezTo>
                  <a:close/>
                  <a:moveTo>
                    <a:pt x="1096" y="866"/>
                  </a:moveTo>
                  <a:lnTo>
                    <a:pt x="1096" y="866"/>
                  </a:lnTo>
                  <a:cubicBezTo>
                    <a:pt x="1097" y="866"/>
                    <a:pt x="1097" y="868"/>
                    <a:pt x="1091" y="876"/>
                  </a:cubicBezTo>
                  <a:lnTo>
                    <a:pt x="1075" y="897"/>
                  </a:lnTo>
                  <a:cubicBezTo>
                    <a:pt x="1061" y="908"/>
                    <a:pt x="1047" y="918"/>
                    <a:pt x="1043" y="918"/>
                  </a:cubicBezTo>
                  <a:cubicBezTo>
                    <a:pt x="1041" y="918"/>
                    <a:pt x="1042" y="915"/>
                    <a:pt x="1047" y="907"/>
                  </a:cubicBezTo>
                  <a:cubicBezTo>
                    <a:pt x="1060" y="894"/>
                    <a:pt x="1069" y="882"/>
                    <a:pt x="1085" y="872"/>
                  </a:cubicBezTo>
                  <a:cubicBezTo>
                    <a:pt x="1085" y="872"/>
                    <a:pt x="1093" y="866"/>
                    <a:pt x="1096" y="866"/>
                  </a:cubicBezTo>
                  <a:close/>
                  <a:moveTo>
                    <a:pt x="1509" y="1039"/>
                  </a:moveTo>
                  <a:cubicBezTo>
                    <a:pt x="1509" y="1039"/>
                    <a:pt x="1506" y="1043"/>
                    <a:pt x="1503" y="1050"/>
                  </a:cubicBezTo>
                  <a:lnTo>
                    <a:pt x="1503" y="1050"/>
                  </a:lnTo>
                  <a:cubicBezTo>
                    <a:pt x="1508" y="1043"/>
                    <a:pt x="1510" y="1039"/>
                    <a:pt x="1509" y="1039"/>
                  </a:cubicBezTo>
                  <a:close/>
                  <a:moveTo>
                    <a:pt x="1503" y="1050"/>
                  </a:moveTo>
                  <a:cubicBezTo>
                    <a:pt x="1499" y="1056"/>
                    <a:pt x="1494" y="1063"/>
                    <a:pt x="1486" y="1072"/>
                  </a:cubicBezTo>
                  <a:lnTo>
                    <a:pt x="1486" y="1072"/>
                  </a:lnTo>
                  <a:cubicBezTo>
                    <a:pt x="1491" y="1068"/>
                    <a:pt x="1496" y="1062"/>
                    <a:pt x="1501" y="1054"/>
                  </a:cubicBezTo>
                  <a:cubicBezTo>
                    <a:pt x="1502" y="1053"/>
                    <a:pt x="1502" y="1052"/>
                    <a:pt x="1503" y="1050"/>
                  </a:cubicBezTo>
                  <a:close/>
                  <a:moveTo>
                    <a:pt x="1398" y="1069"/>
                  </a:moveTo>
                  <a:cubicBezTo>
                    <a:pt x="1394" y="1069"/>
                    <a:pt x="1388" y="1076"/>
                    <a:pt x="1391" y="1076"/>
                  </a:cubicBezTo>
                  <a:cubicBezTo>
                    <a:pt x="1392" y="1076"/>
                    <a:pt x="1395" y="1074"/>
                    <a:pt x="1401" y="1070"/>
                  </a:cubicBezTo>
                  <a:cubicBezTo>
                    <a:pt x="1400" y="1069"/>
                    <a:pt x="1399" y="1069"/>
                    <a:pt x="1398" y="1069"/>
                  </a:cubicBezTo>
                  <a:close/>
                  <a:moveTo>
                    <a:pt x="1296" y="1050"/>
                  </a:moveTo>
                  <a:cubicBezTo>
                    <a:pt x="1297" y="1050"/>
                    <a:pt x="1297" y="1050"/>
                    <a:pt x="1298" y="1051"/>
                  </a:cubicBezTo>
                  <a:cubicBezTo>
                    <a:pt x="1292" y="1067"/>
                    <a:pt x="1282" y="1079"/>
                    <a:pt x="1273" y="1095"/>
                  </a:cubicBezTo>
                  <a:lnTo>
                    <a:pt x="1266" y="1089"/>
                  </a:lnTo>
                  <a:cubicBezTo>
                    <a:pt x="1263" y="1086"/>
                    <a:pt x="1279" y="1067"/>
                    <a:pt x="1279" y="1067"/>
                  </a:cubicBezTo>
                  <a:cubicBezTo>
                    <a:pt x="1279" y="1067"/>
                    <a:pt x="1291" y="1050"/>
                    <a:pt x="1296" y="1050"/>
                  </a:cubicBezTo>
                  <a:close/>
                  <a:moveTo>
                    <a:pt x="1364" y="1070"/>
                  </a:moveTo>
                  <a:lnTo>
                    <a:pt x="1370" y="1076"/>
                  </a:lnTo>
                  <a:lnTo>
                    <a:pt x="1357" y="1098"/>
                  </a:lnTo>
                  <a:lnTo>
                    <a:pt x="1354" y="1095"/>
                  </a:lnTo>
                  <a:cubicBezTo>
                    <a:pt x="1348" y="1092"/>
                    <a:pt x="1348" y="1092"/>
                    <a:pt x="1364" y="1070"/>
                  </a:cubicBezTo>
                  <a:close/>
                  <a:moveTo>
                    <a:pt x="1417" y="1114"/>
                  </a:moveTo>
                  <a:lnTo>
                    <a:pt x="1423" y="1120"/>
                  </a:lnTo>
                  <a:lnTo>
                    <a:pt x="1411" y="1145"/>
                  </a:lnTo>
                  <a:lnTo>
                    <a:pt x="1407" y="1139"/>
                  </a:lnTo>
                  <a:cubicBezTo>
                    <a:pt x="1401" y="1136"/>
                    <a:pt x="1401" y="1136"/>
                    <a:pt x="1417" y="1114"/>
                  </a:cubicBezTo>
                  <a:close/>
                  <a:moveTo>
                    <a:pt x="1456" y="1148"/>
                  </a:moveTo>
                  <a:cubicBezTo>
                    <a:pt x="1457" y="1148"/>
                    <a:pt x="1459" y="1149"/>
                    <a:pt x="1461" y="1151"/>
                  </a:cubicBezTo>
                  <a:cubicBezTo>
                    <a:pt x="1470" y="1161"/>
                    <a:pt x="1470" y="1161"/>
                    <a:pt x="1448" y="1173"/>
                  </a:cubicBezTo>
                  <a:lnTo>
                    <a:pt x="1448" y="1176"/>
                  </a:lnTo>
                  <a:cubicBezTo>
                    <a:pt x="1441" y="1181"/>
                    <a:pt x="1435" y="1184"/>
                    <a:pt x="1432" y="1184"/>
                  </a:cubicBezTo>
                  <a:cubicBezTo>
                    <a:pt x="1428" y="1184"/>
                    <a:pt x="1429" y="1178"/>
                    <a:pt x="1439" y="1167"/>
                  </a:cubicBezTo>
                  <a:cubicBezTo>
                    <a:pt x="1449" y="1153"/>
                    <a:pt x="1453" y="1148"/>
                    <a:pt x="1456" y="1148"/>
                  </a:cubicBezTo>
                  <a:close/>
                  <a:moveTo>
                    <a:pt x="1409" y="1305"/>
                  </a:moveTo>
                  <a:cubicBezTo>
                    <a:pt x="1410" y="1305"/>
                    <a:pt x="1410" y="1305"/>
                    <a:pt x="1411" y="1305"/>
                  </a:cubicBezTo>
                  <a:lnTo>
                    <a:pt x="1398" y="1330"/>
                  </a:lnTo>
                  <a:lnTo>
                    <a:pt x="1379" y="1346"/>
                  </a:lnTo>
                  <a:lnTo>
                    <a:pt x="1373" y="1339"/>
                  </a:lnTo>
                  <a:cubicBezTo>
                    <a:pt x="1387" y="1322"/>
                    <a:pt x="1402" y="1305"/>
                    <a:pt x="1409" y="1305"/>
                  </a:cubicBezTo>
                  <a:close/>
                  <a:moveTo>
                    <a:pt x="1486" y="1338"/>
                  </a:moveTo>
                  <a:cubicBezTo>
                    <a:pt x="1487" y="1338"/>
                    <a:pt x="1488" y="1339"/>
                    <a:pt x="1489" y="1339"/>
                  </a:cubicBezTo>
                  <a:lnTo>
                    <a:pt x="1480" y="1364"/>
                  </a:lnTo>
                  <a:cubicBezTo>
                    <a:pt x="1470" y="1376"/>
                    <a:pt x="1464" y="1378"/>
                    <a:pt x="1461" y="1378"/>
                  </a:cubicBezTo>
                  <a:cubicBezTo>
                    <a:pt x="1459" y="1378"/>
                    <a:pt x="1458" y="1377"/>
                    <a:pt x="1458" y="1377"/>
                  </a:cubicBezTo>
                  <a:cubicBezTo>
                    <a:pt x="1451" y="1374"/>
                    <a:pt x="1451" y="1374"/>
                    <a:pt x="1467" y="1355"/>
                  </a:cubicBezTo>
                  <a:cubicBezTo>
                    <a:pt x="1467" y="1355"/>
                    <a:pt x="1479" y="1338"/>
                    <a:pt x="1486" y="1338"/>
                  </a:cubicBezTo>
                  <a:close/>
                  <a:moveTo>
                    <a:pt x="1705" y="1575"/>
                  </a:moveTo>
                  <a:lnTo>
                    <a:pt x="1705" y="1575"/>
                  </a:lnTo>
                  <a:cubicBezTo>
                    <a:pt x="1704" y="1576"/>
                    <a:pt x="1703" y="1577"/>
                    <a:pt x="1702" y="1578"/>
                  </a:cubicBezTo>
                  <a:cubicBezTo>
                    <a:pt x="1697" y="1584"/>
                    <a:pt x="1695" y="1587"/>
                    <a:pt x="1696" y="1587"/>
                  </a:cubicBezTo>
                  <a:cubicBezTo>
                    <a:pt x="1696" y="1587"/>
                    <a:pt x="1699" y="1582"/>
                    <a:pt x="1705" y="1575"/>
                  </a:cubicBezTo>
                  <a:close/>
                  <a:moveTo>
                    <a:pt x="2033" y="1593"/>
                  </a:moveTo>
                  <a:cubicBezTo>
                    <a:pt x="2033" y="1593"/>
                    <a:pt x="2034" y="1593"/>
                    <a:pt x="2034" y="1593"/>
                  </a:cubicBezTo>
                  <a:lnTo>
                    <a:pt x="2040" y="1596"/>
                  </a:lnTo>
                  <a:cubicBezTo>
                    <a:pt x="2028" y="1612"/>
                    <a:pt x="2015" y="1621"/>
                    <a:pt x="2003" y="1634"/>
                  </a:cubicBezTo>
                  <a:lnTo>
                    <a:pt x="1997" y="1628"/>
                  </a:lnTo>
                  <a:cubicBezTo>
                    <a:pt x="2011" y="1610"/>
                    <a:pt x="2026" y="1593"/>
                    <a:pt x="2033" y="1593"/>
                  </a:cubicBezTo>
                  <a:close/>
                  <a:moveTo>
                    <a:pt x="2262" y="1754"/>
                  </a:moveTo>
                  <a:cubicBezTo>
                    <a:pt x="2268" y="1754"/>
                    <a:pt x="2272" y="1758"/>
                    <a:pt x="2276" y="1759"/>
                  </a:cubicBezTo>
                  <a:cubicBezTo>
                    <a:pt x="2268" y="1781"/>
                    <a:pt x="2250" y="1795"/>
                    <a:pt x="2242" y="1795"/>
                  </a:cubicBezTo>
                  <a:cubicBezTo>
                    <a:pt x="2240" y="1795"/>
                    <a:pt x="2239" y="1795"/>
                    <a:pt x="2238" y="1794"/>
                  </a:cubicBezTo>
                  <a:cubicBezTo>
                    <a:pt x="2229" y="1787"/>
                    <a:pt x="2229" y="1787"/>
                    <a:pt x="2244" y="1766"/>
                  </a:cubicBezTo>
                  <a:cubicBezTo>
                    <a:pt x="2251" y="1757"/>
                    <a:pt x="2257" y="1754"/>
                    <a:pt x="2262" y="1754"/>
                  </a:cubicBezTo>
                  <a:close/>
                  <a:moveTo>
                    <a:pt x="2644" y="2066"/>
                  </a:moveTo>
                  <a:cubicBezTo>
                    <a:pt x="2645" y="2066"/>
                    <a:pt x="2645" y="2066"/>
                    <a:pt x="2645" y="2066"/>
                  </a:cubicBezTo>
                  <a:lnTo>
                    <a:pt x="2636" y="2091"/>
                  </a:lnTo>
                  <a:lnTo>
                    <a:pt x="2614" y="2107"/>
                  </a:lnTo>
                  <a:lnTo>
                    <a:pt x="2611" y="2101"/>
                  </a:lnTo>
                  <a:cubicBezTo>
                    <a:pt x="2625" y="2083"/>
                    <a:pt x="2640" y="2066"/>
                    <a:pt x="2644" y="2066"/>
                  </a:cubicBezTo>
                  <a:close/>
                  <a:moveTo>
                    <a:pt x="2840" y="2160"/>
                  </a:moveTo>
                  <a:cubicBezTo>
                    <a:pt x="2843" y="2164"/>
                    <a:pt x="2808" y="2201"/>
                    <a:pt x="2793" y="2220"/>
                  </a:cubicBezTo>
                  <a:cubicBezTo>
                    <a:pt x="2786" y="2217"/>
                    <a:pt x="2786" y="2217"/>
                    <a:pt x="2802" y="2195"/>
                  </a:cubicBezTo>
                  <a:cubicBezTo>
                    <a:pt x="2815" y="2182"/>
                    <a:pt x="2824" y="2170"/>
                    <a:pt x="2840" y="2160"/>
                  </a:cubicBezTo>
                  <a:close/>
                  <a:moveTo>
                    <a:pt x="2622" y="2242"/>
                  </a:moveTo>
                  <a:cubicBezTo>
                    <a:pt x="2622" y="2242"/>
                    <a:pt x="2623" y="2242"/>
                    <a:pt x="2623" y="2242"/>
                  </a:cubicBezTo>
                  <a:lnTo>
                    <a:pt x="2630" y="2248"/>
                  </a:lnTo>
                  <a:cubicBezTo>
                    <a:pt x="2617" y="2261"/>
                    <a:pt x="2605" y="2273"/>
                    <a:pt x="2592" y="2283"/>
                  </a:cubicBezTo>
                  <a:lnTo>
                    <a:pt x="2586" y="2279"/>
                  </a:lnTo>
                  <a:cubicBezTo>
                    <a:pt x="2600" y="2259"/>
                    <a:pt x="2615" y="2242"/>
                    <a:pt x="2622" y="2242"/>
                  </a:cubicBezTo>
                  <a:close/>
                  <a:moveTo>
                    <a:pt x="2967" y="2267"/>
                  </a:moveTo>
                  <a:cubicBezTo>
                    <a:pt x="2967" y="2267"/>
                    <a:pt x="2968" y="2267"/>
                    <a:pt x="2968" y="2267"/>
                  </a:cubicBezTo>
                  <a:lnTo>
                    <a:pt x="2959" y="2292"/>
                  </a:lnTo>
                  <a:lnTo>
                    <a:pt x="2937" y="2308"/>
                  </a:lnTo>
                  <a:lnTo>
                    <a:pt x="2930" y="2301"/>
                  </a:lnTo>
                  <a:cubicBezTo>
                    <a:pt x="2945" y="2284"/>
                    <a:pt x="2959" y="2267"/>
                    <a:pt x="2967" y="2267"/>
                  </a:cubicBezTo>
                  <a:close/>
                  <a:moveTo>
                    <a:pt x="3802" y="2282"/>
                  </a:moveTo>
                  <a:lnTo>
                    <a:pt x="3802" y="2282"/>
                  </a:lnTo>
                  <a:cubicBezTo>
                    <a:pt x="3799" y="2282"/>
                    <a:pt x="3789" y="2289"/>
                    <a:pt x="3770" y="2308"/>
                  </a:cubicBezTo>
                  <a:cubicBezTo>
                    <a:pt x="3755" y="2330"/>
                    <a:pt x="3755" y="2330"/>
                    <a:pt x="3758" y="2333"/>
                  </a:cubicBezTo>
                  <a:cubicBezTo>
                    <a:pt x="3773" y="2323"/>
                    <a:pt x="3786" y="2311"/>
                    <a:pt x="3795" y="2298"/>
                  </a:cubicBezTo>
                  <a:cubicBezTo>
                    <a:pt x="3803" y="2288"/>
                    <a:pt x="3805" y="2282"/>
                    <a:pt x="3802" y="2282"/>
                  </a:cubicBezTo>
                  <a:close/>
                  <a:moveTo>
                    <a:pt x="3283" y="2595"/>
                  </a:moveTo>
                  <a:cubicBezTo>
                    <a:pt x="3284" y="2595"/>
                    <a:pt x="3284" y="2595"/>
                    <a:pt x="3285" y="2596"/>
                  </a:cubicBezTo>
                  <a:lnTo>
                    <a:pt x="3275" y="2621"/>
                  </a:lnTo>
                  <a:lnTo>
                    <a:pt x="3256" y="2637"/>
                  </a:lnTo>
                  <a:lnTo>
                    <a:pt x="3250" y="2630"/>
                  </a:lnTo>
                  <a:cubicBezTo>
                    <a:pt x="3264" y="2614"/>
                    <a:pt x="3278" y="2595"/>
                    <a:pt x="3283" y="2595"/>
                  </a:cubicBezTo>
                  <a:close/>
                  <a:moveTo>
                    <a:pt x="3319" y="2624"/>
                  </a:moveTo>
                  <a:cubicBezTo>
                    <a:pt x="3320" y="2624"/>
                    <a:pt x="3321" y="2625"/>
                    <a:pt x="3322" y="2627"/>
                  </a:cubicBezTo>
                  <a:cubicBezTo>
                    <a:pt x="3316" y="2643"/>
                    <a:pt x="3307" y="2659"/>
                    <a:pt x="3297" y="2671"/>
                  </a:cubicBezTo>
                  <a:cubicBezTo>
                    <a:pt x="3291" y="2678"/>
                    <a:pt x="3287" y="2682"/>
                    <a:pt x="3286" y="2682"/>
                  </a:cubicBezTo>
                  <a:cubicBezTo>
                    <a:pt x="3283" y="2682"/>
                    <a:pt x="3288" y="2671"/>
                    <a:pt x="3303" y="2643"/>
                  </a:cubicBezTo>
                  <a:cubicBezTo>
                    <a:pt x="3314" y="2629"/>
                    <a:pt x="3317" y="2624"/>
                    <a:pt x="3319" y="2624"/>
                  </a:cubicBezTo>
                  <a:close/>
                  <a:moveTo>
                    <a:pt x="3434" y="2671"/>
                  </a:moveTo>
                  <a:cubicBezTo>
                    <a:pt x="3437" y="2671"/>
                    <a:pt x="3433" y="2685"/>
                    <a:pt x="3435" y="2687"/>
                  </a:cubicBezTo>
                  <a:cubicBezTo>
                    <a:pt x="3429" y="2702"/>
                    <a:pt x="3427" y="2708"/>
                    <a:pt x="3424" y="2708"/>
                  </a:cubicBezTo>
                  <a:cubicBezTo>
                    <a:pt x="3422" y="2708"/>
                    <a:pt x="3420" y="2706"/>
                    <a:pt x="3416" y="2703"/>
                  </a:cubicBezTo>
                  <a:cubicBezTo>
                    <a:pt x="3410" y="2699"/>
                    <a:pt x="3426" y="2677"/>
                    <a:pt x="3426" y="2677"/>
                  </a:cubicBezTo>
                  <a:cubicBezTo>
                    <a:pt x="3430" y="2672"/>
                    <a:pt x="3432" y="2671"/>
                    <a:pt x="3434" y="2671"/>
                  </a:cubicBezTo>
                  <a:close/>
                  <a:moveTo>
                    <a:pt x="3540" y="2742"/>
                  </a:moveTo>
                  <a:cubicBezTo>
                    <a:pt x="3541" y="2742"/>
                    <a:pt x="3541" y="2743"/>
                    <a:pt x="3542" y="2743"/>
                  </a:cubicBezTo>
                  <a:cubicBezTo>
                    <a:pt x="3548" y="2746"/>
                    <a:pt x="3538" y="2771"/>
                    <a:pt x="3538" y="2771"/>
                  </a:cubicBezTo>
                  <a:cubicBezTo>
                    <a:pt x="3527" y="2786"/>
                    <a:pt x="3520" y="2787"/>
                    <a:pt x="3518" y="2787"/>
                  </a:cubicBezTo>
                  <a:cubicBezTo>
                    <a:pt x="3517" y="2787"/>
                    <a:pt x="3517" y="2787"/>
                    <a:pt x="3517" y="2787"/>
                  </a:cubicBezTo>
                  <a:cubicBezTo>
                    <a:pt x="3513" y="2781"/>
                    <a:pt x="3507" y="2778"/>
                    <a:pt x="3523" y="2759"/>
                  </a:cubicBezTo>
                  <a:cubicBezTo>
                    <a:pt x="3523" y="2759"/>
                    <a:pt x="3535" y="2742"/>
                    <a:pt x="3540" y="2742"/>
                  </a:cubicBezTo>
                  <a:close/>
                  <a:moveTo>
                    <a:pt x="3771" y="2853"/>
                  </a:moveTo>
                  <a:cubicBezTo>
                    <a:pt x="3774" y="2853"/>
                    <a:pt x="3774" y="2855"/>
                    <a:pt x="3767" y="2862"/>
                  </a:cubicBezTo>
                  <a:cubicBezTo>
                    <a:pt x="3773" y="2868"/>
                    <a:pt x="3752" y="2876"/>
                    <a:pt x="3745" y="2876"/>
                  </a:cubicBezTo>
                  <a:cubicBezTo>
                    <a:pt x="3743" y="2876"/>
                    <a:pt x="3743" y="2875"/>
                    <a:pt x="3742" y="2875"/>
                  </a:cubicBezTo>
                  <a:lnTo>
                    <a:pt x="3758" y="2853"/>
                  </a:lnTo>
                  <a:cubicBezTo>
                    <a:pt x="3758" y="2854"/>
                    <a:pt x="3760" y="2855"/>
                    <a:pt x="3761" y="2855"/>
                  </a:cubicBezTo>
                  <a:cubicBezTo>
                    <a:pt x="3765" y="2855"/>
                    <a:pt x="3769" y="2853"/>
                    <a:pt x="3771" y="2853"/>
                  </a:cubicBezTo>
                  <a:close/>
                  <a:moveTo>
                    <a:pt x="3573" y="2897"/>
                  </a:moveTo>
                  <a:lnTo>
                    <a:pt x="3576" y="2903"/>
                  </a:lnTo>
                  <a:lnTo>
                    <a:pt x="3567" y="2925"/>
                  </a:lnTo>
                  <a:lnTo>
                    <a:pt x="3560" y="2922"/>
                  </a:lnTo>
                  <a:cubicBezTo>
                    <a:pt x="3557" y="2919"/>
                    <a:pt x="3557" y="2919"/>
                    <a:pt x="3573" y="2897"/>
                  </a:cubicBezTo>
                  <a:close/>
                  <a:moveTo>
                    <a:pt x="3486" y="2893"/>
                  </a:moveTo>
                  <a:cubicBezTo>
                    <a:pt x="3478" y="2893"/>
                    <a:pt x="3466" y="2909"/>
                    <a:pt x="3466" y="2909"/>
                  </a:cubicBezTo>
                  <a:cubicBezTo>
                    <a:pt x="3466" y="2909"/>
                    <a:pt x="3451" y="2928"/>
                    <a:pt x="3457" y="2931"/>
                  </a:cubicBezTo>
                  <a:lnTo>
                    <a:pt x="3460" y="2938"/>
                  </a:lnTo>
                  <a:cubicBezTo>
                    <a:pt x="3473" y="2922"/>
                    <a:pt x="3479" y="2909"/>
                    <a:pt x="3488" y="2894"/>
                  </a:cubicBezTo>
                  <a:cubicBezTo>
                    <a:pt x="3488" y="2893"/>
                    <a:pt x="3487" y="2893"/>
                    <a:pt x="3486" y="2893"/>
                  </a:cubicBezTo>
                  <a:close/>
                  <a:moveTo>
                    <a:pt x="3636" y="2919"/>
                  </a:moveTo>
                  <a:lnTo>
                    <a:pt x="3648" y="2928"/>
                  </a:lnTo>
                  <a:cubicBezTo>
                    <a:pt x="3634" y="2946"/>
                    <a:pt x="3619" y="2963"/>
                    <a:pt x="3612" y="2963"/>
                  </a:cubicBezTo>
                  <a:cubicBezTo>
                    <a:pt x="3612" y="2963"/>
                    <a:pt x="3611" y="2963"/>
                    <a:pt x="3611" y="2963"/>
                  </a:cubicBezTo>
                  <a:cubicBezTo>
                    <a:pt x="3606" y="2966"/>
                    <a:pt x="3603" y="2967"/>
                    <a:pt x="3601" y="2967"/>
                  </a:cubicBezTo>
                  <a:cubicBezTo>
                    <a:pt x="3594" y="2967"/>
                    <a:pt x="3606" y="2946"/>
                    <a:pt x="3636" y="2919"/>
                  </a:cubicBezTo>
                  <a:close/>
                  <a:moveTo>
                    <a:pt x="3260" y="2966"/>
                  </a:moveTo>
                  <a:cubicBezTo>
                    <a:pt x="3244" y="2988"/>
                    <a:pt x="3244" y="2988"/>
                    <a:pt x="3250" y="2991"/>
                  </a:cubicBezTo>
                  <a:cubicBezTo>
                    <a:pt x="3254" y="2994"/>
                    <a:pt x="3256" y="2997"/>
                    <a:pt x="3258" y="2997"/>
                  </a:cubicBezTo>
                  <a:cubicBezTo>
                    <a:pt x="3261" y="2997"/>
                    <a:pt x="3264" y="2991"/>
                    <a:pt x="3272" y="2975"/>
                  </a:cubicBezTo>
                  <a:cubicBezTo>
                    <a:pt x="3266" y="2972"/>
                    <a:pt x="3260" y="2966"/>
                    <a:pt x="3260" y="2966"/>
                  </a:cubicBezTo>
                  <a:close/>
                  <a:moveTo>
                    <a:pt x="3837" y="2987"/>
                  </a:moveTo>
                  <a:cubicBezTo>
                    <a:pt x="3838" y="2987"/>
                    <a:pt x="3839" y="2987"/>
                    <a:pt x="3839" y="2988"/>
                  </a:cubicBezTo>
                  <a:lnTo>
                    <a:pt x="3842" y="2991"/>
                  </a:lnTo>
                  <a:cubicBezTo>
                    <a:pt x="3833" y="3003"/>
                    <a:pt x="3820" y="3016"/>
                    <a:pt x="3808" y="3028"/>
                  </a:cubicBezTo>
                  <a:lnTo>
                    <a:pt x="3802" y="3022"/>
                  </a:lnTo>
                  <a:cubicBezTo>
                    <a:pt x="3815" y="3006"/>
                    <a:pt x="3829" y="2987"/>
                    <a:pt x="3837" y="2987"/>
                  </a:cubicBezTo>
                  <a:close/>
                  <a:moveTo>
                    <a:pt x="3645" y="3088"/>
                  </a:moveTo>
                  <a:cubicBezTo>
                    <a:pt x="3641" y="3093"/>
                    <a:pt x="3635" y="3100"/>
                    <a:pt x="3629" y="3107"/>
                  </a:cubicBezTo>
                  <a:lnTo>
                    <a:pt x="3614" y="3129"/>
                  </a:lnTo>
                  <a:lnTo>
                    <a:pt x="3645" y="3088"/>
                  </a:lnTo>
                  <a:close/>
                  <a:moveTo>
                    <a:pt x="3839" y="3088"/>
                  </a:moveTo>
                  <a:cubicBezTo>
                    <a:pt x="3846" y="3091"/>
                    <a:pt x="3824" y="3107"/>
                    <a:pt x="3789" y="3141"/>
                  </a:cubicBezTo>
                  <a:cubicBezTo>
                    <a:pt x="3779" y="3146"/>
                    <a:pt x="3772" y="3149"/>
                    <a:pt x="3770" y="3149"/>
                  </a:cubicBezTo>
                  <a:cubicBezTo>
                    <a:pt x="3766" y="3149"/>
                    <a:pt x="3775" y="3140"/>
                    <a:pt x="3799" y="3116"/>
                  </a:cubicBezTo>
                  <a:lnTo>
                    <a:pt x="3839" y="3088"/>
                  </a:lnTo>
                  <a:close/>
                  <a:moveTo>
                    <a:pt x="4021" y="3107"/>
                  </a:moveTo>
                  <a:lnTo>
                    <a:pt x="4030" y="3113"/>
                  </a:lnTo>
                  <a:lnTo>
                    <a:pt x="3990" y="3144"/>
                  </a:lnTo>
                  <a:cubicBezTo>
                    <a:pt x="3959" y="3171"/>
                    <a:pt x="3945" y="3184"/>
                    <a:pt x="3944" y="3184"/>
                  </a:cubicBezTo>
                  <a:cubicBezTo>
                    <a:pt x="3942" y="3184"/>
                    <a:pt x="3950" y="3174"/>
                    <a:pt x="3965" y="3157"/>
                  </a:cubicBezTo>
                  <a:cubicBezTo>
                    <a:pt x="3977" y="3135"/>
                    <a:pt x="3996" y="3116"/>
                    <a:pt x="4021" y="3107"/>
                  </a:cubicBezTo>
                  <a:close/>
                  <a:moveTo>
                    <a:pt x="3980" y="3204"/>
                  </a:moveTo>
                  <a:lnTo>
                    <a:pt x="3971" y="3226"/>
                  </a:lnTo>
                  <a:cubicBezTo>
                    <a:pt x="3962" y="3238"/>
                    <a:pt x="3956" y="3242"/>
                    <a:pt x="3952" y="3242"/>
                  </a:cubicBezTo>
                  <a:cubicBezTo>
                    <a:pt x="3948" y="3242"/>
                    <a:pt x="3945" y="3240"/>
                    <a:pt x="3943" y="3238"/>
                  </a:cubicBezTo>
                  <a:lnTo>
                    <a:pt x="3958" y="3216"/>
                  </a:lnTo>
                  <a:lnTo>
                    <a:pt x="3980" y="3204"/>
                  </a:lnTo>
                  <a:close/>
                  <a:moveTo>
                    <a:pt x="4307" y="3244"/>
                  </a:moveTo>
                  <a:cubicBezTo>
                    <a:pt x="4300" y="3244"/>
                    <a:pt x="4284" y="3257"/>
                    <a:pt x="4284" y="3257"/>
                  </a:cubicBezTo>
                  <a:cubicBezTo>
                    <a:pt x="4269" y="3276"/>
                    <a:pt x="4272" y="3282"/>
                    <a:pt x="4278" y="3285"/>
                  </a:cubicBezTo>
                  <a:cubicBezTo>
                    <a:pt x="4276" y="3297"/>
                    <a:pt x="4277" y="3301"/>
                    <a:pt x="4282" y="3301"/>
                  </a:cubicBezTo>
                  <a:cubicBezTo>
                    <a:pt x="4288" y="3301"/>
                    <a:pt x="4300" y="3291"/>
                    <a:pt x="4309" y="3279"/>
                  </a:cubicBezTo>
                  <a:cubicBezTo>
                    <a:pt x="4325" y="3260"/>
                    <a:pt x="4319" y="3254"/>
                    <a:pt x="4309" y="3245"/>
                  </a:cubicBezTo>
                  <a:cubicBezTo>
                    <a:pt x="4309" y="3244"/>
                    <a:pt x="4308" y="3244"/>
                    <a:pt x="4307" y="3244"/>
                  </a:cubicBezTo>
                  <a:close/>
                  <a:moveTo>
                    <a:pt x="4316" y="3317"/>
                  </a:moveTo>
                  <a:lnTo>
                    <a:pt x="4325" y="3326"/>
                  </a:lnTo>
                  <a:cubicBezTo>
                    <a:pt x="4312" y="3342"/>
                    <a:pt x="4293" y="3353"/>
                    <a:pt x="4283" y="3353"/>
                  </a:cubicBezTo>
                  <a:cubicBezTo>
                    <a:pt x="4281" y="3353"/>
                    <a:pt x="4279" y="3352"/>
                    <a:pt x="4278" y="3351"/>
                  </a:cubicBezTo>
                  <a:cubicBezTo>
                    <a:pt x="4275" y="3348"/>
                    <a:pt x="4291" y="3326"/>
                    <a:pt x="4316" y="3317"/>
                  </a:cubicBezTo>
                  <a:close/>
                  <a:moveTo>
                    <a:pt x="4881" y="3394"/>
                  </a:moveTo>
                  <a:cubicBezTo>
                    <a:pt x="4876" y="3394"/>
                    <a:pt x="4862" y="3413"/>
                    <a:pt x="4848" y="3430"/>
                  </a:cubicBezTo>
                  <a:lnTo>
                    <a:pt x="4852" y="3436"/>
                  </a:lnTo>
                  <a:cubicBezTo>
                    <a:pt x="4867" y="3423"/>
                    <a:pt x="4880" y="3411"/>
                    <a:pt x="4889" y="3398"/>
                  </a:cubicBezTo>
                  <a:lnTo>
                    <a:pt x="4883" y="3395"/>
                  </a:lnTo>
                  <a:cubicBezTo>
                    <a:pt x="4882" y="3394"/>
                    <a:pt x="4882" y="3394"/>
                    <a:pt x="4881" y="3394"/>
                  </a:cubicBezTo>
                  <a:close/>
                  <a:moveTo>
                    <a:pt x="4601" y="3586"/>
                  </a:moveTo>
                  <a:cubicBezTo>
                    <a:pt x="4607" y="3589"/>
                    <a:pt x="4598" y="3614"/>
                    <a:pt x="4582" y="3633"/>
                  </a:cubicBezTo>
                  <a:cubicBezTo>
                    <a:pt x="4562" y="3665"/>
                    <a:pt x="4556" y="3674"/>
                    <a:pt x="4551" y="3674"/>
                  </a:cubicBezTo>
                  <a:cubicBezTo>
                    <a:pt x="4549" y="3674"/>
                    <a:pt x="4547" y="3673"/>
                    <a:pt x="4544" y="3671"/>
                  </a:cubicBezTo>
                  <a:cubicBezTo>
                    <a:pt x="4538" y="3665"/>
                    <a:pt x="4532" y="3661"/>
                    <a:pt x="4548" y="3640"/>
                  </a:cubicBezTo>
                  <a:lnTo>
                    <a:pt x="4554" y="3646"/>
                  </a:lnTo>
                  <a:cubicBezTo>
                    <a:pt x="4549" y="3652"/>
                    <a:pt x="4548" y="3654"/>
                    <a:pt x="4549" y="3654"/>
                  </a:cubicBezTo>
                  <a:cubicBezTo>
                    <a:pt x="4550" y="3654"/>
                    <a:pt x="4563" y="3641"/>
                    <a:pt x="4569" y="3624"/>
                  </a:cubicBezTo>
                  <a:lnTo>
                    <a:pt x="4601" y="3586"/>
                  </a:lnTo>
                  <a:close/>
                  <a:moveTo>
                    <a:pt x="4635" y="3682"/>
                  </a:moveTo>
                  <a:cubicBezTo>
                    <a:pt x="4637" y="3682"/>
                    <a:pt x="4638" y="3682"/>
                    <a:pt x="4638" y="3683"/>
                  </a:cubicBezTo>
                  <a:lnTo>
                    <a:pt x="4629" y="3709"/>
                  </a:lnTo>
                  <a:cubicBezTo>
                    <a:pt x="4620" y="3719"/>
                    <a:pt x="4615" y="3723"/>
                    <a:pt x="4612" y="3723"/>
                  </a:cubicBezTo>
                  <a:cubicBezTo>
                    <a:pt x="4609" y="3723"/>
                    <a:pt x="4607" y="3721"/>
                    <a:pt x="4604" y="3718"/>
                  </a:cubicBezTo>
                  <a:cubicBezTo>
                    <a:pt x="4598" y="3715"/>
                    <a:pt x="4598" y="3715"/>
                    <a:pt x="4613" y="3693"/>
                  </a:cubicBezTo>
                  <a:cubicBezTo>
                    <a:pt x="4613" y="3693"/>
                    <a:pt x="4629" y="3682"/>
                    <a:pt x="4635" y="3682"/>
                  </a:cubicBezTo>
                  <a:close/>
                  <a:moveTo>
                    <a:pt x="4460" y="3730"/>
                  </a:moveTo>
                  <a:cubicBezTo>
                    <a:pt x="4444" y="3749"/>
                    <a:pt x="4444" y="3749"/>
                    <a:pt x="4450" y="3756"/>
                  </a:cubicBezTo>
                  <a:lnTo>
                    <a:pt x="4457" y="3759"/>
                  </a:lnTo>
                  <a:lnTo>
                    <a:pt x="4466" y="3737"/>
                  </a:lnTo>
                  <a:lnTo>
                    <a:pt x="4460" y="3730"/>
                  </a:lnTo>
                  <a:close/>
                  <a:moveTo>
                    <a:pt x="227" y="0"/>
                  </a:moveTo>
                  <a:cubicBezTo>
                    <a:pt x="219" y="0"/>
                    <a:pt x="205" y="19"/>
                    <a:pt x="192" y="36"/>
                  </a:cubicBezTo>
                  <a:lnTo>
                    <a:pt x="182" y="26"/>
                  </a:lnTo>
                  <a:cubicBezTo>
                    <a:pt x="182" y="26"/>
                    <a:pt x="182" y="26"/>
                    <a:pt x="181" y="26"/>
                  </a:cubicBezTo>
                  <a:cubicBezTo>
                    <a:pt x="178" y="26"/>
                    <a:pt x="172" y="28"/>
                    <a:pt x="160" y="42"/>
                  </a:cubicBezTo>
                  <a:cubicBezTo>
                    <a:pt x="151" y="53"/>
                    <a:pt x="145" y="56"/>
                    <a:pt x="141" y="56"/>
                  </a:cubicBezTo>
                  <a:cubicBezTo>
                    <a:pt x="138" y="56"/>
                    <a:pt x="136" y="54"/>
                    <a:pt x="135" y="51"/>
                  </a:cubicBezTo>
                  <a:cubicBezTo>
                    <a:pt x="140" y="46"/>
                    <a:pt x="141" y="43"/>
                    <a:pt x="140" y="43"/>
                  </a:cubicBezTo>
                  <a:lnTo>
                    <a:pt x="140" y="43"/>
                  </a:lnTo>
                  <a:cubicBezTo>
                    <a:pt x="139" y="43"/>
                    <a:pt x="126" y="56"/>
                    <a:pt x="119" y="73"/>
                  </a:cubicBezTo>
                  <a:cubicBezTo>
                    <a:pt x="105" y="91"/>
                    <a:pt x="90" y="108"/>
                    <a:pt x="83" y="108"/>
                  </a:cubicBezTo>
                  <a:cubicBezTo>
                    <a:pt x="83" y="108"/>
                    <a:pt x="82" y="108"/>
                    <a:pt x="82" y="108"/>
                  </a:cubicBezTo>
                  <a:lnTo>
                    <a:pt x="51" y="149"/>
                  </a:lnTo>
                  <a:cubicBezTo>
                    <a:pt x="25" y="170"/>
                    <a:pt x="7" y="202"/>
                    <a:pt x="0" y="236"/>
                  </a:cubicBezTo>
                  <a:cubicBezTo>
                    <a:pt x="3" y="262"/>
                    <a:pt x="5" y="285"/>
                    <a:pt x="16" y="285"/>
                  </a:cubicBezTo>
                  <a:cubicBezTo>
                    <a:pt x="21" y="285"/>
                    <a:pt x="28" y="280"/>
                    <a:pt x="38" y="268"/>
                  </a:cubicBezTo>
                  <a:cubicBezTo>
                    <a:pt x="38" y="268"/>
                    <a:pt x="54" y="255"/>
                    <a:pt x="61" y="255"/>
                  </a:cubicBezTo>
                  <a:cubicBezTo>
                    <a:pt x="62" y="255"/>
                    <a:pt x="62" y="255"/>
                    <a:pt x="63" y="255"/>
                  </a:cubicBezTo>
                  <a:cubicBezTo>
                    <a:pt x="69" y="261"/>
                    <a:pt x="57" y="283"/>
                    <a:pt x="57" y="283"/>
                  </a:cubicBezTo>
                  <a:cubicBezTo>
                    <a:pt x="41" y="305"/>
                    <a:pt x="63" y="321"/>
                    <a:pt x="91" y="343"/>
                  </a:cubicBezTo>
                  <a:cubicBezTo>
                    <a:pt x="123" y="371"/>
                    <a:pt x="138" y="384"/>
                    <a:pt x="129" y="409"/>
                  </a:cubicBezTo>
                  <a:cubicBezTo>
                    <a:pt x="119" y="434"/>
                    <a:pt x="123" y="437"/>
                    <a:pt x="123" y="437"/>
                  </a:cubicBezTo>
                  <a:cubicBezTo>
                    <a:pt x="126" y="432"/>
                    <a:pt x="131" y="430"/>
                    <a:pt x="137" y="430"/>
                  </a:cubicBezTo>
                  <a:cubicBezTo>
                    <a:pt x="155" y="430"/>
                    <a:pt x="182" y="451"/>
                    <a:pt x="210" y="474"/>
                  </a:cubicBezTo>
                  <a:cubicBezTo>
                    <a:pt x="240" y="499"/>
                    <a:pt x="270" y="524"/>
                    <a:pt x="289" y="524"/>
                  </a:cubicBezTo>
                  <a:cubicBezTo>
                    <a:pt x="294" y="524"/>
                    <a:pt x="298" y="522"/>
                    <a:pt x="301" y="518"/>
                  </a:cubicBezTo>
                  <a:lnTo>
                    <a:pt x="311" y="528"/>
                  </a:lnTo>
                  <a:cubicBezTo>
                    <a:pt x="295" y="546"/>
                    <a:pt x="307" y="556"/>
                    <a:pt x="317" y="565"/>
                  </a:cubicBezTo>
                  <a:cubicBezTo>
                    <a:pt x="327" y="560"/>
                    <a:pt x="335" y="559"/>
                    <a:pt x="341" y="559"/>
                  </a:cubicBezTo>
                  <a:cubicBezTo>
                    <a:pt x="350" y="559"/>
                    <a:pt x="354" y="562"/>
                    <a:pt x="354" y="562"/>
                  </a:cubicBezTo>
                  <a:cubicBezTo>
                    <a:pt x="339" y="581"/>
                    <a:pt x="345" y="587"/>
                    <a:pt x="354" y="597"/>
                  </a:cubicBezTo>
                  <a:cubicBezTo>
                    <a:pt x="359" y="600"/>
                    <a:pt x="363" y="603"/>
                    <a:pt x="367" y="603"/>
                  </a:cubicBezTo>
                  <a:cubicBezTo>
                    <a:pt x="372" y="603"/>
                    <a:pt x="378" y="599"/>
                    <a:pt x="386" y="587"/>
                  </a:cubicBezTo>
                  <a:cubicBezTo>
                    <a:pt x="392" y="594"/>
                    <a:pt x="430" y="625"/>
                    <a:pt x="430" y="656"/>
                  </a:cubicBezTo>
                  <a:cubicBezTo>
                    <a:pt x="426" y="666"/>
                    <a:pt x="427" y="669"/>
                    <a:pt x="430" y="669"/>
                  </a:cubicBezTo>
                  <a:cubicBezTo>
                    <a:pt x="435" y="669"/>
                    <a:pt x="447" y="660"/>
                    <a:pt x="461" y="650"/>
                  </a:cubicBezTo>
                  <a:cubicBezTo>
                    <a:pt x="474" y="634"/>
                    <a:pt x="492" y="620"/>
                    <a:pt x="501" y="620"/>
                  </a:cubicBezTo>
                  <a:cubicBezTo>
                    <a:pt x="503" y="620"/>
                    <a:pt x="504" y="621"/>
                    <a:pt x="505" y="622"/>
                  </a:cubicBezTo>
                  <a:lnTo>
                    <a:pt x="474" y="659"/>
                  </a:lnTo>
                  <a:cubicBezTo>
                    <a:pt x="452" y="675"/>
                    <a:pt x="452" y="675"/>
                    <a:pt x="461" y="684"/>
                  </a:cubicBezTo>
                  <a:lnTo>
                    <a:pt x="474" y="694"/>
                  </a:lnTo>
                  <a:cubicBezTo>
                    <a:pt x="478" y="688"/>
                    <a:pt x="483" y="685"/>
                    <a:pt x="488" y="685"/>
                  </a:cubicBezTo>
                  <a:cubicBezTo>
                    <a:pt x="504" y="685"/>
                    <a:pt x="524" y="704"/>
                    <a:pt x="552" y="725"/>
                  </a:cubicBezTo>
                  <a:cubicBezTo>
                    <a:pt x="587" y="753"/>
                    <a:pt x="605" y="768"/>
                    <a:pt x="618" y="768"/>
                  </a:cubicBezTo>
                  <a:cubicBezTo>
                    <a:pt x="624" y="768"/>
                    <a:pt x="629" y="765"/>
                    <a:pt x="633" y="760"/>
                  </a:cubicBezTo>
                  <a:cubicBezTo>
                    <a:pt x="640" y="752"/>
                    <a:pt x="644" y="748"/>
                    <a:pt x="648" y="748"/>
                  </a:cubicBezTo>
                  <a:cubicBezTo>
                    <a:pt x="653" y="748"/>
                    <a:pt x="655" y="758"/>
                    <a:pt x="655" y="778"/>
                  </a:cubicBezTo>
                  <a:cubicBezTo>
                    <a:pt x="644" y="838"/>
                    <a:pt x="641" y="855"/>
                    <a:pt x="648" y="855"/>
                  </a:cubicBezTo>
                  <a:cubicBezTo>
                    <a:pt x="650" y="855"/>
                    <a:pt x="655" y="852"/>
                    <a:pt x="662" y="847"/>
                  </a:cubicBezTo>
                  <a:cubicBezTo>
                    <a:pt x="655" y="844"/>
                    <a:pt x="671" y="825"/>
                    <a:pt x="687" y="803"/>
                  </a:cubicBezTo>
                  <a:cubicBezTo>
                    <a:pt x="701" y="786"/>
                    <a:pt x="710" y="777"/>
                    <a:pt x="713" y="777"/>
                  </a:cubicBezTo>
                  <a:lnTo>
                    <a:pt x="713" y="777"/>
                  </a:lnTo>
                  <a:cubicBezTo>
                    <a:pt x="716" y="777"/>
                    <a:pt x="711" y="789"/>
                    <a:pt x="696" y="813"/>
                  </a:cubicBezTo>
                  <a:cubicBezTo>
                    <a:pt x="672" y="844"/>
                    <a:pt x="722" y="878"/>
                    <a:pt x="764" y="878"/>
                  </a:cubicBezTo>
                  <a:cubicBezTo>
                    <a:pt x="776" y="878"/>
                    <a:pt x="787" y="875"/>
                    <a:pt x="796" y="869"/>
                  </a:cubicBezTo>
                  <a:lnTo>
                    <a:pt x="796" y="869"/>
                  </a:lnTo>
                  <a:cubicBezTo>
                    <a:pt x="793" y="873"/>
                    <a:pt x="789" y="879"/>
                    <a:pt x="784" y="885"/>
                  </a:cubicBezTo>
                  <a:cubicBezTo>
                    <a:pt x="768" y="904"/>
                    <a:pt x="774" y="910"/>
                    <a:pt x="793" y="926"/>
                  </a:cubicBezTo>
                  <a:lnTo>
                    <a:pt x="812" y="941"/>
                  </a:lnTo>
                  <a:cubicBezTo>
                    <a:pt x="821" y="930"/>
                    <a:pt x="829" y="925"/>
                    <a:pt x="835" y="925"/>
                  </a:cubicBezTo>
                  <a:cubicBezTo>
                    <a:pt x="850" y="925"/>
                    <a:pt x="855" y="953"/>
                    <a:pt x="843" y="966"/>
                  </a:cubicBezTo>
                  <a:cubicBezTo>
                    <a:pt x="834" y="991"/>
                    <a:pt x="834" y="991"/>
                    <a:pt x="843" y="1001"/>
                  </a:cubicBezTo>
                  <a:cubicBezTo>
                    <a:pt x="854" y="994"/>
                    <a:pt x="863" y="992"/>
                    <a:pt x="871" y="992"/>
                  </a:cubicBezTo>
                  <a:cubicBezTo>
                    <a:pt x="895" y="992"/>
                    <a:pt x="899" y="1021"/>
                    <a:pt x="887" y="1035"/>
                  </a:cubicBezTo>
                  <a:lnTo>
                    <a:pt x="897" y="1045"/>
                  </a:lnTo>
                  <a:cubicBezTo>
                    <a:pt x="906" y="1038"/>
                    <a:pt x="913" y="1036"/>
                    <a:pt x="919" y="1036"/>
                  </a:cubicBezTo>
                  <a:cubicBezTo>
                    <a:pt x="926" y="1036"/>
                    <a:pt x="931" y="1040"/>
                    <a:pt x="934" y="1042"/>
                  </a:cubicBezTo>
                  <a:cubicBezTo>
                    <a:pt x="942" y="1048"/>
                    <a:pt x="948" y="1053"/>
                    <a:pt x="952" y="1053"/>
                  </a:cubicBezTo>
                  <a:cubicBezTo>
                    <a:pt x="957" y="1053"/>
                    <a:pt x="961" y="1048"/>
                    <a:pt x="966" y="1035"/>
                  </a:cubicBezTo>
                  <a:cubicBezTo>
                    <a:pt x="979" y="1019"/>
                    <a:pt x="993" y="1000"/>
                    <a:pt x="1001" y="1000"/>
                  </a:cubicBezTo>
                  <a:cubicBezTo>
                    <a:pt x="1002" y="1000"/>
                    <a:pt x="1002" y="1000"/>
                    <a:pt x="1003" y="1001"/>
                  </a:cubicBezTo>
                  <a:lnTo>
                    <a:pt x="988" y="1020"/>
                  </a:lnTo>
                  <a:cubicBezTo>
                    <a:pt x="972" y="1039"/>
                    <a:pt x="988" y="1054"/>
                    <a:pt x="1009" y="1070"/>
                  </a:cubicBezTo>
                  <a:cubicBezTo>
                    <a:pt x="1035" y="1095"/>
                    <a:pt x="1047" y="1101"/>
                    <a:pt x="1038" y="1126"/>
                  </a:cubicBezTo>
                  <a:lnTo>
                    <a:pt x="1056" y="1111"/>
                  </a:lnTo>
                  <a:cubicBezTo>
                    <a:pt x="1065" y="1104"/>
                    <a:pt x="1071" y="1102"/>
                    <a:pt x="1075" y="1102"/>
                  </a:cubicBezTo>
                  <a:cubicBezTo>
                    <a:pt x="1080" y="1102"/>
                    <a:pt x="1079" y="1109"/>
                    <a:pt x="1069" y="1120"/>
                  </a:cubicBezTo>
                  <a:cubicBezTo>
                    <a:pt x="1059" y="1140"/>
                    <a:pt x="1071" y="1154"/>
                    <a:pt x="1091" y="1154"/>
                  </a:cubicBezTo>
                  <a:cubicBezTo>
                    <a:pt x="1096" y="1154"/>
                    <a:pt x="1101" y="1153"/>
                    <a:pt x="1107" y="1151"/>
                  </a:cubicBezTo>
                  <a:lnTo>
                    <a:pt x="1116" y="1161"/>
                  </a:lnTo>
                  <a:cubicBezTo>
                    <a:pt x="1101" y="1187"/>
                    <a:pt x="1101" y="1202"/>
                    <a:pt x="1111" y="1202"/>
                  </a:cubicBezTo>
                  <a:cubicBezTo>
                    <a:pt x="1118" y="1202"/>
                    <a:pt x="1129" y="1196"/>
                    <a:pt x="1144" y="1183"/>
                  </a:cubicBezTo>
                  <a:lnTo>
                    <a:pt x="1144" y="1183"/>
                  </a:lnTo>
                  <a:cubicBezTo>
                    <a:pt x="1129" y="1201"/>
                    <a:pt x="1132" y="1208"/>
                    <a:pt x="1138" y="1211"/>
                  </a:cubicBezTo>
                  <a:cubicBezTo>
                    <a:pt x="1144" y="1209"/>
                    <a:pt x="1149" y="1208"/>
                    <a:pt x="1154" y="1208"/>
                  </a:cubicBezTo>
                  <a:cubicBezTo>
                    <a:pt x="1172" y="1208"/>
                    <a:pt x="1182" y="1222"/>
                    <a:pt x="1169" y="1239"/>
                  </a:cubicBezTo>
                  <a:lnTo>
                    <a:pt x="1176" y="1242"/>
                  </a:lnTo>
                  <a:cubicBezTo>
                    <a:pt x="1187" y="1234"/>
                    <a:pt x="1194" y="1232"/>
                    <a:pt x="1198" y="1232"/>
                  </a:cubicBezTo>
                  <a:cubicBezTo>
                    <a:pt x="1203" y="1232"/>
                    <a:pt x="1205" y="1234"/>
                    <a:pt x="1207" y="1236"/>
                  </a:cubicBezTo>
                  <a:cubicBezTo>
                    <a:pt x="1210" y="1237"/>
                    <a:pt x="1213" y="1240"/>
                    <a:pt x="1218" y="1240"/>
                  </a:cubicBezTo>
                  <a:cubicBezTo>
                    <a:pt x="1223" y="1240"/>
                    <a:pt x="1229" y="1237"/>
                    <a:pt x="1238" y="1230"/>
                  </a:cubicBezTo>
                  <a:cubicBezTo>
                    <a:pt x="1254" y="1218"/>
                    <a:pt x="1262" y="1217"/>
                    <a:pt x="1265" y="1217"/>
                  </a:cubicBezTo>
                  <a:cubicBezTo>
                    <a:pt x="1266" y="1217"/>
                    <a:pt x="1266" y="1217"/>
                    <a:pt x="1266" y="1217"/>
                  </a:cubicBezTo>
                  <a:cubicBezTo>
                    <a:pt x="1273" y="1223"/>
                    <a:pt x="1251" y="1239"/>
                    <a:pt x="1229" y="1255"/>
                  </a:cubicBezTo>
                  <a:cubicBezTo>
                    <a:pt x="1215" y="1260"/>
                    <a:pt x="1214" y="1266"/>
                    <a:pt x="1224" y="1266"/>
                  </a:cubicBezTo>
                  <a:cubicBezTo>
                    <a:pt x="1231" y="1266"/>
                    <a:pt x="1246" y="1263"/>
                    <a:pt x="1266" y="1252"/>
                  </a:cubicBezTo>
                  <a:cubicBezTo>
                    <a:pt x="1289" y="1239"/>
                    <a:pt x="1301" y="1233"/>
                    <a:pt x="1302" y="1233"/>
                  </a:cubicBezTo>
                  <a:lnTo>
                    <a:pt x="1302" y="1233"/>
                  </a:lnTo>
                  <a:cubicBezTo>
                    <a:pt x="1304" y="1233"/>
                    <a:pt x="1294" y="1240"/>
                    <a:pt x="1273" y="1255"/>
                  </a:cubicBezTo>
                  <a:cubicBezTo>
                    <a:pt x="1255" y="1267"/>
                    <a:pt x="1238" y="1280"/>
                    <a:pt x="1245" y="1280"/>
                  </a:cubicBezTo>
                  <a:cubicBezTo>
                    <a:pt x="1247" y="1280"/>
                    <a:pt x="1251" y="1279"/>
                    <a:pt x="1257" y="1277"/>
                  </a:cubicBezTo>
                  <a:cubicBezTo>
                    <a:pt x="1257" y="1277"/>
                    <a:pt x="1259" y="1279"/>
                    <a:pt x="1263" y="1279"/>
                  </a:cubicBezTo>
                  <a:cubicBezTo>
                    <a:pt x="1267" y="1279"/>
                    <a:pt x="1274" y="1276"/>
                    <a:pt x="1282" y="1264"/>
                  </a:cubicBezTo>
                  <a:lnTo>
                    <a:pt x="1298" y="1277"/>
                  </a:lnTo>
                  <a:cubicBezTo>
                    <a:pt x="1295" y="1308"/>
                    <a:pt x="1298" y="1311"/>
                    <a:pt x="1304" y="1314"/>
                  </a:cubicBezTo>
                  <a:cubicBezTo>
                    <a:pt x="1313" y="1309"/>
                    <a:pt x="1319" y="1306"/>
                    <a:pt x="1321" y="1306"/>
                  </a:cubicBezTo>
                  <a:cubicBezTo>
                    <a:pt x="1324" y="1306"/>
                    <a:pt x="1322" y="1311"/>
                    <a:pt x="1317" y="1324"/>
                  </a:cubicBezTo>
                  <a:cubicBezTo>
                    <a:pt x="1310" y="1334"/>
                    <a:pt x="1306" y="1340"/>
                    <a:pt x="1308" y="1340"/>
                  </a:cubicBezTo>
                  <a:cubicBezTo>
                    <a:pt x="1309" y="1340"/>
                    <a:pt x="1318" y="1330"/>
                    <a:pt x="1335" y="1308"/>
                  </a:cubicBezTo>
                  <a:cubicBezTo>
                    <a:pt x="1344" y="1303"/>
                    <a:pt x="1350" y="1301"/>
                    <a:pt x="1353" y="1301"/>
                  </a:cubicBezTo>
                  <a:cubicBezTo>
                    <a:pt x="1359" y="1301"/>
                    <a:pt x="1359" y="1308"/>
                    <a:pt x="1351" y="1324"/>
                  </a:cubicBezTo>
                  <a:cubicBezTo>
                    <a:pt x="1332" y="1347"/>
                    <a:pt x="1327" y="1358"/>
                    <a:pt x="1329" y="1358"/>
                  </a:cubicBezTo>
                  <a:cubicBezTo>
                    <a:pt x="1331" y="1358"/>
                    <a:pt x="1336" y="1354"/>
                    <a:pt x="1342" y="1346"/>
                  </a:cubicBezTo>
                  <a:cubicBezTo>
                    <a:pt x="1356" y="1337"/>
                    <a:pt x="1364" y="1336"/>
                    <a:pt x="1367" y="1336"/>
                  </a:cubicBezTo>
                  <a:cubicBezTo>
                    <a:pt x="1369" y="1336"/>
                    <a:pt x="1370" y="1336"/>
                    <a:pt x="1370" y="1336"/>
                  </a:cubicBezTo>
                  <a:cubicBezTo>
                    <a:pt x="1354" y="1355"/>
                    <a:pt x="1401" y="1396"/>
                    <a:pt x="1448" y="1436"/>
                  </a:cubicBezTo>
                  <a:cubicBezTo>
                    <a:pt x="1449" y="1437"/>
                    <a:pt x="1449" y="1437"/>
                    <a:pt x="1450" y="1437"/>
                  </a:cubicBezTo>
                  <a:cubicBezTo>
                    <a:pt x="1458" y="1437"/>
                    <a:pt x="1478" y="1422"/>
                    <a:pt x="1492" y="1405"/>
                  </a:cubicBezTo>
                  <a:cubicBezTo>
                    <a:pt x="1505" y="1389"/>
                    <a:pt x="1510" y="1382"/>
                    <a:pt x="1511" y="1382"/>
                  </a:cubicBezTo>
                  <a:lnTo>
                    <a:pt x="1511" y="1382"/>
                  </a:lnTo>
                  <a:cubicBezTo>
                    <a:pt x="1512" y="1382"/>
                    <a:pt x="1504" y="1395"/>
                    <a:pt x="1498" y="1408"/>
                  </a:cubicBezTo>
                  <a:cubicBezTo>
                    <a:pt x="1475" y="1444"/>
                    <a:pt x="1468" y="1463"/>
                    <a:pt x="1472" y="1463"/>
                  </a:cubicBezTo>
                  <a:cubicBezTo>
                    <a:pt x="1476" y="1463"/>
                    <a:pt x="1489" y="1448"/>
                    <a:pt x="1508" y="1418"/>
                  </a:cubicBezTo>
                  <a:cubicBezTo>
                    <a:pt x="1520" y="1396"/>
                    <a:pt x="1526" y="1386"/>
                    <a:pt x="1527" y="1386"/>
                  </a:cubicBezTo>
                  <a:lnTo>
                    <a:pt x="1527" y="1386"/>
                  </a:lnTo>
                  <a:cubicBezTo>
                    <a:pt x="1528" y="1386"/>
                    <a:pt x="1524" y="1398"/>
                    <a:pt x="1514" y="1424"/>
                  </a:cubicBezTo>
                  <a:cubicBezTo>
                    <a:pt x="1507" y="1436"/>
                    <a:pt x="1504" y="1441"/>
                    <a:pt x="1506" y="1441"/>
                  </a:cubicBezTo>
                  <a:cubicBezTo>
                    <a:pt x="1508" y="1441"/>
                    <a:pt x="1513" y="1437"/>
                    <a:pt x="1523" y="1430"/>
                  </a:cubicBezTo>
                  <a:cubicBezTo>
                    <a:pt x="1530" y="1422"/>
                    <a:pt x="1535" y="1419"/>
                    <a:pt x="1537" y="1419"/>
                  </a:cubicBezTo>
                  <a:cubicBezTo>
                    <a:pt x="1540" y="1419"/>
                    <a:pt x="1539" y="1426"/>
                    <a:pt x="1530" y="1436"/>
                  </a:cubicBezTo>
                  <a:cubicBezTo>
                    <a:pt x="1523" y="1455"/>
                    <a:pt x="1514" y="1472"/>
                    <a:pt x="1516" y="1472"/>
                  </a:cubicBezTo>
                  <a:cubicBezTo>
                    <a:pt x="1517" y="1472"/>
                    <a:pt x="1519" y="1470"/>
                    <a:pt x="1523" y="1465"/>
                  </a:cubicBezTo>
                  <a:lnTo>
                    <a:pt x="1523" y="1465"/>
                  </a:lnTo>
                  <a:cubicBezTo>
                    <a:pt x="1523" y="1465"/>
                    <a:pt x="1530" y="1471"/>
                    <a:pt x="1520" y="1493"/>
                  </a:cubicBezTo>
                  <a:cubicBezTo>
                    <a:pt x="1516" y="1502"/>
                    <a:pt x="1516" y="1506"/>
                    <a:pt x="1519" y="1506"/>
                  </a:cubicBezTo>
                  <a:cubicBezTo>
                    <a:pt x="1524" y="1506"/>
                    <a:pt x="1538" y="1496"/>
                    <a:pt x="1552" y="1487"/>
                  </a:cubicBezTo>
                  <a:cubicBezTo>
                    <a:pt x="1572" y="1476"/>
                    <a:pt x="1585" y="1470"/>
                    <a:pt x="1590" y="1470"/>
                  </a:cubicBezTo>
                  <a:cubicBezTo>
                    <a:pt x="1596" y="1470"/>
                    <a:pt x="1589" y="1480"/>
                    <a:pt x="1567" y="1499"/>
                  </a:cubicBezTo>
                  <a:cubicBezTo>
                    <a:pt x="1548" y="1518"/>
                    <a:pt x="1550" y="1528"/>
                    <a:pt x="1562" y="1528"/>
                  </a:cubicBezTo>
                  <a:cubicBezTo>
                    <a:pt x="1573" y="1528"/>
                    <a:pt x="1593" y="1519"/>
                    <a:pt x="1611" y="1502"/>
                  </a:cubicBezTo>
                  <a:cubicBezTo>
                    <a:pt x="1631" y="1482"/>
                    <a:pt x="1639" y="1474"/>
                    <a:pt x="1640" y="1474"/>
                  </a:cubicBezTo>
                  <a:lnTo>
                    <a:pt x="1640" y="1474"/>
                  </a:lnTo>
                  <a:cubicBezTo>
                    <a:pt x="1640" y="1474"/>
                    <a:pt x="1637" y="1479"/>
                    <a:pt x="1630" y="1487"/>
                  </a:cubicBezTo>
                  <a:cubicBezTo>
                    <a:pt x="1614" y="1509"/>
                    <a:pt x="1621" y="1512"/>
                    <a:pt x="1621" y="1512"/>
                  </a:cubicBezTo>
                  <a:cubicBezTo>
                    <a:pt x="1627" y="1515"/>
                    <a:pt x="1630" y="1521"/>
                    <a:pt x="1614" y="1540"/>
                  </a:cubicBezTo>
                  <a:cubicBezTo>
                    <a:pt x="1614" y="1540"/>
                    <a:pt x="1616" y="1541"/>
                    <a:pt x="1621" y="1541"/>
                  </a:cubicBezTo>
                  <a:cubicBezTo>
                    <a:pt x="1626" y="1541"/>
                    <a:pt x="1635" y="1540"/>
                    <a:pt x="1649" y="1534"/>
                  </a:cubicBezTo>
                  <a:cubicBezTo>
                    <a:pt x="1660" y="1525"/>
                    <a:pt x="1668" y="1522"/>
                    <a:pt x="1673" y="1522"/>
                  </a:cubicBezTo>
                  <a:cubicBezTo>
                    <a:pt x="1688" y="1522"/>
                    <a:pt x="1683" y="1549"/>
                    <a:pt x="1664" y="1581"/>
                  </a:cubicBezTo>
                  <a:lnTo>
                    <a:pt x="1689" y="1568"/>
                  </a:lnTo>
                  <a:cubicBezTo>
                    <a:pt x="1711" y="1548"/>
                    <a:pt x="1728" y="1534"/>
                    <a:pt x="1732" y="1534"/>
                  </a:cubicBezTo>
                  <a:lnTo>
                    <a:pt x="1732" y="1534"/>
                  </a:lnTo>
                  <a:cubicBezTo>
                    <a:pt x="1735" y="1534"/>
                    <a:pt x="1731" y="1542"/>
                    <a:pt x="1718" y="1559"/>
                  </a:cubicBezTo>
                  <a:cubicBezTo>
                    <a:pt x="1713" y="1564"/>
                    <a:pt x="1708" y="1570"/>
                    <a:pt x="1705" y="1575"/>
                  </a:cubicBezTo>
                  <a:lnTo>
                    <a:pt x="1705" y="1575"/>
                  </a:lnTo>
                  <a:cubicBezTo>
                    <a:pt x="1713" y="1567"/>
                    <a:pt x="1719" y="1564"/>
                    <a:pt x="1724" y="1564"/>
                  </a:cubicBezTo>
                  <a:cubicBezTo>
                    <a:pt x="1737" y="1564"/>
                    <a:pt x="1734" y="1592"/>
                    <a:pt x="1711" y="1621"/>
                  </a:cubicBezTo>
                  <a:cubicBezTo>
                    <a:pt x="1696" y="1640"/>
                    <a:pt x="1696" y="1640"/>
                    <a:pt x="1702" y="1643"/>
                  </a:cubicBezTo>
                  <a:lnTo>
                    <a:pt x="1718" y="1625"/>
                  </a:lnTo>
                  <a:cubicBezTo>
                    <a:pt x="1732" y="1607"/>
                    <a:pt x="1747" y="1590"/>
                    <a:pt x="1754" y="1590"/>
                  </a:cubicBezTo>
                  <a:cubicBezTo>
                    <a:pt x="1754" y="1590"/>
                    <a:pt x="1755" y="1590"/>
                    <a:pt x="1755" y="1590"/>
                  </a:cubicBezTo>
                  <a:cubicBezTo>
                    <a:pt x="1758" y="1593"/>
                    <a:pt x="1765" y="1599"/>
                    <a:pt x="1749" y="1618"/>
                  </a:cubicBezTo>
                  <a:cubicBezTo>
                    <a:pt x="1742" y="1637"/>
                    <a:pt x="1735" y="1655"/>
                    <a:pt x="1738" y="1655"/>
                  </a:cubicBezTo>
                  <a:cubicBezTo>
                    <a:pt x="1739" y="1655"/>
                    <a:pt x="1742" y="1652"/>
                    <a:pt x="1746" y="1646"/>
                  </a:cubicBezTo>
                  <a:lnTo>
                    <a:pt x="1746" y="1646"/>
                  </a:lnTo>
                  <a:cubicBezTo>
                    <a:pt x="1746" y="1646"/>
                    <a:pt x="1749" y="1653"/>
                    <a:pt x="1740" y="1675"/>
                  </a:cubicBezTo>
                  <a:cubicBezTo>
                    <a:pt x="1746" y="1681"/>
                    <a:pt x="1749" y="1684"/>
                    <a:pt x="1762" y="1693"/>
                  </a:cubicBezTo>
                  <a:cubicBezTo>
                    <a:pt x="1769" y="1688"/>
                    <a:pt x="1775" y="1686"/>
                    <a:pt x="1779" y="1686"/>
                  </a:cubicBezTo>
                  <a:cubicBezTo>
                    <a:pt x="1787" y="1686"/>
                    <a:pt x="1787" y="1694"/>
                    <a:pt x="1777" y="1706"/>
                  </a:cubicBezTo>
                  <a:cubicBezTo>
                    <a:pt x="1777" y="1706"/>
                    <a:pt x="1780" y="1709"/>
                    <a:pt x="1786" y="1709"/>
                  </a:cubicBezTo>
                  <a:cubicBezTo>
                    <a:pt x="1791" y="1709"/>
                    <a:pt x="1799" y="1707"/>
                    <a:pt x="1809" y="1700"/>
                  </a:cubicBezTo>
                  <a:cubicBezTo>
                    <a:pt x="1821" y="1709"/>
                    <a:pt x="1824" y="1712"/>
                    <a:pt x="1809" y="1734"/>
                  </a:cubicBezTo>
                  <a:cubicBezTo>
                    <a:pt x="1800" y="1744"/>
                    <a:pt x="1796" y="1749"/>
                    <a:pt x="1798" y="1749"/>
                  </a:cubicBezTo>
                  <a:cubicBezTo>
                    <a:pt x="1799" y="1749"/>
                    <a:pt x="1804" y="1745"/>
                    <a:pt x="1815" y="1737"/>
                  </a:cubicBezTo>
                  <a:cubicBezTo>
                    <a:pt x="1824" y="1727"/>
                    <a:pt x="1830" y="1723"/>
                    <a:pt x="1834" y="1723"/>
                  </a:cubicBezTo>
                  <a:cubicBezTo>
                    <a:pt x="1837" y="1723"/>
                    <a:pt x="1839" y="1725"/>
                    <a:pt x="1840" y="1728"/>
                  </a:cubicBezTo>
                  <a:lnTo>
                    <a:pt x="1852" y="1737"/>
                  </a:lnTo>
                  <a:cubicBezTo>
                    <a:pt x="1863" y="1723"/>
                    <a:pt x="1866" y="1718"/>
                    <a:pt x="1869" y="1718"/>
                  </a:cubicBezTo>
                  <a:cubicBezTo>
                    <a:pt x="1871" y="1718"/>
                    <a:pt x="1872" y="1719"/>
                    <a:pt x="1874" y="1722"/>
                  </a:cubicBezTo>
                  <a:cubicBezTo>
                    <a:pt x="1878" y="1725"/>
                    <a:pt x="1878" y="1759"/>
                    <a:pt x="1884" y="1762"/>
                  </a:cubicBezTo>
                  <a:cubicBezTo>
                    <a:pt x="1891" y="1768"/>
                    <a:pt x="1894" y="1771"/>
                    <a:pt x="1898" y="1771"/>
                  </a:cubicBezTo>
                  <a:cubicBezTo>
                    <a:pt x="1902" y="1771"/>
                    <a:pt x="1905" y="1766"/>
                    <a:pt x="1912" y="1753"/>
                  </a:cubicBezTo>
                  <a:cubicBezTo>
                    <a:pt x="1908" y="1749"/>
                    <a:pt x="1912" y="1741"/>
                    <a:pt x="1915" y="1741"/>
                  </a:cubicBezTo>
                  <a:cubicBezTo>
                    <a:pt x="1917" y="1741"/>
                    <a:pt x="1918" y="1745"/>
                    <a:pt x="1915" y="1756"/>
                  </a:cubicBezTo>
                  <a:cubicBezTo>
                    <a:pt x="1921" y="1759"/>
                    <a:pt x="1921" y="1794"/>
                    <a:pt x="1937" y="1806"/>
                  </a:cubicBezTo>
                  <a:cubicBezTo>
                    <a:pt x="1948" y="1816"/>
                    <a:pt x="1954" y="1820"/>
                    <a:pt x="1958" y="1820"/>
                  </a:cubicBezTo>
                  <a:cubicBezTo>
                    <a:pt x="1963" y="1820"/>
                    <a:pt x="1967" y="1816"/>
                    <a:pt x="1975" y="1806"/>
                  </a:cubicBezTo>
                  <a:cubicBezTo>
                    <a:pt x="1987" y="1785"/>
                    <a:pt x="1994" y="1775"/>
                    <a:pt x="1996" y="1775"/>
                  </a:cubicBezTo>
                  <a:lnTo>
                    <a:pt x="1996" y="1775"/>
                  </a:lnTo>
                  <a:cubicBezTo>
                    <a:pt x="1999" y="1775"/>
                    <a:pt x="1994" y="1787"/>
                    <a:pt x="1981" y="1809"/>
                  </a:cubicBezTo>
                  <a:cubicBezTo>
                    <a:pt x="1967" y="1842"/>
                    <a:pt x="1964" y="1854"/>
                    <a:pt x="1969" y="1854"/>
                  </a:cubicBezTo>
                  <a:cubicBezTo>
                    <a:pt x="1971" y="1854"/>
                    <a:pt x="1975" y="1851"/>
                    <a:pt x="1981" y="1844"/>
                  </a:cubicBezTo>
                  <a:cubicBezTo>
                    <a:pt x="1996" y="1833"/>
                    <a:pt x="2001" y="1830"/>
                    <a:pt x="2003" y="1830"/>
                  </a:cubicBezTo>
                  <a:cubicBezTo>
                    <a:pt x="2004" y="1830"/>
                    <a:pt x="2005" y="1830"/>
                    <a:pt x="2006" y="1831"/>
                  </a:cubicBezTo>
                  <a:cubicBezTo>
                    <a:pt x="1996" y="1843"/>
                    <a:pt x="1995" y="1850"/>
                    <a:pt x="2003" y="1850"/>
                  </a:cubicBezTo>
                  <a:cubicBezTo>
                    <a:pt x="2008" y="1850"/>
                    <a:pt x="2015" y="1848"/>
                    <a:pt x="2025" y="1844"/>
                  </a:cubicBezTo>
                  <a:lnTo>
                    <a:pt x="2025" y="1844"/>
                  </a:lnTo>
                  <a:cubicBezTo>
                    <a:pt x="2028" y="1850"/>
                    <a:pt x="2028" y="1850"/>
                    <a:pt x="2012" y="1869"/>
                  </a:cubicBezTo>
                  <a:lnTo>
                    <a:pt x="2025" y="1878"/>
                  </a:lnTo>
                  <a:cubicBezTo>
                    <a:pt x="2034" y="1871"/>
                    <a:pt x="2043" y="1868"/>
                    <a:pt x="2050" y="1868"/>
                  </a:cubicBezTo>
                  <a:cubicBezTo>
                    <a:pt x="2073" y="1868"/>
                    <a:pt x="2081" y="1900"/>
                    <a:pt x="2072" y="1919"/>
                  </a:cubicBezTo>
                  <a:cubicBezTo>
                    <a:pt x="2072" y="1919"/>
                    <a:pt x="2072" y="1919"/>
                    <a:pt x="2074" y="1919"/>
                  </a:cubicBezTo>
                  <a:cubicBezTo>
                    <a:pt x="2077" y="1919"/>
                    <a:pt x="2084" y="1918"/>
                    <a:pt x="2100" y="1907"/>
                  </a:cubicBezTo>
                  <a:cubicBezTo>
                    <a:pt x="2116" y="1891"/>
                    <a:pt x="2126" y="1883"/>
                    <a:pt x="2129" y="1883"/>
                  </a:cubicBezTo>
                  <a:lnTo>
                    <a:pt x="2129" y="1883"/>
                  </a:lnTo>
                  <a:cubicBezTo>
                    <a:pt x="2132" y="1883"/>
                    <a:pt x="2126" y="1894"/>
                    <a:pt x="2109" y="1916"/>
                  </a:cubicBezTo>
                  <a:cubicBezTo>
                    <a:pt x="2093" y="1937"/>
                    <a:pt x="2085" y="1947"/>
                    <a:pt x="2087" y="1947"/>
                  </a:cubicBezTo>
                  <a:cubicBezTo>
                    <a:pt x="2088" y="1947"/>
                    <a:pt x="2098" y="1939"/>
                    <a:pt x="2116" y="1922"/>
                  </a:cubicBezTo>
                  <a:cubicBezTo>
                    <a:pt x="2120" y="1919"/>
                    <a:pt x="2125" y="1917"/>
                    <a:pt x="2129" y="1917"/>
                  </a:cubicBezTo>
                  <a:cubicBezTo>
                    <a:pt x="2144" y="1917"/>
                    <a:pt x="2154" y="1936"/>
                    <a:pt x="2125" y="1963"/>
                  </a:cubicBezTo>
                  <a:lnTo>
                    <a:pt x="2094" y="2004"/>
                  </a:lnTo>
                  <a:cubicBezTo>
                    <a:pt x="2109" y="1993"/>
                    <a:pt x="2117" y="1991"/>
                    <a:pt x="2120" y="1991"/>
                  </a:cubicBezTo>
                  <a:cubicBezTo>
                    <a:pt x="2121" y="1991"/>
                    <a:pt x="2122" y="1991"/>
                    <a:pt x="2122" y="1991"/>
                  </a:cubicBezTo>
                  <a:cubicBezTo>
                    <a:pt x="2130" y="1982"/>
                    <a:pt x="2134" y="1978"/>
                    <a:pt x="2140" y="1978"/>
                  </a:cubicBezTo>
                  <a:cubicBezTo>
                    <a:pt x="2145" y="1978"/>
                    <a:pt x="2150" y="1982"/>
                    <a:pt x="2160" y="1988"/>
                  </a:cubicBezTo>
                  <a:cubicBezTo>
                    <a:pt x="2169" y="1997"/>
                    <a:pt x="2207" y="1997"/>
                    <a:pt x="2216" y="2004"/>
                  </a:cubicBezTo>
                  <a:cubicBezTo>
                    <a:pt x="2235" y="2013"/>
                    <a:pt x="2241" y="2035"/>
                    <a:pt x="2235" y="2051"/>
                  </a:cubicBezTo>
                  <a:cubicBezTo>
                    <a:pt x="2236" y="2054"/>
                    <a:pt x="2239" y="2057"/>
                    <a:pt x="2245" y="2057"/>
                  </a:cubicBezTo>
                  <a:cubicBezTo>
                    <a:pt x="2250" y="2057"/>
                    <a:pt x="2258" y="2055"/>
                    <a:pt x="2269" y="2051"/>
                  </a:cubicBezTo>
                  <a:cubicBezTo>
                    <a:pt x="2277" y="2045"/>
                    <a:pt x="2283" y="2043"/>
                    <a:pt x="2288" y="2043"/>
                  </a:cubicBezTo>
                  <a:cubicBezTo>
                    <a:pt x="2297" y="2043"/>
                    <a:pt x="2298" y="2051"/>
                    <a:pt x="2288" y="2063"/>
                  </a:cubicBezTo>
                  <a:lnTo>
                    <a:pt x="2291" y="2066"/>
                  </a:lnTo>
                  <a:cubicBezTo>
                    <a:pt x="2308" y="2061"/>
                    <a:pt x="2316" y="2060"/>
                    <a:pt x="2320" y="2060"/>
                  </a:cubicBezTo>
                  <a:cubicBezTo>
                    <a:pt x="2322" y="2060"/>
                    <a:pt x="2323" y="2060"/>
                    <a:pt x="2323" y="2060"/>
                  </a:cubicBezTo>
                  <a:cubicBezTo>
                    <a:pt x="2311" y="2077"/>
                    <a:pt x="2302" y="2094"/>
                    <a:pt x="2309" y="2094"/>
                  </a:cubicBezTo>
                  <a:cubicBezTo>
                    <a:pt x="2311" y="2094"/>
                    <a:pt x="2314" y="2092"/>
                    <a:pt x="2319" y="2088"/>
                  </a:cubicBezTo>
                  <a:cubicBezTo>
                    <a:pt x="2327" y="2079"/>
                    <a:pt x="2333" y="2076"/>
                    <a:pt x="2337" y="2076"/>
                  </a:cubicBezTo>
                  <a:cubicBezTo>
                    <a:pt x="2342" y="2076"/>
                    <a:pt x="2346" y="2079"/>
                    <a:pt x="2351" y="2082"/>
                  </a:cubicBezTo>
                  <a:cubicBezTo>
                    <a:pt x="2345" y="2111"/>
                    <a:pt x="2502" y="2240"/>
                    <a:pt x="2534" y="2240"/>
                  </a:cubicBezTo>
                  <a:cubicBezTo>
                    <a:pt x="2536" y="2240"/>
                    <a:pt x="2538" y="2240"/>
                    <a:pt x="2539" y="2239"/>
                  </a:cubicBezTo>
                  <a:cubicBezTo>
                    <a:pt x="2539" y="2239"/>
                    <a:pt x="2545" y="2242"/>
                    <a:pt x="2554" y="2251"/>
                  </a:cubicBezTo>
                  <a:lnTo>
                    <a:pt x="2570" y="2267"/>
                  </a:lnTo>
                  <a:cubicBezTo>
                    <a:pt x="2547" y="2295"/>
                    <a:pt x="2565" y="2304"/>
                    <a:pt x="2589" y="2304"/>
                  </a:cubicBezTo>
                  <a:cubicBezTo>
                    <a:pt x="2598" y="2304"/>
                    <a:pt x="2606" y="2303"/>
                    <a:pt x="2614" y="2301"/>
                  </a:cubicBezTo>
                  <a:cubicBezTo>
                    <a:pt x="2626" y="2293"/>
                    <a:pt x="2632" y="2290"/>
                    <a:pt x="2636" y="2290"/>
                  </a:cubicBezTo>
                  <a:cubicBezTo>
                    <a:pt x="2640" y="2290"/>
                    <a:pt x="2642" y="2292"/>
                    <a:pt x="2645" y="2295"/>
                  </a:cubicBezTo>
                  <a:cubicBezTo>
                    <a:pt x="2621" y="2324"/>
                    <a:pt x="2625" y="2340"/>
                    <a:pt x="2641" y="2340"/>
                  </a:cubicBezTo>
                  <a:cubicBezTo>
                    <a:pt x="2646" y="2340"/>
                    <a:pt x="2651" y="2339"/>
                    <a:pt x="2658" y="2336"/>
                  </a:cubicBezTo>
                  <a:cubicBezTo>
                    <a:pt x="2674" y="2320"/>
                    <a:pt x="2684" y="2312"/>
                    <a:pt x="2687" y="2312"/>
                  </a:cubicBezTo>
                  <a:lnTo>
                    <a:pt x="2687" y="2312"/>
                  </a:lnTo>
                  <a:cubicBezTo>
                    <a:pt x="2690" y="2312"/>
                    <a:pt x="2684" y="2323"/>
                    <a:pt x="2667" y="2345"/>
                  </a:cubicBezTo>
                  <a:cubicBezTo>
                    <a:pt x="2651" y="2366"/>
                    <a:pt x="2647" y="2379"/>
                    <a:pt x="2654" y="2379"/>
                  </a:cubicBezTo>
                  <a:cubicBezTo>
                    <a:pt x="2661" y="2379"/>
                    <a:pt x="2678" y="2368"/>
                    <a:pt x="2705" y="2342"/>
                  </a:cubicBezTo>
                  <a:cubicBezTo>
                    <a:pt x="2715" y="2335"/>
                    <a:pt x="2720" y="2331"/>
                    <a:pt x="2722" y="2331"/>
                  </a:cubicBezTo>
                  <a:lnTo>
                    <a:pt x="2722" y="2331"/>
                  </a:lnTo>
                  <a:cubicBezTo>
                    <a:pt x="2724" y="2331"/>
                    <a:pt x="2721" y="2338"/>
                    <a:pt x="2714" y="2352"/>
                  </a:cubicBezTo>
                  <a:cubicBezTo>
                    <a:pt x="2698" y="2379"/>
                    <a:pt x="2695" y="2392"/>
                    <a:pt x="2699" y="2392"/>
                  </a:cubicBezTo>
                  <a:cubicBezTo>
                    <a:pt x="2701" y="2392"/>
                    <a:pt x="2705" y="2388"/>
                    <a:pt x="2711" y="2380"/>
                  </a:cubicBezTo>
                  <a:cubicBezTo>
                    <a:pt x="2727" y="2365"/>
                    <a:pt x="2737" y="2358"/>
                    <a:pt x="2741" y="2358"/>
                  </a:cubicBezTo>
                  <a:cubicBezTo>
                    <a:pt x="2746" y="2358"/>
                    <a:pt x="2741" y="2370"/>
                    <a:pt x="2727" y="2395"/>
                  </a:cubicBezTo>
                  <a:cubicBezTo>
                    <a:pt x="2717" y="2421"/>
                    <a:pt x="2712" y="2432"/>
                    <a:pt x="2715" y="2432"/>
                  </a:cubicBezTo>
                  <a:cubicBezTo>
                    <a:pt x="2718" y="2432"/>
                    <a:pt x="2727" y="2424"/>
                    <a:pt x="2742" y="2408"/>
                  </a:cubicBezTo>
                  <a:cubicBezTo>
                    <a:pt x="2757" y="2395"/>
                    <a:pt x="2768" y="2389"/>
                    <a:pt x="2776" y="2389"/>
                  </a:cubicBezTo>
                  <a:cubicBezTo>
                    <a:pt x="2789" y="2389"/>
                    <a:pt x="2791" y="2406"/>
                    <a:pt x="2774" y="2433"/>
                  </a:cubicBezTo>
                  <a:cubicBezTo>
                    <a:pt x="2778" y="2437"/>
                    <a:pt x="2775" y="2451"/>
                    <a:pt x="2778" y="2451"/>
                  </a:cubicBezTo>
                  <a:cubicBezTo>
                    <a:pt x="2779" y="2451"/>
                    <a:pt x="2782" y="2449"/>
                    <a:pt x="2786" y="2442"/>
                  </a:cubicBezTo>
                  <a:lnTo>
                    <a:pt x="2786" y="2442"/>
                  </a:lnTo>
                  <a:lnTo>
                    <a:pt x="2777" y="2468"/>
                  </a:lnTo>
                  <a:lnTo>
                    <a:pt x="2786" y="2477"/>
                  </a:lnTo>
                  <a:lnTo>
                    <a:pt x="2802" y="2458"/>
                  </a:lnTo>
                  <a:cubicBezTo>
                    <a:pt x="2818" y="2486"/>
                    <a:pt x="2836" y="2515"/>
                    <a:pt x="2862" y="2540"/>
                  </a:cubicBezTo>
                  <a:cubicBezTo>
                    <a:pt x="2900" y="2570"/>
                    <a:pt x="2917" y="2584"/>
                    <a:pt x="2928" y="2584"/>
                  </a:cubicBezTo>
                  <a:cubicBezTo>
                    <a:pt x="2934" y="2584"/>
                    <a:pt x="2939" y="2580"/>
                    <a:pt x="2943" y="2571"/>
                  </a:cubicBezTo>
                  <a:cubicBezTo>
                    <a:pt x="2954" y="2551"/>
                    <a:pt x="2962" y="2542"/>
                    <a:pt x="2966" y="2542"/>
                  </a:cubicBezTo>
                  <a:lnTo>
                    <a:pt x="2966" y="2542"/>
                  </a:lnTo>
                  <a:cubicBezTo>
                    <a:pt x="2970" y="2542"/>
                    <a:pt x="2966" y="2556"/>
                    <a:pt x="2952" y="2580"/>
                  </a:cubicBezTo>
                  <a:cubicBezTo>
                    <a:pt x="2959" y="2587"/>
                    <a:pt x="2952" y="2615"/>
                    <a:pt x="2965" y="2624"/>
                  </a:cubicBezTo>
                  <a:cubicBezTo>
                    <a:pt x="2974" y="2634"/>
                    <a:pt x="2987" y="2640"/>
                    <a:pt x="2971" y="2662"/>
                  </a:cubicBezTo>
                  <a:lnTo>
                    <a:pt x="2974" y="2665"/>
                  </a:lnTo>
                  <a:cubicBezTo>
                    <a:pt x="2988" y="2655"/>
                    <a:pt x="3000" y="2651"/>
                    <a:pt x="3011" y="2651"/>
                  </a:cubicBezTo>
                  <a:cubicBezTo>
                    <a:pt x="3035" y="2651"/>
                    <a:pt x="3050" y="2671"/>
                    <a:pt x="3050" y="2693"/>
                  </a:cubicBezTo>
                  <a:cubicBezTo>
                    <a:pt x="3057" y="2699"/>
                    <a:pt x="3061" y="2703"/>
                    <a:pt x="3069" y="2703"/>
                  </a:cubicBezTo>
                  <a:cubicBezTo>
                    <a:pt x="3075" y="2703"/>
                    <a:pt x="3082" y="2701"/>
                    <a:pt x="3093" y="2696"/>
                  </a:cubicBezTo>
                  <a:cubicBezTo>
                    <a:pt x="3103" y="2693"/>
                    <a:pt x="3109" y="2690"/>
                    <a:pt x="3112" y="2690"/>
                  </a:cubicBezTo>
                  <a:cubicBezTo>
                    <a:pt x="3117" y="2690"/>
                    <a:pt x="3115" y="2696"/>
                    <a:pt x="3109" y="2709"/>
                  </a:cubicBezTo>
                  <a:cubicBezTo>
                    <a:pt x="3098" y="2725"/>
                    <a:pt x="3103" y="2753"/>
                    <a:pt x="3118" y="2753"/>
                  </a:cubicBezTo>
                  <a:cubicBezTo>
                    <a:pt x="3124" y="2753"/>
                    <a:pt x="3132" y="2749"/>
                    <a:pt x="3140" y="2737"/>
                  </a:cubicBezTo>
                  <a:lnTo>
                    <a:pt x="3140" y="2737"/>
                  </a:lnTo>
                  <a:lnTo>
                    <a:pt x="3131" y="2762"/>
                  </a:lnTo>
                  <a:cubicBezTo>
                    <a:pt x="3128" y="2770"/>
                    <a:pt x="3128" y="2774"/>
                    <a:pt x="3131" y="2774"/>
                  </a:cubicBezTo>
                  <a:cubicBezTo>
                    <a:pt x="3135" y="2774"/>
                    <a:pt x="3146" y="2763"/>
                    <a:pt x="3156" y="2750"/>
                  </a:cubicBezTo>
                  <a:cubicBezTo>
                    <a:pt x="3169" y="2734"/>
                    <a:pt x="3178" y="2725"/>
                    <a:pt x="3181" y="2725"/>
                  </a:cubicBezTo>
                  <a:lnTo>
                    <a:pt x="3181" y="2725"/>
                  </a:lnTo>
                  <a:cubicBezTo>
                    <a:pt x="3184" y="2725"/>
                    <a:pt x="3177" y="2741"/>
                    <a:pt x="3153" y="2778"/>
                  </a:cubicBezTo>
                  <a:cubicBezTo>
                    <a:pt x="3133" y="2803"/>
                    <a:pt x="3127" y="2814"/>
                    <a:pt x="3129" y="2814"/>
                  </a:cubicBezTo>
                  <a:cubicBezTo>
                    <a:pt x="3130" y="2814"/>
                    <a:pt x="3135" y="2810"/>
                    <a:pt x="3140" y="2803"/>
                  </a:cubicBezTo>
                  <a:cubicBezTo>
                    <a:pt x="3154" y="2793"/>
                    <a:pt x="3168" y="2783"/>
                    <a:pt x="3174" y="2783"/>
                  </a:cubicBezTo>
                  <a:cubicBezTo>
                    <a:pt x="3178" y="2783"/>
                    <a:pt x="3178" y="2787"/>
                    <a:pt x="3175" y="2797"/>
                  </a:cubicBezTo>
                  <a:cubicBezTo>
                    <a:pt x="3176" y="2798"/>
                    <a:pt x="3177" y="2799"/>
                    <a:pt x="3180" y="2799"/>
                  </a:cubicBezTo>
                  <a:cubicBezTo>
                    <a:pt x="3185" y="2799"/>
                    <a:pt x="3194" y="2793"/>
                    <a:pt x="3216" y="2765"/>
                  </a:cubicBezTo>
                  <a:cubicBezTo>
                    <a:pt x="3225" y="2755"/>
                    <a:pt x="3230" y="2751"/>
                    <a:pt x="3234" y="2751"/>
                  </a:cubicBezTo>
                  <a:cubicBezTo>
                    <a:pt x="3237" y="2751"/>
                    <a:pt x="3239" y="2753"/>
                    <a:pt x="3241" y="2756"/>
                  </a:cubicBezTo>
                  <a:cubicBezTo>
                    <a:pt x="3231" y="2768"/>
                    <a:pt x="3219" y="2781"/>
                    <a:pt x="3206" y="2790"/>
                  </a:cubicBezTo>
                  <a:lnTo>
                    <a:pt x="3216" y="2800"/>
                  </a:lnTo>
                  <a:cubicBezTo>
                    <a:pt x="3222" y="2803"/>
                    <a:pt x="3216" y="2831"/>
                    <a:pt x="3200" y="2853"/>
                  </a:cubicBezTo>
                  <a:cubicBezTo>
                    <a:pt x="3196" y="2863"/>
                    <a:pt x="3195" y="2870"/>
                    <a:pt x="3197" y="2870"/>
                  </a:cubicBezTo>
                  <a:cubicBezTo>
                    <a:pt x="3200" y="2870"/>
                    <a:pt x="3208" y="2861"/>
                    <a:pt x="3222" y="2837"/>
                  </a:cubicBezTo>
                  <a:cubicBezTo>
                    <a:pt x="3243" y="2810"/>
                    <a:pt x="3250" y="2801"/>
                    <a:pt x="3255" y="2801"/>
                  </a:cubicBezTo>
                  <a:cubicBezTo>
                    <a:pt x="3258" y="2801"/>
                    <a:pt x="3260" y="2803"/>
                    <a:pt x="3263" y="2806"/>
                  </a:cubicBezTo>
                  <a:cubicBezTo>
                    <a:pt x="3269" y="2809"/>
                    <a:pt x="3275" y="2815"/>
                    <a:pt x="3260" y="2834"/>
                  </a:cubicBezTo>
                  <a:cubicBezTo>
                    <a:pt x="3244" y="2853"/>
                    <a:pt x="3244" y="2853"/>
                    <a:pt x="3253" y="2862"/>
                  </a:cubicBezTo>
                  <a:cubicBezTo>
                    <a:pt x="3255" y="2865"/>
                    <a:pt x="3258" y="2865"/>
                    <a:pt x="3262" y="2865"/>
                  </a:cubicBezTo>
                  <a:cubicBezTo>
                    <a:pt x="3286" y="2865"/>
                    <a:pt x="3339" y="2826"/>
                    <a:pt x="3369" y="2797"/>
                  </a:cubicBezTo>
                  <a:cubicBezTo>
                    <a:pt x="3385" y="2777"/>
                    <a:pt x="3392" y="2766"/>
                    <a:pt x="3393" y="2766"/>
                  </a:cubicBezTo>
                  <a:lnTo>
                    <a:pt x="3393" y="2766"/>
                  </a:lnTo>
                  <a:cubicBezTo>
                    <a:pt x="3395" y="2766"/>
                    <a:pt x="3388" y="2777"/>
                    <a:pt x="3375" y="2800"/>
                  </a:cubicBezTo>
                  <a:cubicBezTo>
                    <a:pt x="3360" y="2819"/>
                    <a:pt x="3366" y="2825"/>
                    <a:pt x="3369" y="2828"/>
                  </a:cubicBezTo>
                  <a:cubicBezTo>
                    <a:pt x="3374" y="2823"/>
                    <a:pt x="3376" y="2821"/>
                    <a:pt x="3377" y="2821"/>
                  </a:cubicBezTo>
                  <a:lnTo>
                    <a:pt x="3377" y="2821"/>
                  </a:lnTo>
                  <a:cubicBezTo>
                    <a:pt x="3379" y="2821"/>
                    <a:pt x="3375" y="2829"/>
                    <a:pt x="3371" y="2829"/>
                  </a:cubicBezTo>
                  <a:cubicBezTo>
                    <a:pt x="3371" y="2829"/>
                    <a:pt x="3370" y="2829"/>
                    <a:pt x="3369" y="2828"/>
                  </a:cubicBezTo>
                  <a:cubicBezTo>
                    <a:pt x="3360" y="2840"/>
                    <a:pt x="3355" y="2844"/>
                    <a:pt x="3352" y="2844"/>
                  </a:cubicBezTo>
                  <a:cubicBezTo>
                    <a:pt x="3349" y="2844"/>
                    <a:pt x="3347" y="2842"/>
                    <a:pt x="3344" y="2840"/>
                  </a:cubicBezTo>
                  <a:lnTo>
                    <a:pt x="3328" y="2859"/>
                  </a:lnTo>
                  <a:cubicBezTo>
                    <a:pt x="3315" y="2884"/>
                    <a:pt x="3309" y="2896"/>
                    <a:pt x="3314" y="2896"/>
                  </a:cubicBezTo>
                  <a:cubicBezTo>
                    <a:pt x="3318" y="2896"/>
                    <a:pt x="3328" y="2888"/>
                    <a:pt x="3344" y="2872"/>
                  </a:cubicBezTo>
                  <a:cubicBezTo>
                    <a:pt x="3354" y="2865"/>
                    <a:pt x="3359" y="2861"/>
                    <a:pt x="3361" y="2861"/>
                  </a:cubicBezTo>
                  <a:lnTo>
                    <a:pt x="3361" y="2861"/>
                  </a:lnTo>
                  <a:cubicBezTo>
                    <a:pt x="3364" y="2861"/>
                    <a:pt x="3362" y="2867"/>
                    <a:pt x="3357" y="2881"/>
                  </a:cubicBezTo>
                  <a:cubicBezTo>
                    <a:pt x="3348" y="2899"/>
                    <a:pt x="3340" y="2918"/>
                    <a:pt x="3343" y="2918"/>
                  </a:cubicBezTo>
                  <a:cubicBezTo>
                    <a:pt x="3344" y="2918"/>
                    <a:pt x="3346" y="2915"/>
                    <a:pt x="3350" y="2909"/>
                  </a:cubicBezTo>
                  <a:cubicBezTo>
                    <a:pt x="3350" y="2909"/>
                    <a:pt x="3360" y="2919"/>
                    <a:pt x="3350" y="2944"/>
                  </a:cubicBezTo>
                  <a:cubicBezTo>
                    <a:pt x="3356" y="2948"/>
                    <a:pt x="3360" y="2951"/>
                    <a:pt x="3364" y="2951"/>
                  </a:cubicBezTo>
                  <a:cubicBezTo>
                    <a:pt x="3369" y="2951"/>
                    <a:pt x="3373" y="2948"/>
                    <a:pt x="3382" y="2938"/>
                  </a:cubicBezTo>
                  <a:cubicBezTo>
                    <a:pt x="3391" y="2925"/>
                    <a:pt x="3397" y="2922"/>
                    <a:pt x="3401" y="2922"/>
                  </a:cubicBezTo>
                  <a:cubicBezTo>
                    <a:pt x="3405" y="2922"/>
                    <a:pt x="3407" y="2924"/>
                    <a:pt x="3410" y="2925"/>
                  </a:cubicBezTo>
                  <a:cubicBezTo>
                    <a:pt x="3411" y="2928"/>
                    <a:pt x="3413" y="2930"/>
                    <a:pt x="3416" y="2930"/>
                  </a:cubicBezTo>
                  <a:cubicBezTo>
                    <a:pt x="3420" y="2930"/>
                    <a:pt x="3426" y="2926"/>
                    <a:pt x="3435" y="2916"/>
                  </a:cubicBezTo>
                  <a:cubicBezTo>
                    <a:pt x="3448" y="2898"/>
                    <a:pt x="3465" y="2886"/>
                    <a:pt x="3476" y="2886"/>
                  </a:cubicBezTo>
                  <a:cubicBezTo>
                    <a:pt x="3478" y="2886"/>
                    <a:pt x="3480" y="2886"/>
                    <a:pt x="3482" y="2887"/>
                  </a:cubicBezTo>
                  <a:cubicBezTo>
                    <a:pt x="3491" y="2884"/>
                    <a:pt x="3497" y="2882"/>
                    <a:pt x="3500" y="2882"/>
                  </a:cubicBezTo>
                  <a:cubicBezTo>
                    <a:pt x="3507" y="2882"/>
                    <a:pt x="3501" y="2892"/>
                    <a:pt x="3482" y="2922"/>
                  </a:cubicBezTo>
                  <a:cubicBezTo>
                    <a:pt x="3466" y="2941"/>
                    <a:pt x="3473" y="2947"/>
                    <a:pt x="3479" y="2950"/>
                  </a:cubicBezTo>
                  <a:cubicBezTo>
                    <a:pt x="3479" y="2950"/>
                    <a:pt x="3482" y="2956"/>
                    <a:pt x="3473" y="2978"/>
                  </a:cubicBezTo>
                  <a:cubicBezTo>
                    <a:pt x="3469" y="2987"/>
                    <a:pt x="3469" y="2990"/>
                    <a:pt x="3471" y="2990"/>
                  </a:cubicBezTo>
                  <a:cubicBezTo>
                    <a:pt x="3474" y="2990"/>
                    <a:pt x="3484" y="2977"/>
                    <a:pt x="3495" y="2963"/>
                  </a:cubicBezTo>
                  <a:lnTo>
                    <a:pt x="3526" y="2925"/>
                  </a:lnTo>
                  <a:lnTo>
                    <a:pt x="3526" y="2925"/>
                  </a:lnTo>
                  <a:cubicBezTo>
                    <a:pt x="3532" y="2928"/>
                    <a:pt x="3504" y="2972"/>
                    <a:pt x="3488" y="2994"/>
                  </a:cubicBezTo>
                  <a:cubicBezTo>
                    <a:pt x="3476" y="3016"/>
                    <a:pt x="3469" y="3027"/>
                    <a:pt x="3470" y="3027"/>
                  </a:cubicBezTo>
                  <a:cubicBezTo>
                    <a:pt x="3471" y="3027"/>
                    <a:pt x="3479" y="3017"/>
                    <a:pt x="3495" y="2997"/>
                  </a:cubicBezTo>
                  <a:cubicBezTo>
                    <a:pt x="3504" y="2986"/>
                    <a:pt x="3516" y="2975"/>
                    <a:pt x="3522" y="2975"/>
                  </a:cubicBezTo>
                  <a:cubicBezTo>
                    <a:pt x="3526" y="2975"/>
                    <a:pt x="3528" y="2980"/>
                    <a:pt x="3526" y="2991"/>
                  </a:cubicBezTo>
                  <a:cubicBezTo>
                    <a:pt x="3538" y="3000"/>
                    <a:pt x="3548" y="3010"/>
                    <a:pt x="3532" y="3028"/>
                  </a:cubicBezTo>
                  <a:cubicBezTo>
                    <a:pt x="3528" y="3040"/>
                    <a:pt x="3530" y="3043"/>
                    <a:pt x="3534" y="3043"/>
                  </a:cubicBezTo>
                  <a:cubicBezTo>
                    <a:pt x="3538" y="3043"/>
                    <a:pt x="3545" y="3038"/>
                    <a:pt x="3545" y="3038"/>
                  </a:cubicBezTo>
                  <a:cubicBezTo>
                    <a:pt x="3552" y="3032"/>
                    <a:pt x="3557" y="3029"/>
                    <a:pt x="3561" y="3029"/>
                  </a:cubicBezTo>
                  <a:cubicBezTo>
                    <a:pt x="3567" y="3029"/>
                    <a:pt x="3570" y="3038"/>
                    <a:pt x="3570" y="3060"/>
                  </a:cubicBezTo>
                  <a:cubicBezTo>
                    <a:pt x="3568" y="3095"/>
                    <a:pt x="3567" y="3110"/>
                    <a:pt x="3572" y="3110"/>
                  </a:cubicBezTo>
                  <a:cubicBezTo>
                    <a:pt x="3576" y="3110"/>
                    <a:pt x="3584" y="3100"/>
                    <a:pt x="3598" y="3082"/>
                  </a:cubicBezTo>
                  <a:cubicBezTo>
                    <a:pt x="3607" y="3071"/>
                    <a:pt x="3616" y="3059"/>
                    <a:pt x="3617" y="3059"/>
                  </a:cubicBezTo>
                  <a:lnTo>
                    <a:pt x="3617" y="3059"/>
                  </a:lnTo>
                  <a:cubicBezTo>
                    <a:pt x="3617" y="3059"/>
                    <a:pt x="3613" y="3066"/>
                    <a:pt x="3601" y="3085"/>
                  </a:cubicBezTo>
                  <a:cubicBezTo>
                    <a:pt x="3597" y="3095"/>
                    <a:pt x="3599" y="3098"/>
                    <a:pt x="3603" y="3098"/>
                  </a:cubicBezTo>
                  <a:cubicBezTo>
                    <a:pt x="3610" y="3098"/>
                    <a:pt x="3624" y="3091"/>
                    <a:pt x="3639" y="3085"/>
                  </a:cubicBezTo>
                  <a:cubicBezTo>
                    <a:pt x="3664" y="3063"/>
                    <a:pt x="3689" y="3038"/>
                    <a:pt x="3708" y="3010"/>
                  </a:cubicBezTo>
                  <a:cubicBezTo>
                    <a:pt x="3725" y="2987"/>
                    <a:pt x="3733" y="2977"/>
                    <a:pt x="3735" y="2977"/>
                  </a:cubicBezTo>
                  <a:lnTo>
                    <a:pt x="3735" y="2977"/>
                  </a:lnTo>
                  <a:cubicBezTo>
                    <a:pt x="3737" y="2977"/>
                    <a:pt x="3736" y="2984"/>
                    <a:pt x="3733" y="2997"/>
                  </a:cubicBezTo>
                  <a:cubicBezTo>
                    <a:pt x="3739" y="3003"/>
                    <a:pt x="3730" y="3028"/>
                    <a:pt x="3714" y="3047"/>
                  </a:cubicBezTo>
                  <a:cubicBezTo>
                    <a:pt x="3702" y="3061"/>
                    <a:pt x="3696" y="3063"/>
                    <a:pt x="3693" y="3063"/>
                  </a:cubicBezTo>
                  <a:cubicBezTo>
                    <a:pt x="3692" y="3063"/>
                    <a:pt x="3692" y="3063"/>
                    <a:pt x="3692" y="3063"/>
                  </a:cubicBezTo>
                  <a:lnTo>
                    <a:pt x="3686" y="3057"/>
                  </a:lnTo>
                  <a:cubicBezTo>
                    <a:pt x="3670" y="3079"/>
                    <a:pt x="3654" y="3097"/>
                    <a:pt x="3667" y="3107"/>
                  </a:cubicBezTo>
                  <a:cubicBezTo>
                    <a:pt x="3662" y="3121"/>
                    <a:pt x="3660" y="3128"/>
                    <a:pt x="3663" y="3128"/>
                  </a:cubicBezTo>
                  <a:cubicBezTo>
                    <a:pt x="3665" y="3128"/>
                    <a:pt x="3670" y="3124"/>
                    <a:pt x="3676" y="3116"/>
                  </a:cubicBezTo>
                  <a:lnTo>
                    <a:pt x="3676" y="3116"/>
                  </a:lnTo>
                  <a:cubicBezTo>
                    <a:pt x="3667" y="3129"/>
                    <a:pt x="3673" y="3148"/>
                    <a:pt x="3689" y="3157"/>
                  </a:cubicBezTo>
                  <a:cubicBezTo>
                    <a:pt x="3705" y="3166"/>
                    <a:pt x="3711" y="3185"/>
                    <a:pt x="3705" y="3204"/>
                  </a:cubicBezTo>
                  <a:cubicBezTo>
                    <a:pt x="3710" y="3208"/>
                    <a:pt x="3714" y="3211"/>
                    <a:pt x="3718" y="3211"/>
                  </a:cubicBezTo>
                  <a:cubicBezTo>
                    <a:pt x="3723" y="3211"/>
                    <a:pt x="3728" y="3208"/>
                    <a:pt x="3736" y="3198"/>
                  </a:cubicBezTo>
                  <a:cubicBezTo>
                    <a:pt x="3753" y="3176"/>
                    <a:pt x="3762" y="3167"/>
                    <a:pt x="3765" y="3167"/>
                  </a:cubicBezTo>
                  <a:lnTo>
                    <a:pt x="3765" y="3167"/>
                  </a:lnTo>
                  <a:cubicBezTo>
                    <a:pt x="3768" y="3167"/>
                    <a:pt x="3765" y="3173"/>
                    <a:pt x="3758" y="3182"/>
                  </a:cubicBezTo>
                  <a:cubicBezTo>
                    <a:pt x="3737" y="3218"/>
                    <a:pt x="3770" y="3278"/>
                    <a:pt x="3803" y="3278"/>
                  </a:cubicBezTo>
                  <a:cubicBezTo>
                    <a:pt x="3810" y="3278"/>
                    <a:pt x="3817" y="3276"/>
                    <a:pt x="3824" y="3270"/>
                  </a:cubicBezTo>
                  <a:lnTo>
                    <a:pt x="3833" y="3276"/>
                  </a:lnTo>
                  <a:cubicBezTo>
                    <a:pt x="3831" y="3301"/>
                    <a:pt x="3850" y="3322"/>
                    <a:pt x="3868" y="3322"/>
                  </a:cubicBezTo>
                  <a:cubicBezTo>
                    <a:pt x="3873" y="3322"/>
                    <a:pt x="3879" y="3320"/>
                    <a:pt x="3883" y="3317"/>
                  </a:cubicBezTo>
                  <a:lnTo>
                    <a:pt x="3899" y="3329"/>
                  </a:lnTo>
                  <a:cubicBezTo>
                    <a:pt x="3895" y="3349"/>
                    <a:pt x="3896" y="3357"/>
                    <a:pt x="3902" y="3357"/>
                  </a:cubicBezTo>
                  <a:cubicBezTo>
                    <a:pt x="3906" y="3357"/>
                    <a:pt x="3912" y="3354"/>
                    <a:pt x="3921" y="3348"/>
                  </a:cubicBezTo>
                  <a:cubicBezTo>
                    <a:pt x="3934" y="3337"/>
                    <a:pt x="3946" y="3325"/>
                    <a:pt x="3946" y="3325"/>
                  </a:cubicBezTo>
                  <a:lnTo>
                    <a:pt x="3946" y="3325"/>
                  </a:lnTo>
                  <a:cubicBezTo>
                    <a:pt x="3946" y="3325"/>
                    <a:pt x="3944" y="3327"/>
                    <a:pt x="3940" y="3332"/>
                  </a:cubicBezTo>
                  <a:cubicBezTo>
                    <a:pt x="3924" y="3354"/>
                    <a:pt x="3936" y="3361"/>
                    <a:pt x="3958" y="3379"/>
                  </a:cubicBezTo>
                  <a:cubicBezTo>
                    <a:pt x="3969" y="3388"/>
                    <a:pt x="3973" y="3393"/>
                    <a:pt x="3977" y="3393"/>
                  </a:cubicBezTo>
                  <a:cubicBezTo>
                    <a:pt x="3981" y="3393"/>
                    <a:pt x="3983" y="3387"/>
                    <a:pt x="3990" y="3373"/>
                  </a:cubicBezTo>
                  <a:cubicBezTo>
                    <a:pt x="3992" y="3373"/>
                    <a:pt x="3994" y="3373"/>
                    <a:pt x="3996" y="3373"/>
                  </a:cubicBezTo>
                  <a:cubicBezTo>
                    <a:pt x="4025" y="3373"/>
                    <a:pt x="4011" y="3393"/>
                    <a:pt x="3996" y="3411"/>
                  </a:cubicBezTo>
                  <a:cubicBezTo>
                    <a:pt x="3978" y="3428"/>
                    <a:pt x="3970" y="3439"/>
                    <a:pt x="3974" y="3439"/>
                  </a:cubicBezTo>
                  <a:cubicBezTo>
                    <a:pt x="3978" y="3439"/>
                    <a:pt x="3994" y="3427"/>
                    <a:pt x="4021" y="3398"/>
                  </a:cubicBezTo>
                  <a:cubicBezTo>
                    <a:pt x="4039" y="3382"/>
                    <a:pt x="4051" y="3375"/>
                    <a:pt x="4056" y="3375"/>
                  </a:cubicBezTo>
                  <a:cubicBezTo>
                    <a:pt x="4062" y="3375"/>
                    <a:pt x="4060" y="3382"/>
                    <a:pt x="4052" y="3392"/>
                  </a:cubicBezTo>
                  <a:cubicBezTo>
                    <a:pt x="4043" y="3404"/>
                    <a:pt x="4038" y="3408"/>
                    <a:pt x="4034" y="3408"/>
                  </a:cubicBezTo>
                  <a:cubicBezTo>
                    <a:pt x="4031" y="3408"/>
                    <a:pt x="4029" y="3406"/>
                    <a:pt x="4027" y="3405"/>
                  </a:cubicBezTo>
                  <a:lnTo>
                    <a:pt x="3996" y="3445"/>
                  </a:lnTo>
                  <a:cubicBezTo>
                    <a:pt x="3997" y="3446"/>
                    <a:pt x="3998" y="3447"/>
                    <a:pt x="3999" y="3447"/>
                  </a:cubicBezTo>
                  <a:cubicBezTo>
                    <a:pt x="4001" y="3447"/>
                    <a:pt x="4006" y="3444"/>
                    <a:pt x="4021" y="3433"/>
                  </a:cubicBezTo>
                  <a:cubicBezTo>
                    <a:pt x="4021" y="3433"/>
                    <a:pt x="4022" y="3433"/>
                    <a:pt x="4023" y="3433"/>
                  </a:cubicBezTo>
                  <a:cubicBezTo>
                    <a:pt x="4027" y="3433"/>
                    <a:pt x="4035" y="3432"/>
                    <a:pt x="4049" y="3423"/>
                  </a:cubicBezTo>
                  <a:cubicBezTo>
                    <a:pt x="4068" y="3408"/>
                    <a:pt x="4084" y="3386"/>
                    <a:pt x="4093" y="3364"/>
                  </a:cubicBezTo>
                  <a:cubicBezTo>
                    <a:pt x="4101" y="3349"/>
                    <a:pt x="4105" y="3344"/>
                    <a:pt x="4108" y="3344"/>
                  </a:cubicBezTo>
                  <a:cubicBezTo>
                    <a:pt x="4111" y="3344"/>
                    <a:pt x="4113" y="3346"/>
                    <a:pt x="4115" y="3348"/>
                  </a:cubicBezTo>
                  <a:cubicBezTo>
                    <a:pt x="4112" y="3373"/>
                    <a:pt x="4096" y="3395"/>
                    <a:pt x="4074" y="3411"/>
                  </a:cubicBezTo>
                  <a:cubicBezTo>
                    <a:pt x="4074" y="3411"/>
                    <a:pt x="4073" y="3410"/>
                    <a:pt x="4073" y="3410"/>
                  </a:cubicBezTo>
                  <a:cubicBezTo>
                    <a:pt x="4066" y="3410"/>
                    <a:pt x="4051" y="3428"/>
                    <a:pt x="4037" y="3445"/>
                  </a:cubicBezTo>
                  <a:cubicBezTo>
                    <a:pt x="4032" y="3452"/>
                    <a:pt x="4034" y="3455"/>
                    <a:pt x="4040" y="3455"/>
                  </a:cubicBezTo>
                  <a:cubicBezTo>
                    <a:pt x="4054" y="3455"/>
                    <a:pt x="4091" y="3438"/>
                    <a:pt x="4115" y="3414"/>
                  </a:cubicBezTo>
                  <a:lnTo>
                    <a:pt x="4115" y="3414"/>
                  </a:lnTo>
                  <a:cubicBezTo>
                    <a:pt x="4111" y="3419"/>
                    <a:pt x="4106" y="3425"/>
                    <a:pt x="4099" y="3433"/>
                  </a:cubicBezTo>
                  <a:cubicBezTo>
                    <a:pt x="4084" y="3452"/>
                    <a:pt x="4096" y="3461"/>
                    <a:pt x="4106" y="3470"/>
                  </a:cubicBezTo>
                  <a:cubicBezTo>
                    <a:pt x="4112" y="3475"/>
                    <a:pt x="4116" y="3478"/>
                    <a:pt x="4121" y="3478"/>
                  </a:cubicBezTo>
                  <a:cubicBezTo>
                    <a:pt x="4126" y="3478"/>
                    <a:pt x="4130" y="3474"/>
                    <a:pt x="4137" y="3464"/>
                  </a:cubicBezTo>
                  <a:cubicBezTo>
                    <a:pt x="4151" y="3448"/>
                    <a:pt x="4165" y="3429"/>
                    <a:pt x="4172" y="3429"/>
                  </a:cubicBezTo>
                  <a:cubicBezTo>
                    <a:pt x="4173" y="3429"/>
                    <a:pt x="4174" y="3429"/>
                    <a:pt x="4175" y="3430"/>
                  </a:cubicBezTo>
                  <a:cubicBezTo>
                    <a:pt x="4168" y="3423"/>
                    <a:pt x="4184" y="3405"/>
                    <a:pt x="4200" y="3386"/>
                  </a:cubicBezTo>
                  <a:lnTo>
                    <a:pt x="4200" y="3386"/>
                  </a:lnTo>
                  <a:cubicBezTo>
                    <a:pt x="4197" y="3405"/>
                    <a:pt x="4193" y="3420"/>
                    <a:pt x="4187" y="3439"/>
                  </a:cubicBezTo>
                  <a:cubicBezTo>
                    <a:pt x="4165" y="3486"/>
                    <a:pt x="4162" y="3514"/>
                    <a:pt x="4181" y="3533"/>
                  </a:cubicBezTo>
                  <a:cubicBezTo>
                    <a:pt x="4200" y="3542"/>
                    <a:pt x="4206" y="3561"/>
                    <a:pt x="4200" y="3580"/>
                  </a:cubicBezTo>
                  <a:cubicBezTo>
                    <a:pt x="4204" y="3584"/>
                    <a:pt x="4208" y="3587"/>
                    <a:pt x="4212" y="3587"/>
                  </a:cubicBezTo>
                  <a:cubicBezTo>
                    <a:pt x="4217" y="3587"/>
                    <a:pt x="4223" y="3584"/>
                    <a:pt x="4231" y="3574"/>
                  </a:cubicBezTo>
                  <a:lnTo>
                    <a:pt x="4240" y="3583"/>
                  </a:lnTo>
                  <a:cubicBezTo>
                    <a:pt x="4235" y="3597"/>
                    <a:pt x="4236" y="3606"/>
                    <a:pt x="4242" y="3606"/>
                  </a:cubicBezTo>
                  <a:cubicBezTo>
                    <a:pt x="4245" y="3606"/>
                    <a:pt x="4250" y="3603"/>
                    <a:pt x="4256" y="3596"/>
                  </a:cubicBezTo>
                  <a:cubicBezTo>
                    <a:pt x="4261" y="3592"/>
                    <a:pt x="4265" y="3591"/>
                    <a:pt x="4267" y="3591"/>
                  </a:cubicBezTo>
                  <a:cubicBezTo>
                    <a:pt x="4274" y="3591"/>
                    <a:pt x="4270" y="3606"/>
                    <a:pt x="4275" y="3608"/>
                  </a:cubicBezTo>
                  <a:cubicBezTo>
                    <a:pt x="4265" y="3632"/>
                    <a:pt x="4259" y="3644"/>
                    <a:pt x="4260" y="3644"/>
                  </a:cubicBezTo>
                  <a:cubicBezTo>
                    <a:pt x="4262" y="3644"/>
                    <a:pt x="4272" y="3628"/>
                    <a:pt x="4294" y="3593"/>
                  </a:cubicBezTo>
                  <a:cubicBezTo>
                    <a:pt x="4309" y="3574"/>
                    <a:pt x="4316" y="3546"/>
                    <a:pt x="4309" y="3539"/>
                  </a:cubicBezTo>
                  <a:lnTo>
                    <a:pt x="4294" y="3527"/>
                  </a:lnTo>
                  <a:lnTo>
                    <a:pt x="4325" y="3520"/>
                  </a:lnTo>
                  <a:cubicBezTo>
                    <a:pt x="4326" y="3521"/>
                    <a:pt x="4327" y="3521"/>
                    <a:pt x="4328" y="3521"/>
                  </a:cubicBezTo>
                  <a:cubicBezTo>
                    <a:pt x="4338" y="3521"/>
                    <a:pt x="4358" y="3512"/>
                    <a:pt x="4372" y="3495"/>
                  </a:cubicBezTo>
                  <a:cubicBezTo>
                    <a:pt x="4372" y="3495"/>
                    <a:pt x="4384" y="3479"/>
                    <a:pt x="4391" y="3479"/>
                  </a:cubicBezTo>
                  <a:cubicBezTo>
                    <a:pt x="4392" y="3479"/>
                    <a:pt x="4393" y="3479"/>
                    <a:pt x="4394" y="3480"/>
                  </a:cubicBezTo>
                  <a:lnTo>
                    <a:pt x="4363" y="3517"/>
                  </a:lnTo>
                  <a:cubicBezTo>
                    <a:pt x="4341" y="3533"/>
                    <a:pt x="4325" y="3552"/>
                    <a:pt x="4309" y="3574"/>
                  </a:cubicBezTo>
                  <a:cubicBezTo>
                    <a:pt x="4292" y="3604"/>
                    <a:pt x="4287" y="3628"/>
                    <a:pt x="4295" y="3628"/>
                  </a:cubicBezTo>
                  <a:cubicBezTo>
                    <a:pt x="4299" y="3628"/>
                    <a:pt x="4306" y="3623"/>
                    <a:pt x="4316" y="3611"/>
                  </a:cubicBezTo>
                  <a:lnTo>
                    <a:pt x="4316" y="3611"/>
                  </a:lnTo>
                  <a:cubicBezTo>
                    <a:pt x="4322" y="3614"/>
                    <a:pt x="4322" y="3614"/>
                    <a:pt x="4309" y="3640"/>
                  </a:cubicBezTo>
                  <a:cubicBezTo>
                    <a:pt x="4302" y="3649"/>
                    <a:pt x="4299" y="3655"/>
                    <a:pt x="4303" y="3655"/>
                  </a:cubicBezTo>
                  <a:cubicBezTo>
                    <a:pt x="4307" y="3655"/>
                    <a:pt x="4318" y="3648"/>
                    <a:pt x="4338" y="3630"/>
                  </a:cubicBezTo>
                  <a:cubicBezTo>
                    <a:pt x="4354" y="3614"/>
                    <a:pt x="4364" y="3605"/>
                    <a:pt x="4368" y="3605"/>
                  </a:cubicBezTo>
                  <a:cubicBezTo>
                    <a:pt x="4372" y="3605"/>
                    <a:pt x="4367" y="3618"/>
                    <a:pt x="4353" y="3643"/>
                  </a:cubicBezTo>
                  <a:cubicBezTo>
                    <a:pt x="4339" y="3678"/>
                    <a:pt x="4346" y="3697"/>
                    <a:pt x="4357" y="3697"/>
                  </a:cubicBezTo>
                  <a:cubicBezTo>
                    <a:pt x="4361" y="3697"/>
                    <a:pt x="4365" y="3695"/>
                    <a:pt x="4369" y="3690"/>
                  </a:cubicBezTo>
                  <a:cubicBezTo>
                    <a:pt x="4383" y="3671"/>
                    <a:pt x="4395" y="3663"/>
                    <a:pt x="4402" y="3663"/>
                  </a:cubicBezTo>
                  <a:cubicBezTo>
                    <a:pt x="4409" y="3663"/>
                    <a:pt x="4412" y="3673"/>
                    <a:pt x="4407" y="3687"/>
                  </a:cubicBezTo>
                  <a:cubicBezTo>
                    <a:pt x="4401" y="3702"/>
                    <a:pt x="4401" y="3709"/>
                    <a:pt x="4406" y="3709"/>
                  </a:cubicBezTo>
                  <a:cubicBezTo>
                    <a:pt x="4409" y="3709"/>
                    <a:pt x="4415" y="3705"/>
                    <a:pt x="4422" y="3699"/>
                  </a:cubicBezTo>
                  <a:lnTo>
                    <a:pt x="4422" y="3699"/>
                  </a:lnTo>
                  <a:cubicBezTo>
                    <a:pt x="4410" y="3716"/>
                    <a:pt x="4402" y="3733"/>
                    <a:pt x="4408" y="3733"/>
                  </a:cubicBezTo>
                  <a:cubicBezTo>
                    <a:pt x="4410" y="3733"/>
                    <a:pt x="4414" y="3731"/>
                    <a:pt x="4419" y="3727"/>
                  </a:cubicBezTo>
                  <a:cubicBezTo>
                    <a:pt x="4419" y="3727"/>
                    <a:pt x="4420" y="3728"/>
                    <a:pt x="4421" y="3728"/>
                  </a:cubicBezTo>
                  <a:cubicBezTo>
                    <a:pt x="4424" y="3728"/>
                    <a:pt x="4428" y="3725"/>
                    <a:pt x="4435" y="3709"/>
                  </a:cubicBezTo>
                  <a:lnTo>
                    <a:pt x="4475" y="3677"/>
                  </a:lnTo>
                  <a:cubicBezTo>
                    <a:pt x="4469" y="3674"/>
                    <a:pt x="4485" y="3652"/>
                    <a:pt x="4501" y="3633"/>
                  </a:cubicBezTo>
                  <a:cubicBezTo>
                    <a:pt x="4503" y="3630"/>
                    <a:pt x="4506" y="3628"/>
                    <a:pt x="4508" y="3628"/>
                  </a:cubicBezTo>
                  <a:cubicBezTo>
                    <a:pt x="4517" y="3628"/>
                    <a:pt x="4516" y="3664"/>
                    <a:pt x="4488" y="3721"/>
                  </a:cubicBezTo>
                  <a:lnTo>
                    <a:pt x="4466" y="3768"/>
                  </a:lnTo>
                  <a:cubicBezTo>
                    <a:pt x="4482" y="3749"/>
                    <a:pt x="4497" y="3730"/>
                    <a:pt x="4497" y="3730"/>
                  </a:cubicBezTo>
                  <a:lnTo>
                    <a:pt x="4497" y="3730"/>
                  </a:lnTo>
                  <a:cubicBezTo>
                    <a:pt x="4504" y="3734"/>
                    <a:pt x="4510" y="3737"/>
                    <a:pt x="4494" y="3759"/>
                  </a:cubicBezTo>
                  <a:cubicBezTo>
                    <a:pt x="4479" y="3777"/>
                    <a:pt x="4479" y="3777"/>
                    <a:pt x="4482" y="3781"/>
                  </a:cubicBezTo>
                  <a:cubicBezTo>
                    <a:pt x="4482" y="3781"/>
                    <a:pt x="4483" y="3782"/>
                    <a:pt x="4485" y="3782"/>
                  </a:cubicBezTo>
                  <a:cubicBezTo>
                    <a:pt x="4488" y="3782"/>
                    <a:pt x="4494" y="3779"/>
                    <a:pt x="4504" y="3768"/>
                  </a:cubicBezTo>
                  <a:cubicBezTo>
                    <a:pt x="4521" y="3745"/>
                    <a:pt x="4529" y="3735"/>
                    <a:pt x="4531" y="3735"/>
                  </a:cubicBezTo>
                  <a:lnTo>
                    <a:pt x="4531" y="3735"/>
                  </a:lnTo>
                  <a:cubicBezTo>
                    <a:pt x="4532" y="3735"/>
                    <a:pt x="4530" y="3741"/>
                    <a:pt x="4526" y="3752"/>
                  </a:cubicBezTo>
                  <a:cubicBezTo>
                    <a:pt x="4512" y="3777"/>
                    <a:pt x="4507" y="3788"/>
                    <a:pt x="4511" y="3788"/>
                  </a:cubicBezTo>
                  <a:cubicBezTo>
                    <a:pt x="4514" y="3788"/>
                    <a:pt x="4524" y="3780"/>
                    <a:pt x="4541" y="3765"/>
                  </a:cubicBezTo>
                  <a:cubicBezTo>
                    <a:pt x="4557" y="3745"/>
                    <a:pt x="4564" y="3735"/>
                    <a:pt x="4565" y="3735"/>
                  </a:cubicBezTo>
                  <a:lnTo>
                    <a:pt x="4565" y="3735"/>
                  </a:lnTo>
                  <a:cubicBezTo>
                    <a:pt x="4567" y="3735"/>
                    <a:pt x="4560" y="3746"/>
                    <a:pt x="4548" y="3768"/>
                  </a:cubicBezTo>
                  <a:cubicBezTo>
                    <a:pt x="4532" y="3790"/>
                    <a:pt x="4519" y="3812"/>
                    <a:pt x="4526" y="3818"/>
                  </a:cubicBezTo>
                  <a:lnTo>
                    <a:pt x="4541" y="3796"/>
                  </a:lnTo>
                  <a:cubicBezTo>
                    <a:pt x="4558" y="3776"/>
                    <a:pt x="4567" y="3768"/>
                    <a:pt x="4571" y="3768"/>
                  </a:cubicBezTo>
                  <a:cubicBezTo>
                    <a:pt x="4575" y="3768"/>
                    <a:pt x="4574" y="3775"/>
                    <a:pt x="4569" y="3787"/>
                  </a:cubicBezTo>
                  <a:cubicBezTo>
                    <a:pt x="4559" y="3799"/>
                    <a:pt x="4557" y="3806"/>
                    <a:pt x="4564" y="3806"/>
                  </a:cubicBezTo>
                  <a:cubicBezTo>
                    <a:pt x="4568" y="3806"/>
                    <a:pt x="4575" y="3804"/>
                    <a:pt x="4585" y="3799"/>
                  </a:cubicBezTo>
                  <a:cubicBezTo>
                    <a:pt x="4595" y="3809"/>
                    <a:pt x="4601" y="3812"/>
                    <a:pt x="4585" y="3834"/>
                  </a:cubicBezTo>
                  <a:cubicBezTo>
                    <a:pt x="4569" y="3853"/>
                    <a:pt x="4561" y="3862"/>
                    <a:pt x="4562" y="3862"/>
                  </a:cubicBezTo>
                  <a:cubicBezTo>
                    <a:pt x="4564" y="3862"/>
                    <a:pt x="4573" y="3854"/>
                    <a:pt x="4591" y="3837"/>
                  </a:cubicBezTo>
                  <a:cubicBezTo>
                    <a:pt x="4599" y="3830"/>
                    <a:pt x="4604" y="3826"/>
                    <a:pt x="4606" y="3826"/>
                  </a:cubicBezTo>
                  <a:cubicBezTo>
                    <a:pt x="4610" y="3826"/>
                    <a:pt x="4609" y="3833"/>
                    <a:pt x="4607" y="3850"/>
                  </a:cubicBezTo>
                  <a:cubicBezTo>
                    <a:pt x="4600" y="3864"/>
                    <a:pt x="4597" y="3870"/>
                    <a:pt x="4599" y="3870"/>
                  </a:cubicBezTo>
                  <a:cubicBezTo>
                    <a:pt x="4601" y="3870"/>
                    <a:pt x="4607" y="3866"/>
                    <a:pt x="4616" y="3859"/>
                  </a:cubicBezTo>
                  <a:cubicBezTo>
                    <a:pt x="4648" y="3821"/>
                    <a:pt x="4663" y="3799"/>
                    <a:pt x="4657" y="3796"/>
                  </a:cubicBezTo>
                  <a:cubicBezTo>
                    <a:pt x="4654" y="3790"/>
                    <a:pt x="4654" y="3790"/>
                    <a:pt x="4670" y="3771"/>
                  </a:cubicBezTo>
                  <a:lnTo>
                    <a:pt x="4679" y="3781"/>
                  </a:lnTo>
                  <a:cubicBezTo>
                    <a:pt x="4683" y="3782"/>
                    <a:pt x="4685" y="3785"/>
                    <a:pt x="4691" y="3785"/>
                  </a:cubicBezTo>
                  <a:cubicBezTo>
                    <a:pt x="4696" y="3785"/>
                    <a:pt x="4704" y="3783"/>
                    <a:pt x="4717" y="3777"/>
                  </a:cubicBezTo>
                  <a:cubicBezTo>
                    <a:pt x="4739" y="3769"/>
                    <a:pt x="4765" y="3737"/>
                    <a:pt x="4755" y="3737"/>
                  </a:cubicBezTo>
                  <a:cubicBezTo>
                    <a:pt x="4754" y="3737"/>
                    <a:pt x="4751" y="3738"/>
                    <a:pt x="4748" y="3740"/>
                  </a:cubicBezTo>
                  <a:lnTo>
                    <a:pt x="4757" y="3715"/>
                  </a:lnTo>
                  <a:cubicBezTo>
                    <a:pt x="4783" y="3683"/>
                    <a:pt x="4791" y="3665"/>
                    <a:pt x="4786" y="3665"/>
                  </a:cubicBezTo>
                  <a:lnTo>
                    <a:pt x="4786" y="3665"/>
                  </a:lnTo>
                  <a:cubicBezTo>
                    <a:pt x="4781" y="3665"/>
                    <a:pt x="4767" y="3678"/>
                    <a:pt x="4745" y="3705"/>
                  </a:cubicBezTo>
                  <a:cubicBezTo>
                    <a:pt x="4720" y="3737"/>
                    <a:pt x="4708" y="3752"/>
                    <a:pt x="4707" y="3752"/>
                  </a:cubicBezTo>
                  <a:cubicBezTo>
                    <a:pt x="4706" y="3752"/>
                    <a:pt x="4713" y="3741"/>
                    <a:pt x="4726" y="3721"/>
                  </a:cubicBezTo>
                  <a:cubicBezTo>
                    <a:pt x="4757" y="3680"/>
                    <a:pt x="4751" y="3677"/>
                    <a:pt x="4745" y="3671"/>
                  </a:cubicBezTo>
                  <a:cubicBezTo>
                    <a:pt x="4742" y="3668"/>
                    <a:pt x="4742" y="3668"/>
                    <a:pt x="4754" y="3649"/>
                  </a:cubicBezTo>
                  <a:cubicBezTo>
                    <a:pt x="4770" y="3627"/>
                    <a:pt x="4783" y="3605"/>
                    <a:pt x="4776" y="3599"/>
                  </a:cubicBezTo>
                  <a:cubicBezTo>
                    <a:pt x="4774" y="3598"/>
                    <a:pt x="4773" y="3597"/>
                    <a:pt x="4772" y="3597"/>
                  </a:cubicBezTo>
                  <a:cubicBezTo>
                    <a:pt x="4769" y="3597"/>
                    <a:pt x="4765" y="3601"/>
                    <a:pt x="4754" y="3614"/>
                  </a:cubicBezTo>
                  <a:cubicBezTo>
                    <a:pt x="4751" y="3624"/>
                    <a:pt x="4748" y="3628"/>
                    <a:pt x="4746" y="3628"/>
                  </a:cubicBezTo>
                  <a:cubicBezTo>
                    <a:pt x="4743" y="3628"/>
                    <a:pt x="4745" y="3614"/>
                    <a:pt x="4761" y="3586"/>
                  </a:cubicBezTo>
                  <a:cubicBezTo>
                    <a:pt x="4765" y="3575"/>
                    <a:pt x="4767" y="3569"/>
                    <a:pt x="4766" y="3569"/>
                  </a:cubicBezTo>
                  <a:lnTo>
                    <a:pt x="4766" y="3569"/>
                  </a:lnTo>
                  <a:cubicBezTo>
                    <a:pt x="4764" y="3569"/>
                    <a:pt x="4756" y="3579"/>
                    <a:pt x="4739" y="3602"/>
                  </a:cubicBezTo>
                  <a:cubicBezTo>
                    <a:pt x="4725" y="3620"/>
                    <a:pt x="4716" y="3628"/>
                    <a:pt x="4711" y="3628"/>
                  </a:cubicBezTo>
                  <a:cubicBezTo>
                    <a:pt x="4706" y="3628"/>
                    <a:pt x="4709" y="3614"/>
                    <a:pt x="4723" y="3589"/>
                  </a:cubicBezTo>
                  <a:lnTo>
                    <a:pt x="4714" y="3580"/>
                  </a:lnTo>
                  <a:cubicBezTo>
                    <a:pt x="4713" y="3579"/>
                    <a:pt x="4712" y="3579"/>
                    <a:pt x="4711" y="3579"/>
                  </a:cubicBezTo>
                  <a:cubicBezTo>
                    <a:pt x="4704" y="3579"/>
                    <a:pt x="4690" y="3598"/>
                    <a:pt x="4676" y="3614"/>
                  </a:cubicBezTo>
                  <a:cubicBezTo>
                    <a:pt x="4658" y="3637"/>
                    <a:pt x="4651" y="3647"/>
                    <a:pt x="4649" y="3647"/>
                  </a:cubicBezTo>
                  <a:cubicBezTo>
                    <a:pt x="4648" y="3647"/>
                    <a:pt x="4650" y="3641"/>
                    <a:pt x="4654" y="3630"/>
                  </a:cubicBezTo>
                  <a:cubicBezTo>
                    <a:pt x="4660" y="3614"/>
                    <a:pt x="4670" y="3599"/>
                    <a:pt x="4679" y="3586"/>
                  </a:cubicBezTo>
                  <a:cubicBezTo>
                    <a:pt x="4695" y="3567"/>
                    <a:pt x="4692" y="3561"/>
                    <a:pt x="4685" y="3558"/>
                  </a:cubicBezTo>
                  <a:cubicBezTo>
                    <a:pt x="4682" y="3555"/>
                    <a:pt x="4678" y="3551"/>
                    <a:pt x="4672" y="3551"/>
                  </a:cubicBezTo>
                  <a:cubicBezTo>
                    <a:pt x="4668" y="3551"/>
                    <a:pt x="4661" y="3554"/>
                    <a:pt x="4654" y="3564"/>
                  </a:cubicBezTo>
                  <a:lnTo>
                    <a:pt x="4670" y="3542"/>
                  </a:lnTo>
                  <a:cubicBezTo>
                    <a:pt x="4666" y="3540"/>
                    <a:pt x="4671" y="3531"/>
                    <a:pt x="4671" y="3531"/>
                  </a:cubicBezTo>
                  <a:lnTo>
                    <a:pt x="4671" y="3531"/>
                  </a:lnTo>
                  <a:cubicBezTo>
                    <a:pt x="4670" y="3531"/>
                    <a:pt x="4669" y="3533"/>
                    <a:pt x="4663" y="3539"/>
                  </a:cubicBezTo>
                  <a:cubicBezTo>
                    <a:pt x="4663" y="3539"/>
                    <a:pt x="4657" y="3536"/>
                    <a:pt x="4663" y="3505"/>
                  </a:cubicBezTo>
                  <a:cubicBezTo>
                    <a:pt x="4665" y="3497"/>
                    <a:pt x="4663" y="3494"/>
                    <a:pt x="4658" y="3494"/>
                  </a:cubicBezTo>
                  <a:cubicBezTo>
                    <a:pt x="4645" y="3494"/>
                    <a:pt x="4616" y="3519"/>
                    <a:pt x="4607" y="3558"/>
                  </a:cubicBezTo>
                  <a:lnTo>
                    <a:pt x="4601" y="3552"/>
                  </a:lnTo>
                  <a:cubicBezTo>
                    <a:pt x="4600" y="3552"/>
                    <a:pt x="4600" y="3551"/>
                    <a:pt x="4599" y="3551"/>
                  </a:cubicBezTo>
                  <a:cubicBezTo>
                    <a:pt x="4592" y="3551"/>
                    <a:pt x="4579" y="3567"/>
                    <a:pt x="4579" y="3567"/>
                  </a:cubicBezTo>
                  <a:cubicBezTo>
                    <a:pt x="4569" y="3579"/>
                    <a:pt x="4564" y="3582"/>
                    <a:pt x="4560" y="3582"/>
                  </a:cubicBezTo>
                  <a:cubicBezTo>
                    <a:pt x="4558" y="3582"/>
                    <a:pt x="4556" y="3581"/>
                    <a:pt x="4554" y="3580"/>
                  </a:cubicBezTo>
                  <a:lnTo>
                    <a:pt x="4585" y="3539"/>
                  </a:lnTo>
                  <a:cubicBezTo>
                    <a:pt x="4616" y="3504"/>
                    <a:pt x="4630" y="3480"/>
                    <a:pt x="4624" y="3480"/>
                  </a:cubicBezTo>
                  <a:lnTo>
                    <a:pt x="4624" y="3480"/>
                  </a:lnTo>
                  <a:cubicBezTo>
                    <a:pt x="4620" y="3480"/>
                    <a:pt x="4609" y="3490"/>
                    <a:pt x="4588" y="3511"/>
                  </a:cubicBezTo>
                  <a:lnTo>
                    <a:pt x="4604" y="3489"/>
                  </a:lnTo>
                  <a:cubicBezTo>
                    <a:pt x="4614" y="3477"/>
                    <a:pt x="4616" y="3471"/>
                    <a:pt x="4609" y="3471"/>
                  </a:cubicBezTo>
                  <a:cubicBezTo>
                    <a:pt x="4605" y="3471"/>
                    <a:pt x="4598" y="3473"/>
                    <a:pt x="4588" y="3477"/>
                  </a:cubicBezTo>
                  <a:cubicBezTo>
                    <a:pt x="4588" y="3476"/>
                    <a:pt x="4588" y="3476"/>
                    <a:pt x="4588" y="3476"/>
                  </a:cubicBezTo>
                  <a:cubicBezTo>
                    <a:pt x="4582" y="3476"/>
                    <a:pt x="4547" y="3509"/>
                    <a:pt x="4532" y="3527"/>
                  </a:cubicBezTo>
                  <a:cubicBezTo>
                    <a:pt x="4522" y="3541"/>
                    <a:pt x="4516" y="3543"/>
                    <a:pt x="4513" y="3543"/>
                  </a:cubicBezTo>
                  <a:cubicBezTo>
                    <a:pt x="4511" y="3543"/>
                    <a:pt x="4510" y="3542"/>
                    <a:pt x="4510" y="3542"/>
                  </a:cubicBezTo>
                  <a:cubicBezTo>
                    <a:pt x="4507" y="3539"/>
                    <a:pt x="4507" y="3539"/>
                    <a:pt x="4519" y="3517"/>
                  </a:cubicBezTo>
                  <a:cubicBezTo>
                    <a:pt x="4537" y="3496"/>
                    <a:pt x="4542" y="3483"/>
                    <a:pt x="4535" y="3483"/>
                  </a:cubicBezTo>
                  <a:cubicBezTo>
                    <a:pt x="4531" y="3483"/>
                    <a:pt x="4520" y="3490"/>
                    <a:pt x="4504" y="3505"/>
                  </a:cubicBezTo>
                  <a:lnTo>
                    <a:pt x="4519" y="3486"/>
                  </a:lnTo>
                  <a:cubicBezTo>
                    <a:pt x="4535" y="3467"/>
                    <a:pt x="4548" y="3442"/>
                    <a:pt x="4504" y="3439"/>
                  </a:cubicBezTo>
                  <a:cubicBezTo>
                    <a:pt x="4482" y="3420"/>
                    <a:pt x="4466" y="3408"/>
                    <a:pt x="4482" y="3389"/>
                  </a:cubicBezTo>
                  <a:cubicBezTo>
                    <a:pt x="4486" y="3384"/>
                    <a:pt x="4485" y="3381"/>
                    <a:pt x="4481" y="3381"/>
                  </a:cubicBezTo>
                  <a:cubicBezTo>
                    <a:pt x="4469" y="3381"/>
                    <a:pt x="4433" y="3397"/>
                    <a:pt x="4403" y="3420"/>
                  </a:cubicBezTo>
                  <a:cubicBezTo>
                    <a:pt x="4419" y="3401"/>
                    <a:pt x="4413" y="3398"/>
                    <a:pt x="4403" y="3389"/>
                  </a:cubicBezTo>
                  <a:cubicBezTo>
                    <a:pt x="4385" y="3373"/>
                    <a:pt x="4385" y="3373"/>
                    <a:pt x="4400" y="3354"/>
                  </a:cubicBezTo>
                  <a:cubicBezTo>
                    <a:pt x="4419" y="3337"/>
                    <a:pt x="4429" y="3328"/>
                    <a:pt x="4428" y="3328"/>
                  </a:cubicBezTo>
                  <a:lnTo>
                    <a:pt x="4428" y="3328"/>
                  </a:lnTo>
                  <a:cubicBezTo>
                    <a:pt x="4427" y="3328"/>
                    <a:pt x="4417" y="3336"/>
                    <a:pt x="4397" y="3351"/>
                  </a:cubicBezTo>
                  <a:cubicBezTo>
                    <a:pt x="4386" y="3361"/>
                    <a:pt x="4378" y="3365"/>
                    <a:pt x="4374" y="3365"/>
                  </a:cubicBezTo>
                  <a:cubicBezTo>
                    <a:pt x="4362" y="3365"/>
                    <a:pt x="4369" y="3340"/>
                    <a:pt x="4391" y="3314"/>
                  </a:cubicBezTo>
                  <a:cubicBezTo>
                    <a:pt x="4407" y="3292"/>
                    <a:pt x="4400" y="3289"/>
                    <a:pt x="4391" y="3279"/>
                  </a:cubicBezTo>
                  <a:cubicBezTo>
                    <a:pt x="4385" y="3285"/>
                    <a:pt x="4378" y="3288"/>
                    <a:pt x="4370" y="3288"/>
                  </a:cubicBezTo>
                  <a:cubicBezTo>
                    <a:pt x="4362" y="3288"/>
                    <a:pt x="4354" y="3284"/>
                    <a:pt x="4347" y="3276"/>
                  </a:cubicBezTo>
                  <a:cubicBezTo>
                    <a:pt x="4341" y="3272"/>
                    <a:pt x="4338" y="3269"/>
                    <a:pt x="4334" y="3269"/>
                  </a:cubicBezTo>
                  <a:cubicBezTo>
                    <a:pt x="4327" y="3269"/>
                    <a:pt x="4320" y="3278"/>
                    <a:pt x="4300" y="3304"/>
                  </a:cubicBezTo>
                  <a:cubicBezTo>
                    <a:pt x="4280" y="3328"/>
                    <a:pt x="4270" y="3335"/>
                    <a:pt x="4264" y="3335"/>
                  </a:cubicBezTo>
                  <a:cubicBezTo>
                    <a:pt x="4259" y="3335"/>
                    <a:pt x="4256" y="3333"/>
                    <a:pt x="4253" y="3329"/>
                  </a:cubicBezTo>
                  <a:cubicBezTo>
                    <a:pt x="4247" y="3326"/>
                    <a:pt x="4244" y="3320"/>
                    <a:pt x="4256" y="3301"/>
                  </a:cubicBezTo>
                  <a:cubicBezTo>
                    <a:pt x="4256" y="3301"/>
                    <a:pt x="4269" y="3276"/>
                    <a:pt x="4262" y="3273"/>
                  </a:cubicBezTo>
                  <a:cubicBezTo>
                    <a:pt x="4256" y="3267"/>
                    <a:pt x="4253" y="3264"/>
                    <a:pt x="4269" y="3245"/>
                  </a:cubicBezTo>
                  <a:cubicBezTo>
                    <a:pt x="4269" y="3245"/>
                    <a:pt x="4278" y="3220"/>
                    <a:pt x="4265" y="3210"/>
                  </a:cubicBezTo>
                  <a:cubicBezTo>
                    <a:pt x="4256" y="3201"/>
                    <a:pt x="4247" y="3191"/>
                    <a:pt x="4262" y="3173"/>
                  </a:cubicBezTo>
                  <a:cubicBezTo>
                    <a:pt x="4261" y="3172"/>
                    <a:pt x="4259" y="3171"/>
                    <a:pt x="4258" y="3171"/>
                  </a:cubicBezTo>
                  <a:cubicBezTo>
                    <a:pt x="4255" y="3171"/>
                    <a:pt x="4252" y="3175"/>
                    <a:pt x="4240" y="3188"/>
                  </a:cubicBezTo>
                  <a:cubicBezTo>
                    <a:pt x="4232" y="3199"/>
                    <a:pt x="4221" y="3208"/>
                    <a:pt x="4212" y="3208"/>
                  </a:cubicBezTo>
                  <a:cubicBezTo>
                    <a:pt x="4205" y="3208"/>
                    <a:pt x="4199" y="3202"/>
                    <a:pt x="4197" y="3185"/>
                  </a:cubicBezTo>
                  <a:cubicBezTo>
                    <a:pt x="4191" y="3179"/>
                    <a:pt x="4182" y="3172"/>
                    <a:pt x="4173" y="3172"/>
                  </a:cubicBezTo>
                  <a:cubicBezTo>
                    <a:pt x="4168" y="3172"/>
                    <a:pt x="4162" y="3175"/>
                    <a:pt x="4156" y="3182"/>
                  </a:cubicBezTo>
                  <a:cubicBezTo>
                    <a:pt x="4150" y="3179"/>
                    <a:pt x="4150" y="3179"/>
                    <a:pt x="4165" y="3160"/>
                  </a:cubicBezTo>
                  <a:cubicBezTo>
                    <a:pt x="4184" y="3136"/>
                    <a:pt x="4188" y="3123"/>
                    <a:pt x="4179" y="3123"/>
                  </a:cubicBezTo>
                  <a:cubicBezTo>
                    <a:pt x="4173" y="3123"/>
                    <a:pt x="4161" y="3129"/>
                    <a:pt x="4143" y="3141"/>
                  </a:cubicBezTo>
                  <a:cubicBezTo>
                    <a:pt x="4137" y="3149"/>
                    <a:pt x="4132" y="3153"/>
                    <a:pt x="4129" y="3153"/>
                  </a:cubicBezTo>
                  <a:cubicBezTo>
                    <a:pt x="4126" y="3153"/>
                    <a:pt x="4127" y="3146"/>
                    <a:pt x="4134" y="3132"/>
                  </a:cubicBezTo>
                  <a:cubicBezTo>
                    <a:pt x="4134" y="3132"/>
                    <a:pt x="4133" y="3132"/>
                    <a:pt x="4132" y="3132"/>
                  </a:cubicBezTo>
                  <a:cubicBezTo>
                    <a:pt x="4129" y="3132"/>
                    <a:pt x="4121" y="3133"/>
                    <a:pt x="4106" y="3144"/>
                  </a:cubicBezTo>
                  <a:cubicBezTo>
                    <a:pt x="4098" y="3151"/>
                    <a:pt x="4093" y="3155"/>
                    <a:pt x="4091" y="3155"/>
                  </a:cubicBezTo>
                  <a:cubicBezTo>
                    <a:pt x="4087" y="3155"/>
                    <a:pt x="4088" y="3147"/>
                    <a:pt x="4090" y="3129"/>
                  </a:cubicBezTo>
                  <a:cubicBezTo>
                    <a:pt x="4106" y="3110"/>
                    <a:pt x="4099" y="3107"/>
                    <a:pt x="4096" y="3101"/>
                  </a:cubicBezTo>
                  <a:lnTo>
                    <a:pt x="4096" y="3101"/>
                  </a:lnTo>
                  <a:cubicBezTo>
                    <a:pt x="4093" y="3102"/>
                    <a:pt x="4090" y="3103"/>
                    <a:pt x="4086" y="3103"/>
                  </a:cubicBezTo>
                  <a:cubicBezTo>
                    <a:pt x="4056" y="3103"/>
                    <a:pt x="4010" y="3060"/>
                    <a:pt x="4021" y="3038"/>
                  </a:cubicBezTo>
                  <a:lnTo>
                    <a:pt x="4021" y="3038"/>
                  </a:lnTo>
                  <a:cubicBezTo>
                    <a:pt x="4006" y="3049"/>
                    <a:pt x="4001" y="3052"/>
                    <a:pt x="3998" y="3052"/>
                  </a:cubicBezTo>
                  <a:cubicBezTo>
                    <a:pt x="3996" y="3052"/>
                    <a:pt x="3995" y="3051"/>
                    <a:pt x="3993" y="3050"/>
                  </a:cubicBezTo>
                  <a:cubicBezTo>
                    <a:pt x="4005" y="3032"/>
                    <a:pt x="4008" y="3024"/>
                    <a:pt x="4005" y="3024"/>
                  </a:cubicBezTo>
                  <a:lnTo>
                    <a:pt x="4005" y="3024"/>
                  </a:lnTo>
                  <a:cubicBezTo>
                    <a:pt x="4001" y="3024"/>
                    <a:pt x="3986" y="3038"/>
                    <a:pt x="3968" y="3060"/>
                  </a:cubicBezTo>
                  <a:lnTo>
                    <a:pt x="3974" y="3066"/>
                  </a:lnTo>
                  <a:lnTo>
                    <a:pt x="3977" y="3069"/>
                  </a:lnTo>
                  <a:cubicBezTo>
                    <a:pt x="3965" y="3085"/>
                    <a:pt x="3955" y="3093"/>
                    <a:pt x="3950" y="3093"/>
                  </a:cubicBezTo>
                  <a:cubicBezTo>
                    <a:pt x="3943" y="3093"/>
                    <a:pt x="3949" y="3074"/>
                    <a:pt x="3977" y="3038"/>
                  </a:cubicBezTo>
                  <a:cubicBezTo>
                    <a:pt x="3990" y="3015"/>
                    <a:pt x="3997" y="3004"/>
                    <a:pt x="3995" y="3004"/>
                  </a:cubicBezTo>
                  <a:lnTo>
                    <a:pt x="3995" y="3004"/>
                  </a:lnTo>
                  <a:cubicBezTo>
                    <a:pt x="3993" y="3004"/>
                    <a:pt x="3984" y="3012"/>
                    <a:pt x="3968" y="3028"/>
                  </a:cubicBezTo>
                  <a:cubicBezTo>
                    <a:pt x="3951" y="3044"/>
                    <a:pt x="3940" y="3052"/>
                    <a:pt x="3936" y="3052"/>
                  </a:cubicBezTo>
                  <a:cubicBezTo>
                    <a:pt x="3932" y="3052"/>
                    <a:pt x="3937" y="3040"/>
                    <a:pt x="3952" y="3016"/>
                  </a:cubicBezTo>
                  <a:cubicBezTo>
                    <a:pt x="3968" y="2995"/>
                    <a:pt x="3976" y="2985"/>
                    <a:pt x="3975" y="2985"/>
                  </a:cubicBezTo>
                  <a:lnTo>
                    <a:pt x="3975" y="2985"/>
                  </a:lnTo>
                  <a:cubicBezTo>
                    <a:pt x="3973" y="2985"/>
                    <a:pt x="3964" y="2993"/>
                    <a:pt x="3946" y="3010"/>
                  </a:cubicBezTo>
                  <a:cubicBezTo>
                    <a:pt x="3909" y="3046"/>
                    <a:pt x="3883" y="3066"/>
                    <a:pt x="3873" y="3066"/>
                  </a:cubicBezTo>
                  <a:cubicBezTo>
                    <a:pt x="3864" y="3066"/>
                    <a:pt x="3871" y="3047"/>
                    <a:pt x="3902" y="3007"/>
                  </a:cubicBezTo>
                  <a:cubicBezTo>
                    <a:pt x="3933" y="2969"/>
                    <a:pt x="3946" y="2944"/>
                    <a:pt x="3940" y="2941"/>
                  </a:cubicBezTo>
                  <a:cubicBezTo>
                    <a:pt x="3939" y="2940"/>
                    <a:pt x="3938" y="2939"/>
                    <a:pt x="3937" y="2939"/>
                  </a:cubicBezTo>
                  <a:cubicBezTo>
                    <a:pt x="3929" y="2939"/>
                    <a:pt x="3916" y="2956"/>
                    <a:pt x="3902" y="2975"/>
                  </a:cubicBezTo>
                  <a:cubicBezTo>
                    <a:pt x="3891" y="2995"/>
                    <a:pt x="3883" y="3005"/>
                    <a:pt x="3880" y="3005"/>
                  </a:cubicBezTo>
                  <a:cubicBezTo>
                    <a:pt x="3877" y="3005"/>
                    <a:pt x="3881" y="2991"/>
                    <a:pt x="3893" y="2966"/>
                  </a:cubicBezTo>
                  <a:cubicBezTo>
                    <a:pt x="3912" y="2917"/>
                    <a:pt x="3914" y="2897"/>
                    <a:pt x="3898" y="2897"/>
                  </a:cubicBezTo>
                  <a:cubicBezTo>
                    <a:pt x="3891" y="2897"/>
                    <a:pt x="3879" y="2901"/>
                    <a:pt x="3864" y="2909"/>
                  </a:cubicBezTo>
                  <a:cubicBezTo>
                    <a:pt x="3845" y="2917"/>
                    <a:pt x="3831" y="2921"/>
                    <a:pt x="3823" y="2921"/>
                  </a:cubicBezTo>
                  <a:cubicBezTo>
                    <a:pt x="3808" y="2921"/>
                    <a:pt x="3812" y="2910"/>
                    <a:pt x="3842" y="2894"/>
                  </a:cubicBezTo>
                  <a:cubicBezTo>
                    <a:pt x="3869" y="2873"/>
                    <a:pt x="3878" y="2866"/>
                    <a:pt x="3875" y="2866"/>
                  </a:cubicBezTo>
                  <a:cubicBezTo>
                    <a:pt x="3873" y="2866"/>
                    <a:pt x="3867" y="2868"/>
                    <a:pt x="3858" y="2872"/>
                  </a:cubicBezTo>
                  <a:lnTo>
                    <a:pt x="3833" y="2850"/>
                  </a:lnTo>
                  <a:cubicBezTo>
                    <a:pt x="3832" y="2850"/>
                    <a:pt x="3832" y="2849"/>
                    <a:pt x="3831" y="2849"/>
                  </a:cubicBezTo>
                  <a:cubicBezTo>
                    <a:pt x="3823" y="2849"/>
                    <a:pt x="3803" y="2864"/>
                    <a:pt x="3789" y="2881"/>
                  </a:cubicBezTo>
                  <a:cubicBezTo>
                    <a:pt x="3807" y="2850"/>
                    <a:pt x="3815" y="2827"/>
                    <a:pt x="3804" y="2827"/>
                  </a:cubicBezTo>
                  <a:cubicBezTo>
                    <a:pt x="3800" y="2827"/>
                    <a:pt x="3792" y="2831"/>
                    <a:pt x="3780" y="2840"/>
                  </a:cubicBezTo>
                  <a:lnTo>
                    <a:pt x="3767" y="2831"/>
                  </a:lnTo>
                  <a:cubicBezTo>
                    <a:pt x="3765" y="2829"/>
                    <a:pt x="3763" y="2827"/>
                    <a:pt x="3761" y="2827"/>
                  </a:cubicBezTo>
                  <a:cubicBezTo>
                    <a:pt x="3758" y="2827"/>
                    <a:pt x="3754" y="2831"/>
                    <a:pt x="3742" y="2840"/>
                  </a:cubicBezTo>
                  <a:cubicBezTo>
                    <a:pt x="3737" y="2844"/>
                    <a:pt x="3734" y="2845"/>
                    <a:pt x="3732" y="2845"/>
                  </a:cubicBezTo>
                  <a:cubicBezTo>
                    <a:pt x="3724" y="2845"/>
                    <a:pt x="3732" y="2826"/>
                    <a:pt x="3742" y="2809"/>
                  </a:cubicBezTo>
                  <a:cubicBezTo>
                    <a:pt x="3749" y="2791"/>
                    <a:pt x="3756" y="2772"/>
                    <a:pt x="3753" y="2772"/>
                  </a:cubicBezTo>
                  <a:lnTo>
                    <a:pt x="3753" y="2772"/>
                  </a:lnTo>
                  <a:cubicBezTo>
                    <a:pt x="3752" y="2772"/>
                    <a:pt x="3750" y="2775"/>
                    <a:pt x="3745" y="2781"/>
                  </a:cubicBezTo>
                  <a:cubicBezTo>
                    <a:pt x="3726" y="2797"/>
                    <a:pt x="3705" y="2812"/>
                    <a:pt x="3683" y="2825"/>
                  </a:cubicBezTo>
                  <a:cubicBezTo>
                    <a:pt x="3678" y="2828"/>
                    <a:pt x="3674" y="2830"/>
                    <a:pt x="3673" y="2830"/>
                  </a:cubicBezTo>
                  <a:cubicBezTo>
                    <a:pt x="3667" y="2830"/>
                    <a:pt x="3677" y="2813"/>
                    <a:pt x="3692" y="2803"/>
                  </a:cubicBezTo>
                  <a:cubicBezTo>
                    <a:pt x="3705" y="2787"/>
                    <a:pt x="3714" y="2771"/>
                    <a:pt x="3714" y="2753"/>
                  </a:cubicBezTo>
                  <a:cubicBezTo>
                    <a:pt x="3711" y="2751"/>
                    <a:pt x="3706" y="2748"/>
                    <a:pt x="3701" y="2748"/>
                  </a:cubicBezTo>
                  <a:cubicBezTo>
                    <a:pt x="3696" y="2748"/>
                    <a:pt x="3690" y="2750"/>
                    <a:pt x="3683" y="2759"/>
                  </a:cubicBezTo>
                  <a:cubicBezTo>
                    <a:pt x="3679" y="2764"/>
                    <a:pt x="3674" y="2766"/>
                    <a:pt x="3669" y="2766"/>
                  </a:cubicBezTo>
                  <a:cubicBezTo>
                    <a:pt x="3653" y="2766"/>
                    <a:pt x="3636" y="2747"/>
                    <a:pt x="3645" y="2728"/>
                  </a:cubicBezTo>
                  <a:lnTo>
                    <a:pt x="3632" y="2718"/>
                  </a:lnTo>
                  <a:cubicBezTo>
                    <a:pt x="3632" y="2718"/>
                    <a:pt x="3632" y="2718"/>
                    <a:pt x="3631" y="2718"/>
                  </a:cubicBezTo>
                  <a:cubicBezTo>
                    <a:pt x="3626" y="2718"/>
                    <a:pt x="3613" y="2726"/>
                    <a:pt x="3605" y="2726"/>
                  </a:cubicBezTo>
                  <a:cubicBezTo>
                    <a:pt x="3604" y="2726"/>
                    <a:pt x="3602" y="2726"/>
                    <a:pt x="3601" y="2724"/>
                  </a:cubicBezTo>
                  <a:cubicBezTo>
                    <a:pt x="3601" y="2724"/>
                    <a:pt x="3601" y="2724"/>
                    <a:pt x="3599" y="2724"/>
                  </a:cubicBezTo>
                  <a:cubicBezTo>
                    <a:pt x="3597" y="2724"/>
                    <a:pt x="3589" y="2726"/>
                    <a:pt x="3576" y="2737"/>
                  </a:cubicBezTo>
                  <a:cubicBezTo>
                    <a:pt x="3570" y="2731"/>
                    <a:pt x="3564" y="2728"/>
                    <a:pt x="3579" y="2709"/>
                  </a:cubicBezTo>
                  <a:lnTo>
                    <a:pt x="3579" y="2709"/>
                  </a:lnTo>
                  <a:cubicBezTo>
                    <a:pt x="3563" y="2725"/>
                    <a:pt x="3554" y="2734"/>
                    <a:pt x="3552" y="2734"/>
                  </a:cubicBezTo>
                  <a:cubicBezTo>
                    <a:pt x="3550" y="2734"/>
                    <a:pt x="3556" y="2723"/>
                    <a:pt x="3570" y="2699"/>
                  </a:cubicBezTo>
                  <a:cubicBezTo>
                    <a:pt x="3586" y="2678"/>
                    <a:pt x="3594" y="2668"/>
                    <a:pt x="3592" y="2668"/>
                  </a:cubicBezTo>
                  <a:lnTo>
                    <a:pt x="3592" y="2668"/>
                  </a:lnTo>
                  <a:cubicBezTo>
                    <a:pt x="3591" y="2668"/>
                    <a:pt x="3582" y="2677"/>
                    <a:pt x="3564" y="2693"/>
                  </a:cubicBezTo>
                  <a:cubicBezTo>
                    <a:pt x="3553" y="2700"/>
                    <a:pt x="3548" y="2704"/>
                    <a:pt x="3546" y="2704"/>
                  </a:cubicBezTo>
                  <a:cubicBezTo>
                    <a:pt x="3544" y="2704"/>
                    <a:pt x="3547" y="2699"/>
                    <a:pt x="3554" y="2687"/>
                  </a:cubicBezTo>
                  <a:cubicBezTo>
                    <a:pt x="3563" y="2675"/>
                    <a:pt x="3565" y="2668"/>
                    <a:pt x="3562" y="2668"/>
                  </a:cubicBezTo>
                  <a:lnTo>
                    <a:pt x="3562" y="2668"/>
                  </a:lnTo>
                  <a:cubicBezTo>
                    <a:pt x="3560" y="2668"/>
                    <a:pt x="3555" y="2672"/>
                    <a:pt x="3548" y="2681"/>
                  </a:cubicBezTo>
                  <a:cubicBezTo>
                    <a:pt x="3527" y="2699"/>
                    <a:pt x="3509" y="2711"/>
                    <a:pt x="3501" y="2711"/>
                  </a:cubicBezTo>
                  <a:cubicBezTo>
                    <a:pt x="3495" y="2711"/>
                    <a:pt x="3496" y="2702"/>
                    <a:pt x="3510" y="2684"/>
                  </a:cubicBezTo>
                  <a:cubicBezTo>
                    <a:pt x="3510" y="2684"/>
                    <a:pt x="3509" y="2683"/>
                    <a:pt x="3506" y="2683"/>
                  </a:cubicBezTo>
                  <a:cubicBezTo>
                    <a:pt x="3502" y="2683"/>
                    <a:pt x="3496" y="2684"/>
                    <a:pt x="3485" y="2693"/>
                  </a:cubicBezTo>
                  <a:cubicBezTo>
                    <a:pt x="3467" y="2712"/>
                    <a:pt x="3457" y="2721"/>
                    <a:pt x="3456" y="2721"/>
                  </a:cubicBezTo>
                  <a:cubicBezTo>
                    <a:pt x="3455" y="2721"/>
                    <a:pt x="3463" y="2711"/>
                    <a:pt x="3479" y="2690"/>
                  </a:cubicBezTo>
                  <a:cubicBezTo>
                    <a:pt x="3493" y="2666"/>
                    <a:pt x="3498" y="2653"/>
                    <a:pt x="3493" y="2653"/>
                  </a:cubicBezTo>
                  <a:cubicBezTo>
                    <a:pt x="3490" y="2653"/>
                    <a:pt x="3480" y="2661"/>
                    <a:pt x="3463" y="2677"/>
                  </a:cubicBezTo>
                  <a:cubicBezTo>
                    <a:pt x="3463" y="2677"/>
                    <a:pt x="3456" y="2682"/>
                    <a:pt x="3452" y="2682"/>
                  </a:cubicBezTo>
                  <a:cubicBezTo>
                    <a:pt x="3449" y="2682"/>
                    <a:pt x="3447" y="2679"/>
                    <a:pt x="3451" y="2668"/>
                  </a:cubicBezTo>
                  <a:cubicBezTo>
                    <a:pt x="3455" y="2648"/>
                    <a:pt x="3449" y="2619"/>
                    <a:pt x="3434" y="2619"/>
                  </a:cubicBezTo>
                  <a:cubicBezTo>
                    <a:pt x="3429" y="2619"/>
                    <a:pt x="3421" y="2624"/>
                    <a:pt x="3413" y="2637"/>
                  </a:cubicBezTo>
                  <a:lnTo>
                    <a:pt x="3404" y="2627"/>
                  </a:lnTo>
                  <a:cubicBezTo>
                    <a:pt x="3408" y="2609"/>
                    <a:pt x="3407" y="2600"/>
                    <a:pt x="3399" y="2600"/>
                  </a:cubicBezTo>
                  <a:cubicBezTo>
                    <a:pt x="3395" y="2600"/>
                    <a:pt x="3390" y="2603"/>
                    <a:pt x="3382" y="2609"/>
                  </a:cubicBezTo>
                  <a:lnTo>
                    <a:pt x="3360" y="2624"/>
                  </a:lnTo>
                  <a:cubicBezTo>
                    <a:pt x="3375" y="2605"/>
                    <a:pt x="3388" y="2580"/>
                    <a:pt x="3382" y="2577"/>
                  </a:cubicBezTo>
                  <a:cubicBezTo>
                    <a:pt x="3380" y="2575"/>
                    <a:pt x="3378" y="2574"/>
                    <a:pt x="3377" y="2574"/>
                  </a:cubicBezTo>
                  <a:cubicBezTo>
                    <a:pt x="3374" y="2574"/>
                    <a:pt x="3370" y="2579"/>
                    <a:pt x="3360" y="2593"/>
                  </a:cubicBezTo>
                  <a:cubicBezTo>
                    <a:pt x="3354" y="2607"/>
                    <a:pt x="3349" y="2611"/>
                    <a:pt x="3346" y="2611"/>
                  </a:cubicBezTo>
                  <a:cubicBezTo>
                    <a:pt x="3344" y="2611"/>
                    <a:pt x="3342" y="2610"/>
                    <a:pt x="3341" y="2609"/>
                  </a:cubicBezTo>
                  <a:cubicBezTo>
                    <a:pt x="3335" y="2602"/>
                    <a:pt x="3344" y="2577"/>
                    <a:pt x="3360" y="2558"/>
                  </a:cubicBezTo>
                  <a:lnTo>
                    <a:pt x="3354" y="2555"/>
                  </a:lnTo>
                  <a:cubicBezTo>
                    <a:pt x="3336" y="2576"/>
                    <a:pt x="3327" y="2585"/>
                    <a:pt x="3326" y="2585"/>
                  </a:cubicBezTo>
                  <a:cubicBezTo>
                    <a:pt x="3325" y="2585"/>
                    <a:pt x="3328" y="2579"/>
                    <a:pt x="3335" y="2571"/>
                  </a:cubicBezTo>
                  <a:cubicBezTo>
                    <a:pt x="3344" y="2546"/>
                    <a:pt x="3338" y="2540"/>
                    <a:pt x="3335" y="2536"/>
                  </a:cubicBezTo>
                  <a:cubicBezTo>
                    <a:pt x="3330" y="2542"/>
                    <a:pt x="3327" y="2544"/>
                    <a:pt x="3327" y="2544"/>
                  </a:cubicBezTo>
                  <a:cubicBezTo>
                    <a:pt x="3325" y="2544"/>
                    <a:pt x="3329" y="2536"/>
                    <a:pt x="3333" y="2536"/>
                  </a:cubicBezTo>
                  <a:cubicBezTo>
                    <a:pt x="3334" y="2536"/>
                    <a:pt x="3334" y="2536"/>
                    <a:pt x="3335" y="2536"/>
                  </a:cubicBezTo>
                  <a:lnTo>
                    <a:pt x="3350" y="2518"/>
                  </a:lnTo>
                  <a:cubicBezTo>
                    <a:pt x="3354" y="2509"/>
                    <a:pt x="3354" y="2506"/>
                    <a:pt x="3352" y="2506"/>
                  </a:cubicBezTo>
                  <a:lnTo>
                    <a:pt x="3352" y="2506"/>
                  </a:lnTo>
                  <a:cubicBezTo>
                    <a:pt x="3349" y="2506"/>
                    <a:pt x="3339" y="2519"/>
                    <a:pt x="3328" y="2533"/>
                  </a:cubicBezTo>
                  <a:lnTo>
                    <a:pt x="3316" y="2524"/>
                  </a:lnTo>
                  <a:cubicBezTo>
                    <a:pt x="3315" y="2521"/>
                    <a:pt x="3313" y="2520"/>
                    <a:pt x="3311" y="2520"/>
                  </a:cubicBezTo>
                  <a:cubicBezTo>
                    <a:pt x="3307" y="2520"/>
                    <a:pt x="3303" y="2524"/>
                    <a:pt x="3297" y="2540"/>
                  </a:cubicBezTo>
                  <a:cubicBezTo>
                    <a:pt x="3283" y="2557"/>
                    <a:pt x="3268" y="2574"/>
                    <a:pt x="3261" y="2574"/>
                  </a:cubicBezTo>
                  <a:cubicBezTo>
                    <a:pt x="3261" y="2574"/>
                    <a:pt x="3260" y="2574"/>
                    <a:pt x="3260" y="2574"/>
                  </a:cubicBezTo>
                  <a:cubicBezTo>
                    <a:pt x="3255" y="2580"/>
                    <a:pt x="3252" y="2582"/>
                    <a:pt x="3251" y="2582"/>
                  </a:cubicBezTo>
                  <a:cubicBezTo>
                    <a:pt x="3250" y="2582"/>
                    <a:pt x="3254" y="2574"/>
                    <a:pt x="3258" y="2574"/>
                  </a:cubicBezTo>
                  <a:cubicBezTo>
                    <a:pt x="3259" y="2574"/>
                    <a:pt x="3259" y="2574"/>
                    <a:pt x="3260" y="2574"/>
                  </a:cubicBezTo>
                  <a:cubicBezTo>
                    <a:pt x="3275" y="2555"/>
                    <a:pt x="3291" y="2533"/>
                    <a:pt x="3285" y="2530"/>
                  </a:cubicBezTo>
                  <a:cubicBezTo>
                    <a:pt x="3281" y="2524"/>
                    <a:pt x="3297" y="2505"/>
                    <a:pt x="3297" y="2505"/>
                  </a:cubicBezTo>
                  <a:cubicBezTo>
                    <a:pt x="3317" y="2485"/>
                    <a:pt x="3313" y="2478"/>
                    <a:pt x="3302" y="2478"/>
                  </a:cubicBezTo>
                  <a:cubicBezTo>
                    <a:pt x="3294" y="2478"/>
                    <a:pt x="3283" y="2481"/>
                    <a:pt x="3275" y="2486"/>
                  </a:cubicBezTo>
                  <a:cubicBezTo>
                    <a:pt x="3256" y="2500"/>
                    <a:pt x="3244" y="2507"/>
                    <a:pt x="3240" y="2507"/>
                  </a:cubicBezTo>
                  <a:cubicBezTo>
                    <a:pt x="3235" y="2507"/>
                    <a:pt x="3242" y="2496"/>
                    <a:pt x="3260" y="2474"/>
                  </a:cubicBezTo>
                  <a:cubicBezTo>
                    <a:pt x="3269" y="2462"/>
                    <a:pt x="3272" y="2457"/>
                    <a:pt x="3269" y="2457"/>
                  </a:cubicBezTo>
                  <a:lnTo>
                    <a:pt x="3269" y="2457"/>
                  </a:lnTo>
                  <a:cubicBezTo>
                    <a:pt x="3263" y="2457"/>
                    <a:pt x="3231" y="2482"/>
                    <a:pt x="3197" y="2521"/>
                  </a:cubicBezTo>
                  <a:lnTo>
                    <a:pt x="3144" y="2574"/>
                  </a:lnTo>
                  <a:lnTo>
                    <a:pt x="3191" y="2515"/>
                  </a:lnTo>
                  <a:cubicBezTo>
                    <a:pt x="3227" y="2462"/>
                    <a:pt x="3240" y="2443"/>
                    <a:pt x="3232" y="2443"/>
                  </a:cubicBezTo>
                  <a:cubicBezTo>
                    <a:pt x="3228" y="2443"/>
                    <a:pt x="3217" y="2449"/>
                    <a:pt x="3200" y="2458"/>
                  </a:cubicBezTo>
                  <a:cubicBezTo>
                    <a:pt x="3189" y="2464"/>
                    <a:pt x="3183" y="2467"/>
                    <a:pt x="3181" y="2467"/>
                  </a:cubicBezTo>
                  <a:cubicBezTo>
                    <a:pt x="3177" y="2467"/>
                    <a:pt x="3180" y="2461"/>
                    <a:pt x="3187" y="2449"/>
                  </a:cubicBezTo>
                  <a:cubicBezTo>
                    <a:pt x="3203" y="2430"/>
                    <a:pt x="3200" y="2427"/>
                    <a:pt x="3184" y="2411"/>
                  </a:cubicBezTo>
                  <a:cubicBezTo>
                    <a:pt x="3175" y="2405"/>
                    <a:pt x="3169" y="2401"/>
                    <a:pt x="3164" y="2401"/>
                  </a:cubicBezTo>
                  <a:cubicBezTo>
                    <a:pt x="3159" y="2401"/>
                    <a:pt x="3155" y="2405"/>
                    <a:pt x="3147" y="2414"/>
                  </a:cubicBezTo>
                  <a:lnTo>
                    <a:pt x="3134" y="2405"/>
                  </a:lnTo>
                  <a:cubicBezTo>
                    <a:pt x="3146" y="2386"/>
                    <a:pt x="3148" y="2378"/>
                    <a:pt x="3144" y="2378"/>
                  </a:cubicBezTo>
                  <a:cubicBezTo>
                    <a:pt x="3139" y="2378"/>
                    <a:pt x="3123" y="2392"/>
                    <a:pt x="3109" y="2417"/>
                  </a:cubicBezTo>
                  <a:lnTo>
                    <a:pt x="3097" y="2408"/>
                  </a:lnTo>
                  <a:lnTo>
                    <a:pt x="3112" y="2386"/>
                  </a:lnTo>
                  <a:cubicBezTo>
                    <a:pt x="3128" y="2367"/>
                    <a:pt x="3119" y="2358"/>
                    <a:pt x="3075" y="2323"/>
                  </a:cubicBezTo>
                  <a:cubicBezTo>
                    <a:pt x="3050" y="2302"/>
                    <a:pt x="3036" y="2291"/>
                    <a:pt x="3024" y="2291"/>
                  </a:cubicBezTo>
                  <a:cubicBezTo>
                    <a:pt x="3014" y="2291"/>
                    <a:pt x="3005" y="2299"/>
                    <a:pt x="2990" y="2317"/>
                  </a:cubicBezTo>
                  <a:cubicBezTo>
                    <a:pt x="2974" y="2334"/>
                    <a:pt x="2964" y="2342"/>
                    <a:pt x="2961" y="2342"/>
                  </a:cubicBezTo>
                  <a:cubicBezTo>
                    <a:pt x="2958" y="2342"/>
                    <a:pt x="2964" y="2331"/>
                    <a:pt x="2981" y="2311"/>
                  </a:cubicBezTo>
                  <a:cubicBezTo>
                    <a:pt x="2992" y="2295"/>
                    <a:pt x="3000" y="2277"/>
                    <a:pt x="2998" y="2277"/>
                  </a:cubicBezTo>
                  <a:lnTo>
                    <a:pt x="2998" y="2277"/>
                  </a:lnTo>
                  <a:cubicBezTo>
                    <a:pt x="2997" y="2277"/>
                    <a:pt x="2994" y="2280"/>
                    <a:pt x="2990" y="2286"/>
                  </a:cubicBezTo>
                  <a:cubicBezTo>
                    <a:pt x="2990" y="2286"/>
                    <a:pt x="2981" y="2276"/>
                    <a:pt x="2990" y="2251"/>
                  </a:cubicBezTo>
                  <a:cubicBezTo>
                    <a:pt x="2998" y="2225"/>
                    <a:pt x="2996" y="2215"/>
                    <a:pt x="2991" y="2215"/>
                  </a:cubicBezTo>
                  <a:cubicBezTo>
                    <a:pt x="2985" y="2215"/>
                    <a:pt x="2976" y="2225"/>
                    <a:pt x="2968" y="2236"/>
                  </a:cubicBezTo>
                  <a:cubicBezTo>
                    <a:pt x="2958" y="2253"/>
                    <a:pt x="2954" y="2260"/>
                    <a:pt x="2952" y="2260"/>
                  </a:cubicBezTo>
                  <a:cubicBezTo>
                    <a:pt x="2950" y="2260"/>
                    <a:pt x="2956" y="2244"/>
                    <a:pt x="2962" y="2229"/>
                  </a:cubicBezTo>
                  <a:cubicBezTo>
                    <a:pt x="2971" y="2211"/>
                    <a:pt x="2979" y="2194"/>
                    <a:pt x="2976" y="2194"/>
                  </a:cubicBezTo>
                  <a:lnTo>
                    <a:pt x="2976" y="2194"/>
                  </a:lnTo>
                  <a:cubicBezTo>
                    <a:pt x="2975" y="2194"/>
                    <a:pt x="2972" y="2196"/>
                    <a:pt x="2968" y="2201"/>
                  </a:cubicBezTo>
                  <a:cubicBezTo>
                    <a:pt x="2961" y="2206"/>
                    <a:pt x="2951" y="2209"/>
                    <a:pt x="2942" y="2209"/>
                  </a:cubicBezTo>
                  <a:cubicBezTo>
                    <a:pt x="2924" y="2209"/>
                    <a:pt x="2909" y="2197"/>
                    <a:pt x="2930" y="2170"/>
                  </a:cubicBezTo>
                  <a:lnTo>
                    <a:pt x="2918" y="2160"/>
                  </a:lnTo>
                  <a:cubicBezTo>
                    <a:pt x="2911" y="2170"/>
                    <a:pt x="2905" y="2174"/>
                    <a:pt x="2900" y="2174"/>
                  </a:cubicBezTo>
                  <a:cubicBezTo>
                    <a:pt x="2894" y="2174"/>
                    <a:pt x="2889" y="2169"/>
                    <a:pt x="2883" y="2164"/>
                  </a:cubicBezTo>
                  <a:cubicBezTo>
                    <a:pt x="2871" y="2154"/>
                    <a:pt x="2865" y="2151"/>
                    <a:pt x="2880" y="2129"/>
                  </a:cubicBezTo>
                  <a:cubicBezTo>
                    <a:pt x="2894" y="2119"/>
                    <a:pt x="2897" y="2114"/>
                    <a:pt x="2891" y="2114"/>
                  </a:cubicBezTo>
                  <a:cubicBezTo>
                    <a:pt x="2887" y="2114"/>
                    <a:pt x="2880" y="2116"/>
                    <a:pt x="2871" y="2120"/>
                  </a:cubicBezTo>
                  <a:cubicBezTo>
                    <a:pt x="2871" y="2120"/>
                    <a:pt x="2870" y="2119"/>
                    <a:pt x="2870" y="2119"/>
                  </a:cubicBezTo>
                  <a:cubicBezTo>
                    <a:pt x="2862" y="2119"/>
                    <a:pt x="2833" y="2148"/>
                    <a:pt x="2825" y="2148"/>
                  </a:cubicBezTo>
                  <a:cubicBezTo>
                    <a:pt x="2825" y="2148"/>
                    <a:pt x="2824" y="2148"/>
                    <a:pt x="2824" y="2148"/>
                  </a:cubicBezTo>
                  <a:cubicBezTo>
                    <a:pt x="2810" y="2165"/>
                    <a:pt x="2790" y="2180"/>
                    <a:pt x="2784" y="2180"/>
                  </a:cubicBezTo>
                  <a:cubicBezTo>
                    <a:pt x="2784" y="2180"/>
                    <a:pt x="2783" y="2179"/>
                    <a:pt x="2783" y="2179"/>
                  </a:cubicBezTo>
                  <a:lnTo>
                    <a:pt x="2799" y="2157"/>
                  </a:lnTo>
                  <a:lnTo>
                    <a:pt x="2830" y="2120"/>
                  </a:lnTo>
                  <a:cubicBezTo>
                    <a:pt x="2827" y="2117"/>
                    <a:pt x="2825" y="2115"/>
                    <a:pt x="2821" y="2115"/>
                  </a:cubicBezTo>
                  <a:cubicBezTo>
                    <a:pt x="2817" y="2115"/>
                    <a:pt x="2811" y="2118"/>
                    <a:pt x="2802" y="2129"/>
                  </a:cubicBezTo>
                  <a:cubicBezTo>
                    <a:pt x="2811" y="2104"/>
                    <a:pt x="2808" y="2101"/>
                    <a:pt x="2796" y="2091"/>
                  </a:cubicBezTo>
                  <a:cubicBezTo>
                    <a:pt x="2791" y="2085"/>
                    <a:pt x="2783" y="2082"/>
                    <a:pt x="2775" y="2082"/>
                  </a:cubicBezTo>
                  <a:cubicBezTo>
                    <a:pt x="2768" y="2082"/>
                    <a:pt x="2761" y="2084"/>
                    <a:pt x="2755" y="2088"/>
                  </a:cubicBezTo>
                  <a:cubicBezTo>
                    <a:pt x="2772" y="2059"/>
                    <a:pt x="2763" y="2038"/>
                    <a:pt x="2744" y="2038"/>
                  </a:cubicBezTo>
                  <a:cubicBezTo>
                    <a:pt x="2735" y="2038"/>
                    <a:pt x="2723" y="2043"/>
                    <a:pt x="2711" y="2054"/>
                  </a:cubicBezTo>
                  <a:cubicBezTo>
                    <a:pt x="2704" y="2062"/>
                    <a:pt x="2699" y="2066"/>
                    <a:pt x="2697" y="2066"/>
                  </a:cubicBezTo>
                  <a:cubicBezTo>
                    <a:pt x="2693" y="2066"/>
                    <a:pt x="2693" y="2059"/>
                    <a:pt x="2699" y="2044"/>
                  </a:cubicBezTo>
                  <a:cubicBezTo>
                    <a:pt x="2706" y="2030"/>
                    <a:pt x="2709" y="2024"/>
                    <a:pt x="2706" y="2024"/>
                  </a:cubicBezTo>
                  <a:lnTo>
                    <a:pt x="2706" y="2024"/>
                  </a:lnTo>
                  <a:cubicBezTo>
                    <a:pt x="2704" y="2024"/>
                    <a:pt x="2699" y="2028"/>
                    <a:pt x="2689" y="2035"/>
                  </a:cubicBezTo>
                  <a:cubicBezTo>
                    <a:pt x="2684" y="2039"/>
                    <a:pt x="2681" y="2040"/>
                    <a:pt x="2679" y="2040"/>
                  </a:cubicBezTo>
                  <a:cubicBezTo>
                    <a:pt x="2673" y="2040"/>
                    <a:pt x="2682" y="2023"/>
                    <a:pt x="2689" y="2004"/>
                  </a:cubicBezTo>
                  <a:cubicBezTo>
                    <a:pt x="2706" y="1974"/>
                    <a:pt x="2709" y="1961"/>
                    <a:pt x="2703" y="1961"/>
                  </a:cubicBezTo>
                  <a:cubicBezTo>
                    <a:pt x="2700" y="1961"/>
                    <a:pt x="2695" y="1964"/>
                    <a:pt x="2689" y="1969"/>
                  </a:cubicBezTo>
                  <a:cubicBezTo>
                    <a:pt x="2679" y="1974"/>
                    <a:pt x="2671" y="1975"/>
                    <a:pt x="2665" y="1975"/>
                  </a:cubicBezTo>
                  <a:cubicBezTo>
                    <a:pt x="2655" y="1975"/>
                    <a:pt x="2649" y="1970"/>
                    <a:pt x="2645" y="1966"/>
                  </a:cubicBezTo>
                  <a:cubicBezTo>
                    <a:pt x="2620" y="1979"/>
                    <a:pt x="2614" y="1976"/>
                    <a:pt x="2605" y="1997"/>
                  </a:cubicBezTo>
                  <a:cubicBezTo>
                    <a:pt x="2592" y="2010"/>
                    <a:pt x="2579" y="2023"/>
                    <a:pt x="2567" y="2032"/>
                  </a:cubicBezTo>
                  <a:cubicBezTo>
                    <a:pt x="2561" y="2035"/>
                    <a:pt x="2557" y="2036"/>
                    <a:pt x="2555" y="2036"/>
                  </a:cubicBezTo>
                  <a:cubicBezTo>
                    <a:pt x="2550" y="2036"/>
                    <a:pt x="2557" y="2028"/>
                    <a:pt x="2560" y="2028"/>
                  </a:cubicBezTo>
                  <a:cubicBezTo>
                    <a:pt x="2560" y="2028"/>
                    <a:pt x="2560" y="2029"/>
                    <a:pt x="2561" y="2029"/>
                  </a:cubicBezTo>
                  <a:cubicBezTo>
                    <a:pt x="2589" y="2019"/>
                    <a:pt x="2583" y="2013"/>
                    <a:pt x="2592" y="1988"/>
                  </a:cubicBezTo>
                  <a:cubicBezTo>
                    <a:pt x="2605" y="1966"/>
                    <a:pt x="2592" y="1957"/>
                    <a:pt x="2586" y="1950"/>
                  </a:cubicBezTo>
                  <a:cubicBezTo>
                    <a:pt x="2583" y="1947"/>
                    <a:pt x="2570" y="1938"/>
                    <a:pt x="2567" y="1935"/>
                  </a:cubicBezTo>
                  <a:cubicBezTo>
                    <a:pt x="2565" y="1914"/>
                    <a:pt x="2563" y="1905"/>
                    <a:pt x="2559" y="1905"/>
                  </a:cubicBezTo>
                  <a:cubicBezTo>
                    <a:pt x="2555" y="1905"/>
                    <a:pt x="2551" y="1909"/>
                    <a:pt x="2545" y="1916"/>
                  </a:cubicBezTo>
                  <a:lnTo>
                    <a:pt x="2529" y="1935"/>
                  </a:lnTo>
                  <a:cubicBezTo>
                    <a:pt x="2548" y="1902"/>
                    <a:pt x="2521" y="1866"/>
                    <a:pt x="2488" y="1866"/>
                  </a:cubicBezTo>
                  <a:cubicBezTo>
                    <a:pt x="2478" y="1866"/>
                    <a:pt x="2467" y="1870"/>
                    <a:pt x="2457" y="1878"/>
                  </a:cubicBezTo>
                  <a:lnTo>
                    <a:pt x="2473" y="1860"/>
                  </a:lnTo>
                  <a:cubicBezTo>
                    <a:pt x="2489" y="1838"/>
                    <a:pt x="2485" y="1834"/>
                    <a:pt x="2473" y="1825"/>
                  </a:cubicBezTo>
                  <a:cubicBezTo>
                    <a:pt x="2470" y="1822"/>
                    <a:pt x="2432" y="1822"/>
                    <a:pt x="2417" y="1809"/>
                  </a:cubicBezTo>
                  <a:cubicBezTo>
                    <a:pt x="2402" y="1797"/>
                    <a:pt x="2391" y="1788"/>
                    <a:pt x="2380" y="1788"/>
                  </a:cubicBezTo>
                  <a:cubicBezTo>
                    <a:pt x="2374" y="1788"/>
                    <a:pt x="2369" y="1790"/>
                    <a:pt x="2363" y="1797"/>
                  </a:cubicBezTo>
                  <a:cubicBezTo>
                    <a:pt x="2357" y="1794"/>
                    <a:pt x="2357" y="1794"/>
                    <a:pt x="2373" y="1775"/>
                  </a:cubicBezTo>
                  <a:cubicBezTo>
                    <a:pt x="2395" y="1759"/>
                    <a:pt x="2388" y="1753"/>
                    <a:pt x="2382" y="1750"/>
                  </a:cubicBezTo>
                  <a:cubicBezTo>
                    <a:pt x="2382" y="1750"/>
                    <a:pt x="2381" y="1750"/>
                    <a:pt x="2381" y="1750"/>
                  </a:cubicBezTo>
                  <a:cubicBezTo>
                    <a:pt x="2373" y="1750"/>
                    <a:pt x="2359" y="1767"/>
                    <a:pt x="2344" y="1784"/>
                  </a:cubicBezTo>
                  <a:cubicBezTo>
                    <a:pt x="2339" y="1793"/>
                    <a:pt x="2335" y="1798"/>
                    <a:pt x="2332" y="1798"/>
                  </a:cubicBezTo>
                  <a:cubicBezTo>
                    <a:pt x="2328" y="1798"/>
                    <a:pt x="2327" y="1789"/>
                    <a:pt x="2329" y="1772"/>
                  </a:cubicBezTo>
                  <a:cubicBezTo>
                    <a:pt x="2336" y="1752"/>
                    <a:pt x="2320" y="1732"/>
                    <a:pt x="2303" y="1732"/>
                  </a:cubicBezTo>
                  <a:cubicBezTo>
                    <a:pt x="2298" y="1732"/>
                    <a:pt x="2293" y="1734"/>
                    <a:pt x="2288" y="1737"/>
                  </a:cubicBezTo>
                  <a:cubicBezTo>
                    <a:pt x="2282" y="1731"/>
                    <a:pt x="2276" y="1728"/>
                    <a:pt x="2291" y="1706"/>
                  </a:cubicBezTo>
                  <a:cubicBezTo>
                    <a:pt x="2298" y="1691"/>
                    <a:pt x="2303" y="1672"/>
                    <a:pt x="2291" y="1672"/>
                  </a:cubicBezTo>
                  <a:cubicBezTo>
                    <a:pt x="2286" y="1672"/>
                    <a:pt x="2278" y="1676"/>
                    <a:pt x="2266" y="1684"/>
                  </a:cubicBezTo>
                  <a:cubicBezTo>
                    <a:pt x="2260" y="1681"/>
                    <a:pt x="2260" y="1681"/>
                    <a:pt x="2276" y="1662"/>
                  </a:cubicBezTo>
                  <a:cubicBezTo>
                    <a:pt x="2281" y="1647"/>
                    <a:pt x="2289" y="1634"/>
                    <a:pt x="2286" y="1634"/>
                  </a:cubicBezTo>
                  <a:lnTo>
                    <a:pt x="2286" y="1634"/>
                  </a:lnTo>
                  <a:cubicBezTo>
                    <a:pt x="2284" y="1634"/>
                    <a:pt x="2278" y="1639"/>
                    <a:pt x="2263" y="1653"/>
                  </a:cubicBezTo>
                  <a:cubicBezTo>
                    <a:pt x="2257" y="1655"/>
                    <a:pt x="2252" y="1656"/>
                    <a:pt x="2248" y="1656"/>
                  </a:cubicBezTo>
                  <a:cubicBezTo>
                    <a:pt x="2232" y="1656"/>
                    <a:pt x="2223" y="1643"/>
                    <a:pt x="2225" y="1621"/>
                  </a:cubicBezTo>
                  <a:cubicBezTo>
                    <a:pt x="2224" y="1619"/>
                    <a:pt x="2222" y="1617"/>
                    <a:pt x="2219" y="1617"/>
                  </a:cubicBezTo>
                  <a:cubicBezTo>
                    <a:pt x="2215" y="1617"/>
                    <a:pt x="2209" y="1620"/>
                    <a:pt x="2200" y="1631"/>
                  </a:cubicBezTo>
                  <a:lnTo>
                    <a:pt x="2185" y="1653"/>
                  </a:lnTo>
                  <a:cubicBezTo>
                    <a:pt x="2198" y="1629"/>
                    <a:pt x="2204" y="1619"/>
                    <a:pt x="2202" y="1619"/>
                  </a:cubicBezTo>
                  <a:lnTo>
                    <a:pt x="2202" y="1619"/>
                  </a:lnTo>
                  <a:cubicBezTo>
                    <a:pt x="2200" y="1619"/>
                    <a:pt x="2191" y="1627"/>
                    <a:pt x="2175" y="1643"/>
                  </a:cubicBezTo>
                  <a:cubicBezTo>
                    <a:pt x="2168" y="1652"/>
                    <a:pt x="2163" y="1656"/>
                    <a:pt x="2161" y="1656"/>
                  </a:cubicBezTo>
                  <a:cubicBezTo>
                    <a:pt x="2158" y="1656"/>
                    <a:pt x="2160" y="1649"/>
                    <a:pt x="2169" y="1637"/>
                  </a:cubicBezTo>
                  <a:cubicBezTo>
                    <a:pt x="2178" y="1615"/>
                    <a:pt x="2172" y="1609"/>
                    <a:pt x="2172" y="1609"/>
                  </a:cubicBezTo>
                  <a:cubicBezTo>
                    <a:pt x="2147" y="1606"/>
                    <a:pt x="2122" y="1593"/>
                    <a:pt x="2100" y="1581"/>
                  </a:cubicBezTo>
                  <a:cubicBezTo>
                    <a:pt x="2070" y="1557"/>
                    <a:pt x="2053" y="1542"/>
                    <a:pt x="2041" y="1542"/>
                  </a:cubicBezTo>
                  <a:cubicBezTo>
                    <a:pt x="2035" y="1542"/>
                    <a:pt x="2030" y="1545"/>
                    <a:pt x="2025" y="1552"/>
                  </a:cubicBezTo>
                  <a:cubicBezTo>
                    <a:pt x="2015" y="1559"/>
                    <a:pt x="2010" y="1563"/>
                    <a:pt x="2008" y="1563"/>
                  </a:cubicBezTo>
                  <a:cubicBezTo>
                    <a:pt x="2005" y="1563"/>
                    <a:pt x="2007" y="1557"/>
                    <a:pt x="2012" y="1543"/>
                  </a:cubicBezTo>
                  <a:cubicBezTo>
                    <a:pt x="2025" y="1518"/>
                    <a:pt x="2019" y="1515"/>
                    <a:pt x="2012" y="1509"/>
                  </a:cubicBezTo>
                  <a:cubicBezTo>
                    <a:pt x="2006" y="1505"/>
                    <a:pt x="2003" y="1499"/>
                    <a:pt x="2019" y="1480"/>
                  </a:cubicBezTo>
                  <a:lnTo>
                    <a:pt x="2019" y="1480"/>
                  </a:lnTo>
                  <a:cubicBezTo>
                    <a:pt x="2003" y="1491"/>
                    <a:pt x="1999" y="1495"/>
                    <a:pt x="1995" y="1495"/>
                  </a:cubicBezTo>
                  <a:cubicBezTo>
                    <a:pt x="1994" y="1495"/>
                    <a:pt x="1992" y="1494"/>
                    <a:pt x="1990" y="1493"/>
                  </a:cubicBezTo>
                  <a:cubicBezTo>
                    <a:pt x="1999" y="1480"/>
                    <a:pt x="2001" y="1474"/>
                    <a:pt x="1997" y="1474"/>
                  </a:cubicBezTo>
                  <a:cubicBezTo>
                    <a:pt x="1994" y="1474"/>
                    <a:pt x="1989" y="1477"/>
                    <a:pt x="1981" y="1484"/>
                  </a:cubicBezTo>
                  <a:cubicBezTo>
                    <a:pt x="1963" y="1500"/>
                    <a:pt x="1954" y="1509"/>
                    <a:pt x="1952" y="1509"/>
                  </a:cubicBezTo>
                  <a:cubicBezTo>
                    <a:pt x="1951" y="1509"/>
                    <a:pt x="1958" y="1498"/>
                    <a:pt x="1975" y="1477"/>
                  </a:cubicBezTo>
                  <a:cubicBezTo>
                    <a:pt x="1986" y="1463"/>
                    <a:pt x="1989" y="1440"/>
                    <a:pt x="1986" y="1440"/>
                  </a:cubicBezTo>
                  <a:lnTo>
                    <a:pt x="1986" y="1440"/>
                  </a:lnTo>
                  <a:cubicBezTo>
                    <a:pt x="1985" y="1440"/>
                    <a:pt x="1983" y="1443"/>
                    <a:pt x="1981" y="1449"/>
                  </a:cubicBezTo>
                  <a:cubicBezTo>
                    <a:pt x="1965" y="1468"/>
                    <a:pt x="1953" y="1462"/>
                    <a:pt x="1934" y="1477"/>
                  </a:cubicBezTo>
                  <a:cubicBezTo>
                    <a:pt x="1928" y="1471"/>
                    <a:pt x="1921" y="1468"/>
                    <a:pt x="1937" y="1446"/>
                  </a:cubicBezTo>
                  <a:cubicBezTo>
                    <a:pt x="1943" y="1433"/>
                    <a:pt x="1931" y="1427"/>
                    <a:pt x="1916" y="1427"/>
                  </a:cubicBezTo>
                  <a:cubicBezTo>
                    <a:pt x="1905" y="1427"/>
                    <a:pt x="1893" y="1430"/>
                    <a:pt x="1884" y="1436"/>
                  </a:cubicBezTo>
                  <a:cubicBezTo>
                    <a:pt x="1877" y="1445"/>
                    <a:pt x="1872" y="1449"/>
                    <a:pt x="1870" y="1449"/>
                  </a:cubicBezTo>
                  <a:cubicBezTo>
                    <a:pt x="1867" y="1449"/>
                    <a:pt x="1869" y="1442"/>
                    <a:pt x="1878" y="1430"/>
                  </a:cubicBezTo>
                  <a:cubicBezTo>
                    <a:pt x="1893" y="1411"/>
                    <a:pt x="1890" y="1408"/>
                    <a:pt x="1884" y="1402"/>
                  </a:cubicBezTo>
                  <a:lnTo>
                    <a:pt x="1884" y="1402"/>
                  </a:lnTo>
                  <a:cubicBezTo>
                    <a:pt x="1878" y="1406"/>
                    <a:pt x="1875" y="1408"/>
                    <a:pt x="1874" y="1408"/>
                  </a:cubicBezTo>
                  <a:cubicBezTo>
                    <a:pt x="1870" y="1408"/>
                    <a:pt x="1882" y="1393"/>
                    <a:pt x="1893" y="1377"/>
                  </a:cubicBezTo>
                  <a:cubicBezTo>
                    <a:pt x="1915" y="1364"/>
                    <a:pt x="1909" y="1358"/>
                    <a:pt x="1899" y="1349"/>
                  </a:cubicBezTo>
                  <a:lnTo>
                    <a:pt x="1899" y="1349"/>
                  </a:lnTo>
                  <a:cubicBezTo>
                    <a:pt x="1893" y="1353"/>
                    <a:pt x="1887" y="1355"/>
                    <a:pt x="1880" y="1355"/>
                  </a:cubicBezTo>
                  <a:cubicBezTo>
                    <a:pt x="1865" y="1355"/>
                    <a:pt x="1851" y="1344"/>
                    <a:pt x="1840" y="1333"/>
                  </a:cubicBezTo>
                  <a:cubicBezTo>
                    <a:pt x="1831" y="1326"/>
                    <a:pt x="1823" y="1323"/>
                    <a:pt x="1814" y="1323"/>
                  </a:cubicBezTo>
                  <a:cubicBezTo>
                    <a:pt x="1797" y="1323"/>
                    <a:pt x="1779" y="1337"/>
                    <a:pt x="1749" y="1358"/>
                  </a:cubicBezTo>
                  <a:lnTo>
                    <a:pt x="1715" y="1393"/>
                  </a:lnTo>
                  <a:lnTo>
                    <a:pt x="1746" y="1355"/>
                  </a:lnTo>
                  <a:cubicBezTo>
                    <a:pt x="1762" y="1333"/>
                    <a:pt x="1787" y="1289"/>
                    <a:pt x="1787" y="1289"/>
                  </a:cubicBezTo>
                  <a:cubicBezTo>
                    <a:pt x="1786" y="1289"/>
                    <a:pt x="1786" y="1289"/>
                    <a:pt x="1785" y="1289"/>
                  </a:cubicBezTo>
                  <a:cubicBezTo>
                    <a:pt x="1778" y="1289"/>
                    <a:pt x="1764" y="1306"/>
                    <a:pt x="1749" y="1324"/>
                  </a:cubicBezTo>
                  <a:cubicBezTo>
                    <a:pt x="1743" y="1333"/>
                    <a:pt x="1738" y="1337"/>
                    <a:pt x="1736" y="1337"/>
                  </a:cubicBezTo>
                  <a:cubicBezTo>
                    <a:pt x="1732" y="1337"/>
                    <a:pt x="1732" y="1328"/>
                    <a:pt x="1733" y="1311"/>
                  </a:cubicBezTo>
                  <a:cubicBezTo>
                    <a:pt x="1737" y="1293"/>
                    <a:pt x="1736" y="1285"/>
                    <a:pt x="1729" y="1285"/>
                  </a:cubicBezTo>
                  <a:cubicBezTo>
                    <a:pt x="1725" y="1285"/>
                    <a:pt x="1719" y="1288"/>
                    <a:pt x="1711" y="1292"/>
                  </a:cubicBezTo>
                  <a:cubicBezTo>
                    <a:pt x="1708" y="1289"/>
                    <a:pt x="1702" y="1286"/>
                    <a:pt x="1711" y="1261"/>
                  </a:cubicBezTo>
                  <a:cubicBezTo>
                    <a:pt x="1709" y="1259"/>
                    <a:pt x="1708" y="1257"/>
                    <a:pt x="1706" y="1257"/>
                  </a:cubicBezTo>
                  <a:cubicBezTo>
                    <a:pt x="1703" y="1257"/>
                    <a:pt x="1700" y="1262"/>
                    <a:pt x="1689" y="1277"/>
                  </a:cubicBezTo>
                  <a:cubicBezTo>
                    <a:pt x="1683" y="1285"/>
                    <a:pt x="1678" y="1289"/>
                    <a:pt x="1676" y="1289"/>
                  </a:cubicBezTo>
                  <a:cubicBezTo>
                    <a:pt x="1673" y="1289"/>
                    <a:pt x="1675" y="1282"/>
                    <a:pt x="1680" y="1267"/>
                  </a:cubicBezTo>
                  <a:cubicBezTo>
                    <a:pt x="1698" y="1237"/>
                    <a:pt x="1695" y="1221"/>
                    <a:pt x="1687" y="1221"/>
                  </a:cubicBezTo>
                  <a:cubicBezTo>
                    <a:pt x="1683" y="1221"/>
                    <a:pt x="1679" y="1224"/>
                    <a:pt x="1674" y="1230"/>
                  </a:cubicBezTo>
                  <a:cubicBezTo>
                    <a:pt x="1665" y="1240"/>
                    <a:pt x="1659" y="1244"/>
                    <a:pt x="1655" y="1244"/>
                  </a:cubicBezTo>
                  <a:cubicBezTo>
                    <a:pt x="1652" y="1244"/>
                    <a:pt x="1650" y="1242"/>
                    <a:pt x="1649" y="1239"/>
                  </a:cubicBezTo>
                  <a:cubicBezTo>
                    <a:pt x="1646" y="1238"/>
                    <a:pt x="1643" y="1236"/>
                    <a:pt x="1639" y="1236"/>
                  </a:cubicBezTo>
                  <a:cubicBezTo>
                    <a:pt x="1634" y="1236"/>
                    <a:pt x="1628" y="1238"/>
                    <a:pt x="1617" y="1245"/>
                  </a:cubicBezTo>
                  <a:lnTo>
                    <a:pt x="1605" y="1239"/>
                  </a:lnTo>
                  <a:cubicBezTo>
                    <a:pt x="1600" y="1234"/>
                    <a:pt x="1614" y="1222"/>
                    <a:pt x="1623" y="1222"/>
                  </a:cubicBezTo>
                  <a:cubicBezTo>
                    <a:pt x="1624" y="1222"/>
                    <a:pt x="1626" y="1222"/>
                    <a:pt x="1627" y="1223"/>
                  </a:cubicBezTo>
                  <a:lnTo>
                    <a:pt x="1636" y="1198"/>
                  </a:lnTo>
                  <a:cubicBezTo>
                    <a:pt x="1632" y="1194"/>
                    <a:pt x="1628" y="1190"/>
                    <a:pt x="1622" y="1190"/>
                  </a:cubicBezTo>
                  <a:cubicBezTo>
                    <a:pt x="1617" y="1190"/>
                    <a:pt x="1610" y="1194"/>
                    <a:pt x="1599" y="1201"/>
                  </a:cubicBezTo>
                  <a:cubicBezTo>
                    <a:pt x="1582" y="1218"/>
                    <a:pt x="1573" y="1227"/>
                    <a:pt x="1572" y="1227"/>
                  </a:cubicBezTo>
                  <a:cubicBezTo>
                    <a:pt x="1571" y="1227"/>
                    <a:pt x="1579" y="1216"/>
                    <a:pt x="1595" y="1195"/>
                  </a:cubicBezTo>
                  <a:cubicBezTo>
                    <a:pt x="1608" y="1181"/>
                    <a:pt x="1616" y="1162"/>
                    <a:pt x="1609" y="1162"/>
                  </a:cubicBezTo>
                  <a:cubicBezTo>
                    <a:pt x="1607" y="1162"/>
                    <a:pt x="1603" y="1164"/>
                    <a:pt x="1599" y="1167"/>
                  </a:cubicBezTo>
                  <a:cubicBezTo>
                    <a:pt x="1584" y="1180"/>
                    <a:pt x="1577" y="1185"/>
                    <a:pt x="1575" y="1185"/>
                  </a:cubicBezTo>
                  <a:cubicBezTo>
                    <a:pt x="1571" y="1185"/>
                    <a:pt x="1579" y="1171"/>
                    <a:pt x="1589" y="1158"/>
                  </a:cubicBezTo>
                  <a:cubicBezTo>
                    <a:pt x="1608" y="1138"/>
                    <a:pt x="1617" y="1130"/>
                    <a:pt x="1612" y="1130"/>
                  </a:cubicBezTo>
                  <a:cubicBezTo>
                    <a:pt x="1608" y="1130"/>
                    <a:pt x="1596" y="1135"/>
                    <a:pt x="1574" y="1145"/>
                  </a:cubicBezTo>
                  <a:cubicBezTo>
                    <a:pt x="1561" y="1136"/>
                    <a:pt x="1523" y="1139"/>
                    <a:pt x="1508" y="1126"/>
                  </a:cubicBezTo>
                  <a:cubicBezTo>
                    <a:pt x="1486" y="1107"/>
                    <a:pt x="1476" y="1098"/>
                    <a:pt x="1486" y="1073"/>
                  </a:cubicBezTo>
                  <a:cubicBezTo>
                    <a:pt x="1486" y="1073"/>
                    <a:pt x="1486" y="1072"/>
                    <a:pt x="1486" y="1072"/>
                  </a:cubicBezTo>
                  <a:lnTo>
                    <a:pt x="1486" y="1072"/>
                  </a:lnTo>
                  <a:cubicBezTo>
                    <a:pt x="1477" y="1082"/>
                    <a:pt x="1471" y="1086"/>
                    <a:pt x="1466" y="1086"/>
                  </a:cubicBezTo>
                  <a:cubicBezTo>
                    <a:pt x="1460" y="1086"/>
                    <a:pt x="1455" y="1081"/>
                    <a:pt x="1448" y="1076"/>
                  </a:cubicBezTo>
                  <a:cubicBezTo>
                    <a:pt x="1448" y="1060"/>
                    <a:pt x="1443" y="1054"/>
                    <a:pt x="1435" y="1054"/>
                  </a:cubicBezTo>
                  <a:cubicBezTo>
                    <a:pt x="1425" y="1054"/>
                    <a:pt x="1413" y="1062"/>
                    <a:pt x="1401" y="1070"/>
                  </a:cubicBezTo>
                  <a:lnTo>
                    <a:pt x="1411" y="1079"/>
                  </a:lnTo>
                  <a:cubicBezTo>
                    <a:pt x="1395" y="1098"/>
                    <a:pt x="1386" y="1107"/>
                    <a:pt x="1382" y="1107"/>
                  </a:cubicBezTo>
                  <a:cubicBezTo>
                    <a:pt x="1378" y="1107"/>
                    <a:pt x="1378" y="1099"/>
                    <a:pt x="1379" y="1086"/>
                  </a:cubicBezTo>
                  <a:cubicBezTo>
                    <a:pt x="1376" y="1079"/>
                    <a:pt x="1392" y="1060"/>
                    <a:pt x="1407" y="1042"/>
                  </a:cubicBezTo>
                  <a:cubicBezTo>
                    <a:pt x="1423" y="1020"/>
                    <a:pt x="1433" y="998"/>
                    <a:pt x="1426" y="991"/>
                  </a:cubicBezTo>
                  <a:cubicBezTo>
                    <a:pt x="1424" y="990"/>
                    <a:pt x="1422" y="988"/>
                    <a:pt x="1419" y="988"/>
                  </a:cubicBezTo>
                  <a:cubicBezTo>
                    <a:pt x="1416" y="988"/>
                    <a:pt x="1412" y="992"/>
                    <a:pt x="1404" y="1007"/>
                  </a:cubicBezTo>
                  <a:cubicBezTo>
                    <a:pt x="1393" y="1021"/>
                    <a:pt x="1390" y="1024"/>
                    <a:pt x="1388" y="1024"/>
                  </a:cubicBezTo>
                  <a:cubicBezTo>
                    <a:pt x="1387" y="1024"/>
                    <a:pt x="1386" y="1024"/>
                    <a:pt x="1386" y="1023"/>
                  </a:cubicBezTo>
                  <a:cubicBezTo>
                    <a:pt x="1382" y="1021"/>
                    <a:pt x="1379" y="1019"/>
                    <a:pt x="1375" y="1019"/>
                  </a:cubicBezTo>
                  <a:cubicBezTo>
                    <a:pt x="1370" y="1019"/>
                    <a:pt x="1364" y="1021"/>
                    <a:pt x="1354" y="1029"/>
                  </a:cubicBezTo>
                  <a:cubicBezTo>
                    <a:pt x="1345" y="1040"/>
                    <a:pt x="1339" y="1043"/>
                    <a:pt x="1335" y="1043"/>
                  </a:cubicBezTo>
                  <a:cubicBezTo>
                    <a:pt x="1331" y="1043"/>
                    <a:pt x="1329" y="1041"/>
                    <a:pt x="1326" y="1039"/>
                  </a:cubicBezTo>
                  <a:cubicBezTo>
                    <a:pt x="1335" y="1017"/>
                    <a:pt x="1326" y="1007"/>
                    <a:pt x="1326" y="1007"/>
                  </a:cubicBezTo>
                  <a:lnTo>
                    <a:pt x="1342" y="988"/>
                  </a:lnTo>
                  <a:cubicBezTo>
                    <a:pt x="1351" y="973"/>
                    <a:pt x="1360" y="957"/>
                    <a:pt x="1367" y="941"/>
                  </a:cubicBezTo>
                  <a:cubicBezTo>
                    <a:pt x="1366" y="941"/>
                    <a:pt x="1366" y="941"/>
                    <a:pt x="1366" y="941"/>
                  </a:cubicBezTo>
                  <a:cubicBezTo>
                    <a:pt x="1361" y="941"/>
                    <a:pt x="1348" y="957"/>
                    <a:pt x="1348" y="957"/>
                  </a:cubicBezTo>
                  <a:cubicBezTo>
                    <a:pt x="1346" y="959"/>
                    <a:pt x="1344" y="960"/>
                    <a:pt x="1341" y="960"/>
                  </a:cubicBezTo>
                  <a:cubicBezTo>
                    <a:pt x="1309" y="960"/>
                    <a:pt x="1199" y="871"/>
                    <a:pt x="1185" y="857"/>
                  </a:cubicBezTo>
                  <a:cubicBezTo>
                    <a:pt x="1189" y="839"/>
                    <a:pt x="1184" y="828"/>
                    <a:pt x="1177" y="828"/>
                  </a:cubicBezTo>
                  <a:cubicBezTo>
                    <a:pt x="1173" y="828"/>
                    <a:pt x="1168" y="832"/>
                    <a:pt x="1163" y="841"/>
                  </a:cubicBezTo>
                  <a:cubicBezTo>
                    <a:pt x="1159" y="846"/>
                    <a:pt x="1154" y="848"/>
                    <a:pt x="1149" y="848"/>
                  </a:cubicBezTo>
                  <a:cubicBezTo>
                    <a:pt x="1134" y="848"/>
                    <a:pt x="1114" y="831"/>
                    <a:pt x="1091" y="810"/>
                  </a:cubicBezTo>
                  <a:cubicBezTo>
                    <a:pt x="1063" y="789"/>
                    <a:pt x="1041" y="770"/>
                    <a:pt x="1025" y="770"/>
                  </a:cubicBezTo>
                  <a:cubicBezTo>
                    <a:pt x="1019" y="770"/>
                    <a:pt x="1014" y="773"/>
                    <a:pt x="1009" y="778"/>
                  </a:cubicBezTo>
                  <a:lnTo>
                    <a:pt x="994" y="766"/>
                  </a:lnTo>
                  <a:cubicBezTo>
                    <a:pt x="990" y="763"/>
                    <a:pt x="985" y="762"/>
                    <a:pt x="978" y="762"/>
                  </a:cubicBezTo>
                  <a:cubicBezTo>
                    <a:pt x="970" y="762"/>
                    <a:pt x="960" y="763"/>
                    <a:pt x="954" y="763"/>
                  </a:cubicBezTo>
                  <a:cubicBezTo>
                    <a:pt x="952" y="763"/>
                    <a:pt x="951" y="763"/>
                    <a:pt x="950" y="763"/>
                  </a:cubicBezTo>
                  <a:cubicBezTo>
                    <a:pt x="942" y="769"/>
                    <a:pt x="937" y="772"/>
                    <a:pt x="934" y="772"/>
                  </a:cubicBezTo>
                  <a:cubicBezTo>
                    <a:pt x="931" y="772"/>
                    <a:pt x="934" y="766"/>
                    <a:pt x="947" y="756"/>
                  </a:cubicBezTo>
                  <a:cubicBezTo>
                    <a:pt x="962" y="738"/>
                    <a:pt x="978" y="719"/>
                    <a:pt x="972" y="713"/>
                  </a:cubicBezTo>
                  <a:cubicBezTo>
                    <a:pt x="970" y="711"/>
                    <a:pt x="968" y="710"/>
                    <a:pt x="966" y="710"/>
                  </a:cubicBezTo>
                  <a:cubicBezTo>
                    <a:pt x="955" y="710"/>
                    <a:pt x="944" y="728"/>
                    <a:pt x="931" y="744"/>
                  </a:cubicBezTo>
                  <a:cubicBezTo>
                    <a:pt x="919" y="758"/>
                    <a:pt x="913" y="760"/>
                    <a:pt x="910" y="760"/>
                  </a:cubicBezTo>
                  <a:cubicBezTo>
                    <a:pt x="910" y="760"/>
                    <a:pt x="909" y="760"/>
                    <a:pt x="909" y="760"/>
                  </a:cubicBezTo>
                  <a:cubicBezTo>
                    <a:pt x="903" y="756"/>
                    <a:pt x="903" y="756"/>
                    <a:pt x="919" y="735"/>
                  </a:cubicBezTo>
                  <a:lnTo>
                    <a:pt x="950" y="697"/>
                  </a:lnTo>
                  <a:lnTo>
                    <a:pt x="944" y="691"/>
                  </a:lnTo>
                  <a:cubicBezTo>
                    <a:pt x="932" y="705"/>
                    <a:pt x="927" y="707"/>
                    <a:pt x="926" y="707"/>
                  </a:cubicBezTo>
                  <a:cubicBezTo>
                    <a:pt x="925" y="707"/>
                    <a:pt x="925" y="706"/>
                    <a:pt x="925" y="706"/>
                  </a:cubicBezTo>
                  <a:cubicBezTo>
                    <a:pt x="919" y="703"/>
                    <a:pt x="919" y="703"/>
                    <a:pt x="950" y="662"/>
                  </a:cubicBezTo>
                  <a:cubicBezTo>
                    <a:pt x="967" y="640"/>
                    <a:pt x="973" y="629"/>
                    <a:pt x="969" y="629"/>
                  </a:cubicBezTo>
                  <a:lnTo>
                    <a:pt x="969" y="629"/>
                  </a:lnTo>
                  <a:cubicBezTo>
                    <a:pt x="966" y="629"/>
                    <a:pt x="956" y="637"/>
                    <a:pt x="941" y="653"/>
                  </a:cubicBezTo>
                  <a:lnTo>
                    <a:pt x="912" y="666"/>
                  </a:lnTo>
                  <a:cubicBezTo>
                    <a:pt x="922" y="648"/>
                    <a:pt x="922" y="642"/>
                    <a:pt x="916" y="642"/>
                  </a:cubicBezTo>
                  <a:cubicBezTo>
                    <a:pt x="908" y="642"/>
                    <a:pt x="888" y="656"/>
                    <a:pt x="875" y="666"/>
                  </a:cubicBezTo>
                  <a:cubicBezTo>
                    <a:pt x="888" y="641"/>
                    <a:pt x="894" y="630"/>
                    <a:pt x="889" y="630"/>
                  </a:cubicBezTo>
                  <a:lnTo>
                    <a:pt x="889" y="630"/>
                  </a:lnTo>
                  <a:cubicBezTo>
                    <a:pt x="886" y="630"/>
                    <a:pt x="876" y="638"/>
                    <a:pt x="859" y="653"/>
                  </a:cubicBezTo>
                  <a:cubicBezTo>
                    <a:pt x="852" y="661"/>
                    <a:pt x="847" y="665"/>
                    <a:pt x="845" y="665"/>
                  </a:cubicBezTo>
                  <a:cubicBezTo>
                    <a:pt x="841" y="665"/>
                    <a:pt x="842" y="658"/>
                    <a:pt x="850" y="644"/>
                  </a:cubicBezTo>
                  <a:cubicBezTo>
                    <a:pt x="859" y="619"/>
                    <a:pt x="853" y="615"/>
                    <a:pt x="843" y="606"/>
                  </a:cubicBezTo>
                  <a:cubicBezTo>
                    <a:pt x="839" y="609"/>
                    <a:pt x="835" y="610"/>
                    <a:pt x="830" y="610"/>
                  </a:cubicBezTo>
                  <a:cubicBezTo>
                    <a:pt x="808" y="610"/>
                    <a:pt x="776" y="584"/>
                    <a:pt x="740" y="556"/>
                  </a:cubicBezTo>
                  <a:cubicBezTo>
                    <a:pt x="704" y="525"/>
                    <a:pt x="677" y="503"/>
                    <a:pt x="659" y="503"/>
                  </a:cubicBezTo>
                  <a:cubicBezTo>
                    <a:pt x="654" y="503"/>
                    <a:pt x="650" y="505"/>
                    <a:pt x="646" y="509"/>
                  </a:cubicBezTo>
                  <a:cubicBezTo>
                    <a:pt x="640" y="503"/>
                    <a:pt x="640" y="503"/>
                    <a:pt x="649" y="481"/>
                  </a:cubicBezTo>
                  <a:cubicBezTo>
                    <a:pt x="656" y="470"/>
                    <a:pt x="659" y="464"/>
                    <a:pt x="656" y="464"/>
                  </a:cubicBezTo>
                  <a:lnTo>
                    <a:pt x="656" y="464"/>
                  </a:lnTo>
                  <a:cubicBezTo>
                    <a:pt x="653" y="464"/>
                    <a:pt x="642" y="472"/>
                    <a:pt x="624" y="490"/>
                  </a:cubicBezTo>
                  <a:cubicBezTo>
                    <a:pt x="612" y="499"/>
                    <a:pt x="601" y="509"/>
                    <a:pt x="600" y="509"/>
                  </a:cubicBezTo>
                  <a:cubicBezTo>
                    <a:pt x="599" y="509"/>
                    <a:pt x="604" y="503"/>
                    <a:pt x="618" y="487"/>
                  </a:cubicBezTo>
                  <a:cubicBezTo>
                    <a:pt x="633" y="465"/>
                    <a:pt x="624" y="459"/>
                    <a:pt x="602" y="440"/>
                  </a:cubicBezTo>
                  <a:cubicBezTo>
                    <a:pt x="591" y="431"/>
                    <a:pt x="577" y="419"/>
                    <a:pt x="564" y="419"/>
                  </a:cubicBezTo>
                  <a:cubicBezTo>
                    <a:pt x="559" y="419"/>
                    <a:pt x="554" y="422"/>
                    <a:pt x="549" y="427"/>
                  </a:cubicBezTo>
                  <a:cubicBezTo>
                    <a:pt x="535" y="433"/>
                    <a:pt x="528" y="436"/>
                    <a:pt x="527" y="436"/>
                  </a:cubicBezTo>
                  <a:cubicBezTo>
                    <a:pt x="525" y="436"/>
                    <a:pt x="531" y="433"/>
                    <a:pt x="543" y="424"/>
                  </a:cubicBezTo>
                  <a:cubicBezTo>
                    <a:pt x="572" y="398"/>
                    <a:pt x="571" y="365"/>
                    <a:pt x="547" y="365"/>
                  </a:cubicBezTo>
                  <a:cubicBezTo>
                    <a:pt x="540" y="365"/>
                    <a:pt x="531" y="368"/>
                    <a:pt x="521" y="374"/>
                  </a:cubicBezTo>
                  <a:cubicBezTo>
                    <a:pt x="514" y="368"/>
                    <a:pt x="511" y="365"/>
                    <a:pt x="527" y="343"/>
                  </a:cubicBezTo>
                  <a:cubicBezTo>
                    <a:pt x="523" y="341"/>
                    <a:pt x="520" y="339"/>
                    <a:pt x="511" y="339"/>
                  </a:cubicBezTo>
                  <a:cubicBezTo>
                    <a:pt x="505" y="339"/>
                    <a:pt x="496" y="340"/>
                    <a:pt x="483" y="343"/>
                  </a:cubicBezTo>
                  <a:lnTo>
                    <a:pt x="445" y="311"/>
                  </a:lnTo>
                  <a:cubicBezTo>
                    <a:pt x="442" y="308"/>
                    <a:pt x="437" y="307"/>
                    <a:pt x="431" y="307"/>
                  </a:cubicBezTo>
                  <a:cubicBezTo>
                    <a:pt x="420" y="307"/>
                    <a:pt x="408" y="311"/>
                    <a:pt x="408" y="311"/>
                  </a:cubicBezTo>
                  <a:lnTo>
                    <a:pt x="405" y="308"/>
                  </a:lnTo>
                  <a:cubicBezTo>
                    <a:pt x="420" y="290"/>
                    <a:pt x="392" y="268"/>
                    <a:pt x="354" y="236"/>
                  </a:cubicBezTo>
                  <a:cubicBezTo>
                    <a:pt x="317" y="205"/>
                    <a:pt x="286" y="177"/>
                    <a:pt x="295" y="152"/>
                  </a:cubicBezTo>
                  <a:cubicBezTo>
                    <a:pt x="295" y="152"/>
                    <a:pt x="294" y="151"/>
                    <a:pt x="293" y="151"/>
                  </a:cubicBezTo>
                  <a:cubicBezTo>
                    <a:pt x="290" y="151"/>
                    <a:pt x="282" y="153"/>
                    <a:pt x="267" y="164"/>
                  </a:cubicBezTo>
                  <a:cubicBezTo>
                    <a:pt x="249" y="182"/>
                    <a:pt x="239" y="190"/>
                    <a:pt x="234" y="190"/>
                  </a:cubicBezTo>
                  <a:cubicBezTo>
                    <a:pt x="230" y="190"/>
                    <a:pt x="231" y="183"/>
                    <a:pt x="235" y="170"/>
                  </a:cubicBezTo>
                  <a:cubicBezTo>
                    <a:pt x="254" y="142"/>
                    <a:pt x="251" y="124"/>
                    <a:pt x="237" y="124"/>
                  </a:cubicBezTo>
                  <a:cubicBezTo>
                    <a:pt x="229" y="124"/>
                    <a:pt x="218" y="130"/>
                    <a:pt x="204" y="142"/>
                  </a:cubicBezTo>
                  <a:lnTo>
                    <a:pt x="220" y="123"/>
                  </a:lnTo>
                  <a:cubicBezTo>
                    <a:pt x="232" y="102"/>
                    <a:pt x="231" y="92"/>
                    <a:pt x="222" y="92"/>
                  </a:cubicBezTo>
                  <a:cubicBezTo>
                    <a:pt x="213" y="92"/>
                    <a:pt x="197" y="103"/>
                    <a:pt x="179" y="120"/>
                  </a:cubicBezTo>
                  <a:cubicBezTo>
                    <a:pt x="186" y="103"/>
                    <a:pt x="194" y="84"/>
                    <a:pt x="186" y="84"/>
                  </a:cubicBezTo>
                  <a:cubicBezTo>
                    <a:pt x="184" y="84"/>
                    <a:pt x="181" y="86"/>
                    <a:pt x="176" y="89"/>
                  </a:cubicBezTo>
                  <a:cubicBezTo>
                    <a:pt x="173" y="83"/>
                    <a:pt x="173" y="83"/>
                    <a:pt x="204" y="45"/>
                  </a:cubicBezTo>
                  <a:cubicBezTo>
                    <a:pt x="220" y="23"/>
                    <a:pt x="235" y="4"/>
                    <a:pt x="229" y="1"/>
                  </a:cubicBezTo>
                  <a:cubicBezTo>
                    <a:pt x="228" y="0"/>
                    <a:pt x="228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37"/>
            <p:cNvSpPr/>
            <p:nvPr/>
          </p:nvSpPr>
          <p:spPr>
            <a:xfrm>
              <a:off x="3830714" y="3885979"/>
              <a:ext cx="184391" cy="178999"/>
            </a:xfrm>
            <a:custGeom>
              <a:avLst/>
              <a:gdLst/>
              <a:ahLst/>
              <a:cxnLst/>
              <a:rect l="l" t="t" r="r" b="b"/>
              <a:pathLst>
                <a:path w="10130" h="9910" extrusionOk="0">
                  <a:moveTo>
                    <a:pt x="7336" y="0"/>
                  </a:moveTo>
                  <a:cubicBezTo>
                    <a:pt x="7264" y="0"/>
                    <a:pt x="7191" y="4"/>
                    <a:pt x="7118" y="11"/>
                  </a:cubicBezTo>
                  <a:lnTo>
                    <a:pt x="2069" y="522"/>
                  </a:lnTo>
                  <a:cubicBezTo>
                    <a:pt x="872" y="641"/>
                    <a:pt x="1" y="1707"/>
                    <a:pt x="123" y="2904"/>
                  </a:cubicBezTo>
                  <a:lnTo>
                    <a:pt x="631" y="7952"/>
                  </a:lnTo>
                  <a:cubicBezTo>
                    <a:pt x="742" y="9074"/>
                    <a:pt x="1688" y="9910"/>
                    <a:pt x="2789" y="9910"/>
                  </a:cubicBezTo>
                  <a:cubicBezTo>
                    <a:pt x="2863" y="9910"/>
                    <a:pt x="2937" y="9906"/>
                    <a:pt x="3012" y="9898"/>
                  </a:cubicBezTo>
                  <a:lnTo>
                    <a:pt x="8064" y="9391"/>
                  </a:lnTo>
                  <a:cubicBezTo>
                    <a:pt x="9258" y="9268"/>
                    <a:pt x="10129" y="8203"/>
                    <a:pt x="10010" y="7009"/>
                  </a:cubicBezTo>
                  <a:lnTo>
                    <a:pt x="9499" y="1957"/>
                  </a:lnTo>
                  <a:cubicBezTo>
                    <a:pt x="9388" y="837"/>
                    <a:pt x="8442" y="0"/>
                    <a:pt x="7336" y="0"/>
                  </a:cubicBezTo>
                  <a:close/>
                </a:path>
              </a:pathLst>
            </a:custGeom>
            <a:solidFill>
              <a:srgbClr val="D581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37"/>
            <p:cNvSpPr/>
            <p:nvPr/>
          </p:nvSpPr>
          <p:spPr>
            <a:xfrm>
              <a:off x="4044866" y="3864575"/>
              <a:ext cx="184373" cy="179017"/>
            </a:xfrm>
            <a:custGeom>
              <a:avLst/>
              <a:gdLst/>
              <a:ahLst/>
              <a:cxnLst/>
              <a:rect l="l" t="t" r="r" b="b"/>
              <a:pathLst>
                <a:path w="10129" h="9911" extrusionOk="0">
                  <a:moveTo>
                    <a:pt x="7335" y="1"/>
                  </a:moveTo>
                  <a:cubicBezTo>
                    <a:pt x="7263" y="1"/>
                    <a:pt x="7190" y="4"/>
                    <a:pt x="7117" y="12"/>
                  </a:cubicBezTo>
                  <a:lnTo>
                    <a:pt x="2065" y="522"/>
                  </a:lnTo>
                  <a:cubicBezTo>
                    <a:pt x="871" y="641"/>
                    <a:pt x="0" y="1707"/>
                    <a:pt x="122" y="2904"/>
                  </a:cubicBezTo>
                  <a:lnTo>
                    <a:pt x="630" y="7953"/>
                  </a:lnTo>
                  <a:cubicBezTo>
                    <a:pt x="742" y="9075"/>
                    <a:pt x="1684" y="9910"/>
                    <a:pt x="2788" y="9910"/>
                  </a:cubicBezTo>
                  <a:cubicBezTo>
                    <a:pt x="2862" y="9910"/>
                    <a:pt x="2936" y="9906"/>
                    <a:pt x="3012" y="9899"/>
                  </a:cubicBezTo>
                  <a:lnTo>
                    <a:pt x="8063" y="9391"/>
                  </a:lnTo>
                  <a:cubicBezTo>
                    <a:pt x="9257" y="9269"/>
                    <a:pt x="10129" y="8203"/>
                    <a:pt x="10006" y="7009"/>
                  </a:cubicBezTo>
                  <a:lnTo>
                    <a:pt x="9499" y="1958"/>
                  </a:lnTo>
                  <a:cubicBezTo>
                    <a:pt x="9387" y="837"/>
                    <a:pt x="8439" y="1"/>
                    <a:pt x="7335" y="1"/>
                  </a:cubicBezTo>
                  <a:close/>
                </a:path>
              </a:pathLst>
            </a:custGeom>
            <a:solidFill>
              <a:srgbClr val="F4D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37"/>
            <p:cNvSpPr/>
            <p:nvPr/>
          </p:nvSpPr>
          <p:spPr>
            <a:xfrm>
              <a:off x="4259000" y="3843188"/>
              <a:ext cx="184373" cy="178999"/>
            </a:xfrm>
            <a:custGeom>
              <a:avLst/>
              <a:gdLst/>
              <a:ahLst/>
              <a:cxnLst/>
              <a:rect l="l" t="t" r="r" b="b"/>
              <a:pathLst>
                <a:path w="10129" h="9910" extrusionOk="0">
                  <a:moveTo>
                    <a:pt x="7336" y="0"/>
                  </a:moveTo>
                  <a:cubicBezTo>
                    <a:pt x="7263" y="0"/>
                    <a:pt x="7191" y="4"/>
                    <a:pt x="7117" y="11"/>
                  </a:cubicBezTo>
                  <a:lnTo>
                    <a:pt x="2066" y="522"/>
                  </a:lnTo>
                  <a:cubicBezTo>
                    <a:pt x="872" y="641"/>
                    <a:pt x="0" y="1706"/>
                    <a:pt x="123" y="2900"/>
                  </a:cubicBezTo>
                  <a:lnTo>
                    <a:pt x="630" y="7952"/>
                  </a:lnTo>
                  <a:cubicBezTo>
                    <a:pt x="742" y="9075"/>
                    <a:pt x="1687" y="9909"/>
                    <a:pt x="2793" y="9909"/>
                  </a:cubicBezTo>
                  <a:cubicBezTo>
                    <a:pt x="2865" y="9909"/>
                    <a:pt x="2938" y="9905"/>
                    <a:pt x="3012" y="9898"/>
                  </a:cubicBezTo>
                  <a:lnTo>
                    <a:pt x="8061" y="9390"/>
                  </a:lnTo>
                  <a:cubicBezTo>
                    <a:pt x="9258" y="9268"/>
                    <a:pt x="10129" y="8203"/>
                    <a:pt x="10007" y="7009"/>
                  </a:cubicBezTo>
                  <a:lnTo>
                    <a:pt x="9499" y="1957"/>
                  </a:lnTo>
                  <a:cubicBezTo>
                    <a:pt x="9387" y="836"/>
                    <a:pt x="8439" y="0"/>
                    <a:pt x="7336" y="0"/>
                  </a:cubicBezTo>
                  <a:close/>
                </a:path>
              </a:pathLst>
            </a:custGeom>
            <a:solidFill>
              <a:srgbClr val="69B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37"/>
            <p:cNvSpPr/>
            <p:nvPr/>
          </p:nvSpPr>
          <p:spPr>
            <a:xfrm>
              <a:off x="3872470" y="3927452"/>
              <a:ext cx="96237" cy="97375"/>
            </a:xfrm>
            <a:custGeom>
              <a:avLst/>
              <a:gdLst/>
              <a:ahLst/>
              <a:cxnLst/>
              <a:rect l="l" t="t" r="r" b="b"/>
              <a:pathLst>
                <a:path w="5287" h="5391" extrusionOk="0">
                  <a:moveTo>
                    <a:pt x="1840" y="185"/>
                  </a:moveTo>
                  <a:cubicBezTo>
                    <a:pt x="1847" y="210"/>
                    <a:pt x="1853" y="232"/>
                    <a:pt x="1837" y="238"/>
                  </a:cubicBezTo>
                  <a:lnTo>
                    <a:pt x="1809" y="222"/>
                  </a:lnTo>
                  <a:lnTo>
                    <a:pt x="1821" y="191"/>
                  </a:lnTo>
                  <a:lnTo>
                    <a:pt x="1840" y="185"/>
                  </a:lnTo>
                  <a:close/>
                  <a:moveTo>
                    <a:pt x="2492" y="194"/>
                  </a:moveTo>
                  <a:cubicBezTo>
                    <a:pt x="2511" y="194"/>
                    <a:pt x="2511" y="219"/>
                    <a:pt x="2511" y="219"/>
                  </a:cubicBezTo>
                  <a:cubicBezTo>
                    <a:pt x="2511" y="219"/>
                    <a:pt x="2511" y="244"/>
                    <a:pt x="2495" y="244"/>
                  </a:cubicBezTo>
                  <a:cubicBezTo>
                    <a:pt x="2483" y="232"/>
                    <a:pt x="2476" y="213"/>
                    <a:pt x="2473" y="197"/>
                  </a:cubicBezTo>
                  <a:lnTo>
                    <a:pt x="2492" y="194"/>
                  </a:lnTo>
                  <a:close/>
                  <a:moveTo>
                    <a:pt x="2325" y="262"/>
                  </a:moveTo>
                  <a:cubicBezTo>
                    <a:pt x="2333" y="262"/>
                    <a:pt x="2333" y="266"/>
                    <a:pt x="2335" y="285"/>
                  </a:cubicBezTo>
                  <a:lnTo>
                    <a:pt x="2320" y="288"/>
                  </a:lnTo>
                  <a:lnTo>
                    <a:pt x="2298" y="263"/>
                  </a:lnTo>
                  <a:lnTo>
                    <a:pt x="2313" y="263"/>
                  </a:lnTo>
                  <a:cubicBezTo>
                    <a:pt x="2318" y="262"/>
                    <a:pt x="2322" y="262"/>
                    <a:pt x="2325" y="262"/>
                  </a:cubicBezTo>
                  <a:close/>
                  <a:moveTo>
                    <a:pt x="2147" y="287"/>
                  </a:moveTo>
                  <a:cubicBezTo>
                    <a:pt x="2154" y="287"/>
                    <a:pt x="2155" y="291"/>
                    <a:pt x="2160" y="310"/>
                  </a:cubicBezTo>
                  <a:lnTo>
                    <a:pt x="2141" y="313"/>
                  </a:lnTo>
                  <a:lnTo>
                    <a:pt x="2119" y="294"/>
                  </a:lnTo>
                  <a:lnTo>
                    <a:pt x="2138" y="288"/>
                  </a:lnTo>
                  <a:cubicBezTo>
                    <a:pt x="2142" y="287"/>
                    <a:pt x="2145" y="287"/>
                    <a:pt x="2147" y="287"/>
                  </a:cubicBezTo>
                  <a:close/>
                  <a:moveTo>
                    <a:pt x="2279" y="306"/>
                  </a:moveTo>
                  <a:lnTo>
                    <a:pt x="2279" y="306"/>
                  </a:lnTo>
                  <a:cubicBezTo>
                    <a:pt x="2277" y="306"/>
                    <a:pt x="2274" y="309"/>
                    <a:pt x="2270" y="319"/>
                  </a:cubicBezTo>
                  <a:cubicBezTo>
                    <a:pt x="2280" y="317"/>
                    <a:pt x="2282" y="306"/>
                    <a:pt x="2279" y="306"/>
                  </a:cubicBezTo>
                  <a:close/>
                  <a:moveTo>
                    <a:pt x="3232" y="257"/>
                  </a:moveTo>
                  <a:cubicBezTo>
                    <a:pt x="3236" y="257"/>
                    <a:pt x="3237" y="261"/>
                    <a:pt x="3235" y="269"/>
                  </a:cubicBezTo>
                  <a:cubicBezTo>
                    <a:pt x="3232" y="285"/>
                    <a:pt x="3219" y="301"/>
                    <a:pt x="3207" y="313"/>
                  </a:cubicBezTo>
                  <a:cubicBezTo>
                    <a:pt x="3207" y="313"/>
                    <a:pt x="3199" y="320"/>
                    <a:pt x="3193" y="320"/>
                  </a:cubicBezTo>
                  <a:cubicBezTo>
                    <a:pt x="3189" y="320"/>
                    <a:pt x="3187" y="317"/>
                    <a:pt x="3188" y="307"/>
                  </a:cubicBezTo>
                  <a:lnTo>
                    <a:pt x="3194" y="282"/>
                  </a:lnTo>
                  <a:cubicBezTo>
                    <a:pt x="3211" y="269"/>
                    <a:pt x="3226" y="257"/>
                    <a:pt x="3232" y="257"/>
                  </a:cubicBezTo>
                  <a:close/>
                  <a:moveTo>
                    <a:pt x="1626" y="288"/>
                  </a:moveTo>
                  <a:cubicBezTo>
                    <a:pt x="1632" y="288"/>
                    <a:pt x="1634" y="294"/>
                    <a:pt x="1640" y="310"/>
                  </a:cubicBezTo>
                  <a:cubicBezTo>
                    <a:pt x="1640" y="310"/>
                    <a:pt x="1649" y="332"/>
                    <a:pt x="1633" y="341"/>
                  </a:cubicBezTo>
                  <a:lnTo>
                    <a:pt x="1605" y="326"/>
                  </a:lnTo>
                  <a:cubicBezTo>
                    <a:pt x="1596" y="304"/>
                    <a:pt x="1612" y="294"/>
                    <a:pt x="1612" y="294"/>
                  </a:cubicBezTo>
                  <a:cubicBezTo>
                    <a:pt x="1619" y="291"/>
                    <a:pt x="1623" y="288"/>
                    <a:pt x="1626" y="288"/>
                  </a:cubicBezTo>
                  <a:close/>
                  <a:moveTo>
                    <a:pt x="2017" y="299"/>
                  </a:moveTo>
                  <a:cubicBezTo>
                    <a:pt x="2023" y="299"/>
                    <a:pt x="2029" y="305"/>
                    <a:pt x="2031" y="316"/>
                  </a:cubicBezTo>
                  <a:cubicBezTo>
                    <a:pt x="2038" y="338"/>
                    <a:pt x="2038" y="338"/>
                    <a:pt x="2022" y="344"/>
                  </a:cubicBezTo>
                  <a:cubicBezTo>
                    <a:pt x="2010" y="346"/>
                    <a:pt x="2002" y="348"/>
                    <a:pt x="1997" y="348"/>
                  </a:cubicBezTo>
                  <a:cubicBezTo>
                    <a:pt x="1986" y="348"/>
                    <a:pt x="1988" y="342"/>
                    <a:pt x="1997" y="322"/>
                  </a:cubicBezTo>
                  <a:cubicBezTo>
                    <a:pt x="2002" y="307"/>
                    <a:pt x="2010" y="299"/>
                    <a:pt x="2017" y="299"/>
                  </a:cubicBezTo>
                  <a:close/>
                  <a:moveTo>
                    <a:pt x="2111" y="415"/>
                  </a:moveTo>
                  <a:cubicBezTo>
                    <a:pt x="2112" y="418"/>
                    <a:pt x="2112" y="420"/>
                    <a:pt x="2113" y="423"/>
                  </a:cubicBezTo>
                  <a:cubicBezTo>
                    <a:pt x="2114" y="423"/>
                    <a:pt x="2114" y="424"/>
                    <a:pt x="2115" y="425"/>
                  </a:cubicBezTo>
                  <a:lnTo>
                    <a:pt x="2115" y="425"/>
                  </a:lnTo>
                  <a:cubicBezTo>
                    <a:pt x="2114" y="422"/>
                    <a:pt x="2112" y="419"/>
                    <a:pt x="2111" y="415"/>
                  </a:cubicBezTo>
                  <a:close/>
                  <a:moveTo>
                    <a:pt x="2115" y="425"/>
                  </a:moveTo>
                  <a:cubicBezTo>
                    <a:pt x="2119" y="434"/>
                    <a:pt x="2123" y="438"/>
                    <a:pt x="2124" y="438"/>
                  </a:cubicBezTo>
                  <a:cubicBezTo>
                    <a:pt x="2125" y="438"/>
                    <a:pt x="2123" y="433"/>
                    <a:pt x="2115" y="425"/>
                  </a:cubicBezTo>
                  <a:close/>
                  <a:moveTo>
                    <a:pt x="3846" y="398"/>
                  </a:moveTo>
                  <a:cubicBezTo>
                    <a:pt x="3862" y="404"/>
                    <a:pt x="3862" y="404"/>
                    <a:pt x="3849" y="426"/>
                  </a:cubicBezTo>
                  <a:cubicBezTo>
                    <a:pt x="3839" y="443"/>
                    <a:pt x="3819" y="457"/>
                    <a:pt x="3804" y="457"/>
                  </a:cubicBezTo>
                  <a:cubicBezTo>
                    <a:pt x="3800" y="457"/>
                    <a:pt x="3796" y="456"/>
                    <a:pt x="3793" y="454"/>
                  </a:cubicBezTo>
                  <a:cubicBezTo>
                    <a:pt x="3777" y="448"/>
                    <a:pt x="3799" y="401"/>
                    <a:pt x="3846" y="398"/>
                  </a:cubicBezTo>
                  <a:close/>
                  <a:moveTo>
                    <a:pt x="549" y="1397"/>
                  </a:moveTo>
                  <a:cubicBezTo>
                    <a:pt x="571" y="1410"/>
                    <a:pt x="593" y="1426"/>
                    <a:pt x="584" y="1438"/>
                  </a:cubicBezTo>
                  <a:lnTo>
                    <a:pt x="574" y="1454"/>
                  </a:lnTo>
                  <a:cubicBezTo>
                    <a:pt x="559" y="1444"/>
                    <a:pt x="546" y="1429"/>
                    <a:pt x="540" y="1413"/>
                  </a:cubicBezTo>
                  <a:lnTo>
                    <a:pt x="549" y="1397"/>
                  </a:lnTo>
                  <a:close/>
                  <a:moveTo>
                    <a:pt x="294" y="2074"/>
                  </a:moveTo>
                  <a:cubicBezTo>
                    <a:pt x="298" y="2074"/>
                    <a:pt x="303" y="2076"/>
                    <a:pt x="311" y="2077"/>
                  </a:cubicBezTo>
                  <a:cubicBezTo>
                    <a:pt x="336" y="2084"/>
                    <a:pt x="327" y="2118"/>
                    <a:pt x="320" y="2134"/>
                  </a:cubicBezTo>
                  <a:cubicBezTo>
                    <a:pt x="315" y="2136"/>
                    <a:pt x="310" y="2137"/>
                    <a:pt x="305" y="2137"/>
                  </a:cubicBezTo>
                  <a:cubicBezTo>
                    <a:pt x="286" y="2137"/>
                    <a:pt x="274" y="2118"/>
                    <a:pt x="277" y="2106"/>
                  </a:cubicBezTo>
                  <a:cubicBezTo>
                    <a:pt x="283" y="2081"/>
                    <a:pt x="285" y="2074"/>
                    <a:pt x="294" y="2074"/>
                  </a:cubicBezTo>
                  <a:close/>
                  <a:moveTo>
                    <a:pt x="5179" y="2522"/>
                  </a:moveTo>
                  <a:cubicBezTo>
                    <a:pt x="5197" y="2522"/>
                    <a:pt x="5212" y="2524"/>
                    <a:pt x="5212" y="2541"/>
                  </a:cubicBezTo>
                  <a:cubicBezTo>
                    <a:pt x="5239" y="2559"/>
                    <a:pt x="5240" y="2568"/>
                    <a:pt x="5226" y="2568"/>
                  </a:cubicBezTo>
                  <a:cubicBezTo>
                    <a:pt x="5213" y="2568"/>
                    <a:pt x="5188" y="2560"/>
                    <a:pt x="5162" y="2541"/>
                  </a:cubicBezTo>
                  <a:cubicBezTo>
                    <a:pt x="5112" y="2526"/>
                    <a:pt x="5112" y="2526"/>
                    <a:pt x="5162" y="2522"/>
                  </a:cubicBezTo>
                  <a:cubicBezTo>
                    <a:pt x="5168" y="2522"/>
                    <a:pt x="5173" y="2522"/>
                    <a:pt x="5179" y="2522"/>
                  </a:cubicBezTo>
                  <a:close/>
                  <a:moveTo>
                    <a:pt x="4705" y="2908"/>
                  </a:moveTo>
                  <a:lnTo>
                    <a:pt x="4701" y="2924"/>
                  </a:lnTo>
                  <a:cubicBezTo>
                    <a:pt x="4701" y="2936"/>
                    <a:pt x="4727" y="2942"/>
                    <a:pt x="4752" y="2945"/>
                  </a:cubicBezTo>
                  <a:lnTo>
                    <a:pt x="4752" y="2930"/>
                  </a:lnTo>
                  <a:cubicBezTo>
                    <a:pt x="4739" y="2917"/>
                    <a:pt x="4723" y="2911"/>
                    <a:pt x="4705" y="2908"/>
                  </a:cubicBezTo>
                  <a:close/>
                  <a:moveTo>
                    <a:pt x="5099" y="2992"/>
                  </a:moveTo>
                  <a:cubicBezTo>
                    <a:pt x="5125" y="2996"/>
                    <a:pt x="5121" y="3011"/>
                    <a:pt x="5118" y="3030"/>
                  </a:cubicBezTo>
                  <a:cubicBezTo>
                    <a:pt x="5116" y="3043"/>
                    <a:pt x="5115" y="3047"/>
                    <a:pt x="5106" y="3047"/>
                  </a:cubicBezTo>
                  <a:cubicBezTo>
                    <a:pt x="5102" y="3047"/>
                    <a:pt x="5097" y="3047"/>
                    <a:pt x="5090" y="3046"/>
                  </a:cubicBezTo>
                  <a:cubicBezTo>
                    <a:pt x="5090" y="3046"/>
                    <a:pt x="5068" y="3024"/>
                    <a:pt x="5071" y="3005"/>
                  </a:cubicBezTo>
                  <a:lnTo>
                    <a:pt x="5099" y="2992"/>
                  </a:lnTo>
                  <a:close/>
                  <a:moveTo>
                    <a:pt x="5074" y="3199"/>
                  </a:moveTo>
                  <a:cubicBezTo>
                    <a:pt x="5089" y="3199"/>
                    <a:pt x="5087" y="3206"/>
                    <a:pt x="5081" y="3231"/>
                  </a:cubicBezTo>
                  <a:cubicBezTo>
                    <a:pt x="5078" y="3247"/>
                    <a:pt x="5073" y="3260"/>
                    <a:pt x="5056" y="3260"/>
                  </a:cubicBezTo>
                  <a:cubicBezTo>
                    <a:pt x="5053" y="3260"/>
                    <a:pt x="5050" y="3260"/>
                    <a:pt x="5046" y="3259"/>
                  </a:cubicBezTo>
                  <a:lnTo>
                    <a:pt x="5052" y="3243"/>
                  </a:lnTo>
                  <a:cubicBezTo>
                    <a:pt x="5055" y="3244"/>
                    <a:pt x="5058" y="3244"/>
                    <a:pt x="5059" y="3244"/>
                  </a:cubicBezTo>
                  <a:cubicBezTo>
                    <a:pt x="5069" y="3244"/>
                    <a:pt x="5060" y="3233"/>
                    <a:pt x="5044" y="3233"/>
                  </a:cubicBezTo>
                  <a:cubicBezTo>
                    <a:pt x="5039" y="3233"/>
                    <a:pt x="5033" y="3234"/>
                    <a:pt x="5027" y="3237"/>
                  </a:cubicBezTo>
                  <a:lnTo>
                    <a:pt x="4977" y="3224"/>
                  </a:lnTo>
                  <a:cubicBezTo>
                    <a:pt x="4982" y="3212"/>
                    <a:pt x="5002" y="3201"/>
                    <a:pt x="5023" y="3201"/>
                  </a:cubicBezTo>
                  <a:cubicBezTo>
                    <a:pt x="5028" y="3201"/>
                    <a:pt x="5032" y="3201"/>
                    <a:pt x="5037" y="3202"/>
                  </a:cubicBezTo>
                  <a:cubicBezTo>
                    <a:pt x="5055" y="3200"/>
                    <a:pt x="5066" y="3199"/>
                    <a:pt x="5074" y="3199"/>
                  </a:cubicBezTo>
                  <a:close/>
                  <a:moveTo>
                    <a:pt x="5193" y="3296"/>
                  </a:moveTo>
                  <a:lnTo>
                    <a:pt x="5165" y="3309"/>
                  </a:lnTo>
                  <a:lnTo>
                    <a:pt x="5159" y="3328"/>
                  </a:lnTo>
                  <a:cubicBezTo>
                    <a:pt x="5168" y="3330"/>
                    <a:pt x="5174" y="3332"/>
                    <a:pt x="5178" y="3332"/>
                  </a:cubicBezTo>
                  <a:cubicBezTo>
                    <a:pt x="5184" y="3332"/>
                    <a:pt x="5185" y="3327"/>
                    <a:pt x="5187" y="3315"/>
                  </a:cubicBezTo>
                  <a:lnTo>
                    <a:pt x="5193" y="3296"/>
                  </a:lnTo>
                  <a:close/>
                  <a:moveTo>
                    <a:pt x="327" y="3332"/>
                  </a:moveTo>
                  <a:cubicBezTo>
                    <a:pt x="335" y="3332"/>
                    <a:pt x="341" y="3335"/>
                    <a:pt x="342" y="3343"/>
                  </a:cubicBezTo>
                  <a:lnTo>
                    <a:pt x="324" y="3369"/>
                  </a:lnTo>
                  <a:lnTo>
                    <a:pt x="292" y="3356"/>
                  </a:lnTo>
                  <a:lnTo>
                    <a:pt x="289" y="3340"/>
                  </a:lnTo>
                  <a:cubicBezTo>
                    <a:pt x="303" y="3337"/>
                    <a:pt x="317" y="3332"/>
                    <a:pt x="327" y="3332"/>
                  </a:cubicBezTo>
                  <a:close/>
                  <a:moveTo>
                    <a:pt x="258" y="3608"/>
                  </a:moveTo>
                  <a:cubicBezTo>
                    <a:pt x="265" y="3608"/>
                    <a:pt x="271" y="3611"/>
                    <a:pt x="273" y="3619"/>
                  </a:cubicBezTo>
                  <a:lnTo>
                    <a:pt x="280" y="3635"/>
                  </a:lnTo>
                  <a:cubicBezTo>
                    <a:pt x="272" y="3638"/>
                    <a:pt x="263" y="3640"/>
                    <a:pt x="254" y="3640"/>
                  </a:cubicBezTo>
                  <a:cubicBezTo>
                    <a:pt x="245" y="3640"/>
                    <a:pt x="236" y="3638"/>
                    <a:pt x="226" y="3635"/>
                  </a:cubicBezTo>
                  <a:lnTo>
                    <a:pt x="220" y="3619"/>
                  </a:lnTo>
                  <a:cubicBezTo>
                    <a:pt x="235" y="3614"/>
                    <a:pt x="248" y="3608"/>
                    <a:pt x="258" y="3608"/>
                  </a:cubicBezTo>
                  <a:close/>
                  <a:moveTo>
                    <a:pt x="571" y="3812"/>
                  </a:moveTo>
                  <a:cubicBezTo>
                    <a:pt x="576" y="3812"/>
                    <a:pt x="580" y="3813"/>
                    <a:pt x="584" y="3814"/>
                  </a:cubicBezTo>
                  <a:cubicBezTo>
                    <a:pt x="593" y="3829"/>
                    <a:pt x="540" y="3839"/>
                    <a:pt x="518" y="3851"/>
                  </a:cubicBezTo>
                  <a:cubicBezTo>
                    <a:pt x="508" y="3835"/>
                    <a:pt x="508" y="3835"/>
                    <a:pt x="530" y="3823"/>
                  </a:cubicBezTo>
                  <a:cubicBezTo>
                    <a:pt x="544" y="3816"/>
                    <a:pt x="559" y="3812"/>
                    <a:pt x="571" y="3812"/>
                  </a:cubicBezTo>
                  <a:close/>
                  <a:moveTo>
                    <a:pt x="4551" y="4064"/>
                  </a:moveTo>
                  <a:cubicBezTo>
                    <a:pt x="4570" y="4086"/>
                    <a:pt x="4573" y="4114"/>
                    <a:pt x="4560" y="4136"/>
                  </a:cubicBezTo>
                  <a:cubicBezTo>
                    <a:pt x="4557" y="4140"/>
                    <a:pt x="4554" y="4142"/>
                    <a:pt x="4550" y="4142"/>
                  </a:cubicBezTo>
                  <a:cubicBezTo>
                    <a:pt x="4540" y="4142"/>
                    <a:pt x="4529" y="4125"/>
                    <a:pt x="4529" y="4092"/>
                  </a:cubicBezTo>
                  <a:lnTo>
                    <a:pt x="4551" y="4064"/>
                  </a:lnTo>
                  <a:close/>
                  <a:moveTo>
                    <a:pt x="806" y="4157"/>
                  </a:moveTo>
                  <a:cubicBezTo>
                    <a:pt x="810" y="4157"/>
                    <a:pt x="813" y="4158"/>
                    <a:pt x="816" y="4161"/>
                  </a:cubicBezTo>
                  <a:lnTo>
                    <a:pt x="806" y="4193"/>
                  </a:lnTo>
                  <a:lnTo>
                    <a:pt x="775" y="4193"/>
                  </a:lnTo>
                  <a:lnTo>
                    <a:pt x="765" y="4180"/>
                  </a:lnTo>
                  <a:cubicBezTo>
                    <a:pt x="779" y="4169"/>
                    <a:pt x="795" y="4157"/>
                    <a:pt x="806" y="4157"/>
                  </a:cubicBezTo>
                  <a:close/>
                  <a:moveTo>
                    <a:pt x="4452" y="4125"/>
                  </a:moveTo>
                  <a:cubicBezTo>
                    <a:pt x="4441" y="4125"/>
                    <a:pt x="4431" y="4138"/>
                    <a:pt x="4416" y="4155"/>
                  </a:cubicBezTo>
                  <a:cubicBezTo>
                    <a:pt x="4404" y="4168"/>
                    <a:pt x="4410" y="4196"/>
                    <a:pt x="4410" y="4196"/>
                  </a:cubicBezTo>
                  <a:cubicBezTo>
                    <a:pt x="4418" y="4203"/>
                    <a:pt x="4424" y="4205"/>
                    <a:pt x="4430" y="4205"/>
                  </a:cubicBezTo>
                  <a:cubicBezTo>
                    <a:pt x="4439" y="4205"/>
                    <a:pt x="4446" y="4198"/>
                    <a:pt x="4454" y="4190"/>
                  </a:cubicBezTo>
                  <a:cubicBezTo>
                    <a:pt x="4498" y="4180"/>
                    <a:pt x="4488" y="4149"/>
                    <a:pt x="4466" y="4133"/>
                  </a:cubicBezTo>
                  <a:lnTo>
                    <a:pt x="4470" y="4133"/>
                  </a:lnTo>
                  <a:cubicBezTo>
                    <a:pt x="4463" y="4127"/>
                    <a:pt x="4457" y="4125"/>
                    <a:pt x="4452" y="4125"/>
                  </a:cubicBezTo>
                  <a:close/>
                  <a:moveTo>
                    <a:pt x="2315" y="4501"/>
                  </a:moveTo>
                  <a:cubicBezTo>
                    <a:pt x="2309" y="4501"/>
                    <a:pt x="2299" y="4511"/>
                    <a:pt x="2285" y="4537"/>
                  </a:cubicBezTo>
                  <a:cubicBezTo>
                    <a:pt x="2282" y="4563"/>
                    <a:pt x="2282" y="4563"/>
                    <a:pt x="2295" y="4566"/>
                  </a:cubicBezTo>
                  <a:cubicBezTo>
                    <a:pt x="2307" y="4553"/>
                    <a:pt x="2313" y="4534"/>
                    <a:pt x="2320" y="4519"/>
                  </a:cubicBezTo>
                  <a:cubicBezTo>
                    <a:pt x="2321" y="4507"/>
                    <a:pt x="2319" y="4501"/>
                    <a:pt x="2315" y="4501"/>
                  </a:cubicBezTo>
                  <a:close/>
                  <a:moveTo>
                    <a:pt x="3981" y="4757"/>
                  </a:moveTo>
                  <a:lnTo>
                    <a:pt x="4012" y="4769"/>
                  </a:lnTo>
                  <a:cubicBezTo>
                    <a:pt x="4025" y="4791"/>
                    <a:pt x="4009" y="4801"/>
                    <a:pt x="3993" y="4810"/>
                  </a:cubicBezTo>
                  <a:lnTo>
                    <a:pt x="3981" y="4788"/>
                  </a:lnTo>
                  <a:lnTo>
                    <a:pt x="3981" y="4757"/>
                  </a:lnTo>
                  <a:close/>
                  <a:moveTo>
                    <a:pt x="3899" y="4691"/>
                  </a:moveTo>
                  <a:lnTo>
                    <a:pt x="3893" y="4751"/>
                  </a:lnTo>
                  <a:cubicBezTo>
                    <a:pt x="3897" y="4800"/>
                    <a:pt x="3898" y="4820"/>
                    <a:pt x="3894" y="4820"/>
                  </a:cubicBezTo>
                  <a:cubicBezTo>
                    <a:pt x="3891" y="4820"/>
                    <a:pt x="3885" y="4810"/>
                    <a:pt x="3874" y="4791"/>
                  </a:cubicBezTo>
                  <a:cubicBezTo>
                    <a:pt x="3855" y="4766"/>
                    <a:pt x="3855" y="4735"/>
                    <a:pt x="3868" y="4707"/>
                  </a:cubicBezTo>
                  <a:lnTo>
                    <a:pt x="3899" y="4691"/>
                  </a:lnTo>
                  <a:close/>
                  <a:moveTo>
                    <a:pt x="1680" y="4899"/>
                  </a:moveTo>
                  <a:cubicBezTo>
                    <a:pt x="1682" y="4899"/>
                    <a:pt x="1684" y="4899"/>
                    <a:pt x="1687" y="4901"/>
                  </a:cubicBezTo>
                  <a:lnTo>
                    <a:pt x="1693" y="4929"/>
                  </a:lnTo>
                  <a:lnTo>
                    <a:pt x="1668" y="4945"/>
                  </a:lnTo>
                  <a:lnTo>
                    <a:pt x="1649" y="4939"/>
                  </a:lnTo>
                  <a:cubicBezTo>
                    <a:pt x="1660" y="4918"/>
                    <a:pt x="1668" y="4899"/>
                    <a:pt x="1680" y="4899"/>
                  </a:cubicBezTo>
                  <a:close/>
                  <a:moveTo>
                    <a:pt x="3038" y="4966"/>
                  </a:moveTo>
                  <a:cubicBezTo>
                    <a:pt x="3041" y="4966"/>
                    <a:pt x="3043" y="4969"/>
                    <a:pt x="3044" y="4976"/>
                  </a:cubicBezTo>
                  <a:cubicBezTo>
                    <a:pt x="3044" y="4976"/>
                    <a:pt x="3045" y="4976"/>
                    <a:pt x="3046" y="4976"/>
                  </a:cubicBezTo>
                  <a:cubicBezTo>
                    <a:pt x="3057" y="4976"/>
                    <a:pt x="3030" y="5005"/>
                    <a:pt x="3012" y="5008"/>
                  </a:cubicBezTo>
                  <a:lnTo>
                    <a:pt x="3009" y="4982"/>
                  </a:lnTo>
                  <a:cubicBezTo>
                    <a:pt x="3020" y="4980"/>
                    <a:pt x="3031" y="4966"/>
                    <a:pt x="3038" y="4966"/>
                  </a:cubicBezTo>
                  <a:close/>
                  <a:moveTo>
                    <a:pt x="3395" y="4945"/>
                  </a:moveTo>
                  <a:cubicBezTo>
                    <a:pt x="3401" y="4964"/>
                    <a:pt x="3401" y="4982"/>
                    <a:pt x="3395" y="5001"/>
                  </a:cubicBezTo>
                  <a:lnTo>
                    <a:pt x="3376" y="5008"/>
                  </a:lnTo>
                  <a:cubicBezTo>
                    <a:pt x="3370" y="4982"/>
                    <a:pt x="3363" y="4957"/>
                    <a:pt x="3379" y="4951"/>
                  </a:cubicBezTo>
                  <a:lnTo>
                    <a:pt x="3395" y="4945"/>
                  </a:lnTo>
                  <a:close/>
                  <a:moveTo>
                    <a:pt x="1791" y="4941"/>
                  </a:moveTo>
                  <a:cubicBezTo>
                    <a:pt x="1794" y="4941"/>
                    <a:pt x="1797" y="4943"/>
                    <a:pt x="1803" y="4945"/>
                  </a:cubicBezTo>
                  <a:cubicBezTo>
                    <a:pt x="1809" y="4964"/>
                    <a:pt x="1809" y="4982"/>
                    <a:pt x="1803" y="4998"/>
                  </a:cubicBezTo>
                  <a:cubicBezTo>
                    <a:pt x="1799" y="5007"/>
                    <a:pt x="1795" y="5012"/>
                    <a:pt x="1791" y="5012"/>
                  </a:cubicBezTo>
                  <a:cubicBezTo>
                    <a:pt x="1784" y="5012"/>
                    <a:pt x="1778" y="4997"/>
                    <a:pt x="1778" y="4964"/>
                  </a:cubicBezTo>
                  <a:cubicBezTo>
                    <a:pt x="1784" y="4947"/>
                    <a:pt x="1786" y="4941"/>
                    <a:pt x="1791" y="4941"/>
                  </a:cubicBezTo>
                  <a:close/>
                  <a:moveTo>
                    <a:pt x="2091" y="4998"/>
                  </a:moveTo>
                  <a:cubicBezTo>
                    <a:pt x="2097" y="4998"/>
                    <a:pt x="2106" y="5015"/>
                    <a:pt x="2119" y="5017"/>
                  </a:cubicBezTo>
                  <a:cubicBezTo>
                    <a:pt x="2126" y="5036"/>
                    <a:pt x="2128" y="5042"/>
                    <a:pt x="2117" y="5042"/>
                  </a:cubicBezTo>
                  <a:cubicBezTo>
                    <a:pt x="2113" y="5042"/>
                    <a:pt x="2105" y="5041"/>
                    <a:pt x="2094" y="5039"/>
                  </a:cubicBezTo>
                  <a:cubicBezTo>
                    <a:pt x="2078" y="5033"/>
                    <a:pt x="2085" y="5008"/>
                    <a:pt x="2085" y="5008"/>
                  </a:cubicBezTo>
                  <a:cubicBezTo>
                    <a:pt x="2086" y="5000"/>
                    <a:pt x="2089" y="4998"/>
                    <a:pt x="2091" y="4998"/>
                  </a:cubicBezTo>
                  <a:close/>
                  <a:moveTo>
                    <a:pt x="3561" y="4969"/>
                  </a:moveTo>
                  <a:cubicBezTo>
                    <a:pt x="3572" y="4969"/>
                    <a:pt x="3567" y="4997"/>
                    <a:pt x="3567" y="5045"/>
                  </a:cubicBezTo>
                  <a:cubicBezTo>
                    <a:pt x="3554" y="5062"/>
                    <a:pt x="3547" y="5072"/>
                    <a:pt x="3543" y="5072"/>
                  </a:cubicBezTo>
                  <a:cubicBezTo>
                    <a:pt x="3539" y="5072"/>
                    <a:pt x="3539" y="5058"/>
                    <a:pt x="3539" y="5029"/>
                  </a:cubicBezTo>
                  <a:lnTo>
                    <a:pt x="3558" y="4970"/>
                  </a:lnTo>
                  <a:cubicBezTo>
                    <a:pt x="3559" y="4969"/>
                    <a:pt x="3560" y="4969"/>
                    <a:pt x="3561" y="4969"/>
                  </a:cubicBezTo>
                  <a:close/>
                  <a:moveTo>
                    <a:pt x="2417" y="5045"/>
                  </a:moveTo>
                  <a:cubicBezTo>
                    <a:pt x="2418" y="5045"/>
                    <a:pt x="2419" y="5045"/>
                    <a:pt x="2420" y="5045"/>
                  </a:cubicBezTo>
                  <a:cubicBezTo>
                    <a:pt x="2436" y="5045"/>
                    <a:pt x="2451" y="5070"/>
                    <a:pt x="2451" y="5070"/>
                  </a:cubicBezTo>
                  <a:cubicBezTo>
                    <a:pt x="2449" y="5093"/>
                    <a:pt x="2438" y="5095"/>
                    <a:pt x="2434" y="5095"/>
                  </a:cubicBezTo>
                  <a:cubicBezTo>
                    <a:pt x="2433" y="5095"/>
                    <a:pt x="2433" y="5095"/>
                    <a:pt x="2433" y="5095"/>
                  </a:cubicBezTo>
                  <a:cubicBezTo>
                    <a:pt x="2414" y="5095"/>
                    <a:pt x="2395" y="5092"/>
                    <a:pt x="2398" y="5067"/>
                  </a:cubicBezTo>
                  <a:cubicBezTo>
                    <a:pt x="2398" y="5067"/>
                    <a:pt x="2401" y="5045"/>
                    <a:pt x="2417" y="5045"/>
                  </a:cubicBezTo>
                  <a:close/>
                  <a:moveTo>
                    <a:pt x="2740" y="5155"/>
                  </a:moveTo>
                  <a:lnTo>
                    <a:pt x="2758" y="5180"/>
                  </a:lnTo>
                  <a:lnTo>
                    <a:pt x="2740" y="5180"/>
                  </a:lnTo>
                  <a:cubicBezTo>
                    <a:pt x="2735" y="5181"/>
                    <a:pt x="2731" y="5181"/>
                    <a:pt x="2728" y="5181"/>
                  </a:cubicBezTo>
                  <a:cubicBezTo>
                    <a:pt x="2721" y="5181"/>
                    <a:pt x="2721" y="5176"/>
                    <a:pt x="2721" y="5158"/>
                  </a:cubicBezTo>
                  <a:lnTo>
                    <a:pt x="2740" y="5155"/>
                  </a:lnTo>
                  <a:close/>
                  <a:moveTo>
                    <a:pt x="2918" y="5120"/>
                  </a:moveTo>
                  <a:cubicBezTo>
                    <a:pt x="2921" y="5145"/>
                    <a:pt x="2925" y="5170"/>
                    <a:pt x="2906" y="5174"/>
                  </a:cubicBezTo>
                  <a:cubicBezTo>
                    <a:pt x="2901" y="5181"/>
                    <a:pt x="2897" y="5184"/>
                    <a:pt x="2892" y="5184"/>
                  </a:cubicBezTo>
                  <a:cubicBezTo>
                    <a:pt x="2881" y="5184"/>
                    <a:pt x="2873" y="5162"/>
                    <a:pt x="2884" y="5123"/>
                  </a:cubicBezTo>
                  <a:cubicBezTo>
                    <a:pt x="2896" y="5123"/>
                    <a:pt x="2909" y="5123"/>
                    <a:pt x="2918" y="5120"/>
                  </a:cubicBezTo>
                  <a:close/>
                  <a:moveTo>
                    <a:pt x="2533" y="5202"/>
                  </a:moveTo>
                  <a:cubicBezTo>
                    <a:pt x="2514" y="5202"/>
                    <a:pt x="2514" y="5227"/>
                    <a:pt x="2514" y="5227"/>
                  </a:cubicBezTo>
                  <a:cubicBezTo>
                    <a:pt x="2514" y="5227"/>
                    <a:pt x="2514" y="5252"/>
                    <a:pt x="2533" y="5252"/>
                  </a:cubicBezTo>
                  <a:lnTo>
                    <a:pt x="2552" y="5255"/>
                  </a:lnTo>
                  <a:cubicBezTo>
                    <a:pt x="2549" y="5236"/>
                    <a:pt x="2545" y="5217"/>
                    <a:pt x="2533" y="5202"/>
                  </a:cubicBezTo>
                  <a:close/>
                  <a:moveTo>
                    <a:pt x="2648" y="0"/>
                  </a:moveTo>
                  <a:cubicBezTo>
                    <a:pt x="2627" y="0"/>
                    <a:pt x="2605" y="14"/>
                    <a:pt x="2599" y="40"/>
                  </a:cubicBezTo>
                  <a:cubicBezTo>
                    <a:pt x="2599" y="15"/>
                    <a:pt x="2580" y="15"/>
                    <a:pt x="2558" y="15"/>
                  </a:cubicBezTo>
                  <a:cubicBezTo>
                    <a:pt x="2537" y="31"/>
                    <a:pt x="2505" y="39"/>
                    <a:pt x="2480" y="39"/>
                  </a:cubicBezTo>
                  <a:cubicBezTo>
                    <a:pt x="2458" y="39"/>
                    <a:pt x="2442" y="33"/>
                    <a:pt x="2442" y="22"/>
                  </a:cubicBezTo>
                  <a:lnTo>
                    <a:pt x="2420" y="22"/>
                  </a:lnTo>
                  <a:cubicBezTo>
                    <a:pt x="2408" y="40"/>
                    <a:pt x="2389" y="50"/>
                    <a:pt x="2364" y="50"/>
                  </a:cubicBezTo>
                  <a:cubicBezTo>
                    <a:pt x="2342" y="50"/>
                    <a:pt x="2320" y="62"/>
                    <a:pt x="2310" y="84"/>
                  </a:cubicBezTo>
                  <a:cubicBezTo>
                    <a:pt x="2304" y="97"/>
                    <a:pt x="2292" y="109"/>
                    <a:pt x="2276" y="113"/>
                  </a:cubicBezTo>
                  <a:cubicBezTo>
                    <a:pt x="2275" y="113"/>
                    <a:pt x="2274" y="113"/>
                    <a:pt x="2273" y="113"/>
                  </a:cubicBezTo>
                  <a:cubicBezTo>
                    <a:pt x="2259" y="113"/>
                    <a:pt x="2274" y="86"/>
                    <a:pt x="2288" y="62"/>
                  </a:cubicBezTo>
                  <a:cubicBezTo>
                    <a:pt x="2302" y="50"/>
                    <a:pt x="2301" y="44"/>
                    <a:pt x="2292" y="44"/>
                  </a:cubicBezTo>
                  <a:cubicBezTo>
                    <a:pt x="2278" y="44"/>
                    <a:pt x="2244" y="60"/>
                    <a:pt x="2213" y="97"/>
                  </a:cubicBezTo>
                  <a:cubicBezTo>
                    <a:pt x="2189" y="127"/>
                    <a:pt x="2178" y="142"/>
                    <a:pt x="2176" y="142"/>
                  </a:cubicBezTo>
                  <a:cubicBezTo>
                    <a:pt x="2173" y="142"/>
                    <a:pt x="2180" y="128"/>
                    <a:pt x="2194" y="100"/>
                  </a:cubicBezTo>
                  <a:cubicBezTo>
                    <a:pt x="2205" y="81"/>
                    <a:pt x="2216" y="61"/>
                    <a:pt x="2210" y="61"/>
                  </a:cubicBezTo>
                  <a:cubicBezTo>
                    <a:pt x="2208" y="61"/>
                    <a:pt x="2202" y="65"/>
                    <a:pt x="2191" y="75"/>
                  </a:cubicBezTo>
                  <a:cubicBezTo>
                    <a:pt x="2191" y="75"/>
                    <a:pt x="2154" y="81"/>
                    <a:pt x="2157" y="106"/>
                  </a:cubicBezTo>
                  <a:cubicBezTo>
                    <a:pt x="2138" y="106"/>
                    <a:pt x="2119" y="113"/>
                    <a:pt x="2100" y="116"/>
                  </a:cubicBezTo>
                  <a:cubicBezTo>
                    <a:pt x="2086" y="108"/>
                    <a:pt x="2070" y="105"/>
                    <a:pt x="2054" y="105"/>
                  </a:cubicBezTo>
                  <a:cubicBezTo>
                    <a:pt x="2042" y="105"/>
                    <a:pt x="2031" y="107"/>
                    <a:pt x="2019" y="109"/>
                  </a:cubicBezTo>
                  <a:cubicBezTo>
                    <a:pt x="2012" y="125"/>
                    <a:pt x="2009" y="132"/>
                    <a:pt x="2003" y="132"/>
                  </a:cubicBezTo>
                  <a:cubicBezTo>
                    <a:pt x="1999" y="132"/>
                    <a:pt x="1993" y="127"/>
                    <a:pt x="1981" y="119"/>
                  </a:cubicBezTo>
                  <a:cubicBezTo>
                    <a:pt x="1979" y="109"/>
                    <a:pt x="1975" y="104"/>
                    <a:pt x="1971" y="104"/>
                  </a:cubicBezTo>
                  <a:cubicBezTo>
                    <a:pt x="1965" y="104"/>
                    <a:pt x="1961" y="118"/>
                    <a:pt x="1969" y="147"/>
                  </a:cubicBezTo>
                  <a:cubicBezTo>
                    <a:pt x="1961" y="166"/>
                    <a:pt x="1952" y="174"/>
                    <a:pt x="1940" y="174"/>
                  </a:cubicBezTo>
                  <a:cubicBezTo>
                    <a:pt x="1932" y="174"/>
                    <a:pt x="1923" y="170"/>
                    <a:pt x="1912" y="163"/>
                  </a:cubicBezTo>
                  <a:cubicBezTo>
                    <a:pt x="1906" y="135"/>
                    <a:pt x="1896" y="125"/>
                    <a:pt x="1890" y="125"/>
                  </a:cubicBezTo>
                  <a:cubicBezTo>
                    <a:pt x="1885" y="125"/>
                    <a:pt x="1883" y="132"/>
                    <a:pt x="1887" y="144"/>
                  </a:cubicBezTo>
                  <a:cubicBezTo>
                    <a:pt x="1881" y="156"/>
                    <a:pt x="1872" y="169"/>
                    <a:pt x="1856" y="178"/>
                  </a:cubicBezTo>
                  <a:cubicBezTo>
                    <a:pt x="1855" y="175"/>
                    <a:pt x="1849" y="173"/>
                    <a:pt x="1840" y="173"/>
                  </a:cubicBezTo>
                  <a:cubicBezTo>
                    <a:pt x="1794" y="173"/>
                    <a:pt x="1654" y="216"/>
                    <a:pt x="1521" y="282"/>
                  </a:cubicBezTo>
                  <a:cubicBezTo>
                    <a:pt x="1502" y="294"/>
                    <a:pt x="1496" y="322"/>
                    <a:pt x="1508" y="341"/>
                  </a:cubicBezTo>
                  <a:cubicBezTo>
                    <a:pt x="1518" y="363"/>
                    <a:pt x="1521" y="370"/>
                    <a:pt x="1518" y="370"/>
                  </a:cubicBezTo>
                  <a:cubicBezTo>
                    <a:pt x="1515" y="370"/>
                    <a:pt x="1505" y="359"/>
                    <a:pt x="1489" y="351"/>
                  </a:cubicBezTo>
                  <a:cubicBezTo>
                    <a:pt x="1468" y="325"/>
                    <a:pt x="1449" y="314"/>
                    <a:pt x="1438" y="314"/>
                  </a:cubicBezTo>
                  <a:cubicBezTo>
                    <a:pt x="1424" y="314"/>
                    <a:pt x="1424" y="334"/>
                    <a:pt x="1455" y="366"/>
                  </a:cubicBezTo>
                  <a:cubicBezTo>
                    <a:pt x="1477" y="386"/>
                    <a:pt x="1487" y="396"/>
                    <a:pt x="1483" y="396"/>
                  </a:cubicBezTo>
                  <a:cubicBezTo>
                    <a:pt x="1479" y="396"/>
                    <a:pt x="1465" y="389"/>
                    <a:pt x="1439" y="376"/>
                  </a:cubicBezTo>
                  <a:cubicBezTo>
                    <a:pt x="1426" y="370"/>
                    <a:pt x="1418" y="367"/>
                    <a:pt x="1414" y="367"/>
                  </a:cubicBezTo>
                  <a:cubicBezTo>
                    <a:pt x="1407" y="367"/>
                    <a:pt x="1406" y="373"/>
                    <a:pt x="1405" y="391"/>
                  </a:cubicBezTo>
                  <a:cubicBezTo>
                    <a:pt x="1411" y="405"/>
                    <a:pt x="1407" y="415"/>
                    <a:pt x="1400" y="415"/>
                  </a:cubicBezTo>
                  <a:cubicBezTo>
                    <a:pt x="1396" y="415"/>
                    <a:pt x="1390" y="412"/>
                    <a:pt x="1386" y="404"/>
                  </a:cubicBezTo>
                  <a:cubicBezTo>
                    <a:pt x="1369" y="396"/>
                    <a:pt x="1352" y="389"/>
                    <a:pt x="1344" y="389"/>
                  </a:cubicBezTo>
                  <a:cubicBezTo>
                    <a:pt x="1338" y="389"/>
                    <a:pt x="1337" y="392"/>
                    <a:pt x="1342" y="401"/>
                  </a:cubicBezTo>
                  <a:cubicBezTo>
                    <a:pt x="1336" y="403"/>
                    <a:pt x="1330" y="404"/>
                    <a:pt x="1324" y="404"/>
                  </a:cubicBezTo>
                  <a:cubicBezTo>
                    <a:pt x="1314" y="404"/>
                    <a:pt x="1305" y="402"/>
                    <a:pt x="1295" y="398"/>
                  </a:cubicBezTo>
                  <a:cubicBezTo>
                    <a:pt x="1291" y="396"/>
                    <a:pt x="1287" y="395"/>
                    <a:pt x="1284" y="395"/>
                  </a:cubicBezTo>
                  <a:cubicBezTo>
                    <a:pt x="1265" y="395"/>
                    <a:pt x="1260" y="424"/>
                    <a:pt x="1257" y="451"/>
                  </a:cubicBezTo>
                  <a:cubicBezTo>
                    <a:pt x="1245" y="492"/>
                    <a:pt x="1234" y="513"/>
                    <a:pt x="1225" y="513"/>
                  </a:cubicBezTo>
                  <a:cubicBezTo>
                    <a:pt x="1218" y="513"/>
                    <a:pt x="1213" y="502"/>
                    <a:pt x="1207" y="479"/>
                  </a:cubicBezTo>
                  <a:cubicBezTo>
                    <a:pt x="1205" y="466"/>
                    <a:pt x="1199" y="461"/>
                    <a:pt x="1192" y="461"/>
                  </a:cubicBezTo>
                  <a:cubicBezTo>
                    <a:pt x="1169" y="461"/>
                    <a:pt x="1132" y="514"/>
                    <a:pt x="1141" y="554"/>
                  </a:cubicBezTo>
                  <a:cubicBezTo>
                    <a:pt x="1151" y="587"/>
                    <a:pt x="1155" y="600"/>
                    <a:pt x="1153" y="600"/>
                  </a:cubicBezTo>
                  <a:cubicBezTo>
                    <a:pt x="1151" y="600"/>
                    <a:pt x="1148" y="594"/>
                    <a:pt x="1141" y="586"/>
                  </a:cubicBezTo>
                  <a:cubicBezTo>
                    <a:pt x="1134" y="576"/>
                    <a:pt x="1127" y="574"/>
                    <a:pt x="1121" y="574"/>
                  </a:cubicBezTo>
                  <a:cubicBezTo>
                    <a:pt x="1116" y="574"/>
                    <a:pt x="1113" y="576"/>
                    <a:pt x="1113" y="576"/>
                  </a:cubicBezTo>
                  <a:cubicBezTo>
                    <a:pt x="1104" y="584"/>
                    <a:pt x="1094" y="591"/>
                    <a:pt x="1085" y="591"/>
                  </a:cubicBezTo>
                  <a:cubicBezTo>
                    <a:pt x="1079" y="591"/>
                    <a:pt x="1072" y="588"/>
                    <a:pt x="1066" y="579"/>
                  </a:cubicBezTo>
                  <a:cubicBezTo>
                    <a:pt x="1051" y="595"/>
                    <a:pt x="1041" y="614"/>
                    <a:pt x="1035" y="633"/>
                  </a:cubicBezTo>
                  <a:cubicBezTo>
                    <a:pt x="1035" y="677"/>
                    <a:pt x="1005" y="700"/>
                    <a:pt x="970" y="700"/>
                  </a:cubicBezTo>
                  <a:cubicBezTo>
                    <a:pt x="956" y="700"/>
                    <a:pt x="942" y="696"/>
                    <a:pt x="928" y="689"/>
                  </a:cubicBezTo>
                  <a:lnTo>
                    <a:pt x="916" y="733"/>
                  </a:lnTo>
                  <a:cubicBezTo>
                    <a:pt x="929" y="768"/>
                    <a:pt x="934" y="793"/>
                    <a:pt x="925" y="793"/>
                  </a:cubicBezTo>
                  <a:cubicBezTo>
                    <a:pt x="921" y="793"/>
                    <a:pt x="914" y="788"/>
                    <a:pt x="903" y="777"/>
                  </a:cubicBezTo>
                  <a:cubicBezTo>
                    <a:pt x="898" y="770"/>
                    <a:pt x="892" y="763"/>
                    <a:pt x="888" y="758"/>
                  </a:cubicBezTo>
                  <a:lnTo>
                    <a:pt x="888" y="758"/>
                  </a:lnTo>
                  <a:cubicBezTo>
                    <a:pt x="901" y="794"/>
                    <a:pt x="869" y="820"/>
                    <a:pt x="835" y="820"/>
                  </a:cubicBezTo>
                  <a:cubicBezTo>
                    <a:pt x="822" y="820"/>
                    <a:pt x="808" y="815"/>
                    <a:pt x="797" y="805"/>
                  </a:cubicBezTo>
                  <a:cubicBezTo>
                    <a:pt x="788" y="795"/>
                    <a:pt x="784" y="790"/>
                    <a:pt x="780" y="790"/>
                  </a:cubicBezTo>
                  <a:cubicBezTo>
                    <a:pt x="776" y="790"/>
                    <a:pt x="772" y="793"/>
                    <a:pt x="765" y="799"/>
                  </a:cubicBezTo>
                  <a:lnTo>
                    <a:pt x="784" y="818"/>
                  </a:lnTo>
                  <a:cubicBezTo>
                    <a:pt x="803" y="836"/>
                    <a:pt x="819" y="855"/>
                    <a:pt x="806" y="868"/>
                  </a:cubicBezTo>
                  <a:cubicBezTo>
                    <a:pt x="798" y="876"/>
                    <a:pt x="789" y="886"/>
                    <a:pt x="779" y="886"/>
                  </a:cubicBezTo>
                  <a:cubicBezTo>
                    <a:pt x="774" y="886"/>
                    <a:pt x="769" y="883"/>
                    <a:pt x="762" y="877"/>
                  </a:cubicBezTo>
                  <a:cubicBezTo>
                    <a:pt x="750" y="876"/>
                    <a:pt x="739" y="875"/>
                    <a:pt x="729" y="875"/>
                  </a:cubicBezTo>
                  <a:cubicBezTo>
                    <a:pt x="714" y="875"/>
                    <a:pt x="707" y="878"/>
                    <a:pt x="718" y="890"/>
                  </a:cubicBezTo>
                  <a:cubicBezTo>
                    <a:pt x="706" y="899"/>
                    <a:pt x="690" y="902"/>
                    <a:pt x="671" y="902"/>
                  </a:cubicBezTo>
                  <a:cubicBezTo>
                    <a:pt x="659" y="915"/>
                    <a:pt x="646" y="930"/>
                    <a:pt x="618" y="959"/>
                  </a:cubicBezTo>
                  <a:cubicBezTo>
                    <a:pt x="623" y="984"/>
                    <a:pt x="610" y="1007"/>
                    <a:pt x="593" y="1007"/>
                  </a:cubicBezTo>
                  <a:cubicBezTo>
                    <a:pt x="589" y="1007"/>
                    <a:pt x="585" y="1006"/>
                    <a:pt x="580" y="1003"/>
                  </a:cubicBezTo>
                  <a:cubicBezTo>
                    <a:pt x="568" y="1021"/>
                    <a:pt x="562" y="1043"/>
                    <a:pt x="565" y="1065"/>
                  </a:cubicBezTo>
                  <a:cubicBezTo>
                    <a:pt x="549" y="1088"/>
                    <a:pt x="538" y="1103"/>
                    <a:pt x="524" y="1103"/>
                  </a:cubicBezTo>
                  <a:cubicBezTo>
                    <a:pt x="519" y="1103"/>
                    <a:pt x="514" y="1101"/>
                    <a:pt x="508" y="1097"/>
                  </a:cubicBezTo>
                  <a:cubicBezTo>
                    <a:pt x="501" y="1090"/>
                    <a:pt x="496" y="1086"/>
                    <a:pt x="494" y="1086"/>
                  </a:cubicBezTo>
                  <a:lnTo>
                    <a:pt x="494" y="1086"/>
                  </a:lnTo>
                  <a:cubicBezTo>
                    <a:pt x="491" y="1086"/>
                    <a:pt x="494" y="1094"/>
                    <a:pt x="499" y="1112"/>
                  </a:cubicBezTo>
                  <a:cubicBezTo>
                    <a:pt x="518" y="1128"/>
                    <a:pt x="505" y="1144"/>
                    <a:pt x="496" y="1159"/>
                  </a:cubicBezTo>
                  <a:cubicBezTo>
                    <a:pt x="483" y="1175"/>
                    <a:pt x="471" y="1191"/>
                    <a:pt x="471" y="1191"/>
                  </a:cubicBezTo>
                  <a:cubicBezTo>
                    <a:pt x="493" y="1203"/>
                    <a:pt x="493" y="1203"/>
                    <a:pt x="480" y="1219"/>
                  </a:cubicBezTo>
                  <a:cubicBezTo>
                    <a:pt x="471" y="1238"/>
                    <a:pt x="418" y="1272"/>
                    <a:pt x="408" y="1288"/>
                  </a:cubicBezTo>
                  <a:cubicBezTo>
                    <a:pt x="383" y="1328"/>
                    <a:pt x="378" y="1336"/>
                    <a:pt x="393" y="1336"/>
                  </a:cubicBezTo>
                  <a:cubicBezTo>
                    <a:pt x="397" y="1336"/>
                    <a:pt x="402" y="1335"/>
                    <a:pt x="408" y="1335"/>
                  </a:cubicBezTo>
                  <a:cubicBezTo>
                    <a:pt x="412" y="1330"/>
                    <a:pt x="417" y="1328"/>
                    <a:pt x="420" y="1328"/>
                  </a:cubicBezTo>
                  <a:cubicBezTo>
                    <a:pt x="428" y="1328"/>
                    <a:pt x="429" y="1338"/>
                    <a:pt x="399" y="1350"/>
                  </a:cubicBezTo>
                  <a:cubicBezTo>
                    <a:pt x="389" y="1369"/>
                    <a:pt x="333" y="1404"/>
                    <a:pt x="311" y="1457"/>
                  </a:cubicBezTo>
                  <a:cubicBezTo>
                    <a:pt x="277" y="1526"/>
                    <a:pt x="277" y="1526"/>
                    <a:pt x="298" y="1538"/>
                  </a:cubicBezTo>
                  <a:cubicBezTo>
                    <a:pt x="344" y="1541"/>
                    <a:pt x="344" y="1555"/>
                    <a:pt x="309" y="1555"/>
                  </a:cubicBezTo>
                  <a:cubicBezTo>
                    <a:pt x="303" y="1555"/>
                    <a:pt x="297" y="1555"/>
                    <a:pt x="289" y="1554"/>
                  </a:cubicBezTo>
                  <a:cubicBezTo>
                    <a:pt x="226" y="1567"/>
                    <a:pt x="217" y="1585"/>
                    <a:pt x="242" y="1595"/>
                  </a:cubicBezTo>
                  <a:cubicBezTo>
                    <a:pt x="255" y="1623"/>
                    <a:pt x="255" y="1623"/>
                    <a:pt x="245" y="1642"/>
                  </a:cubicBezTo>
                  <a:cubicBezTo>
                    <a:pt x="241" y="1640"/>
                    <a:pt x="238" y="1639"/>
                    <a:pt x="234" y="1639"/>
                  </a:cubicBezTo>
                  <a:cubicBezTo>
                    <a:pt x="220" y="1639"/>
                    <a:pt x="216" y="1657"/>
                    <a:pt x="223" y="1695"/>
                  </a:cubicBezTo>
                  <a:cubicBezTo>
                    <a:pt x="220" y="1706"/>
                    <a:pt x="218" y="1711"/>
                    <a:pt x="213" y="1711"/>
                  </a:cubicBezTo>
                  <a:cubicBezTo>
                    <a:pt x="209" y="1711"/>
                    <a:pt x="204" y="1708"/>
                    <a:pt x="195" y="1704"/>
                  </a:cubicBezTo>
                  <a:cubicBezTo>
                    <a:pt x="195" y="1704"/>
                    <a:pt x="189" y="1723"/>
                    <a:pt x="179" y="1739"/>
                  </a:cubicBezTo>
                  <a:cubicBezTo>
                    <a:pt x="214" y="1795"/>
                    <a:pt x="148" y="1893"/>
                    <a:pt x="120" y="1905"/>
                  </a:cubicBezTo>
                  <a:cubicBezTo>
                    <a:pt x="120" y="1921"/>
                    <a:pt x="123" y="1940"/>
                    <a:pt x="135" y="1949"/>
                  </a:cubicBezTo>
                  <a:cubicBezTo>
                    <a:pt x="169" y="1975"/>
                    <a:pt x="173" y="1992"/>
                    <a:pt x="152" y="1992"/>
                  </a:cubicBezTo>
                  <a:cubicBezTo>
                    <a:pt x="145" y="1992"/>
                    <a:pt x="135" y="1990"/>
                    <a:pt x="123" y="1987"/>
                  </a:cubicBezTo>
                  <a:cubicBezTo>
                    <a:pt x="105" y="1982"/>
                    <a:pt x="94" y="1979"/>
                    <a:pt x="89" y="1979"/>
                  </a:cubicBezTo>
                  <a:cubicBezTo>
                    <a:pt x="83" y="1979"/>
                    <a:pt x="93" y="1986"/>
                    <a:pt x="120" y="2005"/>
                  </a:cubicBezTo>
                  <a:cubicBezTo>
                    <a:pt x="136" y="2027"/>
                    <a:pt x="120" y="2099"/>
                    <a:pt x="87" y="2099"/>
                  </a:cubicBezTo>
                  <a:cubicBezTo>
                    <a:pt x="82" y="2099"/>
                    <a:pt x="76" y="2097"/>
                    <a:pt x="70" y="2093"/>
                  </a:cubicBezTo>
                  <a:lnTo>
                    <a:pt x="20" y="2084"/>
                  </a:lnTo>
                  <a:lnTo>
                    <a:pt x="20" y="2084"/>
                  </a:lnTo>
                  <a:cubicBezTo>
                    <a:pt x="32" y="2096"/>
                    <a:pt x="38" y="2112"/>
                    <a:pt x="35" y="2128"/>
                  </a:cubicBezTo>
                  <a:cubicBezTo>
                    <a:pt x="60" y="2131"/>
                    <a:pt x="57" y="2153"/>
                    <a:pt x="48" y="2209"/>
                  </a:cubicBezTo>
                  <a:cubicBezTo>
                    <a:pt x="41" y="2247"/>
                    <a:pt x="54" y="2328"/>
                    <a:pt x="48" y="2366"/>
                  </a:cubicBezTo>
                  <a:cubicBezTo>
                    <a:pt x="38" y="2406"/>
                    <a:pt x="38" y="2463"/>
                    <a:pt x="10" y="2482"/>
                  </a:cubicBezTo>
                  <a:cubicBezTo>
                    <a:pt x="7" y="2510"/>
                    <a:pt x="16" y="2535"/>
                    <a:pt x="32" y="2560"/>
                  </a:cubicBezTo>
                  <a:cubicBezTo>
                    <a:pt x="53" y="2578"/>
                    <a:pt x="54" y="2617"/>
                    <a:pt x="32" y="2617"/>
                  </a:cubicBezTo>
                  <a:cubicBezTo>
                    <a:pt x="31" y="2617"/>
                    <a:pt x="30" y="2617"/>
                    <a:pt x="29" y="2616"/>
                  </a:cubicBezTo>
                  <a:lnTo>
                    <a:pt x="26" y="2638"/>
                  </a:lnTo>
                  <a:cubicBezTo>
                    <a:pt x="38" y="2654"/>
                    <a:pt x="45" y="2673"/>
                    <a:pt x="51" y="2695"/>
                  </a:cubicBezTo>
                  <a:cubicBezTo>
                    <a:pt x="26" y="2695"/>
                    <a:pt x="1" y="2714"/>
                    <a:pt x="26" y="2732"/>
                  </a:cubicBezTo>
                  <a:cubicBezTo>
                    <a:pt x="51" y="2732"/>
                    <a:pt x="54" y="2751"/>
                    <a:pt x="54" y="2792"/>
                  </a:cubicBezTo>
                  <a:cubicBezTo>
                    <a:pt x="41" y="2811"/>
                    <a:pt x="41" y="2980"/>
                    <a:pt x="70" y="3143"/>
                  </a:cubicBezTo>
                  <a:cubicBezTo>
                    <a:pt x="97" y="3303"/>
                    <a:pt x="149" y="3453"/>
                    <a:pt x="160" y="3453"/>
                  </a:cubicBezTo>
                  <a:cubicBezTo>
                    <a:pt x="160" y="3453"/>
                    <a:pt x="160" y="3453"/>
                    <a:pt x="161" y="3453"/>
                  </a:cubicBezTo>
                  <a:lnTo>
                    <a:pt x="179" y="3510"/>
                  </a:lnTo>
                  <a:lnTo>
                    <a:pt x="201" y="3563"/>
                  </a:lnTo>
                  <a:cubicBezTo>
                    <a:pt x="154" y="3578"/>
                    <a:pt x="208" y="3666"/>
                    <a:pt x="255" y="3707"/>
                  </a:cubicBezTo>
                  <a:cubicBezTo>
                    <a:pt x="277" y="3713"/>
                    <a:pt x="295" y="3729"/>
                    <a:pt x="302" y="3751"/>
                  </a:cubicBezTo>
                  <a:cubicBezTo>
                    <a:pt x="255" y="3770"/>
                    <a:pt x="280" y="3823"/>
                    <a:pt x="320" y="3848"/>
                  </a:cubicBezTo>
                  <a:cubicBezTo>
                    <a:pt x="327" y="3847"/>
                    <a:pt x="334" y="3847"/>
                    <a:pt x="339" y="3847"/>
                  </a:cubicBezTo>
                  <a:cubicBezTo>
                    <a:pt x="374" y="3847"/>
                    <a:pt x="374" y="3863"/>
                    <a:pt x="336" y="3882"/>
                  </a:cubicBezTo>
                  <a:cubicBezTo>
                    <a:pt x="294" y="3904"/>
                    <a:pt x="307" y="3939"/>
                    <a:pt x="386" y="3939"/>
                  </a:cubicBezTo>
                  <a:cubicBezTo>
                    <a:pt x="389" y="3939"/>
                    <a:pt x="392" y="3939"/>
                    <a:pt x="396" y="3939"/>
                  </a:cubicBezTo>
                  <a:cubicBezTo>
                    <a:pt x="427" y="3942"/>
                    <a:pt x="427" y="3942"/>
                    <a:pt x="414" y="3970"/>
                  </a:cubicBezTo>
                  <a:cubicBezTo>
                    <a:pt x="388" y="4004"/>
                    <a:pt x="387" y="4021"/>
                    <a:pt x="399" y="4021"/>
                  </a:cubicBezTo>
                  <a:cubicBezTo>
                    <a:pt x="402" y="4021"/>
                    <a:pt x="406" y="4020"/>
                    <a:pt x="411" y="4017"/>
                  </a:cubicBezTo>
                  <a:cubicBezTo>
                    <a:pt x="421" y="4015"/>
                    <a:pt x="430" y="4015"/>
                    <a:pt x="436" y="4015"/>
                  </a:cubicBezTo>
                  <a:cubicBezTo>
                    <a:pt x="467" y="4015"/>
                    <a:pt x="468" y="4032"/>
                    <a:pt x="443" y="4067"/>
                  </a:cubicBezTo>
                  <a:cubicBezTo>
                    <a:pt x="425" y="4110"/>
                    <a:pt x="421" y="4122"/>
                    <a:pt x="439" y="4122"/>
                  </a:cubicBezTo>
                  <a:cubicBezTo>
                    <a:pt x="446" y="4122"/>
                    <a:pt x="457" y="4120"/>
                    <a:pt x="471" y="4118"/>
                  </a:cubicBezTo>
                  <a:cubicBezTo>
                    <a:pt x="475" y="4117"/>
                    <a:pt x="479" y="4116"/>
                    <a:pt x="483" y="4116"/>
                  </a:cubicBezTo>
                  <a:cubicBezTo>
                    <a:pt x="530" y="4116"/>
                    <a:pt x="563" y="4168"/>
                    <a:pt x="537" y="4212"/>
                  </a:cubicBezTo>
                  <a:cubicBezTo>
                    <a:pt x="547" y="4224"/>
                    <a:pt x="543" y="4247"/>
                    <a:pt x="552" y="4247"/>
                  </a:cubicBezTo>
                  <a:cubicBezTo>
                    <a:pt x="554" y="4247"/>
                    <a:pt x="558" y="4246"/>
                    <a:pt x="562" y="4243"/>
                  </a:cubicBezTo>
                  <a:lnTo>
                    <a:pt x="562" y="4243"/>
                  </a:lnTo>
                  <a:lnTo>
                    <a:pt x="552" y="4274"/>
                  </a:lnTo>
                  <a:lnTo>
                    <a:pt x="574" y="4306"/>
                  </a:lnTo>
                  <a:lnTo>
                    <a:pt x="596" y="4290"/>
                  </a:lnTo>
                  <a:cubicBezTo>
                    <a:pt x="640" y="4368"/>
                    <a:pt x="690" y="4443"/>
                    <a:pt x="753" y="4512"/>
                  </a:cubicBezTo>
                  <a:cubicBezTo>
                    <a:pt x="869" y="4626"/>
                    <a:pt x="915" y="4668"/>
                    <a:pt x="931" y="4668"/>
                  </a:cubicBezTo>
                  <a:cubicBezTo>
                    <a:pt x="936" y="4668"/>
                    <a:pt x="938" y="4664"/>
                    <a:pt x="938" y="4657"/>
                  </a:cubicBezTo>
                  <a:cubicBezTo>
                    <a:pt x="945" y="4636"/>
                    <a:pt x="953" y="4628"/>
                    <a:pt x="960" y="4628"/>
                  </a:cubicBezTo>
                  <a:cubicBezTo>
                    <a:pt x="971" y="4628"/>
                    <a:pt x="978" y="4650"/>
                    <a:pt x="966" y="4682"/>
                  </a:cubicBezTo>
                  <a:cubicBezTo>
                    <a:pt x="985" y="4710"/>
                    <a:pt x="1004" y="4738"/>
                    <a:pt x="1029" y="4763"/>
                  </a:cubicBezTo>
                  <a:cubicBezTo>
                    <a:pt x="1060" y="4785"/>
                    <a:pt x="1088" y="4810"/>
                    <a:pt x="1076" y="4829"/>
                  </a:cubicBezTo>
                  <a:lnTo>
                    <a:pt x="1091" y="4841"/>
                  </a:lnTo>
                  <a:cubicBezTo>
                    <a:pt x="1097" y="4840"/>
                    <a:pt x="1102" y="4840"/>
                    <a:pt x="1108" y="4840"/>
                  </a:cubicBezTo>
                  <a:cubicBezTo>
                    <a:pt x="1168" y="4840"/>
                    <a:pt x="1248" y="4893"/>
                    <a:pt x="1282" y="4942"/>
                  </a:cubicBezTo>
                  <a:cubicBezTo>
                    <a:pt x="1307" y="4961"/>
                    <a:pt x="1337" y="4970"/>
                    <a:pt x="1367" y="4970"/>
                  </a:cubicBezTo>
                  <a:cubicBezTo>
                    <a:pt x="1371" y="4970"/>
                    <a:pt x="1375" y="4970"/>
                    <a:pt x="1380" y="4970"/>
                  </a:cubicBezTo>
                  <a:cubicBezTo>
                    <a:pt x="1387" y="4970"/>
                    <a:pt x="1393" y="4970"/>
                    <a:pt x="1398" y="4970"/>
                  </a:cubicBezTo>
                  <a:cubicBezTo>
                    <a:pt x="1425" y="4970"/>
                    <a:pt x="1427" y="4972"/>
                    <a:pt x="1430" y="4998"/>
                  </a:cubicBezTo>
                  <a:cubicBezTo>
                    <a:pt x="1420" y="5015"/>
                    <a:pt x="1475" y="5063"/>
                    <a:pt x="1511" y="5063"/>
                  </a:cubicBezTo>
                  <a:cubicBezTo>
                    <a:pt x="1522" y="5063"/>
                    <a:pt x="1531" y="5059"/>
                    <a:pt x="1536" y="5048"/>
                  </a:cubicBezTo>
                  <a:lnTo>
                    <a:pt x="1543" y="5080"/>
                  </a:lnTo>
                  <a:cubicBezTo>
                    <a:pt x="1545" y="5093"/>
                    <a:pt x="1552" y="5098"/>
                    <a:pt x="1560" y="5098"/>
                  </a:cubicBezTo>
                  <a:cubicBezTo>
                    <a:pt x="1570" y="5098"/>
                    <a:pt x="1581" y="5089"/>
                    <a:pt x="1586" y="5076"/>
                  </a:cubicBezTo>
                  <a:cubicBezTo>
                    <a:pt x="1595" y="5058"/>
                    <a:pt x="1603" y="5048"/>
                    <a:pt x="1608" y="5048"/>
                  </a:cubicBezTo>
                  <a:cubicBezTo>
                    <a:pt x="1616" y="5048"/>
                    <a:pt x="1619" y="5069"/>
                    <a:pt x="1612" y="5114"/>
                  </a:cubicBezTo>
                  <a:cubicBezTo>
                    <a:pt x="1599" y="5144"/>
                    <a:pt x="1603" y="5159"/>
                    <a:pt x="1609" y="5159"/>
                  </a:cubicBezTo>
                  <a:cubicBezTo>
                    <a:pt x="1613" y="5159"/>
                    <a:pt x="1618" y="5154"/>
                    <a:pt x="1621" y="5145"/>
                  </a:cubicBezTo>
                  <a:cubicBezTo>
                    <a:pt x="1638" y="5136"/>
                    <a:pt x="1655" y="5127"/>
                    <a:pt x="1667" y="5127"/>
                  </a:cubicBezTo>
                  <a:cubicBezTo>
                    <a:pt x="1676" y="5127"/>
                    <a:pt x="1683" y="5131"/>
                    <a:pt x="1687" y="5142"/>
                  </a:cubicBezTo>
                  <a:cubicBezTo>
                    <a:pt x="1694" y="5146"/>
                    <a:pt x="1701" y="5149"/>
                    <a:pt x="1708" y="5149"/>
                  </a:cubicBezTo>
                  <a:cubicBezTo>
                    <a:pt x="1719" y="5149"/>
                    <a:pt x="1730" y="5140"/>
                    <a:pt x="1740" y="5111"/>
                  </a:cubicBezTo>
                  <a:cubicBezTo>
                    <a:pt x="1745" y="5098"/>
                    <a:pt x="1752" y="5093"/>
                    <a:pt x="1761" y="5093"/>
                  </a:cubicBezTo>
                  <a:cubicBezTo>
                    <a:pt x="1768" y="5093"/>
                    <a:pt x="1776" y="5097"/>
                    <a:pt x="1784" y="5102"/>
                  </a:cubicBezTo>
                  <a:cubicBezTo>
                    <a:pt x="1778" y="5123"/>
                    <a:pt x="1778" y="5123"/>
                    <a:pt x="1750" y="5142"/>
                  </a:cubicBezTo>
                  <a:lnTo>
                    <a:pt x="1750" y="5142"/>
                  </a:lnTo>
                  <a:cubicBezTo>
                    <a:pt x="1745" y="5140"/>
                    <a:pt x="1742" y="5138"/>
                    <a:pt x="1742" y="5138"/>
                  </a:cubicBezTo>
                  <a:lnTo>
                    <a:pt x="1742" y="5138"/>
                  </a:lnTo>
                  <a:cubicBezTo>
                    <a:pt x="1742" y="5138"/>
                    <a:pt x="1744" y="5140"/>
                    <a:pt x="1749" y="5142"/>
                  </a:cubicBezTo>
                  <a:cubicBezTo>
                    <a:pt x="1750" y="5142"/>
                    <a:pt x="1750" y="5142"/>
                    <a:pt x="1750" y="5142"/>
                  </a:cubicBezTo>
                  <a:lnTo>
                    <a:pt x="1750" y="5142"/>
                  </a:lnTo>
                  <a:cubicBezTo>
                    <a:pt x="1758" y="5145"/>
                    <a:pt x="1771" y="5149"/>
                    <a:pt x="1787" y="5155"/>
                  </a:cubicBezTo>
                  <a:cubicBezTo>
                    <a:pt x="1806" y="5161"/>
                    <a:pt x="1834" y="5199"/>
                    <a:pt x="1825" y="5224"/>
                  </a:cubicBezTo>
                  <a:cubicBezTo>
                    <a:pt x="1830" y="5238"/>
                    <a:pt x="1838" y="5247"/>
                    <a:pt x="1843" y="5247"/>
                  </a:cubicBezTo>
                  <a:cubicBezTo>
                    <a:pt x="1850" y="5247"/>
                    <a:pt x="1855" y="5235"/>
                    <a:pt x="1853" y="5205"/>
                  </a:cubicBezTo>
                  <a:cubicBezTo>
                    <a:pt x="1864" y="5172"/>
                    <a:pt x="1865" y="5162"/>
                    <a:pt x="1878" y="5162"/>
                  </a:cubicBezTo>
                  <a:cubicBezTo>
                    <a:pt x="1884" y="5162"/>
                    <a:pt x="1891" y="5164"/>
                    <a:pt x="1903" y="5167"/>
                  </a:cubicBezTo>
                  <a:cubicBezTo>
                    <a:pt x="1922" y="5174"/>
                    <a:pt x="1941" y="5180"/>
                    <a:pt x="1934" y="5202"/>
                  </a:cubicBezTo>
                  <a:cubicBezTo>
                    <a:pt x="1928" y="5227"/>
                    <a:pt x="1928" y="5227"/>
                    <a:pt x="1966" y="5236"/>
                  </a:cubicBezTo>
                  <a:cubicBezTo>
                    <a:pt x="1972" y="5238"/>
                    <a:pt x="1978" y="5239"/>
                    <a:pt x="1985" y="5239"/>
                  </a:cubicBezTo>
                  <a:cubicBezTo>
                    <a:pt x="2038" y="5239"/>
                    <a:pt x="2100" y="5188"/>
                    <a:pt x="2125" y="5149"/>
                  </a:cubicBezTo>
                  <a:cubicBezTo>
                    <a:pt x="2130" y="5125"/>
                    <a:pt x="2132" y="5113"/>
                    <a:pt x="2135" y="5113"/>
                  </a:cubicBezTo>
                  <a:cubicBezTo>
                    <a:pt x="2137" y="5113"/>
                    <a:pt x="2139" y="5127"/>
                    <a:pt x="2144" y="5155"/>
                  </a:cubicBezTo>
                  <a:cubicBezTo>
                    <a:pt x="2138" y="5177"/>
                    <a:pt x="2157" y="5180"/>
                    <a:pt x="2176" y="5183"/>
                  </a:cubicBezTo>
                  <a:cubicBezTo>
                    <a:pt x="2178" y="5176"/>
                    <a:pt x="2180" y="5174"/>
                    <a:pt x="2182" y="5174"/>
                  </a:cubicBezTo>
                  <a:cubicBezTo>
                    <a:pt x="2186" y="5174"/>
                    <a:pt x="2188" y="5183"/>
                    <a:pt x="2179" y="5183"/>
                  </a:cubicBezTo>
                  <a:cubicBezTo>
                    <a:pt x="2178" y="5183"/>
                    <a:pt x="2177" y="5183"/>
                    <a:pt x="2176" y="5183"/>
                  </a:cubicBezTo>
                  <a:cubicBezTo>
                    <a:pt x="2171" y="5200"/>
                    <a:pt x="2162" y="5204"/>
                    <a:pt x="2150" y="5204"/>
                  </a:cubicBezTo>
                  <a:cubicBezTo>
                    <a:pt x="2144" y="5204"/>
                    <a:pt x="2138" y="5203"/>
                    <a:pt x="2132" y="5202"/>
                  </a:cubicBezTo>
                  <a:lnTo>
                    <a:pt x="2129" y="5227"/>
                  </a:lnTo>
                  <a:cubicBezTo>
                    <a:pt x="2134" y="5255"/>
                    <a:pt x="2141" y="5269"/>
                    <a:pt x="2152" y="5269"/>
                  </a:cubicBezTo>
                  <a:cubicBezTo>
                    <a:pt x="2161" y="5269"/>
                    <a:pt x="2172" y="5258"/>
                    <a:pt x="2185" y="5236"/>
                  </a:cubicBezTo>
                  <a:cubicBezTo>
                    <a:pt x="2197" y="5226"/>
                    <a:pt x="2202" y="5221"/>
                    <a:pt x="2207" y="5221"/>
                  </a:cubicBezTo>
                  <a:cubicBezTo>
                    <a:pt x="2211" y="5221"/>
                    <a:pt x="2214" y="5228"/>
                    <a:pt x="2223" y="5243"/>
                  </a:cubicBezTo>
                  <a:cubicBezTo>
                    <a:pt x="2234" y="5263"/>
                    <a:pt x="2245" y="5284"/>
                    <a:pt x="2252" y="5284"/>
                  </a:cubicBezTo>
                  <a:cubicBezTo>
                    <a:pt x="2254" y="5284"/>
                    <a:pt x="2256" y="5281"/>
                    <a:pt x="2257" y="5274"/>
                  </a:cubicBezTo>
                  <a:cubicBezTo>
                    <a:pt x="2279" y="5280"/>
                    <a:pt x="2298" y="5290"/>
                    <a:pt x="2310" y="5308"/>
                  </a:cubicBezTo>
                  <a:cubicBezTo>
                    <a:pt x="2326" y="5311"/>
                    <a:pt x="2339" y="5313"/>
                    <a:pt x="2348" y="5313"/>
                  </a:cubicBezTo>
                  <a:cubicBezTo>
                    <a:pt x="2363" y="5313"/>
                    <a:pt x="2371" y="5308"/>
                    <a:pt x="2373" y="5293"/>
                  </a:cubicBezTo>
                  <a:cubicBezTo>
                    <a:pt x="2376" y="5273"/>
                    <a:pt x="2388" y="5271"/>
                    <a:pt x="2403" y="5271"/>
                  </a:cubicBezTo>
                  <a:cubicBezTo>
                    <a:pt x="2406" y="5271"/>
                    <a:pt x="2410" y="5271"/>
                    <a:pt x="2414" y="5271"/>
                  </a:cubicBezTo>
                  <a:cubicBezTo>
                    <a:pt x="2419" y="5272"/>
                    <a:pt x="2424" y="5272"/>
                    <a:pt x="2428" y="5272"/>
                  </a:cubicBezTo>
                  <a:cubicBezTo>
                    <a:pt x="2441" y="5272"/>
                    <a:pt x="2452" y="5267"/>
                    <a:pt x="2455" y="5249"/>
                  </a:cubicBezTo>
                  <a:cubicBezTo>
                    <a:pt x="2457" y="5220"/>
                    <a:pt x="2482" y="5201"/>
                    <a:pt x="2508" y="5201"/>
                  </a:cubicBezTo>
                  <a:cubicBezTo>
                    <a:pt x="2510" y="5201"/>
                    <a:pt x="2512" y="5202"/>
                    <a:pt x="2514" y="5202"/>
                  </a:cubicBezTo>
                  <a:cubicBezTo>
                    <a:pt x="2530" y="5193"/>
                    <a:pt x="2540" y="5188"/>
                    <a:pt x="2546" y="5188"/>
                  </a:cubicBezTo>
                  <a:cubicBezTo>
                    <a:pt x="2556" y="5188"/>
                    <a:pt x="2559" y="5200"/>
                    <a:pt x="2570" y="5230"/>
                  </a:cubicBezTo>
                  <a:cubicBezTo>
                    <a:pt x="2570" y="5255"/>
                    <a:pt x="2589" y="5255"/>
                    <a:pt x="2608" y="5258"/>
                  </a:cubicBezTo>
                  <a:cubicBezTo>
                    <a:pt x="2624" y="5261"/>
                    <a:pt x="2636" y="5271"/>
                    <a:pt x="2646" y="5286"/>
                  </a:cubicBezTo>
                  <a:cubicBezTo>
                    <a:pt x="2651" y="5293"/>
                    <a:pt x="2655" y="5296"/>
                    <a:pt x="2657" y="5296"/>
                  </a:cubicBezTo>
                  <a:cubicBezTo>
                    <a:pt x="2664" y="5296"/>
                    <a:pt x="2664" y="5276"/>
                    <a:pt x="2664" y="5258"/>
                  </a:cubicBezTo>
                  <a:cubicBezTo>
                    <a:pt x="2664" y="5233"/>
                    <a:pt x="2664" y="5208"/>
                    <a:pt x="2664" y="5208"/>
                  </a:cubicBezTo>
                  <a:cubicBezTo>
                    <a:pt x="2683" y="5208"/>
                    <a:pt x="2702" y="5258"/>
                    <a:pt x="2702" y="5283"/>
                  </a:cubicBezTo>
                  <a:cubicBezTo>
                    <a:pt x="2713" y="5308"/>
                    <a:pt x="2719" y="5321"/>
                    <a:pt x="2721" y="5321"/>
                  </a:cubicBezTo>
                  <a:cubicBezTo>
                    <a:pt x="2723" y="5321"/>
                    <a:pt x="2722" y="5308"/>
                    <a:pt x="2721" y="5283"/>
                  </a:cubicBezTo>
                  <a:cubicBezTo>
                    <a:pt x="2721" y="5265"/>
                    <a:pt x="2731" y="5247"/>
                    <a:pt x="2752" y="5247"/>
                  </a:cubicBezTo>
                  <a:cubicBezTo>
                    <a:pt x="2760" y="5247"/>
                    <a:pt x="2769" y="5249"/>
                    <a:pt x="2780" y="5255"/>
                  </a:cubicBezTo>
                  <a:cubicBezTo>
                    <a:pt x="2788" y="5255"/>
                    <a:pt x="2795" y="5255"/>
                    <a:pt x="2803" y="5255"/>
                  </a:cubicBezTo>
                  <a:cubicBezTo>
                    <a:pt x="2832" y="5255"/>
                    <a:pt x="2856" y="5257"/>
                    <a:pt x="2859" y="5277"/>
                  </a:cubicBezTo>
                  <a:cubicBezTo>
                    <a:pt x="2863" y="5284"/>
                    <a:pt x="2870" y="5288"/>
                    <a:pt x="2876" y="5288"/>
                  </a:cubicBezTo>
                  <a:cubicBezTo>
                    <a:pt x="2884" y="5288"/>
                    <a:pt x="2891" y="5284"/>
                    <a:pt x="2896" y="5277"/>
                  </a:cubicBezTo>
                  <a:cubicBezTo>
                    <a:pt x="2906" y="5261"/>
                    <a:pt x="2916" y="5253"/>
                    <a:pt x="2935" y="5253"/>
                  </a:cubicBezTo>
                  <a:cubicBezTo>
                    <a:pt x="2948" y="5253"/>
                    <a:pt x="2966" y="5257"/>
                    <a:pt x="2990" y="5264"/>
                  </a:cubicBezTo>
                  <a:cubicBezTo>
                    <a:pt x="3038" y="5280"/>
                    <a:pt x="3064" y="5289"/>
                    <a:pt x="3078" y="5289"/>
                  </a:cubicBezTo>
                  <a:cubicBezTo>
                    <a:pt x="3094" y="5289"/>
                    <a:pt x="3093" y="5277"/>
                    <a:pt x="3088" y="5252"/>
                  </a:cubicBezTo>
                  <a:cubicBezTo>
                    <a:pt x="3086" y="5237"/>
                    <a:pt x="3083" y="5222"/>
                    <a:pt x="3086" y="5222"/>
                  </a:cubicBezTo>
                  <a:lnTo>
                    <a:pt x="3086" y="5222"/>
                  </a:lnTo>
                  <a:cubicBezTo>
                    <a:pt x="3089" y="5222"/>
                    <a:pt x="3095" y="5230"/>
                    <a:pt x="3106" y="5249"/>
                  </a:cubicBezTo>
                  <a:cubicBezTo>
                    <a:pt x="3113" y="5254"/>
                    <a:pt x="3118" y="5257"/>
                    <a:pt x="3124" y="5257"/>
                  </a:cubicBezTo>
                  <a:cubicBezTo>
                    <a:pt x="3140" y="5257"/>
                    <a:pt x="3155" y="5235"/>
                    <a:pt x="3178" y="5211"/>
                  </a:cubicBezTo>
                  <a:cubicBezTo>
                    <a:pt x="3188" y="5177"/>
                    <a:pt x="3188" y="5142"/>
                    <a:pt x="3175" y="5108"/>
                  </a:cubicBezTo>
                  <a:cubicBezTo>
                    <a:pt x="3169" y="5076"/>
                    <a:pt x="3167" y="5064"/>
                    <a:pt x="3177" y="5064"/>
                  </a:cubicBezTo>
                  <a:cubicBezTo>
                    <a:pt x="3183" y="5064"/>
                    <a:pt x="3192" y="5068"/>
                    <a:pt x="3207" y="5073"/>
                  </a:cubicBezTo>
                  <a:cubicBezTo>
                    <a:pt x="3208" y="5073"/>
                    <a:pt x="3209" y="5073"/>
                    <a:pt x="3211" y="5073"/>
                  </a:cubicBezTo>
                  <a:cubicBezTo>
                    <a:pt x="3229" y="5073"/>
                    <a:pt x="3248" y="5091"/>
                    <a:pt x="3254" y="5114"/>
                  </a:cubicBezTo>
                  <a:cubicBezTo>
                    <a:pt x="3260" y="5139"/>
                    <a:pt x="3241" y="5142"/>
                    <a:pt x="3241" y="5142"/>
                  </a:cubicBezTo>
                  <a:lnTo>
                    <a:pt x="3222" y="5149"/>
                  </a:lnTo>
                  <a:cubicBezTo>
                    <a:pt x="3228" y="5170"/>
                    <a:pt x="3233" y="5191"/>
                    <a:pt x="3258" y="5191"/>
                  </a:cubicBezTo>
                  <a:cubicBezTo>
                    <a:pt x="3262" y="5191"/>
                    <a:pt x="3267" y="5191"/>
                    <a:pt x="3272" y="5189"/>
                  </a:cubicBezTo>
                  <a:cubicBezTo>
                    <a:pt x="3283" y="5197"/>
                    <a:pt x="3293" y="5201"/>
                    <a:pt x="3300" y="5201"/>
                  </a:cubicBezTo>
                  <a:cubicBezTo>
                    <a:pt x="3309" y="5201"/>
                    <a:pt x="3314" y="5194"/>
                    <a:pt x="3310" y="5180"/>
                  </a:cubicBezTo>
                  <a:lnTo>
                    <a:pt x="3310" y="5180"/>
                  </a:lnTo>
                  <a:cubicBezTo>
                    <a:pt x="3321" y="5188"/>
                    <a:pt x="3333" y="5191"/>
                    <a:pt x="3348" y="5191"/>
                  </a:cubicBezTo>
                  <a:cubicBezTo>
                    <a:pt x="3367" y="5191"/>
                    <a:pt x="3389" y="5185"/>
                    <a:pt x="3410" y="5180"/>
                  </a:cubicBezTo>
                  <a:cubicBezTo>
                    <a:pt x="3437" y="5173"/>
                    <a:pt x="3472" y="5160"/>
                    <a:pt x="3499" y="5160"/>
                  </a:cubicBezTo>
                  <a:cubicBezTo>
                    <a:pt x="3510" y="5160"/>
                    <a:pt x="3519" y="5162"/>
                    <a:pt x="3526" y="5167"/>
                  </a:cubicBezTo>
                  <a:cubicBezTo>
                    <a:pt x="3564" y="5155"/>
                    <a:pt x="3583" y="5149"/>
                    <a:pt x="3573" y="5123"/>
                  </a:cubicBezTo>
                  <a:cubicBezTo>
                    <a:pt x="3563" y="5093"/>
                    <a:pt x="3566" y="5080"/>
                    <a:pt x="3572" y="5080"/>
                  </a:cubicBezTo>
                  <a:cubicBezTo>
                    <a:pt x="3575" y="5080"/>
                    <a:pt x="3579" y="5084"/>
                    <a:pt x="3583" y="5092"/>
                  </a:cubicBezTo>
                  <a:cubicBezTo>
                    <a:pt x="3591" y="5103"/>
                    <a:pt x="3607" y="5107"/>
                    <a:pt x="3629" y="5107"/>
                  </a:cubicBezTo>
                  <a:cubicBezTo>
                    <a:pt x="3712" y="5107"/>
                    <a:pt x="3863" y="5043"/>
                    <a:pt x="3858" y="5001"/>
                  </a:cubicBezTo>
                  <a:lnTo>
                    <a:pt x="3896" y="4982"/>
                  </a:lnTo>
                  <a:cubicBezTo>
                    <a:pt x="3898" y="4983"/>
                    <a:pt x="3900" y="4983"/>
                    <a:pt x="3903" y="4983"/>
                  </a:cubicBezTo>
                  <a:cubicBezTo>
                    <a:pt x="3949" y="4983"/>
                    <a:pt x="4044" y="4925"/>
                    <a:pt x="4046" y="4895"/>
                  </a:cubicBezTo>
                  <a:lnTo>
                    <a:pt x="4097" y="4866"/>
                  </a:lnTo>
                  <a:cubicBezTo>
                    <a:pt x="4144" y="4866"/>
                    <a:pt x="4156" y="4854"/>
                    <a:pt x="4159" y="4823"/>
                  </a:cubicBezTo>
                  <a:cubicBezTo>
                    <a:pt x="4159" y="4798"/>
                    <a:pt x="4153" y="4781"/>
                    <a:pt x="4154" y="4781"/>
                  </a:cubicBezTo>
                  <a:lnTo>
                    <a:pt x="4154" y="4781"/>
                  </a:lnTo>
                  <a:cubicBezTo>
                    <a:pt x="4154" y="4781"/>
                    <a:pt x="4156" y="4783"/>
                    <a:pt x="4159" y="4788"/>
                  </a:cubicBezTo>
                  <a:cubicBezTo>
                    <a:pt x="4163" y="4794"/>
                    <a:pt x="4169" y="4797"/>
                    <a:pt x="4175" y="4797"/>
                  </a:cubicBezTo>
                  <a:cubicBezTo>
                    <a:pt x="4194" y="4797"/>
                    <a:pt x="4223" y="4776"/>
                    <a:pt x="4269" y="4741"/>
                  </a:cubicBezTo>
                  <a:cubicBezTo>
                    <a:pt x="4332" y="4694"/>
                    <a:pt x="4332" y="4694"/>
                    <a:pt x="4300" y="4688"/>
                  </a:cubicBezTo>
                  <a:cubicBezTo>
                    <a:pt x="4322" y="4651"/>
                    <a:pt x="4337" y="4639"/>
                    <a:pt x="4349" y="4639"/>
                  </a:cubicBezTo>
                  <a:cubicBezTo>
                    <a:pt x="4359" y="4639"/>
                    <a:pt x="4367" y="4648"/>
                    <a:pt x="4376" y="4657"/>
                  </a:cubicBezTo>
                  <a:cubicBezTo>
                    <a:pt x="4381" y="4674"/>
                    <a:pt x="4389" y="4683"/>
                    <a:pt x="4395" y="4683"/>
                  </a:cubicBezTo>
                  <a:cubicBezTo>
                    <a:pt x="4405" y="4683"/>
                    <a:pt x="4410" y="4656"/>
                    <a:pt x="4388" y="4610"/>
                  </a:cubicBezTo>
                  <a:cubicBezTo>
                    <a:pt x="4374" y="4571"/>
                    <a:pt x="4385" y="4547"/>
                    <a:pt x="4400" y="4547"/>
                  </a:cubicBezTo>
                  <a:cubicBezTo>
                    <a:pt x="4404" y="4547"/>
                    <a:pt x="4409" y="4549"/>
                    <a:pt x="4413" y="4553"/>
                  </a:cubicBezTo>
                  <a:cubicBezTo>
                    <a:pt x="4429" y="4572"/>
                    <a:pt x="4416" y="4584"/>
                    <a:pt x="4401" y="4597"/>
                  </a:cubicBezTo>
                  <a:lnTo>
                    <a:pt x="4435" y="4635"/>
                  </a:lnTo>
                  <a:cubicBezTo>
                    <a:pt x="4451" y="4622"/>
                    <a:pt x="4451" y="4622"/>
                    <a:pt x="4448" y="4591"/>
                  </a:cubicBezTo>
                  <a:cubicBezTo>
                    <a:pt x="4457" y="4578"/>
                    <a:pt x="4463" y="4563"/>
                    <a:pt x="4460" y="4547"/>
                  </a:cubicBezTo>
                  <a:cubicBezTo>
                    <a:pt x="4457" y="4519"/>
                    <a:pt x="4435" y="4494"/>
                    <a:pt x="4407" y="4490"/>
                  </a:cubicBezTo>
                  <a:cubicBezTo>
                    <a:pt x="4376" y="4487"/>
                    <a:pt x="4388" y="4475"/>
                    <a:pt x="4404" y="4462"/>
                  </a:cubicBezTo>
                  <a:cubicBezTo>
                    <a:pt x="4410" y="4461"/>
                    <a:pt x="4416" y="4461"/>
                    <a:pt x="4421" y="4461"/>
                  </a:cubicBezTo>
                  <a:cubicBezTo>
                    <a:pt x="4453" y="4461"/>
                    <a:pt x="4467" y="4476"/>
                    <a:pt x="4470" y="4503"/>
                  </a:cubicBezTo>
                  <a:cubicBezTo>
                    <a:pt x="4457" y="4516"/>
                    <a:pt x="4473" y="4534"/>
                    <a:pt x="4491" y="4553"/>
                  </a:cubicBezTo>
                  <a:cubicBezTo>
                    <a:pt x="4493" y="4555"/>
                    <a:pt x="4495" y="4555"/>
                    <a:pt x="4496" y="4555"/>
                  </a:cubicBezTo>
                  <a:cubicBezTo>
                    <a:pt x="4515" y="4555"/>
                    <a:pt x="4540" y="4461"/>
                    <a:pt x="4517" y="4415"/>
                  </a:cubicBezTo>
                  <a:lnTo>
                    <a:pt x="4517" y="4415"/>
                  </a:lnTo>
                  <a:lnTo>
                    <a:pt x="4535" y="4434"/>
                  </a:lnTo>
                  <a:cubicBezTo>
                    <a:pt x="4539" y="4437"/>
                    <a:pt x="4543" y="4439"/>
                    <a:pt x="4547" y="4439"/>
                  </a:cubicBezTo>
                  <a:cubicBezTo>
                    <a:pt x="4564" y="4439"/>
                    <a:pt x="4585" y="4416"/>
                    <a:pt x="4607" y="4393"/>
                  </a:cubicBezTo>
                  <a:cubicBezTo>
                    <a:pt x="4633" y="4365"/>
                    <a:pt x="4645" y="4353"/>
                    <a:pt x="4626" y="4337"/>
                  </a:cubicBezTo>
                  <a:cubicBezTo>
                    <a:pt x="4607" y="4318"/>
                    <a:pt x="4589" y="4302"/>
                    <a:pt x="4601" y="4290"/>
                  </a:cubicBezTo>
                  <a:lnTo>
                    <a:pt x="4601" y="4290"/>
                  </a:lnTo>
                  <a:cubicBezTo>
                    <a:pt x="4598" y="4293"/>
                    <a:pt x="4594" y="4294"/>
                    <a:pt x="4590" y="4294"/>
                  </a:cubicBezTo>
                  <a:cubicBezTo>
                    <a:pt x="4579" y="4294"/>
                    <a:pt x="4565" y="4283"/>
                    <a:pt x="4551" y="4271"/>
                  </a:cubicBezTo>
                  <a:cubicBezTo>
                    <a:pt x="4573" y="4265"/>
                    <a:pt x="4598" y="4262"/>
                    <a:pt x="4623" y="4259"/>
                  </a:cubicBezTo>
                  <a:cubicBezTo>
                    <a:pt x="4629" y="4259"/>
                    <a:pt x="4635" y="4259"/>
                    <a:pt x="4640" y="4259"/>
                  </a:cubicBezTo>
                  <a:cubicBezTo>
                    <a:pt x="4697" y="4259"/>
                    <a:pt x="4748" y="4232"/>
                    <a:pt x="4777" y="4186"/>
                  </a:cubicBezTo>
                  <a:cubicBezTo>
                    <a:pt x="4802" y="4155"/>
                    <a:pt x="4833" y="4108"/>
                    <a:pt x="4864" y="4105"/>
                  </a:cubicBezTo>
                  <a:cubicBezTo>
                    <a:pt x="4883" y="4071"/>
                    <a:pt x="4896" y="4055"/>
                    <a:pt x="4874" y="4042"/>
                  </a:cubicBezTo>
                  <a:lnTo>
                    <a:pt x="4893" y="4008"/>
                  </a:lnTo>
                  <a:cubicBezTo>
                    <a:pt x="4927" y="4005"/>
                    <a:pt x="4946" y="3970"/>
                    <a:pt x="4924" y="3958"/>
                  </a:cubicBezTo>
                  <a:cubicBezTo>
                    <a:pt x="4911" y="3929"/>
                    <a:pt x="4946" y="3926"/>
                    <a:pt x="4955" y="3908"/>
                  </a:cubicBezTo>
                  <a:cubicBezTo>
                    <a:pt x="5015" y="3898"/>
                    <a:pt x="5015" y="3898"/>
                    <a:pt x="4940" y="3879"/>
                  </a:cubicBezTo>
                  <a:cubicBezTo>
                    <a:pt x="4935" y="3877"/>
                    <a:pt x="4930" y="3876"/>
                    <a:pt x="4924" y="3876"/>
                  </a:cubicBezTo>
                  <a:cubicBezTo>
                    <a:pt x="4903" y="3876"/>
                    <a:pt x="4877" y="3892"/>
                    <a:pt x="4868" y="3904"/>
                  </a:cubicBezTo>
                  <a:lnTo>
                    <a:pt x="4839" y="3951"/>
                  </a:lnTo>
                  <a:lnTo>
                    <a:pt x="4846" y="3892"/>
                  </a:lnTo>
                  <a:cubicBezTo>
                    <a:pt x="4858" y="3867"/>
                    <a:pt x="4852" y="3839"/>
                    <a:pt x="4830" y="3820"/>
                  </a:cubicBezTo>
                  <a:cubicBezTo>
                    <a:pt x="4830" y="3820"/>
                    <a:pt x="4808" y="3807"/>
                    <a:pt x="4814" y="3792"/>
                  </a:cubicBezTo>
                  <a:lnTo>
                    <a:pt x="4814" y="3792"/>
                  </a:lnTo>
                  <a:cubicBezTo>
                    <a:pt x="4814" y="3792"/>
                    <a:pt x="4836" y="3804"/>
                    <a:pt x="4858" y="3817"/>
                  </a:cubicBezTo>
                  <a:cubicBezTo>
                    <a:pt x="4874" y="3839"/>
                    <a:pt x="4893" y="3857"/>
                    <a:pt x="4918" y="3867"/>
                  </a:cubicBezTo>
                  <a:cubicBezTo>
                    <a:pt x="4921" y="3867"/>
                    <a:pt x="4925" y="3867"/>
                    <a:pt x="4929" y="3867"/>
                  </a:cubicBezTo>
                  <a:cubicBezTo>
                    <a:pt x="4978" y="3867"/>
                    <a:pt x="5018" y="3831"/>
                    <a:pt x="4974" y="3810"/>
                  </a:cubicBezTo>
                  <a:cubicBezTo>
                    <a:pt x="4983" y="3795"/>
                    <a:pt x="4983" y="3795"/>
                    <a:pt x="5015" y="3788"/>
                  </a:cubicBezTo>
                  <a:cubicBezTo>
                    <a:pt x="5019" y="3790"/>
                    <a:pt x="5022" y="3791"/>
                    <a:pt x="5025" y="3791"/>
                  </a:cubicBezTo>
                  <a:cubicBezTo>
                    <a:pt x="5039" y="3791"/>
                    <a:pt x="5040" y="3773"/>
                    <a:pt x="5009" y="3741"/>
                  </a:cubicBezTo>
                  <a:cubicBezTo>
                    <a:pt x="4974" y="3707"/>
                    <a:pt x="4979" y="3691"/>
                    <a:pt x="5021" y="3691"/>
                  </a:cubicBezTo>
                  <a:cubicBezTo>
                    <a:pt x="5025" y="3691"/>
                    <a:pt x="5029" y="3691"/>
                    <a:pt x="5034" y="3691"/>
                  </a:cubicBezTo>
                  <a:cubicBezTo>
                    <a:pt x="5096" y="3676"/>
                    <a:pt x="5121" y="3600"/>
                    <a:pt x="5099" y="3591"/>
                  </a:cubicBezTo>
                  <a:cubicBezTo>
                    <a:pt x="5062" y="3578"/>
                    <a:pt x="5062" y="3522"/>
                    <a:pt x="5103" y="3513"/>
                  </a:cubicBezTo>
                  <a:cubicBezTo>
                    <a:pt x="5134" y="3500"/>
                    <a:pt x="5140" y="3484"/>
                    <a:pt x="5121" y="3456"/>
                  </a:cubicBezTo>
                  <a:lnTo>
                    <a:pt x="5121" y="3456"/>
                  </a:lnTo>
                  <a:cubicBezTo>
                    <a:pt x="5127" y="3458"/>
                    <a:pt x="5133" y="3459"/>
                    <a:pt x="5139" y="3459"/>
                  </a:cubicBezTo>
                  <a:cubicBezTo>
                    <a:pt x="5158" y="3459"/>
                    <a:pt x="5174" y="3447"/>
                    <a:pt x="5159" y="3428"/>
                  </a:cubicBezTo>
                  <a:cubicBezTo>
                    <a:pt x="5159" y="3428"/>
                    <a:pt x="5161" y="3417"/>
                    <a:pt x="5150" y="3417"/>
                  </a:cubicBezTo>
                  <a:cubicBezTo>
                    <a:pt x="5146" y="3417"/>
                    <a:pt x="5141" y="3419"/>
                    <a:pt x="5134" y="3422"/>
                  </a:cubicBezTo>
                  <a:lnTo>
                    <a:pt x="5096" y="3369"/>
                  </a:lnTo>
                  <a:cubicBezTo>
                    <a:pt x="5093" y="3378"/>
                    <a:pt x="5085" y="3381"/>
                    <a:pt x="5076" y="3381"/>
                  </a:cubicBezTo>
                  <a:cubicBezTo>
                    <a:pt x="5066" y="3381"/>
                    <a:pt x="5054" y="3378"/>
                    <a:pt x="5043" y="3375"/>
                  </a:cubicBezTo>
                  <a:cubicBezTo>
                    <a:pt x="5018" y="3365"/>
                    <a:pt x="5062" y="3303"/>
                    <a:pt x="5143" y="3284"/>
                  </a:cubicBezTo>
                  <a:lnTo>
                    <a:pt x="5203" y="3259"/>
                  </a:lnTo>
                  <a:lnTo>
                    <a:pt x="5153" y="3249"/>
                  </a:lnTo>
                  <a:cubicBezTo>
                    <a:pt x="5158" y="3233"/>
                    <a:pt x="5161" y="3217"/>
                    <a:pt x="5178" y="3217"/>
                  </a:cubicBezTo>
                  <a:cubicBezTo>
                    <a:pt x="5181" y="3217"/>
                    <a:pt x="5184" y="3217"/>
                    <a:pt x="5187" y="3218"/>
                  </a:cubicBezTo>
                  <a:cubicBezTo>
                    <a:pt x="5194" y="3219"/>
                    <a:pt x="5200" y="3220"/>
                    <a:pt x="5203" y="3220"/>
                  </a:cubicBezTo>
                  <a:cubicBezTo>
                    <a:pt x="5213" y="3220"/>
                    <a:pt x="5214" y="3216"/>
                    <a:pt x="5219" y="3202"/>
                  </a:cubicBezTo>
                  <a:cubicBezTo>
                    <a:pt x="5219" y="3202"/>
                    <a:pt x="5222" y="3184"/>
                    <a:pt x="5197" y="3181"/>
                  </a:cubicBezTo>
                  <a:cubicBezTo>
                    <a:pt x="5146" y="3168"/>
                    <a:pt x="5146" y="3168"/>
                    <a:pt x="5175" y="3155"/>
                  </a:cubicBezTo>
                  <a:cubicBezTo>
                    <a:pt x="5228" y="3146"/>
                    <a:pt x="5231" y="3127"/>
                    <a:pt x="5184" y="3099"/>
                  </a:cubicBezTo>
                  <a:cubicBezTo>
                    <a:pt x="5134" y="3090"/>
                    <a:pt x="5134" y="3090"/>
                    <a:pt x="5187" y="3080"/>
                  </a:cubicBezTo>
                  <a:cubicBezTo>
                    <a:pt x="5191" y="3081"/>
                    <a:pt x="5196" y="3082"/>
                    <a:pt x="5200" y="3082"/>
                  </a:cubicBezTo>
                  <a:cubicBezTo>
                    <a:pt x="5219" y="3082"/>
                    <a:pt x="5236" y="3070"/>
                    <a:pt x="5244" y="3049"/>
                  </a:cubicBezTo>
                  <a:lnTo>
                    <a:pt x="5219" y="3046"/>
                  </a:lnTo>
                  <a:cubicBezTo>
                    <a:pt x="5168" y="3039"/>
                    <a:pt x="5172" y="3021"/>
                    <a:pt x="5200" y="3005"/>
                  </a:cubicBezTo>
                  <a:lnTo>
                    <a:pt x="5200" y="3005"/>
                  </a:lnTo>
                  <a:cubicBezTo>
                    <a:pt x="5202" y="3005"/>
                    <a:pt x="5203" y="3005"/>
                    <a:pt x="5205" y="3005"/>
                  </a:cubicBezTo>
                  <a:cubicBezTo>
                    <a:pt x="5225" y="3005"/>
                    <a:pt x="5227" y="2986"/>
                    <a:pt x="5209" y="2949"/>
                  </a:cubicBezTo>
                  <a:cubicBezTo>
                    <a:pt x="5212" y="2914"/>
                    <a:pt x="5212" y="2895"/>
                    <a:pt x="5232" y="2895"/>
                  </a:cubicBezTo>
                  <a:cubicBezTo>
                    <a:pt x="5234" y="2895"/>
                    <a:pt x="5236" y="2895"/>
                    <a:pt x="5237" y="2895"/>
                  </a:cubicBezTo>
                  <a:cubicBezTo>
                    <a:pt x="5250" y="2896"/>
                    <a:pt x="5260" y="2897"/>
                    <a:pt x="5266" y="2897"/>
                  </a:cubicBezTo>
                  <a:cubicBezTo>
                    <a:pt x="5284" y="2897"/>
                    <a:pt x="5275" y="2892"/>
                    <a:pt x="5240" y="2873"/>
                  </a:cubicBezTo>
                  <a:cubicBezTo>
                    <a:pt x="5215" y="2855"/>
                    <a:pt x="5215" y="2855"/>
                    <a:pt x="5244" y="2817"/>
                  </a:cubicBezTo>
                  <a:cubicBezTo>
                    <a:pt x="5269" y="2798"/>
                    <a:pt x="5269" y="2798"/>
                    <a:pt x="5247" y="2779"/>
                  </a:cubicBezTo>
                  <a:cubicBezTo>
                    <a:pt x="5232" y="2778"/>
                    <a:pt x="5220" y="2778"/>
                    <a:pt x="5209" y="2778"/>
                  </a:cubicBezTo>
                  <a:cubicBezTo>
                    <a:pt x="5184" y="2778"/>
                    <a:pt x="5171" y="2782"/>
                    <a:pt x="5168" y="2795"/>
                  </a:cubicBezTo>
                  <a:cubicBezTo>
                    <a:pt x="5168" y="2808"/>
                    <a:pt x="5168" y="2812"/>
                    <a:pt x="5159" y="2812"/>
                  </a:cubicBezTo>
                  <a:cubicBezTo>
                    <a:pt x="5156" y="2812"/>
                    <a:pt x="5151" y="2812"/>
                    <a:pt x="5143" y="2811"/>
                  </a:cubicBezTo>
                  <a:lnTo>
                    <a:pt x="5143" y="2773"/>
                  </a:lnTo>
                  <a:cubicBezTo>
                    <a:pt x="5146" y="2748"/>
                    <a:pt x="5140" y="2723"/>
                    <a:pt x="5125" y="2701"/>
                  </a:cubicBezTo>
                  <a:cubicBezTo>
                    <a:pt x="5113" y="2682"/>
                    <a:pt x="5095" y="2672"/>
                    <a:pt x="5082" y="2672"/>
                  </a:cubicBezTo>
                  <a:cubicBezTo>
                    <a:pt x="5070" y="2672"/>
                    <a:pt x="5064" y="2681"/>
                    <a:pt x="5074" y="2698"/>
                  </a:cubicBezTo>
                  <a:lnTo>
                    <a:pt x="5049" y="2717"/>
                  </a:lnTo>
                  <a:cubicBezTo>
                    <a:pt x="5046" y="2717"/>
                    <a:pt x="5043" y="2716"/>
                    <a:pt x="5040" y="2716"/>
                  </a:cubicBezTo>
                  <a:cubicBezTo>
                    <a:pt x="4971" y="2716"/>
                    <a:pt x="4974" y="2748"/>
                    <a:pt x="5046" y="2751"/>
                  </a:cubicBezTo>
                  <a:cubicBezTo>
                    <a:pt x="5121" y="2754"/>
                    <a:pt x="5121" y="2754"/>
                    <a:pt x="5071" y="2770"/>
                  </a:cubicBezTo>
                  <a:cubicBezTo>
                    <a:pt x="5067" y="2770"/>
                    <a:pt x="5064" y="2770"/>
                    <a:pt x="5060" y="2770"/>
                  </a:cubicBezTo>
                  <a:cubicBezTo>
                    <a:pt x="5018" y="2770"/>
                    <a:pt x="5018" y="2787"/>
                    <a:pt x="5018" y="2804"/>
                  </a:cubicBezTo>
                  <a:cubicBezTo>
                    <a:pt x="5015" y="2820"/>
                    <a:pt x="5015" y="2820"/>
                    <a:pt x="4990" y="2820"/>
                  </a:cubicBezTo>
                  <a:cubicBezTo>
                    <a:pt x="4988" y="2820"/>
                    <a:pt x="4985" y="2820"/>
                    <a:pt x="4983" y="2820"/>
                  </a:cubicBezTo>
                  <a:cubicBezTo>
                    <a:pt x="4961" y="2820"/>
                    <a:pt x="4940" y="2834"/>
                    <a:pt x="4940" y="2848"/>
                  </a:cubicBezTo>
                  <a:cubicBezTo>
                    <a:pt x="4936" y="2867"/>
                    <a:pt x="4936" y="2867"/>
                    <a:pt x="4962" y="2867"/>
                  </a:cubicBezTo>
                  <a:cubicBezTo>
                    <a:pt x="4966" y="2865"/>
                    <a:pt x="4969" y="2864"/>
                    <a:pt x="4972" y="2864"/>
                  </a:cubicBezTo>
                  <a:cubicBezTo>
                    <a:pt x="4988" y="2864"/>
                    <a:pt x="4979" y="2891"/>
                    <a:pt x="4936" y="2902"/>
                  </a:cubicBezTo>
                  <a:cubicBezTo>
                    <a:pt x="4908" y="2914"/>
                    <a:pt x="4908" y="2914"/>
                    <a:pt x="4958" y="2920"/>
                  </a:cubicBezTo>
                  <a:cubicBezTo>
                    <a:pt x="5009" y="2927"/>
                    <a:pt x="5002" y="2961"/>
                    <a:pt x="4949" y="2971"/>
                  </a:cubicBezTo>
                  <a:lnTo>
                    <a:pt x="4946" y="3005"/>
                  </a:lnTo>
                  <a:cubicBezTo>
                    <a:pt x="4943" y="3021"/>
                    <a:pt x="4968" y="3024"/>
                    <a:pt x="4993" y="3030"/>
                  </a:cubicBezTo>
                  <a:cubicBezTo>
                    <a:pt x="5040" y="3036"/>
                    <a:pt x="5040" y="3036"/>
                    <a:pt x="5015" y="3052"/>
                  </a:cubicBezTo>
                  <a:cubicBezTo>
                    <a:pt x="5001" y="3057"/>
                    <a:pt x="4989" y="3060"/>
                    <a:pt x="4976" y="3060"/>
                  </a:cubicBezTo>
                  <a:cubicBezTo>
                    <a:pt x="4971" y="3060"/>
                    <a:pt x="4967" y="3059"/>
                    <a:pt x="4962" y="3058"/>
                  </a:cubicBezTo>
                  <a:cubicBezTo>
                    <a:pt x="4959" y="3058"/>
                    <a:pt x="4957" y="3058"/>
                    <a:pt x="4956" y="3058"/>
                  </a:cubicBezTo>
                  <a:cubicBezTo>
                    <a:pt x="4936" y="3058"/>
                    <a:pt x="4933" y="3072"/>
                    <a:pt x="4930" y="3090"/>
                  </a:cubicBezTo>
                  <a:cubicBezTo>
                    <a:pt x="4927" y="3104"/>
                    <a:pt x="4922" y="3135"/>
                    <a:pt x="4941" y="3144"/>
                  </a:cubicBezTo>
                  <a:lnTo>
                    <a:pt x="4941" y="3144"/>
                  </a:lnTo>
                  <a:cubicBezTo>
                    <a:pt x="4935" y="3143"/>
                    <a:pt x="4928" y="3142"/>
                    <a:pt x="4921" y="3140"/>
                  </a:cubicBezTo>
                  <a:cubicBezTo>
                    <a:pt x="4918" y="3155"/>
                    <a:pt x="4893" y="3152"/>
                    <a:pt x="4918" y="3155"/>
                  </a:cubicBezTo>
                  <a:cubicBezTo>
                    <a:pt x="4918" y="3155"/>
                    <a:pt x="4915" y="3174"/>
                    <a:pt x="4880" y="3199"/>
                  </a:cubicBezTo>
                  <a:cubicBezTo>
                    <a:pt x="4853" y="3221"/>
                    <a:pt x="4870" y="3264"/>
                    <a:pt x="4907" y="3264"/>
                  </a:cubicBezTo>
                  <a:cubicBezTo>
                    <a:pt x="4918" y="3264"/>
                    <a:pt x="4930" y="3261"/>
                    <a:pt x="4943" y="3253"/>
                  </a:cubicBezTo>
                  <a:cubicBezTo>
                    <a:pt x="4945" y="3245"/>
                    <a:pt x="4947" y="3240"/>
                    <a:pt x="4947" y="3240"/>
                  </a:cubicBezTo>
                  <a:lnTo>
                    <a:pt x="4947" y="3240"/>
                  </a:lnTo>
                  <a:cubicBezTo>
                    <a:pt x="4947" y="3240"/>
                    <a:pt x="4945" y="3248"/>
                    <a:pt x="4940" y="3268"/>
                  </a:cubicBezTo>
                  <a:cubicBezTo>
                    <a:pt x="4936" y="3287"/>
                    <a:pt x="4958" y="3293"/>
                    <a:pt x="4958" y="3293"/>
                  </a:cubicBezTo>
                  <a:cubicBezTo>
                    <a:pt x="4983" y="3300"/>
                    <a:pt x="4980" y="3315"/>
                    <a:pt x="4974" y="3334"/>
                  </a:cubicBezTo>
                  <a:lnTo>
                    <a:pt x="4927" y="3318"/>
                  </a:lnTo>
                  <a:cubicBezTo>
                    <a:pt x="4904" y="3306"/>
                    <a:pt x="4885" y="3301"/>
                    <a:pt x="4872" y="3301"/>
                  </a:cubicBezTo>
                  <a:cubicBezTo>
                    <a:pt x="4847" y="3301"/>
                    <a:pt x="4847" y="3322"/>
                    <a:pt x="4893" y="3347"/>
                  </a:cubicBezTo>
                  <a:lnTo>
                    <a:pt x="4868" y="3337"/>
                  </a:lnTo>
                  <a:cubicBezTo>
                    <a:pt x="4864" y="3336"/>
                    <a:pt x="4862" y="3336"/>
                    <a:pt x="4859" y="3336"/>
                  </a:cubicBezTo>
                  <a:cubicBezTo>
                    <a:pt x="4845" y="3336"/>
                    <a:pt x="4844" y="3352"/>
                    <a:pt x="4852" y="3387"/>
                  </a:cubicBezTo>
                  <a:cubicBezTo>
                    <a:pt x="4846" y="3403"/>
                    <a:pt x="4889" y="3434"/>
                    <a:pt x="4911" y="3444"/>
                  </a:cubicBezTo>
                  <a:cubicBezTo>
                    <a:pt x="4936" y="3453"/>
                    <a:pt x="4930" y="3469"/>
                    <a:pt x="4930" y="3469"/>
                  </a:cubicBezTo>
                  <a:cubicBezTo>
                    <a:pt x="4926" y="3478"/>
                    <a:pt x="4925" y="3482"/>
                    <a:pt x="4919" y="3482"/>
                  </a:cubicBezTo>
                  <a:cubicBezTo>
                    <a:pt x="4915" y="3482"/>
                    <a:pt x="4909" y="3481"/>
                    <a:pt x="4899" y="3478"/>
                  </a:cubicBezTo>
                  <a:cubicBezTo>
                    <a:pt x="4889" y="3474"/>
                    <a:pt x="4881" y="3473"/>
                    <a:pt x="4874" y="3473"/>
                  </a:cubicBezTo>
                  <a:cubicBezTo>
                    <a:pt x="4849" y="3473"/>
                    <a:pt x="4848" y="3498"/>
                    <a:pt x="4880" y="3528"/>
                  </a:cubicBezTo>
                  <a:lnTo>
                    <a:pt x="4858" y="3519"/>
                  </a:lnTo>
                  <a:cubicBezTo>
                    <a:pt x="4853" y="3517"/>
                    <a:pt x="4848" y="3516"/>
                    <a:pt x="4842" y="3516"/>
                  </a:cubicBezTo>
                  <a:cubicBezTo>
                    <a:pt x="4822" y="3516"/>
                    <a:pt x="4803" y="3534"/>
                    <a:pt x="4795" y="3604"/>
                  </a:cubicBezTo>
                  <a:cubicBezTo>
                    <a:pt x="4768" y="3659"/>
                    <a:pt x="4747" y="3703"/>
                    <a:pt x="4725" y="3703"/>
                  </a:cubicBezTo>
                  <a:cubicBezTo>
                    <a:pt x="4723" y="3703"/>
                    <a:pt x="4720" y="3702"/>
                    <a:pt x="4717" y="3701"/>
                  </a:cubicBezTo>
                  <a:cubicBezTo>
                    <a:pt x="4716" y="3700"/>
                    <a:pt x="4715" y="3700"/>
                    <a:pt x="4714" y="3700"/>
                  </a:cubicBezTo>
                  <a:cubicBezTo>
                    <a:pt x="4697" y="3700"/>
                    <a:pt x="4715" y="3779"/>
                    <a:pt x="4736" y="3829"/>
                  </a:cubicBezTo>
                  <a:cubicBezTo>
                    <a:pt x="4731" y="3826"/>
                    <a:pt x="4726" y="3825"/>
                    <a:pt x="4722" y="3825"/>
                  </a:cubicBezTo>
                  <a:cubicBezTo>
                    <a:pt x="4709" y="3825"/>
                    <a:pt x="4700" y="3840"/>
                    <a:pt x="4686" y="3864"/>
                  </a:cubicBezTo>
                  <a:cubicBezTo>
                    <a:pt x="4669" y="3892"/>
                    <a:pt x="4664" y="3902"/>
                    <a:pt x="4656" y="3902"/>
                  </a:cubicBezTo>
                  <a:cubicBezTo>
                    <a:pt x="4651" y="3902"/>
                    <a:pt x="4646" y="3899"/>
                    <a:pt x="4639" y="3895"/>
                  </a:cubicBezTo>
                  <a:cubicBezTo>
                    <a:pt x="4623" y="3874"/>
                    <a:pt x="4614" y="3864"/>
                    <a:pt x="4612" y="3864"/>
                  </a:cubicBezTo>
                  <a:lnTo>
                    <a:pt x="4612" y="3864"/>
                  </a:lnTo>
                  <a:cubicBezTo>
                    <a:pt x="4610" y="3864"/>
                    <a:pt x="4616" y="3878"/>
                    <a:pt x="4629" y="3908"/>
                  </a:cubicBezTo>
                  <a:cubicBezTo>
                    <a:pt x="4654" y="3939"/>
                    <a:pt x="4635" y="3964"/>
                    <a:pt x="4608" y="3964"/>
                  </a:cubicBezTo>
                  <a:cubicBezTo>
                    <a:pt x="4597" y="3964"/>
                    <a:pt x="4584" y="3960"/>
                    <a:pt x="4573" y="3951"/>
                  </a:cubicBezTo>
                  <a:cubicBezTo>
                    <a:pt x="4568" y="3948"/>
                    <a:pt x="4563" y="3947"/>
                    <a:pt x="4559" y="3947"/>
                  </a:cubicBezTo>
                  <a:cubicBezTo>
                    <a:pt x="4546" y="3947"/>
                    <a:pt x="4536" y="3961"/>
                    <a:pt x="4520" y="3980"/>
                  </a:cubicBezTo>
                  <a:cubicBezTo>
                    <a:pt x="4532" y="4008"/>
                    <a:pt x="4510" y="4036"/>
                    <a:pt x="4488" y="4061"/>
                  </a:cubicBezTo>
                  <a:cubicBezTo>
                    <a:pt x="4457" y="4102"/>
                    <a:pt x="4457" y="4102"/>
                    <a:pt x="4498" y="4133"/>
                  </a:cubicBezTo>
                  <a:cubicBezTo>
                    <a:pt x="4538" y="4165"/>
                    <a:pt x="4526" y="4180"/>
                    <a:pt x="4504" y="4208"/>
                  </a:cubicBezTo>
                  <a:cubicBezTo>
                    <a:pt x="4496" y="4217"/>
                    <a:pt x="4487" y="4225"/>
                    <a:pt x="4477" y="4225"/>
                  </a:cubicBezTo>
                  <a:cubicBezTo>
                    <a:pt x="4472" y="4225"/>
                    <a:pt x="4466" y="4223"/>
                    <a:pt x="4460" y="4218"/>
                  </a:cubicBezTo>
                  <a:cubicBezTo>
                    <a:pt x="4460" y="4218"/>
                    <a:pt x="4457" y="4217"/>
                    <a:pt x="4452" y="4217"/>
                  </a:cubicBezTo>
                  <a:cubicBezTo>
                    <a:pt x="4442" y="4217"/>
                    <a:pt x="4426" y="4219"/>
                    <a:pt x="4419" y="4227"/>
                  </a:cubicBezTo>
                  <a:cubicBezTo>
                    <a:pt x="4411" y="4235"/>
                    <a:pt x="4404" y="4243"/>
                    <a:pt x="4394" y="4243"/>
                  </a:cubicBezTo>
                  <a:cubicBezTo>
                    <a:pt x="4389" y="4243"/>
                    <a:pt x="4382" y="4240"/>
                    <a:pt x="4376" y="4233"/>
                  </a:cubicBezTo>
                  <a:cubicBezTo>
                    <a:pt x="4357" y="4233"/>
                    <a:pt x="4335" y="4240"/>
                    <a:pt x="4322" y="4255"/>
                  </a:cubicBezTo>
                  <a:cubicBezTo>
                    <a:pt x="4306" y="4274"/>
                    <a:pt x="4287" y="4293"/>
                    <a:pt x="4273" y="4293"/>
                  </a:cubicBezTo>
                  <a:cubicBezTo>
                    <a:pt x="4268" y="4293"/>
                    <a:pt x="4263" y="4291"/>
                    <a:pt x="4260" y="4287"/>
                  </a:cubicBezTo>
                  <a:lnTo>
                    <a:pt x="4260" y="4287"/>
                  </a:lnTo>
                  <a:cubicBezTo>
                    <a:pt x="4247" y="4299"/>
                    <a:pt x="4247" y="4299"/>
                    <a:pt x="4263" y="4315"/>
                  </a:cubicBezTo>
                  <a:cubicBezTo>
                    <a:pt x="4282" y="4334"/>
                    <a:pt x="4285" y="4365"/>
                    <a:pt x="4216" y="4393"/>
                  </a:cubicBezTo>
                  <a:cubicBezTo>
                    <a:pt x="4191" y="4415"/>
                    <a:pt x="4153" y="4450"/>
                    <a:pt x="4169" y="4468"/>
                  </a:cubicBezTo>
                  <a:cubicBezTo>
                    <a:pt x="4163" y="4474"/>
                    <a:pt x="4160" y="4477"/>
                    <a:pt x="4157" y="4477"/>
                  </a:cubicBezTo>
                  <a:cubicBezTo>
                    <a:pt x="4153" y="4477"/>
                    <a:pt x="4149" y="4472"/>
                    <a:pt x="4141" y="4459"/>
                  </a:cubicBezTo>
                  <a:cubicBezTo>
                    <a:pt x="4129" y="4446"/>
                    <a:pt x="4118" y="4441"/>
                    <a:pt x="4110" y="4441"/>
                  </a:cubicBezTo>
                  <a:cubicBezTo>
                    <a:pt x="4092" y="4441"/>
                    <a:pt x="4082" y="4463"/>
                    <a:pt x="4084" y="4503"/>
                  </a:cubicBezTo>
                  <a:cubicBezTo>
                    <a:pt x="4096" y="4517"/>
                    <a:pt x="4090" y="4525"/>
                    <a:pt x="4075" y="4525"/>
                  </a:cubicBezTo>
                  <a:cubicBezTo>
                    <a:pt x="4070" y="4525"/>
                    <a:pt x="4063" y="4524"/>
                    <a:pt x="4056" y="4522"/>
                  </a:cubicBezTo>
                  <a:cubicBezTo>
                    <a:pt x="4046" y="4534"/>
                    <a:pt x="4040" y="4547"/>
                    <a:pt x="4043" y="4563"/>
                  </a:cubicBezTo>
                  <a:cubicBezTo>
                    <a:pt x="4043" y="4594"/>
                    <a:pt x="4043" y="4594"/>
                    <a:pt x="4003" y="4594"/>
                  </a:cubicBezTo>
                  <a:cubicBezTo>
                    <a:pt x="3996" y="4585"/>
                    <a:pt x="3990" y="4582"/>
                    <a:pt x="3984" y="4582"/>
                  </a:cubicBezTo>
                  <a:cubicBezTo>
                    <a:pt x="3976" y="4582"/>
                    <a:pt x="3968" y="4588"/>
                    <a:pt x="3959" y="4594"/>
                  </a:cubicBezTo>
                  <a:cubicBezTo>
                    <a:pt x="3947" y="4632"/>
                    <a:pt x="3804" y="4718"/>
                    <a:pt x="3760" y="4718"/>
                  </a:cubicBezTo>
                  <a:cubicBezTo>
                    <a:pt x="3757" y="4718"/>
                    <a:pt x="3754" y="4717"/>
                    <a:pt x="3752" y="4716"/>
                  </a:cubicBezTo>
                  <a:cubicBezTo>
                    <a:pt x="3749" y="4747"/>
                    <a:pt x="3749" y="4747"/>
                    <a:pt x="3733" y="4754"/>
                  </a:cubicBezTo>
                  <a:cubicBezTo>
                    <a:pt x="3721" y="4742"/>
                    <a:pt x="3712" y="4736"/>
                    <a:pt x="3706" y="4736"/>
                  </a:cubicBezTo>
                  <a:cubicBezTo>
                    <a:pt x="3695" y="4736"/>
                    <a:pt x="3697" y="4759"/>
                    <a:pt x="3714" y="4791"/>
                  </a:cubicBezTo>
                  <a:lnTo>
                    <a:pt x="3730" y="4785"/>
                  </a:lnTo>
                  <a:lnTo>
                    <a:pt x="3746" y="4776"/>
                  </a:lnTo>
                  <a:lnTo>
                    <a:pt x="3746" y="4776"/>
                  </a:lnTo>
                  <a:cubicBezTo>
                    <a:pt x="3758" y="4800"/>
                    <a:pt x="3748" y="4818"/>
                    <a:pt x="3731" y="4818"/>
                  </a:cubicBezTo>
                  <a:cubicBezTo>
                    <a:pt x="3718" y="4818"/>
                    <a:pt x="3700" y="4806"/>
                    <a:pt x="3686" y="4776"/>
                  </a:cubicBezTo>
                  <a:cubicBezTo>
                    <a:pt x="3669" y="4758"/>
                    <a:pt x="3660" y="4749"/>
                    <a:pt x="3655" y="4749"/>
                  </a:cubicBezTo>
                  <a:cubicBezTo>
                    <a:pt x="3650" y="4749"/>
                    <a:pt x="3651" y="4762"/>
                    <a:pt x="3655" y="4791"/>
                  </a:cubicBezTo>
                  <a:cubicBezTo>
                    <a:pt x="3658" y="4822"/>
                    <a:pt x="3654" y="4837"/>
                    <a:pt x="3642" y="4837"/>
                  </a:cubicBezTo>
                  <a:cubicBezTo>
                    <a:pt x="3634" y="4837"/>
                    <a:pt x="3622" y="4829"/>
                    <a:pt x="3608" y="4813"/>
                  </a:cubicBezTo>
                  <a:cubicBezTo>
                    <a:pt x="3597" y="4790"/>
                    <a:pt x="3592" y="4779"/>
                    <a:pt x="3590" y="4779"/>
                  </a:cubicBezTo>
                  <a:lnTo>
                    <a:pt x="3590" y="4779"/>
                  </a:lnTo>
                  <a:cubicBezTo>
                    <a:pt x="3587" y="4779"/>
                    <a:pt x="3589" y="4792"/>
                    <a:pt x="3592" y="4819"/>
                  </a:cubicBezTo>
                  <a:cubicBezTo>
                    <a:pt x="3598" y="4887"/>
                    <a:pt x="3584" y="4928"/>
                    <a:pt x="3563" y="4928"/>
                  </a:cubicBezTo>
                  <a:cubicBezTo>
                    <a:pt x="3550" y="4928"/>
                    <a:pt x="3534" y="4912"/>
                    <a:pt x="3520" y="4876"/>
                  </a:cubicBezTo>
                  <a:cubicBezTo>
                    <a:pt x="3504" y="4835"/>
                    <a:pt x="3482" y="4815"/>
                    <a:pt x="3467" y="4815"/>
                  </a:cubicBezTo>
                  <a:cubicBezTo>
                    <a:pt x="3464" y="4815"/>
                    <a:pt x="3462" y="4816"/>
                    <a:pt x="3460" y="4816"/>
                  </a:cubicBezTo>
                  <a:cubicBezTo>
                    <a:pt x="3445" y="4823"/>
                    <a:pt x="3454" y="4845"/>
                    <a:pt x="3464" y="4870"/>
                  </a:cubicBezTo>
                  <a:cubicBezTo>
                    <a:pt x="3481" y="4893"/>
                    <a:pt x="3484" y="4905"/>
                    <a:pt x="3474" y="4905"/>
                  </a:cubicBezTo>
                  <a:cubicBezTo>
                    <a:pt x="3466" y="4905"/>
                    <a:pt x="3451" y="4897"/>
                    <a:pt x="3429" y="4882"/>
                  </a:cubicBezTo>
                  <a:cubicBezTo>
                    <a:pt x="3397" y="4857"/>
                    <a:pt x="3374" y="4846"/>
                    <a:pt x="3355" y="4846"/>
                  </a:cubicBezTo>
                  <a:cubicBezTo>
                    <a:pt x="3330" y="4846"/>
                    <a:pt x="3312" y="4864"/>
                    <a:pt x="3291" y="4898"/>
                  </a:cubicBezTo>
                  <a:cubicBezTo>
                    <a:pt x="3262" y="4934"/>
                    <a:pt x="3232" y="4954"/>
                    <a:pt x="3219" y="4954"/>
                  </a:cubicBezTo>
                  <a:cubicBezTo>
                    <a:pt x="3208" y="4954"/>
                    <a:pt x="3207" y="4941"/>
                    <a:pt x="3225" y="4913"/>
                  </a:cubicBezTo>
                  <a:cubicBezTo>
                    <a:pt x="3236" y="4881"/>
                    <a:pt x="3241" y="4867"/>
                    <a:pt x="3238" y="4867"/>
                  </a:cubicBezTo>
                  <a:lnTo>
                    <a:pt x="3238" y="4867"/>
                  </a:lnTo>
                  <a:cubicBezTo>
                    <a:pt x="3236" y="4867"/>
                    <a:pt x="3230" y="4875"/>
                    <a:pt x="3219" y="4888"/>
                  </a:cubicBezTo>
                  <a:lnTo>
                    <a:pt x="3135" y="4910"/>
                  </a:lnTo>
                  <a:cubicBezTo>
                    <a:pt x="3119" y="4913"/>
                    <a:pt x="3106" y="4942"/>
                    <a:pt x="3113" y="4967"/>
                  </a:cubicBezTo>
                  <a:cubicBezTo>
                    <a:pt x="3096" y="4940"/>
                    <a:pt x="3077" y="4921"/>
                    <a:pt x="3058" y="4921"/>
                  </a:cubicBezTo>
                  <a:cubicBezTo>
                    <a:pt x="3045" y="4921"/>
                    <a:pt x="3032" y="4931"/>
                    <a:pt x="3022" y="4954"/>
                  </a:cubicBezTo>
                  <a:lnTo>
                    <a:pt x="2987" y="4957"/>
                  </a:lnTo>
                  <a:cubicBezTo>
                    <a:pt x="2972" y="4961"/>
                    <a:pt x="2972" y="4961"/>
                    <a:pt x="2959" y="4989"/>
                  </a:cubicBezTo>
                  <a:cubicBezTo>
                    <a:pt x="2954" y="4998"/>
                    <a:pt x="2949" y="5001"/>
                    <a:pt x="2943" y="5001"/>
                  </a:cubicBezTo>
                  <a:cubicBezTo>
                    <a:pt x="2931" y="5001"/>
                    <a:pt x="2918" y="4985"/>
                    <a:pt x="2903" y="4970"/>
                  </a:cubicBezTo>
                  <a:cubicBezTo>
                    <a:pt x="2889" y="4954"/>
                    <a:pt x="2876" y="4938"/>
                    <a:pt x="2871" y="4938"/>
                  </a:cubicBezTo>
                  <a:cubicBezTo>
                    <a:pt x="2868" y="4938"/>
                    <a:pt x="2867" y="4941"/>
                    <a:pt x="2868" y="4948"/>
                  </a:cubicBezTo>
                  <a:cubicBezTo>
                    <a:pt x="2871" y="4973"/>
                    <a:pt x="2837" y="5001"/>
                    <a:pt x="2821" y="5026"/>
                  </a:cubicBezTo>
                  <a:cubicBezTo>
                    <a:pt x="2817" y="5034"/>
                    <a:pt x="2812" y="5037"/>
                    <a:pt x="2808" y="5037"/>
                  </a:cubicBezTo>
                  <a:cubicBezTo>
                    <a:pt x="2797" y="5037"/>
                    <a:pt x="2791" y="5019"/>
                    <a:pt x="2802" y="5001"/>
                  </a:cubicBezTo>
                  <a:cubicBezTo>
                    <a:pt x="2802" y="4976"/>
                    <a:pt x="2802" y="4976"/>
                    <a:pt x="2765" y="4954"/>
                  </a:cubicBezTo>
                  <a:cubicBezTo>
                    <a:pt x="2749" y="4954"/>
                    <a:pt x="2715" y="4954"/>
                    <a:pt x="2715" y="4979"/>
                  </a:cubicBezTo>
                  <a:cubicBezTo>
                    <a:pt x="2716" y="4993"/>
                    <a:pt x="2691" y="5000"/>
                    <a:pt x="2663" y="5000"/>
                  </a:cubicBezTo>
                  <a:cubicBezTo>
                    <a:pt x="2635" y="5000"/>
                    <a:pt x="2605" y="4993"/>
                    <a:pt x="2596" y="4979"/>
                  </a:cubicBezTo>
                  <a:lnTo>
                    <a:pt x="2561" y="4976"/>
                  </a:lnTo>
                  <a:cubicBezTo>
                    <a:pt x="2546" y="4976"/>
                    <a:pt x="2529" y="4998"/>
                    <a:pt x="2514" y="4998"/>
                  </a:cubicBezTo>
                  <a:cubicBezTo>
                    <a:pt x="2513" y="4998"/>
                    <a:pt x="2512" y="4998"/>
                    <a:pt x="2511" y="4998"/>
                  </a:cubicBezTo>
                  <a:cubicBezTo>
                    <a:pt x="2511" y="4998"/>
                    <a:pt x="2492" y="4998"/>
                    <a:pt x="2473" y="5023"/>
                  </a:cubicBezTo>
                  <a:cubicBezTo>
                    <a:pt x="2455" y="5020"/>
                    <a:pt x="2439" y="5020"/>
                    <a:pt x="2442" y="4995"/>
                  </a:cubicBezTo>
                  <a:lnTo>
                    <a:pt x="2442" y="4995"/>
                  </a:lnTo>
                  <a:cubicBezTo>
                    <a:pt x="2431" y="5020"/>
                    <a:pt x="2425" y="5032"/>
                    <a:pt x="2420" y="5032"/>
                  </a:cubicBezTo>
                  <a:cubicBezTo>
                    <a:pt x="2415" y="5032"/>
                    <a:pt x="2412" y="5019"/>
                    <a:pt x="2408" y="4992"/>
                  </a:cubicBezTo>
                  <a:cubicBezTo>
                    <a:pt x="2409" y="4966"/>
                    <a:pt x="2410" y="4954"/>
                    <a:pt x="2407" y="4954"/>
                  </a:cubicBezTo>
                  <a:cubicBezTo>
                    <a:pt x="2405" y="4954"/>
                    <a:pt x="2399" y="4966"/>
                    <a:pt x="2389" y="4989"/>
                  </a:cubicBezTo>
                  <a:cubicBezTo>
                    <a:pt x="2380" y="4999"/>
                    <a:pt x="2375" y="5004"/>
                    <a:pt x="2371" y="5004"/>
                  </a:cubicBezTo>
                  <a:cubicBezTo>
                    <a:pt x="2366" y="5004"/>
                    <a:pt x="2363" y="4997"/>
                    <a:pt x="2354" y="4982"/>
                  </a:cubicBezTo>
                  <a:cubicBezTo>
                    <a:pt x="2356" y="4971"/>
                    <a:pt x="2352" y="4965"/>
                    <a:pt x="2348" y="4965"/>
                  </a:cubicBezTo>
                  <a:cubicBezTo>
                    <a:pt x="2345" y="4965"/>
                    <a:pt x="2340" y="4970"/>
                    <a:pt x="2339" y="4982"/>
                  </a:cubicBezTo>
                  <a:cubicBezTo>
                    <a:pt x="2324" y="5009"/>
                    <a:pt x="2300" y="5026"/>
                    <a:pt x="2283" y="5026"/>
                  </a:cubicBezTo>
                  <a:cubicBezTo>
                    <a:pt x="2271" y="5026"/>
                    <a:pt x="2262" y="5016"/>
                    <a:pt x="2266" y="4995"/>
                  </a:cubicBezTo>
                  <a:cubicBezTo>
                    <a:pt x="2266" y="4995"/>
                    <a:pt x="2266" y="4995"/>
                    <a:pt x="2264" y="4995"/>
                  </a:cubicBezTo>
                  <a:cubicBezTo>
                    <a:pt x="2258" y="4995"/>
                    <a:pt x="2243" y="4997"/>
                    <a:pt x="2226" y="5014"/>
                  </a:cubicBezTo>
                  <a:cubicBezTo>
                    <a:pt x="2213" y="5037"/>
                    <a:pt x="2207" y="5049"/>
                    <a:pt x="2205" y="5049"/>
                  </a:cubicBezTo>
                  <a:cubicBezTo>
                    <a:pt x="2203" y="5049"/>
                    <a:pt x="2205" y="5036"/>
                    <a:pt x="2210" y="5011"/>
                  </a:cubicBezTo>
                  <a:cubicBezTo>
                    <a:pt x="2205" y="4983"/>
                    <a:pt x="2198" y="4969"/>
                    <a:pt x="2189" y="4969"/>
                  </a:cubicBezTo>
                  <a:cubicBezTo>
                    <a:pt x="2181" y="4969"/>
                    <a:pt x="2170" y="4980"/>
                    <a:pt x="2157" y="5001"/>
                  </a:cubicBezTo>
                  <a:cubicBezTo>
                    <a:pt x="2153" y="5006"/>
                    <a:pt x="2149" y="5008"/>
                    <a:pt x="2144" y="5008"/>
                  </a:cubicBezTo>
                  <a:cubicBezTo>
                    <a:pt x="2135" y="5008"/>
                    <a:pt x="2126" y="5002"/>
                    <a:pt x="2122" y="4992"/>
                  </a:cubicBezTo>
                  <a:cubicBezTo>
                    <a:pt x="2103" y="4968"/>
                    <a:pt x="2054" y="4937"/>
                    <a:pt x="2025" y="4937"/>
                  </a:cubicBezTo>
                  <a:cubicBezTo>
                    <a:pt x="2012" y="4937"/>
                    <a:pt x="2003" y="4944"/>
                    <a:pt x="2003" y="4961"/>
                  </a:cubicBezTo>
                  <a:lnTo>
                    <a:pt x="1972" y="4951"/>
                  </a:lnTo>
                  <a:cubicBezTo>
                    <a:pt x="1953" y="4931"/>
                    <a:pt x="1940" y="4920"/>
                    <a:pt x="1927" y="4920"/>
                  </a:cubicBezTo>
                  <a:cubicBezTo>
                    <a:pt x="1919" y="4920"/>
                    <a:pt x="1912" y="4923"/>
                    <a:pt x="1903" y="4929"/>
                  </a:cubicBezTo>
                  <a:lnTo>
                    <a:pt x="1881" y="4948"/>
                  </a:lnTo>
                  <a:cubicBezTo>
                    <a:pt x="1887" y="4923"/>
                    <a:pt x="1881" y="4892"/>
                    <a:pt x="1862" y="4888"/>
                  </a:cubicBezTo>
                  <a:cubicBezTo>
                    <a:pt x="1857" y="4886"/>
                    <a:pt x="1853" y="4885"/>
                    <a:pt x="1850" y="4885"/>
                  </a:cubicBezTo>
                  <a:cubicBezTo>
                    <a:pt x="1845" y="4885"/>
                    <a:pt x="1843" y="4890"/>
                    <a:pt x="1837" y="4904"/>
                  </a:cubicBezTo>
                  <a:cubicBezTo>
                    <a:pt x="1843" y="4923"/>
                    <a:pt x="1839" y="4928"/>
                    <a:pt x="1832" y="4928"/>
                  </a:cubicBezTo>
                  <a:cubicBezTo>
                    <a:pt x="1827" y="4928"/>
                    <a:pt x="1820" y="4925"/>
                    <a:pt x="1812" y="4923"/>
                  </a:cubicBezTo>
                  <a:cubicBezTo>
                    <a:pt x="1796" y="4917"/>
                    <a:pt x="1790" y="4885"/>
                    <a:pt x="1800" y="4863"/>
                  </a:cubicBezTo>
                  <a:lnTo>
                    <a:pt x="1781" y="4857"/>
                  </a:lnTo>
                  <a:cubicBezTo>
                    <a:pt x="1771" y="4882"/>
                    <a:pt x="1762" y="4892"/>
                    <a:pt x="1757" y="4892"/>
                  </a:cubicBezTo>
                  <a:cubicBezTo>
                    <a:pt x="1752" y="4892"/>
                    <a:pt x="1751" y="4884"/>
                    <a:pt x="1756" y="4873"/>
                  </a:cubicBezTo>
                  <a:cubicBezTo>
                    <a:pt x="1753" y="4854"/>
                    <a:pt x="1737" y="4835"/>
                    <a:pt x="1718" y="4829"/>
                  </a:cubicBezTo>
                  <a:cubicBezTo>
                    <a:pt x="1715" y="4836"/>
                    <a:pt x="1713" y="4839"/>
                    <a:pt x="1711" y="4839"/>
                  </a:cubicBezTo>
                  <a:cubicBezTo>
                    <a:pt x="1707" y="4839"/>
                    <a:pt x="1707" y="4828"/>
                    <a:pt x="1714" y="4828"/>
                  </a:cubicBezTo>
                  <a:cubicBezTo>
                    <a:pt x="1715" y="4828"/>
                    <a:pt x="1717" y="4828"/>
                    <a:pt x="1718" y="4829"/>
                  </a:cubicBezTo>
                  <a:lnTo>
                    <a:pt x="1727" y="4807"/>
                  </a:lnTo>
                  <a:cubicBezTo>
                    <a:pt x="1725" y="4796"/>
                    <a:pt x="1723" y="4791"/>
                    <a:pt x="1720" y="4791"/>
                  </a:cubicBezTo>
                  <a:cubicBezTo>
                    <a:pt x="1715" y="4791"/>
                    <a:pt x="1708" y="4806"/>
                    <a:pt x="1702" y="4823"/>
                  </a:cubicBezTo>
                  <a:lnTo>
                    <a:pt x="1671" y="4807"/>
                  </a:lnTo>
                  <a:cubicBezTo>
                    <a:pt x="1664" y="4803"/>
                    <a:pt x="1657" y="4799"/>
                    <a:pt x="1652" y="4799"/>
                  </a:cubicBezTo>
                  <a:cubicBezTo>
                    <a:pt x="1645" y="4799"/>
                    <a:pt x="1641" y="4805"/>
                    <a:pt x="1643" y="4823"/>
                  </a:cubicBezTo>
                  <a:cubicBezTo>
                    <a:pt x="1635" y="4842"/>
                    <a:pt x="1626" y="4861"/>
                    <a:pt x="1612" y="4861"/>
                  </a:cubicBezTo>
                  <a:cubicBezTo>
                    <a:pt x="1610" y="4861"/>
                    <a:pt x="1607" y="4861"/>
                    <a:pt x="1605" y="4860"/>
                  </a:cubicBezTo>
                  <a:cubicBezTo>
                    <a:pt x="1603" y="4866"/>
                    <a:pt x="1600" y="4868"/>
                    <a:pt x="1599" y="4868"/>
                  </a:cubicBezTo>
                  <a:cubicBezTo>
                    <a:pt x="1595" y="4868"/>
                    <a:pt x="1594" y="4858"/>
                    <a:pt x="1600" y="4858"/>
                  </a:cubicBezTo>
                  <a:cubicBezTo>
                    <a:pt x="1601" y="4858"/>
                    <a:pt x="1603" y="4859"/>
                    <a:pt x="1605" y="4860"/>
                  </a:cubicBezTo>
                  <a:cubicBezTo>
                    <a:pt x="1618" y="4835"/>
                    <a:pt x="1627" y="4813"/>
                    <a:pt x="1612" y="4807"/>
                  </a:cubicBezTo>
                  <a:cubicBezTo>
                    <a:pt x="1596" y="4798"/>
                    <a:pt x="1608" y="4776"/>
                    <a:pt x="1608" y="4776"/>
                  </a:cubicBezTo>
                  <a:cubicBezTo>
                    <a:pt x="1635" y="4749"/>
                    <a:pt x="1608" y="4738"/>
                    <a:pt x="1579" y="4738"/>
                  </a:cubicBezTo>
                  <a:cubicBezTo>
                    <a:pt x="1567" y="4738"/>
                    <a:pt x="1554" y="4740"/>
                    <a:pt x="1546" y="4744"/>
                  </a:cubicBezTo>
                  <a:cubicBezTo>
                    <a:pt x="1524" y="4755"/>
                    <a:pt x="1509" y="4760"/>
                    <a:pt x="1500" y="4760"/>
                  </a:cubicBezTo>
                  <a:cubicBezTo>
                    <a:pt x="1485" y="4760"/>
                    <a:pt x="1486" y="4746"/>
                    <a:pt x="1502" y="4719"/>
                  </a:cubicBezTo>
                  <a:cubicBezTo>
                    <a:pt x="1511" y="4704"/>
                    <a:pt x="1510" y="4697"/>
                    <a:pt x="1502" y="4697"/>
                  </a:cubicBezTo>
                  <a:cubicBezTo>
                    <a:pt x="1489" y="4697"/>
                    <a:pt x="1454" y="4720"/>
                    <a:pt x="1417" y="4757"/>
                  </a:cubicBezTo>
                  <a:lnTo>
                    <a:pt x="1364" y="4810"/>
                  </a:lnTo>
                  <a:lnTo>
                    <a:pt x="1402" y="4747"/>
                  </a:lnTo>
                  <a:cubicBezTo>
                    <a:pt x="1429" y="4678"/>
                    <a:pt x="1438" y="4660"/>
                    <a:pt x="1414" y="4660"/>
                  </a:cubicBezTo>
                  <a:cubicBezTo>
                    <a:pt x="1405" y="4660"/>
                    <a:pt x="1391" y="4662"/>
                    <a:pt x="1370" y="4666"/>
                  </a:cubicBezTo>
                  <a:cubicBezTo>
                    <a:pt x="1358" y="4667"/>
                    <a:pt x="1349" y="4667"/>
                    <a:pt x="1343" y="4667"/>
                  </a:cubicBezTo>
                  <a:cubicBezTo>
                    <a:pt x="1327" y="4667"/>
                    <a:pt x="1330" y="4663"/>
                    <a:pt x="1339" y="4647"/>
                  </a:cubicBezTo>
                  <a:cubicBezTo>
                    <a:pt x="1355" y="4628"/>
                    <a:pt x="1339" y="4619"/>
                    <a:pt x="1298" y="4588"/>
                  </a:cubicBezTo>
                  <a:cubicBezTo>
                    <a:pt x="1271" y="4567"/>
                    <a:pt x="1256" y="4555"/>
                    <a:pt x="1243" y="4555"/>
                  </a:cubicBezTo>
                  <a:cubicBezTo>
                    <a:pt x="1237" y="4555"/>
                    <a:pt x="1231" y="4558"/>
                    <a:pt x="1226" y="4566"/>
                  </a:cubicBezTo>
                  <a:lnTo>
                    <a:pt x="1198" y="4544"/>
                  </a:lnTo>
                  <a:cubicBezTo>
                    <a:pt x="1208" y="4518"/>
                    <a:pt x="1201" y="4504"/>
                    <a:pt x="1189" y="4504"/>
                  </a:cubicBezTo>
                  <a:cubicBezTo>
                    <a:pt x="1178" y="4504"/>
                    <a:pt x="1163" y="4516"/>
                    <a:pt x="1154" y="4541"/>
                  </a:cubicBezTo>
                  <a:cubicBezTo>
                    <a:pt x="1154" y="4541"/>
                    <a:pt x="1141" y="4531"/>
                    <a:pt x="1126" y="4519"/>
                  </a:cubicBezTo>
                  <a:lnTo>
                    <a:pt x="1145" y="4500"/>
                  </a:lnTo>
                  <a:cubicBezTo>
                    <a:pt x="1160" y="4481"/>
                    <a:pt x="1135" y="4456"/>
                    <a:pt x="1032" y="4362"/>
                  </a:cubicBezTo>
                  <a:cubicBezTo>
                    <a:pt x="954" y="4287"/>
                    <a:pt x="929" y="4255"/>
                    <a:pt x="906" y="4255"/>
                  </a:cubicBezTo>
                  <a:cubicBezTo>
                    <a:pt x="896" y="4255"/>
                    <a:pt x="887" y="4261"/>
                    <a:pt x="875" y="4271"/>
                  </a:cubicBezTo>
                  <a:cubicBezTo>
                    <a:pt x="860" y="4278"/>
                    <a:pt x="848" y="4281"/>
                    <a:pt x="841" y="4281"/>
                  </a:cubicBezTo>
                  <a:cubicBezTo>
                    <a:pt x="825" y="4281"/>
                    <a:pt x="828" y="4267"/>
                    <a:pt x="853" y="4246"/>
                  </a:cubicBezTo>
                  <a:cubicBezTo>
                    <a:pt x="868" y="4231"/>
                    <a:pt x="875" y="4210"/>
                    <a:pt x="868" y="4210"/>
                  </a:cubicBezTo>
                  <a:cubicBezTo>
                    <a:pt x="866" y="4210"/>
                    <a:pt x="863" y="4211"/>
                    <a:pt x="859" y="4215"/>
                  </a:cubicBezTo>
                  <a:cubicBezTo>
                    <a:pt x="847" y="4199"/>
                    <a:pt x="841" y="4180"/>
                    <a:pt x="844" y="4161"/>
                  </a:cubicBezTo>
                  <a:cubicBezTo>
                    <a:pt x="850" y="4111"/>
                    <a:pt x="840" y="4096"/>
                    <a:pt x="825" y="4096"/>
                  </a:cubicBezTo>
                  <a:cubicBezTo>
                    <a:pt x="818" y="4096"/>
                    <a:pt x="810" y="4100"/>
                    <a:pt x="803" y="4105"/>
                  </a:cubicBezTo>
                  <a:cubicBezTo>
                    <a:pt x="793" y="4121"/>
                    <a:pt x="787" y="4128"/>
                    <a:pt x="785" y="4128"/>
                  </a:cubicBezTo>
                  <a:cubicBezTo>
                    <a:pt x="782" y="4128"/>
                    <a:pt x="788" y="4109"/>
                    <a:pt x="794" y="4089"/>
                  </a:cubicBezTo>
                  <a:cubicBezTo>
                    <a:pt x="801" y="4067"/>
                    <a:pt x="809" y="4044"/>
                    <a:pt x="802" y="4044"/>
                  </a:cubicBezTo>
                  <a:cubicBezTo>
                    <a:pt x="800" y="4044"/>
                    <a:pt x="797" y="4045"/>
                    <a:pt x="794" y="4049"/>
                  </a:cubicBezTo>
                  <a:cubicBezTo>
                    <a:pt x="765" y="4049"/>
                    <a:pt x="681" y="3980"/>
                    <a:pt x="725" y="3951"/>
                  </a:cubicBezTo>
                  <a:lnTo>
                    <a:pt x="706" y="3920"/>
                  </a:lnTo>
                  <a:cubicBezTo>
                    <a:pt x="702" y="3923"/>
                    <a:pt x="699" y="3924"/>
                    <a:pt x="695" y="3924"/>
                  </a:cubicBezTo>
                  <a:cubicBezTo>
                    <a:pt x="680" y="3924"/>
                    <a:pt x="665" y="3899"/>
                    <a:pt x="649" y="3876"/>
                  </a:cubicBezTo>
                  <a:cubicBezTo>
                    <a:pt x="634" y="3845"/>
                    <a:pt x="624" y="3829"/>
                    <a:pt x="646" y="3817"/>
                  </a:cubicBezTo>
                  <a:lnTo>
                    <a:pt x="646" y="3817"/>
                  </a:lnTo>
                  <a:cubicBezTo>
                    <a:pt x="649" y="3817"/>
                    <a:pt x="651" y="3817"/>
                    <a:pt x="654" y="3817"/>
                  </a:cubicBezTo>
                  <a:cubicBezTo>
                    <a:pt x="676" y="3817"/>
                    <a:pt x="665" y="3803"/>
                    <a:pt x="628" y="3788"/>
                  </a:cubicBezTo>
                  <a:cubicBezTo>
                    <a:pt x="618" y="3773"/>
                    <a:pt x="568" y="3782"/>
                    <a:pt x="562" y="3767"/>
                  </a:cubicBezTo>
                  <a:cubicBezTo>
                    <a:pt x="552" y="3771"/>
                    <a:pt x="543" y="3773"/>
                    <a:pt x="534" y="3773"/>
                  </a:cubicBezTo>
                  <a:cubicBezTo>
                    <a:pt x="518" y="3773"/>
                    <a:pt x="505" y="3767"/>
                    <a:pt x="499" y="3757"/>
                  </a:cubicBezTo>
                  <a:lnTo>
                    <a:pt x="524" y="3745"/>
                  </a:lnTo>
                  <a:lnTo>
                    <a:pt x="568" y="3723"/>
                  </a:lnTo>
                  <a:cubicBezTo>
                    <a:pt x="563" y="3711"/>
                    <a:pt x="557" y="3699"/>
                    <a:pt x="545" y="3699"/>
                  </a:cubicBezTo>
                  <a:cubicBezTo>
                    <a:pt x="541" y="3699"/>
                    <a:pt x="536" y="3701"/>
                    <a:pt x="530" y="3704"/>
                  </a:cubicBezTo>
                  <a:cubicBezTo>
                    <a:pt x="546" y="3676"/>
                    <a:pt x="540" y="3660"/>
                    <a:pt x="524" y="3629"/>
                  </a:cubicBezTo>
                  <a:cubicBezTo>
                    <a:pt x="508" y="3597"/>
                    <a:pt x="496" y="3566"/>
                    <a:pt x="468" y="3560"/>
                  </a:cubicBezTo>
                  <a:cubicBezTo>
                    <a:pt x="508" y="3525"/>
                    <a:pt x="474" y="3428"/>
                    <a:pt x="421" y="3428"/>
                  </a:cubicBezTo>
                  <a:cubicBezTo>
                    <a:pt x="416" y="3430"/>
                    <a:pt x="412" y="3431"/>
                    <a:pt x="409" y="3431"/>
                  </a:cubicBezTo>
                  <a:cubicBezTo>
                    <a:pt x="394" y="3431"/>
                    <a:pt x="393" y="3415"/>
                    <a:pt x="408" y="3397"/>
                  </a:cubicBezTo>
                  <a:cubicBezTo>
                    <a:pt x="427" y="3372"/>
                    <a:pt x="427" y="3372"/>
                    <a:pt x="399" y="3362"/>
                  </a:cubicBezTo>
                  <a:cubicBezTo>
                    <a:pt x="371" y="3353"/>
                    <a:pt x="389" y="3328"/>
                    <a:pt x="411" y="3306"/>
                  </a:cubicBezTo>
                  <a:cubicBezTo>
                    <a:pt x="455" y="3275"/>
                    <a:pt x="452" y="3259"/>
                    <a:pt x="421" y="3249"/>
                  </a:cubicBezTo>
                  <a:cubicBezTo>
                    <a:pt x="399" y="3228"/>
                    <a:pt x="383" y="3202"/>
                    <a:pt x="377" y="3171"/>
                  </a:cubicBezTo>
                  <a:cubicBezTo>
                    <a:pt x="354" y="3152"/>
                    <a:pt x="346" y="3137"/>
                    <a:pt x="337" y="3137"/>
                  </a:cubicBezTo>
                  <a:cubicBezTo>
                    <a:pt x="332" y="3137"/>
                    <a:pt x="328" y="3141"/>
                    <a:pt x="320" y="3149"/>
                  </a:cubicBezTo>
                  <a:cubicBezTo>
                    <a:pt x="302" y="3149"/>
                    <a:pt x="283" y="3146"/>
                    <a:pt x="267" y="3140"/>
                  </a:cubicBezTo>
                  <a:cubicBezTo>
                    <a:pt x="250" y="3120"/>
                    <a:pt x="253" y="3112"/>
                    <a:pt x="257" y="3112"/>
                  </a:cubicBezTo>
                  <a:cubicBezTo>
                    <a:pt x="260" y="3112"/>
                    <a:pt x="264" y="3115"/>
                    <a:pt x="264" y="3121"/>
                  </a:cubicBezTo>
                  <a:cubicBezTo>
                    <a:pt x="277" y="3134"/>
                    <a:pt x="284" y="3139"/>
                    <a:pt x="289" y="3139"/>
                  </a:cubicBezTo>
                  <a:cubicBezTo>
                    <a:pt x="297" y="3139"/>
                    <a:pt x="301" y="3128"/>
                    <a:pt x="314" y="3115"/>
                  </a:cubicBezTo>
                  <a:cubicBezTo>
                    <a:pt x="330" y="3093"/>
                    <a:pt x="336" y="3065"/>
                    <a:pt x="330" y="3039"/>
                  </a:cubicBezTo>
                  <a:lnTo>
                    <a:pt x="320" y="2971"/>
                  </a:lnTo>
                  <a:cubicBezTo>
                    <a:pt x="335" y="2921"/>
                    <a:pt x="336" y="2901"/>
                    <a:pt x="316" y="2901"/>
                  </a:cubicBezTo>
                  <a:cubicBezTo>
                    <a:pt x="314" y="2901"/>
                    <a:pt x="313" y="2901"/>
                    <a:pt x="311" y="2902"/>
                  </a:cubicBezTo>
                  <a:lnTo>
                    <a:pt x="286" y="2905"/>
                  </a:lnTo>
                  <a:cubicBezTo>
                    <a:pt x="336" y="2883"/>
                    <a:pt x="330" y="2695"/>
                    <a:pt x="277" y="2676"/>
                  </a:cubicBezTo>
                  <a:lnTo>
                    <a:pt x="302" y="2676"/>
                  </a:lnTo>
                  <a:cubicBezTo>
                    <a:pt x="327" y="2676"/>
                    <a:pt x="327" y="2660"/>
                    <a:pt x="330" y="2626"/>
                  </a:cubicBezTo>
                  <a:cubicBezTo>
                    <a:pt x="320" y="2579"/>
                    <a:pt x="317" y="2532"/>
                    <a:pt x="314" y="2485"/>
                  </a:cubicBezTo>
                  <a:cubicBezTo>
                    <a:pt x="314" y="2416"/>
                    <a:pt x="330" y="2366"/>
                    <a:pt x="302" y="2363"/>
                  </a:cubicBezTo>
                  <a:cubicBezTo>
                    <a:pt x="304" y="2351"/>
                    <a:pt x="304" y="2346"/>
                    <a:pt x="311" y="2346"/>
                  </a:cubicBezTo>
                  <a:cubicBezTo>
                    <a:pt x="315" y="2346"/>
                    <a:pt x="321" y="2348"/>
                    <a:pt x="330" y="2350"/>
                  </a:cubicBezTo>
                  <a:cubicBezTo>
                    <a:pt x="337" y="2356"/>
                    <a:pt x="342" y="2359"/>
                    <a:pt x="346" y="2359"/>
                  </a:cubicBezTo>
                  <a:cubicBezTo>
                    <a:pt x="354" y="2359"/>
                    <a:pt x="356" y="2347"/>
                    <a:pt x="358" y="2334"/>
                  </a:cubicBezTo>
                  <a:cubicBezTo>
                    <a:pt x="361" y="2319"/>
                    <a:pt x="336" y="2316"/>
                    <a:pt x="311" y="2309"/>
                  </a:cubicBezTo>
                  <a:cubicBezTo>
                    <a:pt x="286" y="2306"/>
                    <a:pt x="289" y="2287"/>
                    <a:pt x="320" y="2259"/>
                  </a:cubicBezTo>
                  <a:cubicBezTo>
                    <a:pt x="352" y="2222"/>
                    <a:pt x="361" y="2171"/>
                    <a:pt x="349" y="2121"/>
                  </a:cubicBezTo>
                  <a:cubicBezTo>
                    <a:pt x="354" y="2109"/>
                    <a:pt x="357" y="2094"/>
                    <a:pt x="371" y="2094"/>
                  </a:cubicBezTo>
                  <a:cubicBezTo>
                    <a:pt x="375" y="2094"/>
                    <a:pt x="378" y="2094"/>
                    <a:pt x="383" y="2096"/>
                  </a:cubicBezTo>
                  <a:cubicBezTo>
                    <a:pt x="411" y="2084"/>
                    <a:pt x="446" y="2059"/>
                    <a:pt x="405" y="2012"/>
                  </a:cubicBezTo>
                  <a:cubicBezTo>
                    <a:pt x="409" y="2002"/>
                    <a:pt x="410" y="1998"/>
                    <a:pt x="416" y="1998"/>
                  </a:cubicBezTo>
                  <a:cubicBezTo>
                    <a:pt x="420" y="1998"/>
                    <a:pt x="425" y="2000"/>
                    <a:pt x="433" y="2002"/>
                  </a:cubicBezTo>
                  <a:cubicBezTo>
                    <a:pt x="461" y="1993"/>
                    <a:pt x="486" y="2002"/>
                    <a:pt x="446" y="1971"/>
                  </a:cubicBezTo>
                  <a:cubicBezTo>
                    <a:pt x="433" y="1927"/>
                    <a:pt x="452" y="1883"/>
                    <a:pt x="486" y="1858"/>
                  </a:cubicBezTo>
                  <a:cubicBezTo>
                    <a:pt x="493" y="1842"/>
                    <a:pt x="499" y="1827"/>
                    <a:pt x="477" y="1817"/>
                  </a:cubicBezTo>
                  <a:lnTo>
                    <a:pt x="452" y="1808"/>
                  </a:lnTo>
                  <a:cubicBezTo>
                    <a:pt x="460" y="1808"/>
                    <a:pt x="466" y="1808"/>
                    <a:pt x="472" y="1808"/>
                  </a:cubicBezTo>
                  <a:cubicBezTo>
                    <a:pt x="504" y="1808"/>
                    <a:pt x="499" y="1806"/>
                    <a:pt x="465" y="1773"/>
                  </a:cubicBezTo>
                  <a:cubicBezTo>
                    <a:pt x="447" y="1766"/>
                    <a:pt x="447" y="1755"/>
                    <a:pt x="459" y="1755"/>
                  </a:cubicBezTo>
                  <a:cubicBezTo>
                    <a:pt x="462" y="1755"/>
                    <a:pt x="466" y="1756"/>
                    <a:pt x="471" y="1758"/>
                  </a:cubicBezTo>
                  <a:cubicBezTo>
                    <a:pt x="486" y="1758"/>
                    <a:pt x="499" y="1748"/>
                    <a:pt x="508" y="1736"/>
                  </a:cubicBezTo>
                  <a:cubicBezTo>
                    <a:pt x="524" y="1673"/>
                    <a:pt x="546" y="1614"/>
                    <a:pt x="571" y="1554"/>
                  </a:cubicBezTo>
                  <a:cubicBezTo>
                    <a:pt x="643" y="1435"/>
                    <a:pt x="671" y="1391"/>
                    <a:pt x="649" y="1379"/>
                  </a:cubicBezTo>
                  <a:cubicBezTo>
                    <a:pt x="640" y="1347"/>
                    <a:pt x="640" y="1347"/>
                    <a:pt x="668" y="1347"/>
                  </a:cubicBezTo>
                  <a:cubicBezTo>
                    <a:pt x="690" y="1347"/>
                    <a:pt x="709" y="1338"/>
                    <a:pt x="722" y="1319"/>
                  </a:cubicBezTo>
                  <a:cubicBezTo>
                    <a:pt x="728" y="1310"/>
                    <a:pt x="736" y="1300"/>
                    <a:pt x="747" y="1300"/>
                  </a:cubicBezTo>
                  <a:cubicBezTo>
                    <a:pt x="752" y="1300"/>
                    <a:pt x="757" y="1302"/>
                    <a:pt x="762" y="1306"/>
                  </a:cubicBezTo>
                  <a:cubicBezTo>
                    <a:pt x="753" y="1278"/>
                    <a:pt x="753" y="1278"/>
                    <a:pt x="762" y="1263"/>
                  </a:cubicBezTo>
                  <a:cubicBezTo>
                    <a:pt x="769" y="1267"/>
                    <a:pt x="774" y="1269"/>
                    <a:pt x="778" y="1269"/>
                  </a:cubicBezTo>
                  <a:cubicBezTo>
                    <a:pt x="788" y="1269"/>
                    <a:pt x="791" y="1257"/>
                    <a:pt x="784" y="1238"/>
                  </a:cubicBezTo>
                  <a:cubicBezTo>
                    <a:pt x="769" y="1212"/>
                    <a:pt x="762" y="1200"/>
                    <a:pt x="765" y="1200"/>
                  </a:cubicBezTo>
                  <a:lnTo>
                    <a:pt x="765" y="1200"/>
                  </a:lnTo>
                  <a:cubicBezTo>
                    <a:pt x="767" y="1200"/>
                    <a:pt x="777" y="1208"/>
                    <a:pt x="794" y="1222"/>
                  </a:cubicBezTo>
                  <a:cubicBezTo>
                    <a:pt x="799" y="1226"/>
                    <a:pt x="805" y="1227"/>
                    <a:pt x="812" y="1227"/>
                  </a:cubicBezTo>
                  <a:cubicBezTo>
                    <a:pt x="835" y="1227"/>
                    <a:pt x="858" y="1212"/>
                    <a:pt x="834" y="1209"/>
                  </a:cubicBezTo>
                  <a:cubicBezTo>
                    <a:pt x="816" y="1194"/>
                    <a:pt x="837" y="1169"/>
                    <a:pt x="831" y="1137"/>
                  </a:cubicBezTo>
                  <a:cubicBezTo>
                    <a:pt x="840" y="1129"/>
                    <a:pt x="847" y="1121"/>
                    <a:pt x="857" y="1121"/>
                  </a:cubicBezTo>
                  <a:cubicBezTo>
                    <a:pt x="862" y="1121"/>
                    <a:pt x="868" y="1123"/>
                    <a:pt x="875" y="1128"/>
                  </a:cubicBezTo>
                  <a:cubicBezTo>
                    <a:pt x="876" y="1128"/>
                    <a:pt x="877" y="1128"/>
                    <a:pt x="878" y="1128"/>
                  </a:cubicBezTo>
                  <a:cubicBezTo>
                    <a:pt x="906" y="1128"/>
                    <a:pt x="944" y="1051"/>
                    <a:pt x="938" y="1021"/>
                  </a:cubicBezTo>
                  <a:cubicBezTo>
                    <a:pt x="925" y="1011"/>
                    <a:pt x="927" y="1002"/>
                    <a:pt x="935" y="1002"/>
                  </a:cubicBezTo>
                  <a:cubicBezTo>
                    <a:pt x="939" y="1002"/>
                    <a:pt x="944" y="1004"/>
                    <a:pt x="950" y="1009"/>
                  </a:cubicBezTo>
                  <a:cubicBezTo>
                    <a:pt x="957" y="1016"/>
                    <a:pt x="963" y="1018"/>
                    <a:pt x="968" y="1018"/>
                  </a:cubicBezTo>
                  <a:cubicBezTo>
                    <a:pt x="976" y="1018"/>
                    <a:pt x="983" y="1010"/>
                    <a:pt x="991" y="1003"/>
                  </a:cubicBezTo>
                  <a:cubicBezTo>
                    <a:pt x="990" y="991"/>
                    <a:pt x="992" y="987"/>
                    <a:pt x="996" y="987"/>
                  </a:cubicBezTo>
                  <a:cubicBezTo>
                    <a:pt x="1002" y="987"/>
                    <a:pt x="1013" y="997"/>
                    <a:pt x="1022" y="1009"/>
                  </a:cubicBezTo>
                  <a:cubicBezTo>
                    <a:pt x="1025" y="1022"/>
                    <a:pt x="1029" y="1028"/>
                    <a:pt x="1034" y="1028"/>
                  </a:cubicBezTo>
                  <a:cubicBezTo>
                    <a:pt x="1042" y="1028"/>
                    <a:pt x="1052" y="1018"/>
                    <a:pt x="1066" y="1006"/>
                  </a:cubicBezTo>
                  <a:cubicBezTo>
                    <a:pt x="1063" y="974"/>
                    <a:pt x="1113" y="930"/>
                    <a:pt x="1151" y="896"/>
                  </a:cubicBezTo>
                  <a:cubicBezTo>
                    <a:pt x="1217" y="840"/>
                    <a:pt x="1220" y="814"/>
                    <a:pt x="1217" y="752"/>
                  </a:cubicBezTo>
                  <a:lnTo>
                    <a:pt x="1201" y="699"/>
                  </a:lnTo>
                  <a:lnTo>
                    <a:pt x="1229" y="739"/>
                  </a:lnTo>
                  <a:cubicBezTo>
                    <a:pt x="1248" y="761"/>
                    <a:pt x="1267" y="777"/>
                    <a:pt x="1289" y="793"/>
                  </a:cubicBezTo>
                  <a:cubicBezTo>
                    <a:pt x="1301" y="780"/>
                    <a:pt x="1289" y="761"/>
                    <a:pt x="1273" y="739"/>
                  </a:cubicBezTo>
                  <a:cubicBezTo>
                    <a:pt x="1261" y="720"/>
                    <a:pt x="1273" y="708"/>
                    <a:pt x="1317" y="708"/>
                  </a:cubicBezTo>
                  <a:cubicBezTo>
                    <a:pt x="1323" y="708"/>
                    <a:pt x="1329" y="709"/>
                    <a:pt x="1334" y="709"/>
                  </a:cubicBezTo>
                  <a:cubicBezTo>
                    <a:pt x="1364" y="709"/>
                    <a:pt x="1374" y="700"/>
                    <a:pt x="1376" y="673"/>
                  </a:cubicBezTo>
                  <a:cubicBezTo>
                    <a:pt x="1386" y="666"/>
                    <a:pt x="1398" y="662"/>
                    <a:pt x="1410" y="662"/>
                  </a:cubicBezTo>
                  <a:cubicBezTo>
                    <a:pt x="1418" y="662"/>
                    <a:pt x="1425" y="663"/>
                    <a:pt x="1433" y="667"/>
                  </a:cubicBezTo>
                  <a:cubicBezTo>
                    <a:pt x="1449" y="658"/>
                    <a:pt x="1449" y="658"/>
                    <a:pt x="1436" y="636"/>
                  </a:cubicBezTo>
                  <a:cubicBezTo>
                    <a:pt x="1428" y="621"/>
                    <a:pt x="1432" y="614"/>
                    <a:pt x="1443" y="614"/>
                  </a:cubicBezTo>
                  <a:cubicBezTo>
                    <a:pt x="1449" y="614"/>
                    <a:pt x="1458" y="616"/>
                    <a:pt x="1467" y="620"/>
                  </a:cubicBezTo>
                  <a:cubicBezTo>
                    <a:pt x="1481" y="632"/>
                    <a:pt x="1495" y="636"/>
                    <a:pt x="1507" y="636"/>
                  </a:cubicBezTo>
                  <a:cubicBezTo>
                    <a:pt x="1530" y="636"/>
                    <a:pt x="1546" y="620"/>
                    <a:pt x="1539" y="608"/>
                  </a:cubicBezTo>
                  <a:cubicBezTo>
                    <a:pt x="1527" y="586"/>
                    <a:pt x="1543" y="576"/>
                    <a:pt x="1558" y="570"/>
                  </a:cubicBezTo>
                  <a:cubicBezTo>
                    <a:pt x="1580" y="564"/>
                    <a:pt x="1593" y="545"/>
                    <a:pt x="1596" y="523"/>
                  </a:cubicBezTo>
                  <a:lnTo>
                    <a:pt x="1627" y="511"/>
                  </a:lnTo>
                  <a:cubicBezTo>
                    <a:pt x="1629" y="509"/>
                    <a:pt x="1631" y="509"/>
                    <a:pt x="1632" y="509"/>
                  </a:cubicBezTo>
                  <a:cubicBezTo>
                    <a:pt x="1642" y="509"/>
                    <a:pt x="1637" y="533"/>
                    <a:pt x="1621" y="539"/>
                  </a:cubicBezTo>
                  <a:lnTo>
                    <a:pt x="1649" y="554"/>
                  </a:lnTo>
                  <a:cubicBezTo>
                    <a:pt x="1680" y="539"/>
                    <a:pt x="1696" y="532"/>
                    <a:pt x="1702" y="501"/>
                  </a:cubicBezTo>
                  <a:cubicBezTo>
                    <a:pt x="1701" y="474"/>
                    <a:pt x="1700" y="460"/>
                    <a:pt x="1702" y="460"/>
                  </a:cubicBezTo>
                  <a:lnTo>
                    <a:pt x="1702" y="460"/>
                  </a:lnTo>
                  <a:cubicBezTo>
                    <a:pt x="1704" y="460"/>
                    <a:pt x="1709" y="472"/>
                    <a:pt x="1718" y="495"/>
                  </a:cubicBezTo>
                  <a:cubicBezTo>
                    <a:pt x="1724" y="508"/>
                    <a:pt x="1736" y="521"/>
                    <a:pt x="1745" y="521"/>
                  </a:cubicBezTo>
                  <a:cubicBezTo>
                    <a:pt x="1751" y="521"/>
                    <a:pt x="1756" y="516"/>
                    <a:pt x="1759" y="504"/>
                  </a:cubicBezTo>
                  <a:cubicBezTo>
                    <a:pt x="1757" y="480"/>
                    <a:pt x="1763" y="471"/>
                    <a:pt x="1770" y="471"/>
                  </a:cubicBezTo>
                  <a:cubicBezTo>
                    <a:pt x="1778" y="471"/>
                    <a:pt x="1788" y="482"/>
                    <a:pt x="1793" y="495"/>
                  </a:cubicBezTo>
                  <a:cubicBezTo>
                    <a:pt x="1793" y="519"/>
                    <a:pt x="1793" y="533"/>
                    <a:pt x="1798" y="533"/>
                  </a:cubicBezTo>
                  <a:cubicBezTo>
                    <a:pt x="1803" y="533"/>
                    <a:pt x="1815" y="515"/>
                    <a:pt x="1840" y="476"/>
                  </a:cubicBezTo>
                  <a:cubicBezTo>
                    <a:pt x="1875" y="467"/>
                    <a:pt x="1931" y="413"/>
                    <a:pt x="1981" y="404"/>
                  </a:cubicBezTo>
                  <a:cubicBezTo>
                    <a:pt x="2021" y="395"/>
                    <a:pt x="2050" y="388"/>
                    <a:pt x="2071" y="388"/>
                  </a:cubicBezTo>
                  <a:cubicBezTo>
                    <a:pt x="2086" y="388"/>
                    <a:pt x="2097" y="392"/>
                    <a:pt x="2107" y="401"/>
                  </a:cubicBezTo>
                  <a:cubicBezTo>
                    <a:pt x="2108" y="406"/>
                    <a:pt x="2110" y="411"/>
                    <a:pt x="2111" y="415"/>
                  </a:cubicBezTo>
                  <a:lnTo>
                    <a:pt x="2111" y="415"/>
                  </a:lnTo>
                  <a:cubicBezTo>
                    <a:pt x="2103" y="375"/>
                    <a:pt x="2122" y="369"/>
                    <a:pt x="2169" y="357"/>
                  </a:cubicBezTo>
                  <a:cubicBezTo>
                    <a:pt x="2179" y="361"/>
                    <a:pt x="2189" y="363"/>
                    <a:pt x="2199" y="363"/>
                  </a:cubicBezTo>
                  <a:cubicBezTo>
                    <a:pt x="2228" y="363"/>
                    <a:pt x="2256" y="347"/>
                    <a:pt x="2270" y="319"/>
                  </a:cubicBezTo>
                  <a:lnTo>
                    <a:pt x="2270" y="319"/>
                  </a:lnTo>
                  <a:lnTo>
                    <a:pt x="2235" y="322"/>
                  </a:lnTo>
                  <a:cubicBezTo>
                    <a:pt x="2229" y="291"/>
                    <a:pt x="2234" y="280"/>
                    <a:pt x="2248" y="280"/>
                  </a:cubicBezTo>
                  <a:cubicBezTo>
                    <a:pt x="2256" y="280"/>
                    <a:pt x="2268" y="284"/>
                    <a:pt x="2282" y="291"/>
                  </a:cubicBezTo>
                  <a:cubicBezTo>
                    <a:pt x="2283" y="291"/>
                    <a:pt x="2284" y="291"/>
                    <a:pt x="2285" y="291"/>
                  </a:cubicBezTo>
                  <a:cubicBezTo>
                    <a:pt x="2301" y="291"/>
                    <a:pt x="2304" y="315"/>
                    <a:pt x="2307" y="338"/>
                  </a:cubicBezTo>
                  <a:cubicBezTo>
                    <a:pt x="2310" y="362"/>
                    <a:pt x="2330" y="382"/>
                    <a:pt x="2345" y="382"/>
                  </a:cubicBezTo>
                  <a:cubicBezTo>
                    <a:pt x="2346" y="382"/>
                    <a:pt x="2347" y="382"/>
                    <a:pt x="2348" y="382"/>
                  </a:cubicBezTo>
                  <a:cubicBezTo>
                    <a:pt x="2364" y="382"/>
                    <a:pt x="2382" y="379"/>
                    <a:pt x="2360" y="357"/>
                  </a:cubicBezTo>
                  <a:cubicBezTo>
                    <a:pt x="2357" y="332"/>
                    <a:pt x="2357" y="332"/>
                    <a:pt x="2376" y="329"/>
                  </a:cubicBezTo>
                  <a:cubicBezTo>
                    <a:pt x="2398" y="329"/>
                    <a:pt x="2417" y="316"/>
                    <a:pt x="2426" y="297"/>
                  </a:cubicBezTo>
                  <a:cubicBezTo>
                    <a:pt x="2423" y="272"/>
                    <a:pt x="2442" y="272"/>
                    <a:pt x="2461" y="272"/>
                  </a:cubicBezTo>
                  <a:cubicBezTo>
                    <a:pt x="2473" y="288"/>
                    <a:pt x="2492" y="294"/>
                    <a:pt x="2514" y="294"/>
                  </a:cubicBezTo>
                  <a:cubicBezTo>
                    <a:pt x="2514" y="301"/>
                    <a:pt x="2514" y="310"/>
                    <a:pt x="2514" y="319"/>
                  </a:cubicBezTo>
                  <a:cubicBezTo>
                    <a:pt x="2517" y="338"/>
                    <a:pt x="2523" y="354"/>
                    <a:pt x="2536" y="369"/>
                  </a:cubicBezTo>
                  <a:cubicBezTo>
                    <a:pt x="2552" y="369"/>
                    <a:pt x="2552" y="344"/>
                    <a:pt x="2552" y="344"/>
                  </a:cubicBezTo>
                  <a:cubicBezTo>
                    <a:pt x="2550" y="330"/>
                    <a:pt x="2615" y="324"/>
                    <a:pt x="2696" y="324"/>
                  </a:cubicBezTo>
                  <a:cubicBezTo>
                    <a:pt x="2821" y="324"/>
                    <a:pt x="2988" y="337"/>
                    <a:pt x="3019" y="351"/>
                  </a:cubicBezTo>
                  <a:cubicBezTo>
                    <a:pt x="3036" y="368"/>
                    <a:pt x="3060" y="378"/>
                    <a:pt x="3075" y="378"/>
                  </a:cubicBezTo>
                  <a:cubicBezTo>
                    <a:pt x="3087" y="378"/>
                    <a:pt x="3093" y="372"/>
                    <a:pt x="3088" y="360"/>
                  </a:cubicBezTo>
                  <a:cubicBezTo>
                    <a:pt x="3089" y="352"/>
                    <a:pt x="3099" y="348"/>
                    <a:pt x="3115" y="348"/>
                  </a:cubicBezTo>
                  <a:cubicBezTo>
                    <a:pt x="3150" y="348"/>
                    <a:pt x="3211" y="363"/>
                    <a:pt x="3279" y="382"/>
                  </a:cubicBezTo>
                  <a:cubicBezTo>
                    <a:pt x="3370" y="406"/>
                    <a:pt x="3437" y="435"/>
                    <a:pt x="3469" y="435"/>
                  </a:cubicBezTo>
                  <a:cubicBezTo>
                    <a:pt x="3479" y="435"/>
                    <a:pt x="3486" y="433"/>
                    <a:pt x="3489" y="426"/>
                  </a:cubicBezTo>
                  <a:lnTo>
                    <a:pt x="3539" y="445"/>
                  </a:lnTo>
                  <a:cubicBezTo>
                    <a:pt x="3570" y="457"/>
                    <a:pt x="3614" y="448"/>
                    <a:pt x="3630" y="457"/>
                  </a:cubicBezTo>
                  <a:cubicBezTo>
                    <a:pt x="3639" y="452"/>
                    <a:pt x="3647" y="449"/>
                    <a:pt x="3652" y="449"/>
                  </a:cubicBezTo>
                  <a:cubicBezTo>
                    <a:pt x="3661" y="449"/>
                    <a:pt x="3661" y="457"/>
                    <a:pt x="3645" y="467"/>
                  </a:cubicBezTo>
                  <a:cubicBezTo>
                    <a:pt x="3636" y="489"/>
                    <a:pt x="3623" y="511"/>
                    <a:pt x="3639" y="520"/>
                  </a:cubicBezTo>
                  <a:cubicBezTo>
                    <a:pt x="3646" y="524"/>
                    <a:pt x="3653" y="525"/>
                    <a:pt x="3658" y="525"/>
                  </a:cubicBezTo>
                  <a:cubicBezTo>
                    <a:pt x="3676" y="525"/>
                    <a:pt x="3685" y="508"/>
                    <a:pt x="3692" y="489"/>
                  </a:cubicBezTo>
                  <a:cubicBezTo>
                    <a:pt x="3699" y="477"/>
                    <a:pt x="3707" y="474"/>
                    <a:pt x="3712" y="474"/>
                  </a:cubicBezTo>
                  <a:cubicBezTo>
                    <a:pt x="3717" y="474"/>
                    <a:pt x="3721" y="476"/>
                    <a:pt x="3721" y="476"/>
                  </a:cubicBezTo>
                  <a:cubicBezTo>
                    <a:pt x="3736" y="482"/>
                    <a:pt x="3736" y="482"/>
                    <a:pt x="3727" y="504"/>
                  </a:cubicBezTo>
                  <a:lnTo>
                    <a:pt x="3702" y="551"/>
                  </a:lnTo>
                  <a:lnTo>
                    <a:pt x="3717" y="558"/>
                  </a:lnTo>
                  <a:cubicBezTo>
                    <a:pt x="3724" y="546"/>
                    <a:pt x="3732" y="543"/>
                    <a:pt x="3737" y="543"/>
                  </a:cubicBezTo>
                  <a:cubicBezTo>
                    <a:pt x="3742" y="543"/>
                    <a:pt x="3746" y="545"/>
                    <a:pt x="3746" y="545"/>
                  </a:cubicBezTo>
                  <a:cubicBezTo>
                    <a:pt x="3761" y="551"/>
                    <a:pt x="3761" y="551"/>
                    <a:pt x="3739" y="595"/>
                  </a:cubicBezTo>
                  <a:cubicBezTo>
                    <a:pt x="3725" y="622"/>
                    <a:pt x="3724" y="635"/>
                    <a:pt x="3732" y="635"/>
                  </a:cubicBezTo>
                  <a:cubicBezTo>
                    <a:pt x="3739" y="635"/>
                    <a:pt x="3751" y="627"/>
                    <a:pt x="3768" y="611"/>
                  </a:cubicBezTo>
                  <a:lnTo>
                    <a:pt x="3811" y="608"/>
                  </a:lnTo>
                  <a:lnTo>
                    <a:pt x="3811" y="608"/>
                  </a:lnTo>
                  <a:cubicBezTo>
                    <a:pt x="3807" y="632"/>
                    <a:pt x="3816" y="640"/>
                    <a:pt x="3830" y="640"/>
                  </a:cubicBezTo>
                  <a:cubicBezTo>
                    <a:pt x="3846" y="640"/>
                    <a:pt x="3868" y="630"/>
                    <a:pt x="3884" y="623"/>
                  </a:cubicBezTo>
                  <a:lnTo>
                    <a:pt x="3884" y="623"/>
                  </a:lnTo>
                  <a:cubicBezTo>
                    <a:pt x="3876" y="656"/>
                    <a:pt x="3879" y="672"/>
                    <a:pt x="3891" y="672"/>
                  </a:cubicBezTo>
                  <a:cubicBezTo>
                    <a:pt x="3899" y="672"/>
                    <a:pt x="3911" y="665"/>
                    <a:pt x="3927" y="652"/>
                  </a:cubicBezTo>
                  <a:cubicBezTo>
                    <a:pt x="3933" y="643"/>
                    <a:pt x="3939" y="640"/>
                    <a:pt x="3944" y="640"/>
                  </a:cubicBezTo>
                  <a:cubicBezTo>
                    <a:pt x="3953" y="640"/>
                    <a:pt x="3959" y="651"/>
                    <a:pt x="3959" y="670"/>
                  </a:cubicBezTo>
                  <a:cubicBezTo>
                    <a:pt x="3959" y="702"/>
                    <a:pt x="3974" y="711"/>
                    <a:pt x="4003" y="730"/>
                  </a:cubicBezTo>
                  <a:cubicBezTo>
                    <a:pt x="4004" y="730"/>
                    <a:pt x="4005" y="729"/>
                    <a:pt x="4006" y="729"/>
                  </a:cubicBezTo>
                  <a:cubicBezTo>
                    <a:pt x="4037" y="729"/>
                    <a:pt x="4139" y="794"/>
                    <a:pt x="4235" y="890"/>
                  </a:cubicBezTo>
                  <a:cubicBezTo>
                    <a:pt x="4347" y="985"/>
                    <a:pt x="4409" y="1064"/>
                    <a:pt x="4435" y="1064"/>
                  </a:cubicBezTo>
                  <a:cubicBezTo>
                    <a:pt x="4438" y="1064"/>
                    <a:pt x="4440" y="1063"/>
                    <a:pt x="4441" y="1062"/>
                  </a:cubicBezTo>
                  <a:cubicBezTo>
                    <a:pt x="4451" y="1075"/>
                    <a:pt x="4451" y="1075"/>
                    <a:pt x="4444" y="1103"/>
                  </a:cubicBezTo>
                  <a:cubicBezTo>
                    <a:pt x="4432" y="1115"/>
                    <a:pt x="4433" y="1125"/>
                    <a:pt x="4449" y="1125"/>
                  </a:cubicBezTo>
                  <a:cubicBezTo>
                    <a:pt x="4458" y="1125"/>
                    <a:pt x="4471" y="1122"/>
                    <a:pt x="4488" y="1115"/>
                  </a:cubicBezTo>
                  <a:cubicBezTo>
                    <a:pt x="4505" y="1114"/>
                    <a:pt x="4518" y="1109"/>
                    <a:pt x="4520" y="1109"/>
                  </a:cubicBezTo>
                  <a:cubicBezTo>
                    <a:pt x="4523" y="1109"/>
                    <a:pt x="4517" y="1113"/>
                    <a:pt x="4498" y="1128"/>
                  </a:cubicBezTo>
                  <a:cubicBezTo>
                    <a:pt x="4479" y="1144"/>
                    <a:pt x="4501" y="1172"/>
                    <a:pt x="4542" y="1228"/>
                  </a:cubicBezTo>
                  <a:cubicBezTo>
                    <a:pt x="4569" y="1267"/>
                    <a:pt x="4607" y="1315"/>
                    <a:pt x="4628" y="1315"/>
                  </a:cubicBezTo>
                  <a:cubicBezTo>
                    <a:pt x="4631" y="1315"/>
                    <a:pt x="4633" y="1315"/>
                    <a:pt x="4636" y="1313"/>
                  </a:cubicBezTo>
                  <a:cubicBezTo>
                    <a:pt x="4680" y="1328"/>
                    <a:pt x="4676" y="1328"/>
                    <a:pt x="4648" y="1328"/>
                  </a:cubicBezTo>
                  <a:cubicBezTo>
                    <a:pt x="4598" y="1341"/>
                    <a:pt x="4620" y="1429"/>
                    <a:pt x="4689" y="1448"/>
                  </a:cubicBezTo>
                  <a:cubicBezTo>
                    <a:pt x="4698" y="1463"/>
                    <a:pt x="4708" y="1479"/>
                    <a:pt x="4686" y="1491"/>
                  </a:cubicBezTo>
                  <a:cubicBezTo>
                    <a:pt x="4692" y="1507"/>
                    <a:pt x="4705" y="1520"/>
                    <a:pt x="4752" y="1554"/>
                  </a:cubicBezTo>
                  <a:cubicBezTo>
                    <a:pt x="4758" y="1569"/>
                    <a:pt x="4784" y="1631"/>
                    <a:pt x="4800" y="1664"/>
                  </a:cubicBezTo>
                  <a:lnTo>
                    <a:pt x="4800" y="1664"/>
                  </a:lnTo>
                  <a:cubicBezTo>
                    <a:pt x="4782" y="1654"/>
                    <a:pt x="4763" y="1650"/>
                    <a:pt x="4744" y="1650"/>
                  </a:cubicBezTo>
                  <a:cubicBezTo>
                    <a:pt x="4657" y="1650"/>
                    <a:pt x="4572" y="1736"/>
                    <a:pt x="4620" y="1839"/>
                  </a:cubicBezTo>
                  <a:cubicBezTo>
                    <a:pt x="4645" y="1894"/>
                    <a:pt x="4690" y="1917"/>
                    <a:pt x="4736" y="1917"/>
                  </a:cubicBezTo>
                  <a:cubicBezTo>
                    <a:pt x="4794" y="1917"/>
                    <a:pt x="4852" y="1880"/>
                    <a:pt x="4869" y="1822"/>
                  </a:cubicBezTo>
                  <a:lnTo>
                    <a:pt x="4869" y="1822"/>
                  </a:lnTo>
                  <a:cubicBezTo>
                    <a:pt x="4879" y="1856"/>
                    <a:pt x="4895" y="1898"/>
                    <a:pt x="4911" y="1946"/>
                  </a:cubicBezTo>
                  <a:cubicBezTo>
                    <a:pt x="4943" y="2062"/>
                    <a:pt x="4965" y="2165"/>
                    <a:pt x="4946" y="2187"/>
                  </a:cubicBezTo>
                  <a:cubicBezTo>
                    <a:pt x="4946" y="2187"/>
                    <a:pt x="4949" y="2206"/>
                    <a:pt x="4977" y="2218"/>
                  </a:cubicBezTo>
                  <a:cubicBezTo>
                    <a:pt x="5027" y="2225"/>
                    <a:pt x="5031" y="2243"/>
                    <a:pt x="5009" y="2265"/>
                  </a:cubicBezTo>
                  <a:cubicBezTo>
                    <a:pt x="4962" y="2291"/>
                    <a:pt x="4971" y="2359"/>
                    <a:pt x="5024" y="2372"/>
                  </a:cubicBezTo>
                  <a:lnTo>
                    <a:pt x="4999" y="2375"/>
                  </a:lnTo>
                  <a:cubicBezTo>
                    <a:pt x="4952" y="2397"/>
                    <a:pt x="4983" y="2444"/>
                    <a:pt x="5034" y="2460"/>
                  </a:cubicBezTo>
                  <a:cubicBezTo>
                    <a:pt x="5009" y="2479"/>
                    <a:pt x="4983" y="2497"/>
                    <a:pt x="5009" y="2513"/>
                  </a:cubicBezTo>
                  <a:cubicBezTo>
                    <a:pt x="5012" y="2532"/>
                    <a:pt x="5012" y="2532"/>
                    <a:pt x="4962" y="2535"/>
                  </a:cubicBezTo>
                  <a:cubicBezTo>
                    <a:pt x="4936" y="2535"/>
                    <a:pt x="4911" y="2535"/>
                    <a:pt x="4911" y="2554"/>
                  </a:cubicBezTo>
                  <a:cubicBezTo>
                    <a:pt x="4911" y="2569"/>
                    <a:pt x="4936" y="2569"/>
                    <a:pt x="4962" y="2569"/>
                  </a:cubicBezTo>
                  <a:cubicBezTo>
                    <a:pt x="4962" y="2569"/>
                    <a:pt x="4962" y="2585"/>
                    <a:pt x="4962" y="2601"/>
                  </a:cubicBezTo>
                  <a:cubicBezTo>
                    <a:pt x="4962" y="2601"/>
                    <a:pt x="4965" y="2620"/>
                    <a:pt x="4990" y="2620"/>
                  </a:cubicBezTo>
                  <a:cubicBezTo>
                    <a:pt x="5015" y="2620"/>
                    <a:pt x="5015" y="2635"/>
                    <a:pt x="5015" y="2654"/>
                  </a:cubicBezTo>
                  <a:cubicBezTo>
                    <a:pt x="4998" y="2654"/>
                    <a:pt x="5004" y="2661"/>
                    <a:pt x="5017" y="2661"/>
                  </a:cubicBezTo>
                  <a:cubicBezTo>
                    <a:pt x="5023" y="2661"/>
                    <a:pt x="5032" y="2659"/>
                    <a:pt x="5040" y="2654"/>
                  </a:cubicBezTo>
                  <a:cubicBezTo>
                    <a:pt x="5065" y="2654"/>
                    <a:pt x="5090" y="2654"/>
                    <a:pt x="5090" y="2673"/>
                  </a:cubicBezTo>
                  <a:lnTo>
                    <a:pt x="5143" y="2673"/>
                  </a:lnTo>
                  <a:cubicBezTo>
                    <a:pt x="5193" y="2673"/>
                    <a:pt x="5219" y="2673"/>
                    <a:pt x="5240" y="2635"/>
                  </a:cubicBezTo>
                  <a:cubicBezTo>
                    <a:pt x="5262" y="2559"/>
                    <a:pt x="5286" y="2500"/>
                    <a:pt x="5241" y="2500"/>
                  </a:cubicBezTo>
                  <a:cubicBezTo>
                    <a:pt x="5240" y="2500"/>
                    <a:pt x="5239" y="2500"/>
                    <a:pt x="5237" y="2500"/>
                  </a:cubicBezTo>
                  <a:cubicBezTo>
                    <a:pt x="5237" y="2500"/>
                    <a:pt x="5209" y="2482"/>
                    <a:pt x="5209" y="2463"/>
                  </a:cubicBezTo>
                  <a:cubicBezTo>
                    <a:pt x="5209" y="2444"/>
                    <a:pt x="5234" y="2422"/>
                    <a:pt x="5234" y="2422"/>
                  </a:cubicBezTo>
                  <a:cubicBezTo>
                    <a:pt x="5259" y="2422"/>
                    <a:pt x="5250" y="2344"/>
                    <a:pt x="5234" y="2247"/>
                  </a:cubicBezTo>
                  <a:cubicBezTo>
                    <a:pt x="5222" y="2131"/>
                    <a:pt x="5203" y="2077"/>
                    <a:pt x="5225" y="2052"/>
                  </a:cubicBezTo>
                  <a:cubicBezTo>
                    <a:pt x="5234" y="2040"/>
                    <a:pt x="5240" y="2024"/>
                    <a:pt x="5237" y="2008"/>
                  </a:cubicBezTo>
                  <a:lnTo>
                    <a:pt x="5237" y="2008"/>
                  </a:lnTo>
                  <a:cubicBezTo>
                    <a:pt x="5237" y="2009"/>
                    <a:pt x="5236" y="2009"/>
                    <a:pt x="5235" y="2009"/>
                  </a:cubicBezTo>
                  <a:cubicBezTo>
                    <a:pt x="5211" y="2009"/>
                    <a:pt x="5189" y="1895"/>
                    <a:pt x="5140" y="1770"/>
                  </a:cubicBezTo>
                  <a:cubicBezTo>
                    <a:pt x="5101" y="1643"/>
                    <a:pt x="5041" y="1525"/>
                    <a:pt x="5017" y="1525"/>
                  </a:cubicBezTo>
                  <a:cubicBezTo>
                    <a:pt x="5016" y="1525"/>
                    <a:pt x="5016" y="1526"/>
                    <a:pt x="5015" y="1526"/>
                  </a:cubicBezTo>
                  <a:lnTo>
                    <a:pt x="4999" y="1491"/>
                  </a:lnTo>
                  <a:cubicBezTo>
                    <a:pt x="5021" y="1479"/>
                    <a:pt x="5002" y="1444"/>
                    <a:pt x="4987" y="1410"/>
                  </a:cubicBezTo>
                  <a:cubicBezTo>
                    <a:pt x="4962" y="1394"/>
                    <a:pt x="4940" y="1375"/>
                    <a:pt x="4924" y="1353"/>
                  </a:cubicBezTo>
                  <a:cubicBezTo>
                    <a:pt x="4946" y="1341"/>
                    <a:pt x="4936" y="1322"/>
                    <a:pt x="4918" y="1291"/>
                  </a:cubicBezTo>
                  <a:cubicBezTo>
                    <a:pt x="4901" y="1265"/>
                    <a:pt x="4892" y="1248"/>
                    <a:pt x="4879" y="1248"/>
                  </a:cubicBezTo>
                  <a:cubicBezTo>
                    <a:pt x="4874" y="1248"/>
                    <a:pt x="4870" y="1249"/>
                    <a:pt x="4864" y="1253"/>
                  </a:cubicBezTo>
                  <a:cubicBezTo>
                    <a:pt x="4858" y="1234"/>
                    <a:pt x="4780" y="1125"/>
                    <a:pt x="4764" y="1062"/>
                  </a:cubicBezTo>
                  <a:cubicBezTo>
                    <a:pt x="4774" y="1031"/>
                    <a:pt x="4739" y="1031"/>
                    <a:pt x="4708" y="1031"/>
                  </a:cubicBezTo>
                  <a:cubicBezTo>
                    <a:pt x="4700" y="1039"/>
                    <a:pt x="4689" y="1042"/>
                    <a:pt x="4678" y="1042"/>
                  </a:cubicBezTo>
                  <a:cubicBezTo>
                    <a:pt x="4667" y="1042"/>
                    <a:pt x="4656" y="1039"/>
                    <a:pt x="4648" y="1031"/>
                  </a:cubicBezTo>
                  <a:lnTo>
                    <a:pt x="4686" y="999"/>
                  </a:lnTo>
                  <a:cubicBezTo>
                    <a:pt x="4717" y="999"/>
                    <a:pt x="4717" y="996"/>
                    <a:pt x="4692" y="968"/>
                  </a:cubicBezTo>
                  <a:lnTo>
                    <a:pt x="4667" y="937"/>
                  </a:lnTo>
                  <a:cubicBezTo>
                    <a:pt x="4665" y="939"/>
                    <a:pt x="4663" y="940"/>
                    <a:pt x="4660" y="940"/>
                  </a:cubicBezTo>
                  <a:cubicBezTo>
                    <a:pt x="4635" y="940"/>
                    <a:pt x="4575" y="870"/>
                    <a:pt x="4488" y="780"/>
                  </a:cubicBezTo>
                  <a:cubicBezTo>
                    <a:pt x="4381" y="680"/>
                    <a:pt x="4335" y="638"/>
                    <a:pt x="4311" y="638"/>
                  </a:cubicBezTo>
                  <a:cubicBezTo>
                    <a:pt x="4307" y="638"/>
                    <a:pt x="4303" y="639"/>
                    <a:pt x="4300" y="642"/>
                  </a:cubicBezTo>
                  <a:cubicBezTo>
                    <a:pt x="4296" y="648"/>
                    <a:pt x="4291" y="651"/>
                    <a:pt x="4286" y="651"/>
                  </a:cubicBezTo>
                  <a:cubicBezTo>
                    <a:pt x="4274" y="651"/>
                    <a:pt x="4260" y="634"/>
                    <a:pt x="4241" y="595"/>
                  </a:cubicBezTo>
                  <a:cubicBezTo>
                    <a:pt x="4204" y="491"/>
                    <a:pt x="4194" y="469"/>
                    <a:pt x="4176" y="469"/>
                  </a:cubicBezTo>
                  <a:cubicBezTo>
                    <a:pt x="4171" y="469"/>
                    <a:pt x="4166" y="471"/>
                    <a:pt x="4159" y="473"/>
                  </a:cubicBezTo>
                  <a:cubicBezTo>
                    <a:pt x="4175" y="485"/>
                    <a:pt x="4162" y="504"/>
                    <a:pt x="4147" y="526"/>
                  </a:cubicBezTo>
                  <a:cubicBezTo>
                    <a:pt x="4135" y="543"/>
                    <a:pt x="4126" y="550"/>
                    <a:pt x="4120" y="550"/>
                  </a:cubicBezTo>
                  <a:cubicBezTo>
                    <a:pt x="4111" y="550"/>
                    <a:pt x="4108" y="533"/>
                    <a:pt x="4115" y="501"/>
                  </a:cubicBezTo>
                  <a:cubicBezTo>
                    <a:pt x="4140" y="466"/>
                    <a:pt x="3946" y="358"/>
                    <a:pt x="3867" y="358"/>
                  </a:cubicBezTo>
                  <a:cubicBezTo>
                    <a:pt x="3855" y="358"/>
                    <a:pt x="3845" y="360"/>
                    <a:pt x="3840" y="366"/>
                  </a:cubicBezTo>
                  <a:lnTo>
                    <a:pt x="3849" y="341"/>
                  </a:lnTo>
                  <a:cubicBezTo>
                    <a:pt x="3862" y="319"/>
                    <a:pt x="3846" y="310"/>
                    <a:pt x="3774" y="275"/>
                  </a:cubicBezTo>
                  <a:lnTo>
                    <a:pt x="3721" y="250"/>
                  </a:lnTo>
                  <a:cubicBezTo>
                    <a:pt x="3716" y="261"/>
                    <a:pt x="3707" y="265"/>
                    <a:pt x="3696" y="265"/>
                  </a:cubicBezTo>
                  <a:cubicBezTo>
                    <a:pt x="3661" y="265"/>
                    <a:pt x="3607" y="223"/>
                    <a:pt x="3614" y="207"/>
                  </a:cubicBezTo>
                  <a:cubicBezTo>
                    <a:pt x="3605" y="175"/>
                    <a:pt x="3605" y="175"/>
                    <a:pt x="3567" y="160"/>
                  </a:cubicBezTo>
                  <a:cubicBezTo>
                    <a:pt x="3554" y="165"/>
                    <a:pt x="3540" y="167"/>
                    <a:pt x="3527" y="167"/>
                  </a:cubicBezTo>
                  <a:cubicBezTo>
                    <a:pt x="3468" y="167"/>
                    <a:pt x="3414" y="124"/>
                    <a:pt x="3417" y="106"/>
                  </a:cubicBezTo>
                  <a:lnTo>
                    <a:pt x="3379" y="97"/>
                  </a:lnTo>
                  <a:cubicBezTo>
                    <a:pt x="3365" y="104"/>
                    <a:pt x="3349" y="108"/>
                    <a:pt x="3333" y="108"/>
                  </a:cubicBezTo>
                  <a:cubicBezTo>
                    <a:pt x="3321" y="108"/>
                    <a:pt x="3308" y="105"/>
                    <a:pt x="3298" y="100"/>
                  </a:cubicBezTo>
                  <a:cubicBezTo>
                    <a:pt x="3270" y="94"/>
                    <a:pt x="3252" y="89"/>
                    <a:pt x="3242" y="89"/>
                  </a:cubicBezTo>
                  <a:cubicBezTo>
                    <a:pt x="3230" y="89"/>
                    <a:pt x="3228" y="95"/>
                    <a:pt x="3235" y="109"/>
                  </a:cubicBezTo>
                  <a:cubicBezTo>
                    <a:pt x="3229" y="133"/>
                    <a:pt x="3223" y="157"/>
                    <a:pt x="3207" y="157"/>
                  </a:cubicBezTo>
                  <a:cubicBezTo>
                    <a:pt x="3206" y="157"/>
                    <a:pt x="3205" y="157"/>
                    <a:pt x="3203" y="156"/>
                  </a:cubicBezTo>
                  <a:lnTo>
                    <a:pt x="3210" y="131"/>
                  </a:lnTo>
                  <a:cubicBezTo>
                    <a:pt x="3216" y="103"/>
                    <a:pt x="3160" y="91"/>
                    <a:pt x="3081" y="81"/>
                  </a:cubicBezTo>
                  <a:cubicBezTo>
                    <a:pt x="2987" y="66"/>
                    <a:pt x="2947" y="59"/>
                    <a:pt x="2931" y="31"/>
                  </a:cubicBezTo>
                  <a:lnTo>
                    <a:pt x="2909" y="53"/>
                  </a:lnTo>
                  <a:cubicBezTo>
                    <a:pt x="2899" y="65"/>
                    <a:pt x="2889" y="70"/>
                    <a:pt x="2882" y="70"/>
                  </a:cubicBezTo>
                  <a:cubicBezTo>
                    <a:pt x="2874" y="70"/>
                    <a:pt x="2870" y="63"/>
                    <a:pt x="2871" y="50"/>
                  </a:cubicBezTo>
                  <a:cubicBezTo>
                    <a:pt x="2861" y="36"/>
                    <a:pt x="2831" y="28"/>
                    <a:pt x="2801" y="28"/>
                  </a:cubicBezTo>
                  <a:cubicBezTo>
                    <a:pt x="2776" y="28"/>
                    <a:pt x="2751" y="33"/>
                    <a:pt x="2733" y="44"/>
                  </a:cubicBezTo>
                  <a:lnTo>
                    <a:pt x="2696" y="40"/>
                  </a:lnTo>
                  <a:cubicBezTo>
                    <a:pt x="2691" y="14"/>
                    <a:pt x="2670" y="0"/>
                    <a:pt x="2648" y="0"/>
                  </a:cubicBezTo>
                  <a:close/>
                  <a:moveTo>
                    <a:pt x="2144" y="5358"/>
                  </a:moveTo>
                  <a:lnTo>
                    <a:pt x="2144" y="5358"/>
                  </a:lnTo>
                  <a:cubicBezTo>
                    <a:pt x="2138" y="5384"/>
                    <a:pt x="2138" y="5384"/>
                    <a:pt x="2157" y="5387"/>
                  </a:cubicBezTo>
                  <a:cubicBezTo>
                    <a:pt x="2170" y="5389"/>
                    <a:pt x="2179" y="5390"/>
                    <a:pt x="2184" y="5390"/>
                  </a:cubicBezTo>
                  <a:cubicBezTo>
                    <a:pt x="2196" y="5390"/>
                    <a:pt x="2193" y="5384"/>
                    <a:pt x="2182" y="5365"/>
                  </a:cubicBezTo>
                  <a:lnTo>
                    <a:pt x="2144" y="53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37"/>
            <p:cNvSpPr/>
            <p:nvPr/>
          </p:nvSpPr>
          <p:spPr>
            <a:xfrm>
              <a:off x="4089244" y="3908305"/>
              <a:ext cx="104792" cy="84984"/>
            </a:xfrm>
            <a:custGeom>
              <a:avLst/>
              <a:gdLst/>
              <a:ahLst/>
              <a:cxnLst/>
              <a:rect l="l" t="t" r="r" b="b"/>
              <a:pathLst>
                <a:path w="5757" h="4705" extrusionOk="0">
                  <a:moveTo>
                    <a:pt x="2351" y="420"/>
                  </a:moveTo>
                  <a:cubicBezTo>
                    <a:pt x="2360" y="452"/>
                    <a:pt x="2360" y="486"/>
                    <a:pt x="2354" y="518"/>
                  </a:cubicBezTo>
                  <a:lnTo>
                    <a:pt x="2335" y="496"/>
                  </a:lnTo>
                  <a:lnTo>
                    <a:pt x="2341" y="439"/>
                  </a:lnTo>
                  <a:lnTo>
                    <a:pt x="2351" y="420"/>
                  </a:lnTo>
                  <a:close/>
                  <a:moveTo>
                    <a:pt x="2255" y="557"/>
                  </a:moveTo>
                  <a:cubicBezTo>
                    <a:pt x="2260" y="557"/>
                    <a:pt x="2270" y="565"/>
                    <a:pt x="2282" y="586"/>
                  </a:cubicBezTo>
                  <a:cubicBezTo>
                    <a:pt x="2291" y="621"/>
                    <a:pt x="2291" y="621"/>
                    <a:pt x="2282" y="637"/>
                  </a:cubicBezTo>
                  <a:cubicBezTo>
                    <a:pt x="2266" y="624"/>
                    <a:pt x="2257" y="608"/>
                    <a:pt x="2250" y="590"/>
                  </a:cubicBezTo>
                  <a:cubicBezTo>
                    <a:pt x="2245" y="572"/>
                    <a:pt x="2247" y="557"/>
                    <a:pt x="2255" y="557"/>
                  </a:cubicBezTo>
                  <a:close/>
                  <a:moveTo>
                    <a:pt x="1780" y="849"/>
                  </a:moveTo>
                  <a:cubicBezTo>
                    <a:pt x="1774" y="849"/>
                    <a:pt x="1770" y="856"/>
                    <a:pt x="1761" y="872"/>
                  </a:cubicBezTo>
                  <a:cubicBezTo>
                    <a:pt x="1738" y="908"/>
                    <a:pt x="1732" y="919"/>
                    <a:pt x="1741" y="919"/>
                  </a:cubicBezTo>
                  <a:cubicBezTo>
                    <a:pt x="1745" y="919"/>
                    <a:pt x="1753" y="916"/>
                    <a:pt x="1765" y="912"/>
                  </a:cubicBezTo>
                  <a:cubicBezTo>
                    <a:pt x="1780" y="884"/>
                    <a:pt x="1799" y="859"/>
                    <a:pt x="1799" y="859"/>
                  </a:cubicBezTo>
                  <a:cubicBezTo>
                    <a:pt x="1790" y="852"/>
                    <a:pt x="1784" y="849"/>
                    <a:pt x="1780" y="849"/>
                  </a:cubicBezTo>
                  <a:close/>
                  <a:moveTo>
                    <a:pt x="2116" y="925"/>
                  </a:moveTo>
                  <a:cubicBezTo>
                    <a:pt x="2125" y="925"/>
                    <a:pt x="2134" y="934"/>
                    <a:pt x="2134" y="934"/>
                  </a:cubicBezTo>
                  <a:cubicBezTo>
                    <a:pt x="2153" y="956"/>
                    <a:pt x="2125" y="950"/>
                    <a:pt x="2116" y="969"/>
                  </a:cubicBezTo>
                  <a:cubicBezTo>
                    <a:pt x="2087" y="966"/>
                    <a:pt x="2084" y="966"/>
                    <a:pt x="2106" y="931"/>
                  </a:cubicBezTo>
                  <a:cubicBezTo>
                    <a:pt x="2109" y="927"/>
                    <a:pt x="2112" y="925"/>
                    <a:pt x="2116" y="925"/>
                  </a:cubicBezTo>
                  <a:close/>
                  <a:moveTo>
                    <a:pt x="1940" y="963"/>
                  </a:moveTo>
                  <a:lnTo>
                    <a:pt x="1940" y="963"/>
                  </a:lnTo>
                  <a:cubicBezTo>
                    <a:pt x="1952" y="971"/>
                    <a:pt x="1947" y="977"/>
                    <a:pt x="1942" y="977"/>
                  </a:cubicBezTo>
                  <a:cubicBezTo>
                    <a:pt x="1938" y="977"/>
                    <a:pt x="1934" y="973"/>
                    <a:pt x="1940" y="963"/>
                  </a:cubicBezTo>
                  <a:close/>
                  <a:moveTo>
                    <a:pt x="1953" y="1205"/>
                  </a:moveTo>
                  <a:cubicBezTo>
                    <a:pt x="1957" y="1205"/>
                    <a:pt x="1962" y="1207"/>
                    <a:pt x="1968" y="1210"/>
                  </a:cubicBezTo>
                  <a:cubicBezTo>
                    <a:pt x="1968" y="1210"/>
                    <a:pt x="1990" y="1223"/>
                    <a:pt x="1984" y="1238"/>
                  </a:cubicBezTo>
                  <a:cubicBezTo>
                    <a:pt x="1975" y="1251"/>
                    <a:pt x="1943" y="1251"/>
                    <a:pt x="1943" y="1251"/>
                  </a:cubicBezTo>
                  <a:cubicBezTo>
                    <a:pt x="1924" y="1238"/>
                    <a:pt x="1931" y="1226"/>
                    <a:pt x="1931" y="1226"/>
                  </a:cubicBezTo>
                  <a:cubicBezTo>
                    <a:pt x="1937" y="1215"/>
                    <a:pt x="1942" y="1205"/>
                    <a:pt x="1953" y="1205"/>
                  </a:cubicBezTo>
                  <a:close/>
                  <a:moveTo>
                    <a:pt x="1764" y="1224"/>
                  </a:moveTo>
                  <a:cubicBezTo>
                    <a:pt x="1759" y="1224"/>
                    <a:pt x="1754" y="1226"/>
                    <a:pt x="1752" y="1232"/>
                  </a:cubicBezTo>
                  <a:lnTo>
                    <a:pt x="1743" y="1245"/>
                  </a:lnTo>
                  <a:cubicBezTo>
                    <a:pt x="1758" y="1254"/>
                    <a:pt x="1777" y="1257"/>
                    <a:pt x="1796" y="1257"/>
                  </a:cubicBezTo>
                  <a:cubicBezTo>
                    <a:pt x="1802" y="1241"/>
                    <a:pt x="1780" y="1229"/>
                    <a:pt x="1780" y="1229"/>
                  </a:cubicBezTo>
                  <a:cubicBezTo>
                    <a:pt x="1780" y="1229"/>
                    <a:pt x="1772" y="1224"/>
                    <a:pt x="1764" y="1224"/>
                  </a:cubicBezTo>
                  <a:close/>
                  <a:moveTo>
                    <a:pt x="3121" y="1235"/>
                  </a:moveTo>
                  <a:lnTo>
                    <a:pt x="3134" y="1248"/>
                  </a:lnTo>
                  <a:cubicBezTo>
                    <a:pt x="3118" y="1259"/>
                    <a:pt x="3103" y="1271"/>
                    <a:pt x="3093" y="1271"/>
                  </a:cubicBezTo>
                  <a:cubicBezTo>
                    <a:pt x="3089" y="1271"/>
                    <a:pt x="3086" y="1270"/>
                    <a:pt x="3084" y="1267"/>
                  </a:cubicBezTo>
                  <a:lnTo>
                    <a:pt x="3093" y="1238"/>
                  </a:lnTo>
                  <a:lnTo>
                    <a:pt x="3121" y="1235"/>
                  </a:lnTo>
                  <a:close/>
                  <a:moveTo>
                    <a:pt x="2457" y="1329"/>
                  </a:moveTo>
                  <a:lnTo>
                    <a:pt x="2457" y="1329"/>
                  </a:lnTo>
                  <a:cubicBezTo>
                    <a:pt x="2470" y="1342"/>
                    <a:pt x="2482" y="1351"/>
                    <a:pt x="2498" y="1361"/>
                  </a:cubicBezTo>
                  <a:cubicBezTo>
                    <a:pt x="2499" y="1361"/>
                    <a:pt x="2500" y="1362"/>
                    <a:pt x="2501" y="1362"/>
                  </a:cubicBezTo>
                  <a:lnTo>
                    <a:pt x="2501" y="1362"/>
                  </a:lnTo>
                  <a:cubicBezTo>
                    <a:pt x="2496" y="1359"/>
                    <a:pt x="2489" y="1353"/>
                    <a:pt x="2479" y="1345"/>
                  </a:cubicBezTo>
                  <a:cubicBezTo>
                    <a:pt x="2457" y="1329"/>
                    <a:pt x="2457" y="1329"/>
                    <a:pt x="2457" y="1329"/>
                  </a:cubicBezTo>
                  <a:close/>
                  <a:moveTo>
                    <a:pt x="2501" y="1362"/>
                  </a:moveTo>
                  <a:lnTo>
                    <a:pt x="2501" y="1362"/>
                  </a:lnTo>
                  <a:cubicBezTo>
                    <a:pt x="2508" y="1367"/>
                    <a:pt x="2511" y="1369"/>
                    <a:pt x="2512" y="1369"/>
                  </a:cubicBezTo>
                  <a:cubicBezTo>
                    <a:pt x="2512" y="1369"/>
                    <a:pt x="2508" y="1367"/>
                    <a:pt x="2501" y="1362"/>
                  </a:cubicBezTo>
                  <a:close/>
                  <a:moveTo>
                    <a:pt x="1735" y="1411"/>
                  </a:moveTo>
                  <a:cubicBezTo>
                    <a:pt x="1739" y="1411"/>
                    <a:pt x="1744" y="1414"/>
                    <a:pt x="1755" y="1420"/>
                  </a:cubicBezTo>
                  <a:lnTo>
                    <a:pt x="1749" y="1433"/>
                  </a:lnTo>
                  <a:lnTo>
                    <a:pt x="1718" y="1436"/>
                  </a:lnTo>
                  <a:lnTo>
                    <a:pt x="1727" y="1420"/>
                  </a:lnTo>
                  <a:cubicBezTo>
                    <a:pt x="1730" y="1414"/>
                    <a:pt x="1732" y="1411"/>
                    <a:pt x="1735" y="1411"/>
                  </a:cubicBezTo>
                  <a:close/>
                  <a:moveTo>
                    <a:pt x="3388" y="1517"/>
                  </a:moveTo>
                  <a:lnTo>
                    <a:pt x="3388" y="1517"/>
                  </a:lnTo>
                  <a:cubicBezTo>
                    <a:pt x="3397" y="1527"/>
                    <a:pt x="3397" y="1527"/>
                    <a:pt x="3378" y="1545"/>
                  </a:cubicBezTo>
                  <a:cubicBezTo>
                    <a:pt x="3363" y="1555"/>
                    <a:pt x="3347" y="1561"/>
                    <a:pt x="3328" y="1564"/>
                  </a:cubicBezTo>
                  <a:cubicBezTo>
                    <a:pt x="3319" y="1552"/>
                    <a:pt x="3369" y="1533"/>
                    <a:pt x="3388" y="1517"/>
                  </a:cubicBezTo>
                  <a:close/>
                  <a:moveTo>
                    <a:pt x="1657" y="1525"/>
                  </a:moveTo>
                  <a:cubicBezTo>
                    <a:pt x="1667" y="1525"/>
                    <a:pt x="1683" y="1535"/>
                    <a:pt x="1702" y="1555"/>
                  </a:cubicBezTo>
                  <a:lnTo>
                    <a:pt x="1686" y="1583"/>
                  </a:lnTo>
                  <a:cubicBezTo>
                    <a:pt x="1664" y="1571"/>
                    <a:pt x="1642" y="1558"/>
                    <a:pt x="1652" y="1545"/>
                  </a:cubicBezTo>
                  <a:cubicBezTo>
                    <a:pt x="1646" y="1532"/>
                    <a:pt x="1649" y="1525"/>
                    <a:pt x="1657" y="1525"/>
                  </a:cubicBezTo>
                  <a:close/>
                  <a:moveTo>
                    <a:pt x="3695" y="1614"/>
                  </a:moveTo>
                  <a:lnTo>
                    <a:pt x="3708" y="1627"/>
                  </a:lnTo>
                  <a:cubicBezTo>
                    <a:pt x="3693" y="1639"/>
                    <a:pt x="3678" y="1650"/>
                    <a:pt x="3667" y="1650"/>
                  </a:cubicBezTo>
                  <a:cubicBezTo>
                    <a:pt x="3663" y="1650"/>
                    <a:pt x="3660" y="1649"/>
                    <a:pt x="3657" y="1646"/>
                  </a:cubicBezTo>
                  <a:lnTo>
                    <a:pt x="3648" y="1633"/>
                  </a:lnTo>
                  <a:cubicBezTo>
                    <a:pt x="3660" y="1624"/>
                    <a:pt x="3679" y="1614"/>
                    <a:pt x="3695" y="1614"/>
                  </a:cubicBezTo>
                  <a:close/>
                  <a:moveTo>
                    <a:pt x="1724" y="1718"/>
                  </a:moveTo>
                  <a:lnTo>
                    <a:pt x="1746" y="1730"/>
                  </a:lnTo>
                  <a:cubicBezTo>
                    <a:pt x="1738" y="1743"/>
                    <a:pt x="1747" y="1762"/>
                    <a:pt x="1739" y="1762"/>
                  </a:cubicBezTo>
                  <a:cubicBezTo>
                    <a:pt x="1737" y="1762"/>
                    <a:pt x="1734" y="1761"/>
                    <a:pt x="1730" y="1759"/>
                  </a:cubicBezTo>
                  <a:cubicBezTo>
                    <a:pt x="1729" y="1760"/>
                    <a:pt x="1728" y="1761"/>
                    <a:pt x="1727" y="1761"/>
                  </a:cubicBezTo>
                  <a:cubicBezTo>
                    <a:pt x="1719" y="1761"/>
                    <a:pt x="1716" y="1729"/>
                    <a:pt x="1724" y="1718"/>
                  </a:cubicBezTo>
                  <a:close/>
                  <a:moveTo>
                    <a:pt x="3714" y="1871"/>
                  </a:moveTo>
                  <a:lnTo>
                    <a:pt x="3723" y="1884"/>
                  </a:lnTo>
                  <a:cubicBezTo>
                    <a:pt x="3709" y="1896"/>
                    <a:pt x="3695" y="1907"/>
                    <a:pt x="3684" y="1907"/>
                  </a:cubicBezTo>
                  <a:cubicBezTo>
                    <a:pt x="3680" y="1907"/>
                    <a:pt x="3676" y="1906"/>
                    <a:pt x="3673" y="1903"/>
                  </a:cubicBezTo>
                  <a:lnTo>
                    <a:pt x="3682" y="1874"/>
                  </a:lnTo>
                  <a:lnTo>
                    <a:pt x="3714" y="1871"/>
                  </a:lnTo>
                  <a:close/>
                  <a:moveTo>
                    <a:pt x="1495" y="1956"/>
                  </a:moveTo>
                  <a:cubicBezTo>
                    <a:pt x="1514" y="1968"/>
                    <a:pt x="1536" y="1981"/>
                    <a:pt x="1530" y="1994"/>
                  </a:cubicBezTo>
                  <a:lnTo>
                    <a:pt x="1520" y="2009"/>
                  </a:lnTo>
                  <a:cubicBezTo>
                    <a:pt x="1504" y="1997"/>
                    <a:pt x="1495" y="1984"/>
                    <a:pt x="1486" y="1968"/>
                  </a:cubicBezTo>
                  <a:lnTo>
                    <a:pt x="1495" y="1956"/>
                  </a:lnTo>
                  <a:close/>
                  <a:moveTo>
                    <a:pt x="1331" y="1997"/>
                  </a:moveTo>
                  <a:cubicBezTo>
                    <a:pt x="1335" y="1997"/>
                    <a:pt x="1345" y="2008"/>
                    <a:pt x="1363" y="2028"/>
                  </a:cubicBezTo>
                  <a:lnTo>
                    <a:pt x="1388" y="2081"/>
                  </a:lnTo>
                  <a:cubicBezTo>
                    <a:pt x="1387" y="2083"/>
                    <a:pt x="1386" y="2084"/>
                    <a:pt x="1385" y="2084"/>
                  </a:cubicBezTo>
                  <a:cubicBezTo>
                    <a:pt x="1377" y="2084"/>
                    <a:pt x="1361" y="2059"/>
                    <a:pt x="1332" y="2028"/>
                  </a:cubicBezTo>
                  <a:cubicBezTo>
                    <a:pt x="1329" y="2008"/>
                    <a:pt x="1327" y="1997"/>
                    <a:pt x="1331" y="1997"/>
                  </a:cubicBezTo>
                  <a:close/>
                  <a:moveTo>
                    <a:pt x="1141" y="2398"/>
                  </a:moveTo>
                  <a:lnTo>
                    <a:pt x="1163" y="2410"/>
                  </a:lnTo>
                  <a:lnTo>
                    <a:pt x="1175" y="2439"/>
                  </a:lnTo>
                  <a:lnTo>
                    <a:pt x="1144" y="2439"/>
                  </a:lnTo>
                  <a:cubicBezTo>
                    <a:pt x="1122" y="2426"/>
                    <a:pt x="1132" y="2413"/>
                    <a:pt x="1141" y="2398"/>
                  </a:cubicBezTo>
                  <a:close/>
                  <a:moveTo>
                    <a:pt x="1217" y="2351"/>
                  </a:moveTo>
                  <a:cubicBezTo>
                    <a:pt x="1220" y="2351"/>
                    <a:pt x="1231" y="2357"/>
                    <a:pt x="1247" y="2366"/>
                  </a:cubicBezTo>
                  <a:cubicBezTo>
                    <a:pt x="1273" y="2379"/>
                    <a:pt x="1291" y="2404"/>
                    <a:pt x="1294" y="2435"/>
                  </a:cubicBezTo>
                  <a:cubicBezTo>
                    <a:pt x="1285" y="2448"/>
                    <a:pt x="1279" y="2461"/>
                    <a:pt x="1279" y="2461"/>
                  </a:cubicBezTo>
                  <a:lnTo>
                    <a:pt x="1251" y="2407"/>
                  </a:lnTo>
                  <a:cubicBezTo>
                    <a:pt x="1222" y="2367"/>
                    <a:pt x="1210" y="2351"/>
                    <a:pt x="1217" y="2351"/>
                  </a:cubicBezTo>
                  <a:close/>
                  <a:moveTo>
                    <a:pt x="4412" y="2732"/>
                  </a:moveTo>
                  <a:cubicBezTo>
                    <a:pt x="4419" y="2732"/>
                    <a:pt x="4425" y="2735"/>
                    <a:pt x="4428" y="2739"/>
                  </a:cubicBezTo>
                  <a:cubicBezTo>
                    <a:pt x="4450" y="2761"/>
                    <a:pt x="4450" y="2761"/>
                    <a:pt x="4428" y="2780"/>
                  </a:cubicBezTo>
                  <a:cubicBezTo>
                    <a:pt x="4424" y="2784"/>
                    <a:pt x="4420" y="2785"/>
                    <a:pt x="4416" y="2785"/>
                  </a:cubicBezTo>
                  <a:cubicBezTo>
                    <a:pt x="4401" y="2785"/>
                    <a:pt x="4388" y="2768"/>
                    <a:pt x="4378" y="2758"/>
                  </a:cubicBezTo>
                  <a:cubicBezTo>
                    <a:pt x="4384" y="2740"/>
                    <a:pt x="4399" y="2732"/>
                    <a:pt x="4412" y="2732"/>
                  </a:cubicBezTo>
                  <a:close/>
                  <a:moveTo>
                    <a:pt x="968" y="3048"/>
                  </a:moveTo>
                  <a:cubicBezTo>
                    <a:pt x="957" y="3048"/>
                    <a:pt x="950" y="3056"/>
                    <a:pt x="943" y="3065"/>
                  </a:cubicBezTo>
                  <a:cubicBezTo>
                    <a:pt x="906" y="3081"/>
                    <a:pt x="922" y="3109"/>
                    <a:pt x="940" y="3122"/>
                  </a:cubicBezTo>
                  <a:cubicBezTo>
                    <a:pt x="946" y="3125"/>
                    <a:pt x="950" y="3126"/>
                    <a:pt x="954" y="3126"/>
                  </a:cubicBezTo>
                  <a:cubicBezTo>
                    <a:pt x="967" y="3126"/>
                    <a:pt x="975" y="3113"/>
                    <a:pt x="987" y="3094"/>
                  </a:cubicBezTo>
                  <a:cubicBezTo>
                    <a:pt x="997" y="3078"/>
                    <a:pt x="984" y="3053"/>
                    <a:pt x="984" y="3053"/>
                  </a:cubicBezTo>
                  <a:cubicBezTo>
                    <a:pt x="978" y="3049"/>
                    <a:pt x="972" y="3048"/>
                    <a:pt x="968" y="3048"/>
                  </a:cubicBezTo>
                  <a:close/>
                  <a:moveTo>
                    <a:pt x="861" y="3118"/>
                  </a:moveTo>
                  <a:cubicBezTo>
                    <a:pt x="870" y="3118"/>
                    <a:pt x="883" y="3133"/>
                    <a:pt x="887" y="3162"/>
                  </a:cubicBezTo>
                  <a:lnTo>
                    <a:pt x="871" y="3191"/>
                  </a:lnTo>
                  <a:cubicBezTo>
                    <a:pt x="853" y="3175"/>
                    <a:pt x="843" y="3147"/>
                    <a:pt x="853" y="3125"/>
                  </a:cubicBezTo>
                  <a:cubicBezTo>
                    <a:pt x="854" y="3121"/>
                    <a:pt x="857" y="3118"/>
                    <a:pt x="861" y="3118"/>
                  </a:cubicBezTo>
                  <a:close/>
                  <a:moveTo>
                    <a:pt x="4877" y="3272"/>
                  </a:moveTo>
                  <a:cubicBezTo>
                    <a:pt x="4886" y="3272"/>
                    <a:pt x="4895" y="3273"/>
                    <a:pt x="4905" y="3275"/>
                  </a:cubicBezTo>
                  <a:lnTo>
                    <a:pt x="4917" y="3291"/>
                  </a:lnTo>
                  <a:cubicBezTo>
                    <a:pt x="4902" y="3295"/>
                    <a:pt x="4886" y="3300"/>
                    <a:pt x="4874" y="3300"/>
                  </a:cubicBezTo>
                  <a:cubicBezTo>
                    <a:pt x="4865" y="3300"/>
                    <a:pt x="4858" y="3297"/>
                    <a:pt x="4854" y="3291"/>
                  </a:cubicBezTo>
                  <a:lnTo>
                    <a:pt x="4842" y="3275"/>
                  </a:lnTo>
                  <a:cubicBezTo>
                    <a:pt x="4853" y="3273"/>
                    <a:pt x="4865" y="3272"/>
                    <a:pt x="4877" y="3272"/>
                  </a:cubicBezTo>
                  <a:close/>
                  <a:moveTo>
                    <a:pt x="234" y="3767"/>
                  </a:moveTo>
                  <a:cubicBezTo>
                    <a:pt x="230" y="3767"/>
                    <a:pt x="227" y="3770"/>
                    <a:pt x="223" y="3777"/>
                  </a:cubicBezTo>
                  <a:lnTo>
                    <a:pt x="216" y="3792"/>
                  </a:lnTo>
                  <a:lnTo>
                    <a:pt x="245" y="3792"/>
                  </a:lnTo>
                  <a:lnTo>
                    <a:pt x="254" y="3777"/>
                  </a:lnTo>
                  <a:cubicBezTo>
                    <a:pt x="243" y="3770"/>
                    <a:pt x="238" y="3767"/>
                    <a:pt x="234" y="3767"/>
                  </a:cubicBezTo>
                  <a:close/>
                  <a:moveTo>
                    <a:pt x="331" y="3863"/>
                  </a:moveTo>
                  <a:cubicBezTo>
                    <a:pt x="335" y="3863"/>
                    <a:pt x="339" y="3864"/>
                    <a:pt x="345" y="3868"/>
                  </a:cubicBezTo>
                  <a:lnTo>
                    <a:pt x="339" y="3883"/>
                  </a:lnTo>
                  <a:cubicBezTo>
                    <a:pt x="334" y="3881"/>
                    <a:pt x="331" y="3880"/>
                    <a:pt x="330" y="3880"/>
                  </a:cubicBezTo>
                  <a:cubicBezTo>
                    <a:pt x="322" y="3880"/>
                    <a:pt x="336" y="3896"/>
                    <a:pt x="361" y="3896"/>
                  </a:cubicBezTo>
                  <a:lnTo>
                    <a:pt x="404" y="3921"/>
                  </a:lnTo>
                  <a:cubicBezTo>
                    <a:pt x="399" y="3928"/>
                    <a:pt x="387" y="3932"/>
                    <a:pt x="373" y="3932"/>
                  </a:cubicBezTo>
                  <a:cubicBezTo>
                    <a:pt x="363" y="3932"/>
                    <a:pt x="351" y="3929"/>
                    <a:pt x="342" y="3924"/>
                  </a:cubicBezTo>
                  <a:cubicBezTo>
                    <a:pt x="292" y="3911"/>
                    <a:pt x="292" y="3911"/>
                    <a:pt x="307" y="3883"/>
                  </a:cubicBezTo>
                  <a:cubicBezTo>
                    <a:pt x="314" y="3874"/>
                    <a:pt x="320" y="3863"/>
                    <a:pt x="331" y="3863"/>
                  </a:cubicBezTo>
                  <a:close/>
                  <a:moveTo>
                    <a:pt x="4106" y="3940"/>
                  </a:moveTo>
                  <a:cubicBezTo>
                    <a:pt x="4105" y="3940"/>
                    <a:pt x="4107" y="3945"/>
                    <a:pt x="4112" y="3952"/>
                  </a:cubicBezTo>
                  <a:lnTo>
                    <a:pt x="4112" y="3952"/>
                  </a:lnTo>
                  <a:cubicBezTo>
                    <a:pt x="4109" y="3944"/>
                    <a:pt x="4107" y="3940"/>
                    <a:pt x="4106" y="3940"/>
                  </a:cubicBezTo>
                  <a:close/>
                  <a:moveTo>
                    <a:pt x="4112" y="3952"/>
                  </a:moveTo>
                  <a:lnTo>
                    <a:pt x="4112" y="3952"/>
                  </a:lnTo>
                  <a:cubicBezTo>
                    <a:pt x="4113" y="3956"/>
                    <a:pt x="4115" y="3961"/>
                    <a:pt x="4116" y="3968"/>
                  </a:cubicBezTo>
                  <a:lnTo>
                    <a:pt x="4116" y="3968"/>
                  </a:lnTo>
                  <a:cubicBezTo>
                    <a:pt x="4116" y="3964"/>
                    <a:pt x="4115" y="3960"/>
                    <a:pt x="4115" y="3955"/>
                  </a:cubicBezTo>
                  <a:cubicBezTo>
                    <a:pt x="4114" y="3954"/>
                    <a:pt x="4113" y="3953"/>
                    <a:pt x="4112" y="3952"/>
                  </a:cubicBezTo>
                  <a:close/>
                  <a:moveTo>
                    <a:pt x="3964" y="4046"/>
                  </a:moveTo>
                  <a:lnTo>
                    <a:pt x="3964" y="4046"/>
                  </a:lnTo>
                  <a:cubicBezTo>
                    <a:pt x="3952" y="4048"/>
                    <a:pt x="3949" y="4059"/>
                    <a:pt x="3953" y="4059"/>
                  </a:cubicBezTo>
                  <a:cubicBezTo>
                    <a:pt x="3955" y="4059"/>
                    <a:pt x="3959" y="4056"/>
                    <a:pt x="3964" y="4046"/>
                  </a:cubicBezTo>
                  <a:close/>
                  <a:moveTo>
                    <a:pt x="227" y="4024"/>
                  </a:moveTo>
                  <a:cubicBezTo>
                    <a:pt x="231" y="4024"/>
                    <a:pt x="237" y="4027"/>
                    <a:pt x="248" y="4034"/>
                  </a:cubicBezTo>
                  <a:cubicBezTo>
                    <a:pt x="248" y="4034"/>
                    <a:pt x="260" y="4062"/>
                    <a:pt x="254" y="4074"/>
                  </a:cubicBezTo>
                  <a:lnTo>
                    <a:pt x="223" y="4074"/>
                  </a:lnTo>
                  <a:cubicBezTo>
                    <a:pt x="201" y="4062"/>
                    <a:pt x="210" y="4049"/>
                    <a:pt x="216" y="4034"/>
                  </a:cubicBezTo>
                  <a:cubicBezTo>
                    <a:pt x="221" y="4027"/>
                    <a:pt x="223" y="4024"/>
                    <a:pt x="227" y="4024"/>
                  </a:cubicBezTo>
                  <a:close/>
                  <a:moveTo>
                    <a:pt x="4077" y="4059"/>
                  </a:moveTo>
                  <a:lnTo>
                    <a:pt x="4096" y="4084"/>
                  </a:lnTo>
                  <a:lnTo>
                    <a:pt x="4080" y="4084"/>
                  </a:lnTo>
                  <a:cubicBezTo>
                    <a:pt x="4076" y="4085"/>
                    <a:pt x="4073" y="4085"/>
                    <a:pt x="4071" y="4085"/>
                  </a:cubicBezTo>
                  <a:cubicBezTo>
                    <a:pt x="4065" y="4085"/>
                    <a:pt x="4064" y="4080"/>
                    <a:pt x="4062" y="4062"/>
                  </a:cubicBezTo>
                  <a:lnTo>
                    <a:pt x="4077" y="4059"/>
                  </a:lnTo>
                  <a:close/>
                  <a:moveTo>
                    <a:pt x="4211" y="4046"/>
                  </a:moveTo>
                  <a:cubicBezTo>
                    <a:pt x="4220" y="4046"/>
                    <a:pt x="4217" y="4052"/>
                    <a:pt x="4209" y="4071"/>
                  </a:cubicBezTo>
                  <a:cubicBezTo>
                    <a:pt x="4201" y="4086"/>
                    <a:pt x="4193" y="4093"/>
                    <a:pt x="4186" y="4093"/>
                  </a:cubicBezTo>
                  <a:cubicBezTo>
                    <a:pt x="4180" y="4093"/>
                    <a:pt x="4176" y="4087"/>
                    <a:pt x="4174" y="4074"/>
                  </a:cubicBezTo>
                  <a:cubicBezTo>
                    <a:pt x="4174" y="4049"/>
                    <a:pt x="4174" y="4049"/>
                    <a:pt x="4190" y="4049"/>
                  </a:cubicBezTo>
                  <a:cubicBezTo>
                    <a:pt x="4200" y="4047"/>
                    <a:pt x="4207" y="4046"/>
                    <a:pt x="4211" y="4046"/>
                  </a:cubicBezTo>
                  <a:close/>
                  <a:moveTo>
                    <a:pt x="3917" y="4078"/>
                  </a:moveTo>
                  <a:lnTo>
                    <a:pt x="3936" y="4099"/>
                  </a:lnTo>
                  <a:lnTo>
                    <a:pt x="3921" y="4103"/>
                  </a:lnTo>
                  <a:cubicBezTo>
                    <a:pt x="3905" y="4103"/>
                    <a:pt x="3905" y="4103"/>
                    <a:pt x="3902" y="4078"/>
                  </a:cubicBezTo>
                  <a:close/>
                  <a:moveTo>
                    <a:pt x="3761" y="4118"/>
                  </a:moveTo>
                  <a:cubicBezTo>
                    <a:pt x="3770" y="4131"/>
                    <a:pt x="3780" y="4150"/>
                    <a:pt x="3783" y="4165"/>
                  </a:cubicBezTo>
                  <a:lnTo>
                    <a:pt x="3767" y="4168"/>
                  </a:lnTo>
                  <a:cubicBezTo>
                    <a:pt x="3751" y="4168"/>
                    <a:pt x="3748" y="4143"/>
                    <a:pt x="3748" y="4143"/>
                  </a:cubicBezTo>
                  <a:cubicBezTo>
                    <a:pt x="3748" y="4143"/>
                    <a:pt x="3745" y="4118"/>
                    <a:pt x="3761" y="4118"/>
                  </a:cubicBezTo>
                  <a:close/>
                  <a:moveTo>
                    <a:pt x="4601" y="4131"/>
                  </a:moveTo>
                  <a:lnTo>
                    <a:pt x="4635" y="4153"/>
                  </a:lnTo>
                  <a:cubicBezTo>
                    <a:pt x="4644" y="4164"/>
                    <a:pt x="4637" y="4178"/>
                    <a:pt x="4626" y="4178"/>
                  </a:cubicBezTo>
                  <a:cubicBezTo>
                    <a:pt x="4625" y="4178"/>
                    <a:pt x="4624" y="4178"/>
                    <a:pt x="4623" y="4178"/>
                  </a:cubicBezTo>
                  <a:cubicBezTo>
                    <a:pt x="4615" y="4179"/>
                    <a:pt x="4609" y="4179"/>
                    <a:pt x="4605" y="4179"/>
                  </a:cubicBezTo>
                  <a:cubicBezTo>
                    <a:pt x="4594" y="4179"/>
                    <a:pt x="4592" y="4175"/>
                    <a:pt x="4585" y="4159"/>
                  </a:cubicBezTo>
                  <a:cubicBezTo>
                    <a:pt x="4585" y="4159"/>
                    <a:pt x="4576" y="4134"/>
                    <a:pt x="4601" y="4131"/>
                  </a:cubicBezTo>
                  <a:close/>
                  <a:moveTo>
                    <a:pt x="4334" y="4184"/>
                  </a:moveTo>
                  <a:lnTo>
                    <a:pt x="4353" y="4209"/>
                  </a:lnTo>
                  <a:lnTo>
                    <a:pt x="4337" y="4234"/>
                  </a:lnTo>
                  <a:lnTo>
                    <a:pt x="4322" y="4237"/>
                  </a:lnTo>
                  <a:cubicBezTo>
                    <a:pt x="4322" y="4212"/>
                    <a:pt x="4319" y="4187"/>
                    <a:pt x="4334" y="4184"/>
                  </a:cubicBezTo>
                  <a:close/>
                  <a:moveTo>
                    <a:pt x="3132" y="4171"/>
                  </a:moveTo>
                  <a:cubicBezTo>
                    <a:pt x="3134" y="4171"/>
                    <a:pt x="3136" y="4173"/>
                    <a:pt x="3137" y="4181"/>
                  </a:cubicBezTo>
                  <a:lnTo>
                    <a:pt x="3140" y="4206"/>
                  </a:lnTo>
                  <a:cubicBezTo>
                    <a:pt x="3131" y="4226"/>
                    <a:pt x="3122" y="4245"/>
                    <a:pt x="3117" y="4245"/>
                  </a:cubicBezTo>
                  <a:cubicBezTo>
                    <a:pt x="3115" y="4245"/>
                    <a:pt x="3113" y="4241"/>
                    <a:pt x="3112" y="4234"/>
                  </a:cubicBezTo>
                  <a:cubicBezTo>
                    <a:pt x="3109" y="4219"/>
                    <a:pt x="3115" y="4200"/>
                    <a:pt x="3121" y="4184"/>
                  </a:cubicBezTo>
                  <a:cubicBezTo>
                    <a:pt x="3121" y="4184"/>
                    <a:pt x="3127" y="4171"/>
                    <a:pt x="3132" y="4171"/>
                  </a:cubicBezTo>
                  <a:close/>
                  <a:moveTo>
                    <a:pt x="527" y="4256"/>
                  </a:moveTo>
                  <a:lnTo>
                    <a:pt x="517" y="4269"/>
                  </a:lnTo>
                  <a:cubicBezTo>
                    <a:pt x="527" y="4284"/>
                    <a:pt x="539" y="4297"/>
                    <a:pt x="552" y="4309"/>
                  </a:cubicBezTo>
                  <a:lnTo>
                    <a:pt x="561" y="4294"/>
                  </a:lnTo>
                  <a:cubicBezTo>
                    <a:pt x="571" y="4281"/>
                    <a:pt x="549" y="4269"/>
                    <a:pt x="527" y="4256"/>
                  </a:cubicBezTo>
                  <a:close/>
                  <a:moveTo>
                    <a:pt x="2604" y="4313"/>
                  </a:moveTo>
                  <a:cubicBezTo>
                    <a:pt x="2620" y="4313"/>
                    <a:pt x="2623" y="4363"/>
                    <a:pt x="2595" y="4391"/>
                  </a:cubicBezTo>
                  <a:cubicBezTo>
                    <a:pt x="2579" y="4391"/>
                    <a:pt x="2579" y="4391"/>
                    <a:pt x="2576" y="4366"/>
                  </a:cubicBezTo>
                  <a:cubicBezTo>
                    <a:pt x="2573" y="4341"/>
                    <a:pt x="2586" y="4316"/>
                    <a:pt x="2604" y="4313"/>
                  </a:cubicBezTo>
                  <a:close/>
                  <a:moveTo>
                    <a:pt x="366" y="4557"/>
                  </a:moveTo>
                  <a:cubicBezTo>
                    <a:pt x="368" y="4557"/>
                    <a:pt x="370" y="4570"/>
                    <a:pt x="373" y="4595"/>
                  </a:cubicBezTo>
                  <a:cubicBezTo>
                    <a:pt x="376" y="4620"/>
                    <a:pt x="379" y="4645"/>
                    <a:pt x="364" y="4645"/>
                  </a:cubicBezTo>
                  <a:cubicBezTo>
                    <a:pt x="355" y="4661"/>
                    <a:pt x="349" y="4667"/>
                    <a:pt x="345" y="4667"/>
                  </a:cubicBezTo>
                  <a:cubicBezTo>
                    <a:pt x="335" y="4667"/>
                    <a:pt x="338" y="4632"/>
                    <a:pt x="357" y="4595"/>
                  </a:cubicBezTo>
                  <a:cubicBezTo>
                    <a:pt x="362" y="4570"/>
                    <a:pt x="365" y="4557"/>
                    <a:pt x="366" y="4557"/>
                  </a:cubicBezTo>
                  <a:close/>
                  <a:moveTo>
                    <a:pt x="2391" y="0"/>
                  </a:moveTo>
                  <a:cubicBezTo>
                    <a:pt x="2366" y="32"/>
                    <a:pt x="2354" y="76"/>
                    <a:pt x="2354" y="120"/>
                  </a:cubicBezTo>
                  <a:lnTo>
                    <a:pt x="2335" y="104"/>
                  </a:lnTo>
                  <a:cubicBezTo>
                    <a:pt x="2333" y="102"/>
                    <a:pt x="2330" y="101"/>
                    <a:pt x="2329" y="101"/>
                  </a:cubicBezTo>
                  <a:cubicBezTo>
                    <a:pt x="2314" y="101"/>
                    <a:pt x="2307" y="155"/>
                    <a:pt x="2313" y="188"/>
                  </a:cubicBezTo>
                  <a:cubicBezTo>
                    <a:pt x="2320" y="231"/>
                    <a:pt x="2319" y="257"/>
                    <a:pt x="2312" y="257"/>
                  </a:cubicBezTo>
                  <a:cubicBezTo>
                    <a:pt x="2305" y="257"/>
                    <a:pt x="2294" y="239"/>
                    <a:pt x="2278" y="198"/>
                  </a:cubicBezTo>
                  <a:cubicBezTo>
                    <a:pt x="2271" y="163"/>
                    <a:pt x="2264" y="150"/>
                    <a:pt x="2259" y="150"/>
                  </a:cubicBezTo>
                  <a:cubicBezTo>
                    <a:pt x="2254" y="150"/>
                    <a:pt x="2252" y="167"/>
                    <a:pt x="2257" y="185"/>
                  </a:cubicBezTo>
                  <a:cubicBezTo>
                    <a:pt x="2248" y="242"/>
                    <a:pt x="2245" y="297"/>
                    <a:pt x="2225" y="297"/>
                  </a:cubicBezTo>
                  <a:cubicBezTo>
                    <a:pt x="2223" y="297"/>
                    <a:pt x="2221" y="296"/>
                    <a:pt x="2219" y="295"/>
                  </a:cubicBezTo>
                  <a:cubicBezTo>
                    <a:pt x="2197" y="330"/>
                    <a:pt x="2194" y="373"/>
                    <a:pt x="2213" y="411"/>
                  </a:cubicBezTo>
                  <a:cubicBezTo>
                    <a:pt x="2219" y="436"/>
                    <a:pt x="2213" y="464"/>
                    <a:pt x="2197" y="486"/>
                  </a:cubicBezTo>
                  <a:cubicBezTo>
                    <a:pt x="2184" y="458"/>
                    <a:pt x="2181" y="430"/>
                    <a:pt x="2188" y="402"/>
                  </a:cubicBezTo>
                  <a:cubicBezTo>
                    <a:pt x="2191" y="395"/>
                    <a:pt x="2193" y="392"/>
                    <a:pt x="2192" y="392"/>
                  </a:cubicBezTo>
                  <a:lnTo>
                    <a:pt x="2192" y="392"/>
                  </a:lnTo>
                  <a:cubicBezTo>
                    <a:pt x="2192" y="392"/>
                    <a:pt x="2180" y="414"/>
                    <a:pt x="2159" y="449"/>
                  </a:cubicBezTo>
                  <a:cubicBezTo>
                    <a:pt x="2151" y="463"/>
                    <a:pt x="2132" y="475"/>
                    <a:pt x="2116" y="475"/>
                  </a:cubicBezTo>
                  <a:cubicBezTo>
                    <a:pt x="2106" y="475"/>
                    <a:pt x="2098" y="471"/>
                    <a:pt x="2094" y="461"/>
                  </a:cubicBezTo>
                  <a:cubicBezTo>
                    <a:pt x="2092" y="461"/>
                    <a:pt x="2091" y="461"/>
                    <a:pt x="2089" y="461"/>
                  </a:cubicBezTo>
                  <a:cubicBezTo>
                    <a:pt x="2064" y="461"/>
                    <a:pt x="2052" y="488"/>
                    <a:pt x="2090" y="514"/>
                  </a:cubicBezTo>
                  <a:cubicBezTo>
                    <a:pt x="2119" y="568"/>
                    <a:pt x="2119" y="568"/>
                    <a:pt x="2090" y="615"/>
                  </a:cubicBezTo>
                  <a:cubicBezTo>
                    <a:pt x="2082" y="630"/>
                    <a:pt x="2071" y="646"/>
                    <a:pt x="2061" y="646"/>
                  </a:cubicBezTo>
                  <a:cubicBezTo>
                    <a:pt x="2057" y="646"/>
                    <a:pt x="2053" y="643"/>
                    <a:pt x="2050" y="637"/>
                  </a:cubicBezTo>
                  <a:cubicBezTo>
                    <a:pt x="2043" y="626"/>
                    <a:pt x="2039" y="620"/>
                    <a:pt x="2035" y="620"/>
                  </a:cubicBezTo>
                  <a:cubicBezTo>
                    <a:pt x="2029" y="620"/>
                    <a:pt x="2021" y="632"/>
                    <a:pt x="2003" y="662"/>
                  </a:cubicBezTo>
                  <a:cubicBezTo>
                    <a:pt x="1965" y="740"/>
                    <a:pt x="1965" y="834"/>
                    <a:pt x="2000" y="919"/>
                  </a:cubicBezTo>
                  <a:cubicBezTo>
                    <a:pt x="2022" y="939"/>
                    <a:pt x="2031" y="946"/>
                    <a:pt x="2024" y="946"/>
                  </a:cubicBezTo>
                  <a:cubicBezTo>
                    <a:pt x="2020" y="946"/>
                    <a:pt x="2008" y="943"/>
                    <a:pt x="1987" y="937"/>
                  </a:cubicBezTo>
                  <a:cubicBezTo>
                    <a:pt x="1983" y="934"/>
                    <a:pt x="1978" y="932"/>
                    <a:pt x="1974" y="932"/>
                  </a:cubicBezTo>
                  <a:cubicBezTo>
                    <a:pt x="1962" y="932"/>
                    <a:pt x="1952" y="948"/>
                    <a:pt x="1940" y="963"/>
                  </a:cubicBezTo>
                  <a:cubicBezTo>
                    <a:pt x="1921" y="950"/>
                    <a:pt x="1934" y="928"/>
                    <a:pt x="1946" y="906"/>
                  </a:cubicBezTo>
                  <a:lnTo>
                    <a:pt x="1928" y="887"/>
                  </a:lnTo>
                  <a:cubicBezTo>
                    <a:pt x="1921" y="886"/>
                    <a:pt x="1914" y="886"/>
                    <a:pt x="1909" y="886"/>
                  </a:cubicBezTo>
                  <a:cubicBezTo>
                    <a:pt x="1871" y="886"/>
                    <a:pt x="1862" y="913"/>
                    <a:pt x="1887" y="956"/>
                  </a:cubicBezTo>
                  <a:cubicBezTo>
                    <a:pt x="1896" y="994"/>
                    <a:pt x="1893" y="997"/>
                    <a:pt x="1862" y="1000"/>
                  </a:cubicBezTo>
                  <a:cubicBezTo>
                    <a:pt x="1833" y="1000"/>
                    <a:pt x="1802" y="1000"/>
                    <a:pt x="1824" y="1013"/>
                  </a:cubicBezTo>
                  <a:cubicBezTo>
                    <a:pt x="1815" y="1031"/>
                    <a:pt x="1796" y="1041"/>
                    <a:pt x="1777" y="1041"/>
                  </a:cubicBezTo>
                  <a:cubicBezTo>
                    <a:pt x="1761" y="1069"/>
                    <a:pt x="1752" y="1085"/>
                    <a:pt x="1774" y="1097"/>
                  </a:cubicBezTo>
                  <a:cubicBezTo>
                    <a:pt x="1796" y="1110"/>
                    <a:pt x="1786" y="1122"/>
                    <a:pt x="1780" y="1138"/>
                  </a:cubicBezTo>
                  <a:cubicBezTo>
                    <a:pt x="1771" y="1151"/>
                    <a:pt x="1761" y="1163"/>
                    <a:pt x="1783" y="1179"/>
                  </a:cubicBezTo>
                  <a:cubicBezTo>
                    <a:pt x="1808" y="1188"/>
                    <a:pt x="1818" y="1220"/>
                    <a:pt x="1802" y="1245"/>
                  </a:cubicBezTo>
                  <a:cubicBezTo>
                    <a:pt x="1806" y="1271"/>
                    <a:pt x="1808" y="1280"/>
                    <a:pt x="1795" y="1280"/>
                  </a:cubicBezTo>
                  <a:cubicBezTo>
                    <a:pt x="1788" y="1280"/>
                    <a:pt x="1776" y="1277"/>
                    <a:pt x="1758" y="1273"/>
                  </a:cubicBezTo>
                  <a:cubicBezTo>
                    <a:pt x="1752" y="1269"/>
                    <a:pt x="1747" y="1268"/>
                    <a:pt x="1742" y="1268"/>
                  </a:cubicBezTo>
                  <a:cubicBezTo>
                    <a:pt x="1731" y="1268"/>
                    <a:pt x="1724" y="1277"/>
                    <a:pt x="1718" y="1288"/>
                  </a:cubicBezTo>
                  <a:cubicBezTo>
                    <a:pt x="1718" y="1288"/>
                    <a:pt x="1711" y="1301"/>
                    <a:pt x="1680" y="1301"/>
                  </a:cubicBezTo>
                  <a:cubicBezTo>
                    <a:pt x="1652" y="1304"/>
                    <a:pt x="1671" y="1317"/>
                    <a:pt x="1692" y="1329"/>
                  </a:cubicBezTo>
                  <a:lnTo>
                    <a:pt x="1736" y="1354"/>
                  </a:lnTo>
                  <a:cubicBezTo>
                    <a:pt x="1734" y="1358"/>
                    <a:pt x="1727" y="1360"/>
                    <a:pt x="1717" y="1360"/>
                  </a:cubicBezTo>
                  <a:cubicBezTo>
                    <a:pt x="1698" y="1360"/>
                    <a:pt x="1669" y="1353"/>
                    <a:pt x="1655" y="1345"/>
                  </a:cubicBezTo>
                  <a:cubicBezTo>
                    <a:pt x="1634" y="1340"/>
                    <a:pt x="1622" y="1337"/>
                    <a:pt x="1618" y="1337"/>
                  </a:cubicBezTo>
                  <a:cubicBezTo>
                    <a:pt x="1612" y="1337"/>
                    <a:pt x="1623" y="1343"/>
                    <a:pt x="1649" y="1357"/>
                  </a:cubicBezTo>
                  <a:cubicBezTo>
                    <a:pt x="1671" y="1370"/>
                    <a:pt x="1683" y="1395"/>
                    <a:pt x="1645" y="1411"/>
                  </a:cubicBezTo>
                  <a:cubicBezTo>
                    <a:pt x="1630" y="1434"/>
                    <a:pt x="1616" y="1458"/>
                    <a:pt x="1600" y="1458"/>
                  </a:cubicBezTo>
                  <a:cubicBezTo>
                    <a:pt x="1596" y="1458"/>
                    <a:pt x="1593" y="1457"/>
                    <a:pt x="1589" y="1455"/>
                  </a:cubicBezTo>
                  <a:cubicBezTo>
                    <a:pt x="1561" y="1455"/>
                    <a:pt x="1573" y="1480"/>
                    <a:pt x="1573" y="1480"/>
                  </a:cubicBezTo>
                  <a:cubicBezTo>
                    <a:pt x="1586" y="1508"/>
                    <a:pt x="1580" y="1520"/>
                    <a:pt x="1533" y="1549"/>
                  </a:cubicBezTo>
                  <a:cubicBezTo>
                    <a:pt x="1448" y="1592"/>
                    <a:pt x="1448" y="1592"/>
                    <a:pt x="1492" y="1618"/>
                  </a:cubicBezTo>
                  <a:cubicBezTo>
                    <a:pt x="1506" y="1627"/>
                    <a:pt x="1521" y="1638"/>
                    <a:pt x="1508" y="1638"/>
                  </a:cubicBezTo>
                  <a:cubicBezTo>
                    <a:pt x="1504" y="1638"/>
                    <a:pt x="1496" y="1636"/>
                    <a:pt x="1483" y="1633"/>
                  </a:cubicBezTo>
                  <a:cubicBezTo>
                    <a:pt x="1451" y="1633"/>
                    <a:pt x="1467" y="1661"/>
                    <a:pt x="1470" y="1699"/>
                  </a:cubicBezTo>
                  <a:cubicBezTo>
                    <a:pt x="1492" y="1727"/>
                    <a:pt x="1517" y="1749"/>
                    <a:pt x="1548" y="1765"/>
                  </a:cubicBezTo>
                  <a:cubicBezTo>
                    <a:pt x="1592" y="1790"/>
                    <a:pt x="1592" y="1790"/>
                    <a:pt x="1555" y="1806"/>
                  </a:cubicBezTo>
                  <a:cubicBezTo>
                    <a:pt x="1549" y="1813"/>
                    <a:pt x="1538" y="1817"/>
                    <a:pt x="1525" y="1817"/>
                  </a:cubicBezTo>
                  <a:cubicBezTo>
                    <a:pt x="1515" y="1817"/>
                    <a:pt x="1505" y="1814"/>
                    <a:pt x="1495" y="1809"/>
                  </a:cubicBezTo>
                  <a:cubicBezTo>
                    <a:pt x="1473" y="1796"/>
                    <a:pt x="1483" y="1780"/>
                    <a:pt x="1483" y="1780"/>
                  </a:cubicBezTo>
                  <a:lnTo>
                    <a:pt x="1489" y="1768"/>
                  </a:lnTo>
                  <a:cubicBezTo>
                    <a:pt x="1476" y="1761"/>
                    <a:pt x="1463" y="1753"/>
                    <a:pt x="1452" y="1753"/>
                  </a:cubicBezTo>
                  <a:cubicBezTo>
                    <a:pt x="1444" y="1753"/>
                    <a:pt x="1436" y="1757"/>
                    <a:pt x="1429" y="1768"/>
                  </a:cubicBezTo>
                  <a:cubicBezTo>
                    <a:pt x="1401" y="1771"/>
                    <a:pt x="1392" y="1784"/>
                    <a:pt x="1414" y="1796"/>
                  </a:cubicBezTo>
                  <a:cubicBezTo>
                    <a:pt x="1382" y="1796"/>
                    <a:pt x="1367" y="1824"/>
                    <a:pt x="1351" y="1853"/>
                  </a:cubicBezTo>
                  <a:cubicBezTo>
                    <a:pt x="1332" y="1881"/>
                    <a:pt x="1310" y="1921"/>
                    <a:pt x="1279" y="1921"/>
                  </a:cubicBezTo>
                  <a:cubicBezTo>
                    <a:pt x="1263" y="1950"/>
                    <a:pt x="1254" y="1962"/>
                    <a:pt x="1276" y="1978"/>
                  </a:cubicBezTo>
                  <a:cubicBezTo>
                    <a:pt x="1308" y="1996"/>
                    <a:pt x="1311" y="2008"/>
                    <a:pt x="1302" y="2008"/>
                  </a:cubicBezTo>
                  <a:cubicBezTo>
                    <a:pt x="1299" y="2008"/>
                    <a:pt x="1294" y="2006"/>
                    <a:pt x="1288" y="2003"/>
                  </a:cubicBezTo>
                  <a:cubicBezTo>
                    <a:pt x="1286" y="2003"/>
                    <a:pt x="1284" y="2002"/>
                    <a:pt x="1282" y="2002"/>
                  </a:cubicBezTo>
                  <a:cubicBezTo>
                    <a:pt x="1229" y="2002"/>
                    <a:pt x="1111" y="2158"/>
                    <a:pt x="1144" y="2197"/>
                  </a:cubicBezTo>
                  <a:lnTo>
                    <a:pt x="1128" y="2225"/>
                  </a:lnTo>
                  <a:cubicBezTo>
                    <a:pt x="1088" y="2238"/>
                    <a:pt x="1041" y="2323"/>
                    <a:pt x="1053" y="2348"/>
                  </a:cubicBezTo>
                  <a:lnTo>
                    <a:pt x="1028" y="2388"/>
                  </a:lnTo>
                  <a:cubicBezTo>
                    <a:pt x="990" y="2404"/>
                    <a:pt x="981" y="2417"/>
                    <a:pt x="994" y="2445"/>
                  </a:cubicBezTo>
                  <a:cubicBezTo>
                    <a:pt x="1005" y="2463"/>
                    <a:pt x="1020" y="2476"/>
                    <a:pt x="1018" y="2476"/>
                  </a:cubicBezTo>
                  <a:cubicBezTo>
                    <a:pt x="1018" y="2476"/>
                    <a:pt x="1015" y="2474"/>
                    <a:pt x="1009" y="2470"/>
                  </a:cubicBezTo>
                  <a:cubicBezTo>
                    <a:pt x="1006" y="2468"/>
                    <a:pt x="1003" y="2467"/>
                    <a:pt x="999" y="2467"/>
                  </a:cubicBezTo>
                  <a:cubicBezTo>
                    <a:pt x="982" y="2467"/>
                    <a:pt x="966" y="2494"/>
                    <a:pt x="937" y="2542"/>
                  </a:cubicBezTo>
                  <a:cubicBezTo>
                    <a:pt x="903" y="2595"/>
                    <a:pt x="903" y="2595"/>
                    <a:pt x="934" y="2595"/>
                  </a:cubicBezTo>
                  <a:cubicBezTo>
                    <a:pt x="927" y="2636"/>
                    <a:pt x="916" y="2647"/>
                    <a:pt x="905" y="2647"/>
                  </a:cubicBezTo>
                  <a:cubicBezTo>
                    <a:pt x="897" y="2647"/>
                    <a:pt x="889" y="2641"/>
                    <a:pt x="881" y="2636"/>
                  </a:cubicBezTo>
                  <a:cubicBezTo>
                    <a:pt x="869" y="2624"/>
                    <a:pt x="859" y="2619"/>
                    <a:pt x="853" y="2619"/>
                  </a:cubicBezTo>
                  <a:cubicBezTo>
                    <a:pt x="841" y="2619"/>
                    <a:pt x="846" y="2643"/>
                    <a:pt x="884" y="2677"/>
                  </a:cubicBezTo>
                  <a:cubicBezTo>
                    <a:pt x="913" y="2711"/>
                    <a:pt x="907" y="2736"/>
                    <a:pt x="891" y="2736"/>
                  </a:cubicBezTo>
                  <a:cubicBezTo>
                    <a:pt x="888" y="2736"/>
                    <a:pt x="884" y="2735"/>
                    <a:pt x="881" y="2733"/>
                  </a:cubicBezTo>
                  <a:cubicBezTo>
                    <a:pt x="859" y="2721"/>
                    <a:pt x="868" y="2705"/>
                    <a:pt x="878" y="2692"/>
                  </a:cubicBezTo>
                  <a:lnTo>
                    <a:pt x="834" y="2667"/>
                  </a:lnTo>
                  <a:lnTo>
                    <a:pt x="834" y="2667"/>
                  </a:lnTo>
                  <a:cubicBezTo>
                    <a:pt x="824" y="2680"/>
                    <a:pt x="824" y="2680"/>
                    <a:pt x="837" y="2705"/>
                  </a:cubicBezTo>
                  <a:cubicBezTo>
                    <a:pt x="837" y="2705"/>
                    <a:pt x="831" y="2721"/>
                    <a:pt x="843" y="2746"/>
                  </a:cubicBezTo>
                  <a:cubicBezTo>
                    <a:pt x="856" y="2771"/>
                    <a:pt x="881" y="2786"/>
                    <a:pt x="909" y="2786"/>
                  </a:cubicBezTo>
                  <a:cubicBezTo>
                    <a:pt x="911" y="2786"/>
                    <a:pt x="914" y="2786"/>
                    <a:pt x="916" y="2786"/>
                  </a:cubicBezTo>
                  <a:cubicBezTo>
                    <a:pt x="936" y="2786"/>
                    <a:pt x="930" y="2800"/>
                    <a:pt x="922" y="2811"/>
                  </a:cubicBezTo>
                  <a:cubicBezTo>
                    <a:pt x="914" y="2816"/>
                    <a:pt x="906" y="2818"/>
                    <a:pt x="897" y="2818"/>
                  </a:cubicBezTo>
                  <a:cubicBezTo>
                    <a:pt x="877" y="2818"/>
                    <a:pt x="856" y="2806"/>
                    <a:pt x="849" y="2786"/>
                  </a:cubicBezTo>
                  <a:cubicBezTo>
                    <a:pt x="856" y="2774"/>
                    <a:pt x="834" y="2761"/>
                    <a:pt x="812" y="2749"/>
                  </a:cubicBezTo>
                  <a:cubicBezTo>
                    <a:pt x="810" y="2748"/>
                    <a:pt x="809" y="2747"/>
                    <a:pt x="807" y="2747"/>
                  </a:cubicBezTo>
                  <a:cubicBezTo>
                    <a:pt x="791" y="2747"/>
                    <a:pt x="796" y="2833"/>
                    <a:pt x="828" y="2868"/>
                  </a:cubicBezTo>
                  <a:lnTo>
                    <a:pt x="806" y="2855"/>
                  </a:lnTo>
                  <a:cubicBezTo>
                    <a:pt x="802" y="2853"/>
                    <a:pt x="799" y="2852"/>
                    <a:pt x="796" y="2852"/>
                  </a:cubicBezTo>
                  <a:cubicBezTo>
                    <a:pt x="781" y="2852"/>
                    <a:pt x="765" y="2876"/>
                    <a:pt x="752" y="2899"/>
                  </a:cubicBezTo>
                  <a:cubicBezTo>
                    <a:pt x="737" y="2924"/>
                    <a:pt x="727" y="2940"/>
                    <a:pt x="749" y="2953"/>
                  </a:cubicBezTo>
                  <a:cubicBezTo>
                    <a:pt x="771" y="2965"/>
                    <a:pt x="793" y="2978"/>
                    <a:pt x="784" y="2990"/>
                  </a:cubicBezTo>
                  <a:cubicBezTo>
                    <a:pt x="786" y="2986"/>
                    <a:pt x="790" y="2985"/>
                    <a:pt x="795" y="2985"/>
                  </a:cubicBezTo>
                  <a:cubicBezTo>
                    <a:pt x="806" y="2985"/>
                    <a:pt x="821" y="2994"/>
                    <a:pt x="837" y="3003"/>
                  </a:cubicBezTo>
                  <a:cubicBezTo>
                    <a:pt x="815" y="3012"/>
                    <a:pt x="790" y="3018"/>
                    <a:pt x="768" y="3018"/>
                  </a:cubicBezTo>
                  <a:cubicBezTo>
                    <a:pt x="765" y="3018"/>
                    <a:pt x="763" y="3018"/>
                    <a:pt x="760" y="3018"/>
                  </a:cubicBezTo>
                  <a:cubicBezTo>
                    <a:pt x="709" y="3018"/>
                    <a:pt x="660" y="3046"/>
                    <a:pt x="636" y="3090"/>
                  </a:cubicBezTo>
                  <a:cubicBezTo>
                    <a:pt x="621" y="3119"/>
                    <a:pt x="596" y="3159"/>
                    <a:pt x="564" y="3159"/>
                  </a:cubicBezTo>
                  <a:cubicBezTo>
                    <a:pt x="549" y="3188"/>
                    <a:pt x="539" y="3203"/>
                    <a:pt x="561" y="3216"/>
                  </a:cubicBezTo>
                  <a:lnTo>
                    <a:pt x="545" y="3241"/>
                  </a:lnTo>
                  <a:cubicBezTo>
                    <a:pt x="517" y="3244"/>
                    <a:pt x="498" y="3272"/>
                    <a:pt x="520" y="3285"/>
                  </a:cubicBezTo>
                  <a:cubicBezTo>
                    <a:pt x="536" y="3310"/>
                    <a:pt x="505" y="3310"/>
                    <a:pt x="495" y="3325"/>
                  </a:cubicBezTo>
                  <a:cubicBezTo>
                    <a:pt x="436" y="3325"/>
                    <a:pt x="436" y="3325"/>
                    <a:pt x="511" y="3351"/>
                  </a:cubicBezTo>
                  <a:cubicBezTo>
                    <a:pt x="518" y="3353"/>
                    <a:pt x="525" y="3355"/>
                    <a:pt x="533" y="3355"/>
                  </a:cubicBezTo>
                  <a:cubicBezTo>
                    <a:pt x="549" y="3355"/>
                    <a:pt x="566" y="3348"/>
                    <a:pt x="577" y="3335"/>
                  </a:cubicBezTo>
                  <a:lnTo>
                    <a:pt x="602" y="3294"/>
                  </a:lnTo>
                  <a:lnTo>
                    <a:pt x="602" y="3294"/>
                  </a:lnTo>
                  <a:lnTo>
                    <a:pt x="599" y="3347"/>
                  </a:lnTo>
                  <a:cubicBezTo>
                    <a:pt x="592" y="3372"/>
                    <a:pt x="599" y="3401"/>
                    <a:pt x="618" y="3416"/>
                  </a:cubicBezTo>
                  <a:cubicBezTo>
                    <a:pt x="618" y="3416"/>
                    <a:pt x="640" y="3429"/>
                    <a:pt x="633" y="3441"/>
                  </a:cubicBezTo>
                  <a:lnTo>
                    <a:pt x="589" y="3416"/>
                  </a:lnTo>
                  <a:cubicBezTo>
                    <a:pt x="577" y="3394"/>
                    <a:pt x="555" y="3376"/>
                    <a:pt x="533" y="3363"/>
                  </a:cubicBezTo>
                  <a:cubicBezTo>
                    <a:pt x="526" y="3362"/>
                    <a:pt x="519" y="3361"/>
                    <a:pt x="512" y="3361"/>
                  </a:cubicBezTo>
                  <a:cubicBezTo>
                    <a:pt x="469" y="3361"/>
                    <a:pt x="439" y="3385"/>
                    <a:pt x="477" y="3407"/>
                  </a:cubicBezTo>
                  <a:cubicBezTo>
                    <a:pt x="467" y="3419"/>
                    <a:pt x="467" y="3419"/>
                    <a:pt x="439" y="3423"/>
                  </a:cubicBezTo>
                  <a:cubicBezTo>
                    <a:pt x="433" y="3419"/>
                    <a:pt x="428" y="3417"/>
                    <a:pt x="425" y="3417"/>
                  </a:cubicBezTo>
                  <a:cubicBezTo>
                    <a:pt x="415" y="3417"/>
                    <a:pt x="417" y="3432"/>
                    <a:pt x="445" y="3460"/>
                  </a:cubicBezTo>
                  <a:cubicBezTo>
                    <a:pt x="473" y="3492"/>
                    <a:pt x="472" y="3507"/>
                    <a:pt x="446" y="3507"/>
                  </a:cubicBezTo>
                  <a:cubicBezTo>
                    <a:pt x="439" y="3507"/>
                    <a:pt x="431" y="3506"/>
                    <a:pt x="420" y="3504"/>
                  </a:cubicBezTo>
                  <a:cubicBezTo>
                    <a:pt x="357" y="3504"/>
                    <a:pt x="326" y="3560"/>
                    <a:pt x="348" y="3573"/>
                  </a:cubicBezTo>
                  <a:cubicBezTo>
                    <a:pt x="386" y="3586"/>
                    <a:pt x="376" y="3639"/>
                    <a:pt x="336" y="3642"/>
                  </a:cubicBezTo>
                  <a:cubicBezTo>
                    <a:pt x="307" y="3642"/>
                    <a:pt x="298" y="3654"/>
                    <a:pt x="310" y="3683"/>
                  </a:cubicBezTo>
                  <a:cubicBezTo>
                    <a:pt x="301" y="3677"/>
                    <a:pt x="291" y="3674"/>
                    <a:pt x="283" y="3674"/>
                  </a:cubicBezTo>
                  <a:cubicBezTo>
                    <a:pt x="272" y="3674"/>
                    <a:pt x="266" y="3681"/>
                    <a:pt x="273" y="3695"/>
                  </a:cubicBezTo>
                  <a:cubicBezTo>
                    <a:pt x="273" y="3695"/>
                    <a:pt x="267" y="3711"/>
                    <a:pt x="295" y="3711"/>
                  </a:cubicBezTo>
                  <a:cubicBezTo>
                    <a:pt x="295" y="3711"/>
                    <a:pt x="307" y="3736"/>
                    <a:pt x="323" y="3761"/>
                  </a:cubicBezTo>
                  <a:cubicBezTo>
                    <a:pt x="325" y="3757"/>
                    <a:pt x="328" y="3756"/>
                    <a:pt x="332" y="3756"/>
                  </a:cubicBezTo>
                  <a:cubicBezTo>
                    <a:pt x="342" y="3756"/>
                    <a:pt x="358" y="3765"/>
                    <a:pt x="373" y="3774"/>
                  </a:cubicBezTo>
                  <a:cubicBezTo>
                    <a:pt x="392" y="3785"/>
                    <a:pt x="354" y="3820"/>
                    <a:pt x="289" y="3820"/>
                  </a:cubicBezTo>
                  <a:cubicBezTo>
                    <a:pt x="280" y="3820"/>
                    <a:pt x="270" y="3819"/>
                    <a:pt x="260" y="3817"/>
                  </a:cubicBezTo>
                  <a:lnTo>
                    <a:pt x="198" y="3821"/>
                  </a:lnTo>
                  <a:lnTo>
                    <a:pt x="242" y="3846"/>
                  </a:lnTo>
                  <a:cubicBezTo>
                    <a:pt x="237" y="3855"/>
                    <a:pt x="231" y="3866"/>
                    <a:pt x="219" y="3866"/>
                  </a:cubicBezTo>
                  <a:cubicBezTo>
                    <a:pt x="214" y="3866"/>
                    <a:pt x="210" y="3865"/>
                    <a:pt x="204" y="3861"/>
                  </a:cubicBezTo>
                  <a:cubicBezTo>
                    <a:pt x="193" y="3855"/>
                    <a:pt x="187" y="3852"/>
                    <a:pt x="184" y="3852"/>
                  </a:cubicBezTo>
                  <a:cubicBezTo>
                    <a:pt x="180" y="3852"/>
                    <a:pt x="179" y="3855"/>
                    <a:pt x="176" y="3861"/>
                  </a:cubicBezTo>
                  <a:cubicBezTo>
                    <a:pt x="176" y="3861"/>
                    <a:pt x="166" y="3877"/>
                    <a:pt x="188" y="3890"/>
                  </a:cubicBezTo>
                  <a:cubicBezTo>
                    <a:pt x="232" y="3915"/>
                    <a:pt x="232" y="3915"/>
                    <a:pt x="201" y="3915"/>
                  </a:cubicBezTo>
                  <a:cubicBezTo>
                    <a:pt x="189" y="3912"/>
                    <a:pt x="180" y="3910"/>
                    <a:pt x="173" y="3910"/>
                  </a:cubicBezTo>
                  <a:cubicBezTo>
                    <a:pt x="149" y="3910"/>
                    <a:pt x="149" y="3926"/>
                    <a:pt x="176" y="3955"/>
                  </a:cubicBezTo>
                  <a:cubicBezTo>
                    <a:pt x="203" y="3971"/>
                    <a:pt x="213" y="3977"/>
                    <a:pt x="205" y="3977"/>
                  </a:cubicBezTo>
                  <a:cubicBezTo>
                    <a:pt x="200" y="3977"/>
                    <a:pt x="188" y="3975"/>
                    <a:pt x="169" y="3971"/>
                  </a:cubicBezTo>
                  <a:cubicBezTo>
                    <a:pt x="158" y="3965"/>
                    <a:pt x="145" y="3962"/>
                    <a:pt x="133" y="3962"/>
                  </a:cubicBezTo>
                  <a:cubicBezTo>
                    <a:pt x="122" y="3962"/>
                    <a:pt x="111" y="3965"/>
                    <a:pt x="107" y="3971"/>
                  </a:cubicBezTo>
                  <a:lnTo>
                    <a:pt x="129" y="3984"/>
                  </a:lnTo>
                  <a:cubicBezTo>
                    <a:pt x="173" y="4012"/>
                    <a:pt x="166" y="4024"/>
                    <a:pt x="135" y="4024"/>
                  </a:cubicBezTo>
                  <a:cubicBezTo>
                    <a:pt x="130" y="4021"/>
                    <a:pt x="126" y="4020"/>
                    <a:pt x="122" y="4020"/>
                  </a:cubicBezTo>
                  <a:cubicBezTo>
                    <a:pt x="111" y="4020"/>
                    <a:pt x="107" y="4036"/>
                    <a:pt x="110" y="4065"/>
                  </a:cubicBezTo>
                  <a:cubicBezTo>
                    <a:pt x="98" y="4087"/>
                    <a:pt x="90" y="4101"/>
                    <a:pt x="77" y="4101"/>
                  </a:cubicBezTo>
                  <a:cubicBezTo>
                    <a:pt x="73" y="4101"/>
                    <a:pt x="68" y="4099"/>
                    <a:pt x="63" y="4096"/>
                  </a:cubicBezTo>
                  <a:cubicBezTo>
                    <a:pt x="43" y="4084"/>
                    <a:pt x="32" y="4077"/>
                    <a:pt x="30" y="4077"/>
                  </a:cubicBezTo>
                  <a:lnTo>
                    <a:pt x="30" y="4077"/>
                  </a:lnTo>
                  <a:cubicBezTo>
                    <a:pt x="27" y="4077"/>
                    <a:pt x="36" y="4087"/>
                    <a:pt x="57" y="4109"/>
                  </a:cubicBezTo>
                  <a:cubicBezTo>
                    <a:pt x="69" y="4134"/>
                    <a:pt x="69" y="4134"/>
                    <a:pt x="32" y="4150"/>
                  </a:cubicBezTo>
                  <a:cubicBezTo>
                    <a:pt x="0" y="4150"/>
                    <a:pt x="0" y="4150"/>
                    <a:pt x="16" y="4178"/>
                  </a:cubicBezTo>
                  <a:cubicBezTo>
                    <a:pt x="46" y="4196"/>
                    <a:pt x="65" y="4208"/>
                    <a:pt x="78" y="4208"/>
                  </a:cubicBezTo>
                  <a:cubicBezTo>
                    <a:pt x="82" y="4208"/>
                    <a:pt x="85" y="4206"/>
                    <a:pt x="88" y="4203"/>
                  </a:cubicBezTo>
                  <a:cubicBezTo>
                    <a:pt x="93" y="4195"/>
                    <a:pt x="95" y="4191"/>
                    <a:pt x="100" y="4191"/>
                  </a:cubicBezTo>
                  <a:cubicBezTo>
                    <a:pt x="103" y="4191"/>
                    <a:pt x="109" y="4194"/>
                    <a:pt x="119" y="4200"/>
                  </a:cubicBezTo>
                  <a:lnTo>
                    <a:pt x="100" y="4228"/>
                  </a:lnTo>
                  <a:cubicBezTo>
                    <a:pt x="88" y="4250"/>
                    <a:pt x="85" y="4272"/>
                    <a:pt x="91" y="4297"/>
                  </a:cubicBezTo>
                  <a:cubicBezTo>
                    <a:pt x="93" y="4323"/>
                    <a:pt x="112" y="4343"/>
                    <a:pt x="124" y="4343"/>
                  </a:cubicBezTo>
                  <a:cubicBezTo>
                    <a:pt x="131" y="4343"/>
                    <a:pt x="136" y="4337"/>
                    <a:pt x="135" y="4322"/>
                  </a:cubicBezTo>
                  <a:lnTo>
                    <a:pt x="163" y="4319"/>
                  </a:lnTo>
                  <a:cubicBezTo>
                    <a:pt x="186" y="4333"/>
                    <a:pt x="203" y="4339"/>
                    <a:pt x="212" y="4339"/>
                  </a:cubicBezTo>
                  <a:cubicBezTo>
                    <a:pt x="230" y="4339"/>
                    <a:pt x="222" y="4318"/>
                    <a:pt x="179" y="4294"/>
                  </a:cubicBezTo>
                  <a:cubicBezTo>
                    <a:pt x="139" y="4268"/>
                    <a:pt x="124" y="4258"/>
                    <a:pt x="132" y="4258"/>
                  </a:cubicBezTo>
                  <a:cubicBezTo>
                    <a:pt x="137" y="4258"/>
                    <a:pt x="148" y="4261"/>
                    <a:pt x="166" y="4266"/>
                  </a:cubicBezTo>
                  <a:cubicBezTo>
                    <a:pt x="185" y="4276"/>
                    <a:pt x="197" y="4280"/>
                    <a:pt x="206" y="4280"/>
                  </a:cubicBezTo>
                  <a:cubicBezTo>
                    <a:pt x="218" y="4280"/>
                    <a:pt x="222" y="4273"/>
                    <a:pt x="226" y="4266"/>
                  </a:cubicBezTo>
                  <a:cubicBezTo>
                    <a:pt x="231" y="4257"/>
                    <a:pt x="233" y="4253"/>
                    <a:pt x="237" y="4253"/>
                  </a:cubicBezTo>
                  <a:cubicBezTo>
                    <a:pt x="241" y="4253"/>
                    <a:pt x="247" y="4257"/>
                    <a:pt x="257" y="4262"/>
                  </a:cubicBezTo>
                  <a:cubicBezTo>
                    <a:pt x="268" y="4269"/>
                    <a:pt x="281" y="4272"/>
                    <a:pt x="292" y="4272"/>
                  </a:cubicBezTo>
                  <a:cubicBezTo>
                    <a:pt x="303" y="4272"/>
                    <a:pt x="312" y="4269"/>
                    <a:pt x="317" y="4262"/>
                  </a:cubicBezTo>
                  <a:cubicBezTo>
                    <a:pt x="326" y="4247"/>
                    <a:pt x="326" y="4247"/>
                    <a:pt x="304" y="4234"/>
                  </a:cubicBezTo>
                  <a:cubicBezTo>
                    <a:pt x="303" y="4234"/>
                    <a:pt x="301" y="4234"/>
                    <a:pt x="300" y="4234"/>
                  </a:cubicBezTo>
                  <a:cubicBezTo>
                    <a:pt x="279" y="4234"/>
                    <a:pt x="286" y="4218"/>
                    <a:pt x="316" y="4218"/>
                  </a:cubicBezTo>
                  <a:cubicBezTo>
                    <a:pt x="323" y="4218"/>
                    <a:pt x="332" y="4219"/>
                    <a:pt x="342" y="4222"/>
                  </a:cubicBezTo>
                  <a:cubicBezTo>
                    <a:pt x="370" y="4219"/>
                    <a:pt x="370" y="4219"/>
                    <a:pt x="329" y="4193"/>
                  </a:cubicBezTo>
                  <a:cubicBezTo>
                    <a:pt x="293" y="4173"/>
                    <a:pt x="297" y="4150"/>
                    <a:pt x="331" y="4150"/>
                  </a:cubicBezTo>
                  <a:cubicBezTo>
                    <a:pt x="337" y="4150"/>
                    <a:pt x="345" y="4151"/>
                    <a:pt x="354" y="4153"/>
                  </a:cubicBezTo>
                  <a:lnTo>
                    <a:pt x="370" y="4125"/>
                  </a:lnTo>
                  <a:cubicBezTo>
                    <a:pt x="376" y="4112"/>
                    <a:pt x="354" y="4099"/>
                    <a:pt x="336" y="4087"/>
                  </a:cubicBezTo>
                  <a:cubicBezTo>
                    <a:pt x="292" y="4059"/>
                    <a:pt x="292" y="4059"/>
                    <a:pt x="320" y="4059"/>
                  </a:cubicBezTo>
                  <a:cubicBezTo>
                    <a:pt x="339" y="4059"/>
                    <a:pt x="357" y="4062"/>
                    <a:pt x="373" y="4071"/>
                  </a:cubicBezTo>
                  <a:cubicBezTo>
                    <a:pt x="379" y="4075"/>
                    <a:pt x="384" y="4076"/>
                    <a:pt x="389" y="4076"/>
                  </a:cubicBezTo>
                  <a:cubicBezTo>
                    <a:pt x="399" y="4076"/>
                    <a:pt x="404" y="4067"/>
                    <a:pt x="411" y="4056"/>
                  </a:cubicBezTo>
                  <a:cubicBezTo>
                    <a:pt x="420" y="4043"/>
                    <a:pt x="436" y="4015"/>
                    <a:pt x="414" y="4002"/>
                  </a:cubicBezTo>
                  <a:lnTo>
                    <a:pt x="414" y="4002"/>
                  </a:lnTo>
                  <a:lnTo>
                    <a:pt x="436" y="4015"/>
                  </a:lnTo>
                  <a:cubicBezTo>
                    <a:pt x="439" y="4009"/>
                    <a:pt x="446" y="4009"/>
                    <a:pt x="450" y="4009"/>
                  </a:cubicBezTo>
                  <a:cubicBezTo>
                    <a:pt x="453" y="4009"/>
                    <a:pt x="453" y="4009"/>
                    <a:pt x="442" y="4002"/>
                  </a:cubicBezTo>
                  <a:cubicBezTo>
                    <a:pt x="442" y="4002"/>
                    <a:pt x="451" y="3987"/>
                    <a:pt x="489" y="3971"/>
                  </a:cubicBezTo>
                  <a:cubicBezTo>
                    <a:pt x="526" y="3960"/>
                    <a:pt x="514" y="3903"/>
                    <a:pt x="461" y="3903"/>
                  </a:cubicBezTo>
                  <a:cubicBezTo>
                    <a:pt x="456" y="3903"/>
                    <a:pt x="449" y="3904"/>
                    <a:pt x="442" y="3905"/>
                  </a:cubicBezTo>
                  <a:lnTo>
                    <a:pt x="448" y="3893"/>
                  </a:lnTo>
                  <a:cubicBezTo>
                    <a:pt x="458" y="3880"/>
                    <a:pt x="436" y="3868"/>
                    <a:pt x="436" y="3868"/>
                  </a:cubicBezTo>
                  <a:cubicBezTo>
                    <a:pt x="414" y="3852"/>
                    <a:pt x="423" y="3839"/>
                    <a:pt x="430" y="3827"/>
                  </a:cubicBezTo>
                  <a:lnTo>
                    <a:pt x="430" y="3827"/>
                  </a:lnTo>
                  <a:lnTo>
                    <a:pt x="473" y="3852"/>
                  </a:lnTo>
                  <a:cubicBezTo>
                    <a:pt x="498" y="3874"/>
                    <a:pt x="519" y="3884"/>
                    <a:pt x="531" y="3884"/>
                  </a:cubicBezTo>
                  <a:cubicBezTo>
                    <a:pt x="547" y="3884"/>
                    <a:pt x="546" y="3866"/>
                    <a:pt x="514" y="3836"/>
                  </a:cubicBezTo>
                  <a:lnTo>
                    <a:pt x="514" y="3836"/>
                  </a:lnTo>
                  <a:lnTo>
                    <a:pt x="533" y="3849"/>
                  </a:lnTo>
                  <a:cubicBezTo>
                    <a:pt x="538" y="3852"/>
                    <a:pt x="543" y="3853"/>
                    <a:pt x="547" y="3853"/>
                  </a:cubicBezTo>
                  <a:cubicBezTo>
                    <a:pt x="559" y="3853"/>
                    <a:pt x="563" y="3839"/>
                    <a:pt x="558" y="3808"/>
                  </a:cubicBezTo>
                  <a:cubicBezTo>
                    <a:pt x="567" y="3796"/>
                    <a:pt x="533" y="3755"/>
                    <a:pt x="511" y="3742"/>
                  </a:cubicBezTo>
                  <a:cubicBezTo>
                    <a:pt x="489" y="3730"/>
                    <a:pt x="498" y="3714"/>
                    <a:pt x="498" y="3714"/>
                  </a:cubicBezTo>
                  <a:cubicBezTo>
                    <a:pt x="502" y="3708"/>
                    <a:pt x="503" y="3705"/>
                    <a:pt x="507" y="3705"/>
                  </a:cubicBezTo>
                  <a:cubicBezTo>
                    <a:pt x="510" y="3705"/>
                    <a:pt x="516" y="3708"/>
                    <a:pt x="527" y="3714"/>
                  </a:cubicBezTo>
                  <a:cubicBezTo>
                    <a:pt x="539" y="3721"/>
                    <a:pt x="549" y="3724"/>
                    <a:pt x="556" y="3724"/>
                  </a:cubicBezTo>
                  <a:cubicBezTo>
                    <a:pt x="575" y="3724"/>
                    <a:pt x="577" y="3703"/>
                    <a:pt x="552" y="3673"/>
                  </a:cubicBezTo>
                  <a:lnTo>
                    <a:pt x="552" y="3673"/>
                  </a:lnTo>
                  <a:lnTo>
                    <a:pt x="574" y="3686"/>
                  </a:lnTo>
                  <a:cubicBezTo>
                    <a:pt x="580" y="3689"/>
                    <a:pt x="587" y="3692"/>
                    <a:pt x="593" y="3692"/>
                  </a:cubicBezTo>
                  <a:cubicBezTo>
                    <a:pt x="611" y="3692"/>
                    <a:pt x="630" y="3675"/>
                    <a:pt x="646" y="3617"/>
                  </a:cubicBezTo>
                  <a:cubicBezTo>
                    <a:pt x="673" y="3567"/>
                    <a:pt x="696" y="3530"/>
                    <a:pt x="716" y="3530"/>
                  </a:cubicBezTo>
                  <a:cubicBezTo>
                    <a:pt x="719" y="3530"/>
                    <a:pt x="721" y="3531"/>
                    <a:pt x="724" y="3532"/>
                  </a:cubicBezTo>
                  <a:cubicBezTo>
                    <a:pt x="726" y="3533"/>
                    <a:pt x="727" y="3534"/>
                    <a:pt x="728" y="3534"/>
                  </a:cubicBezTo>
                  <a:cubicBezTo>
                    <a:pt x="745" y="3534"/>
                    <a:pt x="735" y="3460"/>
                    <a:pt x="708" y="3413"/>
                  </a:cubicBezTo>
                  <a:lnTo>
                    <a:pt x="708" y="3413"/>
                  </a:lnTo>
                  <a:cubicBezTo>
                    <a:pt x="714" y="3416"/>
                    <a:pt x="718" y="3418"/>
                    <a:pt x="722" y="3418"/>
                  </a:cubicBezTo>
                  <a:cubicBezTo>
                    <a:pt x="735" y="3418"/>
                    <a:pt x="744" y="3403"/>
                    <a:pt x="755" y="3382"/>
                  </a:cubicBezTo>
                  <a:cubicBezTo>
                    <a:pt x="772" y="3356"/>
                    <a:pt x="777" y="3346"/>
                    <a:pt x="785" y="3346"/>
                  </a:cubicBezTo>
                  <a:cubicBezTo>
                    <a:pt x="790" y="3346"/>
                    <a:pt x="795" y="3349"/>
                    <a:pt x="802" y="3354"/>
                  </a:cubicBezTo>
                  <a:cubicBezTo>
                    <a:pt x="819" y="3373"/>
                    <a:pt x="827" y="3383"/>
                    <a:pt x="829" y="3383"/>
                  </a:cubicBezTo>
                  <a:cubicBezTo>
                    <a:pt x="831" y="3383"/>
                    <a:pt x="824" y="3370"/>
                    <a:pt x="809" y="3341"/>
                  </a:cubicBezTo>
                  <a:cubicBezTo>
                    <a:pt x="783" y="3311"/>
                    <a:pt x="802" y="3288"/>
                    <a:pt x="832" y="3288"/>
                  </a:cubicBezTo>
                  <a:cubicBezTo>
                    <a:pt x="842" y="3288"/>
                    <a:pt x="854" y="3291"/>
                    <a:pt x="865" y="3297"/>
                  </a:cubicBezTo>
                  <a:cubicBezTo>
                    <a:pt x="871" y="3301"/>
                    <a:pt x="876" y="3303"/>
                    <a:pt x="880" y="3303"/>
                  </a:cubicBezTo>
                  <a:cubicBezTo>
                    <a:pt x="891" y="3303"/>
                    <a:pt x="898" y="3290"/>
                    <a:pt x="912" y="3269"/>
                  </a:cubicBezTo>
                  <a:cubicBezTo>
                    <a:pt x="896" y="3244"/>
                    <a:pt x="915" y="3216"/>
                    <a:pt x="931" y="3188"/>
                  </a:cubicBezTo>
                  <a:cubicBezTo>
                    <a:pt x="956" y="3147"/>
                    <a:pt x="956" y="3147"/>
                    <a:pt x="912" y="3122"/>
                  </a:cubicBezTo>
                  <a:cubicBezTo>
                    <a:pt x="868" y="3097"/>
                    <a:pt x="878" y="3081"/>
                    <a:pt x="893" y="3056"/>
                  </a:cubicBezTo>
                  <a:cubicBezTo>
                    <a:pt x="900" y="3045"/>
                    <a:pt x="905" y="3035"/>
                    <a:pt x="916" y="3035"/>
                  </a:cubicBezTo>
                  <a:cubicBezTo>
                    <a:pt x="920" y="3035"/>
                    <a:pt x="925" y="3037"/>
                    <a:pt x="931" y="3040"/>
                  </a:cubicBezTo>
                  <a:cubicBezTo>
                    <a:pt x="931" y="3040"/>
                    <a:pt x="962" y="3040"/>
                    <a:pt x="969" y="3025"/>
                  </a:cubicBezTo>
                  <a:cubicBezTo>
                    <a:pt x="976" y="3015"/>
                    <a:pt x="982" y="3004"/>
                    <a:pt x="995" y="3004"/>
                  </a:cubicBezTo>
                  <a:cubicBezTo>
                    <a:pt x="999" y="3004"/>
                    <a:pt x="1004" y="3006"/>
                    <a:pt x="1009" y="3009"/>
                  </a:cubicBezTo>
                  <a:cubicBezTo>
                    <a:pt x="1028" y="3009"/>
                    <a:pt x="1044" y="3000"/>
                    <a:pt x="1053" y="2981"/>
                  </a:cubicBezTo>
                  <a:cubicBezTo>
                    <a:pt x="1069" y="2960"/>
                    <a:pt x="1082" y="2937"/>
                    <a:pt x="1099" y="2937"/>
                  </a:cubicBezTo>
                  <a:cubicBezTo>
                    <a:pt x="1102" y="2937"/>
                    <a:pt x="1106" y="2938"/>
                    <a:pt x="1110" y="2940"/>
                  </a:cubicBezTo>
                  <a:cubicBezTo>
                    <a:pt x="1119" y="2924"/>
                    <a:pt x="1119" y="2924"/>
                    <a:pt x="1097" y="2912"/>
                  </a:cubicBezTo>
                  <a:cubicBezTo>
                    <a:pt x="1075" y="2899"/>
                    <a:pt x="1059" y="2874"/>
                    <a:pt x="1116" y="2830"/>
                  </a:cubicBezTo>
                  <a:cubicBezTo>
                    <a:pt x="1132" y="2805"/>
                    <a:pt x="1157" y="2761"/>
                    <a:pt x="1135" y="2749"/>
                  </a:cubicBezTo>
                  <a:cubicBezTo>
                    <a:pt x="1139" y="2743"/>
                    <a:pt x="1142" y="2739"/>
                    <a:pt x="1146" y="2739"/>
                  </a:cubicBezTo>
                  <a:cubicBezTo>
                    <a:pt x="1150" y="2739"/>
                    <a:pt x="1155" y="2743"/>
                    <a:pt x="1166" y="2749"/>
                  </a:cubicBezTo>
                  <a:cubicBezTo>
                    <a:pt x="1177" y="2755"/>
                    <a:pt x="1186" y="2758"/>
                    <a:pt x="1194" y="2758"/>
                  </a:cubicBezTo>
                  <a:cubicBezTo>
                    <a:pt x="1215" y="2758"/>
                    <a:pt x="1218" y="2732"/>
                    <a:pt x="1197" y="2692"/>
                  </a:cubicBezTo>
                  <a:cubicBezTo>
                    <a:pt x="1175" y="2680"/>
                    <a:pt x="1185" y="2667"/>
                    <a:pt x="1216" y="2667"/>
                  </a:cubicBezTo>
                  <a:cubicBezTo>
                    <a:pt x="1216" y="2667"/>
                    <a:pt x="1222" y="2652"/>
                    <a:pt x="1210" y="2627"/>
                  </a:cubicBezTo>
                  <a:cubicBezTo>
                    <a:pt x="1197" y="2598"/>
                    <a:pt x="1197" y="2598"/>
                    <a:pt x="1235" y="2586"/>
                  </a:cubicBezTo>
                  <a:cubicBezTo>
                    <a:pt x="1241" y="2589"/>
                    <a:pt x="1245" y="2590"/>
                    <a:pt x="1249" y="2590"/>
                  </a:cubicBezTo>
                  <a:cubicBezTo>
                    <a:pt x="1260" y="2590"/>
                    <a:pt x="1266" y="2579"/>
                    <a:pt x="1273" y="2570"/>
                  </a:cubicBezTo>
                  <a:cubicBezTo>
                    <a:pt x="1266" y="2529"/>
                    <a:pt x="1357" y="2379"/>
                    <a:pt x="1388" y="2376"/>
                  </a:cubicBezTo>
                  <a:cubicBezTo>
                    <a:pt x="1376" y="2351"/>
                    <a:pt x="1376" y="2351"/>
                    <a:pt x="1382" y="2335"/>
                  </a:cubicBezTo>
                  <a:lnTo>
                    <a:pt x="1382" y="2335"/>
                  </a:lnTo>
                  <a:cubicBezTo>
                    <a:pt x="1392" y="2337"/>
                    <a:pt x="1399" y="2338"/>
                    <a:pt x="1405" y="2338"/>
                  </a:cubicBezTo>
                  <a:cubicBezTo>
                    <a:pt x="1429" y="2338"/>
                    <a:pt x="1412" y="2318"/>
                    <a:pt x="1379" y="2298"/>
                  </a:cubicBezTo>
                  <a:lnTo>
                    <a:pt x="1370" y="2310"/>
                  </a:lnTo>
                  <a:lnTo>
                    <a:pt x="1360" y="2323"/>
                  </a:lnTo>
                  <a:cubicBezTo>
                    <a:pt x="1329" y="2305"/>
                    <a:pt x="1333" y="2279"/>
                    <a:pt x="1361" y="2279"/>
                  </a:cubicBezTo>
                  <a:cubicBezTo>
                    <a:pt x="1372" y="2279"/>
                    <a:pt x="1388" y="2283"/>
                    <a:pt x="1407" y="2294"/>
                  </a:cubicBezTo>
                  <a:cubicBezTo>
                    <a:pt x="1427" y="2299"/>
                    <a:pt x="1439" y="2302"/>
                    <a:pt x="1445" y="2302"/>
                  </a:cubicBezTo>
                  <a:cubicBezTo>
                    <a:pt x="1456" y="2302"/>
                    <a:pt x="1447" y="2293"/>
                    <a:pt x="1423" y="2269"/>
                  </a:cubicBezTo>
                  <a:cubicBezTo>
                    <a:pt x="1396" y="2237"/>
                    <a:pt x="1396" y="2223"/>
                    <a:pt x="1422" y="2223"/>
                  </a:cubicBezTo>
                  <a:cubicBezTo>
                    <a:pt x="1429" y="2223"/>
                    <a:pt x="1438" y="2224"/>
                    <a:pt x="1448" y="2225"/>
                  </a:cubicBezTo>
                  <a:cubicBezTo>
                    <a:pt x="1468" y="2238"/>
                    <a:pt x="1479" y="2245"/>
                    <a:pt x="1482" y="2245"/>
                  </a:cubicBezTo>
                  <a:cubicBezTo>
                    <a:pt x="1485" y="2245"/>
                    <a:pt x="1476" y="2235"/>
                    <a:pt x="1457" y="2213"/>
                  </a:cubicBezTo>
                  <a:cubicBezTo>
                    <a:pt x="1405" y="2156"/>
                    <a:pt x="1392" y="2112"/>
                    <a:pt x="1423" y="2112"/>
                  </a:cubicBezTo>
                  <a:cubicBezTo>
                    <a:pt x="1435" y="2112"/>
                    <a:pt x="1453" y="2118"/>
                    <a:pt x="1476" y="2131"/>
                  </a:cubicBezTo>
                  <a:cubicBezTo>
                    <a:pt x="1501" y="2145"/>
                    <a:pt x="1521" y="2152"/>
                    <a:pt x="1536" y="2152"/>
                  </a:cubicBezTo>
                  <a:cubicBezTo>
                    <a:pt x="1547" y="2152"/>
                    <a:pt x="1555" y="2148"/>
                    <a:pt x="1558" y="2141"/>
                  </a:cubicBezTo>
                  <a:cubicBezTo>
                    <a:pt x="1567" y="2128"/>
                    <a:pt x="1545" y="2116"/>
                    <a:pt x="1523" y="2103"/>
                  </a:cubicBezTo>
                  <a:cubicBezTo>
                    <a:pt x="1470" y="2091"/>
                    <a:pt x="1479" y="2078"/>
                    <a:pt x="1539" y="2075"/>
                  </a:cubicBezTo>
                  <a:cubicBezTo>
                    <a:pt x="1630" y="2072"/>
                    <a:pt x="1645" y="2044"/>
                    <a:pt x="1627" y="1978"/>
                  </a:cubicBezTo>
                  <a:cubicBezTo>
                    <a:pt x="1621" y="1925"/>
                    <a:pt x="1629" y="1890"/>
                    <a:pt x="1641" y="1890"/>
                  </a:cubicBezTo>
                  <a:cubicBezTo>
                    <a:pt x="1647" y="1890"/>
                    <a:pt x="1654" y="1900"/>
                    <a:pt x="1661" y="1925"/>
                  </a:cubicBezTo>
                  <a:cubicBezTo>
                    <a:pt x="1675" y="1951"/>
                    <a:pt x="1681" y="1964"/>
                    <a:pt x="1683" y="1964"/>
                  </a:cubicBezTo>
                  <a:cubicBezTo>
                    <a:pt x="1685" y="1964"/>
                    <a:pt x="1685" y="1955"/>
                    <a:pt x="1683" y="1937"/>
                  </a:cubicBezTo>
                  <a:cubicBezTo>
                    <a:pt x="1699" y="1909"/>
                    <a:pt x="1714" y="1881"/>
                    <a:pt x="1724" y="1868"/>
                  </a:cubicBezTo>
                  <a:cubicBezTo>
                    <a:pt x="1733" y="1853"/>
                    <a:pt x="1718" y="1827"/>
                    <a:pt x="1696" y="1815"/>
                  </a:cubicBezTo>
                  <a:lnTo>
                    <a:pt x="1696" y="1815"/>
                  </a:lnTo>
                  <a:cubicBezTo>
                    <a:pt x="1706" y="1817"/>
                    <a:pt x="1716" y="1818"/>
                    <a:pt x="1725" y="1818"/>
                  </a:cubicBezTo>
                  <a:cubicBezTo>
                    <a:pt x="1761" y="1818"/>
                    <a:pt x="1781" y="1801"/>
                    <a:pt x="1758" y="1759"/>
                  </a:cubicBezTo>
                  <a:cubicBezTo>
                    <a:pt x="1768" y="1743"/>
                    <a:pt x="1777" y="1730"/>
                    <a:pt x="1777" y="1730"/>
                  </a:cubicBezTo>
                  <a:cubicBezTo>
                    <a:pt x="1783" y="1718"/>
                    <a:pt x="1783" y="1718"/>
                    <a:pt x="1771" y="1690"/>
                  </a:cubicBezTo>
                  <a:cubicBezTo>
                    <a:pt x="1758" y="1665"/>
                    <a:pt x="1786" y="1661"/>
                    <a:pt x="1818" y="1661"/>
                  </a:cubicBezTo>
                  <a:cubicBezTo>
                    <a:pt x="1846" y="1661"/>
                    <a:pt x="1877" y="1658"/>
                    <a:pt x="1855" y="1646"/>
                  </a:cubicBezTo>
                  <a:cubicBezTo>
                    <a:pt x="1833" y="1633"/>
                    <a:pt x="1827" y="1592"/>
                    <a:pt x="1815" y="1567"/>
                  </a:cubicBezTo>
                  <a:cubicBezTo>
                    <a:pt x="1808" y="1553"/>
                    <a:pt x="1812" y="1546"/>
                    <a:pt x="1820" y="1546"/>
                  </a:cubicBezTo>
                  <a:cubicBezTo>
                    <a:pt x="1827" y="1546"/>
                    <a:pt x="1838" y="1553"/>
                    <a:pt x="1846" y="1567"/>
                  </a:cubicBezTo>
                  <a:cubicBezTo>
                    <a:pt x="1856" y="1573"/>
                    <a:pt x="1862" y="1576"/>
                    <a:pt x="1869" y="1576"/>
                  </a:cubicBezTo>
                  <a:cubicBezTo>
                    <a:pt x="1876" y="1576"/>
                    <a:pt x="1886" y="1573"/>
                    <a:pt x="1906" y="1564"/>
                  </a:cubicBezTo>
                  <a:cubicBezTo>
                    <a:pt x="1912" y="1552"/>
                    <a:pt x="1931" y="1523"/>
                    <a:pt x="1909" y="1511"/>
                  </a:cubicBezTo>
                  <a:cubicBezTo>
                    <a:pt x="1887" y="1498"/>
                    <a:pt x="1937" y="1414"/>
                    <a:pt x="1965" y="1414"/>
                  </a:cubicBezTo>
                  <a:cubicBezTo>
                    <a:pt x="1965" y="1414"/>
                    <a:pt x="1975" y="1401"/>
                    <a:pt x="1984" y="1386"/>
                  </a:cubicBezTo>
                  <a:cubicBezTo>
                    <a:pt x="1990" y="1373"/>
                    <a:pt x="1978" y="1345"/>
                    <a:pt x="1984" y="1332"/>
                  </a:cubicBezTo>
                  <a:cubicBezTo>
                    <a:pt x="1984" y="1332"/>
                    <a:pt x="1993" y="1320"/>
                    <a:pt x="1981" y="1292"/>
                  </a:cubicBezTo>
                  <a:cubicBezTo>
                    <a:pt x="1985" y="1282"/>
                    <a:pt x="1992" y="1271"/>
                    <a:pt x="2004" y="1271"/>
                  </a:cubicBezTo>
                  <a:cubicBezTo>
                    <a:pt x="2008" y="1271"/>
                    <a:pt x="2013" y="1273"/>
                    <a:pt x="2018" y="1276"/>
                  </a:cubicBezTo>
                  <a:cubicBezTo>
                    <a:pt x="1997" y="1252"/>
                    <a:pt x="1989" y="1243"/>
                    <a:pt x="1998" y="1243"/>
                  </a:cubicBezTo>
                  <a:cubicBezTo>
                    <a:pt x="2004" y="1243"/>
                    <a:pt x="2016" y="1246"/>
                    <a:pt x="2034" y="1251"/>
                  </a:cubicBezTo>
                  <a:cubicBezTo>
                    <a:pt x="2053" y="1262"/>
                    <a:pt x="2064" y="1268"/>
                    <a:pt x="2067" y="1268"/>
                  </a:cubicBezTo>
                  <a:cubicBezTo>
                    <a:pt x="2071" y="1268"/>
                    <a:pt x="2063" y="1258"/>
                    <a:pt x="2043" y="1235"/>
                  </a:cubicBezTo>
                  <a:cubicBezTo>
                    <a:pt x="2031" y="1210"/>
                    <a:pt x="2031" y="1210"/>
                    <a:pt x="2059" y="1207"/>
                  </a:cubicBezTo>
                  <a:cubicBezTo>
                    <a:pt x="2066" y="1212"/>
                    <a:pt x="2071" y="1214"/>
                    <a:pt x="2075" y="1214"/>
                  </a:cubicBezTo>
                  <a:cubicBezTo>
                    <a:pt x="2084" y="1214"/>
                    <a:pt x="2084" y="1203"/>
                    <a:pt x="2069" y="1194"/>
                  </a:cubicBezTo>
                  <a:cubicBezTo>
                    <a:pt x="2040" y="1163"/>
                    <a:pt x="2037" y="1119"/>
                    <a:pt x="2060" y="1119"/>
                  </a:cubicBezTo>
                  <a:cubicBezTo>
                    <a:pt x="2065" y="1119"/>
                    <a:pt x="2071" y="1121"/>
                    <a:pt x="2078" y="1126"/>
                  </a:cubicBezTo>
                  <a:cubicBezTo>
                    <a:pt x="2078" y="1126"/>
                    <a:pt x="2087" y="1113"/>
                    <a:pt x="2075" y="1085"/>
                  </a:cubicBezTo>
                  <a:cubicBezTo>
                    <a:pt x="2057" y="1058"/>
                    <a:pt x="2049" y="1047"/>
                    <a:pt x="2053" y="1047"/>
                  </a:cubicBezTo>
                  <a:lnTo>
                    <a:pt x="2053" y="1047"/>
                  </a:lnTo>
                  <a:cubicBezTo>
                    <a:pt x="2056" y="1047"/>
                    <a:pt x="2066" y="1054"/>
                    <a:pt x="2084" y="1066"/>
                  </a:cubicBezTo>
                  <a:cubicBezTo>
                    <a:pt x="2098" y="1070"/>
                    <a:pt x="2109" y="1072"/>
                    <a:pt x="2117" y="1072"/>
                  </a:cubicBezTo>
                  <a:cubicBezTo>
                    <a:pt x="2138" y="1072"/>
                    <a:pt x="2136" y="1056"/>
                    <a:pt x="2116" y="1019"/>
                  </a:cubicBezTo>
                  <a:cubicBezTo>
                    <a:pt x="2116" y="1019"/>
                    <a:pt x="2107" y="987"/>
                    <a:pt x="2131" y="987"/>
                  </a:cubicBezTo>
                  <a:cubicBezTo>
                    <a:pt x="2132" y="987"/>
                    <a:pt x="2133" y="987"/>
                    <a:pt x="2134" y="988"/>
                  </a:cubicBezTo>
                  <a:cubicBezTo>
                    <a:pt x="2172" y="972"/>
                    <a:pt x="2238" y="909"/>
                    <a:pt x="2200" y="878"/>
                  </a:cubicBezTo>
                  <a:lnTo>
                    <a:pt x="2219" y="847"/>
                  </a:lnTo>
                  <a:cubicBezTo>
                    <a:pt x="2250" y="840"/>
                    <a:pt x="2260" y="828"/>
                    <a:pt x="2257" y="781"/>
                  </a:cubicBezTo>
                  <a:lnTo>
                    <a:pt x="2253" y="737"/>
                  </a:lnTo>
                  <a:lnTo>
                    <a:pt x="2253" y="737"/>
                  </a:lnTo>
                  <a:cubicBezTo>
                    <a:pt x="2263" y="757"/>
                    <a:pt x="2277" y="771"/>
                    <a:pt x="2286" y="771"/>
                  </a:cubicBezTo>
                  <a:cubicBezTo>
                    <a:pt x="2290" y="771"/>
                    <a:pt x="2292" y="769"/>
                    <a:pt x="2294" y="765"/>
                  </a:cubicBezTo>
                  <a:cubicBezTo>
                    <a:pt x="2304" y="753"/>
                    <a:pt x="2304" y="753"/>
                    <a:pt x="2294" y="718"/>
                  </a:cubicBezTo>
                  <a:cubicBezTo>
                    <a:pt x="2272" y="702"/>
                    <a:pt x="2282" y="687"/>
                    <a:pt x="2294" y="671"/>
                  </a:cubicBezTo>
                  <a:cubicBezTo>
                    <a:pt x="2297" y="667"/>
                    <a:pt x="2300" y="665"/>
                    <a:pt x="2303" y="665"/>
                  </a:cubicBezTo>
                  <a:cubicBezTo>
                    <a:pt x="2313" y="665"/>
                    <a:pt x="2325" y="680"/>
                    <a:pt x="2332" y="706"/>
                  </a:cubicBezTo>
                  <a:lnTo>
                    <a:pt x="2341" y="693"/>
                  </a:lnTo>
                  <a:cubicBezTo>
                    <a:pt x="2329" y="645"/>
                    <a:pt x="2329" y="622"/>
                    <a:pt x="2333" y="622"/>
                  </a:cubicBezTo>
                  <a:lnTo>
                    <a:pt x="2333" y="622"/>
                  </a:lnTo>
                  <a:cubicBezTo>
                    <a:pt x="2335" y="622"/>
                    <a:pt x="2338" y="628"/>
                    <a:pt x="2341" y="640"/>
                  </a:cubicBezTo>
                  <a:cubicBezTo>
                    <a:pt x="2347" y="648"/>
                    <a:pt x="2352" y="651"/>
                    <a:pt x="2356" y="651"/>
                  </a:cubicBezTo>
                  <a:cubicBezTo>
                    <a:pt x="2364" y="651"/>
                    <a:pt x="2370" y="641"/>
                    <a:pt x="2376" y="633"/>
                  </a:cubicBezTo>
                  <a:cubicBezTo>
                    <a:pt x="2373" y="617"/>
                    <a:pt x="2374" y="611"/>
                    <a:pt x="2376" y="611"/>
                  </a:cubicBezTo>
                  <a:lnTo>
                    <a:pt x="2376" y="611"/>
                  </a:lnTo>
                  <a:cubicBezTo>
                    <a:pt x="2378" y="611"/>
                    <a:pt x="2381" y="624"/>
                    <a:pt x="2376" y="633"/>
                  </a:cubicBezTo>
                  <a:lnTo>
                    <a:pt x="2382" y="671"/>
                  </a:lnTo>
                  <a:cubicBezTo>
                    <a:pt x="2385" y="676"/>
                    <a:pt x="2388" y="679"/>
                    <a:pt x="2389" y="679"/>
                  </a:cubicBezTo>
                  <a:cubicBezTo>
                    <a:pt x="2395" y="679"/>
                    <a:pt x="2390" y="647"/>
                    <a:pt x="2385" y="618"/>
                  </a:cubicBezTo>
                  <a:lnTo>
                    <a:pt x="2401" y="586"/>
                  </a:lnTo>
                  <a:cubicBezTo>
                    <a:pt x="2416" y="571"/>
                    <a:pt x="2416" y="549"/>
                    <a:pt x="2407" y="533"/>
                  </a:cubicBezTo>
                  <a:cubicBezTo>
                    <a:pt x="2398" y="499"/>
                    <a:pt x="2398" y="464"/>
                    <a:pt x="2407" y="433"/>
                  </a:cubicBezTo>
                  <a:cubicBezTo>
                    <a:pt x="2404" y="415"/>
                    <a:pt x="2406" y="409"/>
                    <a:pt x="2407" y="409"/>
                  </a:cubicBezTo>
                  <a:lnTo>
                    <a:pt x="2407" y="409"/>
                  </a:lnTo>
                  <a:cubicBezTo>
                    <a:pt x="2409" y="409"/>
                    <a:pt x="2413" y="422"/>
                    <a:pt x="2407" y="433"/>
                  </a:cubicBezTo>
                  <a:cubicBezTo>
                    <a:pt x="2410" y="468"/>
                    <a:pt x="2415" y="505"/>
                    <a:pt x="2420" y="505"/>
                  </a:cubicBezTo>
                  <a:cubicBezTo>
                    <a:pt x="2421" y="505"/>
                    <a:pt x="2422" y="504"/>
                    <a:pt x="2423" y="502"/>
                  </a:cubicBezTo>
                  <a:cubicBezTo>
                    <a:pt x="2424" y="499"/>
                    <a:pt x="2425" y="498"/>
                    <a:pt x="2427" y="498"/>
                  </a:cubicBezTo>
                  <a:cubicBezTo>
                    <a:pt x="2434" y="498"/>
                    <a:pt x="2438" y="530"/>
                    <a:pt x="2438" y="530"/>
                  </a:cubicBezTo>
                  <a:cubicBezTo>
                    <a:pt x="2438" y="558"/>
                    <a:pt x="2438" y="571"/>
                    <a:pt x="2441" y="571"/>
                  </a:cubicBezTo>
                  <a:cubicBezTo>
                    <a:pt x="2448" y="586"/>
                    <a:pt x="2457" y="593"/>
                    <a:pt x="2466" y="593"/>
                  </a:cubicBezTo>
                  <a:cubicBezTo>
                    <a:pt x="2473" y="593"/>
                    <a:pt x="2479" y="587"/>
                    <a:pt x="2482" y="577"/>
                  </a:cubicBezTo>
                  <a:cubicBezTo>
                    <a:pt x="2489" y="557"/>
                    <a:pt x="2496" y="547"/>
                    <a:pt x="2502" y="547"/>
                  </a:cubicBezTo>
                  <a:cubicBezTo>
                    <a:pt x="2511" y="547"/>
                    <a:pt x="2517" y="572"/>
                    <a:pt x="2517" y="618"/>
                  </a:cubicBezTo>
                  <a:cubicBezTo>
                    <a:pt x="2517" y="644"/>
                    <a:pt x="2519" y="656"/>
                    <a:pt x="2522" y="656"/>
                  </a:cubicBezTo>
                  <a:cubicBezTo>
                    <a:pt x="2529" y="656"/>
                    <a:pt x="2542" y="611"/>
                    <a:pt x="2554" y="549"/>
                  </a:cubicBezTo>
                  <a:lnTo>
                    <a:pt x="2576" y="458"/>
                  </a:lnTo>
                  <a:lnTo>
                    <a:pt x="2567" y="565"/>
                  </a:lnTo>
                  <a:cubicBezTo>
                    <a:pt x="2569" y="676"/>
                    <a:pt x="2568" y="707"/>
                    <a:pt x="2582" y="707"/>
                  </a:cubicBezTo>
                  <a:cubicBezTo>
                    <a:pt x="2588" y="707"/>
                    <a:pt x="2597" y="701"/>
                    <a:pt x="2611" y="693"/>
                  </a:cubicBezTo>
                  <a:cubicBezTo>
                    <a:pt x="2617" y="692"/>
                    <a:pt x="2623" y="692"/>
                    <a:pt x="2626" y="692"/>
                  </a:cubicBezTo>
                  <a:cubicBezTo>
                    <a:pt x="2639" y="692"/>
                    <a:pt x="2637" y="697"/>
                    <a:pt x="2633" y="721"/>
                  </a:cubicBezTo>
                  <a:cubicBezTo>
                    <a:pt x="2626" y="756"/>
                    <a:pt x="2639" y="768"/>
                    <a:pt x="2673" y="809"/>
                  </a:cubicBezTo>
                  <a:cubicBezTo>
                    <a:pt x="2694" y="836"/>
                    <a:pt x="2706" y="850"/>
                    <a:pt x="2715" y="850"/>
                  </a:cubicBezTo>
                  <a:cubicBezTo>
                    <a:pt x="2720" y="850"/>
                    <a:pt x="2723" y="846"/>
                    <a:pt x="2727" y="837"/>
                  </a:cubicBezTo>
                  <a:cubicBezTo>
                    <a:pt x="2727" y="837"/>
                    <a:pt x="2739" y="850"/>
                    <a:pt x="2752" y="865"/>
                  </a:cubicBezTo>
                  <a:cubicBezTo>
                    <a:pt x="2745" y="897"/>
                    <a:pt x="2750" y="913"/>
                    <a:pt x="2759" y="913"/>
                  </a:cubicBezTo>
                  <a:cubicBezTo>
                    <a:pt x="2767" y="913"/>
                    <a:pt x="2778" y="898"/>
                    <a:pt x="2786" y="869"/>
                  </a:cubicBezTo>
                  <a:lnTo>
                    <a:pt x="2811" y="897"/>
                  </a:lnTo>
                  <a:lnTo>
                    <a:pt x="2796" y="919"/>
                  </a:lnTo>
                  <a:cubicBezTo>
                    <a:pt x="2783" y="941"/>
                    <a:pt x="2805" y="969"/>
                    <a:pt x="2893" y="1075"/>
                  </a:cubicBezTo>
                  <a:cubicBezTo>
                    <a:pt x="2956" y="1152"/>
                    <a:pt x="2980" y="1181"/>
                    <a:pt x="3002" y="1181"/>
                  </a:cubicBezTo>
                  <a:cubicBezTo>
                    <a:pt x="3012" y="1181"/>
                    <a:pt x="3021" y="1176"/>
                    <a:pt x="3034" y="1166"/>
                  </a:cubicBezTo>
                  <a:cubicBezTo>
                    <a:pt x="3050" y="1159"/>
                    <a:pt x="3062" y="1155"/>
                    <a:pt x="3069" y="1155"/>
                  </a:cubicBezTo>
                  <a:cubicBezTo>
                    <a:pt x="3083" y="1155"/>
                    <a:pt x="3079" y="1169"/>
                    <a:pt x="3053" y="1191"/>
                  </a:cubicBezTo>
                  <a:cubicBezTo>
                    <a:pt x="3038" y="1204"/>
                    <a:pt x="3029" y="1224"/>
                    <a:pt x="3035" y="1224"/>
                  </a:cubicBezTo>
                  <a:cubicBezTo>
                    <a:pt x="3037" y="1224"/>
                    <a:pt x="3039" y="1223"/>
                    <a:pt x="3043" y="1220"/>
                  </a:cubicBezTo>
                  <a:cubicBezTo>
                    <a:pt x="3056" y="1235"/>
                    <a:pt x="3059" y="1254"/>
                    <a:pt x="3056" y="1273"/>
                  </a:cubicBezTo>
                  <a:cubicBezTo>
                    <a:pt x="3050" y="1318"/>
                    <a:pt x="3061" y="1332"/>
                    <a:pt x="3075" y="1332"/>
                  </a:cubicBezTo>
                  <a:cubicBezTo>
                    <a:pt x="3082" y="1332"/>
                    <a:pt x="3090" y="1328"/>
                    <a:pt x="3096" y="1323"/>
                  </a:cubicBezTo>
                  <a:cubicBezTo>
                    <a:pt x="3107" y="1305"/>
                    <a:pt x="3112" y="1298"/>
                    <a:pt x="3114" y="1298"/>
                  </a:cubicBezTo>
                  <a:lnTo>
                    <a:pt x="3114" y="1298"/>
                  </a:lnTo>
                  <a:cubicBezTo>
                    <a:pt x="3117" y="1298"/>
                    <a:pt x="3112" y="1316"/>
                    <a:pt x="3106" y="1335"/>
                  </a:cubicBezTo>
                  <a:cubicBezTo>
                    <a:pt x="3098" y="1358"/>
                    <a:pt x="3091" y="1381"/>
                    <a:pt x="3099" y="1381"/>
                  </a:cubicBezTo>
                  <a:cubicBezTo>
                    <a:pt x="3101" y="1381"/>
                    <a:pt x="3105" y="1379"/>
                    <a:pt x="3109" y="1376"/>
                  </a:cubicBezTo>
                  <a:cubicBezTo>
                    <a:pt x="3110" y="1376"/>
                    <a:pt x="3112" y="1376"/>
                    <a:pt x="3113" y="1376"/>
                  </a:cubicBezTo>
                  <a:cubicBezTo>
                    <a:pt x="3145" y="1376"/>
                    <a:pt x="3217" y="1431"/>
                    <a:pt x="3178" y="1461"/>
                  </a:cubicBezTo>
                  <a:lnTo>
                    <a:pt x="3200" y="1486"/>
                  </a:lnTo>
                  <a:cubicBezTo>
                    <a:pt x="3204" y="1483"/>
                    <a:pt x="3208" y="1481"/>
                    <a:pt x="3212" y="1481"/>
                  </a:cubicBezTo>
                  <a:cubicBezTo>
                    <a:pt x="3228" y="1481"/>
                    <a:pt x="3245" y="1501"/>
                    <a:pt x="3259" y="1520"/>
                  </a:cubicBezTo>
                  <a:cubicBezTo>
                    <a:pt x="3281" y="1545"/>
                    <a:pt x="3291" y="1558"/>
                    <a:pt x="3272" y="1574"/>
                  </a:cubicBezTo>
                  <a:cubicBezTo>
                    <a:pt x="3241" y="1577"/>
                    <a:pt x="3253" y="1589"/>
                    <a:pt x="3291" y="1599"/>
                  </a:cubicBezTo>
                  <a:cubicBezTo>
                    <a:pt x="3294" y="1602"/>
                    <a:pt x="3299" y="1603"/>
                    <a:pt x="3305" y="1603"/>
                  </a:cubicBezTo>
                  <a:cubicBezTo>
                    <a:pt x="3318" y="1603"/>
                    <a:pt x="3335" y="1598"/>
                    <a:pt x="3347" y="1598"/>
                  </a:cubicBezTo>
                  <a:cubicBezTo>
                    <a:pt x="3353" y="1598"/>
                    <a:pt x="3357" y="1599"/>
                    <a:pt x="3360" y="1602"/>
                  </a:cubicBezTo>
                  <a:cubicBezTo>
                    <a:pt x="3372" y="1593"/>
                    <a:pt x="3387" y="1588"/>
                    <a:pt x="3399" y="1588"/>
                  </a:cubicBezTo>
                  <a:cubicBezTo>
                    <a:pt x="3408" y="1588"/>
                    <a:pt x="3415" y="1590"/>
                    <a:pt x="3419" y="1596"/>
                  </a:cubicBezTo>
                  <a:lnTo>
                    <a:pt x="3400" y="1611"/>
                  </a:lnTo>
                  <a:lnTo>
                    <a:pt x="3363" y="1643"/>
                  </a:lnTo>
                  <a:cubicBezTo>
                    <a:pt x="3369" y="1651"/>
                    <a:pt x="3375" y="1659"/>
                    <a:pt x="3384" y="1659"/>
                  </a:cubicBezTo>
                  <a:cubicBezTo>
                    <a:pt x="3389" y="1659"/>
                    <a:pt x="3394" y="1657"/>
                    <a:pt x="3400" y="1652"/>
                  </a:cubicBezTo>
                  <a:lnTo>
                    <a:pt x="3400" y="1652"/>
                  </a:lnTo>
                  <a:cubicBezTo>
                    <a:pt x="3391" y="1680"/>
                    <a:pt x="3404" y="1693"/>
                    <a:pt x="3422" y="1718"/>
                  </a:cubicBezTo>
                  <a:cubicBezTo>
                    <a:pt x="3443" y="1741"/>
                    <a:pt x="3461" y="1765"/>
                    <a:pt x="3489" y="1765"/>
                  </a:cubicBezTo>
                  <a:cubicBezTo>
                    <a:pt x="3491" y="1765"/>
                    <a:pt x="3493" y="1765"/>
                    <a:pt x="3494" y="1765"/>
                  </a:cubicBezTo>
                  <a:lnTo>
                    <a:pt x="3494" y="1765"/>
                  </a:lnTo>
                  <a:cubicBezTo>
                    <a:pt x="3470" y="1803"/>
                    <a:pt x="3512" y="1866"/>
                    <a:pt x="3557" y="1866"/>
                  </a:cubicBezTo>
                  <a:cubicBezTo>
                    <a:pt x="3563" y="1866"/>
                    <a:pt x="3570" y="1865"/>
                    <a:pt x="3576" y="1862"/>
                  </a:cubicBezTo>
                  <a:cubicBezTo>
                    <a:pt x="3581" y="1857"/>
                    <a:pt x="3586" y="1855"/>
                    <a:pt x="3590" y="1855"/>
                  </a:cubicBezTo>
                  <a:cubicBezTo>
                    <a:pt x="3599" y="1855"/>
                    <a:pt x="3601" y="1867"/>
                    <a:pt x="3595" y="1887"/>
                  </a:cubicBezTo>
                  <a:cubicBezTo>
                    <a:pt x="3588" y="1908"/>
                    <a:pt x="3586" y="1913"/>
                    <a:pt x="3599" y="1913"/>
                  </a:cubicBezTo>
                  <a:cubicBezTo>
                    <a:pt x="3603" y="1913"/>
                    <a:pt x="3609" y="1913"/>
                    <a:pt x="3617" y="1912"/>
                  </a:cubicBezTo>
                  <a:cubicBezTo>
                    <a:pt x="3618" y="1912"/>
                    <a:pt x="3619" y="1912"/>
                    <a:pt x="3621" y="1912"/>
                  </a:cubicBezTo>
                  <a:cubicBezTo>
                    <a:pt x="3644" y="1912"/>
                    <a:pt x="3635" y="1939"/>
                    <a:pt x="3629" y="1965"/>
                  </a:cubicBezTo>
                  <a:cubicBezTo>
                    <a:pt x="3601" y="2005"/>
                    <a:pt x="3608" y="2019"/>
                    <a:pt x="3631" y="2019"/>
                  </a:cubicBezTo>
                  <a:cubicBezTo>
                    <a:pt x="3633" y="2019"/>
                    <a:pt x="3636" y="2019"/>
                    <a:pt x="3639" y="2019"/>
                  </a:cubicBezTo>
                  <a:cubicBezTo>
                    <a:pt x="3667" y="2025"/>
                    <a:pt x="3692" y="2041"/>
                    <a:pt x="3711" y="2066"/>
                  </a:cubicBezTo>
                  <a:cubicBezTo>
                    <a:pt x="3730" y="2069"/>
                    <a:pt x="3743" y="2074"/>
                    <a:pt x="3752" y="2074"/>
                  </a:cubicBezTo>
                  <a:cubicBezTo>
                    <a:pt x="3760" y="2074"/>
                    <a:pt x="3766" y="2070"/>
                    <a:pt x="3770" y="2056"/>
                  </a:cubicBezTo>
                  <a:cubicBezTo>
                    <a:pt x="3783" y="2047"/>
                    <a:pt x="3798" y="2041"/>
                    <a:pt x="3817" y="2037"/>
                  </a:cubicBezTo>
                  <a:cubicBezTo>
                    <a:pt x="3847" y="2044"/>
                    <a:pt x="3845" y="2055"/>
                    <a:pt x="3837" y="2055"/>
                  </a:cubicBezTo>
                  <a:cubicBezTo>
                    <a:pt x="3834" y="2055"/>
                    <a:pt x="3830" y="2053"/>
                    <a:pt x="3827" y="2050"/>
                  </a:cubicBezTo>
                  <a:cubicBezTo>
                    <a:pt x="3818" y="2048"/>
                    <a:pt x="3812" y="2047"/>
                    <a:pt x="3808" y="2047"/>
                  </a:cubicBezTo>
                  <a:cubicBezTo>
                    <a:pt x="3792" y="2047"/>
                    <a:pt x="3796" y="2059"/>
                    <a:pt x="3789" y="2081"/>
                  </a:cubicBezTo>
                  <a:cubicBezTo>
                    <a:pt x="3786" y="2106"/>
                    <a:pt x="3792" y="2131"/>
                    <a:pt x="3811" y="2147"/>
                  </a:cubicBezTo>
                  <a:lnTo>
                    <a:pt x="3852" y="2197"/>
                  </a:lnTo>
                  <a:cubicBezTo>
                    <a:pt x="3861" y="2237"/>
                    <a:pt x="3868" y="2254"/>
                    <a:pt x="3879" y="2254"/>
                  </a:cubicBezTo>
                  <a:cubicBezTo>
                    <a:pt x="3883" y="2254"/>
                    <a:pt x="3887" y="2252"/>
                    <a:pt x="3892" y="2247"/>
                  </a:cubicBezTo>
                  <a:cubicBezTo>
                    <a:pt x="3914" y="2228"/>
                    <a:pt x="3923" y="2219"/>
                    <a:pt x="3924" y="2219"/>
                  </a:cubicBezTo>
                  <a:lnTo>
                    <a:pt x="3924" y="2219"/>
                  </a:lnTo>
                  <a:cubicBezTo>
                    <a:pt x="3924" y="2219"/>
                    <a:pt x="3919" y="2224"/>
                    <a:pt x="3911" y="2232"/>
                  </a:cubicBezTo>
                  <a:cubicBezTo>
                    <a:pt x="3885" y="2273"/>
                    <a:pt x="3982" y="2393"/>
                    <a:pt x="4036" y="2393"/>
                  </a:cubicBezTo>
                  <a:cubicBezTo>
                    <a:pt x="4039" y="2393"/>
                    <a:pt x="4043" y="2393"/>
                    <a:pt x="4046" y="2392"/>
                  </a:cubicBezTo>
                  <a:lnTo>
                    <a:pt x="4046" y="2392"/>
                  </a:lnTo>
                  <a:lnTo>
                    <a:pt x="4024" y="2407"/>
                  </a:lnTo>
                  <a:cubicBezTo>
                    <a:pt x="4005" y="2423"/>
                    <a:pt x="4015" y="2435"/>
                    <a:pt x="4037" y="2461"/>
                  </a:cubicBezTo>
                  <a:cubicBezTo>
                    <a:pt x="4071" y="2486"/>
                    <a:pt x="4105" y="2514"/>
                    <a:pt x="4137" y="2545"/>
                  </a:cubicBezTo>
                  <a:cubicBezTo>
                    <a:pt x="4171" y="2585"/>
                    <a:pt x="4199" y="2618"/>
                    <a:pt x="4218" y="2618"/>
                  </a:cubicBezTo>
                  <a:cubicBezTo>
                    <a:pt x="4221" y="2618"/>
                    <a:pt x="4225" y="2617"/>
                    <a:pt x="4228" y="2614"/>
                  </a:cubicBezTo>
                  <a:lnTo>
                    <a:pt x="4228" y="2614"/>
                  </a:lnTo>
                  <a:cubicBezTo>
                    <a:pt x="4237" y="2627"/>
                    <a:pt x="4237" y="2627"/>
                    <a:pt x="4218" y="2642"/>
                  </a:cubicBezTo>
                  <a:cubicBezTo>
                    <a:pt x="4190" y="2645"/>
                    <a:pt x="4200" y="2658"/>
                    <a:pt x="4209" y="2670"/>
                  </a:cubicBezTo>
                  <a:cubicBezTo>
                    <a:pt x="4212" y="2674"/>
                    <a:pt x="4216" y="2675"/>
                    <a:pt x="4220" y="2675"/>
                  </a:cubicBezTo>
                  <a:cubicBezTo>
                    <a:pt x="4231" y="2675"/>
                    <a:pt x="4245" y="2663"/>
                    <a:pt x="4259" y="2652"/>
                  </a:cubicBezTo>
                  <a:cubicBezTo>
                    <a:pt x="4264" y="2647"/>
                    <a:pt x="4269" y="2645"/>
                    <a:pt x="4273" y="2645"/>
                  </a:cubicBezTo>
                  <a:cubicBezTo>
                    <a:pt x="4283" y="2645"/>
                    <a:pt x="4288" y="2660"/>
                    <a:pt x="4290" y="2689"/>
                  </a:cubicBezTo>
                  <a:cubicBezTo>
                    <a:pt x="4297" y="2736"/>
                    <a:pt x="4328" y="2774"/>
                    <a:pt x="4372" y="2786"/>
                  </a:cubicBezTo>
                  <a:cubicBezTo>
                    <a:pt x="4381" y="2799"/>
                    <a:pt x="4391" y="2811"/>
                    <a:pt x="4372" y="2830"/>
                  </a:cubicBezTo>
                  <a:cubicBezTo>
                    <a:pt x="4363" y="2856"/>
                    <a:pt x="4365" y="2891"/>
                    <a:pt x="4407" y="2891"/>
                  </a:cubicBezTo>
                  <a:cubicBezTo>
                    <a:pt x="4411" y="2891"/>
                    <a:pt x="4416" y="2891"/>
                    <a:pt x="4422" y="2890"/>
                  </a:cubicBezTo>
                  <a:lnTo>
                    <a:pt x="4422" y="2890"/>
                  </a:lnTo>
                  <a:cubicBezTo>
                    <a:pt x="4435" y="2902"/>
                    <a:pt x="4435" y="2902"/>
                    <a:pt x="4416" y="2918"/>
                  </a:cubicBezTo>
                  <a:cubicBezTo>
                    <a:pt x="4409" y="2939"/>
                    <a:pt x="4399" y="2953"/>
                    <a:pt x="4407" y="2953"/>
                  </a:cubicBezTo>
                  <a:cubicBezTo>
                    <a:pt x="4411" y="2953"/>
                    <a:pt x="4419" y="2950"/>
                    <a:pt x="4435" y="2943"/>
                  </a:cubicBezTo>
                  <a:cubicBezTo>
                    <a:pt x="4475" y="2953"/>
                    <a:pt x="4503" y="2990"/>
                    <a:pt x="4507" y="3031"/>
                  </a:cubicBezTo>
                  <a:cubicBezTo>
                    <a:pt x="4513" y="3039"/>
                    <a:pt x="4519" y="3048"/>
                    <a:pt x="4529" y="3048"/>
                  </a:cubicBezTo>
                  <a:cubicBezTo>
                    <a:pt x="4534" y="3048"/>
                    <a:pt x="4540" y="3045"/>
                    <a:pt x="4547" y="3040"/>
                  </a:cubicBezTo>
                  <a:cubicBezTo>
                    <a:pt x="4561" y="3029"/>
                    <a:pt x="4574" y="3017"/>
                    <a:pt x="4574" y="3017"/>
                  </a:cubicBezTo>
                  <a:lnTo>
                    <a:pt x="4574" y="3017"/>
                  </a:lnTo>
                  <a:cubicBezTo>
                    <a:pt x="4574" y="3017"/>
                    <a:pt x="4572" y="3019"/>
                    <a:pt x="4566" y="3025"/>
                  </a:cubicBezTo>
                  <a:cubicBezTo>
                    <a:pt x="4550" y="3050"/>
                    <a:pt x="4543" y="3061"/>
                    <a:pt x="4549" y="3061"/>
                  </a:cubicBezTo>
                  <a:cubicBezTo>
                    <a:pt x="4554" y="3061"/>
                    <a:pt x="4566" y="3056"/>
                    <a:pt x="4585" y="3047"/>
                  </a:cubicBezTo>
                  <a:cubicBezTo>
                    <a:pt x="4591" y="3041"/>
                    <a:pt x="4597" y="3039"/>
                    <a:pt x="4600" y="3039"/>
                  </a:cubicBezTo>
                  <a:cubicBezTo>
                    <a:pt x="4609" y="3039"/>
                    <a:pt x="4610" y="3048"/>
                    <a:pt x="4598" y="3059"/>
                  </a:cubicBezTo>
                  <a:cubicBezTo>
                    <a:pt x="4588" y="3090"/>
                    <a:pt x="4598" y="3100"/>
                    <a:pt x="4598" y="3100"/>
                  </a:cubicBezTo>
                  <a:cubicBezTo>
                    <a:pt x="4648" y="3141"/>
                    <a:pt x="4692" y="3181"/>
                    <a:pt x="4735" y="3228"/>
                  </a:cubicBezTo>
                  <a:cubicBezTo>
                    <a:pt x="4820" y="3331"/>
                    <a:pt x="4853" y="3373"/>
                    <a:pt x="4880" y="3373"/>
                  </a:cubicBezTo>
                  <a:cubicBezTo>
                    <a:pt x="4882" y="3373"/>
                    <a:pt x="4884" y="3373"/>
                    <a:pt x="4886" y="3372"/>
                  </a:cubicBezTo>
                  <a:cubicBezTo>
                    <a:pt x="4927" y="3382"/>
                    <a:pt x="4930" y="3382"/>
                    <a:pt x="4911" y="3401"/>
                  </a:cubicBezTo>
                  <a:cubicBezTo>
                    <a:pt x="4892" y="3419"/>
                    <a:pt x="4905" y="3432"/>
                    <a:pt x="4914" y="3445"/>
                  </a:cubicBezTo>
                  <a:cubicBezTo>
                    <a:pt x="4927" y="3460"/>
                    <a:pt x="4936" y="3473"/>
                    <a:pt x="4905" y="3473"/>
                  </a:cubicBezTo>
                  <a:cubicBezTo>
                    <a:pt x="4948" y="3485"/>
                    <a:pt x="4948" y="3485"/>
                    <a:pt x="4958" y="3501"/>
                  </a:cubicBezTo>
                  <a:cubicBezTo>
                    <a:pt x="4955" y="3501"/>
                    <a:pt x="4952" y="3500"/>
                    <a:pt x="4949" y="3500"/>
                  </a:cubicBezTo>
                  <a:cubicBezTo>
                    <a:pt x="4929" y="3500"/>
                    <a:pt x="4941" y="3512"/>
                    <a:pt x="4980" y="3526"/>
                  </a:cubicBezTo>
                  <a:cubicBezTo>
                    <a:pt x="5039" y="3539"/>
                    <a:pt x="5057" y="3545"/>
                    <a:pt x="5038" y="3545"/>
                  </a:cubicBezTo>
                  <a:cubicBezTo>
                    <a:pt x="5029" y="3545"/>
                    <a:pt x="5014" y="3544"/>
                    <a:pt x="4992" y="3542"/>
                  </a:cubicBezTo>
                  <a:cubicBezTo>
                    <a:pt x="4991" y="3542"/>
                    <a:pt x="4989" y="3541"/>
                    <a:pt x="4988" y="3541"/>
                  </a:cubicBezTo>
                  <a:cubicBezTo>
                    <a:pt x="4960" y="3541"/>
                    <a:pt x="4954" y="3564"/>
                    <a:pt x="4971" y="3564"/>
                  </a:cubicBezTo>
                  <a:cubicBezTo>
                    <a:pt x="4972" y="3564"/>
                    <a:pt x="4974" y="3564"/>
                    <a:pt x="4977" y="3564"/>
                  </a:cubicBezTo>
                  <a:cubicBezTo>
                    <a:pt x="5014" y="3567"/>
                    <a:pt x="5036" y="3592"/>
                    <a:pt x="5086" y="3614"/>
                  </a:cubicBezTo>
                  <a:cubicBezTo>
                    <a:pt x="5096" y="3626"/>
                    <a:pt x="5104" y="3636"/>
                    <a:pt x="5090" y="3636"/>
                  </a:cubicBezTo>
                  <a:cubicBezTo>
                    <a:pt x="5086" y="3636"/>
                    <a:pt x="5080" y="3635"/>
                    <a:pt x="5071" y="3633"/>
                  </a:cubicBezTo>
                  <a:lnTo>
                    <a:pt x="5071" y="3633"/>
                  </a:lnTo>
                  <a:cubicBezTo>
                    <a:pt x="5039" y="3639"/>
                    <a:pt x="5133" y="3711"/>
                    <a:pt x="5190" y="3739"/>
                  </a:cubicBezTo>
                  <a:cubicBezTo>
                    <a:pt x="5222" y="3748"/>
                    <a:pt x="5238" y="3759"/>
                    <a:pt x="5226" y="3759"/>
                  </a:cubicBezTo>
                  <a:cubicBezTo>
                    <a:pt x="5221" y="3759"/>
                    <a:pt x="5214" y="3758"/>
                    <a:pt x="5202" y="3755"/>
                  </a:cubicBezTo>
                  <a:cubicBezTo>
                    <a:pt x="5189" y="3751"/>
                    <a:pt x="5181" y="3750"/>
                    <a:pt x="5176" y="3750"/>
                  </a:cubicBezTo>
                  <a:cubicBezTo>
                    <a:pt x="5164" y="3750"/>
                    <a:pt x="5172" y="3758"/>
                    <a:pt x="5180" y="3767"/>
                  </a:cubicBezTo>
                  <a:cubicBezTo>
                    <a:pt x="5203" y="3779"/>
                    <a:pt x="5209" y="3783"/>
                    <a:pt x="5205" y="3783"/>
                  </a:cubicBezTo>
                  <a:cubicBezTo>
                    <a:pt x="5199" y="3783"/>
                    <a:pt x="5172" y="3774"/>
                    <a:pt x="5146" y="3764"/>
                  </a:cubicBezTo>
                  <a:cubicBezTo>
                    <a:pt x="5123" y="3753"/>
                    <a:pt x="5111" y="3748"/>
                    <a:pt x="5106" y="3748"/>
                  </a:cubicBezTo>
                  <a:cubicBezTo>
                    <a:pt x="5099" y="3748"/>
                    <a:pt x="5106" y="3759"/>
                    <a:pt x="5118" y="3774"/>
                  </a:cubicBezTo>
                  <a:cubicBezTo>
                    <a:pt x="5152" y="3789"/>
                    <a:pt x="5180" y="3814"/>
                    <a:pt x="5205" y="3843"/>
                  </a:cubicBezTo>
                  <a:lnTo>
                    <a:pt x="5143" y="3849"/>
                  </a:lnTo>
                  <a:cubicBezTo>
                    <a:pt x="5061" y="3858"/>
                    <a:pt x="5086" y="3880"/>
                    <a:pt x="5127" y="3927"/>
                  </a:cubicBezTo>
                  <a:lnTo>
                    <a:pt x="5184" y="3971"/>
                  </a:lnTo>
                  <a:lnTo>
                    <a:pt x="5108" y="3927"/>
                  </a:lnTo>
                  <a:cubicBezTo>
                    <a:pt x="5071" y="3905"/>
                    <a:pt x="4977" y="3868"/>
                    <a:pt x="4977" y="3868"/>
                  </a:cubicBezTo>
                  <a:cubicBezTo>
                    <a:pt x="4961" y="3868"/>
                    <a:pt x="4995" y="3890"/>
                    <a:pt x="5033" y="3911"/>
                  </a:cubicBezTo>
                  <a:cubicBezTo>
                    <a:pt x="5054" y="3922"/>
                    <a:pt x="5057" y="3928"/>
                    <a:pt x="5041" y="3928"/>
                  </a:cubicBezTo>
                  <a:cubicBezTo>
                    <a:pt x="5030" y="3928"/>
                    <a:pt x="5008" y="3924"/>
                    <a:pt x="4977" y="3918"/>
                  </a:cubicBezTo>
                  <a:cubicBezTo>
                    <a:pt x="4945" y="3909"/>
                    <a:pt x="4924" y="3904"/>
                    <a:pt x="4913" y="3904"/>
                  </a:cubicBezTo>
                  <a:cubicBezTo>
                    <a:pt x="4899" y="3904"/>
                    <a:pt x="4898" y="3911"/>
                    <a:pt x="4905" y="3924"/>
                  </a:cubicBezTo>
                  <a:cubicBezTo>
                    <a:pt x="4900" y="3925"/>
                    <a:pt x="4895" y="3925"/>
                    <a:pt x="4890" y="3925"/>
                  </a:cubicBezTo>
                  <a:cubicBezTo>
                    <a:pt x="4867" y="3925"/>
                    <a:pt x="4844" y="3919"/>
                    <a:pt x="4823" y="3908"/>
                  </a:cubicBezTo>
                  <a:cubicBezTo>
                    <a:pt x="4804" y="3908"/>
                    <a:pt x="4804" y="3908"/>
                    <a:pt x="4833" y="3933"/>
                  </a:cubicBezTo>
                  <a:cubicBezTo>
                    <a:pt x="4846" y="3945"/>
                    <a:pt x="4847" y="3950"/>
                    <a:pt x="4839" y="3950"/>
                  </a:cubicBezTo>
                  <a:cubicBezTo>
                    <a:pt x="4831" y="3950"/>
                    <a:pt x="4816" y="3946"/>
                    <a:pt x="4795" y="3937"/>
                  </a:cubicBezTo>
                  <a:cubicBezTo>
                    <a:pt x="4757" y="3913"/>
                    <a:pt x="4727" y="3903"/>
                    <a:pt x="4711" y="3903"/>
                  </a:cubicBezTo>
                  <a:cubicBezTo>
                    <a:pt x="4697" y="3903"/>
                    <a:pt x="4692" y="3909"/>
                    <a:pt x="4701" y="3921"/>
                  </a:cubicBezTo>
                  <a:cubicBezTo>
                    <a:pt x="4723" y="3943"/>
                    <a:pt x="4704" y="3946"/>
                    <a:pt x="4685" y="3946"/>
                  </a:cubicBezTo>
                  <a:cubicBezTo>
                    <a:pt x="4666" y="3949"/>
                    <a:pt x="4651" y="3952"/>
                    <a:pt x="4648" y="3977"/>
                  </a:cubicBezTo>
                  <a:lnTo>
                    <a:pt x="4610" y="3980"/>
                  </a:lnTo>
                  <a:cubicBezTo>
                    <a:pt x="4609" y="3981"/>
                    <a:pt x="4608" y="3981"/>
                    <a:pt x="4607" y="3981"/>
                  </a:cubicBezTo>
                  <a:cubicBezTo>
                    <a:pt x="4592" y="3981"/>
                    <a:pt x="4595" y="3955"/>
                    <a:pt x="4613" y="3955"/>
                  </a:cubicBezTo>
                  <a:lnTo>
                    <a:pt x="4579" y="3933"/>
                  </a:lnTo>
                  <a:cubicBezTo>
                    <a:pt x="4544" y="3937"/>
                    <a:pt x="4529" y="3940"/>
                    <a:pt x="4522" y="3965"/>
                  </a:cubicBezTo>
                  <a:cubicBezTo>
                    <a:pt x="4524" y="3990"/>
                    <a:pt x="4525" y="4002"/>
                    <a:pt x="4522" y="4002"/>
                  </a:cubicBezTo>
                  <a:cubicBezTo>
                    <a:pt x="4520" y="4002"/>
                    <a:pt x="4514" y="3990"/>
                    <a:pt x="4503" y="3965"/>
                  </a:cubicBezTo>
                  <a:cubicBezTo>
                    <a:pt x="4497" y="3950"/>
                    <a:pt x="4483" y="3935"/>
                    <a:pt x="4472" y="3935"/>
                  </a:cubicBezTo>
                  <a:cubicBezTo>
                    <a:pt x="4467" y="3935"/>
                    <a:pt x="4463" y="3938"/>
                    <a:pt x="4460" y="3946"/>
                  </a:cubicBezTo>
                  <a:cubicBezTo>
                    <a:pt x="4460" y="3968"/>
                    <a:pt x="4454" y="3976"/>
                    <a:pt x="4447" y="3976"/>
                  </a:cubicBezTo>
                  <a:cubicBezTo>
                    <a:pt x="4439" y="3976"/>
                    <a:pt x="4429" y="3963"/>
                    <a:pt x="4425" y="3949"/>
                  </a:cubicBezTo>
                  <a:cubicBezTo>
                    <a:pt x="4427" y="3925"/>
                    <a:pt x="4428" y="3912"/>
                    <a:pt x="4423" y="3912"/>
                  </a:cubicBezTo>
                  <a:cubicBezTo>
                    <a:pt x="4417" y="3912"/>
                    <a:pt x="4404" y="3926"/>
                    <a:pt x="4375" y="3955"/>
                  </a:cubicBezTo>
                  <a:cubicBezTo>
                    <a:pt x="4341" y="3958"/>
                    <a:pt x="4281" y="3990"/>
                    <a:pt x="4231" y="3993"/>
                  </a:cubicBezTo>
                  <a:cubicBezTo>
                    <a:pt x="4204" y="3997"/>
                    <a:pt x="4183" y="4000"/>
                    <a:pt x="4166" y="4000"/>
                  </a:cubicBezTo>
                  <a:cubicBezTo>
                    <a:pt x="4144" y="4000"/>
                    <a:pt x="4129" y="3995"/>
                    <a:pt x="4118" y="3980"/>
                  </a:cubicBezTo>
                  <a:cubicBezTo>
                    <a:pt x="4117" y="3976"/>
                    <a:pt x="4117" y="3971"/>
                    <a:pt x="4116" y="3968"/>
                  </a:cubicBezTo>
                  <a:lnTo>
                    <a:pt x="4116" y="3968"/>
                  </a:lnTo>
                  <a:cubicBezTo>
                    <a:pt x="4118" y="4006"/>
                    <a:pt x="4101" y="4009"/>
                    <a:pt x="4055" y="4012"/>
                  </a:cubicBezTo>
                  <a:cubicBezTo>
                    <a:pt x="4046" y="4008"/>
                    <a:pt x="4037" y="4006"/>
                    <a:pt x="4027" y="4006"/>
                  </a:cubicBezTo>
                  <a:cubicBezTo>
                    <a:pt x="4000" y="4006"/>
                    <a:pt x="3974" y="4021"/>
                    <a:pt x="3964" y="4046"/>
                  </a:cubicBezTo>
                  <a:lnTo>
                    <a:pt x="3996" y="4043"/>
                  </a:lnTo>
                  <a:lnTo>
                    <a:pt x="3996" y="4043"/>
                  </a:lnTo>
                  <a:cubicBezTo>
                    <a:pt x="4000" y="4074"/>
                    <a:pt x="3994" y="4087"/>
                    <a:pt x="3981" y="4087"/>
                  </a:cubicBezTo>
                  <a:cubicBezTo>
                    <a:pt x="3973" y="4087"/>
                    <a:pt x="3962" y="4083"/>
                    <a:pt x="3949" y="4074"/>
                  </a:cubicBezTo>
                  <a:cubicBezTo>
                    <a:pt x="3933" y="4074"/>
                    <a:pt x="3930" y="4049"/>
                    <a:pt x="3930" y="4024"/>
                  </a:cubicBezTo>
                  <a:cubicBezTo>
                    <a:pt x="3927" y="4004"/>
                    <a:pt x="3910" y="3980"/>
                    <a:pt x="3895" y="3980"/>
                  </a:cubicBezTo>
                  <a:cubicBezTo>
                    <a:pt x="3894" y="3980"/>
                    <a:pt x="3893" y="3980"/>
                    <a:pt x="3892" y="3980"/>
                  </a:cubicBezTo>
                  <a:cubicBezTo>
                    <a:pt x="3874" y="3980"/>
                    <a:pt x="3858" y="3984"/>
                    <a:pt x="3877" y="4005"/>
                  </a:cubicBezTo>
                  <a:cubicBezTo>
                    <a:pt x="3880" y="4031"/>
                    <a:pt x="3880" y="4031"/>
                    <a:pt x="3864" y="4034"/>
                  </a:cubicBezTo>
                  <a:cubicBezTo>
                    <a:pt x="3862" y="4033"/>
                    <a:pt x="3860" y="4033"/>
                    <a:pt x="3858" y="4033"/>
                  </a:cubicBezTo>
                  <a:cubicBezTo>
                    <a:pt x="3842" y="4033"/>
                    <a:pt x="3826" y="4045"/>
                    <a:pt x="3820" y="4062"/>
                  </a:cubicBezTo>
                  <a:cubicBezTo>
                    <a:pt x="3823" y="4087"/>
                    <a:pt x="3808" y="4090"/>
                    <a:pt x="3789" y="4090"/>
                  </a:cubicBezTo>
                  <a:cubicBezTo>
                    <a:pt x="3778" y="4079"/>
                    <a:pt x="3762" y="4071"/>
                    <a:pt x="3746" y="4071"/>
                  </a:cubicBezTo>
                  <a:cubicBezTo>
                    <a:pt x="3744" y="4071"/>
                    <a:pt x="3741" y="4071"/>
                    <a:pt x="3739" y="4071"/>
                  </a:cubicBezTo>
                  <a:lnTo>
                    <a:pt x="3739" y="4071"/>
                  </a:lnTo>
                  <a:cubicBezTo>
                    <a:pt x="3738" y="4065"/>
                    <a:pt x="3737" y="4055"/>
                    <a:pt x="3736" y="4046"/>
                  </a:cubicBezTo>
                  <a:cubicBezTo>
                    <a:pt x="3733" y="4027"/>
                    <a:pt x="3726" y="4012"/>
                    <a:pt x="3717" y="3996"/>
                  </a:cubicBezTo>
                  <a:cubicBezTo>
                    <a:pt x="3698" y="3999"/>
                    <a:pt x="3701" y="4024"/>
                    <a:pt x="3701" y="4024"/>
                  </a:cubicBezTo>
                  <a:cubicBezTo>
                    <a:pt x="3704" y="4049"/>
                    <a:pt x="3322" y="4087"/>
                    <a:pt x="3275" y="4093"/>
                  </a:cubicBezTo>
                  <a:cubicBezTo>
                    <a:pt x="3260" y="4084"/>
                    <a:pt x="3242" y="4080"/>
                    <a:pt x="3229" y="4080"/>
                  </a:cubicBezTo>
                  <a:cubicBezTo>
                    <a:pt x="3210" y="4080"/>
                    <a:pt x="3199" y="4087"/>
                    <a:pt x="3209" y="4099"/>
                  </a:cubicBezTo>
                  <a:cubicBezTo>
                    <a:pt x="3212" y="4125"/>
                    <a:pt x="3134" y="4134"/>
                    <a:pt x="3037" y="4143"/>
                  </a:cubicBezTo>
                  <a:cubicBezTo>
                    <a:pt x="2924" y="4156"/>
                    <a:pt x="2846" y="4162"/>
                    <a:pt x="2849" y="4187"/>
                  </a:cubicBezTo>
                  <a:lnTo>
                    <a:pt x="2799" y="4193"/>
                  </a:lnTo>
                  <a:cubicBezTo>
                    <a:pt x="2767" y="4197"/>
                    <a:pt x="2739" y="4225"/>
                    <a:pt x="2723" y="4225"/>
                  </a:cubicBezTo>
                  <a:cubicBezTo>
                    <a:pt x="2717" y="4239"/>
                    <a:pt x="2710" y="4246"/>
                    <a:pt x="2706" y="4246"/>
                  </a:cubicBezTo>
                  <a:cubicBezTo>
                    <a:pt x="2702" y="4246"/>
                    <a:pt x="2702" y="4240"/>
                    <a:pt x="2708" y="4228"/>
                  </a:cubicBezTo>
                  <a:cubicBezTo>
                    <a:pt x="2705" y="4203"/>
                    <a:pt x="2702" y="4178"/>
                    <a:pt x="2686" y="4178"/>
                  </a:cubicBezTo>
                  <a:cubicBezTo>
                    <a:pt x="2655" y="4184"/>
                    <a:pt x="2658" y="4209"/>
                    <a:pt x="2658" y="4234"/>
                  </a:cubicBezTo>
                  <a:cubicBezTo>
                    <a:pt x="2661" y="4259"/>
                    <a:pt x="2645" y="4259"/>
                    <a:pt x="2645" y="4259"/>
                  </a:cubicBezTo>
                  <a:cubicBezTo>
                    <a:pt x="2641" y="4260"/>
                    <a:pt x="2638" y="4261"/>
                    <a:pt x="2636" y="4261"/>
                  </a:cubicBezTo>
                  <a:cubicBezTo>
                    <a:pt x="2629" y="4261"/>
                    <a:pt x="2629" y="4256"/>
                    <a:pt x="2626" y="4237"/>
                  </a:cubicBezTo>
                  <a:lnTo>
                    <a:pt x="2623" y="4187"/>
                  </a:lnTo>
                  <a:lnTo>
                    <a:pt x="2604" y="4187"/>
                  </a:lnTo>
                  <a:cubicBezTo>
                    <a:pt x="2608" y="4212"/>
                    <a:pt x="2592" y="4215"/>
                    <a:pt x="2592" y="4215"/>
                  </a:cubicBezTo>
                  <a:cubicBezTo>
                    <a:pt x="2576" y="4215"/>
                    <a:pt x="2576" y="4215"/>
                    <a:pt x="2570" y="4165"/>
                  </a:cubicBezTo>
                  <a:cubicBezTo>
                    <a:pt x="2568" y="4141"/>
                    <a:pt x="2563" y="4129"/>
                    <a:pt x="2557" y="4129"/>
                  </a:cubicBezTo>
                  <a:cubicBezTo>
                    <a:pt x="2551" y="4129"/>
                    <a:pt x="2543" y="4143"/>
                    <a:pt x="2539" y="4168"/>
                  </a:cubicBezTo>
                  <a:lnTo>
                    <a:pt x="2510" y="4197"/>
                  </a:lnTo>
                  <a:cubicBezTo>
                    <a:pt x="2504" y="4183"/>
                    <a:pt x="2498" y="4178"/>
                    <a:pt x="2491" y="4178"/>
                  </a:cubicBezTo>
                  <a:cubicBezTo>
                    <a:pt x="2475" y="4178"/>
                    <a:pt x="2459" y="4210"/>
                    <a:pt x="2448" y="4228"/>
                  </a:cubicBezTo>
                  <a:cubicBezTo>
                    <a:pt x="2437" y="4205"/>
                    <a:pt x="2428" y="4193"/>
                    <a:pt x="2420" y="4193"/>
                  </a:cubicBezTo>
                  <a:cubicBezTo>
                    <a:pt x="2412" y="4193"/>
                    <a:pt x="2406" y="4207"/>
                    <a:pt x="2401" y="4234"/>
                  </a:cubicBezTo>
                  <a:cubicBezTo>
                    <a:pt x="2402" y="4247"/>
                    <a:pt x="2399" y="4253"/>
                    <a:pt x="2393" y="4253"/>
                  </a:cubicBezTo>
                  <a:cubicBezTo>
                    <a:pt x="2387" y="4253"/>
                    <a:pt x="2378" y="4248"/>
                    <a:pt x="2369" y="4237"/>
                  </a:cubicBezTo>
                  <a:cubicBezTo>
                    <a:pt x="2356" y="4221"/>
                    <a:pt x="2344" y="4217"/>
                    <a:pt x="2326" y="4217"/>
                  </a:cubicBezTo>
                  <a:cubicBezTo>
                    <a:pt x="2320" y="4217"/>
                    <a:pt x="2312" y="4218"/>
                    <a:pt x="2304" y="4219"/>
                  </a:cubicBezTo>
                  <a:cubicBezTo>
                    <a:pt x="2288" y="4247"/>
                    <a:pt x="2178" y="4256"/>
                    <a:pt x="2050" y="4272"/>
                  </a:cubicBezTo>
                  <a:cubicBezTo>
                    <a:pt x="1906" y="4284"/>
                    <a:pt x="1812" y="4294"/>
                    <a:pt x="1812" y="4319"/>
                  </a:cubicBezTo>
                  <a:cubicBezTo>
                    <a:pt x="1807" y="4320"/>
                    <a:pt x="1804" y="4320"/>
                    <a:pt x="1802" y="4320"/>
                  </a:cubicBezTo>
                  <a:cubicBezTo>
                    <a:pt x="1795" y="4320"/>
                    <a:pt x="1791" y="4315"/>
                    <a:pt x="1777" y="4297"/>
                  </a:cubicBezTo>
                  <a:cubicBezTo>
                    <a:pt x="1776" y="4287"/>
                    <a:pt x="1773" y="4282"/>
                    <a:pt x="1769" y="4282"/>
                  </a:cubicBezTo>
                  <a:cubicBezTo>
                    <a:pt x="1763" y="4282"/>
                    <a:pt x="1755" y="4296"/>
                    <a:pt x="1749" y="4328"/>
                  </a:cubicBezTo>
                  <a:cubicBezTo>
                    <a:pt x="1742" y="4343"/>
                    <a:pt x="1740" y="4357"/>
                    <a:pt x="1738" y="4357"/>
                  </a:cubicBezTo>
                  <a:cubicBezTo>
                    <a:pt x="1737" y="4357"/>
                    <a:pt x="1736" y="4349"/>
                    <a:pt x="1733" y="4328"/>
                  </a:cubicBezTo>
                  <a:cubicBezTo>
                    <a:pt x="1731" y="4313"/>
                    <a:pt x="1719" y="4308"/>
                    <a:pt x="1695" y="4308"/>
                  </a:cubicBezTo>
                  <a:cubicBezTo>
                    <a:pt x="1679" y="4308"/>
                    <a:pt x="1659" y="4310"/>
                    <a:pt x="1633" y="4313"/>
                  </a:cubicBezTo>
                  <a:cubicBezTo>
                    <a:pt x="1586" y="4319"/>
                    <a:pt x="1523" y="4325"/>
                    <a:pt x="1526" y="4350"/>
                  </a:cubicBezTo>
                  <a:cubicBezTo>
                    <a:pt x="1511" y="4364"/>
                    <a:pt x="1503" y="4371"/>
                    <a:pt x="1501" y="4371"/>
                  </a:cubicBezTo>
                  <a:cubicBezTo>
                    <a:pt x="1499" y="4371"/>
                    <a:pt x="1503" y="4364"/>
                    <a:pt x="1511" y="4350"/>
                  </a:cubicBezTo>
                  <a:cubicBezTo>
                    <a:pt x="1516" y="4322"/>
                    <a:pt x="1492" y="4304"/>
                    <a:pt x="1463" y="4304"/>
                  </a:cubicBezTo>
                  <a:cubicBezTo>
                    <a:pt x="1440" y="4304"/>
                    <a:pt x="1414" y="4315"/>
                    <a:pt x="1395" y="4338"/>
                  </a:cubicBezTo>
                  <a:cubicBezTo>
                    <a:pt x="1391" y="4338"/>
                    <a:pt x="1387" y="4339"/>
                    <a:pt x="1383" y="4339"/>
                  </a:cubicBezTo>
                  <a:cubicBezTo>
                    <a:pt x="1372" y="4339"/>
                    <a:pt x="1363" y="4334"/>
                    <a:pt x="1360" y="4316"/>
                  </a:cubicBezTo>
                  <a:cubicBezTo>
                    <a:pt x="1332" y="4319"/>
                    <a:pt x="1304" y="4331"/>
                    <a:pt x="1282" y="4350"/>
                  </a:cubicBezTo>
                  <a:lnTo>
                    <a:pt x="1172" y="4363"/>
                  </a:lnTo>
                  <a:cubicBezTo>
                    <a:pt x="1147" y="4366"/>
                    <a:pt x="1128" y="4375"/>
                    <a:pt x="1110" y="4394"/>
                  </a:cubicBezTo>
                  <a:lnTo>
                    <a:pt x="1094" y="4394"/>
                  </a:lnTo>
                  <a:cubicBezTo>
                    <a:pt x="1092" y="4382"/>
                    <a:pt x="1074" y="4378"/>
                    <a:pt x="1042" y="4378"/>
                  </a:cubicBezTo>
                  <a:cubicBezTo>
                    <a:pt x="1008" y="4378"/>
                    <a:pt x="959" y="4383"/>
                    <a:pt x="900" y="4388"/>
                  </a:cubicBezTo>
                  <a:cubicBezTo>
                    <a:pt x="836" y="4395"/>
                    <a:pt x="778" y="4401"/>
                    <a:pt x="737" y="4401"/>
                  </a:cubicBezTo>
                  <a:cubicBezTo>
                    <a:pt x="705" y="4401"/>
                    <a:pt x="682" y="4397"/>
                    <a:pt x="674" y="4388"/>
                  </a:cubicBezTo>
                  <a:cubicBezTo>
                    <a:pt x="674" y="4388"/>
                    <a:pt x="658" y="4388"/>
                    <a:pt x="646" y="4416"/>
                  </a:cubicBezTo>
                  <a:cubicBezTo>
                    <a:pt x="638" y="4446"/>
                    <a:pt x="629" y="4460"/>
                    <a:pt x="619" y="4460"/>
                  </a:cubicBezTo>
                  <a:cubicBezTo>
                    <a:pt x="613" y="4460"/>
                    <a:pt x="606" y="4454"/>
                    <a:pt x="599" y="4444"/>
                  </a:cubicBezTo>
                  <a:cubicBezTo>
                    <a:pt x="592" y="4423"/>
                    <a:pt x="573" y="4413"/>
                    <a:pt x="554" y="4413"/>
                  </a:cubicBezTo>
                  <a:cubicBezTo>
                    <a:pt x="531" y="4413"/>
                    <a:pt x="508" y="4428"/>
                    <a:pt x="505" y="4457"/>
                  </a:cubicBezTo>
                  <a:cubicBezTo>
                    <a:pt x="505" y="4464"/>
                    <a:pt x="505" y="4467"/>
                    <a:pt x="505" y="4467"/>
                  </a:cubicBezTo>
                  <a:cubicBezTo>
                    <a:pt x="504" y="4467"/>
                    <a:pt x="504" y="4449"/>
                    <a:pt x="502" y="4432"/>
                  </a:cubicBezTo>
                  <a:cubicBezTo>
                    <a:pt x="494" y="4414"/>
                    <a:pt x="483" y="4406"/>
                    <a:pt x="471" y="4406"/>
                  </a:cubicBezTo>
                  <a:cubicBezTo>
                    <a:pt x="451" y="4406"/>
                    <a:pt x="429" y="4431"/>
                    <a:pt x="423" y="4463"/>
                  </a:cubicBezTo>
                  <a:cubicBezTo>
                    <a:pt x="410" y="4448"/>
                    <a:pt x="398" y="4432"/>
                    <a:pt x="387" y="4432"/>
                  </a:cubicBezTo>
                  <a:cubicBezTo>
                    <a:pt x="382" y="4432"/>
                    <a:pt x="377" y="4435"/>
                    <a:pt x="373" y="4444"/>
                  </a:cubicBezTo>
                  <a:cubicBezTo>
                    <a:pt x="357" y="4444"/>
                    <a:pt x="357" y="4444"/>
                    <a:pt x="351" y="4394"/>
                  </a:cubicBezTo>
                  <a:cubicBezTo>
                    <a:pt x="348" y="4370"/>
                    <a:pt x="345" y="4347"/>
                    <a:pt x="332" y="4347"/>
                  </a:cubicBezTo>
                  <a:cubicBezTo>
                    <a:pt x="331" y="4347"/>
                    <a:pt x="330" y="4347"/>
                    <a:pt x="329" y="4347"/>
                  </a:cubicBezTo>
                  <a:cubicBezTo>
                    <a:pt x="314" y="4347"/>
                    <a:pt x="317" y="4372"/>
                    <a:pt x="320" y="4397"/>
                  </a:cubicBezTo>
                  <a:lnTo>
                    <a:pt x="289" y="4400"/>
                  </a:lnTo>
                  <a:cubicBezTo>
                    <a:pt x="289" y="4400"/>
                    <a:pt x="273" y="4403"/>
                    <a:pt x="273" y="4429"/>
                  </a:cubicBezTo>
                  <a:cubicBezTo>
                    <a:pt x="276" y="4454"/>
                    <a:pt x="260" y="4457"/>
                    <a:pt x="245" y="4457"/>
                  </a:cubicBezTo>
                  <a:cubicBezTo>
                    <a:pt x="244" y="4450"/>
                    <a:pt x="242" y="4447"/>
                    <a:pt x="241" y="4447"/>
                  </a:cubicBezTo>
                  <a:lnTo>
                    <a:pt x="241" y="4447"/>
                  </a:lnTo>
                  <a:cubicBezTo>
                    <a:pt x="237" y="4447"/>
                    <a:pt x="234" y="4466"/>
                    <a:pt x="248" y="4482"/>
                  </a:cubicBezTo>
                  <a:cubicBezTo>
                    <a:pt x="251" y="4507"/>
                    <a:pt x="254" y="4532"/>
                    <a:pt x="238" y="4535"/>
                  </a:cubicBezTo>
                  <a:lnTo>
                    <a:pt x="242" y="4585"/>
                  </a:lnTo>
                  <a:cubicBezTo>
                    <a:pt x="248" y="4635"/>
                    <a:pt x="251" y="4660"/>
                    <a:pt x="285" y="4679"/>
                  </a:cubicBezTo>
                  <a:cubicBezTo>
                    <a:pt x="321" y="4689"/>
                    <a:pt x="353" y="4701"/>
                    <a:pt x="374" y="4701"/>
                  </a:cubicBezTo>
                  <a:cubicBezTo>
                    <a:pt x="392" y="4701"/>
                    <a:pt x="401" y="4693"/>
                    <a:pt x="398" y="4670"/>
                  </a:cubicBezTo>
                  <a:cubicBezTo>
                    <a:pt x="398" y="4670"/>
                    <a:pt x="411" y="4642"/>
                    <a:pt x="426" y="4642"/>
                  </a:cubicBezTo>
                  <a:cubicBezTo>
                    <a:pt x="427" y="4641"/>
                    <a:pt x="428" y="4641"/>
                    <a:pt x="429" y="4641"/>
                  </a:cubicBezTo>
                  <a:cubicBezTo>
                    <a:pt x="444" y="4641"/>
                    <a:pt x="461" y="4664"/>
                    <a:pt x="461" y="4664"/>
                  </a:cubicBezTo>
                  <a:cubicBezTo>
                    <a:pt x="463" y="4677"/>
                    <a:pt x="481" y="4681"/>
                    <a:pt x="510" y="4681"/>
                  </a:cubicBezTo>
                  <a:cubicBezTo>
                    <a:pt x="536" y="4681"/>
                    <a:pt x="571" y="4677"/>
                    <a:pt x="608" y="4673"/>
                  </a:cubicBezTo>
                  <a:cubicBezTo>
                    <a:pt x="654" y="4668"/>
                    <a:pt x="689" y="4665"/>
                    <a:pt x="715" y="4665"/>
                  </a:cubicBezTo>
                  <a:cubicBezTo>
                    <a:pt x="744" y="4665"/>
                    <a:pt x="761" y="4669"/>
                    <a:pt x="771" y="4682"/>
                  </a:cubicBezTo>
                  <a:cubicBezTo>
                    <a:pt x="790" y="4704"/>
                    <a:pt x="806" y="4704"/>
                    <a:pt x="806" y="4704"/>
                  </a:cubicBezTo>
                  <a:cubicBezTo>
                    <a:pt x="802" y="4679"/>
                    <a:pt x="900" y="4667"/>
                    <a:pt x="1009" y="4657"/>
                  </a:cubicBezTo>
                  <a:cubicBezTo>
                    <a:pt x="1122" y="4645"/>
                    <a:pt x="1235" y="4632"/>
                    <a:pt x="1232" y="4607"/>
                  </a:cubicBezTo>
                  <a:lnTo>
                    <a:pt x="1263" y="4604"/>
                  </a:lnTo>
                  <a:cubicBezTo>
                    <a:pt x="1265" y="4621"/>
                    <a:pt x="1280" y="4625"/>
                    <a:pt x="1299" y="4625"/>
                  </a:cubicBezTo>
                  <a:cubicBezTo>
                    <a:pt x="1308" y="4625"/>
                    <a:pt x="1318" y="4624"/>
                    <a:pt x="1329" y="4623"/>
                  </a:cubicBezTo>
                  <a:cubicBezTo>
                    <a:pt x="1345" y="4607"/>
                    <a:pt x="1367" y="4595"/>
                    <a:pt x="1392" y="4591"/>
                  </a:cubicBezTo>
                  <a:cubicBezTo>
                    <a:pt x="1394" y="4610"/>
                    <a:pt x="1403" y="4615"/>
                    <a:pt x="1420" y="4615"/>
                  </a:cubicBezTo>
                  <a:cubicBezTo>
                    <a:pt x="1426" y="4615"/>
                    <a:pt x="1434" y="4614"/>
                    <a:pt x="1442" y="4613"/>
                  </a:cubicBezTo>
                  <a:cubicBezTo>
                    <a:pt x="1473" y="4610"/>
                    <a:pt x="1489" y="4607"/>
                    <a:pt x="1486" y="4582"/>
                  </a:cubicBezTo>
                  <a:cubicBezTo>
                    <a:pt x="1494" y="4580"/>
                    <a:pt x="1530" y="4577"/>
                    <a:pt x="1569" y="4577"/>
                  </a:cubicBezTo>
                  <a:cubicBezTo>
                    <a:pt x="1604" y="4577"/>
                    <a:pt x="1641" y="4580"/>
                    <a:pt x="1664" y="4588"/>
                  </a:cubicBezTo>
                  <a:cubicBezTo>
                    <a:pt x="1669" y="4595"/>
                    <a:pt x="1674" y="4598"/>
                    <a:pt x="1679" y="4598"/>
                  </a:cubicBezTo>
                  <a:cubicBezTo>
                    <a:pt x="1690" y="4598"/>
                    <a:pt x="1700" y="4578"/>
                    <a:pt x="1711" y="4560"/>
                  </a:cubicBezTo>
                  <a:cubicBezTo>
                    <a:pt x="1708" y="4535"/>
                    <a:pt x="1721" y="4507"/>
                    <a:pt x="1736" y="4507"/>
                  </a:cubicBezTo>
                  <a:cubicBezTo>
                    <a:pt x="1736" y="4507"/>
                    <a:pt x="1739" y="4532"/>
                    <a:pt x="1743" y="4557"/>
                  </a:cubicBezTo>
                  <a:cubicBezTo>
                    <a:pt x="1733" y="4576"/>
                    <a:pt x="1731" y="4580"/>
                    <a:pt x="1743" y="4580"/>
                  </a:cubicBezTo>
                  <a:cubicBezTo>
                    <a:pt x="1747" y="4580"/>
                    <a:pt x="1753" y="4580"/>
                    <a:pt x="1761" y="4579"/>
                  </a:cubicBezTo>
                  <a:lnTo>
                    <a:pt x="1793" y="4576"/>
                  </a:lnTo>
                  <a:cubicBezTo>
                    <a:pt x="1790" y="4551"/>
                    <a:pt x="1871" y="4541"/>
                    <a:pt x="1981" y="4532"/>
                  </a:cubicBezTo>
                  <a:cubicBezTo>
                    <a:pt x="2125" y="4516"/>
                    <a:pt x="2172" y="4510"/>
                    <a:pt x="2172" y="4485"/>
                  </a:cubicBezTo>
                  <a:cubicBezTo>
                    <a:pt x="2170" y="4472"/>
                    <a:pt x="2174" y="4465"/>
                    <a:pt x="2186" y="4465"/>
                  </a:cubicBezTo>
                  <a:cubicBezTo>
                    <a:pt x="2195" y="4465"/>
                    <a:pt x="2211" y="4470"/>
                    <a:pt x="2235" y="4479"/>
                  </a:cubicBezTo>
                  <a:cubicBezTo>
                    <a:pt x="2299" y="4519"/>
                    <a:pt x="2323" y="4535"/>
                    <a:pt x="2335" y="4535"/>
                  </a:cubicBezTo>
                  <a:cubicBezTo>
                    <a:pt x="2343" y="4535"/>
                    <a:pt x="2346" y="4529"/>
                    <a:pt x="2351" y="4519"/>
                  </a:cubicBezTo>
                  <a:cubicBezTo>
                    <a:pt x="2335" y="4519"/>
                    <a:pt x="2332" y="4494"/>
                    <a:pt x="2329" y="4469"/>
                  </a:cubicBezTo>
                  <a:cubicBezTo>
                    <a:pt x="2327" y="4444"/>
                    <a:pt x="2330" y="4431"/>
                    <a:pt x="2337" y="4431"/>
                  </a:cubicBezTo>
                  <a:cubicBezTo>
                    <a:pt x="2343" y="4431"/>
                    <a:pt x="2352" y="4443"/>
                    <a:pt x="2363" y="4466"/>
                  </a:cubicBezTo>
                  <a:cubicBezTo>
                    <a:pt x="2364" y="4481"/>
                    <a:pt x="2385" y="4487"/>
                    <a:pt x="2415" y="4487"/>
                  </a:cubicBezTo>
                  <a:cubicBezTo>
                    <a:pt x="2486" y="4487"/>
                    <a:pt x="2607" y="4451"/>
                    <a:pt x="2614" y="4416"/>
                  </a:cubicBezTo>
                  <a:lnTo>
                    <a:pt x="2614" y="4416"/>
                  </a:lnTo>
                  <a:cubicBezTo>
                    <a:pt x="2615" y="4422"/>
                    <a:pt x="2616" y="4431"/>
                    <a:pt x="2617" y="4441"/>
                  </a:cubicBezTo>
                  <a:cubicBezTo>
                    <a:pt x="2619" y="4456"/>
                    <a:pt x="2625" y="4461"/>
                    <a:pt x="2645" y="4461"/>
                  </a:cubicBezTo>
                  <a:cubicBezTo>
                    <a:pt x="2658" y="4461"/>
                    <a:pt x="2676" y="4459"/>
                    <a:pt x="2702" y="4457"/>
                  </a:cubicBezTo>
                  <a:lnTo>
                    <a:pt x="2749" y="4450"/>
                  </a:lnTo>
                  <a:cubicBezTo>
                    <a:pt x="2746" y="4426"/>
                    <a:pt x="2767" y="4418"/>
                    <a:pt x="2790" y="4418"/>
                  </a:cubicBezTo>
                  <a:cubicBezTo>
                    <a:pt x="2815" y="4418"/>
                    <a:pt x="2843" y="4428"/>
                    <a:pt x="2843" y="4441"/>
                  </a:cubicBezTo>
                  <a:cubicBezTo>
                    <a:pt x="2856" y="4460"/>
                    <a:pt x="2860" y="4464"/>
                    <a:pt x="2875" y="4464"/>
                  </a:cubicBezTo>
                  <a:cubicBezTo>
                    <a:pt x="2880" y="4464"/>
                    <a:pt x="2887" y="4464"/>
                    <a:pt x="2896" y="4463"/>
                  </a:cubicBezTo>
                  <a:cubicBezTo>
                    <a:pt x="2915" y="4436"/>
                    <a:pt x="2944" y="4426"/>
                    <a:pt x="2970" y="4426"/>
                  </a:cubicBezTo>
                  <a:cubicBezTo>
                    <a:pt x="2997" y="4426"/>
                    <a:pt x="3020" y="4437"/>
                    <a:pt x="3021" y="4450"/>
                  </a:cubicBezTo>
                  <a:lnTo>
                    <a:pt x="3056" y="4444"/>
                  </a:lnTo>
                  <a:cubicBezTo>
                    <a:pt x="3068" y="4425"/>
                    <a:pt x="3090" y="4413"/>
                    <a:pt x="3115" y="4413"/>
                  </a:cubicBezTo>
                  <a:cubicBezTo>
                    <a:pt x="3162" y="4410"/>
                    <a:pt x="3178" y="4407"/>
                    <a:pt x="3159" y="4385"/>
                  </a:cubicBezTo>
                  <a:cubicBezTo>
                    <a:pt x="3159" y="4360"/>
                    <a:pt x="3156" y="4335"/>
                    <a:pt x="3172" y="4331"/>
                  </a:cubicBezTo>
                  <a:lnTo>
                    <a:pt x="3175" y="4356"/>
                  </a:lnTo>
                  <a:cubicBezTo>
                    <a:pt x="3177" y="4372"/>
                    <a:pt x="3195" y="4377"/>
                    <a:pt x="3223" y="4377"/>
                  </a:cubicBezTo>
                  <a:cubicBezTo>
                    <a:pt x="3241" y="4377"/>
                    <a:pt x="3263" y="4375"/>
                    <a:pt x="3288" y="4372"/>
                  </a:cubicBezTo>
                  <a:cubicBezTo>
                    <a:pt x="3324" y="4368"/>
                    <a:pt x="3351" y="4365"/>
                    <a:pt x="3370" y="4365"/>
                  </a:cubicBezTo>
                  <a:cubicBezTo>
                    <a:pt x="3395" y="4365"/>
                    <a:pt x="3409" y="4369"/>
                    <a:pt x="3419" y="4382"/>
                  </a:cubicBezTo>
                  <a:lnTo>
                    <a:pt x="3432" y="4356"/>
                  </a:lnTo>
                  <a:cubicBezTo>
                    <a:pt x="3438" y="4342"/>
                    <a:pt x="3445" y="4335"/>
                    <a:pt x="3451" y="4335"/>
                  </a:cubicBezTo>
                  <a:cubicBezTo>
                    <a:pt x="3457" y="4335"/>
                    <a:pt x="3462" y="4341"/>
                    <a:pt x="3463" y="4353"/>
                  </a:cubicBezTo>
                  <a:cubicBezTo>
                    <a:pt x="3471" y="4362"/>
                    <a:pt x="3486" y="4367"/>
                    <a:pt x="3504" y="4367"/>
                  </a:cubicBezTo>
                  <a:cubicBezTo>
                    <a:pt x="3529" y="4367"/>
                    <a:pt x="3559" y="4358"/>
                    <a:pt x="3576" y="4341"/>
                  </a:cubicBezTo>
                  <a:lnTo>
                    <a:pt x="3607" y="4338"/>
                  </a:lnTo>
                  <a:cubicBezTo>
                    <a:pt x="3618" y="4360"/>
                    <a:pt x="3633" y="4371"/>
                    <a:pt x="3648" y="4371"/>
                  </a:cubicBezTo>
                  <a:cubicBezTo>
                    <a:pt x="3666" y="4371"/>
                    <a:pt x="3682" y="4357"/>
                    <a:pt x="3689" y="4328"/>
                  </a:cubicBezTo>
                  <a:cubicBezTo>
                    <a:pt x="3691" y="4347"/>
                    <a:pt x="3700" y="4352"/>
                    <a:pt x="3711" y="4352"/>
                  </a:cubicBezTo>
                  <a:cubicBezTo>
                    <a:pt x="3715" y="4352"/>
                    <a:pt x="3719" y="4351"/>
                    <a:pt x="3723" y="4350"/>
                  </a:cubicBezTo>
                  <a:cubicBezTo>
                    <a:pt x="3739" y="4334"/>
                    <a:pt x="3767" y="4325"/>
                    <a:pt x="3788" y="4325"/>
                  </a:cubicBezTo>
                  <a:cubicBezTo>
                    <a:pt x="3804" y="4325"/>
                    <a:pt x="3816" y="4330"/>
                    <a:pt x="3817" y="4341"/>
                  </a:cubicBezTo>
                  <a:lnTo>
                    <a:pt x="3833" y="4341"/>
                  </a:lnTo>
                  <a:cubicBezTo>
                    <a:pt x="3842" y="4322"/>
                    <a:pt x="3858" y="4309"/>
                    <a:pt x="3880" y="4309"/>
                  </a:cubicBezTo>
                  <a:cubicBezTo>
                    <a:pt x="3899" y="4309"/>
                    <a:pt x="3917" y="4297"/>
                    <a:pt x="3924" y="4278"/>
                  </a:cubicBezTo>
                  <a:cubicBezTo>
                    <a:pt x="3936" y="4253"/>
                    <a:pt x="3955" y="4250"/>
                    <a:pt x="3955" y="4250"/>
                  </a:cubicBezTo>
                  <a:cubicBezTo>
                    <a:pt x="3971" y="4250"/>
                    <a:pt x="3955" y="4275"/>
                    <a:pt x="3943" y="4303"/>
                  </a:cubicBezTo>
                  <a:cubicBezTo>
                    <a:pt x="3932" y="4314"/>
                    <a:pt x="3932" y="4320"/>
                    <a:pt x="3939" y="4320"/>
                  </a:cubicBezTo>
                  <a:cubicBezTo>
                    <a:pt x="3950" y="4320"/>
                    <a:pt x="3978" y="4305"/>
                    <a:pt x="4005" y="4272"/>
                  </a:cubicBezTo>
                  <a:cubicBezTo>
                    <a:pt x="4026" y="4243"/>
                    <a:pt x="4036" y="4229"/>
                    <a:pt x="4038" y="4229"/>
                  </a:cubicBezTo>
                  <a:lnTo>
                    <a:pt x="4038" y="4229"/>
                  </a:lnTo>
                  <a:cubicBezTo>
                    <a:pt x="4040" y="4229"/>
                    <a:pt x="4033" y="4242"/>
                    <a:pt x="4021" y="4269"/>
                  </a:cubicBezTo>
                  <a:cubicBezTo>
                    <a:pt x="4012" y="4288"/>
                    <a:pt x="4002" y="4306"/>
                    <a:pt x="4007" y="4306"/>
                  </a:cubicBezTo>
                  <a:cubicBezTo>
                    <a:pt x="4009" y="4306"/>
                    <a:pt x="4014" y="4303"/>
                    <a:pt x="4024" y="4294"/>
                  </a:cubicBezTo>
                  <a:cubicBezTo>
                    <a:pt x="4024" y="4294"/>
                    <a:pt x="4055" y="4291"/>
                    <a:pt x="4052" y="4266"/>
                  </a:cubicBezTo>
                  <a:lnTo>
                    <a:pt x="4099" y="4262"/>
                  </a:lnTo>
                  <a:cubicBezTo>
                    <a:pt x="4116" y="4273"/>
                    <a:pt x="4137" y="4282"/>
                    <a:pt x="4156" y="4282"/>
                  </a:cubicBezTo>
                  <a:cubicBezTo>
                    <a:pt x="4159" y="4282"/>
                    <a:pt x="4162" y="4282"/>
                    <a:pt x="4165" y="4281"/>
                  </a:cubicBezTo>
                  <a:cubicBezTo>
                    <a:pt x="4173" y="4267"/>
                    <a:pt x="4177" y="4260"/>
                    <a:pt x="4181" y="4260"/>
                  </a:cubicBezTo>
                  <a:cubicBezTo>
                    <a:pt x="4186" y="4260"/>
                    <a:pt x="4190" y="4266"/>
                    <a:pt x="4200" y="4278"/>
                  </a:cubicBezTo>
                  <a:cubicBezTo>
                    <a:pt x="4201" y="4287"/>
                    <a:pt x="4204" y="4292"/>
                    <a:pt x="4207" y="4292"/>
                  </a:cubicBezTo>
                  <a:cubicBezTo>
                    <a:pt x="4212" y="4292"/>
                    <a:pt x="4216" y="4280"/>
                    <a:pt x="4212" y="4250"/>
                  </a:cubicBezTo>
                  <a:cubicBezTo>
                    <a:pt x="4219" y="4235"/>
                    <a:pt x="4226" y="4228"/>
                    <a:pt x="4235" y="4228"/>
                  </a:cubicBezTo>
                  <a:cubicBezTo>
                    <a:pt x="4242" y="4228"/>
                    <a:pt x="4250" y="4233"/>
                    <a:pt x="4259" y="4244"/>
                  </a:cubicBezTo>
                  <a:cubicBezTo>
                    <a:pt x="4263" y="4273"/>
                    <a:pt x="4270" y="4285"/>
                    <a:pt x="4274" y="4285"/>
                  </a:cubicBezTo>
                  <a:cubicBezTo>
                    <a:pt x="4277" y="4285"/>
                    <a:pt x="4279" y="4279"/>
                    <a:pt x="4278" y="4269"/>
                  </a:cubicBezTo>
                  <a:cubicBezTo>
                    <a:pt x="4290" y="4241"/>
                    <a:pt x="4306" y="4241"/>
                    <a:pt x="4306" y="4241"/>
                  </a:cubicBezTo>
                  <a:cubicBezTo>
                    <a:pt x="4312" y="4249"/>
                    <a:pt x="4323" y="4253"/>
                    <a:pt x="4352" y="4253"/>
                  </a:cubicBezTo>
                  <a:cubicBezTo>
                    <a:pt x="4367" y="4253"/>
                    <a:pt x="4386" y="4252"/>
                    <a:pt x="4413" y="4250"/>
                  </a:cubicBezTo>
                  <a:cubicBezTo>
                    <a:pt x="4507" y="4241"/>
                    <a:pt x="4632" y="4231"/>
                    <a:pt x="4757" y="4219"/>
                  </a:cubicBezTo>
                  <a:cubicBezTo>
                    <a:pt x="4782" y="4215"/>
                    <a:pt x="4798" y="4184"/>
                    <a:pt x="4779" y="4165"/>
                  </a:cubicBezTo>
                  <a:cubicBezTo>
                    <a:pt x="4766" y="4145"/>
                    <a:pt x="4761" y="4137"/>
                    <a:pt x="4763" y="4137"/>
                  </a:cubicBezTo>
                  <a:lnTo>
                    <a:pt x="4763" y="4137"/>
                  </a:lnTo>
                  <a:cubicBezTo>
                    <a:pt x="4766" y="4137"/>
                    <a:pt x="4781" y="4150"/>
                    <a:pt x="4804" y="4162"/>
                  </a:cubicBezTo>
                  <a:cubicBezTo>
                    <a:pt x="4843" y="4193"/>
                    <a:pt x="4877" y="4208"/>
                    <a:pt x="4892" y="4208"/>
                  </a:cubicBezTo>
                  <a:cubicBezTo>
                    <a:pt x="4909" y="4208"/>
                    <a:pt x="4904" y="4190"/>
                    <a:pt x="4858" y="4156"/>
                  </a:cubicBezTo>
                  <a:cubicBezTo>
                    <a:pt x="4826" y="4134"/>
                    <a:pt x="4810" y="4123"/>
                    <a:pt x="4814" y="4123"/>
                  </a:cubicBezTo>
                  <a:lnTo>
                    <a:pt x="4814" y="4123"/>
                  </a:lnTo>
                  <a:cubicBezTo>
                    <a:pt x="4818" y="4123"/>
                    <a:pt x="4840" y="4133"/>
                    <a:pt x="4883" y="4153"/>
                  </a:cubicBezTo>
                  <a:cubicBezTo>
                    <a:pt x="4904" y="4161"/>
                    <a:pt x="4917" y="4166"/>
                    <a:pt x="4924" y="4166"/>
                  </a:cubicBezTo>
                  <a:cubicBezTo>
                    <a:pt x="4933" y="4166"/>
                    <a:pt x="4934" y="4160"/>
                    <a:pt x="4936" y="4146"/>
                  </a:cubicBezTo>
                  <a:cubicBezTo>
                    <a:pt x="4924" y="4135"/>
                    <a:pt x="4926" y="4128"/>
                    <a:pt x="4934" y="4128"/>
                  </a:cubicBezTo>
                  <a:cubicBezTo>
                    <a:pt x="4941" y="4128"/>
                    <a:pt x="4953" y="4133"/>
                    <a:pt x="4964" y="4143"/>
                  </a:cubicBezTo>
                  <a:cubicBezTo>
                    <a:pt x="4996" y="4158"/>
                    <a:pt x="5031" y="4172"/>
                    <a:pt x="5042" y="4172"/>
                  </a:cubicBezTo>
                  <a:cubicBezTo>
                    <a:pt x="5047" y="4172"/>
                    <a:pt x="5047" y="4169"/>
                    <a:pt x="5039" y="4162"/>
                  </a:cubicBezTo>
                  <a:cubicBezTo>
                    <a:pt x="5068" y="4162"/>
                    <a:pt x="5096" y="4168"/>
                    <a:pt x="5121" y="4178"/>
                  </a:cubicBezTo>
                  <a:cubicBezTo>
                    <a:pt x="5134" y="4182"/>
                    <a:pt x="5144" y="4184"/>
                    <a:pt x="5152" y="4184"/>
                  </a:cubicBezTo>
                  <a:cubicBezTo>
                    <a:pt x="5175" y="4184"/>
                    <a:pt x="5177" y="4165"/>
                    <a:pt x="5177" y="4146"/>
                  </a:cubicBezTo>
                  <a:cubicBezTo>
                    <a:pt x="5189" y="4118"/>
                    <a:pt x="5201" y="4104"/>
                    <a:pt x="5215" y="4104"/>
                  </a:cubicBezTo>
                  <a:cubicBezTo>
                    <a:pt x="5227" y="4104"/>
                    <a:pt x="5241" y="4115"/>
                    <a:pt x="5259" y="4137"/>
                  </a:cubicBezTo>
                  <a:cubicBezTo>
                    <a:pt x="5270" y="4152"/>
                    <a:pt x="5290" y="4159"/>
                    <a:pt x="5309" y="4159"/>
                  </a:cubicBezTo>
                  <a:cubicBezTo>
                    <a:pt x="5350" y="4159"/>
                    <a:pt x="5391" y="4132"/>
                    <a:pt x="5359" y="4103"/>
                  </a:cubicBezTo>
                  <a:cubicBezTo>
                    <a:pt x="5331" y="4075"/>
                    <a:pt x="5320" y="4063"/>
                    <a:pt x="5322" y="4063"/>
                  </a:cubicBezTo>
                  <a:lnTo>
                    <a:pt x="5322" y="4063"/>
                  </a:lnTo>
                  <a:cubicBezTo>
                    <a:pt x="5324" y="4063"/>
                    <a:pt x="5332" y="4069"/>
                    <a:pt x="5346" y="4078"/>
                  </a:cubicBezTo>
                  <a:cubicBezTo>
                    <a:pt x="5368" y="4090"/>
                    <a:pt x="5390" y="4096"/>
                    <a:pt x="5412" y="4096"/>
                  </a:cubicBezTo>
                  <a:cubicBezTo>
                    <a:pt x="5420" y="4095"/>
                    <a:pt x="5428" y="4094"/>
                    <a:pt x="5437" y="4094"/>
                  </a:cubicBezTo>
                  <a:cubicBezTo>
                    <a:pt x="5460" y="4094"/>
                    <a:pt x="5482" y="4100"/>
                    <a:pt x="5503" y="4112"/>
                  </a:cubicBezTo>
                  <a:cubicBezTo>
                    <a:pt x="5522" y="4109"/>
                    <a:pt x="5538" y="4096"/>
                    <a:pt x="5544" y="4081"/>
                  </a:cubicBezTo>
                  <a:cubicBezTo>
                    <a:pt x="5530" y="4059"/>
                    <a:pt x="5545" y="4050"/>
                    <a:pt x="5578" y="4050"/>
                  </a:cubicBezTo>
                  <a:cubicBezTo>
                    <a:pt x="5618" y="4050"/>
                    <a:pt x="5682" y="4063"/>
                    <a:pt x="5751" y="4084"/>
                  </a:cubicBezTo>
                  <a:lnTo>
                    <a:pt x="5757" y="4059"/>
                  </a:lnTo>
                  <a:lnTo>
                    <a:pt x="5754" y="4056"/>
                  </a:lnTo>
                  <a:cubicBezTo>
                    <a:pt x="5671" y="4013"/>
                    <a:pt x="5616" y="3984"/>
                    <a:pt x="5626" y="3984"/>
                  </a:cubicBezTo>
                  <a:cubicBezTo>
                    <a:pt x="5630" y="3984"/>
                    <a:pt x="5644" y="3988"/>
                    <a:pt x="5672" y="3999"/>
                  </a:cubicBezTo>
                  <a:lnTo>
                    <a:pt x="5719" y="4018"/>
                  </a:lnTo>
                  <a:cubicBezTo>
                    <a:pt x="5627" y="3972"/>
                    <a:pt x="5600" y="3923"/>
                    <a:pt x="5644" y="3923"/>
                  </a:cubicBezTo>
                  <a:cubicBezTo>
                    <a:pt x="5653" y="3923"/>
                    <a:pt x="5666" y="3925"/>
                    <a:pt x="5682" y="3930"/>
                  </a:cubicBezTo>
                  <a:cubicBezTo>
                    <a:pt x="5702" y="3937"/>
                    <a:pt x="5713" y="3941"/>
                    <a:pt x="5717" y="3941"/>
                  </a:cubicBezTo>
                  <a:cubicBezTo>
                    <a:pt x="5722" y="3941"/>
                    <a:pt x="5719" y="3936"/>
                    <a:pt x="5710" y="3924"/>
                  </a:cubicBezTo>
                  <a:lnTo>
                    <a:pt x="5663" y="3911"/>
                  </a:lnTo>
                  <a:cubicBezTo>
                    <a:pt x="5625" y="3902"/>
                    <a:pt x="5588" y="3886"/>
                    <a:pt x="5556" y="3861"/>
                  </a:cubicBezTo>
                  <a:cubicBezTo>
                    <a:pt x="5544" y="3847"/>
                    <a:pt x="5532" y="3832"/>
                    <a:pt x="5548" y="3832"/>
                  </a:cubicBezTo>
                  <a:cubicBezTo>
                    <a:pt x="5552" y="3832"/>
                    <a:pt x="5559" y="3833"/>
                    <a:pt x="5569" y="3836"/>
                  </a:cubicBezTo>
                  <a:cubicBezTo>
                    <a:pt x="5594" y="3827"/>
                    <a:pt x="5619" y="3817"/>
                    <a:pt x="5578" y="3805"/>
                  </a:cubicBezTo>
                  <a:cubicBezTo>
                    <a:pt x="5566" y="3796"/>
                    <a:pt x="5569" y="3780"/>
                    <a:pt x="5585" y="3774"/>
                  </a:cubicBezTo>
                  <a:lnTo>
                    <a:pt x="5513" y="3686"/>
                  </a:lnTo>
                  <a:cubicBezTo>
                    <a:pt x="5457" y="3660"/>
                    <a:pt x="5426" y="3622"/>
                    <a:pt x="5450" y="3622"/>
                  </a:cubicBezTo>
                  <a:cubicBezTo>
                    <a:pt x="5452" y="3622"/>
                    <a:pt x="5454" y="3623"/>
                    <a:pt x="5456" y="3623"/>
                  </a:cubicBezTo>
                  <a:cubicBezTo>
                    <a:pt x="5431" y="3595"/>
                    <a:pt x="5403" y="3570"/>
                    <a:pt x="5368" y="3554"/>
                  </a:cubicBezTo>
                  <a:cubicBezTo>
                    <a:pt x="5334" y="3513"/>
                    <a:pt x="5315" y="3492"/>
                    <a:pt x="5350" y="3492"/>
                  </a:cubicBezTo>
                  <a:cubicBezTo>
                    <a:pt x="5381" y="3492"/>
                    <a:pt x="5381" y="3492"/>
                    <a:pt x="5331" y="3470"/>
                  </a:cubicBezTo>
                  <a:cubicBezTo>
                    <a:pt x="5303" y="3466"/>
                    <a:pt x="5278" y="3451"/>
                    <a:pt x="5262" y="3429"/>
                  </a:cubicBezTo>
                  <a:cubicBezTo>
                    <a:pt x="5246" y="3407"/>
                    <a:pt x="5227" y="3385"/>
                    <a:pt x="5227" y="3385"/>
                  </a:cubicBezTo>
                  <a:cubicBezTo>
                    <a:pt x="5218" y="3386"/>
                    <a:pt x="5212" y="3387"/>
                    <a:pt x="5207" y="3387"/>
                  </a:cubicBezTo>
                  <a:cubicBezTo>
                    <a:pt x="5195" y="3387"/>
                    <a:pt x="5192" y="3383"/>
                    <a:pt x="5180" y="3369"/>
                  </a:cubicBezTo>
                  <a:cubicBezTo>
                    <a:pt x="5162" y="3347"/>
                    <a:pt x="5140" y="3282"/>
                    <a:pt x="5121" y="3260"/>
                  </a:cubicBezTo>
                  <a:cubicBezTo>
                    <a:pt x="5090" y="3221"/>
                    <a:pt x="5077" y="3206"/>
                    <a:pt x="5070" y="3206"/>
                  </a:cubicBezTo>
                  <a:cubicBezTo>
                    <a:pt x="5065" y="3206"/>
                    <a:pt x="5064" y="3213"/>
                    <a:pt x="5061" y="3225"/>
                  </a:cubicBezTo>
                  <a:cubicBezTo>
                    <a:pt x="5068" y="3234"/>
                    <a:pt x="5067" y="3240"/>
                    <a:pt x="5063" y="3240"/>
                  </a:cubicBezTo>
                  <a:cubicBezTo>
                    <a:pt x="5057" y="3240"/>
                    <a:pt x="5048" y="3231"/>
                    <a:pt x="5043" y="3203"/>
                  </a:cubicBezTo>
                  <a:cubicBezTo>
                    <a:pt x="5014" y="3150"/>
                    <a:pt x="4980" y="3097"/>
                    <a:pt x="4945" y="3047"/>
                  </a:cubicBezTo>
                  <a:cubicBezTo>
                    <a:pt x="4897" y="2990"/>
                    <a:pt x="4885" y="2975"/>
                    <a:pt x="4876" y="2975"/>
                  </a:cubicBezTo>
                  <a:cubicBezTo>
                    <a:pt x="4872" y="2975"/>
                    <a:pt x="4869" y="2979"/>
                    <a:pt x="4861" y="2984"/>
                  </a:cubicBezTo>
                  <a:cubicBezTo>
                    <a:pt x="4848" y="3004"/>
                    <a:pt x="4840" y="3013"/>
                    <a:pt x="4836" y="3013"/>
                  </a:cubicBezTo>
                  <a:cubicBezTo>
                    <a:pt x="4831" y="3013"/>
                    <a:pt x="4835" y="2998"/>
                    <a:pt x="4851" y="2971"/>
                  </a:cubicBezTo>
                  <a:cubicBezTo>
                    <a:pt x="4863" y="2930"/>
                    <a:pt x="4861" y="2912"/>
                    <a:pt x="4851" y="2912"/>
                  </a:cubicBezTo>
                  <a:cubicBezTo>
                    <a:pt x="4848" y="2912"/>
                    <a:pt x="4844" y="2914"/>
                    <a:pt x="4839" y="2918"/>
                  </a:cubicBezTo>
                  <a:cubicBezTo>
                    <a:pt x="4827" y="2921"/>
                    <a:pt x="4820" y="2922"/>
                    <a:pt x="4815" y="2922"/>
                  </a:cubicBezTo>
                  <a:cubicBezTo>
                    <a:pt x="4808" y="2922"/>
                    <a:pt x="4805" y="2919"/>
                    <a:pt x="4798" y="2912"/>
                  </a:cubicBezTo>
                  <a:cubicBezTo>
                    <a:pt x="4820" y="2896"/>
                    <a:pt x="4807" y="2884"/>
                    <a:pt x="4770" y="2874"/>
                  </a:cubicBezTo>
                  <a:cubicBezTo>
                    <a:pt x="4757" y="2862"/>
                    <a:pt x="4757" y="2862"/>
                    <a:pt x="4776" y="2846"/>
                  </a:cubicBezTo>
                  <a:cubicBezTo>
                    <a:pt x="4776" y="2846"/>
                    <a:pt x="4767" y="2833"/>
                    <a:pt x="4757" y="2821"/>
                  </a:cubicBezTo>
                  <a:cubicBezTo>
                    <a:pt x="4755" y="2821"/>
                    <a:pt x="4753" y="2821"/>
                    <a:pt x="4751" y="2821"/>
                  </a:cubicBezTo>
                  <a:cubicBezTo>
                    <a:pt x="4695" y="2821"/>
                    <a:pt x="4657" y="2735"/>
                    <a:pt x="4666" y="2708"/>
                  </a:cubicBezTo>
                  <a:cubicBezTo>
                    <a:pt x="4666" y="2708"/>
                    <a:pt x="4658" y="2700"/>
                    <a:pt x="4641" y="2700"/>
                  </a:cubicBezTo>
                  <a:cubicBezTo>
                    <a:pt x="4636" y="2700"/>
                    <a:pt x="4631" y="2701"/>
                    <a:pt x="4626" y="2702"/>
                  </a:cubicBezTo>
                  <a:cubicBezTo>
                    <a:pt x="4610" y="2708"/>
                    <a:pt x="4598" y="2711"/>
                    <a:pt x="4590" y="2711"/>
                  </a:cubicBezTo>
                  <a:cubicBezTo>
                    <a:pt x="4574" y="2711"/>
                    <a:pt x="4578" y="2698"/>
                    <a:pt x="4604" y="2677"/>
                  </a:cubicBezTo>
                  <a:cubicBezTo>
                    <a:pt x="4626" y="2658"/>
                    <a:pt x="4636" y="2649"/>
                    <a:pt x="4632" y="2649"/>
                  </a:cubicBezTo>
                  <a:cubicBezTo>
                    <a:pt x="4629" y="2649"/>
                    <a:pt x="4617" y="2654"/>
                    <a:pt x="4594" y="2664"/>
                  </a:cubicBezTo>
                  <a:cubicBezTo>
                    <a:pt x="4594" y="2664"/>
                    <a:pt x="4593" y="2664"/>
                    <a:pt x="4592" y="2664"/>
                  </a:cubicBezTo>
                  <a:cubicBezTo>
                    <a:pt x="4564" y="2664"/>
                    <a:pt x="4514" y="2604"/>
                    <a:pt x="4563" y="2586"/>
                  </a:cubicBezTo>
                  <a:lnTo>
                    <a:pt x="4601" y="2551"/>
                  </a:lnTo>
                  <a:lnTo>
                    <a:pt x="4601" y="2551"/>
                  </a:lnTo>
                  <a:cubicBezTo>
                    <a:pt x="4595" y="2553"/>
                    <a:pt x="4590" y="2553"/>
                    <a:pt x="4586" y="2553"/>
                  </a:cubicBezTo>
                  <a:cubicBezTo>
                    <a:pt x="4569" y="2553"/>
                    <a:pt x="4563" y="2545"/>
                    <a:pt x="4563" y="2545"/>
                  </a:cubicBezTo>
                  <a:cubicBezTo>
                    <a:pt x="4557" y="2550"/>
                    <a:pt x="4552" y="2552"/>
                    <a:pt x="4547" y="2552"/>
                  </a:cubicBezTo>
                  <a:cubicBezTo>
                    <a:pt x="4534" y="2552"/>
                    <a:pt x="4523" y="2538"/>
                    <a:pt x="4500" y="2511"/>
                  </a:cubicBezTo>
                  <a:cubicBezTo>
                    <a:pt x="4482" y="2486"/>
                    <a:pt x="4422" y="2454"/>
                    <a:pt x="4400" y="2429"/>
                  </a:cubicBezTo>
                  <a:cubicBezTo>
                    <a:pt x="4381" y="2404"/>
                    <a:pt x="4350" y="2366"/>
                    <a:pt x="4359" y="2338"/>
                  </a:cubicBezTo>
                  <a:cubicBezTo>
                    <a:pt x="4344" y="2319"/>
                    <a:pt x="4322" y="2307"/>
                    <a:pt x="4300" y="2304"/>
                  </a:cubicBezTo>
                  <a:cubicBezTo>
                    <a:pt x="4298" y="2304"/>
                    <a:pt x="4296" y="2304"/>
                    <a:pt x="4294" y="2304"/>
                  </a:cubicBezTo>
                  <a:cubicBezTo>
                    <a:pt x="4266" y="2304"/>
                    <a:pt x="4251" y="2281"/>
                    <a:pt x="4268" y="2266"/>
                  </a:cubicBezTo>
                  <a:lnTo>
                    <a:pt x="4259" y="2254"/>
                  </a:lnTo>
                  <a:cubicBezTo>
                    <a:pt x="4240" y="2254"/>
                    <a:pt x="4221" y="2244"/>
                    <a:pt x="4209" y="2235"/>
                  </a:cubicBezTo>
                  <a:cubicBezTo>
                    <a:pt x="4226" y="2218"/>
                    <a:pt x="4235" y="2193"/>
                    <a:pt x="4214" y="2193"/>
                  </a:cubicBezTo>
                  <a:cubicBezTo>
                    <a:pt x="4211" y="2193"/>
                    <a:pt x="4209" y="2194"/>
                    <a:pt x="4206" y="2194"/>
                  </a:cubicBezTo>
                  <a:cubicBezTo>
                    <a:pt x="4200" y="2199"/>
                    <a:pt x="4195" y="2201"/>
                    <a:pt x="4191" y="2201"/>
                  </a:cubicBezTo>
                  <a:cubicBezTo>
                    <a:pt x="4180" y="2201"/>
                    <a:pt x="4171" y="2190"/>
                    <a:pt x="4156" y="2172"/>
                  </a:cubicBezTo>
                  <a:cubicBezTo>
                    <a:pt x="4156" y="2132"/>
                    <a:pt x="3832" y="1739"/>
                    <a:pt x="3800" y="1739"/>
                  </a:cubicBezTo>
                  <a:cubicBezTo>
                    <a:pt x="3799" y="1739"/>
                    <a:pt x="3799" y="1739"/>
                    <a:pt x="3798" y="1740"/>
                  </a:cubicBezTo>
                  <a:lnTo>
                    <a:pt x="3767" y="1702"/>
                  </a:lnTo>
                  <a:lnTo>
                    <a:pt x="3739" y="1665"/>
                  </a:lnTo>
                  <a:cubicBezTo>
                    <a:pt x="3776" y="1633"/>
                    <a:pt x="3704" y="1586"/>
                    <a:pt x="3657" y="1564"/>
                  </a:cubicBezTo>
                  <a:cubicBezTo>
                    <a:pt x="3653" y="1566"/>
                    <a:pt x="3648" y="1566"/>
                    <a:pt x="3644" y="1566"/>
                  </a:cubicBezTo>
                  <a:cubicBezTo>
                    <a:pt x="3628" y="1566"/>
                    <a:pt x="3615" y="1558"/>
                    <a:pt x="3607" y="1545"/>
                  </a:cubicBezTo>
                  <a:cubicBezTo>
                    <a:pt x="3645" y="1511"/>
                    <a:pt x="3613" y="1473"/>
                    <a:pt x="3573" y="1467"/>
                  </a:cubicBezTo>
                  <a:cubicBezTo>
                    <a:pt x="3558" y="1473"/>
                    <a:pt x="3546" y="1476"/>
                    <a:pt x="3539" y="1476"/>
                  </a:cubicBezTo>
                  <a:cubicBezTo>
                    <a:pt x="3525" y="1476"/>
                    <a:pt x="3528" y="1463"/>
                    <a:pt x="3554" y="1442"/>
                  </a:cubicBezTo>
                  <a:cubicBezTo>
                    <a:pt x="3581" y="1417"/>
                    <a:pt x="3579" y="1397"/>
                    <a:pt x="3547" y="1397"/>
                  </a:cubicBezTo>
                  <a:cubicBezTo>
                    <a:pt x="3534" y="1397"/>
                    <a:pt x="3517" y="1400"/>
                    <a:pt x="3494" y="1408"/>
                  </a:cubicBezTo>
                  <a:cubicBezTo>
                    <a:pt x="3487" y="1408"/>
                    <a:pt x="3481" y="1409"/>
                    <a:pt x="3476" y="1409"/>
                  </a:cubicBezTo>
                  <a:cubicBezTo>
                    <a:pt x="3464" y="1409"/>
                    <a:pt x="3465" y="1404"/>
                    <a:pt x="3472" y="1382"/>
                  </a:cubicBezTo>
                  <a:cubicBezTo>
                    <a:pt x="3493" y="1351"/>
                    <a:pt x="3494" y="1335"/>
                    <a:pt x="3485" y="1335"/>
                  </a:cubicBezTo>
                  <a:cubicBezTo>
                    <a:pt x="3482" y="1335"/>
                    <a:pt x="3478" y="1337"/>
                    <a:pt x="3472" y="1342"/>
                  </a:cubicBezTo>
                  <a:cubicBezTo>
                    <a:pt x="3457" y="1348"/>
                    <a:pt x="3445" y="1351"/>
                    <a:pt x="3437" y="1351"/>
                  </a:cubicBezTo>
                  <a:cubicBezTo>
                    <a:pt x="3420" y="1351"/>
                    <a:pt x="3422" y="1336"/>
                    <a:pt x="3441" y="1304"/>
                  </a:cubicBezTo>
                  <a:cubicBezTo>
                    <a:pt x="3453" y="1268"/>
                    <a:pt x="3457" y="1255"/>
                    <a:pt x="3446" y="1255"/>
                  </a:cubicBezTo>
                  <a:cubicBezTo>
                    <a:pt x="3440" y="1255"/>
                    <a:pt x="3428" y="1260"/>
                    <a:pt x="3410" y="1267"/>
                  </a:cubicBezTo>
                  <a:cubicBezTo>
                    <a:pt x="3402" y="1271"/>
                    <a:pt x="3394" y="1273"/>
                    <a:pt x="3386" y="1273"/>
                  </a:cubicBezTo>
                  <a:cubicBezTo>
                    <a:pt x="3350" y="1273"/>
                    <a:pt x="3324" y="1228"/>
                    <a:pt x="3350" y="1194"/>
                  </a:cubicBezTo>
                  <a:cubicBezTo>
                    <a:pt x="3340" y="1185"/>
                    <a:pt x="3344" y="1165"/>
                    <a:pt x="3337" y="1165"/>
                  </a:cubicBezTo>
                  <a:cubicBezTo>
                    <a:pt x="3335" y="1165"/>
                    <a:pt x="3332" y="1166"/>
                    <a:pt x="3328" y="1169"/>
                  </a:cubicBezTo>
                  <a:lnTo>
                    <a:pt x="3338" y="1141"/>
                  </a:lnTo>
                  <a:lnTo>
                    <a:pt x="3319" y="1116"/>
                  </a:lnTo>
                  <a:lnTo>
                    <a:pt x="3297" y="1132"/>
                  </a:lnTo>
                  <a:cubicBezTo>
                    <a:pt x="3263" y="1066"/>
                    <a:pt x="3222" y="1000"/>
                    <a:pt x="3175" y="941"/>
                  </a:cubicBezTo>
                  <a:lnTo>
                    <a:pt x="3103" y="856"/>
                  </a:lnTo>
                  <a:lnTo>
                    <a:pt x="3034" y="775"/>
                  </a:lnTo>
                  <a:cubicBezTo>
                    <a:pt x="3015" y="755"/>
                    <a:pt x="3003" y="747"/>
                    <a:pt x="2997" y="747"/>
                  </a:cubicBezTo>
                  <a:cubicBezTo>
                    <a:pt x="2993" y="747"/>
                    <a:pt x="2992" y="752"/>
                    <a:pt x="2993" y="762"/>
                  </a:cubicBezTo>
                  <a:cubicBezTo>
                    <a:pt x="2986" y="783"/>
                    <a:pt x="2978" y="792"/>
                    <a:pt x="2971" y="792"/>
                  </a:cubicBezTo>
                  <a:cubicBezTo>
                    <a:pt x="2958" y="792"/>
                    <a:pt x="2947" y="761"/>
                    <a:pt x="2955" y="718"/>
                  </a:cubicBezTo>
                  <a:cubicBezTo>
                    <a:pt x="2933" y="674"/>
                    <a:pt x="2908" y="630"/>
                    <a:pt x="2880" y="590"/>
                  </a:cubicBezTo>
                  <a:cubicBezTo>
                    <a:pt x="2846" y="546"/>
                    <a:pt x="2811" y="505"/>
                    <a:pt x="2818" y="477"/>
                  </a:cubicBezTo>
                  <a:lnTo>
                    <a:pt x="2802" y="455"/>
                  </a:lnTo>
                  <a:cubicBezTo>
                    <a:pt x="2800" y="455"/>
                    <a:pt x="2798" y="455"/>
                    <a:pt x="2795" y="455"/>
                  </a:cubicBezTo>
                  <a:cubicBezTo>
                    <a:pt x="2738" y="455"/>
                    <a:pt x="2643" y="341"/>
                    <a:pt x="2592" y="242"/>
                  </a:cubicBezTo>
                  <a:cubicBezTo>
                    <a:pt x="2557" y="198"/>
                    <a:pt x="2535" y="176"/>
                    <a:pt x="2501" y="173"/>
                  </a:cubicBezTo>
                  <a:cubicBezTo>
                    <a:pt x="2467" y="170"/>
                    <a:pt x="2467" y="173"/>
                    <a:pt x="2448" y="110"/>
                  </a:cubicBezTo>
                  <a:cubicBezTo>
                    <a:pt x="2438" y="69"/>
                    <a:pt x="2420" y="32"/>
                    <a:pt x="23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37"/>
            <p:cNvSpPr/>
            <p:nvPr/>
          </p:nvSpPr>
          <p:spPr>
            <a:xfrm>
              <a:off x="4297789" y="3879115"/>
              <a:ext cx="108578" cy="107093"/>
            </a:xfrm>
            <a:custGeom>
              <a:avLst/>
              <a:gdLst/>
              <a:ahLst/>
              <a:cxnLst/>
              <a:rect l="l" t="t" r="r" b="b"/>
              <a:pathLst>
                <a:path w="5965" h="5929" extrusionOk="0">
                  <a:moveTo>
                    <a:pt x="4794" y="198"/>
                  </a:moveTo>
                  <a:cubicBezTo>
                    <a:pt x="4798" y="198"/>
                    <a:pt x="4801" y="198"/>
                    <a:pt x="4805" y="200"/>
                  </a:cubicBezTo>
                  <a:cubicBezTo>
                    <a:pt x="4826" y="213"/>
                    <a:pt x="4826" y="213"/>
                    <a:pt x="4817" y="234"/>
                  </a:cubicBezTo>
                  <a:cubicBezTo>
                    <a:pt x="4813" y="243"/>
                    <a:pt x="4805" y="248"/>
                    <a:pt x="4796" y="248"/>
                  </a:cubicBezTo>
                  <a:cubicBezTo>
                    <a:pt x="4791" y="248"/>
                    <a:pt x="4787" y="247"/>
                    <a:pt x="4783" y="244"/>
                  </a:cubicBezTo>
                  <a:lnTo>
                    <a:pt x="4770" y="213"/>
                  </a:lnTo>
                  <a:cubicBezTo>
                    <a:pt x="4775" y="203"/>
                    <a:pt x="4784" y="198"/>
                    <a:pt x="4794" y="198"/>
                  </a:cubicBezTo>
                  <a:close/>
                  <a:moveTo>
                    <a:pt x="2931" y="313"/>
                  </a:moveTo>
                  <a:cubicBezTo>
                    <a:pt x="2931" y="338"/>
                    <a:pt x="2934" y="363"/>
                    <a:pt x="2912" y="366"/>
                  </a:cubicBezTo>
                  <a:lnTo>
                    <a:pt x="2893" y="366"/>
                  </a:lnTo>
                  <a:cubicBezTo>
                    <a:pt x="2893" y="347"/>
                    <a:pt x="2899" y="328"/>
                    <a:pt x="2909" y="316"/>
                  </a:cubicBezTo>
                  <a:lnTo>
                    <a:pt x="2931" y="313"/>
                  </a:lnTo>
                  <a:close/>
                  <a:moveTo>
                    <a:pt x="5087" y="350"/>
                  </a:moveTo>
                  <a:lnTo>
                    <a:pt x="5109" y="366"/>
                  </a:lnTo>
                  <a:cubicBezTo>
                    <a:pt x="5095" y="380"/>
                    <a:pt x="5082" y="394"/>
                    <a:pt x="5069" y="394"/>
                  </a:cubicBezTo>
                  <a:cubicBezTo>
                    <a:pt x="5065" y="394"/>
                    <a:pt x="5060" y="392"/>
                    <a:pt x="5055" y="388"/>
                  </a:cubicBezTo>
                  <a:lnTo>
                    <a:pt x="5049" y="354"/>
                  </a:lnTo>
                  <a:lnTo>
                    <a:pt x="5087" y="350"/>
                  </a:lnTo>
                  <a:close/>
                  <a:moveTo>
                    <a:pt x="2071" y="418"/>
                  </a:moveTo>
                  <a:cubicBezTo>
                    <a:pt x="2088" y="418"/>
                    <a:pt x="2088" y="423"/>
                    <a:pt x="2091" y="441"/>
                  </a:cubicBezTo>
                  <a:cubicBezTo>
                    <a:pt x="2094" y="466"/>
                    <a:pt x="2050" y="469"/>
                    <a:pt x="2028" y="473"/>
                  </a:cubicBezTo>
                  <a:cubicBezTo>
                    <a:pt x="2009" y="454"/>
                    <a:pt x="2019" y="419"/>
                    <a:pt x="2047" y="419"/>
                  </a:cubicBezTo>
                  <a:cubicBezTo>
                    <a:pt x="2057" y="419"/>
                    <a:pt x="2065" y="418"/>
                    <a:pt x="2071" y="418"/>
                  </a:cubicBezTo>
                  <a:close/>
                  <a:moveTo>
                    <a:pt x="5096" y="598"/>
                  </a:moveTo>
                  <a:cubicBezTo>
                    <a:pt x="5130" y="598"/>
                    <a:pt x="5149" y="617"/>
                    <a:pt x="5130" y="632"/>
                  </a:cubicBezTo>
                  <a:cubicBezTo>
                    <a:pt x="5121" y="641"/>
                    <a:pt x="5116" y="645"/>
                    <a:pt x="5111" y="645"/>
                  </a:cubicBezTo>
                  <a:cubicBezTo>
                    <a:pt x="5107" y="645"/>
                    <a:pt x="5103" y="641"/>
                    <a:pt x="5096" y="632"/>
                  </a:cubicBezTo>
                  <a:cubicBezTo>
                    <a:pt x="5065" y="598"/>
                    <a:pt x="5065" y="598"/>
                    <a:pt x="5096" y="598"/>
                  </a:cubicBezTo>
                  <a:close/>
                  <a:moveTo>
                    <a:pt x="5083" y="759"/>
                  </a:moveTo>
                  <a:cubicBezTo>
                    <a:pt x="5081" y="761"/>
                    <a:pt x="5079" y="762"/>
                    <a:pt x="5077" y="764"/>
                  </a:cubicBezTo>
                  <a:cubicBezTo>
                    <a:pt x="5077" y="765"/>
                    <a:pt x="5077" y="766"/>
                    <a:pt x="5076" y="767"/>
                  </a:cubicBezTo>
                  <a:lnTo>
                    <a:pt x="5076" y="767"/>
                  </a:lnTo>
                  <a:cubicBezTo>
                    <a:pt x="5078" y="764"/>
                    <a:pt x="5081" y="762"/>
                    <a:pt x="5083" y="759"/>
                  </a:cubicBezTo>
                  <a:close/>
                  <a:moveTo>
                    <a:pt x="5203" y="723"/>
                  </a:moveTo>
                  <a:lnTo>
                    <a:pt x="5218" y="742"/>
                  </a:lnTo>
                  <a:cubicBezTo>
                    <a:pt x="5231" y="761"/>
                    <a:pt x="5231" y="761"/>
                    <a:pt x="5212" y="777"/>
                  </a:cubicBezTo>
                  <a:lnTo>
                    <a:pt x="5196" y="758"/>
                  </a:lnTo>
                  <a:lnTo>
                    <a:pt x="5203" y="723"/>
                  </a:lnTo>
                  <a:close/>
                  <a:moveTo>
                    <a:pt x="5076" y="767"/>
                  </a:moveTo>
                  <a:cubicBezTo>
                    <a:pt x="5068" y="776"/>
                    <a:pt x="5067" y="783"/>
                    <a:pt x="5068" y="783"/>
                  </a:cubicBezTo>
                  <a:cubicBezTo>
                    <a:pt x="5070" y="783"/>
                    <a:pt x="5073" y="778"/>
                    <a:pt x="5076" y="767"/>
                  </a:cubicBezTo>
                  <a:close/>
                  <a:moveTo>
                    <a:pt x="590" y="846"/>
                  </a:moveTo>
                  <a:cubicBezTo>
                    <a:pt x="605" y="864"/>
                    <a:pt x="624" y="883"/>
                    <a:pt x="608" y="899"/>
                  </a:cubicBezTo>
                  <a:lnTo>
                    <a:pt x="574" y="899"/>
                  </a:lnTo>
                  <a:lnTo>
                    <a:pt x="571" y="864"/>
                  </a:lnTo>
                  <a:lnTo>
                    <a:pt x="590" y="846"/>
                  </a:lnTo>
                  <a:close/>
                  <a:moveTo>
                    <a:pt x="5259" y="905"/>
                  </a:moveTo>
                  <a:lnTo>
                    <a:pt x="5259" y="905"/>
                  </a:lnTo>
                  <a:cubicBezTo>
                    <a:pt x="5263" y="914"/>
                    <a:pt x="5269" y="917"/>
                    <a:pt x="5272" y="917"/>
                  </a:cubicBezTo>
                  <a:cubicBezTo>
                    <a:pt x="5277" y="917"/>
                    <a:pt x="5277" y="911"/>
                    <a:pt x="5259" y="905"/>
                  </a:cubicBezTo>
                  <a:close/>
                  <a:moveTo>
                    <a:pt x="5325" y="924"/>
                  </a:moveTo>
                  <a:lnTo>
                    <a:pt x="5334" y="946"/>
                  </a:lnTo>
                  <a:cubicBezTo>
                    <a:pt x="5347" y="968"/>
                    <a:pt x="5347" y="968"/>
                    <a:pt x="5322" y="977"/>
                  </a:cubicBezTo>
                  <a:lnTo>
                    <a:pt x="5312" y="955"/>
                  </a:lnTo>
                  <a:lnTo>
                    <a:pt x="5325" y="924"/>
                  </a:lnTo>
                  <a:close/>
                  <a:moveTo>
                    <a:pt x="267" y="1009"/>
                  </a:moveTo>
                  <a:cubicBezTo>
                    <a:pt x="289" y="1024"/>
                    <a:pt x="311" y="1037"/>
                    <a:pt x="298" y="1059"/>
                  </a:cubicBezTo>
                  <a:lnTo>
                    <a:pt x="286" y="1081"/>
                  </a:lnTo>
                  <a:cubicBezTo>
                    <a:pt x="270" y="1068"/>
                    <a:pt x="257" y="1052"/>
                    <a:pt x="254" y="1034"/>
                  </a:cubicBezTo>
                  <a:lnTo>
                    <a:pt x="267" y="1009"/>
                  </a:lnTo>
                  <a:close/>
                  <a:moveTo>
                    <a:pt x="5456" y="1131"/>
                  </a:moveTo>
                  <a:lnTo>
                    <a:pt x="5463" y="1153"/>
                  </a:lnTo>
                  <a:cubicBezTo>
                    <a:pt x="5466" y="1168"/>
                    <a:pt x="5456" y="1181"/>
                    <a:pt x="5444" y="1184"/>
                  </a:cubicBezTo>
                  <a:cubicBezTo>
                    <a:pt x="5442" y="1185"/>
                    <a:pt x="5440" y="1185"/>
                    <a:pt x="5438" y="1185"/>
                  </a:cubicBezTo>
                  <a:cubicBezTo>
                    <a:pt x="5427" y="1185"/>
                    <a:pt x="5418" y="1178"/>
                    <a:pt x="5412" y="1165"/>
                  </a:cubicBezTo>
                  <a:cubicBezTo>
                    <a:pt x="5425" y="1150"/>
                    <a:pt x="5441" y="1137"/>
                    <a:pt x="5456" y="1131"/>
                  </a:cubicBezTo>
                  <a:close/>
                  <a:moveTo>
                    <a:pt x="270" y="1472"/>
                  </a:moveTo>
                  <a:cubicBezTo>
                    <a:pt x="274" y="1472"/>
                    <a:pt x="280" y="1473"/>
                    <a:pt x="289" y="1475"/>
                  </a:cubicBezTo>
                  <a:cubicBezTo>
                    <a:pt x="308" y="1482"/>
                    <a:pt x="320" y="1491"/>
                    <a:pt x="333" y="1507"/>
                  </a:cubicBezTo>
                  <a:cubicBezTo>
                    <a:pt x="331" y="1512"/>
                    <a:pt x="327" y="1514"/>
                    <a:pt x="322" y="1514"/>
                  </a:cubicBezTo>
                  <a:cubicBezTo>
                    <a:pt x="305" y="1514"/>
                    <a:pt x="276" y="1496"/>
                    <a:pt x="257" y="1491"/>
                  </a:cubicBezTo>
                  <a:cubicBezTo>
                    <a:pt x="261" y="1477"/>
                    <a:pt x="263" y="1472"/>
                    <a:pt x="270" y="1472"/>
                  </a:cubicBezTo>
                  <a:close/>
                  <a:moveTo>
                    <a:pt x="5535" y="2005"/>
                  </a:moveTo>
                  <a:cubicBezTo>
                    <a:pt x="5560" y="2024"/>
                    <a:pt x="5588" y="2043"/>
                    <a:pt x="5563" y="2043"/>
                  </a:cubicBezTo>
                  <a:cubicBezTo>
                    <a:pt x="5544" y="2043"/>
                    <a:pt x="5525" y="2040"/>
                    <a:pt x="5510" y="2027"/>
                  </a:cubicBezTo>
                  <a:cubicBezTo>
                    <a:pt x="5510" y="2027"/>
                    <a:pt x="5485" y="2008"/>
                    <a:pt x="5510" y="2005"/>
                  </a:cubicBezTo>
                  <a:close/>
                  <a:moveTo>
                    <a:pt x="283" y="2011"/>
                  </a:moveTo>
                  <a:cubicBezTo>
                    <a:pt x="302" y="2011"/>
                    <a:pt x="318" y="2013"/>
                    <a:pt x="320" y="2030"/>
                  </a:cubicBezTo>
                  <a:lnTo>
                    <a:pt x="298" y="2052"/>
                  </a:lnTo>
                  <a:lnTo>
                    <a:pt x="270" y="2033"/>
                  </a:lnTo>
                  <a:lnTo>
                    <a:pt x="267" y="2011"/>
                  </a:lnTo>
                  <a:cubicBezTo>
                    <a:pt x="272" y="2011"/>
                    <a:pt x="278" y="2011"/>
                    <a:pt x="283" y="2011"/>
                  </a:cubicBezTo>
                  <a:close/>
                  <a:moveTo>
                    <a:pt x="5673" y="2700"/>
                  </a:moveTo>
                  <a:cubicBezTo>
                    <a:pt x="5689" y="2700"/>
                    <a:pt x="5711" y="2709"/>
                    <a:pt x="5726" y="2729"/>
                  </a:cubicBezTo>
                  <a:cubicBezTo>
                    <a:pt x="5729" y="2751"/>
                    <a:pt x="5729" y="2751"/>
                    <a:pt x="5704" y="2754"/>
                  </a:cubicBezTo>
                  <a:cubicBezTo>
                    <a:pt x="5702" y="2754"/>
                    <a:pt x="5700" y="2754"/>
                    <a:pt x="5698" y="2754"/>
                  </a:cubicBezTo>
                  <a:cubicBezTo>
                    <a:pt x="5675" y="2754"/>
                    <a:pt x="5656" y="2739"/>
                    <a:pt x="5651" y="2716"/>
                  </a:cubicBezTo>
                  <a:cubicBezTo>
                    <a:pt x="5649" y="2706"/>
                    <a:pt x="5659" y="2700"/>
                    <a:pt x="5673" y="2700"/>
                  </a:cubicBezTo>
                  <a:close/>
                  <a:moveTo>
                    <a:pt x="371" y="3388"/>
                  </a:moveTo>
                  <a:cubicBezTo>
                    <a:pt x="385" y="3388"/>
                    <a:pt x="395" y="3392"/>
                    <a:pt x="395" y="3406"/>
                  </a:cubicBezTo>
                  <a:lnTo>
                    <a:pt x="373" y="3428"/>
                  </a:lnTo>
                  <a:lnTo>
                    <a:pt x="345" y="3409"/>
                  </a:lnTo>
                  <a:lnTo>
                    <a:pt x="345" y="3390"/>
                  </a:lnTo>
                  <a:cubicBezTo>
                    <a:pt x="354" y="3389"/>
                    <a:pt x="363" y="3388"/>
                    <a:pt x="371" y="3388"/>
                  </a:cubicBezTo>
                  <a:close/>
                  <a:moveTo>
                    <a:pt x="398" y="3533"/>
                  </a:moveTo>
                  <a:cubicBezTo>
                    <a:pt x="408" y="3533"/>
                    <a:pt x="408" y="3537"/>
                    <a:pt x="408" y="3553"/>
                  </a:cubicBezTo>
                  <a:cubicBezTo>
                    <a:pt x="395" y="3566"/>
                    <a:pt x="380" y="3575"/>
                    <a:pt x="361" y="3578"/>
                  </a:cubicBezTo>
                  <a:cubicBezTo>
                    <a:pt x="359" y="3578"/>
                    <a:pt x="358" y="3579"/>
                    <a:pt x="356" y="3579"/>
                  </a:cubicBezTo>
                  <a:cubicBezTo>
                    <a:pt x="336" y="3579"/>
                    <a:pt x="336" y="3558"/>
                    <a:pt x="383" y="3534"/>
                  </a:cubicBezTo>
                  <a:cubicBezTo>
                    <a:pt x="390" y="3533"/>
                    <a:pt x="395" y="3533"/>
                    <a:pt x="398" y="3533"/>
                  </a:cubicBezTo>
                  <a:close/>
                  <a:moveTo>
                    <a:pt x="469" y="3888"/>
                  </a:moveTo>
                  <a:cubicBezTo>
                    <a:pt x="487" y="3888"/>
                    <a:pt x="468" y="3909"/>
                    <a:pt x="470" y="3929"/>
                  </a:cubicBezTo>
                  <a:cubicBezTo>
                    <a:pt x="460" y="3940"/>
                    <a:pt x="454" y="3946"/>
                    <a:pt x="450" y="3946"/>
                  </a:cubicBezTo>
                  <a:cubicBezTo>
                    <a:pt x="445" y="3946"/>
                    <a:pt x="444" y="3935"/>
                    <a:pt x="442" y="3910"/>
                  </a:cubicBezTo>
                  <a:cubicBezTo>
                    <a:pt x="439" y="3892"/>
                    <a:pt x="464" y="3888"/>
                    <a:pt x="464" y="3888"/>
                  </a:cubicBezTo>
                  <a:cubicBezTo>
                    <a:pt x="466" y="3888"/>
                    <a:pt x="467" y="3888"/>
                    <a:pt x="469" y="3888"/>
                  </a:cubicBezTo>
                  <a:close/>
                  <a:moveTo>
                    <a:pt x="978" y="3967"/>
                  </a:moveTo>
                  <a:cubicBezTo>
                    <a:pt x="953" y="3970"/>
                    <a:pt x="953" y="3970"/>
                    <a:pt x="956" y="3992"/>
                  </a:cubicBezTo>
                  <a:cubicBezTo>
                    <a:pt x="972" y="4001"/>
                    <a:pt x="991" y="4008"/>
                    <a:pt x="1009" y="4008"/>
                  </a:cubicBezTo>
                  <a:cubicBezTo>
                    <a:pt x="1035" y="4004"/>
                    <a:pt x="1031" y="3982"/>
                    <a:pt x="978" y="3967"/>
                  </a:cubicBezTo>
                  <a:close/>
                  <a:moveTo>
                    <a:pt x="154" y="4067"/>
                  </a:moveTo>
                  <a:cubicBezTo>
                    <a:pt x="129" y="4070"/>
                    <a:pt x="129" y="4070"/>
                    <a:pt x="129" y="4089"/>
                  </a:cubicBezTo>
                  <a:cubicBezTo>
                    <a:pt x="131" y="4114"/>
                    <a:pt x="131" y="4125"/>
                    <a:pt x="136" y="4125"/>
                  </a:cubicBezTo>
                  <a:cubicBezTo>
                    <a:pt x="140" y="4125"/>
                    <a:pt x="146" y="4119"/>
                    <a:pt x="157" y="4108"/>
                  </a:cubicBezTo>
                  <a:cubicBezTo>
                    <a:pt x="154" y="4086"/>
                    <a:pt x="154" y="4067"/>
                    <a:pt x="154" y="4067"/>
                  </a:cubicBezTo>
                  <a:close/>
                  <a:moveTo>
                    <a:pt x="502" y="4268"/>
                  </a:moveTo>
                  <a:cubicBezTo>
                    <a:pt x="509" y="4268"/>
                    <a:pt x="524" y="4269"/>
                    <a:pt x="527" y="4286"/>
                  </a:cubicBezTo>
                  <a:cubicBezTo>
                    <a:pt x="527" y="4302"/>
                    <a:pt x="517" y="4318"/>
                    <a:pt x="505" y="4330"/>
                  </a:cubicBezTo>
                  <a:cubicBezTo>
                    <a:pt x="503" y="4331"/>
                    <a:pt x="502" y="4331"/>
                    <a:pt x="500" y="4331"/>
                  </a:cubicBezTo>
                  <a:cubicBezTo>
                    <a:pt x="489" y="4331"/>
                    <a:pt x="480" y="4322"/>
                    <a:pt x="480" y="4312"/>
                  </a:cubicBezTo>
                  <a:cubicBezTo>
                    <a:pt x="477" y="4293"/>
                    <a:pt x="474" y="4271"/>
                    <a:pt x="499" y="4268"/>
                  </a:cubicBezTo>
                  <a:cubicBezTo>
                    <a:pt x="499" y="4268"/>
                    <a:pt x="500" y="4268"/>
                    <a:pt x="502" y="4268"/>
                  </a:cubicBezTo>
                  <a:close/>
                  <a:moveTo>
                    <a:pt x="367" y="4430"/>
                  </a:moveTo>
                  <a:cubicBezTo>
                    <a:pt x="365" y="4430"/>
                    <a:pt x="364" y="4431"/>
                    <a:pt x="364" y="4431"/>
                  </a:cubicBezTo>
                  <a:cubicBezTo>
                    <a:pt x="364" y="4431"/>
                    <a:pt x="339" y="4431"/>
                    <a:pt x="339" y="4453"/>
                  </a:cubicBezTo>
                  <a:lnTo>
                    <a:pt x="342" y="4474"/>
                  </a:lnTo>
                  <a:cubicBezTo>
                    <a:pt x="361" y="4471"/>
                    <a:pt x="376" y="4462"/>
                    <a:pt x="389" y="4449"/>
                  </a:cubicBezTo>
                  <a:cubicBezTo>
                    <a:pt x="389" y="4432"/>
                    <a:pt x="374" y="4430"/>
                    <a:pt x="367" y="4430"/>
                  </a:cubicBezTo>
                  <a:close/>
                  <a:moveTo>
                    <a:pt x="464" y="4666"/>
                  </a:moveTo>
                  <a:lnTo>
                    <a:pt x="470" y="4691"/>
                  </a:lnTo>
                  <a:lnTo>
                    <a:pt x="449" y="4719"/>
                  </a:lnTo>
                  <a:cubicBezTo>
                    <a:pt x="445" y="4713"/>
                    <a:pt x="445" y="4703"/>
                    <a:pt x="445" y="4694"/>
                  </a:cubicBezTo>
                  <a:cubicBezTo>
                    <a:pt x="439" y="4672"/>
                    <a:pt x="439" y="4672"/>
                    <a:pt x="464" y="4666"/>
                  </a:cubicBezTo>
                  <a:close/>
                  <a:moveTo>
                    <a:pt x="523" y="4871"/>
                  </a:moveTo>
                  <a:cubicBezTo>
                    <a:pt x="529" y="4871"/>
                    <a:pt x="535" y="4871"/>
                    <a:pt x="543" y="4872"/>
                  </a:cubicBezTo>
                  <a:lnTo>
                    <a:pt x="558" y="4916"/>
                  </a:lnTo>
                  <a:cubicBezTo>
                    <a:pt x="547" y="4921"/>
                    <a:pt x="534" y="4926"/>
                    <a:pt x="524" y="4926"/>
                  </a:cubicBezTo>
                  <a:cubicBezTo>
                    <a:pt x="515" y="4926"/>
                    <a:pt x="508" y="4922"/>
                    <a:pt x="505" y="4910"/>
                  </a:cubicBezTo>
                  <a:cubicBezTo>
                    <a:pt x="475" y="4896"/>
                    <a:pt x="483" y="4871"/>
                    <a:pt x="523" y="4871"/>
                  </a:cubicBezTo>
                  <a:close/>
                  <a:moveTo>
                    <a:pt x="731" y="4992"/>
                  </a:moveTo>
                  <a:cubicBezTo>
                    <a:pt x="737" y="5010"/>
                    <a:pt x="771" y="5017"/>
                    <a:pt x="749" y="5029"/>
                  </a:cubicBezTo>
                  <a:cubicBezTo>
                    <a:pt x="752" y="5034"/>
                    <a:pt x="752" y="5036"/>
                    <a:pt x="749" y="5036"/>
                  </a:cubicBezTo>
                  <a:cubicBezTo>
                    <a:pt x="741" y="5036"/>
                    <a:pt x="713" y="5017"/>
                    <a:pt x="709" y="5001"/>
                  </a:cubicBezTo>
                  <a:lnTo>
                    <a:pt x="731" y="4992"/>
                  </a:lnTo>
                  <a:close/>
                  <a:moveTo>
                    <a:pt x="4219" y="5111"/>
                  </a:moveTo>
                  <a:lnTo>
                    <a:pt x="4197" y="5114"/>
                  </a:lnTo>
                  <a:cubicBezTo>
                    <a:pt x="4178" y="5114"/>
                    <a:pt x="4178" y="5139"/>
                    <a:pt x="4181" y="5164"/>
                  </a:cubicBezTo>
                  <a:lnTo>
                    <a:pt x="4203" y="5164"/>
                  </a:lnTo>
                  <a:cubicBezTo>
                    <a:pt x="4212" y="5148"/>
                    <a:pt x="4219" y="5129"/>
                    <a:pt x="4219" y="5111"/>
                  </a:cubicBezTo>
                  <a:close/>
                  <a:moveTo>
                    <a:pt x="618" y="5286"/>
                  </a:moveTo>
                  <a:lnTo>
                    <a:pt x="574" y="5314"/>
                  </a:lnTo>
                  <a:lnTo>
                    <a:pt x="596" y="5302"/>
                  </a:lnTo>
                  <a:lnTo>
                    <a:pt x="618" y="5286"/>
                  </a:lnTo>
                  <a:close/>
                  <a:moveTo>
                    <a:pt x="966" y="5381"/>
                  </a:moveTo>
                  <a:cubicBezTo>
                    <a:pt x="970" y="5381"/>
                    <a:pt x="974" y="5382"/>
                    <a:pt x="978" y="5386"/>
                  </a:cubicBezTo>
                  <a:lnTo>
                    <a:pt x="997" y="5399"/>
                  </a:lnTo>
                  <a:cubicBezTo>
                    <a:pt x="981" y="5415"/>
                    <a:pt x="966" y="5421"/>
                    <a:pt x="947" y="5424"/>
                  </a:cubicBezTo>
                  <a:lnTo>
                    <a:pt x="928" y="5408"/>
                  </a:lnTo>
                  <a:cubicBezTo>
                    <a:pt x="942" y="5394"/>
                    <a:pt x="954" y="5381"/>
                    <a:pt x="966" y="5381"/>
                  </a:cubicBezTo>
                  <a:close/>
                  <a:moveTo>
                    <a:pt x="4190" y="5493"/>
                  </a:moveTo>
                  <a:lnTo>
                    <a:pt x="4215" y="5515"/>
                  </a:lnTo>
                  <a:cubicBezTo>
                    <a:pt x="4215" y="5540"/>
                    <a:pt x="4197" y="5543"/>
                    <a:pt x="4175" y="5546"/>
                  </a:cubicBezTo>
                  <a:cubicBezTo>
                    <a:pt x="4153" y="5546"/>
                    <a:pt x="4153" y="5546"/>
                    <a:pt x="4150" y="5521"/>
                  </a:cubicBezTo>
                  <a:cubicBezTo>
                    <a:pt x="4150" y="5521"/>
                    <a:pt x="4168" y="5496"/>
                    <a:pt x="4190" y="5493"/>
                  </a:cubicBezTo>
                  <a:close/>
                  <a:moveTo>
                    <a:pt x="3911" y="5468"/>
                  </a:moveTo>
                  <a:lnTo>
                    <a:pt x="3911" y="5468"/>
                  </a:lnTo>
                  <a:cubicBezTo>
                    <a:pt x="3936" y="5471"/>
                    <a:pt x="3955" y="5490"/>
                    <a:pt x="3958" y="5515"/>
                  </a:cubicBezTo>
                  <a:cubicBezTo>
                    <a:pt x="3983" y="5562"/>
                    <a:pt x="3983" y="5562"/>
                    <a:pt x="3943" y="5565"/>
                  </a:cubicBezTo>
                  <a:cubicBezTo>
                    <a:pt x="3935" y="5566"/>
                    <a:pt x="3928" y="5567"/>
                    <a:pt x="3922" y="5567"/>
                  </a:cubicBezTo>
                  <a:cubicBezTo>
                    <a:pt x="3909" y="5567"/>
                    <a:pt x="3899" y="5563"/>
                    <a:pt x="3899" y="5546"/>
                  </a:cubicBezTo>
                  <a:lnTo>
                    <a:pt x="3918" y="5543"/>
                  </a:lnTo>
                  <a:cubicBezTo>
                    <a:pt x="3919" y="5550"/>
                    <a:pt x="3921" y="5553"/>
                    <a:pt x="3923" y="5553"/>
                  </a:cubicBezTo>
                  <a:cubicBezTo>
                    <a:pt x="3928" y="5553"/>
                    <a:pt x="3933" y="5534"/>
                    <a:pt x="3918" y="5518"/>
                  </a:cubicBezTo>
                  <a:lnTo>
                    <a:pt x="3911" y="5468"/>
                  </a:lnTo>
                  <a:close/>
                  <a:moveTo>
                    <a:pt x="2611" y="5513"/>
                  </a:moveTo>
                  <a:cubicBezTo>
                    <a:pt x="2601" y="5513"/>
                    <a:pt x="2590" y="5514"/>
                    <a:pt x="2576" y="5515"/>
                  </a:cubicBezTo>
                  <a:cubicBezTo>
                    <a:pt x="2554" y="5518"/>
                    <a:pt x="2536" y="5543"/>
                    <a:pt x="2536" y="5543"/>
                  </a:cubicBezTo>
                  <a:cubicBezTo>
                    <a:pt x="2538" y="5562"/>
                    <a:pt x="2549" y="5566"/>
                    <a:pt x="2563" y="5566"/>
                  </a:cubicBezTo>
                  <a:cubicBezTo>
                    <a:pt x="2568" y="5566"/>
                    <a:pt x="2574" y="5566"/>
                    <a:pt x="2580" y="5565"/>
                  </a:cubicBezTo>
                  <a:cubicBezTo>
                    <a:pt x="2591" y="5571"/>
                    <a:pt x="2600" y="5573"/>
                    <a:pt x="2608" y="5573"/>
                  </a:cubicBezTo>
                  <a:cubicBezTo>
                    <a:pt x="2632" y="5573"/>
                    <a:pt x="2642" y="5552"/>
                    <a:pt x="2642" y="5534"/>
                  </a:cubicBezTo>
                  <a:cubicBezTo>
                    <a:pt x="2640" y="5517"/>
                    <a:pt x="2630" y="5513"/>
                    <a:pt x="2611" y="5513"/>
                  </a:cubicBezTo>
                  <a:close/>
                  <a:moveTo>
                    <a:pt x="4773" y="5453"/>
                  </a:moveTo>
                  <a:cubicBezTo>
                    <a:pt x="4777" y="5453"/>
                    <a:pt x="4780" y="5466"/>
                    <a:pt x="4786" y="5490"/>
                  </a:cubicBezTo>
                  <a:cubicBezTo>
                    <a:pt x="4792" y="5515"/>
                    <a:pt x="4795" y="5540"/>
                    <a:pt x="4770" y="5546"/>
                  </a:cubicBezTo>
                  <a:cubicBezTo>
                    <a:pt x="4757" y="5565"/>
                    <a:pt x="4748" y="5573"/>
                    <a:pt x="4742" y="5573"/>
                  </a:cubicBezTo>
                  <a:cubicBezTo>
                    <a:pt x="4730" y="5573"/>
                    <a:pt x="4735" y="5537"/>
                    <a:pt x="4761" y="5496"/>
                  </a:cubicBezTo>
                  <a:cubicBezTo>
                    <a:pt x="4767" y="5467"/>
                    <a:pt x="4770" y="5453"/>
                    <a:pt x="4773" y="5453"/>
                  </a:cubicBezTo>
                  <a:close/>
                  <a:moveTo>
                    <a:pt x="2771" y="5546"/>
                  </a:moveTo>
                  <a:lnTo>
                    <a:pt x="2771" y="5546"/>
                  </a:lnTo>
                  <a:cubicBezTo>
                    <a:pt x="2774" y="5571"/>
                    <a:pt x="2733" y="5603"/>
                    <a:pt x="2711" y="5603"/>
                  </a:cubicBezTo>
                  <a:cubicBezTo>
                    <a:pt x="2710" y="5603"/>
                    <a:pt x="2709" y="5603"/>
                    <a:pt x="2708" y="5603"/>
                  </a:cubicBezTo>
                  <a:cubicBezTo>
                    <a:pt x="2689" y="5603"/>
                    <a:pt x="2691" y="5579"/>
                    <a:pt x="2727" y="5553"/>
                  </a:cubicBezTo>
                  <a:lnTo>
                    <a:pt x="2771" y="5546"/>
                  </a:lnTo>
                  <a:close/>
                  <a:moveTo>
                    <a:pt x="1107" y="5568"/>
                  </a:moveTo>
                  <a:cubicBezTo>
                    <a:pt x="1125" y="5581"/>
                    <a:pt x="1094" y="5590"/>
                    <a:pt x="1044" y="5621"/>
                  </a:cubicBezTo>
                  <a:cubicBezTo>
                    <a:pt x="988" y="5615"/>
                    <a:pt x="988" y="5615"/>
                    <a:pt x="1038" y="5587"/>
                  </a:cubicBezTo>
                  <a:cubicBezTo>
                    <a:pt x="1072" y="5578"/>
                    <a:pt x="1107" y="5568"/>
                    <a:pt x="1107" y="5568"/>
                  </a:cubicBezTo>
                  <a:close/>
                  <a:moveTo>
                    <a:pt x="3889" y="5672"/>
                  </a:moveTo>
                  <a:lnTo>
                    <a:pt x="3868" y="5675"/>
                  </a:lnTo>
                  <a:cubicBezTo>
                    <a:pt x="3870" y="5693"/>
                    <a:pt x="3870" y="5698"/>
                    <a:pt x="3878" y="5698"/>
                  </a:cubicBezTo>
                  <a:cubicBezTo>
                    <a:pt x="3881" y="5698"/>
                    <a:pt x="3885" y="5697"/>
                    <a:pt x="3889" y="5697"/>
                  </a:cubicBezTo>
                  <a:lnTo>
                    <a:pt x="3911" y="5697"/>
                  </a:lnTo>
                  <a:lnTo>
                    <a:pt x="3889" y="5672"/>
                  </a:lnTo>
                  <a:close/>
                  <a:moveTo>
                    <a:pt x="1617" y="5647"/>
                  </a:moveTo>
                  <a:cubicBezTo>
                    <a:pt x="1639" y="5650"/>
                    <a:pt x="1661" y="5650"/>
                    <a:pt x="1661" y="5650"/>
                  </a:cubicBezTo>
                  <a:lnTo>
                    <a:pt x="1661" y="5653"/>
                  </a:lnTo>
                  <a:cubicBezTo>
                    <a:pt x="1661" y="5653"/>
                    <a:pt x="1636" y="5675"/>
                    <a:pt x="1611" y="5697"/>
                  </a:cubicBezTo>
                  <a:cubicBezTo>
                    <a:pt x="1581" y="5732"/>
                    <a:pt x="1566" y="5748"/>
                    <a:pt x="1560" y="5748"/>
                  </a:cubicBezTo>
                  <a:cubicBezTo>
                    <a:pt x="1555" y="5748"/>
                    <a:pt x="1557" y="5736"/>
                    <a:pt x="1561" y="5712"/>
                  </a:cubicBezTo>
                  <a:cubicBezTo>
                    <a:pt x="1561" y="5681"/>
                    <a:pt x="1586" y="5653"/>
                    <a:pt x="1617" y="5647"/>
                  </a:cubicBezTo>
                  <a:close/>
                  <a:moveTo>
                    <a:pt x="1699" y="5756"/>
                  </a:moveTo>
                  <a:lnTo>
                    <a:pt x="1724" y="5781"/>
                  </a:lnTo>
                  <a:cubicBezTo>
                    <a:pt x="1722" y="5800"/>
                    <a:pt x="1707" y="5805"/>
                    <a:pt x="1690" y="5805"/>
                  </a:cubicBezTo>
                  <a:cubicBezTo>
                    <a:pt x="1684" y="5805"/>
                    <a:pt x="1677" y="5804"/>
                    <a:pt x="1671" y="5803"/>
                  </a:cubicBezTo>
                  <a:lnTo>
                    <a:pt x="1674" y="5778"/>
                  </a:lnTo>
                  <a:lnTo>
                    <a:pt x="1699" y="5756"/>
                  </a:lnTo>
                  <a:close/>
                  <a:moveTo>
                    <a:pt x="4193" y="0"/>
                  </a:moveTo>
                  <a:cubicBezTo>
                    <a:pt x="4157" y="0"/>
                    <a:pt x="4097" y="23"/>
                    <a:pt x="4084" y="56"/>
                  </a:cubicBezTo>
                  <a:cubicBezTo>
                    <a:pt x="4071" y="87"/>
                    <a:pt x="4065" y="100"/>
                    <a:pt x="4063" y="100"/>
                  </a:cubicBezTo>
                  <a:cubicBezTo>
                    <a:pt x="4061" y="100"/>
                    <a:pt x="4060" y="94"/>
                    <a:pt x="4059" y="84"/>
                  </a:cubicBezTo>
                  <a:cubicBezTo>
                    <a:pt x="4059" y="68"/>
                    <a:pt x="4046" y="59"/>
                    <a:pt x="4030" y="59"/>
                  </a:cubicBezTo>
                  <a:cubicBezTo>
                    <a:pt x="4026" y="60"/>
                    <a:pt x="4020" y="60"/>
                    <a:pt x="4016" y="60"/>
                  </a:cubicBezTo>
                  <a:cubicBezTo>
                    <a:pt x="4002" y="60"/>
                    <a:pt x="3989" y="56"/>
                    <a:pt x="3987" y="37"/>
                  </a:cubicBezTo>
                  <a:cubicBezTo>
                    <a:pt x="3965" y="43"/>
                    <a:pt x="3943" y="53"/>
                    <a:pt x="3927" y="68"/>
                  </a:cubicBezTo>
                  <a:cubicBezTo>
                    <a:pt x="3912" y="91"/>
                    <a:pt x="3889" y="101"/>
                    <a:pt x="3866" y="101"/>
                  </a:cubicBezTo>
                  <a:cubicBezTo>
                    <a:pt x="3838" y="101"/>
                    <a:pt x="3811" y="85"/>
                    <a:pt x="3799" y="56"/>
                  </a:cubicBezTo>
                  <a:lnTo>
                    <a:pt x="3758" y="84"/>
                  </a:lnTo>
                  <a:cubicBezTo>
                    <a:pt x="3748" y="117"/>
                    <a:pt x="3737" y="139"/>
                    <a:pt x="3729" y="139"/>
                  </a:cubicBezTo>
                  <a:cubicBezTo>
                    <a:pt x="3724" y="139"/>
                    <a:pt x="3719" y="131"/>
                    <a:pt x="3717" y="112"/>
                  </a:cubicBezTo>
                  <a:cubicBezTo>
                    <a:pt x="3715" y="95"/>
                    <a:pt x="3714" y="77"/>
                    <a:pt x="3714" y="77"/>
                  </a:cubicBezTo>
                  <a:cubicBezTo>
                    <a:pt x="3714" y="77"/>
                    <a:pt x="3714" y="80"/>
                    <a:pt x="3714" y="87"/>
                  </a:cubicBezTo>
                  <a:cubicBezTo>
                    <a:pt x="3707" y="110"/>
                    <a:pt x="3689" y="119"/>
                    <a:pt x="3669" y="119"/>
                  </a:cubicBezTo>
                  <a:cubicBezTo>
                    <a:pt x="3641" y="119"/>
                    <a:pt x="3611" y="101"/>
                    <a:pt x="3607" y="71"/>
                  </a:cubicBezTo>
                  <a:cubicBezTo>
                    <a:pt x="3605" y="53"/>
                    <a:pt x="3605" y="48"/>
                    <a:pt x="3597" y="48"/>
                  </a:cubicBezTo>
                  <a:cubicBezTo>
                    <a:pt x="3594" y="48"/>
                    <a:pt x="3590" y="49"/>
                    <a:pt x="3585" y="50"/>
                  </a:cubicBezTo>
                  <a:lnTo>
                    <a:pt x="3585" y="75"/>
                  </a:lnTo>
                  <a:cubicBezTo>
                    <a:pt x="3589" y="100"/>
                    <a:pt x="3592" y="125"/>
                    <a:pt x="3570" y="128"/>
                  </a:cubicBezTo>
                  <a:cubicBezTo>
                    <a:pt x="3565" y="128"/>
                    <a:pt x="3561" y="128"/>
                    <a:pt x="3557" y="128"/>
                  </a:cubicBezTo>
                  <a:cubicBezTo>
                    <a:pt x="3541" y="128"/>
                    <a:pt x="3528" y="126"/>
                    <a:pt x="3526" y="106"/>
                  </a:cubicBezTo>
                  <a:cubicBezTo>
                    <a:pt x="3509" y="89"/>
                    <a:pt x="3493" y="73"/>
                    <a:pt x="3486" y="73"/>
                  </a:cubicBezTo>
                  <a:cubicBezTo>
                    <a:pt x="3483" y="73"/>
                    <a:pt x="3481" y="76"/>
                    <a:pt x="3482" y="84"/>
                  </a:cubicBezTo>
                  <a:cubicBezTo>
                    <a:pt x="3463" y="84"/>
                    <a:pt x="3448" y="75"/>
                    <a:pt x="3435" y="62"/>
                  </a:cubicBezTo>
                  <a:lnTo>
                    <a:pt x="3354" y="71"/>
                  </a:lnTo>
                  <a:cubicBezTo>
                    <a:pt x="3343" y="86"/>
                    <a:pt x="3325" y="94"/>
                    <a:pt x="3310" y="94"/>
                  </a:cubicBezTo>
                  <a:cubicBezTo>
                    <a:pt x="3298" y="94"/>
                    <a:pt x="3289" y="89"/>
                    <a:pt x="3288" y="78"/>
                  </a:cubicBezTo>
                  <a:cubicBezTo>
                    <a:pt x="3266" y="78"/>
                    <a:pt x="3244" y="90"/>
                    <a:pt x="3228" y="109"/>
                  </a:cubicBezTo>
                  <a:cubicBezTo>
                    <a:pt x="3217" y="110"/>
                    <a:pt x="3207" y="111"/>
                    <a:pt x="3199" y="111"/>
                  </a:cubicBezTo>
                  <a:cubicBezTo>
                    <a:pt x="3176" y="111"/>
                    <a:pt x="3165" y="106"/>
                    <a:pt x="3162" y="87"/>
                  </a:cubicBezTo>
                  <a:cubicBezTo>
                    <a:pt x="3161" y="75"/>
                    <a:pt x="3160" y="69"/>
                    <a:pt x="3158" y="69"/>
                  </a:cubicBezTo>
                  <a:cubicBezTo>
                    <a:pt x="3155" y="69"/>
                    <a:pt x="3150" y="76"/>
                    <a:pt x="3140" y="90"/>
                  </a:cubicBezTo>
                  <a:cubicBezTo>
                    <a:pt x="3144" y="115"/>
                    <a:pt x="3122" y="119"/>
                    <a:pt x="3100" y="119"/>
                  </a:cubicBezTo>
                  <a:lnTo>
                    <a:pt x="3059" y="122"/>
                  </a:lnTo>
                  <a:cubicBezTo>
                    <a:pt x="3062" y="150"/>
                    <a:pt x="3062" y="150"/>
                    <a:pt x="3040" y="150"/>
                  </a:cubicBezTo>
                  <a:cubicBezTo>
                    <a:pt x="3039" y="150"/>
                    <a:pt x="3037" y="150"/>
                    <a:pt x="3034" y="150"/>
                  </a:cubicBezTo>
                  <a:cubicBezTo>
                    <a:pt x="3008" y="150"/>
                    <a:pt x="2951" y="134"/>
                    <a:pt x="2934" y="134"/>
                  </a:cubicBezTo>
                  <a:cubicBezTo>
                    <a:pt x="2868" y="140"/>
                    <a:pt x="2868" y="140"/>
                    <a:pt x="2893" y="162"/>
                  </a:cubicBezTo>
                  <a:cubicBezTo>
                    <a:pt x="2908" y="162"/>
                    <a:pt x="2913" y="175"/>
                    <a:pt x="2899" y="175"/>
                  </a:cubicBezTo>
                  <a:cubicBezTo>
                    <a:pt x="2894" y="175"/>
                    <a:pt x="2884" y="172"/>
                    <a:pt x="2871" y="166"/>
                  </a:cubicBezTo>
                  <a:cubicBezTo>
                    <a:pt x="2821" y="159"/>
                    <a:pt x="2771" y="153"/>
                    <a:pt x="2721" y="153"/>
                  </a:cubicBezTo>
                  <a:cubicBezTo>
                    <a:pt x="2636" y="162"/>
                    <a:pt x="2636" y="162"/>
                    <a:pt x="2639" y="187"/>
                  </a:cubicBezTo>
                  <a:cubicBezTo>
                    <a:pt x="2652" y="211"/>
                    <a:pt x="2653" y="224"/>
                    <a:pt x="2648" y="224"/>
                  </a:cubicBezTo>
                  <a:cubicBezTo>
                    <a:pt x="2643" y="224"/>
                    <a:pt x="2631" y="212"/>
                    <a:pt x="2617" y="187"/>
                  </a:cubicBezTo>
                  <a:cubicBezTo>
                    <a:pt x="2590" y="162"/>
                    <a:pt x="2573" y="152"/>
                    <a:pt x="2563" y="152"/>
                  </a:cubicBezTo>
                  <a:cubicBezTo>
                    <a:pt x="2555" y="152"/>
                    <a:pt x="2551" y="158"/>
                    <a:pt x="2551" y="169"/>
                  </a:cubicBezTo>
                  <a:cubicBezTo>
                    <a:pt x="2533" y="197"/>
                    <a:pt x="2533" y="197"/>
                    <a:pt x="2514" y="200"/>
                  </a:cubicBezTo>
                  <a:cubicBezTo>
                    <a:pt x="2512" y="188"/>
                    <a:pt x="2506" y="182"/>
                    <a:pt x="2496" y="182"/>
                  </a:cubicBezTo>
                  <a:cubicBezTo>
                    <a:pt x="2486" y="182"/>
                    <a:pt x="2470" y="189"/>
                    <a:pt x="2451" y="203"/>
                  </a:cubicBezTo>
                  <a:cubicBezTo>
                    <a:pt x="2445" y="204"/>
                    <a:pt x="2441" y="205"/>
                    <a:pt x="2438" y="205"/>
                  </a:cubicBezTo>
                  <a:cubicBezTo>
                    <a:pt x="2429" y="205"/>
                    <a:pt x="2428" y="200"/>
                    <a:pt x="2426" y="181"/>
                  </a:cubicBezTo>
                  <a:lnTo>
                    <a:pt x="2385" y="184"/>
                  </a:lnTo>
                  <a:cubicBezTo>
                    <a:pt x="2366" y="213"/>
                    <a:pt x="2322" y="223"/>
                    <a:pt x="2281" y="223"/>
                  </a:cubicBezTo>
                  <a:cubicBezTo>
                    <a:pt x="2242" y="223"/>
                    <a:pt x="2205" y="214"/>
                    <a:pt x="2194" y="203"/>
                  </a:cubicBezTo>
                  <a:cubicBezTo>
                    <a:pt x="2178" y="206"/>
                    <a:pt x="2163" y="216"/>
                    <a:pt x="2153" y="231"/>
                  </a:cubicBezTo>
                  <a:cubicBezTo>
                    <a:pt x="2145" y="258"/>
                    <a:pt x="2136" y="272"/>
                    <a:pt x="2128" y="272"/>
                  </a:cubicBezTo>
                  <a:cubicBezTo>
                    <a:pt x="2120" y="272"/>
                    <a:pt x="2114" y="259"/>
                    <a:pt x="2113" y="234"/>
                  </a:cubicBezTo>
                  <a:cubicBezTo>
                    <a:pt x="2110" y="210"/>
                    <a:pt x="2108" y="197"/>
                    <a:pt x="2105" y="197"/>
                  </a:cubicBezTo>
                  <a:cubicBezTo>
                    <a:pt x="2103" y="197"/>
                    <a:pt x="2099" y="211"/>
                    <a:pt x="2091" y="238"/>
                  </a:cubicBezTo>
                  <a:cubicBezTo>
                    <a:pt x="2082" y="251"/>
                    <a:pt x="2052" y="260"/>
                    <a:pt x="2026" y="260"/>
                  </a:cubicBezTo>
                  <a:cubicBezTo>
                    <a:pt x="1998" y="260"/>
                    <a:pt x="1974" y="250"/>
                    <a:pt x="1984" y="222"/>
                  </a:cubicBezTo>
                  <a:lnTo>
                    <a:pt x="1978" y="172"/>
                  </a:lnTo>
                  <a:cubicBezTo>
                    <a:pt x="1968" y="187"/>
                    <a:pt x="1956" y="197"/>
                    <a:pt x="1937" y="200"/>
                  </a:cubicBezTo>
                  <a:cubicBezTo>
                    <a:pt x="1940" y="225"/>
                    <a:pt x="1918" y="228"/>
                    <a:pt x="1856" y="234"/>
                  </a:cubicBezTo>
                  <a:cubicBezTo>
                    <a:pt x="1815" y="238"/>
                    <a:pt x="1733" y="269"/>
                    <a:pt x="1690" y="275"/>
                  </a:cubicBezTo>
                  <a:cubicBezTo>
                    <a:pt x="1673" y="276"/>
                    <a:pt x="1652" y="278"/>
                    <a:pt x="1632" y="278"/>
                  </a:cubicBezTo>
                  <a:cubicBezTo>
                    <a:pt x="1603" y="278"/>
                    <a:pt x="1574" y="274"/>
                    <a:pt x="1561" y="260"/>
                  </a:cubicBezTo>
                  <a:cubicBezTo>
                    <a:pt x="1530" y="263"/>
                    <a:pt x="1502" y="275"/>
                    <a:pt x="1480" y="294"/>
                  </a:cubicBezTo>
                  <a:cubicBezTo>
                    <a:pt x="1469" y="308"/>
                    <a:pt x="1451" y="316"/>
                    <a:pt x="1436" y="316"/>
                  </a:cubicBezTo>
                  <a:cubicBezTo>
                    <a:pt x="1425" y="316"/>
                    <a:pt x="1417" y="311"/>
                    <a:pt x="1417" y="300"/>
                  </a:cubicBezTo>
                  <a:lnTo>
                    <a:pt x="1395" y="300"/>
                  </a:lnTo>
                  <a:cubicBezTo>
                    <a:pt x="1376" y="316"/>
                    <a:pt x="1351" y="328"/>
                    <a:pt x="1326" y="335"/>
                  </a:cubicBezTo>
                  <a:cubicBezTo>
                    <a:pt x="1326" y="315"/>
                    <a:pt x="1311" y="303"/>
                    <a:pt x="1296" y="303"/>
                  </a:cubicBezTo>
                  <a:cubicBezTo>
                    <a:pt x="1287" y="303"/>
                    <a:pt x="1278" y="307"/>
                    <a:pt x="1273" y="316"/>
                  </a:cubicBezTo>
                  <a:cubicBezTo>
                    <a:pt x="1276" y="341"/>
                    <a:pt x="1248" y="344"/>
                    <a:pt x="1198" y="354"/>
                  </a:cubicBezTo>
                  <a:cubicBezTo>
                    <a:pt x="1196" y="353"/>
                    <a:pt x="1193" y="353"/>
                    <a:pt x="1190" y="353"/>
                  </a:cubicBezTo>
                  <a:cubicBezTo>
                    <a:pt x="1141" y="353"/>
                    <a:pt x="922" y="399"/>
                    <a:pt x="740" y="517"/>
                  </a:cubicBezTo>
                  <a:cubicBezTo>
                    <a:pt x="539" y="632"/>
                    <a:pt x="398" y="811"/>
                    <a:pt x="408" y="817"/>
                  </a:cubicBezTo>
                  <a:cubicBezTo>
                    <a:pt x="389" y="836"/>
                    <a:pt x="373" y="858"/>
                    <a:pt x="358" y="880"/>
                  </a:cubicBezTo>
                  <a:lnTo>
                    <a:pt x="311" y="943"/>
                  </a:lnTo>
                  <a:cubicBezTo>
                    <a:pt x="306" y="939"/>
                    <a:pt x="301" y="938"/>
                    <a:pt x="297" y="938"/>
                  </a:cubicBezTo>
                  <a:cubicBezTo>
                    <a:pt x="256" y="938"/>
                    <a:pt x="209" y="1051"/>
                    <a:pt x="201" y="1124"/>
                  </a:cubicBezTo>
                  <a:cubicBezTo>
                    <a:pt x="210" y="1153"/>
                    <a:pt x="204" y="1184"/>
                    <a:pt x="188" y="1209"/>
                  </a:cubicBezTo>
                  <a:cubicBezTo>
                    <a:pt x="183" y="1206"/>
                    <a:pt x="178" y="1205"/>
                    <a:pt x="173" y="1205"/>
                  </a:cubicBezTo>
                  <a:cubicBezTo>
                    <a:pt x="135" y="1205"/>
                    <a:pt x="114" y="1272"/>
                    <a:pt x="119" y="1322"/>
                  </a:cubicBezTo>
                  <a:cubicBezTo>
                    <a:pt x="150" y="1355"/>
                    <a:pt x="154" y="1378"/>
                    <a:pt x="126" y="1378"/>
                  </a:cubicBezTo>
                  <a:cubicBezTo>
                    <a:pt x="120" y="1378"/>
                    <a:pt x="113" y="1377"/>
                    <a:pt x="104" y="1375"/>
                  </a:cubicBezTo>
                  <a:cubicBezTo>
                    <a:pt x="98" y="1373"/>
                    <a:pt x="93" y="1373"/>
                    <a:pt x="89" y="1373"/>
                  </a:cubicBezTo>
                  <a:cubicBezTo>
                    <a:pt x="54" y="1373"/>
                    <a:pt x="48" y="1423"/>
                    <a:pt x="104" y="1482"/>
                  </a:cubicBezTo>
                  <a:cubicBezTo>
                    <a:pt x="123" y="1513"/>
                    <a:pt x="123" y="1513"/>
                    <a:pt x="94" y="1535"/>
                  </a:cubicBezTo>
                  <a:cubicBezTo>
                    <a:pt x="41" y="1554"/>
                    <a:pt x="35" y="1582"/>
                    <a:pt x="60" y="1585"/>
                  </a:cubicBezTo>
                  <a:cubicBezTo>
                    <a:pt x="107" y="1616"/>
                    <a:pt x="104" y="1642"/>
                    <a:pt x="54" y="1663"/>
                  </a:cubicBezTo>
                  <a:cubicBezTo>
                    <a:pt x="0" y="1714"/>
                    <a:pt x="0" y="1717"/>
                    <a:pt x="47" y="1745"/>
                  </a:cubicBezTo>
                  <a:cubicBezTo>
                    <a:pt x="98" y="1773"/>
                    <a:pt x="104" y="1873"/>
                    <a:pt x="54" y="1905"/>
                  </a:cubicBezTo>
                  <a:cubicBezTo>
                    <a:pt x="57" y="1925"/>
                    <a:pt x="35" y="1946"/>
                    <a:pt x="53" y="1946"/>
                  </a:cubicBezTo>
                  <a:cubicBezTo>
                    <a:pt x="54" y="1946"/>
                    <a:pt x="55" y="1946"/>
                    <a:pt x="57" y="1946"/>
                  </a:cubicBezTo>
                  <a:lnTo>
                    <a:pt x="57" y="1946"/>
                  </a:lnTo>
                  <a:lnTo>
                    <a:pt x="35" y="1971"/>
                  </a:lnTo>
                  <a:cubicBezTo>
                    <a:pt x="38" y="1993"/>
                    <a:pt x="38" y="2011"/>
                    <a:pt x="38" y="2011"/>
                  </a:cubicBezTo>
                  <a:lnTo>
                    <a:pt x="63" y="2011"/>
                  </a:lnTo>
                  <a:cubicBezTo>
                    <a:pt x="57" y="2108"/>
                    <a:pt x="60" y="2209"/>
                    <a:pt x="66" y="2309"/>
                  </a:cubicBezTo>
                  <a:cubicBezTo>
                    <a:pt x="85" y="2506"/>
                    <a:pt x="90" y="2565"/>
                    <a:pt x="104" y="2565"/>
                  </a:cubicBezTo>
                  <a:cubicBezTo>
                    <a:pt x="107" y="2565"/>
                    <a:pt x="110" y="2563"/>
                    <a:pt x="113" y="2560"/>
                  </a:cubicBezTo>
                  <a:cubicBezTo>
                    <a:pt x="125" y="2553"/>
                    <a:pt x="134" y="2551"/>
                    <a:pt x="140" y="2551"/>
                  </a:cubicBezTo>
                  <a:cubicBezTo>
                    <a:pt x="162" y="2551"/>
                    <a:pt x="155" y="2581"/>
                    <a:pt x="116" y="2600"/>
                  </a:cubicBezTo>
                  <a:cubicBezTo>
                    <a:pt x="119" y="2622"/>
                    <a:pt x="98" y="2666"/>
                    <a:pt x="104" y="2710"/>
                  </a:cubicBezTo>
                  <a:cubicBezTo>
                    <a:pt x="107" y="2751"/>
                    <a:pt x="110" y="2792"/>
                    <a:pt x="85" y="2795"/>
                  </a:cubicBezTo>
                  <a:lnTo>
                    <a:pt x="88" y="2817"/>
                  </a:lnTo>
                  <a:cubicBezTo>
                    <a:pt x="141" y="2854"/>
                    <a:pt x="154" y="2980"/>
                    <a:pt x="132" y="3045"/>
                  </a:cubicBezTo>
                  <a:cubicBezTo>
                    <a:pt x="132" y="3083"/>
                    <a:pt x="145" y="3121"/>
                    <a:pt x="170" y="3149"/>
                  </a:cubicBezTo>
                  <a:cubicBezTo>
                    <a:pt x="198" y="3190"/>
                    <a:pt x="198" y="3190"/>
                    <a:pt x="173" y="3212"/>
                  </a:cubicBezTo>
                  <a:cubicBezTo>
                    <a:pt x="148" y="3215"/>
                    <a:pt x="135" y="3340"/>
                    <a:pt x="184" y="3340"/>
                  </a:cubicBezTo>
                  <a:cubicBezTo>
                    <a:pt x="184" y="3340"/>
                    <a:pt x="185" y="3340"/>
                    <a:pt x="185" y="3340"/>
                  </a:cubicBezTo>
                  <a:lnTo>
                    <a:pt x="185" y="3340"/>
                  </a:lnTo>
                  <a:lnTo>
                    <a:pt x="163" y="3362"/>
                  </a:lnTo>
                  <a:cubicBezTo>
                    <a:pt x="140" y="3385"/>
                    <a:pt x="163" y="3403"/>
                    <a:pt x="186" y="3403"/>
                  </a:cubicBezTo>
                  <a:cubicBezTo>
                    <a:pt x="188" y="3403"/>
                    <a:pt x="190" y="3403"/>
                    <a:pt x="192" y="3403"/>
                  </a:cubicBezTo>
                  <a:cubicBezTo>
                    <a:pt x="197" y="3402"/>
                    <a:pt x="203" y="3402"/>
                    <a:pt x="207" y="3402"/>
                  </a:cubicBezTo>
                  <a:cubicBezTo>
                    <a:pt x="241" y="3402"/>
                    <a:pt x="236" y="3422"/>
                    <a:pt x="170" y="3447"/>
                  </a:cubicBezTo>
                  <a:cubicBezTo>
                    <a:pt x="119" y="3453"/>
                    <a:pt x="123" y="3472"/>
                    <a:pt x="148" y="3472"/>
                  </a:cubicBezTo>
                  <a:cubicBezTo>
                    <a:pt x="173" y="3490"/>
                    <a:pt x="201" y="3509"/>
                    <a:pt x="179" y="3531"/>
                  </a:cubicBezTo>
                  <a:cubicBezTo>
                    <a:pt x="179" y="3551"/>
                    <a:pt x="181" y="3570"/>
                    <a:pt x="216" y="3570"/>
                  </a:cubicBezTo>
                  <a:cubicBezTo>
                    <a:pt x="221" y="3570"/>
                    <a:pt x="226" y="3570"/>
                    <a:pt x="232" y="3569"/>
                  </a:cubicBezTo>
                  <a:cubicBezTo>
                    <a:pt x="234" y="3569"/>
                    <a:pt x="235" y="3569"/>
                    <a:pt x="237" y="3569"/>
                  </a:cubicBezTo>
                  <a:cubicBezTo>
                    <a:pt x="258" y="3569"/>
                    <a:pt x="261" y="3589"/>
                    <a:pt x="261" y="3610"/>
                  </a:cubicBezTo>
                  <a:cubicBezTo>
                    <a:pt x="253" y="3610"/>
                    <a:pt x="248" y="3611"/>
                    <a:pt x="244" y="3611"/>
                  </a:cubicBezTo>
                  <a:cubicBezTo>
                    <a:pt x="233" y="3611"/>
                    <a:pt x="228" y="3607"/>
                    <a:pt x="210" y="3594"/>
                  </a:cubicBezTo>
                  <a:cubicBezTo>
                    <a:pt x="210" y="3588"/>
                    <a:pt x="209" y="3585"/>
                    <a:pt x="209" y="3585"/>
                  </a:cubicBezTo>
                  <a:lnTo>
                    <a:pt x="209" y="3585"/>
                  </a:lnTo>
                  <a:cubicBezTo>
                    <a:pt x="209" y="3585"/>
                    <a:pt x="211" y="3605"/>
                    <a:pt x="214" y="3635"/>
                  </a:cubicBezTo>
                  <a:cubicBezTo>
                    <a:pt x="214" y="3657"/>
                    <a:pt x="195" y="3700"/>
                    <a:pt x="170" y="3704"/>
                  </a:cubicBezTo>
                  <a:cubicBezTo>
                    <a:pt x="153" y="3719"/>
                    <a:pt x="149" y="3734"/>
                    <a:pt x="163" y="3734"/>
                  </a:cubicBezTo>
                  <a:cubicBezTo>
                    <a:pt x="169" y="3734"/>
                    <a:pt x="180" y="3730"/>
                    <a:pt x="195" y="3722"/>
                  </a:cubicBezTo>
                  <a:cubicBezTo>
                    <a:pt x="208" y="3721"/>
                    <a:pt x="218" y="3719"/>
                    <a:pt x="226" y="3719"/>
                  </a:cubicBezTo>
                  <a:cubicBezTo>
                    <a:pt x="245" y="3719"/>
                    <a:pt x="247" y="3728"/>
                    <a:pt x="251" y="3760"/>
                  </a:cubicBezTo>
                  <a:cubicBezTo>
                    <a:pt x="251" y="3779"/>
                    <a:pt x="254" y="3801"/>
                    <a:pt x="229" y="3804"/>
                  </a:cubicBezTo>
                  <a:cubicBezTo>
                    <a:pt x="204" y="3807"/>
                    <a:pt x="204" y="3807"/>
                    <a:pt x="207" y="3848"/>
                  </a:cubicBezTo>
                  <a:cubicBezTo>
                    <a:pt x="214" y="3910"/>
                    <a:pt x="295" y="3967"/>
                    <a:pt x="345" y="3982"/>
                  </a:cubicBezTo>
                  <a:cubicBezTo>
                    <a:pt x="358" y="3982"/>
                    <a:pt x="368" y="3981"/>
                    <a:pt x="374" y="3981"/>
                  </a:cubicBezTo>
                  <a:cubicBezTo>
                    <a:pt x="392" y="3981"/>
                    <a:pt x="383" y="3986"/>
                    <a:pt x="348" y="4004"/>
                  </a:cubicBezTo>
                  <a:cubicBezTo>
                    <a:pt x="323" y="4008"/>
                    <a:pt x="326" y="4029"/>
                    <a:pt x="326" y="4048"/>
                  </a:cubicBezTo>
                  <a:cubicBezTo>
                    <a:pt x="343" y="4048"/>
                    <a:pt x="339" y="4058"/>
                    <a:pt x="333" y="4058"/>
                  </a:cubicBezTo>
                  <a:cubicBezTo>
                    <a:pt x="331" y="4058"/>
                    <a:pt x="327" y="4056"/>
                    <a:pt x="326" y="4048"/>
                  </a:cubicBezTo>
                  <a:cubicBezTo>
                    <a:pt x="325" y="4049"/>
                    <a:pt x="323" y="4049"/>
                    <a:pt x="322" y="4049"/>
                  </a:cubicBezTo>
                  <a:cubicBezTo>
                    <a:pt x="301" y="4049"/>
                    <a:pt x="301" y="4028"/>
                    <a:pt x="298" y="4011"/>
                  </a:cubicBezTo>
                  <a:lnTo>
                    <a:pt x="273" y="4011"/>
                  </a:lnTo>
                  <a:cubicBezTo>
                    <a:pt x="226" y="4039"/>
                    <a:pt x="226" y="4058"/>
                    <a:pt x="279" y="4077"/>
                  </a:cubicBezTo>
                  <a:cubicBezTo>
                    <a:pt x="304" y="4095"/>
                    <a:pt x="304" y="4095"/>
                    <a:pt x="282" y="4117"/>
                  </a:cubicBezTo>
                  <a:cubicBezTo>
                    <a:pt x="262" y="4141"/>
                    <a:pt x="239" y="4161"/>
                    <a:pt x="256" y="4161"/>
                  </a:cubicBezTo>
                  <a:cubicBezTo>
                    <a:pt x="258" y="4161"/>
                    <a:pt x="259" y="4161"/>
                    <a:pt x="261" y="4161"/>
                  </a:cubicBezTo>
                  <a:lnTo>
                    <a:pt x="261" y="4161"/>
                  </a:lnTo>
                  <a:cubicBezTo>
                    <a:pt x="264" y="4186"/>
                    <a:pt x="257" y="4208"/>
                    <a:pt x="242" y="4227"/>
                  </a:cubicBezTo>
                  <a:cubicBezTo>
                    <a:pt x="245" y="4268"/>
                    <a:pt x="248" y="4290"/>
                    <a:pt x="269" y="4290"/>
                  </a:cubicBezTo>
                  <a:cubicBezTo>
                    <a:pt x="270" y="4290"/>
                    <a:pt x="271" y="4290"/>
                    <a:pt x="273" y="4290"/>
                  </a:cubicBezTo>
                  <a:cubicBezTo>
                    <a:pt x="275" y="4289"/>
                    <a:pt x="276" y="4289"/>
                    <a:pt x="278" y="4289"/>
                  </a:cubicBezTo>
                  <a:cubicBezTo>
                    <a:pt x="299" y="4289"/>
                    <a:pt x="301" y="4310"/>
                    <a:pt x="301" y="4327"/>
                  </a:cubicBezTo>
                  <a:cubicBezTo>
                    <a:pt x="304" y="4348"/>
                    <a:pt x="304" y="4368"/>
                    <a:pt x="325" y="4368"/>
                  </a:cubicBezTo>
                  <a:cubicBezTo>
                    <a:pt x="326" y="4368"/>
                    <a:pt x="328" y="4368"/>
                    <a:pt x="329" y="4368"/>
                  </a:cubicBezTo>
                  <a:cubicBezTo>
                    <a:pt x="331" y="4368"/>
                    <a:pt x="333" y="4368"/>
                    <a:pt x="335" y="4368"/>
                  </a:cubicBezTo>
                  <a:cubicBezTo>
                    <a:pt x="358" y="4368"/>
                    <a:pt x="383" y="4387"/>
                    <a:pt x="386" y="4427"/>
                  </a:cubicBezTo>
                  <a:cubicBezTo>
                    <a:pt x="417" y="4468"/>
                    <a:pt x="417" y="4468"/>
                    <a:pt x="367" y="4493"/>
                  </a:cubicBezTo>
                  <a:cubicBezTo>
                    <a:pt x="342" y="4496"/>
                    <a:pt x="345" y="4515"/>
                    <a:pt x="345" y="4537"/>
                  </a:cubicBezTo>
                  <a:cubicBezTo>
                    <a:pt x="345" y="4556"/>
                    <a:pt x="339" y="4572"/>
                    <a:pt x="326" y="4581"/>
                  </a:cubicBezTo>
                  <a:cubicBezTo>
                    <a:pt x="310" y="4602"/>
                    <a:pt x="320" y="4607"/>
                    <a:pt x="336" y="4607"/>
                  </a:cubicBezTo>
                  <a:cubicBezTo>
                    <a:pt x="342" y="4607"/>
                    <a:pt x="348" y="4607"/>
                    <a:pt x="355" y="4606"/>
                  </a:cubicBezTo>
                  <a:lnTo>
                    <a:pt x="405" y="4600"/>
                  </a:lnTo>
                  <a:lnTo>
                    <a:pt x="405" y="4600"/>
                  </a:lnTo>
                  <a:cubicBezTo>
                    <a:pt x="408" y="4625"/>
                    <a:pt x="361" y="4656"/>
                    <a:pt x="336" y="4659"/>
                  </a:cubicBezTo>
                  <a:cubicBezTo>
                    <a:pt x="303" y="4684"/>
                    <a:pt x="293" y="4691"/>
                    <a:pt x="307" y="4691"/>
                  </a:cubicBezTo>
                  <a:cubicBezTo>
                    <a:pt x="313" y="4691"/>
                    <a:pt x="324" y="4689"/>
                    <a:pt x="339" y="4688"/>
                  </a:cubicBezTo>
                  <a:cubicBezTo>
                    <a:pt x="341" y="4687"/>
                    <a:pt x="343" y="4687"/>
                    <a:pt x="345" y="4687"/>
                  </a:cubicBezTo>
                  <a:cubicBezTo>
                    <a:pt x="370" y="4687"/>
                    <a:pt x="391" y="4707"/>
                    <a:pt x="380" y="4760"/>
                  </a:cubicBezTo>
                  <a:cubicBezTo>
                    <a:pt x="392" y="4813"/>
                    <a:pt x="405" y="4863"/>
                    <a:pt x="380" y="4869"/>
                  </a:cubicBezTo>
                  <a:cubicBezTo>
                    <a:pt x="373" y="4888"/>
                    <a:pt x="380" y="4910"/>
                    <a:pt x="398" y="4919"/>
                  </a:cubicBezTo>
                  <a:cubicBezTo>
                    <a:pt x="433" y="4938"/>
                    <a:pt x="436" y="4963"/>
                    <a:pt x="449" y="5045"/>
                  </a:cubicBezTo>
                  <a:cubicBezTo>
                    <a:pt x="455" y="5147"/>
                    <a:pt x="460" y="5177"/>
                    <a:pt x="478" y="5177"/>
                  </a:cubicBezTo>
                  <a:cubicBezTo>
                    <a:pt x="486" y="5177"/>
                    <a:pt x="495" y="5171"/>
                    <a:pt x="508" y="5164"/>
                  </a:cubicBezTo>
                  <a:cubicBezTo>
                    <a:pt x="518" y="5160"/>
                    <a:pt x="528" y="5154"/>
                    <a:pt x="533" y="5154"/>
                  </a:cubicBezTo>
                  <a:cubicBezTo>
                    <a:pt x="539" y="5154"/>
                    <a:pt x="538" y="5162"/>
                    <a:pt x="521" y="5189"/>
                  </a:cubicBezTo>
                  <a:cubicBezTo>
                    <a:pt x="514" y="5223"/>
                    <a:pt x="549" y="5236"/>
                    <a:pt x="599" y="5264"/>
                  </a:cubicBezTo>
                  <a:cubicBezTo>
                    <a:pt x="637" y="5264"/>
                    <a:pt x="671" y="5252"/>
                    <a:pt x="696" y="5227"/>
                  </a:cubicBezTo>
                  <a:cubicBezTo>
                    <a:pt x="713" y="5215"/>
                    <a:pt x="723" y="5208"/>
                    <a:pt x="730" y="5208"/>
                  </a:cubicBezTo>
                  <a:cubicBezTo>
                    <a:pt x="739" y="5208"/>
                    <a:pt x="741" y="5221"/>
                    <a:pt x="746" y="5252"/>
                  </a:cubicBezTo>
                  <a:cubicBezTo>
                    <a:pt x="759" y="5274"/>
                    <a:pt x="756" y="5302"/>
                    <a:pt x="737" y="5321"/>
                  </a:cubicBezTo>
                  <a:cubicBezTo>
                    <a:pt x="732" y="5325"/>
                    <a:pt x="727" y="5327"/>
                    <a:pt x="721" y="5327"/>
                  </a:cubicBezTo>
                  <a:cubicBezTo>
                    <a:pt x="714" y="5327"/>
                    <a:pt x="707" y="5324"/>
                    <a:pt x="702" y="5317"/>
                  </a:cubicBezTo>
                  <a:lnTo>
                    <a:pt x="687" y="5299"/>
                  </a:lnTo>
                  <a:cubicBezTo>
                    <a:pt x="668" y="5311"/>
                    <a:pt x="646" y="5330"/>
                    <a:pt x="680" y="5371"/>
                  </a:cubicBezTo>
                  <a:cubicBezTo>
                    <a:pt x="678" y="5397"/>
                    <a:pt x="688" y="5415"/>
                    <a:pt x="701" y="5415"/>
                  </a:cubicBezTo>
                  <a:cubicBezTo>
                    <a:pt x="705" y="5415"/>
                    <a:pt x="710" y="5413"/>
                    <a:pt x="715" y="5408"/>
                  </a:cubicBezTo>
                  <a:cubicBezTo>
                    <a:pt x="715" y="5446"/>
                    <a:pt x="749" y="5487"/>
                    <a:pt x="790" y="5521"/>
                  </a:cubicBezTo>
                  <a:cubicBezTo>
                    <a:pt x="828" y="5559"/>
                    <a:pt x="894" y="5609"/>
                    <a:pt x="900" y="5643"/>
                  </a:cubicBezTo>
                  <a:cubicBezTo>
                    <a:pt x="930" y="5667"/>
                    <a:pt x="950" y="5680"/>
                    <a:pt x="964" y="5680"/>
                  </a:cubicBezTo>
                  <a:cubicBezTo>
                    <a:pt x="971" y="5680"/>
                    <a:pt x="976" y="5678"/>
                    <a:pt x="981" y="5672"/>
                  </a:cubicBezTo>
                  <a:cubicBezTo>
                    <a:pt x="995" y="5650"/>
                    <a:pt x="1007" y="5642"/>
                    <a:pt x="1014" y="5642"/>
                  </a:cubicBezTo>
                  <a:cubicBezTo>
                    <a:pt x="1022" y="5642"/>
                    <a:pt x="1024" y="5651"/>
                    <a:pt x="1016" y="5662"/>
                  </a:cubicBezTo>
                  <a:cubicBezTo>
                    <a:pt x="1013" y="5690"/>
                    <a:pt x="1085" y="5759"/>
                    <a:pt x="1169" y="5803"/>
                  </a:cubicBezTo>
                  <a:cubicBezTo>
                    <a:pt x="1235" y="5836"/>
                    <a:pt x="1304" y="5858"/>
                    <a:pt x="1343" y="5858"/>
                  </a:cubicBezTo>
                  <a:cubicBezTo>
                    <a:pt x="1356" y="5858"/>
                    <a:pt x="1365" y="5856"/>
                    <a:pt x="1370" y="5850"/>
                  </a:cubicBezTo>
                  <a:lnTo>
                    <a:pt x="1423" y="5863"/>
                  </a:lnTo>
                  <a:cubicBezTo>
                    <a:pt x="1454" y="5894"/>
                    <a:pt x="1546" y="5915"/>
                    <a:pt x="1608" y="5915"/>
                  </a:cubicBezTo>
                  <a:cubicBezTo>
                    <a:pt x="1633" y="5915"/>
                    <a:pt x="1653" y="5912"/>
                    <a:pt x="1661" y="5904"/>
                  </a:cubicBezTo>
                  <a:lnTo>
                    <a:pt x="1743" y="5910"/>
                  </a:lnTo>
                  <a:cubicBezTo>
                    <a:pt x="1767" y="5923"/>
                    <a:pt x="1786" y="5928"/>
                    <a:pt x="1802" y="5928"/>
                  </a:cubicBezTo>
                  <a:cubicBezTo>
                    <a:pt x="1822" y="5928"/>
                    <a:pt x="1837" y="5920"/>
                    <a:pt x="1852" y="5907"/>
                  </a:cubicBezTo>
                  <a:cubicBezTo>
                    <a:pt x="1870" y="5889"/>
                    <a:pt x="1874" y="5871"/>
                    <a:pt x="1876" y="5871"/>
                  </a:cubicBezTo>
                  <a:cubicBezTo>
                    <a:pt x="1876" y="5871"/>
                    <a:pt x="1877" y="5874"/>
                    <a:pt x="1878" y="5882"/>
                  </a:cubicBezTo>
                  <a:cubicBezTo>
                    <a:pt x="1879" y="5896"/>
                    <a:pt x="1898" y="5901"/>
                    <a:pt x="1928" y="5901"/>
                  </a:cubicBezTo>
                  <a:cubicBezTo>
                    <a:pt x="1951" y="5901"/>
                    <a:pt x="1981" y="5898"/>
                    <a:pt x="2015" y="5894"/>
                  </a:cubicBezTo>
                  <a:cubicBezTo>
                    <a:pt x="2097" y="5888"/>
                    <a:pt x="2097" y="5888"/>
                    <a:pt x="2075" y="5863"/>
                  </a:cubicBezTo>
                  <a:cubicBezTo>
                    <a:pt x="2102" y="5852"/>
                    <a:pt x="2121" y="5848"/>
                    <a:pt x="2133" y="5848"/>
                  </a:cubicBezTo>
                  <a:cubicBezTo>
                    <a:pt x="2159" y="5848"/>
                    <a:pt x="2161" y="5865"/>
                    <a:pt x="2163" y="5882"/>
                  </a:cubicBezTo>
                  <a:cubicBezTo>
                    <a:pt x="2155" y="5905"/>
                    <a:pt x="2158" y="5917"/>
                    <a:pt x="2166" y="5917"/>
                  </a:cubicBezTo>
                  <a:cubicBezTo>
                    <a:pt x="2176" y="5917"/>
                    <a:pt x="2193" y="5896"/>
                    <a:pt x="2200" y="5853"/>
                  </a:cubicBezTo>
                  <a:cubicBezTo>
                    <a:pt x="2212" y="5821"/>
                    <a:pt x="2232" y="5807"/>
                    <a:pt x="2246" y="5807"/>
                  </a:cubicBezTo>
                  <a:cubicBezTo>
                    <a:pt x="2255" y="5807"/>
                    <a:pt x="2262" y="5812"/>
                    <a:pt x="2263" y="5822"/>
                  </a:cubicBezTo>
                  <a:cubicBezTo>
                    <a:pt x="2266" y="5847"/>
                    <a:pt x="2244" y="5847"/>
                    <a:pt x="2222" y="5850"/>
                  </a:cubicBezTo>
                  <a:lnTo>
                    <a:pt x="2229" y="5900"/>
                  </a:lnTo>
                  <a:cubicBezTo>
                    <a:pt x="2247" y="5900"/>
                    <a:pt x="2247" y="5900"/>
                    <a:pt x="2266" y="5872"/>
                  </a:cubicBezTo>
                  <a:cubicBezTo>
                    <a:pt x="2285" y="5869"/>
                    <a:pt x="2297" y="5857"/>
                    <a:pt x="2307" y="5844"/>
                  </a:cubicBezTo>
                  <a:cubicBezTo>
                    <a:pt x="2326" y="5819"/>
                    <a:pt x="2323" y="5788"/>
                    <a:pt x="2301" y="5769"/>
                  </a:cubicBezTo>
                  <a:cubicBezTo>
                    <a:pt x="2276" y="5744"/>
                    <a:pt x="2297" y="5744"/>
                    <a:pt x="2319" y="5741"/>
                  </a:cubicBezTo>
                  <a:cubicBezTo>
                    <a:pt x="2363" y="5762"/>
                    <a:pt x="2366" y="5788"/>
                    <a:pt x="2348" y="5813"/>
                  </a:cubicBezTo>
                  <a:cubicBezTo>
                    <a:pt x="2326" y="5816"/>
                    <a:pt x="2329" y="5841"/>
                    <a:pt x="2332" y="5866"/>
                  </a:cubicBezTo>
                  <a:cubicBezTo>
                    <a:pt x="2332" y="5870"/>
                    <a:pt x="2335" y="5872"/>
                    <a:pt x="2339" y="5872"/>
                  </a:cubicBezTo>
                  <a:cubicBezTo>
                    <a:pt x="2362" y="5872"/>
                    <a:pt x="2435" y="5823"/>
                    <a:pt x="2451" y="5778"/>
                  </a:cubicBezTo>
                  <a:lnTo>
                    <a:pt x="2451" y="5803"/>
                  </a:lnTo>
                  <a:cubicBezTo>
                    <a:pt x="2453" y="5820"/>
                    <a:pt x="2473" y="5824"/>
                    <a:pt x="2499" y="5824"/>
                  </a:cubicBezTo>
                  <a:cubicBezTo>
                    <a:pt x="2511" y="5824"/>
                    <a:pt x="2525" y="5823"/>
                    <a:pt x="2539" y="5822"/>
                  </a:cubicBezTo>
                  <a:cubicBezTo>
                    <a:pt x="2583" y="5819"/>
                    <a:pt x="2601" y="5816"/>
                    <a:pt x="2601" y="5791"/>
                  </a:cubicBezTo>
                  <a:cubicBezTo>
                    <a:pt x="2598" y="5766"/>
                    <a:pt x="2595" y="5741"/>
                    <a:pt x="2617" y="5737"/>
                  </a:cubicBezTo>
                  <a:lnTo>
                    <a:pt x="2617" y="5737"/>
                  </a:lnTo>
                  <a:cubicBezTo>
                    <a:pt x="2616" y="5738"/>
                    <a:pt x="2615" y="5738"/>
                    <a:pt x="2614" y="5738"/>
                  </a:cubicBezTo>
                  <a:cubicBezTo>
                    <a:pt x="2595" y="5738"/>
                    <a:pt x="2592" y="5714"/>
                    <a:pt x="2592" y="5690"/>
                  </a:cubicBezTo>
                  <a:lnTo>
                    <a:pt x="2592" y="5690"/>
                  </a:lnTo>
                  <a:cubicBezTo>
                    <a:pt x="2614" y="5703"/>
                    <a:pt x="2639" y="5715"/>
                    <a:pt x="2658" y="5734"/>
                  </a:cubicBezTo>
                  <a:cubicBezTo>
                    <a:pt x="2694" y="5775"/>
                    <a:pt x="2746" y="5797"/>
                    <a:pt x="2798" y="5797"/>
                  </a:cubicBezTo>
                  <a:cubicBezTo>
                    <a:pt x="2810" y="5797"/>
                    <a:pt x="2822" y="5796"/>
                    <a:pt x="2833" y="5794"/>
                  </a:cubicBezTo>
                  <a:cubicBezTo>
                    <a:pt x="2851" y="5793"/>
                    <a:pt x="2872" y="5791"/>
                    <a:pt x="2892" y="5791"/>
                  </a:cubicBezTo>
                  <a:cubicBezTo>
                    <a:pt x="2922" y="5791"/>
                    <a:pt x="2950" y="5795"/>
                    <a:pt x="2965" y="5809"/>
                  </a:cubicBezTo>
                  <a:cubicBezTo>
                    <a:pt x="3006" y="5803"/>
                    <a:pt x="3028" y="5803"/>
                    <a:pt x="3025" y="5778"/>
                  </a:cubicBezTo>
                  <a:lnTo>
                    <a:pt x="3065" y="5772"/>
                  </a:lnTo>
                  <a:cubicBezTo>
                    <a:pt x="3077" y="5784"/>
                    <a:pt x="3092" y="5789"/>
                    <a:pt x="3105" y="5789"/>
                  </a:cubicBezTo>
                  <a:cubicBezTo>
                    <a:pt x="3120" y="5789"/>
                    <a:pt x="3131" y="5782"/>
                    <a:pt x="3131" y="5769"/>
                  </a:cubicBezTo>
                  <a:cubicBezTo>
                    <a:pt x="3138" y="5758"/>
                    <a:pt x="3146" y="5754"/>
                    <a:pt x="3154" y="5754"/>
                  </a:cubicBezTo>
                  <a:cubicBezTo>
                    <a:pt x="3167" y="5754"/>
                    <a:pt x="3180" y="5762"/>
                    <a:pt x="3194" y="5762"/>
                  </a:cubicBezTo>
                  <a:cubicBezTo>
                    <a:pt x="3214" y="5782"/>
                    <a:pt x="3226" y="5793"/>
                    <a:pt x="3230" y="5793"/>
                  </a:cubicBezTo>
                  <a:cubicBezTo>
                    <a:pt x="3235" y="5793"/>
                    <a:pt x="3228" y="5775"/>
                    <a:pt x="3213" y="5734"/>
                  </a:cubicBezTo>
                  <a:cubicBezTo>
                    <a:pt x="3210" y="5711"/>
                    <a:pt x="3171" y="5690"/>
                    <a:pt x="3148" y="5690"/>
                  </a:cubicBezTo>
                  <a:cubicBezTo>
                    <a:pt x="3147" y="5690"/>
                    <a:pt x="3145" y="5690"/>
                    <a:pt x="3144" y="5690"/>
                  </a:cubicBezTo>
                  <a:lnTo>
                    <a:pt x="3081" y="5697"/>
                  </a:lnTo>
                  <a:lnTo>
                    <a:pt x="3140" y="5665"/>
                  </a:lnTo>
                  <a:cubicBezTo>
                    <a:pt x="3162" y="5662"/>
                    <a:pt x="3203" y="5634"/>
                    <a:pt x="3200" y="5609"/>
                  </a:cubicBezTo>
                  <a:cubicBezTo>
                    <a:pt x="3200" y="5609"/>
                    <a:pt x="3197" y="5584"/>
                    <a:pt x="3219" y="5581"/>
                  </a:cubicBezTo>
                  <a:lnTo>
                    <a:pt x="3225" y="5631"/>
                  </a:lnTo>
                  <a:cubicBezTo>
                    <a:pt x="3209" y="5656"/>
                    <a:pt x="3203" y="5684"/>
                    <a:pt x="3209" y="5709"/>
                  </a:cubicBezTo>
                  <a:cubicBezTo>
                    <a:pt x="3224" y="5737"/>
                    <a:pt x="3254" y="5757"/>
                    <a:pt x="3275" y="5757"/>
                  </a:cubicBezTo>
                  <a:cubicBezTo>
                    <a:pt x="3289" y="5757"/>
                    <a:pt x="3298" y="5748"/>
                    <a:pt x="3297" y="5728"/>
                  </a:cubicBezTo>
                  <a:cubicBezTo>
                    <a:pt x="3302" y="5727"/>
                    <a:pt x="3306" y="5727"/>
                    <a:pt x="3309" y="5727"/>
                  </a:cubicBezTo>
                  <a:cubicBezTo>
                    <a:pt x="3318" y="5727"/>
                    <a:pt x="3323" y="5731"/>
                    <a:pt x="3341" y="5747"/>
                  </a:cubicBezTo>
                  <a:cubicBezTo>
                    <a:pt x="3342" y="5757"/>
                    <a:pt x="3346" y="5763"/>
                    <a:pt x="3352" y="5763"/>
                  </a:cubicBezTo>
                  <a:cubicBezTo>
                    <a:pt x="3359" y="5763"/>
                    <a:pt x="3371" y="5750"/>
                    <a:pt x="3382" y="5719"/>
                  </a:cubicBezTo>
                  <a:cubicBezTo>
                    <a:pt x="3390" y="5691"/>
                    <a:pt x="3400" y="5678"/>
                    <a:pt x="3411" y="5678"/>
                  </a:cubicBezTo>
                  <a:cubicBezTo>
                    <a:pt x="3421" y="5678"/>
                    <a:pt x="3432" y="5690"/>
                    <a:pt x="3444" y="5712"/>
                  </a:cubicBezTo>
                  <a:cubicBezTo>
                    <a:pt x="3470" y="5737"/>
                    <a:pt x="3505" y="5747"/>
                    <a:pt x="3533" y="5747"/>
                  </a:cubicBezTo>
                  <a:cubicBezTo>
                    <a:pt x="3557" y="5747"/>
                    <a:pt x="3574" y="5740"/>
                    <a:pt x="3573" y="5728"/>
                  </a:cubicBezTo>
                  <a:cubicBezTo>
                    <a:pt x="3571" y="5696"/>
                    <a:pt x="3596" y="5682"/>
                    <a:pt x="3621" y="5682"/>
                  </a:cubicBezTo>
                  <a:cubicBezTo>
                    <a:pt x="3634" y="5682"/>
                    <a:pt x="3647" y="5686"/>
                    <a:pt x="3654" y="5694"/>
                  </a:cubicBezTo>
                  <a:cubicBezTo>
                    <a:pt x="3662" y="5705"/>
                    <a:pt x="3673" y="5711"/>
                    <a:pt x="3685" y="5711"/>
                  </a:cubicBezTo>
                  <a:cubicBezTo>
                    <a:pt x="3699" y="5711"/>
                    <a:pt x="3712" y="5703"/>
                    <a:pt x="3717" y="5687"/>
                  </a:cubicBezTo>
                  <a:cubicBezTo>
                    <a:pt x="3719" y="5704"/>
                    <a:pt x="3732" y="5722"/>
                    <a:pt x="3745" y="5722"/>
                  </a:cubicBezTo>
                  <a:cubicBezTo>
                    <a:pt x="3752" y="5722"/>
                    <a:pt x="3758" y="5718"/>
                    <a:pt x="3764" y="5709"/>
                  </a:cubicBezTo>
                  <a:cubicBezTo>
                    <a:pt x="3764" y="5709"/>
                    <a:pt x="3783" y="5706"/>
                    <a:pt x="3761" y="5684"/>
                  </a:cubicBezTo>
                  <a:lnTo>
                    <a:pt x="3799" y="5631"/>
                  </a:lnTo>
                  <a:cubicBezTo>
                    <a:pt x="3777" y="5631"/>
                    <a:pt x="3774" y="5606"/>
                    <a:pt x="3774" y="5581"/>
                  </a:cubicBezTo>
                  <a:cubicBezTo>
                    <a:pt x="3773" y="5574"/>
                    <a:pt x="3779" y="5570"/>
                    <a:pt x="3789" y="5570"/>
                  </a:cubicBezTo>
                  <a:cubicBezTo>
                    <a:pt x="3816" y="5570"/>
                    <a:pt x="3871" y="5594"/>
                    <a:pt x="3905" y="5647"/>
                  </a:cubicBezTo>
                  <a:lnTo>
                    <a:pt x="3952" y="5690"/>
                  </a:lnTo>
                  <a:cubicBezTo>
                    <a:pt x="3949" y="5665"/>
                    <a:pt x="3949" y="5640"/>
                    <a:pt x="3949" y="5640"/>
                  </a:cubicBezTo>
                  <a:cubicBezTo>
                    <a:pt x="3953" y="5640"/>
                    <a:pt x="3957" y="5640"/>
                    <a:pt x="3960" y="5640"/>
                  </a:cubicBezTo>
                  <a:cubicBezTo>
                    <a:pt x="3976" y="5640"/>
                    <a:pt x="3990" y="5642"/>
                    <a:pt x="3993" y="5662"/>
                  </a:cubicBezTo>
                  <a:cubicBezTo>
                    <a:pt x="3996" y="5687"/>
                    <a:pt x="3996" y="5687"/>
                    <a:pt x="4015" y="5687"/>
                  </a:cubicBezTo>
                  <a:cubicBezTo>
                    <a:pt x="4030" y="5684"/>
                    <a:pt x="4037" y="5672"/>
                    <a:pt x="4034" y="5659"/>
                  </a:cubicBezTo>
                  <a:cubicBezTo>
                    <a:pt x="4032" y="5629"/>
                    <a:pt x="4031" y="5617"/>
                    <a:pt x="4035" y="5617"/>
                  </a:cubicBezTo>
                  <a:cubicBezTo>
                    <a:pt x="4038" y="5617"/>
                    <a:pt x="4044" y="5622"/>
                    <a:pt x="4052" y="5631"/>
                  </a:cubicBezTo>
                  <a:cubicBezTo>
                    <a:pt x="4066" y="5655"/>
                    <a:pt x="4077" y="5667"/>
                    <a:pt x="4087" y="5667"/>
                  </a:cubicBezTo>
                  <a:cubicBezTo>
                    <a:pt x="4099" y="5667"/>
                    <a:pt x="4108" y="5652"/>
                    <a:pt x="4118" y="5625"/>
                  </a:cubicBezTo>
                  <a:cubicBezTo>
                    <a:pt x="4115" y="5600"/>
                    <a:pt x="4114" y="5587"/>
                    <a:pt x="4116" y="5587"/>
                  </a:cubicBezTo>
                  <a:lnTo>
                    <a:pt x="4116" y="5587"/>
                  </a:lnTo>
                  <a:cubicBezTo>
                    <a:pt x="4118" y="5587"/>
                    <a:pt x="4125" y="5600"/>
                    <a:pt x="4137" y="5625"/>
                  </a:cubicBezTo>
                  <a:cubicBezTo>
                    <a:pt x="4140" y="5650"/>
                    <a:pt x="4159" y="5668"/>
                    <a:pt x="4184" y="5672"/>
                  </a:cubicBezTo>
                  <a:lnTo>
                    <a:pt x="4184" y="5647"/>
                  </a:lnTo>
                  <a:cubicBezTo>
                    <a:pt x="4180" y="5615"/>
                    <a:pt x="4187" y="5602"/>
                    <a:pt x="4198" y="5602"/>
                  </a:cubicBezTo>
                  <a:cubicBezTo>
                    <a:pt x="4205" y="5602"/>
                    <a:pt x="4213" y="5607"/>
                    <a:pt x="4222" y="5615"/>
                  </a:cubicBezTo>
                  <a:cubicBezTo>
                    <a:pt x="4223" y="5627"/>
                    <a:pt x="4229" y="5634"/>
                    <a:pt x="4239" y="5634"/>
                  </a:cubicBezTo>
                  <a:cubicBezTo>
                    <a:pt x="4250" y="5634"/>
                    <a:pt x="4265" y="5627"/>
                    <a:pt x="4284" y="5612"/>
                  </a:cubicBezTo>
                  <a:cubicBezTo>
                    <a:pt x="4299" y="5610"/>
                    <a:pt x="4311" y="5609"/>
                    <a:pt x="4321" y="5609"/>
                  </a:cubicBezTo>
                  <a:cubicBezTo>
                    <a:pt x="4340" y="5609"/>
                    <a:pt x="4350" y="5614"/>
                    <a:pt x="4350" y="5631"/>
                  </a:cubicBezTo>
                  <a:cubicBezTo>
                    <a:pt x="4353" y="5656"/>
                    <a:pt x="4355" y="5668"/>
                    <a:pt x="4357" y="5668"/>
                  </a:cubicBezTo>
                  <a:cubicBezTo>
                    <a:pt x="4360" y="5668"/>
                    <a:pt x="4364" y="5655"/>
                    <a:pt x="4372" y="5628"/>
                  </a:cubicBezTo>
                  <a:cubicBezTo>
                    <a:pt x="4382" y="5613"/>
                    <a:pt x="4387" y="5606"/>
                    <a:pt x="4396" y="5606"/>
                  </a:cubicBezTo>
                  <a:cubicBezTo>
                    <a:pt x="4403" y="5606"/>
                    <a:pt x="4414" y="5611"/>
                    <a:pt x="4435" y="5621"/>
                  </a:cubicBezTo>
                  <a:cubicBezTo>
                    <a:pt x="4447" y="5634"/>
                    <a:pt x="4453" y="5640"/>
                    <a:pt x="4459" y="5640"/>
                  </a:cubicBezTo>
                  <a:cubicBezTo>
                    <a:pt x="4464" y="5640"/>
                    <a:pt x="4469" y="5633"/>
                    <a:pt x="4479" y="5618"/>
                  </a:cubicBezTo>
                  <a:cubicBezTo>
                    <a:pt x="4473" y="5571"/>
                    <a:pt x="4472" y="5546"/>
                    <a:pt x="4454" y="5546"/>
                  </a:cubicBezTo>
                  <a:cubicBezTo>
                    <a:pt x="4453" y="5546"/>
                    <a:pt x="4452" y="5546"/>
                    <a:pt x="4450" y="5546"/>
                  </a:cubicBezTo>
                  <a:cubicBezTo>
                    <a:pt x="4428" y="5546"/>
                    <a:pt x="4428" y="5546"/>
                    <a:pt x="4425" y="5521"/>
                  </a:cubicBezTo>
                  <a:lnTo>
                    <a:pt x="4469" y="5518"/>
                  </a:lnTo>
                  <a:cubicBezTo>
                    <a:pt x="4497" y="5515"/>
                    <a:pt x="4529" y="5506"/>
                    <a:pt x="4551" y="5484"/>
                  </a:cubicBezTo>
                  <a:cubicBezTo>
                    <a:pt x="4583" y="5461"/>
                    <a:pt x="4588" y="5425"/>
                    <a:pt x="4568" y="5425"/>
                  </a:cubicBezTo>
                  <a:cubicBezTo>
                    <a:pt x="4563" y="5425"/>
                    <a:pt x="4556" y="5428"/>
                    <a:pt x="4548" y="5433"/>
                  </a:cubicBezTo>
                  <a:lnTo>
                    <a:pt x="4548" y="5437"/>
                  </a:lnTo>
                  <a:lnTo>
                    <a:pt x="4522" y="5412"/>
                  </a:lnTo>
                  <a:cubicBezTo>
                    <a:pt x="4519" y="5375"/>
                    <a:pt x="4508" y="5357"/>
                    <a:pt x="4498" y="5357"/>
                  </a:cubicBezTo>
                  <a:cubicBezTo>
                    <a:pt x="4488" y="5357"/>
                    <a:pt x="4479" y="5376"/>
                    <a:pt x="4482" y="5415"/>
                  </a:cubicBezTo>
                  <a:cubicBezTo>
                    <a:pt x="4485" y="5457"/>
                    <a:pt x="4487" y="5475"/>
                    <a:pt x="4483" y="5475"/>
                  </a:cubicBezTo>
                  <a:cubicBezTo>
                    <a:pt x="4480" y="5475"/>
                    <a:pt x="4474" y="5464"/>
                    <a:pt x="4463" y="5443"/>
                  </a:cubicBezTo>
                  <a:cubicBezTo>
                    <a:pt x="4457" y="5398"/>
                    <a:pt x="4442" y="5396"/>
                    <a:pt x="4423" y="5396"/>
                  </a:cubicBezTo>
                  <a:cubicBezTo>
                    <a:pt x="4421" y="5396"/>
                    <a:pt x="4418" y="5396"/>
                    <a:pt x="4416" y="5396"/>
                  </a:cubicBezTo>
                  <a:cubicBezTo>
                    <a:pt x="4410" y="5397"/>
                    <a:pt x="4406" y="5397"/>
                    <a:pt x="4403" y="5397"/>
                  </a:cubicBezTo>
                  <a:cubicBezTo>
                    <a:pt x="4394" y="5397"/>
                    <a:pt x="4393" y="5392"/>
                    <a:pt x="4391" y="5374"/>
                  </a:cubicBezTo>
                  <a:cubicBezTo>
                    <a:pt x="4391" y="5349"/>
                    <a:pt x="4369" y="5330"/>
                    <a:pt x="4344" y="5327"/>
                  </a:cubicBezTo>
                  <a:cubicBezTo>
                    <a:pt x="4325" y="5330"/>
                    <a:pt x="4325" y="5330"/>
                    <a:pt x="4325" y="5355"/>
                  </a:cubicBezTo>
                  <a:cubicBezTo>
                    <a:pt x="4336" y="5365"/>
                    <a:pt x="4334" y="5370"/>
                    <a:pt x="4326" y="5370"/>
                  </a:cubicBezTo>
                  <a:cubicBezTo>
                    <a:pt x="4316" y="5370"/>
                    <a:pt x="4295" y="5360"/>
                    <a:pt x="4281" y="5333"/>
                  </a:cubicBezTo>
                  <a:cubicBezTo>
                    <a:pt x="4272" y="5324"/>
                    <a:pt x="4267" y="5319"/>
                    <a:pt x="4264" y="5319"/>
                  </a:cubicBezTo>
                  <a:cubicBezTo>
                    <a:pt x="4260" y="5319"/>
                    <a:pt x="4261" y="5331"/>
                    <a:pt x="4262" y="5361"/>
                  </a:cubicBezTo>
                  <a:cubicBezTo>
                    <a:pt x="4266" y="5387"/>
                    <a:pt x="4256" y="5401"/>
                    <a:pt x="4242" y="5401"/>
                  </a:cubicBezTo>
                  <a:cubicBezTo>
                    <a:pt x="4228" y="5401"/>
                    <a:pt x="4212" y="5389"/>
                    <a:pt x="4200" y="5364"/>
                  </a:cubicBezTo>
                  <a:lnTo>
                    <a:pt x="4159" y="5371"/>
                  </a:lnTo>
                  <a:cubicBezTo>
                    <a:pt x="4137" y="5371"/>
                    <a:pt x="4140" y="5396"/>
                    <a:pt x="4140" y="5421"/>
                  </a:cubicBezTo>
                  <a:cubicBezTo>
                    <a:pt x="4144" y="5451"/>
                    <a:pt x="4145" y="5463"/>
                    <a:pt x="4141" y="5463"/>
                  </a:cubicBezTo>
                  <a:cubicBezTo>
                    <a:pt x="4137" y="5463"/>
                    <a:pt x="4131" y="5458"/>
                    <a:pt x="4121" y="5449"/>
                  </a:cubicBezTo>
                  <a:cubicBezTo>
                    <a:pt x="4109" y="5437"/>
                    <a:pt x="4099" y="5418"/>
                    <a:pt x="4096" y="5402"/>
                  </a:cubicBezTo>
                  <a:cubicBezTo>
                    <a:pt x="4094" y="5384"/>
                    <a:pt x="4083" y="5379"/>
                    <a:pt x="4069" y="5379"/>
                  </a:cubicBezTo>
                  <a:cubicBezTo>
                    <a:pt x="4064" y="5379"/>
                    <a:pt x="4058" y="5379"/>
                    <a:pt x="4052" y="5380"/>
                  </a:cubicBezTo>
                  <a:cubicBezTo>
                    <a:pt x="4030" y="5380"/>
                    <a:pt x="3990" y="5386"/>
                    <a:pt x="3990" y="5412"/>
                  </a:cubicBezTo>
                  <a:lnTo>
                    <a:pt x="3990" y="5386"/>
                  </a:lnTo>
                  <a:cubicBezTo>
                    <a:pt x="3975" y="5386"/>
                    <a:pt x="3969" y="5375"/>
                    <a:pt x="3967" y="5375"/>
                  </a:cubicBezTo>
                  <a:lnTo>
                    <a:pt x="3967" y="5375"/>
                  </a:lnTo>
                  <a:cubicBezTo>
                    <a:pt x="3966" y="5375"/>
                    <a:pt x="3967" y="5378"/>
                    <a:pt x="3968" y="5386"/>
                  </a:cubicBezTo>
                  <a:cubicBezTo>
                    <a:pt x="3946" y="5386"/>
                    <a:pt x="3921" y="5380"/>
                    <a:pt x="3902" y="5368"/>
                  </a:cubicBezTo>
                  <a:cubicBezTo>
                    <a:pt x="3895" y="5364"/>
                    <a:pt x="3888" y="5363"/>
                    <a:pt x="3881" y="5363"/>
                  </a:cubicBezTo>
                  <a:cubicBezTo>
                    <a:pt x="3843" y="5363"/>
                    <a:pt x="3809" y="5409"/>
                    <a:pt x="3868" y="5446"/>
                  </a:cubicBezTo>
                  <a:cubicBezTo>
                    <a:pt x="3889" y="5446"/>
                    <a:pt x="3889" y="5446"/>
                    <a:pt x="3846" y="5449"/>
                  </a:cubicBezTo>
                  <a:cubicBezTo>
                    <a:pt x="3824" y="5452"/>
                    <a:pt x="3827" y="5477"/>
                    <a:pt x="3827" y="5477"/>
                  </a:cubicBezTo>
                  <a:cubicBezTo>
                    <a:pt x="3830" y="5502"/>
                    <a:pt x="3808" y="5502"/>
                    <a:pt x="3786" y="5506"/>
                  </a:cubicBezTo>
                  <a:lnTo>
                    <a:pt x="3783" y="5455"/>
                  </a:lnTo>
                  <a:cubicBezTo>
                    <a:pt x="3790" y="5411"/>
                    <a:pt x="3779" y="5385"/>
                    <a:pt x="3766" y="5385"/>
                  </a:cubicBezTo>
                  <a:cubicBezTo>
                    <a:pt x="3756" y="5385"/>
                    <a:pt x="3744" y="5400"/>
                    <a:pt x="3739" y="5433"/>
                  </a:cubicBezTo>
                  <a:cubicBezTo>
                    <a:pt x="3739" y="5441"/>
                    <a:pt x="3739" y="5444"/>
                    <a:pt x="3739" y="5444"/>
                  </a:cubicBezTo>
                  <a:cubicBezTo>
                    <a:pt x="3739" y="5444"/>
                    <a:pt x="3738" y="5426"/>
                    <a:pt x="3736" y="5408"/>
                  </a:cubicBezTo>
                  <a:cubicBezTo>
                    <a:pt x="3734" y="5397"/>
                    <a:pt x="3729" y="5391"/>
                    <a:pt x="3720" y="5391"/>
                  </a:cubicBezTo>
                  <a:cubicBezTo>
                    <a:pt x="3710" y="5391"/>
                    <a:pt x="3694" y="5399"/>
                    <a:pt x="3673" y="5415"/>
                  </a:cubicBezTo>
                  <a:cubicBezTo>
                    <a:pt x="3651" y="5415"/>
                    <a:pt x="3636" y="5468"/>
                    <a:pt x="3636" y="5493"/>
                  </a:cubicBezTo>
                  <a:cubicBezTo>
                    <a:pt x="3639" y="5506"/>
                    <a:pt x="3632" y="5518"/>
                    <a:pt x="3617" y="5521"/>
                  </a:cubicBezTo>
                  <a:cubicBezTo>
                    <a:pt x="3598" y="5521"/>
                    <a:pt x="3598" y="5521"/>
                    <a:pt x="3595" y="5496"/>
                  </a:cubicBezTo>
                  <a:cubicBezTo>
                    <a:pt x="3592" y="5473"/>
                    <a:pt x="3581" y="5461"/>
                    <a:pt x="3569" y="5461"/>
                  </a:cubicBezTo>
                  <a:cubicBezTo>
                    <a:pt x="3556" y="5461"/>
                    <a:pt x="3541" y="5476"/>
                    <a:pt x="3532" y="5502"/>
                  </a:cubicBezTo>
                  <a:lnTo>
                    <a:pt x="3529" y="5477"/>
                  </a:lnTo>
                  <a:cubicBezTo>
                    <a:pt x="3527" y="5462"/>
                    <a:pt x="3518" y="5447"/>
                    <a:pt x="3485" y="5447"/>
                  </a:cubicBezTo>
                  <a:cubicBezTo>
                    <a:pt x="3466" y="5447"/>
                    <a:pt x="3439" y="5452"/>
                    <a:pt x="3401" y="5465"/>
                  </a:cubicBezTo>
                  <a:cubicBezTo>
                    <a:pt x="3363" y="5468"/>
                    <a:pt x="3329" y="5470"/>
                    <a:pt x="3304" y="5470"/>
                  </a:cubicBezTo>
                  <a:cubicBezTo>
                    <a:pt x="3272" y="5470"/>
                    <a:pt x="3252" y="5466"/>
                    <a:pt x="3250" y="5452"/>
                  </a:cubicBezTo>
                  <a:cubicBezTo>
                    <a:pt x="3250" y="5448"/>
                    <a:pt x="3247" y="5446"/>
                    <a:pt x="3243" y="5446"/>
                  </a:cubicBezTo>
                  <a:cubicBezTo>
                    <a:pt x="3223" y="5446"/>
                    <a:pt x="3163" y="5495"/>
                    <a:pt x="3131" y="5540"/>
                  </a:cubicBezTo>
                  <a:cubicBezTo>
                    <a:pt x="3129" y="5523"/>
                    <a:pt x="3119" y="5518"/>
                    <a:pt x="3100" y="5518"/>
                  </a:cubicBezTo>
                  <a:cubicBezTo>
                    <a:pt x="3090" y="5518"/>
                    <a:pt x="3079" y="5519"/>
                    <a:pt x="3065" y="5521"/>
                  </a:cubicBezTo>
                  <a:cubicBezTo>
                    <a:pt x="3044" y="5523"/>
                    <a:pt x="3030" y="5525"/>
                    <a:pt x="3021" y="5525"/>
                  </a:cubicBezTo>
                  <a:cubicBezTo>
                    <a:pt x="3002" y="5525"/>
                    <a:pt x="3002" y="5519"/>
                    <a:pt x="2999" y="5502"/>
                  </a:cubicBezTo>
                  <a:cubicBezTo>
                    <a:pt x="3007" y="5476"/>
                    <a:pt x="3011" y="5462"/>
                    <a:pt x="3008" y="5462"/>
                  </a:cubicBezTo>
                  <a:lnTo>
                    <a:pt x="3008" y="5462"/>
                  </a:lnTo>
                  <a:cubicBezTo>
                    <a:pt x="3006" y="5462"/>
                    <a:pt x="2996" y="5476"/>
                    <a:pt x="2978" y="5502"/>
                  </a:cubicBezTo>
                  <a:cubicBezTo>
                    <a:pt x="2971" y="5525"/>
                    <a:pt x="2956" y="5534"/>
                    <a:pt x="2939" y="5534"/>
                  </a:cubicBezTo>
                  <a:cubicBezTo>
                    <a:pt x="2917" y="5534"/>
                    <a:pt x="2893" y="5516"/>
                    <a:pt x="2890" y="5487"/>
                  </a:cubicBezTo>
                  <a:cubicBezTo>
                    <a:pt x="2890" y="5468"/>
                    <a:pt x="2878" y="5463"/>
                    <a:pt x="2855" y="5463"/>
                  </a:cubicBezTo>
                  <a:cubicBezTo>
                    <a:pt x="2847" y="5463"/>
                    <a:pt x="2838" y="5464"/>
                    <a:pt x="2827" y="5465"/>
                  </a:cubicBezTo>
                  <a:cubicBezTo>
                    <a:pt x="2808" y="5493"/>
                    <a:pt x="2764" y="5496"/>
                    <a:pt x="2724" y="5502"/>
                  </a:cubicBezTo>
                  <a:cubicBezTo>
                    <a:pt x="2658" y="5506"/>
                    <a:pt x="2658" y="5506"/>
                    <a:pt x="2664" y="5556"/>
                  </a:cubicBezTo>
                  <a:cubicBezTo>
                    <a:pt x="2667" y="5609"/>
                    <a:pt x="2648" y="5609"/>
                    <a:pt x="2605" y="5612"/>
                  </a:cubicBezTo>
                  <a:cubicBezTo>
                    <a:pt x="2597" y="5613"/>
                    <a:pt x="2590" y="5614"/>
                    <a:pt x="2584" y="5614"/>
                  </a:cubicBezTo>
                  <a:cubicBezTo>
                    <a:pt x="2572" y="5614"/>
                    <a:pt x="2563" y="5610"/>
                    <a:pt x="2561" y="5593"/>
                  </a:cubicBezTo>
                  <a:cubicBezTo>
                    <a:pt x="2548" y="5581"/>
                    <a:pt x="2533" y="5571"/>
                    <a:pt x="2517" y="5571"/>
                  </a:cubicBezTo>
                  <a:cubicBezTo>
                    <a:pt x="2512" y="5571"/>
                    <a:pt x="2508" y="5571"/>
                    <a:pt x="2504" y="5571"/>
                  </a:cubicBezTo>
                  <a:cubicBezTo>
                    <a:pt x="2487" y="5571"/>
                    <a:pt x="2473" y="5569"/>
                    <a:pt x="2473" y="5549"/>
                  </a:cubicBezTo>
                  <a:cubicBezTo>
                    <a:pt x="2457" y="5536"/>
                    <a:pt x="2437" y="5530"/>
                    <a:pt x="2418" y="5530"/>
                  </a:cubicBezTo>
                  <a:cubicBezTo>
                    <a:pt x="2415" y="5530"/>
                    <a:pt x="2411" y="5530"/>
                    <a:pt x="2407" y="5531"/>
                  </a:cubicBezTo>
                  <a:cubicBezTo>
                    <a:pt x="2393" y="5532"/>
                    <a:pt x="2378" y="5533"/>
                    <a:pt x="2366" y="5533"/>
                  </a:cubicBezTo>
                  <a:cubicBezTo>
                    <a:pt x="2340" y="5533"/>
                    <a:pt x="2322" y="5528"/>
                    <a:pt x="2319" y="5512"/>
                  </a:cubicBezTo>
                  <a:cubicBezTo>
                    <a:pt x="2297" y="5515"/>
                    <a:pt x="2297" y="5515"/>
                    <a:pt x="2301" y="5540"/>
                  </a:cubicBezTo>
                  <a:cubicBezTo>
                    <a:pt x="2303" y="5559"/>
                    <a:pt x="2292" y="5581"/>
                    <a:pt x="2247" y="5581"/>
                  </a:cubicBezTo>
                  <a:cubicBezTo>
                    <a:pt x="2234" y="5581"/>
                    <a:pt x="2217" y="5579"/>
                    <a:pt x="2197" y="5574"/>
                  </a:cubicBezTo>
                  <a:cubicBezTo>
                    <a:pt x="2156" y="5578"/>
                    <a:pt x="2091" y="5584"/>
                    <a:pt x="2094" y="5609"/>
                  </a:cubicBezTo>
                  <a:cubicBezTo>
                    <a:pt x="2088" y="5610"/>
                    <a:pt x="2084" y="5610"/>
                    <a:pt x="2081" y="5610"/>
                  </a:cubicBezTo>
                  <a:cubicBezTo>
                    <a:pt x="2072" y="5610"/>
                    <a:pt x="2072" y="5606"/>
                    <a:pt x="2072" y="5587"/>
                  </a:cubicBezTo>
                  <a:cubicBezTo>
                    <a:pt x="2069" y="5563"/>
                    <a:pt x="2058" y="5551"/>
                    <a:pt x="2043" y="5551"/>
                  </a:cubicBezTo>
                  <a:cubicBezTo>
                    <a:pt x="2027" y="5551"/>
                    <a:pt x="2007" y="5565"/>
                    <a:pt x="1987" y="5593"/>
                  </a:cubicBezTo>
                  <a:cubicBezTo>
                    <a:pt x="1987" y="5607"/>
                    <a:pt x="1982" y="5614"/>
                    <a:pt x="1972" y="5614"/>
                  </a:cubicBezTo>
                  <a:cubicBezTo>
                    <a:pt x="1965" y="5614"/>
                    <a:pt x="1955" y="5609"/>
                    <a:pt x="1943" y="5600"/>
                  </a:cubicBezTo>
                  <a:cubicBezTo>
                    <a:pt x="1928" y="5603"/>
                    <a:pt x="1912" y="5612"/>
                    <a:pt x="1903" y="5628"/>
                  </a:cubicBezTo>
                  <a:cubicBezTo>
                    <a:pt x="1895" y="5641"/>
                    <a:pt x="1890" y="5647"/>
                    <a:pt x="1881" y="5647"/>
                  </a:cubicBezTo>
                  <a:cubicBezTo>
                    <a:pt x="1873" y="5647"/>
                    <a:pt x="1861" y="5641"/>
                    <a:pt x="1840" y="5631"/>
                  </a:cubicBezTo>
                  <a:cubicBezTo>
                    <a:pt x="1837" y="5606"/>
                    <a:pt x="1815" y="5606"/>
                    <a:pt x="1796" y="5606"/>
                  </a:cubicBezTo>
                  <a:cubicBezTo>
                    <a:pt x="1782" y="5617"/>
                    <a:pt x="1749" y="5621"/>
                    <a:pt x="1709" y="5621"/>
                  </a:cubicBezTo>
                  <a:cubicBezTo>
                    <a:pt x="1622" y="5621"/>
                    <a:pt x="1505" y="5599"/>
                    <a:pt x="1498" y="5571"/>
                  </a:cubicBezTo>
                  <a:cubicBezTo>
                    <a:pt x="1480" y="5583"/>
                    <a:pt x="1474" y="5588"/>
                    <a:pt x="1466" y="5588"/>
                  </a:cubicBezTo>
                  <a:cubicBezTo>
                    <a:pt x="1461" y="5588"/>
                    <a:pt x="1456" y="5586"/>
                    <a:pt x="1448" y="5584"/>
                  </a:cubicBezTo>
                  <a:cubicBezTo>
                    <a:pt x="1446" y="5561"/>
                    <a:pt x="1440" y="5552"/>
                    <a:pt x="1432" y="5552"/>
                  </a:cubicBezTo>
                  <a:cubicBezTo>
                    <a:pt x="1422" y="5552"/>
                    <a:pt x="1409" y="5569"/>
                    <a:pt x="1398" y="5596"/>
                  </a:cubicBezTo>
                  <a:lnTo>
                    <a:pt x="1420" y="5603"/>
                  </a:lnTo>
                  <a:lnTo>
                    <a:pt x="1442" y="5609"/>
                  </a:lnTo>
                  <a:cubicBezTo>
                    <a:pt x="1437" y="5627"/>
                    <a:pt x="1425" y="5636"/>
                    <a:pt x="1413" y="5636"/>
                  </a:cubicBezTo>
                  <a:cubicBezTo>
                    <a:pt x="1391" y="5636"/>
                    <a:pt x="1370" y="5611"/>
                    <a:pt x="1386" y="5565"/>
                  </a:cubicBezTo>
                  <a:cubicBezTo>
                    <a:pt x="1384" y="5535"/>
                    <a:pt x="1384" y="5521"/>
                    <a:pt x="1378" y="5521"/>
                  </a:cubicBezTo>
                  <a:cubicBezTo>
                    <a:pt x="1373" y="5521"/>
                    <a:pt x="1364" y="5531"/>
                    <a:pt x="1345" y="5549"/>
                  </a:cubicBezTo>
                  <a:cubicBezTo>
                    <a:pt x="1330" y="5564"/>
                    <a:pt x="1317" y="5572"/>
                    <a:pt x="1308" y="5572"/>
                  </a:cubicBezTo>
                  <a:cubicBezTo>
                    <a:pt x="1293" y="5572"/>
                    <a:pt x="1285" y="5555"/>
                    <a:pt x="1285" y="5521"/>
                  </a:cubicBezTo>
                  <a:cubicBezTo>
                    <a:pt x="1297" y="5498"/>
                    <a:pt x="1302" y="5487"/>
                    <a:pt x="1299" y="5487"/>
                  </a:cubicBezTo>
                  <a:lnTo>
                    <a:pt x="1299" y="5487"/>
                  </a:lnTo>
                  <a:cubicBezTo>
                    <a:pt x="1296" y="5487"/>
                    <a:pt x="1286" y="5496"/>
                    <a:pt x="1266" y="5512"/>
                  </a:cubicBezTo>
                  <a:cubicBezTo>
                    <a:pt x="1230" y="5544"/>
                    <a:pt x="1195" y="5559"/>
                    <a:pt x="1171" y="5559"/>
                  </a:cubicBezTo>
                  <a:cubicBezTo>
                    <a:pt x="1139" y="5559"/>
                    <a:pt x="1126" y="5532"/>
                    <a:pt x="1157" y="5484"/>
                  </a:cubicBezTo>
                  <a:cubicBezTo>
                    <a:pt x="1182" y="5440"/>
                    <a:pt x="1179" y="5405"/>
                    <a:pt x="1160" y="5396"/>
                  </a:cubicBezTo>
                  <a:cubicBezTo>
                    <a:pt x="1157" y="5394"/>
                    <a:pt x="1154" y="5393"/>
                    <a:pt x="1151" y="5393"/>
                  </a:cubicBezTo>
                  <a:cubicBezTo>
                    <a:pt x="1139" y="5393"/>
                    <a:pt x="1126" y="5409"/>
                    <a:pt x="1113" y="5427"/>
                  </a:cubicBezTo>
                  <a:cubicBezTo>
                    <a:pt x="1110" y="5449"/>
                    <a:pt x="1105" y="5460"/>
                    <a:pt x="1099" y="5460"/>
                  </a:cubicBezTo>
                  <a:cubicBezTo>
                    <a:pt x="1091" y="5460"/>
                    <a:pt x="1082" y="5439"/>
                    <a:pt x="1078" y="5399"/>
                  </a:cubicBezTo>
                  <a:cubicBezTo>
                    <a:pt x="1072" y="5302"/>
                    <a:pt x="1047" y="5277"/>
                    <a:pt x="966" y="5270"/>
                  </a:cubicBezTo>
                  <a:cubicBezTo>
                    <a:pt x="881" y="5246"/>
                    <a:pt x="837" y="5205"/>
                    <a:pt x="880" y="5205"/>
                  </a:cubicBezTo>
                  <a:cubicBezTo>
                    <a:pt x="887" y="5205"/>
                    <a:pt x="895" y="5206"/>
                    <a:pt x="906" y="5208"/>
                  </a:cubicBezTo>
                  <a:cubicBezTo>
                    <a:pt x="972" y="5205"/>
                    <a:pt x="972" y="5205"/>
                    <a:pt x="925" y="5192"/>
                  </a:cubicBezTo>
                  <a:cubicBezTo>
                    <a:pt x="903" y="5164"/>
                    <a:pt x="881" y="5139"/>
                    <a:pt x="862" y="5108"/>
                  </a:cubicBezTo>
                  <a:cubicBezTo>
                    <a:pt x="852" y="5099"/>
                    <a:pt x="839" y="5094"/>
                    <a:pt x="825" y="5094"/>
                  </a:cubicBezTo>
                  <a:cubicBezTo>
                    <a:pt x="814" y="5094"/>
                    <a:pt x="803" y="5097"/>
                    <a:pt x="793" y="5104"/>
                  </a:cubicBezTo>
                  <a:cubicBezTo>
                    <a:pt x="825" y="5057"/>
                    <a:pt x="828" y="5010"/>
                    <a:pt x="762" y="4998"/>
                  </a:cubicBezTo>
                  <a:lnTo>
                    <a:pt x="743" y="4960"/>
                  </a:lnTo>
                  <a:cubicBezTo>
                    <a:pt x="734" y="4941"/>
                    <a:pt x="734" y="4941"/>
                    <a:pt x="702" y="4932"/>
                  </a:cubicBezTo>
                  <a:cubicBezTo>
                    <a:pt x="668" y="4923"/>
                    <a:pt x="684" y="4891"/>
                    <a:pt x="699" y="4863"/>
                  </a:cubicBezTo>
                  <a:cubicBezTo>
                    <a:pt x="713" y="4839"/>
                    <a:pt x="729" y="4814"/>
                    <a:pt x="716" y="4814"/>
                  </a:cubicBezTo>
                  <a:cubicBezTo>
                    <a:pt x="715" y="4814"/>
                    <a:pt x="712" y="4815"/>
                    <a:pt x="709" y="4816"/>
                  </a:cubicBezTo>
                  <a:cubicBezTo>
                    <a:pt x="707" y="4817"/>
                    <a:pt x="705" y="4817"/>
                    <a:pt x="702" y="4817"/>
                  </a:cubicBezTo>
                  <a:cubicBezTo>
                    <a:pt x="680" y="4817"/>
                    <a:pt x="643" y="4790"/>
                    <a:pt x="618" y="4775"/>
                  </a:cubicBezTo>
                  <a:cubicBezTo>
                    <a:pt x="593" y="4763"/>
                    <a:pt x="602" y="4743"/>
                    <a:pt x="620" y="4743"/>
                  </a:cubicBezTo>
                  <a:cubicBezTo>
                    <a:pt x="625" y="4743"/>
                    <a:pt x="631" y="4744"/>
                    <a:pt x="637" y="4747"/>
                  </a:cubicBezTo>
                  <a:cubicBezTo>
                    <a:pt x="662" y="4741"/>
                    <a:pt x="662" y="4741"/>
                    <a:pt x="674" y="4694"/>
                  </a:cubicBezTo>
                  <a:cubicBezTo>
                    <a:pt x="668" y="4676"/>
                    <a:pt x="665" y="4637"/>
                    <a:pt x="642" y="4637"/>
                  </a:cubicBezTo>
                  <a:cubicBezTo>
                    <a:pt x="642" y="4637"/>
                    <a:pt x="641" y="4637"/>
                    <a:pt x="640" y="4637"/>
                  </a:cubicBezTo>
                  <a:cubicBezTo>
                    <a:pt x="639" y="4637"/>
                    <a:pt x="639" y="4638"/>
                    <a:pt x="639" y="4638"/>
                  </a:cubicBezTo>
                  <a:cubicBezTo>
                    <a:pt x="614" y="4638"/>
                    <a:pt x="596" y="4512"/>
                    <a:pt x="621" y="4490"/>
                  </a:cubicBezTo>
                  <a:cubicBezTo>
                    <a:pt x="621" y="4490"/>
                    <a:pt x="618" y="4468"/>
                    <a:pt x="618" y="4449"/>
                  </a:cubicBezTo>
                  <a:cubicBezTo>
                    <a:pt x="615" y="4427"/>
                    <a:pt x="590" y="4409"/>
                    <a:pt x="586" y="4387"/>
                  </a:cubicBezTo>
                  <a:cubicBezTo>
                    <a:pt x="583" y="4371"/>
                    <a:pt x="571" y="4355"/>
                    <a:pt x="558" y="4349"/>
                  </a:cubicBezTo>
                  <a:cubicBezTo>
                    <a:pt x="555" y="4327"/>
                    <a:pt x="552" y="4305"/>
                    <a:pt x="577" y="4302"/>
                  </a:cubicBezTo>
                  <a:cubicBezTo>
                    <a:pt x="527" y="4286"/>
                    <a:pt x="527" y="4286"/>
                    <a:pt x="574" y="4261"/>
                  </a:cubicBezTo>
                  <a:cubicBezTo>
                    <a:pt x="624" y="4255"/>
                    <a:pt x="624" y="4255"/>
                    <a:pt x="574" y="4239"/>
                  </a:cubicBezTo>
                  <a:cubicBezTo>
                    <a:pt x="546" y="4221"/>
                    <a:pt x="546" y="4221"/>
                    <a:pt x="568" y="4199"/>
                  </a:cubicBezTo>
                  <a:cubicBezTo>
                    <a:pt x="591" y="4196"/>
                    <a:pt x="593" y="4176"/>
                    <a:pt x="572" y="4176"/>
                  </a:cubicBezTo>
                  <a:cubicBezTo>
                    <a:pt x="571" y="4176"/>
                    <a:pt x="569" y="4177"/>
                    <a:pt x="568" y="4177"/>
                  </a:cubicBezTo>
                  <a:cubicBezTo>
                    <a:pt x="514" y="4161"/>
                    <a:pt x="483" y="4098"/>
                    <a:pt x="533" y="4095"/>
                  </a:cubicBezTo>
                  <a:cubicBezTo>
                    <a:pt x="530" y="4077"/>
                    <a:pt x="521" y="4064"/>
                    <a:pt x="505" y="4055"/>
                  </a:cubicBezTo>
                  <a:cubicBezTo>
                    <a:pt x="452" y="4039"/>
                    <a:pt x="452" y="4039"/>
                    <a:pt x="502" y="4033"/>
                  </a:cubicBezTo>
                  <a:cubicBezTo>
                    <a:pt x="552" y="4008"/>
                    <a:pt x="549" y="3986"/>
                    <a:pt x="499" y="3970"/>
                  </a:cubicBezTo>
                  <a:cubicBezTo>
                    <a:pt x="483" y="3961"/>
                    <a:pt x="480" y="3939"/>
                    <a:pt x="492" y="3929"/>
                  </a:cubicBezTo>
                  <a:cubicBezTo>
                    <a:pt x="512" y="3886"/>
                    <a:pt x="525" y="3776"/>
                    <a:pt x="491" y="3776"/>
                  </a:cubicBezTo>
                  <a:cubicBezTo>
                    <a:pt x="488" y="3776"/>
                    <a:pt x="484" y="3777"/>
                    <a:pt x="480" y="3779"/>
                  </a:cubicBezTo>
                  <a:lnTo>
                    <a:pt x="477" y="3738"/>
                  </a:lnTo>
                  <a:cubicBezTo>
                    <a:pt x="499" y="3694"/>
                    <a:pt x="496" y="3672"/>
                    <a:pt x="467" y="3653"/>
                  </a:cubicBezTo>
                  <a:lnTo>
                    <a:pt x="442" y="3635"/>
                  </a:lnTo>
                  <a:cubicBezTo>
                    <a:pt x="467" y="3632"/>
                    <a:pt x="486" y="3613"/>
                    <a:pt x="486" y="3588"/>
                  </a:cubicBezTo>
                  <a:cubicBezTo>
                    <a:pt x="486" y="3572"/>
                    <a:pt x="486" y="3567"/>
                    <a:pt x="477" y="3567"/>
                  </a:cubicBezTo>
                  <a:cubicBezTo>
                    <a:pt x="473" y="3567"/>
                    <a:pt x="468" y="3568"/>
                    <a:pt x="461" y="3569"/>
                  </a:cubicBezTo>
                  <a:cubicBezTo>
                    <a:pt x="453" y="3577"/>
                    <a:pt x="448" y="3580"/>
                    <a:pt x="444" y="3580"/>
                  </a:cubicBezTo>
                  <a:cubicBezTo>
                    <a:pt x="436" y="3580"/>
                    <a:pt x="435" y="3565"/>
                    <a:pt x="433" y="3550"/>
                  </a:cubicBezTo>
                  <a:cubicBezTo>
                    <a:pt x="436" y="3525"/>
                    <a:pt x="455" y="3506"/>
                    <a:pt x="480" y="3503"/>
                  </a:cubicBezTo>
                  <a:lnTo>
                    <a:pt x="477" y="3481"/>
                  </a:lnTo>
                  <a:cubicBezTo>
                    <a:pt x="471" y="3482"/>
                    <a:pt x="465" y="3482"/>
                    <a:pt x="460" y="3482"/>
                  </a:cubicBezTo>
                  <a:cubicBezTo>
                    <a:pt x="427" y="3482"/>
                    <a:pt x="430" y="3465"/>
                    <a:pt x="452" y="3462"/>
                  </a:cubicBezTo>
                  <a:cubicBezTo>
                    <a:pt x="467" y="3447"/>
                    <a:pt x="477" y="3422"/>
                    <a:pt x="470" y="3396"/>
                  </a:cubicBezTo>
                  <a:lnTo>
                    <a:pt x="470" y="3396"/>
                  </a:lnTo>
                  <a:cubicBezTo>
                    <a:pt x="469" y="3397"/>
                    <a:pt x="467" y="3397"/>
                    <a:pt x="466" y="3397"/>
                  </a:cubicBezTo>
                  <a:cubicBezTo>
                    <a:pt x="454" y="3397"/>
                    <a:pt x="459" y="3389"/>
                    <a:pt x="464" y="3389"/>
                  </a:cubicBezTo>
                  <a:cubicBezTo>
                    <a:pt x="467" y="3389"/>
                    <a:pt x="470" y="3391"/>
                    <a:pt x="470" y="3396"/>
                  </a:cubicBezTo>
                  <a:lnTo>
                    <a:pt x="496" y="3396"/>
                  </a:lnTo>
                  <a:cubicBezTo>
                    <a:pt x="510" y="3380"/>
                    <a:pt x="504" y="3376"/>
                    <a:pt x="491" y="3376"/>
                  </a:cubicBezTo>
                  <a:cubicBezTo>
                    <a:pt x="484" y="3376"/>
                    <a:pt x="476" y="3377"/>
                    <a:pt x="467" y="3378"/>
                  </a:cubicBezTo>
                  <a:lnTo>
                    <a:pt x="464" y="3334"/>
                  </a:lnTo>
                  <a:cubicBezTo>
                    <a:pt x="462" y="3321"/>
                    <a:pt x="461" y="3306"/>
                    <a:pt x="452" y="3306"/>
                  </a:cubicBezTo>
                  <a:cubicBezTo>
                    <a:pt x="449" y="3306"/>
                    <a:pt x="443" y="3308"/>
                    <a:pt x="436" y="3315"/>
                  </a:cubicBezTo>
                  <a:cubicBezTo>
                    <a:pt x="427" y="3316"/>
                    <a:pt x="418" y="3317"/>
                    <a:pt x="411" y="3317"/>
                  </a:cubicBezTo>
                  <a:cubicBezTo>
                    <a:pt x="396" y="3317"/>
                    <a:pt x="386" y="3313"/>
                    <a:pt x="386" y="3299"/>
                  </a:cubicBezTo>
                  <a:cubicBezTo>
                    <a:pt x="384" y="3300"/>
                    <a:pt x="383" y="3300"/>
                    <a:pt x="382" y="3300"/>
                  </a:cubicBezTo>
                  <a:cubicBezTo>
                    <a:pt x="369" y="3300"/>
                    <a:pt x="374" y="3290"/>
                    <a:pt x="379" y="3290"/>
                  </a:cubicBezTo>
                  <a:cubicBezTo>
                    <a:pt x="382" y="3290"/>
                    <a:pt x="385" y="3293"/>
                    <a:pt x="386" y="3299"/>
                  </a:cubicBezTo>
                  <a:cubicBezTo>
                    <a:pt x="411" y="3296"/>
                    <a:pt x="436" y="3296"/>
                    <a:pt x="433" y="3274"/>
                  </a:cubicBezTo>
                  <a:cubicBezTo>
                    <a:pt x="430" y="3252"/>
                    <a:pt x="455" y="3249"/>
                    <a:pt x="455" y="3249"/>
                  </a:cubicBezTo>
                  <a:cubicBezTo>
                    <a:pt x="460" y="3251"/>
                    <a:pt x="465" y="3252"/>
                    <a:pt x="468" y="3252"/>
                  </a:cubicBezTo>
                  <a:cubicBezTo>
                    <a:pt x="502" y="3252"/>
                    <a:pt x="474" y="3182"/>
                    <a:pt x="449" y="3165"/>
                  </a:cubicBezTo>
                  <a:cubicBezTo>
                    <a:pt x="395" y="3127"/>
                    <a:pt x="392" y="3108"/>
                    <a:pt x="442" y="3102"/>
                  </a:cubicBezTo>
                  <a:cubicBezTo>
                    <a:pt x="492" y="3099"/>
                    <a:pt x="439" y="3061"/>
                    <a:pt x="361" y="3045"/>
                  </a:cubicBezTo>
                  <a:lnTo>
                    <a:pt x="286" y="3033"/>
                  </a:lnTo>
                  <a:lnTo>
                    <a:pt x="361" y="3027"/>
                  </a:lnTo>
                  <a:cubicBezTo>
                    <a:pt x="458" y="2995"/>
                    <a:pt x="458" y="2995"/>
                    <a:pt x="402" y="2936"/>
                  </a:cubicBezTo>
                  <a:cubicBezTo>
                    <a:pt x="373" y="2895"/>
                    <a:pt x="373" y="2895"/>
                    <a:pt x="398" y="2895"/>
                  </a:cubicBezTo>
                  <a:cubicBezTo>
                    <a:pt x="423" y="2892"/>
                    <a:pt x="420" y="2870"/>
                    <a:pt x="414" y="2807"/>
                  </a:cubicBezTo>
                  <a:cubicBezTo>
                    <a:pt x="411" y="2748"/>
                    <a:pt x="408" y="2726"/>
                    <a:pt x="387" y="2726"/>
                  </a:cubicBezTo>
                  <a:cubicBezTo>
                    <a:pt x="386" y="2726"/>
                    <a:pt x="384" y="2726"/>
                    <a:pt x="383" y="2726"/>
                  </a:cubicBezTo>
                  <a:lnTo>
                    <a:pt x="380" y="2682"/>
                  </a:lnTo>
                  <a:cubicBezTo>
                    <a:pt x="415" y="2663"/>
                    <a:pt x="408" y="2635"/>
                    <a:pt x="380" y="2635"/>
                  </a:cubicBezTo>
                  <a:cubicBezTo>
                    <a:pt x="371" y="2635"/>
                    <a:pt x="360" y="2638"/>
                    <a:pt x="348" y="2644"/>
                  </a:cubicBezTo>
                  <a:cubicBezTo>
                    <a:pt x="348" y="2644"/>
                    <a:pt x="348" y="2622"/>
                    <a:pt x="345" y="2600"/>
                  </a:cubicBezTo>
                  <a:lnTo>
                    <a:pt x="370" y="2597"/>
                  </a:lnTo>
                  <a:cubicBezTo>
                    <a:pt x="395" y="2597"/>
                    <a:pt x="392" y="2553"/>
                    <a:pt x="376" y="2384"/>
                  </a:cubicBezTo>
                  <a:cubicBezTo>
                    <a:pt x="362" y="2206"/>
                    <a:pt x="358" y="2177"/>
                    <a:pt x="315" y="2177"/>
                  </a:cubicBezTo>
                  <a:cubicBezTo>
                    <a:pt x="313" y="2177"/>
                    <a:pt x="310" y="2177"/>
                    <a:pt x="308" y="2177"/>
                  </a:cubicBezTo>
                  <a:cubicBezTo>
                    <a:pt x="254" y="2162"/>
                    <a:pt x="254" y="2143"/>
                    <a:pt x="304" y="2137"/>
                  </a:cubicBezTo>
                  <a:cubicBezTo>
                    <a:pt x="328" y="2134"/>
                    <a:pt x="348" y="2114"/>
                    <a:pt x="331" y="2114"/>
                  </a:cubicBezTo>
                  <a:cubicBezTo>
                    <a:pt x="329" y="2114"/>
                    <a:pt x="328" y="2115"/>
                    <a:pt x="326" y="2115"/>
                  </a:cubicBezTo>
                  <a:cubicBezTo>
                    <a:pt x="323" y="2090"/>
                    <a:pt x="333" y="2068"/>
                    <a:pt x="345" y="2049"/>
                  </a:cubicBezTo>
                  <a:cubicBezTo>
                    <a:pt x="386" y="1985"/>
                    <a:pt x="367" y="1964"/>
                    <a:pt x="344" y="1964"/>
                  </a:cubicBezTo>
                  <a:cubicBezTo>
                    <a:pt x="342" y="1964"/>
                    <a:pt x="341" y="1964"/>
                    <a:pt x="339" y="1964"/>
                  </a:cubicBezTo>
                  <a:cubicBezTo>
                    <a:pt x="324" y="1972"/>
                    <a:pt x="316" y="1975"/>
                    <a:pt x="312" y="1975"/>
                  </a:cubicBezTo>
                  <a:cubicBezTo>
                    <a:pt x="303" y="1975"/>
                    <a:pt x="320" y="1958"/>
                    <a:pt x="336" y="1942"/>
                  </a:cubicBezTo>
                  <a:cubicBezTo>
                    <a:pt x="356" y="1919"/>
                    <a:pt x="380" y="1898"/>
                    <a:pt x="362" y="1898"/>
                  </a:cubicBezTo>
                  <a:cubicBezTo>
                    <a:pt x="361" y="1898"/>
                    <a:pt x="359" y="1898"/>
                    <a:pt x="358" y="1899"/>
                  </a:cubicBezTo>
                  <a:cubicBezTo>
                    <a:pt x="329" y="1880"/>
                    <a:pt x="298" y="1748"/>
                    <a:pt x="351" y="1748"/>
                  </a:cubicBezTo>
                  <a:cubicBezTo>
                    <a:pt x="351" y="1748"/>
                    <a:pt x="351" y="1729"/>
                    <a:pt x="355" y="1707"/>
                  </a:cubicBezTo>
                  <a:cubicBezTo>
                    <a:pt x="329" y="1707"/>
                    <a:pt x="329" y="1663"/>
                    <a:pt x="336" y="1620"/>
                  </a:cubicBezTo>
                  <a:cubicBezTo>
                    <a:pt x="341" y="1581"/>
                    <a:pt x="344" y="1559"/>
                    <a:pt x="363" y="1559"/>
                  </a:cubicBezTo>
                  <a:cubicBezTo>
                    <a:pt x="365" y="1559"/>
                    <a:pt x="367" y="1559"/>
                    <a:pt x="370" y="1560"/>
                  </a:cubicBezTo>
                  <a:cubicBezTo>
                    <a:pt x="377" y="1567"/>
                    <a:pt x="381" y="1571"/>
                    <a:pt x="385" y="1571"/>
                  </a:cubicBezTo>
                  <a:cubicBezTo>
                    <a:pt x="392" y="1571"/>
                    <a:pt x="391" y="1551"/>
                    <a:pt x="380" y="1519"/>
                  </a:cubicBezTo>
                  <a:cubicBezTo>
                    <a:pt x="386" y="1497"/>
                    <a:pt x="342" y="1466"/>
                    <a:pt x="348" y="1444"/>
                  </a:cubicBezTo>
                  <a:cubicBezTo>
                    <a:pt x="323" y="1435"/>
                    <a:pt x="308" y="1410"/>
                    <a:pt x="311" y="1385"/>
                  </a:cubicBezTo>
                  <a:lnTo>
                    <a:pt x="311" y="1385"/>
                  </a:lnTo>
                  <a:lnTo>
                    <a:pt x="336" y="1394"/>
                  </a:lnTo>
                  <a:lnTo>
                    <a:pt x="383" y="1410"/>
                  </a:lnTo>
                  <a:cubicBezTo>
                    <a:pt x="392" y="1388"/>
                    <a:pt x="398" y="1369"/>
                    <a:pt x="373" y="1359"/>
                  </a:cubicBezTo>
                  <a:cubicBezTo>
                    <a:pt x="408" y="1347"/>
                    <a:pt x="411" y="1328"/>
                    <a:pt x="430" y="1287"/>
                  </a:cubicBezTo>
                  <a:cubicBezTo>
                    <a:pt x="452" y="1256"/>
                    <a:pt x="461" y="1218"/>
                    <a:pt x="458" y="1181"/>
                  </a:cubicBezTo>
                  <a:lnTo>
                    <a:pt x="458" y="1181"/>
                  </a:lnTo>
                  <a:cubicBezTo>
                    <a:pt x="459" y="1181"/>
                    <a:pt x="460" y="1181"/>
                    <a:pt x="460" y="1181"/>
                  </a:cubicBezTo>
                  <a:cubicBezTo>
                    <a:pt x="513" y="1181"/>
                    <a:pt x="580" y="1080"/>
                    <a:pt x="555" y="1034"/>
                  </a:cubicBezTo>
                  <a:cubicBezTo>
                    <a:pt x="536" y="1018"/>
                    <a:pt x="549" y="999"/>
                    <a:pt x="583" y="999"/>
                  </a:cubicBezTo>
                  <a:cubicBezTo>
                    <a:pt x="618" y="999"/>
                    <a:pt x="618" y="999"/>
                    <a:pt x="615" y="968"/>
                  </a:cubicBezTo>
                  <a:cubicBezTo>
                    <a:pt x="610" y="941"/>
                    <a:pt x="629" y="935"/>
                    <a:pt x="654" y="935"/>
                  </a:cubicBezTo>
                  <a:cubicBezTo>
                    <a:pt x="661" y="935"/>
                    <a:pt x="669" y="936"/>
                    <a:pt x="677" y="936"/>
                  </a:cubicBezTo>
                  <a:cubicBezTo>
                    <a:pt x="694" y="944"/>
                    <a:pt x="707" y="947"/>
                    <a:pt x="716" y="947"/>
                  </a:cubicBezTo>
                  <a:cubicBezTo>
                    <a:pt x="735" y="947"/>
                    <a:pt x="740" y="934"/>
                    <a:pt x="740" y="911"/>
                  </a:cubicBezTo>
                  <a:cubicBezTo>
                    <a:pt x="753" y="877"/>
                    <a:pt x="774" y="846"/>
                    <a:pt x="809" y="827"/>
                  </a:cubicBezTo>
                  <a:cubicBezTo>
                    <a:pt x="828" y="780"/>
                    <a:pt x="847" y="767"/>
                    <a:pt x="812" y="758"/>
                  </a:cubicBezTo>
                  <a:cubicBezTo>
                    <a:pt x="806" y="742"/>
                    <a:pt x="803" y="723"/>
                    <a:pt x="806" y="705"/>
                  </a:cubicBezTo>
                  <a:cubicBezTo>
                    <a:pt x="817" y="683"/>
                    <a:pt x="827" y="676"/>
                    <a:pt x="832" y="676"/>
                  </a:cubicBezTo>
                  <a:cubicBezTo>
                    <a:pt x="837" y="676"/>
                    <a:pt x="836" y="685"/>
                    <a:pt x="825" y="692"/>
                  </a:cubicBezTo>
                  <a:cubicBezTo>
                    <a:pt x="800" y="739"/>
                    <a:pt x="818" y="726"/>
                    <a:pt x="853" y="736"/>
                  </a:cubicBezTo>
                  <a:cubicBezTo>
                    <a:pt x="857" y="736"/>
                    <a:pt x="861" y="736"/>
                    <a:pt x="865" y="736"/>
                  </a:cubicBezTo>
                  <a:cubicBezTo>
                    <a:pt x="892" y="736"/>
                    <a:pt x="919" y="727"/>
                    <a:pt x="941" y="711"/>
                  </a:cubicBezTo>
                  <a:lnTo>
                    <a:pt x="1019" y="673"/>
                  </a:lnTo>
                  <a:cubicBezTo>
                    <a:pt x="1091" y="673"/>
                    <a:pt x="1110" y="667"/>
                    <a:pt x="1100" y="642"/>
                  </a:cubicBezTo>
                  <a:cubicBezTo>
                    <a:pt x="1091" y="615"/>
                    <a:pt x="1088" y="603"/>
                    <a:pt x="1088" y="603"/>
                  </a:cubicBezTo>
                  <a:lnTo>
                    <a:pt x="1088" y="603"/>
                  </a:lnTo>
                  <a:cubicBezTo>
                    <a:pt x="1088" y="603"/>
                    <a:pt x="1090" y="609"/>
                    <a:pt x="1094" y="620"/>
                  </a:cubicBezTo>
                  <a:cubicBezTo>
                    <a:pt x="1102" y="626"/>
                    <a:pt x="1120" y="629"/>
                    <a:pt x="1143" y="629"/>
                  </a:cubicBezTo>
                  <a:cubicBezTo>
                    <a:pt x="1222" y="629"/>
                    <a:pt x="1362" y="596"/>
                    <a:pt x="1376" y="557"/>
                  </a:cubicBezTo>
                  <a:lnTo>
                    <a:pt x="1376" y="557"/>
                  </a:lnTo>
                  <a:cubicBezTo>
                    <a:pt x="1377" y="564"/>
                    <a:pt x="1378" y="573"/>
                    <a:pt x="1379" y="582"/>
                  </a:cubicBezTo>
                  <a:cubicBezTo>
                    <a:pt x="1381" y="599"/>
                    <a:pt x="1390" y="603"/>
                    <a:pt x="1409" y="603"/>
                  </a:cubicBezTo>
                  <a:cubicBezTo>
                    <a:pt x="1419" y="603"/>
                    <a:pt x="1430" y="602"/>
                    <a:pt x="1445" y="601"/>
                  </a:cubicBezTo>
                  <a:cubicBezTo>
                    <a:pt x="1498" y="585"/>
                    <a:pt x="1555" y="570"/>
                    <a:pt x="1611" y="560"/>
                  </a:cubicBezTo>
                  <a:cubicBezTo>
                    <a:pt x="1696" y="551"/>
                    <a:pt x="1758" y="548"/>
                    <a:pt x="1755" y="523"/>
                  </a:cubicBezTo>
                  <a:cubicBezTo>
                    <a:pt x="1761" y="522"/>
                    <a:pt x="1765" y="521"/>
                    <a:pt x="1768" y="521"/>
                  </a:cubicBezTo>
                  <a:cubicBezTo>
                    <a:pt x="1777" y="521"/>
                    <a:pt x="1778" y="526"/>
                    <a:pt x="1780" y="545"/>
                  </a:cubicBezTo>
                  <a:cubicBezTo>
                    <a:pt x="1768" y="564"/>
                    <a:pt x="1772" y="569"/>
                    <a:pt x="1784" y="569"/>
                  </a:cubicBezTo>
                  <a:cubicBezTo>
                    <a:pt x="1789" y="569"/>
                    <a:pt x="1795" y="568"/>
                    <a:pt x="1802" y="567"/>
                  </a:cubicBezTo>
                  <a:cubicBezTo>
                    <a:pt x="1824" y="567"/>
                    <a:pt x="1821" y="542"/>
                    <a:pt x="1818" y="517"/>
                  </a:cubicBezTo>
                  <a:cubicBezTo>
                    <a:pt x="1818" y="503"/>
                    <a:pt x="1824" y="496"/>
                    <a:pt x="1837" y="496"/>
                  </a:cubicBezTo>
                  <a:cubicBezTo>
                    <a:pt x="1847" y="496"/>
                    <a:pt x="1863" y="500"/>
                    <a:pt x="1884" y="510"/>
                  </a:cubicBezTo>
                  <a:cubicBezTo>
                    <a:pt x="1904" y="517"/>
                    <a:pt x="1926" y="521"/>
                    <a:pt x="1948" y="521"/>
                  </a:cubicBezTo>
                  <a:cubicBezTo>
                    <a:pt x="1984" y="521"/>
                    <a:pt x="2020" y="512"/>
                    <a:pt x="2053" y="495"/>
                  </a:cubicBezTo>
                  <a:cubicBezTo>
                    <a:pt x="2058" y="494"/>
                    <a:pt x="2063" y="493"/>
                    <a:pt x="2068" y="493"/>
                  </a:cubicBezTo>
                  <a:cubicBezTo>
                    <a:pt x="2082" y="493"/>
                    <a:pt x="2095" y="498"/>
                    <a:pt x="2097" y="517"/>
                  </a:cubicBezTo>
                  <a:cubicBezTo>
                    <a:pt x="2110" y="532"/>
                    <a:pt x="2129" y="540"/>
                    <a:pt x="2147" y="540"/>
                  </a:cubicBezTo>
                  <a:cubicBezTo>
                    <a:pt x="2169" y="540"/>
                    <a:pt x="2190" y="529"/>
                    <a:pt x="2200" y="507"/>
                  </a:cubicBezTo>
                  <a:cubicBezTo>
                    <a:pt x="2206" y="506"/>
                    <a:pt x="2210" y="506"/>
                    <a:pt x="2213" y="506"/>
                  </a:cubicBezTo>
                  <a:cubicBezTo>
                    <a:pt x="2222" y="506"/>
                    <a:pt x="2223" y="511"/>
                    <a:pt x="2225" y="529"/>
                  </a:cubicBezTo>
                  <a:cubicBezTo>
                    <a:pt x="2238" y="542"/>
                    <a:pt x="2244" y="555"/>
                    <a:pt x="2250" y="555"/>
                  </a:cubicBezTo>
                  <a:cubicBezTo>
                    <a:pt x="2255" y="555"/>
                    <a:pt x="2259" y="547"/>
                    <a:pt x="2266" y="526"/>
                  </a:cubicBezTo>
                  <a:cubicBezTo>
                    <a:pt x="2292" y="507"/>
                    <a:pt x="2323" y="499"/>
                    <a:pt x="2353" y="499"/>
                  </a:cubicBezTo>
                  <a:cubicBezTo>
                    <a:pt x="2374" y="499"/>
                    <a:pt x="2394" y="503"/>
                    <a:pt x="2413" y="510"/>
                  </a:cubicBezTo>
                  <a:cubicBezTo>
                    <a:pt x="2435" y="510"/>
                    <a:pt x="2457" y="507"/>
                    <a:pt x="2454" y="482"/>
                  </a:cubicBezTo>
                  <a:cubicBezTo>
                    <a:pt x="2453" y="474"/>
                    <a:pt x="2452" y="465"/>
                    <a:pt x="2452" y="459"/>
                  </a:cubicBezTo>
                  <a:lnTo>
                    <a:pt x="2452" y="459"/>
                  </a:lnTo>
                  <a:cubicBezTo>
                    <a:pt x="2465" y="482"/>
                    <a:pt x="2472" y="494"/>
                    <a:pt x="2477" y="494"/>
                  </a:cubicBezTo>
                  <a:cubicBezTo>
                    <a:pt x="2483" y="494"/>
                    <a:pt x="2487" y="481"/>
                    <a:pt x="2495" y="454"/>
                  </a:cubicBezTo>
                  <a:cubicBezTo>
                    <a:pt x="2493" y="441"/>
                    <a:pt x="2499" y="433"/>
                    <a:pt x="2505" y="433"/>
                  </a:cubicBezTo>
                  <a:cubicBezTo>
                    <a:pt x="2510" y="433"/>
                    <a:pt x="2515" y="439"/>
                    <a:pt x="2517" y="451"/>
                  </a:cubicBezTo>
                  <a:cubicBezTo>
                    <a:pt x="2526" y="463"/>
                    <a:pt x="2542" y="473"/>
                    <a:pt x="2561" y="473"/>
                  </a:cubicBezTo>
                  <a:cubicBezTo>
                    <a:pt x="2636" y="454"/>
                    <a:pt x="2711" y="438"/>
                    <a:pt x="2790" y="426"/>
                  </a:cubicBezTo>
                  <a:cubicBezTo>
                    <a:pt x="2959" y="410"/>
                    <a:pt x="3021" y="404"/>
                    <a:pt x="3018" y="379"/>
                  </a:cubicBezTo>
                  <a:cubicBezTo>
                    <a:pt x="3028" y="366"/>
                    <a:pt x="3033" y="359"/>
                    <a:pt x="3038" y="359"/>
                  </a:cubicBezTo>
                  <a:cubicBezTo>
                    <a:pt x="3044" y="359"/>
                    <a:pt x="3050" y="365"/>
                    <a:pt x="3062" y="375"/>
                  </a:cubicBezTo>
                  <a:cubicBezTo>
                    <a:pt x="3074" y="390"/>
                    <a:pt x="3091" y="397"/>
                    <a:pt x="3109" y="397"/>
                  </a:cubicBezTo>
                  <a:cubicBezTo>
                    <a:pt x="3115" y="397"/>
                    <a:pt x="3122" y="396"/>
                    <a:pt x="3128" y="394"/>
                  </a:cubicBezTo>
                  <a:cubicBezTo>
                    <a:pt x="3132" y="394"/>
                    <a:pt x="3137" y="394"/>
                    <a:pt x="3141" y="394"/>
                  </a:cubicBezTo>
                  <a:cubicBezTo>
                    <a:pt x="3157" y="394"/>
                    <a:pt x="3169" y="396"/>
                    <a:pt x="3172" y="416"/>
                  </a:cubicBezTo>
                  <a:cubicBezTo>
                    <a:pt x="3191" y="388"/>
                    <a:pt x="3191" y="388"/>
                    <a:pt x="3213" y="388"/>
                  </a:cubicBezTo>
                  <a:cubicBezTo>
                    <a:pt x="3214" y="400"/>
                    <a:pt x="3219" y="405"/>
                    <a:pt x="3226" y="405"/>
                  </a:cubicBezTo>
                  <a:cubicBezTo>
                    <a:pt x="3233" y="405"/>
                    <a:pt x="3243" y="398"/>
                    <a:pt x="3253" y="385"/>
                  </a:cubicBezTo>
                  <a:cubicBezTo>
                    <a:pt x="3263" y="358"/>
                    <a:pt x="3268" y="345"/>
                    <a:pt x="3270" y="345"/>
                  </a:cubicBezTo>
                  <a:cubicBezTo>
                    <a:pt x="3273" y="345"/>
                    <a:pt x="3274" y="357"/>
                    <a:pt x="3275" y="382"/>
                  </a:cubicBezTo>
                  <a:cubicBezTo>
                    <a:pt x="3277" y="399"/>
                    <a:pt x="3309" y="413"/>
                    <a:pt x="3321" y="413"/>
                  </a:cubicBezTo>
                  <a:cubicBezTo>
                    <a:pt x="3326" y="413"/>
                    <a:pt x="3327" y="410"/>
                    <a:pt x="3319" y="404"/>
                  </a:cubicBezTo>
                  <a:cubicBezTo>
                    <a:pt x="3316" y="379"/>
                    <a:pt x="3360" y="372"/>
                    <a:pt x="3379" y="347"/>
                  </a:cubicBezTo>
                  <a:cubicBezTo>
                    <a:pt x="3384" y="346"/>
                    <a:pt x="3390" y="346"/>
                    <a:pt x="3395" y="346"/>
                  </a:cubicBezTo>
                  <a:cubicBezTo>
                    <a:pt x="3409" y="346"/>
                    <a:pt x="3420" y="351"/>
                    <a:pt x="3423" y="369"/>
                  </a:cubicBezTo>
                  <a:cubicBezTo>
                    <a:pt x="3428" y="374"/>
                    <a:pt x="3438" y="376"/>
                    <a:pt x="3449" y="376"/>
                  </a:cubicBezTo>
                  <a:cubicBezTo>
                    <a:pt x="3489" y="376"/>
                    <a:pt x="3555" y="350"/>
                    <a:pt x="3570" y="328"/>
                  </a:cubicBezTo>
                  <a:cubicBezTo>
                    <a:pt x="3568" y="316"/>
                    <a:pt x="3573" y="310"/>
                    <a:pt x="3578" y="310"/>
                  </a:cubicBezTo>
                  <a:cubicBezTo>
                    <a:pt x="3583" y="310"/>
                    <a:pt x="3589" y="316"/>
                    <a:pt x="3589" y="328"/>
                  </a:cubicBezTo>
                  <a:cubicBezTo>
                    <a:pt x="3591" y="345"/>
                    <a:pt x="3601" y="349"/>
                    <a:pt x="3613" y="349"/>
                  </a:cubicBezTo>
                  <a:cubicBezTo>
                    <a:pt x="3620" y="349"/>
                    <a:pt x="3626" y="348"/>
                    <a:pt x="3632" y="347"/>
                  </a:cubicBezTo>
                  <a:cubicBezTo>
                    <a:pt x="3638" y="340"/>
                    <a:pt x="3642" y="337"/>
                    <a:pt x="3645" y="337"/>
                  </a:cubicBezTo>
                  <a:cubicBezTo>
                    <a:pt x="3653" y="337"/>
                    <a:pt x="3655" y="355"/>
                    <a:pt x="3658" y="372"/>
                  </a:cubicBezTo>
                  <a:cubicBezTo>
                    <a:pt x="3644" y="391"/>
                    <a:pt x="3652" y="396"/>
                    <a:pt x="3674" y="396"/>
                  </a:cubicBezTo>
                  <a:cubicBezTo>
                    <a:pt x="3681" y="396"/>
                    <a:pt x="3691" y="395"/>
                    <a:pt x="3701" y="394"/>
                  </a:cubicBezTo>
                  <a:cubicBezTo>
                    <a:pt x="3720" y="366"/>
                    <a:pt x="3805" y="360"/>
                    <a:pt x="3868" y="354"/>
                  </a:cubicBezTo>
                  <a:cubicBezTo>
                    <a:pt x="3974" y="344"/>
                    <a:pt x="3993" y="316"/>
                    <a:pt x="4030" y="263"/>
                  </a:cubicBezTo>
                  <a:lnTo>
                    <a:pt x="4046" y="209"/>
                  </a:lnTo>
                  <a:lnTo>
                    <a:pt x="4052" y="260"/>
                  </a:lnTo>
                  <a:cubicBezTo>
                    <a:pt x="4059" y="285"/>
                    <a:pt x="4068" y="310"/>
                    <a:pt x="4081" y="335"/>
                  </a:cubicBezTo>
                  <a:cubicBezTo>
                    <a:pt x="4103" y="332"/>
                    <a:pt x="4099" y="307"/>
                    <a:pt x="4099" y="281"/>
                  </a:cubicBezTo>
                  <a:cubicBezTo>
                    <a:pt x="4098" y="269"/>
                    <a:pt x="4103" y="263"/>
                    <a:pt x="4115" y="263"/>
                  </a:cubicBezTo>
                  <a:cubicBezTo>
                    <a:pt x="4126" y="263"/>
                    <a:pt x="4143" y="269"/>
                    <a:pt x="4165" y="281"/>
                  </a:cubicBezTo>
                  <a:cubicBezTo>
                    <a:pt x="4189" y="293"/>
                    <a:pt x="4206" y="300"/>
                    <a:pt x="4220" y="300"/>
                  </a:cubicBezTo>
                  <a:cubicBezTo>
                    <a:pt x="4233" y="300"/>
                    <a:pt x="4243" y="295"/>
                    <a:pt x="4253" y="285"/>
                  </a:cubicBezTo>
                  <a:cubicBezTo>
                    <a:pt x="4256" y="284"/>
                    <a:pt x="4258" y="284"/>
                    <a:pt x="4261" y="284"/>
                  </a:cubicBezTo>
                  <a:cubicBezTo>
                    <a:pt x="4283" y="284"/>
                    <a:pt x="4305" y="296"/>
                    <a:pt x="4319" y="313"/>
                  </a:cubicBezTo>
                  <a:cubicBezTo>
                    <a:pt x="4324" y="314"/>
                    <a:pt x="4328" y="314"/>
                    <a:pt x="4331" y="314"/>
                  </a:cubicBezTo>
                  <a:cubicBezTo>
                    <a:pt x="4338" y="314"/>
                    <a:pt x="4339" y="310"/>
                    <a:pt x="4344" y="294"/>
                  </a:cubicBezTo>
                  <a:cubicBezTo>
                    <a:pt x="4345" y="283"/>
                    <a:pt x="4351" y="277"/>
                    <a:pt x="4358" y="277"/>
                  </a:cubicBezTo>
                  <a:cubicBezTo>
                    <a:pt x="4366" y="277"/>
                    <a:pt x="4378" y="285"/>
                    <a:pt x="4388" y="300"/>
                  </a:cubicBezTo>
                  <a:cubicBezTo>
                    <a:pt x="4397" y="336"/>
                    <a:pt x="4429" y="354"/>
                    <a:pt x="4449" y="354"/>
                  </a:cubicBezTo>
                  <a:cubicBezTo>
                    <a:pt x="4458" y="354"/>
                    <a:pt x="4464" y="351"/>
                    <a:pt x="4466" y="344"/>
                  </a:cubicBezTo>
                  <a:cubicBezTo>
                    <a:pt x="4471" y="330"/>
                    <a:pt x="4479" y="326"/>
                    <a:pt x="4489" y="326"/>
                  </a:cubicBezTo>
                  <a:cubicBezTo>
                    <a:pt x="4497" y="326"/>
                    <a:pt x="4506" y="329"/>
                    <a:pt x="4516" y="332"/>
                  </a:cubicBezTo>
                  <a:cubicBezTo>
                    <a:pt x="4527" y="336"/>
                    <a:pt x="4537" y="337"/>
                    <a:pt x="4548" y="337"/>
                  </a:cubicBezTo>
                  <a:cubicBezTo>
                    <a:pt x="4562" y="337"/>
                    <a:pt x="4576" y="334"/>
                    <a:pt x="4588" y="328"/>
                  </a:cubicBezTo>
                  <a:lnTo>
                    <a:pt x="4632" y="344"/>
                  </a:lnTo>
                  <a:cubicBezTo>
                    <a:pt x="4648" y="349"/>
                    <a:pt x="4631" y="361"/>
                    <a:pt x="4612" y="361"/>
                  </a:cubicBezTo>
                  <a:cubicBezTo>
                    <a:pt x="4608" y="361"/>
                    <a:pt x="4604" y="361"/>
                    <a:pt x="4601" y="360"/>
                  </a:cubicBezTo>
                  <a:lnTo>
                    <a:pt x="4601" y="360"/>
                  </a:lnTo>
                  <a:lnTo>
                    <a:pt x="4613" y="391"/>
                  </a:lnTo>
                  <a:cubicBezTo>
                    <a:pt x="4642" y="400"/>
                    <a:pt x="4658" y="409"/>
                    <a:pt x="4677" y="409"/>
                  </a:cubicBezTo>
                  <a:cubicBezTo>
                    <a:pt x="4684" y="409"/>
                    <a:pt x="4692" y="407"/>
                    <a:pt x="4701" y="404"/>
                  </a:cubicBezTo>
                  <a:cubicBezTo>
                    <a:pt x="4722" y="387"/>
                    <a:pt x="4733" y="379"/>
                    <a:pt x="4736" y="379"/>
                  </a:cubicBezTo>
                  <a:lnTo>
                    <a:pt x="4736" y="379"/>
                  </a:lnTo>
                  <a:cubicBezTo>
                    <a:pt x="4740" y="379"/>
                    <a:pt x="4735" y="390"/>
                    <a:pt x="4723" y="413"/>
                  </a:cubicBezTo>
                  <a:cubicBezTo>
                    <a:pt x="4712" y="432"/>
                    <a:pt x="4718" y="459"/>
                    <a:pt x="4741" y="459"/>
                  </a:cubicBezTo>
                  <a:cubicBezTo>
                    <a:pt x="4744" y="459"/>
                    <a:pt x="4747" y="458"/>
                    <a:pt x="4751" y="457"/>
                  </a:cubicBezTo>
                  <a:cubicBezTo>
                    <a:pt x="4764" y="446"/>
                    <a:pt x="4773" y="442"/>
                    <a:pt x="4780" y="442"/>
                  </a:cubicBezTo>
                  <a:cubicBezTo>
                    <a:pt x="4795" y="442"/>
                    <a:pt x="4797" y="464"/>
                    <a:pt x="4786" y="479"/>
                  </a:cubicBezTo>
                  <a:cubicBezTo>
                    <a:pt x="4742" y="510"/>
                    <a:pt x="4742" y="510"/>
                    <a:pt x="4842" y="513"/>
                  </a:cubicBezTo>
                  <a:cubicBezTo>
                    <a:pt x="4877" y="538"/>
                    <a:pt x="4961" y="570"/>
                    <a:pt x="5011" y="620"/>
                  </a:cubicBezTo>
                  <a:cubicBezTo>
                    <a:pt x="5074" y="683"/>
                    <a:pt x="5102" y="717"/>
                    <a:pt x="5096" y="748"/>
                  </a:cubicBezTo>
                  <a:cubicBezTo>
                    <a:pt x="5091" y="752"/>
                    <a:pt x="5087" y="756"/>
                    <a:pt x="5083" y="759"/>
                  </a:cubicBezTo>
                  <a:lnTo>
                    <a:pt x="5083" y="759"/>
                  </a:lnTo>
                  <a:cubicBezTo>
                    <a:pt x="5093" y="752"/>
                    <a:pt x="5101" y="749"/>
                    <a:pt x="5108" y="749"/>
                  </a:cubicBezTo>
                  <a:cubicBezTo>
                    <a:pt x="5126" y="749"/>
                    <a:pt x="5141" y="769"/>
                    <a:pt x="5168" y="805"/>
                  </a:cubicBezTo>
                  <a:cubicBezTo>
                    <a:pt x="5174" y="855"/>
                    <a:pt x="5212" y="893"/>
                    <a:pt x="5259" y="905"/>
                  </a:cubicBezTo>
                  <a:cubicBezTo>
                    <a:pt x="5246" y="886"/>
                    <a:pt x="5237" y="867"/>
                    <a:pt x="5237" y="867"/>
                  </a:cubicBezTo>
                  <a:cubicBezTo>
                    <a:pt x="5249" y="860"/>
                    <a:pt x="5259" y="857"/>
                    <a:pt x="5267" y="857"/>
                  </a:cubicBezTo>
                  <a:cubicBezTo>
                    <a:pt x="5285" y="857"/>
                    <a:pt x="5292" y="877"/>
                    <a:pt x="5290" y="914"/>
                  </a:cubicBezTo>
                  <a:cubicBezTo>
                    <a:pt x="5303" y="936"/>
                    <a:pt x="5278" y="946"/>
                    <a:pt x="5256" y="958"/>
                  </a:cubicBezTo>
                  <a:cubicBezTo>
                    <a:pt x="5234" y="968"/>
                    <a:pt x="5221" y="993"/>
                    <a:pt x="5231" y="1018"/>
                  </a:cubicBezTo>
                  <a:cubicBezTo>
                    <a:pt x="5237" y="1030"/>
                    <a:pt x="5241" y="1042"/>
                    <a:pt x="5248" y="1042"/>
                  </a:cubicBezTo>
                  <a:cubicBezTo>
                    <a:pt x="5252" y="1042"/>
                    <a:pt x="5256" y="1038"/>
                    <a:pt x="5262" y="1027"/>
                  </a:cubicBezTo>
                  <a:cubicBezTo>
                    <a:pt x="5271" y="1023"/>
                    <a:pt x="5277" y="1021"/>
                    <a:pt x="5281" y="1021"/>
                  </a:cubicBezTo>
                  <a:cubicBezTo>
                    <a:pt x="5287" y="1021"/>
                    <a:pt x="5290" y="1026"/>
                    <a:pt x="5293" y="1037"/>
                  </a:cubicBezTo>
                  <a:cubicBezTo>
                    <a:pt x="5300" y="1062"/>
                    <a:pt x="5315" y="1084"/>
                    <a:pt x="5340" y="1093"/>
                  </a:cubicBezTo>
                  <a:cubicBezTo>
                    <a:pt x="5344" y="1092"/>
                    <a:pt x="5347" y="1091"/>
                    <a:pt x="5350" y="1091"/>
                  </a:cubicBezTo>
                  <a:cubicBezTo>
                    <a:pt x="5365" y="1091"/>
                    <a:pt x="5373" y="1109"/>
                    <a:pt x="5378" y="1128"/>
                  </a:cubicBezTo>
                  <a:cubicBezTo>
                    <a:pt x="5365" y="1150"/>
                    <a:pt x="5365" y="1175"/>
                    <a:pt x="5369" y="1200"/>
                  </a:cubicBezTo>
                  <a:lnTo>
                    <a:pt x="5347" y="1206"/>
                  </a:lnTo>
                  <a:cubicBezTo>
                    <a:pt x="5328" y="1212"/>
                    <a:pt x="5312" y="1225"/>
                    <a:pt x="5303" y="1237"/>
                  </a:cubicBezTo>
                  <a:cubicBezTo>
                    <a:pt x="5305" y="1251"/>
                    <a:pt x="5316" y="1254"/>
                    <a:pt x="5323" y="1254"/>
                  </a:cubicBezTo>
                  <a:cubicBezTo>
                    <a:pt x="5328" y="1254"/>
                    <a:pt x="5331" y="1253"/>
                    <a:pt x="5331" y="1253"/>
                  </a:cubicBezTo>
                  <a:cubicBezTo>
                    <a:pt x="5365" y="1253"/>
                    <a:pt x="5409" y="1761"/>
                    <a:pt x="5416" y="1823"/>
                  </a:cubicBezTo>
                  <a:cubicBezTo>
                    <a:pt x="5397" y="1861"/>
                    <a:pt x="5399" y="1912"/>
                    <a:pt x="5414" y="1912"/>
                  </a:cubicBezTo>
                  <a:cubicBezTo>
                    <a:pt x="5416" y="1912"/>
                    <a:pt x="5419" y="1911"/>
                    <a:pt x="5422" y="1908"/>
                  </a:cubicBezTo>
                  <a:cubicBezTo>
                    <a:pt x="5422" y="1908"/>
                    <a:pt x="5423" y="1908"/>
                    <a:pt x="5423" y="1908"/>
                  </a:cubicBezTo>
                  <a:cubicBezTo>
                    <a:pt x="5447" y="1908"/>
                    <a:pt x="5457" y="2013"/>
                    <a:pt x="5469" y="2137"/>
                  </a:cubicBezTo>
                  <a:cubicBezTo>
                    <a:pt x="5481" y="2282"/>
                    <a:pt x="5494" y="2387"/>
                    <a:pt x="5518" y="2387"/>
                  </a:cubicBezTo>
                  <a:cubicBezTo>
                    <a:pt x="5518" y="2387"/>
                    <a:pt x="5519" y="2387"/>
                    <a:pt x="5519" y="2387"/>
                  </a:cubicBezTo>
                  <a:lnTo>
                    <a:pt x="5522" y="2450"/>
                  </a:lnTo>
                  <a:cubicBezTo>
                    <a:pt x="5532" y="2488"/>
                    <a:pt x="5544" y="2522"/>
                    <a:pt x="5560" y="2553"/>
                  </a:cubicBezTo>
                  <a:cubicBezTo>
                    <a:pt x="5578" y="2567"/>
                    <a:pt x="5585" y="2583"/>
                    <a:pt x="5576" y="2583"/>
                  </a:cubicBezTo>
                  <a:cubicBezTo>
                    <a:pt x="5573" y="2583"/>
                    <a:pt x="5567" y="2580"/>
                    <a:pt x="5560" y="2575"/>
                  </a:cubicBezTo>
                  <a:cubicBezTo>
                    <a:pt x="5535" y="2579"/>
                    <a:pt x="5510" y="2579"/>
                    <a:pt x="5513" y="2600"/>
                  </a:cubicBezTo>
                  <a:cubicBezTo>
                    <a:pt x="5515" y="2633"/>
                    <a:pt x="5530" y="2640"/>
                    <a:pt x="5547" y="2640"/>
                  </a:cubicBezTo>
                  <a:cubicBezTo>
                    <a:pt x="5553" y="2640"/>
                    <a:pt x="5560" y="2639"/>
                    <a:pt x="5566" y="2638"/>
                  </a:cubicBezTo>
                  <a:cubicBezTo>
                    <a:pt x="5568" y="2638"/>
                    <a:pt x="5569" y="2637"/>
                    <a:pt x="5571" y="2637"/>
                  </a:cubicBezTo>
                  <a:cubicBezTo>
                    <a:pt x="5582" y="2637"/>
                    <a:pt x="5592" y="2646"/>
                    <a:pt x="5594" y="2657"/>
                  </a:cubicBezTo>
                  <a:cubicBezTo>
                    <a:pt x="5594" y="2679"/>
                    <a:pt x="5594" y="2679"/>
                    <a:pt x="5569" y="2682"/>
                  </a:cubicBezTo>
                  <a:lnTo>
                    <a:pt x="5519" y="2685"/>
                  </a:lnTo>
                  <a:lnTo>
                    <a:pt x="5522" y="2707"/>
                  </a:lnTo>
                  <a:cubicBezTo>
                    <a:pt x="5524" y="2707"/>
                    <a:pt x="5525" y="2706"/>
                    <a:pt x="5527" y="2706"/>
                  </a:cubicBezTo>
                  <a:cubicBezTo>
                    <a:pt x="5538" y="2706"/>
                    <a:pt x="5547" y="2715"/>
                    <a:pt x="5547" y="2726"/>
                  </a:cubicBezTo>
                  <a:cubicBezTo>
                    <a:pt x="5550" y="2748"/>
                    <a:pt x="5550" y="2748"/>
                    <a:pt x="5500" y="2751"/>
                  </a:cubicBezTo>
                  <a:cubicBezTo>
                    <a:pt x="5450" y="2757"/>
                    <a:pt x="5453" y="2776"/>
                    <a:pt x="5503" y="2795"/>
                  </a:cubicBezTo>
                  <a:lnTo>
                    <a:pt x="5535" y="2832"/>
                  </a:lnTo>
                  <a:cubicBezTo>
                    <a:pt x="5485" y="2861"/>
                    <a:pt x="5538" y="2895"/>
                    <a:pt x="5566" y="2914"/>
                  </a:cubicBezTo>
                  <a:cubicBezTo>
                    <a:pt x="5519" y="2942"/>
                    <a:pt x="5519" y="2961"/>
                    <a:pt x="5572" y="2980"/>
                  </a:cubicBezTo>
                  <a:cubicBezTo>
                    <a:pt x="5574" y="2979"/>
                    <a:pt x="5575" y="2979"/>
                    <a:pt x="5577" y="2979"/>
                  </a:cubicBezTo>
                  <a:cubicBezTo>
                    <a:pt x="5597" y="2979"/>
                    <a:pt x="5596" y="3000"/>
                    <a:pt x="5575" y="3020"/>
                  </a:cubicBezTo>
                  <a:cubicBezTo>
                    <a:pt x="5554" y="3045"/>
                    <a:pt x="5554" y="3064"/>
                    <a:pt x="5560" y="3108"/>
                  </a:cubicBezTo>
                  <a:cubicBezTo>
                    <a:pt x="5585" y="3127"/>
                    <a:pt x="5601" y="3274"/>
                    <a:pt x="5613" y="3443"/>
                  </a:cubicBezTo>
                  <a:cubicBezTo>
                    <a:pt x="5632" y="3629"/>
                    <a:pt x="5644" y="3757"/>
                    <a:pt x="5669" y="3757"/>
                  </a:cubicBezTo>
                  <a:cubicBezTo>
                    <a:pt x="5669" y="3757"/>
                    <a:pt x="5669" y="3757"/>
                    <a:pt x="5669" y="3757"/>
                  </a:cubicBezTo>
                  <a:lnTo>
                    <a:pt x="5669" y="3757"/>
                  </a:lnTo>
                  <a:cubicBezTo>
                    <a:pt x="5669" y="3779"/>
                    <a:pt x="5669" y="3779"/>
                    <a:pt x="5648" y="3801"/>
                  </a:cubicBezTo>
                  <a:cubicBezTo>
                    <a:pt x="5622" y="3804"/>
                    <a:pt x="5626" y="3826"/>
                    <a:pt x="5676" y="3841"/>
                  </a:cubicBezTo>
                  <a:cubicBezTo>
                    <a:pt x="5704" y="3860"/>
                    <a:pt x="5729" y="3857"/>
                    <a:pt x="5679" y="3863"/>
                  </a:cubicBezTo>
                  <a:cubicBezTo>
                    <a:pt x="5654" y="3863"/>
                    <a:pt x="5657" y="3907"/>
                    <a:pt x="5666" y="3992"/>
                  </a:cubicBezTo>
                  <a:cubicBezTo>
                    <a:pt x="5673" y="4051"/>
                    <a:pt x="5673" y="4145"/>
                    <a:pt x="5701" y="4145"/>
                  </a:cubicBezTo>
                  <a:cubicBezTo>
                    <a:pt x="5716" y="4171"/>
                    <a:pt x="5721" y="4183"/>
                    <a:pt x="5718" y="4183"/>
                  </a:cubicBezTo>
                  <a:cubicBezTo>
                    <a:pt x="5716" y="4183"/>
                    <a:pt x="5710" y="4178"/>
                    <a:pt x="5701" y="4167"/>
                  </a:cubicBezTo>
                  <a:cubicBezTo>
                    <a:pt x="5696" y="4165"/>
                    <a:pt x="5692" y="4164"/>
                    <a:pt x="5688" y="4164"/>
                  </a:cubicBezTo>
                  <a:cubicBezTo>
                    <a:pt x="5646" y="4164"/>
                    <a:pt x="5626" y="4259"/>
                    <a:pt x="5663" y="4324"/>
                  </a:cubicBezTo>
                  <a:cubicBezTo>
                    <a:pt x="5660" y="4345"/>
                    <a:pt x="5657" y="4365"/>
                    <a:pt x="5636" y="4365"/>
                  </a:cubicBezTo>
                  <a:cubicBezTo>
                    <a:pt x="5635" y="4365"/>
                    <a:pt x="5633" y="4365"/>
                    <a:pt x="5632" y="4365"/>
                  </a:cubicBezTo>
                  <a:cubicBezTo>
                    <a:pt x="5626" y="4402"/>
                    <a:pt x="5626" y="4440"/>
                    <a:pt x="5632" y="4478"/>
                  </a:cubicBezTo>
                  <a:cubicBezTo>
                    <a:pt x="5619" y="4528"/>
                    <a:pt x="5601" y="4578"/>
                    <a:pt x="5582" y="4628"/>
                  </a:cubicBezTo>
                  <a:cubicBezTo>
                    <a:pt x="5572" y="4656"/>
                    <a:pt x="5566" y="4688"/>
                    <a:pt x="5566" y="4719"/>
                  </a:cubicBezTo>
                  <a:lnTo>
                    <a:pt x="5557" y="4741"/>
                  </a:lnTo>
                  <a:cubicBezTo>
                    <a:pt x="5555" y="4740"/>
                    <a:pt x="5554" y="4740"/>
                    <a:pt x="5553" y="4740"/>
                  </a:cubicBezTo>
                  <a:cubicBezTo>
                    <a:pt x="5529" y="4740"/>
                    <a:pt x="5479" y="4836"/>
                    <a:pt x="5384" y="4951"/>
                  </a:cubicBezTo>
                  <a:cubicBezTo>
                    <a:pt x="5290" y="5066"/>
                    <a:pt x="5181" y="5140"/>
                    <a:pt x="5143" y="5140"/>
                  </a:cubicBezTo>
                  <a:cubicBezTo>
                    <a:pt x="5141" y="5140"/>
                    <a:pt x="5138" y="5139"/>
                    <a:pt x="5137" y="5139"/>
                  </a:cubicBezTo>
                  <a:cubicBezTo>
                    <a:pt x="5124" y="5151"/>
                    <a:pt x="5118" y="5167"/>
                    <a:pt x="5115" y="5186"/>
                  </a:cubicBezTo>
                  <a:cubicBezTo>
                    <a:pt x="5122" y="5229"/>
                    <a:pt x="5110" y="5245"/>
                    <a:pt x="5088" y="5245"/>
                  </a:cubicBezTo>
                  <a:cubicBezTo>
                    <a:pt x="5083" y="5245"/>
                    <a:pt x="5077" y="5244"/>
                    <a:pt x="5071" y="5242"/>
                  </a:cubicBezTo>
                  <a:cubicBezTo>
                    <a:pt x="5058" y="5235"/>
                    <a:pt x="5044" y="5232"/>
                    <a:pt x="5031" y="5232"/>
                  </a:cubicBezTo>
                  <a:cubicBezTo>
                    <a:pt x="4991" y="5232"/>
                    <a:pt x="4953" y="5260"/>
                    <a:pt x="4949" y="5302"/>
                  </a:cubicBezTo>
                  <a:cubicBezTo>
                    <a:pt x="4951" y="5309"/>
                    <a:pt x="4953" y="5312"/>
                    <a:pt x="4953" y="5312"/>
                  </a:cubicBezTo>
                  <a:cubicBezTo>
                    <a:pt x="4953" y="5312"/>
                    <a:pt x="4946" y="5295"/>
                    <a:pt x="4939" y="5280"/>
                  </a:cubicBezTo>
                  <a:cubicBezTo>
                    <a:pt x="4929" y="5270"/>
                    <a:pt x="4918" y="5266"/>
                    <a:pt x="4907" y="5266"/>
                  </a:cubicBezTo>
                  <a:cubicBezTo>
                    <a:pt x="4876" y="5266"/>
                    <a:pt x="4847" y="5301"/>
                    <a:pt x="4842" y="5343"/>
                  </a:cubicBezTo>
                  <a:cubicBezTo>
                    <a:pt x="4822" y="5333"/>
                    <a:pt x="4805" y="5320"/>
                    <a:pt x="4791" y="5320"/>
                  </a:cubicBezTo>
                  <a:cubicBezTo>
                    <a:pt x="4783" y="5320"/>
                    <a:pt x="4776" y="5325"/>
                    <a:pt x="4770" y="5336"/>
                  </a:cubicBezTo>
                  <a:cubicBezTo>
                    <a:pt x="4764" y="5338"/>
                    <a:pt x="4760" y="5339"/>
                    <a:pt x="4757" y="5339"/>
                  </a:cubicBezTo>
                  <a:cubicBezTo>
                    <a:pt x="4747" y="5339"/>
                    <a:pt x="4745" y="5329"/>
                    <a:pt x="4736" y="5292"/>
                  </a:cubicBezTo>
                  <a:cubicBezTo>
                    <a:pt x="4730" y="5270"/>
                    <a:pt x="4724" y="5248"/>
                    <a:pt x="4710" y="5248"/>
                  </a:cubicBezTo>
                  <a:cubicBezTo>
                    <a:pt x="4708" y="5248"/>
                    <a:pt x="4706" y="5248"/>
                    <a:pt x="4704" y="5249"/>
                  </a:cubicBezTo>
                  <a:cubicBezTo>
                    <a:pt x="4685" y="5255"/>
                    <a:pt x="4689" y="5277"/>
                    <a:pt x="4695" y="5302"/>
                  </a:cubicBezTo>
                  <a:cubicBezTo>
                    <a:pt x="4695" y="5302"/>
                    <a:pt x="4673" y="5308"/>
                    <a:pt x="4651" y="5311"/>
                  </a:cubicBezTo>
                  <a:cubicBezTo>
                    <a:pt x="4638" y="5311"/>
                    <a:pt x="4632" y="5324"/>
                    <a:pt x="4635" y="5339"/>
                  </a:cubicBezTo>
                  <a:cubicBezTo>
                    <a:pt x="4638" y="5361"/>
                    <a:pt x="4617" y="5364"/>
                    <a:pt x="4595" y="5371"/>
                  </a:cubicBezTo>
                  <a:cubicBezTo>
                    <a:pt x="4594" y="5364"/>
                    <a:pt x="4592" y="5361"/>
                    <a:pt x="4590" y="5361"/>
                  </a:cubicBezTo>
                  <a:lnTo>
                    <a:pt x="4590" y="5361"/>
                  </a:lnTo>
                  <a:cubicBezTo>
                    <a:pt x="4584" y="5361"/>
                    <a:pt x="4580" y="5380"/>
                    <a:pt x="4598" y="5396"/>
                  </a:cubicBezTo>
                  <a:cubicBezTo>
                    <a:pt x="4601" y="5421"/>
                    <a:pt x="4604" y="5446"/>
                    <a:pt x="4579" y="5449"/>
                  </a:cubicBezTo>
                  <a:lnTo>
                    <a:pt x="4585" y="5499"/>
                  </a:lnTo>
                  <a:cubicBezTo>
                    <a:pt x="4588" y="5549"/>
                    <a:pt x="4591" y="5574"/>
                    <a:pt x="4645" y="5590"/>
                  </a:cubicBezTo>
                  <a:cubicBezTo>
                    <a:pt x="4682" y="5595"/>
                    <a:pt x="4716" y="5599"/>
                    <a:pt x="4745" y="5599"/>
                  </a:cubicBezTo>
                  <a:cubicBezTo>
                    <a:pt x="4801" y="5599"/>
                    <a:pt x="4835" y="5587"/>
                    <a:pt x="4826" y="5556"/>
                  </a:cubicBezTo>
                  <a:cubicBezTo>
                    <a:pt x="4839" y="5540"/>
                    <a:pt x="4852" y="5527"/>
                    <a:pt x="4870" y="5518"/>
                  </a:cubicBezTo>
                  <a:cubicBezTo>
                    <a:pt x="4875" y="5517"/>
                    <a:pt x="4881" y="5517"/>
                    <a:pt x="4886" y="5517"/>
                  </a:cubicBezTo>
                  <a:cubicBezTo>
                    <a:pt x="4901" y="5517"/>
                    <a:pt x="4916" y="5520"/>
                    <a:pt x="4930" y="5524"/>
                  </a:cubicBezTo>
                  <a:cubicBezTo>
                    <a:pt x="4931" y="5530"/>
                    <a:pt x="4938" y="5533"/>
                    <a:pt x="4948" y="5533"/>
                  </a:cubicBezTo>
                  <a:cubicBezTo>
                    <a:pt x="4983" y="5533"/>
                    <a:pt x="5066" y="5501"/>
                    <a:pt x="5159" y="5452"/>
                  </a:cubicBezTo>
                  <a:cubicBezTo>
                    <a:pt x="5296" y="5376"/>
                    <a:pt x="5356" y="5320"/>
                    <a:pt x="5397" y="5320"/>
                  </a:cubicBezTo>
                  <a:cubicBezTo>
                    <a:pt x="5398" y="5320"/>
                    <a:pt x="5399" y="5321"/>
                    <a:pt x="5400" y="5321"/>
                  </a:cubicBezTo>
                  <a:cubicBezTo>
                    <a:pt x="5403" y="5321"/>
                    <a:pt x="5407" y="5321"/>
                    <a:pt x="5410" y="5321"/>
                  </a:cubicBezTo>
                  <a:cubicBezTo>
                    <a:pt x="5426" y="5321"/>
                    <a:pt x="5443" y="5315"/>
                    <a:pt x="5456" y="5305"/>
                  </a:cubicBezTo>
                  <a:cubicBezTo>
                    <a:pt x="5441" y="5286"/>
                    <a:pt x="5569" y="5180"/>
                    <a:pt x="5679" y="5023"/>
                  </a:cubicBezTo>
                  <a:cubicBezTo>
                    <a:pt x="5792" y="4866"/>
                    <a:pt x="5857" y="4681"/>
                    <a:pt x="5832" y="4672"/>
                  </a:cubicBezTo>
                  <a:cubicBezTo>
                    <a:pt x="5842" y="4647"/>
                    <a:pt x="5851" y="4622"/>
                    <a:pt x="5851" y="4622"/>
                  </a:cubicBezTo>
                  <a:cubicBezTo>
                    <a:pt x="5853" y="4623"/>
                    <a:pt x="5855" y="4623"/>
                    <a:pt x="5857" y="4623"/>
                  </a:cubicBezTo>
                  <a:cubicBezTo>
                    <a:pt x="5879" y="4623"/>
                    <a:pt x="5893" y="4574"/>
                    <a:pt x="5908" y="4525"/>
                  </a:cubicBezTo>
                  <a:cubicBezTo>
                    <a:pt x="5901" y="4487"/>
                    <a:pt x="5901" y="4449"/>
                    <a:pt x="5905" y="4412"/>
                  </a:cubicBezTo>
                  <a:lnTo>
                    <a:pt x="5905" y="4412"/>
                  </a:lnTo>
                  <a:cubicBezTo>
                    <a:pt x="5906" y="4412"/>
                    <a:pt x="5907" y="4412"/>
                    <a:pt x="5908" y="4412"/>
                  </a:cubicBezTo>
                  <a:cubicBezTo>
                    <a:pt x="5930" y="4412"/>
                    <a:pt x="5933" y="4387"/>
                    <a:pt x="5942" y="4333"/>
                  </a:cubicBezTo>
                  <a:cubicBezTo>
                    <a:pt x="5948" y="4280"/>
                    <a:pt x="5948" y="4252"/>
                    <a:pt x="5923" y="4249"/>
                  </a:cubicBezTo>
                  <a:cubicBezTo>
                    <a:pt x="5923" y="4236"/>
                    <a:pt x="5930" y="4183"/>
                    <a:pt x="5930" y="4120"/>
                  </a:cubicBezTo>
                  <a:cubicBezTo>
                    <a:pt x="5926" y="4070"/>
                    <a:pt x="5930" y="4017"/>
                    <a:pt x="5942" y="3967"/>
                  </a:cubicBezTo>
                  <a:cubicBezTo>
                    <a:pt x="5964" y="3942"/>
                    <a:pt x="5936" y="3923"/>
                    <a:pt x="5911" y="3904"/>
                  </a:cubicBezTo>
                  <a:cubicBezTo>
                    <a:pt x="5909" y="3904"/>
                    <a:pt x="5907" y="3905"/>
                    <a:pt x="5904" y="3905"/>
                  </a:cubicBezTo>
                  <a:cubicBezTo>
                    <a:pt x="5882" y="3905"/>
                    <a:pt x="5860" y="3889"/>
                    <a:pt x="5854" y="3867"/>
                  </a:cubicBezTo>
                  <a:lnTo>
                    <a:pt x="5905" y="3863"/>
                  </a:lnTo>
                  <a:cubicBezTo>
                    <a:pt x="5916" y="3871"/>
                    <a:pt x="5922" y="3875"/>
                    <a:pt x="5926" y="3875"/>
                  </a:cubicBezTo>
                  <a:cubicBezTo>
                    <a:pt x="5932" y="3875"/>
                    <a:pt x="5931" y="3865"/>
                    <a:pt x="5930" y="3838"/>
                  </a:cubicBezTo>
                  <a:lnTo>
                    <a:pt x="5926" y="3798"/>
                  </a:lnTo>
                  <a:cubicBezTo>
                    <a:pt x="5901" y="3798"/>
                    <a:pt x="5892" y="3694"/>
                    <a:pt x="5876" y="3547"/>
                  </a:cubicBezTo>
                  <a:cubicBezTo>
                    <a:pt x="5861" y="3360"/>
                    <a:pt x="5855" y="3296"/>
                    <a:pt x="5831" y="3296"/>
                  </a:cubicBezTo>
                  <a:cubicBezTo>
                    <a:pt x="5830" y="3296"/>
                    <a:pt x="5830" y="3296"/>
                    <a:pt x="5829" y="3296"/>
                  </a:cubicBezTo>
                  <a:cubicBezTo>
                    <a:pt x="5804" y="3296"/>
                    <a:pt x="5801" y="3277"/>
                    <a:pt x="5820" y="3212"/>
                  </a:cubicBezTo>
                  <a:cubicBezTo>
                    <a:pt x="5886" y="3077"/>
                    <a:pt x="5886" y="3077"/>
                    <a:pt x="5857" y="3058"/>
                  </a:cubicBezTo>
                  <a:lnTo>
                    <a:pt x="5857" y="3058"/>
                  </a:lnTo>
                  <a:cubicBezTo>
                    <a:pt x="5861" y="3080"/>
                    <a:pt x="5836" y="3083"/>
                    <a:pt x="5810" y="3083"/>
                  </a:cubicBezTo>
                  <a:cubicBezTo>
                    <a:pt x="5805" y="3084"/>
                    <a:pt x="5799" y="3084"/>
                    <a:pt x="5795" y="3084"/>
                  </a:cubicBezTo>
                  <a:cubicBezTo>
                    <a:pt x="5760" y="3084"/>
                    <a:pt x="5763" y="3064"/>
                    <a:pt x="5804" y="3042"/>
                  </a:cubicBezTo>
                  <a:cubicBezTo>
                    <a:pt x="5854" y="3036"/>
                    <a:pt x="5801" y="2723"/>
                    <a:pt x="5748" y="2707"/>
                  </a:cubicBezTo>
                  <a:lnTo>
                    <a:pt x="5748" y="2707"/>
                  </a:lnTo>
                  <a:cubicBezTo>
                    <a:pt x="5754" y="2706"/>
                    <a:pt x="5762" y="2705"/>
                    <a:pt x="5773" y="2704"/>
                  </a:cubicBezTo>
                  <a:cubicBezTo>
                    <a:pt x="5798" y="2701"/>
                    <a:pt x="5798" y="2682"/>
                    <a:pt x="5789" y="2597"/>
                  </a:cubicBezTo>
                  <a:cubicBezTo>
                    <a:pt x="5785" y="2553"/>
                    <a:pt x="5785" y="2532"/>
                    <a:pt x="5785" y="2532"/>
                  </a:cubicBezTo>
                  <a:cubicBezTo>
                    <a:pt x="5784" y="2532"/>
                    <a:pt x="5783" y="2532"/>
                    <a:pt x="5782" y="2532"/>
                  </a:cubicBezTo>
                  <a:cubicBezTo>
                    <a:pt x="5733" y="2532"/>
                    <a:pt x="5748" y="2409"/>
                    <a:pt x="5773" y="2406"/>
                  </a:cubicBezTo>
                  <a:cubicBezTo>
                    <a:pt x="5795" y="2384"/>
                    <a:pt x="5795" y="2384"/>
                    <a:pt x="5792" y="2340"/>
                  </a:cubicBezTo>
                  <a:cubicBezTo>
                    <a:pt x="5735" y="2281"/>
                    <a:pt x="5751" y="2174"/>
                    <a:pt x="5776" y="2171"/>
                  </a:cubicBezTo>
                  <a:cubicBezTo>
                    <a:pt x="5776" y="2171"/>
                    <a:pt x="5773" y="2152"/>
                    <a:pt x="5773" y="2130"/>
                  </a:cubicBezTo>
                  <a:cubicBezTo>
                    <a:pt x="5751" y="2108"/>
                    <a:pt x="5738" y="2077"/>
                    <a:pt x="5738" y="2049"/>
                  </a:cubicBezTo>
                  <a:cubicBezTo>
                    <a:pt x="5734" y="2000"/>
                    <a:pt x="5733" y="1978"/>
                    <a:pt x="5722" y="1978"/>
                  </a:cubicBezTo>
                  <a:cubicBezTo>
                    <a:pt x="5719" y="1978"/>
                    <a:pt x="5714" y="1980"/>
                    <a:pt x="5707" y="1986"/>
                  </a:cubicBezTo>
                  <a:cubicBezTo>
                    <a:pt x="5698" y="1987"/>
                    <a:pt x="5689" y="1988"/>
                    <a:pt x="5682" y="1988"/>
                  </a:cubicBezTo>
                  <a:cubicBezTo>
                    <a:pt x="5667" y="1988"/>
                    <a:pt x="5657" y="1985"/>
                    <a:pt x="5657" y="1971"/>
                  </a:cubicBezTo>
                  <a:lnTo>
                    <a:pt x="5682" y="1967"/>
                  </a:lnTo>
                  <a:cubicBezTo>
                    <a:pt x="5707" y="1964"/>
                    <a:pt x="5701" y="1902"/>
                    <a:pt x="5691" y="1817"/>
                  </a:cubicBezTo>
                  <a:cubicBezTo>
                    <a:pt x="5682" y="1714"/>
                    <a:pt x="5679" y="1670"/>
                    <a:pt x="5701" y="1648"/>
                  </a:cubicBezTo>
                  <a:lnTo>
                    <a:pt x="5676" y="1629"/>
                  </a:lnTo>
                  <a:cubicBezTo>
                    <a:pt x="5648" y="1610"/>
                    <a:pt x="5648" y="1588"/>
                    <a:pt x="5673" y="1585"/>
                  </a:cubicBezTo>
                  <a:cubicBezTo>
                    <a:pt x="5695" y="1563"/>
                    <a:pt x="5688" y="1479"/>
                    <a:pt x="5657" y="1438"/>
                  </a:cubicBezTo>
                  <a:cubicBezTo>
                    <a:pt x="5657" y="1416"/>
                    <a:pt x="5654" y="1397"/>
                    <a:pt x="5654" y="1397"/>
                  </a:cubicBezTo>
                  <a:cubicBezTo>
                    <a:pt x="5676" y="1385"/>
                    <a:pt x="5688" y="1363"/>
                    <a:pt x="5685" y="1341"/>
                  </a:cubicBezTo>
                  <a:cubicBezTo>
                    <a:pt x="5685" y="1312"/>
                    <a:pt x="5666" y="1287"/>
                    <a:pt x="5638" y="1275"/>
                  </a:cubicBezTo>
                  <a:cubicBezTo>
                    <a:pt x="5663" y="1272"/>
                    <a:pt x="5660" y="1244"/>
                    <a:pt x="5657" y="1218"/>
                  </a:cubicBezTo>
                  <a:cubicBezTo>
                    <a:pt x="5622" y="1168"/>
                    <a:pt x="5594" y="1065"/>
                    <a:pt x="5619" y="1056"/>
                  </a:cubicBezTo>
                  <a:cubicBezTo>
                    <a:pt x="5619" y="1056"/>
                    <a:pt x="5619" y="1056"/>
                    <a:pt x="5610" y="1030"/>
                  </a:cubicBezTo>
                  <a:cubicBezTo>
                    <a:pt x="5585" y="1015"/>
                    <a:pt x="5566" y="990"/>
                    <a:pt x="5560" y="962"/>
                  </a:cubicBezTo>
                  <a:cubicBezTo>
                    <a:pt x="5554" y="930"/>
                    <a:pt x="5532" y="908"/>
                    <a:pt x="5507" y="896"/>
                  </a:cubicBezTo>
                  <a:cubicBezTo>
                    <a:pt x="5488" y="889"/>
                    <a:pt x="5469" y="874"/>
                    <a:pt x="5460" y="858"/>
                  </a:cubicBezTo>
                  <a:cubicBezTo>
                    <a:pt x="5454" y="848"/>
                    <a:pt x="5457" y="844"/>
                    <a:pt x="5465" y="844"/>
                  </a:cubicBezTo>
                  <a:cubicBezTo>
                    <a:pt x="5475" y="844"/>
                    <a:pt x="5496" y="852"/>
                    <a:pt x="5516" y="861"/>
                  </a:cubicBezTo>
                  <a:cubicBezTo>
                    <a:pt x="5525" y="869"/>
                    <a:pt x="5531" y="872"/>
                    <a:pt x="5534" y="872"/>
                  </a:cubicBezTo>
                  <a:cubicBezTo>
                    <a:pt x="5548" y="872"/>
                    <a:pt x="5513" y="812"/>
                    <a:pt x="5447" y="777"/>
                  </a:cubicBezTo>
                  <a:cubicBezTo>
                    <a:pt x="5396" y="750"/>
                    <a:pt x="5376" y="740"/>
                    <a:pt x="5383" y="740"/>
                  </a:cubicBezTo>
                  <a:cubicBezTo>
                    <a:pt x="5388" y="740"/>
                    <a:pt x="5404" y="744"/>
                    <a:pt x="5431" y="752"/>
                  </a:cubicBezTo>
                  <a:cubicBezTo>
                    <a:pt x="5449" y="758"/>
                    <a:pt x="5467" y="763"/>
                    <a:pt x="5474" y="763"/>
                  </a:cubicBezTo>
                  <a:cubicBezTo>
                    <a:pt x="5482" y="763"/>
                    <a:pt x="5479" y="757"/>
                    <a:pt x="5453" y="739"/>
                  </a:cubicBezTo>
                  <a:cubicBezTo>
                    <a:pt x="5453" y="739"/>
                    <a:pt x="5433" y="704"/>
                    <a:pt x="5413" y="704"/>
                  </a:cubicBezTo>
                  <a:cubicBezTo>
                    <a:pt x="5409" y="704"/>
                    <a:pt x="5406" y="705"/>
                    <a:pt x="5403" y="708"/>
                  </a:cubicBezTo>
                  <a:cubicBezTo>
                    <a:pt x="5391" y="683"/>
                    <a:pt x="5375" y="661"/>
                    <a:pt x="5359" y="639"/>
                  </a:cubicBezTo>
                  <a:cubicBezTo>
                    <a:pt x="5353" y="601"/>
                    <a:pt x="5337" y="567"/>
                    <a:pt x="5315" y="538"/>
                  </a:cubicBezTo>
                  <a:cubicBezTo>
                    <a:pt x="5278" y="535"/>
                    <a:pt x="5278" y="535"/>
                    <a:pt x="5278" y="498"/>
                  </a:cubicBezTo>
                  <a:cubicBezTo>
                    <a:pt x="5289" y="488"/>
                    <a:pt x="5287" y="476"/>
                    <a:pt x="5274" y="476"/>
                  </a:cubicBezTo>
                  <a:cubicBezTo>
                    <a:pt x="5267" y="476"/>
                    <a:pt x="5255" y="481"/>
                    <a:pt x="5240" y="495"/>
                  </a:cubicBezTo>
                  <a:cubicBezTo>
                    <a:pt x="5209" y="495"/>
                    <a:pt x="5184" y="469"/>
                    <a:pt x="5184" y="438"/>
                  </a:cubicBezTo>
                  <a:cubicBezTo>
                    <a:pt x="5211" y="411"/>
                    <a:pt x="5207" y="393"/>
                    <a:pt x="5196" y="393"/>
                  </a:cubicBezTo>
                  <a:cubicBezTo>
                    <a:pt x="5193" y="393"/>
                    <a:pt x="5188" y="396"/>
                    <a:pt x="5184" y="401"/>
                  </a:cubicBezTo>
                  <a:cubicBezTo>
                    <a:pt x="5162" y="401"/>
                    <a:pt x="5143" y="394"/>
                    <a:pt x="5124" y="382"/>
                  </a:cubicBezTo>
                  <a:cubicBezTo>
                    <a:pt x="5143" y="366"/>
                    <a:pt x="4958" y="197"/>
                    <a:pt x="4726" y="109"/>
                  </a:cubicBezTo>
                  <a:cubicBezTo>
                    <a:pt x="4720" y="107"/>
                    <a:pt x="4713" y="106"/>
                    <a:pt x="4707" y="106"/>
                  </a:cubicBezTo>
                  <a:cubicBezTo>
                    <a:pt x="4686" y="106"/>
                    <a:pt x="4667" y="118"/>
                    <a:pt x="4657" y="137"/>
                  </a:cubicBezTo>
                  <a:cubicBezTo>
                    <a:pt x="4650" y="157"/>
                    <a:pt x="4647" y="164"/>
                    <a:pt x="4645" y="164"/>
                  </a:cubicBezTo>
                  <a:cubicBezTo>
                    <a:pt x="4642" y="164"/>
                    <a:pt x="4641" y="148"/>
                    <a:pt x="4632" y="128"/>
                  </a:cubicBezTo>
                  <a:cubicBezTo>
                    <a:pt x="4632" y="84"/>
                    <a:pt x="4615" y="60"/>
                    <a:pt x="4601" y="60"/>
                  </a:cubicBezTo>
                  <a:cubicBezTo>
                    <a:pt x="4589" y="60"/>
                    <a:pt x="4579" y="77"/>
                    <a:pt x="4582" y="112"/>
                  </a:cubicBezTo>
                  <a:cubicBezTo>
                    <a:pt x="4587" y="140"/>
                    <a:pt x="4589" y="154"/>
                    <a:pt x="4586" y="154"/>
                  </a:cubicBezTo>
                  <a:cubicBezTo>
                    <a:pt x="4583" y="154"/>
                    <a:pt x="4575" y="138"/>
                    <a:pt x="4557" y="106"/>
                  </a:cubicBezTo>
                  <a:cubicBezTo>
                    <a:pt x="4546" y="88"/>
                    <a:pt x="4541" y="81"/>
                    <a:pt x="4532" y="81"/>
                  </a:cubicBezTo>
                  <a:cubicBezTo>
                    <a:pt x="4526" y="81"/>
                    <a:pt x="4517" y="85"/>
                    <a:pt x="4504" y="93"/>
                  </a:cubicBezTo>
                  <a:cubicBezTo>
                    <a:pt x="4501" y="103"/>
                    <a:pt x="4495" y="107"/>
                    <a:pt x="4489" y="107"/>
                  </a:cubicBezTo>
                  <a:cubicBezTo>
                    <a:pt x="4482" y="107"/>
                    <a:pt x="4475" y="100"/>
                    <a:pt x="4479" y="87"/>
                  </a:cubicBezTo>
                  <a:cubicBezTo>
                    <a:pt x="4465" y="64"/>
                    <a:pt x="4448" y="43"/>
                    <a:pt x="4438" y="43"/>
                  </a:cubicBezTo>
                  <a:cubicBezTo>
                    <a:pt x="4435" y="43"/>
                    <a:pt x="4432" y="46"/>
                    <a:pt x="4432" y="53"/>
                  </a:cubicBezTo>
                  <a:cubicBezTo>
                    <a:pt x="4410" y="46"/>
                    <a:pt x="4394" y="34"/>
                    <a:pt x="4381" y="18"/>
                  </a:cubicBezTo>
                  <a:cubicBezTo>
                    <a:pt x="4373" y="8"/>
                    <a:pt x="4363" y="4"/>
                    <a:pt x="4353" y="4"/>
                  </a:cubicBezTo>
                  <a:cubicBezTo>
                    <a:pt x="4335" y="4"/>
                    <a:pt x="4315" y="18"/>
                    <a:pt x="4297" y="34"/>
                  </a:cubicBezTo>
                  <a:cubicBezTo>
                    <a:pt x="4256" y="55"/>
                    <a:pt x="4230" y="66"/>
                    <a:pt x="4216" y="66"/>
                  </a:cubicBezTo>
                  <a:cubicBezTo>
                    <a:pt x="4202" y="66"/>
                    <a:pt x="4202" y="54"/>
                    <a:pt x="4215" y="28"/>
                  </a:cubicBezTo>
                  <a:cubicBezTo>
                    <a:pt x="4227" y="9"/>
                    <a:pt x="4214" y="0"/>
                    <a:pt x="4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37"/>
            <p:cNvSpPr/>
            <p:nvPr/>
          </p:nvSpPr>
          <p:spPr>
            <a:xfrm>
              <a:off x="3881317" y="4431135"/>
              <a:ext cx="184373" cy="178999"/>
            </a:xfrm>
            <a:custGeom>
              <a:avLst/>
              <a:gdLst/>
              <a:ahLst/>
              <a:cxnLst/>
              <a:rect l="l" t="t" r="r" b="b"/>
              <a:pathLst>
                <a:path w="10129" h="9910" extrusionOk="0">
                  <a:moveTo>
                    <a:pt x="7336" y="1"/>
                  </a:moveTo>
                  <a:cubicBezTo>
                    <a:pt x="7264" y="1"/>
                    <a:pt x="7191" y="5"/>
                    <a:pt x="7117" y="12"/>
                  </a:cubicBezTo>
                  <a:lnTo>
                    <a:pt x="2069" y="519"/>
                  </a:lnTo>
                  <a:cubicBezTo>
                    <a:pt x="872" y="642"/>
                    <a:pt x="0" y="1707"/>
                    <a:pt x="123" y="2901"/>
                  </a:cubicBezTo>
                  <a:lnTo>
                    <a:pt x="630" y="7953"/>
                  </a:lnTo>
                  <a:cubicBezTo>
                    <a:pt x="742" y="9074"/>
                    <a:pt x="1690" y="9910"/>
                    <a:pt x="2794" y="9910"/>
                  </a:cubicBezTo>
                  <a:cubicBezTo>
                    <a:pt x="2866" y="9910"/>
                    <a:pt x="2939" y="9906"/>
                    <a:pt x="3012" y="9899"/>
                  </a:cubicBezTo>
                  <a:lnTo>
                    <a:pt x="8064" y="9391"/>
                  </a:lnTo>
                  <a:cubicBezTo>
                    <a:pt x="9258" y="9269"/>
                    <a:pt x="10129" y="8204"/>
                    <a:pt x="10007" y="7010"/>
                  </a:cubicBezTo>
                  <a:lnTo>
                    <a:pt x="9499" y="1958"/>
                  </a:lnTo>
                  <a:cubicBezTo>
                    <a:pt x="9387" y="837"/>
                    <a:pt x="8442" y="1"/>
                    <a:pt x="7336" y="1"/>
                  </a:cubicBezTo>
                  <a:close/>
                </a:path>
              </a:pathLst>
            </a:custGeom>
            <a:solidFill>
              <a:srgbClr val="69B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37"/>
            <p:cNvSpPr/>
            <p:nvPr/>
          </p:nvSpPr>
          <p:spPr>
            <a:xfrm>
              <a:off x="4095451" y="4409748"/>
              <a:ext cx="184391" cy="178999"/>
            </a:xfrm>
            <a:custGeom>
              <a:avLst/>
              <a:gdLst/>
              <a:ahLst/>
              <a:cxnLst/>
              <a:rect l="l" t="t" r="r" b="b"/>
              <a:pathLst>
                <a:path w="10130" h="9910" extrusionOk="0">
                  <a:moveTo>
                    <a:pt x="7336" y="0"/>
                  </a:moveTo>
                  <a:cubicBezTo>
                    <a:pt x="7264" y="0"/>
                    <a:pt x="7191" y="4"/>
                    <a:pt x="7118" y="11"/>
                  </a:cubicBezTo>
                  <a:lnTo>
                    <a:pt x="2066" y="519"/>
                  </a:lnTo>
                  <a:cubicBezTo>
                    <a:pt x="872" y="641"/>
                    <a:pt x="1" y="1707"/>
                    <a:pt x="123" y="2901"/>
                  </a:cubicBezTo>
                  <a:lnTo>
                    <a:pt x="631" y="7952"/>
                  </a:lnTo>
                  <a:cubicBezTo>
                    <a:pt x="742" y="9073"/>
                    <a:pt x="1688" y="9909"/>
                    <a:pt x="2794" y="9909"/>
                  </a:cubicBezTo>
                  <a:cubicBezTo>
                    <a:pt x="2866" y="9909"/>
                    <a:pt x="2939" y="9906"/>
                    <a:pt x="3012" y="9898"/>
                  </a:cubicBezTo>
                  <a:lnTo>
                    <a:pt x="8064" y="9391"/>
                  </a:lnTo>
                  <a:cubicBezTo>
                    <a:pt x="9258" y="9268"/>
                    <a:pt x="10129" y="8203"/>
                    <a:pt x="10007" y="7009"/>
                  </a:cubicBezTo>
                  <a:lnTo>
                    <a:pt x="9499" y="1957"/>
                  </a:lnTo>
                  <a:cubicBezTo>
                    <a:pt x="9388" y="837"/>
                    <a:pt x="8439" y="0"/>
                    <a:pt x="7336" y="0"/>
                  </a:cubicBezTo>
                  <a:close/>
                </a:path>
              </a:pathLst>
            </a:custGeom>
            <a:solidFill>
              <a:srgbClr val="D581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37"/>
            <p:cNvSpPr/>
            <p:nvPr/>
          </p:nvSpPr>
          <p:spPr>
            <a:xfrm>
              <a:off x="4309603" y="4388344"/>
              <a:ext cx="184373" cy="178999"/>
            </a:xfrm>
            <a:custGeom>
              <a:avLst/>
              <a:gdLst/>
              <a:ahLst/>
              <a:cxnLst/>
              <a:rect l="l" t="t" r="r" b="b"/>
              <a:pathLst>
                <a:path w="10129" h="9910" extrusionOk="0">
                  <a:moveTo>
                    <a:pt x="7335" y="1"/>
                  </a:moveTo>
                  <a:cubicBezTo>
                    <a:pt x="7263" y="1"/>
                    <a:pt x="7190" y="4"/>
                    <a:pt x="7117" y="12"/>
                  </a:cubicBezTo>
                  <a:lnTo>
                    <a:pt x="2065" y="519"/>
                  </a:lnTo>
                  <a:cubicBezTo>
                    <a:pt x="871" y="642"/>
                    <a:pt x="0" y="1707"/>
                    <a:pt x="119" y="2901"/>
                  </a:cubicBezTo>
                  <a:lnTo>
                    <a:pt x="630" y="7953"/>
                  </a:lnTo>
                  <a:cubicBezTo>
                    <a:pt x="742" y="9073"/>
                    <a:pt x="1687" y="9910"/>
                    <a:pt x="2793" y="9910"/>
                  </a:cubicBezTo>
                  <a:cubicBezTo>
                    <a:pt x="2865" y="9910"/>
                    <a:pt x="2938" y="9906"/>
                    <a:pt x="3012" y="9899"/>
                  </a:cubicBezTo>
                  <a:lnTo>
                    <a:pt x="8060" y="9388"/>
                  </a:lnTo>
                  <a:cubicBezTo>
                    <a:pt x="9257" y="9269"/>
                    <a:pt x="10129" y="8203"/>
                    <a:pt x="10006" y="7009"/>
                  </a:cubicBezTo>
                  <a:lnTo>
                    <a:pt x="9499" y="1958"/>
                  </a:lnTo>
                  <a:cubicBezTo>
                    <a:pt x="9384" y="837"/>
                    <a:pt x="8438" y="1"/>
                    <a:pt x="7335" y="1"/>
                  </a:cubicBezTo>
                  <a:close/>
                </a:path>
              </a:pathLst>
            </a:custGeom>
            <a:solidFill>
              <a:srgbClr val="F4D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37"/>
            <p:cNvSpPr/>
            <p:nvPr/>
          </p:nvSpPr>
          <p:spPr>
            <a:xfrm>
              <a:off x="4354035" y="4426818"/>
              <a:ext cx="96182" cy="97375"/>
            </a:xfrm>
            <a:custGeom>
              <a:avLst/>
              <a:gdLst/>
              <a:ahLst/>
              <a:cxnLst/>
              <a:rect l="l" t="t" r="r" b="b"/>
              <a:pathLst>
                <a:path w="5284" h="5391" extrusionOk="0">
                  <a:moveTo>
                    <a:pt x="1837" y="185"/>
                  </a:moveTo>
                  <a:lnTo>
                    <a:pt x="1837" y="185"/>
                  </a:lnTo>
                  <a:cubicBezTo>
                    <a:pt x="1846" y="210"/>
                    <a:pt x="1852" y="235"/>
                    <a:pt x="1834" y="241"/>
                  </a:cubicBezTo>
                  <a:lnTo>
                    <a:pt x="1809" y="223"/>
                  </a:lnTo>
                  <a:lnTo>
                    <a:pt x="1818" y="191"/>
                  </a:lnTo>
                  <a:lnTo>
                    <a:pt x="1837" y="185"/>
                  </a:lnTo>
                  <a:close/>
                  <a:moveTo>
                    <a:pt x="2491" y="197"/>
                  </a:moveTo>
                  <a:cubicBezTo>
                    <a:pt x="2508" y="197"/>
                    <a:pt x="2511" y="223"/>
                    <a:pt x="2511" y="223"/>
                  </a:cubicBezTo>
                  <a:cubicBezTo>
                    <a:pt x="2511" y="223"/>
                    <a:pt x="2511" y="248"/>
                    <a:pt x="2492" y="248"/>
                  </a:cubicBezTo>
                  <a:cubicBezTo>
                    <a:pt x="2482" y="232"/>
                    <a:pt x="2473" y="216"/>
                    <a:pt x="2470" y="198"/>
                  </a:cubicBezTo>
                  <a:lnTo>
                    <a:pt x="2489" y="198"/>
                  </a:lnTo>
                  <a:cubicBezTo>
                    <a:pt x="2490" y="197"/>
                    <a:pt x="2491" y="197"/>
                    <a:pt x="2491" y="197"/>
                  </a:cubicBezTo>
                  <a:close/>
                  <a:moveTo>
                    <a:pt x="2324" y="262"/>
                  </a:moveTo>
                  <a:cubicBezTo>
                    <a:pt x="2332" y="262"/>
                    <a:pt x="2333" y="267"/>
                    <a:pt x="2335" y="285"/>
                  </a:cubicBezTo>
                  <a:lnTo>
                    <a:pt x="2316" y="288"/>
                  </a:lnTo>
                  <a:lnTo>
                    <a:pt x="2294" y="266"/>
                  </a:lnTo>
                  <a:lnTo>
                    <a:pt x="2313" y="263"/>
                  </a:lnTo>
                  <a:cubicBezTo>
                    <a:pt x="2318" y="263"/>
                    <a:pt x="2322" y="262"/>
                    <a:pt x="2324" y="262"/>
                  </a:cubicBezTo>
                  <a:close/>
                  <a:moveTo>
                    <a:pt x="2148" y="288"/>
                  </a:moveTo>
                  <a:cubicBezTo>
                    <a:pt x="2154" y="288"/>
                    <a:pt x="2154" y="294"/>
                    <a:pt x="2156" y="310"/>
                  </a:cubicBezTo>
                  <a:lnTo>
                    <a:pt x="2141" y="317"/>
                  </a:lnTo>
                  <a:lnTo>
                    <a:pt x="2119" y="295"/>
                  </a:lnTo>
                  <a:lnTo>
                    <a:pt x="2134" y="292"/>
                  </a:lnTo>
                  <a:cubicBezTo>
                    <a:pt x="2141" y="289"/>
                    <a:pt x="2145" y="288"/>
                    <a:pt x="2148" y="288"/>
                  </a:cubicBezTo>
                  <a:close/>
                  <a:moveTo>
                    <a:pt x="2278" y="306"/>
                  </a:moveTo>
                  <a:cubicBezTo>
                    <a:pt x="2276" y="306"/>
                    <a:pt x="2272" y="310"/>
                    <a:pt x="2266" y="320"/>
                  </a:cubicBezTo>
                  <a:cubicBezTo>
                    <a:pt x="2278" y="318"/>
                    <a:pt x="2281" y="306"/>
                    <a:pt x="2278" y="306"/>
                  </a:cubicBezTo>
                  <a:close/>
                  <a:moveTo>
                    <a:pt x="3231" y="258"/>
                  </a:moveTo>
                  <a:cubicBezTo>
                    <a:pt x="3235" y="258"/>
                    <a:pt x="3237" y="261"/>
                    <a:pt x="3234" y="270"/>
                  </a:cubicBezTo>
                  <a:cubicBezTo>
                    <a:pt x="3228" y="285"/>
                    <a:pt x="3219" y="301"/>
                    <a:pt x="3206" y="313"/>
                  </a:cubicBezTo>
                  <a:cubicBezTo>
                    <a:pt x="3206" y="313"/>
                    <a:pt x="3197" y="320"/>
                    <a:pt x="3191" y="320"/>
                  </a:cubicBezTo>
                  <a:cubicBezTo>
                    <a:pt x="3187" y="320"/>
                    <a:pt x="3185" y="317"/>
                    <a:pt x="3187" y="307"/>
                  </a:cubicBezTo>
                  <a:lnTo>
                    <a:pt x="3187" y="307"/>
                  </a:lnTo>
                  <a:lnTo>
                    <a:pt x="3187" y="310"/>
                  </a:lnTo>
                  <a:lnTo>
                    <a:pt x="3194" y="285"/>
                  </a:lnTo>
                  <a:cubicBezTo>
                    <a:pt x="3208" y="271"/>
                    <a:pt x="3224" y="258"/>
                    <a:pt x="3231" y="258"/>
                  </a:cubicBezTo>
                  <a:close/>
                  <a:moveTo>
                    <a:pt x="1625" y="291"/>
                  </a:moveTo>
                  <a:cubicBezTo>
                    <a:pt x="1631" y="291"/>
                    <a:pt x="1633" y="296"/>
                    <a:pt x="1639" y="310"/>
                  </a:cubicBezTo>
                  <a:cubicBezTo>
                    <a:pt x="1639" y="310"/>
                    <a:pt x="1649" y="335"/>
                    <a:pt x="1630" y="342"/>
                  </a:cubicBezTo>
                  <a:lnTo>
                    <a:pt x="1605" y="326"/>
                  </a:lnTo>
                  <a:cubicBezTo>
                    <a:pt x="1592" y="304"/>
                    <a:pt x="1611" y="295"/>
                    <a:pt x="1611" y="295"/>
                  </a:cubicBezTo>
                  <a:cubicBezTo>
                    <a:pt x="1618" y="293"/>
                    <a:pt x="1622" y="291"/>
                    <a:pt x="1625" y="291"/>
                  </a:cubicBezTo>
                  <a:close/>
                  <a:moveTo>
                    <a:pt x="2017" y="300"/>
                  </a:moveTo>
                  <a:cubicBezTo>
                    <a:pt x="2023" y="300"/>
                    <a:pt x="2028" y="305"/>
                    <a:pt x="2031" y="317"/>
                  </a:cubicBezTo>
                  <a:cubicBezTo>
                    <a:pt x="2037" y="342"/>
                    <a:pt x="2037" y="342"/>
                    <a:pt x="2019" y="345"/>
                  </a:cubicBezTo>
                  <a:cubicBezTo>
                    <a:pt x="2006" y="348"/>
                    <a:pt x="1998" y="350"/>
                    <a:pt x="1993" y="350"/>
                  </a:cubicBezTo>
                  <a:cubicBezTo>
                    <a:pt x="1986" y="350"/>
                    <a:pt x="1989" y="344"/>
                    <a:pt x="1997" y="326"/>
                  </a:cubicBezTo>
                  <a:cubicBezTo>
                    <a:pt x="2002" y="309"/>
                    <a:pt x="2010" y="300"/>
                    <a:pt x="2017" y="300"/>
                  </a:cubicBezTo>
                  <a:close/>
                  <a:moveTo>
                    <a:pt x="2111" y="421"/>
                  </a:moveTo>
                  <a:lnTo>
                    <a:pt x="2111" y="421"/>
                  </a:lnTo>
                  <a:cubicBezTo>
                    <a:pt x="2112" y="423"/>
                    <a:pt x="2112" y="425"/>
                    <a:pt x="2113" y="426"/>
                  </a:cubicBezTo>
                  <a:cubicBezTo>
                    <a:pt x="2113" y="427"/>
                    <a:pt x="2113" y="427"/>
                    <a:pt x="2114" y="427"/>
                  </a:cubicBezTo>
                  <a:lnTo>
                    <a:pt x="2114" y="427"/>
                  </a:lnTo>
                  <a:cubicBezTo>
                    <a:pt x="2113" y="425"/>
                    <a:pt x="2112" y="423"/>
                    <a:pt x="2111" y="421"/>
                  </a:cubicBezTo>
                  <a:close/>
                  <a:moveTo>
                    <a:pt x="2114" y="427"/>
                  </a:moveTo>
                  <a:cubicBezTo>
                    <a:pt x="2117" y="436"/>
                    <a:pt x="2121" y="440"/>
                    <a:pt x="2122" y="440"/>
                  </a:cubicBezTo>
                  <a:cubicBezTo>
                    <a:pt x="2124" y="440"/>
                    <a:pt x="2122" y="435"/>
                    <a:pt x="2114" y="427"/>
                  </a:cubicBezTo>
                  <a:close/>
                  <a:moveTo>
                    <a:pt x="3842" y="398"/>
                  </a:moveTo>
                  <a:cubicBezTo>
                    <a:pt x="3861" y="408"/>
                    <a:pt x="3861" y="408"/>
                    <a:pt x="3849" y="429"/>
                  </a:cubicBezTo>
                  <a:cubicBezTo>
                    <a:pt x="3838" y="448"/>
                    <a:pt x="3817" y="459"/>
                    <a:pt x="3801" y="459"/>
                  </a:cubicBezTo>
                  <a:cubicBezTo>
                    <a:pt x="3798" y="459"/>
                    <a:pt x="3795" y="459"/>
                    <a:pt x="3792" y="458"/>
                  </a:cubicBezTo>
                  <a:cubicBezTo>
                    <a:pt x="3777" y="448"/>
                    <a:pt x="3799" y="404"/>
                    <a:pt x="3842" y="398"/>
                  </a:cubicBezTo>
                  <a:close/>
                  <a:moveTo>
                    <a:pt x="549" y="1398"/>
                  </a:moveTo>
                  <a:cubicBezTo>
                    <a:pt x="571" y="1413"/>
                    <a:pt x="590" y="1426"/>
                    <a:pt x="580" y="1442"/>
                  </a:cubicBezTo>
                  <a:lnTo>
                    <a:pt x="571" y="1454"/>
                  </a:lnTo>
                  <a:cubicBezTo>
                    <a:pt x="558" y="1445"/>
                    <a:pt x="546" y="1432"/>
                    <a:pt x="539" y="1413"/>
                  </a:cubicBezTo>
                  <a:lnTo>
                    <a:pt x="549" y="1398"/>
                  </a:lnTo>
                  <a:close/>
                  <a:moveTo>
                    <a:pt x="293" y="2075"/>
                  </a:moveTo>
                  <a:cubicBezTo>
                    <a:pt x="296" y="2075"/>
                    <a:pt x="301" y="2076"/>
                    <a:pt x="307" y="2078"/>
                  </a:cubicBezTo>
                  <a:cubicBezTo>
                    <a:pt x="333" y="2084"/>
                    <a:pt x="323" y="2119"/>
                    <a:pt x="320" y="2134"/>
                  </a:cubicBezTo>
                  <a:cubicBezTo>
                    <a:pt x="314" y="2137"/>
                    <a:pt x="309" y="2138"/>
                    <a:pt x="304" y="2138"/>
                  </a:cubicBezTo>
                  <a:cubicBezTo>
                    <a:pt x="284" y="2138"/>
                    <a:pt x="271" y="2121"/>
                    <a:pt x="276" y="2106"/>
                  </a:cubicBezTo>
                  <a:cubicBezTo>
                    <a:pt x="283" y="2082"/>
                    <a:pt x="285" y="2075"/>
                    <a:pt x="293" y="2075"/>
                  </a:cubicBezTo>
                  <a:close/>
                  <a:moveTo>
                    <a:pt x="5183" y="2524"/>
                  </a:moveTo>
                  <a:cubicBezTo>
                    <a:pt x="5199" y="2524"/>
                    <a:pt x="5212" y="2528"/>
                    <a:pt x="5212" y="2542"/>
                  </a:cubicBezTo>
                  <a:cubicBezTo>
                    <a:pt x="5240" y="2560"/>
                    <a:pt x="5238" y="2569"/>
                    <a:pt x="5224" y="2569"/>
                  </a:cubicBezTo>
                  <a:cubicBezTo>
                    <a:pt x="5210" y="2569"/>
                    <a:pt x="5186" y="2561"/>
                    <a:pt x="5162" y="2545"/>
                  </a:cubicBezTo>
                  <a:cubicBezTo>
                    <a:pt x="5112" y="2526"/>
                    <a:pt x="5112" y="2526"/>
                    <a:pt x="5162" y="2526"/>
                  </a:cubicBezTo>
                  <a:cubicBezTo>
                    <a:pt x="5169" y="2525"/>
                    <a:pt x="5176" y="2524"/>
                    <a:pt x="5183" y="2524"/>
                  </a:cubicBezTo>
                  <a:close/>
                  <a:moveTo>
                    <a:pt x="4704" y="2908"/>
                  </a:moveTo>
                  <a:lnTo>
                    <a:pt x="4701" y="2924"/>
                  </a:lnTo>
                  <a:cubicBezTo>
                    <a:pt x="4698" y="2940"/>
                    <a:pt x="4723" y="2943"/>
                    <a:pt x="4748" y="2946"/>
                  </a:cubicBezTo>
                  <a:lnTo>
                    <a:pt x="4751" y="2930"/>
                  </a:lnTo>
                  <a:cubicBezTo>
                    <a:pt x="4739" y="2918"/>
                    <a:pt x="4720" y="2911"/>
                    <a:pt x="4704" y="2908"/>
                  </a:cubicBezTo>
                  <a:close/>
                  <a:moveTo>
                    <a:pt x="5099" y="2993"/>
                  </a:moveTo>
                  <a:cubicBezTo>
                    <a:pt x="5124" y="2996"/>
                    <a:pt x="5121" y="3015"/>
                    <a:pt x="5118" y="3031"/>
                  </a:cubicBezTo>
                  <a:cubicBezTo>
                    <a:pt x="5116" y="3044"/>
                    <a:pt x="5115" y="3048"/>
                    <a:pt x="5106" y="3048"/>
                  </a:cubicBezTo>
                  <a:cubicBezTo>
                    <a:pt x="5102" y="3048"/>
                    <a:pt x="5097" y="3047"/>
                    <a:pt x="5090" y="3046"/>
                  </a:cubicBezTo>
                  <a:cubicBezTo>
                    <a:pt x="5090" y="3046"/>
                    <a:pt x="5068" y="3024"/>
                    <a:pt x="5071" y="3005"/>
                  </a:cubicBezTo>
                  <a:lnTo>
                    <a:pt x="5099" y="2993"/>
                  </a:lnTo>
                  <a:close/>
                  <a:moveTo>
                    <a:pt x="5071" y="3200"/>
                  </a:moveTo>
                  <a:cubicBezTo>
                    <a:pt x="5089" y="3200"/>
                    <a:pt x="5087" y="3207"/>
                    <a:pt x="5080" y="3231"/>
                  </a:cubicBezTo>
                  <a:cubicBezTo>
                    <a:pt x="5075" y="3247"/>
                    <a:pt x="5072" y="3264"/>
                    <a:pt x="5055" y="3264"/>
                  </a:cubicBezTo>
                  <a:cubicBezTo>
                    <a:pt x="5052" y="3264"/>
                    <a:pt x="5049" y="3263"/>
                    <a:pt x="5046" y="3262"/>
                  </a:cubicBezTo>
                  <a:lnTo>
                    <a:pt x="5052" y="3244"/>
                  </a:lnTo>
                  <a:cubicBezTo>
                    <a:pt x="5055" y="3244"/>
                    <a:pt x="5057" y="3245"/>
                    <a:pt x="5058" y="3245"/>
                  </a:cubicBezTo>
                  <a:cubicBezTo>
                    <a:pt x="5067" y="3245"/>
                    <a:pt x="5059" y="3234"/>
                    <a:pt x="5043" y="3234"/>
                  </a:cubicBezTo>
                  <a:cubicBezTo>
                    <a:pt x="5038" y="3234"/>
                    <a:pt x="5033" y="3235"/>
                    <a:pt x="5027" y="3237"/>
                  </a:cubicBezTo>
                  <a:cubicBezTo>
                    <a:pt x="5002" y="3231"/>
                    <a:pt x="4977" y="3225"/>
                    <a:pt x="4977" y="3225"/>
                  </a:cubicBezTo>
                  <a:cubicBezTo>
                    <a:pt x="4979" y="3212"/>
                    <a:pt x="5001" y="3201"/>
                    <a:pt x="5022" y="3201"/>
                  </a:cubicBezTo>
                  <a:cubicBezTo>
                    <a:pt x="5027" y="3201"/>
                    <a:pt x="5032" y="3202"/>
                    <a:pt x="5036" y="3203"/>
                  </a:cubicBezTo>
                  <a:cubicBezTo>
                    <a:pt x="5052" y="3201"/>
                    <a:pt x="5063" y="3200"/>
                    <a:pt x="5071" y="3200"/>
                  </a:cubicBezTo>
                  <a:close/>
                  <a:moveTo>
                    <a:pt x="5193" y="3297"/>
                  </a:moveTo>
                  <a:lnTo>
                    <a:pt x="5162" y="3309"/>
                  </a:lnTo>
                  <a:lnTo>
                    <a:pt x="5159" y="3328"/>
                  </a:lnTo>
                  <a:cubicBezTo>
                    <a:pt x="5168" y="3331"/>
                    <a:pt x="5174" y="3332"/>
                    <a:pt x="5177" y="3332"/>
                  </a:cubicBezTo>
                  <a:cubicBezTo>
                    <a:pt x="5184" y="3332"/>
                    <a:pt x="5185" y="3328"/>
                    <a:pt x="5187" y="3316"/>
                  </a:cubicBezTo>
                  <a:lnTo>
                    <a:pt x="5193" y="3297"/>
                  </a:lnTo>
                  <a:close/>
                  <a:moveTo>
                    <a:pt x="323" y="3334"/>
                  </a:moveTo>
                  <a:cubicBezTo>
                    <a:pt x="332" y="3334"/>
                    <a:pt x="339" y="3337"/>
                    <a:pt x="342" y="3344"/>
                  </a:cubicBezTo>
                  <a:lnTo>
                    <a:pt x="320" y="3369"/>
                  </a:lnTo>
                  <a:lnTo>
                    <a:pt x="292" y="3360"/>
                  </a:lnTo>
                  <a:lnTo>
                    <a:pt x="289" y="3341"/>
                  </a:lnTo>
                  <a:cubicBezTo>
                    <a:pt x="300" y="3337"/>
                    <a:pt x="313" y="3334"/>
                    <a:pt x="323" y="3334"/>
                  </a:cubicBezTo>
                  <a:close/>
                  <a:moveTo>
                    <a:pt x="257" y="3609"/>
                  </a:moveTo>
                  <a:cubicBezTo>
                    <a:pt x="264" y="3609"/>
                    <a:pt x="270" y="3612"/>
                    <a:pt x="273" y="3620"/>
                  </a:cubicBezTo>
                  <a:lnTo>
                    <a:pt x="279" y="3635"/>
                  </a:lnTo>
                  <a:cubicBezTo>
                    <a:pt x="268" y="3639"/>
                    <a:pt x="257" y="3641"/>
                    <a:pt x="247" y="3641"/>
                  </a:cubicBezTo>
                  <a:cubicBezTo>
                    <a:pt x="239" y="3641"/>
                    <a:pt x="232" y="3640"/>
                    <a:pt x="226" y="3638"/>
                  </a:cubicBezTo>
                  <a:lnTo>
                    <a:pt x="220" y="3620"/>
                  </a:lnTo>
                  <a:cubicBezTo>
                    <a:pt x="232" y="3614"/>
                    <a:pt x="246" y="3609"/>
                    <a:pt x="257" y="3609"/>
                  </a:cubicBezTo>
                  <a:close/>
                  <a:moveTo>
                    <a:pt x="583" y="3814"/>
                  </a:moveTo>
                  <a:cubicBezTo>
                    <a:pt x="593" y="3830"/>
                    <a:pt x="539" y="3839"/>
                    <a:pt x="517" y="3852"/>
                  </a:cubicBezTo>
                  <a:cubicBezTo>
                    <a:pt x="508" y="3836"/>
                    <a:pt x="508" y="3836"/>
                    <a:pt x="530" y="3823"/>
                  </a:cubicBezTo>
                  <a:cubicBezTo>
                    <a:pt x="546" y="3817"/>
                    <a:pt x="564" y="3814"/>
                    <a:pt x="583" y="3814"/>
                  </a:cubicBezTo>
                  <a:close/>
                  <a:moveTo>
                    <a:pt x="4551" y="4068"/>
                  </a:moveTo>
                  <a:cubicBezTo>
                    <a:pt x="4566" y="4087"/>
                    <a:pt x="4569" y="4115"/>
                    <a:pt x="4557" y="4140"/>
                  </a:cubicBezTo>
                  <a:cubicBezTo>
                    <a:pt x="4555" y="4143"/>
                    <a:pt x="4552" y="4144"/>
                    <a:pt x="4550" y="4144"/>
                  </a:cubicBezTo>
                  <a:cubicBezTo>
                    <a:pt x="4540" y="4144"/>
                    <a:pt x="4529" y="4127"/>
                    <a:pt x="4529" y="4093"/>
                  </a:cubicBezTo>
                  <a:lnTo>
                    <a:pt x="4551" y="4068"/>
                  </a:lnTo>
                  <a:close/>
                  <a:moveTo>
                    <a:pt x="803" y="4158"/>
                  </a:moveTo>
                  <a:cubicBezTo>
                    <a:pt x="807" y="4158"/>
                    <a:pt x="811" y="4160"/>
                    <a:pt x="815" y="4165"/>
                  </a:cubicBezTo>
                  <a:lnTo>
                    <a:pt x="806" y="4193"/>
                  </a:lnTo>
                  <a:lnTo>
                    <a:pt x="774" y="4196"/>
                  </a:lnTo>
                  <a:lnTo>
                    <a:pt x="765" y="4181"/>
                  </a:lnTo>
                  <a:cubicBezTo>
                    <a:pt x="778" y="4170"/>
                    <a:pt x="792" y="4158"/>
                    <a:pt x="803" y="4158"/>
                  </a:cubicBezTo>
                  <a:close/>
                  <a:moveTo>
                    <a:pt x="4452" y="4127"/>
                  </a:moveTo>
                  <a:cubicBezTo>
                    <a:pt x="4441" y="4127"/>
                    <a:pt x="4432" y="4141"/>
                    <a:pt x="4416" y="4159"/>
                  </a:cubicBezTo>
                  <a:cubicBezTo>
                    <a:pt x="4403" y="4171"/>
                    <a:pt x="4410" y="4199"/>
                    <a:pt x="4410" y="4199"/>
                  </a:cubicBezTo>
                  <a:cubicBezTo>
                    <a:pt x="4416" y="4205"/>
                    <a:pt x="4421" y="4207"/>
                    <a:pt x="4427" y="4207"/>
                  </a:cubicBezTo>
                  <a:cubicBezTo>
                    <a:pt x="4437" y="4207"/>
                    <a:pt x="4445" y="4198"/>
                    <a:pt x="4453" y="4190"/>
                  </a:cubicBezTo>
                  <a:cubicBezTo>
                    <a:pt x="4497" y="4181"/>
                    <a:pt x="4485" y="4149"/>
                    <a:pt x="4466" y="4134"/>
                  </a:cubicBezTo>
                  <a:cubicBezTo>
                    <a:pt x="4461" y="4129"/>
                    <a:pt x="4456" y="4127"/>
                    <a:pt x="4452" y="4127"/>
                  </a:cubicBezTo>
                  <a:close/>
                  <a:moveTo>
                    <a:pt x="2314" y="4502"/>
                  </a:moveTo>
                  <a:cubicBezTo>
                    <a:pt x="2308" y="4502"/>
                    <a:pt x="2298" y="4514"/>
                    <a:pt x="2285" y="4541"/>
                  </a:cubicBezTo>
                  <a:cubicBezTo>
                    <a:pt x="2279" y="4566"/>
                    <a:pt x="2279" y="4566"/>
                    <a:pt x="2294" y="4566"/>
                  </a:cubicBezTo>
                  <a:cubicBezTo>
                    <a:pt x="2304" y="4554"/>
                    <a:pt x="2313" y="4538"/>
                    <a:pt x="2316" y="4519"/>
                  </a:cubicBezTo>
                  <a:cubicBezTo>
                    <a:pt x="2319" y="4508"/>
                    <a:pt x="2318" y="4502"/>
                    <a:pt x="2314" y="4502"/>
                  </a:cubicBezTo>
                  <a:close/>
                  <a:moveTo>
                    <a:pt x="3980" y="4757"/>
                  </a:moveTo>
                  <a:lnTo>
                    <a:pt x="4008" y="4770"/>
                  </a:lnTo>
                  <a:cubicBezTo>
                    <a:pt x="4024" y="4792"/>
                    <a:pt x="4008" y="4801"/>
                    <a:pt x="3993" y="4811"/>
                  </a:cubicBezTo>
                  <a:lnTo>
                    <a:pt x="3977" y="4789"/>
                  </a:lnTo>
                  <a:lnTo>
                    <a:pt x="3980" y="4757"/>
                  </a:lnTo>
                  <a:close/>
                  <a:moveTo>
                    <a:pt x="3896" y="4691"/>
                  </a:moveTo>
                  <a:cubicBezTo>
                    <a:pt x="3896" y="4691"/>
                    <a:pt x="3896" y="4723"/>
                    <a:pt x="3893" y="4754"/>
                  </a:cubicBezTo>
                  <a:cubicBezTo>
                    <a:pt x="3896" y="4801"/>
                    <a:pt x="3898" y="4821"/>
                    <a:pt x="3894" y="4821"/>
                  </a:cubicBezTo>
                  <a:cubicBezTo>
                    <a:pt x="3890" y="4821"/>
                    <a:pt x="3884" y="4810"/>
                    <a:pt x="3874" y="4792"/>
                  </a:cubicBezTo>
                  <a:cubicBezTo>
                    <a:pt x="3855" y="4770"/>
                    <a:pt x="3852" y="4735"/>
                    <a:pt x="3867" y="4710"/>
                  </a:cubicBezTo>
                  <a:lnTo>
                    <a:pt x="3896" y="4691"/>
                  </a:lnTo>
                  <a:close/>
                  <a:moveTo>
                    <a:pt x="1680" y="4899"/>
                  </a:moveTo>
                  <a:cubicBezTo>
                    <a:pt x="1682" y="4899"/>
                    <a:pt x="1684" y="4900"/>
                    <a:pt x="1686" y="4901"/>
                  </a:cubicBezTo>
                  <a:lnTo>
                    <a:pt x="1693" y="4933"/>
                  </a:lnTo>
                  <a:lnTo>
                    <a:pt x="1664" y="4948"/>
                  </a:lnTo>
                  <a:lnTo>
                    <a:pt x="1649" y="4939"/>
                  </a:lnTo>
                  <a:cubicBezTo>
                    <a:pt x="1657" y="4920"/>
                    <a:pt x="1667" y="4899"/>
                    <a:pt x="1680" y="4899"/>
                  </a:cubicBezTo>
                  <a:close/>
                  <a:moveTo>
                    <a:pt x="3036" y="4968"/>
                  </a:moveTo>
                  <a:cubicBezTo>
                    <a:pt x="3039" y="4968"/>
                    <a:pt x="3041" y="4970"/>
                    <a:pt x="3043" y="4977"/>
                  </a:cubicBezTo>
                  <a:cubicBezTo>
                    <a:pt x="3059" y="4977"/>
                    <a:pt x="3028" y="5005"/>
                    <a:pt x="3012" y="5008"/>
                  </a:cubicBezTo>
                  <a:lnTo>
                    <a:pt x="3009" y="4983"/>
                  </a:lnTo>
                  <a:cubicBezTo>
                    <a:pt x="3020" y="4981"/>
                    <a:pt x="3029" y="4968"/>
                    <a:pt x="3036" y="4968"/>
                  </a:cubicBezTo>
                  <a:close/>
                  <a:moveTo>
                    <a:pt x="3394" y="4948"/>
                  </a:moveTo>
                  <a:cubicBezTo>
                    <a:pt x="3397" y="4964"/>
                    <a:pt x="3397" y="4983"/>
                    <a:pt x="3394" y="5002"/>
                  </a:cubicBezTo>
                  <a:lnTo>
                    <a:pt x="3375" y="5008"/>
                  </a:lnTo>
                  <a:cubicBezTo>
                    <a:pt x="3369" y="4983"/>
                    <a:pt x="3360" y="4958"/>
                    <a:pt x="3379" y="4955"/>
                  </a:cubicBezTo>
                  <a:lnTo>
                    <a:pt x="3394" y="4948"/>
                  </a:lnTo>
                  <a:close/>
                  <a:moveTo>
                    <a:pt x="1791" y="4945"/>
                  </a:moveTo>
                  <a:cubicBezTo>
                    <a:pt x="1793" y="4945"/>
                    <a:pt x="1797" y="4946"/>
                    <a:pt x="1802" y="4948"/>
                  </a:cubicBezTo>
                  <a:cubicBezTo>
                    <a:pt x="1809" y="4964"/>
                    <a:pt x="1805" y="4983"/>
                    <a:pt x="1802" y="5002"/>
                  </a:cubicBezTo>
                  <a:cubicBezTo>
                    <a:pt x="1799" y="5009"/>
                    <a:pt x="1795" y="5014"/>
                    <a:pt x="1790" y="5014"/>
                  </a:cubicBezTo>
                  <a:cubicBezTo>
                    <a:pt x="1782" y="5014"/>
                    <a:pt x="1775" y="4999"/>
                    <a:pt x="1777" y="4964"/>
                  </a:cubicBezTo>
                  <a:cubicBezTo>
                    <a:pt x="1783" y="4950"/>
                    <a:pt x="1785" y="4945"/>
                    <a:pt x="1791" y="4945"/>
                  </a:cubicBezTo>
                  <a:close/>
                  <a:moveTo>
                    <a:pt x="2088" y="5000"/>
                  </a:moveTo>
                  <a:cubicBezTo>
                    <a:pt x="2095" y="5000"/>
                    <a:pt x="2104" y="5015"/>
                    <a:pt x="2116" y="5017"/>
                  </a:cubicBezTo>
                  <a:cubicBezTo>
                    <a:pt x="2124" y="5038"/>
                    <a:pt x="2127" y="5045"/>
                    <a:pt x="2118" y="5045"/>
                  </a:cubicBezTo>
                  <a:cubicBezTo>
                    <a:pt x="2114" y="5045"/>
                    <a:pt x="2106" y="5043"/>
                    <a:pt x="2094" y="5039"/>
                  </a:cubicBezTo>
                  <a:cubicBezTo>
                    <a:pt x="2075" y="5033"/>
                    <a:pt x="2081" y="5008"/>
                    <a:pt x="2081" y="5008"/>
                  </a:cubicBezTo>
                  <a:cubicBezTo>
                    <a:pt x="2083" y="5002"/>
                    <a:pt x="2085" y="5000"/>
                    <a:pt x="2088" y="5000"/>
                  </a:cubicBezTo>
                  <a:close/>
                  <a:moveTo>
                    <a:pt x="3561" y="4970"/>
                  </a:moveTo>
                  <a:cubicBezTo>
                    <a:pt x="3572" y="4970"/>
                    <a:pt x="3567" y="5000"/>
                    <a:pt x="3567" y="5049"/>
                  </a:cubicBezTo>
                  <a:cubicBezTo>
                    <a:pt x="3554" y="5064"/>
                    <a:pt x="3547" y="5073"/>
                    <a:pt x="3543" y="5073"/>
                  </a:cubicBezTo>
                  <a:cubicBezTo>
                    <a:pt x="3538" y="5073"/>
                    <a:pt x="3538" y="5059"/>
                    <a:pt x="3538" y="5030"/>
                  </a:cubicBezTo>
                  <a:lnTo>
                    <a:pt x="3557" y="4970"/>
                  </a:lnTo>
                  <a:cubicBezTo>
                    <a:pt x="3559" y="4970"/>
                    <a:pt x="3560" y="4970"/>
                    <a:pt x="3561" y="4970"/>
                  </a:cubicBezTo>
                  <a:close/>
                  <a:moveTo>
                    <a:pt x="2417" y="5046"/>
                  </a:moveTo>
                  <a:cubicBezTo>
                    <a:pt x="2435" y="5046"/>
                    <a:pt x="2451" y="5074"/>
                    <a:pt x="2451" y="5074"/>
                  </a:cubicBezTo>
                  <a:cubicBezTo>
                    <a:pt x="2448" y="5094"/>
                    <a:pt x="2436" y="5096"/>
                    <a:pt x="2431" y="5096"/>
                  </a:cubicBezTo>
                  <a:cubicBezTo>
                    <a:pt x="2430" y="5096"/>
                    <a:pt x="2429" y="5096"/>
                    <a:pt x="2429" y="5096"/>
                  </a:cubicBezTo>
                  <a:cubicBezTo>
                    <a:pt x="2413" y="5096"/>
                    <a:pt x="2395" y="5096"/>
                    <a:pt x="2398" y="5071"/>
                  </a:cubicBezTo>
                  <a:cubicBezTo>
                    <a:pt x="2398" y="5071"/>
                    <a:pt x="2401" y="5046"/>
                    <a:pt x="2417" y="5046"/>
                  </a:cubicBezTo>
                  <a:close/>
                  <a:moveTo>
                    <a:pt x="2736" y="5158"/>
                  </a:moveTo>
                  <a:lnTo>
                    <a:pt x="2755" y="5180"/>
                  </a:lnTo>
                  <a:lnTo>
                    <a:pt x="2739" y="5183"/>
                  </a:lnTo>
                  <a:cubicBezTo>
                    <a:pt x="2720" y="5183"/>
                    <a:pt x="2720" y="5183"/>
                    <a:pt x="2717" y="5158"/>
                  </a:cubicBezTo>
                  <a:close/>
                  <a:moveTo>
                    <a:pt x="2918" y="5124"/>
                  </a:moveTo>
                  <a:cubicBezTo>
                    <a:pt x="2921" y="5149"/>
                    <a:pt x="2924" y="5174"/>
                    <a:pt x="2905" y="5174"/>
                  </a:cubicBezTo>
                  <a:cubicBezTo>
                    <a:pt x="2901" y="5182"/>
                    <a:pt x="2896" y="5186"/>
                    <a:pt x="2891" y="5186"/>
                  </a:cubicBezTo>
                  <a:cubicBezTo>
                    <a:pt x="2880" y="5186"/>
                    <a:pt x="2872" y="5163"/>
                    <a:pt x="2883" y="5127"/>
                  </a:cubicBezTo>
                  <a:cubicBezTo>
                    <a:pt x="2893" y="5127"/>
                    <a:pt x="2905" y="5124"/>
                    <a:pt x="2918" y="5124"/>
                  </a:cubicBezTo>
                  <a:close/>
                  <a:moveTo>
                    <a:pt x="2529" y="5205"/>
                  </a:moveTo>
                  <a:cubicBezTo>
                    <a:pt x="2514" y="5205"/>
                    <a:pt x="2514" y="5227"/>
                    <a:pt x="2514" y="5227"/>
                  </a:cubicBezTo>
                  <a:cubicBezTo>
                    <a:pt x="2514" y="5227"/>
                    <a:pt x="2511" y="5252"/>
                    <a:pt x="2529" y="5256"/>
                  </a:cubicBezTo>
                  <a:lnTo>
                    <a:pt x="2548" y="5256"/>
                  </a:lnTo>
                  <a:cubicBezTo>
                    <a:pt x="2548" y="5237"/>
                    <a:pt x="2542" y="5221"/>
                    <a:pt x="2532" y="5205"/>
                  </a:cubicBezTo>
                  <a:cubicBezTo>
                    <a:pt x="2531" y="5205"/>
                    <a:pt x="2530" y="5205"/>
                    <a:pt x="2529" y="5205"/>
                  </a:cubicBezTo>
                  <a:close/>
                  <a:moveTo>
                    <a:pt x="3197" y="5209"/>
                  </a:moveTo>
                  <a:cubicBezTo>
                    <a:pt x="3197" y="5209"/>
                    <a:pt x="3203" y="5234"/>
                    <a:pt x="3206" y="5259"/>
                  </a:cubicBezTo>
                  <a:lnTo>
                    <a:pt x="3203" y="5234"/>
                  </a:lnTo>
                  <a:cubicBezTo>
                    <a:pt x="3201" y="5224"/>
                    <a:pt x="3199" y="5215"/>
                    <a:pt x="3197" y="5209"/>
                  </a:cubicBezTo>
                  <a:close/>
                  <a:moveTo>
                    <a:pt x="2646" y="1"/>
                  </a:moveTo>
                  <a:cubicBezTo>
                    <a:pt x="2624" y="1"/>
                    <a:pt x="2603" y="14"/>
                    <a:pt x="2598" y="41"/>
                  </a:cubicBezTo>
                  <a:cubicBezTo>
                    <a:pt x="2598" y="16"/>
                    <a:pt x="2576" y="16"/>
                    <a:pt x="2558" y="16"/>
                  </a:cubicBezTo>
                  <a:cubicBezTo>
                    <a:pt x="2537" y="31"/>
                    <a:pt x="2505" y="39"/>
                    <a:pt x="2479" y="39"/>
                  </a:cubicBezTo>
                  <a:cubicBezTo>
                    <a:pt x="2457" y="39"/>
                    <a:pt x="2440" y="33"/>
                    <a:pt x="2438" y="22"/>
                  </a:cubicBezTo>
                  <a:lnTo>
                    <a:pt x="2420" y="22"/>
                  </a:lnTo>
                  <a:cubicBezTo>
                    <a:pt x="2408" y="39"/>
                    <a:pt x="2390" y="51"/>
                    <a:pt x="2370" y="51"/>
                  </a:cubicBezTo>
                  <a:cubicBezTo>
                    <a:pt x="2368" y="51"/>
                    <a:pt x="2366" y="51"/>
                    <a:pt x="2363" y="50"/>
                  </a:cubicBezTo>
                  <a:cubicBezTo>
                    <a:pt x="2341" y="53"/>
                    <a:pt x="2319" y="66"/>
                    <a:pt x="2310" y="85"/>
                  </a:cubicBezTo>
                  <a:cubicBezTo>
                    <a:pt x="2304" y="100"/>
                    <a:pt x="2291" y="110"/>
                    <a:pt x="2275" y="116"/>
                  </a:cubicBezTo>
                  <a:cubicBezTo>
                    <a:pt x="2275" y="116"/>
                    <a:pt x="2274" y="116"/>
                    <a:pt x="2273" y="116"/>
                  </a:cubicBezTo>
                  <a:cubicBezTo>
                    <a:pt x="2258" y="116"/>
                    <a:pt x="2270" y="90"/>
                    <a:pt x="2288" y="63"/>
                  </a:cubicBezTo>
                  <a:cubicBezTo>
                    <a:pt x="2301" y="51"/>
                    <a:pt x="2301" y="45"/>
                    <a:pt x="2293" y="45"/>
                  </a:cubicBezTo>
                  <a:cubicBezTo>
                    <a:pt x="2279" y="45"/>
                    <a:pt x="2244" y="62"/>
                    <a:pt x="2213" y="97"/>
                  </a:cubicBezTo>
                  <a:cubicBezTo>
                    <a:pt x="2189" y="127"/>
                    <a:pt x="2177" y="142"/>
                    <a:pt x="2175" y="142"/>
                  </a:cubicBezTo>
                  <a:cubicBezTo>
                    <a:pt x="2173" y="142"/>
                    <a:pt x="2180" y="128"/>
                    <a:pt x="2194" y="100"/>
                  </a:cubicBezTo>
                  <a:cubicBezTo>
                    <a:pt x="2205" y="81"/>
                    <a:pt x="2216" y="63"/>
                    <a:pt x="2210" y="63"/>
                  </a:cubicBezTo>
                  <a:cubicBezTo>
                    <a:pt x="2207" y="63"/>
                    <a:pt x="2202" y="67"/>
                    <a:pt x="2191" y="75"/>
                  </a:cubicBezTo>
                  <a:cubicBezTo>
                    <a:pt x="2191" y="75"/>
                    <a:pt x="2150" y="82"/>
                    <a:pt x="2156" y="107"/>
                  </a:cubicBezTo>
                  <a:cubicBezTo>
                    <a:pt x="2138" y="110"/>
                    <a:pt x="2119" y="113"/>
                    <a:pt x="2100" y="116"/>
                  </a:cubicBezTo>
                  <a:cubicBezTo>
                    <a:pt x="2084" y="110"/>
                    <a:pt x="2065" y="107"/>
                    <a:pt x="2047" y="107"/>
                  </a:cubicBezTo>
                  <a:cubicBezTo>
                    <a:pt x="2037" y="107"/>
                    <a:pt x="2027" y="108"/>
                    <a:pt x="2019" y="110"/>
                  </a:cubicBezTo>
                  <a:cubicBezTo>
                    <a:pt x="2012" y="127"/>
                    <a:pt x="2009" y="135"/>
                    <a:pt x="2003" y="135"/>
                  </a:cubicBezTo>
                  <a:cubicBezTo>
                    <a:pt x="1999" y="135"/>
                    <a:pt x="1992" y="129"/>
                    <a:pt x="1981" y="119"/>
                  </a:cubicBezTo>
                  <a:cubicBezTo>
                    <a:pt x="1979" y="111"/>
                    <a:pt x="1974" y="106"/>
                    <a:pt x="1971" y="106"/>
                  </a:cubicBezTo>
                  <a:cubicBezTo>
                    <a:pt x="1965" y="106"/>
                    <a:pt x="1961" y="119"/>
                    <a:pt x="1968" y="151"/>
                  </a:cubicBezTo>
                  <a:cubicBezTo>
                    <a:pt x="1961" y="167"/>
                    <a:pt x="1952" y="175"/>
                    <a:pt x="1940" y="175"/>
                  </a:cubicBezTo>
                  <a:cubicBezTo>
                    <a:pt x="1932" y="175"/>
                    <a:pt x="1922" y="171"/>
                    <a:pt x="1912" y="163"/>
                  </a:cubicBezTo>
                  <a:cubicBezTo>
                    <a:pt x="1903" y="137"/>
                    <a:pt x="1894" y="126"/>
                    <a:pt x="1888" y="126"/>
                  </a:cubicBezTo>
                  <a:cubicBezTo>
                    <a:pt x="1883" y="126"/>
                    <a:pt x="1881" y="133"/>
                    <a:pt x="1884" y="144"/>
                  </a:cubicBezTo>
                  <a:cubicBezTo>
                    <a:pt x="1881" y="160"/>
                    <a:pt x="1868" y="172"/>
                    <a:pt x="1856" y="179"/>
                  </a:cubicBezTo>
                  <a:cubicBezTo>
                    <a:pt x="1855" y="176"/>
                    <a:pt x="1850" y="174"/>
                    <a:pt x="1841" y="174"/>
                  </a:cubicBezTo>
                  <a:cubicBezTo>
                    <a:pt x="1796" y="174"/>
                    <a:pt x="1653" y="216"/>
                    <a:pt x="1520" y="282"/>
                  </a:cubicBezTo>
                  <a:cubicBezTo>
                    <a:pt x="1501" y="298"/>
                    <a:pt x="1495" y="323"/>
                    <a:pt x="1508" y="345"/>
                  </a:cubicBezTo>
                  <a:cubicBezTo>
                    <a:pt x="1517" y="364"/>
                    <a:pt x="1520" y="371"/>
                    <a:pt x="1518" y="371"/>
                  </a:cubicBezTo>
                  <a:cubicBezTo>
                    <a:pt x="1516" y="371"/>
                    <a:pt x="1505" y="360"/>
                    <a:pt x="1489" y="351"/>
                  </a:cubicBezTo>
                  <a:cubicBezTo>
                    <a:pt x="1468" y="326"/>
                    <a:pt x="1449" y="315"/>
                    <a:pt x="1438" y="315"/>
                  </a:cubicBezTo>
                  <a:cubicBezTo>
                    <a:pt x="1423" y="315"/>
                    <a:pt x="1424" y="336"/>
                    <a:pt x="1454" y="370"/>
                  </a:cubicBezTo>
                  <a:cubicBezTo>
                    <a:pt x="1476" y="388"/>
                    <a:pt x="1486" y="397"/>
                    <a:pt x="1482" y="397"/>
                  </a:cubicBezTo>
                  <a:cubicBezTo>
                    <a:pt x="1479" y="397"/>
                    <a:pt x="1464" y="390"/>
                    <a:pt x="1436" y="376"/>
                  </a:cubicBezTo>
                  <a:cubicBezTo>
                    <a:pt x="1425" y="371"/>
                    <a:pt x="1418" y="368"/>
                    <a:pt x="1414" y="368"/>
                  </a:cubicBezTo>
                  <a:cubicBezTo>
                    <a:pt x="1406" y="368"/>
                    <a:pt x="1405" y="376"/>
                    <a:pt x="1401" y="395"/>
                  </a:cubicBezTo>
                  <a:cubicBezTo>
                    <a:pt x="1409" y="408"/>
                    <a:pt x="1406" y="417"/>
                    <a:pt x="1400" y="417"/>
                  </a:cubicBezTo>
                  <a:cubicBezTo>
                    <a:pt x="1396" y="417"/>
                    <a:pt x="1390" y="413"/>
                    <a:pt x="1385" y="404"/>
                  </a:cubicBezTo>
                  <a:cubicBezTo>
                    <a:pt x="1368" y="397"/>
                    <a:pt x="1351" y="389"/>
                    <a:pt x="1343" y="389"/>
                  </a:cubicBezTo>
                  <a:cubicBezTo>
                    <a:pt x="1338" y="389"/>
                    <a:pt x="1337" y="393"/>
                    <a:pt x="1342" y="401"/>
                  </a:cubicBezTo>
                  <a:cubicBezTo>
                    <a:pt x="1335" y="404"/>
                    <a:pt x="1327" y="406"/>
                    <a:pt x="1319" y="406"/>
                  </a:cubicBezTo>
                  <a:cubicBezTo>
                    <a:pt x="1310" y="406"/>
                    <a:pt x="1302" y="403"/>
                    <a:pt x="1295" y="398"/>
                  </a:cubicBezTo>
                  <a:cubicBezTo>
                    <a:pt x="1291" y="397"/>
                    <a:pt x="1287" y="396"/>
                    <a:pt x="1284" y="396"/>
                  </a:cubicBezTo>
                  <a:cubicBezTo>
                    <a:pt x="1263" y="396"/>
                    <a:pt x="1260" y="424"/>
                    <a:pt x="1257" y="451"/>
                  </a:cubicBezTo>
                  <a:cubicBezTo>
                    <a:pt x="1244" y="493"/>
                    <a:pt x="1234" y="514"/>
                    <a:pt x="1225" y="514"/>
                  </a:cubicBezTo>
                  <a:cubicBezTo>
                    <a:pt x="1218" y="514"/>
                    <a:pt x="1212" y="502"/>
                    <a:pt x="1207" y="480"/>
                  </a:cubicBezTo>
                  <a:cubicBezTo>
                    <a:pt x="1204" y="467"/>
                    <a:pt x="1198" y="461"/>
                    <a:pt x="1190" y="461"/>
                  </a:cubicBezTo>
                  <a:cubicBezTo>
                    <a:pt x="1166" y="461"/>
                    <a:pt x="1129" y="514"/>
                    <a:pt x="1141" y="555"/>
                  </a:cubicBezTo>
                  <a:cubicBezTo>
                    <a:pt x="1151" y="588"/>
                    <a:pt x="1155" y="601"/>
                    <a:pt x="1152" y="601"/>
                  </a:cubicBezTo>
                  <a:cubicBezTo>
                    <a:pt x="1151" y="601"/>
                    <a:pt x="1147" y="596"/>
                    <a:pt x="1141" y="589"/>
                  </a:cubicBezTo>
                  <a:cubicBezTo>
                    <a:pt x="1134" y="579"/>
                    <a:pt x="1126" y="576"/>
                    <a:pt x="1121" y="576"/>
                  </a:cubicBezTo>
                  <a:cubicBezTo>
                    <a:pt x="1114" y="576"/>
                    <a:pt x="1110" y="580"/>
                    <a:pt x="1110" y="580"/>
                  </a:cubicBezTo>
                  <a:cubicBezTo>
                    <a:pt x="1100" y="585"/>
                    <a:pt x="1091" y="592"/>
                    <a:pt x="1083" y="592"/>
                  </a:cubicBezTo>
                  <a:cubicBezTo>
                    <a:pt x="1077" y="592"/>
                    <a:pt x="1071" y="589"/>
                    <a:pt x="1066" y="580"/>
                  </a:cubicBezTo>
                  <a:cubicBezTo>
                    <a:pt x="1050" y="596"/>
                    <a:pt x="1038" y="614"/>
                    <a:pt x="1035" y="636"/>
                  </a:cubicBezTo>
                  <a:cubicBezTo>
                    <a:pt x="1032" y="679"/>
                    <a:pt x="1003" y="700"/>
                    <a:pt x="970" y="700"/>
                  </a:cubicBezTo>
                  <a:cubicBezTo>
                    <a:pt x="956" y="700"/>
                    <a:pt x="942" y="697"/>
                    <a:pt x="928" y="690"/>
                  </a:cubicBezTo>
                  <a:lnTo>
                    <a:pt x="915" y="733"/>
                  </a:lnTo>
                  <a:cubicBezTo>
                    <a:pt x="928" y="768"/>
                    <a:pt x="934" y="794"/>
                    <a:pt x="925" y="794"/>
                  </a:cubicBezTo>
                  <a:cubicBezTo>
                    <a:pt x="921" y="794"/>
                    <a:pt x="913" y="789"/>
                    <a:pt x="903" y="777"/>
                  </a:cubicBezTo>
                  <a:lnTo>
                    <a:pt x="887" y="758"/>
                  </a:lnTo>
                  <a:lnTo>
                    <a:pt x="887" y="758"/>
                  </a:lnTo>
                  <a:cubicBezTo>
                    <a:pt x="900" y="794"/>
                    <a:pt x="869" y="821"/>
                    <a:pt x="835" y="821"/>
                  </a:cubicBezTo>
                  <a:cubicBezTo>
                    <a:pt x="822" y="821"/>
                    <a:pt x="807" y="817"/>
                    <a:pt x="796" y="805"/>
                  </a:cubicBezTo>
                  <a:cubicBezTo>
                    <a:pt x="788" y="796"/>
                    <a:pt x="783" y="791"/>
                    <a:pt x="779" y="791"/>
                  </a:cubicBezTo>
                  <a:cubicBezTo>
                    <a:pt x="775" y="791"/>
                    <a:pt x="771" y="795"/>
                    <a:pt x="765" y="802"/>
                  </a:cubicBezTo>
                  <a:lnTo>
                    <a:pt x="784" y="818"/>
                  </a:lnTo>
                  <a:cubicBezTo>
                    <a:pt x="799" y="837"/>
                    <a:pt x="818" y="856"/>
                    <a:pt x="806" y="868"/>
                  </a:cubicBezTo>
                  <a:cubicBezTo>
                    <a:pt x="797" y="879"/>
                    <a:pt x="789" y="888"/>
                    <a:pt x="778" y="888"/>
                  </a:cubicBezTo>
                  <a:cubicBezTo>
                    <a:pt x="773" y="888"/>
                    <a:pt x="768" y="886"/>
                    <a:pt x="762" y="881"/>
                  </a:cubicBezTo>
                  <a:cubicBezTo>
                    <a:pt x="749" y="879"/>
                    <a:pt x="736" y="878"/>
                    <a:pt x="727" y="878"/>
                  </a:cubicBezTo>
                  <a:cubicBezTo>
                    <a:pt x="713" y="878"/>
                    <a:pt x="707" y="881"/>
                    <a:pt x="718" y="890"/>
                  </a:cubicBezTo>
                  <a:cubicBezTo>
                    <a:pt x="708" y="898"/>
                    <a:pt x="693" y="903"/>
                    <a:pt x="680" y="903"/>
                  </a:cubicBezTo>
                  <a:cubicBezTo>
                    <a:pt x="677" y="903"/>
                    <a:pt x="674" y="903"/>
                    <a:pt x="671" y="903"/>
                  </a:cubicBezTo>
                  <a:cubicBezTo>
                    <a:pt x="658" y="918"/>
                    <a:pt x="646" y="931"/>
                    <a:pt x="618" y="959"/>
                  </a:cubicBezTo>
                  <a:cubicBezTo>
                    <a:pt x="623" y="985"/>
                    <a:pt x="607" y="1010"/>
                    <a:pt x="591" y="1010"/>
                  </a:cubicBezTo>
                  <a:cubicBezTo>
                    <a:pt x="587" y="1010"/>
                    <a:pt x="584" y="1009"/>
                    <a:pt x="580" y="1006"/>
                  </a:cubicBezTo>
                  <a:cubicBezTo>
                    <a:pt x="568" y="1022"/>
                    <a:pt x="561" y="1044"/>
                    <a:pt x="564" y="1069"/>
                  </a:cubicBezTo>
                  <a:cubicBezTo>
                    <a:pt x="548" y="1090"/>
                    <a:pt x="536" y="1104"/>
                    <a:pt x="522" y="1104"/>
                  </a:cubicBezTo>
                  <a:cubicBezTo>
                    <a:pt x="518" y="1104"/>
                    <a:pt x="513" y="1103"/>
                    <a:pt x="508" y="1100"/>
                  </a:cubicBezTo>
                  <a:cubicBezTo>
                    <a:pt x="500" y="1094"/>
                    <a:pt x="496" y="1090"/>
                    <a:pt x="494" y="1090"/>
                  </a:cubicBezTo>
                  <a:lnTo>
                    <a:pt x="494" y="1090"/>
                  </a:lnTo>
                  <a:cubicBezTo>
                    <a:pt x="491" y="1090"/>
                    <a:pt x="493" y="1097"/>
                    <a:pt x="499" y="1116"/>
                  </a:cubicBezTo>
                  <a:cubicBezTo>
                    <a:pt x="517" y="1128"/>
                    <a:pt x="505" y="1144"/>
                    <a:pt x="495" y="1160"/>
                  </a:cubicBezTo>
                  <a:lnTo>
                    <a:pt x="470" y="1191"/>
                  </a:lnTo>
                  <a:cubicBezTo>
                    <a:pt x="492" y="1207"/>
                    <a:pt x="489" y="1207"/>
                    <a:pt x="480" y="1222"/>
                  </a:cubicBezTo>
                  <a:cubicBezTo>
                    <a:pt x="470" y="1238"/>
                    <a:pt x="417" y="1272"/>
                    <a:pt x="408" y="1291"/>
                  </a:cubicBezTo>
                  <a:cubicBezTo>
                    <a:pt x="383" y="1329"/>
                    <a:pt x="378" y="1336"/>
                    <a:pt x="392" y="1336"/>
                  </a:cubicBezTo>
                  <a:cubicBezTo>
                    <a:pt x="396" y="1336"/>
                    <a:pt x="401" y="1336"/>
                    <a:pt x="408" y="1335"/>
                  </a:cubicBezTo>
                  <a:cubicBezTo>
                    <a:pt x="412" y="1330"/>
                    <a:pt x="416" y="1328"/>
                    <a:pt x="419" y="1328"/>
                  </a:cubicBezTo>
                  <a:cubicBezTo>
                    <a:pt x="426" y="1328"/>
                    <a:pt x="426" y="1338"/>
                    <a:pt x="398" y="1351"/>
                  </a:cubicBezTo>
                  <a:cubicBezTo>
                    <a:pt x="389" y="1370"/>
                    <a:pt x="333" y="1404"/>
                    <a:pt x="307" y="1457"/>
                  </a:cubicBezTo>
                  <a:cubicBezTo>
                    <a:pt x="273" y="1526"/>
                    <a:pt x="273" y="1526"/>
                    <a:pt x="298" y="1539"/>
                  </a:cubicBezTo>
                  <a:cubicBezTo>
                    <a:pt x="343" y="1544"/>
                    <a:pt x="343" y="1556"/>
                    <a:pt x="311" y="1556"/>
                  </a:cubicBezTo>
                  <a:cubicBezTo>
                    <a:pt x="305" y="1556"/>
                    <a:pt x="297" y="1555"/>
                    <a:pt x="289" y="1554"/>
                  </a:cubicBezTo>
                  <a:cubicBezTo>
                    <a:pt x="226" y="1570"/>
                    <a:pt x="217" y="1586"/>
                    <a:pt x="239" y="1598"/>
                  </a:cubicBezTo>
                  <a:cubicBezTo>
                    <a:pt x="254" y="1627"/>
                    <a:pt x="254" y="1627"/>
                    <a:pt x="245" y="1642"/>
                  </a:cubicBezTo>
                  <a:cubicBezTo>
                    <a:pt x="241" y="1641"/>
                    <a:pt x="238" y="1640"/>
                    <a:pt x="235" y="1640"/>
                  </a:cubicBezTo>
                  <a:cubicBezTo>
                    <a:pt x="220" y="1640"/>
                    <a:pt x="215" y="1659"/>
                    <a:pt x="223" y="1695"/>
                  </a:cubicBezTo>
                  <a:cubicBezTo>
                    <a:pt x="219" y="1707"/>
                    <a:pt x="218" y="1711"/>
                    <a:pt x="213" y="1711"/>
                  </a:cubicBezTo>
                  <a:cubicBezTo>
                    <a:pt x="209" y="1711"/>
                    <a:pt x="204" y="1709"/>
                    <a:pt x="195" y="1705"/>
                  </a:cubicBezTo>
                  <a:lnTo>
                    <a:pt x="179" y="1743"/>
                  </a:lnTo>
                  <a:cubicBezTo>
                    <a:pt x="213" y="1796"/>
                    <a:pt x="148" y="1893"/>
                    <a:pt x="119" y="1905"/>
                  </a:cubicBezTo>
                  <a:cubicBezTo>
                    <a:pt x="116" y="1924"/>
                    <a:pt x="123" y="1940"/>
                    <a:pt x="135" y="1952"/>
                  </a:cubicBezTo>
                  <a:cubicBezTo>
                    <a:pt x="167" y="1977"/>
                    <a:pt x="172" y="1994"/>
                    <a:pt x="148" y="1994"/>
                  </a:cubicBezTo>
                  <a:cubicBezTo>
                    <a:pt x="142" y="1994"/>
                    <a:pt x="133" y="1993"/>
                    <a:pt x="123" y="1990"/>
                  </a:cubicBezTo>
                  <a:cubicBezTo>
                    <a:pt x="104" y="1984"/>
                    <a:pt x="92" y="1980"/>
                    <a:pt x="88" y="1980"/>
                  </a:cubicBezTo>
                  <a:cubicBezTo>
                    <a:pt x="83" y="1980"/>
                    <a:pt x="93" y="1988"/>
                    <a:pt x="119" y="2009"/>
                  </a:cubicBezTo>
                  <a:cubicBezTo>
                    <a:pt x="136" y="2031"/>
                    <a:pt x="119" y="2102"/>
                    <a:pt x="86" y="2102"/>
                  </a:cubicBezTo>
                  <a:cubicBezTo>
                    <a:pt x="81" y="2102"/>
                    <a:pt x="75" y="2100"/>
                    <a:pt x="69" y="2097"/>
                  </a:cubicBezTo>
                  <a:lnTo>
                    <a:pt x="19" y="2084"/>
                  </a:lnTo>
                  <a:lnTo>
                    <a:pt x="19" y="2084"/>
                  </a:lnTo>
                  <a:cubicBezTo>
                    <a:pt x="32" y="2097"/>
                    <a:pt x="35" y="2112"/>
                    <a:pt x="35" y="2128"/>
                  </a:cubicBezTo>
                  <a:cubicBezTo>
                    <a:pt x="60" y="2134"/>
                    <a:pt x="54" y="2153"/>
                    <a:pt x="44" y="2209"/>
                  </a:cubicBezTo>
                  <a:cubicBezTo>
                    <a:pt x="38" y="2250"/>
                    <a:pt x="50" y="2332"/>
                    <a:pt x="44" y="2369"/>
                  </a:cubicBezTo>
                  <a:cubicBezTo>
                    <a:pt x="38" y="2407"/>
                    <a:pt x="38" y="2463"/>
                    <a:pt x="10" y="2482"/>
                  </a:cubicBezTo>
                  <a:cubicBezTo>
                    <a:pt x="7" y="2510"/>
                    <a:pt x="13" y="2538"/>
                    <a:pt x="29" y="2560"/>
                  </a:cubicBezTo>
                  <a:cubicBezTo>
                    <a:pt x="54" y="2582"/>
                    <a:pt x="50" y="2620"/>
                    <a:pt x="25" y="2620"/>
                  </a:cubicBezTo>
                  <a:lnTo>
                    <a:pt x="25" y="2639"/>
                  </a:lnTo>
                  <a:cubicBezTo>
                    <a:pt x="38" y="2658"/>
                    <a:pt x="44" y="2676"/>
                    <a:pt x="50" y="2695"/>
                  </a:cubicBezTo>
                  <a:cubicBezTo>
                    <a:pt x="25" y="2695"/>
                    <a:pt x="0" y="2717"/>
                    <a:pt x="25" y="2736"/>
                  </a:cubicBezTo>
                  <a:cubicBezTo>
                    <a:pt x="50" y="2736"/>
                    <a:pt x="50" y="2755"/>
                    <a:pt x="54" y="2792"/>
                  </a:cubicBezTo>
                  <a:cubicBezTo>
                    <a:pt x="41" y="2811"/>
                    <a:pt x="41" y="2980"/>
                    <a:pt x="69" y="3143"/>
                  </a:cubicBezTo>
                  <a:cubicBezTo>
                    <a:pt x="97" y="3305"/>
                    <a:pt x="150" y="3457"/>
                    <a:pt x="160" y="3457"/>
                  </a:cubicBezTo>
                  <a:cubicBezTo>
                    <a:pt x="160" y="3457"/>
                    <a:pt x="160" y="3457"/>
                    <a:pt x="160" y="3457"/>
                  </a:cubicBezTo>
                  <a:lnTo>
                    <a:pt x="179" y="3510"/>
                  </a:lnTo>
                  <a:lnTo>
                    <a:pt x="198" y="3563"/>
                  </a:lnTo>
                  <a:cubicBezTo>
                    <a:pt x="154" y="3582"/>
                    <a:pt x="207" y="3667"/>
                    <a:pt x="254" y="3711"/>
                  </a:cubicBezTo>
                  <a:cubicBezTo>
                    <a:pt x="276" y="3714"/>
                    <a:pt x="295" y="3729"/>
                    <a:pt x="301" y="3751"/>
                  </a:cubicBezTo>
                  <a:cubicBezTo>
                    <a:pt x="254" y="3773"/>
                    <a:pt x="279" y="3826"/>
                    <a:pt x="320" y="3848"/>
                  </a:cubicBezTo>
                  <a:cubicBezTo>
                    <a:pt x="325" y="3848"/>
                    <a:pt x="329" y="3848"/>
                    <a:pt x="333" y="3848"/>
                  </a:cubicBezTo>
                  <a:cubicBezTo>
                    <a:pt x="374" y="3848"/>
                    <a:pt x="376" y="3863"/>
                    <a:pt x="336" y="3883"/>
                  </a:cubicBezTo>
                  <a:cubicBezTo>
                    <a:pt x="295" y="3906"/>
                    <a:pt x="305" y="3940"/>
                    <a:pt x="374" y="3940"/>
                  </a:cubicBezTo>
                  <a:cubicBezTo>
                    <a:pt x="380" y="3940"/>
                    <a:pt x="386" y="3940"/>
                    <a:pt x="392" y="3939"/>
                  </a:cubicBezTo>
                  <a:cubicBezTo>
                    <a:pt x="427" y="3946"/>
                    <a:pt x="427" y="3942"/>
                    <a:pt x="414" y="3974"/>
                  </a:cubicBezTo>
                  <a:cubicBezTo>
                    <a:pt x="387" y="4005"/>
                    <a:pt x="387" y="4022"/>
                    <a:pt x="398" y="4022"/>
                  </a:cubicBezTo>
                  <a:cubicBezTo>
                    <a:pt x="402" y="4022"/>
                    <a:pt x="406" y="4020"/>
                    <a:pt x="411" y="4018"/>
                  </a:cubicBezTo>
                  <a:cubicBezTo>
                    <a:pt x="421" y="4016"/>
                    <a:pt x="429" y="4015"/>
                    <a:pt x="436" y="4015"/>
                  </a:cubicBezTo>
                  <a:cubicBezTo>
                    <a:pt x="466" y="4015"/>
                    <a:pt x="467" y="4032"/>
                    <a:pt x="439" y="4068"/>
                  </a:cubicBezTo>
                  <a:cubicBezTo>
                    <a:pt x="424" y="4110"/>
                    <a:pt x="419" y="4124"/>
                    <a:pt x="437" y="4124"/>
                  </a:cubicBezTo>
                  <a:cubicBezTo>
                    <a:pt x="444" y="4124"/>
                    <a:pt x="455" y="4122"/>
                    <a:pt x="470" y="4118"/>
                  </a:cubicBezTo>
                  <a:cubicBezTo>
                    <a:pt x="474" y="4117"/>
                    <a:pt x="478" y="4117"/>
                    <a:pt x="482" y="4117"/>
                  </a:cubicBezTo>
                  <a:cubicBezTo>
                    <a:pt x="529" y="4117"/>
                    <a:pt x="562" y="4168"/>
                    <a:pt x="536" y="4212"/>
                  </a:cubicBezTo>
                  <a:cubicBezTo>
                    <a:pt x="546" y="4225"/>
                    <a:pt x="542" y="4248"/>
                    <a:pt x="552" y="4248"/>
                  </a:cubicBezTo>
                  <a:cubicBezTo>
                    <a:pt x="554" y="4248"/>
                    <a:pt x="557" y="4246"/>
                    <a:pt x="561" y="4243"/>
                  </a:cubicBezTo>
                  <a:lnTo>
                    <a:pt x="561" y="4243"/>
                  </a:lnTo>
                  <a:lnTo>
                    <a:pt x="552" y="4275"/>
                  </a:lnTo>
                  <a:lnTo>
                    <a:pt x="574" y="4306"/>
                  </a:lnTo>
                  <a:lnTo>
                    <a:pt x="593" y="4290"/>
                  </a:lnTo>
                  <a:cubicBezTo>
                    <a:pt x="637" y="4372"/>
                    <a:pt x="690" y="4447"/>
                    <a:pt x="752" y="4513"/>
                  </a:cubicBezTo>
                  <a:cubicBezTo>
                    <a:pt x="865" y="4628"/>
                    <a:pt x="913" y="4669"/>
                    <a:pt x="930" y="4669"/>
                  </a:cubicBezTo>
                  <a:cubicBezTo>
                    <a:pt x="935" y="4669"/>
                    <a:pt x="937" y="4665"/>
                    <a:pt x="937" y="4657"/>
                  </a:cubicBezTo>
                  <a:cubicBezTo>
                    <a:pt x="945" y="4638"/>
                    <a:pt x="953" y="4630"/>
                    <a:pt x="960" y="4630"/>
                  </a:cubicBezTo>
                  <a:cubicBezTo>
                    <a:pt x="971" y="4630"/>
                    <a:pt x="977" y="4651"/>
                    <a:pt x="966" y="4682"/>
                  </a:cubicBezTo>
                  <a:cubicBezTo>
                    <a:pt x="984" y="4713"/>
                    <a:pt x="1003" y="4738"/>
                    <a:pt x="1025" y="4763"/>
                  </a:cubicBezTo>
                  <a:cubicBezTo>
                    <a:pt x="1056" y="4789"/>
                    <a:pt x="1088" y="4811"/>
                    <a:pt x="1072" y="4832"/>
                  </a:cubicBezTo>
                  <a:lnTo>
                    <a:pt x="1088" y="4842"/>
                  </a:lnTo>
                  <a:cubicBezTo>
                    <a:pt x="1093" y="4841"/>
                    <a:pt x="1099" y="4840"/>
                    <a:pt x="1104" y="4840"/>
                  </a:cubicBezTo>
                  <a:cubicBezTo>
                    <a:pt x="1164" y="4840"/>
                    <a:pt x="1248" y="4896"/>
                    <a:pt x="1282" y="4942"/>
                  </a:cubicBezTo>
                  <a:cubicBezTo>
                    <a:pt x="1307" y="4961"/>
                    <a:pt x="1336" y="4971"/>
                    <a:pt x="1366" y="4971"/>
                  </a:cubicBezTo>
                  <a:cubicBezTo>
                    <a:pt x="1371" y="4971"/>
                    <a:pt x="1375" y="4971"/>
                    <a:pt x="1379" y="4970"/>
                  </a:cubicBezTo>
                  <a:cubicBezTo>
                    <a:pt x="1387" y="4970"/>
                    <a:pt x="1393" y="4970"/>
                    <a:pt x="1398" y="4970"/>
                  </a:cubicBezTo>
                  <a:cubicBezTo>
                    <a:pt x="1424" y="4970"/>
                    <a:pt x="1427" y="4972"/>
                    <a:pt x="1429" y="4999"/>
                  </a:cubicBezTo>
                  <a:cubicBezTo>
                    <a:pt x="1420" y="5016"/>
                    <a:pt x="1477" y="5065"/>
                    <a:pt x="1513" y="5065"/>
                  </a:cubicBezTo>
                  <a:cubicBezTo>
                    <a:pt x="1523" y="5065"/>
                    <a:pt x="1531" y="5061"/>
                    <a:pt x="1536" y="5052"/>
                  </a:cubicBezTo>
                  <a:lnTo>
                    <a:pt x="1542" y="5083"/>
                  </a:lnTo>
                  <a:cubicBezTo>
                    <a:pt x="1545" y="5096"/>
                    <a:pt x="1551" y="5101"/>
                    <a:pt x="1558" y="5101"/>
                  </a:cubicBezTo>
                  <a:cubicBezTo>
                    <a:pt x="1568" y="5101"/>
                    <a:pt x="1580" y="5090"/>
                    <a:pt x="1586" y="5077"/>
                  </a:cubicBezTo>
                  <a:cubicBezTo>
                    <a:pt x="1595" y="5058"/>
                    <a:pt x="1603" y="5048"/>
                    <a:pt x="1608" y="5048"/>
                  </a:cubicBezTo>
                  <a:cubicBezTo>
                    <a:pt x="1616" y="5048"/>
                    <a:pt x="1619" y="5071"/>
                    <a:pt x="1611" y="5118"/>
                  </a:cubicBezTo>
                  <a:cubicBezTo>
                    <a:pt x="1599" y="5147"/>
                    <a:pt x="1602" y="5160"/>
                    <a:pt x="1608" y="5160"/>
                  </a:cubicBezTo>
                  <a:cubicBezTo>
                    <a:pt x="1612" y="5160"/>
                    <a:pt x="1617" y="5155"/>
                    <a:pt x="1621" y="5146"/>
                  </a:cubicBezTo>
                  <a:cubicBezTo>
                    <a:pt x="1637" y="5137"/>
                    <a:pt x="1653" y="5128"/>
                    <a:pt x="1666" y="5128"/>
                  </a:cubicBezTo>
                  <a:cubicBezTo>
                    <a:pt x="1675" y="5128"/>
                    <a:pt x="1682" y="5133"/>
                    <a:pt x="1686" y="5146"/>
                  </a:cubicBezTo>
                  <a:cubicBezTo>
                    <a:pt x="1692" y="5148"/>
                    <a:pt x="1697" y="5150"/>
                    <a:pt x="1703" y="5150"/>
                  </a:cubicBezTo>
                  <a:cubicBezTo>
                    <a:pt x="1715" y="5150"/>
                    <a:pt x="1727" y="5142"/>
                    <a:pt x="1740" y="5111"/>
                  </a:cubicBezTo>
                  <a:cubicBezTo>
                    <a:pt x="1745" y="5100"/>
                    <a:pt x="1752" y="5096"/>
                    <a:pt x="1761" y="5096"/>
                  </a:cubicBezTo>
                  <a:cubicBezTo>
                    <a:pt x="1768" y="5096"/>
                    <a:pt x="1776" y="5099"/>
                    <a:pt x="1783" y="5102"/>
                  </a:cubicBezTo>
                  <a:cubicBezTo>
                    <a:pt x="1777" y="5124"/>
                    <a:pt x="1777" y="5124"/>
                    <a:pt x="1749" y="5143"/>
                  </a:cubicBezTo>
                  <a:lnTo>
                    <a:pt x="1787" y="5155"/>
                  </a:lnTo>
                  <a:cubicBezTo>
                    <a:pt x="1802" y="5161"/>
                    <a:pt x="1834" y="5199"/>
                    <a:pt x="1824" y="5224"/>
                  </a:cubicBezTo>
                  <a:cubicBezTo>
                    <a:pt x="1830" y="5239"/>
                    <a:pt x="1837" y="5248"/>
                    <a:pt x="1843" y="5248"/>
                  </a:cubicBezTo>
                  <a:cubicBezTo>
                    <a:pt x="1849" y="5248"/>
                    <a:pt x="1853" y="5237"/>
                    <a:pt x="1849" y="5208"/>
                  </a:cubicBezTo>
                  <a:cubicBezTo>
                    <a:pt x="1860" y="5175"/>
                    <a:pt x="1863" y="5165"/>
                    <a:pt x="1876" y="5165"/>
                  </a:cubicBezTo>
                  <a:cubicBezTo>
                    <a:pt x="1882" y="5165"/>
                    <a:pt x="1890" y="5168"/>
                    <a:pt x="1903" y="5171"/>
                  </a:cubicBezTo>
                  <a:cubicBezTo>
                    <a:pt x="1921" y="5174"/>
                    <a:pt x="1940" y="5180"/>
                    <a:pt x="1934" y="5205"/>
                  </a:cubicBezTo>
                  <a:cubicBezTo>
                    <a:pt x="1928" y="5227"/>
                    <a:pt x="1928" y="5227"/>
                    <a:pt x="1965" y="5240"/>
                  </a:cubicBezTo>
                  <a:cubicBezTo>
                    <a:pt x="1972" y="5242"/>
                    <a:pt x="1978" y="5242"/>
                    <a:pt x="1985" y="5242"/>
                  </a:cubicBezTo>
                  <a:cubicBezTo>
                    <a:pt x="2038" y="5242"/>
                    <a:pt x="2100" y="5191"/>
                    <a:pt x="2125" y="5152"/>
                  </a:cubicBezTo>
                  <a:cubicBezTo>
                    <a:pt x="2130" y="5127"/>
                    <a:pt x="2132" y="5115"/>
                    <a:pt x="2134" y="5115"/>
                  </a:cubicBezTo>
                  <a:cubicBezTo>
                    <a:pt x="2137" y="5115"/>
                    <a:pt x="2139" y="5128"/>
                    <a:pt x="2144" y="5155"/>
                  </a:cubicBezTo>
                  <a:cubicBezTo>
                    <a:pt x="2138" y="5180"/>
                    <a:pt x="2156" y="5183"/>
                    <a:pt x="2175" y="5187"/>
                  </a:cubicBezTo>
                  <a:cubicBezTo>
                    <a:pt x="2176" y="5179"/>
                    <a:pt x="2178" y="5176"/>
                    <a:pt x="2180" y="5176"/>
                  </a:cubicBezTo>
                  <a:cubicBezTo>
                    <a:pt x="2184" y="5176"/>
                    <a:pt x="2188" y="5187"/>
                    <a:pt x="2178" y="5187"/>
                  </a:cubicBezTo>
                  <a:cubicBezTo>
                    <a:pt x="2177" y="5187"/>
                    <a:pt x="2176" y="5187"/>
                    <a:pt x="2175" y="5187"/>
                  </a:cubicBezTo>
                  <a:cubicBezTo>
                    <a:pt x="2171" y="5203"/>
                    <a:pt x="2161" y="5207"/>
                    <a:pt x="2150" y="5207"/>
                  </a:cubicBezTo>
                  <a:cubicBezTo>
                    <a:pt x="2144" y="5207"/>
                    <a:pt x="2138" y="5206"/>
                    <a:pt x="2131" y="5205"/>
                  </a:cubicBezTo>
                  <a:lnTo>
                    <a:pt x="2128" y="5230"/>
                  </a:lnTo>
                  <a:cubicBezTo>
                    <a:pt x="2132" y="5257"/>
                    <a:pt x="2139" y="5271"/>
                    <a:pt x="2150" y="5271"/>
                  </a:cubicBezTo>
                  <a:cubicBezTo>
                    <a:pt x="2160" y="5271"/>
                    <a:pt x="2171" y="5260"/>
                    <a:pt x="2185" y="5240"/>
                  </a:cubicBezTo>
                  <a:cubicBezTo>
                    <a:pt x="2195" y="5230"/>
                    <a:pt x="2200" y="5224"/>
                    <a:pt x="2205" y="5224"/>
                  </a:cubicBezTo>
                  <a:cubicBezTo>
                    <a:pt x="2210" y="5224"/>
                    <a:pt x="2214" y="5231"/>
                    <a:pt x="2222" y="5246"/>
                  </a:cubicBezTo>
                  <a:cubicBezTo>
                    <a:pt x="2234" y="5267"/>
                    <a:pt x="2245" y="5286"/>
                    <a:pt x="2252" y="5286"/>
                  </a:cubicBezTo>
                  <a:cubicBezTo>
                    <a:pt x="2254" y="5286"/>
                    <a:pt x="2256" y="5283"/>
                    <a:pt x="2257" y="5277"/>
                  </a:cubicBezTo>
                  <a:cubicBezTo>
                    <a:pt x="2279" y="5281"/>
                    <a:pt x="2297" y="5293"/>
                    <a:pt x="2310" y="5309"/>
                  </a:cubicBezTo>
                  <a:cubicBezTo>
                    <a:pt x="2326" y="5311"/>
                    <a:pt x="2338" y="5313"/>
                    <a:pt x="2348" y="5313"/>
                  </a:cubicBezTo>
                  <a:cubicBezTo>
                    <a:pt x="2363" y="5313"/>
                    <a:pt x="2371" y="5308"/>
                    <a:pt x="2373" y="5293"/>
                  </a:cubicBezTo>
                  <a:cubicBezTo>
                    <a:pt x="2376" y="5271"/>
                    <a:pt x="2395" y="5271"/>
                    <a:pt x="2413" y="5271"/>
                  </a:cubicBezTo>
                  <a:cubicBezTo>
                    <a:pt x="2418" y="5272"/>
                    <a:pt x="2423" y="5273"/>
                    <a:pt x="2428" y="5273"/>
                  </a:cubicBezTo>
                  <a:cubicBezTo>
                    <a:pt x="2441" y="5273"/>
                    <a:pt x="2452" y="5268"/>
                    <a:pt x="2454" y="5249"/>
                  </a:cubicBezTo>
                  <a:cubicBezTo>
                    <a:pt x="2457" y="5223"/>
                    <a:pt x="2482" y="5202"/>
                    <a:pt x="2508" y="5202"/>
                  </a:cubicBezTo>
                  <a:cubicBezTo>
                    <a:pt x="2510" y="5202"/>
                    <a:pt x="2512" y="5202"/>
                    <a:pt x="2514" y="5202"/>
                  </a:cubicBezTo>
                  <a:cubicBezTo>
                    <a:pt x="2529" y="5193"/>
                    <a:pt x="2538" y="5188"/>
                    <a:pt x="2544" y="5188"/>
                  </a:cubicBezTo>
                  <a:cubicBezTo>
                    <a:pt x="2554" y="5188"/>
                    <a:pt x="2559" y="5200"/>
                    <a:pt x="2570" y="5230"/>
                  </a:cubicBezTo>
                  <a:cubicBezTo>
                    <a:pt x="2567" y="5256"/>
                    <a:pt x="2586" y="5259"/>
                    <a:pt x="2608" y="5259"/>
                  </a:cubicBezTo>
                  <a:cubicBezTo>
                    <a:pt x="2623" y="5262"/>
                    <a:pt x="2636" y="5271"/>
                    <a:pt x="2645" y="5287"/>
                  </a:cubicBezTo>
                  <a:cubicBezTo>
                    <a:pt x="2651" y="5294"/>
                    <a:pt x="2655" y="5297"/>
                    <a:pt x="2657" y="5297"/>
                  </a:cubicBezTo>
                  <a:cubicBezTo>
                    <a:pt x="2664" y="5297"/>
                    <a:pt x="2664" y="5280"/>
                    <a:pt x="2664" y="5262"/>
                  </a:cubicBezTo>
                  <a:cubicBezTo>
                    <a:pt x="2664" y="5237"/>
                    <a:pt x="2664" y="5212"/>
                    <a:pt x="2664" y="5212"/>
                  </a:cubicBezTo>
                  <a:cubicBezTo>
                    <a:pt x="2665" y="5212"/>
                    <a:pt x="2665" y="5211"/>
                    <a:pt x="2666" y="5211"/>
                  </a:cubicBezTo>
                  <a:cubicBezTo>
                    <a:pt x="2684" y="5211"/>
                    <a:pt x="2702" y="5259"/>
                    <a:pt x="2702" y="5284"/>
                  </a:cubicBezTo>
                  <a:cubicBezTo>
                    <a:pt x="2713" y="5309"/>
                    <a:pt x="2718" y="5321"/>
                    <a:pt x="2720" y="5321"/>
                  </a:cubicBezTo>
                  <a:cubicBezTo>
                    <a:pt x="2723" y="5321"/>
                    <a:pt x="2722" y="5309"/>
                    <a:pt x="2720" y="5284"/>
                  </a:cubicBezTo>
                  <a:cubicBezTo>
                    <a:pt x="2720" y="5265"/>
                    <a:pt x="2731" y="5247"/>
                    <a:pt x="2751" y="5247"/>
                  </a:cubicBezTo>
                  <a:cubicBezTo>
                    <a:pt x="2758" y="5247"/>
                    <a:pt x="2767" y="5250"/>
                    <a:pt x="2777" y="5256"/>
                  </a:cubicBezTo>
                  <a:cubicBezTo>
                    <a:pt x="2785" y="5256"/>
                    <a:pt x="2793" y="5255"/>
                    <a:pt x="2801" y="5255"/>
                  </a:cubicBezTo>
                  <a:cubicBezTo>
                    <a:pt x="2831" y="5255"/>
                    <a:pt x="2855" y="5257"/>
                    <a:pt x="2855" y="5277"/>
                  </a:cubicBezTo>
                  <a:cubicBezTo>
                    <a:pt x="2860" y="5285"/>
                    <a:pt x="2867" y="5288"/>
                    <a:pt x="2874" y="5288"/>
                  </a:cubicBezTo>
                  <a:cubicBezTo>
                    <a:pt x="2883" y="5288"/>
                    <a:pt x="2891" y="5284"/>
                    <a:pt x="2896" y="5277"/>
                  </a:cubicBezTo>
                  <a:cubicBezTo>
                    <a:pt x="2905" y="5262"/>
                    <a:pt x="2916" y="5255"/>
                    <a:pt x="2935" y="5255"/>
                  </a:cubicBezTo>
                  <a:cubicBezTo>
                    <a:pt x="2949" y="5255"/>
                    <a:pt x="2966" y="5259"/>
                    <a:pt x="2990" y="5265"/>
                  </a:cubicBezTo>
                  <a:cubicBezTo>
                    <a:pt x="3038" y="5282"/>
                    <a:pt x="3064" y="5292"/>
                    <a:pt x="3078" y="5292"/>
                  </a:cubicBezTo>
                  <a:cubicBezTo>
                    <a:pt x="3094" y="5292"/>
                    <a:pt x="3092" y="5279"/>
                    <a:pt x="3087" y="5252"/>
                  </a:cubicBezTo>
                  <a:cubicBezTo>
                    <a:pt x="3085" y="5238"/>
                    <a:pt x="3082" y="5223"/>
                    <a:pt x="3086" y="5223"/>
                  </a:cubicBezTo>
                  <a:cubicBezTo>
                    <a:pt x="3089" y="5223"/>
                    <a:pt x="3094" y="5230"/>
                    <a:pt x="3106" y="5249"/>
                  </a:cubicBezTo>
                  <a:cubicBezTo>
                    <a:pt x="3111" y="5255"/>
                    <a:pt x="3116" y="5257"/>
                    <a:pt x="3121" y="5257"/>
                  </a:cubicBezTo>
                  <a:cubicBezTo>
                    <a:pt x="3137" y="5257"/>
                    <a:pt x="3152" y="5235"/>
                    <a:pt x="3178" y="5212"/>
                  </a:cubicBezTo>
                  <a:cubicBezTo>
                    <a:pt x="3187" y="5177"/>
                    <a:pt x="3184" y="5143"/>
                    <a:pt x="3175" y="5108"/>
                  </a:cubicBezTo>
                  <a:cubicBezTo>
                    <a:pt x="3169" y="5077"/>
                    <a:pt x="3167" y="5067"/>
                    <a:pt x="3176" y="5067"/>
                  </a:cubicBezTo>
                  <a:cubicBezTo>
                    <a:pt x="3181" y="5067"/>
                    <a:pt x="3191" y="5071"/>
                    <a:pt x="3206" y="5077"/>
                  </a:cubicBezTo>
                  <a:cubicBezTo>
                    <a:pt x="3208" y="5076"/>
                    <a:pt x="3210" y="5076"/>
                    <a:pt x="3212" y="5076"/>
                  </a:cubicBezTo>
                  <a:cubicBezTo>
                    <a:pt x="3228" y="5076"/>
                    <a:pt x="3248" y="5095"/>
                    <a:pt x="3253" y="5114"/>
                  </a:cubicBezTo>
                  <a:cubicBezTo>
                    <a:pt x="3260" y="5140"/>
                    <a:pt x="3241" y="5146"/>
                    <a:pt x="3241" y="5146"/>
                  </a:cubicBezTo>
                  <a:lnTo>
                    <a:pt x="3222" y="5149"/>
                  </a:lnTo>
                  <a:cubicBezTo>
                    <a:pt x="3227" y="5170"/>
                    <a:pt x="3233" y="5192"/>
                    <a:pt x="3257" y="5192"/>
                  </a:cubicBezTo>
                  <a:cubicBezTo>
                    <a:pt x="3262" y="5192"/>
                    <a:pt x="3267" y="5191"/>
                    <a:pt x="3272" y="5190"/>
                  </a:cubicBezTo>
                  <a:cubicBezTo>
                    <a:pt x="3281" y="5198"/>
                    <a:pt x="3290" y="5202"/>
                    <a:pt x="3297" y="5202"/>
                  </a:cubicBezTo>
                  <a:cubicBezTo>
                    <a:pt x="3305" y="5202"/>
                    <a:pt x="3310" y="5195"/>
                    <a:pt x="3307" y="5180"/>
                  </a:cubicBezTo>
                  <a:lnTo>
                    <a:pt x="3307" y="5180"/>
                  </a:lnTo>
                  <a:cubicBezTo>
                    <a:pt x="3317" y="5188"/>
                    <a:pt x="3330" y="5191"/>
                    <a:pt x="3344" y="5191"/>
                  </a:cubicBezTo>
                  <a:cubicBezTo>
                    <a:pt x="3363" y="5191"/>
                    <a:pt x="3385" y="5186"/>
                    <a:pt x="3407" y="5180"/>
                  </a:cubicBezTo>
                  <a:cubicBezTo>
                    <a:pt x="3436" y="5174"/>
                    <a:pt x="3472" y="5160"/>
                    <a:pt x="3499" y="5160"/>
                  </a:cubicBezTo>
                  <a:cubicBezTo>
                    <a:pt x="3509" y="5160"/>
                    <a:pt x="3519" y="5162"/>
                    <a:pt x="3526" y="5168"/>
                  </a:cubicBezTo>
                  <a:cubicBezTo>
                    <a:pt x="3563" y="5155"/>
                    <a:pt x="3582" y="5149"/>
                    <a:pt x="3573" y="5124"/>
                  </a:cubicBezTo>
                  <a:cubicBezTo>
                    <a:pt x="3563" y="5095"/>
                    <a:pt x="3566" y="5081"/>
                    <a:pt x="3571" y="5081"/>
                  </a:cubicBezTo>
                  <a:cubicBezTo>
                    <a:pt x="3574" y="5081"/>
                    <a:pt x="3579" y="5086"/>
                    <a:pt x="3582" y="5096"/>
                  </a:cubicBezTo>
                  <a:cubicBezTo>
                    <a:pt x="3590" y="5105"/>
                    <a:pt x="3606" y="5109"/>
                    <a:pt x="3626" y="5109"/>
                  </a:cubicBezTo>
                  <a:cubicBezTo>
                    <a:pt x="3707" y="5109"/>
                    <a:pt x="3863" y="5044"/>
                    <a:pt x="3858" y="5002"/>
                  </a:cubicBezTo>
                  <a:lnTo>
                    <a:pt x="3893" y="4986"/>
                  </a:lnTo>
                  <a:cubicBezTo>
                    <a:pt x="3894" y="4986"/>
                    <a:pt x="3895" y="4986"/>
                    <a:pt x="3896" y="4986"/>
                  </a:cubicBezTo>
                  <a:cubicBezTo>
                    <a:pt x="3944" y="4986"/>
                    <a:pt x="4040" y="4926"/>
                    <a:pt x="4043" y="4895"/>
                  </a:cubicBezTo>
                  <a:lnTo>
                    <a:pt x="4093" y="4867"/>
                  </a:lnTo>
                  <a:cubicBezTo>
                    <a:pt x="4097" y="4867"/>
                    <a:pt x="4101" y="4867"/>
                    <a:pt x="4105" y="4867"/>
                  </a:cubicBezTo>
                  <a:cubicBezTo>
                    <a:pt x="4145" y="4867"/>
                    <a:pt x="4156" y="4852"/>
                    <a:pt x="4159" y="4823"/>
                  </a:cubicBezTo>
                  <a:cubicBezTo>
                    <a:pt x="4159" y="4801"/>
                    <a:pt x="4152" y="4783"/>
                    <a:pt x="4153" y="4783"/>
                  </a:cubicBezTo>
                  <a:lnTo>
                    <a:pt x="4153" y="4783"/>
                  </a:lnTo>
                  <a:cubicBezTo>
                    <a:pt x="4154" y="4783"/>
                    <a:pt x="4155" y="4786"/>
                    <a:pt x="4159" y="4792"/>
                  </a:cubicBezTo>
                  <a:cubicBezTo>
                    <a:pt x="4163" y="4796"/>
                    <a:pt x="4167" y="4798"/>
                    <a:pt x="4173" y="4798"/>
                  </a:cubicBezTo>
                  <a:cubicBezTo>
                    <a:pt x="4192" y="4798"/>
                    <a:pt x="4221" y="4777"/>
                    <a:pt x="4269" y="4742"/>
                  </a:cubicBezTo>
                  <a:cubicBezTo>
                    <a:pt x="4331" y="4698"/>
                    <a:pt x="4331" y="4695"/>
                    <a:pt x="4300" y="4688"/>
                  </a:cubicBezTo>
                  <a:cubicBezTo>
                    <a:pt x="4322" y="4651"/>
                    <a:pt x="4336" y="4640"/>
                    <a:pt x="4348" y="4640"/>
                  </a:cubicBezTo>
                  <a:cubicBezTo>
                    <a:pt x="4358" y="4640"/>
                    <a:pt x="4366" y="4648"/>
                    <a:pt x="4375" y="4657"/>
                  </a:cubicBezTo>
                  <a:cubicBezTo>
                    <a:pt x="4381" y="4675"/>
                    <a:pt x="4388" y="4683"/>
                    <a:pt x="4394" y="4683"/>
                  </a:cubicBezTo>
                  <a:cubicBezTo>
                    <a:pt x="4405" y="4683"/>
                    <a:pt x="4410" y="4657"/>
                    <a:pt x="4388" y="4613"/>
                  </a:cubicBezTo>
                  <a:cubicBezTo>
                    <a:pt x="4371" y="4574"/>
                    <a:pt x="4384" y="4550"/>
                    <a:pt x="4399" y="4550"/>
                  </a:cubicBezTo>
                  <a:cubicBezTo>
                    <a:pt x="4404" y="4550"/>
                    <a:pt x="4409" y="4552"/>
                    <a:pt x="4413" y="4557"/>
                  </a:cubicBezTo>
                  <a:cubicBezTo>
                    <a:pt x="4428" y="4572"/>
                    <a:pt x="4416" y="4588"/>
                    <a:pt x="4400" y="4601"/>
                  </a:cubicBezTo>
                  <a:lnTo>
                    <a:pt x="4435" y="4638"/>
                  </a:lnTo>
                  <a:cubicBezTo>
                    <a:pt x="4447" y="4622"/>
                    <a:pt x="4450" y="4622"/>
                    <a:pt x="4447" y="4591"/>
                  </a:cubicBezTo>
                  <a:cubicBezTo>
                    <a:pt x="4457" y="4579"/>
                    <a:pt x="4460" y="4563"/>
                    <a:pt x="4457" y="4547"/>
                  </a:cubicBezTo>
                  <a:cubicBezTo>
                    <a:pt x="4457" y="4519"/>
                    <a:pt x="4435" y="4497"/>
                    <a:pt x="4406" y="4494"/>
                  </a:cubicBezTo>
                  <a:cubicBezTo>
                    <a:pt x="4375" y="4488"/>
                    <a:pt x="4388" y="4475"/>
                    <a:pt x="4403" y="4463"/>
                  </a:cubicBezTo>
                  <a:cubicBezTo>
                    <a:pt x="4410" y="4462"/>
                    <a:pt x="4416" y="4461"/>
                    <a:pt x="4421" y="4461"/>
                  </a:cubicBezTo>
                  <a:cubicBezTo>
                    <a:pt x="4452" y="4461"/>
                    <a:pt x="4466" y="4477"/>
                    <a:pt x="4469" y="4503"/>
                  </a:cubicBezTo>
                  <a:cubicBezTo>
                    <a:pt x="4453" y="4516"/>
                    <a:pt x="4472" y="4535"/>
                    <a:pt x="4491" y="4554"/>
                  </a:cubicBezTo>
                  <a:cubicBezTo>
                    <a:pt x="4493" y="4555"/>
                    <a:pt x="4494" y="4556"/>
                    <a:pt x="4496" y="4556"/>
                  </a:cubicBezTo>
                  <a:cubicBezTo>
                    <a:pt x="4515" y="4556"/>
                    <a:pt x="4539" y="4462"/>
                    <a:pt x="4516" y="4419"/>
                  </a:cubicBezTo>
                  <a:lnTo>
                    <a:pt x="4516" y="4419"/>
                  </a:lnTo>
                  <a:lnTo>
                    <a:pt x="4535" y="4434"/>
                  </a:lnTo>
                  <a:cubicBezTo>
                    <a:pt x="4539" y="4439"/>
                    <a:pt x="4544" y="4441"/>
                    <a:pt x="4549" y="4441"/>
                  </a:cubicBezTo>
                  <a:cubicBezTo>
                    <a:pt x="4565" y="4441"/>
                    <a:pt x="4584" y="4419"/>
                    <a:pt x="4604" y="4397"/>
                  </a:cubicBezTo>
                  <a:cubicBezTo>
                    <a:pt x="4632" y="4369"/>
                    <a:pt x="4645" y="4353"/>
                    <a:pt x="4626" y="4337"/>
                  </a:cubicBezTo>
                  <a:cubicBezTo>
                    <a:pt x="4607" y="4322"/>
                    <a:pt x="4588" y="4303"/>
                    <a:pt x="4601" y="4290"/>
                  </a:cubicBezTo>
                  <a:lnTo>
                    <a:pt x="4601" y="4290"/>
                  </a:lnTo>
                  <a:cubicBezTo>
                    <a:pt x="4598" y="4293"/>
                    <a:pt x="4594" y="4295"/>
                    <a:pt x="4590" y="4295"/>
                  </a:cubicBezTo>
                  <a:cubicBezTo>
                    <a:pt x="4577" y="4295"/>
                    <a:pt x="4562" y="4283"/>
                    <a:pt x="4548" y="4271"/>
                  </a:cubicBezTo>
                  <a:cubicBezTo>
                    <a:pt x="4573" y="4265"/>
                    <a:pt x="4598" y="4262"/>
                    <a:pt x="4623" y="4262"/>
                  </a:cubicBezTo>
                  <a:cubicBezTo>
                    <a:pt x="4626" y="4262"/>
                    <a:pt x="4629" y="4262"/>
                    <a:pt x="4632" y="4262"/>
                  </a:cubicBezTo>
                  <a:cubicBezTo>
                    <a:pt x="4691" y="4262"/>
                    <a:pt x="4744" y="4234"/>
                    <a:pt x="4776" y="4187"/>
                  </a:cubicBezTo>
                  <a:cubicBezTo>
                    <a:pt x="4801" y="4156"/>
                    <a:pt x="4833" y="4109"/>
                    <a:pt x="4864" y="4105"/>
                  </a:cubicBezTo>
                  <a:cubicBezTo>
                    <a:pt x="4883" y="4071"/>
                    <a:pt x="4895" y="4055"/>
                    <a:pt x="4873" y="4043"/>
                  </a:cubicBezTo>
                  <a:lnTo>
                    <a:pt x="4892" y="4008"/>
                  </a:lnTo>
                  <a:cubicBezTo>
                    <a:pt x="4924" y="4005"/>
                    <a:pt x="4945" y="3971"/>
                    <a:pt x="4924" y="3958"/>
                  </a:cubicBezTo>
                  <a:cubicBezTo>
                    <a:pt x="4911" y="3930"/>
                    <a:pt x="4945" y="3927"/>
                    <a:pt x="4952" y="3911"/>
                  </a:cubicBezTo>
                  <a:cubicBezTo>
                    <a:pt x="5014" y="3899"/>
                    <a:pt x="5014" y="3899"/>
                    <a:pt x="4939" y="3880"/>
                  </a:cubicBezTo>
                  <a:cubicBezTo>
                    <a:pt x="4935" y="3877"/>
                    <a:pt x="4929" y="3876"/>
                    <a:pt x="4924" y="3876"/>
                  </a:cubicBezTo>
                  <a:cubicBezTo>
                    <a:pt x="4903" y="3876"/>
                    <a:pt x="4877" y="3892"/>
                    <a:pt x="4867" y="3905"/>
                  </a:cubicBezTo>
                  <a:lnTo>
                    <a:pt x="4839" y="3955"/>
                  </a:lnTo>
                  <a:lnTo>
                    <a:pt x="4845" y="3892"/>
                  </a:lnTo>
                  <a:cubicBezTo>
                    <a:pt x="4858" y="3867"/>
                    <a:pt x="4848" y="3839"/>
                    <a:pt x="4830" y="3820"/>
                  </a:cubicBezTo>
                  <a:cubicBezTo>
                    <a:pt x="4830" y="3820"/>
                    <a:pt x="4804" y="3811"/>
                    <a:pt x="4814" y="3792"/>
                  </a:cubicBezTo>
                  <a:lnTo>
                    <a:pt x="4814" y="3792"/>
                  </a:lnTo>
                  <a:lnTo>
                    <a:pt x="4858" y="3817"/>
                  </a:lnTo>
                  <a:cubicBezTo>
                    <a:pt x="4870" y="3839"/>
                    <a:pt x="4892" y="3858"/>
                    <a:pt x="4917" y="3867"/>
                  </a:cubicBezTo>
                  <a:cubicBezTo>
                    <a:pt x="4922" y="3868"/>
                    <a:pt x="4927" y="3869"/>
                    <a:pt x="4932" y="3869"/>
                  </a:cubicBezTo>
                  <a:cubicBezTo>
                    <a:pt x="4979" y="3869"/>
                    <a:pt x="5013" y="3831"/>
                    <a:pt x="4974" y="3811"/>
                  </a:cubicBezTo>
                  <a:cubicBezTo>
                    <a:pt x="4983" y="3795"/>
                    <a:pt x="4983" y="3795"/>
                    <a:pt x="5014" y="3789"/>
                  </a:cubicBezTo>
                  <a:cubicBezTo>
                    <a:pt x="5019" y="3791"/>
                    <a:pt x="5022" y="3792"/>
                    <a:pt x="5025" y="3792"/>
                  </a:cubicBezTo>
                  <a:cubicBezTo>
                    <a:pt x="5038" y="3792"/>
                    <a:pt x="5039" y="3775"/>
                    <a:pt x="5008" y="3742"/>
                  </a:cubicBezTo>
                  <a:cubicBezTo>
                    <a:pt x="4974" y="3707"/>
                    <a:pt x="4976" y="3691"/>
                    <a:pt x="5020" y="3691"/>
                  </a:cubicBezTo>
                  <a:cubicBezTo>
                    <a:pt x="5024" y="3691"/>
                    <a:pt x="5029" y="3691"/>
                    <a:pt x="5033" y="3692"/>
                  </a:cubicBezTo>
                  <a:cubicBezTo>
                    <a:pt x="5093" y="3676"/>
                    <a:pt x="5121" y="3601"/>
                    <a:pt x="5099" y="3595"/>
                  </a:cubicBezTo>
                  <a:cubicBezTo>
                    <a:pt x="5058" y="3579"/>
                    <a:pt x="5061" y="3523"/>
                    <a:pt x="5102" y="3513"/>
                  </a:cubicBezTo>
                  <a:cubicBezTo>
                    <a:pt x="5134" y="3504"/>
                    <a:pt x="5140" y="3485"/>
                    <a:pt x="5121" y="3457"/>
                  </a:cubicBezTo>
                  <a:lnTo>
                    <a:pt x="5121" y="3457"/>
                  </a:lnTo>
                  <a:cubicBezTo>
                    <a:pt x="5127" y="3459"/>
                    <a:pt x="5134" y="3460"/>
                    <a:pt x="5140" y="3460"/>
                  </a:cubicBezTo>
                  <a:cubicBezTo>
                    <a:pt x="5158" y="3460"/>
                    <a:pt x="5172" y="3450"/>
                    <a:pt x="5155" y="3428"/>
                  </a:cubicBezTo>
                  <a:cubicBezTo>
                    <a:pt x="5155" y="3428"/>
                    <a:pt x="5159" y="3418"/>
                    <a:pt x="5149" y="3418"/>
                  </a:cubicBezTo>
                  <a:cubicBezTo>
                    <a:pt x="5145" y="3418"/>
                    <a:pt x="5141" y="3419"/>
                    <a:pt x="5134" y="3422"/>
                  </a:cubicBezTo>
                  <a:lnTo>
                    <a:pt x="5096" y="3372"/>
                  </a:lnTo>
                  <a:cubicBezTo>
                    <a:pt x="5093" y="3379"/>
                    <a:pt x="5086" y="3382"/>
                    <a:pt x="5077" y="3382"/>
                  </a:cubicBezTo>
                  <a:cubicBezTo>
                    <a:pt x="5067" y="3382"/>
                    <a:pt x="5054" y="3379"/>
                    <a:pt x="5043" y="3375"/>
                  </a:cubicBezTo>
                  <a:cubicBezTo>
                    <a:pt x="5018" y="3369"/>
                    <a:pt x="5061" y="3303"/>
                    <a:pt x="5143" y="3287"/>
                  </a:cubicBezTo>
                  <a:lnTo>
                    <a:pt x="5202" y="3259"/>
                  </a:lnTo>
                  <a:lnTo>
                    <a:pt x="5152" y="3250"/>
                  </a:lnTo>
                  <a:cubicBezTo>
                    <a:pt x="5158" y="3234"/>
                    <a:pt x="5161" y="3217"/>
                    <a:pt x="5178" y="3217"/>
                  </a:cubicBezTo>
                  <a:cubicBezTo>
                    <a:pt x="5180" y="3217"/>
                    <a:pt x="5183" y="3218"/>
                    <a:pt x="5187" y="3219"/>
                  </a:cubicBezTo>
                  <a:cubicBezTo>
                    <a:pt x="5194" y="3219"/>
                    <a:pt x="5199" y="3220"/>
                    <a:pt x="5203" y="3220"/>
                  </a:cubicBezTo>
                  <a:cubicBezTo>
                    <a:pt x="5212" y="3220"/>
                    <a:pt x="5214" y="3216"/>
                    <a:pt x="5218" y="3203"/>
                  </a:cubicBezTo>
                  <a:cubicBezTo>
                    <a:pt x="5218" y="3203"/>
                    <a:pt x="5221" y="3184"/>
                    <a:pt x="5196" y="3181"/>
                  </a:cubicBezTo>
                  <a:cubicBezTo>
                    <a:pt x="5146" y="3172"/>
                    <a:pt x="5146" y="3172"/>
                    <a:pt x="5174" y="3156"/>
                  </a:cubicBezTo>
                  <a:cubicBezTo>
                    <a:pt x="5228" y="3146"/>
                    <a:pt x="5231" y="3128"/>
                    <a:pt x="5184" y="3099"/>
                  </a:cubicBezTo>
                  <a:cubicBezTo>
                    <a:pt x="5134" y="3090"/>
                    <a:pt x="5134" y="3093"/>
                    <a:pt x="5187" y="3081"/>
                  </a:cubicBezTo>
                  <a:cubicBezTo>
                    <a:pt x="5191" y="3082"/>
                    <a:pt x="5195" y="3082"/>
                    <a:pt x="5198" y="3082"/>
                  </a:cubicBezTo>
                  <a:cubicBezTo>
                    <a:pt x="5217" y="3082"/>
                    <a:pt x="5235" y="3071"/>
                    <a:pt x="5243" y="3052"/>
                  </a:cubicBezTo>
                  <a:lnTo>
                    <a:pt x="5218" y="3046"/>
                  </a:lnTo>
                  <a:cubicBezTo>
                    <a:pt x="5168" y="3040"/>
                    <a:pt x="5171" y="3021"/>
                    <a:pt x="5199" y="3005"/>
                  </a:cubicBezTo>
                  <a:lnTo>
                    <a:pt x="5199" y="3005"/>
                  </a:lnTo>
                  <a:cubicBezTo>
                    <a:pt x="5201" y="3006"/>
                    <a:pt x="5203" y="3006"/>
                    <a:pt x="5204" y="3006"/>
                  </a:cubicBezTo>
                  <a:cubicBezTo>
                    <a:pt x="5225" y="3006"/>
                    <a:pt x="5226" y="2987"/>
                    <a:pt x="5209" y="2949"/>
                  </a:cubicBezTo>
                  <a:cubicBezTo>
                    <a:pt x="5212" y="2914"/>
                    <a:pt x="5212" y="2895"/>
                    <a:pt x="5232" y="2895"/>
                  </a:cubicBezTo>
                  <a:cubicBezTo>
                    <a:pt x="5233" y="2895"/>
                    <a:pt x="5235" y="2896"/>
                    <a:pt x="5237" y="2896"/>
                  </a:cubicBezTo>
                  <a:cubicBezTo>
                    <a:pt x="5251" y="2897"/>
                    <a:pt x="5261" y="2897"/>
                    <a:pt x="5267" y="2897"/>
                  </a:cubicBezTo>
                  <a:cubicBezTo>
                    <a:pt x="5284" y="2897"/>
                    <a:pt x="5274" y="2893"/>
                    <a:pt x="5240" y="2877"/>
                  </a:cubicBezTo>
                  <a:cubicBezTo>
                    <a:pt x="5215" y="2855"/>
                    <a:pt x="5215" y="2855"/>
                    <a:pt x="5243" y="2817"/>
                  </a:cubicBezTo>
                  <a:cubicBezTo>
                    <a:pt x="5268" y="2802"/>
                    <a:pt x="5268" y="2802"/>
                    <a:pt x="5243" y="2780"/>
                  </a:cubicBezTo>
                  <a:cubicBezTo>
                    <a:pt x="5229" y="2779"/>
                    <a:pt x="5216" y="2778"/>
                    <a:pt x="5206" y="2778"/>
                  </a:cubicBezTo>
                  <a:cubicBezTo>
                    <a:pt x="5181" y="2778"/>
                    <a:pt x="5168" y="2782"/>
                    <a:pt x="5168" y="2795"/>
                  </a:cubicBezTo>
                  <a:cubicBezTo>
                    <a:pt x="5168" y="2809"/>
                    <a:pt x="5168" y="2813"/>
                    <a:pt x="5159" y="2813"/>
                  </a:cubicBezTo>
                  <a:cubicBezTo>
                    <a:pt x="5155" y="2813"/>
                    <a:pt x="5150" y="2812"/>
                    <a:pt x="5143" y="2811"/>
                  </a:cubicBezTo>
                  <a:lnTo>
                    <a:pt x="5143" y="2777"/>
                  </a:lnTo>
                  <a:cubicBezTo>
                    <a:pt x="5146" y="2748"/>
                    <a:pt x="5140" y="2723"/>
                    <a:pt x="5124" y="2701"/>
                  </a:cubicBezTo>
                  <a:cubicBezTo>
                    <a:pt x="5112" y="2683"/>
                    <a:pt x="5093" y="2673"/>
                    <a:pt x="5080" y="2673"/>
                  </a:cubicBezTo>
                  <a:cubicBezTo>
                    <a:pt x="5068" y="2673"/>
                    <a:pt x="5061" y="2683"/>
                    <a:pt x="5074" y="2701"/>
                  </a:cubicBezTo>
                  <a:lnTo>
                    <a:pt x="5046" y="2717"/>
                  </a:lnTo>
                  <a:cubicBezTo>
                    <a:pt x="4971" y="2717"/>
                    <a:pt x="4971" y="2748"/>
                    <a:pt x="5046" y="2752"/>
                  </a:cubicBezTo>
                  <a:cubicBezTo>
                    <a:pt x="5121" y="2755"/>
                    <a:pt x="5121" y="2755"/>
                    <a:pt x="5068" y="2770"/>
                  </a:cubicBezTo>
                  <a:cubicBezTo>
                    <a:pt x="5018" y="2770"/>
                    <a:pt x="5018" y="2786"/>
                    <a:pt x="5018" y="2805"/>
                  </a:cubicBezTo>
                  <a:cubicBezTo>
                    <a:pt x="5014" y="2821"/>
                    <a:pt x="5014" y="2821"/>
                    <a:pt x="4989" y="2821"/>
                  </a:cubicBezTo>
                  <a:cubicBezTo>
                    <a:pt x="4987" y="2820"/>
                    <a:pt x="4985" y="2820"/>
                    <a:pt x="4983" y="2820"/>
                  </a:cubicBezTo>
                  <a:cubicBezTo>
                    <a:pt x="4960" y="2820"/>
                    <a:pt x="4939" y="2835"/>
                    <a:pt x="4936" y="2852"/>
                  </a:cubicBezTo>
                  <a:cubicBezTo>
                    <a:pt x="4936" y="2868"/>
                    <a:pt x="4936" y="2868"/>
                    <a:pt x="4961" y="2871"/>
                  </a:cubicBezTo>
                  <a:cubicBezTo>
                    <a:pt x="4966" y="2868"/>
                    <a:pt x="4970" y="2867"/>
                    <a:pt x="4973" y="2867"/>
                  </a:cubicBezTo>
                  <a:cubicBezTo>
                    <a:pt x="4987" y="2867"/>
                    <a:pt x="4977" y="2892"/>
                    <a:pt x="4933" y="2902"/>
                  </a:cubicBezTo>
                  <a:cubicBezTo>
                    <a:pt x="4908" y="2915"/>
                    <a:pt x="4908" y="2915"/>
                    <a:pt x="4958" y="2921"/>
                  </a:cubicBezTo>
                  <a:cubicBezTo>
                    <a:pt x="5008" y="2927"/>
                    <a:pt x="5002" y="2962"/>
                    <a:pt x="4949" y="2971"/>
                  </a:cubicBezTo>
                  <a:cubicBezTo>
                    <a:pt x="4949" y="2971"/>
                    <a:pt x="4945" y="2990"/>
                    <a:pt x="4942" y="3005"/>
                  </a:cubicBezTo>
                  <a:cubicBezTo>
                    <a:pt x="4939" y="3024"/>
                    <a:pt x="4964" y="3027"/>
                    <a:pt x="4989" y="3031"/>
                  </a:cubicBezTo>
                  <a:cubicBezTo>
                    <a:pt x="5040" y="3040"/>
                    <a:pt x="5040" y="3040"/>
                    <a:pt x="5011" y="3052"/>
                  </a:cubicBezTo>
                  <a:cubicBezTo>
                    <a:pt x="4996" y="3059"/>
                    <a:pt x="4977" y="3062"/>
                    <a:pt x="4961" y="3062"/>
                  </a:cubicBezTo>
                  <a:cubicBezTo>
                    <a:pt x="4958" y="3061"/>
                    <a:pt x="4955" y="3061"/>
                    <a:pt x="4952" y="3061"/>
                  </a:cubicBezTo>
                  <a:cubicBezTo>
                    <a:pt x="4935" y="3061"/>
                    <a:pt x="4933" y="3076"/>
                    <a:pt x="4930" y="3090"/>
                  </a:cubicBezTo>
                  <a:cubicBezTo>
                    <a:pt x="4927" y="3109"/>
                    <a:pt x="4920" y="3140"/>
                    <a:pt x="4945" y="3146"/>
                  </a:cubicBezTo>
                  <a:lnTo>
                    <a:pt x="4945" y="3146"/>
                  </a:lnTo>
                  <a:cubicBezTo>
                    <a:pt x="4939" y="3145"/>
                    <a:pt x="4930" y="3142"/>
                    <a:pt x="4920" y="3140"/>
                  </a:cubicBezTo>
                  <a:cubicBezTo>
                    <a:pt x="4917" y="3159"/>
                    <a:pt x="4892" y="3153"/>
                    <a:pt x="4917" y="3159"/>
                  </a:cubicBezTo>
                  <a:cubicBezTo>
                    <a:pt x="4917" y="3159"/>
                    <a:pt x="4911" y="3175"/>
                    <a:pt x="4880" y="3203"/>
                  </a:cubicBezTo>
                  <a:cubicBezTo>
                    <a:pt x="4853" y="3222"/>
                    <a:pt x="4868" y="3265"/>
                    <a:pt x="4905" y="3265"/>
                  </a:cubicBezTo>
                  <a:cubicBezTo>
                    <a:pt x="4916" y="3265"/>
                    <a:pt x="4929" y="3261"/>
                    <a:pt x="4942" y="3253"/>
                  </a:cubicBezTo>
                  <a:cubicBezTo>
                    <a:pt x="4945" y="3247"/>
                    <a:pt x="4946" y="3243"/>
                    <a:pt x="4947" y="3243"/>
                  </a:cubicBezTo>
                  <a:lnTo>
                    <a:pt x="4947" y="3243"/>
                  </a:lnTo>
                  <a:cubicBezTo>
                    <a:pt x="4947" y="3243"/>
                    <a:pt x="4945" y="3250"/>
                    <a:pt x="4939" y="3269"/>
                  </a:cubicBezTo>
                  <a:cubicBezTo>
                    <a:pt x="4933" y="3287"/>
                    <a:pt x="4958" y="3294"/>
                    <a:pt x="4958" y="3294"/>
                  </a:cubicBezTo>
                  <a:cubicBezTo>
                    <a:pt x="4983" y="3300"/>
                    <a:pt x="4977" y="3319"/>
                    <a:pt x="4974" y="3334"/>
                  </a:cubicBezTo>
                  <a:lnTo>
                    <a:pt x="4927" y="3322"/>
                  </a:lnTo>
                  <a:cubicBezTo>
                    <a:pt x="4903" y="3309"/>
                    <a:pt x="4883" y="3303"/>
                    <a:pt x="4870" y="3303"/>
                  </a:cubicBezTo>
                  <a:cubicBezTo>
                    <a:pt x="4846" y="3303"/>
                    <a:pt x="4847" y="3323"/>
                    <a:pt x="4892" y="3347"/>
                  </a:cubicBezTo>
                  <a:lnTo>
                    <a:pt x="4867" y="3341"/>
                  </a:lnTo>
                  <a:cubicBezTo>
                    <a:pt x="4863" y="3339"/>
                    <a:pt x="4859" y="3338"/>
                    <a:pt x="4856" y="3338"/>
                  </a:cubicBezTo>
                  <a:cubicBezTo>
                    <a:pt x="4842" y="3338"/>
                    <a:pt x="4844" y="3357"/>
                    <a:pt x="4851" y="3388"/>
                  </a:cubicBezTo>
                  <a:cubicBezTo>
                    <a:pt x="4845" y="3403"/>
                    <a:pt x="4886" y="3438"/>
                    <a:pt x="4911" y="3444"/>
                  </a:cubicBezTo>
                  <a:cubicBezTo>
                    <a:pt x="4936" y="3454"/>
                    <a:pt x="4930" y="3469"/>
                    <a:pt x="4930" y="3469"/>
                  </a:cubicBezTo>
                  <a:cubicBezTo>
                    <a:pt x="4926" y="3480"/>
                    <a:pt x="4925" y="3485"/>
                    <a:pt x="4919" y="3485"/>
                  </a:cubicBezTo>
                  <a:cubicBezTo>
                    <a:pt x="4915" y="3485"/>
                    <a:pt x="4909" y="3483"/>
                    <a:pt x="4898" y="3479"/>
                  </a:cubicBezTo>
                  <a:cubicBezTo>
                    <a:pt x="4890" y="3476"/>
                    <a:pt x="4883" y="3474"/>
                    <a:pt x="4876" y="3474"/>
                  </a:cubicBezTo>
                  <a:cubicBezTo>
                    <a:pt x="4849" y="3474"/>
                    <a:pt x="4846" y="3501"/>
                    <a:pt x="4880" y="3529"/>
                  </a:cubicBezTo>
                  <a:lnTo>
                    <a:pt x="4858" y="3519"/>
                  </a:lnTo>
                  <a:cubicBezTo>
                    <a:pt x="4853" y="3517"/>
                    <a:pt x="4847" y="3516"/>
                    <a:pt x="4842" y="3516"/>
                  </a:cubicBezTo>
                  <a:cubicBezTo>
                    <a:pt x="4822" y="3516"/>
                    <a:pt x="4803" y="3535"/>
                    <a:pt x="4795" y="3607"/>
                  </a:cubicBezTo>
                  <a:cubicBezTo>
                    <a:pt x="4767" y="3664"/>
                    <a:pt x="4743" y="3706"/>
                    <a:pt x="4723" y="3706"/>
                  </a:cubicBezTo>
                  <a:cubicBezTo>
                    <a:pt x="4721" y="3706"/>
                    <a:pt x="4719" y="3705"/>
                    <a:pt x="4717" y="3704"/>
                  </a:cubicBezTo>
                  <a:cubicBezTo>
                    <a:pt x="4715" y="3703"/>
                    <a:pt x="4714" y="3703"/>
                    <a:pt x="4713" y="3703"/>
                  </a:cubicBezTo>
                  <a:cubicBezTo>
                    <a:pt x="4697" y="3703"/>
                    <a:pt x="4712" y="3780"/>
                    <a:pt x="4736" y="3833"/>
                  </a:cubicBezTo>
                  <a:cubicBezTo>
                    <a:pt x="4730" y="3830"/>
                    <a:pt x="4725" y="3828"/>
                    <a:pt x="4721" y="3828"/>
                  </a:cubicBezTo>
                  <a:cubicBezTo>
                    <a:pt x="4708" y="3828"/>
                    <a:pt x="4699" y="3841"/>
                    <a:pt x="4685" y="3864"/>
                  </a:cubicBezTo>
                  <a:cubicBezTo>
                    <a:pt x="4667" y="3893"/>
                    <a:pt x="4661" y="3903"/>
                    <a:pt x="4653" y="3903"/>
                  </a:cubicBezTo>
                  <a:cubicBezTo>
                    <a:pt x="4649" y="3903"/>
                    <a:pt x="4645" y="3900"/>
                    <a:pt x="4638" y="3895"/>
                  </a:cubicBezTo>
                  <a:cubicBezTo>
                    <a:pt x="4623" y="3877"/>
                    <a:pt x="4614" y="3867"/>
                    <a:pt x="4612" y="3867"/>
                  </a:cubicBezTo>
                  <a:lnTo>
                    <a:pt x="4612" y="3867"/>
                  </a:lnTo>
                  <a:cubicBezTo>
                    <a:pt x="4609" y="3867"/>
                    <a:pt x="4615" y="3881"/>
                    <a:pt x="4629" y="3911"/>
                  </a:cubicBezTo>
                  <a:cubicBezTo>
                    <a:pt x="4652" y="3941"/>
                    <a:pt x="4633" y="3966"/>
                    <a:pt x="4604" y="3966"/>
                  </a:cubicBezTo>
                  <a:cubicBezTo>
                    <a:pt x="4593" y="3966"/>
                    <a:pt x="4581" y="3963"/>
                    <a:pt x="4569" y="3955"/>
                  </a:cubicBezTo>
                  <a:cubicBezTo>
                    <a:pt x="4564" y="3951"/>
                    <a:pt x="4560" y="3949"/>
                    <a:pt x="4556" y="3949"/>
                  </a:cubicBezTo>
                  <a:cubicBezTo>
                    <a:pt x="4544" y="3949"/>
                    <a:pt x="4535" y="3962"/>
                    <a:pt x="4519" y="3980"/>
                  </a:cubicBezTo>
                  <a:cubicBezTo>
                    <a:pt x="4529" y="4008"/>
                    <a:pt x="4510" y="4036"/>
                    <a:pt x="4488" y="4065"/>
                  </a:cubicBezTo>
                  <a:cubicBezTo>
                    <a:pt x="4457" y="4105"/>
                    <a:pt x="4457" y="4105"/>
                    <a:pt x="4497" y="4137"/>
                  </a:cubicBezTo>
                  <a:cubicBezTo>
                    <a:pt x="4535" y="4168"/>
                    <a:pt x="4526" y="4181"/>
                    <a:pt x="4504" y="4209"/>
                  </a:cubicBezTo>
                  <a:cubicBezTo>
                    <a:pt x="4495" y="4217"/>
                    <a:pt x="4487" y="4226"/>
                    <a:pt x="4477" y="4226"/>
                  </a:cubicBezTo>
                  <a:cubicBezTo>
                    <a:pt x="4472" y="4226"/>
                    <a:pt x="4466" y="4223"/>
                    <a:pt x="4460" y="4218"/>
                  </a:cubicBezTo>
                  <a:cubicBezTo>
                    <a:pt x="4460" y="4218"/>
                    <a:pt x="4456" y="4218"/>
                    <a:pt x="4451" y="4218"/>
                  </a:cubicBezTo>
                  <a:cubicBezTo>
                    <a:pt x="4441" y="4218"/>
                    <a:pt x="4424" y="4219"/>
                    <a:pt x="4416" y="4228"/>
                  </a:cubicBezTo>
                  <a:cubicBezTo>
                    <a:pt x="4410" y="4236"/>
                    <a:pt x="4402" y="4244"/>
                    <a:pt x="4392" y="4244"/>
                  </a:cubicBezTo>
                  <a:cubicBezTo>
                    <a:pt x="4387" y="4244"/>
                    <a:pt x="4381" y="4242"/>
                    <a:pt x="4375" y="4237"/>
                  </a:cubicBezTo>
                  <a:cubicBezTo>
                    <a:pt x="4373" y="4237"/>
                    <a:pt x="4370" y="4236"/>
                    <a:pt x="4368" y="4236"/>
                  </a:cubicBezTo>
                  <a:cubicBezTo>
                    <a:pt x="4351" y="4236"/>
                    <a:pt x="4333" y="4245"/>
                    <a:pt x="4322" y="4256"/>
                  </a:cubicBezTo>
                  <a:cubicBezTo>
                    <a:pt x="4303" y="4275"/>
                    <a:pt x="4286" y="4294"/>
                    <a:pt x="4270" y="4294"/>
                  </a:cubicBezTo>
                  <a:cubicBezTo>
                    <a:pt x="4265" y="4294"/>
                    <a:pt x="4261" y="4292"/>
                    <a:pt x="4256" y="4287"/>
                  </a:cubicBezTo>
                  <a:lnTo>
                    <a:pt x="4256" y="4287"/>
                  </a:lnTo>
                  <a:cubicBezTo>
                    <a:pt x="4244" y="4300"/>
                    <a:pt x="4244" y="4300"/>
                    <a:pt x="4262" y="4318"/>
                  </a:cubicBezTo>
                  <a:cubicBezTo>
                    <a:pt x="4281" y="4337"/>
                    <a:pt x="4284" y="4366"/>
                    <a:pt x="4215" y="4394"/>
                  </a:cubicBezTo>
                  <a:cubicBezTo>
                    <a:pt x="4190" y="4416"/>
                    <a:pt x="4150" y="4450"/>
                    <a:pt x="4168" y="4469"/>
                  </a:cubicBezTo>
                  <a:cubicBezTo>
                    <a:pt x="4161" y="4475"/>
                    <a:pt x="4157" y="4478"/>
                    <a:pt x="4154" y="4478"/>
                  </a:cubicBezTo>
                  <a:cubicBezTo>
                    <a:pt x="4149" y="4478"/>
                    <a:pt x="4146" y="4473"/>
                    <a:pt x="4137" y="4463"/>
                  </a:cubicBezTo>
                  <a:cubicBezTo>
                    <a:pt x="4126" y="4449"/>
                    <a:pt x="4116" y="4443"/>
                    <a:pt x="4107" y="4443"/>
                  </a:cubicBezTo>
                  <a:cubicBezTo>
                    <a:pt x="4092" y="4443"/>
                    <a:pt x="4082" y="4465"/>
                    <a:pt x="4084" y="4503"/>
                  </a:cubicBezTo>
                  <a:cubicBezTo>
                    <a:pt x="4095" y="4517"/>
                    <a:pt x="4090" y="4527"/>
                    <a:pt x="4076" y="4527"/>
                  </a:cubicBezTo>
                  <a:cubicBezTo>
                    <a:pt x="4070" y="4527"/>
                    <a:pt x="4063" y="4526"/>
                    <a:pt x="4055" y="4522"/>
                  </a:cubicBezTo>
                  <a:cubicBezTo>
                    <a:pt x="4046" y="4535"/>
                    <a:pt x="4040" y="4550"/>
                    <a:pt x="4043" y="4563"/>
                  </a:cubicBezTo>
                  <a:cubicBezTo>
                    <a:pt x="4043" y="4594"/>
                    <a:pt x="4043" y="4594"/>
                    <a:pt x="3999" y="4594"/>
                  </a:cubicBezTo>
                  <a:cubicBezTo>
                    <a:pt x="3994" y="4586"/>
                    <a:pt x="3988" y="4583"/>
                    <a:pt x="3982" y="4583"/>
                  </a:cubicBezTo>
                  <a:cubicBezTo>
                    <a:pt x="3974" y="4583"/>
                    <a:pt x="3966" y="4589"/>
                    <a:pt x="3958" y="4594"/>
                  </a:cubicBezTo>
                  <a:cubicBezTo>
                    <a:pt x="3944" y="4632"/>
                    <a:pt x="3800" y="4718"/>
                    <a:pt x="3759" y="4718"/>
                  </a:cubicBezTo>
                  <a:cubicBezTo>
                    <a:pt x="3756" y="4718"/>
                    <a:pt x="3753" y="4718"/>
                    <a:pt x="3752" y="4716"/>
                  </a:cubicBezTo>
                  <a:cubicBezTo>
                    <a:pt x="3748" y="4748"/>
                    <a:pt x="3748" y="4748"/>
                    <a:pt x="3733" y="4754"/>
                  </a:cubicBezTo>
                  <a:cubicBezTo>
                    <a:pt x="3720" y="4742"/>
                    <a:pt x="3711" y="4737"/>
                    <a:pt x="3705" y="4737"/>
                  </a:cubicBezTo>
                  <a:cubicBezTo>
                    <a:pt x="3692" y="4737"/>
                    <a:pt x="3696" y="4762"/>
                    <a:pt x="3711" y="4792"/>
                  </a:cubicBezTo>
                  <a:lnTo>
                    <a:pt x="3726" y="4785"/>
                  </a:lnTo>
                  <a:lnTo>
                    <a:pt x="3742" y="4776"/>
                  </a:lnTo>
                  <a:lnTo>
                    <a:pt x="3742" y="4776"/>
                  </a:lnTo>
                  <a:cubicBezTo>
                    <a:pt x="3756" y="4802"/>
                    <a:pt x="3747" y="4820"/>
                    <a:pt x="3731" y="4820"/>
                  </a:cubicBezTo>
                  <a:cubicBezTo>
                    <a:pt x="3718" y="4820"/>
                    <a:pt x="3700" y="4807"/>
                    <a:pt x="3686" y="4776"/>
                  </a:cubicBezTo>
                  <a:cubicBezTo>
                    <a:pt x="3669" y="4759"/>
                    <a:pt x="3659" y="4750"/>
                    <a:pt x="3655" y="4750"/>
                  </a:cubicBezTo>
                  <a:cubicBezTo>
                    <a:pt x="3649" y="4750"/>
                    <a:pt x="3651" y="4763"/>
                    <a:pt x="3654" y="4792"/>
                  </a:cubicBezTo>
                  <a:cubicBezTo>
                    <a:pt x="3658" y="4822"/>
                    <a:pt x="3653" y="4838"/>
                    <a:pt x="3642" y="4838"/>
                  </a:cubicBezTo>
                  <a:cubicBezTo>
                    <a:pt x="3634" y="4838"/>
                    <a:pt x="3622" y="4830"/>
                    <a:pt x="3607" y="4814"/>
                  </a:cubicBezTo>
                  <a:cubicBezTo>
                    <a:pt x="3597" y="4791"/>
                    <a:pt x="3591" y="4779"/>
                    <a:pt x="3589" y="4779"/>
                  </a:cubicBezTo>
                  <a:lnTo>
                    <a:pt x="3589" y="4779"/>
                  </a:lnTo>
                  <a:cubicBezTo>
                    <a:pt x="3587" y="4779"/>
                    <a:pt x="3588" y="4792"/>
                    <a:pt x="3592" y="4820"/>
                  </a:cubicBezTo>
                  <a:cubicBezTo>
                    <a:pt x="3597" y="4887"/>
                    <a:pt x="3582" y="4929"/>
                    <a:pt x="3561" y="4929"/>
                  </a:cubicBezTo>
                  <a:cubicBezTo>
                    <a:pt x="3548" y="4929"/>
                    <a:pt x="3533" y="4913"/>
                    <a:pt x="3520" y="4876"/>
                  </a:cubicBezTo>
                  <a:cubicBezTo>
                    <a:pt x="3503" y="4835"/>
                    <a:pt x="3482" y="4816"/>
                    <a:pt x="3466" y="4816"/>
                  </a:cubicBezTo>
                  <a:cubicBezTo>
                    <a:pt x="3464" y="4816"/>
                    <a:pt x="3462" y="4816"/>
                    <a:pt x="3460" y="4817"/>
                  </a:cubicBezTo>
                  <a:cubicBezTo>
                    <a:pt x="3444" y="4823"/>
                    <a:pt x="3454" y="4848"/>
                    <a:pt x="3460" y="4870"/>
                  </a:cubicBezTo>
                  <a:cubicBezTo>
                    <a:pt x="3479" y="4893"/>
                    <a:pt x="3483" y="4905"/>
                    <a:pt x="3473" y="4905"/>
                  </a:cubicBezTo>
                  <a:cubicBezTo>
                    <a:pt x="3466" y="4905"/>
                    <a:pt x="3451" y="4898"/>
                    <a:pt x="3429" y="4883"/>
                  </a:cubicBezTo>
                  <a:cubicBezTo>
                    <a:pt x="3396" y="4858"/>
                    <a:pt x="3372" y="4846"/>
                    <a:pt x="3352" y="4846"/>
                  </a:cubicBezTo>
                  <a:cubicBezTo>
                    <a:pt x="3327" y="4846"/>
                    <a:pt x="3310" y="4865"/>
                    <a:pt x="3291" y="4898"/>
                  </a:cubicBezTo>
                  <a:cubicBezTo>
                    <a:pt x="3259" y="4935"/>
                    <a:pt x="3229" y="4955"/>
                    <a:pt x="3216" y="4955"/>
                  </a:cubicBezTo>
                  <a:cubicBezTo>
                    <a:pt x="3206" y="4955"/>
                    <a:pt x="3205" y="4943"/>
                    <a:pt x="3222" y="4917"/>
                  </a:cubicBezTo>
                  <a:cubicBezTo>
                    <a:pt x="3234" y="4883"/>
                    <a:pt x="3240" y="4869"/>
                    <a:pt x="3237" y="4869"/>
                  </a:cubicBezTo>
                  <a:lnTo>
                    <a:pt x="3237" y="4869"/>
                  </a:lnTo>
                  <a:cubicBezTo>
                    <a:pt x="3235" y="4869"/>
                    <a:pt x="3228" y="4877"/>
                    <a:pt x="3216" y="4892"/>
                  </a:cubicBezTo>
                  <a:lnTo>
                    <a:pt x="3134" y="4911"/>
                  </a:lnTo>
                  <a:cubicBezTo>
                    <a:pt x="3118" y="4917"/>
                    <a:pt x="3106" y="4945"/>
                    <a:pt x="3112" y="4967"/>
                  </a:cubicBezTo>
                  <a:cubicBezTo>
                    <a:pt x="3096" y="4940"/>
                    <a:pt x="3077" y="4922"/>
                    <a:pt x="3058" y="4922"/>
                  </a:cubicBezTo>
                  <a:cubicBezTo>
                    <a:pt x="3045" y="4922"/>
                    <a:pt x="3032" y="4932"/>
                    <a:pt x="3021" y="4955"/>
                  </a:cubicBezTo>
                  <a:lnTo>
                    <a:pt x="2987" y="4961"/>
                  </a:lnTo>
                  <a:cubicBezTo>
                    <a:pt x="2971" y="4964"/>
                    <a:pt x="2971" y="4964"/>
                    <a:pt x="2956" y="4989"/>
                  </a:cubicBezTo>
                  <a:cubicBezTo>
                    <a:pt x="2951" y="4999"/>
                    <a:pt x="2946" y="5002"/>
                    <a:pt x="2940" y="5002"/>
                  </a:cubicBezTo>
                  <a:cubicBezTo>
                    <a:pt x="2928" y="5002"/>
                    <a:pt x="2915" y="4988"/>
                    <a:pt x="2902" y="4973"/>
                  </a:cubicBezTo>
                  <a:cubicBezTo>
                    <a:pt x="2889" y="4958"/>
                    <a:pt x="2876" y="4941"/>
                    <a:pt x="2870" y="4941"/>
                  </a:cubicBezTo>
                  <a:cubicBezTo>
                    <a:pt x="2868" y="4941"/>
                    <a:pt x="2867" y="4944"/>
                    <a:pt x="2868" y="4952"/>
                  </a:cubicBezTo>
                  <a:cubicBezTo>
                    <a:pt x="2868" y="4977"/>
                    <a:pt x="2836" y="5002"/>
                    <a:pt x="2821" y="5027"/>
                  </a:cubicBezTo>
                  <a:cubicBezTo>
                    <a:pt x="2816" y="5036"/>
                    <a:pt x="2811" y="5039"/>
                    <a:pt x="2806" y="5039"/>
                  </a:cubicBezTo>
                  <a:cubicBezTo>
                    <a:pt x="2797" y="5039"/>
                    <a:pt x="2791" y="5022"/>
                    <a:pt x="2802" y="5005"/>
                  </a:cubicBezTo>
                  <a:cubicBezTo>
                    <a:pt x="2799" y="4977"/>
                    <a:pt x="2799" y="4977"/>
                    <a:pt x="2764" y="4955"/>
                  </a:cubicBezTo>
                  <a:cubicBezTo>
                    <a:pt x="2749" y="4955"/>
                    <a:pt x="2714" y="4958"/>
                    <a:pt x="2714" y="4983"/>
                  </a:cubicBezTo>
                  <a:cubicBezTo>
                    <a:pt x="2714" y="4995"/>
                    <a:pt x="2688" y="5002"/>
                    <a:pt x="2661" y="5002"/>
                  </a:cubicBezTo>
                  <a:cubicBezTo>
                    <a:pt x="2633" y="5002"/>
                    <a:pt x="2603" y="4995"/>
                    <a:pt x="2595" y="4980"/>
                  </a:cubicBezTo>
                  <a:lnTo>
                    <a:pt x="2561" y="4980"/>
                  </a:lnTo>
                  <a:cubicBezTo>
                    <a:pt x="2560" y="4980"/>
                    <a:pt x="2559" y="4979"/>
                    <a:pt x="2558" y="4979"/>
                  </a:cubicBezTo>
                  <a:cubicBezTo>
                    <a:pt x="2543" y="4979"/>
                    <a:pt x="2525" y="5002"/>
                    <a:pt x="2507" y="5002"/>
                  </a:cubicBezTo>
                  <a:cubicBezTo>
                    <a:pt x="2507" y="5002"/>
                    <a:pt x="2507" y="5002"/>
                    <a:pt x="2506" y="5002"/>
                  </a:cubicBezTo>
                  <a:cubicBezTo>
                    <a:pt x="2501" y="5002"/>
                    <a:pt x="2488" y="5004"/>
                    <a:pt x="2473" y="5024"/>
                  </a:cubicBezTo>
                  <a:cubicBezTo>
                    <a:pt x="2454" y="5024"/>
                    <a:pt x="2438" y="5020"/>
                    <a:pt x="2438" y="4995"/>
                  </a:cubicBezTo>
                  <a:cubicBezTo>
                    <a:pt x="2428" y="5020"/>
                    <a:pt x="2422" y="5033"/>
                    <a:pt x="2418" y="5033"/>
                  </a:cubicBezTo>
                  <a:cubicBezTo>
                    <a:pt x="2413" y="5033"/>
                    <a:pt x="2410" y="5019"/>
                    <a:pt x="2404" y="4992"/>
                  </a:cubicBezTo>
                  <a:cubicBezTo>
                    <a:pt x="2407" y="4969"/>
                    <a:pt x="2409" y="4957"/>
                    <a:pt x="2407" y="4957"/>
                  </a:cubicBezTo>
                  <a:lnTo>
                    <a:pt x="2407" y="4957"/>
                  </a:lnTo>
                  <a:cubicBezTo>
                    <a:pt x="2405" y="4957"/>
                    <a:pt x="2399" y="4969"/>
                    <a:pt x="2388" y="4992"/>
                  </a:cubicBezTo>
                  <a:cubicBezTo>
                    <a:pt x="2379" y="5003"/>
                    <a:pt x="2375" y="5008"/>
                    <a:pt x="2371" y="5008"/>
                  </a:cubicBezTo>
                  <a:cubicBezTo>
                    <a:pt x="2366" y="5008"/>
                    <a:pt x="2362" y="5001"/>
                    <a:pt x="2354" y="4986"/>
                  </a:cubicBezTo>
                  <a:cubicBezTo>
                    <a:pt x="2356" y="4973"/>
                    <a:pt x="2352" y="4966"/>
                    <a:pt x="2348" y="4966"/>
                  </a:cubicBezTo>
                  <a:cubicBezTo>
                    <a:pt x="2344" y="4966"/>
                    <a:pt x="2340" y="4971"/>
                    <a:pt x="2338" y="4983"/>
                  </a:cubicBezTo>
                  <a:cubicBezTo>
                    <a:pt x="2324" y="5010"/>
                    <a:pt x="2299" y="5026"/>
                    <a:pt x="2283" y="5026"/>
                  </a:cubicBezTo>
                  <a:cubicBezTo>
                    <a:pt x="2270" y="5026"/>
                    <a:pt x="2262" y="5017"/>
                    <a:pt x="2266" y="4995"/>
                  </a:cubicBezTo>
                  <a:cubicBezTo>
                    <a:pt x="2266" y="4995"/>
                    <a:pt x="2265" y="4995"/>
                    <a:pt x="2263" y="4995"/>
                  </a:cubicBezTo>
                  <a:cubicBezTo>
                    <a:pt x="2258" y="4995"/>
                    <a:pt x="2242" y="4997"/>
                    <a:pt x="2225" y="5014"/>
                  </a:cubicBezTo>
                  <a:cubicBezTo>
                    <a:pt x="2213" y="5038"/>
                    <a:pt x="2207" y="5049"/>
                    <a:pt x="2205" y="5049"/>
                  </a:cubicBezTo>
                  <a:cubicBezTo>
                    <a:pt x="2203" y="5049"/>
                    <a:pt x="2205" y="5038"/>
                    <a:pt x="2210" y="5014"/>
                  </a:cubicBezTo>
                  <a:cubicBezTo>
                    <a:pt x="2205" y="4985"/>
                    <a:pt x="2198" y="4971"/>
                    <a:pt x="2188" y="4971"/>
                  </a:cubicBezTo>
                  <a:cubicBezTo>
                    <a:pt x="2180" y="4971"/>
                    <a:pt x="2169" y="4982"/>
                    <a:pt x="2156" y="5002"/>
                  </a:cubicBezTo>
                  <a:cubicBezTo>
                    <a:pt x="2152" y="5007"/>
                    <a:pt x="2146" y="5009"/>
                    <a:pt x="2140" y="5009"/>
                  </a:cubicBezTo>
                  <a:cubicBezTo>
                    <a:pt x="2132" y="5009"/>
                    <a:pt x="2124" y="5005"/>
                    <a:pt x="2122" y="4995"/>
                  </a:cubicBezTo>
                  <a:cubicBezTo>
                    <a:pt x="2102" y="4971"/>
                    <a:pt x="2051" y="4938"/>
                    <a:pt x="2022" y="4938"/>
                  </a:cubicBezTo>
                  <a:cubicBezTo>
                    <a:pt x="2010" y="4938"/>
                    <a:pt x="2002" y="4945"/>
                    <a:pt x="2003" y="4961"/>
                  </a:cubicBezTo>
                  <a:lnTo>
                    <a:pt x="1968" y="4952"/>
                  </a:lnTo>
                  <a:cubicBezTo>
                    <a:pt x="1952" y="4931"/>
                    <a:pt x="1940" y="4921"/>
                    <a:pt x="1926" y="4921"/>
                  </a:cubicBezTo>
                  <a:cubicBezTo>
                    <a:pt x="1919" y="4921"/>
                    <a:pt x="1911" y="4924"/>
                    <a:pt x="1903" y="4930"/>
                  </a:cubicBezTo>
                  <a:lnTo>
                    <a:pt x="1877" y="4948"/>
                  </a:lnTo>
                  <a:cubicBezTo>
                    <a:pt x="1887" y="4923"/>
                    <a:pt x="1877" y="4895"/>
                    <a:pt x="1862" y="4889"/>
                  </a:cubicBezTo>
                  <a:cubicBezTo>
                    <a:pt x="1856" y="4887"/>
                    <a:pt x="1853" y="4885"/>
                    <a:pt x="1850" y="4885"/>
                  </a:cubicBezTo>
                  <a:cubicBezTo>
                    <a:pt x="1845" y="4885"/>
                    <a:pt x="1843" y="4890"/>
                    <a:pt x="1837" y="4905"/>
                  </a:cubicBezTo>
                  <a:cubicBezTo>
                    <a:pt x="1842" y="4923"/>
                    <a:pt x="1838" y="4928"/>
                    <a:pt x="1830" y="4928"/>
                  </a:cubicBezTo>
                  <a:cubicBezTo>
                    <a:pt x="1825" y="4928"/>
                    <a:pt x="1818" y="4926"/>
                    <a:pt x="1812" y="4923"/>
                  </a:cubicBezTo>
                  <a:cubicBezTo>
                    <a:pt x="1796" y="4917"/>
                    <a:pt x="1787" y="4886"/>
                    <a:pt x="1796" y="4864"/>
                  </a:cubicBezTo>
                  <a:lnTo>
                    <a:pt x="1780" y="4858"/>
                  </a:lnTo>
                  <a:cubicBezTo>
                    <a:pt x="1770" y="4883"/>
                    <a:pt x="1761" y="4892"/>
                    <a:pt x="1756" y="4892"/>
                  </a:cubicBezTo>
                  <a:cubicBezTo>
                    <a:pt x="1752" y="4892"/>
                    <a:pt x="1751" y="4885"/>
                    <a:pt x="1755" y="4873"/>
                  </a:cubicBezTo>
                  <a:cubicBezTo>
                    <a:pt x="1752" y="4854"/>
                    <a:pt x="1736" y="4839"/>
                    <a:pt x="1718" y="4832"/>
                  </a:cubicBezTo>
                  <a:cubicBezTo>
                    <a:pt x="1714" y="4838"/>
                    <a:pt x="1712" y="4840"/>
                    <a:pt x="1710" y="4840"/>
                  </a:cubicBezTo>
                  <a:cubicBezTo>
                    <a:pt x="1706" y="4840"/>
                    <a:pt x="1706" y="4831"/>
                    <a:pt x="1712" y="4831"/>
                  </a:cubicBezTo>
                  <a:cubicBezTo>
                    <a:pt x="1714" y="4831"/>
                    <a:pt x="1716" y="4831"/>
                    <a:pt x="1718" y="4832"/>
                  </a:cubicBezTo>
                  <a:lnTo>
                    <a:pt x="1727" y="4807"/>
                  </a:lnTo>
                  <a:cubicBezTo>
                    <a:pt x="1725" y="4797"/>
                    <a:pt x="1722" y="4793"/>
                    <a:pt x="1720" y="4793"/>
                  </a:cubicBezTo>
                  <a:cubicBezTo>
                    <a:pt x="1714" y="4793"/>
                    <a:pt x="1708" y="4809"/>
                    <a:pt x="1702" y="4823"/>
                  </a:cubicBezTo>
                  <a:lnTo>
                    <a:pt x="1671" y="4807"/>
                  </a:lnTo>
                  <a:cubicBezTo>
                    <a:pt x="1664" y="4805"/>
                    <a:pt x="1656" y="4801"/>
                    <a:pt x="1651" y="4801"/>
                  </a:cubicBezTo>
                  <a:cubicBezTo>
                    <a:pt x="1645" y="4801"/>
                    <a:pt x="1641" y="4806"/>
                    <a:pt x="1642" y="4823"/>
                  </a:cubicBezTo>
                  <a:cubicBezTo>
                    <a:pt x="1634" y="4842"/>
                    <a:pt x="1624" y="4863"/>
                    <a:pt x="1612" y="4863"/>
                  </a:cubicBezTo>
                  <a:cubicBezTo>
                    <a:pt x="1609" y="4863"/>
                    <a:pt x="1607" y="4862"/>
                    <a:pt x="1605" y="4861"/>
                  </a:cubicBezTo>
                  <a:cubicBezTo>
                    <a:pt x="1602" y="4867"/>
                    <a:pt x="1600" y="4869"/>
                    <a:pt x="1598" y="4869"/>
                  </a:cubicBezTo>
                  <a:cubicBezTo>
                    <a:pt x="1594" y="4869"/>
                    <a:pt x="1594" y="4860"/>
                    <a:pt x="1601" y="4860"/>
                  </a:cubicBezTo>
                  <a:cubicBezTo>
                    <a:pt x="1602" y="4860"/>
                    <a:pt x="1603" y="4860"/>
                    <a:pt x="1605" y="4861"/>
                  </a:cubicBezTo>
                  <a:cubicBezTo>
                    <a:pt x="1617" y="4839"/>
                    <a:pt x="1627" y="4817"/>
                    <a:pt x="1611" y="4807"/>
                  </a:cubicBezTo>
                  <a:cubicBezTo>
                    <a:pt x="1595" y="4801"/>
                    <a:pt x="1608" y="4776"/>
                    <a:pt x="1608" y="4776"/>
                  </a:cubicBezTo>
                  <a:cubicBezTo>
                    <a:pt x="1633" y="4751"/>
                    <a:pt x="1609" y="4740"/>
                    <a:pt x="1582" y="4740"/>
                  </a:cubicBezTo>
                  <a:cubicBezTo>
                    <a:pt x="1569" y="4740"/>
                    <a:pt x="1555" y="4743"/>
                    <a:pt x="1545" y="4748"/>
                  </a:cubicBezTo>
                  <a:cubicBezTo>
                    <a:pt x="1525" y="4758"/>
                    <a:pt x="1510" y="4763"/>
                    <a:pt x="1501" y="4763"/>
                  </a:cubicBezTo>
                  <a:cubicBezTo>
                    <a:pt x="1485" y="4763"/>
                    <a:pt x="1485" y="4748"/>
                    <a:pt x="1501" y="4720"/>
                  </a:cubicBezTo>
                  <a:cubicBezTo>
                    <a:pt x="1509" y="4705"/>
                    <a:pt x="1508" y="4698"/>
                    <a:pt x="1501" y="4698"/>
                  </a:cubicBezTo>
                  <a:cubicBezTo>
                    <a:pt x="1487" y="4698"/>
                    <a:pt x="1452" y="4722"/>
                    <a:pt x="1417" y="4757"/>
                  </a:cubicBezTo>
                  <a:lnTo>
                    <a:pt x="1364" y="4814"/>
                  </a:lnTo>
                  <a:lnTo>
                    <a:pt x="1401" y="4748"/>
                  </a:lnTo>
                  <a:cubicBezTo>
                    <a:pt x="1428" y="4681"/>
                    <a:pt x="1436" y="4662"/>
                    <a:pt x="1412" y="4662"/>
                  </a:cubicBezTo>
                  <a:cubicBezTo>
                    <a:pt x="1402" y="4662"/>
                    <a:pt x="1388" y="4665"/>
                    <a:pt x="1367" y="4669"/>
                  </a:cubicBezTo>
                  <a:cubicBezTo>
                    <a:pt x="1326" y="4669"/>
                    <a:pt x="1323" y="4669"/>
                    <a:pt x="1338" y="4651"/>
                  </a:cubicBezTo>
                  <a:cubicBezTo>
                    <a:pt x="1354" y="4629"/>
                    <a:pt x="1338" y="4619"/>
                    <a:pt x="1298" y="4588"/>
                  </a:cubicBezTo>
                  <a:cubicBezTo>
                    <a:pt x="1269" y="4568"/>
                    <a:pt x="1254" y="4556"/>
                    <a:pt x="1242" y="4556"/>
                  </a:cubicBezTo>
                  <a:cubicBezTo>
                    <a:pt x="1236" y="4556"/>
                    <a:pt x="1231" y="4560"/>
                    <a:pt x="1226" y="4566"/>
                  </a:cubicBezTo>
                  <a:lnTo>
                    <a:pt x="1197" y="4544"/>
                  </a:lnTo>
                  <a:cubicBezTo>
                    <a:pt x="1207" y="4519"/>
                    <a:pt x="1201" y="4507"/>
                    <a:pt x="1190" y="4507"/>
                  </a:cubicBezTo>
                  <a:cubicBezTo>
                    <a:pt x="1179" y="4507"/>
                    <a:pt x="1163" y="4519"/>
                    <a:pt x="1154" y="4544"/>
                  </a:cubicBezTo>
                  <a:cubicBezTo>
                    <a:pt x="1154" y="4544"/>
                    <a:pt x="1141" y="4532"/>
                    <a:pt x="1125" y="4522"/>
                  </a:cubicBezTo>
                  <a:lnTo>
                    <a:pt x="1141" y="4503"/>
                  </a:lnTo>
                  <a:cubicBezTo>
                    <a:pt x="1157" y="4481"/>
                    <a:pt x="1132" y="4460"/>
                    <a:pt x="1031" y="4366"/>
                  </a:cubicBezTo>
                  <a:cubicBezTo>
                    <a:pt x="954" y="4288"/>
                    <a:pt x="928" y="4256"/>
                    <a:pt x="905" y="4256"/>
                  </a:cubicBezTo>
                  <a:cubicBezTo>
                    <a:pt x="896" y="4256"/>
                    <a:pt x="887" y="4261"/>
                    <a:pt x="875" y="4271"/>
                  </a:cubicBezTo>
                  <a:cubicBezTo>
                    <a:pt x="858" y="4279"/>
                    <a:pt x="845" y="4282"/>
                    <a:pt x="837" y="4282"/>
                  </a:cubicBezTo>
                  <a:cubicBezTo>
                    <a:pt x="822" y="4282"/>
                    <a:pt x="826" y="4269"/>
                    <a:pt x="853" y="4246"/>
                  </a:cubicBezTo>
                  <a:cubicBezTo>
                    <a:pt x="867" y="4234"/>
                    <a:pt x="874" y="4212"/>
                    <a:pt x="868" y="4212"/>
                  </a:cubicBezTo>
                  <a:cubicBezTo>
                    <a:pt x="866" y="4212"/>
                    <a:pt x="863" y="4214"/>
                    <a:pt x="859" y="4218"/>
                  </a:cubicBezTo>
                  <a:cubicBezTo>
                    <a:pt x="846" y="4203"/>
                    <a:pt x="840" y="4181"/>
                    <a:pt x="843" y="4162"/>
                  </a:cubicBezTo>
                  <a:cubicBezTo>
                    <a:pt x="850" y="4113"/>
                    <a:pt x="839" y="4097"/>
                    <a:pt x="824" y="4097"/>
                  </a:cubicBezTo>
                  <a:cubicBezTo>
                    <a:pt x="817" y="4097"/>
                    <a:pt x="810" y="4100"/>
                    <a:pt x="803" y="4105"/>
                  </a:cubicBezTo>
                  <a:cubicBezTo>
                    <a:pt x="792" y="4122"/>
                    <a:pt x="787" y="4128"/>
                    <a:pt x="785" y="4128"/>
                  </a:cubicBezTo>
                  <a:cubicBezTo>
                    <a:pt x="781" y="4128"/>
                    <a:pt x="787" y="4111"/>
                    <a:pt x="793" y="4093"/>
                  </a:cubicBezTo>
                  <a:cubicBezTo>
                    <a:pt x="801" y="4068"/>
                    <a:pt x="808" y="4045"/>
                    <a:pt x="801" y="4045"/>
                  </a:cubicBezTo>
                  <a:cubicBezTo>
                    <a:pt x="800" y="4045"/>
                    <a:pt x="797" y="4046"/>
                    <a:pt x="793" y="4049"/>
                  </a:cubicBezTo>
                  <a:cubicBezTo>
                    <a:pt x="762" y="4049"/>
                    <a:pt x="677" y="3980"/>
                    <a:pt x="724" y="3952"/>
                  </a:cubicBezTo>
                  <a:lnTo>
                    <a:pt x="705" y="3924"/>
                  </a:lnTo>
                  <a:cubicBezTo>
                    <a:pt x="702" y="3926"/>
                    <a:pt x="699" y="3926"/>
                    <a:pt x="696" y="3926"/>
                  </a:cubicBezTo>
                  <a:cubicBezTo>
                    <a:pt x="679" y="3926"/>
                    <a:pt x="665" y="3900"/>
                    <a:pt x="649" y="3877"/>
                  </a:cubicBezTo>
                  <a:cubicBezTo>
                    <a:pt x="633" y="3845"/>
                    <a:pt x="624" y="3833"/>
                    <a:pt x="646" y="3820"/>
                  </a:cubicBezTo>
                  <a:cubicBezTo>
                    <a:pt x="674" y="3820"/>
                    <a:pt x="668" y="3808"/>
                    <a:pt x="627" y="3789"/>
                  </a:cubicBezTo>
                  <a:cubicBezTo>
                    <a:pt x="618" y="3776"/>
                    <a:pt x="568" y="3783"/>
                    <a:pt x="558" y="3767"/>
                  </a:cubicBezTo>
                  <a:cubicBezTo>
                    <a:pt x="549" y="3772"/>
                    <a:pt x="540" y="3774"/>
                    <a:pt x="530" y="3774"/>
                  </a:cubicBezTo>
                  <a:cubicBezTo>
                    <a:pt x="517" y="3774"/>
                    <a:pt x="504" y="3769"/>
                    <a:pt x="499" y="3758"/>
                  </a:cubicBezTo>
                  <a:lnTo>
                    <a:pt x="521" y="3748"/>
                  </a:lnTo>
                  <a:lnTo>
                    <a:pt x="568" y="3726"/>
                  </a:lnTo>
                  <a:cubicBezTo>
                    <a:pt x="563" y="3714"/>
                    <a:pt x="556" y="3701"/>
                    <a:pt x="542" y="3701"/>
                  </a:cubicBezTo>
                  <a:cubicBezTo>
                    <a:pt x="539" y="3701"/>
                    <a:pt x="535" y="3702"/>
                    <a:pt x="530" y="3704"/>
                  </a:cubicBezTo>
                  <a:cubicBezTo>
                    <a:pt x="546" y="3679"/>
                    <a:pt x="539" y="3664"/>
                    <a:pt x="524" y="3632"/>
                  </a:cubicBezTo>
                  <a:cubicBezTo>
                    <a:pt x="508" y="3601"/>
                    <a:pt x="495" y="3570"/>
                    <a:pt x="467" y="3560"/>
                  </a:cubicBezTo>
                  <a:cubicBezTo>
                    <a:pt x="508" y="3526"/>
                    <a:pt x="474" y="3432"/>
                    <a:pt x="420" y="3428"/>
                  </a:cubicBezTo>
                  <a:cubicBezTo>
                    <a:pt x="415" y="3430"/>
                    <a:pt x="411" y="3431"/>
                    <a:pt x="408" y="3431"/>
                  </a:cubicBezTo>
                  <a:cubicBezTo>
                    <a:pt x="394" y="3431"/>
                    <a:pt x="393" y="3417"/>
                    <a:pt x="408" y="3397"/>
                  </a:cubicBezTo>
                  <a:cubicBezTo>
                    <a:pt x="427" y="3372"/>
                    <a:pt x="427" y="3372"/>
                    <a:pt x="398" y="3363"/>
                  </a:cubicBezTo>
                  <a:cubicBezTo>
                    <a:pt x="370" y="3353"/>
                    <a:pt x="389" y="3331"/>
                    <a:pt x="408" y="3306"/>
                  </a:cubicBezTo>
                  <a:cubicBezTo>
                    <a:pt x="455" y="3275"/>
                    <a:pt x="448" y="3259"/>
                    <a:pt x="420" y="3250"/>
                  </a:cubicBezTo>
                  <a:cubicBezTo>
                    <a:pt x="398" y="3231"/>
                    <a:pt x="383" y="3203"/>
                    <a:pt x="376" y="3172"/>
                  </a:cubicBezTo>
                  <a:cubicBezTo>
                    <a:pt x="353" y="3153"/>
                    <a:pt x="346" y="3139"/>
                    <a:pt x="336" y="3139"/>
                  </a:cubicBezTo>
                  <a:cubicBezTo>
                    <a:pt x="332" y="3139"/>
                    <a:pt x="327" y="3142"/>
                    <a:pt x="320" y="3150"/>
                  </a:cubicBezTo>
                  <a:cubicBezTo>
                    <a:pt x="315" y="3150"/>
                    <a:pt x="311" y="3151"/>
                    <a:pt x="306" y="3151"/>
                  </a:cubicBezTo>
                  <a:cubicBezTo>
                    <a:pt x="292" y="3151"/>
                    <a:pt x="278" y="3147"/>
                    <a:pt x="267" y="3140"/>
                  </a:cubicBezTo>
                  <a:cubicBezTo>
                    <a:pt x="247" y="3123"/>
                    <a:pt x="250" y="3114"/>
                    <a:pt x="255" y="3114"/>
                  </a:cubicBezTo>
                  <a:cubicBezTo>
                    <a:pt x="258" y="3114"/>
                    <a:pt x="262" y="3117"/>
                    <a:pt x="264" y="3125"/>
                  </a:cubicBezTo>
                  <a:cubicBezTo>
                    <a:pt x="276" y="3136"/>
                    <a:pt x="282" y="3141"/>
                    <a:pt x="288" y="3141"/>
                  </a:cubicBezTo>
                  <a:cubicBezTo>
                    <a:pt x="296" y="3141"/>
                    <a:pt x="300" y="3129"/>
                    <a:pt x="314" y="3115"/>
                  </a:cubicBezTo>
                  <a:cubicBezTo>
                    <a:pt x="329" y="3093"/>
                    <a:pt x="336" y="3068"/>
                    <a:pt x="329" y="3040"/>
                  </a:cubicBezTo>
                  <a:lnTo>
                    <a:pt x="320" y="2974"/>
                  </a:lnTo>
                  <a:cubicBezTo>
                    <a:pt x="334" y="2922"/>
                    <a:pt x="336" y="2905"/>
                    <a:pt x="316" y="2905"/>
                  </a:cubicBezTo>
                  <a:cubicBezTo>
                    <a:pt x="314" y="2905"/>
                    <a:pt x="313" y="2905"/>
                    <a:pt x="311" y="2905"/>
                  </a:cubicBezTo>
                  <a:cubicBezTo>
                    <a:pt x="286" y="2907"/>
                    <a:pt x="273" y="2907"/>
                    <a:pt x="270" y="2907"/>
                  </a:cubicBezTo>
                  <a:cubicBezTo>
                    <a:pt x="267" y="2907"/>
                    <a:pt x="273" y="2907"/>
                    <a:pt x="286" y="2905"/>
                  </a:cubicBezTo>
                  <a:cubicBezTo>
                    <a:pt x="336" y="2883"/>
                    <a:pt x="326" y="2695"/>
                    <a:pt x="276" y="2680"/>
                  </a:cubicBezTo>
                  <a:lnTo>
                    <a:pt x="301" y="2680"/>
                  </a:lnTo>
                  <a:cubicBezTo>
                    <a:pt x="326" y="2680"/>
                    <a:pt x="326" y="2661"/>
                    <a:pt x="329" y="2626"/>
                  </a:cubicBezTo>
                  <a:cubicBezTo>
                    <a:pt x="320" y="2582"/>
                    <a:pt x="314" y="2535"/>
                    <a:pt x="314" y="2488"/>
                  </a:cubicBezTo>
                  <a:cubicBezTo>
                    <a:pt x="314" y="2419"/>
                    <a:pt x="329" y="2366"/>
                    <a:pt x="301" y="2363"/>
                  </a:cubicBezTo>
                  <a:cubicBezTo>
                    <a:pt x="303" y="2352"/>
                    <a:pt x="304" y="2349"/>
                    <a:pt x="313" y="2349"/>
                  </a:cubicBezTo>
                  <a:cubicBezTo>
                    <a:pt x="316" y="2349"/>
                    <a:pt x="322" y="2349"/>
                    <a:pt x="329" y="2350"/>
                  </a:cubicBezTo>
                  <a:cubicBezTo>
                    <a:pt x="337" y="2358"/>
                    <a:pt x="342" y="2360"/>
                    <a:pt x="346" y="2360"/>
                  </a:cubicBezTo>
                  <a:cubicBezTo>
                    <a:pt x="353" y="2360"/>
                    <a:pt x="355" y="2348"/>
                    <a:pt x="358" y="2338"/>
                  </a:cubicBezTo>
                  <a:cubicBezTo>
                    <a:pt x="361" y="2319"/>
                    <a:pt x="336" y="2316"/>
                    <a:pt x="311" y="2313"/>
                  </a:cubicBezTo>
                  <a:cubicBezTo>
                    <a:pt x="286" y="2310"/>
                    <a:pt x="289" y="2291"/>
                    <a:pt x="320" y="2260"/>
                  </a:cubicBezTo>
                  <a:cubicBezTo>
                    <a:pt x="348" y="2222"/>
                    <a:pt x="361" y="2172"/>
                    <a:pt x="348" y="2125"/>
                  </a:cubicBezTo>
                  <a:cubicBezTo>
                    <a:pt x="354" y="2109"/>
                    <a:pt x="357" y="2095"/>
                    <a:pt x="373" y="2095"/>
                  </a:cubicBezTo>
                  <a:cubicBezTo>
                    <a:pt x="376" y="2095"/>
                    <a:pt x="379" y="2096"/>
                    <a:pt x="383" y="2097"/>
                  </a:cubicBezTo>
                  <a:cubicBezTo>
                    <a:pt x="411" y="2084"/>
                    <a:pt x="445" y="2059"/>
                    <a:pt x="405" y="2012"/>
                  </a:cubicBezTo>
                  <a:cubicBezTo>
                    <a:pt x="407" y="2002"/>
                    <a:pt x="407" y="1999"/>
                    <a:pt x="413" y="1999"/>
                  </a:cubicBezTo>
                  <a:cubicBezTo>
                    <a:pt x="417" y="1999"/>
                    <a:pt x="423" y="2000"/>
                    <a:pt x="433" y="2003"/>
                  </a:cubicBezTo>
                  <a:cubicBezTo>
                    <a:pt x="461" y="1993"/>
                    <a:pt x="486" y="2003"/>
                    <a:pt x="442" y="1971"/>
                  </a:cubicBezTo>
                  <a:cubicBezTo>
                    <a:pt x="433" y="1927"/>
                    <a:pt x="448" y="1884"/>
                    <a:pt x="486" y="1858"/>
                  </a:cubicBezTo>
                  <a:cubicBezTo>
                    <a:pt x="492" y="1843"/>
                    <a:pt x="499" y="1827"/>
                    <a:pt x="474" y="1818"/>
                  </a:cubicBezTo>
                  <a:lnTo>
                    <a:pt x="452" y="1808"/>
                  </a:lnTo>
                  <a:lnTo>
                    <a:pt x="452" y="1808"/>
                  </a:lnTo>
                  <a:cubicBezTo>
                    <a:pt x="464" y="1809"/>
                    <a:pt x="473" y="1810"/>
                    <a:pt x="480" y="1810"/>
                  </a:cubicBezTo>
                  <a:cubicBezTo>
                    <a:pt x="503" y="1810"/>
                    <a:pt x="495" y="1803"/>
                    <a:pt x="464" y="1777"/>
                  </a:cubicBezTo>
                  <a:cubicBezTo>
                    <a:pt x="444" y="1767"/>
                    <a:pt x="444" y="1755"/>
                    <a:pt x="457" y="1755"/>
                  </a:cubicBezTo>
                  <a:cubicBezTo>
                    <a:pt x="461" y="1755"/>
                    <a:pt x="465" y="1756"/>
                    <a:pt x="470" y="1758"/>
                  </a:cubicBezTo>
                  <a:cubicBezTo>
                    <a:pt x="486" y="1758"/>
                    <a:pt x="499" y="1749"/>
                    <a:pt x="508" y="1739"/>
                  </a:cubicBezTo>
                  <a:cubicBezTo>
                    <a:pt x="524" y="1677"/>
                    <a:pt x="546" y="1614"/>
                    <a:pt x="571" y="1554"/>
                  </a:cubicBezTo>
                  <a:cubicBezTo>
                    <a:pt x="643" y="1435"/>
                    <a:pt x="671" y="1392"/>
                    <a:pt x="649" y="1379"/>
                  </a:cubicBezTo>
                  <a:cubicBezTo>
                    <a:pt x="637" y="1351"/>
                    <a:pt x="637" y="1351"/>
                    <a:pt x="668" y="1348"/>
                  </a:cubicBezTo>
                  <a:cubicBezTo>
                    <a:pt x="670" y="1348"/>
                    <a:pt x="672" y="1348"/>
                    <a:pt x="675" y="1348"/>
                  </a:cubicBezTo>
                  <a:cubicBezTo>
                    <a:pt x="694" y="1348"/>
                    <a:pt x="710" y="1336"/>
                    <a:pt x="721" y="1319"/>
                  </a:cubicBezTo>
                  <a:cubicBezTo>
                    <a:pt x="728" y="1311"/>
                    <a:pt x="734" y="1302"/>
                    <a:pt x="745" y="1302"/>
                  </a:cubicBezTo>
                  <a:cubicBezTo>
                    <a:pt x="750" y="1302"/>
                    <a:pt x="755" y="1303"/>
                    <a:pt x="762" y="1307"/>
                  </a:cubicBezTo>
                  <a:cubicBezTo>
                    <a:pt x="752" y="1279"/>
                    <a:pt x="752" y="1279"/>
                    <a:pt x="762" y="1266"/>
                  </a:cubicBezTo>
                  <a:cubicBezTo>
                    <a:pt x="768" y="1270"/>
                    <a:pt x="773" y="1272"/>
                    <a:pt x="777" y="1272"/>
                  </a:cubicBezTo>
                  <a:cubicBezTo>
                    <a:pt x="788" y="1272"/>
                    <a:pt x="791" y="1258"/>
                    <a:pt x="784" y="1238"/>
                  </a:cubicBezTo>
                  <a:cubicBezTo>
                    <a:pt x="769" y="1214"/>
                    <a:pt x="762" y="1203"/>
                    <a:pt x="764" y="1203"/>
                  </a:cubicBezTo>
                  <a:lnTo>
                    <a:pt x="764" y="1203"/>
                  </a:lnTo>
                  <a:cubicBezTo>
                    <a:pt x="767" y="1203"/>
                    <a:pt x="776" y="1211"/>
                    <a:pt x="793" y="1225"/>
                  </a:cubicBezTo>
                  <a:cubicBezTo>
                    <a:pt x="798" y="1228"/>
                    <a:pt x="804" y="1229"/>
                    <a:pt x="811" y="1229"/>
                  </a:cubicBezTo>
                  <a:cubicBezTo>
                    <a:pt x="833" y="1229"/>
                    <a:pt x="858" y="1215"/>
                    <a:pt x="834" y="1213"/>
                  </a:cubicBezTo>
                  <a:cubicBezTo>
                    <a:pt x="815" y="1197"/>
                    <a:pt x="837" y="1169"/>
                    <a:pt x="831" y="1141"/>
                  </a:cubicBezTo>
                  <a:cubicBezTo>
                    <a:pt x="837" y="1132"/>
                    <a:pt x="845" y="1124"/>
                    <a:pt x="855" y="1124"/>
                  </a:cubicBezTo>
                  <a:cubicBezTo>
                    <a:pt x="860" y="1124"/>
                    <a:pt x="865" y="1126"/>
                    <a:pt x="872" y="1131"/>
                  </a:cubicBezTo>
                  <a:cubicBezTo>
                    <a:pt x="872" y="1131"/>
                    <a:pt x="873" y="1132"/>
                    <a:pt x="873" y="1132"/>
                  </a:cubicBezTo>
                  <a:cubicBezTo>
                    <a:pt x="904" y="1132"/>
                    <a:pt x="944" y="1056"/>
                    <a:pt x="937" y="1025"/>
                  </a:cubicBezTo>
                  <a:cubicBezTo>
                    <a:pt x="925" y="1013"/>
                    <a:pt x="926" y="1003"/>
                    <a:pt x="934" y="1003"/>
                  </a:cubicBezTo>
                  <a:cubicBezTo>
                    <a:pt x="938" y="1003"/>
                    <a:pt x="943" y="1006"/>
                    <a:pt x="950" y="1012"/>
                  </a:cubicBezTo>
                  <a:cubicBezTo>
                    <a:pt x="956" y="1018"/>
                    <a:pt x="961" y="1020"/>
                    <a:pt x="966" y="1020"/>
                  </a:cubicBezTo>
                  <a:cubicBezTo>
                    <a:pt x="975" y="1020"/>
                    <a:pt x="982" y="1011"/>
                    <a:pt x="991" y="1003"/>
                  </a:cubicBezTo>
                  <a:cubicBezTo>
                    <a:pt x="989" y="992"/>
                    <a:pt x="991" y="988"/>
                    <a:pt x="994" y="988"/>
                  </a:cubicBezTo>
                  <a:cubicBezTo>
                    <a:pt x="1000" y="988"/>
                    <a:pt x="1010" y="999"/>
                    <a:pt x="1022" y="1009"/>
                  </a:cubicBezTo>
                  <a:cubicBezTo>
                    <a:pt x="1025" y="1023"/>
                    <a:pt x="1029" y="1028"/>
                    <a:pt x="1034" y="1028"/>
                  </a:cubicBezTo>
                  <a:cubicBezTo>
                    <a:pt x="1041" y="1028"/>
                    <a:pt x="1052" y="1019"/>
                    <a:pt x="1066" y="1006"/>
                  </a:cubicBezTo>
                  <a:cubicBezTo>
                    <a:pt x="1060" y="978"/>
                    <a:pt x="1113" y="931"/>
                    <a:pt x="1150" y="896"/>
                  </a:cubicBezTo>
                  <a:cubicBezTo>
                    <a:pt x="1216" y="843"/>
                    <a:pt x="1216" y="815"/>
                    <a:pt x="1216" y="752"/>
                  </a:cubicBezTo>
                  <a:lnTo>
                    <a:pt x="1201" y="702"/>
                  </a:lnTo>
                  <a:lnTo>
                    <a:pt x="1201" y="702"/>
                  </a:lnTo>
                  <a:lnTo>
                    <a:pt x="1229" y="743"/>
                  </a:lnTo>
                  <a:cubicBezTo>
                    <a:pt x="1248" y="762"/>
                    <a:pt x="1266" y="777"/>
                    <a:pt x="1288" y="793"/>
                  </a:cubicBezTo>
                  <a:cubicBezTo>
                    <a:pt x="1301" y="784"/>
                    <a:pt x="1288" y="762"/>
                    <a:pt x="1273" y="743"/>
                  </a:cubicBezTo>
                  <a:cubicBezTo>
                    <a:pt x="1257" y="721"/>
                    <a:pt x="1273" y="711"/>
                    <a:pt x="1317" y="711"/>
                  </a:cubicBezTo>
                  <a:cubicBezTo>
                    <a:pt x="1357" y="711"/>
                    <a:pt x="1373" y="705"/>
                    <a:pt x="1376" y="674"/>
                  </a:cubicBezTo>
                  <a:cubicBezTo>
                    <a:pt x="1386" y="666"/>
                    <a:pt x="1397" y="662"/>
                    <a:pt x="1409" y="662"/>
                  </a:cubicBezTo>
                  <a:cubicBezTo>
                    <a:pt x="1417" y="662"/>
                    <a:pt x="1425" y="664"/>
                    <a:pt x="1432" y="668"/>
                  </a:cubicBezTo>
                  <a:cubicBezTo>
                    <a:pt x="1448" y="661"/>
                    <a:pt x="1448" y="661"/>
                    <a:pt x="1436" y="639"/>
                  </a:cubicBezTo>
                  <a:cubicBezTo>
                    <a:pt x="1427" y="624"/>
                    <a:pt x="1432" y="615"/>
                    <a:pt x="1445" y="615"/>
                  </a:cubicBezTo>
                  <a:cubicBezTo>
                    <a:pt x="1451" y="615"/>
                    <a:pt x="1458" y="617"/>
                    <a:pt x="1467" y="621"/>
                  </a:cubicBezTo>
                  <a:cubicBezTo>
                    <a:pt x="1480" y="633"/>
                    <a:pt x="1495" y="638"/>
                    <a:pt x="1507" y="638"/>
                  </a:cubicBezTo>
                  <a:cubicBezTo>
                    <a:pt x="1529" y="638"/>
                    <a:pt x="1545" y="622"/>
                    <a:pt x="1539" y="608"/>
                  </a:cubicBezTo>
                  <a:cubicBezTo>
                    <a:pt x="1527" y="586"/>
                    <a:pt x="1542" y="577"/>
                    <a:pt x="1558" y="570"/>
                  </a:cubicBezTo>
                  <a:cubicBezTo>
                    <a:pt x="1577" y="564"/>
                    <a:pt x="1592" y="545"/>
                    <a:pt x="1595" y="527"/>
                  </a:cubicBezTo>
                  <a:cubicBezTo>
                    <a:pt x="1611" y="517"/>
                    <a:pt x="1627" y="511"/>
                    <a:pt x="1627" y="511"/>
                  </a:cubicBezTo>
                  <a:cubicBezTo>
                    <a:pt x="1628" y="510"/>
                    <a:pt x="1630" y="510"/>
                    <a:pt x="1631" y="510"/>
                  </a:cubicBezTo>
                  <a:cubicBezTo>
                    <a:pt x="1641" y="510"/>
                    <a:pt x="1635" y="534"/>
                    <a:pt x="1621" y="542"/>
                  </a:cubicBezTo>
                  <a:lnTo>
                    <a:pt x="1649" y="558"/>
                  </a:lnTo>
                  <a:cubicBezTo>
                    <a:pt x="1680" y="542"/>
                    <a:pt x="1696" y="536"/>
                    <a:pt x="1702" y="505"/>
                  </a:cubicBezTo>
                  <a:cubicBezTo>
                    <a:pt x="1699" y="477"/>
                    <a:pt x="1697" y="463"/>
                    <a:pt x="1700" y="463"/>
                  </a:cubicBezTo>
                  <a:lnTo>
                    <a:pt x="1700" y="463"/>
                  </a:lnTo>
                  <a:cubicBezTo>
                    <a:pt x="1702" y="463"/>
                    <a:pt x="1707" y="474"/>
                    <a:pt x="1718" y="495"/>
                  </a:cubicBezTo>
                  <a:cubicBezTo>
                    <a:pt x="1724" y="511"/>
                    <a:pt x="1735" y="523"/>
                    <a:pt x="1745" y="523"/>
                  </a:cubicBezTo>
                  <a:cubicBezTo>
                    <a:pt x="1751" y="523"/>
                    <a:pt x="1756" y="518"/>
                    <a:pt x="1758" y="508"/>
                  </a:cubicBezTo>
                  <a:cubicBezTo>
                    <a:pt x="1757" y="482"/>
                    <a:pt x="1763" y="473"/>
                    <a:pt x="1770" y="473"/>
                  </a:cubicBezTo>
                  <a:cubicBezTo>
                    <a:pt x="1777" y="473"/>
                    <a:pt x="1786" y="484"/>
                    <a:pt x="1790" y="495"/>
                  </a:cubicBezTo>
                  <a:cubicBezTo>
                    <a:pt x="1791" y="520"/>
                    <a:pt x="1792" y="533"/>
                    <a:pt x="1797" y="533"/>
                  </a:cubicBezTo>
                  <a:cubicBezTo>
                    <a:pt x="1803" y="533"/>
                    <a:pt x="1815" y="516"/>
                    <a:pt x="1840" y="480"/>
                  </a:cubicBezTo>
                  <a:cubicBezTo>
                    <a:pt x="1874" y="467"/>
                    <a:pt x="1928" y="417"/>
                    <a:pt x="1981" y="404"/>
                  </a:cubicBezTo>
                  <a:cubicBezTo>
                    <a:pt x="2021" y="395"/>
                    <a:pt x="2049" y="388"/>
                    <a:pt x="2070" y="388"/>
                  </a:cubicBezTo>
                  <a:cubicBezTo>
                    <a:pt x="2086" y="388"/>
                    <a:pt x="2097" y="392"/>
                    <a:pt x="2106" y="401"/>
                  </a:cubicBezTo>
                  <a:cubicBezTo>
                    <a:pt x="2108" y="409"/>
                    <a:pt x="2110" y="416"/>
                    <a:pt x="2111" y="421"/>
                  </a:cubicBezTo>
                  <a:lnTo>
                    <a:pt x="2111" y="421"/>
                  </a:lnTo>
                  <a:cubicBezTo>
                    <a:pt x="2101" y="376"/>
                    <a:pt x="2118" y="373"/>
                    <a:pt x="2169" y="360"/>
                  </a:cubicBezTo>
                  <a:cubicBezTo>
                    <a:pt x="2178" y="364"/>
                    <a:pt x="2187" y="366"/>
                    <a:pt x="2197" y="366"/>
                  </a:cubicBezTo>
                  <a:cubicBezTo>
                    <a:pt x="2226" y="366"/>
                    <a:pt x="2254" y="348"/>
                    <a:pt x="2266" y="320"/>
                  </a:cubicBezTo>
                  <a:lnTo>
                    <a:pt x="2266" y="320"/>
                  </a:lnTo>
                  <a:lnTo>
                    <a:pt x="2232" y="326"/>
                  </a:lnTo>
                  <a:cubicBezTo>
                    <a:pt x="2228" y="294"/>
                    <a:pt x="2233" y="281"/>
                    <a:pt x="2248" y="281"/>
                  </a:cubicBezTo>
                  <a:cubicBezTo>
                    <a:pt x="2256" y="281"/>
                    <a:pt x="2267" y="285"/>
                    <a:pt x="2282" y="292"/>
                  </a:cubicBezTo>
                  <a:cubicBezTo>
                    <a:pt x="2283" y="291"/>
                    <a:pt x="2284" y="291"/>
                    <a:pt x="2285" y="291"/>
                  </a:cubicBezTo>
                  <a:cubicBezTo>
                    <a:pt x="2301" y="291"/>
                    <a:pt x="2304" y="315"/>
                    <a:pt x="2307" y="339"/>
                  </a:cubicBezTo>
                  <a:cubicBezTo>
                    <a:pt x="2310" y="362"/>
                    <a:pt x="2327" y="386"/>
                    <a:pt x="2344" y="386"/>
                  </a:cubicBezTo>
                  <a:cubicBezTo>
                    <a:pt x="2345" y="386"/>
                    <a:pt x="2346" y="386"/>
                    <a:pt x="2348" y="386"/>
                  </a:cubicBezTo>
                  <a:cubicBezTo>
                    <a:pt x="2363" y="382"/>
                    <a:pt x="2382" y="379"/>
                    <a:pt x="2360" y="357"/>
                  </a:cubicBezTo>
                  <a:cubicBezTo>
                    <a:pt x="2357" y="332"/>
                    <a:pt x="2357" y="332"/>
                    <a:pt x="2376" y="329"/>
                  </a:cubicBezTo>
                  <a:cubicBezTo>
                    <a:pt x="2395" y="329"/>
                    <a:pt x="2413" y="317"/>
                    <a:pt x="2426" y="301"/>
                  </a:cubicBezTo>
                  <a:cubicBezTo>
                    <a:pt x="2423" y="276"/>
                    <a:pt x="2442" y="273"/>
                    <a:pt x="2457" y="273"/>
                  </a:cubicBezTo>
                  <a:cubicBezTo>
                    <a:pt x="2471" y="286"/>
                    <a:pt x="2487" y="295"/>
                    <a:pt x="2505" y="295"/>
                  </a:cubicBezTo>
                  <a:cubicBezTo>
                    <a:pt x="2508" y="295"/>
                    <a:pt x="2511" y="295"/>
                    <a:pt x="2514" y="295"/>
                  </a:cubicBezTo>
                  <a:lnTo>
                    <a:pt x="2514" y="320"/>
                  </a:lnTo>
                  <a:cubicBezTo>
                    <a:pt x="2517" y="339"/>
                    <a:pt x="2523" y="357"/>
                    <a:pt x="2532" y="370"/>
                  </a:cubicBezTo>
                  <a:cubicBezTo>
                    <a:pt x="2551" y="370"/>
                    <a:pt x="2551" y="345"/>
                    <a:pt x="2551" y="345"/>
                  </a:cubicBezTo>
                  <a:cubicBezTo>
                    <a:pt x="2550" y="330"/>
                    <a:pt x="2614" y="324"/>
                    <a:pt x="2695" y="324"/>
                  </a:cubicBezTo>
                  <a:cubicBezTo>
                    <a:pt x="2821" y="324"/>
                    <a:pt x="2988" y="338"/>
                    <a:pt x="3018" y="351"/>
                  </a:cubicBezTo>
                  <a:cubicBezTo>
                    <a:pt x="3035" y="370"/>
                    <a:pt x="3059" y="380"/>
                    <a:pt x="3074" y="380"/>
                  </a:cubicBezTo>
                  <a:cubicBezTo>
                    <a:pt x="3085" y="380"/>
                    <a:pt x="3091" y="375"/>
                    <a:pt x="3087" y="364"/>
                  </a:cubicBezTo>
                  <a:cubicBezTo>
                    <a:pt x="3088" y="354"/>
                    <a:pt x="3098" y="351"/>
                    <a:pt x="3114" y="351"/>
                  </a:cubicBezTo>
                  <a:cubicBezTo>
                    <a:pt x="3148" y="351"/>
                    <a:pt x="3209" y="367"/>
                    <a:pt x="3278" y="386"/>
                  </a:cubicBezTo>
                  <a:cubicBezTo>
                    <a:pt x="3371" y="408"/>
                    <a:pt x="3439" y="437"/>
                    <a:pt x="3469" y="437"/>
                  </a:cubicBezTo>
                  <a:cubicBezTo>
                    <a:pt x="3478" y="437"/>
                    <a:pt x="3483" y="435"/>
                    <a:pt x="3485" y="429"/>
                  </a:cubicBezTo>
                  <a:lnTo>
                    <a:pt x="3535" y="448"/>
                  </a:lnTo>
                  <a:cubicBezTo>
                    <a:pt x="3570" y="458"/>
                    <a:pt x="3610" y="451"/>
                    <a:pt x="3629" y="461"/>
                  </a:cubicBezTo>
                  <a:cubicBezTo>
                    <a:pt x="3639" y="454"/>
                    <a:pt x="3648" y="452"/>
                    <a:pt x="3653" y="452"/>
                  </a:cubicBezTo>
                  <a:cubicBezTo>
                    <a:pt x="3660" y="452"/>
                    <a:pt x="3660" y="458"/>
                    <a:pt x="3645" y="467"/>
                  </a:cubicBezTo>
                  <a:cubicBezTo>
                    <a:pt x="3632" y="489"/>
                    <a:pt x="3623" y="514"/>
                    <a:pt x="3639" y="520"/>
                  </a:cubicBezTo>
                  <a:cubicBezTo>
                    <a:pt x="3646" y="524"/>
                    <a:pt x="3652" y="526"/>
                    <a:pt x="3658" y="526"/>
                  </a:cubicBezTo>
                  <a:cubicBezTo>
                    <a:pt x="3675" y="526"/>
                    <a:pt x="3682" y="509"/>
                    <a:pt x="3692" y="492"/>
                  </a:cubicBezTo>
                  <a:cubicBezTo>
                    <a:pt x="3699" y="478"/>
                    <a:pt x="3707" y="475"/>
                    <a:pt x="3713" y="475"/>
                  </a:cubicBezTo>
                  <a:cubicBezTo>
                    <a:pt x="3717" y="475"/>
                    <a:pt x="3720" y="476"/>
                    <a:pt x="3720" y="476"/>
                  </a:cubicBezTo>
                  <a:cubicBezTo>
                    <a:pt x="3736" y="483"/>
                    <a:pt x="3736" y="483"/>
                    <a:pt x="3723" y="508"/>
                  </a:cubicBezTo>
                  <a:cubicBezTo>
                    <a:pt x="3714" y="530"/>
                    <a:pt x="3701" y="552"/>
                    <a:pt x="3701" y="552"/>
                  </a:cubicBezTo>
                  <a:lnTo>
                    <a:pt x="3717" y="561"/>
                  </a:lnTo>
                  <a:cubicBezTo>
                    <a:pt x="3724" y="547"/>
                    <a:pt x="3732" y="544"/>
                    <a:pt x="3738" y="544"/>
                  </a:cubicBezTo>
                  <a:cubicBezTo>
                    <a:pt x="3742" y="544"/>
                    <a:pt x="3745" y="545"/>
                    <a:pt x="3745" y="545"/>
                  </a:cubicBezTo>
                  <a:cubicBezTo>
                    <a:pt x="3761" y="552"/>
                    <a:pt x="3761" y="552"/>
                    <a:pt x="3736" y="599"/>
                  </a:cubicBezTo>
                  <a:cubicBezTo>
                    <a:pt x="3723" y="624"/>
                    <a:pt x="3723" y="636"/>
                    <a:pt x="3732" y="636"/>
                  </a:cubicBezTo>
                  <a:cubicBezTo>
                    <a:pt x="3739" y="636"/>
                    <a:pt x="3751" y="629"/>
                    <a:pt x="3767" y="614"/>
                  </a:cubicBezTo>
                  <a:lnTo>
                    <a:pt x="3811" y="608"/>
                  </a:lnTo>
                  <a:lnTo>
                    <a:pt x="3811" y="608"/>
                  </a:lnTo>
                  <a:cubicBezTo>
                    <a:pt x="3805" y="633"/>
                    <a:pt x="3814" y="641"/>
                    <a:pt x="3829" y="641"/>
                  </a:cubicBezTo>
                  <a:cubicBezTo>
                    <a:pt x="3845" y="641"/>
                    <a:pt x="3868" y="630"/>
                    <a:pt x="3883" y="624"/>
                  </a:cubicBezTo>
                  <a:lnTo>
                    <a:pt x="3883" y="624"/>
                  </a:lnTo>
                  <a:cubicBezTo>
                    <a:pt x="3876" y="656"/>
                    <a:pt x="3878" y="672"/>
                    <a:pt x="3891" y="672"/>
                  </a:cubicBezTo>
                  <a:cubicBezTo>
                    <a:pt x="3899" y="672"/>
                    <a:pt x="3911" y="665"/>
                    <a:pt x="3927" y="652"/>
                  </a:cubicBezTo>
                  <a:cubicBezTo>
                    <a:pt x="3931" y="645"/>
                    <a:pt x="3936" y="642"/>
                    <a:pt x="3941" y="642"/>
                  </a:cubicBezTo>
                  <a:cubicBezTo>
                    <a:pt x="3949" y="642"/>
                    <a:pt x="3956" y="653"/>
                    <a:pt x="3958" y="671"/>
                  </a:cubicBezTo>
                  <a:cubicBezTo>
                    <a:pt x="3958" y="702"/>
                    <a:pt x="3974" y="711"/>
                    <a:pt x="4002" y="733"/>
                  </a:cubicBezTo>
                  <a:cubicBezTo>
                    <a:pt x="4004" y="733"/>
                    <a:pt x="4006" y="733"/>
                    <a:pt x="4008" y="733"/>
                  </a:cubicBezTo>
                  <a:cubicBezTo>
                    <a:pt x="4040" y="733"/>
                    <a:pt x="4140" y="799"/>
                    <a:pt x="4234" y="890"/>
                  </a:cubicBezTo>
                  <a:cubicBezTo>
                    <a:pt x="4342" y="987"/>
                    <a:pt x="4406" y="1065"/>
                    <a:pt x="4431" y="1065"/>
                  </a:cubicBezTo>
                  <a:cubicBezTo>
                    <a:pt x="4434" y="1065"/>
                    <a:pt x="4436" y="1064"/>
                    <a:pt x="4438" y="1062"/>
                  </a:cubicBezTo>
                  <a:cubicBezTo>
                    <a:pt x="4450" y="1075"/>
                    <a:pt x="4450" y="1075"/>
                    <a:pt x="4444" y="1106"/>
                  </a:cubicBezTo>
                  <a:cubicBezTo>
                    <a:pt x="4432" y="1116"/>
                    <a:pt x="4432" y="1125"/>
                    <a:pt x="4446" y="1125"/>
                  </a:cubicBezTo>
                  <a:cubicBezTo>
                    <a:pt x="4454" y="1125"/>
                    <a:pt x="4467" y="1122"/>
                    <a:pt x="4485" y="1116"/>
                  </a:cubicBezTo>
                  <a:cubicBezTo>
                    <a:pt x="4501" y="1114"/>
                    <a:pt x="4515" y="1109"/>
                    <a:pt x="4519" y="1109"/>
                  </a:cubicBezTo>
                  <a:cubicBezTo>
                    <a:pt x="4522" y="1109"/>
                    <a:pt x="4517" y="1113"/>
                    <a:pt x="4497" y="1128"/>
                  </a:cubicBezTo>
                  <a:cubicBezTo>
                    <a:pt x="4479" y="1144"/>
                    <a:pt x="4500" y="1172"/>
                    <a:pt x="4541" y="1229"/>
                  </a:cubicBezTo>
                  <a:cubicBezTo>
                    <a:pt x="4570" y="1268"/>
                    <a:pt x="4606" y="1318"/>
                    <a:pt x="4628" y="1318"/>
                  </a:cubicBezTo>
                  <a:cubicBezTo>
                    <a:pt x="4631" y="1318"/>
                    <a:pt x="4633" y="1318"/>
                    <a:pt x="4635" y="1316"/>
                  </a:cubicBezTo>
                  <a:cubicBezTo>
                    <a:pt x="4666" y="1326"/>
                    <a:pt x="4674" y="1330"/>
                    <a:pt x="4661" y="1330"/>
                  </a:cubicBezTo>
                  <a:cubicBezTo>
                    <a:pt x="4658" y="1330"/>
                    <a:pt x="4652" y="1330"/>
                    <a:pt x="4645" y="1329"/>
                  </a:cubicBezTo>
                  <a:lnTo>
                    <a:pt x="4645" y="1329"/>
                  </a:lnTo>
                  <a:cubicBezTo>
                    <a:pt x="4595" y="1341"/>
                    <a:pt x="4616" y="1429"/>
                    <a:pt x="4689" y="1448"/>
                  </a:cubicBezTo>
                  <a:cubicBezTo>
                    <a:pt x="4698" y="1464"/>
                    <a:pt x="4707" y="1479"/>
                    <a:pt x="4685" y="1492"/>
                  </a:cubicBezTo>
                  <a:cubicBezTo>
                    <a:pt x="4692" y="1507"/>
                    <a:pt x="4704" y="1520"/>
                    <a:pt x="4748" y="1558"/>
                  </a:cubicBezTo>
                  <a:lnTo>
                    <a:pt x="4801" y="1667"/>
                  </a:lnTo>
                  <a:lnTo>
                    <a:pt x="4801" y="1667"/>
                  </a:lnTo>
                  <a:cubicBezTo>
                    <a:pt x="4784" y="1658"/>
                    <a:pt x="4765" y="1654"/>
                    <a:pt x="4747" y="1654"/>
                  </a:cubicBezTo>
                  <a:cubicBezTo>
                    <a:pt x="4664" y="1654"/>
                    <a:pt x="4583" y="1737"/>
                    <a:pt x="4629" y="1837"/>
                  </a:cubicBezTo>
                  <a:cubicBezTo>
                    <a:pt x="4652" y="1889"/>
                    <a:pt x="4696" y="1911"/>
                    <a:pt x="4739" y="1911"/>
                  </a:cubicBezTo>
                  <a:cubicBezTo>
                    <a:pt x="4794" y="1911"/>
                    <a:pt x="4850" y="1876"/>
                    <a:pt x="4866" y="1821"/>
                  </a:cubicBezTo>
                  <a:lnTo>
                    <a:pt x="4866" y="1821"/>
                  </a:lnTo>
                  <a:cubicBezTo>
                    <a:pt x="4876" y="1855"/>
                    <a:pt x="4891" y="1897"/>
                    <a:pt x="4908" y="1946"/>
                  </a:cubicBezTo>
                  <a:cubicBezTo>
                    <a:pt x="4942" y="2065"/>
                    <a:pt x="4964" y="2169"/>
                    <a:pt x="4945" y="2191"/>
                  </a:cubicBezTo>
                  <a:cubicBezTo>
                    <a:pt x="4945" y="2191"/>
                    <a:pt x="4949" y="2206"/>
                    <a:pt x="4977" y="2219"/>
                  </a:cubicBezTo>
                  <a:cubicBezTo>
                    <a:pt x="5027" y="2228"/>
                    <a:pt x="5030" y="2244"/>
                    <a:pt x="5008" y="2266"/>
                  </a:cubicBezTo>
                  <a:cubicBezTo>
                    <a:pt x="4961" y="2291"/>
                    <a:pt x="4971" y="2363"/>
                    <a:pt x="5024" y="2372"/>
                  </a:cubicBezTo>
                  <a:lnTo>
                    <a:pt x="4999" y="2376"/>
                  </a:lnTo>
                  <a:cubicBezTo>
                    <a:pt x="4952" y="2397"/>
                    <a:pt x="4983" y="2448"/>
                    <a:pt x="5033" y="2460"/>
                  </a:cubicBezTo>
                  <a:cubicBezTo>
                    <a:pt x="5008" y="2479"/>
                    <a:pt x="4983" y="2498"/>
                    <a:pt x="5008" y="2513"/>
                  </a:cubicBezTo>
                  <a:cubicBezTo>
                    <a:pt x="5008" y="2532"/>
                    <a:pt x="5008" y="2532"/>
                    <a:pt x="4958" y="2535"/>
                  </a:cubicBezTo>
                  <a:cubicBezTo>
                    <a:pt x="4933" y="2535"/>
                    <a:pt x="4908" y="2538"/>
                    <a:pt x="4908" y="2554"/>
                  </a:cubicBezTo>
                  <a:cubicBezTo>
                    <a:pt x="4911" y="2570"/>
                    <a:pt x="4936" y="2570"/>
                    <a:pt x="4961" y="2570"/>
                  </a:cubicBezTo>
                  <a:cubicBezTo>
                    <a:pt x="4961" y="2570"/>
                    <a:pt x="4961" y="2586"/>
                    <a:pt x="4961" y="2604"/>
                  </a:cubicBezTo>
                  <a:cubicBezTo>
                    <a:pt x="4961" y="2604"/>
                    <a:pt x="4961" y="2620"/>
                    <a:pt x="4986" y="2620"/>
                  </a:cubicBezTo>
                  <a:cubicBezTo>
                    <a:pt x="5011" y="2620"/>
                    <a:pt x="5014" y="2639"/>
                    <a:pt x="5014" y="2654"/>
                  </a:cubicBezTo>
                  <a:cubicBezTo>
                    <a:pt x="4998" y="2654"/>
                    <a:pt x="5003" y="2663"/>
                    <a:pt x="5016" y="2663"/>
                  </a:cubicBezTo>
                  <a:cubicBezTo>
                    <a:pt x="5023" y="2663"/>
                    <a:pt x="5031" y="2661"/>
                    <a:pt x="5040" y="2654"/>
                  </a:cubicBezTo>
                  <a:cubicBezTo>
                    <a:pt x="5065" y="2654"/>
                    <a:pt x="5090" y="2654"/>
                    <a:pt x="5090" y="2673"/>
                  </a:cubicBezTo>
                  <a:lnTo>
                    <a:pt x="5140" y="2673"/>
                  </a:lnTo>
                  <a:cubicBezTo>
                    <a:pt x="5190" y="2673"/>
                    <a:pt x="5215" y="2673"/>
                    <a:pt x="5240" y="2636"/>
                  </a:cubicBezTo>
                  <a:cubicBezTo>
                    <a:pt x="5261" y="2559"/>
                    <a:pt x="5283" y="2501"/>
                    <a:pt x="5237" y="2501"/>
                  </a:cubicBezTo>
                  <a:cubicBezTo>
                    <a:pt x="5236" y="2501"/>
                    <a:pt x="5235" y="2501"/>
                    <a:pt x="5234" y="2501"/>
                  </a:cubicBezTo>
                  <a:cubicBezTo>
                    <a:pt x="5234" y="2501"/>
                    <a:pt x="5209" y="2485"/>
                    <a:pt x="5209" y="2463"/>
                  </a:cubicBezTo>
                  <a:cubicBezTo>
                    <a:pt x="5209" y="2444"/>
                    <a:pt x="5231" y="2426"/>
                    <a:pt x="5231" y="2426"/>
                  </a:cubicBezTo>
                  <a:cubicBezTo>
                    <a:pt x="5259" y="2423"/>
                    <a:pt x="5246" y="2344"/>
                    <a:pt x="5234" y="2250"/>
                  </a:cubicBezTo>
                  <a:cubicBezTo>
                    <a:pt x="5221" y="2134"/>
                    <a:pt x="5202" y="2078"/>
                    <a:pt x="5221" y="2053"/>
                  </a:cubicBezTo>
                  <a:cubicBezTo>
                    <a:pt x="5234" y="2040"/>
                    <a:pt x="5240" y="2025"/>
                    <a:pt x="5237" y="2009"/>
                  </a:cubicBezTo>
                  <a:lnTo>
                    <a:pt x="5237" y="2009"/>
                  </a:lnTo>
                  <a:cubicBezTo>
                    <a:pt x="5236" y="2009"/>
                    <a:pt x="5236" y="2009"/>
                    <a:pt x="5235" y="2009"/>
                  </a:cubicBezTo>
                  <a:cubicBezTo>
                    <a:pt x="5211" y="2009"/>
                    <a:pt x="5189" y="1896"/>
                    <a:pt x="5140" y="1771"/>
                  </a:cubicBezTo>
                  <a:cubicBezTo>
                    <a:pt x="5101" y="1644"/>
                    <a:pt x="5041" y="1526"/>
                    <a:pt x="5017" y="1526"/>
                  </a:cubicBezTo>
                  <a:cubicBezTo>
                    <a:pt x="5016" y="1526"/>
                    <a:pt x="5015" y="1526"/>
                    <a:pt x="5014" y="1526"/>
                  </a:cubicBezTo>
                  <a:lnTo>
                    <a:pt x="4996" y="1492"/>
                  </a:lnTo>
                  <a:cubicBezTo>
                    <a:pt x="5021" y="1482"/>
                    <a:pt x="5002" y="1445"/>
                    <a:pt x="4986" y="1410"/>
                  </a:cubicBezTo>
                  <a:cubicBezTo>
                    <a:pt x="4961" y="1398"/>
                    <a:pt x="4939" y="1379"/>
                    <a:pt x="4924" y="1354"/>
                  </a:cubicBezTo>
                  <a:cubicBezTo>
                    <a:pt x="4945" y="1341"/>
                    <a:pt x="4936" y="1326"/>
                    <a:pt x="4917" y="1291"/>
                  </a:cubicBezTo>
                  <a:cubicBezTo>
                    <a:pt x="4900" y="1265"/>
                    <a:pt x="4891" y="1249"/>
                    <a:pt x="4878" y="1249"/>
                  </a:cubicBezTo>
                  <a:cubicBezTo>
                    <a:pt x="4873" y="1249"/>
                    <a:pt x="4869" y="1251"/>
                    <a:pt x="4864" y="1254"/>
                  </a:cubicBezTo>
                  <a:cubicBezTo>
                    <a:pt x="4858" y="1235"/>
                    <a:pt x="4779" y="1125"/>
                    <a:pt x="4764" y="1062"/>
                  </a:cubicBezTo>
                  <a:cubicBezTo>
                    <a:pt x="4770" y="1031"/>
                    <a:pt x="4739" y="1031"/>
                    <a:pt x="4707" y="1031"/>
                  </a:cubicBezTo>
                  <a:cubicBezTo>
                    <a:pt x="4699" y="1039"/>
                    <a:pt x="4689" y="1043"/>
                    <a:pt x="4677" y="1043"/>
                  </a:cubicBezTo>
                  <a:cubicBezTo>
                    <a:pt x="4666" y="1043"/>
                    <a:pt x="4654" y="1039"/>
                    <a:pt x="4645" y="1031"/>
                  </a:cubicBezTo>
                  <a:lnTo>
                    <a:pt x="4685" y="1000"/>
                  </a:lnTo>
                  <a:cubicBezTo>
                    <a:pt x="4717" y="1000"/>
                    <a:pt x="4717" y="1000"/>
                    <a:pt x="4692" y="968"/>
                  </a:cubicBezTo>
                  <a:lnTo>
                    <a:pt x="4667" y="940"/>
                  </a:lnTo>
                  <a:cubicBezTo>
                    <a:pt x="4665" y="942"/>
                    <a:pt x="4662" y="942"/>
                    <a:pt x="4660" y="942"/>
                  </a:cubicBezTo>
                  <a:cubicBezTo>
                    <a:pt x="4634" y="942"/>
                    <a:pt x="4576" y="872"/>
                    <a:pt x="4488" y="784"/>
                  </a:cubicBezTo>
                  <a:cubicBezTo>
                    <a:pt x="4381" y="685"/>
                    <a:pt x="4333" y="640"/>
                    <a:pt x="4311" y="640"/>
                  </a:cubicBezTo>
                  <a:cubicBezTo>
                    <a:pt x="4306" y="640"/>
                    <a:pt x="4303" y="642"/>
                    <a:pt x="4300" y="646"/>
                  </a:cubicBezTo>
                  <a:cubicBezTo>
                    <a:pt x="4295" y="651"/>
                    <a:pt x="4291" y="654"/>
                    <a:pt x="4286" y="654"/>
                  </a:cubicBezTo>
                  <a:cubicBezTo>
                    <a:pt x="4274" y="654"/>
                    <a:pt x="4260" y="637"/>
                    <a:pt x="4237" y="599"/>
                  </a:cubicBezTo>
                  <a:cubicBezTo>
                    <a:pt x="4199" y="493"/>
                    <a:pt x="4192" y="470"/>
                    <a:pt x="4174" y="470"/>
                  </a:cubicBezTo>
                  <a:cubicBezTo>
                    <a:pt x="4170" y="470"/>
                    <a:pt x="4165" y="471"/>
                    <a:pt x="4159" y="473"/>
                  </a:cubicBezTo>
                  <a:cubicBezTo>
                    <a:pt x="4175" y="486"/>
                    <a:pt x="4159" y="508"/>
                    <a:pt x="4146" y="527"/>
                  </a:cubicBezTo>
                  <a:cubicBezTo>
                    <a:pt x="4135" y="544"/>
                    <a:pt x="4125" y="552"/>
                    <a:pt x="4119" y="552"/>
                  </a:cubicBezTo>
                  <a:cubicBezTo>
                    <a:pt x="4110" y="552"/>
                    <a:pt x="4108" y="536"/>
                    <a:pt x="4115" y="505"/>
                  </a:cubicBezTo>
                  <a:cubicBezTo>
                    <a:pt x="4140" y="469"/>
                    <a:pt x="3944" y="358"/>
                    <a:pt x="3864" y="358"/>
                  </a:cubicBezTo>
                  <a:cubicBezTo>
                    <a:pt x="3852" y="358"/>
                    <a:pt x="3842" y="361"/>
                    <a:pt x="3836" y="367"/>
                  </a:cubicBezTo>
                  <a:lnTo>
                    <a:pt x="3849" y="345"/>
                  </a:lnTo>
                  <a:cubicBezTo>
                    <a:pt x="3861" y="323"/>
                    <a:pt x="3842" y="313"/>
                    <a:pt x="3773" y="279"/>
                  </a:cubicBezTo>
                  <a:lnTo>
                    <a:pt x="3720" y="254"/>
                  </a:lnTo>
                  <a:cubicBezTo>
                    <a:pt x="3716" y="263"/>
                    <a:pt x="3708" y="267"/>
                    <a:pt x="3697" y="267"/>
                  </a:cubicBezTo>
                  <a:cubicBezTo>
                    <a:pt x="3663" y="267"/>
                    <a:pt x="3606" y="224"/>
                    <a:pt x="3614" y="207"/>
                  </a:cubicBezTo>
                  <a:cubicBezTo>
                    <a:pt x="3604" y="176"/>
                    <a:pt x="3604" y="176"/>
                    <a:pt x="3567" y="163"/>
                  </a:cubicBezTo>
                  <a:cubicBezTo>
                    <a:pt x="3554" y="167"/>
                    <a:pt x="3541" y="169"/>
                    <a:pt x="3528" y="169"/>
                  </a:cubicBezTo>
                  <a:cubicBezTo>
                    <a:pt x="3468" y="169"/>
                    <a:pt x="3411" y="128"/>
                    <a:pt x="3416" y="110"/>
                  </a:cubicBezTo>
                  <a:lnTo>
                    <a:pt x="3379" y="97"/>
                  </a:lnTo>
                  <a:cubicBezTo>
                    <a:pt x="3364" y="106"/>
                    <a:pt x="3348" y="110"/>
                    <a:pt x="3332" y="110"/>
                  </a:cubicBezTo>
                  <a:cubicBezTo>
                    <a:pt x="3320" y="110"/>
                    <a:pt x="3308" y="108"/>
                    <a:pt x="3297" y="104"/>
                  </a:cubicBezTo>
                  <a:cubicBezTo>
                    <a:pt x="3268" y="96"/>
                    <a:pt x="3249" y="91"/>
                    <a:pt x="3239" y="91"/>
                  </a:cubicBezTo>
                  <a:cubicBezTo>
                    <a:pt x="3227" y="91"/>
                    <a:pt x="3226" y="97"/>
                    <a:pt x="3234" y="113"/>
                  </a:cubicBezTo>
                  <a:cubicBezTo>
                    <a:pt x="3229" y="136"/>
                    <a:pt x="3223" y="157"/>
                    <a:pt x="3207" y="157"/>
                  </a:cubicBezTo>
                  <a:cubicBezTo>
                    <a:pt x="3205" y="157"/>
                    <a:pt x="3204" y="157"/>
                    <a:pt x="3203" y="157"/>
                  </a:cubicBezTo>
                  <a:lnTo>
                    <a:pt x="3209" y="132"/>
                  </a:lnTo>
                  <a:cubicBezTo>
                    <a:pt x="3216" y="107"/>
                    <a:pt x="3159" y="91"/>
                    <a:pt x="3081" y="82"/>
                  </a:cubicBezTo>
                  <a:cubicBezTo>
                    <a:pt x="2984" y="66"/>
                    <a:pt x="2946" y="60"/>
                    <a:pt x="2930" y="31"/>
                  </a:cubicBezTo>
                  <a:lnTo>
                    <a:pt x="2909" y="53"/>
                  </a:lnTo>
                  <a:cubicBezTo>
                    <a:pt x="2898" y="66"/>
                    <a:pt x="2887" y="72"/>
                    <a:pt x="2880" y="72"/>
                  </a:cubicBezTo>
                  <a:cubicBezTo>
                    <a:pt x="2872" y="72"/>
                    <a:pt x="2868" y="66"/>
                    <a:pt x="2868" y="53"/>
                  </a:cubicBezTo>
                  <a:cubicBezTo>
                    <a:pt x="2859" y="38"/>
                    <a:pt x="2830" y="30"/>
                    <a:pt x="2800" y="30"/>
                  </a:cubicBezTo>
                  <a:cubicBezTo>
                    <a:pt x="2776" y="30"/>
                    <a:pt x="2751" y="34"/>
                    <a:pt x="2733" y="44"/>
                  </a:cubicBezTo>
                  <a:lnTo>
                    <a:pt x="2695" y="41"/>
                  </a:lnTo>
                  <a:cubicBezTo>
                    <a:pt x="2689" y="14"/>
                    <a:pt x="2667" y="1"/>
                    <a:pt x="2646" y="1"/>
                  </a:cubicBezTo>
                  <a:close/>
                  <a:moveTo>
                    <a:pt x="2141" y="5359"/>
                  </a:moveTo>
                  <a:cubicBezTo>
                    <a:pt x="2138" y="5384"/>
                    <a:pt x="2138" y="5384"/>
                    <a:pt x="2156" y="5387"/>
                  </a:cubicBezTo>
                  <a:cubicBezTo>
                    <a:pt x="2169" y="5389"/>
                    <a:pt x="2178" y="5390"/>
                    <a:pt x="2184" y="5390"/>
                  </a:cubicBezTo>
                  <a:cubicBezTo>
                    <a:pt x="2196" y="5390"/>
                    <a:pt x="2192" y="5384"/>
                    <a:pt x="2181" y="5365"/>
                  </a:cubicBezTo>
                  <a:lnTo>
                    <a:pt x="2141" y="53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37"/>
            <p:cNvSpPr/>
            <p:nvPr/>
          </p:nvSpPr>
          <p:spPr>
            <a:xfrm>
              <a:off x="3923929" y="4470964"/>
              <a:ext cx="104755" cy="84984"/>
            </a:xfrm>
            <a:custGeom>
              <a:avLst/>
              <a:gdLst/>
              <a:ahLst/>
              <a:cxnLst/>
              <a:rect l="l" t="t" r="r" b="b"/>
              <a:pathLst>
                <a:path w="5755" h="4705" extrusionOk="0">
                  <a:moveTo>
                    <a:pt x="2191" y="393"/>
                  </a:moveTo>
                  <a:lnTo>
                    <a:pt x="2191" y="393"/>
                  </a:lnTo>
                  <a:cubicBezTo>
                    <a:pt x="2191" y="393"/>
                    <a:pt x="2189" y="396"/>
                    <a:pt x="2185" y="402"/>
                  </a:cubicBezTo>
                  <a:cubicBezTo>
                    <a:pt x="2185" y="402"/>
                    <a:pt x="2184" y="403"/>
                    <a:pt x="2184" y="404"/>
                  </a:cubicBezTo>
                  <a:lnTo>
                    <a:pt x="2184" y="404"/>
                  </a:lnTo>
                  <a:cubicBezTo>
                    <a:pt x="2189" y="397"/>
                    <a:pt x="2191" y="393"/>
                    <a:pt x="2191" y="393"/>
                  </a:cubicBezTo>
                  <a:close/>
                  <a:moveTo>
                    <a:pt x="2351" y="424"/>
                  </a:moveTo>
                  <a:cubicBezTo>
                    <a:pt x="2360" y="455"/>
                    <a:pt x="2360" y="486"/>
                    <a:pt x="2351" y="518"/>
                  </a:cubicBezTo>
                  <a:lnTo>
                    <a:pt x="2335" y="499"/>
                  </a:lnTo>
                  <a:lnTo>
                    <a:pt x="2338" y="442"/>
                  </a:lnTo>
                  <a:lnTo>
                    <a:pt x="2351" y="424"/>
                  </a:lnTo>
                  <a:close/>
                  <a:moveTo>
                    <a:pt x="2252" y="560"/>
                  </a:moveTo>
                  <a:cubicBezTo>
                    <a:pt x="2259" y="560"/>
                    <a:pt x="2268" y="568"/>
                    <a:pt x="2282" y="590"/>
                  </a:cubicBezTo>
                  <a:cubicBezTo>
                    <a:pt x="2291" y="621"/>
                    <a:pt x="2291" y="621"/>
                    <a:pt x="2282" y="640"/>
                  </a:cubicBezTo>
                  <a:cubicBezTo>
                    <a:pt x="2266" y="627"/>
                    <a:pt x="2254" y="612"/>
                    <a:pt x="2251" y="593"/>
                  </a:cubicBezTo>
                  <a:cubicBezTo>
                    <a:pt x="2243" y="575"/>
                    <a:pt x="2244" y="560"/>
                    <a:pt x="2252" y="560"/>
                  </a:cubicBezTo>
                  <a:close/>
                  <a:moveTo>
                    <a:pt x="1777" y="851"/>
                  </a:moveTo>
                  <a:cubicBezTo>
                    <a:pt x="1771" y="851"/>
                    <a:pt x="1768" y="857"/>
                    <a:pt x="1759" y="872"/>
                  </a:cubicBezTo>
                  <a:cubicBezTo>
                    <a:pt x="1737" y="910"/>
                    <a:pt x="1730" y="922"/>
                    <a:pt x="1740" y="922"/>
                  </a:cubicBezTo>
                  <a:cubicBezTo>
                    <a:pt x="1745" y="922"/>
                    <a:pt x="1753" y="920"/>
                    <a:pt x="1765" y="916"/>
                  </a:cubicBezTo>
                  <a:cubicBezTo>
                    <a:pt x="1780" y="887"/>
                    <a:pt x="1796" y="859"/>
                    <a:pt x="1796" y="859"/>
                  </a:cubicBezTo>
                  <a:cubicBezTo>
                    <a:pt x="1787" y="854"/>
                    <a:pt x="1782" y="851"/>
                    <a:pt x="1777" y="851"/>
                  </a:cubicBezTo>
                  <a:close/>
                  <a:moveTo>
                    <a:pt x="2115" y="927"/>
                  </a:moveTo>
                  <a:cubicBezTo>
                    <a:pt x="2124" y="927"/>
                    <a:pt x="2131" y="937"/>
                    <a:pt x="2131" y="937"/>
                  </a:cubicBezTo>
                  <a:cubicBezTo>
                    <a:pt x="2150" y="956"/>
                    <a:pt x="2122" y="953"/>
                    <a:pt x="2113" y="969"/>
                  </a:cubicBezTo>
                  <a:cubicBezTo>
                    <a:pt x="2084" y="969"/>
                    <a:pt x="2084" y="969"/>
                    <a:pt x="2103" y="934"/>
                  </a:cubicBezTo>
                  <a:cubicBezTo>
                    <a:pt x="2107" y="929"/>
                    <a:pt x="2111" y="927"/>
                    <a:pt x="2115" y="927"/>
                  </a:cubicBezTo>
                  <a:close/>
                  <a:moveTo>
                    <a:pt x="1940" y="966"/>
                  </a:moveTo>
                  <a:cubicBezTo>
                    <a:pt x="1950" y="974"/>
                    <a:pt x="1946" y="980"/>
                    <a:pt x="1942" y="980"/>
                  </a:cubicBezTo>
                  <a:cubicBezTo>
                    <a:pt x="1938" y="980"/>
                    <a:pt x="1935" y="976"/>
                    <a:pt x="1940" y="966"/>
                  </a:cubicBezTo>
                  <a:close/>
                  <a:moveTo>
                    <a:pt x="1952" y="1208"/>
                  </a:moveTo>
                  <a:cubicBezTo>
                    <a:pt x="1957" y="1208"/>
                    <a:pt x="1962" y="1210"/>
                    <a:pt x="1968" y="1213"/>
                  </a:cubicBezTo>
                  <a:cubicBezTo>
                    <a:pt x="1968" y="1213"/>
                    <a:pt x="1990" y="1226"/>
                    <a:pt x="1981" y="1238"/>
                  </a:cubicBezTo>
                  <a:cubicBezTo>
                    <a:pt x="1972" y="1254"/>
                    <a:pt x="1943" y="1254"/>
                    <a:pt x="1943" y="1254"/>
                  </a:cubicBezTo>
                  <a:cubicBezTo>
                    <a:pt x="1921" y="1241"/>
                    <a:pt x="1931" y="1226"/>
                    <a:pt x="1931" y="1226"/>
                  </a:cubicBezTo>
                  <a:cubicBezTo>
                    <a:pt x="1935" y="1217"/>
                    <a:pt x="1941" y="1208"/>
                    <a:pt x="1952" y="1208"/>
                  </a:cubicBezTo>
                  <a:close/>
                  <a:moveTo>
                    <a:pt x="1761" y="1226"/>
                  </a:moveTo>
                  <a:cubicBezTo>
                    <a:pt x="1757" y="1226"/>
                    <a:pt x="1752" y="1228"/>
                    <a:pt x="1749" y="1232"/>
                  </a:cubicBezTo>
                  <a:lnTo>
                    <a:pt x="1743" y="1248"/>
                  </a:lnTo>
                  <a:cubicBezTo>
                    <a:pt x="1756" y="1253"/>
                    <a:pt x="1768" y="1258"/>
                    <a:pt x="1783" y="1258"/>
                  </a:cubicBezTo>
                  <a:cubicBezTo>
                    <a:pt x="1786" y="1258"/>
                    <a:pt x="1790" y="1258"/>
                    <a:pt x="1793" y="1257"/>
                  </a:cubicBezTo>
                  <a:cubicBezTo>
                    <a:pt x="1802" y="1245"/>
                    <a:pt x="1780" y="1232"/>
                    <a:pt x="1780" y="1232"/>
                  </a:cubicBezTo>
                  <a:cubicBezTo>
                    <a:pt x="1780" y="1232"/>
                    <a:pt x="1771" y="1226"/>
                    <a:pt x="1761" y="1226"/>
                  </a:cubicBezTo>
                  <a:close/>
                  <a:moveTo>
                    <a:pt x="3122" y="1238"/>
                  </a:moveTo>
                  <a:lnTo>
                    <a:pt x="3131" y="1248"/>
                  </a:lnTo>
                  <a:cubicBezTo>
                    <a:pt x="3117" y="1262"/>
                    <a:pt x="3103" y="1274"/>
                    <a:pt x="3091" y="1274"/>
                  </a:cubicBezTo>
                  <a:cubicBezTo>
                    <a:pt x="3088" y="1274"/>
                    <a:pt x="3084" y="1273"/>
                    <a:pt x="3081" y="1270"/>
                  </a:cubicBezTo>
                  <a:lnTo>
                    <a:pt x="3090" y="1241"/>
                  </a:lnTo>
                  <a:lnTo>
                    <a:pt x="3122" y="1238"/>
                  </a:lnTo>
                  <a:close/>
                  <a:moveTo>
                    <a:pt x="2457" y="1331"/>
                  </a:moveTo>
                  <a:cubicBezTo>
                    <a:pt x="2456" y="1331"/>
                    <a:pt x="2455" y="1331"/>
                    <a:pt x="2454" y="1332"/>
                  </a:cubicBezTo>
                  <a:cubicBezTo>
                    <a:pt x="2467" y="1342"/>
                    <a:pt x="2482" y="1354"/>
                    <a:pt x="2495" y="1361"/>
                  </a:cubicBezTo>
                  <a:cubicBezTo>
                    <a:pt x="2504" y="1367"/>
                    <a:pt x="2509" y="1371"/>
                    <a:pt x="2510" y="1371"/>
                  </a:cubicBezTo>
                  <a:cubicBezTo>
                    <a:pt x="2510" y="1371"/>
                    <a:pt x="2500" y="1363"/>
                    <a:pt x="2476" y="1345"/>
                  </a:cubicBezTo>
                  <a:cubicBezTo>
                    <a:pt x="2463" y="1334"/>
                    <a:pt x="2459" y="1331"/>
                    <a:pt x="2457" y="1331"/>
                  </a:cubicBezTo>
                  <a:close/>
                  <a:moveTo>
                    <a:pt x="1735" y="1414"/>
                  </a:moveTo>
                  <a:cubicBezTo>
                    <a:pt x="1739" y="1414"/>
                    <a:pt x="1744" y="1417"/>
                    <a:pt x="1755" y="1423"/>
                  </a:cubicBezTo>
                  <a:lnTo>
                    <a:pt x="1746" y="1436"/>
                  </a:lnTo>
                  <a:lnTo>
                    <a:pt x="1715" y="1436"/>
                  </a:lnTo>
                  <a:lnTo>
                    <a:pt x="1724" y="1423"/>
                  </a:lnTo>
                  <a:cubicBezTo>
                    <a:pt x="1729" y="1417"/>
                    <a:pt x="1731" y="1414"/>
                    <a:pt x="1735" y="1414"/>
                  </a:cubicBezTo>
                  <a:close/>
                  <a:moveTo>
                    <a:pt x="3385" y="1517"/>
                  </a:moveTo>
                  <a:cubicBezTo>
                    <a:pt x="3394" y="1530"/>
                    <a:pt x="3394" y="1530"/>
                    <a:pt x="3376" y="1545"/>
                  </a:cubicBezTo>
                  <a:cubicBezTo>
                    <a:pt x="3363" y="1558"/>
                    <a:pt x="3344" y="1564"/>
                    <a:pt x="3329" y="1567"/>
                  </a:cubicBezTo>
                  <a:cubicBezTo>
                    <a:pt x="3316" y="1555"/>
                    <a:pt x="3366" y="1533"/>
                    <a:pt x="3385" y="1517"/>
                  </a:cubicBezTo>
                  <a:close/>
                  <a:moveTo>
                    <a:pt x="1654" y="1528"/>
                  </a:moveTo>
                  <a:cubicBezTo>
                    <a:pt x="1664" y="1528"/>
                    <a:pt x="1681" y="1537"/>
                    <a:pt x="1702" y="1558"/>
                  </a:cubicBezTo>
                  <a:lnTo>
                    <a:pt x="1683" y="1586"/>
                  </a:lnTo>
                  <a:cubicBezTo>
                    <a:pt x="1664" y="1574"/>
                    <a:pt x="1643" y="1561"/>
                    <a:pt x="1649" y="1545"/>
                  </a:cubicBezTo>
                  <a:cubicBezTo>
                    <a:pt x="1643" y="1534"/>
                    <a:pt x="1646" y="1528"/>
                    <a:pt x="1654" y="1528"/>
                  </a:cubicBezTo>
                  <a:close/>
                  <a:moveTo>
                    <a:pt x="3695" y="1614"/>
                  </a:moveTo>
                  <a:lnTo>
                    <a:pt x="3705" y="1627"/>
                  </a:lnTo>
                  <a:cubicBezTo>
                    <a:pt x="3690" y="1639"/>
                    <a:pt x="3676" y="1653"/>
                    <a:pt x="3664" y="1653"/>
                  </a:cubicBezTo>
                  <a:cubicBezTo>
                    <a:pt x="3661" y="1653"/>
                    <a:pt x="3657" y="1652"/>
                    <a:pt x="3654" y="1649"/>
                  </a:cubicBezTo>
                  <a:lnTo>
                    <a:pt x="3645" y="1636"/>
                  </a:lnTo>
                  <a:cubicBezTo>
                    <a:pt x="3661" y="1624"/>
                    <a:pt x="3676" y="1618"/>
                    <a:pt x="3695" y="1614"/>
                  </a:cubicBezTo>
                  <a:close/>
                  <a:moveTo>
                    <a:pt x="1721" y="1721"/>
                  </a:moveTo>
                  <a:lnTo>
                    <a:pt x="1743" y="1733"/>
                  </a:lnTo>
                  <a:cubicBezTo>
                    <a:pt x="1738" y="1744"/>
                    <a:pt x="1745" y="1765"/>
                    <a:pt x="1736" y="1765"/>
                  </a:cubicBezTo>
                  <a:cubicBezTo>
                    <a:pt x="1734" y="1765"/>
                    <a:pt x="1731" y="1764"/>
                    <a:pt x="1727" y="1762"/>
                  </a:cubicBezTo>
                  <a:cubicBezTo>
                    <a:pt x="1726" y="1763"/>
                    <a:pt x="1725" y="1764"/>
                    <a:pt x="1724" y="1764"/>
                  </a:cubicBezTo>
                  <a:cubicBezTo>
                    <a:pt x="1717" y="1764"/>
                    <a:pt x="1715" y="1732"/>
                    <a:pt x="1721" y="1721"/>
                  </a:cubicBezTo>
                  <a:close/>
                  <a:moveTo>
                    <a:pt x="3711" y="1874"/>
                  </a:moveTo>
                  <a:lnTo>
                    <a:pt x="3720" y="1887"/>
                  </a:lnTo>
                  <a:cubicBezTo>
                    <a:pt x="3706" y="1899"/>
                    <a:pt x="3692" y="1910"/>
                    <a:pt x="3682" y="1910"/>
                  </a:cubicBezTo>
                  <a:cubicBezTo>
                    <a:pt x="3679" y="1910"/>
                    <a:pt x="3676" y="1909"/>
                    <a:pt x="3673" y="1906"/>
                  </a:cubicBezTo>
                  <a:lnTo>
                    <a:pt x="3683" y="1878"/>
                  </a:lnTo>
                  <a:lnTo>
                    <a:pt x="3711" y="1874"/>
                  </a:lnTo>
                  <a:close/>
                  <a:moveTo>
                    <a:pt x="1492" y="1956"/>
                  </a:moveTo>
                  <a:cubicBezTo>
                    <a:pt x="1514" y="1969"/>
                    <a:pt x="1536" y="1984"/>
                    <a:pt x="1527" y="1997"/>
                  </a:cubicBezTo>
                  <a:lnTo>
                    <a:pt x="1520" y="2009"/>
                  </a:lnTo>
                  <a:cubicBezTo>
                    <a:pt x="1505" y="2000"/>
                    <a:pt x="1492" y="1987"/>
                    <a:pt x="1483" y="1972"/>
                  </a:cubicBezTo>
                  <a:lnTo>
                    <a:pt x="1492" y="1956"/>
                  </a:lnTo>
                  <a:close/>
                  <a:moveTo>
                    <a:pt x="1331" y="2000"/>
                  </a:moveTo>
                  <a:cubicBezTo>
                    <a:pt x="1335" y="2000"/>
                    <a:pt x="1344" y="2010"/>
                    <a:pt x="1361" y="2028"/>
                  </a:cubicBezTo>
                  <a:lnTo>
                    <a:pt x="1389" y="2081"/>
                  </a:lnTo>
                  <a:cubicBezTo>
                    <a:pt x="1387" y="2084"/>
                    <a:pt x="1385" y="2086"/>
                    <a:pt x="1383" y="2086"/>
                  </a:cubicBezTo>
                  <a:cubicBezTo>
                    <a:pt x="1374" y="2086"/>
                    <a:pt x="1360" y="2062"/>
                    <a:pt x="1329" y="2031"/>
                  </a:cubicBezTo>
                  <a:cubicBezTo>
                    <a:pt x="1328" y="2010"/>
                    <a:pt x="1327" y="2000"/>
                    <a:pt x="1331" y="2000"/>
                  </a:cubicBezTo>
                  <a:close/>
                  <a:moveTo>
                    <a:pt x="1138" y="2401"/>
                  </a:moveTo>
                  <a:lnTo>
                    <a:pt x="1160" y="2414"/>
                  </a:lnTo>
                  <a:lnTo>
                    <a:pt x="1172" y="2439"/>
                  </a:lnTo>
                  <a:lnTo>
                    <a:pt x="1144" y="2442"/>
                  </a:lnTo>
                  <a:cubicBezTo>
                    <a:pt x="1122" y="2429"/>
                    <a:pt x="1129" y="2414"/>
                    <a:pt x="1138" y="2401"/>
                  </a:cubicBezTo>
                  <a:close/>
                  <a:moveTo>
                    <a:pt x="1214" y="2354"/>
                  </a:moveTo>
                  <a:cubicBezTo>
                    <a:pt x="1217" y="2354"/>
                    <a:pt x="1228" y="2360"/>
                    <a:pt x="1245" y="2370"/>
                  </a:cubicBezTo>
                  <a:cubicBezTo>
                    <a:pt x="1273" y="2382"/>
                    <a:pt x="1288" y="2407"/>
                    <a:pt x="1292" y="2435"/>
                  </a:cubicBezTo>
                  <a:cubicBezTo>
                    <a:pt x="1285" y="2451"/>
                    <a:pt x="1276" y="2464"/>
                    <a:pt x="1276" y="2464"/>
                  </a:cubicBezTo>
                  <a:lnTo>
                    <a:pt x="1251" y="2410"/>
                  </a:lnTo>
                  <a:cubicBezTo>
                    <a:pt x="1220" y="2370"/>
                    <a:pt x="1208" y="2354"/>
                    <a:pt x="1214" y="2354"/>
                  </a:cubicBezTo>
                  <a:close/>
                  <a:moveTo>
                    <a:pt x="4412" y="2733"/>
                  </a:moveTo>
                  <a:cubicBezTo>
                    <a:pt x="4417" y="2733"/>
                    <a:pt x="4422" y="2735"/>
                    <a:pt x="4425" y="2739"/>
                  </a:cubicBezTo>
                  <a:cubicBezTo>
                    <a:pt x="4447" y="2764"/>
                    <a:pt x="4447" y="2764"/>
                    <a:pt x="4429" y="2780"/>
                  </a:cubicBezTo>
                  <a:cubicBezTo>
                    <a:pt x="4424" y="2784"/>
                    <a:pt x="4419" y="2786"/>
                    <a:pt x="4414" y="2786"/>
                  </a:cubicBezTo>
                  <a:cubicBezTo>
                    <a:pt x="4400" y="2786"/>
                    <a:pt x="4385" y="2771"/>
                    <a:pt x="4378" y="2761"/>
                  </a:cubicBezTo>
                  <a:cubicBezTo>
                    <a:pt x="4385" y="2742"/>
                    <a:pt x="4400" y="2733"/>
                    <a:pt x="4412" y="2733"/>
                  </a:cubicBezTo>
                  <a:close/>
                  <a:moveTo>
                    <a:pt x="782" y="2992"/>
                  </a:moveTo>
                  <a:cubicBezTo>
                    <a:pt x="781" y="2992"/>
                    <a:pt x="781" y="2993"/>
                    <a:pt x="781" y="2993"/>
                  </a:cubicBezTo>
                  <a:cubicBezTo>
                    <a:pt x="781" y="2993"/>
                    <a:pt x="781" y="2992"/>
                    <a:pt x="782" y="2992"/>
                  </a:cubicBezTo>
                  <a:close/>
                  <a:moveTo>
                    <a:pt x="967" y="3048"/>
                  </a:moveTo>
                  <a:cubicBezTo>
                    <a:pt x="955" y="3048"/>
                    <a:pt x="948" y="3059"/>
                    <a:pt x="944" y="3068"/>
                  </a:cubicBezTo>
                  <a:cubicBezTo>
                    <a:pt x="906" y="3084"/>
                    <a:pt x="919" y="3109"/>
                    <a:pt x="941" y="3122"/>
                  </a:cubicBezTo>
                  <a:cubicBezTo>
                    <a:pt x="946" y="3125"/>
                    <a:pt x="951" y="3127"/>
                    <a:pt x="955" y="3127"/>
                  </a:cubicBezTo>
                  <a:cubicBezTo>
                    <a:pt x="967" y="3127"/>
                    <a:pt x="974" y="3114"/>
                    <a:pt x="988" y="3094"/>
                  </a:cubicBezTo>
                  <a:cubicBezTo>
                    <a:pt x="994" y="3081"/>
                    <a:pt x="981" y="3053"/>
                    <a:pt x="981" y="3053"/>
                  </a:cubicBezTo>
                  <a:cubicBezTo>
                    <a:pt x="976" y="3050"/>
                    <a:pt x="971" y="3048"/>
                    <a:pt x="967" y="3048"/>
                  </a:cubicBezTo>
                  <a:close/>
                  <a:moveTo>
                    <a:pt x="858" y="3120"/>
                  </a:moveTo>
                  <a:cubicBezTo>
                    <a:pt x="869" y="3120"/>
                    <a:pt x="882" y="3135"/>
                    <a:pt x="884" y="3166"/>
                  </a:cubicBezTo>
                  <a:lnTo>
                    <a:pt x="868" y="3194"/>
                  </a:lnTo>
                  <a:cubicBezTo>
                    <a:pt x="850" y="3175"/>
                    <a:pt x="840" y="3150"/>
                    <a:pt x="850" y="3125"/>
                  </a:cubicBezTo>
                  <a:cubicBezTo>
                    <a:pt x="852" y="3122"/>
                    <a:pt x="855" y="3120"/>
                    <a:pt x="858" y="3120"/>
                  </a:cubicBezTo>
                  <a:close/>
                  <a:moveTo>
                    <a:pt x="4877" y="3273"/>
                  </a:moveTo>
                  <a:cubicBezTo>
                    <a:pt x="4886" y="3273"/>
                    <a:pt x="4894" y="3274"/>
                    <a:pt x="4902" y="3275"/>
                  </a:cubicBezTo>
                  <a:lnTo>
                    <a:pt x="4917" y="3294"/>
                  </a:lnTo>
                  <a:cubicBezTo>
                    <a:pt x="4901" y="3298"/>
                    <a:pt x="4885" y="3303"/>
                    <a:pt x="4872" y="3303"/>
                  </a:cubicBezTo>
                  <a:cubicBezTo>
                    <a:pt x="4864" y="3303"/>
                    <a:pt x="4857" y="3300"/>
                    <a:pt x="4852" y="3294"/>
                  </a:cubicBezTo>
                  <a:lnTo>
                    <a:pt x="4839" y="3278"/>
                  </a:lnTo>
                  <a:cubicBezTo>
                    <a:pt x="4852" y="3275"/>
                    <a:pt x="4865" y="3273"/>
                    <a:pt x="4877" y="3273"/>
                  </a:cubicBezTo>
                  <a:close/>
                  <a:moveTo>
                    <a:pt x="231" y="3770"/>
                  </a:moveTo>
                  <a:cubicBezTo>
                    <a:pt x="228" y="3770"/>
                    <a:pt x="226" y="3774"/>
                    <a:pt x="223" y="3780"/>
                  </a:cubicBezTo>
                  <a:lnTo>
                    <a:pt x="214" y="3796"/>
                  </a:lnTo>
                  <a:lnTo>
                    <a:pt x="245" y="3792"/>
                  </a:lnTo>
                  <a:lnTo>
                    <a:pt x="251" y="3780"/>
                  </a:lnTo>
                  <a:cubicBezTo>
                    <a:pt x="240" y="3774"/>
                    <a:pt x="235" y="3770"/>
                    <a:pt x="231" y="3770"/>
                  </a:cubicBezTo>
                  <a:close/>
                  <a:moveTo>
                    <a:pt x="329" y="3866"/>
                  </a:moveTo>
                  <a:cubicBezTo>
                    <a:pt x="334" y="3866"/>
                    <a:pt x="339" y="3867"/>
                    <a:pt x="345" y="3871"/>
                  </a:cubicBezTo>
                  <a:lnTo>
                    <a:pt x="336" y="3883"/>
                  </a:lnTo>
                  <a:cubicBezTo>
                    <a:pt x="332" y="3881"/>
                    <a:pt x="329" y="3880"/>
                    <a:pt x="327" y="3880"/>
                  </a:cubicBezTo>
                  <a:cubicBezTo>
                    <a:pt x="320" y="3880"/>
                    <a:pt x="335" y="3899"/>
                    <a:pt x="358" y="3899"/>
                  </a:cubicBezTo>
                  <a:lnTo>
                    <a:pt x="402" y="3924"/>
                  </a:lnTo>
                  <a:cubicBezTo>
                    <a:pt x="397" y="3930"/>
                    <a:pt x="387" y="3933"/>
                    <a:pt x="376" y="3933"/>
                  </a:cubicBezTo>
                  <a:cubicBezTo>
                    <a:pt x="366" y="3933"/>
                    <a:pt x="353" y="3930"/>
                    <a:pt x="342" y="3924"/>
                  </a:cubicBezTo>
                  <a:cubicBezTo>
                    <a:pt x="289" y="3915"/>
                    <a:pt x="289" y="3915"/>
                    <a:pt x="308" y="3886"/>
                  </a:cubicBezTo>
                  <a:cubicBezTo>
                    <a:pt x="312" y="3875"/>
                    <a:pt x="318" y="3866"/>
                    <a:pt x="329" y="3866"/>
                  </a:cubicBezTo>
                  <a:close/>
                  <a:moveTo>
                    <a:pt x="4103" y="3942"/>
                  </a:moveTo>
                  <a:cubicBezTo>
                    <a:pt x="4102" y="3942"/>
                    <a:pt x="4104" y="3947"/>
                    <a:pt x="4109" y="3955"/>
                  </a:cubicBezTo>
                  <a:lnTo>
                    <a:pt x="4109" y="3955"/>
                  </a:lnTo>
                  <a:cubicBezTo>
                    <a:pt x="4107" y="3946"/>
                    <a:pt x="4104" y="3942"/>
                    <a:pt x="4103" y="3942"/>
                  </a:cubicBezTo>
                  <a:close/>
                  <a:moveTo>
                    <a:pt x="4109" y="3955"/>
                  </a:moveTo>
                  <a:lnTo>
                    <a:pt x="4109" y="3955"/>
                  </a:lnTo>
                  <a:cubicBezTo>
                    <a:pt x="4111" y="3959"/>
                    <a:pt x="4112" y="3964"/>
                    <a:pt x="4113" y="3971"/>
                  </a:cubicBezTo>
                  <a:lnTo>
                    <a:pt x="4113" y="3971"/>
                  </a:lnTo>
                  <a:cubicBezTo>
                    <a:pt x="4113" y="3967"/>
                    <a:pt x="4113" y="3963"/>
                    <a:pt x="4112" y="3958"/>
                  </a:cubicBezTo>
                  <a:cubicBezTo>
                    <a:pt x="4111" y="3957"/>
                    <a:pt x="4110" y="3956"/>
                    <a:pt x="4109" y="3955"/>
                  </a:cubicBezTo>
                  <a:close/>
                  <a:moveTo>
                    <a:pt x="3962" y="4049"/>
                  </a:moveTo>
                  <a:cubicBezTo>
                    <a:pt x="3951" y="4051"/>
                    <a:pt x="3949" y="4063"/>
                    <a:pt x="3952" y="4063"/>
                  </a:cubicBezTo>
                  <a:cubicBezTo>
                    <a:pt x="3954" y="4063"/>
                    <a:pt x="3957" y="4059"/>
                    <a:pt x="3962" y="4049"/>
                  </a:cubicBezTo>
                  <a:close/>
                  <a:moveTo>
                    <a:pt x="225" y="4027"/>
                  </a:moveTo>
                  <a:cubicBezTo>
                    <a:pt x="228" y="4027"/>
                    <a:pt x="234" y="4031"/>
                    <a:pt x="245" y="4037"/>
                  </a:cubicBezTo>
                  <a:cubicBezTo>
                    <a:pt x="245" y="4037"/>
                    <a:pt x="257" y="4062"/>
                    <a:pt x="251" y="4078"/>
                  </a:cubicBezTo>
                  <a:lnTo>
                    <a:pt x="220" y="4078"/>
                  </a:lnTo>
                  <a:cubicBezTo>
                    <a:pt x="198" y="4065"/>
                    <a:pt x="207" y="4052"/>
                    <a:pt x="217" y="4037"/>
                  </a:cubicBezTo>
                  <a:cubicBezTo>
                    <a:pt x="220" y="4031"/>
                    <a:pt x="221" y="4027"/>
                    <a:pt x="225" y="4027"/>
                  </a:cubicBezTo>
                  <a:close/>
                  <a:moveTo>
                    <a:pt x="4074" y="4062"/>
                  </a:moveTo>
                  <a:lnTo>
                    <a:pt x="4093" y="4084"/>
                  </a:lnTo>
                  <a:lnTo>
                    <a:pt x="4078" y="4087"/>
                  </a:lnTo>
                  <a:cubicBezTo>
                    <a:pt x="4062" y="4087"/>
                    <a:pt x="4062" y="4087"/>
                    <a:pt x="4059" y="4062"/>
                  </a:cubicBezTo>
                  <a:close/>
                  <a:moveTo>
                    <a:pt x="4205" y="4048"/>
                  </a:moveTo>
                  <a:cubicBezTo>
                    <a:pt x="4218" y="4048"/>
                    <a:pt x="4215" y="4053"/>
                    <a:pt x="4206" y="4074"/>
                  </a:cubicBezTo>
                  <a:cubicBezTo>
                    <a:pt x="4199" y="4088"/>
                    <a:pt x="4192" y="4095"/>
                    <a:pt x="4186" y="4095"/>
                  </a:cubicBezTo>
                  <a:cubicBezTo>
                    <a:pt x="4180" y="4095"/>
                    <a:pt x="4176" y="4089"/>
                    <a:pt x="4175" y="4078"/>
                  </a:cubicBezTo>
                  <a:cubicBezTo>
                    <a:pt x="4172" y="4052"/>
                    <a:pt x="4172" y="4052"/>
                    <a:pt x="4187" y="4049"/>
                  </a:cubicBezTo>
                  <a:cubicBezTo>
                    <a:pt x="4195" y="4049"/>
                    <a:pt x="4201" y="4048"/>
                    <a:pt x="4205" y="4048"/>
                  </a:cubicBezTo>
                  <a:close/>
                  <a:moveTo>
                    <a:pt x="3915" y="4078"/>
                  </a:moveTo>
                  <a:lnTo>
                    <a:pt x="3933" y="4103"/>
                  </a:lnTo>
                  <a:lnTo>
                    <a:pt x="3918" y="4103"/>
                  </a:lnTo>
                  <a:cubicBezTo>
                    <a:pt x="3914" y="4103"/>
                    <a:pt x="3911" y="4104"/>
                    <a:pt x="3908" y="4104"/>
                  </a:cubicBezTo>
                  <a:cubicBezTo>
                    <a:pt x="3902" y="4104"/>
                    <a:pt x="3901" y="4099"/>
                    <a:pt x="3899" y="4081"/>
                  </a:cubicBezTo>
                  <a:lnTo>
                    <a:pt x="3915" y="4078"/>
                  </a:lnTo>
                  <a:close/>
                  <a:moveTo>
                    <a:pt x="3758" y="4118"/>
                  </a:moveTo>
                  <a:cubicBezTo>
                    <a:pt x="3770" y="4134"/>
                    <a:pt x="3777" y="4150"/>
                    <a:pt x="3780" y="4168"/>
                  </a:cubicBezTo>
                  <a:lnTo>
                    <a:pt x="3764" y="4168"/>
                  </a:lnTo>
                  <a:cubicBezTo>
                    <a:pt x="3763" y="4169"/>
                    <a:pt x="3762" y="4169"/>
                    <a:pt x="3762" y="4169"/>
                  </a:cubicBezTo>
                  <a:cubicBezTo>
                    <a:pt x="3748" y="4169"/>
                    <a:pt x="3745" y="4147"/>
                    <a:pt x="3745" y="4147"/>
                  </a:cubicBezTo>
                  <a:cubicBezTo>
                    <a:pt x="3745" y="4147"/>
                    <a:pt x="3742" y="4121"/>
                    <a:pt x="3758" y="4118"/>
                  </a:cubicBezTo>
                  <a:close/>
                  <a:moveTo>
                    <a:pt x="4598" y="4134"/>
                  </a:moveTo>
                  <a:lnTo>
                    <a:pt x="4635" y="4156"/>
                  </a:lnTo>
                  <a:cubicBezTo>
                    <a:pt x="4642" y="4165"/>
                    <a:pt x="4635" y="4181"/>
                    <a:pt x="4620" y="4181"/>
                  </a:cubicBezTo>
                  <a:cubicBezTo>
                    <a:pt x="4613" y="4182"/>
                    <a:pt x="4608" y="4182"/>
                    <a:pt x="4605" y="4182"/>
                  </a:cubicBezTo>
                  <a:cubicBezTo>
                    <a:pt x="4594" y="4182"/>
                    <a:pt x="4592" y="4178"/>
                    <a:pt x="4585" y="4159"/>
                  </a:cubicBezTo>
                  <a:cubicBezTo>
                    <a:pt x="4585" y="4159"/>
                    <a:pt x="4573" y="4137"/>
                    <a:pt x="4598" y="4134"/>
                  </a:cubicBezTo>
                  <a:close/>
                  <a:moveTo>
                    <a:pt x="4331" y="4187"/>
                  </a:moveTo>
                  <a:lnTo>
                    <a:pt x="4350" y="4209"/>
                  </a:lnTo>
                  <a:lnTo>
                    <a:pt x="4338" y="4237"/>
                  </a:lnTo>
                  <a:lnTo>
                    <a:pt x="4322" y="4237"/>
                  </a:lnTo>
                  <a:cubicBezTo>
                    <a:pt x="4319" y="4212"/>
                    <a:pt x="4316" y="4187"/>
                    <a:pt x="4331" y="4187"/>
                  </a:cubicBezTo>
                  <a:close/>
                  <a:moveTo>
                    <a:pt x="3131" y="4173"/>
                  </a:moveTo>
                  <a:cubicBezTo>
                    <a:pt x="3134" y="4173"/>
                    <a:pt x="3136" y="4176"/>
                    <a:pt x="3137" y="4184"/>
                  </a:cubicBezTo>
                  <a:lnTo>
                    <a:pt x="3137" y="4209"/>
                  </a:lnTo>
                  <a:cubicBezTo>
                    <a:pt x="3128" y="4227"/>
                    <a:pt x="3119" y="4247"/>
                    <a:pt x="3114" y="4247"/>
                  </a:cubicBezTo>
                  <a:cubicBezTo>
                    <a:pt x="3112" y="4247"/>
                    <a:pt x="3110" y="4244"/>
                    <a:pt x="3109" y="4237"/>
                  </a:cubicBezTo>
                  <a:cubicBezTo>
                    <a:pt x="3109" y="4219"/>
                    <a:pt x="3112" y="4203"/>
                    <a:pt x="3119" y="4184"/>
                  </a:cubicBezTo>
                  <a:cubicBezTo>
                    <a:pt x="3119" y="4184"/>
                    <a:pt x="3126" y="4173"/>
                    <a:pt x="3131" y="4173"/>
                  </a:cubicBezTo>
                  <a:close/>
                  <a:moveTo>
                    <a:pt x="524" y="4256"/>
                  </a:moveTo>
                  <a:lnTo>
                    <a:pt x="518" y="4272"/>
                  </a:lnTo>
                  <a:cubicBezTo>
                    <a:pt x="524" y="4288"/>
                    <a:pt x="536" y="4300"/>
                    <a:pt x="552" y="4309"/>
                  </a:cubicBezTo>
                  <a:lnTo>
                    <a:pt x="558" y="4297"/>
                  </a:lnTo>
                  <a:cubicBezTo>
                    <a:pt x="568" y="4281"/>
                    <a:pt x="546" y="4269"/>
                    <a:pt x="524" y="4256"/>
                  </a:cubicBezTo>
                  <a:close/>
                  <a:moveTo>
                    <a:pt x="2603" y="4316"/>
                  </a:moveTo>
                  <a:cubicBezTo>
                    <a:pt x="2618" y="4316"/>
                    <a:pt x="2623" y="4364"/>
                    <a:pt x="2595" y="4391"/>
                  </a:cubicBezTo>
                  <a:lnTo>
                    <a:pt x="2592" y="4391"/>
                  </a:lnTo>
                  <a:cubicBezTo>
                    <a:pt x="2588" y="4392"/>
                    <a:pt x="2585" y="4392"/>
                    <a:pt x="2583" y="4392"/>
                  </a:cubicBezTo>
                  <a:cubicBezTo>
                    <a:pt x="2576" y="4392"/>
                    <a:pt x="2576" y="4388"/>
                    <a:pt x="2576" y="4369"/>
                  </a:cubicBezTo>
                  <a:cubicBezTo>
                    <a:pt x="2573" y="4344"/>
                    <a:pt x="2586" y="4316"/>
                    <a:pt x="2601" y="4316"/>
                  </a:cubicBezTo>
                  <a:cubicBezTo>
                    <a:pt x="2602" y="4316"/>
                    <a:pt x="2602" y="4316"/>
                    <a:pt x="2603" y="4316"/>
                  </a:cubicBezTo>
                  <a:close/>
                  <a:moveTo>
                    <a:pt x="364" y="4557"/>
                  </a:moveTo>
                  <a:cubicBezTo>
                    <a:pt x="366" y="4557"/>
                    <a:pt x="367" y="4570"/>
                    <a:pt x="370" y="4595"/>
                  </a:cubicBezTo>
                  <a:cubicBezTo>
                    <a:pt x="373" y="4620"/>
                    <a:pt x="376" y="4645"/>
                    <a:pt x="361" y="4648"/>
                  </a:cubicBezTo>
                  <a:cubicBezTo>
                    <a:pt x="353" y="4664"/>
                    <a:pt x="347" y="4671"/>
                    <a:pt x="344" y="4671"/>
                  </a:cubicBezTo>
                  <a:cubicBezTo>
                    <a:pt x="335" y="4671"/>
                    <a:pt x="337" y="4635"/>
                    <a:pt x="355" y="4598"/>
                  </a:cubicBezTo>
                  <a:cubicBezTo>
                    <a:pt x="359" y="4571"/>
                    <a:pt x="362" y="4557"/>
                    <a:pt x="364" y="4557"/>
                  </a:cubicBezTo>
                  <a:close/>
                  <a:moveTo>
                    <a:pt x="2392" y="0"/>
                  </a:moveTo>
                  <a:cubicBezTo>
                    <a:pt x="2363" y="35"/>
                    <a:pt x="2351" y="79"/>
                    <a:pt x="2351" y="120"/>
                  </a:cubicBezTo>
                  <a:lnTo>
                    <a:pt x="2332" y="104"/>
                  </a:lnTo>
                  <a:cubicBezTo>
                    <a:pt x="2330" y="102"/>
                    <a:pt x="2328" y="102"/>
                    <a:pt x="2326" y="102"/>
                  </a:cubicBezTo>
                  <a:cubicBezTo>
                    <a:pt x="2311" y="102"/>
                    <a:pt x="2304" y="158"/>
                    <a:pt x="2310" y="192"/>
                  </a:cubicBezTo>
                  <a:cubicBezTo>
                    <a:pt x="2317" y="234"/>
                    <a:pt x="2316" y="259"/>
                    <a:pt x="2309" y="259"/>
                  </a:cubicBezTo>
                  <a:cubicBezTo>
                    <a:pt x="2303" y="259"/>
                    <a:pt x="2291" y="241"/>
                    <a:pt x="2276" y="201"/>
                  </a:cubicBezTo>
                  <a:cubicBezTo>
                    <a:pt x="2268" y="165"/>
                    <a:pt x="2261" y="152"/>
                    <a:pt x="2256" y="152"/>
                  </a:cubicBezTo>
                  <a:cubicBezTo>
                    <a:pt x="2251" y="152"/>
                    <a:pt x="2249" y="169"/>
                    <a:pt x="2254" y="189"/>
                  </a:cubicBezTo>
                  <a:cubicBezTo>
                    <a:pt x="2248" y="247"/>
                    <a:pt x="2242" y="299"/>
                    <a:pt x="2224" y="299"/>
                  </a:cubicBezTo>
                  <a:cubicBezTo>
                    <a:pt x="2222" y="299"/>
                    <a:pt x="2221" y="299"/>
                    <a:pt x="2219" y="298"/>
                  </a:cubicBezTo>
                  <a:cubicBezTo>
                    <a:pt x="2194" y="330"/>
                    <a:pt x="2191" y="373"/>
                    <a:pt x="2210" y="411"/>
                  </a:cubicBezTo>
                  <a:cubicBezTo>
                    <a:pt x="2216" y="436"/>
                    <a:pt x="2210" y="467"/>
                    <a:pt x="2194" y="486"/>
                  </a:cubicBezTo>
                  <a:cubicBezTo>
                    <a:pt x="2182" y="462"/>
                    <a:pt x="2179" y="431"/>
                    <a:pt x="2184" y="404"/>
                  </a:cubicBezTo>
                  <a:lnTo>
                    <a:pt x="2184" y="404"/>
                  </a:lnTo>
                  <a:cubicBezTo>
                    <a:pt x="2178" y="413"/>
                    <a:pt x="2169" y="429"/>
                    <a:pt x="2156" y="449"/>
                  </a:cubicBezTo>
                  <a:cubicBezTo>
                    <a:pt x="2148" y="463"/>
                    <a:pt x="2128" y="476"/>
                    <a:pt x="2111" y="476"/>
                  </a:cubicBezTo>
                  <a:cubicBezTo>
                    <a:pt x="2102" y="476"/>
                    <a:pt x="2095" y="473"/>
                    <a:pt x="2091" y="464"/>
                  </a:cubicBezTo>
                  <a:cubicBezTo>
                    <a:pt x="2089" y="464"/>
                    <a:pt x="2088" y="464"/>
                    <a:pt x="2086" y="464"/>
                  </a:cubicBezTo>
                  <a:cubicBezTo>
                    <a:pt x="2061" y="464"/>
                    <a:pt x="2049" y="488"/>
                    <a:pt x="2088" y="514"/>
                  </a:cubicBezTo>
                  <a:cubicBezTo>
                    <a:pt x="2116" y="571"/>
                    <a:pt x="2116" y="571"/>
                    <a:pt x="2088" y="615"/>
                  </a:cubicBezTo>
                  <a:cubicBezTo>
                    <a:pt x="2079" y="632"/>
                    <a:pt x="2070" y="648"/>
                    <a:pt x="2061" y="648"/>
                  </a:cubicBezTo>
                  <a:cubicBezTo>
                    <a:pt x="2056" y="648"/>
                    <a:pt x="2052" y="644"/>
                    <a:pt x="2047" y="637"/>
                  </a:cubicBezTo>
                  <a:cubicBezTo>
                    <a:pt x="2040" y="626"/>
                    <a:pt x="2037" y="620"/>
                    <a:pt x="2032" y="620"/>
                  </a:cubicBezTo>
                  <a:cubicBezTo>
                    <a:pt x="2026" y="620"/>
                    <a:pt x="2019" y="632"/>
                    <a:pt x="2003" y="662"/>
                  </a:cubicBezTo>
                  <a:cubicBezTo>
                    <a:pt x="1965" y="743"/>
                    <a:pt x="1962" y="837"/>
                    <a:pt x="1997" y="919"/>
                  </a:cubicBezTo>
                  <a:cubicBezTo>
                    <a:pt x="2020" y="940"/>
                    <a:pt x="2029" y="948"/>
                    <a:pt x="2020" y="948"/>
                  </a:cubicBezTo>
                  <a:cubicBezTo>
                    <a:pt x="2015" y="948"/>
                    <a:pt x="2003" y="945"/>
                    <a:pt x="1984" y="941"/>
                  </a:cubicBezTo>
                  <a:cubicBezTo>
                    <a:pt x="1979" y="936"/>
                    <a:pt x="1975" y="933"/>
                    <a:pt x="1970" y="933"/>
                  </a:cubicBezTo>
                  <a:cubicBezTo>
                    <a:pt x="1959" y="933"/>
                    <a:pt x="1949" y="950"/>
                    <a:pt x="1940" y="966"/>
                  </a:cubicBezTo>
                  <a:cubicBezTo>
                    <a:pt x="1918" y="950"/>
                    <a:pt x="1931" y="928"/>
                    <a:pt x="1947" y="906"/>
                  </a:cubicBezTo>
                  <a:lnTo>
                    <a:pt x="1925" y="890"/>
                  </a:lnTo>
                  <a:cubicBezTo>
                    <a:pt x="1917" y="889"/>
                    <a:pt x="1911" y="889"/>
                    <a:pt x="1905" y="889"/>
                  </a:cubicBezTo>
                  <a:cubicBezTo>
                    <a:pt x="1868" y="889"/>
                    <a:pt x="1860" y="914"/>
                    <a:pt x="1884" y="959"/>
                  </a:cubicBezTo>
                  <a:cubicBezTo>
                    <a:pt x="1893" y="994"/>
                    <a:pt x="1890" y="997"/>
                    <a:pt x="1859" y="1000"/>
                  </a:cubicBezTo>
                  <a:cubicBezTo>
                    <a:pt x="1831" y="1000"/>
                    <a:pt x="1799" y="1003"/>
                    <a:pt x="1821" y="1016"/>
                  </a:cubicBezTo>
                  <a:cubicBezTo>
                    <a:pt x="1812" y="1032"/>
                    <a:pt x="1793" y="1041"/>
                    <a:pt x="1774" y="1044"/>
                  </a:cubicBezTo>
                  <a:cubicBezTo>
                    <a:pt x="1759" y="1072"/>
                    <a:pt x="1749" y="1085"/>
                    <a:pt x="1771" y="1097"/>
                  </a:cubicBezTo>
                  <a:cubicBezTo>
                    <a:pt x="1793" y="1110"/>
                    <a:pt x="1787" y="1126"/>
                    <a:pt x="1777" y="1138"/>
                  </a:cubicBezTo>
                  <a:cubicBezTo>
                    <a:pt x="1768" y="1151"/>
                    <a:pt x="1762" y="1166"/>
                    <a:pt x="1784" y="1179"/>
                  </a:cubicBezTo>
                  <a:cubicBezTo>
                    <a:pt x="1809" y="1191"/>
                    <a:pt x="1815" y="1223"/>
                    <a:pt x="1802" y="1245"/>
                  </a:cubicBezTo>
                  <a:cubicBezTo>
                    <a:pt x="1804" y="1271"/>
                    <a:pt x="1805" y="1280"/>
                    <a:pt x="1792" y="1280"/>
                  </a:cubicBezTo>
                  <a:cubicBezTo>
                    <a:pt x="1785" y="1280"/>
                    <a:pt x="1773" y="1277"/>
                    <a:pt x="1755" y="1273"/>
                  </a:cubicBezTo>
                  <a:cubicBezTo>
                    <a:pt x="1750" y="1270"/>
                    <a:pt x="1745" y="1268"/>
                    <a:pt x="1741" y="1268"/>
                  </a:cubicBezTo>
                  <a:cubicBezTo>
                    <a:pt x="1729" y="1268"/>
                    <a:pt x="1722" y="1279"/>
                    <a:pt x="1718" y="1288"/>
                  </a:cubicBezTo>
                  <a:cubicBezTo>
                    <a:pt x="1718" y="1288"/>
                    <a:pt x="1708" y="1301"/>
                    <a:pt x="1677" y="1304"/>
                  </a:cubicBezTo>
                  <a:cubicBezTo>
                    <a:pt x="1649" y="1304"/>
                    <a:pt x="1671" y="1317"/>
                    <a:pt x="1693" y="1329"/>
                  </a:cubicBezTo>
                  <a:lnTo>
                    <a:pt x="1737" y="1354"/>
                  </a:lnTo>
                  <a:cubicBezTo>
                    <a:pt x="1733" y="1360"/>
                    <a:pt x="1725" y="1362"/>
                    <a:pt x="1715" y="1362"/>
                  </a:cubicBezTo>
                  <a:cubicBezTo>
                    <a:pt x="1695" y="1362"/>
                    <a:pt x="1667" y="1353"/>
                    <a:pt x="1652" y="1345"/>
                  </a:cubicBezTo>
                  <a:cubicBezTo>
                    <a:pt x="1631" y="1340"/>
                    <a:pt x="1619" y="1337"/>
                    <a:pt x="1615" y="1337"/>
                  </a:cubicBezTo>
                  <a:cubicBezTo>
                    <a:pt x="1609" y="1337"/>
                    <a:pt x="1620" y="1343"/>
                    <a:pt x="1646" y="1357"/>
                  </a:cubicBezTo>
                  <a:cubicBezTo>
                    <a:pt x="1668" y="1370"/>
                    <a:pt x="1680" y="1398"/>
                    <a:pt x="1643" y="1414"/>
                  </a:cubicBezTo>
                  <a:cubicBezTo>
                    <a:pt x="1630" y="1435"/>
                    <a:pt x="1614" y="1458"/>
                    <a:pt x="1597" y="1458"/>
                  </a:cubicBezTo>
                  <a:cubicBezTo>
                    <a:pt x="1593" y="1458"/>
                    <a:pt x="1590" y="1457"/>
                    <a:pt x="1586" y="1455"/>
                  </a:cubicBezTo>
                  <a:cubicBezTo>
                    <a:pt x="1558" y="1455"/>
                    <a:pt x="1570" y="1483"/>
                    <a:pt x="1570" y="1483"/>
                  </a:cubicBezTo>
                  <a:cubicBezTo>
                    <a:pt x="1583" y="1508"/>
                    <a:pt x="1577" y="1524"/>
                    <a:pt x="1530" y="1552"/>
                  </a:cubicBezTo>
                  <a:cubicBezTo>
                    <a:pt x="1445" y="1596"/>
                    <a:pt x="1445" y="1596"/>
                    <a:pt x="1489" y="1621"/>
                  </a:cubicBezTo>
                  <a:cubicBezTo>
                    <a:pt x="1505" y="1630"/>
                    <a:pt x="1520" y="1638"/>
                    <a:pt x="1509" y="1638"/>
                  </a:cubicBezTo>
                  <a:cubicBezTo>
                    <a:pt x="1504" y="1638"/>
                    <a:pt x="1495" y="1637"/>
                    <a:pt x="1480" y="1633"/>
                  </a:cubicBezTo>
                  <a:cubicBezTo>
                    <a:pt x="1451" y="1636"/>
                    <a:pt x="1464" y="1661"/>
                    <a:pt x="1470" y="1702"/>
                  </a:cubicBezTo>
                  <a:cubicBezTo>
                    <a:pt x="1489" y="1730"/>
                    <a:pt x="1517" y="1752"/>
                    <a:pt x="1549" y="1768"/>
                  </a:cubicBezTo>
                  <a:cubicBezTo>
                    <a:pt x="1589" y="1793"/>
                    <a:pt x="1589" y="1793"/>
                    <a:pt x="1552" y="1806"/>
                  </a:cubicBezTo>
                  <a:cubicBezTo>
                    <a:pt x="1548" y="1814"/>
                    <a:pt x="1538" y="1818"/>
                    <a:pt x="1526" y="1818"/>
                  </a:cubicBezTo>
                  <a:cubicBezTo>
                    <a:pt x="1515" y="1818"/>
                    <a:pt x="1502" y="1815"/>
                    <a:pt x="1492" y="1809"/>
                  </a:cubicBezTo>
                  <a:cubicBezTo>
                    <a:pt x="1470" y="1796"/>
                    <a:pt x="1480" y="1784"/>
                    <a:pt x="1480" y="1784"/>
                  </a:cubicBezTo>
                  <a:lnTo>
                    <a:pt x="1486" y="1768"/>
                  </a:lnTo>
                  <a:cubicBezTo>
                    <a:pt x="1475" y="1761"/>
                    <a:pt x="1464" y="1754"/>
                    <a:pt x="1453" y="1754"/>
                  </a:cubicBezTo>
                  <a:cubicBezTo>
                    <a:pt x="1444" y="1754"/>
                    <a:pt x="1435" y="1759"/>
                    <a:pt x="1426" y="1771"/>
                  </a:cubicBezTo>
                  <a:cubicBezTo>
                    <a:pt x="1398" y="1771"/>
                    <a:pt x="1389" y="1787"/>
                    <a:pt x="1411" y="1799"/>
                  </a:cubicBezTo>
                  <a:cubicBezTo>
                    <a:pt x="1382" y="1799"/>
                    <a:pt x="1364" y="1827"/>
                    <a:pt x="1348" y="1853"/>
                  </a:cubicBezTo>
                  <a:cubicBezTo>
                    <a:pt x="1332" y="1881"/>
                    <a:pt x="1307" y="1922"/>
                    <a:pt x="1276" y="1925"/>
                  </a:cubicBezTo>
                  <a:cubicBezTo>
                    <a:pt x="1260" y="1950"/>
                    <a:pt x="1251" y="1965"/>
                    <a:pt x="1273" y="1978"/>
                  </a:cubicBezTo>
                  <a:cubicBezTo>
                    <a:pt x="1304" y="1996"/>
                    <a:pt x="1310" y="2009"/>
                    <a:pt x="1302" y="2009"/>
                  </a:cubicBezTo>
                  <a:cubicBezTo>
                    <a:pt x="1299" y="2009"/>
                    <a:pt x="1295" y="2007"/>
                    <a:pt x="1288" y="2003"/>
                  </a:cubicBezTo>
                  <a:cubicBezTo>
                    <a:pt x="1287" y="2003"/>
                    <a:pt x="1285" y="2003"/>
                    <a:pt x="1284" y="2003"/>
                  </a:cubicBezTo>
                  <a:cubicBezTo>
                    <a:pt x="1228" y="2003"/>
                    <a:pt x="1108" y="2161"/>
                    <a:pt x="1141" y="2197"/>
                  </a:cubicBezTo>
                  <a:lnTo>
                    <a:pt x="1125" y="2225"/>
                  </a:lnTo>
                  <a:cubicBezTo>
                    <a:pt x="1088" y="2241"/>
                    <a:pt x="1038" y="2323"/>
                    <a:pt x="1050" y="2351"/>
                  </a:cubicBezTo>
                  <a:lnTo>
                    <a:pt x="1025" y="2392"/>
                  </a:lnTo>
                  <a:cubicBezTo>
                    <a:pt x="988" y="2404"/>
                    <a:pt x="978" y="2420"/>
                    <a:pt x="994" y="2445"/>
                  </a:cubicBezTo>
                  <a:cubicBezTo>
                    <a:pt x="1003" y="2466"/>
                    <a:pt x="1017" y="2478"/>
                    <a:pt x="1016" y="2478"/>
                  </a:cubicBezTo>
                  <a:cubicBezTo>
                    <a:pt x="1015" y="2478"/>
                    <a:pt x="1012" y="2476"/>
                    <a:pt x="1006" y="2473"/>
                  </a:cubicBezTo>
                  <a:cubicBezTo>
                    <a:pt x="1003" y="2471"/>
                    <a:pt x="1000" y="2470"/>
                    <a:pt x="996" y="2470"/>
                  </a:cubicBezTo>
                  <a:cubicBezTo>
                    <a:pt x="979" y="2470"/>
                    <a:pt x="963" y="2497"/>
                    <a:pt x="934" y="2542"/>
                  </a:cubicBezTo>
                  <a:cubicBezTo>
                    <a:pt x="909" y="2588"/>
                    <a:pt x="904" y="2596"/>
                    <a:pt x="918" y="2596"/>
                  </a:cubicBezTo>
                  <a:cubicBezTo>
                    <a:pt x="921" y="2596"/>
                    <a:pt x="926" y="2596"/>
                    <a:pt x="931" y="2595"/>
                  </a:cubicBezTo>
                  <a:lnTo>
                    <a:pt x="931" y="2595"/>
                  </a:lnTo>
                  <a:cubicBezTo>
                    <a:pt x="925" y="2637"/>
                    <a:pt x="915" y="2649"/>
                    <a:pt x="903" y="2649"/>
                  </a:cubicBezTo>
                  <a:cubicBezTo>
                    <a:pt x="895" y="2649"/>
                    <a:pt x="887" y="2644"/>
                    <a:pt x="878" y="2639"/>
                  </a:cubicBezTo>
                  <a:cubicBezTo>
                    <a:pt x="867" y="2626"/>
                    <a:pt x="857" y="2620"/>
                    <a:pt x="851" y="2620"/>
                  </a:cubicBezTo>
                  <a:cubicBezTo>
                    <a:pt x="839" y="2620"/>
                    <a:pt x="843" y="2644"/>
                    <a:pt x="881" y="2680"/>
                  </a:cubicBezTo>
                  <a:cubicBezTo>
                    <a:pt x="912" y="2711"/>
                    <a:pt x="904" y="2736"/>
                    <a:pt x="888" y="2736"/>
                  </a:cubicBezTo>
                  <a:cubicBezTo>
                    <a:pt x="885" y="2736"/>
                    <a:pt x="882" y="2735"/>
                    <a:pt x="878" y="2733"/>
                  </a:cubicBezTo>
                  <a:cubicBezTo>
                    <a:pt x="859" y="2721"/>
                    <a:pt x="865" y="2708"/>
                    <a:pt x="875" y="2692"/>
                  </a:cubicBezTo>
                  <a:lnTo>
                    <a:pt x="831" y="2667"/>
                  </a:lnTo>
                  <a:lnTo>
                    <a:pt x="831" y="2667"/>
                  </a:lnTo>
                  <a:cubicBezTo>
                    <a:pt x="821" y="2680"/>
                    <a:pt x="821" y="2680"/>
                    <a:pt x="837" y="2708"/>
                  </a:cubicBezTo>
                  <a:cubicBezTo>
                    <a:pt x="837" y="2708"/>
                    <a:pt x="828" y="2721"/>
                    <a:pt x="840" y="2749"/>
                  </a:cubicBezTo>
                  <a:cubicBezTo>
                    <a:pt x="852" y="2772"/>
                    <a:pt x="874" y="2787"/>
                    <a:pt x="899" y="2787"/>
                  </a:cubicBezTo>
                  <a:cubicBezTo>
                    <a:pt x="901" y="2787"/>
                    <a:pt x="904" y="2787"/>
                    <a:pt x="906" y="2786"/>
                  </a:cubicBezTo>
                  <a:cubicBezTo>
                    <a:pt x="937" y="2786"/>
                    <a:pt x="928" y="2799"/>
                    <a:pt x="919" y="2812"/>
                  </a:cubicBezTo>
                  <a:cubicBezTo>
                    <a:pt x="910" y="2818"/>
                    <a:pt x="901" y="2820"/>
                    <a:pt x="892" y="2820"/>
                  </a:cubicBezTo>
                  <a:cubicBezTo>
                    <a:pt x="873" y="2820"/>
                    <a:pt x="855" y="2809"/>
                    <a:pt x="847" y="2790"/>
                  </a:cubicBezTo>
                  <a:cubicBezTo>
                    <a:pt x="856" y="2774"/>
                    <a:pt x="834" y="2761"/>
                    <a:pt x="812" y="2749"/>
                  </a:cubicBezTo>
                  <a:cubicBezTo>
                    <a:pt x="811" y="2748"/>
                    <a:pt x="809" y="2748"/>
                    <a:pt x="808" y="2748"/>
                  </a:cubicBezTo>
                  <a:cubicBezTo>
                    <a:pt x="790" y="2748"/>
                    <a:pt x="792" y="2833"/>
                    <a:pt x="828" y="2871"/>
                  </a:cubicBezTo>
                  <a:lnTo>
                    <a:pt x="806" y="2859"/>
                  </a:lnTo>
                  <a:cubicBezTo>
                    <a:pt x="801" y="2855"/>
                    <a:pt x="797" y="2854"/>
                    <a:pt x="793" y="2854"/>
                  </a:cubicBezTo>
                  <a:cubicBezTo>
                    <a:pt x="778" y="2854"/>
                    <a:pt x="764" y="2877"/>
                    <a:pt x="749" y="2899"/>
                  </a:cubicBezTo>
                  <a:cubicBezTo>
                    <a:pt x="734" y="2927"/>
                    <a:pt x="724" y="2940"/>
                    <a:pt x="746" y="2953"/>
                  </a:cubicBezTo>
                  <a:cubicBezTo>
                    <a:pt x="767" y="2965"/>
                    <a:pt x="789" y="2980"/>
                    <a:pt x="782" y="2992"/>
                  </a:cubicBezTo>
                  <a:lnTo>
                    <a:pt x="782" y="2992"/>
                  </a:lnTo>
                  <a:cubicBezTo>
                    <a:pt x="784" y="2988"/>
                    <a:pt x="788" y="2987"/>
                    <a:pt x="792" y="2987"/>
                  </a:cubicBezTo>
                  <a:cubicBezTo>
                    <a:pt x="803" y="2987"/>
                    <a:pt x="819" y="2997"/>
                    <a:pt x="834" y="3006"/>
                  </a:cubicBezTo>
                  <a:cubicBezTo>
                    <a:pt x="812" y="3012"/>
                    <a:pt x="790" y="3018"/>
                    <a:pt x="765" y="3021"/>
                  </a:cubicBezTo>
                  <a:cubicBezTo>
                    <a:pt x="760" y="3021"/>
                    <a:pt x="755" y="3021"/>
                    <a:pt x="750" y="3021"/>
                  </a:cubicBezTo>
                  <a:cubicBezTo>
                    <a:pt x="703" y="3021"/>
                    <a:pt x="659" y="3048"/>
                    <a:pt x="633" y="3090"/>
                  </a:cubicBezTo>
                  <a:cubicBezTo>
                    <a:pt x="618" y="3119"/>
                    <a:pt x="593" y="3159"/>
                    <a:pt x="565" y="3162"/>
                  </a:cubicBezTo>
                  <a:cubicBezTo>
                    <a:pt x="546" y="3188"/>
                    <a:pt x="539" y="3203"/>
                    <a:pt x="561" y="3216"/>
                  </a:cubicBezTo>
                  <a:lnTo>
                    <a:pt x="543" y="3244"/>
                  </a:lnTo>
                  <a:cubicBezTo>
                    <a:pt x="514" y="3244"/>
                    <a:pt x="499" y="3272"/>
                    <a:pt x="518" y="3285"/>
                  </a:cubicBezTo>
                  <a:cubicBezTo>
                    <a:pt x="533" y="3310"/>
                    <a:pt x="502" y="3313"/>
                    <a:pt x="496" y="3325"/>
                  </a:cubicBezTo>
                  <a:cubicBezTo>
                    <a:pt x="433" y="3329"/>
                    <a:pt x="433" y="3329"/>
                    <a:pt x="508" y="3354"/>
                  </a:cubicBezTo>
                  <a:cubicBezTo>
                    <a:pt x="515" y="3357"/>
                    <a:pt x="522" y="3358"/>
                    <a:pt x="530" y="3358"/>
                  </a:cubicBezTo>
                  <a:cubicBezTo>
                    <a:pt x="547" y="3358"/>
                    <a:pt x="564" y="3351"/>
                    <a:pt x="577" y="3338"/>
                  </a:cubicBezTo>
                  <a:lnTo>
                    <a:pt x="602" y="3294"/>
                  </a:lnTo>
                  <a:lnTo>
                    <a:pt x="602" y="3294"/>
                  </a:lnTo>
                  <a:lnTo>
                    <a:pt x="599" y="3351"/>
                  </a:lnTo>
                  <a:cubicBezTo>
                    <a:pt x="590" y="3372"/>
                    <a:pt x="596" y="3401"/>
                    <a:pt x="618" y="3416"/>
                  </a:cubicBezTo>
                  <a:cubicBezTo>
                    <a:pt x="618" y="3416"/>
                    <a:pt x="637" y="3429"/>
                    <a:pt x="630" y="3445"/>
                  </a:cubicBezTo>
                  <a:lnTo>
                    <a:pt x="586" y="3416"/>
                  </a:lnTo>
                  <a:cubicBezTo>
                    <a:pt x="574" y="3394"/>
                    <a:pt x="552" y="3376"/>
                    <a:pt x="530" y="3366"/>
                  </a:cubicBezTo>
                  <a:cubicBezTo>
                    <a:pt x="521" y="3364"/>
                    <a:pt x="512" y="3363"/>
                    <a:pt x="504" y="3363"/>
                  </a:cubicBezTo>
                  <a:cubicBezTo>
                    <a:pt x="463" y="3363"/>
                    <a:pt x="437" y="3386"/>
                    <a:pt x="474" y="3407"/>
                  </a:cubicBezTo>
                  <a:cubicBezTo>
                    <a:pt x="467" y="3423"/>
                    <a:pt x="467" y="3423"/>
                    <a:pt x="436" y="3423"/>
                  </a:cubicBezTo>
                  <a:cubicBezTo>
                    <a:pt x="431" y="3420"/>
                    <a:pt x="426" y="3418"/>
                    <a:pt x="423" y="3418"/>
                  </a:cubicBezTo>
                  <a:cubicBezTo>
                    <a:pt x="413" y="3418"/>
                    <a:pt x="416" y="3433"/>
                    <a:pt x="442" y="3463"/>
                  </a:cubicBezTo>
                  <a:cubicBezTo>
                    <a:pt x="469" y="3492"/>
                    <a:pt x="469" y="3508"/>
                    <a:pt x="445" y="3508"/>
                  </a:cubicBezTo>
                  <a:cubicBezTo>
                    <a:pt x="438" y="3508"/>
                    <a:pt x="429" y="3507"/>
                    <a:pt x="417" y="3504"/>
                  </a:cubicBezTo>
                  <a:cubicBezTo>
                    <a:pt x="358" y="3507"/>
                    <a:pt x="323" y="3560"/>
                    <a:pt x="345" y="3573"/>
                  </a:cubicBezTo>
                  <a:cubicBezTo>
                    <a:pt x="383" y="3586"/>
                    <a:pt x="373" y="3642"/>
                    <a:pt x="336" y="3642"/>
                  </a:cubicBezTo>
                  <a:cubicBezTo>
                    <a:pt x="304" y="3642"/>
                    <a:pt x="295" y="3658"/>
                    <a:pt x="311" y="3683"/>
                  </a:cubicBezTo>
                  <a:cubicBezTo>
                    <a:pt x="302" y="3678"/>
                    <a:pt x="292" y="3675"/>
                    <a:pt x="283" y="3675"/>
                  </a:cubicBezTo>
                  <a:cubicBezTo>
                    <a:pt x="271" y="3675"/>
                    <a:pt x="262" y="3681"/>
                    <a:pt x="270" y="3698"/>
                  </a:cubicBezTo>
                  <a:cubicBezTo>
                    <a:pt x="270" y="3698"/>
                    <a:pt x="264" y="3711"/>
                    <a:pt x="292" y="3711"/>
                  </a:cubicBezTo>
                  <a:lnTo>
                    <a:pt x="320" y="3764"/>
                  </a:lnTo>
                  <a:cubicBezTo>
                    <a:pt x="323" y="3759"/>
                    <a:pt x="327" y="3758"/>
                    <a:pt x="331" y="3758"/>
                  </a:cubicBezTo>
                  <a:cubicBezTo>
                    <a:pt x="342" y="3758"/>
                    <a:pt x="357" y="3768"/>
                    <a:pt x="370" y="3777"/>
                  </a:cubicBezTo>
                  <a:cubicBezTo>
                    <a:pt x="390" y="3788"/>
                    <a:pt x="349" y="3822"/>
                    <a:pt x="281" y="3822"/>
                  </a:cubicBezTo>
                  <a:cubicBezTo>
                    <a:pt x="274" y="3822"/>
                    <a:pt x="266" y="3822"/>
                    <a:pt x="257" y="3821"/>
                  </a:cubicBezTo>
                  <a:lnTo>
                    <a:pt x="198" y="3821"/>
                  </a:lnTo>
                  <a:lnTo>
                    <a:pt x="242" y="3846"/>
                  </a:lnTo>
                  <a:cubicBezTo>
                    <a:pt x="235" y="3857"/>
                    <a:pt x="228" y="3866"/>
                    <a:pt x="217" y="3866"/>
                  </a:cubicBezTo>
                  <a:cubicBezTo>
                    <a:pt x="213" y="3866"/>
                    <a:pt x="207" y="3865"/>
                    <a:pt x="201" y="3861"/>
                  </a:cubicBezTo>
                  <a:cubicBezTo>
                    <a:pt x="190" y="3855"/>
                    <a:pt x="185" y="3852"/>
                    <a:pt x="181" y="3852"/>
                  </a:cubicBezTo>
                  <a:cubicBezTo>
                    <a:pt x="177" y="3852"/>
                    <a:pt x="176" y="3855"/>
                    <a:pt x="173" y="3861"/>
                  </a:cubicBezTo>
                  <a:cubicBezTo>
                    <a:pt x="173" y="3861"/>
                    <a:pt x="163" y="3877"/>
                    <a:pt x="185" y="3890"/>
                  </a:cubicBezTo>
                  <a:cubicBezTo>
                    <a:pt x="229" y="3915"/>
                    <a:pt x="229" y="3915"/>
                    <a:pt x="198" y="3915"/>
                  </a:cubicBezTo>
                  <a:cubicBezTo>
                    <a:pt x="187" y="3913"/>
                    <a:pt x="179" y="3912"/>
                    <a:pt x="172" y="3912"/>
                  </a:cubicBezTo>
                  <a:cubicBezTo>
                    <a:pt x="146" y="3912"/>
                    <a:pt x="146" y="3926"/>
                    <a:pt x="176" y="3958"/>
                  </a:cubicBezTo>
                  <a:cubicBezTo>
                    <a:pt x="200" y="3973"/>
                    <a:pt x="210" y="3979"/>
                    <a:pt x="204" y="3979"/>
                  </a:cubicBezTo>
                  <a:cubicBezTo>
                    <a:pt x="199" y="3979"/>
                    <a:pt x="187" y="3976"/>
                    <a:pt x="167" y="3971"/>
                  </a:cubicBezTo>
                  <a:cubicBezTo>
                    <a:pt x="156" y="3965"/>
                    <a:pt x="144" y="3962"/>
                    <a:pt x="133" y="3962"/>
                  </a:cubicBezTo>
                  <a:cubicBezTo>
                    <a:pt x="121" y="3962"/>
                    <a:pt x="110" y="3966"/>
                    <a:pt x="107" y="3974"/>
                  </a:cubicBezTo>
                  <a:lnTo>
                    <a:pt x="129" y="3987"/>
                  </a:lnTo>
                  <a:cubicBezTo>
                    <a:pt x="173" y="4012"/>
                    <a:pt x="163" y="4024"/>
                    <a:pt x="132" y="4027"/>
                  </a:cubicBezTo>
                  <a:cubicBezTo>
                    <a:pt x="126" y="4023"/>
                    <a:pt x="122" y="4021"/>
                    <a:pt x="118" y="4021"/>
                  </a:cubicBezTo>
                  <a:cubicBezTo>
                    <a:pt x="108" y="4021"/>
                    <a:pt x="105" y="4038"/>
                    <a:pt x="107" y="4068"/>
                  </a:cubicBezTo>
                  <a:cubicBezTo>
                    <a:pt x="95" y="4087"/>
                    <a:pt x="89" y="4101"/>
                    <a:pt x="77" y="4101"/>
                  </a:cubicBezTo>
                  <a:cubicBezTo>
                    <a:pt x="73" y="4101"/>
                    <a:pt x="68" y="4099"/>
                    <a:pt x="63" y="4096"/>
                  </a:cubicBezTo>
                  <a:cubicBezTo>
                    <a:pt x="43" y="4085"/>
                    <a:pt x="33" y="4079"/>
                    <a:pt x="30" y="4079"/>
                  </a:cubicBezTo>
                  <a:cubicBezTo>
                    <a:pt x="26" y="4079"/>
                    <a:pt x="35" y="4088"/>
                    <a:pt x="54" y="4109"/>
                  </a:cubicBezTo>
                  <a:cubicBezTo>
                    <a:pt x="66" y="4137"/>
                    <a:pt x="66" y="4137"/>
                    <a:pt x="29" y="4150"/>
                  </a:cubicBezTo>
                  <a:cubicBezTo>
                    <a:pt x="0" y="4153"/>
                    <a:pt x="0" y="4153"/>
                    <a:pt x="13" y="4178"/>
                  </a:cubicBezTo>
                  <a:cubicBezTo>
                    <a:pt x="45" y="4196"/>
                    <a:pt x="65" y="4208"/>
                    <a:pt x="77" y="4208"/>
                  </a:cubicBezTo>
                  <a:cubicBezTo>
                    <a:pt x="81" y="4208"/>
                    <a:pt x="83" y="4206"/>
                    <a:pt x="85" y="4203"/>
                  </a:cubicBezTo>
                  <a:cubicBezTo>
                    <a:pt x="90" y="4197"/>
                    <a:pt x="92" y="4194"/>
                    <a:pt x="96" y="4194"/>
                  </a:cubicBezTo>
                  <a:cubicBezTo>
                    <a:pt x="100" y="4194"/>
                    <a:pt x="105" y="4197"/>
                    <a:pt x="116" y="4203"/>
                  </a:cubicBezTo>
                  <a:cubicBezTo>
                    <a:pt x="116" y="4203"/>
                    <a:pt x="107" y="4215"/>
                    <a:pt x="101" y="4228"/>
                  </a:cubicBezTo>
                  <a:cubicBezTo>
                    <a:pt x="85" y="4250"/>
                    <a:pt x="82" y="4275"/>
                    <a:pt x="88" y="4297"/>
                  </a:cubicBezTo>
                  <a:cubicBezTo>
                    <a:pt x="92" y="4324"/>
                    <a:pt x="113" y="4344"/>
                    <a:pt x="124" y="4344"/>
                  </a:cubicBezTo>
                  <a:cubicBezTo>
                    <a:pt x="130" y="4344"/>
                    <a:pt x="134" y="4338"/>
                    <a:pt x="132" y="4325"/>
                  </a:cubicBezTo>
                  <a:lnTo>
                    <a:pt x="132" y="4322"/>
                  </a:lnTo>
                  <a:lnTo>
                    <a:pt x="163" y="4322"/>
                  </a:lnTo>
                  <a:cubicBezTo>
                    <a:pt x="185" y="4335"/>
                    <a:pt x="201" y="4340"/>
                    <a:pt x="211" y="4340"/>
                  </a:cubicBezTo>
                  <a:cubicBezTo>
                    <a:pt x="229" y="4340"/>
                    <a:pt x="222" y="4320"/>
                    <a:pt x="179" y="4294"/>
                  </a:cubicBezTo>
                  <a:cubicBezTo>
                    <a:pt x="137" y="4270"/>
                    <a:pt x="122" y="4261"/>
                    <a:pt x="130" y="4261"/>
                  </a:cubicBezTo>
                  <a:cubicBezTo>
                    <a:pt x="135" y="4261"/>
                    <a:pt x="147" y="4264"/>
                    <a:pt x="167" y="4269"/>
                  </a:cubicBezTo>
                  <a:cubicBezTo>
                    <a:pt x="183" y="4279"/>
                    <a:pt x="195" y="4283"/>
                    <a:pt x="203" y="4283"/>
                  </a:cubicBezTo>
                  <a:cubicBezTo>
                    <a:pt x="215" y="4283"/>
                    <a:pt x="221" y="4275"/>
                    <a:pt x="226" y="4266"/>
                  </a:cubicBezTo>
                  <a:cubicBezTo>
                    <a:pt x="229" y="4259"/>
                    <a:pt x="231" y="4256"/>
                    <a:pt x="234" y="4256"/>
                  </a:cubicBezTo>
                  <a:cubicBezTo>
                    <a:pt x="238" y="4256"/>
                    <a:pt x="243" y="4259"/>
                    <a:pt x="254" y="4266"/>
                  </a:cubicBezTo>
                  <a:cubicBezTo>
                    <a:pt x="265" y="4272"/>
                    <a:pt x="277" y="4275"/>
                    <a:pt x="288" y="4275"/>
                  </a:cubicBezTo>
                  <a:cubicBezTo>
                    <a:pt x="300" y="4275"/>
                    <a:pt x="311" y="4271"/>
                    <a:pt x="314" y="4262"/>
                  </a:cubicBezTo>
                  <a:cubicBezTo>
                    <a:pt x="323" y="4250"/>
                    <a:pt x="323" y="4250"/>
                    <a:pt x="301" y="4237"/>
                  </a:cubicBezTo>
                  <a:cubicBezTo>
                    <a:pt x="278" y="4237"/>
                    <a:pt x="284" y="4219"/>
                    <a:pt x="315" y="4219"/>
                  </a:cubicBezTo>
                  <a:cubicBezTo>
                    <a:pt x="322" y="4219"/>
                    <a:pt x="330" y="4219"/>
                    <a:pt x="339" y="4222"/>
                  </a:cubicBezTo>
                  <a:cubicBezTo>
                    <a:pt x="370" y="4222"/>
                    <a:pt x="370" y="4222"/>
                    <a:pt x="326" y="4197"/>
                  </a:cubicBezTo>
                  <a:cubicBezTo>
                    <a:pt x="290" y="4176"/>
                    <a:pt x="295" y="4153"/>
                    <a:pt x="328" y="4153"/>
                  </a:cubicBezTo>
                  <a:cubicBezTo>
                    <a:pt x="334" y="4153"/>
                    <a:pt x="342" y="4154"/>
                    <a:pt x="351" y="4156"/>
                  </a:cubicBezTo>
                  <a:lnTo>
                    <a:pt x="367" y="4128"/>
                  </a:lnTo>
                  <a:cubicBezTo>
                    <a:pt x="376" y="4112"/>
                    <a:pt x="355" y="4099"/>
                    <a:pt x="333" y="4087"/>
                  </a:cubicBezTo>
                  <a:cubicBezTo>
                    <a:pt x="289" y="4062"/>
                    <a:pt x="289" y="4062"/>
                    <a:pt x="320" y="4062"/>
                  </a:cubicBezTo>
                  <a:cubicBezTo>
                    <a:pt x="336" y="4062"/>
                    <a:pt x="355" y="4065"/>
                    <a:pt x="370" y="4074"/>
                  </a:cubicBezTo>
                  <a:cubicBezTo>
                    <a:pt x="376" y="4078"/>
                    <a:pt x="381" y="4079"/>
                    <a:pt x="385" y="4079"/>
                  </a:cubicBezTo>
                  <a:cubicBezTo>
                    <a:pt x="397" y="4079"/>
                    <a:pt x="403" y="4068"/>
                    <a:pt x="408" y="4059"/>
                  </a:cubicBezTo>
                  <a:cubicBezTo>
                    <a:pt x="417" y="4043"/>
                    <a:pt x="433" y="4018"/>
                    <a:pt x="411" y="4005"/>
                  </a:cubicBezTo>
                  <a:lnTo>
                    <a:pt x="411" y="4005"/>
                  </a:lnTo>
                  <a:lnTo>
                    <a:pt x="433" y="4018"/>
                  </a:lnTo>
                  <a:cubicBezTo>
                    <a:pt x="442" y="4002"/>
                    <a:pt x="464" y="4015"/>
                    <a:pt x="442" y="4002"/>
                  </a:cubicBezTo>
                  <a:cubicBezTo>
                    <a:pt x="442" y="4002"/>
                    <a:pt x="449" y="3990"/>
                    <a:pt x="489" y="3974"/>
                  </a:cubicBezTo>
                  <a:cubicBezTo>
                    <a:pt x="523" y="3960"/>
                    <a:pt x="511" y="3906"/>
                    <a:pt x="459" y="3906"/>
                  </a:cubicBezTo>
                  <a:cubicBezTo>
                    <a:pt x="453" y="3906"/>
                    <a:pt x="446" y="3907"/>
                    <a:pt x="439" y="3908"/>
                  </a:cubicBezTo>
                  <a:lnTo>
                    <a:pt x="439" y="3908"/>
                  </a:lnTo>
                  <a:cubicBezTo>
                    <a:pt x="442" y="3905"/>
                    <a:pt x="445" y="3901"/>
                    <a:pt x="449" y="3896"/>
                  </a:cubicBezTo>
                  <a:cubicBezTo>
                    <a:pt x="455" y="3880"/>
                    <a:pt x="433" y="3868"/>
                    <a:pt x="433" y="3868"/>
                  </a:cubicBezTo>
                  <a:cubicBezTo>
                    <a:pt x="414" y="3855"/>
                    <a:pt x="420" y="3843"/>
                    <a:pt x="430" y="3827"/>
                  </a:cubicBezTo>
                  <a:lnTo>
                    <a:pt x="430" y="3827"/>
                  </a:lnTo>
                  <a:lnTo>
                    <a:pt x="474" y="3855"/>
                  </a:lnTo>
                  <a:cubicBezTo>
                    <a:pt x="498" y="3876"/>
                    <a:pt x="518" y="3886"/>
                    <a:pt x="529" y="3886"/>
                  </a:cubicBezTo>
                  <a:cubicBezTo>
                    <a:pt x="545" y="3886"/>
                    <a:pt x="544" y="3868"/>
                    <a:pt x="511" y="3839"/>
                  </a:cubicBezTo>
                  <a:lnTo>
                    <a:pt x="511" y="3839"/>
                  </a:lnTo>
                  <a:cubicBezTo>
                    <a:pt x="517" y="3843"/>
                    <a:pt x="525" y="3847"/>
                    <a:pt x="533" y="3852"/>
                  </a:cubicBezTo>
                  <a:cubicBezTo>
                    <a:pt x="539" y="3855"/>
                    <a:pt x="543" y="3857"/>
                    <a:pt x="547" y="3857"/>
                  </a:cubicBezTo>
                  <a:cubicBezTo>
                    <a:pt x="558" y="3857"/>
                    <a:pt x="561" y="3842"/>
                    <a:pt x="558" y="3811"/>
                  </a:cubicBezTo>
                  <a:cubicBezTo>
                    <a:pt x="565" y="3796"/>
                    <a:pt x="530" y="3758"/>
                    <a:pt x="508" y="3745"/>
                  </a:cubicBezTo>
                  <a:cubicBezTo>
                    <a:pt x="486" y="3733"/>
                    <a:pt x="496" y="3717"/>
                    <a:pt x="496" y="3717"/>
                  </a:cubicBezTo>
                  <a:cubicBezTo>
                    <a:pt x="500" y="3711"/>
                    <a:pt x="503" y="3708"/>
                    <a:pt x="506" y="3708"/>
                  </a:cubicBezTo>
                  <a:cubicBezTo>
                    <a:pt x="510" y="3708"/>
                    <a:pt x="514" y="3711"/>
                    <a:pt x="524" y="3717"/>
                  </a:cubicBezTo>
                  <a:cubicBezTo>
                    <a:pt x="535" y="3724"/>
                    <a:pt x="545" y="3727"/>
                    <a:pt x="553" y="3727"/>
                  </a:cubicBezTo>
                  <a:cubicBezTo>
                    <a:pt x="574" y="3727"/>
                    <a:pt x="577" y="3704"/>
                    <a:pt x="549" y="3676"/>
                  </a:cubicBezTo>
                  <a:lnTo>
                    <a:pt x="549" y="3676"/>
                  </a:lnTo>
                  <a:lnTo>
                    <a:pt x="571" y="3689"/>
                  </a:lnTo>
                  <a:cubicBezTo>
                    <a:pt x="577" y="3693"/>
                    <a:pt x="584" y="3695"/>
                    <a:pt x="591" y="3695"/>
                  </a:cubicBezTo>
                  <a:cubicBezTo>
                    <a:pt x="609" y="3695"/>
                    <a:pt x="629" y="3679"/>
                    <a:pt x="643" y="3620"/>
                  </a:cubicBezTo>
                  <a:cubicBezTo>
                    <a:pt x="673" y="3571"/>
                    <a:pt x="694" y="3533"/>
                    <a:pt x="713" y="3533"/>
                  </a:cubicBezTo>
                  <a:cubicBezTo>
                    <a:pt x="716" y="3533"/>
                    <a:pt x="719" y="3534"/>
                    <a:pt x="721" y="3535"/>
                  </a:cubicBezTo>
                  <a:cubicBezTo>
                    <a:pt x="723" y="3536"/>
                    <a:pt x="724" y="3537"/>
                    <a:pt x="725" y="3537"/>
                  </a:cubicBezTo>
                  <a:cubicBezTo>
                    <a:pt x="742" y="3537"/>
                    <a:pt x="732" y="3463"/>
                    <a:pt x="706" y="3413"/>
                  </a:cubicBezTo>
                  <a:lnTo>
                    <a:pt x="706" y="3413"/>
                  </a:lnTo>
                  <a:cubicBezTo>
                    <a:pt x="711" y="3416"/>
                    <a:pt x="716" y="3418"/>
                    <a:pt x="721" y="3418"/>
                  </a:cubicBezTo>
                  <a:cubicBezTo>
                    <a:pt x="733" y="3418"/>
                    <a:pt x="741" y="3406"/>
                    <a:pt x="753" y="3385"/>
                  </a:cubicBezTo>
                  <a:cubicBezTo>
                    <a:pt x="769" y="3359"/>
                    <a:pt x="774" y="3349"/>
                    <a:pt x="782" y="3349"/>
                  </a:cubicBezTo>
                  <a:cubicBezTo>
                    <a:pt x="787" y="3349"/>
                    <a:pt x="792" y="3352"/>
                    <a:pt x="800" y="3357"/>
                  </a:cubicBezTo>
                  <a:cubicBezTo>
                    <a:pt x="816" y="3376"/>
                    <a:pt x="824" y="3386"/>
                    <a:pt x="826" y="3386"/>
                  </a:cubicBezTo>
                  <a:cubicBezTo>
                    <a:pt x="829" y="3386"/>
                    <a:pt x="822" y="3373"/>
                    <a:pt x="809" y="3344"/>
                  </a:cubicBezTo>
                  <a:cubicBezTo>
                    <a:pt x="781" y="3314"/>
                    <a:pt x="800" y="3291"/>
                    <a:pt x="829" y="3291"/>
                  </a:cubicBezTo>
                  <a:cubicBezTo>
                    <a:pt x="839" y="3291"/>
                    <a:pt x="851" y="3294"/>
                    <a:pt x="862" y="3300"/>
                  </a:cubicBezTo>
                  <a:cubicBezTo>
                    <a:pt x="868" y="3304"/>
                    <a:pt x="873" y="3305"/>
                    <a:pt x="877" y="3305"/>
                  </a:cubicBezTo>
                  <a:cubicBezTo>
                    <a:pt x="890" y="3305"/>
                    <a:pt x="898" y="3293"/>
                    <a:pt x="909" y="3272"/>
                  </a:cubicBezTo>
                  <a:cubicBezTo>
                    <a:pt x="897" y="3247"/>
                    <a:pt x="912" y="3219"/>
                    <a:pt x="928" y="3191"/>
                  </a:cubicBezTo>
                  <a:cubicBezTo>
                    <a:pt x="953" y="3150"/>
                    <a:pt x="953" y="3150"/>
                    <a:pt x="909" y="3125"/>
                  </a:cubicBezTo>
                  <a:cubicBezTo>
                    <a:pt x="865" y="3097"/>
                    <a:pt x="875" y="3084"/>
                    <a:pt x="890" y="3056"/>
                  </a:cubicBezTo>
                  <a:cubicBezTo>
                    <a:pt x="897" y="3047"/>
                    <a:pt x="904" y="3038"/>
                    <a:pt x="915" y="3038"/>
                  </a:cubicBezTo>
                  <a:cubicBezTo>
                    <a:pt x="919" y="3038"/>
                    <a:pt x="925" y="3040"/>
                    <a:pt x="931" y="3043"/>
                  </a:cubicBezTo>
                  <a:cubicBezTo>
                    <a:pt x="931" y="3043"/>
                    <a:pt x="959" y="3040"/>
                    <a:pt x="969" y="3028"/>
                  </a:cubicBezTo>
                  <a:cubicBezTo>
                    <a:pt x="973" y="3017"/>
                    <a:pt x="979" y="3007"/>
                    <a:pt x="990" y="3007"/>
                  </a:cubicBezTo>
                  <a:cubicBezTo>
                    <a:pt x="995" y="3007"/>
                    <a:pt x="1000" y="3008"/>
                    <a:pt x="1006" y="3012"/>
                  </a:cubicBezTo>
                  <a:cubicBezTo>
                    <a:pt x="1025" y="3012"/>
                    <a:pt x="1044" y="3000"/>
                    <a:pt x="1053" y="2984"/>
                  </a:cubicBezTo>
                  <a:cubicBezTo>
                    <a:pt x="1066" y="2961"/>
                    <a:pt x="1079" y="2940"/>
                    <a:pt x="1095" y="2940"/>
                  </a:cubicBezTo>
                  <a:cubicBezTo>
                    <a:pt x="1099" y="2940"/>
                    <a:pt x="1103" y="2941"/>
                    <a:pt x="1107" y="2943"/>
                  </a:cubicBezTo>
                  <a:cubicBezTo>
                    <a:pt x="1116" y="2927"/>
                    <a:pt x="1116" y="2927"/>
                    <a:pt x="1094" y="2915"/>
                  </a:cubicBezTo>
                  <a:cubicBezTo>
                    <a:pt x="1072" y="2902"/>
                    <a:pt x="1060" y="2877"/>
                    <a:pt x="1113" y="2833"/>
                  </a:cubicBezTo>
                  <a:cubicBezTo>
                    <a:pt x="1129" y="2805"/>
                    <a:pt x="1154" y="2764"/>
                    <a:pt x="1132" y="2752"/>
                  </a:cubicBezTo>
                  <a:cubicBezTo>
                    <a:pt x="1136" y="2746"/>
                    <a:pt x="1139" y="2743"/>
                    <a:pt x="1143" y="2743"/>
                  </a:cubicBezTo>
                  <a:cubicBezTo>
                    <a:pt x="1147" y="2743"/>
                    <a:pt x="1152" y="2746"/>
                    <a:pt x="1163" y="2752"/>
                  </a:cubicBezTo>
                  <a:cubicBezTo>
                    <a:pt x="1174" y="2758"/>
                    <a:pt x="1183" y="2761"/>
                    <a:pt x="1191" y="2761"/>
                  </a:cubicBezTo>
                  <a:cubicBezTo>
                    <a:pt x="1212" y="2761"/>
                    <a:pt x="1216" y="2735"/>
                    <a:pt x="1198" y="2696"/>
                  </a:cubicBezTo>
                  <a:cubicBezTo>
                    <a:pt x="1176" y="2683"/>
                    <a:pt x="1182" y="2670"/>
                    <a:pt x="1213" y="2667"/>
                  </a:cubicBezTo>
                  <a:cubicBezTo>
                    <a:pt x="1213" y="2667"/>
                    <a:pt x="1219" y="2655"/>
                    <a:pt x="1207" y="2627"/>
                  </a:cubicBezTo>
                  <a:cubicBezTo>
                    <a:pt x="1194" y="2602"/>
                    <a:pt x="1194" y="2602"/>
                    <a:pt x="1232" y="2586"/>
                  </a:cubicBezTo>
                  <a:cubicBezTo>
                    <a:pt x="1238" y="2590"/>
                    <a:pt x="1244" y="2591"/>
                    <a:pt x="1248" y="2591"/>
                  </a:cubicBezTo>
                  <a:cubicBezTo>
                    <a:pt x="1259" y="2591"/>
                    <a:pt x="1265" y="2582"/>
                    <a:pt x="1270" y="2573"/>
                  </a:cubicBezTo>
                  <a:cubicBezTo>
                    <a:pt x="1266" y="2533"/>
                    <a:pt x="1357" y="2379"/>
                    <a:pt x="1386" y="2379"/>
                  </a:cubicBezTo>
                  <a:cubicBezTo>
                    <a:pt x="1373" y="2354"/>
                    <a:pt x="1373" y="2354"/>
                    <a:pt x="1379" y="2338"/>
                  </a:cubicBezTo>
                  <a:lnTo>
                    <a:pt x="1379" y="2338"/>
                  </a:lnTo>
                  <a:cubicBezTo>
                    <a:pt x="1389" y="2341"/>
                    <a:pt x="1397" y="2342"/>
                    <a:pt x="1402" y="2342"/>
                  </a:cubicBezTo>
                  <a:cubicBezTo>
                    <a:pt x="1427" y="2342"/>
                    <a:pt x="1412" y="2321"/>
                    <a:pt x="1376" y="2298"/>
                  </a:cubicBezTo>
                  <a:lnTo>
                    <a:pt x="1367" y="2313"/>
                  </a:lnTo>
                  <a:lnTo>
                    <a:pt x="1361" y="2326"/>
                  </a:lnTo>
                  <a:cubicBezTo>
                    <a:pt x="1329" y="2308"/>
                    <a:pt x="1333" y="2282"/>
                    <a:pt x="1360" y="2282"/>
                  </a:cubicBezTo>
                  <a:cubicBezTo>
                    <a:pt x="1371" y="2282"/>
                    <a:pt x="1386" y="2287"/>
                    <a:pt x="1404" y="2298"/>
                  </a:cubicBezTo>
                  <a:cubicBezTo>
                    <a:pt x="1423" y="2302"/>
                    <a:pt x="1436" y="2305"/>
                    <a:pt x="1442" y="2305"/>
                  </a:cubicBezTo>
                  <a:cubicBezTo>
                    <a:pt x="1453" y="2305"/>
                    <a:pt x="1445" y="2296"/>
                    <a:pt x="1423" y="2269"/>
                  </a:cubicBezTo>
                  <a:cubicBezTo>
                    <a:pt x="1394" y="2240"/>
                    <a:pt x="1393" y="2224"/>
                    <a:pt x="1419" y="2224"/>
                  </a:cubicBezTo>
                  <a:cubicBezTo>
                    <a:pt x="1426" y="2224"/>
                    <a:pt x="1436" y="2226"/>
                    <a:pt x="1448" y="2229"/>
                  </a:cubicBezTo>
                  <a:cubicBezTo>
                    <a:pt x="1467" y="2240"/>
                    <a:pt x="1477" y="2246"/>
                    <a:pt x="1479" y="2246"/>
                  </a:cubicBezTo>
                  <a:cubicBezTo>
                    <a:pt x="1482" y="2246"/>
                    <a:pt x="1473" y="2237"/>
                    <a:pt x="1455" y="2216"/>
                  </a:cubicBezTo>
                  <a:cubicBezTo>
                    <a:pt x="1404" y="2159"/>
                    <a:pt x="1392" y="2114"/>
                    <a:pt x="1422" y="2114"/>
                  </a:cubicBezTo>
                  <a:cubicBezTo>
                    <a:pt x="1433" y="2114"/>
                    <a:pt x="1450" y="2120"/>
                    <a:pt x="1473" y="2135"/>
                  </a:cubicBezTo>
                  <a:cubicBezTo>
                    <a:pt x="1498" y="2149"/>
                    <a:pt x="1518" y="2155"/>
                    <a:pt x="1533" y="2155"/>
                  </a:cubicBezTo>
                  <a:cubicBezTo>
                    <a:pt x="1544" y="2155"/>
                    <a:pt x="1552" y="2151"/>
                    <a:pt x="1555" y="2144"/>
                  </a:cubicBezTo>
                  <a:cubicBezTo>
                    <a:pt x="1564" y="2131"/>
                    <a:pt x="1542" y="2119"/>
                    <a:pt x="1520" y="2106"/>
                  </a:cubicBezTo>
                  <a:cubicBezTo>
                    <a:pt x="1470" y="2094"/>
                    <a:pt x="1476" y="2078"/>
                    <a:pt x="1536" y="2078"/>
                  </a:cubicBezTo>
                  <a:cubicBezTo>
                    <a:pt x="1627" y="2075"/>
                    <a:pt x="1643" y="2047"/>
                    <a:pt x="1624" y="1981"/>
                  </a:cubicBezTo>
                  <a:cubicBezTo>
                    <a:pt x="1618" y="1928"/>
                    <a:pt x="1626" y="1892"/>
                    <a:pt x="1638" y="1892"/>
                  </a:cubicBezTo>
                  <a:cubicBezTo>
                    <a:pt x="1644" y="1892"/>
                    <a:pt x="1652" y="1902"/>
                    <a:pt x="1658" y="1925"/>
                  </a:cubicBezTo>
                  <a:cubicBezTo>
                    <a:pt x="1673" y="1953"/>
                    <a:pt x="1680" y="1966"/>
                    <a:pt x="1683" y="1966"/>
                  </a:cubicBezTo>
                  <a:cubicBezTo>
                    <a:pt x="1685" y="1966"/>
                    <a:pt x="1683" y="1956"/>
                    <a:pt x="1680" y="1937"/>
                  </a:cubicBezTo>
                  <a:lnTo>
                    <a:pt x="1721" y="1868"/>
                  </a:lnTo>
                  <a:cubicBezTo>
                    <a:pt x="1730" y="1856"/>
                    <a:pt x="1715" y="1827"/>
                    <a:pt x="1696" y="1815"/>
                  </a:cubicBezTo>
                  <a:lnTo>
                    <a:pt x="1696" y="1815"/>
                  </a:lnTo>
                  <a:cubicBezTo>
                    <a:pt x="1707" y="1818"/>
                    <a:pt x="1717" y="1819"/>
                    <a:pt x="1726" y="1819"/>
                  </a:cubicBezTo>
                  <a:cubicBezTo>
                    <a:pt x="1759" y="1819"/>
                    <a:pt x="1778" y="1801"/>
                    <a:pt x="1759" y="1762"/>
                  </a:cubicBezTo>
                  <a:cubicBezTo>
                    <a:pt x="1765" y="1746"/>
                    <a:pt x="1774" y="1733"/>
                    <a:pt x="1774" y="1733"/>
                  </a:cubicBezTo>
                  <a:cubicBezTo>
                    <a:pt x="1784" y="1718"/>
                    <a:pt x="1784" y="1718"/>
                    <a:pt x="1768" y="1693"/>
                  </a:cubicBezTo>
                  <a:cubicBezTo>
                    <a:pt x="1755" y="1665"/>
                    <a:pt x="1787" y="1665"/>
                    <a:pt x="1815" y="1665"/>
                  </a:cubicBezTo>
                  <a:cubicBezTo>
                    <a:pt x="1846" y="1661"/>
                    <a:pt x="1874" y="1661"/>
                    <a:pt x="1853" y="1649"/>
                  </a:cubicBezTo>
                  <a:cubicBezTo>
                    <a:pt x="1831" y="1636"/>
                    <a:pt x="1827" y="1596"/>
                    <a:pt x="1812" y="1571"/>
                  </a:cubicBezTo>
                  <a:cubicBezTo>
                    <a:pt x="1805" y="1556"/>
                    <a:pt x="1810" y="1549"/>
                    <a:pt x="1819" y="1549"/>
                  </a:cubicBezTo>
                  <a:cubicBezTo>
                    <a:pt x="1827" y="1549"/>
                    <a:pt x="1837" y="1555"/>
                    <a:pt x="1843" y="1567"/>
                  </a:cubicBezTo>
                  <a:cubicBezTo>
                    <a:pt x="1854" y="1574"/>
                    <a:pt x="1860" y="1577"/>
                    <a:pt x="1867" y="1577"/>
                  </a:cubicBezTo>
                  <a:cubicBezTo>
                    <a:pt x="1874" y="1577"/>
                    <a:pt x="1884" y="1574"/>
                    <a:pt x="1903" y="1567"/>
                  </a:cubicBezTo>
                  <a:cubicBezTo>
                    <a:pt x="1912" y="1552"/>
                    <a:pt x="1928" y="1527"/>
                    <a:pt x="1906" y="1511"/>
                  </a:cubicBezTo>
                  <a:cubicBezTo>
                    <a:pt x="1884" y="1498"/>
                    <a:pt x="1934" y="1417"/>
                    <a:pt x="1962" y="1417"/>
                  </a:cubicBezTo>
                  <a:lnTo>
                    <a:pt x="1981" y="1389"/>
                  </a:lnTo>
                  <a:cubicBezTo>
                    <a:pt x="1987" y="1376"/>
                    <a:pt x="1975" y="1348"/>
                    <a:pt x="1984" y="1335"/>
                  </a:cubicBezTo>
                  <a:cubicBezTo>
                    <a:pt x="1984" y="1335"/>
                    <a:pt x="1990" y="1320"/>
                    <a:pt x="1978" y="1295"/>
                  </a:cubicBezTo>
                  <a:cubicBezTo>
                    <a:pt x="1985" y="1284"/>
                    <a:pt x="1990" y="1274"/>
                    <a:pt x="2000" y="1274"/>
                  </a:cubicBezTo>
                  <a:cubicBezTo>
                    <a:pt x="2004" y="1274"/>
                    <a:pt x="2009" y="1275"/>
                    <a:pt x="2015" y="1279"/>
                  </a:cubicBezTo>
                  <a:cubicBezTo>
                    <a:pt x="1992" y="1254"/>
                    <a:pt x="1985" y="1246"/>
                    <a:pt x="1998" y="1246"/>
                  </a:cubicBezTo>
                  <a:cubicBezTo>
                    <a:pt x="2005" y="1246"/>
                    <a:pt x="2017" y="1248"/>
                    <a:pt x="2034" y="1251"/>
                  </a:cubicBezTo>
                  <a:cubicBezTo>
                    <a:pt x="2053" y="1264"/>
                    <a:pt x="2063" y="1271"/>
                    <a:pt x="2065" y="1271"/>
                  </a:cubicBezTo>
                  <a:cubicBezTo>
                    <a:pt x="2068" y="1271"/>
                    <a:pt x="2059" y="1261"/>
                    <a:pt x="2041" y="1238"/>
                  </a:cubicBezTo>
                  <a:cubicBezTo>
                    <a:pt x="2028" y="1210"/>
                    <a:pt x="2028" y="1210"/>
                    <a:pt x="2056" y="1210"/>
                  </a:cubicBezTo>
                  <a:cubicBezTo>
                    <a:pt x="2063" y="1214"/>
                    <a:pt x="2068" y="1215"/>
                    <a:pt x="2072" y="1215"/>
                  </a:cubicBezTo>
                  <a:cubicBezTo>
                    <a:pt x="2081" y="1215"/>
                    <a:pt x="2081" y="1206"/>
                    <a:pt x="2066" y="1198"/>
                  </a:cubicBezTo>
                  <a:cubicBezTo>
                    <a:pt x="2037" y="1164"/>
                    <a:pt x="2034" y="1122"/>
                    <a:pt x="2059" y="1122"/>
                  </a:cubicBezTo>
                  <a:cubicBezTo>
                    <a:pt x="2064" y="1122"/>
                    <a:pt x="2070" y="1124"/>
                    <a:pt x="2078" y="1129"/>
                  </a:cubicBezTo>
                  <a:cubicBezTo>
                    <a:pt x="2078" y="1129"/>
                    <a:pt x="2084" y="1116"/>
                    <a:pt x="2075" y="1085"/>
                  </a:cubicBezTo>
                  <a:cubicBezTo>
                    <a:pt x="2056" y="1060"/>
                    <a:pt x="2048" y="1050"/>
                    <a:pt x="2052" y="1050"/>
                  </a:cubicBezTo>
                  <a:cubicBezTo>
                    <a:pt x="2056" y="1050"/>
                    <a:pt x="2066" y="1057"/>
                    <a:pt x="2084" y="1069"/>
                  </a:cubicBezTo>
                  <a:cubicBezTo>
                    <a:pt x="2097" y="1072"/>
                    <a:pt x="2107" y="1074"/>
                    <a:pt x="2115" y="1074"/>
                  </a:cubicBezTo>
                  <a:cubicBezTo>
                    <a:pt x="2136" y="1074"/>
                    <a:pt x="2134" y="1059"/>
                    <a:pt x="2113" y="1022"/>
                  </a:cubicBezTo>
                  <a:cubicBezTo>
                    <a:pt x="2113" y="1022"/>
                    <a:pt x="2104" y="991"/>
                    <a:pt x="2128" y="991"/>
                  </a:cubicBezTo>
                  <a:cubicBezTo>
                    <a:pt x="2129" y="991"/>
                    <a:pt x="2130" y="991"/>
                    <a:pt x="2131" y="991"/>
                  </a:cubicBezTo>
                  <a:cubicBezTo>
                    <a:pt x="2169" y="975"/>
                    <a:pt x="2235" y="912"/>
                    <a:pt x="2197" y="878"/>
                  </a:cubicBezTo>
                  <a:lnTo>
                    <a:pt x="2216" y="847"/>
                  </a:lnTo>
                  <a:cubicBezTo>
                    <a:pt x="2251" y="840"/>
                    <a:pt x="2257" y="828"/>
                    <a:pt x="2254" y="784"/>
                  </a:cubicBezTo>
                  <a:lnTo>
                    <a:pt x="2251" y="740"/>
                  </a:lnTo>
                  <a:lnTo>
                    <a:pt x="2251" y="740"/>
                  </a:lnTo>
                  <a:cubicBezTo>
                    <a:pt x="2260" y="761"/>
                    <a:pt x="2274" y="774"/>
                    <a:pt x="2284" y="774"/>
                  </a:cubicBezTo>
                  <a:cubicBezTo>
                    <a:pt x="2288" y="774"/>
                    <a:pt x="2292" y="773"/>
                    <a:pt x="2294" y="768"/>
                  </a:cubicBezTo>
                  <a:cubicBezTo>
                    <a:pt x="2301" y="753"/>
                    <a:pt x="2301" y="753"/>
                    <a:pt x="2291" y="721"/>
                  </a:cubicBezTo>
                  <a:cubicBezTo>
                    <a:pt x="2272" y="706"/>
                    <a:pt x="2282" y="690"/>
                    <a:pt x="2291" y="674"/>
                  </a:cubicBezTo>
                  <a:cubicBezTo>
                    <a:pt x="2294" y="669"/>
                    <a:pt x="2297" y="667"/>
                    <a:pt x="2301" y="667"/>
                  </a:cubicBezTo>
                  <a:cubicBezTo>
                    <a:pt x="2310" y="667"/>
                    <a:pt x="2322" y="684"/>
                    <a:pt x="2329" y="709"/>
                  </a:cubicBezTo>
                  <a:lnTo>
                    <a:pt x="2338" y="693"/>
                  </a:lnTo>
                  <a:cubicBezTo>
                    <a:pt x="2326" y="648"/>
                    <a:pt x="2326" y="625"/>
                    <a:pt x="2330" y="625"/>
                  </a:cubicBezTo>
                  <a:lnTo>
                    <a:pt x="2330" y="625"/>
                  </a:lnTo>
                  <a:cubicBezTo>
                    <a:pt x="2332" y="625"/>
                    <a:pt x="2335" y="631"/>
                    <a:pt x="2338" y="643"/>
                  </a:cubicBezTo>
                  <a:cubicBezTo>
                    <a:pt x="2345" y="650"/>
                    <a:pt x="2350" y="652"/>
                    <a:pt x="2354" y="652"/>
                  </a:cubicBezTo>
                  <a:cubicBezTo>
                    <a:pt x="2362" y="652"/>
                    <a:pt x="2367" y="644"/>
                    <a:pt x="2373" y="634"/>
                  </a:cubicBezTo>
                  <a:cubicBezTo>
                    <a:pt x="2370" y="618"/>
                    <a:pt x="2371" y="613"/>
                    <a:pt x="2373" y="613"/>
                  </a:cubicBezTo>
                  <a:lnTo>
                    <a:pt x="2373" y="613"/>
                  </a:lnTo>
                  <a:cubicBezTo>
                    <a:pt x="2375" y="613"/>
                    <a:pt x="2378" y="624"/>
                    <a:pt x="2373" y="634"/>
                  </a:cubicBezTo>
                  <a:lnTo>
                    <a:pt x="2379" y="671"/>
                  </a:lnTo>
                  <a:cubicBezTo>
                    <a:pt x="2383" y="677"/>
                    <a:pt x="2385" y="679"/>
                    <a:pt x="2386" y="679"/>
                  </a:cubicBezTo>
                  <a:cubicBezTo>
                    <a:pt x="2392" y="679"/>
                    <a:pt x="2387" y="649"/>
                    <a:pt x="2382" y="618"/>
                  </a:cubicBezTo>
                  <a:lnTo>
                    <a:pt x="2401" y="590"/>
                  </a:lnTo>
                  <a:cubicBezTo>
                    <a:pt x="2413" y="574"/>
                    <a:pt x="2413" y="552"/>
                    <a:pt x="2404" y="533"/>
                  </a:cubicBezTo>
                  <a:cubicBezTo>
                    <a:pt x="2395" y="502"/>
                    <a:pt x="2395" y="467"/>
                    <a:pt x="2404" y="433"/>
                  </a:cubicBezTo>
                  <a:cubicBezTo>
                    <a:pt x="2402" y="417"/>
                    <a:pt x="2403" y="411"/>
                    <a:pt x="2404" y="411"/>
                  </a:cubicBezTo>
                  <a:lnTo>
                    <a:pt x="2404" y="411"/>
                  </a:lnTo>
                  <a:cubicBezTo>
                    <a:pt x="2406" y="411"/>
                    <a:pt x="2410" y="424"/>
                    <a:pt x="2404" y="433"/>
                  </a:cubicBezTo>
                  <a:cubicBezTo>
                    <a:pt x="2407" y="470"/>
                    <a:pt x="2412" y="505"/>
                    <a:pt x="2419" y="505"/>
                  </a:cubicBezTo>
                  <a:cubicBezTo>
                    <a:pt x="2420" y="505"/>
                    <a:pt x="2421" y="504"/>
                    <a:pt x="2423" y="502"/>
                  </a:cubicBezTo>
                  <a:cubicBezTo>
                    <a:pt x="2424" y="500"/>
                    <a:pt x="2426" y="499"/>
                    <a:pt x="2427" y="499"/>
                  </a:cubicBezTo>
                  <a:cubicBezTo>
                    <a:pt x="2433" y="499"/>
                    <a:pt x="2435" y="530"/>
                    <a:pt x="2435" y="530"/>
                  </a:cubicBezTo>
                  <a:cubicBezTo>
                    <a:pt x="2435" y="558"/>
                    <a:pt x="2439" y="571"/>
                    <a:pt x="2442" y="574"/>
                  </a:cubicBezTo>
                  <a:cubicBezTo>
                    <a:pt x="2447" y="589"/>
                    <a:pt x="2455" y="595"/>
                    <a:pt x="2462" y="595"/>
                  </a:cubicBezTo>
                  <a:cubicBezTo>
                    <a:pt x="2470" y="595"/>
                    <a:pt x="2476" y="589"/>
                    <a:pt x="2479" y="580"/>
                  </a:cubicBezTo>
                  <a:cubicBezTo>
                    <a:pt x="2488" y="560"/>
                    <a:pt x="2495" y="550"/>
                    <a:pt x="2500" y="550"/>
                  </a:cubicBezTo>
                  <a:cubicBezTo>
                    <a:pt x="2509" y="550"/>
                    <a:pt x="2514" y="575"/>
                    <a:pt x="2514" y="621"/>
                  </a:cubicBezTo>
                  <a:cubicBezTo>
                    <a:pt x="2514" y="647"/>
                    <a:pt x="2516" y="659"/>
                    <a:pt x="2520" y="659"/>
                  </a:cubicBezTo>
                  <a:cubicBezTo>
                    <a:pt x="2527" y="659"/>
                    <a:pt x="2540" y="614"/>
                    <a:pt x="2554" y="552"/>
                  </a:cubicBezTo>
                  <a:lnTo>
                    <a:pt x="2573" y="461"/>
                  </a:lnTo>
                  <a:lnTo>
                    <a:pt x="2567" y="568"/>
                  </a:lnTo>
                  <a:cubicBezTo>
                    <a:pt x="2569" y="679"/>
                    <a:pt x="2567" y="710"/>
                    <a:pt x="2580" y="710"/>
                  </a:cubicBezTo>
                  <a:cubicBezTo>
                    <a:pt x="2586" y="710"/>
                    <a:pt x="2594" y="704"/>
                    <a:pt x="2608" y="696"/>
                  </a:cubicBezTo>
                  <a:cubicBezTo>
                    <a:pt x="2615" y="695"/>
                    <a:pt x="2620" y="695"/>
                    <a:pt x="2624" y="695"/>
                  </a:cubicBezTo>
                  <a:cubicBezTo>
                    <a:pt x="2637" y="695"/>
                    <a:pt x="2638" y="701"/>
                    <a:pt x="2633" y="724"/>
                  </a:cubicBezTo>
                  <a:cubicBezTo>
                    <a:pt x="2627" y="756"/>
                    <a:pt x="2636" y="771"/>
                    <a:pt x="2670" y="809"/>
                  </a:cubicBezTo>
                  <a:cubicBezTo>
                    <a:pt x="2691" y="836"/>
                    <a:pt x="2703" y="852"/>
                    <a:pt x="2712" y="852"/>
                  </a:cubicBezTo>
                  <a:cubicBezTo>
                    <a:pt x="2717" y="852"/>
                    <a:pt x="2720" y="847"/>
                    <a:pt x="2724" y="837"/>
                  </a:cubicBezTo>
                  <a:lnTo>
                    <a:pt x="2749" y="865"/>
                  </a:lnTo>
                  <a:cubicBezTo>
                    <a:pt x="2742" y="898"/>
                    <a:pt x="2748" y="914"/>
                    <a:pt x="2758" y="914"/>
                  </a:cubicBezTo>
                  <a:cubicBezTo>
                    <a:pt x="2766" y="914"/>
                    <a:pt x="2777" y="900"/>
                    <a:pt x="2783" y="872"/>
                  </a:cubicBezTo>
                  <a:cubicBezTo>
                    <a:pt x="2783" y="872"/>
                    <a:pt x="2796" y="884"/>
                    <a:pt x="2808" y="900"/>
                  </a:cubicBezTo>
                  <a:lnTo>
                    <a:pt x="2796" y="922"/>
                  </a:lnTo>
                  <a:cubicBezTo>
                    <a:pt x="2780" y="944"/>
                    <a:pt x="2805" y="972"/>
                    <a:pt x="2890" y="1075"/>
                  </a:cubicBezTo>
                  <a:cubicBezTo>
                    <a:pt x="2952" y="1153"/>
                    <a:pt x="2976" y="1183"/>
                    <a:pt x="2998" y="1183"/>
                  </a:cubicBezTo>
                  <a:cubicBezTo>
                    <a:pt x="3008" y="1183"/>
                    <a:pt x="3018" y="1177"/>
                    <a:pt x="3031" y="1166"/>
                  </a:cubicBezTo>
                  <a:cubicBezTo>
                    <a:pt x="3046" y="1160"/>
                    <a:pt x="3057" y="1157"/>
                    <a:pt x="3065" y="1157"/>
                  </a:cubicBezTo>
                  <a:cubicBezTo>
                    <a:pt x="3080" y="1157"/>
                    <a:pt x="3077" y="1170"/>
                    <a:pt x="3050" y="1191"/>
                  </a:cubicBezTo>
                  <a:cubicBezTo>
                    <a:pt x="3035" y="1206"/>
                    <a:pt x="3026" y="1226"/>
                    <a:pt x="3031" y="1226"/>
                  </a:cubicBezTo>
                  <a:cubicBezTo>
                    <a:pt x="3033" y="1226"/>
                    <a:pt x="3036" y="1224"/>
                    <a:pt x="3040" y="1220"/>
                  </a:cubicBezTo>
                  <a:cubicBezTo>
                    <a:pt x="3053" y="1235"/>
                    <a:pt x="3059" y="1257"/>
                    <a:pt x="3053" y="1273"/>
                  </a:cubicBezTo>
                  <a:cubicBezTo>
                    <a:pt x="3049" y="1319"/>
                    <a:pt x="3059" y="1333"/>
                    <a:pt x="3072" y="1333"/>
                  </a:cubicBezTo>
                  <a:cubicBezTo>
                    <a:pt x="3079" y="1333"/>
                    <a:pt x="3087" y="1329"/>
                    <a:pt x="3094" y="1323"/>
                  </a:cubicBezTo>
                  <a:cubicBezTo>
                    <a:pt x="3104" y="1307"/>
                    <a:pt x="3109" y="1300"/>
                    <a:pt x="3111" y="1300"/>
                  </a:cubicBezTo>
                  <a:cubicBezTo>
                    <a:pt x="3115" y="1300"/>
                    <a:pt x="3109" y="1318"/>
                    <a:pt x="3103" y="1335"/>
                  </a:cubicBezTo>
                  <a:cubicBezTo>
                    <a:pt x="3098" y="1358"/>
                    <a:pt x="3091" y="1381"/>
                    <a:pt x="3098" y="1381"/>
                  </a:cubicBezTo>
                  <a:cubicBezTo>
                    <a:pt x="3100" y="1381"/>
                    <a:pt x="3102" y="1379"/>
                    <a:pt x="3106" y="1376"/>
                  </a:cubicBezTo>
                  <a:cubicBezTo>
                    <a:pt x="3107" y="1376"/>
                    <a:pt x="3108" y="1376"/>
                    <a:pt x="3108" y="1376"/>
                  </a:cubicBezTo>
                  <a:cubicBezTo>
                    <a:pt x="3138" y="1376"/>
                    <a:pt x="3215" y="1433"/>
                    <a:pt x="3178" y="1464"/>
                  </a:cubicBezTo>
                  <a:lnTo>
                    <a:pt x="3197" y="1489"/>
                  </a:lnTo>
                  <a:cubicBezTo>
                    <a:pt x="3201" y="1486"/>
                    <a:pt x="3205" y="1484"/>
                    <a:pt x="3209" y="1484"/>
                  </a:cubicBezTo>
                  <a:cubicBezTo>
                    <a:pt x="3225" y="1484"/>
                    <a:pt x="3242" y="1504"/>
                    <a:pt x="3256" y="1524"/>
                  </a:cubicBezTo>
                  <a:cubicBezTo>
                    <a:pt x="3278" y="1545"/>
                    <a:pt x="3288" y="1558"/>
                    <a:pt x="3269" y="1577"/>
                  </a:cubicBezTo>
                  <a:cubicBezTo>
                    <a:pt x="3241" y="1580"/>
                    <a:pt x="3250" y="1592"/>
                    <a:pt x="3288" y="1599"/>
                  </a:cubicBezTo>
                  <a:cubicBezTo>
                    <a:pt x="3291" y="1602"/>
                    <a:pt x="3297" y="1603"/>
                    <a:pt x="3305" y="1603"/>
                  </a:cubicBezTo>
                  <a:cubicBezTo>
                    <a:pt x="3316" y="1603"/>
                    <a:pt x="3331" y="1600"/>
                    <a:pt x="3343" y="1600"/>
                  </a:cubicBezTo>
                  <a:cubicBezTo>
                    <a:pt x="3350" y="1600"/>
                    <a:pt x="3356" y="1602"/>
                    <a:pt x="3360" y="1605"/>
                  </a:cubicBezTo>
                  <a:cubicBezTo>
                    <a:pt x="3371" y="1596"/>
                    <a:pt x="3385" y="1591"/>
                    <a:pt x="3397" y="1591"/>
                  </a:cubicBezTo>
                  <a:cubicBezTo>
                    <a:pt x="3405" y="1591"/>
                    <a:pt x="3412" y="1593"/>
                    <a:pt x="3416" y="1599"/>
                  </a:cubicBezTo>
                  <a:lnTo>
                    <a:pt x="3397" y="1614"/>
                  </a:lnTo>
                  <a:lnTo>
                    <a:pt x="3360" y="1646"/>
                  </a:lnTo>
                  <a:cubicBezTo>
                    <a:pt x="3366" y="1654"/>
                    <a:pt x="3372" y="1662"/>
                    <a:pt x="3382" y="1662"/>
                  </a:cubicBezTo>
                  <a:cubicBezTo>
                    <a:pt x="3387" y="1662"/>
                    <a:pt x="3393" y="1660"/>
                    <a:pt x="3401" y="1655"/>
                  </a:cubicBezTo>
                  <a:lnTo>
                    <a:pt x="3401" y="1655"/>
                  </a:lnTo>
                  <a:cubicBezTo>
                    <a:pt x="3391" y="1683"/>
                    <a:pt x="3401" y="1696"/>
                    <a:pt x="3419" y="1721"/>
                  </a:cubicBezTo>
                  <a:cubicBezTo>
                    <a:pt x="3439" y="1743"/>
                    <a:pt x="3459" y="1766"/>
                    <a:pt x="3483" y="1766"/>
                  </a:cubicBezTo>
                  <a:cubicBezTo>
                    <a:pt x="3486" y="1766"/>
                    <a:pt x="3489" y="1765"/>
                    <a:pt x="3491" y="1765"/>
                  </a:cubicBezTo>
                  <a:lnTo>
                    <a:pt x="3491" y="1765"/>
                  </a:lnTo>
                  <a:cubicBezTo>
                    <a:pt x="3466" y="1807"/>
                    <a:pt x="3511" y="1868"/>
                    <a:pt x="3556" y="1868"/>
                  </a:cubicBezTo>
                  <a:cubicBezTo>
                    <a:pt x="3562" y="1868"/>
                    <a:pt x="3567" y="1867"/>
                    <a:pt x="3573" y="1865"/>
                  </a:cubicBezTo>
                  <a:cubicBezTo>
                    <a:pt x="3579" y="1860"/>
                    <a:pt x="3583" y="1858"/>
                    <a:pt x="3587" y="1858"/>
                  </a:cubicBezTo>
                  <a:cubicBezTo>
                    <a:pt x="3596" y="1858"/>
                    <a:pt x="3599" y="1870"/>
                    <a:pt x="3595" y="1890"/>
                  </a:cubicBezTo>
                  <a:cubicBezTo>
                    <a:pt x="3588" y="1911"/>
                    <a:pt x="3586" y="1917"/>
                    <a:pt x="3598" y="1917"/>
                  </a:cubicBezTo>
                  <a:cubicBezTo>
                    <a:pt x="3601" y="1917"/>
                    <a:pt x="3607" y="1916"/>
                    <a:pt x="3614" y="1915"/>
                  </a:cubicBezTo>
                  <a:cubicBezTo>
                    <a:pt x="3615" y="1915"/>
                    <a:pt x="3617" y="1915"/>
                    <a:pt x="3618" y="1915"/>
                  </a:cubicBezTo>
                  <a:cubicBezTo>
                    <a:pt x="3644" y="1915"/>
                    <a:pt x="3635" y="1942"/>
                    <a:pt x="3626" y="1969"/>
                  </a:cubicBezTo>
                  <a:cubicBezTo>
                    <a:pt x="3601" y="2008"/>
                    <a:pt x="3606" y="2022"/>
                    <a:pt x="3628" y="2022"/>
                  </a:cubicBezTo>
                  <a:cubicBezTo>
                    <a:pt x="3630" y="2022"/>
                    <a:pt x="3633" y="2022"/>
                    <a:pt x="3636" y="2022"/>
                  </a:cubicBezTo>
                  <a:cubicBezTo>
                    <a:pt x="3664" y="2028"/>
                    <a:pt x="3689" y="2044"/>
                    <a:pt x="3708" y="2066"/>
                  </a:cubicBezTo>
                  <a:cubicBezTo>
                    <a:pt x="3730" y="2071"/>
                    <a:pt x="3743" y="2077"/>
                    <a:pt x="3751" y="2077"/>
                  </a:cubicBezTo>
                  <a:cubicBezTo>
                    <a:pt x="3759" y="2077"/>
                    <a:pt x="3763" y="2072"/>
                    <a:pt x="3767" y="2059"/>
                  </a:cubicBezTo>
                  <a:cubicBezTo>
                    <a:pt x="3780" y="2050"/>
                    <a:pt x="3799" y="2041"/>
                    <a:pt x="3814" y="2041"/>
                  </a:cubicBezTo>
                  <a:cubicBezTo>
                    <a:pt x="3846" y="2045"/>
                    <a:pt x="3842" y="2056"/>
                    <a:pt x="3834" y="2056"/>
                  </a:cubicBezTo>
                  <a:cubicBezTo>
                    <a:pt x="3831" y="2056"/>
                    <a:pt x="3829" y="2055"/>
                    <a:pt x="3827" y="2053"/>
                  </a:cubicBezTo>
                  <a:cubicBezTo>
                    <a:pt x="3818" y="2051"/>
                    <a:pt x="3811" y="2050"/>
                    <a:pt x="3806" y="2050"/>
                  </a:cubicBezTo>
                  <a:cubicBezTo>
                    <a:pt x="3789" y="2050"/>
                    <a:pt x="3793" y="2062"/>
                    <a:pt x="3786" y="2084"/>
                  </a:cubicBezTo>
                  <a:cubicBezTo>
                    <a:pt x="3783" y="2110"/>
                    <a:pt x="3789" y="2131"/>
                    <a:pt x="3808" y="2150"/>
                  </a:cubicBezTo>
                  <a:cubicBezTo>
                    <a:pt x="3817" y="2163"/>
                    <a:pt x="3839" y="2188"/>
                    <a:pt x="3849" y="2200"/>
                  </a:cubicBezTo>
                  <a:cubicBezTo>
                    <a:pt x="3858" y="2238"/>
                    <a:pt x="3865" y="2256"/>
                    <a:pt x="3875" y="2256"/>
                  </a:cubicBezTo>
                  <a:cubicBezTo>
                    <a:pt x="3879" y="2256"/>
                    <a:pt x="3884" y="2253"/>
                    <a:pt x="3889" y="2247"/>
                  </a:cubicBezTo>
                  <a:lnTo>
                    <a:pt x="3908" y="2232"/>
                  </a:lnTo>
                  <a:lnTo>
                    <a:pt x="3908" y="2232"/>
                  </a:lnTo>
                  <a:cubicBezTo>
                    <a:pt x="3882" y="2276"/>
                    <a:pt x="3979" y="2396"/>
                    <a:pt x="4033" y="2396"/>
                  </a:cubicBezTo>
                  <a:cubicBezTo>
                    <a:pt x="4036" y="2396"/>
                    <a:pt x="4039" y="2396"/>
                    <a:pt x="4042" y="2395"/>
                  </a:cubicBezTo>
                  <a:lnTo>
                    <a:pt x="4042" y="2395"/>
                  </a:lnTo>
                  <a:cubicBezTo>
                    <a:pt x="4037" y="2400"/>
                    <a:pt x="4031" y="2405"/>
                    <a:pt x="4024" y="2410"/>
                  </a:cubicBezTo>
                  <a:cubicBezTo>
                    <a:pt x="4002" y="2426"/>
                    <a:pt x="4015" y="2439"/>
                    <a:pt x="4034" y="2464"/>
                  </a:cubicBezTo>
                  <a:cubicBezTo>
                    <a:pt x="4071" y="2489"/>
                    <a:pt x="4103" y="2517"/>
                    <a:pt x="4134" y="2545"/>
                  </a:cubicBezTo>
                  <a:cubicBezTo>
                    <a:pt x="4168" y="2587"/>
                    <a:pt x="4196" y="2621"/>
                    <a:pt x="4215" y="2621"/>
                  </a:cubicBezTo>
                  <a:cubicBezTo>
                    <a:pt x="4219" y="2621"/>
                    <a:pt x="4222" y="2620"/>
                    <a:pt x="4225" y="2617"/>
                  </a:cubicBezTo>
                  <a:lnTo>
                    <a:pt x="4225" y="2617"/>
                  </a:lnTo>
                  <a:cubicBezTo>
                    <a:pt x="4237" y="2630"/>
                    <a:pt x="4237" y="2630"/>
                    <a:pt x="4219" y="2645"/>
                  </a:cubicBezTo>
                  <a:cubicBezTo>
                    <a:pt x="4187" y="2649"/>
                    <a:pt x="4197" y="2661"/>
                    <a:pt x="4209" y="2674"/>
                  </a:cubicBezTo>
                  <a:cubicBezTo>
                    <a:pt x="4212" y="2677"/>
                    <a:pt x="4215" y="2678"/>
                    <a:pt x="4218" y="2678"/>
                  </a:cubicBezTo>
                  <a:cubicBezTo>
                    <a:pt x="4228" y="2678"/>
                    <a:pt x="4242" y="2666"/>
                    <a:pt x="4256" y="2655"/>
                  </a:cubicBezTo>
                  <a:cubicBezTo>
                    <a:pt x="4262" y="2650"/>
                    <a:pt x="4267" y="2648"/>
                    <a:pt x="4271" y="2648"/>
                  </a:cubicBezTo>
                  <a:cubicBezTo>
                    <a:pt x="4281" y="2648"/>
                    <a:pt x="4287" y="2661"/>
                    <a:pt x="4287" y="2689"/>
                  </a:cubicBezTo>
                  <a:cubicBezTo>
                    <a:pt x="4294" y="2736"/>
                    <a:pt x="4325" y="2777"/>
                    <a:pt x="4369" y="2790"/>
                  </a:cubicBezTo>
                  <a:cubicBezTo>
                    <a:pt x="4378" y="2802"/>
                    <a:pt x="4391" y="2815"/>
                    <a:pt x="4369" y="2830"/>
                  </a:cubicBezTo>
                  <a:cubicBezTo>
                    <a:pt x="4363" y="2857"/>
                    <a:pt x="4363" y="2894"/>
                    <a:pt x="4411" y="2894"/>
                  </a:cubicBezTo>
                  <a:cubicBezTo>
                    <a:pt x="4414" y="2894"/>
                    <a:pt x="4418" y="2893"/>
                    <a:pt x="4422" y="2893"/>
                  </a:cubicBezTo>
                  <a:lnTo>
                    <a:pt x="4422" y="2893"/>
                  </a:lnTo>
                  <a:cubicBezTo>
                    <a:pt x="4432" y="2906"/>
                    <a:pt x="4432" y="2906"/>
                    <a:pt x="4413" y="2921"/>
                  </a:cubicBezTo>
                  <a:cubicBezTo>
                    <a:pt x="4406" y="2941"/>
                    <a:pt x="4395" y="2954"/>
                    <a:pt x="4405" y="2954"/>
                  </a:cubicBezTo>
                  <a:cubicBezTo>
                    <a:pt x="4409" y="2954"/>
                    <a:pt x="4417" y="2952"/>
                    <a:pt x="4432" y="2946"/>
                  </a:cubicBezTo>
                  <a:cubicBezTo>
                    <a:pt x="4472" y="2956"/>
                    <a:pt x="4504" y="2990"/>
                    <a:pt x="4504" y="3034"/>
                  </a:cubicBezTo>
                  <a:cubicBezTo>
                    <a:pt x="4510" y="3042"/>
                    <a:pt x="4517" y="3050"/>
                    <a:pt x="4526" y="3050"/>
                  </a:cubicBezTo>
                  <a:cubicBezTo>
                    <a:pt x="4531" y="3050"/>
                    <a:pt x="4538" y="3047"/>
                    <a:pt x="4544" y="3040"/>
                  </a:cubicBezTo>
                  <a:lnTo>
                    <a:pt x="4563" y="3025"/>
                  </a:lnTo>
                  <a:lnTo>
                    <a:pt x="4563" y="3025"/>
                  </a:lnTo>
                  <a:cubicBezTo>
                    <a:pt x="4546" y="3051"/>
                    <a:pt x="4539" y="3062"/>
                    <a:pt x="4548" y="3062"/>
                  </a:cubicBezTo>
                  <a:cubicBezTo>
                    <a:pt x="4553" y="3062"/>
                    <a:pt x="4565" y="3057"/>
                    <a:pt x="4585" y="3050"/>
                  </a:cubicBezTo>
                  <a:cubicBezTo>
                    <a:pt x="4591" y="3045"/>
                    <a:pt x="4596" y="3042"/>
                    <a:pt x="4600" y="3042"/>
                  </a:cubicBezTo>
                  <a:cubicBezTo>
                    <a:pt x="4607" y="3042"/>
                    <a:pt x="4607" y="3052"/>
                    <a:pt x="4595" y="3062"/>
                  </a:cubicBezTo>
                  <a:cubicBezTo>
                    <a:pt x="4585" y="3090"/>
                    <a:pt x="4595" y="3103"/>
                    <a:pt x="4595" y="3103"/>
                  </a:cubicBezTo>
                  <a:cubicBezTo>
                    <a:pt x="4645" y="3141"/>
                    <a:pt x="4692" y="3184"/>
                    <a:pt x="4732" y="3231"/>
                  </a:cubicBezTo>
                  <a:cubicBezTo>
                    <a:pt x="4820" y="3334"/>
                    <a:pt x="4852" y="3376"/>
                    <a:pt x="4883" y="3376"/>
                  </a:cubicBezTo>
                  <a:cubicBezTo>
                    <a:pt x="4884" y="3376"/>
                    <a:pt x="4885" y="3376"/>
                    <a:pt x="4886" y="3376"/>
                  </a:cubicBezTo>
                  <a:cubicBezTo>
                    <a:pt x="4927" y="3385"/>
                    <a:pt x="4927" y="3385"/>
                    <a:pt x="4908" y="3404"/>
                  </a:cubicBezTo>
                  <a:cubicBezTo>
                    <a:pt x="4889" y="3423"/>
                    <a:pt x="4902" y="3435"/>
                    <a:pt x="4911" y="3448"/>
                  </a:cubicBezTo>
                  <a:cubicBezTo>
                    <a:pt x="4924" y="3460"/>
                    <a:pt x="4936" y="3476"/>
                    <a:pt x="4902" y="3476"/>
                  </a:cubicBezTo>
                  <a:cubicBezTo>
                    <a:pt x="4946" y="3488"/>
                    <a:pt x="4946" y="3488"/>
                    <a:pt x="4958" y="3501"/>
                  </a:cubicBezTo>
                  <a:cubicBezTo>
                    <a:pt x="4924" y="3501"/>
                    <a:pt x="4933" y="3513"/>
                    <a:pt x="4980" y="3529"/>
                  </a:cubicBezTo>
                  <a:cubicBezTo>
                    <a:pt x="5032" y="3541"/>
                    <a:pt x="5051" y="3545"/>
                    <a:pt x="5039" y="3545"/>
                  </a:cubicBezTo>
                  <a:cubicBezTo>
                    <a:pt x="5033" y="3545"/>
                    <a:pt x="5016" y="3544"/>
                    <a:pt x="4989" y="3542"/>
                  </a:cubicBezTo>
                  <a:cubicBezTo>
                    <a:pt x="4988" y="3542"/>
                    <a:pt x="4986" y="3541"/>
                    <a:pt x="4985" y="3541"/>
                  </a:cubicBezTo>
                  <a:cubicBezTo>
                    <a:pt x="4958" y="3541"/>
                    <a:pt x="4952" y="3565"/>
                    <a:pt x="4968" y="3565"/>
                  </a:cubicBezTo>
                  <a:cubicBezTo>
                    <a:pt x="4971" y="3565"/>
                    <a:pt x="4974" y="3565"/>
                    <a:pt x="4977" y="3564"/>
                  </a:cubicBezTo>
                  <a:cubicBezTo>
                    <a:pt x="5011" y="3570"/>
                    <a:pt x="5033" y="3595"/>
                    <a:pt x="5083" y="3617"/>
                  </a:cubicBezTo>
                  <a:cubicBezTo>
                    <a:pt x="5093" y="3627"/>
                    <a:pt x="5103" y="3639"/>
                    <a:pt x="5087" y="3639"/>
                  </a:cubicBezTo>
                  <a:cubicBezTo>
                    <a:pt x="5083" y="3639"/>
                    <a:pt x="5076" y="3638"/>
                    <a:pt x="5068" y="3636"/>
                  </a:cubicBezTo>
                  <a:lnTo>
                    <a:pt x="5068" y="3636"/>
                  </a:lnTo>
                  <a:cubicBezTo>
                    <a:pt x="5040" y="3642"/>
                    <a:pt x="5134" y="3714"/>
                    <a:pt x="5190" y="3742"/>
                  </a:cubicBezTo>
                  <a:cubicBezTo>
                    <a:pt x="5221" y="3751"/>
                    <a:pt x="5236" y="3761"/>
                    <a:pt x="5226" y="3761"/>
                  </a:cubicBezTo>
                  <a:cubicBezTo>
                    <a:pt x="5222" y="3761"/>
                    <a:pt x="5213" y="3759"/>
                    <a:pt x="5199" y="3755"/>
                  </a:cubicBezTo>
                  <a:cubicBezTo>
                    <a:pt x="5187" y="3751"/>
                    <a:pt x="5179" y="3750"/>
                    <a:pt x="5174" y="3750"/>
                  </a:cubicBezTo>
                  <a:cubicBezTo>
                    <a:pt x="5162" y="3750"/>
                    <a:pt x="5171" y="3759"/>
                    <a:pt x="5177" y="3770"/>
                  </a:cubicBezTo>
                  <a:cubicBezTo>
                    <a:pt x="5200" y="3782"/>
                    <a:pt x="5207" y="3786"/>
                    <a:pt x="5203" y="3786"/>
                  </a:cubicBezTo>
                  <a:cubicBezTo>
                    <a:pt x="5198" y="3786"/>
                    <a:pt x="5171" y="3777"/>
                    <a:pt x="5143" y="3767"/>
                  </a:cubicBezTo>
                  <a:cubicBezTo>
                    <a:pt x="5120" y="3756"/>
                    <a:pt x="5108" y="3751"/>
                    <a:pt x="5103" y="3751"/>
                  </a:cubicBezTo>
                  <a:cubicBezTo>
                    <a:pt x="5096" y="3751"/>
                    <a:pt x="5104" y="3762"/>
                    <a:pt x="5115" y="3777"/>
                  </a:cubicBezTo>
                  <a:cubicBezTo>
                    <a:pt x="5149" y="3792"/>
                    <a:pt x="5177" y="3814"/>
                    <a:pt x="5203" y="3843"/>
                  </a:cubicBezTo>
                  <a:lnTo>
                    <a:pt x="5143" y="3852"/>
                  </a:lnTo>
                  <a:cubicBezTo>
                    <a:pt x="5058" y="3858"/>
                    <a:pt x="5087" y="3883"/>
                    <a:pt x="5124" y="3927"/>
                  </a:cubicBezTo>
                  <a:lnTo>
                    <a:pt x="5181" y="3971"/>
                  </a:lnTo>
                  <a:lnTo>
                    <a:pt x="5105" y="3930"/>
                  </a:lnTo>
                  <a:cubicBezTo>
                    <a:pt x="5068" y="3908"/>
                    <a:pt x="4977" y="3868"/>
                    <a:pt x="4977" y="3868"/>
                  </a:cubicBezTo>
                  <a:lnTo>
                    <a:pt x="4977" y="3868"/>
                  </a:lnTo>
                  <a:cubicBezTo>
                    <a:pt x="4958" y="3871"/>
                    <a:pt x="4996" y="3893"/>
                    <a:pt x="5030" y="3911"/>
                  </a:cubicBezTo>
                  <a:cubicBezTo>
                    <a:pt x="5051" y="3924"/>
                    <a:pt x="5054" y="3930"/>
                    <a:pt x="5040" y="3930"/>
                  </a:cubicBezTo>
                  <a:cubicBezTo>
                    <a:pt x="5029" y="3930"/>
                    <a:pt x="5007" y="3926"/>
                    <a:pt x="4977" y="3918"/>
                  </a:cubicBezTo>
                  <a:cubicBezTo>
                    <a:pt x="4945" y="3911"/>
                    <a:pt x="4925" y="3907"/>
                    <a:pt x="4913" y="3907"/>
                  </a:cubicBezTo>
                  <a:cubicBezTo>
                    <a:pt x="4898" y="3907"/>
                    <a:pt x="4896" y="3913"/>
                    <a:pt x="4902" y="3927"/>
                  </a:cubicBezTo>
                  <a:cubicBezTo>
                    <a:pt x="4897" y="3928"/>
                    <a:pt x="4892" y="3928"/>
                    <a:pt x="4888" y="3928"/>
                  </a:cubicBezTo>
                  <a:cubicBezTo>
                    <a:pt x="4864" y="3928"/>
                    <a:pt x="4841" y="3921"/>
                    <a:pt x="4820" y="3908"/>
                  </a:cubicBezTo>
                  <a:lnTo>
                    <a:pt x="4820" y="3908"/>
                  </a:lnTo>
                  <a:cubicBezTo>
                    <a:pt x="4801" y="3911"/>
                    <a:pt x="4801" y="3911"/>
                    <a:pt x="4830" y="3933"/>
                  </a:cubicBezTo>
                  <a:cubicBezTo>
                    <a:pt x="4843" y="3945"/>
                    <a:pt x="4844" y="3952"/>
                    <a:pt x="4835" y="3952"/>
                  </a:cubicBezTo>
                  <a:cubicBezTo>
                    <a:pt x="4827" y="3952"/>
                    <a:pt x="4812" y="3947"/>
                    <a:pt x="4792" y="3937"/>
                  </a:cubicBezTo>
                  <a:cubicBezTo>
                    <a:pt x="4756" y="3914"/>
                    <a:pt x="4725" y="3905"/>
                    <a:pt x="4708" y="3905"/>
                  </a:cubicBezTo>
                  <a:cubicBezTo>
                    <a:pt x="4694" y="3905"/>
                    <a:pt x="4690" y="3911"/>
                    <a:pt x="4698" y="3921"/>
                  </a:cubicBezTo>
                  <a:cubicBezTo>
                    <a:pt x="4720" y="3946"/>
                    <a:pt x="4701" y="3946"/>
                    <a:pt x="4682" y="3949"/>
                  </a:cubicBezTo>
                  <a:cubicBezTo>
                    <a:pt x="4667" y="3952"/>
                    <a:pt x="4648" y="3952"/>
                    <a:pt x="4645" y="3977"/>
                  </a:cubicBezTo>
                  <a:lnTo>
                    <a:pt x="4607" y="3984"/>
                  </a:lnTo>
                  <a:cubicBezTo>
                    <a:pt x="4588" y="3984"/>
                    <a:pt x="4595" y="3958"/>
                    <a:pt x="4610" y="3955"/>
                  </a:cubicBezTo>
                  <a:lnTo>
                    <a:pt x="4579" y="3933"/>
                  </a:lnTo>
                  <a:cubicBezTo>
                    <a:pt x="4544" y="3940"/>
                    <a:pt x="4526" y="3940"/>
                    <a:pt x="4519" y="3965"/>
                  </a:cubicBezTo>
                  <a:cubicBezTo>
                    <a:pt x="4521" y="3991"/>
                    <a:pt x="4522" y="4004"/>
                    <a:pt x="4520" y="4004"/>
                  </a:cubicBezTo>
                  <a:cubicBezTo>
                    <a:pt x="4518" y="4004"/>
                    <a:pt x="4513" y="3992"/>
                    <a:pt x="4504" y="3968"/>
                  </a:cubicBezTo>
                  <a:cubicBezTo>
                    <a:pt x="4495" y="3951"/>
                    <a:pt x="4481" y="3935"/>
                    <a:pt x="4469" y="3935"/>
                  </a:cubicBezTo>
                  <a:cubicBezTo>
                    <a:pt x="4464" y="3935"/>
                    <a:pt x="4460" y="3938"/>
                    <a:pt x="4457" y="3946"/>
                  </a:cubicBezTo>
                  <a:cubicBezTo>
                    <a:pt x="4457" y="3970"/>
                    <a:pt x="4451" y="3979"/>
                    <a:pt x="4444" y="3979"/>
                  </a:cubicBezTo>
                  <a:cubicBezTo>
                    <a:pt x="4436" y="3979"/>
                    <a:pt x="4426" y="3966"/>
                    <a:pt x="4422" y="3952"/>
                  </a:cubicBezTo>
                  <a:cubicBezTo>
                    <a:pt x="4424" y="3926"/>
                    <a:pt x="4425" y="3913"/>
                    <a:pt x="4420" y="3913"/>
                  </a:cubicBezTo>
                  <a:cubicBezTo>
                    <a:pt x="4414" y="3913"/>
                    <a:pt x="4401" y="3927"/>
                    <a:pt x="4372" y="3955"/>
                  </a:cubicBezTo>
                  <a:cubicBezTo>
                    <a:pt x="4338" y="3958"/>
                    <a:pt x="4278" y="3993"/>
                    <a:pt x="4231" y="3996"/>
                  </a:cubicBezTo>
                  <a:cubicBezTo>
                    <a:pt x="4204" y="3999"/>
                    <a:pt x="4183" y="4001"/>
                    <a:pt x="4166" y="4001"/>
                  </a:cubicBezTo>
                  <a:cubicBezTo>
                    <a:pt x="4142" y="4001"/>
                    <a:pt x="4126" y="3996"/>
                    <a:pt x="4115" y="3984"/>
                  </a:cubicBezTo>
                  <a:cubicBezTo>
                    <a:pt x="4115" y="3979"/>
                    <a:pt x="4114" y="3975"/>
                    <a:pt x="4113" y="3971"/>
                  </a:cubicBezTo>
                  <a:lnTo>
                    <a:pt x="4113" y="3971"/>
                  </a:lnTo>
                  <a:cubicBezTo>
                    <a:pt x="4115" y="4009"/>
                    <a:pt x="4098" y="4009"/>
                    <a:pt x="4056" y="4015"/>
                  </a:cubicBezTo>
                  <a:cubicBezTo>
                    <a:pt x="4045" y="4009"/>
                    <a:pt x="4034" y="4007"/>
                    <a:pt x="4023" y="4007"/>
                  </a:cubicBezTo>
                  <a:cubicBezTo>
                    <a:pt x="3997" y="4007"/>
                    <a:pt x="3973" y="4023"/>
                    <a:pt x="3962" y="4049"/>
                  </a:cubicBezTo>
                  <a:lnTo>
                    <a:pt x="3993" y="4046"/>
                  </a:lnTo>
                  <a:lnTo>
                    <a:pt x="3993" y="4046"/>
                  </a:lnTo>
                  <a:cubicBezTo>
                    <a:pt x="3997" y="4078"/>
                    <a:pt x="3992" y="4091"/>
                    <a:pt x="3980" y="4091"/>
                  </a:cubicBezTo>
                  <a:cubicBezTo>
                    <a:pt x="3972" y="4091"/>
                    <a:pt x="3962" y="4086"/>
                    <a:pt x="3949" y="4078"/>
                  </a:cubicBezTo>
                  <a:cubicBezTo>
                    <a:pt x="3933" y="4078"/>
                    <a:pt x="3930" y="4052"/>
                    <a:pt x="3927" y="4027"/>
                  </a:cubicBezTo>
                  <a:cubicBezTo>
                    <a:pt x="3924" y="4002"/>
                    <a:pt x="3905" y="3980"/>
                    <a:pt x="3889" y="3980"/>
                  </a:cubicBezTo>
                  <a:cubicBezTo>
                    <a:pt x="3874" y="3984"/>
                    <a:pt x="3858" y="3984"/>
                    <a:pt x="3877" y="4009"/>
                  </a:cubicBezTo>
                  <a:cubicBezTo>
                    <a:pt x="3880" y="4034"/>
                    <a:pt x="3880" y="4034"/>
                    <a:pt x="3861" y="4034"/>
                  </a:cubicBezTo>
                  <a:cubicBezTo>
                    <a:pt x="3842" y="4034"/>
                    <a:pt x="3824" y="4046"/>
                    <a:pt x="3817" y="4065"/>
                  </a:cubicBezTo>
                  <a:cubicBezTo>
                    <a:pt x="3821" y="4090"/>
                    <a:pt x="3805" y="4090"/>
                    <a:pt x="3789" y="4093"/>
                  </a:cubicBezTo>
                  <a:cubicBezTo>
                    <a:pt x="3777" y="4078"/>
                    <a:pt x="3758" y="4071"/>
                    <a:pt x="3739" y="4071"/>
                  </a:cubicBezTo>
                  <a:cubicBezTo>
                    <a:pt x="3739" y="4079"/>
                    <a:pt x="3739" y="4082"/>
                    <a:pt x="3739" y="4082"/>
                  </a:cubicBezTo>
                  <a:cubicBezTo>
                    <a:pt x="3739" y="4082"/>
                    <a:pt x="3738" y="4064"/>
                    <a:pt x="3736" y="4046"/>
                  </a:cubicBezTo>
                  <a:cubicBezTo>
                    <a:pt x="3733" y="4031"/>
                    <a:pt x="3723" y="4012"/>
                    <a:pt x="3714" y="3999"/>
                  </a:cubicBezTo>
                  <a:cubicBezTo>
                    <a:pt x="3698" y="3999"/>
                    <a:pt x="3701" y="4024"/>
                    <a:pt x="3701" y="4024"/>
                  </a:cubicBezTo>
                  <a:cubicBezTo>
                    <a:pt x="3701" y="4049"/>
                    <a:pt x="3319" y="4090"/>
                    <a:pt x="3272" y="4096"/>
                  </a:cubicBezTo>
                  <a:cubicBezTo>
                    <a:pt x="3257" y="4086"/>
                    <a:pt x="3239" y="4082"/>
                    <a:pt x="3225" y="4082"/>
                  </a:cubicBezTo>
                  <a:cubicBezTo>
                    <a:pt x="3208" y="4082"/>
                    <a:pt x="3198" y="4089"/>
                    <a:pt x="3206" y="4103"/>
                  </a:cubicBezTo>
                  <a:cubicBezTo>
                    <a:pt x="3209" y="4128"/>
                    <a:pt x="3131" y="4134"/>
                    <a:pt x="3034" y="4143"/>
                  </a:cubicBezTo>
                  <a:cubicBezTo>
                    <a:pt x="2924" y="4156"/>
                    <a:pt x="2843" y="4165"/>
                    <a:pt x="2846" y="4190"/>
                  </a:cubicBezTo>
                  <a:lnTo>
                    <a:pt x="2799" y="4194"/>
                  </a:lnTo>
                  <a:cubicBezTo>
                    <a:pt x="2768" y="4197"/>
                    <a:pt x="2736" y="4225"/>
                    <a:pt x="2721" y="4228"/>
                  </a:cubicBezTo>
                  <a:cubicBezTo>
                    <a:pt x="2714" y="4243"/>
                    <a:pt x="2707" y="4250"/>
                    <a:pt x="2703" y="4250"/>
                  </a:cubicBezTo>
                  <a:cubicBezTo>
                    <a:pt x="2699" y="4250"/>
                    <a:pt x="2699" y="4243"/>
                    <a:pt x="2705" y="4231"/>
                  </a:cubicBezTo>
                  <a:cubicBezTo>
                    <a:pt x="2702" y="4206"/>
                    <a:pt x="2699" y="4181"/>
                    <a:pt x="2683" y="4181"/>
                  </a:cubicBezTo>
                  <a:cubicBezTo>
                    <a:pt x="2652" y="4184"/>
                    <a:pt x="2655" y="4209"/>
                    <a:pt x="2658" y="4234"/>
                  </a:cubicBezTo>
                  <a:cubicBezTo>
                    <a:pt x="2661" y="4259"/>
                    <a:pt x="2645" y="4262"/>
                    <a:pt x="2645" y="4262"/>
                  </a:cubicBezTo>
                  <a:cubicBezTo>
                    <a:pt x="2627" y="4262"/>
                    <a:pt x="2627" y="4262"/>
                    <a:pt x="2627" y="4237"/>
                  </a:cubicBezTo>
                  <a:cubicBezTo>
                    <a:pt x="2623" y="4212"/>
                    <a:pt x="2620" y="4187"/>
                    <a:pt x="2620" y="4187"/>
                  </a:cubicBezTo>
                  <a:lnTo>
                    <a:pt x="2605" y="4190"/>
                  </a:lnTo>
                  <a:cubicBezTo>
                    <a:pt x="2608" y="4215"/>
                    <a:pt x="2592" y="4215"/>
                    <a:pt x="2592" y="4215"/>
                  </a:cubicBezTo>
                  <a:cubicBezTo>
                    <a:pt x="2588" y="4216"/>
                    <a:pt x="2585" y="4217"/>
                    <a:pt x="2583" y="4217"/>
                  </a:cubicBezTo>
                  <a:cubicBezTo>
                    <a:pt x="2573" y="4217"/>
                    <a:pt x="2573" y="4209"/>
                    <a:pt x="2570" y="4168"/>
                  </a:cubicBezTo>
                  <a:cubicBezTo>
                    <a:pt x="2567" y="4144"/>
                    <a:pt x="2562" y="4131"/>
                    <a:pt x="2556" y="4131"/>
                  </a:cubicBezTo>
                  <a:cubicBezTo>
                    <a:pt x="2549" y="4131"/>
                    <a:pt x="2542" y="4145"/>
                    <a:pt x="2536" y="4172"/>
                  </a:cubicBezTo>
                  <a:lnTo>
                    <a:pt x="2507" y="4200"/>
                  </a:lnTo>
                  <a:cubicBezTo>
                    <a:pt x="2501" y="4185"/>
                    <a:pt x="2494" y="4179"/>
                    <a:pt x="2487" y="4179"/>
                  </a:cubicBezTo>
                  <a:cubicBezTo>
                    <a:pt x="2472" y="4179"/>
                    <a:pt x="2457" y="4211"/>
                    <a:pt x="2448" y="4231"/>
                  </a:cubicBezTo>
                  <a:cubicBezTo>
                    <a:pt x="2437" y="4207"/>
                    <a:pt x="2428" y="4195"/>
                    <a:pt x="2420" y="4195"/>
                  </a:cubicBezTo>
                  <a:cubicBezTo>
                    <a:pt x="2412" y="4195"/>
                    <a:pt x="2404" y="4208"/>
                    <a:pt x="2398" y="4234"/>
                  </a:cubicBezTo>
                  <a:cubicBezTo>
                    <a:pt x="2400" y="4248"/>
                    <a:pt x="2396" y="4255"/>
                    <a:pt x="2389" y="4255"/>
                  </a:cubicBezTo>
                  <a:cubicBezTo>
                    <a:pt x="2383" y="4255"/>
                    <a:pt x="2375" y="4250"/>
                    <a:pt x="2366" y="4241"/>
                  </a:cubicBezTo>
                  <a:cubicBezTo>
                    <a:pt x="2354" y="4224"/>
                    <a:pt x="2343" y="4220"/>
                    <a:pt x="2327" y="4220"/>
                  </a:cubicBezTo>
                  <a:cubicBezTo>
                    <a:pt x="2320" y="4220"/>
                    <a:pt x="2311" y="4221"/>
                    <a:pt x="2301" y="4222"/>
                  </a:cubicBezTo>
                  <a:cubicBezTo>
                    <a:pt x="2288" y="4247"/>
                    <a:pt x="2175" y="4259"/>
                    <a:pt x="2047" y="4272"/>
                  </a:cubicBezTo>
                  <a:cubicBezTo>
                    <a:pt x="1903" y="4288"/>
                    <a:pt x="1809" y="4297"/>
                    <a:pt x="1812" y="4322"/>
                  </a:cubicBezTo>
                  <a:cubicBezTo>
                    <a:pt x="1796" y="4322"/>
                    <a:pt x="1796" y="4322"/>
                    <a:pt x="1777" y="4300"/>
                  </a:cubicBezTo>
                  <a:cubicBezTo>
                    <a:pt x="1776" y="4290"/>
                    <a:pt x="1773" y="4284"/>
                    <a:pt x="1768" y="4284"/>
                  </a:cubicBezTo>
                  <a:cubicBezTo>
                    <a:pt x="1762" y="4284"/>
                    <a:pt x="1753" y="4297"/>
                    <a:pt x="1746" y="4328"/>
                  </a:cubicBezTo>
                  <a:cubicBezTo>
                    <a:pt x="1739" y="4345"/>
                    <a:pt x="1737" y="4360"/>
                    <a:pt x="1735" y="4360"/>
                  </a:cubicBezTo>
                  <a:cubicBezTo>
                    <a:pt x="1734" y="4360"/>
                    <a:pt x="1733" y="4352"/>
                    <a:pt x="1730" y="4331"/>
                  </a:cubicBezTo>
                  <a:cubicBezTo>
                    <a:pt x="1728" y="4316"/>
                    <a:pt x="1716" y="4311"/>
                    <a:pt x="1692" y="4311"/>
                  </a:cubicBezTo>
                  <a:cubicBezTo>
                    <a:pt x="1677" y="4311"/>
                    <a:pt x="1658" y="4313"/>
                    <a:pt x="1633" y="4316"/>
                  </a:cubicBezTo>
                  <a:cubicBezTo>
                    <a:pt x="1583" y="4319"/>
                    <a:pt x="1520" y="4325"/>
                    <a:pt x="1523" y="4350"/>
                  </a:cubicBezTo>
                  <a:cubicBezTo>
                    <a:pt x="1509" y="4365"/>
                    <a:pt x="1502" y="4372"/>
                    <a:pt x="1500" y="4372"/>
                  </a:cubicBezTo>
                  <a:cubicBezTo>
                    <a:pt x="1499" y="4372"/>
                    <a:pt x="1502" y="4366"/>
                    <a:pt x="1508" y="4353"/>
                  </a:cubicBezTo>
                  <a:cubicBezTo>
                    <a:pt x="1513" y="4323"/>
                    <a:pt x="1490" y="4305"/>
                    <a:pt x="1460" y="4305"/>
                  </a:cubicBezTo>
                  <a:cubicBezTo>
                    <a:pt x="1437" y="4305"/>
                    <a:pt x="1411" y="4316"/>
                    <a:pt x="1392" y="4341"/>
                  </a:cubicBezTo>
                  <a:cubicBezTo>
                    <a:pt x="1389" y="4341"/>
                    <a:pt x="1386" y="4341"/>
                    <a:pt x="1383" y="4341"/>
                  </a:cubicBezTo>
                  <a:cubicBezTo>
                    <a:pt x="1370" y="4341"/>
                    <a:pt x="1360" y="4339"/>
                    <a:pt x="1357" y="4319"/>
                  </a:cubicBezTo>
                  <a:cubicBezTo>
                    <a:pt x="1329" y="4322"/>
                    <a:pt x="1304" y="4331"/>
                    <a:pt x="1282" y="4350"/>
                  </a:cubicBezTo>
                  <a:cubicBezTo>
                    <a:pt x="1266" y="4353"/>
                    <a:pt x="1201" y="4360"/>
                    <a:pt x="1169" y="4363"/>
                  </a:cubicBezTo>
                  <a:cubicBezTo>
                    <a:pt x="1147" y="4366"/>
                    <a:pt x="1125" y="4378"/>
                    <a:pt x="1107" y="4394"/>
                  </a:cubicBezTo>
                  <a:lnTo>
                    <a:pt x="1091" y="4397"/>
                  </a:lnTo>
                  <a:cubicBezTo>
                    <a:pt x="1089" y="4385"/>
                    <a:pt x="1069" y="4380"/>
                    <a:pt x="1035" y="4380"/>
                  </a:cubicBezTo>
                  <a:cubicBezTo>
                    <a:pt x="1001" y="4380"/>
                    <a:pt x="953" y="4385"/>
                    <a:pt x="897" y="4391"/>
                  </a:cubicBezTo>
                  <a:cubicBezTo>
                    <a:pt x="837" y="4398"/>
                    <a:pt x="782" y="4404"/>
                    <a:pt x="740" y="4404"/>
                  </a:cubicBezTo>
                  <a:cubicBezTo>
                    <a:pt x="705" y="4404"/>
                    <a:pt x="680" y="4399"/>
                    <a:pt x="671" y="4388"/>
                  </a:cubicBezTo>
                  <a:cubicBezTo>
                    <a:pt x="671" y="4388"/>
                    <a:pt x="655" y="4391"/>
                    <a:pt x="643" y="4416"/>
                  </a:cubicBezTo>
                  <a:cubicBezTo>
                    <a:pt x="635" y="4448"/>
                    <a:pt x="626" y="4461"/>
                    <a:pt x="616" y="4461"/>
                  </a:cubicBezTo>
                  <a:cubicBezTo>
                    <a:pt x="610" y="4461"/>
                    <a:pt x="603" y="4456"/>
                    <a:pt x="596" y="4447"/>
                  </a:cubicBezTo>
                  <a:cubicBezTo>
                    <a:pt x="589" y="4425"/>
                    <a:pt x="570" y="4414"/>
                    <a:pt x="551" y="4414"/>
                  </a:cubicBezTo>
                  <a:cubicBezTo>
                    <a:pt x="528" y="4414"/>
                    <a:pt x="505" y="4429"/>
                    <a:pt x="502" y="4457"/>
                  </a:cubicBezTo>
                  <a:cubicBezTo>
                    <a:pt x="501" y="4450"/>
                    <a:pt x="500" y="4441"/>
                    <a:pt x="499" y="4432"/>
                  </a:cubicBezTo>
                  <a:cubicBezTo>
                    <a:pt x="491" y="4415"/>
                    <a:pt x="480" y="4408"/>
                    <a:pt x="469" y="4408"/>
                  </a:cubicBezTo>
                  <a:cubicBezTo>
                    <a:pt x="450" y="4408"/>
                    <a:pt x="428" y="4432"/>
                    <a:pt x="420" y="4466"/>
                  </a:cubicBezTo>
                  <a:cubicBezTo>
                    <a:pt x="407" y="4449"/>
                    <a:pt x="394" y="4433"/>
                    <a:pt x="384" y="4433"/>
                  </a:cubicBezTo>
                  <a:cubicBezTo>
                    <a:pt x="379" y="4433"/>
                    <a:pt x="374" y="4436"/>
                    <a:pt x="370" y="4444"/>
                  </a:cubicBezTo>
                  <a:cubicBezTo>
                    <a:pt x="367" y="4445"/>
                    <a:pt x="365" y="4445"/>
                    <a:pt x="363" y="4445"/>
                  </a:cubicBezTo>
                  <a:cubicBezTo>
                    <a:pt x="354" y="4445"/>
                    <a:pt x="353" y="4437"/>
                    <a:pt x="348" y="4397"/>
                  </a:cubicBezTo>
                  <a:cubicBezTo>
                    <a:pt x="345" y="4372"/>
                    <a:pt x="345" y="4347"/>
                    <a:pt x="326" y="4347"/>
                  </a:cubicBezTo>
                  <a:cubicBezTo>
                    <a:pt x="311" y="4350"/>
                    <a:pt x="314" y="4375"/>
                    <a:pt x="317" y="4400"/>
                  </a:cubicBezTo>
                  <a:lnTo>
                    <a:pt x="286" y="4403"/>
                  </a:lnTo>
                  <a:cubicBezTo>
                    <a:pt x="286" y="4403"/>
                    <a:pt x="270" y="4403"/>
                    <a:pt x="273" y="4429"/>
                  </a:cubicBezTo>
                  <a:cubicBezTo>
                    <a:pt x="276" y="4454"/>
                    <a:pt x="261" y="4457"/>
                    <a:pt x="242" y="4460"/>
                  </a:cubicBezTo>
                  <a:cubicBezTo>
                    <a:pt x="242" y="4453"/>
                    <a:pt x="240" y="4450"/>
                    <a:pt x="239" y="4450"/>
                  </a:cubicBezTo>
                  <a:cubicBezTo>
                    <a:pt x="236" y="4450"/>
                    <a:pt x="232" y="4467"/>
                    <a:pt x="245" y="4485"/>
                  </a:cubicBezTo>
                  <a:cubicBezTo>
                    <a:pt x="248" y="4510"/>
                    <a:pt x="251" y="4532"/>
                    <a:pt x="235" y="4535"/>
                  </a:cubicBezTo>
                  <a:cubicBezTo>
                    <a:pt x="235" y="4535"/>
                    <a:pt x="239" y="4560"/>
                    <a:pt x="242" y="4585"/>
                  </a:cubicBezTo>
                  <a:cubicBezTo>
                    <a:pt x="245" y="4635"/>
                    <a:pt x="248" y="4660"/>
                    <a:pt x="282" y="4682"/>
                  </a:cubicBezTo>
                  <a:cubicBezTo>
                    <a:pt x="318" y="4692"/>
                    <a:pt x="349" y="4702"/>
                    <a:pt x="370" y="4702"/>
                  </a:cubicBezTo>
                  <a:cubicBezTo>
                    <a:pt x="388" y="4702"/>
                    <a:pt x="398" y="4694"/>
                    <a:pt x="395" y="4670"/>
                  </a:cubicBezTo>
                  <a:cubicBezTo>
                    <a:pt x="395" y="4670"/>
                    <a:pt x="408" y="4645"/>
                    <a:pt x="423" y="4642"/>
                  </a:cubicBezTo>
                  <a:cubicBezTo>
                    <a:pt x="442" y="4642"/>
                    <a:pt x="461" y="4664"/>
                    <a:pt x="461" y="4664"/>
                  </a:cubicBezTo>
                  <a:cubicBezTo>
                    <a:pt x="461" y="4677"/>
                    <a:pt x="479" y="4681"/>
                    <a:pt x="508" y="4681"/>
                  </a:cubicBezTo>
                  <a:cubicBezTo>
                    <a:pt x="533" y="4681"/>
                    <a:pt x="568" y="4677"/>
                    <a:pt x="605" y="4673"/>
                  </a:cubicBezTo>
                  <a:cubicBezTo>
                    <a:pt x="649" y="4669"/>
                    <a:pt x="682" y="4666"/>
                    <a:pt x="708" y="4666"/>
                  </a:cubicBezTo>
                  <a:cubicBezTo>
                    <a:pt x="739" y="4666"/>
                    <a:pt x="758" y="4670"/>
                    <a:pt x="768" y="4682"/>
                  </a:cubicBezTo>
                  <a:cubicBezTo>
                    <a:pt x="783" y="4702"/>
                    <a:pt x="796" y="4704"/>
                    <a:pt x="801" y="4704"/>
                  </a:cubicBezTo>
                  <a:cubicBezTo>
                    <a:pt x="802" y="4704"/>
                    <a:pt x="803" y="4704"/>
                    <a:pt x="803" y="4704"/>
                  </a:cubicBezTo>
                  <a:cubicBezTo>
                    <a:pt x="800" y="4679"/>
                    <a:pt x="897" y="4670"/>
                    <a:pt x="1010" y="4657"/>
                  </a:cubicBezTo>
                  <a:cubicBezTo>
                    <a:pt x="1119" y="4648"/>
                    <a:pt x="1232" y="4635"/>
                    <a:pt x="1229" y="4610"/>
                  </a:cubicBezTo>
                  <a:lnTo>
                    <a:pt x="1260" y="4607"/>
                  </a:lnTo>
                  <a:cubicBezTo>
                    <a:pt x="1262" y="4624"/>
                    <a:pt x="1277" y="4628"/>
                    <a:pt x="1296" y="4628"/>
                  </a:cubicBezTo>
                  <a:cubicBezTo>
                    <a:pt x="1305" y="4628"/>
                    <a:pt x="1316" y="4627"/>
                    <a:pt x="1326" y="4626"/>
                  </a:cubicBezTo>
                  <a:cubicBezTo>
                    <a:pt x="1345" y="4607"/>
                    <a:pt x="1367" y="4598"/>
                    <a:pt x="1389" y="4595"/>
                  </a:cubicBezTo>
                  <a:cubicBezTo>
                    <a:pt x="1391" y="4611"/>
                    <a:pt x="1398" y="4616"/>
                    <a:pt x="1413" y="4616"/>
                  </a:cubicBezTo>
                  <a:cubicBezTo>
                    <a:pt x="1420" y="4616"/>
                    <a:pt x="1428" y="4614"/>
                    <a:pt x="1439" y="4613"/>
                  </a:cubicBezTo>
                  <a:cubicBezTo>
                    <a:pt x="1470" y="4610"/>
                    <a:pt x="1486" y="4607"/>
                    <a:pt x="1486" y="4582"/>
                  </a:cubicBezTo>
                  <a:cubicBezTo>
                    <a:pt x="1494" y="4582"/>
                    <a:pt x="1529" y="4579"/>
                    <a:pt x="1568" y="4579"/>
                  </a:cubicBezTo>
                  <a:cubicBezTo>
                    <a:pt x="1602" y="4579"/>
                    <a:pt x="1638" y="4581"/>
                    <a:pt x="1661" y="4592"/>
                  </a:cubicBezTo>
                  <a:cubicBezTo>
                    <a:pt x="1666" y="4597"/>
                    <a:pt x="1671" y="4600"/>
                    <a:pt x="1676" y="4600"/>
                  </a:cubicBezTo>
                  <a:cubicBezTo>
                    <a:pt x="1688" y="4600"/>
                    <a:pt x="1699" y="4581"/>
                    <a:pt x="1708" y="4560"/>
                  </a:cubicBezTo>
                  <a:cubicBezTo>
                    <a:pt x="1705" y="4535"/>
                    <a:pt x="1718" y="4510"/>
                    <a:pt x="1733" y="4507"/>
                  </a:cubicBezTo>
                  <a:cubicBezTo>
                    <a:pt x="1733" y="4507"/>
                    <a:pt x="1737" y="4532"/>
                    <a:pt x="1740" y="4557"/>
                  </a:cubicBezTo>
                  <a:cubicBezTo>
                    <a:pt x="1730" y="4578"/>
                    <a:pt x="1728" y="4583"/>
                    <a:pt x="1741" y="4583"/>
                  </a:cubicBezTo>
                  <a:cubicBezTo>
                    <a:pt x="1745" y="4583"/>
                    <a:pt x="1751" y="4583"/>
                    <a:pt x="1759" y="4582"/>
                  </a:cubicBezTo>
                  <a:lnTo>
                    <a:pt x="1790" y="4579"/>
                  </a:lnTo>
                  <a:cubicBezTo>
                    <a:pt x="1787" y="4554"/>
                    <a:pt x="1868" y="4544"/>
                    <a:pt x="1981" y="4532"/>
                  </a:cubicBezTo>
                  <a:cubicBezTo>
                    <a:pt x="2122" y="4516"/>
                    <a:pt x="2172" y="4513"/>
                    <a:pt x="2169" y="4488"/>
                  </a:cubicBezTo>
                  <a:cubicBezTo>
                    <a:pt x="2167" y="4474"/>
                    <a:pt x="2171" y="4467"/>
                    <a:pt x="2184" y="4467"/>
                  </a:cubicBezTo>
                  <a:cubicBezTo>
                    <a:pt x="2194" y="4467"/>
                    <a:pt x="2209" y="4472"/>
                    <a:pt x="2232" y="4482"/>
                  </a:cubicBezTo>
                  <a:cubicBezTo>
                    <a:pt x="2294" y="4522"/>
                    <a:pt x="2319" y="4537"/>
                    <a:pt x="2332" y="4537"/>
                  </a:cubicBezTo>
                  <a:cubicBezTo>
                    <a:pt x="2341" y="4537"/>
                    <a:pt x="2345" y="4531"/>
                    <a:pt x="2351" y="4519"/>
                  </a:cubicBezTo>
                  <a:lnTo>
                    <a:pt x="2351" y="4519"/>
                  </a:lnTo>
                  <a:cubicBezTo>
                    <a:pt x="2350" y="4520"/>
                    <a:pt x="2349" y="4520"/>
                    <a:pt x="2348" y="4520"/>
                  </a:cubicBezTo>
                  <a:cubicBezTo>
                    <a:pt x="2332" y="4520"/>
                    <a:pt x="2332" y="4496"/>
                    <a:pt x="2329" y="4472"/>
                  </a:cubicBezTo>
                  <a:cubicBezTo>
                    <a:pt x="2326" y="4447"/>
                    <a:pt x="2328" y="4433"/>
                    <a:pt x="2335" y="4433"/>
                  </a:cubicBezTo>
                  <a:cubicBezTo>
                    <a:pt x="2340" y="4433"/>
                    <a:pt x="2350" y="4445"/>
                    <a:pt x="2360" y="4469"/>
                  </a:cubicBezTo>
                  <a:cubicBezTo>
                    <a:pt x="2362" y="4484"/>
                    <a:pt x="2383" y="4490"/>
                    <a:pt x="2413" y="4490"/>
                  </a:cubicBezTo>
                  <a:cubicBezTo>
                    <a:pt x="2482" y="4490"/>
                    <a:pt x="2597" y="4456"/>
                    <a:pt x="2613" y="4420"/>
                  </a:cubicBezTo>
                  <a:lnTo>
                    <a:pt x="2613" y="4420"/>
                  </a:lnTo>
                  <a:cubicBezTo>
                    <a:pt x="2613" y="4426"/>
                    <a:pt x="2614" y="4433"/>
                    <a:pt x="2614" y="4441"/>
                  </a:cubicBezTo>
                  <a:cubicBezTo>
                    <a:pt x="2616" y="4458"/>
                    <a:pt x="2624" y="4463"/>
                    <a:pt x="2648" y="4463"/>
                  </a:cubicBezTo>
                  <a:cubicBezTo>
                    <a:pt x="2660" y="4463"/>
                    <a:pt x="2677" y="4462"/>
                    <a:pt x="2699" y="4460"/>
                  </a:cubicBezTo>
                  <a:lnTo>
                    <a:pt x="2746" y="4454"/>
                  </a:lnTo>
                  <a:cubicBezTo>
                    <a:pt x="2743" y="4430"/>
                    <a:pt x="2764" y="4421"/>
                    <a:pt x="2788" y="4421"/>
                  </a:cubicBezTo>
                  <a:cubicBezTo>
                    <a:pt x="2813" y="4421"/>
                    <a:pt x="2841" y="4431"/>
                    <a:pt x="2843" y="4444"/>
                  </a:cubicBezTo>
                  <a:cubicBezTo>
                    <a:pt x="2856" y="4460"/>
                    <a:pt x="2860" y="4465"/>
                    <a:pt x="2873" y="4465"/>
                  </a:cubicBezTo>
                  <a:cubicBezTo>
                    <a:pt x="2878" y="4465"/>
                    <a:pt x="2884" y="4464"/>
                    <a:pt x="2893" y="4463"/>
                  </a:cubicBezTo>
                  <a:cubicBezTo>
                    <a:pt x="2913" y="4437"/>
                    <a:pt x="2943" y="4427"/>
                    <a:pt x="2970" y="4427"/>
                  </a:cubicBezTo>
                  <a:cubicBezTo>
                    <a:pt x="2997" y="4427"/>
                    <a:pt x="3020" y="4438"/>
                    <a:pt x="3021" y="4450"/>
                  </a:cubicBezTo>
                  <a:lnTo>
                    <a:pt x="3053" y="4447"/>
                  </a:lnTo>
                  <a:cubicBezTo>
                    <a:pt x="3065" y="4425"/>
                    <a:pt x="3090" y="4416"/>
                    <a:pt x="3112" y="4416"/>
                  </a:cubicBezTo>
                  <a:cubicBezTo>
                    <a:pt x="3162" y="4410"/>
                    <a:pt x="3178" y="4410"/>
                    <a:pt x="3159" y="4385"/>
                  </a:cubicBezTo>
                  <a:cubicBezTo>
                    <a:pt x="3156" y="4360"/>
                    <a:pt x="3153" y="4335"/>
                    <a:pt x="3169" y="4335"/>
                  </a:cubicBezTo>
                  <a:lnTo>
                    <a:pt x="3172" y="4360"/>
                  </a:lnTo>
                  <a:cubicBezTo>
                    <a:pt x="3174" y="4373"/>
                    <a:pt x="3189" y="4378"/>
                    <a:pt x="3213" y="4378"/>
                  </a:cubicBezTo>
                  <a:cubicBezTo>
                    <a:pt x="3232" y="4378"/>
                    <a:pt x="3257" y="4375"/>
                    <a:pt x="3285" y="4372"/>
                  </a:cubicBezTo>
                  <a:cubicBezTo>
                    <a:pt x="3320" y="4368"/>
                    <a:pt x="3345" y="4365"/>
                    <a:pt x="3365" y="4365"/>
                  </a:cubicBezTo>
                  <a:cubicBezTo>
                    <a:pt x="3391" y="4365"/>
                    <a:pt x="3406" y="4370"/>
                    <a:pt x="3416" y="4385"/>
                  </a:cubicBezTo>
                  <a:lnTo>
                    <a:pt x="3429" y="4356"/>
                  </a:lnTo>
                  <a:cubicBezTo>
                    <a:pt x="3437" y="4343"/>
                    <a:pt x="3445" y="4336"/>
                    <a:pt x="3452" y="4336"/>
                  </a:cubicBezTo>
                  <a:cubicBezTo>
                    <a:pt x="3458" y="4336"/>
                    <a:pt x="3462" y="4342"/>
                    <a:pt x="3463" y="4353"/>
                  </a:cubicBezTo>
                  <a:cubicBezTo>
                    <a:pt x="3471" y="4364"/>
                    <a:pt x="3487" y="4369"/>
                    <a:pt x="3504" y="4369"/>
                  </a:cubicBezTo>
                  <a:cubicBezTo>
                    <a:pt x="3528" y="4369"/>
                    <a:pt x="3557" y="4359"/>
                    <a:pt x="3573" y="4341"/>
                  </a:cubicBezTo>
                  <a:lnTo>
                    <a:pt x="3604" y="4338"/>
                  </a:lnTo>
                  <a:cubicBezTo>
                    <a:pt x="3615" y="4361"/>
                    <a:pt x="3631" y="4372"/>
                    <a:pt x="3647" y="4372"/>
                  </a:cubicBezTo>
                  <a:cubicBezTo>
                    <a:pt x="3664" y="4372"/>
                    <a:pt x="3681" y="4358"/>
                    <a:pt x="3686" y="4331"/>
                  </a:cubicBezTo>
                  <a:cubicBezTo>
                    <a:pt x="3688" y="4351"/>
                    <a:pt x="3699" y="4353"/>
                    <a:pt x="3711" y="4353"/>
                  </a:cubicBezTo>
                  <a:cubicBezTo>
                    <a:pt x="3714" y="4353"/>
                    <a:pt x="3717" y="4353"/>
                    <a:pt x="3720" y="4353"/>
                  </a:cubicBezTo>
                  <a:cubicBezTo>
                    <a:pt x="3736" y="4337"/>
                    <a:pt x="3765" y="4328"/>
                    <a:pt x="3787" y="4328"/>
                  </a:cubicBezTo>
                  <a:cubicBezTo>
                    <a:pt x="3803" y="4328"/>
                    <a:pt x="3816" y="4333"/>
                    <a:pt x="3817" y="4344"/>
                  </a:cubicBezTo>
                  <a:lnTo>
                    <a:pt x="3833" y="4341"/>
                  </a:lnTo>
                  <a:cubicBezTo>
                    <a:pt x="3839" y="4322"/>
                    <a:pt x="3858" y="4309"/>
                    <a:pt x="3877" y="4309"/>
                  </a:cubicBezTo>
                  <a:cubicBezTo>
                    <a:pt x="3879" y="4310"/>
                    <a:pt x="3881" y="4310"/>
                    <a:pt x="3883" y="4310"/>
                  </a:cubicBezTo>
                  <a:cubicBezTo>
                    <a:pt x="3900" y="4310"/>
                    <a:pt x="3915" y="4298"/>
                    <a:pt x="3921" y="4281"/>
                  </a:cubicBezTo>
                  <a:cubicBezTo>
                    <a:pt x="3936" y="4253"/>
                    <a:pt x="3952" y="4253"/>
                    <a:pt x="3952" y="4253"/>
                  </a:cubicBezTo>
                  <a:cubicBezTo>
                    <a:pt x="3953" y="4253"/>
                    <a:pt x="3954" y="4253"/>
                    <a:pt x="3954" y="4253"/>
                  </a:cubicBezTo>
                  <a:cubicBezTo>
                    <a:pt x="3967" y="4253"/>
                    <a:pt x="3954" y="4279"/>
                    <a:pt x="3940" y="4303"/>
                  </a:cubicBezTo>
                  <a:cubicBezTo>
                    <a:pt x="3928" y="4314"/>
                    <a:pt x="3929" y="4321"/>
                    <a:pt x="3937" y="4321"/>
                  </a:cubicBezTo>
                  <a:cubicBezTo>
                    <a:pt x="3948" y="4321"/>
                    <a:pt x="3976" y="4306"/>
                    <a:pt x="4002" y="4272"/>
                  </a:cubicBezTo>
                  <a:cubicBezTo>
                    <a:pt x="4023" y="4245"/>
                    <a:pt x="4033" y="4232"/>
                    <a:pt x="4035" y="4232"/>
                  </a:cubicBezTo>
                  <a:lnTo>
                    <a:pt x="4035" y="4232"/>
                  </a:lnTo>
                  <a:cubicBezTo>
                    <a:pt x="4037" y="4232"/>
                    <a:pt x="4031" y="4245"/>
                    <a:pt x="4018" y="4272"/>
                  </a:cubicBezTo>
                  <a:cubicBezTo>
                    <a:pt x="4009" y="4289"/>
                    <a:pt x="4000" y="4309"/>
                    <a:pt x="4006" y="4309"/>
                  </a:cubicBezTo>
                  <a:cubicBezTo>
                    <a:pt x="4008" y="4309"/>
                    <a:pt x="4013" y="4305"/>
                    <a:pt x="4021" y="4297"/>
                  </a:cubicBezTo>
                  <a:cubicBezTo>
                    <a:pt x="4021" y="4297"/>
                    <a:pt x="4052" y="4294"/>
                    <a:pt x="4049" y="4269"/>
                  </a:cubicBezTo>
                  <a:lnTo>
                    <a:pt x="4099" y="4262"/>
                  </a:lnTo>
                  <a:cubicBezTo>
                    <a:pt x="4113" y="4276"/>
                    <a:pt x="4132" y="4282"/>
                    <a:pt x="4153" y="4282"/>
                  </a:cubicBezTo>
                  <a:cubicBezTo>
                    <a:pt x="4157" y="4282"/>
                    <a:pt x="4161" y="4282"/>
                    <a:pt x="4165" y="4281"/>
                  </a:cubicBezTo>
                  <a:cubicBezTo>
                    <a:pt x="4172" y="4268"/>
                    <a:pt x="4175" y="4262"/>
                    <a:pt x="4179" y="4262"/>
                  </a:cubicBezTo>
                  <a:cubicBezTo>
                    <a:pt x="4183" y="4262"/>
                    <a:pt x="4188" y="4268"/>
                    <a:pt x="4197" y="4278"/>
                  </a:cubicBezTo>
                  <a:cubicBezTo>
                    <a:pt x="4198" y="4288"/>
                    <a:pt x="4201" y="4293"/>
                    <a:pt x="4204" y="4293"/>
                  </a:cubicBezTo>
                  <a:cubicBezTo>
                    <a:pt x="4209" y="4293"/>
                    <a:pt x="4213" y="4280"/>
                    <a:pt x="4209" y="4250"/>
                  </a:cubicBezTo>
                  <a:cubicBezTo>
                    <a:pt x="4216" y="4237"/>
                    <a:pt x="4223" y="4229"/>
                    <a:pt x="4232" y="4229"/>
                  </a:cubicBezTo>
                  <a:cubicBezTo>
                    <a:pt x="4239" y="4229"/>
                    <a:pt x="4247" y="4235"/>
                    <a:pt x="4256" y="4247"/>
                  </a:cubicBezTo>
                  <a:cubicBezTo>
                    <a:pt x="4260" y="4275"/>
                    <a:pt x="4266" y="4286"/>
                    <a:pt x="4271" y="4286"/>
                  </a:cubicBezTo>
                  <a:cubicBezTo>
                    <a:pt x="4274" y="4286"/>
                    <a:pt x="4276" y="4280"/>
                    <a:pt x="4275" y="4269"/>
                  </a:cubicBezTo>
                  <a:cubicBezTo>
                    <a:pt x="4291" y="4244"/>
                    <a:pt x="4306" y="4241"/>
                    <a:pt x="4306" y="4241"/>
                  </a:cubicBezTo>
                  <a:cubicBezTo>
                    <a:pt x="4311" y="4250"/>
                    <a:pt x="4322" y="4256"/>
                    <a:pt x="4359" y="4256"/>
                  </a:cubicBezTo>
                  <a:cubicBezTo>
                    <a:pt x="4372" y="4256"/>
                    <a:pt x="4389" y="4255"/>
                    <a:pt x="4410" y="4253"/>
                  </a:cubicBezTo>
                  <a:lnTo>
                    <a:pt x="4754" y="4219"/>
                  </a:lnTo>
                  <a:cubicBezTo>
                    <a:pt x="4783" y="4219"/>
                    <a:pt x="4795" y="4187"/>
                    <a:pt x="4776" y="4165"/>
                  </a:cubicBezTo>
                  <a:cubicBezTo>
                    <a:pt x="4763" y="4145"/>
                    <a:pt x="4758" y="4138"/>
                    <a:pt x="4760" y="4138"/>
                  </a:cubicBezTo>
                  <a:cubicBezTo>
                    <a:pt x="4763" y="4138"/>
                    <a:pt x="4779" y="4151"/>
                    <a:pt x="4805" y="4162"/>
                  </a:cubicBezTo>
                  <a:cubicBezTo>
                    <a:pt x="4842" y="4195"/>
                    <a:pt x="4875" y="4211"/>
                    <a:pt x="4890" y="4211"/>
                  </a:cubicBezTo>
                  <a:cubicBezTo>
                    <a:pt x="4906" y="4211"/>
                    <a:pt x="4901" y="4192"/>
                    <a:pt x="4855" y="4156"/>
                  </a:cubicBezTo>
                  <a:cubicBezTo>
                    <a:pt x="4824" y="4134"/>
                    <a:pt x="4808" y="4124"/>
                    <a:pt x="4811" y="4124"/>
                  </a:cubicBezTo>
                  <a:cubicBezTo>
                    <a:pt x="4814" y="4124"/>
                    <a:pt x="4837" y="4135"/>
                    <a:pt x="4883" y="4156"/>
                  </a:cubicBezTo>
                  <a:cubicBezTo>
                    <a:pt x="4905" y="4165"/>
                    <a:pt x="4916" y="4169"/>
                    <a:pt x="4923" y="4169"/>
                  </a:cubicBezTo>
                  <a:cubicBezTo>
                    <a:pt x="4931" y="4169"/>
                    <a:pt x="4931" y="4163"/>
                    <a:pt x="4933" y="4150"/>
                  </a:cubicBezTo>
                  <a:cubicBezTo>
                    <a:pt x="4923" y="4137"/>
                    <a:pt x="4925" y="4130"/>
                    <a:pt x="4933" y="4130"/>
                  </a:cubicBezTo>
                  <a:cubicBezTo>
                    <a:pt x="4939" y="4130"/>
                    <a:pt x="4951" y="4136"/>
                    <a:pt x="4961" y="4147"/>
                  </a:cubicBezTo>
                  <a:cubicBezTo>
                    <a:pt x="4993" y="4159"/>
                    <a:pt x="5028" y="4172"/>
                    <a:pt x="5039" y="4172"/>
                  </a:cubicBezTo>
                  <a:cubicBezTo>
                    <a:pt x="5044" y="4172"/>
                    <a:pt x="5045" y="4169"/>
                    <a:pt x="5036" y="4162"/>
                  </a:cubicBezTo>
                  <a:cubicBezTo>
                    <a:pt x="5065" y="4162"/>
                    <a:pt x="5093" y="4168"/>
                    <a:pt x="5118" y="4178"/>
                  </a:cubicBezTo>
                  <a:cubicBezTo>
                    <a:pt x="5132" y="4183"/>
                    <a:pt x="5143" y="4186"/>
                    <a:pt x="5151" y="4186"/>
                  </a:cubicBezTo>
                  <a:cubicBezTo>
                    <a:pt x="5176" y="4186"/>
                    <a:pt x="5177" y="4165"/>
                    <a:pt x="5174" y="4147"/>
                  </a:cubicBezTo>
                  <a:cubicBezTo>
                    <a:pt x="5186" y="4120"/>
                    <a:pt x="5197" y="4107"/>
                    <a:pt x="5211" y="4107"/>
                  </a:cubicBezTo>
                  <a:cubicBezTo>
                    <a:pt x="5224" y="4107"/>
                    <a:pt x="5238" y="4118"/>
                    <a:pt x="5256" y="4140"/>
                  </a:cubicBezTo>
                  <a:cubicBezTo>
                    <a:pt x="5267" y="4155"/>
                    <a:pt x="5286" y="4162"/>
                    <a:pt x="5306" y="4162"/>
                  </a:cubicBezTo>
                  <a:cubicBezTo>
                    <a:pt x="5347" y="4162"/>
                    <a:pt x="5388" y="4134"/>
                    <a:pt x="5356" y="4103"/>
                  </a:cubicBezTo>
                  <a:cubicBezTo>
                    <a:pt x="5328" y="4076"/>
                    <a:pt x="5316" y="4066"/>
                    <a:pt x="5320" y="4066"/>
                  </a:cubicBezTo>
                  <a:cubicBezTo>
                    <a:pt x="5323" y="4066"/>
                    <a:pt x="5332" y="4070"/>
                    <a:pt x="5347" y="4078"/>
                  </a:cubicBezTo>
                  <a:cubicBezTo>
                    <a:pt x="5366" y="4090"/>
                    <a:pt x="5387" y="4096"/>
                    <a:pt x="5409" y="4096"/>
                  </a:cubicBezTo>
                  <a:cubicBezTo>
                    <a:pt x="5417" y="4095"/>
                    <a:pt x="5426" y="4094"/>
                    <a:pt x="5434" y="4094"/>
                  </a:cubicBezTo>
                  <a:cubicBezTo>
                    <a:pt x="5458" y="4094"/>
                    <a:pt x="5482" y="4100"/>
                    <a:pt x="5503" y="4112"/>
                  </a:cubicBezTo>
                  <a:cubicBezTo>
                    <a:pt x="5519" y="4109"/>
                    <a:pt x="5535" y="4099"/>
                    <a:pt x="5541" y="4084"/>
                  </a:cubicBezTo>
                  <a:cubicBezTo>
                    <a:pt x="5527" y="4062"/>
                    <a:pt x="5543" y="4053"/>
                    <a:pt x="5576" y="4053"/>
                  </a:cubicBezTo>
                  <a:cubicBezTo>
                    <a:pt x="5616" y="4053"/>
                    <a:pt x="5681" y="4066"/>
                    <a:pt x="5748" y="4087"/>
                  </a:cubicBezTo>
                  <a:lnTo>
                    <a:pt x="5754" y="4062"/>
                  </a:lnTo>
                  <a:lnTo>
                    <a:pt x="5751" y="4059"/>
                  </a:lnTo>
                  <a:cubicBezTo>
                    <a:pt x="5667" y="4016"/>
                    <a:pt x="5611" y="3986"/>
                    <a:pt x="5623" y="3986"/>
                  </a:cubicBezTo>
                  <a:cubicBezTo>
                    <a:pt x="5628" y="3986"/>
                    <a:pt x="5643" y="3990"/>
                    <a:pt x="5669" y="3999"/>
                  </a:cubicBezTo>
                  <a:lnTo>
                    <a:pt x="5717" y="4018"/>
                  </a:lnTo>
                  <a:cubicBezTo>
                    <a:pt x="5624" y="3972"/>
                    <a:pt x="5599" y="3926"/>
                    <a:pt x="5641" y="3926"/>
                  </a:cubicBezTo>
                  <a:cubicBezTo>
                    <a:pt x="5650" y="3926"/>
                    <a:pt x="5663" y="3928"/>
                    <a:pt x="5679" y="3933"/>
                  </a:cubicBezTo>
                  <a:cubicBezTo>
                    <a:pt x="5700" y="3939"/>
                    <a:pt x="5712" y="3942"/>
                    <a:pt x="5716" y="3942"/>
                  </a:cubicBezTo>
                  <a:cubicBezTo>
                    <a:pt x="5722" y="3942"/>
                    <a:pt x="5717" y="3937"/>
                    <a:pt x="5707" y="3927"/>
                  </a:cubicBezTo>
                  <a:lnTo>
                    <a:pt x="5663" y="3911"/>
                  </a:lnTo>
                  <a:cubicBezTo>
                    <a:pt x="5622" y="3902"/>
                    <a:pt x="5588" y="3886"/>
                    <a:pt x="5557" y="3864"/>
                  </a:cubicBezTo>
                  <a:cubicBezTo>
                    <a:pt x="5542" y="3847"/>
                    <a:pt x="5529" y="3832"/>
                    <a:pt x="5545" y="3832"/>
                  </a:cubicBezTo>
                  <a:cubicBezTo>
                    <a:pt x="5550" y="3832"/>
                    <a:pt x="5556" y="3833"/>
                    <a:pt x="5566" y="3836"/>
                  </a:cubicBezTo>
                  <a:cubicBezTo>
                    <a:pt x="5594" y="3830"/>
                    <a:pt x="5616" y="3817"/>
                    <a:pt x="5575" y="3808"/>
                  </a:cubicBezTo>
                  <a:cubicBezTo>
                    <a:pt x="5566" y="3799"/>
                    <a:pt x="5569" y="3780"/>
                    <a:pt x="5582" y="3774"/>
                  </a:cubicBezTo>
                  <a:lnTo>
                    <a:pt x="5510" y="3689"/>
                  </a:lnTo>
                  <a:cubicBezTo>
                    <a:pt x="5455" y="3662"/>
                    <a:pt x="5421" y="3623"/>
                    <a:pt x="5450" y="3623"/>
                  </a:cubicBezTo>
                  <a:cubicBezTo>
                    <a:pt x="5451" y="3623"/>
                    <a:pt x="5452" y="3623"/>
                    <a:pt x="5453" y="3623"/>
                  </a:cubicBezTo>
                  <a:cubicBezTo>
                    <a:pt x="5431" y="3595"/>
                    <a:pt x="5400" y="3573"/>
                    <a:pt x="5366" y="3554"/>
                  </a:cubicBezTo>
                  <a:cubicBezTo>
                    <a:pt x="5331" y="3513"/>
                    <a:pt x="5312" y="3492"/>
                    <a:pt x="5347" y="3492"/>
                  </a:cubicBezTo>
                  <a:cubicBezTo>
                    <a:pt x="5353" y="3492"/>
                    <a:pt x="5359" y="3493"/>
                    <a:pt x="5362" y="3493"/>
                  </a:cubicBezTo>
                  <a:cubicBezTo>
                    <a:pt x="5376" y="3493"/>
                    <a:pt x="5367" y="3487"/>
                    <a:pt x="5328" y="3473"/>
                  </a:cubicBezTo>
                  <a:cubicBezTo>
                    <a:pt x="5300" y="3470"/>
                    <a:pt x="5275" y="3454"/>
                    <a:pt x="5259" y="3429"/>
                  </a:cubicBezTo>
                  <a:cubicBezTo>
                    <a:pt x="5243" y="3407"/>
                    <a:pt x="5224" y="3388"/>
                    <a:pt x="5224" y="3388"/>
                  </a:cubicBezTo>
                  <a:cubicBezTo>
                    <a:pt x="5216" y="3389"/>
                    <a:pt x="5210" y="3390"/>
                    <a:pt x="5205" y="3390"/>
                  </a:cubicBezTo>
                  <a:cubicBezTo>
                    <a:pt x="5192" y="3390"/>
                    <a:pt x="5189" y="3385"/>
                    <a:pt x="5177" y="3369"/>
                  </a:cubicBezTo>
                  <a:cubicBezTo>
                    <a:pt x="5162" y="3351"/>
                    <a:pt x="5137" y="3282"/>
                    <a:pt x="5118" y="3260"/>
                  </a:cubicBezTo>
                  <a:cubicBezTo>
                    <a:pt x="5086" y="3222"/>
                    <a:pt x="5074" y="3207"/>
                    <a:pt x="5068" y="3207"/>
                  </a:cubicBezTo>
                  <a:cubicBezTo>
                    <a:pt x="5064" y="3207"/>
                    <a:pt x="5062" y="3214"/>
                    <a:pt x="5058" y="3225"/>
                  </a:cubicBezTo>
                  <a:cubicBezTo>
                    <a:pt x="5066" y="3235"/>
                    <a:pt x="5064" y="3243"/>
                    <a:pt x="5059" y="3243"/>
                  </a:cubicBezTo>
                  <a:cubicBezTo>
                    <a:pt x="5054" y="3243"/>
                    <a:pt x="5045" y="3233"/>
                    <a:pt x="5040" y="3206"/>
                  </a:cubicBezTo>
                  <a:cubicBezTo>
                    <a:pt x="5011" y="3150"/>
                    <a:pt x="4980" y="3100"/>
                    <a:pt x="4942" y="3050"/>
                  </a:cubicBezTo>
                  <a:cubicBezTo>
                    <a:pt x="4895" y="2992"/>
                    <a:pt x="4882" y="2976"/>
                    <a:pt x="4874" y="2976"/>
                  </a:cubicBezTo>
                  <a:cubicBezTo>
                    <a:pt x="4869" y="2976"/>
                    <a:pt x="4866" y="2981"/>
                    <a:pt x="4858" y="2987"/>
                  </a:cubicBezTo>
                  <a:cubicBezTo>
                    <a:pt x="4846" y="3006"/>
                    <a:pt x="4837" y="3014"/>
                    <a:pt x="4833" y="3014"/>
                  </a:cubicBezTo>
                  <a:cubicBezTo>
                    <a:pt x="4829" y="3014"/>
                    <a:pt x="4832" y="2999"/>
                    <a:pt x="4848" y="2974"/>
                  </a:cubicBezTo>
                  <a:cubicBezTo>
                    <a:pt x="4862" y="2933"/>
                    <a:pt x="4859" y="2915"/>
                    <a:pt x="4849" y="2915"/>
                  </a:cubicBezTo>
                  <a:cubicBezTo>
                    <a:pt x="4845" y="2915"/>
                    <a:pt x="4841" y="2917"/>
                    <a:pt x="4836" y="2921"/>
                  </a:cubicBezTo>
                  <a:cubicBezTo>
                    <a:pt x="4826" y="2922"/>
                    <a:pt x="4820" y="2923"/>
                    <a:pt x="4816" y="2923"/>
                  </a:cubicBezTo>
                  <a:cubicBezTo>
                    <a:pt x="4807" y="2923"/>
                    <a:pt x="4805" y="2920"/>
                    <a:pt x="4798" y="2912"/>
                  </a:cubicBezTo>
                  <a:cubicBezTo>
                    <a:pt x="4817" y="2896"/>
                    <a:pt x="4805" y="2884"/>
                    <a:pt x="4767" y="2874"/>
                  </a:cubicBezTo>
                  <a:cubicBezTo>
                    <a:pt x="4758" y="2862"/>
                    <a:pt x="4758" y="2862"/>
                    <a:pt x="4776" y="2846"/>
                  </a:cubicBezTo>
                  <a:lnTo>
                    <a:pt x="4754" y="2821"/>
                  </a:lnTo>
                  <a:cubicBezTo>
                    <a:pt x="4752" y="2821"/>
                    <a:pt x="4749" y="2822"/>
                    <a:pt x="4746" y="2822"/>
                  </a:cubicBezTo>
                  <a:cubicBezTo>
                    <a:pt x="4691" y="2822"/>
                    <a:pt x="4655" y="2738"/>
                    <a:pt x="4664" y="2711"/>
                  </a:cubicBezTo>
                  <a:cubicBezTo>
                    <a:pt x="4664" y="2711"/>
                    <a:pt x="4656" y="2701"/>
                    <a:pt x="4632" y="2701"/>
                  </a:cubicBezTo>
                  <a:cubicBezTo>
                    <a:pt x="4629" y="2701"/>
                    <a:pt x="4626" y="2701"/>
                    <a:pt x="4623" y="2702"/>
                  </a:cubicBezTo>
                  <a:cubicBezTo>
                    <a:pt x="4608" y="2708"/>
                    <a:pt x="4596" y="2711"/>
                    <a:pt x="4589" y="2711"/>
                  </a:cubicBezTo>
                  <a:cubicBezTo>
                    <a:pt x="4573" y="2711"/>
                    <a:pt x="4576" y="2698"/>
                    <a:pt x="4604" y="2677"/>
                  </a:cubicBezTo>
                  <a:cubicBezTo>
                    <a:pt x="4625" y="2659"/>
                    <a:pt x="4634" y="2651"/>
                    <a:pt x="4630" y="2651"/>
                  </a:cubicBezTo>
                  <a:cubicBezTo>
                    <a:pt x="4626" y="2651"/>
                    <a:pt x="4613" y="2656"/>
                    <a:pt x="4591" y="2664"/>
                  </a:cubicBezTo>
                  <a:cubicBezTo>
                    <a:pt x="4591" y="2664"/>
                    <a:pt x="4590" y="2664"/>
                    <a:pt x="4589" y="2664"/>
                  </a:cubicBezTo>
                  <a:cubicBezTo>
                    <a:pt x="4561" y="2664"/>
                    <a:pt x="4514" y="2607"/>
                    <a:pt x="4560" y="2586"/>
                  </a:cubicBezTo>
                  <a:lnTo>
                    <a:pt x="4601" y="2555"/>
                  </a:lnTo>
                  <a:lnTo>
                    <a:pt x="4601" y="2555"/>
                  </a:lnTo>
                  <a:cubicBezTo>
                    <a:pt x="4597" y="2555"/>
                    <a:pt x="4594" y="2555"/>
                    <a:pt x="4591" y="2555"/>
                  </a:cubicBezTo>
                  <a:cubicBezTo>
                    <a:pt x="4568" y="2555"/>
                    <a:pt x="4560" y="2545"/>
                    <a:pt x="4560" y="2545"/>
                  </a:cubicBezTo>
                  <a:cubicBezTo>
                    <a:pt x="4555" y="2550"/>
                    <a:pt x="4550" y="2552"/>
                    <a:pt x="4545" y="2552"/>
                  </a:cubicBezTo>
                  <a:cubicBezTo>
                    <a:pt x="4533" y="2552"/>
                    <a:pt x="4521" y="2538"/>
                    <a:pt x="4501" y="2514"/>
                  </a:cubicBezTo>
                  <a:cubicBezTo>
                    <a:pt x="4479" y="2489"/>
                    <a:pt x="4419" y="2454"/>
                    <a:pt x="4397" y="2429"/>
                  </a:cubicBezTo>
                  <a:cubicBezTo>
                    <a:pt x="4378" y="2404"/>
                    <a:pt x="4347" y="2367"/>
                    <a:pt x="4356" y="2338"/>
                  </a:cubicBezTo>
                  <a:cubicBezTo>
                    <a:pt x="4341" y="2319"/>
                    <a:pt x="4319" y="2307"/>
                    <a:pt x="4297" y="2307"/>
                  </a:cubicBezTo>
                  <a:cubicBezTo>
                    <a:pt x="4295" y="2307"/>
                    <a:pt x="4293" y="2307"/>
                    <a:pt x="4292" y="2307"/>
                  </a:cubicBezTo>
                  <a:cubicBezTo>
                    <a:pt x="4264" y="2307"/>
                    <a:pt x="4248" y="2284"/>
                    <a:pt x="4266" y="2269"/>
                  </a:cubicBezTo>
                  <a:lnTo>
                    <a:pt x="4256" y="2257"/>
                  </a:lnTo>
                  <a:cubicBezTo>
                    <a:pt x="4237" y="2254"/>
                    <a:pt x="4219" y="2247"/>
                    <a:pt x="4206" y="2235"/>
                  </a:cubicBezTo>
                  <a:cubicBezTo>
                    <a:pt x="4224" y="2220"/>
                    <a:pt x="4233" y="2194"/>
                    <a:pt x="4207" y="2194"/>
                  </a:cubicBezTo>
                  <a:cubicBezTo>
                    <a:pt x="4206" y="2194"/>
                    <a:pt x="4204" y="2194"/>
                    <a:pt x="4203" y="2194"/>
                  </a:cubicBezTo>
                  <a:cubicBezTo>
                    <a:pt x="4197" y="2199"/>
                    <a:pt x="4192" y="2201"/>
                    <a:pt x="4188" y="2201"/>
                  </a:cubicBezTo>
                  <a:cubicBezTo>
                    <a:pt x="4178" y="2201"/>
                    <a:pt x="4169" y="2190"/>
                    <a:pt x="4156" y="2172"/>
                  </a:cubicBezTo>
                  <a:cubicBezTo>
                    <a:pt x="4153" y="2132"/>
                    <a:pt x="3830" y="1739"/>
                    <a:pt x="3797" y="1739"/>
                  </a:cubicBezTo>
                  <a:cubicBezTo>
                    <a:pt x="3796" y="1739"/>
                    <a:pt x="3796" y="1739"/>
                    <a:pt x="3795" y="1740"/>
                  </a:cubicBezTo>
                  <a:lnTo>
                    <a:pt x="3767" y="1702"/>
                  </a:lnTo>
                  <a:lnTo>
                    <a:pt x="3736" y="1665"/>
                  </a:lnTo>
                  <a:cubicBezTo>
                    <a:pt x="3774" y="1633"/>
                    <a:pt x="3705" y="1586"/>
                    <a:pt x="3654" y="1567"/>
                  </a:cubicBezTo>
                  <a:cubicBezTo>
                    <a:pt x="3652" y="1568"/>
                    <a:pt x="3650" y="1568"/>
                    <a:pt x="3647" y="1568"/>
                  </a:cubicBezTo>
                  <a:cubicBezTo>
                    <a:pt x="3630" y="1568"/>
                    <a:pt x="3613" y="1559"/>
                    <a:pt x="3604" y="1545"/>
                  </a:cubicBezTo>
                  <a:cubicBezTo>
                    <a:pt x="3642" y="1514"/>
                    <a:pt x="3611" y="1477"/>
                    <a:pt x="3573" y="1467"/>
                  </a:cubicBezTo>
                  <a:cubicBezTo>
                    <a:pt x="3557" y="1473"/>
                    <a:pt x="3545" y="1476"/>
                    <a:pt x="3538" y="1476"/>
                  </a:cubicBezTo>
                  <a:cubicBezTo>
                    <a:pt x="3522" y="1476"/>
                    <a:pt x="3525" y="1463"/>
                    <a:pt x="3551" y="1442"/>
                  </a:cubicBezTo>
                  <a:cubicBezTo>
                    <a:pt x="3578" y="1420"/>
                    <a:pt x="3576" y="1400"/>
                    <a:pt x="3544" y="1400"/>
                  </a:cubicBezTo>
                  <a:cubicBezTo>
                    <a:pt x="3531" y="1400"/>
                    <a:pt x="3514" y="1404"/>
                    <a:pt x="3491" y="1411"/>
                  </a:cubicBezTo>
                  <a:cubicBezTo>
                    <a:pt x="3484" y="1411"/>
                    <a:pt x="3479" y="1412"/>
                    <a:pt x="3475" y="1412"/>
                  </a:cubicBezTo>
                  <a:cubicBezTo>
                    <a:pt x="3464" y="1412"/>
                    <a:pt x="3465" y="1407"/>
                    <a:pt x="3470" y="1386"/>
                  </a:cubicBezTo>
                  <a:cubicBezTo>
                    <a:pt x="3489" y="1353"/>
                    <a:pt x="3491" y="1337"/>
                    <a:pt x="3483" y="1337"/>
                  </a:cubicBezTo>
                  <a:cubicBezTo>
                    <a:pt x="3480" y="1337"/>
                    <a:pt x="3475" y="1339"/>
                    <a:pt x="3470" y="1345"/>
                  </a:cubicBezTo>
                  <a:cubicBezTo>
                    <a:pt x="3455" y="1351"/>
                    <a:pt x="3443" y="1353"/>
                    <a:pt x="3435" y="1353"/>
                  </a:cubicBezTo>
                  <a:cubicBezTo>
                    <a:pt x="3417" y="1353"/>
                    <a:pt x="3418" y="1338"/>
                    <a:pt x="3438" y="1307"/>
                  </a:cubicBezTo>
                  <a:cubicBezTo>
                    <a:pt x="3450" y="1270"/>
                    <a:pt x="3454" y="1256"/>
                    <a:pt x="3444" y="1256"/>
                  </a:cubicBezTo>
                  <a:cubicBezTo>
                    <a:pt x="3438" y="1256"/>
                    <a:pt x="3426" y="1261"/>
                    <a:pt x="3407" y="1270"/>
                  </a:cubicBezTo>
                  <a:cubicBezTo>
                    <a:pt x="3400" y="1273"/>
                    <a:pt x="3393" y="1275"/>
                    <a:pt x="3387" y="1275"/>
                  </a:cubicBezTo>
                  <a:cubicBezTo>
                    <a:pt x="3350" y="1275"/>
                    <a:pt x="3321" y="1229"/>
                    <a:pt x="3347" y="1194"/>
                  </a:cubicBezTo>
                  <a:cubicBezTo>
                    <a:pt x="3340" y="1185"/>
                    <a:pt x="3344" y="1165"/>
                    <a:pt x="3335" y="1165"/>
                  </a:cubicBezTo>
                  <a:cubicBezTo>
                    <a:pt x="3333" y="1165"/>
                    <a:pt x="3330" y="1166"/>
                    <a:pt x="3325" y="1169"/>
                  </a:cubicBezTo>
                  <a:lnTo>
                    <a:pt x="3335" y="1141"/>
                  </a:lnTo>
                  <a:lnTo>
                    <a:pt x="3316" y="1116"/>
                  </a:lnTo>
                  <a:lnTo>
                    <a:pt x="3297" y="1132"/>
                  </a:lnTo>
                  <a:cubicBezTo>
                    <a:pt x="3260" y="1066"/>
                    <a:pt x="3219" y="1003"/>
                    <a:pt x="3172" y="944"/>
                  </a:cubicBezTo>
                  <a:lnTo>
                    <a:pt x="3100" y="856"/>
                  </a:lnTo>
                  <a:lnTo>
                    <a:pt x="3031" y="778"/>
                  </a:lnTo>
                  <a:cubicBezTo>
                    <a:pt x="3011" y="758"/>
                    <a:pt x="3001" y="749"/>
                    <a:pt x="2995" y="749"/>
                  </a:cubicBezTo>
                  <a:cubicBezTo>
                    <a:pt x="2991" y="749"/>
                    <a:pt x="2990" y="754"/>
                    <a:pt x="2990" y="762"/>
                  </a:cubicBezTo>
                  <a:cubicBezTo>
                    <a:pt x="2985" y="783"/>
                    <a:pt x="2977" y="792"/>
                    <a:pt x="2970" y="792"/>
                  </a:cubicBezTo>
                  <a:cubicBezTo>
                    <a:pt x="2958" y="792"/>
                    <a:pt x="2948" y="762"/>
                    <a:pt x="2956" y="721"/>
                  </a:cubicBezTo>
                  <a:cubicBezTo>
                    <a:pt x="2931" y="677"/>
                    <a:pt x="2905" y="634"/>
                    <a:pt x="2880" y="593"/>
                  </a:cubicBezTo>
                  <a:cubicBezTo>
                    <a:pt x="2843" y="549"/>
                    <a:pt x="2808" y="505"/>
                    <a:pt x="2818" y="477"/>
                  </a:cubicBezTo>
                  <a:lnTo>
                    <a:pt x="2799" y="455"/>
                  </a:lnTo>
                  <a:cubicBezTo>
                    <a:pt x="2797" y="455"/>
                    <a:pt x="2795" y="455"/>
                    <a:pt x="2792" y="455"/>
                  </a:cubicBezTo>
                  <a:cubicBezTo>
                    <a:pt x="2735" y="455"/>
                    <a:pt x="2640" y="341"/>
                    <a:pt x="2589" y="245"/>
                  </a:cubicBezTo>
                  <a:cubicBezTo>
                    <a:pt x="2554" y="201"/>
                    <a:pt x="2536" y="179"/>
                    <a:pt x="2498" y="173"/>
                  </a:cubicBezTo>
                  <a:cubicBezTo>
                    <a:pt x="2464" y="173"/>
                    <a:pt x="2467" y="173"/>
                    <a:pt x="2445" y="110"/>
                  </a:cubicBezTo>
                  <a:cubicBezTo>
                    <a:pt x="2435" y="69"/>
                    <a:pt x="2417" y="32"/>
                    <a:pt x="23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37"/>
            <p:cNvSpPr/>
            <p:nvPr/>
          </p:nvSpPr>
          <p:spPr>
            <a:xfrm>
              <a:off x="4133439" y="4445675"/>
              <a:ext cx="108578" cy="107056"/>
            </a:xfrm>
            <a:custGeom>
              <a:avLst/>
              <a:gdLst/>
              <a:ahLst/>
              <a:cxnLst/>
              <a:rect l="l" t="t" r="r" b="b"/>
              <a:pathLst>
                <a:path w="5965" h="5927" extrusionOk="0">
                  <a:moveTo>
                    <a:pt x="4789" y="197"/>
                  </a:moveTo>
                  <a:cubicBezTo>
                    <a:pt x="4793" y="197"/>
                    <a:pt x="4798" y="198"/>
                    <a:pt x="4802" y="200"/>
                  </a:cubicBezTo>
                  <a:cubicBezTo>
                    <a:pt x="4827" y="210"/>
                    <a:pt x="4827" y="210"/>
                    <a:pt x="4814" y="235"/>
                  </a:cubicBezTo>
                  <a:cubicBezTo>
                    <a:pt x="4810" y="243"/>
                    <a:pt x="4802" y="247"/>
                    <a:pt x="4793" y="247"/>
                  </a:cubicBezTo>
                  <a:cubicBezTo>
                    <a:pt x="4789" y="247"/>
                    <a:pt x="4784" y="246"/>
                    <a:pt x="4780" y="244"/>
                  </a:cubicBezTo>
                  <a:lnTo>
                    <a:pt x="4767" y="210"/>
                  </a:lnTo>
                  <a:cubicBezTo>
                    <a:pt x="4772" y="201"/>
                    <a:pt x="4780" y="197"/>
                    <a:pt x="4789" y="197"/>
                  </a:cubicBezTo>
                  <a:close/>
                  <a:moveTo>
                    <a:pt x="2928" y="313"/>
                  </a:moveTo>
                  <a:cubicBezTo>
                    <a:pt x="2931" y="338"/>
                    <a:pt x="2934" y="363"/>
                    <a:pt x="2912" y="363"/>
                  </a:cubicBezTo>
                  <a:lnTo>
                    <a:pt x="2890" y="366"/>
                  </a:lnTo>
                  <a:cubicBezTo>
                    <a:pt x="2890" y="348"/>
                    <a:pt x="2897" y="329"/>
                    <a:pt x="2909" y="313"/>
                  </a:cubicBezTo>
                  <a:close/>
                  <a:moveTo>
                    <a:pt x="5087" y="348"/>
                  </a:moveTo>
                  <a:lnTo>
                    <a:pt x="5106" y="363"/>
                  </a:lnTo>
                  <a:cubicBezTo>
                    <a:pt x="5094" y="379"/>
                    <a:pt x="5083" y="394"/>
                    <a:pt x="5068" y="394"/>
                  </a:cubicBezTo>
                  <a:cubicBezTo>
                    <a:pt x="5063" y="394"/>
                    <a:pt x="5058" y="392"/>
                    <a:pt x="5053" y="388"/>
                  </a:cubicBezTo>
                  <a:lnTo>
                    <a:pt x="5049" y="351"/>
                  </a:lnTo>
                  <a:lnTo>
                    <a:pt x="5087" y="348"/>
                  </a:lnTo>
                  <a:close/>
                  <a:moveTo>
                    <a:pt x="2070" y="415"/>
                  </a:moveTo>
                  <a:cubicBezTo>
                    <a:pt x="2088" y="415"/>
                    <a:pt x="2089" y="420"/>
                    <a:pt x="2091" y="438"/>
                  </a:cubicBezTo>
                  <a:cubicBezTo>
                    <a:pt x="2091" y="463"/>
                    <a:pt x="2050" y="470"/>
                    <a:pt x="2028" y="470"/>
                  </a:cubicBezTo>
                  <a:cubicBezTo>
                    <a:pt x="2010" y="454"/>
                    <a:pt x="2019" y="420"/>
                    <a:pt x="2044" y="416"/>
                  </a:cubicBezTo>
                  <a:cubicBezTo>
                    <a:pt x="2056" y="416"/>
                    <a:pt x="2064" y="415"/>
                    <a:pt x="2070" y="415"/>
                  </a:cubicBezTo>
                  <a:close/>
                  <a:moveTo>
                    <a:pt x="5096" y="598"/>
                  </a:moveTo>
                  <a:cubicBezTo>
                    <a:pt x="5131" y="598"/>
                    <a:pt x="5147" y="614"/>
                    <a:pt x="5128" y="633"/>
                  </a:cubicBezTo>
                  <a:cubicBezTo>
                    <a:pt x="5118" y="641"/>
                    <a:pt x="5114" y="644"/>
                    <a:pt x="5109" y="644"/>
                  </a:cubicBezTo>
                  <a:cubicBezTo>
                    <a:pt x="5105" y="644"/>
                    <a:pt x="5101" y="641"/>
                    <a:pt x="5093" y="633"/>
                  </a:cubicBezTo>
                  <a:cubicBezTo>
                    <a:pt x="5062" y="598"/>
                    <a:pt x="5062" y="598"/>
                    <a:pt x="5096" y="598"/>
                  </a:cubicBezTo>
                  <a:close/>
                  <a:moveTo>
                    <a:pt x="5090" y="754"/>
                  </a:moveTo>
                  <a:cubicBezTo>
                    <a:pt x="5085" y="757"/>
                    <a:pt x="5080" y="760"/>
                    <a:pt x="5075" y="764"/>
                  </a:cubicBezTo>
                  <a:cubicBezTo>
                    <a:pt x="5074" y="767"/>
                    <a:pt x="5073" y="769"/>
                    <a:pt x="5073" y="772"/>
                  </a:cubicBezTo>
                  <a:lnTo>
                    <a:pt x="5073" y="772"/>
                  </a:lnTo>
                  <a:cubicBezTo>
                    <a:pt x="5076" y="767"/>
                    <a:pt x="5082" y="761"/>
                    <a:pt x="5090" y="754"/>
                  </a:cubicBezTo>
                  <a:close/>
                  <a:moveTo>
                    <a:pt x="5203" y="724"/>
                  </a:moveTo>
                  <a:lnTo>
                    <a:pt x="5216" y="742"/>
                  </a:lnTo>
                  <a:cubicBezTo>
                    <a:pt x="5231" y="761"/>
                    <a:pt x="5231" y="761"/>
                    <a:pt x="5209" y="774"/>
                  </a:cubicBezTo>
                  <a:lnTo>
                    <a:pt x="5197" y="758"/>
                  </a:lnTo>
                  <a:lnTo>
                    <a:pt x="5203" y="724"/>
                  </a:lnTo>
                  <a:close/>
                  <a:moveTo>
                    <a:pt x="5073" y="772"/>
                  </a:moveTo>
                  <a:cubicBezTo>
                    <a:pt x="5068" y="778"/>
                    <a:pt x="5067" y="781"/>
                    <a:pt x="5068" y="781"/>
                  </a:cubicBezTo>
                  <a:cubicBezTo>
                    <a:pt x="5069" y="781"/>
                    <a:pt x="5071" y="778"/>
                    <a:pt x="5073" y="772"/>
                  </a:cubicBezTo>
                  <a:close/>
                  <a:moveTo>
                    <a:pt x="587" y="846"/>
                  </a:moveTo>
                  <a:cubicBezTo>
                    <a:pt x="606" y="865"/>
                    <a:pt x="621" y="880"/>
                    <a:pt x="609" y="899"/>
                  </a:cubicBezTo>
                  <a:lnTo>
                    <a:pt x="574" y="899"/>
                  </a:lnTo>
                  <a:lnTo>
                    <a:pt x="571" y="865"/>
                  </a:lnTo>
                  <a:lnTo>
                    <a:pt x="587" y="846"/>
                  </a:lnTo>
                  <a:close/>
                  <a:moveTo>
                    <a:pt x="5259" y="905"/>
                  </a:moveTo>
                  <a:cubicBezTo>
                    <a:pt x="5263" y="913"/>
                    <a:pt x="5270" y="916"/>
                    <a:pt x="5273" y="916"/>
                  </a:cubicBezTo>
                  <a:cubicBezTo>
                    <a:pt x="5278" y="916"/>
                    <a:pt x="5278" y="911"/>
                    <a:pt x="5259" y="905"/>
                  </a:cubicBezTo>
                  <a:close/>
                  <a:moveTo>
                    <a:pt x="5325" y="924"/>
                  </a:moveTo>
                  <a:lnTo>
                    <a:pt x="5335" y="946"/>
                  </a:lnTo>
                  <a:cubicBezTo>
                    <a:pt x="5344" y="965"/>
                    <a:pt x="5344" y="965"/>
                    <a:pt x="5322" y="977"/>
                  </a:cubicBezTo>
                  <a:lnTo>
                    <a:pt x="5313" y="955"/>
                  </a:lnTo>
                  <a:lnTo>
                    <a:pt x="5325" y="924"/>
                  </a:lnTo>
                  <a:close/>
                  <a:moveTo>
                    <a:pt x="267" y="1009"/>
                  </a:moveTo>
                  <a:cubicBezTo>
                    <a:pt x="289" y="1021"/>
                    <a:pt x="311" y="1034"/>
                    <a:pt x="295" y="1056"/>
                  </a:cubicBezTo>
                  <a:lnTo>
                    <a:pt x="283" y="1078"/>
                  </a:lnTo>
                  <a:cubicBezTo>
                    <a:pt x="267" y="1068"/>
                    <a:pt x="258" y="1049"/>
                    <a:pt x="255" y="1031"/>
                  </a:cubicBezTo>
                  <a:lnTo>
                    <a:pt x="267" y="1009"/>
                  </a:lnTo>
                  <a:close/>
                  <a:moveTo>
                    <a:pt x="5457" y="1131"/>
                  </a:moveTo>
                  <a:lnTo>
                    <a:pt x="5463" y="1153"/>
                  </a:lnTo>
                  <a:cubicBezTo>
                    <a:pt x="5466" y="1165"/>
                    <a:pt x="5457" y="1181"/>
                    <a:pt x="5444" y="1181"/>
                  </a:cubicBezTo>
                  <a:cubicBezTo>
                    <a:pt x="5442" y="1182"/>
                    <a:pt x="5439" y="1183"/>
                    <a:pt x="5436" y="1183"/>
                  </a:cubicBezTo>
                  <a:cubicBezTo>
                    <a:pt x="5426" y="1183"/>
                    <a:pt x="5415" y="1175"/>
                    <a:pt x="5413" y="1165"/>
                  </a:cubicBezTo>
                  <a:cubicBezTo>
                    <a:pt x="5422" y="1150"/>
                    <a:pt x="5438" y="1137"/>
                    <a:pt x="5457" y="1131"/>
                  </a:cubicBezTo>
                  <a:close/>
                  <a:moveTo>
                    <a:pt x="271" y="1469"/>
                  </a:moveTo>
                  <a:cubicBezTo>
                    <a:pt x="275" y="1469"/>
                    <a:pt x="281" y="1470"/>
                    <a:pt x="289" y="1473"/>
                  </a:cubicBezTo>
                  <a:cubicBezTo>
                    <a:pt x="305" y="1479"/>
                    <a:pt x="321" y="1491"/>
                    <a:pt x="330" y="1507"/>
                  </a:cubicBezTo>
                  <a:cubicBezTo>
                    <a:pt x="329" y="1512"/>
                    <a:pt x="326" y="1514"/>
                    <a:pt x="322" y="1514"/>
                  </a:cubicBezTo>
                  <a:cubicBezTo>
                    <a:pt x="307" y="1514"/>
                    <a:pt x="277" y="1494"/>
                    <a:pt x="258" y="1491"/>
                  </a:cubicBezTo>
                  <a:cubicBezTo>
                    <a:pt x="262" y="1475"/>
                    <a:pt x="263" y="1469"/>
                    <a:pt x="271" y="1469"/>
                  </a:cubicBezTo>
                  <a:close/>
                  <a:moveTo>
                    <a:pt x="5532" y="2002"/>
                  </a:moveTo>
                  <a:cubicBezTo>
                    <a:pt x="5560" y="2021"/>
                    <a:pt x="5588" y="2040"/>
                    <a:pt x="5563" y="2043"/>
                  </a:cubicBezTo>
                  <a:cubicBezTo>
                    <a:pt x="5545" y="2043"/>
                    <a:pt x="5526" y="2037"/>
                    <a:pt x="5510" y="2027"/>
                  </a:cubicBezTo>
                  <a:cubicBezTo>
                    <a:pt x="5510" y="2027"/>
                    <a:pt x="5482" y="2008"/>
                    <a:pt x="5507" y="2005"/>
                  </a:cubicBezTo>
                  <a:lnTo>
                    <a:pt x="5532" y="2002"/>
                  </a:lnTo>
                  <a:close/>
                  <a:moveTo>
                    <a:pt x="293" y="2009"/>
                  </a:moveTo>
                  <a:cubicBezTo>
                    <a:pt x="307" y="2009"/>
                    <a:pt x="319" y="2013"/>
                    <a:pt x="321" y="2027"/>
                  </a:cubicBezTo>
                  <a:lnTo>
                    <a:pt x="295" y="2052"/>
                  </a:lnTo>
                  <a:lnTo>
                    <a:pt x="270" y="2034"/>
                  </a:lnTo>
                  <a:lnTo>
                    <a:pt x="267" y="2012"/>
                  </a:lnTo>
                  <a:cubicBezTo>
                    <a:pt x="276" y="2010"/>
                    <a:pt x="285" y="2009"/>
                    <a:pt x="293" y="2009"/>
                  </a:cubicBezTo>
                  <a:close/>
                  <a:moveTo>
                    <a:pt x="5674" y="2699"/>
                  </a:moveTo>
                  <a:cubicBezTo>
                    <a:pt x="5691" y="2699"/>
                    <a:pt x="5712" y="2708"/>
                    <a:pt x="5726" y="2729"/>
                  </a:cubicBezTo>
                  <a:cubicBezTo>
                    <a:pt x="5730" y="2751"/>
                    <a:pt x="5730" y="2751"/>
                    <a:pt x="5704" y="2754"/>
                  </a:cubicBezTo>
                  <a:cubicBezTo>
                    <a:pt x="5679" y="2754"/>
                    <a:pt x="5654" y="2739"/>
                    <a:pt x="5648" y="2717"/>
                  </a:cubicBezTo>
                  <a:cubicBezTo>
                    <a:pt x="5648" y="2706"/>
                    <a:pt x="5659" y="2699"/>
                    <a:pt x="5674" y="2699"/>
                  </a:cubicBezTo>
                  <a:close/>
                  <a:moveTo>
                    <a:pt x="364" y="3386"/>
                  </a:moveTo>
                  <a:cubicBezTo>
                    <a:pt x="380" y="3386"/>
                    <a:pt x="394" y="3390"/>
                    <a:pt x="396" y="3403"/>
                  </a:cubicBezTo>
                  <a:lnTo>
                    <a:pt x="371" y="3428"/>
                  </a:lnTo>
                  <a:lnTo>
                    <a:pt x="346" y="3409"/>
                  </a:lnTo>
                  <a:lnTo>
                    <a:pt x="342" y="3387"/>
                  </a:lnTo>
                  <a:cubicBezTo>
                    <a:pt x="350" y="3386"/>
                    <a:pt x="357" y="3386"/>
                    <a:pt x="364" y="3386"/>
                  </a:cubicBezTo>
                  <a:close/>
                  <a:moveTo>
                    <a:pt x="399" y="3533"/>
                  </a:moveTo>
                  <a:cubicBezTo>
                    <a:pt x="408" y="3533"/>
                    <a:pt x="408" y="3537"/>
                    <a:pt x="408" y="3550"/>
                  </a:cubicBezTo>
                  <a:cubicBezTo>
                    <a:pt x="396" y="3566"/>
                    <a:pt x="380" y="3575"/>
                    <a:pt x="361" y="3578"/>
                  </a:cubicBezTo>
                  <a:cubicBezTo>
                    <a:pt x="336" y="3578"/>
                    <a:pt x="333" y="3560"/>
                    <a:pt x="383" y="3535"/>
                  </a:cubicBezTo>
                  <a:cubicBezTo>
                    <a:pt x="391" y="3534"/>
                    <a:pt x="396" y="3533"/>
                    <a:pt x="399" y="3533"/>
                  </a:cubicBezTo>
                  <a:close/>
                  <a:moveTo>
                    <a:pt x="465" y="3886"/>
                  </a:moveTo>
                  <a:cubicBezTo>
                    <a:pt x="490" y="3886"/>
                    <a:pt x="468" y="3908"/>
                    <a:pt x="468" y="3929"/>
                  </a:cubicBezTo>
                  <a:cubicBezTo>
                    <a:pt x="459" y="3939"/>
                    <a:pt x="453" y="3944"/>
                    <a:pt x="450" y="3944"/>
                  </a:cubicBezTo>
                  <a:cubicBezTo>
                    <a:pt x="445" y="3944"/>
                    <a:pt x="445" y="3934"/>
                    <a:pt x="443" y="3911"/>
                  </a:cubicBezTo>
                  <a:cubicBezTo>
                    <a:pt x="440" y="3889"/>
                    <a:pt x="465" y="3886"/>
                    <a:pt x="465" y="3886"/>
                  </a:cubicBezTo>
                  <a:close/>
                  <a:moveTo>
                    <a:pt x="979" y="3967"/>
                  </a:moveTo>
                  <a:cubicBezTo>
                    <a:pt x="954" y="3967"/>
                    <a:pt x="954" y="3967"/>
                    <a:pt x="957" y="3989"/>
                  </a:cubicBezTo>
                  <a:cubicBezTo>
                    <a:pt x="969" y="4002"/>
                    <a:pt x="988" y="4005"/>
                    <a:pt x="1007" y="4005"/>
                  </a:cubicBezTo>
                  <a:cubicBezTo>
                    <a:pt x="1032" y="4005"/>
                    <a:pt x="1032" y="3983"/>
                    <a:pt x="979" y="3967"/>
                  </a:cubicBezTo>
                  <a:close/>
                  <a:moveTo>
                    <a:pt x="151" y="4064"/>
                  </a:moveTo>
                  <a:cubicBezTo>
                    <a:pt x="126" y="4067"/>
                    <a:pt x="126" y="4067"/>
                    <a:pt x="129" y="4089"/>
                  </a:cubicBezTo>
                  <a:cubicBezTo>
                    <a:pt x="131" y="4113"/>
                    <a:pt x="132" y="4123"/>
                    <a:pt x="137" y="4123"/>
                  </a:cubicBezTo>
                  <a:cubicBezTo>
                    <a:pt x="141" y="4123"/>
                    <a:pt x="147" y="4117"/>
                    <a:pt x="158" y="4108"/>
                  </a:cubicBezTo>
                  <a:lnTo>
                    <a:pt x="154" y="4108"/>
                  </a:lnTo>
                  <a:lnTo>
                    <a:pt x="151" y="4064"/>
                  </a:lnTo>
                  <a:close/>
                  <a:moveTo>
                    <a:pt x="502" y="4268"/>
                  </a:moveTo>
                  <a:cubicBezTo>
                    <a:pt x="509" y="4268"/>
                    <a:pt x="525" y="4270"/>
                    <a:pt x="527" y="4287"/>
                  </a:cubicBezTo>
                  <a:cubicBezTo>
                    <a:pt x="524" y="4302"/>
                    <a:pt x="518" y="4318"/>
                    <a:pt x="505" y="4331"/>
                  </a:cubicBezTo>
                  <a:cubicBezTo>
                    <a:pt x="504" y="4331"/>
                    <a:pt x="502" y="4331"/>
                    <a:pt x="501" y="4331"/>
                  </a:cubicBezTo>
                  <a:cubicBezTo>
                    <a:pt x="490" y="4331"/>
                    <a:pt x="480" y="4323"/>
                    <a:pt x="477" y="4312"/>
                  </a:cubicBezTo>
                  <a:cubicBezTo>
                    <a:pt x="477" y="4290"/>
                    <a:pt x="474" y="4268"/>
                    <a:pt x="499" y="4268"/>
                  </a:cubicBezTo>
                  <a:cubicBezTo>
                    <a:pt x="499" y="4268"/>
                    <a:pt x="500" y="4268"/>
                    <a:pt x="502" y="4268"/>
                  </a:cubicBezTo>
                  <a:close/>
                  <a:moveTo>
                    <a:pt x="361" y="4428"/>
                  </a:moveTo>
                  <a:cubicBezTo>
                    <a:pt x="361" y="4428"/>
                    <a:pt x="336" y="4431"/>
                    <a:pt x="339" y="4453"/>
                  </a:cubicBezTo>
                  <a:lnTo>
                    <a:pt x="342" y="4475"/>
                  </a:lnTo>
                  <a:cubicBezTo>
                    <a:pt x="358" y="4468"/>
                    <a:pt x="377" y="4462"/>
                    <a:pt x="390" y="4447"/>
                  </a:cubicBezTo>
                  <a:cubicBezTo>
                    <a:pt x="386" y="4428"/>
                    <a:pt x="361" y="4428"/>
                    <a:pt x="361" y="4428"/>
                  </a:cubicBezTo>
                  <a:close/>
                  <a:moveTo>
                    <a:pt x="465" y="4666"/>
                  </a:moveTo>
                  <a:lnTo>
                    <a:pt x="468" y="4691"/>
                  </a:lnTo>
                  <a:lnTo>
                    <a:pt x="449" y="4719"/>
                  </a:lnTo>
                  <a:cubicBezTo>
                    <a:pt x="446" y="4710"/>
                    <a:pt x="446" y="4704"/>
                    <a:pt x="443" y="4694"/>
                  </a:cubicBezTo>
                  <a:cubicBezTo>
                    <a:pt x="440" y="4669"/>
                    <a:pt x="440" y="4669"/>
                    <a:pt x="465" y="4666"/>
                  </a:cubicBezTo>
                  <a:close/>
                  <a:moveTo>
                    <a:pt x="529" y="4869"/>
                  </a:moveTo>
                  <a:cubicBezTo>
                    <a:pt x="533" y="4869"/>
                    <a:pt x="538" y="4869"/>
                    <a:pt x="543" y="4870"/>
                  </a:cubicBezTo>
                  <a:cubicBezTo>
                    <a:pt x="549" y="4895"/>
                    <a:pt x="549" y="4895"/>
                    <a:pt x="559" y="4917"/>
                  </a:cubicBezTo>
                  <a:cubicBezTo>
                    <a:pt x="546" y="4922"/>
                    <a:pt x="533" y="4926"/>
                    <a:pt x="523" y="4926"/>
                  </a:cubicBezTo>
                  <a:cubicBezTo>
                    <a:pt x="514" y="4926"/>
                    <a:pt x="507" y="4922"/>
                    <a:pt x="502" y="4910"/>
                  </a:cubicBezTo>
                  <a:cubicBezTo>
                    <a:pt x="474" y="4896"/>
                    <a:pt x="484" y="4869"/>
                    <a:pt x="529" y="4869"/>
                  </a:cubicBezTo>
                  <a:close/>
                  <a:moveTo>
                    <a:pt x="728" y="4989"/>
                  </a:moveTo>
                  <a:cubicBezTo>
                    <a:pt x="737" y="5011"/>
                    <a:pt x="772" y="5014"/>
                    <a:pt x="750" y="5026"/>
                  </a:cubicBezTo>
                  <a:cubicBezTo>
                    <a:pt x="753" y="5031"/>
                    <a:pt x="752" y="5033"/>
                    <a:pt x="749" y="5033"/>
                  </a:cubicBezTo>
                  <a:cubicBezTo>
                    <a:pt x="740" y="5033"/>
                    <a:pt x="713" y="5017"/>
                    <a:pt x="706" y="5001"/>
                  </a:cubicBezTo>
                  <a:lnTo>
                    <a:pt x="728" y="4989"/>
                  </a:lnTo>
                  <a:close/>
                  <a:moveTo>
                    <a:pt x="4197" y="5111"/>
                  </a:moveTo>
                  <a:cubicBezTo>
                    <a:pt x="4175" y="5114"/>
                    <a:pt x="4178" y="5139"/>
                    <a:pt x="4181" y="5164"/>
                  </a:cubicBezTo>
                  <a:lnTo>
                    <a:pt x="4200" y="5161"/>
                  </a:lnTo>
                  <a:cubicBezTo>
                    <a:pt x="4213" y="5145"/>
                    <a:pt x="4219" y="5130"/>
                    <a:pt x="4219" y="5111"/>
                  </a:cubicBezTo>
                  <a:close/>
                  <a:moveTo>
                    <a:pt x="615" y="5286"/>
                  </a:moveTo>
                  <a:lnTo>
                    <a:pt x="596" y="5299"/>
                  </a:lnTo>
                  <a:lnTo>
                    <a:pt x="574" y="5315"/>
                  </a:lnTo>
                  <a:lnTo>
                    <a:pt x="615" y="5286"/>
                  </a:lnTo>
                  <a:close/>
                  <a:moveTo>
                    <a:pt x="966" y="5378"/>
                  </a:moveTo>
                  <a:cubicBezTo>
                    <a:pt x="970" y="5378"/>
                    <a:pt x="975" y="5379"/>
                    <a:pt x="979" y="5384"/>
                  </a:cubicBezTo>
                  <a:lnTo>
                    <a:pt x="994" y="5399"/>
                  </a:lnTo>
                  <a:cubicBezTo>
                    <a:pt x="982" y="5412"/>
                    <a:pt x="963" y="5421"/>
                    <a:pt x="944" y="5421"/>
                  </a:cubicBezTo>
                  <a:lnTo>
                    <a:pt x="929" y="5405"/>
                  </a:lnTo>
                  <a:cubicBezTo>
                    <a:pt x="940" y="5392"/>
                    <a:pt x="953" y="5378"/>
                    <a:pt x="966" y="5378"/>
                  </a:cubicBezTo>
                  <a:close/>
                  <a:moveTo>
                    <a:pt x="4191" y="5493"/>
                  </a:moveTo>
                  <a:lnTo>
                    <a:pt x="4213" y="5515"/>
                  </a:lnTo>
                  <a:cubicBezTo>
                    <a:pt x="4216" y="5540"/>
                    <a:pt x="4194" y="5543"/>
                    <a:pt x="4175" y="5543"/>
                  </a:cubicBezTo>
                  <a:cubicBezTo>
                    <a:pt x="4169" y="5544"/>
                    <a:pt x="4165" y="5545"/>
                    <a:pt x="4162" y="5545"/>
                  </a:cubicBezTo>
                  <a:cubicBezTo>
                    <a:pt x="4153" y="5545"/>
                    <a:pt x="4152" y="5540"/>
                    <a:pt x="4150" y="5521"/>
                  </a:cubicBezTo>
                  <a:cubicBezTo>
                    <a:pt x="4150" y="5521"/>
                    <a:pt x="4169" y="5493"/>
                    <a:pt x="4191" y="5493"/>
                  </a:cubicBezTo>
                  <a:close/>
                  <a:moveTo>
                    <a:pt x="3912" y="5468"/>
                  </a:moveTo>
                  <a:cubicBezTo>
                    <a:pt x="3937" y="5468"/>
                    <a:pt x="3956" y="5487"/>
                    <a:pt x="3959" y="5512"/>
                  </a:cubicBezTo>
                  <a:cubicBezTo>
                    <a:pt x="3984" y="5562"/>
                    <a:pt x="3984" y="5562"/>
                    <a:pt x="3943" y="5565"/>
                  </a:cubicBezTo>
                  <a:cubicBezTo>
                    <a:pt x="3938" y="5566"/>
                    <a:pt x="3932" y="5567"/>
                    <a:pt x="3926" y="5567"/>
                  </a:cubicBezTo>
                  <a:cubicBezTo>
                    <a:pt x="3911" y="5567"/>
                    <a:pt x="3899" y="5562"/>
                    <a:pt x="3896" y="5543"/>
                  </a:cubicBezTo>
                  <a:lnTo>
                    <a:pt x="3918" y="5543"/>
                  </a:lnTo>
                  <a:cubicBezTo>
                    <a:pt x="3919" y="5550"/>
                    <a:pt x="3921" y="5553"/>
                    <a:pt x="3923" y="5553"/>
                  </a:cubicBezTo>
                  <a:cubicBezTo>
                    <a:pt x="3928" y="5553"/>
                    <a:pt x="3933" y="5534"/>
                    <a:pt x="3915" y="5518"/>
                  </a:cubicBezTo>
                  <a:cubicBezTo>
                    <a:pt x="3915" y="5493"/>
                    <a:pt x="3912" y="5468"/>
                    <a:pt x="3912" y="5468"/>
                  </a:cubicBezTo>
                  <a:close/>
                  <a:moveTo>
                    <a:pt x="2610" y="5512"/>
                  </a:moveTo>
                  <a:cubicBezTo>
                    <a:pt x="2601" y="5512"/>
                    <a:pt x="2588" y="5513"/>
                    <a:pt x="2574" y="5515"/>
                  </a:cubicBezTo>
                  <a:cubicBezTo>
                    <a:pt x="2555" y="5515"/>
                    <a:pt x="2536" y="5543"/>
                    <a:pt x="2536" y="5543"/>
                  </a:cubicBezTo>
                  <a:cubicBezTo>
                    <a:pt x="2536" y="5563"/>
                    <a:pt x="2550" y="5565"/>
                    <a:pt x="2567" y="5565"/>
                  </a:cubicBezTo>
                  <a:cubicBezTo>
                    <a:pt x="2571" y="5565"/>
                    <a:pt x="2576" y="5565"/>
                    <a:pt x="2580" y="5565"/>
                  </a:cubicBezTo>
                  <a:cubicBezTo>
                    <a:pt x="2591" y="5570"/>
                    <a:pt x="2600" y="5572"/>
                    <a:pt x="2608" y="5572"/>
                  </a:cubicBezTo>
                  <a:cubicBezTo>
                    <a:pt x="2632" y="5572"/>
                    <a:pt x="2642" y="5553"/>
                    <a:pt x="2640" y="5534"/>
                  </a:cubicBezTo>
                  <a:cubicBezTo>
                    <a:pt x="2640" y="5517"/>
                    <a:pt x="2630" y="5512"/>
                    <a:pt x="2610" y="5512"/>
                  </a:cubicBezTo>
                  <a:close/>
                  <a:moveTo>
                    <a:pt x="4772" y="5453"/>
                  </a:moveTo>
                  <a:cubicBezTo>
                    <a:pt x="4775" y="5453"/>
                    <a:pt x="4777" y="5466"/>
                    <a:pt x="4783" y="5490"/>
                  </a:cubicBezTo>
                  <a:cubicBezTo>
                    <a:pt x="4789" y="5512"/>
                    <a:pt x="4796" y="5537"/>
                    <a:pt x="4771" y="5543"/>
                  </a:cubicBezTo>
                  <a:cubicBezTo>
                    <a:pt x="4757" y="5564"/>
                    <a:pt x="4747" y="5572"/>
                    <a:pt x="4741" y="5572"/>
                  </a:cubicBezTo>
                  <a:cubicBezTo>
                    <a:pt x="4729" y="5572"/>
                    <a:pt x="4734" y="5536"/>
                    <a:pt x="4761" y="5496"/>
                  </a:cubicBezTo>
                  <a:cubicBezTo>
                    <a:pt x="4768" y="5467"/>
                    <a:pt x="4770" y="5453"/>
                    <a:pt x="4772" y="5453"/>
                  </a:cubicBezTo>
                  <a:close/>
                  <a:moveTo>
                    <a:pt x="2768" y="5547"/>
                  </a:moveTo>
                  <a:lnTo>
                    <a:pt x="2768" y="5547"/>
                  </a:lnTo>
                  <a:cubicBezTo>
                    <a:pt x="2771" y="5572"/>
                    <a:pt x="2734" y="5600"/>
                    <a:pt x="2712" y="5603"/>
                  </a:cubicBezTo>
                  <a:cubicBezTo>
                    <a:pt x="2710" y="5603"/>
                    <a:pt x="2709" y="5603"/>
                    <a:pt x="2708" y="5603"/>
                  </a:cubicBezTo>
                  <a:cubicBezTo>
                    <a:pt x="2690" y="5603"/>
                    <a:pt x="2689" y="5579"/>
                    <a:pt x="2727" y="5550"/>
                  </a:cubicBezTo>
                  <a:lnTo>
                    <a:pt x="2768" y="5547"/>
                  </a:lnTo>
                  <a:close/>
                  <a:moveTo>
                    <a:pt x="1104" y="5568"/>
                  </a:moveTo>
                  <a:cubicBezTo>
                    <a:pt x="1126" y="5581"/>
                    <a:pt x="1095" y="5590"/>
                    <a:pt x="1044" y="5619"/>
                  </a:cubicBezTo>
                  <a:cubicBezTo>
                    <a:pt x="988" y="5612"/>
                    <a:pt x="988" y="5612"/>
                    <a:pt x="1038" y="5584"/>
                  </a:cubicBezTo>
                  <a:lnTo>
                    <a:pt x="1104" y="5568"/>
                  </a:lnTo>
                  <a:close/>
                  <a:moveTo>
                    <a:pt x="3887" y="5672"/>
                  </a:moveTo>
                  <a:lnTo>
                    <a:pt x="3868" y="5675"/>
                  </a:lnTo>
                  <a:cubicBezTo>
                    <a:pt x="3868" y="5694"/>
                    <a:pt x="3868" y="5698"/>
                    <a:pt x="3877" y="5698"/>
                  </a:cubicBezTo>
                  <a:cubicBezTo>
                    <a:pt x="3880" y="5698"/>
                    <a:pt x="3884" y="5698"/>
                    <a:pt x="3890" y="5697"/>
                  </a:cubicBezTo>
                  <a:lnTo>
                    <a:pt x="3912" y="5694"/>
                  </a:lnTo>
                  <a:lnTo>
                    <a:pt x="3887" y="5672"/>
                  </a:lnTo>
                  <a:close/>
                  <a:moveTo>
                    <a:pt x="1618" y="5644"/>
                  </a:moveTo>
                  <a:cubicBezTo>
                    <a:pt x="1640" y="5650"/>
                    <a:pt x="1662" y="5650"/>
                    <a:pt x="1662" y="5650"/>
                  </a:cubicBezTo>
                  <a:cubicBezTo>
                    <a:pt x="1662" y="5650"/>
                    <a:pt x="1637" y="5675"/>
                    <a:pt x="1612" y="5694"/>
                  </a:cubicBezTo>
                  <a:cubicBezTo>
                    <a:pt x="1580" y="5731"/>
                    <a:pt x="1565" y="5748"/>
                    <a:pt x="1559" y="5748"/>
                  </a:cubicBezTo>
                  <a:cubicBezTo>
                    <a:pt x="1554" y="5748"/>
                    <a:pt x="1556" y="5736"/>
                    <a:pt x="1558" y="5713"/>
                  </a:cubicBezTo>
                  <a:cubicBezTo>
                    <a:pt x="1562" y="5678"/>
                    <a:pt x="1587" y="5653"/>
                    <a:pt x="1618" y="5644"/>
                  </a:cubicBezTo>
                  <a:close/>
                  <a:moveTo>
                    <a:pt x="1699" y="5753"/>
                  </a:moveTo>
                  <a:lnTo>
                    <a:pt x="1725" y="5782"/>
                  </a:lnTo>
                  <a:cubicBezTo>
                    <a:pt x="1722" y="5802"/>
                    <a:pt x="1705" y="5804"/>
                    <a:pt x="1686" y="5804"/>
                  </a:cubicBezTo>
                  <a:cubicBezTo>
                    <a:pt x="1681" y="5804"/>
                    <a:pt x="1676" y="5803"/>
                    <a:pt x="1671" y="5803"/>
                  </a:cubicBezTo>
                  <a:lnTo>
                    <a:pt x="1674" y="5778"/>
                  </a:lnTo>
                  <a:lnTo>
                    <a:pt x="1699" y="5753"/>
                  </a:lnTo>
                  <a:close/>
                  <a:moveTo>
                    <a:pt x="4193" y="1"/>
                  </a:moveTo>
                  <a:cubicBezTo>
                    <a:pt x="4158" y="1"/>
                    <a:pt x="4098" y="23"/>
                    <a:pt x="4084" y="56"/>
                  </a:cubicBezTo>
                  <a:cubicBezTo>
                    <a:pt x="4071" y="85"/>
                    <a:pt x="4066" y="98"/>
                    <a:pt x="4063" y="98"/>
                  </a:cubicBezTo>
                  <a:cubicBezTo>
                    <a:pt x="4061" y="98"/>
                    <a:pt x="4060" y="92"/>
                    <a:pt x="4059" y="81"/>
                  </a:cubicBezTo>
                  <a:cubicBezTo>
                    <a:pt x="4059" y="69"/>
                    <a:pt x="4047" y="59"/>
                    <a:pt x="4031" y="59"/>
                  </a:cubicBezTo>
                  <a:cubicBezTo>
                    <a:pt x="4027" y="59"/>
                    <a:pt x="4023" y="59"/>
                    <a:pt x="4020" y="59"/>
                  </a:cubicBezTo>
                  <a:cubicBezTo>
                    <a:pt x="4004" y="59"/>
                    <a:pt x="3990" y="57"/>
                    <a:pt x="3987" y="37"/>
                  </a:cubicBezTo>
                  <a:cubicBezTo>
                    <a:pt x="3965" y="44"/>
                    <a:pt x="3943" y="53"/>
                    <a:pt x="3928" y="69"/>
                  </a:cubicBezTo>
                  <a:cubicBezTo>
                    <a:pt x="3912" y="90"/>
                    <a:pt x="3889" y="100"/>
                    <a:pt x="3866" y="100"/>
                  </a:cubicBezTo>
                  <a:cubicBezTo>
                    <a:pt x="3838" y="100"/>
                    <a:pt x="3811" y="85"/>
                    <a:pt x="3799" y="56"/>
                  </a:cubicBezTo>
                  <a:lnTo>
                    <a:pt x="3758" y="84"/>
                  </a:lnTo>
                  <a:cubicBezTo>
                    <a:pt x="3748" y="116"/>
                    <a:pt x="3737" y="139"/>
                    <a:pt x="3729" y="139"/>
                  </a:cubicBezTo>
                  <a:cubicBezTo>
                    <a:pt x="3724" y="139"/>
                    <a:pt x="3720" y="131"/>
                    <a:pt x="3718" y="112"/>
                  </a:cubicBezTo>
                  <a:cubicBezTo>
                    <a:pt x="3715" y="95"/>
                    <a:pt x="3715" y="77"/>
                    <a:pt x="3715" y="77"/>
                  </a:cubicBezTo>
                  <a:cubicBezTo>
                    <a:pt x="3714" y="77"/>
                    <a:pt x="3714" y="80"/>
                    <a:pt x="3714" y="87"/>
                  </a:cubicBezTo>
                  <a:cubicBezTo>
                    <a:pt x="3708" y="110"/>
                    <a:pt x="3689" y="119"/>
                    <a:pt x="3669" y="119"/>
                  </a:cubicBezTo>
                  <a:cubicBezTo>
                    <a:pt x="3642" y="119"/>
                    <a:pt x="3612" y="101"/>
                    <a:pt x="3608" y="72"/>
                  </a:cubicBezTo>
                  <a:cubicBezTo>
                    <a:pt x="3606" y="53"/>
                    <a:pt x="3605" y="48"/>
                    <a:pt x="3597" y="48"/>
                  </a:cubicBezTo>
                  <a:cubicBezTo>
                    <a:pt x="3595" y="48"/>
                    <a:pt x="3591" y="49"/>
                    <a:pt x="3586" y="50"/>
                  </a:cubicBezTo>
                  <a:lnTo>
                    <a:pt x="3586" y="75"/>
                  </a:lnTo>
                  <a:cubicBezTo>
                    <a:pt x="3589" y="100"/>
                    <a:pt x="3592" y="125"/>
                    <a:pt x="3570" y="125"/>
                  </a:cubicBezTo>
                  <a:cubicBezTo>
                    <a:pt x="3563" y="126"/>
                    <a:pt x="3556" y="127"/>
                    <a:pt x="3550" y="127"/>
                  </a:cubicBezTo>
                  <a:cubicBezTo>
                    <a:pt x="3538" y="127"/>
                    <a:pt x="3529" y="123"/>
                    <a:pt x="3526" y="106"/>
                  </a:cubicBezTo>
                  <a:cubicBezTo>
                    <a:pt x="3509" y="89"/>
                    <a:pt x="3493" y="73"/>
                    <a:pt x="3486" y="73"/>
                  </a:cubicBezTo>
                  <a:cubicBezTo>
                    <a:pt x="3483" y="73"/>
                    <a:pt x="3482" y="76"/>
                    <a:pt x="3483" y="84"/>
                  </a:cubicBezTo>
                  <a:cubicBezTo>
                    <a:pt x="3464" y="84"/>
                    <a:pt x="3448" y="75"/>
                    <a:pt x="3436" y="62"/>
                  </a:cubicBezTo>
                  <a:lnTo>
                    <a:pt x="3351" y="72"/>
                  </a:lnTo>
                  <a:cubicBezTo>
                    <a:pt x="3341" y="85"/>
                    <a:pt x="3325" y="92"/>
                    <a:pt x="3311" y="92"/>
                  </a:cubicBezTo>
                  <a:cubicBezTo>
                    <a:pt x="3299" y="92"/>
                    <a:pt x="3290" y="87"/>
                    <a:pt x="3288" y="75"/>
                  </a:cubicBezTo>
                  <a:cubicBezTo>
                    <a:pt x="3266" y="78"/>
                    <a:pt x="3244" y="91"/>
                    <a:pt x="3229" y="106"/>
                  </a:cubicBezTo>
                  <a:cubicBezTo>
                    <a:pt x="3214" y="108"/>
                    <a:pt x="3202" y="110"/>
                    <a:pt x="3193" y="110"/>
                  </a:cubicBezTo>
                  <a:cubicBezTo>
                    <a:pt x="3174" y="110"/>
                    <a:pt x="3165" y="104"/>
                    <a:pt x="3163" y="87"/>
                  </a:cubicBezTo>
                  <a:cubicBezTo>
                    <a:pt x="3161" y="75"/>
                    <a:pt x="3161" y="69"/>
                    <a:pt x="3158" y="69"/>
                  </a:cubicBezTo>
                  <a:cubicBezTo>
                    <a:pt x="3155" y="69"/>
                    <a:pt x="3151" y="76"/>
                    <a:pt x="3141" y="91"/>
                  </a:cubicBezTo>
                  <a:cubicBezTo>
                    <a:pt x="3144" y="116"/>
                    <a:pt x="3122" y="116"/>
                    <a:pt x="3100" y="119"/>
                  </a:cubicBezTo>
                  <a:lnTo>
                    <a:pt x="3060" y="122"/>
                  </a:lnTo>
                  <a:cubicBezTo>
                    <a:pt x="3063" y="147"/>
                    <a:pt x="3063" y="147"/>
                    <a:pt x="3041" y="150"/>
                  </a:cubicBezTo>
                  <a:cubicBezTo>
                    <a:pt x="3020" y="150"/>
                    <a:pt x="2963" y="134"/>
                    <a:pt x="2939" y="134"/>
                  </a:cubicBezTo>
                  <a:cubicBezTo>
                    <a:pt x="2937" y="134"/>
                    <a:pt x="2936" y="134"/>
                    <a:pt x="2934" y="134"/>
                  </a:cubicBezTo>
                  <a:cubicBezTo>
                    <a:pt x="2868" y="141"/>
                    <a:pt x="2868" y="141"/>
                    <a:pt x="2893" y="163"/>
                  </a:cubicBezTo>
                  <a:cubicBezTo>
                    <a:pt x="2909" y="163"/>
                    <a:pt x="2913" y="175"/>
                    <a:pt x="2900" y="175"/>
                  </a:cubicBezTo>
                  <a:cubicBezTo>
                    <a:pt x="2894" y="175"/>
                    <a:pt x="2885" y="172"/>
                    <a:pt x="2871" y="166"/>
                  </a:cubicBezTo>
                  <a:cubicBezTo>
                    <a:pt x="2821" y="156"/>
                    <a:pt x="2771" y="153"/>
                    <a:pt x="2721" y="153"/>
                  </a:cubicBezTo>
                  <a:cubicBezTo>
                    <a:pt x="2636" y="163"/>
                    <a:pt x="2636" y="163"/>
                    <a:pt x="2640" y="188"/>
                  </a:cubicBezTo>
                  <a:cubicBezTo>
                    <a:pt x="2652" y="212"/>
                    <a:pt x="2654" y="224"/>
                    <a:pt x="2648" y="224"/>
                  </a:cubicBezTo>
                  <a:cubicBezTo>
                    <a:pt x="2643" y="224"/>
                    <a:pt x="2632" y="212"/>
                    <a:pt x="2618" y="188"/>
                  </a:cubicBezTo>
                  <a:cubicBezTo>
                    <a:pt x="2592" y="162"/>
                    <a:pt x="2574" y="151"/>
                    <a:pt x="2564" y="151"/>
                  </a:cubicBezTo>
                  <a:cubicBezTo>
                    <a:pt x="2556" y="151"/>
                    <a:pt x="2552" y="158"/>
                    <a:pt x="2552" y="169"/>
                  </a:cubicBezTo>
                  <a:cubicBezTo>
                    <a:pt x="2533" y="197"/>
                    <a:pt x="2533" y="197"/>
                    <a:pt x="2514" y="197"/>
                  </a:cubicBezTo>
                  <a:cubicBezTo>
                    <a:pt x="2513" y="186"/>
                    <a:pt x="2507" y="180"/>
                    <a:pt x="2498" y="180"/>
                  </a:cubicBezTo>
                  <a:cubicBezTo>
                    <a:pt x="2487" y="180"/>
                    <a:pt x="2471" y="188"/>
                    <a:pt x="2448" y="203"/>
                  </a:cubicBezTo>
                  <a:cubicBezTo>
                    <a:pt x="2444" y="204"/>
                    <a:pt x="2440" y="205"/>
                    <a:pt x="2437" y="205"/>
                  </a:cubicBezTo>
                  <a:cubicBezTo>
                    <a:pt x="2429" y="205"/>
                    <a:pt x="2429" y="200"/>
                    <a:pt x="2426" y="181"/>
                  </a:cubicBezTo>
                  <a:lnTo>
                    <a:pt x="2383" y="185"/>
                  </a:lnTo>
                  <a:cubicBezTo>
                    <a:pt x="2365" y="212"/>
                    <a:pt x="2320" y="222"/>
                    <a:pt x="2279" y="222"/>
                  </a:cubicBezTo>
                  <a:cubicBezTo>
                    <a:pt x="2241" y="222"/>
                    <a:pt x="2205" y="214"/>
                    <a:pt x="2195" y="203"/>
                  </a:cubicBezTo>
                  <a:cubicBezTo>
                    <a:pt x="2179" y="206"/>
                    <a:pt x="2163" y="216"/>
                    <a:pt x="2154" y="232"/>
                  </a:cubicBezTo>
                  <a:cubicBezTo>
                    <a:pt x="2146" y="257"/>
                    <a:pt x="2136" y="271"/>
                    <a:pt x="2128" y="271"/>
                  </a:cubicBezTo>
                  <a:cubicBezTo>
                    <a:pt x="2121" y="271"/>
                    <a:pt x="2115" y="259"/>
                    <a:pt x="2113" y="235"/>
                  </a:cubicBezTo>
                  <a:cubicBezTo>
                    <a:pt x="2110" y="210"/>
                    <a:pt x="2108" y="197"/>
                    <a:pt x="2106" y="197"/>
                  </a:cubicBezTo>
                  <a:cubicBezTo>
                    <a:pt x="2103" y="197"/>
                    <a:pt x="2099" y="211"/>
                    <a:pt x="2091" y="238"/>
                  </a:cubicBezTo>
                  <a:cubicBezTo>
                    <a:pt x="2082" y="250"/>
                    <a:pt x="2053" y="258"/>
                    <a:pt x="2027" y="258"/>
                  </a:cubicBezTo>
                  <a:cubicBezTo>
                    <a:pt x="1999" y="258"/>
                    <a:pt x="1975" y="248"/>
                    <a:pt x="1985" y="222"/>
                  </a:cubicBezTo>
                  <a:cubicBezTo>
                    <a:pt x="1981" y="197"/>
                    <a:pt x="1978" y="172"/>
                    <a:pt x="1978" y="172"/>
                  </a:cubicBezTo>
                  <a:cubicBezTo>
                    <a:pt x="1969" y="185"/>
                    <a:pt x="1956" y="197"/>
                    <a:pt x="1938" y="200"/>
                  </a:cubicBezTo>
                  <a:cubicBezTo>
                    <a:pt x="1941" y="225"/>
                    <a:pt x="1919" y="228"/>
                    <a:pt x="1856" y="232"/>
                  </a:cubicBezTo>
                  <a:cubicBezTo>
                    <a:pt x="1815" y="238"/>
                    <a:pt x="1734" y="269"/>
                    <a:pt x="1690" y="272"/>
                  </a:cubicBezTo>
                  <a:cubicBezTo>
                    <a:pt x="1673" y="275"/>
                    <a:pt x="1652" y="277"/>
                    <a:pt x="1632" y="277"/>
                  </a:cubicBezTo>
                  <a:cubicBezTo>
                    <a:pt x="1603" y="277"/>
                    <a:pt x="1574" y="273"/>
                    <a:pt x="1562" y="260"/>
                  </a:cubicBezTo>
                  <a:cubicBezTo>
                    <a:pt x="1530" y="263"/>
                    <a:pt x="1502" y="272"/>
                    <a:pt x="1480" y="294"/>
                  </a:cubicBezTo>
                  <a:cubicBezTo>
                    <a:pt x="1470" y="308"/>
                    <a:pt x="1453" y="315"/>
                    <a:pt x="1439" y="315"/>
                  </a:cubicBezTo>
                  <a:cubicBezTo>
                    <a:pt x="1427" y="315"/>
                    <a:pt x="1417" y="309"/>
                    <a:pt x="1417" y="297"/>
                  </a:cubicBezTo>
                  <a:lnTo>
                    <a:pt x="1395" y="301"/>
                  </a:lnTo>
                  <a:cubicBezTo>
                    <a:pt x="1377" y="316"/>
                    <a:pt x="1352" y="329"/>
                    <a:pt x="1327" y="335"/>
                  </a:cubicBezTo>
                  <a:cubicBezTo>
                    <a:pt x="1327" y="315"/>
                    <a:pt x="1311" y="303"/>
                    <a:pt x="1296" y="303"/>
                  </a:cubicBezTo>
                  <a:cubicBezTo>
                    <a:pt x="1286" y="303"/>
                    <a:pt x="1277" y="307"/>
                    <a:pt x="1270" y="316"/>
                  </a:cubicBezTo>
                  <a:cubicBezTo>
                    <a:pt x="1276" y="341"/>
                    <a:pt x="1248" y="344"/>
                    <a:pt x="1198" y="354"/>
                  </a:cubicBezTo>
                  <a:cubicBezTo>
                    <a:pt x="1196" y="353"/>
                    <a:pt x="1194" y="353"/>
                    <a:pt x="1191" y="353"/>
                  </a:cubicBezTo>
                  <a:cubicBezTo>
                    <a:pt x="1141" y="353"/>
                    <a:pt x="923" y="399"/>
                    <a:pt x="737" y="517"/>
                  </a:cubicBezTo>
                  <a:cubicBezTo>
                    <a:pt x="540" y="633"/>
                    <a:pt x="399" y="808"/>
                    <a:pt x="408" y="818"/>
                  </a:cubicBezTo>
                  <a:cubicBezTo>
                    <a:pt x="390" y="836"/>
                    <a:pt x="374" y="855"/>
                    <a:pt x="358" y="877"/>
                  </a:cubicBezTo>
                  <a:lnTo>
                    <a:pt x="311" y="943"/>
                  </a:lnTo>
                  <a:cubicBezTo>
                    <a:pt x="307" y="940"/>
                    <a:pt x="302" y="938"/>
                    <a:pt x="297" y="938"/>
                  </a:cubicBezTo>
                  <a:cubicBezTo>
                    <a:pt x="256" y="938"/>
                    <a:pt x="210" y="1049"/>
                    <a:pt x="201" y="1125"/>
                  </a:cubicBezTo>
                  <a:cubicBezTo>
                    <a:pt x="211" y="1153"/>
                    <a:pt x="205" y="1184"/>
                    <a:pt x="189" y="1206"/>
                  </a:cubicBezTo>
                  <a:cubicBezTo>
                    <a:pt x="184" y="1204"/>
                    <a:pt x="179" y="1203"/>
                    <a:pt x="175" y="1203"/>
                  </a:cubicBezTo>
                  <a:cubicBezTo>
                    <a:pt x="136" y="1203"/>
                    <a:pt x="114" y="1269"/>
                    <a:pt x="120" y="1322"/>
                  </a:cubicBezTo>
                  <a:cubicBezTo>
                    <a:pt x="150" y="1355"/>
                    <a:pt x="154" y="1377"/>
                    <a:pt x="129" y="1377"/>
                  </a:cubicBezTo>
                  <a:cubicBezTo>
                    <a:pt x="123" y="1377"/>
                    <a:pt x="115" y="1375"/>
                    <a:pt x="104" y="1372"/>
                  </a:cubicBezTo>
                  <a:cubicBezTo>
                    <a:pt x="100" y="1371"/>
                    <a:pt x="96" y="1371"/>
                    <a:pt x="92" y="1371"/>
                  </a:cubicBezTo>
                  <a:cubicBezTo>
                    <a:pt x="55" y="1371"/>
                    <a:pt x="48" y="1422"/>
                    <a:pt x="104" y="1482"/>
                  </a:cubicBezTo>
                  <a:cubicBezTo>
                    <a:pt x="123" y="1513"/>
                    <a:pt x="123" y="1513"/>
                    <a:pt x="95" y="1535"/>
                  </a:cubicBezTo>
                  <a:cubicBezTo>
                    <a:pt x="42" y="1551"/>
                    <a:pt x="35" y="1579"/>
                    <a:pt x="60" y="1582"/>
                  </a:cubicBezTo>
                  <a:cubicBezTo>
                    <a:pt x="107" y="1617"/>
                    <a:pt x="104" y="1639"/>
                    <a:pt x="54" y="1664"/>
                  </a:cubicBezTo>
                  <a:cubicBezTo>
                    <a:pt x="1" y="1714"/>
                    <a:pt x="1" y="1714"/>
                    <a:pt x="48" y="1742"/>
                  </a:cubicBezTo>
                  <a:cubicBezTo>
                    <a:pt x="98" y="1770"/>
                    <a:pt x="104" y="1871"/>
                    <a:pt x="54" y="1902"/>
                  </a:cubicBezTo>
                  <a:cubicBezTo>
                    <a:pt x="57" y="1925"/>
                    <a:pt x="35" y="1946"/>
                    <a:pt x="53" y="1946"/>
                  </a:cubicBezTo>
                  <a:cubicBezTo>
                    <a:pt x="54" y="1946"/>
                    <a:pt x="56" y="1946"/>
                    <a:pt x="57" y="1946"/>
                  </a:cubicBezTo>
                  <a:lnTo>
                    <a:pt x="57" y="1946"/>
                  </a:lnTo>
                  <a:lnTo>
                    <a:pt x="35" y="1971"/>
                  </a:lnTo>
                  <a:lnTo>
                    <a:pt x="39" y="2012"/>
                  </a:lnTo>
                  <a:lnTo>
                    <a:pt x="64" y="2008"/>
                  </a:lnTo>
                  <a:lnTo>
                    <a:pt x="64" y="2008"/>
                  </a:lnTo>
                  <a:cubicBezTo>
                    <a:pt x="57" y="2109"/>
                    <a:pt x="60" y="2209"/>
                    <a:pt x="67" y="2306"/>
                  </a:cubicBezTo>
                  <a:cubicBezTo>
                    <a:pt x="85" y="2501"/>
                    <a:pt x="90" y="2563"/>
                    <a:pt x="105" y="2563"/>
                  </a:cubicBezTo>
                  <a:cubicBezTo>
                    <a:pt x="107" y="2563"/>
                    <a:pt x="110" y="2561"/>
                    <a:pt x="114" y="2557"/>
                  </a:cubicBezTo>
                  <a:cubicBezTo>
                    <a:pt x="124" y="2552"/>
                    <a:pt x="133" y="2549"/>
                    <a:pt x="139" y="2549"/>
                  </a:cubicBezTo>
                  <a:cubicBezTo>
                    <a:pt x="163" y="2549"/>
                    <a:pt x="156" y="2581"/>
                    <a:pt x="117" y="2601"/>
                  </a:cubicBezTo>
                  <a:cubicBezTo>
                    <a:pt x="111" y="2635"/>
                    <a:pt x="104" y="2673"/>
                    <a:pt x="104" y="2707"/>
                  </a:cubicBezTo>
                  <a:cubicBezTo>
                    <a:pt x="107" y="2751"/>
                    <a:pt x="111" y="2792"/>
                    <a:pt x="86" y="2795"/>
                  </a:cubicBezTo>
                  <a:lnTo>
                    <a:pt x="89" y="2817"/>
                  </a:lnTo>
                  <a:cubicBezTo>
                    <a:pt x="142" y="2855"/>
                    <a:pt x="154" y="2980"/>
                    <a:pt x="133" y="3046"/>
                  </a:cubicBezTo>
                  <a:cubicBezTo>
                    <a:pt x="133" y="3083"/>
                    <a:pt x="145" y="3121"/>
                    <a:pt x="170" y="3149"/>
                  </a:cubicBezTo>
                  <a:cubicBezTo>
                    <a:pt x="198" y="3190"/>
                    <a:pt x="198" y="3190"/>
                    <a:pt x="173" y="3212"/>
                  </a:cubicBezTo>
                  <a:cubicBezTo>
                    <a:pt x="149" y="3215"/>
                    <a:pt x="136" y="3340"/>
                    <a:pt x="184" y="3340"/>
                  </a:cubicBezTo>
                  <a:cubicBezTo>
                    <a:pt x="185" y="3340"/>
                    <a:pt x="185" y="3340"/>
                    <a:pt x="186" y="3340"/>
                  </a:cubicBezTo>
                  <a:lnTo>
                    <a:pt x="186" y="3340"/>
                  </a:lnTo>
                  <a:lnTo>
                    <a:pt x="164" y="3362"/>
                  </a:lnTo>
                  <a:cubicBezTo>
                    <a:pt x="139" y="3387"/>
                    <a:pt x="167" y="3403"/>
                    <a:pt x="192" y="3403"/>
                  </a:cubicBezTo>
                  <a:cubicBezTo>
                    <a:pt x="198" y="3402"/>
                    <a:pt x="203" y="3402"/>
                    <a:pt x="208" y="3402"/>
                  </a:cubicBezTo>
                  <a:cubicBezTo>
                    <a:pt x="242" y="3402"/>
                    <a:pt x="237" y="3422"/>
                    <a:pt x="170" y="3447"/>
                  </a:cubicBezTo>
                  <a:cubicBezTo>
                    <a:pt x="123" y="3450"/>
                    <a:pt x="123" y="3469"/>
                    <a:pt x="144" y="3469"/>
                  </a:cubicBezTo>
                  <a:cubicBezTo>
                    <a:pt x="145" y="3469"/>
                    <a:pt x="147" y="3469"/>
                    <a:pt x="148" y="3469"/>
                  </a:cubicBezTo>
                  <a:cubicBezTo>
                    <a:pt x="173" y="3488"/>
                    <a:pt x="201" y="3506"/>
                    <a:pt x="180" y="3531"/>
                  </a:cubicBezTo>
                  <a:cubicBezTo>
                    <a:pt x="180" y="3552"/>
                    <a:pt x="182" y="3569"/>
                    <a:pt x="222" y="3569"/>
                  </a:cubicBezTo>
                  <a:cubicBezTo>
                    <a:pt x="226" y="3569"/>
                    <a:pt x="229" y="3569"/>
                    <a:pt x="233" y="3569"/>
                  </a:cubicBezTo>
                  <a:cubicBezTo>
                    <a:pt x="234" y="3569"/>
                    <a:pt x="236" y="3569"/>
                    <a:pt x="237" y="3569"/>
                  </a:cubicBezTo>
                  <a:cubicBezTo>
                    <a:pt x="258" y="3569"/>
                    <a:pt x="261" y="3589"/>
                    <a:pt x="261" y="3610"/>
                  </a:cubicBezTo>
                  <a:cubicBezTo>
                    <a:pt x="236" y="3610"/>
                    <a:pt x="236" y="3610"/>
                    <a:pt x="211" y="3591"/>
                  </a:cubicBezTo>
                  <a:cubicBezTo>
                    <a:pt x="210" y="3586"/>
                    <a:pt x="210" y="3584"/>
                    <a:pt x="210" y="3584"/>
                  </a:cubicBezTo>
                  <a:lnTo>
                    <a:pt x="210" y="3584"/>
                  </a:lnTo>
                  <a:cubicBezTo>
                    <a:pt x="209" y="3584"/>
                    <a:pt x="212" y="3602"/>
                    <a:pt x="214" y="3635"/>
                  </a:cubicBezTo>
                  <a:cubicBezTo>
                    <a:pt x="214" y="3657"/>
                    <a:pt x="195" y="3701"/>
                    <a:pt x="170" y="3704"/>
                  </a:cubicBezTo>
                  <a:cubicBezTo>
                    <a:pt x="154" y="3718"/>
                    <a:pt x="149" y="3733"/>
                    <a:pt x="162" y="3733"/>
                  </a:cubicBezTo>
                  <a:cubicBezTo>
                    <a:pt x="168" y="3733"/>
                    <a:pt x="179" y="3729"/>
                    <a:pt x="195" y="3719"/>
                  </a:cubicBezTo>
                  <a:cubicBezTo>
                    <a:pt x="206" y="3719"/>
                    <a:pt x="215" y="3718"/>
                    <a:pt x="221" y="3718"/>
                  </a:cubicBezTo>
                  <a:cubicBezTo>
                    <a:pt x="245" y="3718"/>
                    <a:pt x="246" y="3725"/>
                    <a:pt x="248" y="3757"/>
                  </a:cubicBezTo>
                  <a:cubicBezTo>
                    <a:pt x="252" y="3779"/>
                    <a:pt x="255" y="3801"/>
                    <a:pt x="230" y="3804"/>
                  </a:cubicBezTo>
                  <a:cubicBezTo>
                    <a:pt x="205" y="3804"/>
                    <a:pt x="205" y="3804"/>
                    <a:pt x="208" y="3848"/>
                  </a:cubicBezTo>
                  <a:cubicBezTo>
                    <a:pt x="214" y="3911"/>
                    <a:pt x="295" y="3967"/>
                    <a:pt x="346" y="3983"/>
                  </a:cubicBezTo>
                  <a:cubicBezTo>
                    <a:pt x="359" y="3982"/>
                    <a:pt x="368" y="3981"/>
                    <a:pt x="375" y="3981"/>
                  </a:cubicBezTo>
                  <a:cubicBezTo>
                    <a:pt x="393" y="3981"/>
                    <a:pt x="383" y="3986"/>
                    <a:pt x="349" y="4005"/>
                  </a:cubicBezTo>
                  <a:cubicBezTo>
                    <a:pt x="324" y="4008"/>
                    <a:pt x="327" y="4027"/>
                    <a:pt x="327" y="4049"/>
                  </a:cubicBezTo>
                  <a:cubicBezTo>
                    <a:pt x="328" y="4048"/>
                    <a:pt x="330" y="4048"/>
                    <a:pt x="331" y="4048"/>
                  </a:cubicBezTo>
                  <a:cubicBezTo>
                    <a:pt x="343" y="4048"/>
                    <a:pt x="339" y="4058"/>
                    <a:pt x="333" y="4058"/>
                  </a:cubicBezTo>
                  <a:cubicBezTo>
                    <a:pt x="331" y="4058"/>
                    <a:pt x="328" y="4055"/>
                    <a:pt x="327" y="4049"/>
                  </a:cubicBezTo>
                  <a:cubicBezTo>
                    <a:pt x="325" y="4049"/>
                    <a:pt x="324" y="4049"/>
                    <a:pt x="322" y="4049"/>
                  </a:cubicBezTo>
                  <a:cubicBezTo>
                    <a:pt x="302" y="4049"/>
                    <a:pt x="302" y="4028"/>
                    <a:pt x="299" y="4008"/>
                  </a:cubicBezTo>
                  <a:lnTo>
                    <a:pt x="274" y="4011"/>
                  </a:lnTo>
                  <a:cubicBezTo>
                    <a:pt x="227" y="4036"/>
                    <a:pt x="227" y="4058"/>
                    <a:pt x="280" y="4074"/>
                  </a:cubicBezTo>
                  <a:cubicBezTo>
                    <a:pt x="305" y="4092"/>
                    <a:pt x="305" y="4092"/>
                    <a:pt x="283" y="4117"/>
                  </a:cubicBezTo>
                  <a:cubicBezTo>
                    <a:pt x="262" y="4138"/>
                    <a:pt x="239" y="4162"/>
                    <a:pt x="257" y="4162"/>
                  </a:cubicBezTo>
                  <a:cubicBezTo>
                    <a:pt x="258" y="4162"/>
                    <a:pt x="260" y="4162"/>
                    <a:pt x="261" y="4161"/>
                  </a:cubicBezTo>
                  <a:lnTo>
                    <a:pt x="261" y="4161"/>
                  </a:lnTo>
                  <a:cubicBezTo>
                    <a:pt x="264" y="4186"/>
                    <a:pt x="258" y="4208"/>
                    <a:pt x="242" y="4227"/>
                  </a:cubicBezTo>
                  <a:cubicBezTo>
                    <a:pt x="245" y="4271"/>
                    <a:pt x="248" y="4290"/>
                    <a:pt x="274" y="4290"/>
                  </a:cubicBezTo>
                  <a:cubicBezTo>
                    <a:pt x="275" y="4290"/>
                    <a:pt x="277" y="4290"/>
                    <a:pt x="278" y="4290"/>
                  </a:cubicBezTo>
                  <a:cubicBezTo>
                    <a:pt x="299" y="4290"/>
                    <a:pt x="302" y="4310"/>
                    <a:pt x="302" y="4327"/>
                  </a:cubicBezTo>
                  <a:cubicBezTo>
                    <a:pt x="305" y="4348"/>
                    <a:pt x="305" y="4368"/>
                    <a:pt x="325" y="4368"/>
                  </a:cubicBezTo>
                  <a:cubicBezTo>
                    <a:pt x="327" y="4368"/>
                    <a:pt x="328" y="4368"/>
                    <a:pt x="330" y="4368"/>
                  </a:cubicBezTo>
                  <a:cubicBezTo>
                    <a:pt x="332" y="4368"/>
                    <a:pt x="334" y="4368"/>
                    <a:pt x="335" y="4368"/>
                  </a:cubicBezTo>
                  <a:cubicBezTo>
                    <a:pt x="359" y="4368"/>
                    <a:pt x="383" y="4387"/>
                    <a:pt x="386" y="4428"/>
                  </a:cubicBezTo>
                  <a:cubicBezTo>
                    <a:pt x="418" y="4465"/>
                    <a:pt x="418" y="4465"/>
                    <a:pt x="368" y="4494"/>
                  </a:cubicBezTo>
                  <a:cubicBezTo>
                    <a:pt x="342" y="4494"/>
                    <a:pt x="346" y="4515"/>
                    <a:pt x="346" y="4537"/>
                  </a:cubicBezTo>
                  <a:cubicBezTo>
                    <a:pt x="346" y="4553"/>
                    <a:pt x="339" y="4572"/>
                    <a:pt x="327" y="4581"/>
                  </a:cubicBezTo>
                  <a:cubicBezTo>
                    <a:pt x="312" y="4601"/>
                    <a:pt x="319" y="4605"/>
                    <a:pt x="333" y="4605"/>
                  </a:cubicBezTo>
                  <a:cubicBezTo>
                    <a:pt x="339" y="4605"/>
                    <a:pt x="347" y="4604"/>
                    <a:pt x="355" y="4603"/>
                  </a:cubicBezTo>
                  <a:lnTo>
                    <a:pt x="405" y="4600"/>
                  </a:lnTo>
                  <a:lnTo>
                    <a:pt x="405" y="4600"/>
                  </a:lnTo>
                  <a:cubicBezTo>
                    <a:pt x="408" y="4625"/>
                    <a:pt x="361" y="4657"/>
                    <a:pt x="336" y="4660"/>
                  </a:cubicBezTo>
                  <a:cubicBezTo>
                    <a:pt x="303" y="4684"/>
                    <a:pt x="293" y="4691"/>
                    <a:pt x="308" y="4691"/>
                  </a:cubicBezTo>
                  <a:cubicBezTo>
                    <a:pt x="314" y="4691"/>
                    <a:pt x="324" y="4690"/>
                    <a:pt x="339" y="4688"/>
                  </a:cubicBezTo>
                  <a:cubicBezTo>
                    <a:pt x="342" y="4687"/>
                    <a:pt x="345" y="4687"/>
                    <a:pt x="348" y="4687"/>
                  </a:cubicBezTo>
                  <a:cubicBezTo>
                    <a:pt x="372" y="4687"/>
                    <a:pt x="388" y="4710"/>
                    <a:pt x="380" y="4760"/>
                  </a:cubicBezTo>
                  <a:cubicBezTo>
                    <a:pt x="393" y="4810"/>
                    <a:pt x="405" y="4860"/>
                    <a:pt x="380" y="4870"/>
                  </a:cubicBezTo>
                  <a:cubicBezTo>
                    <a:pt x="371" y="4888"/>
                    <a:pt x="380" y="4910"/>
                    <a:pt x="399" y="4920"/>
                  </a:cubicBezTo>
                  <a:cubicBezTo>
                    <a:pt x="433" y="4935"/>
                    <a:pt x="437" y="4960"/>
                    <a:pt x="449" y="5045"/>
                  </a:cubicBezTo>
                  <a:cubicBezTo>
                    <a:pt x="456" y="5147"/>
                    <a:pt x="461" y="5177"/>
                    <a:pt x="479" y="5177"/>
                  </a:cubicBezTo>
                  <a:cubicBezTo>
                    <a:pt x="486" y="5177"/>
                    <a:pt x="496" y="5172"/>
                    <a:pt x="509" y="5164"/>
                  </a:cubicBezTo>
                  <a:cubicBezTo>
                    <a:pt x="518" y="5159"/>
                    <a:pt x="528" y="5153"/>
                    <a:pt x="533" y="5153"/>
                  </a:cubicBezTo>
                  <a:cubicBezTo>
                    <a:pt x="539" y="5153"/>
                    <a:pt x="538" y="5162"/>
                    <a:pt x="521" y="5189"/>
                  </a:cubicBezTo>
                  <a:cubicBezTo>
                    <a:pt x="515" y="5224"/>
                    <a:pt x="549" y="5236"/>
                    <a:pt x="599" y="5264"/>
                  </a:cubicBezTo>
                  <a:cubicBezTo>
                    <a:pt x="637" y="5264"/>
                    <a:pt x="672" y="5252"/>
                    <a:pt x="697" y="5227"/>
                  </a:cubicBezTo>
                  <a:cubicBezTo>
                    <a:pt x="714" y="5215"/>
                    <a:pt x="724" y="5207"/>
                    <a:pt x="731" y="5207"/>
                  </a:cubicBezTo>
                  <a:cubicBezTo>
                    <a:pt x="739" y="5207"/>
                    <a:pt x="741" y="5220"/>
                    <a:pt x="747" y="5252"/>
                  </a:cubicBezTo>
                  <a:cubicBezTo>
                    <a:pt x="759" y="5274"/>
                    <a:pt x="756" y="5302"/>
                    <a:pt x="737" y="5321"/>
                  </a:cubicBezTo>
                  <a:cubicBezTo>
                    <a:pt x="733" y="5325"/>
                    <a:pt x="728" y="5327"/>
                    <a:pt x="723" y="5327"/>
                  </a:cubicBezTo>
                  <a:cubicBezTo>
                    <a:pt x="716" y="5327"/>
                    <a:pt x="708" y="5323"/>
                    <a:pt x="703" y="5318"/>
                  </a:cubicBezTo>
                  <a:lnTo>
                    <a:pt x="687" y="5296"/>
                  </a:lnTo>
                  <a:cubicBezTo>
                    <a:pt x="668" y="5311"/>
                    <a:pt x="646" y="5327"/>
                    <a:pt x="681" y="5368"/>
                  </a:cubicBezTo>
                  <a:cubicBezTo>
                    <a:pt x="679" y="5396"/>
                    <a:pt x="689" y="5414"/>
                    <a:pt x="702" y="5414"/>
                  </a:cubicBezTo>
                  <a:cubicBezTo>
                    <a:pt x="706" y="5414"/>
                    <a:pt x="711" y="5412"/>
                    <a:pt x="715" y="5409"/>
                  </a:cubicBezTo>
                  <a:cubicBezTo>
                    <a:pt x="715" y="5446"/>
                    <a:pt x="750" y="5487"/>
                    <a:pt x="791" y="5521"/>
                  </a:cubicBezTo>
                  <a:cubicBezTo>
                    <a:pt x="828" y="5559"/>
                    <a:pt x="894" y="5606"/>
                    <a:pt x="900" y="5644"/>
                  </a:cubicBezTo>
                  <a:cubicBezTo>
                    <a:pt x="929" y="5666"/>
                    <a:pt x="949" y="5680"/>
                    <a:pt x="963" y="5680"/>
                  </a:cubicBezTo>
                  <a:cubicBezTo>
                    <a:pt x="970" y="5680"/>
                    <a:pt x="976" y="5676"/>
                    <a:pt x="982" y="5669"/>
                  </a:cubicBezTo>
                  <a:cubicBezTo>
                    <a:pt x="995" y="5649"/>
                    <a:pt x="1007" y="5642"/>
                    <a:pt x="1014" y="5642"/>
                  </a:cubicBezTo>
                  <a:cubicBezTo>
                    <a:pt x="1022" y="5642"/>
                    <a:pt x="1024" y="5651"/>
                    <a:pt x="1016" y="5662"/>
                  </a:cubicBezTo>
                  <a:cubicBezTo>
                    <a:pt x="1013" y="5691"/>
                    <a:pt x="1085" y="5756"/>
                    <a:pt x="1170" y="5803"/>
                  </a:cubicBezTo>
                  <a:cubicBezTo>
                    <a:pt x="1235" y="5836"/>
                    <a:pt x="1305" y="5859"/>
                    <a:pt x="1343" y="5859"/>
                  </a:cubicBezTo>
                  <a:cubicBezTo>
                    <a:pt x="1356" y="5859"/>
                    <a:pt x="1366" y="5856"/>
                    <a:pt x="1370" y="5850"/>
                  </a:cubicBezTo>
                  <a:cubicBezTo>
                    <a:pt x="1370" y="5850"/>
                    <a:pt x="1399" y="5857"/>
                    <a:pt x="1424" y="5863"/>
                  </a:cubicBezTo>
                  <a:cubicBezTo>
                    <a:pt x="1455" y="5894"/>
                    <a:pt x="1548" y="5914"/>
                    <a:pt x="1609" y="5914"/>
                  </a:cubicBezTo>
                  <a:cubicBezTo>
                    <a:pt x="1634" y="5914"/>
                    <a:pt x="1654" y="5911"/>
                    <a:pt x="1662" y="5904"/>
                  </a:cubicBezTo>
                  <a:lnTo>
                    <a:pt x="1743" y="5907"/>
                  </a:lnTo>
                  <a:cubicBezTo>
                    <a:pt x="1769" y="5921"/>
                    <a:pt x="1789" y="5927"/>
                    <a:pt x="1806" y="5927"/>
                  </a:cubicBezTo>
                  <a:cubicBezTo>
                    <a:pt x="1824" y="5927"/>
                    <a:pt x="1838" y="5920"/>
                    <a:pt x="1853" y="5907"/>
                  </a:cubicBezTo>
                  <a:cubicBezTo>
                    <a:pt x="1871" y="5887"/>
                    <a:pt x="1874" y="5868"/>
                    <a:pt x="1876" y="5868"/>
                  </a:cubicBezTo>
                  <a:cubicBezTo>
                    <a:pt x="1877" y="5868"/>
                    <a:pt x="1877" y="5871"/>
                    <a:pt x="1878" y="5879"/>
                  </a:cubicBezTo>
                  <a:cubicBezTo>
                    <a:pt x="1880" y="5895"/>
                    <a:pt x="1899" y="5901"/>
                    <a:pt x="1931" y="5901"/>
                  </a:cubicBezTo>
                  <a:cubicBezTo>
                    <a:pt x="1954" y="5901"/>
                    <a:pt x="1982" y="5898"/>
                    <a:pt x="2016" y="5894"/>
                  </a:cubicBezTo>
                  <a:cubicBezTo>
                    <a:pt x="2097" y="5888"/>
                    <a:pt x="2097" y="5888"/>
                    <a:pt x="2075" y="5863"/>
                  </a:cubicBezTo>
                  <a:cubicBezTo>
                    <a:pt x="2103" y="5853"/>
                    <a:pt x="2121" y="5848"/>
                    <a:pt x="2134" y="5848"/>
                  </a:cubicBezTo>
                  <a:cubicBezTo>
                    <a:pt x="2159" y="5848"/>
                    <a:pt x="2161" y="5865"/>
                    <a:pt x="2163" y="5882"/>
                  </a:cubicBezTo>
                  <a:cubicBezTo>
                    <a:pt x="2155" y="5903"/>
                    <a:pt x="2159" y="5915"/>
                    <a:pt x="2166" y="5915"/>
                  </a:cubicBezTo>
                  <a:cubicBezTo>
                    <a:pt x="2177" y="5915"/>
                    <a:pt x="2194" y="5895"/>
                    <a:pt x="2201" y="5850"/>
                  </a:cubicBezTo>
                  <a:cubicBezTo>
                    <a:pt x="2212" y="5820"/>
                    <a:pt x="2232" y="5807"/>
                    <a:pt x="2246" y="5807"/>
                  </a:cubicBezTo>
                  <a:cubicBezTo>
                    <a:pt x="2255" y="5807"/>
                    <a:pt x="2262" y="5812"/>
                    <a:pt x="2264" y="5822"/>
                  </a:cubicBezTo>
                  <a:cubicBezTo>
                    <a:pt x="2267" y="5847"/>
                    <a:pt x="2245" y="5847"/>
                    <a:pt x="2223" y="5850"/>
                  </a:cubicBezTo>
                  <a:cubicBezTo>
                    <a:pt x="2223" y="5850"/>
                    <a:pt x="2226" y="5876"/>
                    <a:pt x="2229" y="5901"/>
                  </a:cubicBezTo>
                  <a:cubicBezTo>
                    <a:pt x="2248" y="5897"/>
                    <a:pt x="2248" y="5897"/>
                    <a:pt x="2267" y="5872"/>
                  </a:cubicBezTo>
                  <a:cubicBezTo>
                    <a:pt x="2285" y="5866"/>
                    <a:pt x="2298" y="5857"/>
                    <a:pt x="2307" y="5841"/>
                  </a:cubicBezTo>
                  <a:cubicBezTo>
                    <a:pt x="2326" y="5819"/>
                    <a:pt x="2323" y="5785"/>
                    <a:pt x="2301" y="5766"/>
                  </a:cubicBezTo>
                  <a:cubicBezTo>
                    <a:pt x="2276" y="5744"/>
                    <a:pt x="2298" y="5741"/>
                    <a:pt x="2320" y="5741"/>
                  </a:cubicBezTo>
                  <a:cubicBezTo>
                    <a:pt x="2364" y="5760"/>
                    <a:pt x="2367" y="5785"/>
                    <a:pt x="2348" y="5813"/>
                  </a:cubicBezTo>
                  <a:cubicBezTo>
                    <a:pt x="2326" y="5816"/>
                    <a:pt x="2329" y="5841"/>
                    <a:pt x="2332" y="5866"/>
                  </a:cubicBezTo>
                  <a:cubicBezTo>
                    <a:pt x="2332" y="5870"/>
                    <a:pt x="2335" y="5872"/>
                    <a:pt x="2340" y="5872"/>
                  </a:cubicBezTo>
                  <a:cubicBezTo>
                    <a:pt x="2362" y="5872"/>
                    <a:pt x="2432" y="5826"/>
                    <a:pt x="2450" y="5782"/>
                  </a:cubicBezTo>
                  <a:lnTo>
                    <a:pt x="2450" y="5782"/>
                  </a:lnTo>
                  <a:cubicBezTo>
                    <a:pt x="2451" y="5788"/>
                    <a:pt x="2451" y="5795"/>
                    <a:pt x="2452" y="5803"/>
                  </a:cubicBezTo>
                  <a:cubicBezTo>
                    <a:pt x="2454" y="5820"/>
                    <a:pt x="2474" y="5824"/>
                    <a:pt x="2499" y="5824"/>
                  </a:cubicBezTo>
                  <a:cubicBezTo>
                    <a:pt x="2512" y="5824"/>
                    <a:pt x="2526" y="5823"/>
                    <a:pt x="2539" y="5822"/>
                  </a:cubicBezTo>
                  <a:cubicBezTo>
                    <a:pt x="2583" y="5816"/>
                    <a:pt x="2602" y="5816"/>
                    <a:pt x="2602" y="5791"/>
                  </a:cubicBezTo>
                  <a:cubicBezTo>
                    <a:pt x="2599" y="5766"/>
                    <a:pt x="2596" y="5741"/>
                    <a:pt x="2618" y="5738"/>
                  </a:cubicBezTo>
                  <a:lnTo>
                    <a:pt x="2618" y="5738"/>
                  </a:lnTo>
                  <a:cubicBezTo>
                    <a:pt x="2616" y="5738"/>
                    <a:pt x="2615" y="5738"/>
                    <a:pt x="2614" y="5738"/>
                  </a:cubicBezTo>
                  <a:cubicBezTo>
                    <a:pt x="2595" y="5738"/>
                    <a:pt x="2593" y="5714"/>
                    <a:pt x="2593" y="5691"/>
                  </a:cubicBezTo>
                  <a:lnTo>
                    <a:pt x="2593" y="5691"/>
                  </a:lnTo>
                  <a:cubicBezTo>
                    <a:pt x="2615" y="5700"/>
                    <a:pt x="2640" y="5716"/>
                    <a:pt x="2658" y="5735"/>
                  </a:cubicBezTo>
                  <a:cubicBezTo>
                    <a:pt x="2695" y="5773"/>
                    <a:pt x="2748" y="5797"/>
                    <a:pt x="2801" y="5797"/>
                  </a:cubicBezTo>
                  <a:cubicBezTo>
                    <a:pt x="2812" y="5797"/>
                    <a:pt x="2823" y="5796"/>
                    <a:pt x="2834" y="5794"/>
                  </a:cubicBezTo>
                  <a:cubicBezTo>
                    <a:pt x="2853" y="5793"/>
                    <a:pt x="2875" y="5791"/>
                    <a:pt x="2897" y="5791"/>
                  </a:cubicBezTo>
                  <a:cubicBezTo>
                    <a:pt x="2925" y="5791"/>
                    <a:pt x="2951" y="5794"/>
                    <a:pt x="2965" y="5807"/>
                  </a:cubicBezTo>
                  <a:cubicBezTo>
                    <a:pt x="3006" y="5803"/>
                    <a:pt x="3028" y="5800"/>
                    <a:pt x="3025" y="5775"/>
                  </a:cubicBezTo>
                  <a:lnTo>
                    <a:pt x="3066" y="5772"/>
                  </a:lnTo>
                  <a:cubicBezTo>
                    <a:pt x="3077" y="5783"/>
                    <a:pt x="3091" y="5788"/>
                    <a:pt x="3103" y="5788"/>
                  </a:cubicBezTo>
                  <a:cubicBezTo>
                    <a:pt x="3119" y="5788"/>
                    <a:pt x="3132" y="5780"/>
                    <a:pt x="3132" y="5766"/>
                  </a:cubicBezTo>
                  <a:cubicBezTo>
                    <a:pt x="3139" y="5757"/>
                    <a:pt x="3146" y="5754"/>
                    <a:pt x="3154" y="5754"/>
                  </a:cubicBezTo>
                  <a:cubicBezTo>
                    <a:pt x="3165" y="5754"/>
                    <a:pt x="3177" y="5760"/>
                    <a:pt x="3190" y="5760"/>
                  </a:cubicBezTo>
                  <a:cubicBezTo>
                    <a:pt x="3191" y="5760"/>
                    <a:pt x="3193" y="5760"/>
                    <a:pt x="3194" y="5760"/>
                  </a:cubicBezTo>
                  <a:cubicBezTo>
                    <a:pt x="3215" y="5781"/>
                    <a:pt x="3227" y="5792"/>
                    <a:pt x="3231" y="5792"/>
                  </a:cubicBezTo>
                  <a:cubicBezTo>
                    <a:pt x="3236" y="5792"/>
                    <a:pt x="3229" y="5774"/>
                    <a:pt x="3213" y="5735"/>
                  </a:cubicBezTo>
                  <a:cubicBezTo>
                    <a:pt x="3210" y="5711"/>
                    <a:pt x="3172" y="5690"/>
                    <a:pt x="3149" y="5690"/>
                  </a:cubicBezTo>
                  <a:cubicBezTo>
                    <a:pt x="3147" y="5690"/>
                    <a:pt x="3146" y="5690"/>
                    <a:pt x="3144" y="5691"/>
                  </a:cubicBezTo>
                  <a:lnTo>
                    <a:pt x="3081" y="5694"/>
                  </a:lnTo>
                  <a:lnTo>
                    <a:pt x="3141" y="5666"/>
                  </a:lnTo>
                  <a:cubicBezTo>
                    <a:pt x="3163" y="5662"/>
                    <a:pt x="3204" y="5634"/>
                    <a:pt x="3201" y="5609"/>
                  </a:cubicBezTo>
                  <a:cubicBezTo>
                    <a:pt x="3201" y="5609"/>
                    <a:pt x="3197" y="5584"/>
                    <a:pt x="3219" y="5581"/>
                  </a:cubicBezTo>
                  <a:cubicBezTo>
                    <a:pt x="3219" y="5581"/>
                    <a:pt x="3222" y="5606"/>
                    <a:pt x="3226" y="5631"/>
                  </a:cubicBezTo>
                  <a:cubicBezTo>
                    <a:pt x="3210" y="5653"/>
                    <a:pt x="3204" y="5681"/>
                    <a:pt x="3210" y="5709"/>
                  </a:cubicBezTo>
                  <a:cubicBezTo>
                    <a:pt x="3225" y="5737"/>
                    <a:pt x="3253" y="5755"/>
                    <a:pt x="3274" y="5755"/>
                  </a:cubicBezTo>
                  <a:cubicBezTo>
                    <a:pt x="3288" y="5755"/>
                    <a:pt x="3299" y="5746"/>
                    <a:pt x="3298" y="5725"/>
                  </a:cubicBezTo>
                  <a:cubicBezTo>
                    <a:pt x="3320" y="5725"/>
                    <a:pt x="3320" y="5725"/>
                    <a:pt x="3342" y="5747"/>
                  </a:cubicBezTo>
                  <a:cubicBezTo>
                    <a:pt x="3343" y="5757"/>
                    <a:pt x="3347" y="5762"/>
                    <a:pt x="3352" y="5762"/>
                  </a:cubicBezTo>
                  <a:cubicBezTo>
                    <a:pt x="3361" y="5762"/>
                    <a:pt x="3373" y="5749"/>
                    <a:pt x="3382" y="5719"/>
                  </a:cubicBezTo>
                  <a:cubicBezTo>
                    <a:pt x="3390" y="5691"/>
                    <a:pt x="3400" y="5678"/>
                    <a:pt x="3411" y="5678"/>
                  </a:cubicBezTo>
                  <a:cubicBezTo>
                    <a:pt x="3421" y="5678"/>
                    <a:pt x="3433" y="5690"/>
                    <a:pt x="3445" y="5713"/>
                  </a:cubicBezTo>
                  <a:cubicBezTo>
                    <a:pt x="3469" y="5737"/>
                    <a:pt x="3503" y="5746"/>
                    <a:pt x="3530" y="5746"/>
                  </a:cubicBezTo>
                  <a:cubicBezTo>
                    <a:pt x="3556" y="5746"/>
                    <a:pt x="3575" y="5737"/>
                    <a:pt x="3573" y="5725"/>
                  </a:cubicBezTo>
                  <a:cubicBezTo>
                    <a:pt x="3571" y="5694"/>
                    <a:pt x="3595" y="5679"/>
                    <a:pt x="3619" y="5679"/>
                  </a:cubicBezTo>
                  <a:cubicBezTo>
                    <a:pt x="3633" y="5679"/>
                    <a:pt x="3647" y="5684"/>
                    <a:pt x="3655" y="5694"/>
                  </a:cubicBezTo>
                  <a:cubicBezTo>
                    <a:pt x="3662" y="5704"/>
                    <a:pt x="3673" y="5708"/>
                    <a:pt x="3685" y="5708"/>
                  </a:cubicBezTo>
                  <a:cubicBezTo>
                    <a:pt x="3699" y="5708"/>
                    <a:pt x="3712" y="5701"/>
                    <a:pt x="3718" y="5688"/>
                  </a:cubicBezTo>
                  <a:cubicBezTo>
                    <a:pt x="3720" y="5705"/>
                    <a:pt x="3732" y="5721"/>
                    <a:pt x="3746" y="5721"/>
                  </a:cubicBezTo>
                  <a:cubicBezTo>
                    <a:pt x="3752" y="5721"/>
                    <a:pt x="3759" y="5717"/>
                    <a:pt x="3765" y="5709"/>
                  </a:cubicBezTo>
                  <a:cubicBezTo>
                    <a:pt x="3765" y="5709"/>
                    <a:pt x="3783" y="5706"/>
                    <a:pt x="3761" y="5684"/>
                  </a:cubicBezTo>
                  <a:lnTo>
                    <a:pt x="3799" y="5628"/>
                  </a:lnTo>
                  <a:lnTo>
                    <a:pt x="3799" y="5628"/>
                  </a:lnTo>
                  <a:cubicBezTo>
                    <a:pt x="3798" y="5628"/>
                    <a:pt x="3797" y="5628"/>
                    <a:pt x="3796" y="5628"/>
                  </a:cubicBezTo>
                  <a:cubicBezTo>
                    <a:pt x="3777" y="5628"/>
                    <a:pt x="3774" y="5605"/>
                    <a:pt x="3774" y="5581"/>
                  </a:cubicBezTo>
                  <a:cubicBezTo>
                    <a:pt x="3773" y="5574"/>
                    <a:pt x="3779" y="5570"/>
                    <a:pt x="3790" y="5570"/>
                  </a:cubicBezTo>
                  <a:cubicBezTo>
                    <a:pt x="3817" y="5570"/>
                    <a:pt x="3872" y="5594"/>
                    <a:pt x="3906" y="5644"/>
                  </a:cubicBezTo>
                  <a:lnTo>
                    <a:pt x="3953" y="5691"/>
                  </a:lnTo>
                  <a:lnTo>
                    <a:pt x="3950" y="5641"/>
                  </a:lnTo>
                  <a:cubicBezTo>
                    <a:pt x="3954" y="5641"/>
                    <a:pt x="3958" y="5640"/>
                    <a:pt x="3962" y="5640"/>
                  </a:cubicBezTo>
                  <a:cubicBezTo>
                    <a:pt x="3978" y="5640"/>
                    <a:pt x="3991" y="5642"/>
                    <a:pt x="3993" y="5662"/>
                  </a:cubicBezTo>
                  <a:cubicBezTo>
                    <a:pt x="3996" y="5681"/>
                    <a:pt x="3996" y="5686"/>
                    <a:pt x="4004" y="5686"/>
                  </a:cubicBezTo>
                  <a:cubicBezTo>
                    <a:pt x="4007" y="5686"/>
                    <a:pt x="4010" y="5685"/>
                    <a:pt x="4015" y="5684"/>
                  </a:cubicBezTo>
                  <a:cubicBezTo>
                    <a:pt x="4031" y="5684"/>
                    <a:pt x="4037" y="5672"/>
                    <a:pt x="4034" y="5659"/>
                  </a:cubicBezTo>
                  <a:cubicBezTo>
                    <a:pt x="4032" y="5629"/>
                    <a:pt x="4031" y="5617"/>
                    <a:pt x="4036" y="5617"/>
                  </a:cubicBezTo>
                  <a:cubicBezTo>
                    <a:pt x="4039" y="5617"/>
                    <a:pt x="4044" y="5622"/>
                    <a:pt x="4053" y="5631"/>
                  </a:cubicBezTo>
                  <a:cubicBezTo>
                    <a:pt x="4067" y="5654"/>
                    <a:pt x="4078" y="5666"/>
                    <a:pt x="4088" y="5666"/>
                  </a:cubicBezTo>
                  <a:cubicBezTo>
                    <a:pt x="4099" y="5666"/>
                    <a:pt x="4109" y="5652"/>
                    <a:pt x="4119" y="5625"/>
                  </a:cubicBezTo>
                  <a:cubicBezTo>
                    <a:pt x="4116" y="5600"/>
                    <a:pt x="4114" y="5587"/>
                    <a:pt x="4116" y="5587"/>
                  </a:cubicBezTo>
                  <a:lnTo>
                    <a:pt x="4116" y="5587"/>
                  </a:lnTo>
                  <a:cubicBezTo>
                    <a:pt x="4119" y="5587"/>
                    <a:pt x="4125" y="5600"/>
                    <a:pt x="4138" y="5625"/>
                  </a:cubicBezTo>
                  <a:cubicBezTo>
                    <a:pt x="4141" y="5650"/>
                    <a:pt x="4159" y="5669"/>
                    <a:pt x="4185" y="5669"/>
                  </a:cubicBezTo>
                  <a:lnTo>
                    <a:pt x="4185" y="5644"/>
                  </a:lnTo>
                  <a:cubicBezTo>
                    <a:pt x="4181" y="5613"/>
                    <a:pt x="4187" y="5601"/>
                    <a:pt x="4198" y="5601"/>
                  </a:cubicBezTo>
                  <a:cubicBezTo>
                    <a:pt x="4205" y="5601"/>
                    <a:pt x="4213" y="5607"/>
                    <a:pt x="4222" y="5615"/>
                  </a:cubicBezTo>
                  <a:cubicBezTo>
                    <a:pt x="4224" y="5627"/>
                    <a:pt x="4229" y="5634"/>
                    <a:pt x="4239" y="5634"/>
                  </a:cubicBezTo>
                  <a:cubicBezTo>
                    <a:pt x="4250" y="5634"/>
                    <a:pt x="4266" y="5626"/>
                    <a:pt x="4288" y="5609"/>
                  </a:cubicBezTo>
                  <a:cubicBezTo>
                    <a:pt x="4302" y="5608"/>
                    <a:pt x="4313" y="5607"/>
                    <a:pt x="4322" y="5607"/>
                  </a:cubicBezTo>
                  <a:cubicBezTo>
                    <a:pt x="4341" y="5607"/>
                    <a:pt x="4351" y="5611"/>
                    <a:pt x="4351" y="5628"/>
                  </a:cubicBezTo>
                  <a:cubicBezTo>
                    <a:pt x="4354" y="5653"/>
                    <a:pt x="4355" y="5666"/>
                    <a:pt x="4358" y="5666"/>
                  </a:cubicBezTo>
                  <a:cubicBezTo>
                    <a:pt x="4361" y="5666"/>
                    <a:pt x="4365" y="5653"/>
                    <a:pt x="4373" y="5628"/>
                  </a:cubicBezTo>
                  <a:cubicBezTo>
                    <a:pt x="4383" y="5613"/>
                    <a:pt x="4387" y="5606"/>
                    <a:pt x="4396" y="5606"/>
                  </a:cubicBezTo>
                  <a:cubicBezTo>
                    <a:pt x="4404" y="5606"/>
                    <a:pt x="4415" y="5611"/>
                    <a:pt x="4435" y="5622"/>
                  </a:cubicBezTo>
                  <a:cubicBezTo>
                    <a:pt x="4447" y="5632"/>
                    <a:pt x="4454" y="5638"/>
                    <a:pt x="4459" y="5638"/>
                  </a:cubicBezTo>
                  <a:cubicBezTo>
                    <a:pt x="4465" y="5638"/>
                    <a:pt x="4469" y="5632"/>
                    <a:pt x="4479" y="5619"/>
                  </a:cubicBezTo>
                  <a:cubicBezTo>
                    <a:pt x="4473" y="5568"/>
                    <a:pt x="4473" y="5543"/>
                    <a:pt x="4451" y="5543"/>
                  </a:cubicBezTo>
                  <a:cubicBezTo>
                    <a:pt x="4445" y="5544"/>
                    <a:pt x="4441" y="5545"/>
                    <a:pt x="4438" y="5545"/>
                  </a:cubicBezTo>
                  <a:cubicBezTo>
                    <a:pt x="4429" y="5545"/>
                    <a:pt x="4428" y="5540"/>
                    <a:pt x="4426" y="5521"/>
                  </a:cubicBezTo>
                  <a:lnTo>
                    <a:pt x="4470" y="5518"/>
                  </a:lnTo>
                  <a:cubicBezTo>
                    <a:pt x="4498" y="5515"/>
                    <a:pt x="4529" y="5503"/>
                    <a:pt x="4551" y="5484"/>
                  </a:cubicBezTo>
                  <a:cubicBezTo>
                    <a:pt x="4583" y="5461"/>
                    <a:pt x="4586" y="5425"/>
                    <a:pt x="4567" y="5425"/>
                  </a:cubicBezTo>
                  <a:cubicBezTo>
                    <a:pt x="4562" y="5425"/>
                    <a:pt x="4556" y="5428"/>
                    <a:pt x="4548" y="5434"/>
                  </a:cubicBezTo>
                  <a:lnTo>
                    <a:pt x="4523" y="5412"/>
                  </a:lnTo>
                  <a:cubicBezTo>
                    <a:pt x="4520" y="5375"/>
                    <a:pt x="4508" y="5357"/>
                    <a:pt x="4497" y="5357"/>
                  </a:cubicBezTo>
                  <a:cubicBezTo>
                    <a:pt x="4487" y="5357"/>
                    <a:pt x="4477" y="5376"/>
                    <a:pt x="4482" y="5415"/>
                  </a:cubicBezTo>
                  <a:cubicBezTo>
                    <a:pt x="4486" y="5457"/>
                    <a:pt x="4487" y="5475"/>
                    <a:pt x="4484" y="5475"/>
                  </a:cubicBezTo>
                  <a:cubicBezTo>
                    <a:pt x="4481" y="5475"/>
                    <a:pt x="4475" y="5464"/>
                    <a:pt x="4463" y="5443"/>
                  </a:cubicBezTo>
                  <a:cubicBezTo>
                    <a:pt x="4458" y="5403"/>
                    <a:pt x="4443" y="5395"/>
                    <a:pt x="4428" y="5395"/>
                  </a:cubicBezTo>
                  <a:cubicBezTo>
                    <a:pt x="4424" y="5395"/>
                    <a:pt x="4420" y="5395"/>
                    <a:pt x="4416" y="5396"/>
                  </a:cubicBezTo>
                  <a:cubicBezTo>
                    <a:pt x="4395" y="5396"/>
                    <a:pt x="4395" y="5396"/>
                    <a:pt x="4391" y="5371"/>
                  </a:cubicBezTo>
                  <a:cubicBezTo>
                    <a:pt x="4388" y="5349"/>
                    <a:pt x="4369" y="5327"/>
                    <a:pt x="4344" y="5327"/>
                  </a:cubicBezTo>
                  <a:cubicBezTo>
                    <a:pt x="4322" y="5327"/>
                    <a:pt x="4322" y="5327"/>
                    <a:pt x="4326" y="5352"/>
                  </a:cubicBezTo>
                  <a:cubicBezTo>
                    <a:pt x="4337" y="5363"/>
                    <a:pt x="4334" y="5370"/>
                    <a:pt x="4326" y="5370"/>
                  </a:cubicBezTo>
                  <a:cubicBezTo>
                    <a:pt x="4315" y="5370"/>
                    <a:pt x="4296" y="5360"/>
                    <a:pt x="4282" y="5333"/>
                  </a:cubicBezTo>
                  <a:cubicBezTo>
                    <a:pt x="4271" y="5323"/>
                    <a:pt x="4265" y="5317"/>
                    <a:pt x="4262" y="5317"/>
                  </a:cubicBezTo>
                  <a:cubicBezTo>
                    <a:pt x="4258" y="5317"/>
                    <a:pt x="4259" y="5329"/>
                    <a:pt x="4263" y="5358"/>
                  </a:cubicBezTo>
                  <a:cubicBezTo>
                    <a:pt x="4265" y="5385"/>
                    <a:pt x="4254" y="5398"/>
                    <a:pt x="4240" y="5398"/>
                  </a:cubicBezTo>
                  <a:cubicBezTo>
                    <a:pt x="4228" y="5398"/>
                    <a:pt x="4212" y="5387"/>
                    <a:pt x="4200" y="5365"/>
                  </a:cubicBezTo>
                  <a:lnTo>
                    <a:pt x="4156" y="5368"/>
                  </a:lnTo>
                  <a:cubicBezTo>
                    <a:pt x="4138" y="5371"/>
                    <a:pt x="4138" y="5396"/>
                    <a:pt x="4141" y="5421"/>
                  </a:cubicBezTo>
                  <a:cubicBezTo>
                    <a:pt x="4144" y="5451"/>
                    <a:pt x="4146" y="5463"/>
                    <a:pt x="4141" y="5463"/>
                  </a:cubicBezTo>
                  <a:cubicBezTo>
                    <a:pt x="4138" y="5463"/>
                    <a:pt x="4132" y="5458"/>
                    <a:pt x="4122" y="5449"/>
                  </a:cubicBezTo>
                  <a:cubicBezTo>
                    <a:pt x="4109" y="5434"/>
                    <a:pt x="4100" y="5418"/>
                    <a:pt x="4097" y="5399"/>
                  </a:cubicBezTo>
                  <a:cubicBezTo>
                    <a:pt x="4094" y="5379"/>
                    <a:pt x="4080" y="5377"/>
                    <a:pt x="4064" y="5377"/>
                  </a:cubicBezTo>
                  <a:cubicBezTo>
                    <a:pt x="4061" y="5377"/>
                    <a:pt x="4057" y="5377"/>
                    <a:pt x="4053" y="5377"/>
                  </a:cubicBezTo>
                  <a:cubicBezTo>
                    <a:pt x="4031" y="5380"/>
                    <a:pt x="3987" y="5384"/>
                    <a:pt x="3990" y="5409"/>
                  </a:cubicBezTo>
                  <a:lnTo>
                    <a:pt x="3987" y="5384"/>
                  </a:lnTo>
                  <a:cubicBezTo>
                    <a:pt x="3986" y="5384"/>
                    <a:pt x="3985" y="5384"/>
                    <a:pt x="3984" y="5384"/>
                  </a:cubicBezTo>
                  <a:cubicBezTo>
                    <a:pt x="3974" y="5384"/>
                    <a:pt x="3969" y="5375"/>
                    <a:pt x="3968" y="5375"/>
                  </a:cubicBezTo>
                  <a:lnTo>
                    <a:pt x="3968" y="5375"/>
                  </a:lnTo>
                  <a:cubicBezTo>
                    <a:pt x="3967" y="5375"/>
                    <a:pt x="3967" y="5378"/>
                    <a:pt x="3968" y="5387"/>
                  </a:cubicBezTo>
                  <a:cubicBezTo>
                    <a:pt x="3943" y="5384"/>
                    <a:pt x="3921" y="5377"/>
                    <a:pt x="3903" y="5368"/>
                  </a:cubicBezTo>
                  <a:cubicBezTo>
                    <a:pt x="3896" y="5365"/>
                    <a:pt x="3889" y="5363"/>
                    <a:pt x="3882" y="5363"/>
                  </a:cubicBezTo>
                  <a:cubicBezTo>
                    <a:pt x="3843" y="5363"/>
                    <a:pt x="3809" y="5409"/>
                    <a:pt x="3865" y="5446"/>
                  </a:cubicBezTo>
                  <a:cubicBezTo>
                    <a:pt x="3874" y="5445"/>
                    <a:pt x="3879" y="5444"/>
                    <a:pt x="3880" y="5444"/>
                  </a:cubicBezTo>
                  <a:lnTo>
                    <a:pt x="3880" y="5444"/>
                  </a:lnTo>
                  <a:cubicBezTo>
                    <a:pt x="3880" y="5444"/>
                    <a:pt x="3870" y="5446"/>
                    <a:pt x="3846" y="5449"/>
                  </a:cubicBezTo>
                  <a:cubicBezTo>
                    <a:pt x="3824" y="5449"/>
                    <a:pt x="3827" y="5474"/>
                    <a:pt x="3827" y="5474"/>
                  </a:cubicBezTo>
                  <a:cubicBezTo>
                    <a:pt x="3830" y="5499"/>
                    <a:pt x="3808" y="5503"/>
                    <a:pt x="3787" y="5503"/>
                  </a:cubicBezTo>
                  <a:lnTo>
                    <a:pt x="3783" y="5452"/>
                  </a:lnTo>
                  <a:cubicBezTo>
                    <a:pt x="3791" y="5410"/>
                    <a:pt x="3780" y="5385"/>
                    <a:pt x="3766" y="5385"/>
                  </a:cubicBezTo>
                  <a:cubicBezTo>
                    <a:pt x="3756" y="5385"/>
                    <a:pt x="3744" y="5399"/>
                    <a:pt x="3737" y="5431"/>
                  </a:cubicBezTo>
                  <a:lnTo>
                    <a:pt x="3737" y="5431"/>
                  </a:lnTo>
                  <a:cubicBezTo>
                    <a:pt x="3737" y="5424"/>
                    <a:pt x="3736" y="5416"/>
                    <a:pt x="3736" y="5409"/>
                  </a:cubicBezTo>
                  <a:cubicBezTo>
                    <a:pt x="3735" y="5396"/>
                    <a:pt x="3729" y="5390"/>
                    <a:pt x="3719" y="5390"/>
                  </a:cubicBezTo>
                  <a:cubicBezTo>
                    <a:pt x="3708" y="5390"/>
                    <a:pt x="3692" y="5397"/>
                    <a:pt x="3671" y="5412"/>
                  </a:cubicBezTo>
                  <a:cubicBezTo>
                    <a:pt x="3652" y="5415"/>
                    <a:pt x="3633" y="5468"/>
                    <a:pt x="3636" y="5493"/>
                  </a:cubicBezTo>
                  <a:cubicBezTo>
                    <a:pt x="3639" y="5506"/>
                    <a:pt x="3630" y="5518"/>
                    <a:pt x="3617" y="5518"/>
                  </a:cubicBezTo>
                  <a:cubicBezTo>
                    <a:pt x="3612" y="5519"/>
                    <a:pt x="3607" y="5520"/>
                    <a:pt x="3604" y="5520"/>
                  </a:cubicBezTo>
                  <a:cubicBezTo>
                    <a:pt x="3595" y="5520"/>
                    <a:pt x="3595" y="5515"/>
                    <a:pt x="3595" y="5496"/>
                  </a:cubicBezTo>
                  <a:cubicBezTo>
                    <a:pt x="3592" y="5472"/>
                    <a:pt x="3582" y="5461"/>
                    <a:pt x="3569" y="5461"/>
                  </a:cubicBezTo>
                  <a:cubicBezTo>
                    <a:pt x="3555" y="5461"/>
                    <a:pt x="3539" y="5475"/>
                    <a:pt x="3530" y="5503"/>
                  </a:cubicBezTo>
                  <a:lnTo>
                    <a:pt x="3530" y="5478"/>
                  </a:lnTo>
                  <a:cubicBezTo>
                    <a:pt x="3528" y="5462"/>
                    <a:pt x="3517" y="5446"/>
                    <a:pt x="3484" y="5446"/>
                  </a:cubicBezTo>
                  <a:cubicBezTo>
                    <a:pt x="3465" y="5446"/>
                    <a:pt x="3438" y="5451"/>
                    <a:pt x="3401" y="5465"/>
                  </a:cubicBezTo>
                  <a:cubicBezTo>
                    <a:pt x="3363" y="5468"/>
                    <a:pt x="3329" y="5471"/>
                    <a:pt x="3303" y="5471"/>
                  </a:cubicBezTo>
                  <a:cubicBezTo>
                    <a:pt x="3271" y="5471"/>
                    <a:pt x="3251" y="5466"/>
                    <a:pt x="3251" y="5452"/>
                  </a:cubicBezTo>
                  <a:cubicBezTo>
                    <a:pt x="3250" y="5448"/>
                    <a:pt x="3247" y="5446"/>
                    <a:pt x="3243" y="5446"/>
                  </a:cubicBezTo>
                  <a:cubicBezTo>
                    <a:pt x="3221" y="5446"/>
                    <a:pt x="3160" y="5493"/>
                    <a:pt x="3132" y="5540"/>
                  </a:cubicBezTo>
                  <a:cubicBezTo>
                    <a:pt x="3129" y="5522"/>
                    <a:pt x="3117" y="5517"/>
                    <a:pt x="3094" y="5517"/>
                  </a:cubicBezTo>
                  <a:cubicBezTo>
                    <a:pt x="3086" y="5517"/>
                    <a:pt x="3076" y="5517"/>
                    <a:pt x="3066" y="5518"/>
                  </a:cubicBezTo>
                  <a:cubicBezTo>
                    <a:pt x="3044" y="5520"/>
                    <a:pt x="3029" y="5522"/>
                    <a:pt x="3019" y="5522"/>
                  </a:cubicBezTo>
                  <a:cubicBezTo>
                    <a:pt x="3000" y="5522"/>
                    <a:pt x="3000" y="5516"/>
                    <a:pt x="3000" y="5499"/>
                  </a:cubicBezTo>
                  <a:cubicBezTo>
                    <a:pt x="3008" y="5475"/>
                    <a:pt x="3012" y="5462"/>
                    <a:pt x="3009" y="5462"/>
                  </a:cubicBezTo>
                  <a:lnTo>
                    <a:pt x="3009" y="5462"/>
                  </a:lnTo>
                  <a:cubicBezTo>
                    <a:pt x="3007" y="5462"/>
                    <a:pt x="2997" y="5476"/>
                    <a:pt x="2978" y="5503"/>
                  </a:cubicBezTo>
                  <a:cubicBezTo>
                    <a:pt x="2972" y="5523"/>
                    <a:pt x="2957" y="5532"/>
                    <a:pt x="2941" y="5532"/>
                  </a:cubicBezTo>
                  <a:cubicBezTo>
                    <a:pt x="2918" y="5532"/>
                    <a:pt x="2894" y="5513"/>
                    <a:pt x="2890" y="5484"/>
                  </a:cubicBezTo>
                  <a:cubicBezTo>
                    <a:pt x="2888" y="5467"/>
                    <a:pt x="2879" y="5463"/>
                    <a:pt x="2860" y="5463"/>
                  </a:cubicBezTo>
                  <a:cubicBezTo>
                    <a:pt x="2851" y="5463"/>
                    <a:pt x="2839" y="5464"/>
                    <a:pt x="2824" y="5465"/>
                  </a:cubicBezTo>
                  <a:cubicBezTo>
                    <a:pt x="2806" y="5493"/>
                    <a:pt x="2765" y="5496"/>
                    <a:pt x="2721" y="5499"/>
                  </a:cubicBezTo>
                  <a:cubicBezTo>
                    <a:pt x="2658" y="5506"/>
                    <a:pt x="2658" y="5506"/>
                    <a:pt x="2665" y="5556"/>
                  </a:cubicBezTo>
                  <a:cubicBezTo>
                    <a:pt x="2668" y="5606"/>
                    <a:pt x="2646" y="5609"/>
                    <a:pt x="2605" y="5612"/>
                  </a:cubicBezTo>
                  <a:cubicBezTo>
                    <a:pt x="2599" y="5613"/>
                    <a:pt x="2594" y="5614"/>
                    <a:pt x="2588" y="5614"/>
                  </a:cubicBezTo>
                  <a:cubicBezTo>
                    <a:pt x="2573" y="5614"/>
                    <a:pt x="2561" y="5609"/>
                    <a:pt x="2561" y="5590"/>
                  </a:cubicBezTo>
                  <a:cubicBezTo>
                    <a:pt x="2549" y="5578"/>
                    <a:pt x="2533" y="5572"/>
                    <a:pt x="2517" y="5568"/>
                  </a:cubicBezTo>
                  <a:cubicBezTo>
                    <a:pt x="2510" y="5569"/>
                    <a:pt x="2503" y="5571"/>
                    <a:pt x="2496" y="5571"/>
                  </a:cubicBezTo>
                  <a:cubicBezTo>
                    <a:pt x="2483" y="5571"/>
                    <a:pt x="2472" y="5566"/>
                    <a:pt x="2470" y="5550"/>
                  </a:cubicBezTo>
                  <a:cubicBezTo>
                    <a:pt x="2452" y="5534"/>
                    <a:pt x="2430" y="5528"/>
                    <a:pt x="2405" y="5528"/>
                  </a:cubicBezTo>
                  <a:cubicBezTo>
                    <a:pt x="2389" y="5530"/>
                    <a:pt x="2372" y="5532"/>
                    <a:pt x="2358" y="5532"/>
                  </a:cubicBezTo>
                  <a:cubicBezTo>
                    <a:pt x="2336" y="5532"/>
                    <a:pt x="2320" y="5527"/>
                    <a:pt x="2320" y="5512"/>
                  </a:cubicBezTo>
                  <a:cubicBezTo>
                    <a:pt x="2298" y="5515"/>
                    <a:pt x="2298" y="5515"/>
                    <a:pt x="2301" y="5540"/>
                  </a:cubicBezTo>
                  <a:cubicBezTo>
                    <a:pt x="2301" y="5560"/>
                    <a:pt x="2290" y="5580"/>
                    <a:pt x="2244" y="5580"/>
                  </a:cubicBezTo>
                  <a:cubicBezTo>
                    <a:pt x="2231" y="5580"/>
                    <a:pt x="2216" y="5578"/>
                    <a:pt x="2198" y="5575"/>
                  </a:cubicBezTo>
                  <a:cubicBezTo>
                    <a:pt x="2154" y="5578"/>
                    <a:pt x="2091" y="5584"/>
                    <a:pt x="2094" y="5609"/>
                  </a:cubicBezTo>
                  <a:cubicBezTo>
                    <a:pt x="2072" y="5609"/>
                    <a:pt x="2072" y="5609"/>
                    <a:pt x="2069" y="5584"/>
                  </a:cubicBezTo>
                  <a:cubicBezTo>
                    <a:pt x="2068" y="5561"/>
                    <a:pt x="2058" y="5550"/>
                    <a:pt x="2043" y="5550"/>
                  </a:cubicBezTo>
                  <a:cubicBezTo>
                    <a:pt x="2027" y="5550"/>
                    <a:pt x="2005" y="5565"/>
                    <a:pt x="1985" y="5594"/>
                  </a:cubicBezTo>
                  <a:cubicBezTo>
                    <a:pt x="1986" y="5607"/>
                    <a:pt x="1981" y="5614"/>
                    <a:pt x="1972" y="5614"/>
                  </a:cubicBezTo>
                  <a:cubicBezTo>
                    <a:pt x="1964" y="5614"/>
                    <a:pt x="1954" y="5608"/>
                    <a:pt x="1944" y="5597"/>
                  </a:cubicBezTo>
                  <a:cubicBezTo>
                    <a:pt x="1928" y="5600"/>
                    <a:pt x="1913" y="5612"/>
                    <a:pt x="1903" y="5625"/>
                  </a:cubicBezTo>
                  <a:cubicBezTo>
                    <a:pt x="1893" y="5639"/>
                    <a:pt x="1889" y="5646"/>
                    <a:pt x="1880" y="5646"/>
                  </a:cubicBezTo>
                  <a:cubicBezTo>
                    <a:pt x="1872" y="5646"/>
                    <a:pt x="1860" y="5640"/>
                    <a:pt x="1837" y="5628"/>
                  </a:cubicBezTo>
                  <a:cubicBezTo>
                    <a:pt x="1837" y="5608"/>
                    <a:pt x="1823" y="5606"/>
                    <a:pt x="1806" y="5606"/>
                  </a:cubicBezTo>
                  <a:cubicBezTo>
                    <a:pt x="1802" y="5606"/>
                    <a:pt x="1798" y="5606"/>
                    <a:pt x="1793" y="5606"/>
                  </a:cubicBezTo>
                  <a:cubicBezTo>
                    <a:pt x="1781" y="5615"/>
                    <a:pt x="1751" y="5619"/>
                    <a:pt x="1714" y="5619"/>
                  </a:cubicBezTo>
                  <a:cubicBezTo>
                    <a:pt x="1628" y="5619"/>
                    <a:pt x="1505" y="5597"/>
                    <a:pt x="1499" y="5568"/>
                  </a:cubicBezTo>
                  <a:cubicBezTo>
                    <a:pt x="1481" y="5583"/>
                    <a:pt x="1474" y="5586"/>
                    <a:pt x="1466" y="5586"/>
                  </a:cubicBezTo>
                  <a:cubicBezTo>
                    <a:pt x="1462" y="5586"/>
                    <a:pt x="1456" y="5585"/>
                    <a:pt x="1449" y="5584"/>
                  </a:cubicBezTo>
                  <a:cubicBezTo>
                    <a:pt x="1446" y="5561"/>
                    <a:pt x="1439" y="5551"/>
                    <a:pt x="1431" y="5551"/>
                  </a:cubicBezTo>
                  <a:cubicBezTo>
                    <a:pt x="1420" y="5551"/>
                    <a:pt x="1407" y="5567"/>
                    <a:pt x="1399" y="5594"/>
                  </a:cubicBezTo>
                  <a:lnTo>
                    <a:pt x="1421" y="5603"/>
                  </a:lnTo>
                  <a:lnTo>
                    <a:pt x="1442" y="5606"/>
                  </a:lnTo>
                  <a:cubicBezTo>
                    <a:pt x="1437" y="5625"/>
                    <a:pt x="1424" y="5633"/>
                    <a:pt x="1412" y="5633"/>
                  </a:cubicBezTo>
                  <a:cubicBezTo>
                    <a:pt x="1391" y="5633"/>
                    <a:pt x="1370" y="5608"/>
                    <a:pt x="1386" y="5562"/>
                  </a:cubicBezTo>
                  <a:cubicBezTo>
                    <a:pt x="1384" y="5533"/>
                    <a:pt x="1384" y="5520"/>
                    <a:pt x="1377" y="5520"/>
                  </a:cubicBezTo>
                  <a:cubicBezTo>
                    <a:pt x="1372" y="5520"/>
                    <a:pt x="1362" y="5529"/>
                    <a:pt x="1345" y="5547"/>
                  </a:cubicBezTo>
                  <a:cubicBezTo>
                    <a:pt x="1330" y="5563"/>
                    <a:pt x="1316" y="5572"/>
                    <a:pt x="1306" y="5572"/>
                  </a:cubicBezTo>
                  <a:cubicBezTo>
                    <a:pt x="1292" y="5572"/>
                    <a:pt x="1284" y="5555"/>
                    <a:pt x="1286" y="5521"/>
                  </a:cubicBezTo>
                  <a:cubicBezTo>
                    <a:pt x="1297" y="5497"/>
                    <a:pt x="1303" y="5486"/>
                    <a:pt x="1300" y="5486"/>
                  </a:cubicBezTo>
                  <a:cubicBezTo>
                    <a:pt x="1297" y="5486"/>
                    <a:pt x="1287" y="5495"/>
                    <a:pt x="1267" y="5512"/>
                  </a:cubicBezTo>
                  <a:cubicBezTo>
                    <a:pt x="1231" y="5543"/>
                    <a:pt x="1196" y="5558"/>
                    <a:pt x="1172" y="5558"/>
                  </a:cubicBezTo>
                  <a:cubicBezTo>
                    <a:pt x="1139" y="5558"/>
                    <a:pt x="1127" y="5531"/>
                    <a:pt x="1157" y="5481"/>
                  </a:cubicBezTo>
                  <a:cubicBezTo>
                    <a:pt x="1182" y="5437"/>
                    <a:pt x="1179" y="5405"/>
                    <a:pt x="1160" y="5396"/>
                  </a:cubicBezTo>
                  <a:cubicBezTo>
                    <a:pt x="1157" y="5394"/>
                    <a:pt x="1153" y="5392"/>
                    <a:pt x="1150" y="5392"/>
                  </a:cubicBezTo>
                  <a:cubicBezTo>
                    <a:pt x="1136" y="5392"/>
                    <a:pt x="1126" y="5409"/>
                    <a:pt x="1113" y="5424"/>
                  </a:cubicBezTo>
                  <a:cubicBezTo>
                    <a:pt x="1109" y="5448"/>
                    <a:pt x="1104" y="5460"/>
                    <a:pt x="1098" y="5460"/>
                  </a:cubicBezTo>
                  <a:cubicBezTo>
                    <a:pt x="1090" y="5460"/>
                    <a:pt x="1083" y="5439"/>
                    <a:pt x="1079" y="5399"/>
                  </a:cubicBezTo>
                  <a:cubicBezTo>
                    <a:pt x="1070" y="5302"/>
                    <a:pt x="1048" y="5277"/>
                    <a:pt x="963" y="5268"/>
                  </a:cubicBezTo>
                  <a:cubicBezTo>
                    <a:pt x="881" y="5246"/>
                    <a:pt x="837" y="5202"/>
                    <a:pt x="882" y="5202"/>
                  </a:cubicBezTo>
                  <a:cubicBezTo>
                    <a:pt x="888" y="5202"/>
                    <a:pt x="896" y="5203"/>
                    <a:pt x="907" y="5205"/>
                  </a:cubicBezTo>
                  <a:cubicBezTo>
                    <a:pt x="972" y="5205"/>
                    <a:pt x="972" y="5205"/>
                    <a:pt x="925" y="5189"/>
                  </a:cubicBezTo>
                  <a:cubicBezTo>
                    <a:pt x="903" y="5164"/>
                    <a:pt x="882" y="5136"/>
                    <a:pt x="860" y="5108"/>
                  </a:cubicBezTo>
                  <a:cubicBezTo>
                    <a:pt x="850" y="5099"/>
                    <a:pt x="837" y="5094"/>
                    <a:pt x="823" y="5094"/>
                  </a:cubicBezTo>
                  <a:cubicBezTo>
                    <a:pt x="813" y="5094"/>
                    <a:pt x="803" y="5096"/>
                    <a:pt x="794" y="5102"/>
                  </a:cubicBezTo>
                  <a:cubicBezTo>
                    <a:pt x="825" y="5054"/>
                    <a:pt x="825" y="5007"/>
                    <a:pt x="759" y="4998"/>
                  </a:cubicBezTo>
                  <a:lnTo>
                    <a:pt x="740" y="4960"/>
                  </a:lnTo>
                  <a:cubicBezTo>
                    <a:pt x="734" y="4939"/>
                    <a:pt x="734" y="4939"/>
                    <a:pt x="700" y="4932"/>
                  </a:cubicBezTo>
                  <a:cubicBezTo>
                    <a:pt x="668" y="4923"/>
                    <a:pt x="681" y="4892"/>
                    <a:pt x="700" y="4860"/>
                  </a:cubicBezTo>
                  <a:cubicBezTo>
                    <a:pt x="714" y="4835"/>
                    <a:pt x="730" y="4812"/>
                    <a:pt x="716" y="4812"/>
                  </a:cubicBezTo>
                  <a:cubicBezTo>
                    <a:pt x="714" y="4812"/>
                    <a:pt x="712" y="4813"/>
                    <a:pt x="709" y="4813"/>
                  </a:cubicBezTo>
                  <a:cubicBezTo>
                    <a:pt x="706" y="4814"/>
                    <a:pt x="703" y="4815"/>
                    <a:pt x="699" y="4815"/>
                  </a:cubicBezTo>
                  <a:cubicBezTo>
                    <a:pt x="675" y="4815"/>
                    <a:pt x="643" y="4789"/>
                    <a:pt x="618" y="4776"/>
                  </a:cubicBezTo>
                  <a:cubicBezTo>
                    <a:pt x="593" y="4763"/>
                    <a:pt x="600" y="4743"/>
                    <a:pt x="620" y="4743"/>
                  </a:cubicBezTo>
                  <a:cubicBezTo>
                    <a:pt x="625" y="4743"/>
                    <a:pt x="631" y="4744"/>
                    <a:pt x="637" y="4747"/>
                  </a:cubicBezTo>
                  <a:cubicBezTo>
                    <a:pt x="662" y="4741"/>
                    <a:pt x="659" y="4741"/>
                    <a:pt x="675" y="4694"/>
                  </a:cubicBezTo>
                  <a:cubicBezTo>
                    <a:pt x="669" y="4677"/>
                    <a:pt x="663" y="4637"/>
                    <a:pt x="644" y="4637"/>
                  </a:cubicBezTo>
                  <a:cubicBezTo>
                    <a:pt x="643" y="4637"/>
                    <a:pt x="642" y="4637"/>
                    <a:pt x="640" y="4638"/>
                  </a:cubicBezTo>
                  <a:cubicBezTo>
                    <a:pt x="640" y="4638"/>
                    <a:pt x="640" y="4638"/>
                    <a:pt x="639" y="4638"/>
                  </a:cubicBezTo>
                  <a:cubicBezTo>
                    <a:pt x="612" y="4638"/>
                    <a:pt x="597" y="4512"/>
                    <a:pt x="621" y="4490"/>
                  </a:cubicBezTo>
                  <a:cubicBezTo>
                    <a:pt x="621" y="4490"/>
                    <a:pt x="618" y="4468"/>
                    <a:pt x="618" y="4447"/>
                  </a:cubicBezTo>
                  <a:cubicBezTo>
                    <a:pt x="615" y="4428"/>
                    <a:pt x="587" y="4409"/>
                    <a:pt x="587" y="4387"/>
                  </a:cubicBezTo>
                  <a:cubicBezTo>
                    <a:pt x="584" y="4368"/>
                    <a:pt x="571" y="4356"/>
                    <a:pt x="556" y="4346"/>
                  </a:cubicBezTo>
                  <a:cubicBezTo>
                    <a:pt x="556" y="4324"/>
                    <a:pt x="552" y="4306"/>
                    <a:pt x="578" y="4302"/>
                  </a:cubicBezTo>
                  <a:cubicBezTo>
                    <a:pt x="527" y="4287"/>
                    <a:pt x="527" y="4287"/>
                    <a:pt x="574" y="4259"/>
                  </a:cubicBezTo>
                  <a:cubicBezTo>
                    <a:pt x="625" y="4255"/>
                    <a:pt x="625" y="4255"/>
                    <a:pt x="571" y="4240"/>
                  </a:cubicBezTo>
                  <a:cubicBezTo>
                    <a:pt x="546" y="4221"/>
                    <a:pt x="546" y="4221"/>
                    <a:pt x="568" y="4196"/>
                  </a:cubicBezTo>
                  <a:cubicBezTo>
                    <a:pt x="591" y="4193"/>
                    <a:pt x="593" y="4177"/>
                    <a:pt x="573" y="4177"/>
                  </a:cubicBezTo>
                  <a:cubicBezTo>
                    <a:pt x="572" y="4177"/>
                    <a:pt x="570" y="4177"/>
                    <a:pt x="568" y="4177"/>
                  </a:cubicBezTo>
                  <a:cubicBezTo>
                    <a:pt x="515" y="4158"/>
                    <a:pt x="484" y="4099"/>
                    <a:pt x="534" y="4092"/>
                  </a:cubicBezTo>
                  <a:cubicBezTo>
                    <a:pt x="531" y="4077"/>
                    <a:pt x="521" y="4061"/>
                    <a:pt x="505" y="4055"/>
                  </a:cubicBezTo>
                  <a:cubicBezTo>
                    <a:pt x="452" y="4036"/>
                    <a:pt x="452" y="4036"/>
                    <a:pt x="502" y="4033"/>
                  </a:cubicBezTo>
                  <a:cubicBezTo>
                    <a:pt x="552" y="4008"/>
                    <a:pt x="549" y="3986"/>
                    <a:pt x="496" y="3970"/>
                  </a:cubicBezTo>
                  <a:cubicBezTo>
                    <a:pt x="480" y="3961"/>
                    <a:pt x="480" y="3939"/>
                    <a:pt x="493" y="3926"/>
                  </a:cubicBezTo>
                  <a:cubicBezTo>
                    <a:pt x="513" y="3886"/>
                    <a:pt x="525" y="3776"/>
                    <a:pt x="491" y="3776"/>
                  </a:cubicBezTo>
                  <a:cubicBezTo>
                    <a:pt x="488" y="3776"/>
                    <a:pt x="485" y="3777"/>
                    <a:pt x="480" y="3779"/>
                  </a:cubicBezTo>
                  <a:lnTo>
                    <a:pt x="477" y="3738"/>
                  </a:lnTo>
                  <a:cubicBezTo>
                    <a:pt x="496" y="3691"/>
                    <a:pt x="496" y="3672"/>
                    <a:pt x="468" y="3654"/>
                  </a:cubicBezTo>
                  <a:lnTo>
                    <a:pt x="440" y="3635"/>
                  </a:lnTo>
                  <a:cubicBezTo>
                    <a:pt x="465" y="3632"/>
                    <a:pt x="487" y="3613"/>
                    <a:pt x="487" y="3588"/>
                  </a:cubicBezTo>
                  <a:cubicBezTo>
                    <a:pt x="487" y="3572"/>
                    <a:pt x="487" y="3568"/>
                    <a:pt x="477" y="3568"/>
                  </a:cubicBezTo>
                  <a:cubicBezTo>
                    <a:pt x="473" y="3568"/>
                    <a:pt x="468" y="3568"/>
                    <a:pt x="462" y="3569"/>
                  </a:cubicBezTo>
                  <a:cubicBezTo>
                    <a:pt x="454" y="3576"/>
                    <a:pt x="449" y="3578"/>
                    <a:pt x="445" y="3578"/>
                  </a:cubicBezTo>
                  <a:cubicBezTo>
                    <a:pt x="436" y="3578"/>
                    <a:pt x="436" y="3563"/>
                    <a:pt x="433" y="3550"/>
                  </a:cubicBezTo>
                  <a:cubicBezTo>
                    <a:pt x="433" y="3525"/>
                    <a:pt x="455" y="3503"/>
                    <a:pt x="480" y="3503"/>
                  </a:cubicBezTo>
                  <a:lnTo>
                    <a:pt x="477" y="3481"/>
                  </a:lnTo>
                  <a:cubicBezTo>
                    <a:pt x="471" y="3482"/>
                    <a:pt x="466" y="3482"/>
                    <a:pt x="461" y="3482"/>
                  </a:cubicBezTo>
                  <a:cubicBezTo>
                    <a:pt x="427" y="3482"/>
                    <a:pt x="427" y="3465"/>
                    <a:pt x="449" y="3463"/>
                  </a:cubicBezTo>
                  <a:cubicBezTo>
                    <a:pt x="468" y="3447"/>
                    <a:pt x="474" y="3422"/>
                    <a:pt x="471" y="3397"/>
                  </a:cubicBezTo>
                  <a:lnTo>
                    <a:pt x="471" y="3397"/>
                  </a:lnTo>
                  <a:cubicBezTo>
                    <a:pt x="469" y="3397"/>
                    <a:pt x="468" y="3397"/>
                    <a:pt x="467" y="3397"/>
                  </a:cubicBezTo>
                  <a:cubicBezTo>
                    <a:pt x="455" y="3397"/>
                    <a:pt x="459" y="3388"/>
                    <a:pt x="465" y="3388"/>
                  </a:cubicBezTo>
                  <a:cubicBezTo>
                    <a:pt x="467" y="3388"/>
                    <a:pt x="470" y="3390"/>
                    <a:pt x="471" y="3397"/>
                  </a:cubicBezTo>
                  <a:lnTo>
                    <a:pt x="496" y="3394"/>
                  </a:lnTo>
                  <a:cubicBezTo>
                    <a:pt x="513" y="3377"/>
                    <a:pt x="502" y="3375"/>
                    <a:pt x="484" y="3375"/>
                  </a:cubicBezTo>
                  <a:cubicBezTo>
                    <a:pt x="479" y="3375"/>
                    <a:pt x="473" y="3375"/>
                    <a:pt x="468" y="3375"/>
                  </a:cubicBezTo>
                  <a:lnTo>
                    <a:pt x="465" y="3334"/>
                  </a:lnTo>
                  <a:cubicBezTo>
                    <a:pt x="463" y="3319"/>
                    <a:pt x="462" y="3304"/>
                    <a:pt x="454" y="3304"/>
                  </a:cubicBezTo>
                  <a:cubicBezTo>
                    <a:pt x="450" y="3304"/>
                    <a:pt x="444" y="3307"/>
                    <a:pt x="437" y="3315"/>
                  </a:cubicBezTo>
                  <a:cubicBezTo>
                    <a:pt x="429" y="3316"/>
                    <a:pt x="422" y="3317"/>
                    <a:pt x="415" y="3317"/>
                  </a:cubicBezTo>
                  <a:cubicBezTo>
                    <a:pt x="399" y="3317"/>
                    <a:pt x="385" y="3313"/>
                    <a:pt x="383" y="3300"/>
                  </a:cubicBezTo>
                  <a:cubicBezTo>
                    <a:pt x="367" y="3300"/>
                    <a:pt x="372" y="3290"/>
                    <a:pt x="378" y="3290"/>
                  </a:cubicBezTo>
                  <a:cubicBezTo>
                    <a:pt x="380" y="3290"/>
                    <a:pt x="383" y="3292"/>
                    <a:pt x="383" y="3300"/>
                  </a:cubicBezTo>
                  <a:cubicBezTo>
                    <a:pt x="408" y="3296"/>
                    <a:pt x="437" y="3293"/>
                    <a:pt x="433" y="3271"/>
                  </a:cubicBezTo>
                  <a:cubicBezTo>
                    <a:pt x="430" y="3253"/>
                    <a:pt x="455" y="3249"/>
                    <a:pt x="455" y="3249"/>
                  </a:cubicBezTo>
                  <a:cubicBezTo>
                    <a:pt x="460" y="3251"/>
                    <a:pt x="464" y="3251"/>
                    <a:pt x="467" y="3251"/>
                  </a:cubicBezTo>
                  <a:cubicBezTo>
                    <a:pt x="503" y="3251"/>
                    <a:pt x="472" y="3182"/>
                    <a:pt x="449" y="3165"/>
                  </a:cubicBezTo>
                  <a:cubicBezTo>
                    <a:pt x="396" y="3127"/>
                    <a:pt x="393" y="3105"/>
                    <a:pt x="443" y="3102"/>
                  </a:cubicBezTo>
                  <a:cubicBezTo>
                    <a:pt x="493" y="3096"/>
                    <a:pt x="440" y="3058"/>
                    <a:pt x="361" y="3046"/>
                  </a:cubicBezTo>
                  <a:lnTo>
                    <a:pt x="283" y="3030"/>
                  </a:lnTo>
                  <a:lnTo>
                    <a:pt x="358" y="3024"/>
                  </a:lnTo>
                  <a:cubicBezTo>
                    <a:pt x="458" y="2992"/>
                    <a:pt x="458" y="2992"/>
                    <a:pt x="402" y="2936"/>
                  </a:cubicBezTo>
                  <a:cubicBezTo>
                    <a:pt x="374" y="2895"/>
                    <a:pt x="374" y="2895"/>
                    <a:pt x="399" y="2892"/>
                  </a:cubicBezTo>
                  <a:cubicBezTo>
                    <a:pt x="424" y="2889"/>
                    <a:pt x="421" y="2870"/>
                    <a:pt x="415" y="2808"/>
                  </a:cubicBezTo>
                  <a:cubicBezTo>
                    <a:pt x="408" y="2742"/>
                    <a:pt x="408" y="2723"/>
                    <a:pt x="383" y="2723"/>
                  </a:cubicBezTo>
                  <a:lnTo>
                    <a:pt x="380" y="2682"/>
                  </a:lnTo>
                  <a:cubicBezTo>
                    <a:pt x="417" y="2663"/>
                    <a:pt x="408" y="2634"/>
                    <a:pt x="378" y="2634"/>
                  </a:cubicBezTo>
                  <a:cubicBezTo>
                    <a:pt x="370" y="2634"/>
                    <a:pt x="360" y="2636"/>
                    <a:pt x="349" y="2641"/>
                  </a:cubicBezTo>
                  <a:cubicBezTo>
                    <a:pt x="349" y="2641"/>
                    <a:pt x="349" y="2620"/>
                    <a:pt x="346" y="2601"/>
                  </a:cubicBezTo>
                  <a:lnTo>
                    <a:pt x="371" y="2598"/>
                  </a:lnTo>
                  <a:cubicBezTo>
                    <a:pt x="396" y="2594"/>
                    <a:pt x="393" y="2554"/>
                    <a:pt x="377" y="2384"/>
                  </a:cubicBezTo>
                  <a:cubicBezTo>
                    <a:pt x="359" y="2205"/>
                    <a:pt x="358" y="2177"/>
                    <a:pt x="316" y="2177"/>
                  </a:cubicBezTo>
                  <a:cubicBezTo>
                    <a:pt x="314" y="2177"/>
                    <a:pt x="311" y="2177"/>
                    <a:pt x="308" y="2178"/>
                  </a:cubicBezTo>
                  <a:cubicBezTo>
                    <a:pt x="255" y="2162"/>
                    <a:pt x="252" y="2140"/>
                    <a:pt x="302" y="2137"/>
                  </a:cubicBezTo>
                  <a:cubicBezTo>
                    <a:pt x="325" y="2134"/>
                    <a:pt x="349" y="2112"/>
                    <a:pt x="331" y="2112"/>
                  </a:cubicBezTo>
                  <a:cubicBezTo>
                    <a:pt x="330" y="2112"/>
                    <a:pt x="328" y="2112"/>
                    <a:pt x="327" y="2112"/>
                  </a:cubicBezTo>
                  <a:cubicBezTo>
                    <a:pt x="324" y="2090"/>
                    <a:pt x="330" y="2065"/>
                    <a:pt x="346" y="2046"/>
                  </a:cubicBezTo>
                  <a:cubicBezTo>
                    <a:pt x="387" y="1982"/>
                    <a:pt x="368" y="1961"/>
                    <a:pt x="342" y="1961"/>
                  </a:cubicBezTo>
                  <a:cubicBezTo>
                    <a:pt x="340" y="1961"/>
                    <a:pt x="338" y="1961"/>
                    <a:pt x="336" y="1961"/>
                  </a:cubicBezTo>
                  <a:cubicBezTo>
                    <a:pt x="322" y="1969"/>
                    <a:pt x="314" y="1973"/>
                    <a:pt x="310" y="1973"/>
                  </a:cubicBezTo>
                  <a:cubicBezTo>
                    <a:pt x="303" y="1973"/>
                    <a:pt x="319" y="1957"/>
                    <a:pt x="336" y="1939"/>
                  </a:cubicBezTo>
                  <a:cubicBezTo>
                    <a:pt x="357" y="1919"/>
                    <a:pt x="380" y="1895"/>
                    <a:pt x="362" y="1895"/>
                  </a:cubicBezTo>
                  <a:cubicBezTo>
                    <a:pt x="361" y="1895"/>
                    <a:pt x="360" y="1895"/>
                    <a:pt x="358" y="1896"/>
                  </a:cubicBezTo>
                  <a:cubicBezTo>
                    <a:pt x="330" y="1880"/>
                    <a:pt x="299" y="1748"/>
                    <a:pt x="352" y="1748"/>
                  </a:cubicBezTo>
                  <a:cubicBezTo>
                    <a:pt x="352" y="1748"/>
                    <a:pt x="352" y="1726"/>
                    <a:pt x="355" y="1704"/>
                  </a:cubicBezTo>
                  <a:cubicBezTo>
                    <a:pt x="330" y="1704"/>
                    <a:pt x="330" y="1661"/>
                    <a:pt x="336" y="1620"/>
                  </a:cubicBezTo>
                  <a:cubicBezTo>
                    <a:pt x="342" y="1581"/>
                    <a:pt x="345" y="1559"/>
                    <a:pt x="363" y="1559"/>
                  </a:cubicBezTo>
                  <a:cubicBezTo>
                    <a:pt x="365" y="1559"/>
                    <a:pt x="368" y="1560"/>
                    <a:pt x="371" y="1560"/>
                  </a:cubicBezTo>
                  <a:cubicBezTo>
                    <a:pt x="377" y="1567"/>
                    <a:pt x="382" y="1571"/>
                    <a:pt x="385" y="1571"/>
                  </a:cubicBezTo>
                  <a:cubicBezTo>
                    <a:pt x="393" y="1571"/>
                    <a:pt x="391" y="1550"/>
                    <a:pt x="380" y="1516"/>
                  </a:cubicBezTo>
                  <a:cubicBezTo>
                    <a:pt x="383" y="1498"/>
                    <a:pt x="342" y="1463"/>
                    <a:pt x="346" y="1441"/>
                  </a:cubicBezTo>
                  <a:cubicBezTo>
                    <a:pt x="324" y="1435"/>
                    <a:pt x="308" y="1410"/>
                    <a:pt x="311" y="1385"/>
                  </a:cubicBezTo>
                  <a:lnTo>
                    <a:pt x="311" y="1385"/>
                  </a:lnTo>
                  <a:lnTo>
                    <a:pt x="336" y="1391"/>
                  </a:lnTo>
                  <a:lnTo>
                    <a:pt x="383" y="1407"/>
                  </a:lnTo>
                  <a:cubicBezTo>
                    <a:pt x="390" y="1388"/>
                    <a:pt x="399" y="1366"/>
                    <a:pt x="374" y="1360"/>
                  </a:cubicBezTo>
                  <a:cubicBezTo>
                    <a:pt x="408" y="1347"/>
                    <a:pt x="411" y="1325"/>
                    <a:pt x="430" y="1288"/>
                  </a:cubicBezTo>
                  <a:cubicBezTo>
                    <a:pt x="452" y="1256"/>
                    <a:pt x="462" y="1216"/>
                    <a:pt x="458" y="1178"/>
                  </a:cubicBezTo>
                  <a:lnTo>
                    <a:pt x="458" y="1178"/>
                  </a:lnTo>
                  <a:cubicBezTo>
                    <a:pt x="460" y="1178"/>
                    <a:pt x="462" y="1178"/>
                    <a:pt x="463" y="1178"/>
                  </a:cubicBezTo>
                  <a:cubicBezTo>
                    <a:pt x="516" y="1178"/>
                    <a:pt x="580" y="1079"/>
                    <a:pt x="556" y="1034"/>
                  </a:cubicBezTo>
                  <a:cubicBezTo>
                    <a:pt x="537" y="1018"/>
                    <a:pt x="549" y="999"/>
                    <a:pt x="584" y="999"/>
                  </a:cubicBezTo>
                  <a:cubicBezTo>
                    <a:pt x="618" y="999"/>
                    <a:pt x="618" y="999"/>
                    <a:pt x="612" y="965"/>
                  </a:cubicBezTo>
                  <a:cubicBezTo>
                    <a:pt x="610" y="941"/>
                    <a:pt x="629" y="935"/>
                    <a:pt x="652" y="935"/>
                  </a:cubicBezTo>
                  <a:cubicBezTo>
                    <a:pt x="659" y="935"/>
                    <a:pt x="667" y="936"/>
                    <a:pt x="675" y="937"/>
                  </a:cubicBezTo>
                  <a:cubicBezTo>
                    <a:pt x="692" y="944"/>
                    <a:pt x="705" y="947"/>
                    <a:pt x="714" y="947"/>
                  </a:cubicBezTo>
                  <a:cubicBezTo>
                    <a:pt x="735" y="947"/>
                    <a:pt x="740" y="933"/>
                    <a:pt x="740" y="912"/>
                  </a:cubicBezTo>
                  <a:cubicBezTo>
                    <a:pt x="753" y="877"/>
                    <a:pt x="775" y="846"/>
                    <a:pt x="806" y="824"/>
                  </a:cubicBezTo>
                  <a:cubicBezTo>
                    <a:pt x="828" y="780"/>
                    <a:pt x="847" y="764"/>
                    <a:pt x="813" y="758"/>
                  </a:cubicBezTo>
                  <a:cubicBezTo>
                    <a:pt x="803" y="742"/>
                    <a:pt x="800" y="724"/>
                    <a:pt x="803" y="705"/>
                  </a:cubicBezTo>
                  <a:cubicBezTo>
                    <a:pt x="816" y="683"/>
                    <a:pt x="826" y="676"/>
                    <a:pt x="831" y="676"/>
                  </a:cubicBezTo>
                  <a:cubicBezTo>
                    <a:pt x="836" y="676"/>
                    <a:pt x="835" y="686"/>
                    <a:pt x="825" y="692"/>
                  </a:cubicBezTo>
                  <a:cubicBezTo>
                    <a:pt x="797" y="736"/>
                    <a:pt x="819" y="724"/>
                    <a:pt x="850" y="733"/>
                  </a:cubicBezTo>
                  <a:cubicBezTo>
                    <a:pt x="857" y="734"/>
                    <a:pt x="863" y="735"/>
                    <a:pt x="870" y="735"/>
                  </a:cubicBezTo>
                  <a:cubicBezTo>
                    <a:pt x="895" y="735"/>
                    <a:pt x="921" y="726"/>
                    <a:pt x="941" y="711"/>
                  </a:cubicBezTo>
                  <a:lnTo>
                    <a:pt x="1019" y="673"/>
                  </a:lnTo>
                  <a:cubicBezTo>
                    <a:pt x="1088" y="670"/>
                    <a:pt x="1110" y="667"/>
                    <a:pt x="1101" y="642"/>
                  </a:cubicBezTo>
                  <a:cubicBezTo>
                    <a:pt x="1092" y="614"/>
                    <a:pt x="1088" y="603"/>
                    <a:pt x="1088" y="603"/>
                  </a:cubicBezTo>
                  <a:lnTo>
                    <a:pt x="1088" y="603"/>
                  </a:lnTo>
                  <a:cubicBezTo>
                    <a:pt x="1089" y="603"/>
                    <a:pt x="1091" y="608"/>
                    <a:pt x="1095" y="617"/>
                  </a:cubicBezTo>
                  <a:cubicBezTo>
                    <a:pt x="1103" y="624"/>
                    <a:pt x="1121" y="628"/>
                    <a:pt x="1145" y="628"/>
                  </a:cubicBezTo>
                  <a:cubicBezTo>
                    <a:pt x="1224" y="628"/>
                    <a:pt x="1362" y="593"/>
                    <a:pt x="1377" y="554"/>
                  </a:cubicBezTo>
                  <a:lnTo>
                    <a:pt x="1380" y="579"/>
                  </a:lnTo>
                  <a:cubicBezTo>
                    <a:pt x="1380" y="596"/>
                    <a:pt x="1390" y="602"/>
                    <a:pt x="1409" y="602"/>
                  </a:cubicBezTo>
                  <a:cubicBezTo>
                    <a:pt x="1419" y="602"/>
                    <a:pt x="1431" y="600"/>
                    <a:pt x="1446" y="598"/>
                  </a:cubicBezTo>
                  <a:cubicBezTo>
                    <a:pt x="1499" y="583"/>
                    <a:pt x="1555" y="570"/>
                    <a:pt x="1612" y="557"/>
                  </a:cubicBezTo>
                  <a:cubicBezTo>
                    <a:pt x="1696" y="551"/>
                    <a:pt x="1759" y="545"/>
                    <a:pt x="1756" y="520"/>
                  </a:cubicBezTo>
                  <a:cubicBezTo>
                    <a:pt x="1778" y="520"/>
                    <a:pt x="1778" y="520"/>
                    <a:pt x="1778" y="545"/>
                  </a:cubicBezTo>
                  <a:cubicBezTo>
                    <a:pt x="1766" y="563"/>
                    <a:pt x="1773" y="568"/>
                    <a:pt x="1787" y="568"/>
                  </a:cubicBezTo>
                  <a:cubicBezTo>
                    <a:pt x="1792" y="568"/>
                    <a:pt x="1797" y="568"/>
                    <a:pt x="1803" y="567"/>
                  </a:cubicBezTo>
                  <a:cubicBezTo>
                    <a:pt x="1825" y="564"/>
                    <a:pt x="1822" y="539"/>
                    <a:pt x="1819" y="514"/>
                  </a:cubicBezTo>
                  <a:cubicBezTo>
                    <a:pt x="1817" y="500"/>
                    <a:pt x="1822" y="494"/>
                    <a:pt x="1835" y="494"/>
                  </a:cubicBezTo>
                  <a:cubicBezTo>
                    <a:pt x="1845" y="494"/>
                    <a:pt x="1861" y="499"/>
                    <a:pt x="1881" y="507"/>
                  </a:cubicBezTo>
                  <a:cubicBezTo>
                    <a:pt x="1904" y="516"/>
                    <a:pt x="1927" y="520"/>
                    <a:pt x="1950" y="520"/>
                  </a:cubicBezTo>
                  <a:cubicBezTo>
                    <a:pt x="1985" y="520"/>
                    <a:pt x="2020" y="511"/>
                    <a:pt x="2050" y="492"/>
                  </a:cubicBezTo>
                  <a:cubicBezTo>
                    <a:pt x="2055" y="492"/>
                    <a:pt x="2059" y="492"/>
                    <a:pt x="2063" y="492"/>
                  </a:cubicBezTo>
                  <a:cubicBezTo>
                    <a:pt x="2080" y="492"/>
                    <a:pt x="2095" y="494"/>
                    <a:pt x="2097" y="514"/>
                  </a:cubicBezTo>
                  <a:cubicBezTo>
                    <a:pt x="2110" y="531"/>
                    <a:pt x="2128" y="539"/>
                    <a:pt x="2146" y="539"/>
                  </a:cubicBezTo>
                  <a:cubicBezTo>
                    <a:pt x="2167" y="539"/>
                    <a:pt x="2189" y="527"/>
                    <a:pt x="2201" y="504"/>
                  </a:cubicBezTo>
                  <a:cubicBezTo>
                    <a:pt x="2223" y="504"/>
                    <a:pt x="2223" y="504"/>
                    <a:pt x="2226" y="529"/>
                  </a:cubicBezTo>
                  <a:cubicBezTo>
                    <a:pt x="2238" y="542"/>
                    <a:pt x="2245" y="555"/>
                    <a:pt x="2251" y="555"/>
                  </a:cubicBezTo>
                  <a:cubicBezTo>
                    <a:pt x="2255" y="555"/>
                    <a:pt x="2260" y="547"/>
                    <a:pt x="2267" y="523"/>
                  </a:cubicBezTo>
                  <a:cubicBezTo>
                    <a:pt x="2293" y="506"/>
                    <a:pt x="2323" y="497"/>
                    <a:pt x="2353" y="497"/>
                  </a:cubicBezTo>
                  <a:cubicBezTo>
                    <a:pt x="2374" y="497"/>
                    <a:pt x="2395" y="502"/>
                    <a:pt x="2414" y="510"/>
                  </a:cubicBezTo>
                  <a:cubicBezTo>
                    <a:pt x="2436" y="507"/>
                    <a:pt x="2458" y="507"/>
                    <a:pt x="2455" y="482"/>
                  </a:cubicBezTo>
                  <a:cubicBezTo>
                    <a:pt x="2454" y="473"/>
                    <a:pt x="2452" y="464"/>
                    <a:pt x="2452" y="457"/>
                  </a:cubicBezTo>
                  <a:lnTo>
                    <a:pt x="2452" y="457"/>
                  </a:lnTo>
                  <a:cubicBezTo>
                    <a:pt x="2464" y="480"/>
                    <a:pt x="2470" y="492"/>
                    <a:pt x="2475" y="492"/>
                  </a:cubicBezTo>
                  <a:cubicBezTo>
                    <a:pt x="2481" y="492"/>
                    <a:pt x="2486" y="478"/>
                    <a:pt x="2495" y="451"/>
                  </a:cubicBezTo>
                  <a:cubicBezTo>
                    <a:pt x="2494" y="438"/>
                    <a:pt x="2499" y="432"/>
                    <a:pt x="2504" y="432"/>
                  </a:cubicBezTo>
                  <a:cubicBezTo>
                    <a:pt x="2509" y="432"/>
                    <a:pt x="2514" y="438"/>
                    <a:pt x="2514" y="451"/>
                  </a:cubicBezTo>
                  <a:cubicBezTo>
                    <a:pt x="2527" y="463"/>
                    <a:pt x="2542" y="470"/>
                    <a:pt x="2561" y="473"/>
                  </a:cubicBezTo>
                  <a:cubicBezTo>
                    <a:pt x="2636" y="451"/>
                    <a:pt x="2712" y="435"/>
                    <a:pt x="2790" y="426"/>
                  </a:cubicBezTo>
                  <a:cubicBezTo>
                    <a:pt x="2959" y="410"/>
                    <a:pt x="3022" y="404"/>
                    <a:pt x="3019" y="379"/>
                  </a:cubicBezTo>
                  <a:cubicBezTo>
                    <a:pt x="3028" y="364"/>
                    <a:pt x="3033" y="357"/>
                    <a:pt x="3039" y="357"/>
                  </a:cubicBezTo>
                  <a:cubicBezTo>
                    <a:pt x="3044" y="357"/>
                    <a:pt x="3050" y="364"/>
                    <a:pt x="3063" y="376"/>
                  </a:cubicBezTo>
                  <a:cubicBezTo>
                    <a:pt x="3075" y="388"/>
                    <a:pt x="3093" y="396"/>
                    <a:pt x="3112" y="396"/>
                  </a:cubicBezTo>
                  <a:cubicBezTo>
                    <a:pt x="3118" y="396"/>
                    <a:pt x="3123" y="396"/>
                    <a:pt x="3128" y="395"/>
                  </a:cubicBezTo>
                  <a:cubicBezTo>
                    <a:pt x="3133" y="394"/>
                    <a:pt x="3138" y="393"/>
                    <a:pt x="3143" y="393"/>
                  </a:cubicBezTo>
                  <a:cubicBezTo>
                    <a:pt x="3157" y="393"/>
                    <a:pt x="3170" y="398"/>
                    <a:pt x="3172" y="416"/>
                  </a:cubicBezTo>
                  <a:cubicBezTo>
                    <a:pt x="3191" y="388"/>
                    <a:pt x="3191" y="388"/>
                    <a:pt x="3213" y="385"/>
                  </a:cubicBezTo>
                  <a:cubicBezTo>
                    <a:pt x="3213" y="397"/>
                    <a:pt x="3218" y="404"/>
                    <a:pt x="3226" y="404"/>
                  </a:cubicBezTo>
                  <a:cubicBezTo>
                    <a:pt x="3234" y="404"/>
                    <a:pt x="3244" y="397"/>
                    <a:pt x="3254" y="382"/>
                  </a:cubicBezTo>
                  <a:cubicBezTo>
                    <a:pt x="3262" y="357"/>
                    <a:pt x="3266" y="344"/>
                    <a:pt x="3268" y="344"/>
                  </a:cubicBezTo>
                  <a:cubicBezTo>
                    <a:pt x="3271" y="344"/>
                    <a:pt x="3273" y="357"/>
                    <a:pt x="3276" y="382"/>
                  </a:cubicBezTo>
                  <a:cubicBezTo>
                    <a:pt x="3278" y="399"/>
                    <a:pt x="3308" y="413"/>
                    <a:pt x="3320" y="413"/>
                  </a:cubicBezTo>
                  <a:cubicBezTo>
                    <a:pt x="3326" y="413"/>
                    <a:pt x="3328" y="409"/>
                    <a:pt x="3320" y="401"/>
                  </a:cubicBezTo>
                  <a:cubicBezTo>
                    <a:pt x="3316" y="376"/>
                    <a:pt x="3360" y="373"/>
                    <a:pt x="3379" y="344"/>
                  </a:cubicBezTo>
                  <a:cubicBezTo>
                    <a:pt x="3383" y="344"/>
                    <a:pt x="3387" y="344"/>
                    <a:pt x="3391" y="344"/>
                  </a:cubicBezTo>
                  <a:cubicBezTo>
                    <a:pt x="3406" y="344"/>
                    <a:pt x="3421" y="346"/>
                    <a:pt x="3423" y="366"/>
                  </a:cubicBezTo>
                  <a:cubicBezTo>
                    <a:pt x="3428" y="372"/>
                    <a:pt x="3438" y="375"/>
                    <a:pt x="3449" y="375"/>
                  </a:cubicBezTo>
                  <a:cubicBezTo>
                    <a:pt x="3488" y="375"/>
                    <a:pt x="3553" y="348"/>
                    <a:pt x="3567" y="329"/>
                  </a:cubicBezTo>
                  <a:cubicBezTo>
                    <a:pt x="3567" y="315"/>
                    <a:pt x="3572" y="308"/>
                    <a:pt x="3578" y="308"/>
                  </a:cubicBezTo>
                  <a:cubicBezTo>
                    <a:pt x="3583" y="308"/>
                    <a:pt x="3588" y="314"/>
                    <a:pt x="3589" y="326"/>
                  </a:cubicBezTo>
                  <a:cubicBezTo>
                    <a:pt x="3591" y="344"/>
                    <a:pt x="3604" y="349"/>
                    <a:pt x="3618" y="349"/>
                  </a:cubicBezTo>
                  <a:cubicBezTo>
                    <a:pt x="3623" y="349"/>
                    <a:pt x="3628" y="348"/>
                    <a:pt x="3633" y="348"/>
                  </a:cubicBezTo>
                  <a:cubicBezTo>
                    <a:pt x="3639" y="339"/>
                    <a:pt x="3643" y="335"/>
                    <a:pt x="3647" y="335"/>
                  </a:cubicBezTo>
                  <a:cubicBezTo>
                    <a:pt x="3654" y="335"/>
                    <a:pt x="3656" y="352"/>
                    <a:pt x="3658" y="369"/>
                  </a:cubicBezTo>
                  <a:cubicBezTo>
                    <a:pt x="3645" y="389"/>
                    <a:pt x="3651" y="393"/>
                    <a:pt x="3670" y="393"/>
                  </a:cubicBezTo>
                  <a:cubicBezTo>
                    <a:pt x="3678" y="393"/>
                    <a:pt x="3689" y="392"/>
                    <a:pt x="3702" y="391"/>
                  </a:cubicBezTo>
                  <a:cubicBezTo>
                    <a:pt x="3721" y="366"/>
                    <a:pt x="3805" y="357"/>
                    <a:pt x="3868" y="351"/>
                  </a:cubicBezTo>
                  <a:cubicBezTo>
                    <a:pt x="3975" y="341"/>
                    <a:pt x="3993" y="316"/>
                    <a:pt x="4031" y="260"/>
                  </a:cubicBezTo>
                  <a:lnTo>
                    <a:pt x="4047" y="210"/>
                  </a:lnTo>
                  <a:lnTo>
                    <a:pt x="4050" y="260"/>
                  </a:lnTo>
                  <a:cubicBezTo>
                    <a:pt x="4056" y="285"/>
                    <a:pt x="4065" y="310"/>
                    <a:pt x="4078" y="332"/>
                  </a:cubicBezTo>
                  <a:cubicBezTo>
                    <a:pt x="4100" y="332"/>
                    <a:pt x="4100" y="307"/>
                    <a:pt x="4097" y="282"/>
                  </a:cubicBezTo>
                  <a:cubicBezTo>
                    <a:pt x="4097" y="269"/>
                    <a:pt x="4103" y="262"/>
                    <a:pt x="4115" y="262"/>
                  </a:cubicBezTo>
                  <a:cubicBezTo>
                    <a:pt x="4126" y="262"/>
                    <a:pt x="4143" y="268"/>
                    <a:pt x="4166" y="279"/>
                  </a:cubicBezTo>
                  <a:cubicBezTo>
                    <a:pt x="4189" y="292"/>
                    <a:pt x="4205" y="299"/>
                    <a:pt x="4219" y="299"/>
                  </a:cubicBezTo>
                  <a:cubicBezTo>
                    <a:pt x="4231" y="299"/>
                    <a:pt x="4242" y="293"/>
                    <a:pt x="4253" y="282"/>
                  </a:cubicBezTo>
                  <a:cubicBezTo>
                    <a:pt x="4256" y="281"/>
                    <a:pt x="4259" y="281"/>
                    <a:pt x="4261" y="281"/>
                  </a:cubicBezTo>
                  <a:cubicBezTo>
                    <a:pt x="4284" y="281"/>
                    <a:pt x="4305" y="293"/>
                    <a:pt x="4316" y="313"/>
                  </a:cubicBezTo>
                  <a:cubicBezTo>
                    <a:pt x="4322" y="314"/>
                    <a:pt x="4326" y="314"/>
                    <a:pt x="4329" y="314"/>
                  </a:cubicBezTo>
                  <a:cubicBezTo>
                    <a:pt x="4338" y="314"/>
                    <a:pt x="4339" y="310"/>
                    <a:pt x="4341" y="291"/>
                  </a:cubicBezTo>
                  <a:cubicBezTo>
                    <a:pt x="4343" y="280"/>
                    <a:pt x="4349" y="274"/>
                    <a:pt x="4356" y="274"/>
                  </a:cubicBezTo>
                  <a:cubicBezTo>
                    <a:pt x="4365" y="274"/>
                    <a:pt x="4377" y="282"/>
                    <a:pt x="4385" y="297"/>
                  </a:cubicBezTo>
                  <a:cubicBezTo>
                    <a:pt x="4396" y="334"/>
                    <a:pt x="4427" y="353"/>
                    <a:pt x="4448" y="353"/>
                  </a:cubicBezTo>
                  <a:cubicBezTo>
                    <a:pt x="4458" y="353"/>
                    <a:pt x="4465" y="349"/>
                    <a:pt x="4467" y="341"/>
                  </a:cubicBezTo>
                  <a:cubicBezTo>
                    <a:pt x="4470" y="328"/>
                    <a:pt x="4479" y="324"/>
                    <a:pt x="4491" y="324"/>
                  </a:cubicBezTo>
                  <a:cubicBezTo>
                    <a:pt x="4499" y="324"/>
                    <a:pt x="4508" y="326"/>
                    <a:pt x="4517" y="329"/>
                  </a:cubicBezTo>
                  <a:cubicBezTo>
                    <a:pt x="4527" y="333"/>
                    <a:pt x="4538" y="335"/>
                    <a:pt x="4550" y="335"/>
                  </a:cubicBezTo>
                  <a:cubicBezTo>
                    <a:pt x="4563" y="335"/>
                    <a:pt x="4577" y="332"/>
                    <a:pt x="4589" y="326"/>
                  </a:cubicBezTo>
                  <a:lnTo>
                    <a:pt x="4630" y="341"/>
                  </a:lnTo>
                  <a:cubicBezTo>
                    <a:pt x="4647" y="349"/>
                    <a:pt x="4631" y="360"/>
                    <a:pt x="4615" y="360"/>
                  </a:cubicBezTo>
                  <a:cubicBezTo>
                    <a:pt x="4610" y="360"/>
                    <a:pt x="4605" y="359"/>
                    <a:pt x="4601" y="357"/>
                  </a:cubicBezTo>
                  <a:lnTo>
                    <a:pt x="4601" y="357"/>
                  </a:lnTo>
                  <a:lnTo>
                    <a:pt x="4611" y="388"/>
                  </a:lnTo>
                  <a:cubicBezTo>
                    <a:pt x="4642" y="399"/>
                    <a:pt x="4659" y="409"/>
                    <a:pt x="4678" y="409"/>
                  </a:cubicBezTo>
                  <a:cubicBezTo>
                    <a:pt x="4685" y="409"/>
                    <a:pt x="4693" y="408"/>
                    <a:pt x="4702" y="404"/>
                  </a:cubicBezTo>
                  <a:cubicBezTo>
                    <a:pt x="4722" y="386"/>
                    <a:pt x="4733" y="377"/>
                    <a:pt x="4737" y="377"/>
                  </a:cubicBezTo>
                  <a:lnTo>
                    <a:pt x="4737" y="377"/>
                  </a:lnTo>
                  <a:cubicBezTo>
                    <a:pt x="4741" y="377"/>
                    <a:pt x="4735" y="389"/>
                    <a:pt x="4724" y="413"/>
                  </a:cubicBezTo>
                  <a:cubicBezTo>
                    <a:pt x="4713" y="432"/>
                    <a:pt x="4718" y="457"/>
                    <a:pt x="4737" y="457"/>
                  </a:cubicBezTo>
                  <a:cubicBezTo>
                    <a:pt x="4740" y="457"/>
                    <a:pt x="4744" y="456"/>
                    <a:pt x="4749" y="454"/>
                  </a:cubicBezTo>
                  <a:cubicBezTo>
                    <a:pt x="4761" y="445"/>
                    <a:pt x="4771" y="441"/>
                    <a:pt x="4778" y="441"/>
                  </a:cubicBezTo>
                  <a:cubicBezTo>
                    <a:pt x="4795" y="441"/>
                    <a:pt x="4795" y="464"/>
                    <a:pt x="4786" y="479"/>
                  </a:cubicBezTo>
                  <a:cubicBezTo>
                    <a:pt x="4742" y="510"/>
                    <a:pt x="4742" y="507"/>
                    <a:pt x="4843" y="514"/>
                  </a:cubicBezTo>
                  <a:cubicBezTo>
                    <a:pt x="4877" y="539"/>
                    <a:pt x="4962" y="570"/>
                    <a:pt x="5012" y="617"/>
                  </a:cubicBezTo>
                  <a:cubicBezTo>
                    <a:pt x="5071" y="680"/>
                    <a:pt x="5103" y="714"/>
                    <a:pt x="5096" y="749"/>
                  </a:cubicBezTo>
                  <a:cubicBezTo>
                    <a:pt x="5094" y="751"/>
                    <a:pt x="5092" y="752"/>
                    <a:pt x="5090" y="754"/>
                  </a:cubicBezTo>
                  <a:lnTo>
                    <a:pt x="5090" y="754"/>
                  </a:lnTo>
                  <a:cubicBezTo>
                    <a:pt x="5097" y="750"/>
                    <a:pt x="5103" y="748"/>
                    <a:pt x="5109" y="748"/>
                  </a:cubicBezTo>
                  <a:cubicBezTo>
                    <a:pt x="5127" y="748"/>
                    <a:pt x="5142" y="767"/>
                    <a:pt x="5169" y="802"/>
                  </a:cubicBezTo>
                  <a:cubicBezTo>
                    <a:pt x="5175" y="852"/>
                    <a:pt x="5209" y="893"/>
                    <a:pt x="5259" y="905"/>
                  </a:cubicBezTo>
                  <a:lnTo>
                    <a:pt x="5238" y="865"/>
                  </a:lnTo>
                  <a:cubicBezTo>
                    <a:pt x="5249" y="857"/>
                    <a:pt x="5259" y="854"/>
                    <a:pt x="5267" y="854"/>
                  </a:cubicBezTo>
                  <a:cubicBezTo>
                    <a:pt x="5286" y="854"/>
                    <a:pt x="5293" y="875"/>
                    <a:pt x="5291" y="915"/>
                  </a:cubicBezTo>
                  <a:cubicBezTo>
                    <a:pt x="5300" y="934"/>
                    <a:pt x="5278" y="946"/>
                    <a:pt x="5256" y="955"/>
                  </a:cubicBezTo>
                  <a:cubicBezTo>
                    <a:pt x="5234" y="968"/>
                    <a:pt x="5222" y="993"/>
                    <a:pt x="5228" y="1018"/>
                  </a:cubicBezTo>
                  <a:cubicBezTo>
                    <a:pt x="5234" y="1030"/>
                    <a:pt x="5240" y="1042"/>
                    <a:pt x="5248" y="1042"/>
                  </a:cubicBezTo>
                  <a:cubicBezTo>
                    <a:pt x="5252" y="1042"/>
                    <a:pt x="5257" y="1038"/>
                    <a:pt x="5263" y="1028"/>
                  </a:cubicBezTo>
                  <a:cubicBezTo>
                    <a:pt x="5272" y="1022"/>
                    <a:pt x="5277" y="1019"/>
                    <a:pt x="5281" y="1019"/>
                  </a:cubicBezTo>
                  <a:cubicBezTo>
                    <a:pt x="5286" y="1019"/>
                    <a:pt x="5289" y="1024"/>
                    <a:pt x="5294" y="1037"/>
                  </a:cubicBezTo>
                  <a:cubicBezTo>
                    <a:pt x="5297" y="1062"/>
                    <a:pt x="5316" y="1081"/>
                    <a:pt x="5338" y="1090"/>
                  </a:cubicBezTo>
                  <a:cubicBezTo>
                    <a:pt x="5341" y="1089"/>
                    <a:pt x="5343" y="1089"/>
                    <a:pt x="5346" y="1089"/>
                  </a:cubicBezTo>
                  <a:cubicBezTo>
                    <a:pt x="5365" y="1089"/>
                    <a:pt x="5373" y="1108"/>
                    <a:pt x="5379" y="1128"/>
                  </a:cubicBezTo>
                  <a:cubicBezTo>
                    <a:pt x="5366" y="1150"/>
                    <a:pt x="5363" y="1175"/>
                    <a:pt x="5369" y="1200"/>
                  </a:cubicBezTo>
                  <a:lnTo>
                    <a:pt x="5344" y="1206"/>
                  </a:lnTo>
                  <a:cubicBezTo>
                    <a:pt x="5328" y="1212"/>
                    <a:pt x="5313" y="1222"/>
                    <a:pt x="5300" y="1238"/>
                  </a:cubicBezTo>
                  <a:cubicBezTo>
                    <a:pt x="5304" y="1251"/>
                    <a:pt x="5316" y="1254"/>
                    <a:pt x="5324" y="1254"/>
                  </a:cubicBezTo>
                  <a:cubicBezTo>
                    <a:pt x="5328" y="1254"/>
                    <a:pt x="5332" y="1253"/>
                    <a:pt x="5332" y="1253"/>
                  </a:cubicBezTo>
                  <a:cubicBezTo>
                    <a:pt x="5366" y="1253"/>
                    <a:pt x="5410" y="1761"/>
                    <a:pt x="5416" y="1824"/>
                  </a:cubicBezTo>
                  <a:cubicBezTo>
                    <a:pt x="5397" y="1861"/>
                    <a:pt x="5399" y="1913"/>
                    <a:pt x="5414" y="1913"/>
                  </a:cubicBezTo>
                  <a:cubicBezTo>
                    <a:pt x="5416" y="1913"/>
                    <a:pt x="5419" y="1911"/>
                    <a:pt x="5422" y="1908"/>
                  </a:cubicBezTo>
                  <a:cubicBezTo>
                    <a:pt x="5423" y="1908"/>
                    <a:pt x="5423" y="1908"/>
                    <a:pt x="5424" y="1908"/>
                  </a:cubicBezTo>
                  <a:cubicBezTo>
                    <a:pt x="5448" y="1908"/>
                    <a:pt x="5457" y="2010"/>
                    <a:pt x="5469" y="2137"/>
                  </a:cubicBezTo>
                  <a:cubicBezTo>
                    <a:pt x="5482" y="2282"/>
                    <a:pt x="5491" y="2388"/>
                    <a:pt x="5515" y="2388"/>
                  </a:cubicBezTo>
                  <a:cubicBezTo>
                    <a:pt x="5516" y="2388"/>
                    <a:pt x="5516" y="2388"/>
                    <a:pt x="5516" y="2388"/>
                  </a:cubicBezTo>
                  <a:lnTo>
                    <a:pt x="5523" y="2450"/>
                  </a:lnTo>
                  <a:cubicBezTo>
                    <a:pt x="5526" y="2491"/>
                    <a:pt x="5557" y="2532"/>
                    <a:pt x="5557" y="2554"/>
                  </a:cubicBezTo>
                  <a:cubicBezTo>
                    <a:pt x="5578" y="2567"/>
                    <a:pt x="5585" y="2583"/>
                    <a:pt x="5576" y="2583"/>
                  </a:cubicBezTo>
                  <a:cubicBezTo>
                    <a:pt x="5573" y="2583"/>
                    <a:pt x="5568" y="2581"/>
                    <a:pt x="5560" y="2576"/>
                  </a:cubicBezTo>
                  <a:cubicBezTo>
                    <a:pt x="5535" y="2576"/>
                    <a:pt x="5510" y="2579"/>
                    <a:pt x="5513" y="2601"/>
                  </a:cubicBezTo>
                  <a:cubicBezTo>
                    <a:pt x="5516" y="2633"/>
                    <a:pt x="5532" y="2640"/>
                    <a:pt x="5550" y="2640"/>
                  </a:cubicBezTo>
                  <a:cubicBezTo>
                    <a:pt x="5556" y="2640"/>
                    <a:pt x="5561" y="2639"/>
                    <a:pt x="5567" y="2638"/>
                  </a:cubicBezTo>
                  <a:cubicBezTo>
                    <a:pt x="5568" y="2638"/>
                    <a:pt x="5570" y="2638"/>
                    <a:pt x="5571" y="2638"/>
                  </a:cubicBezTo>
                  <a:cubicBezTo>
                    <a:pt x="5582" y="2638"/>
                    <a:pt x="5592" y="2646"/>
                    <a:pt x="5592" y="2657"/>
                  </a:cubicBezTo>
                  <a:cubicBezTo>
                    <a:pt x="5595" y="2679"/>
                    <a:pt x="5595" y="2679"/>
                    <a:pt x="5570" y="2679"/>
                  </a:cubicBezTo>
                  <a:lnTo>
                    <a:pt x="5520" y="2685"/>
                  </a:lnTo>
                  <a:lnTo>
                    <a:pt x="5523" y="2707"/>
                  </a:lnTo>
                  <a:cubicBezTo>
                    <a:pt x="5525" y="2707"/>
                    <a:pt x="5527" y="2706"/>
                    <a:pt x="5529" y="2706"/>
                  </a:cubicBezTo>
                  <a:cubicBezTo>
                    <a:pt x="5539" y="2706"/>
                    <a:pt x="5548" y="2713"/>
                    <a:pt x="5548" y="2726"/>
                  </a:cubicBezTo>
                  <a:cubicBezTo>
                    <a:pt x="5551" y="2745"/>
                    <a:pt x="5551" y="2745"/>
                    <a:pt x="5501" y="2751"/>
                  </a:cubicBezTo>
                  <a:cubicBezTo>
                    <a:pt x="5451" y="2754"/>
                    <a:pt x="5451" y="2776"/>
                    <a:pt x="5504" y="2792"/>
                  </a:cubicBezTo>
                  <a:lnTo>
                    <a:pt x="5532" y="2833"/>
                  </a:lnTo>
                  <a:cubicBezTo>
                    <a:pt x="5485" y="2858"/>
                    <a:pt x="5538" y="2895"/>
                    <a:pt x="5567" y="2914"/>
                  </a:cubicBezTo>
                  <a:cubicBezTo>
                    <a:pt x="5516" y="2939"/>
                    <a:pt x="5520" y="2961"/>
                    <a:pt x="5573" y="2977"/>
                  </a:cubicBezTo>
                  <a:cubicBezTo>
                    <a:pt x="5598" y="2977"/>
                    <a:pt x="5598" y="2996"/>
                    <a:pt x="5576" y="3021"/>
                  </a:cubicBezTo>
                  <a:cubicBezTo>
                    <a:pt x="5554" y="3043"/>
                    <a:pt x="5554" y="3065"/>
                    <a:pt x="5557" y="3105"/>
                  </a:cubicBezTo>
                  <a:cubicBezTo>
                    <a:pt x="5585" y="3124"/>
                    <a:pt x="5598" y="3274"/>
                    <a:pt x="5614" y="3441"/>
                  </a:cubicBezTo>
                  <a:cubicBezTo>
                    <a:pt x="5632" y="3632"/>
                    <a:pt x="5645" y="3757"/>
                    <a:pt x="5670" y="3757"/>
                  </a:cubicBezTo>
                  <a:cubicBezTo>
                    <a:pt x="5670" y="3776"/>
                    <a:pt x="5670" y="3776"/>
                    <a:pt x="5648" y="3801"/>
                  </a:cubicBezTo>
                  <a:cubicBezTo>
                    <a:pt x="5623" y="3804"/>
                    <a:pt x="5623" y="3823"/>
                    <a:pt x="5676" y="3842"/>
                  </a:cubicBezTo>
                  <a:cubicBezTo>
                    <a:pt x="5704" y="3861"/>
                    <a:pt x="5730" y="3857"/>
                    <a:pt x="5679" y="3861"/>
                  </a:cubicBezTo>
                  <a:cubicBezTo>
                    <a:pt x="5654" y="3864"/>
                    <a:pt x="5657" y="3908"/>
                    <a:pt x="5664" y="3992"/>
                  </a:cubicBezTo>
                  <a:cubicBezTo>
                    <a:pt x="5673" y="4051"/>
                    <a:pt x="5673" y="4143"/>
                    <a:pt x="5697" y="4143"/>
                  </a:cubicBezTo>
                  <a:cubicBezTo>
                    <a:pt x="5697" y="4143"/>
                    <a:pt x="5698" y="4143"/>
                    <a:pt x="5698" y="4143"/>
                  </a:cubicBezTo>
                  <a:cubicBezTo>
                    <a:pt x="5715" y="4170"/>
                    <a:pt x="5721" y="4182"/>
                    <a:pt x="5718" y="4182"/>
                  </a:cubicBezTo>
                  <a:cubicBezTo>
                    <a:pt x="5716" y="4182"/>
                    <a:pt x="5710" y="4177"/>
                    <a:pt x="5701" y="4168"/>
                  </a:cubicBezTo>
                  <a:cubicBezTo>
                    <a:pt x="5697" y="4166"/>
                    <a:pt x="5692" y="4165"/>
                    <a:pt x="5688" y="4165"/>
                  </a:cubicBezTo>
                  <a:cubicBezTo>
                    <a:pt x="5647" y="4165"/>
                    <a:pt x="5627" y="4259"/>
                    <a:pt x="5664" y="4324"/>
                  </a:cubicBezTo>
                  <a:cubicBezTo>
                    <a:pt x="5661" y="4345"/>
                    <a:pt x="5658" y="4365"/>
                    <a:pt x="5637" y="4365"/>
                  </a:cubicBezTo>
                  <a:cubicBezTo>
                    <a:pt x="5636" y="4365"/>
                    <a:pt x="5634" y="4365"/>
                    <a:pt x="5632" y="4365"/>
                  </a:cubicBezTo>
                  <a:cubicBezTo>
                    <a:pt x="5626" y="4403"/>
                    <a:pt x="5626" y="4440"/>
                    <a:pt x="5632" y="4478"/>
                  </a:cubicBezTo>
                  <a:cubicBezTo>
                    <a:pt x="5617" y="4528"/>
                    <a:pt x="5601" y="4578"/>
                    <a:pt x="5582" y="4625"/>
                  </a:cubicBezTo>
                  <a:cubicBezTo>
                    <a:pt x="5570" y="4657"/>
                    <a:pt x="5567" y="4688"/>
                    <a:pt x="5567" y="4719"/>
                  </a:cubicBezTo>
                  <a:cubicBezTo>
                    <a:pt x="5563" y="4727"/>
                    <a:pt x="5559" y="4735"/>
                    <a:pt x="5556" y="4741"/>
                  </a:cubicBezTo>
                  <a:lnTo>
                    <a:pt x="5556" y="4741"/>
                  </a:lnTo>
                  <a:cubicBezTo>
                    <a:pt x="5555" y="4740"/>
                    <a:pt x="5554" y="4740"/>
                    <a:pt x="5553" y="4740"/>
                  </a:cubicBezTo>
                  <a:cubicBezTo>
                    <a:pt x="5529" y="4740"/>
                    <a:pt x="5476" y="4836"/>
                    <a:pt x="5385" y="4951"/>
                  </a:cubicBezTo>
                  <a:cubicBezTo>
                    <a:pt x="5288" y="5066"/>
                    <a:pt x="5178" y="5139"/>
                    <a:pt x="5141" y="5139"/>
                  </a:cubicBezTo>
                  <a:cubicBezTo>
                    <a:pt x="5140" y="5139"/>
                    <a:pt x="5138" y="5139"/>
                    <a:pt x="5137" y="5139"/>
                  </a:cubicBezTo>
                  <a:cubicBezTo>
                    <a:pt x="5125" y="5152"/>
                    <a:pt x="5118" y="5167"/>
                    <a:pt x="5115" y="5183"/>
                  </a:cubicBezTo>
                  <a:cubicBezTo>
                    <a:pt x="5123" y="5226"/>
                    <a:pt x="5111" y="5244"/>
                    <a:pt x="5091" y="5244"/>
                  </a:cubicBezTo>
                  <a:cubicBezTo>
                    <a:pt x="5085" y="5244"/>
                    <a:pt x="5079" y="5242"/>
                    <a:pt x="5071" y="5239"/>
                  </a:cubicBezTo>
                  <a:cubicBezTo>
                    <a:pt x="5058" y="5232"/>
                    <a:pt x="5044" y="5229"/>
                    <a:pt x="5030" y="5229"/>
                  </a:cubicBezTo>
                  <a:cubicBezTo>
                    <a:pt x="4990" y="5229"/>
                    <a:pt x="4954" y="5258"/>
                    <a:pt x="4949" y="5302"/>
                  </a:cubicBezTo>
                  <a:lnTo>
                    <a:pt x="4940" y="5280"/>
                  </a:lnTo>
                  <a:cubicBezTo>
                    <a:pt x="4929" y="5270"/>
                    <a:pt x="4918" y="5266"/>
                    <a:pt x="4907" y="5266"/>
                  </a:cubicBezTo>
                  <a:cubicBezTo>
                    <a:pt x="4876" y="5266"/>
                    <a:pt x="4847" y="5301"/>
                    <a:pt x="4843" y="5343"/>
                  </a:cubicBezTo>
                  <a:cubicBezTo>
                    <a:pt x="4823" y="5333"/>
                    <a:pt x="4804" y="5321"/>
                    <a:pt x="4790" y="5321"/>
                  </a:cubicBezTo>
                  <a:cubicBezTo>
                    <a:pt x="4782" y="5321"/>
                    <a:pt x="4775" y="5325"/>
                    <a:pt x="4771" y="5337"/>
                  </a:cubicBezTo>
                  <a:cubicBezTo>
                    <a:pt x="4766" y="5337"/>
                    <a:pt x="4762" y="5338"/>
                    <a:pt x="4760" y="5338"/>
                  </a:cubicBezTo>
                  <a:cubicBezTo>
                    <a:pt x="4748" y="5338"/>
                    <a:pt x="4746" y="5330"/>
                    <a:pt x="4736" y="5293"/>
                  </a:cubicBezTo>
                  <a:cubicBezTo>
                    <a:pt x="4730" y="5270"/>
                    <a:pt x="4725" y="5248"/>
                    <a:pt x="4710" y="5248"/>
                  </a:cubicBezTo>
                  <a:cubicBezTo>
                    <a:pt x="4709" y="5248"/>
                    <a:pt x="4707" y="5248"/>
                    <a:pt x="4705" y="5249"/>
                  </a:cubicBezTo>
                  <a:cubicBezTo>
                    <a:pt x="4686" y="5252"/>
                    <a:pt x="4689" y="5277"/>
                    <a:pt x="4695" y="5302"/>
                  </a:cubicBezTo>
                  <a:cubicBezTo>
                    <a:pt x="4695" y="5302"/>
                    <a:pt x="4673" y="5305"/>
                    <a:pt x="4651" y="5308"/>
                  </a:cubicBezTo>
                  <a:cubicBezTo>
                    <a:pt x="4639" y="5311"/>
                    <a:pt x="4633" y="5324"/>
                    <a:pt x="4636" y="5337"/>
                  </a:cubicBezTo>
                  <a:cubicBezTo>
                    <a:pt x="4639" y="5362"/>
                    <a:pt x="4617" y="5365"/>
                    <a:pt x="4595" y="5368"/>
                  </a:cubicBezTo>
                  <a:cubicBezTo>
                    <a:pt x="4594" y="5361"/>
                    <a:pt x="4592" y="5358"/>
                    <a:pt x="4590" y="5358"/>
                  </a:cubicBezTo>
                  <a:cubicBezTo>
                    <a:pt x="4585" y="5358"/>
                    <a:pt x="4580" y="5377"/>
                    <a:pt x="4598" y="5393"/>
                  </a:cubicBezTo>
                  <a:cubicBezTo>
                    <a:pt x="4601" y="5418"/>
                    <a:pt x="4604" y="5443"/>
                    <a:pt x="4579" y="5446"/>
                  </a:cubicBezTo>
                  <a:lnTo>
                    <a:pt x="4586" y="5496"/>
                  </a:lnTo>
                  <a:cubicBezTo>
                    <a:pt x="4589" y="5547"/>
                    <a:pt x="4592" y="5572"/>
                    <a:pt x="4645" y="5590"/>
                  </a:cubicBezTo>
                  <a:cubicBezTo>
                    <a:pt x="4683" y="5595"/>
                    <a:pt x="4717" y="5597"/>
                    <a:pt x="4746" y="5597"/>
                  </a:cubicBezTo>
                  <a:cubicBezTo>
                    <a:pt x="4801" y="5597"/>
                    <a:pt x="4835" y="5587"/>
                    <a:pt x="4827" y="5556"/>
                  </a:cubicBezTo>
                  <a:cubicBezTo>
                    <a:pt x="4836" y="5537"/>
                    <a:pt x="4852" y="5525"/>
                    <a:pt x="4871" y="5518"/>
                  </a:cubicBezTo>
                  <a:cubicBezTo>
                    <a:pt x="4878" y="5517"/>
                    <a:pt x="4885" y="5516"/>
                    <a:pt x="4892" y="5516"/>
                  </a:cubicBezTo>
                  <a:cubicBezTo>
                    <a:pt x="4905" y="5516"/>
                    <a:pt x="4917" y="5519"/>
                    <a:pt x="4927" y="5525"/>
                  </a:cubicBezTo>
                  <a:cubicBezTo>
                    <a:pt x="4929" y="5530"/>
                    <a:pt x="4936" y="5533"/>
                    <a:pt x="4947" y="5533"/>
                  </a:cubicBezTo>
                  <a:cubicBezTo>
                    <a:pt x="4984" y="5533"/>
                    <a:pt x="5067" y="5501"/>
                    <a:pt x="5159" y="5452"/>
                  </a:cubicBezTo>
                  <a:cubicBezTo>
                    <a:pt x="5296" y="5373"/>
                    <a:pt x="5356" y="5321"/>
                    <a:pt x="5397" y="5321"/>
                  </a:cubicBezTo>
                  <a:cubicBezTo>
                    <a:pt x="5398" y="5321"/>
                    <a:pt x="5399" y="5321"/>
                    <a:pt x="5400" y="5321"/>
                  </a:cubicBezTo>
                  <a:cubicBezTo>
                    <a:pt x="5404" y="5321"/>
                    <a:pt x="5407" y="5322"/>
                    <a:pt x="5410" y="5322"/>
                  </a:cubicBezTo>
                  <a:cubicBezTo>
                    <a:pt x="5427" y="5322"/>
                    <a:pt x="5444" y="5316"/>
                    <a:pt x="5457" y="5305"/>
                  </a:cubicBezTo>
                  <a:cubicBezTo>
                    <a:pt x="5441" y="5286"/>
                    <a:pt x="5570" y="5180"/>
                    <a:pt x="5679" y="5020"/>
                  </a:cubicBezTo>
                  <a:cubicBezTo>
                    <a:pt x="5792" y="4863"/>
                    <a:pt x="5858" y="4682"/>
                    <a:pt x="5833" y="4672"/>
                  </a:cubicBezTo>
                  <a:lnTo>
                    <a:pt x="5852" y="4622"/>
                  </a:lnTo>
                  <a:cubicBezTo>
                    <a:pt x="5854" y="4623"/>
                    <a:pt x="5856" y="4623"/>
                    <a:pt x="5857" y="4623"/>
                  </a:cubicBezTo>
                  <a:cubicBezTo>
                    <a:pt x="5879" y="4623"/>
                    <a:pt x="5893" y="4574"/>
                    <a:pt x="5905" y="4525"/>
                  </a:cubicBezTo>
                  <a:cubicBezTo>
                    <a:pt x="5902" y="4487"/>
                    <a:pt x="5902" y="4450"/>
                    <a:pt x="5905" y="4412"/>
                  </a:cubicBezTo>
                  <a:cubicBezTo>
                    <a:pt x="5906" y="4412"/>
                    <a:pt x="5907" y="4412"/>
                    <a:pt x="5909" y="4412"/>
                  </a:cubicBezTo>
                  <a:cubicBezTo>
                    <a:pt x="5930" y="4412"/>
                    <a:pt x="5934" y="4384"/>
                    <a:pt x="5943" y="4334"/>
                  </a:cubicBezTo>
                  <a:cubicBezTo>
                    <a:pt x="5949" y="4277"/>
                    <a:pt x="5949" y="4252"/>
                    <a:pt x="5924" y="4249"/>
                  </a:cubicBezTo>
                  <a:cubicBezTo>
                    <a:pt x="5924" y="4237"/>
                    <a:pt x="5930" y="4180"/>
                    <a:pt x="5930" y="4121"/>
                  </a:cubicBezTo>
                  <a:cubicBezTo>
                    <a:pt x="5927" y="4067"/>
                    <a:pt x="5930" y="4017"/>
                    <a:pt x="5939" y="3964"/>
                  </a:cubicBezTo>
                  <a:cubicBezTo>
                    <a:pt x="5965" y="3942"/>
                    <a:pt x="5936" y="3923"/>
                    <a:pt x="5911" y="3904"/>
                  </a:cubicBezTo>
                  <a:cubicBezTo>
                    <a:pt x="5909" y="3905"/>
                    <a:pt x="5907" y="3905"/>
                    <a:pt x="5905" y="3905"/>
                  </a:cubicBezTo>
                  <a:cubicBezTo>
                    <a:pt x="5882" y="3905"/>
                    <a:pt x="5861" y="3890"/>
                    <a:pt x="5855" y="3867"/>
                  </a:cubicBezTo>
                  <a:lnTo>
                    <a:pt x="5905" y="3861"/>
                  </a:lnTo>
                  <a:cubicBezTo>
                    <a:pt x="5916" y="3868"/>
                    <a:pt x="5923" y="3873"/>
                    <a:pt x="5927" y="3873"/>
                  </a:cubicBezTo>
                  <a:cubicBezTo>
                    <a:pt x="5933" y="3873"/>
                    <a:pt x="5932" y="3863"/>
                    <a:pt x="5930" y="3839"/>
                  </a:cubicBezTo>
                  <a:lnTo>
                    <a:pt x="5924" y="3795"/>
                  </a:lnTo>
                  <a:cubicBezTo>
                    <a:pt x="5923" y="3795"/>
                    <a:pt x="5923" y="3795"/>
                    <a:pt x="5923" y="3795"/>
                  </a:cubicBezTo>
                  <a:cubicBezTo>
                    <a:pt x="5898" y="3795"/>
                    <a:pt x="5889" y="3689"/>
                    <a:pt x="5877" y="3544"/>
                  </a:cubicBezTo>
                  <a:cubicBezTo>
                    <a:pt x="5861" y="3356"/>
                    <a:pt x="5855" y="3293"/>
                    <a:pt x="5830" y="3293"/>
                  </a:cubicBezTo>
                  <a:cubicBezTo>
                    <a:pt x="5828" y="3293"/>
                    <a:pt x="5827" y="3294"/>
                    <a:pt x="5825" y="3294"/>
                  </a:cubicBezTo>
                  <a:cubicBezTo>
                    <a:pt x="5804" y="3294"/>
                    <a:pt x="5803" y="3270"/>
                    <a:pt x="5820" y="3209"/>
                  </a:cubicBezTo>
                  <a:cubicBezTo>
                    <a:pt x="5883" y="3077"/>
                    <a:pt x="5883" y="3077"/>
                    <a:pt x="5858" y="3058"/>
                  </a:cubicBezTo>
                  <a:lnTo>
                    <a:pt x="5858" y="3058"/>
                  </a:lnTo>
                  <a:cubicBezTo>
                    <a:pt x="5858" y="3080"/>
                    <a:pt x="5833" y="3080"/>
                    <a:pt x="5808" y="3083"/>
                  </a:cubicBezTo>
                  <a:cubicBezTo>
                    <a:pt x="5802" y="3084"/>
                    <a:pt x="5797" y="3084"/>
                    <a:pt x="5792" y="3084"/>
                  </a:cubicBezTo>
                  <a:cubicBezTo>
                    <a:pt x="5758" y="3084"/>
                    <a:pt x="5763" y="3065"/>
                    <a:pt x="5805" y="3043"/>
                  </a:cubicBezTo>
                  <a:cubicBezTo>
                    <a:pt x="5855" y="3036"/>
                    <a:pt x="5802" y="2723"/>
                    <a:pt x="5748" y="2707"/>
                  </a:cubicBezTo>
                  <a:cubicBezTo>
                    <a:pt x="5723" y="2707"/>
                    <a:pt x="5723" y="2707"/>
                    <a:pt x="5773" y="2704"/>
                  </a:cubicBezTo>
                  <a:cubicBezTo>
                    <a:pt x="5798" y="2701"/>
                    <a:pt x="5798" y="2679"/>
                    <a:pt x="5789" y="2594"/>
                  </a:cubicBezTo>
                  <a:cubicBezTo>
                    <a:pt x="5786" y="2554"/>
                    <a:pt x="5783" y="2532"/>
                    <a:pt x="5783" y="2532"/>
                  </a:cubicBezTo>
                  <a:cubicBezTo>
                    <a:pt x="5782" y="2532"/>
                    <a:pt x="5780" y="2532"/>
                    <a:pt x="5779" y="2532"/>
                  </a:cubicBezTo>
                  <a:cubicBezTo>
                    <a:pt x="5733" y="2532"/>
                    <a:pt x="5749" y="2409"/>
                    <a:pt x="5773" y="2406"/>
                  </a:cubicBezTo>
                  <a:cubicBezTo>
                    <a:pt x="5795" y="2381"/>
                    <a:pt x="5795" y="2381"/>
                    <a:pt x="5792" y="2341"/>
                  </a:cubicBezTo>
                  <a:cubicBezTo>
                    <a:pt x="5736" y="2281"/>
                    <a:pt x="5751" y="2175"/>
                    <a:pt x="5777" y="2171"/>
                  </a:cubicBezTo>
                  <a:cubicBezTo>
                    <a:pt x="5777" y="2171"/>
                    <a:pt x="5773" y="2149"/>
                    <a:pt x="5773" y="2131"/>
                  </a:cubicBezTo>
                  <a:cubicBezTo>
                    <a:pt x="5751" y="2109"/>
                    <a:pt x="5739" y="2077"/>
                    <a:pt x="5739" y="2046"/>
                  </a:cubicBezTo>
                  <a:cubicBezTo>
                    <a:pt x="5734" y="2000"/>
                    <a:pt x="5733" y="1976"/>
                    <a:pt x="5723" y="1976"/>
                  </a:cubicBezTo>
                  <a:cubicBezTo>
                    <a:pt x="5719" y="1976"/>
                    <a:pt x="5714" y="1980"/>
                    <a:pt x="5708" y="1987"/>
                  </a:cubicBezTo>
                  <a:cubicBezTo>
                    <a:pt x="5700" y="1987"/>
                    <a:pt x="5693" y="1988"/>
                    <a:pt x="5686" y="1988"/>
                  </a:cubicBezTo>
                  <a:cubicBezTo>
                    <a:pt x="5670" y="1988"/>
                    <a:pt x="5657" y="1984"/>
                    <a:pt x="5657" y="1971"/>
                  </a:cubicBezTo>
                  <a:lnTo>
                    <a:pt x="5683" y="1968"/>
                  </a:lnTo>
                  <a:cubicBezTo>
                    <a:pt x="5708" y="1965"/>
                    <a:pt x="5701" y="1902"/>
                    <a:pt x="5692" y="1817"/>
                  </a:cubicBezTo>
                  <a:cubicBezTo>
                    <a:pt x="5683" y="1711"/>
                    <a:pt x="5679" y="1670"/>
                    <a:pt x="5701" y="1645"/>
                  </a:cubicBezTo>
                  <a:lnTo>
                    <a:pt x="5676" y="1626"/>
                  </a:lnTo>
                  <a:cubicBezTo>
                    <a:pt x="5648" y="1607"/>
                    <a:pt x="5648" y="1589"/>
                    <a:pt x="5673" y="1585"/>
                  </a:cubicBezTo>
                  <a:cubicBezTo>
                    <a:pt x="5695" y="1560"/>
                    <a:pt x="5686" y="1479"/>
                    <a:pt x="5657" y="1438"/>
                  </a:cubicBezTo>
                  <a:cubicBezTo>
                    <a:pt x="5657" y="1416"/>
                    <a:pt x="5654" y="1394"/>
                    <a:pt x="5654" y="1394"/>
                  </a:cubicBezTo>
                  <a:cubicBezTo>
                    <a:pt x="5676" y="1385"/>
                    <a:pt x="5689" y="1363"/>
                    <a:pt x="5686" y="1338"/>
                  </a:cubicBezTo>
                  <a:cubicBezTo>
                    <a:pt x="5686" y="1310"/>
                    <a:pt x="5667" y="1285"/>
                    <a:pt x="5639" y="1275"/>
                  </a:cubicBezTo>
                  <a:cubicBezTo>
                    <a:pt x="5664" y="1272"/>
                    <a:pt x="5661" y="1244"/>
                    <a:pt x="5657" y="1219"/>
                  </a:cubicBezTo>
                  <a:cubicBezTo>
                    <a:pt x="5623" y="1169"/>
                    <a:pt x="5595" y="1065"/>
                    <a:pt x="5620" y="1056"/>
                  </a:cubicBezTo>
                  <a:cubicBezTo>
                    <a:pt x="5620" y="1056"/>
                    <a:pt x="5620" y="1056"/>
                    <a:pt x="5610" y="1031"/>
                  </a:cubicBezTo>
                  <a:cubicBezTo>
                    <a:pt x="5585" y="1015"/>
                    <a:pt x="5567" y="990"/>
                    <a:pt x="5560" y="959"/>
                  </a:cubicBezTo>
                  <a:cubicBezTo>
                    <a:pt x="5554" y="930"/>
                    <a:pt x="5532" y="905"/>
                    <a:pt x="5507" y="896"/>
                  </a:cubicBezTo>
                  <a:cubicBezTo>
                    <a:pt x="5485" y="887"/>
                    <a:pt x="5469" y="874"/>
                    <a:pt x="5460" y="858"/>
                  </a:cubicBezTo>
                  <a:cubicBezTo>
                    <a:pt x="5455" y="848"/>
                    <a:pt x="5458" y="844"/>
                    <a:pt x="5466" y="844"/>
                  </a:cubicBezTo>
                  <a:cubicBezTo>
                    <a:pt x="5477" y="844"/>
                    <a:pt x="5497" y="851"/>
                    <a:pt x="5516" y="858"/>
                  </a:cubicBezTo>
                  <a:cubicBezTo>
                    <a:pt x="5526" y="866"/>
                    <a:pt x="5532" y="870"/>
                    <a:pt x="5535" y="870"/>
                  </a:cubicBezTo>
                  <a:cubicBezTo>
                    <a:pt x="5548" y="870"/>
                    <a:pt x="5513" y="812"/>
                    <a:pt x="5447" y="774"/>
                  </a:cubicBezTo>
                  <a:cubicBezTo>
                    <a:pt x="5397" y="749"/>
                    <a:pt x="5377" y="740"/>
                    <a:pt x="5383" y="740"/>
                  </a:cubicBezTo>
                  <a:cubicBezTo>
                    <a:pt x="5387" y="740"/>
                    <a:pt x="5404" y="744"/>
                    <a:pt x="5432" y="752"/>
                  </a:cubicBezTo>
                  <a:cubicBezTo>
                    <a:pt x="5451" y="756"/>
                    <a:pt x="5469" y="762"/>
                    <a:pt x="5476" y="762"/>
                  </a:cubicBezTo>
                  <a:cubicBezTo>
                    <a:pt x="5483" y="762"/>
                    <a:pt x="5479" y="756"/>
                    <a:pt x="5454" y="739"/>
                  </a:cubicBezTo>
                  <a:cubicBezTo>
                    <a:pt x="5454" y="739"/>
                    <a:pt x="5432" y="703"/>
                    <a:pt x="5412" y="703"/>
                  </a:cubicBezTo>
                  <a:cubicBezTo>
                    <a:pt x="5409" y="703"/>
                    <a:pt x="5406" y="703"/>
                    <a:pt x="5404" y="705"/>
                  </a:cubicBezTo>
                  <a:cubicBezTo>
                    <a:pt x="5391" y="683"/>
                    <a:pt x="5375" y="661"/>
                    <a:pt x="5360" y="639"/>
                  </a:cubicBezTo>
                  <a:cubicBezTo>
                    <a:pt x="5353" y="601"/>
                    <a:pt x="5338" y="567"/>
                    <a:pt x="5316" y="539"/>
                  </a:cubicBezTo>
                  <a:cubicBezTo>
                    <a:pt x="5278" y="532"/>
                    <a:pt x="5278" y="536"/>
                    <a:pt x="5278" y="498"/>
                  </a:cubicBezTo>
                  <a:cubicBezTo>
                    <a:pt x="5289" y="487"/>
                    <a:pt x="5287" y="476"/>
                    <a:pt x="5276" y="476"/>
                  </a:cubicBezTo>
                  <a:cubicBezTo>
                    <a:pt x="5268" y="476"/>
                    <a:pt x="5256" y="481"/>
                    <a:pt x="5241" y="495"/>
                  </a:cubicBezTo>
                  <a:cubicBezTo>
                    <a:pt x="5209" y="495"/>
                    <a:pt x="5184" y="470"/>
                    <a:pt x="5184" y="435"/>
                  </a:cubicBezTo>
                  <a:cubicBezTo>
                    <a:pt x="5212" y="410"/>
                    <a:pt x="5207" y="393"/>
                    <a:pt x="5197" y="393"/>
                  </a:cubicBezTo>
                  <a:cubicBezTo>
                    <a:pt x="5193" y="393"/>
                    <a:pt x="5188" y="396"/>
                    <a:pt x="5184" y="401"/>
                  </a:cubicBezTo>
                  <a:cubicBezTo>
                    <a:pt x="5162" y="401"/>
                    <a:pt x="5143" y="395"/>
                    <a:pt x="5125" y="382"/>
                  </a:cubicBezTo>
                  <a:cubicBezTo>
                    <a:pt x="5143" y="363"/>
                    <a:pt x="4959" y="197"/>
                    <a:pt x="4724" y="109"/>
                  </a:cubicBezTo>
                  <a:cubicBezTo>
                    <a:pt x="4718" y="107"/>
                    <a:pt x="4712" y="106"/>
                    <a:pt x="4706" y="106"/>
                  </a:cubicBezTo>
                  <a:cubicBezTo>
                    <a:pt x="4687" y="106"/>
                    <a:pt x="4667" y="118"/>
                    <a:pt x="4658" y="138"/>
                  </a:cubicBezTo>
                  <a:cubicBezTo>
                    <a:pt x="4650" y="156"/>
                    <a:pt x="4647" y="164"/>
                    <a:pt x="4645" y="164"/>
                  </a:cubicBezTo>
                  <a:cubicBezTo>
                    <a:pt x="4642" y="164"/>
                    <a:pt x="4642" y="147"/>
                    <a:pt x="4633" y="128"/>
                  </a:cubicBezTo>
                  <a:cubicBezTo>
                    <a:pt x="4633" y="84"/>
                    <a:pt x="4616" y="60"/>
                    <a:pt x="4602" y="60"/>
                  </a:cubicBezTo>
                  <a:cubicBezTo>
                    <a:pt x="4590" y="60"/>
                    <a:pt x="4580" y="77"/>
                    <a:pt x="4583" y="112"/>
                  </a:cubicBezTo>
                  <a:cubicBezTo>
                    <a:pt x="4587" y="138"/>
                    <a:pt x="4589" y="152"/>
                    <a:pt x="4586" y="152"/>
                  </a:cubicBezTo>
                  <a:cubicBezTo>
                    <a:pt x="4583" y="152"/>
                    <a:pt x="4574" y="137"/>
                    <a:pt x="4554" y="106"/>
                  </a:cubicBezTo>
                  <a:cubicBezTo>
                    <a:pt x="4543" y="88"/>
                    <a:pt x="4539" y="80"/>
                    <a:pt x="4531" y="80"/>
                  </a:cubicBezTo>
                  <a:cubicBezTo>
                    <a:pt x="4525" y="80"/>
                    <a:pt x="4517" y="84"/>
                    <a:pt x="4504" y="91"/>
                  </a:cubicBezTo>
                  <a:cubicBezTo>
                    <a:pt x="4501" y="102"/>
                    <a:pt x="4495" y="107"/>
                    <a:pt x="4489" y="107"/>
                  </a:cubicBezTo>
                  <a:cubicBezTo>
                    <a:pt x="4482" y="107"/>
                    <a:pt x="4476" y="98"/>
                    <a:pt x="4479" y="84"/>
                  </a:cubicBezTo>
                  <a:cubicBezTo>
                    <a:pt x="4465" y="61"/>
                    <a:pt x="4448" y="42"/>
                    <a:pt x="4439" y="42"/>
                  </a:cubicBezTo>
                  <a:cubicBezTo>
                    <a:pt x="4435" y="42"/>
                    <a:pt x="4433" y="44"/>
                    <a:pt x="4432" y="50"/>
                  </a:cubicBezTo>
                  <a:cubicBezTo>
                    <a:pt x="4410" y="47"/>
                    <a:pt x="4395" y="34"/>
                    <a:pt x="4382" y="18"/>
                  </a:cubicBezTo>
                  <a:cubicBezTo>
                    <a:pt x="4373" y="7"/>
                    <a:pt x="4364" y="3"/>
                    <a:pt x="4354" y="3"/>
                  </a:cubicBezTo>
                  <a:cubicBezTo>
                    <a:pt x="4335" y="3"/>
                    <a:pt x="4316" y="18"/>
                    <a:pt x="4297" y="34"/>
                  </a:cubicBezTo>
                  <a:cubicBezTo>
                    <a:pt x="4256" y="55"/>
                    <a:pt x="4230" y="66"/>
                    <a:pt x="4217" y="66"/>
                  </a:cubicBezTo>
                  <a:cubicBezTo>
                    <a:pt x="4203" y="66"/>
                    <a:pt x="4203" y="54"/>
                    <a:pt x="4216" y="28"/>
                  </a:cubicBezTo>
                  <a:cubicBezTo>
                    <a:pt x="4228" y="9"/>
                    <a:pt x="4215" y="1"/>
                    <a:pt x="4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37"/>
            <p:cNvSpPr/>
            <p:nvPr/>
          </p:nvSpPr>
          <p:spPr>
            <a:xfrm>
              <a:off x="4036389" y="3297031"/>
              <a:ext cx="141531" cy="24314"/>
            </a:xfrm>
            <a:custGeom>
              <a:avLst/>
              <a:gdLst/>
              <a:ahLst/>
              <a:cxnLst/>
              <a:rect l="l" t="t" r="r" b="b"/>
              <a:pathLst>
                <a:path w="8168" h="1414" extrusionOk="0">
                  <a:moveTo>
                    <a:pt x="8093" y="58"/>
                  </a:moveTo>
                  <a:lnTo>
                    <a:pt x="8093" y="58"/>
                  </a:lnTo>
                  <a:cubicBezTo>
                    <a:pt x="8099" y="58"/>
                    <a:pt x="8098" y="94"/>
                    <a:pt x="8089" y="132"/>
                  </a:cubicBezTo>
                  <a:cubicBezTo>
                    <a:pt x="8086" y="157"/>
                    <a:pt x="8085" y="170"/>
                    <a:pt x="8083" y="170"/>
                  </a:cubicBezTo>
                  <a:cubicBezTo>
                    <a:pt x="8082" y="170"/>
                    <a:pt x="8082" y="157"/>
                    <a:pt x="8080" y="132"/>
                  </a:cubicBezTo>
                  <a:cubicBezTo>
                    <a:pt x="8077" y="107"/>
                    <a:pt x="8074" y="82"/>
                    <a:pt x="8083" y="79"/>
                  </a:cubicBezTo>
                  <a:cubicBezTo>
                    <a:pt x="8088" y="64"/>
                    <a:pt x="8091" y="58"/>
                    <a:pt x="8093" y="58"/>
                  </a:cubicBezTo>
                  <a:close/>
                  <a:moveTo>
                    <a:pt x="6739" y="220"/>
                  </a:moveTo>
                  <a:cubicBezTo>
                    <a:pt x="6748" y="220"/>
                    <a:pt x="6748" y="220"/>
                    <a:pt x="6751" y="245"/>
                  </a:cubicBezTo>
                  <a:cubicBezTo>
                    <a:pt x="6754" y="270"/>
                    <a:pt x="6745" y="295"/>
                    <a:pt x="6736" y="298"/>
                  </a:cubicBezTo>
                  <a:cubicBezTo>
                    <a:pt x="6726" y="298"/>
                    <a:pt x="6723" y="245"/>
                    <a:pt x="6739" y="220"/>
                  </a:cubicBezTo>
                  <a:close/>
                  <a:moveTo>
                    <a:pt x="5695" y="282"/>
                  </a:moveTo>
                  <a:cubicBezTo>
                    <a:pt x="5698" y="308"/>
                    <a:pt x="5701" y="333"/>
                    <a:pt x="5692" y="333"/>
                  </a:cubicBezTo>
                  <a:lnTo>
                    <a:pt x="5679" y="308"/>
                  </a:lnTo>
                  <a:lnTo>
                    <a:pt x="5686" y="282"/>
                  </a:lnTo>
                  <a:close/>
                  <a:moveTo>
                    <a:pt x="5573" y="317"/>
                  </a:moveTo>
                  <a:cubicBezTo>
                    <a:pt x="5582" y="317"/>
                    <a:pt x="5582" y="317"/>
                    <a:pt x="5585" y="342"/>
                  </a:cubicBezTo>
                  <a:cubicBezTo>
                    <a:pt x="5585" y="342"/>
                    <a:pt x="5589" y="367"/>
                    <a:pt x="5579" y="367"/>
                  </a:cubicBezTo>
                  <a:lnTo>
                    <a:pt x="5567" y="345"/>
                  </a:lnTo>
                  <a:cubicBezTo>
                    <a:pt x="5563" y="317"/>
                    <a:pt x="5573" y="317"/>
                    <a:pt x="5573" y="317"/>
                  </a:cubicBezTo>
                  <a:close/>
                  <a:moveTo>
                    <a:pt x="6428" y="338"/>
                  </a:moveTo>
                  <a:cubicBezTo>
                    <a:pt x="6429" y="338"/>
                    <a:pt x="6431" y="341"/>
                    <a:pt x="6432" y="348"/>
                  </a:cubicBezTo>
                  <a:cubicBezTo>
                    <a:pt x="6432" y="364"/>
                    <a:pt x="6432" y="383"/>
                    <a:pt x="6428" y="398"/>
                  </a:cubicBezTo>
                  <a:cubicBezTo>
                    <a:pt x="6428" y="398"/>
                    <a:pt x="6424" y="412"/>
                    <a:pt x="6420" y="412"/>
                  </a:cubicBezTo>
                  <a:cubicBezTo>
                    <a:pt x="6418" y="412"/>
                    <a:pt x="6417" y="409"/>
                    <a:pt x="6416" y="402"/>
                  </a:cubicBezTo>
                  <a:lnTo>
                    <a:pt x="6416" y="376"/>
                  </a:lnTo>
                  <a:cubicBezTo>
                    <a:pt x="6420" y="356"/>
                    <a:pt x="6425" y="338"/>
                    <a:pt x="6428" y="338"/>
                  </a:cubicBezTo>
                  <a:close/>
                  <a:moveTo>
                    <a:pt x="6038" y="382"/>
                  </a:moveTo>
                  <a:cubicBezTo>
                    <a:pt x="6046" y="382"/>
                    <a:pt x="6049" y="405"/>
                    <a:pt x="6049" y="405"/>
                  </a:cubicBezTo>
                  <a:cubicBezTo>
                    <a:pt x="6049" y="405"/>
                    <a:pt x="6052" y="433"/>
                    <a:pt x="6043" y="433"/>
                  </a:cubicBezTo>
                  <a:cubicBezTo>
                    <a:pt x="6034" y="417"/>
                    <a:pt x="6030" y="398"/>
                    <a:pt x="6027" y="383"/>
                  </a:cubicBezTo>
                  <a:lnTo>
                    <a:pt x="6037" y="383"/>
                  </a:lnTo>
                  <a:cubicBezTo>
                    <a:pt x="6037" y="383"/>
                    <a:pt x="6038" y="382"/>
                    <a:pt x="6038" y="382"/>
                  </a:cubicBezTo>
                  <a:close/>
                  <a:moveTo>
                    <a:pt x="5946" y="439"/>
                  </a:moveTo>
                  <a:cubicBezTo>
                    <a:pt x="5955" y="439"/>
                    <a:pt x="5955" y="439"/>
                    <a:pt x="5958" y="464"/>
                  </a:cubicBezTo>
                  <a:lnTo>
                    <a:pt x="5949" y="467"/>
                  </a:lnTo>
                  <a:lnTo>
                    <a:pt x="5936" y="442"/>
                  </a:lnTo>
                  <a:lnTo>
                    <a:pt x="5946" y="439"/>
                  </a:lnTo>
                  <a:close/>
                  <a:moveTo>
                    <a:pt x="5849" y="449"/>
                  </a:moveTo>
                  <a:cubicBezTo>
                    <a:pt x="5858" y="449"/>
                    <a:pt x="5858" y="449"/>
                    <a:pt x="5861" y="474"/>
                  </a:cubicBezTo>
                  <a:lnTo>
                    <a:pt x="5852" y="474"/>
                  </a:lnTo>
                  <a:lnTo>
                    <a:pt x="5839" y="449"/>
                  </a:lnTo>
                  <a:close/>
                  <a:moveTo>
                    <a:pt x="5784" y="435"/>
                  </a:moveTo>
                  <a:cubicBezTo>
                    <a:pt x="5788" y="435"/>
                    <a:pt x="5791" y="441"/>
                    <a:pt x="5792" y="455"/>
                  </a:cubicBezTo>
                  <a:cubicBezTo>
                    <a:pt x="5795" y="480"/>
                    <a:pt x="5795" y="480"/>
                    <a:pt x="5786" y="480"/>
                  </a:cubicBezTo>
                  <a:cubicBezTo>
                    <a:pt x="5764" y="480"/>
                    <a:pt x="5764" y="480"/>
                    <a:pt x="5773" y="455"/>
                  </a:cubicBezTo>
                  <a:cubicBezTo>
                    <a:pt x="5777" y="442"/>
                    <a:pt x="5781" y="435"/>
                    <a:pt x="5784" y="435"/>
                  </a:cubicBezTo>
                  <a:close/>
                  <a:moveTo>
                    <a:pt x="5926" y="481"/>
                  </a:moveTo>
                  <a:cubicBezTo>
                    <a:pt x="5925" y="481"/>
                    <a:pt x="5923" y="484"/>
                    <a:pt x="5921" y="492"/>
                  </a:cubicBezTo>
                  <a:cubicBezTo>
                    <a:pt x="5927" y="492"/>
                    <a:pt x="5928" y="481"/>
                    <a:pt x="5926" y="481"/>
                  </a:cubicBezTo>
                  <a:close/>
                  <a:moveTo>
                    <a:pt x="2245" y="496"/>
                  </a:moveTo>
                  <a:cubicBezTo>
                    <a:pt x="2223" y="499"/>
                    <a:pt x="2223" y="499"/>
                    <a:pt x="2235" y="524"/>
                  </a:cubicBezTo>
                  <a:lnTo>
                    <a:pt x="2254" y="521"/>
                  </a:lnTo>
                  <a:cubicBezTo>
                    <a:pt x="2254" y="496"/>
                    <a:pt x="2254" y="496"/>
                    <a:pt x="2245" y="496"/>
                  </a:cubicBezTo>
                  <a:close/>
                  <a:moveTo>
                    <a:pt x="3583" y="511"/>
                  </a:moveTo>
                  <a:cubicBezTo>
                    <a:pt x="3586" y="536"/>
                    <a:pt x="3589" y="561"/>
                    <a:pt x="3580" y="564"/>
                  </a:cubicBezTo>
                  <a:lnTo>
                    <a:pt x="3570" y="564"/>
                  </a:lnTo>
                  <a:cubicBezTo>
                    <a:pt x="3570" y="546"/>
                    <a:pt x="3570" y="530"/>
                    <a:pt x="3574" y="511"/>
                  </a:cubicBezTo>
                  <a:close/>
                  <a:moveTo>
                    <a:pt x="4789" y="539"/>
                  </a:moveTo>
                  <a:cubicBezTo>
                    <a:pt x="4793" y="564"/>
                    <a:pt x="4796" y="590"/>
                    <a:pt x="4786" y="590"/>
                  </a:cubicBezTo>
                  <a:lnTo>
                    <a:pt x="4777" y="590"/>
                  </a:lnTo>
                  <a:cubicBezTo>
                    <a:pt x="4777" y="574"/>
                    <a:pt x="4777" y="555"/>
                    <a:pt x="4780" y="539"/>
                  </a:cubicBezTo>
                  <a:close/>
                  <a:moveTo>
                    <a:pt x="4400" y="598"/>
                  </a:moveTo>
                  <a:cubicBezTo>
                    <a:pt x="4407" y="598"/>
                    <a:pt x="4408" y="602"/>
                    <a:pt x="4410" y="621"/>
                  </a:cubicBezTo>
                  <a:cubicBezTo>
                    <a:pt x="4413" y="646"/>
                    <a:pt x="4395" y="649"/>
                    <a:pt x="4385" y="649"/>
                  </a:cubicBezTo>
                  <a:cubicBezTo>
                    <a:pt x="4373" y="624"/>
                    <a:pt x="4379" y="599"/>
                    <a:pt x="4388" y="599"/>
                  </a:cubicBezTo>
                  <a:cubicBezTo>
                    <a:pt x="4393" y="598"/>
                    <a:pt x="4397" y="598"/>
                    <a:pt x="4400" y="598"/>
                  </a:cubicBezTo>
                  <a:close/>
                  <a:moveTo>
                    <a:pt x="1747" y="668"/>
                  </a:moveTo>
                  <a:lnTo>
                    <a:pt x="1747" y="671"/>
                  </a:lnTo>
                  <a:lnTo>
                    <a:pt x="1747" y="668"/>
                  </a:lnTo>
                  <a:close/>
                  <a:moveTo>
                    <a:pt x="1747" y="671"/>
                  </a:moveTo>
                  <a:lnTo>
                    <a:pt x="1747" y="674"/>
                  </a:lnTo>
                  <a:lnTo>
                    <a:pt x="1747" y="671"/>
                  </a:lnTo>
                  <a:close/>
                  <a:moveTo>
                    <a:pt x="1747" y="674"/>
                  </a:moveTo>
                  <a:lnTo>
                    <a:pt x="1748" y="680"/>
                  </a:lnTo>
                  <a:lnTo>
                    <a:pt x="1747" y="674"/>
                  </a:lnTo>
                  <a:close/>
                  <a:moveTo>
                    <a:pt x="1748" y="680"/>
                  </a:moveTo>
                  <a:lnTo>
                    <a:pt x="1748" y="684"/>
                  </a:lnTo>
                  <a:lnTo>
                    <a:pt x="1748" y="680"/>
                  </a:lnTo>
                  <a:close/>
                  <a:moveTo>
                    <a:pt x="1748" y="684"/>
                  </a:moveTo>
                  <a:lnTo>
                    <a:pt x="1749" y="685"/>
                  </a:lnTo>
                  <a:lnTo>
                    <a:pt x="1748" y="684"/>
                  </a:lnTo>
                  <a:close/>
                  <a:moveTo>
                    <a:pt x="1749" y="685"/>
                  </a:moveTo>
                  <a:lnTo>
                    <a:pt x="1749" y="687"/>
                  </a:lnTo>
                  <a:lnTo>
                    <a:pt x="1749" y="685"/>
                  </a:lnTo>
                  <a:close/>
                  <a:moveTo>
                    <a:pt x="1749" y="687"/>
                  </a:moveTo>
                  <a:lnTo>
                    <a:pt x="1749" y="688"/>
                  </a:lnTo>
                  <a:lnTo>
                    <a:pt x="1749" y="687"/>
                  </a:lnTo>
                  <a:close/>
                  <a:moveTo>
                    <a:pt x="1749" y="688"/>
                  </a:moveTo>
                  <a:lnTo>
                    <a:pt x="1749" y="690"/>
                  </a:lnTo>
                  <a:lnTo>
                    <a:pt x="1749" y="688"/>
                  </a:lnTo>
                  <a:close/>
                  <a:moveTo>
                    <a:pt x="1749" y="690"/>
                  </a:moveTo>
                  <a:lnTo>
                    <a:pt x="1750" y="693"/>
                  </a:lnTo>
                  <a:lnTo>
                    <a:pt x="1749" y="690"/>
                  </a:lnTo>
                  <a:close/>
                  <a:moveTo>
                    <a:pt x="1750" y="693"/>
                  </a:moveTo>
                  <a:lnTo>
                    <a:pt x="1750" y="693"/>
                  </a:lnTo>
                  <a:lnTo>
                    <a:pt x="1750" y="693"/>
                  </a:lnTo>
                  <a:close/>
                  <a:moveTo>
                    <a:pt x="1750" y="693"/>
                  </a:moveTo>
                  <a:lnTo>
                    <a:pt x="1750" y="693"/>
                  </a:lnTo>
                  <a:lnTo>
                    <a:pt x="1750" y="693"/>
                  </a:lnTo>
                  <a:close/>
                  <a:moveTo>
                    <a:pt x="1750" y="693"/>
                  </a:moveTo>
                  <a:lnTo>
                    <a:pt x="1750" y="695"/>
                  </a:lnTo>
                  <a:lnTo>
                    <a:pt x="1750" y="693"/>
                  </a:lnTo>
                  <a:lnTo>
                    <a:pt x="1750" y="693"/>
                  </a:lnTo>
                  <a:close/>
                  <a:moveTo>
                    <a:pt x="1750" y="695"/>
                  </a:moveTo>
                  <a:lnTo>
                    <a:pt x="1750" y="697"/>
                  </a:lnTo>
                  <a:lnTo>
                    <a:pt x="1750" y="695"/>
                  </a:lnTo>
                  <a:close/>
                  <a:moveTo>
                    <a:pt x="1750" y="697"/>
                  </a:moveTo>
                  <a:lnTo>
                    <a:pt x="1750" y="699"/>
                  </a:lnTo>
                  <a:lnTo>
                    <a:pt x="1750" y="697"/>
                  </a:lnTo>
                  <a:close/>
                  <a:moveTo>
                    <a:pt x="1750" y="699"/>
                  </a:moveTo>
                  <a:lnTo>
                    <a:pt x="1751" y="701"/>
                  </a:lnTo>
                  <a:lnTo>
                    <a:pt x="1750" y="699"/>
                  </a:lnTo>
                  <a:close/>
                  <a:moveTo>
                    <a:pt x="1751" y="701"/>
                  </a:moveTo>
                  <a:lnTo>
                    <a:pt x="1751" y="701"/>
                  </a:lnTo>
                  <a:lnTo>
                    <a:pt x="1751" y="701"/>
                  </a:lnTo>
                  <a:close/>
                  <a:moveTo>
                    <a:pt x="1751" y="701"/>
                  </a:moveTo>
                  <a:lnTo>
                    <a:pt x="1751" y="702"/>
                  </a:lnTo>
                  <a:lnTo>
                    <a:pt x="1751" y="701"/>
                  </a:lnTo>
                  <a:close/>
                  <a:moveTo>
                    <a:pt x="1751" y="702"/>
                  </a:moveTo>
                  <a:lnTo>
                    <a:pt x="1751" y="704"/>
                  </a:lnTo>
                  <a:lnTo>
                    <a:pt x="1751" y="702"/>
                  </a:lnTo>
                  <a:close/>
                  <a:moveTo>
                    <a:pt x="1751" y="704"/>
                  </a:moveTo>
                  <a:lnTo>
                    <a:pt x="1751" y="705"/>
                  </a:lnTo>
                  <a:lnTo>
                    <a:pt x="1751" y="704"/>
                  </a:lnTo>
                  <a:close/>
                  <a:moveTo>
                    <a:pt x="1751" y="705"/>
                  </a:moveTo>
                  <a:lnTo>
                    <a:pt x="1751" y="706"/>
                  </a:lnTo>
                  <a:lnTo>
                    <a:pt x="1751" y="705"/>
                  </a:lnTo>
                  <a:close/>
                  <a:moveTo>
                    <a:pt x="3724" y="652"/>
                  </a:moveTo>
                  <a:lnTo>
                    <a:pt x="3724" y="652"/>
                  </a:lnTo>
                  <a:cubicBezTo>
                    <a:pt x="3727" y="680"/>
                    <a:pt x="3730" y="706"/>
                    <a:pt x="3721" y="706"/>
                  </a:cubicBezTo>
                  <a:lnTo>
                    <a:pt x="3708" y="680"/>
                  </a:lnTo>
                  <a:lnTo>
                    <a:pt x="3715" y="655"/>
                  </a:lnTo>
                  <a:lnTo>
                    <a:pt x="3724" y="652"/>
                  </a:lnTo>
                  <a:close/>
                  <a:moveTo>
                    <a:pt x="1751" y="706"/>
                  </a:moveTo>
                  <a:lnTo>
                    <a:pt x="1751" y="707"/>
                  </a:lnTo>
                  <a:lnTo>
                    <a:pt x="1751" y="706"/>
                  </a:lnTo>
                  <a:close/>
                  <a:moveTo>
                    <a:pt x="1751" y="707"/>
                  </a:moveTo>
                  <a:lnTo>
                    <a:pt x="1752" y="709"/>
                  </a:lnTo>
                  <a:lnTo>
                    <a:pt x="1751" y="707"/>
                  </a:lnTo>
                  <a:close/>
                  <a:moveTo>
                    <a:pt x="1752" y="709"/>
                  </a:moveTo>
                  <a:lnTo>
                    <a:pt x="1752" y="709"/>
                  </a:lnTo>
                  <a:lnTo>
                    <a:pt x="1752" y="709"/>
                  </a:lnTo>
                  <a:close/>
                  <a:moveTo>
                    <a:pt x="1752" y="709"/>
                  </a:moveTo>
                  <a:lnTo>
                    <a:pt x="1752" y="710"/>
                  </a:lnTo>
                  <a:lnTo>
                    <a:pt x="1752" y="709"/>
                  </a:lnTo>
                  <a:close/>
                  <a:moveTo>
                    <a:pt x="2273" y="699"/>
                  </a:moveTo>
                  <a:cubicBezTo>
                    <a:pt x="2273" y="708"/>
                    <a:pt x="2272" y="710"/>
                    <a:pt x="2271" y="710"/>
                  </a:cubicBezTo>
                  <a:cubicBezTo>
                    <a:pt x="2269" y="710"/>
                    <a:pt x="2267" y="699"/>
                    <a:pt x="2273" y="699"/>
                  </a:cubicBezTo>
                  <a:close/>
                  <a:moveTo>
                    <a:pt x="1752" y="710"/>
                  </a:moveTo>
                  <a:lnTo>
                    <a:pt x="1752" y="712"/>
                  </a:lnTo>
                  <a:lnTo>
                    <a:pt x="1752" y="710"/>
                  </a:lnTo>
                  <a:close/>
                  <a:moveTo>
                    <a:pt x="1752" y="712"/>
                  </a:moveTo>
                  <a:lnTo>
                    <a:pt x="1752" y="712"/>
                  </a:lnTo>
                  <a:lnTo>
                    <a:pt x="1752" y="712"/>
                  </a:lnTo>
                  <a:close/>
                  <a:moveTo>
                    <a:pt x="1752" y="712"/>
                  </a:moveTo>
                  <a:lnTo>
                    <a:pt x="1752" y="712"/>
                  </a:lnTo>
                  <a:lnTo>
                    <a:pt x="1752" y="712"/>
                  </a:lnTo>
                  <a:close/>
                  <a:moveTo>
                    <a:pt x="1752" y="712"/>
                  </a:moveTo>
                  <a:lnTo>
                    <a:pt x="1752" y="715"/>
                  </a:lnTo>
                  <a:lnTo>
                    <a:pt x="1752" y="712"/>
                  </a:lnTo>
                  <a:close/>
                  <a:moveTo>
                    <a:pt x="1752" y="715"/>
                  </a:moveTo>
                  <a:lnTo>
                    <a:pt x="1752" y="715"/>
                  </a:lnTo>
                  <a:lnTo>
                    <a:pt x="1752" y="715"/>
                  </a:lnTo>
                  <a:close/>
                  <a:moveTo>
                    <a:pt x="1752" y="715"/>
                  </a:moveTo>
                  <a:lnTo>
                    <a:pt x="1752" y="716"/>
                  </a:lnTo>
                  <a:lnTo>
                    <a:pt x="1752" y="715"/>
                  </a:lnTo>
                  <a:close/>
                  <a:moveTo>
                    <a:pt x="1752" y="716"/>
                  </a:moveTo>
                  <a:lnTo>
                    <a:pt x="1753" y="718"/>
                  </a:lnTo>
                  <a:lnTo>
                    <a:pt x="1752" y="716"/>
                  </a:lnTo>
                  <a:close/>
                  <a:moveTo>
                    <a:pt x="2079" y="690"/>
                  </a:moveTo>
                  <a:cubicBezTo>
                    <a:pt x="2082" y="709"/>
                    <a:pt x="2085" y="724"/>
                    <a:pt x="2094" y="740"/>
                  </a:cubicBezTo>
                  <a:cubicBezTo>
                    <a:pt x="2104" y="740"/>
                    <a:pt x="2101" y="715"/>
                    <a:pt x="2101" y="715"/>
                  </a:cubicBezTo>
                  <a:cubicBezTo>
                    <a:pt x="2101" y="715"/>
                    <a:pt x="2098" y="690"/>
                    <a:pt x="2088" y="690"/>
                  </a:cubicBezTo>
                  <a:close/>
                  <a:moveTo>
                    <a:pt x="3435" y="704"/>
                  </a:moveTo>
                  <a:cubicBezTo>
                    <a:pt x="3439" y="704"/>
                    <a:pt x="3440" y="709"/>
                    <a:pt x="3442" y="731"/>
                  </a:cubicBezTo>
                  <a:cubicBezTo>
                    <a:pt x="3442" y="746"/>
                    <a:pt x="3442" y="765"/>
                    <a:pt x="3436" y="781"/>
                  </a:cubicBezTo>
                  <a:cubicBezTo>
                    <a:pt x="3426" y="781"/>
                    <a:pt x="3433" y="731"/>
                    <a:pt x="3429" y="706"/>
                  </a:cubicBezTo>
                  <a:cubicBezTo>
                    <a:pt x="3432" y="705"/>
                    <a:pt x="3433" y="704"/>
                    <a:pt x="3435" y="704"/>
                  </a:cubicBezTo>
                  <a:close/>
                  <a:moveTo>
                    <a:pt x="1991" y="774"/>
                  </a:moveTo>
                  <a:cubicBezTo>
                    <a:pt x="2000" y="774"/>
                    <a:pt x="2000" y="774"/>
                    <a:pt x="2003" y="800"/>
                  </a:cubicBezTo>
                  <a:lnTo>
                    <a:pt x="1994" y="800"/>
                  </a:lnTo>
                  <a:lnTo>
                    <a:pt x="1982" y="774"/>
                  </a:lnTo>
                  <a:close/>
                  <a:moveTo>
                    <a:pt x="3210" y="749"/>
                  </a:moveTo>
                  <a:cubicBezTo>
                    <a:pt x="3213" y="774"/>
                    <a:pt x="3216" y="800"/>
                    <a:pt x="3207" y="800"/>
                  </a:cubicBezTo>
                  <a:lnTo>
                    <a:pt x="3194" y="774"/>
                  </a:lnTo>
                  <a:lnTo>
                    <a:pt x="3201" y="749"/>
                  </a:lnTo>
                  <a:close/>
                  <a:moveTo>
                    <a:pt x="2580" y="749"/>
                  </a:moveTo>
                  <a:lnTo>
                    <a:pt x="2580" y="749"/>
                  </a:lnTo>
                  <a:cubicBezTo>
                    <a:pt x="2583" y="774"/>
                    <a:pt x="2586" y="803"/>
                    <a:pt x="2574" y="803"/>
                  </a:cubicBezTo>
                  <a:lnTo>
                    <a:pt x="2564" y="778"/>
                  </a:lnTo>
                  <a:lnTo>
                    <a:pt x="2571" y="753"/>
                  </a:lnTo>
                  <a:lnTo>
                    <a:pt x="2580" y="749"/>
                  </a:lnTo>
                  <a:close/>
                  <a:moveTo>
                    <a:pt x="2496" y="741"/>
                  </a:moveTo>
                  <a:cubicBezTo>
                    <a:pt x="2500" y="741"/>
                    <a:pt x="2507" y="752"/>
                    <a:pt x="2514" y="781"/>
                  </a:cubicBezTo>
                  <a:cubicBezTo>
                    <a:pt x="2517" y="806"/>
                    <a:pt x="2517" y="806"/>
                    <a:pt x="2508" y="809"/>
                  </a:cubicBezTo>
                  <a:cubicBezTo>
                    <a:pt x="2502" y="793"/>
                    <a:pt x="2495" y="774"/>
                    <a:pt x="2492" y="759"/>
                  </a:cubicBezTo>
                  <a:cubicBezTo>
                    <a:pt x="2491" y="748"/>
                    <a:pt x="2493" y="741"/>
                    <a:pt x="2496" y="741"/>
                  </a:cubicBezTo>
                  <a:close/>
                  <a:moveTo>
                    <a:pt x="1909" y="771"/>
                  </a:moveTo>
                  <a:cubicBezTo>
                    <a:pt x="1915" y="771"/>
                    <a:pt x="1921" y="794"/>
                    <a:pt x="1919" y="831"/>
                  </a:cubicBezTo>
                  <a:lnTo>
                    <a:pt x="1900" y="834"/>
                  </a:lnTo>
                  <a:lnTo>
                    <a:pt x="1900" y="834"/>
                  </a:lnTo>
                  <a:cubicBezTo>
                    <a:pt x="1897" y="809"/>
                    <a:pt x="1894" y="784"/>
                    <a:pt x="1903" y="781"/>
                  </a:cubicBezTo>
                  <a:cubicBezTo>
                    <a:pt x="1905" y="774"/>
                    <a:pt x="1907" y="771"/>
                    <a:pt x="1909" y="771"/>
                  </a:cubicBezTo>
                  <a:close/>
                  <a:moveTo>
                    <a:pt x="2345" y="821"/>
                  </a:moveTo>
                  <a:cubicBezTo>
                    <a:pt x="2354" y="821"/>
                    <a:pt x="2358" y="847"/>
                    <a:pt x="2358" y="847"/>
                  </a:cubicBezTo>
                  <a:cubicBezTo>
                    <a:pt x="2358" y="855"/>
                    <a:pt x="2357" y="858"/>
                    <a:pt x="2355" y="858"/>
                  </a:cubicBezTo>
                  <a:cubicBezTo>
                    <a:pt x="2351" y="858"/>
                    <a:pt x="2345" y="847"/>
                    <a:pt x="2339" y="847"/>
                  </a:cubicBezTo>
                  <a:lnTo>
                    <a:pt x="2339" y="850"/>
                  </a:lnTo>
                  <a:cubicBezTo>
                    <a:pt x="2326" y="825"/>
                    <a:pt x="2326" y="825"/>
                    <a:pt x="2345" y="821"/>
                  </a:cubicBezTo>
                  <a:close/>
                  <a:moveTo>
                    <a:pt x="1568" y="768"/>
                  </a:moveTo>
                  <a:cubicBezTo>
                    <a:pt x="1570" y="768"/>
                    <a:pt x="1570" y="781"/>
                    <a:pt x="1568" y="812"/>
                  </a:cubicBezTo>
                  <a:lnTo>
                    <a:pt x="1552" y="862"/>
                  </a:lnTo>
                  <a:cubicBezTo>
                    <a:pt x="1543" y="862"/>
                    <a:pt x="1549" y="837"/>
                    <a:pt x="1555" y="787"/>
                  </a:cubicBezTo>
                  <a:cubicBezTo>
                    <a:pt x="1562" y="775"/>
                    <a:pt x="1566" y="768"/>
                    <a:pt x="1568" y="768"/>
                  </a:cubicBezTo>
                  <a:close/>
                  <a:moveTo>
                    <a:pt x="299" y="840"/>
                  </a:moveTo>
                  <a:lnTo>
                    <a:pt x="311" y="865"/>
                  </a:lnTo>
                  <a:lnTo>
                    <a:pt x="321" y="865"/>
                  </a:lnTo>
                  <a:cubicBezTo>
                    <a:pt x="317" y="840"/>
                    <a:pt x="317" y="840"/>
                    <a:pt x="308" y="840"/>
                  </a:cubicBezTo>
                  <a:close/>
                  <a:moveTo>
                    <a:pt x="1308" y="834"/>
                  </a:moveTo>
                  <a:lnTo>
                    <a:pt x="1311" y="859"/>
                  </a:lnTo>
                  <a:lnTo>
                    <a:pt x="1302" y="884"/>
                  </a:lnTo>
                  <a:lnTo>
                    <a:pt x="1289" y="859"/>
                  </a:lnTo>
                  <a:cubicBezTo>
                    <a:pt x="1289" y="834"/>
                    <a:pt x="1298" y="834"/>
                    <a:pt x="1308" y="834"/>
                  </a:cubicBezTo>
                  <a:close/>
                  <a:moveTo>
                    <a:pt x="2160" y="837"/>
                  </a:moveTo>
                  <a:cubicBezTo>
                    <a:pt x="2170" y="837"/>
                    <a:pt x="2182" y="837"/>
                    <a:pt x="2182" y="862"/>
                  </a:cubicBezTo>
                  <a:cubicBezTo>
                    <a:pt x="2182" y="862"/>
                    <a:pt x="2185" y="887"/>
                    <a:pt x="2176" y="887"/>
                  </a:cubicBezTo>
                  <a:cubicBezTo>
                    <a:pt x="2166" y="887"/>
                    <a:pt x="2154" y="862"/>
                    <a:pt x="2154" y="862"/>
                  </a:cubicBezTo>
                  <a:cubicBezTo>
                    <a:pt x="2151" y="837"/>
                    <a:pt x="2160" y="837"/>
                    <a:pt x="2160" y="837"/>
                  </a:cubicBezTo>
                  <a:close/>
                  <a:moveTo>
                    <a:pt x="1653" y="881"/>
                  </a:moveTo>
                  <a:cubicBezTo>
                    <a:pt x="1653" y="906"/>
                    <a:pt x="1656" y="931"/>
                    <a:pt x="1646" y="931"/>
                  </a:cubicBezTo>
                  <a:lnTo>
                    <a:pt x="1637" y="934"/>
                  </a:lnTo>
                  <a:cubicBezTo>
                    <a:pt x="1637" y="915"/>
                    <a:pt x="1637" y="897"/>
                    <a:pt x="1643" y="881"/>
                  </a:cubicBezTo>
                  <a:close/>
                  <a:moveTo>
                    <a:pt x="1853" y="941"/>
                  </a:moveTo>
                  <a:lnTo>
                    <a:pt x="1853" y="966"/>
                  </a:lnTo>
                  <a:cubicBezTo>
                    <a:pt x="1847" y="966"/>
                    <a:pt x="1842" y="979"/>
                    <a:pt x="1838" y="979"/>
                  </a:cubicBezTo>
                  <a:cubicBezTo>
                    <a:pt x="1836" y="979"/>
                    <a:pt x="1835" y="976"/>
                    <a:pt x="1834" y="969"/>
                  </a:cubicBezTo>
                  <a:cubicBezTo>
                    <a:pt x="1825" y="969"/>
                    <a:pt x="1841" y="941"/>
                    <a:pt x="1853" y="941"/>
                  </a:cubicBezTo>
                  <a:close/>
                  <a:moveTo>
                    <a:pt x="1358" y="869"/>
                  </a:moveTo>
                  <a:cubicBezTo>
                    <a:pt x="1360" y="869"/>
                    <a:pt x="1361" y="882"/>
                    <a:pt x="1364" y="906"/>
                  </a:cubicBezTo>
                  <a:cubicBezTo>
                    <a:pt x="1367" y="931"/>
                    <a:pt x="1364" y="959"/>
                    <a:pt x="1352" y="984"/>
                  </a:cubicBezTo>
                  <a:lnTo>
                    <a:pt x="1333" y="984"/>
                  </a:lnTo>
                  <a:cubicBezTo>
                    <a:pt x="1333" y="984"/>
                    <a:pt x="1339" y="959"/>
                    <a:pt x="1345" y="931"/>
                  </a:cubicBezTo>
                  <a:cubicBezTo>
                    <a:pt x="1352" y="888"/>
                    <a:pt x="1355" y="869"/>
                    <a:pt x="1358" y="869"/>
                  </a:cubicBezTo>
                  <a:close/>
                  <a:moveTo>
                    <a:pt x="186" y="978"/>
                  </a:moveTo>
                  <a:cubicBezTo>
                    <a:pt x="195" y="978"/>
                    <a:pt x="195" y="978"/>
                    <a:pt x="198" y="1003"/>
                  </a:cubicBezTo>
                  <a:cubicBezTo>
                    <a:pt x="198" y="1003"/>
                    <a:pt x="192" y="1028"/>
                    <a:pt x="183" y="1031"/>
                  </a:cubicBezTo>
                  <a:lnTo>
                    <a:pt x="170" y="1006"/>
                  </a:lnTo>
                  <a:cubicBezTo>
                    <a:pt x="167" y="981"/>
                    <a:pt x="176" y="978"/>
                    <a:pt x="186" y="978"/>
                  </a:cubicBezTo>
                  <a:close/>
                  <a:moveTo>
                    <a:pt x="858" y="1000"/>
                  </a:moveTo>
                  <a:cubicBezTo>
                    <a:pt x="866" y="1000"/>
                    <a:pt x="868" y="1024"/>
                    <a:pt x="853" y="1050"/>
                  </a:cubicBezTo>
                  <a:lnTo>
                    <a:pt x="835" y="1053"/>
                  </a:lnTo>
                  <a:cubicBezTo>
                    <a:pt x="831" y="1028"/>
                    <a:pt x="847" y="1000"/>
                    <a:pt x="857" y="1000"/>
                  </a:cubicBezTo>
                  <a:cubicBezTo>
                    <a:pt x="857" y="1000"/>
                    <a:pt x="858" y="1000"/>
                    <a:pt x="858" y="1000"/>
                  </a:cubicBezTo>
                  <a:close/>
                  <a:moveTo>
                    <a:pt x="292" y="969"/>
                  </a:moveTo>
                  <a:cubicBezTo>
                    <a:pt x="302" y="969"/>
                    <a:pt x="311" y="969"/>
                    <a:pt x="314" y="994"/>
                  </a:cubicBezTo>
                  <a:lnTo>
                    <a:pt x="305" y="994"/>
                  </a:lnTo>
                  <a:cubicBezTo>
                    <a:pt x="304" y="986"/>
                    <a:pt x="303" y="983"/>
                    <a:pt x="302" y="983"/>
                  </a:cubicBezTo>
                  <a:lnTo>
                    <a:pt x="302" y="983"/>
                  </a:lnTo>
                  <a:cubicBezTo>
                    <a:pt x="300" y="983"/>
                    <a:pt x="299" y="1001"/>
                    <a:pt x="308" y="1019"/>
                  </a:cubicBezTo>
                  <a:cubicBezTo>
                    <a:pt x="308" y="1044"/>
                    <a:pt x="311" y="1072"/>
                    <a:pt x="311" y="1072"/>
                  </a:cubicBezTo>
                  <a:cubicBezTo>
                    <a:pt x="302" y="1072"/>
                    <a:pt x="289" y="1047"/>
                    <a:pt x="286" y="1022"/>
                  </a:cubicBezTo>
                  <a:cubicBezTo>
                    <a:pt x="274" y="972"/>
                    <a:pt x="274" y="972"/>
                    <a:pt x="292" y="969"/>
                  </a:cubicBezTo>
                  <a:close/>
                  <a:moveTo>
                    <a:pt x="905" y="1036"/>
                  </a:moveTo>
                  <a:cubicBezTo>
                    <a:pt x="895" y="1036"/>
                    <a:pt x="892" y="1054"/>
                    <a:pt x="894" y="1072"/>
                  </a:cubicBezTo>
                  <a:cubicBezTo>
                    <a:pt x="897" y="1097"/>
                    <a:pt x="907" y="1097"/>
                    <a:pt x="925" y="1097"/>
                  </a:cubicBezTo>
                  <a:cubicBezTo>
                    <a:pt x="935" y="1094"/>
                    <a:pt x="941" y="1069"/>
                    <a:pt x="941" y="1069"/>
                  </a:cubicBezTo>
                  <a:cubicBezTo>
                    <a:pt x="941" y="1044"/>
                    <a:pt x="929" y="1044"/>
                    <a:pt x="919" y="1044"/>
                  </a:cubicBezTo>
                  <a:cubicBezTo>
                    <a:pt x="913" y="1038"/>
                    <a:pt x="908" y="1036"/>
                    <a:pt x="905" y="1036"/>
                  </a:cubicBezTo>
                  <a:close/>
                  <a:moveTo>
                    <a:pt x="7812" y="0"/>
                  </a:moveTo>
                  <a:cubicBezTo>
                    <a:pt x="7811" y="0"/>
                    <a:pt x="7810" y="0"/>
                    <a:pt x="7810" y="0"/>
                  </a:cubicBezTo>
                  <a:cubicBezTo>
                    <a:pt x="7814" y="25"/>
                    <a:pt x="7757" y="29"/>
                    <a:pt x="7688" y="35"/>
                  </a:cubicBezTo>
                  <a:cubicBezTo>
                    <a:pt x="7622" y="41"/>
                    <a:pt x="7553" y="47"/>
                    <a:pt x="7557" y="72"/>
                  </a:cubicBezTo>
                  <a:lnTo>
                    <a:pt x="7538" y="76"/>
                  </a:lnTo>
                  <a:cubicBezTo>
                    <a:pt x="7535" y="53"/>
                    <a:pt x="7522" y="50"/>
                    <a:pt x="7507" y="50"/>
                  </a:cubicBezTo>
                  <a:cubicBezTo>
                    <a:pt x="7504" y="50"/>
                    <a:pt x="7500" y="51"/>
                    <a:pt x="7497" y="51"/>
                  </a:cubicBezTo>
                  <a:cubicBezTo>
                    <a:pt x="7488" y="66"/>
                    <a:pt x="7475" y="76"/>
                    <a:pt x="7459" y="82"/>
                  </a:cubicBezTo>
                  <a:cubicBezTo>
                    <a:pt x="7457" y="59"/>
                    <a:pt x="7450" y="57"/>
                    <a:pt x="7437" y="57"/>
                  </a:cubicBezTo>
                  <a:cubicBezTo>
                    <a:pt x="7435" y="57"/>
                    <a:pt x="7432" y="57"/>
                    <a:pt x="7428" y="57"/>
                  </a:cubicBezTo>
                  <a:cubicBezTo>
                    <a:pt x="7409" y="60"/>
                    <a:pt x="7400" y="60"/>
                    <a:pt x="7403" y="85"/>
                  </a:cubicBezTo>
                  <a:cubicBezTo>
                    <a:pt x="7393" y="87"/>
                    <a:pt x="7384" y="87"/>
                    <a:pt x="7374" y="87"/>
                  </a:cubicBezTo>
                  <a:cubicBezTo>
                    <a:pt x="7346" y="87"/>
                    <a:pt x="7319" y="81"/>
                    <a:pt x="7293" y="69"/>
                  </a:cubicBezTo>
                  <a:cubicBezTo>
                    <a:pt x="7290" y="62"/>
                    <a:pt x="7287" y="59"/>
                    <a:pt x="7284" y="59"/>
                  </a:cubicBezTo>
                  <a:cubicBezTo>
                    <a:pt x="7277" y="59"/>
                    <a:pt x="7273" y="78"/>
                    <a:pt x="7268" y="98"/>
                  </a:cubicBezTo>
                  <a:cubicBezTo>
                    <a:pt x="7271" y="123"/>
                    <a:pt x="7262" y="148"/>
                    <a:pt x="7253" y="151"/>
                  </a:cubicBezTo>
                  <a:lnTo>
                    <a:pt x="7249" y="98"/>
                  </a:lnTo>
                  <a:cubicBezTo>
                    <a:pt x="7256" y="72"/>
                    <a:pt x="7256" y="72"/>
                    <a:pt x="7237" y="72"/>
                  </a:cubicBezTo>
                  <a:lnTo>
                    <a:pt x="7218" y="76"/>
                  </a:lnTo>
                  <a:cubicBezTo>
                    <a:pt x="7218" y="101"/>
                    <a:pt x="7171" y="104"/>
                    <a:pt x="7105" y="110"/>
                  </a:cubicBezTo>
                  <a:cubicBezTo>
                    <a:pt x="7018" y="119"/>
                    <a:pt x="6989" y="119"/>
                    <a:pt x="6993" y="145"/>
                  </a:cubicBezTo>
                  <a:cubicBezTo>
                    <a:pt x="6993" y="160"/>
                    <a:pt x="6990" y="167"/>
                    <a:pt x="6983" y="167"/>
                  </a:cubicBezTo>
                  <a:cubicBezTo>
                    <a:pt x="6976" y="167"/>
                    <a:pt x="6966" y="161"/>
                    <a:pt x="6952" y="151"/>
                  </a:cubicBezTo>
                  <a:cubicBezTo>
                    <a:pt x="6910" y="105"/>
                    <a:pt x="6895" y="89"/>
                    <a:pt x="6888" y="89"/>
                  </a:cubicBezTo>
                  <a:cubicBezTo>
                    <a:pt x="6883" y="89"/>
                    <a:pt x="6882" y="95"/>
                    <a:pt x="6880" y="104"/>
                  </a:cubicBezTo>
                  <a:cubicBezTo>
                    <a:pt x="6889" y="104"/>
                    <a:pt x="6892" y="129"/>
                    <a:pt x="6895" y="154"/>
                  </a:cubicBezTo>
                  <a:cubicBezTo>
                    <a:pt x="6899" y="180"/>
                    <a:pt x="6897" y="193"/>
                    <a:pt x="6893" y="193"/>
                  </a:cubicBezTo>
                  <a:cubicBezTo>
                    <a:pt x="6889" y="193"/>
                    <a:pt x="6883" y="181"/>
                    <a:pt x="6877" y="157"/>
                  </a:cubicBezTo>
                  <a:cubicBezTo>
                    <a:pt x="6874" y="139"/>
                    <a:pt x="6857" y="131"/>
                    <a:pt x="6834" y="131"/>
                  </a:cubicBezTo>
                  <a:cubicBezTo>
                    <a:pt x="6790" y="131"/>
                    <a:pt x="6727" y="160"/>
                    <a:pt x="6723" y="195"/>
                  </a:cubicBezTo>
                  <a:lnTo>
                    <a:pt x="6723" y="170"/>
                  </a:lnTo>
                  <a:cubicBezTo>
                    <a:pt x="6721" y="151"/>
                    <a:pt x="6715" y="146"/>
                    <a:pt x="6696" y="146"/>
                  </a:cubicBezTo>
                  <a:cubicBezTo>
                    <a:pt x="6689" y="146"/>
                    <a:pt x="6680" y="147"/>
                    <a:pt x="6670" y="148"/>
                  </a:cubicBezTo>
                  <a:lnTo>
                    <a:pt x="6642" y="151"/>
                  </a:lnTo>
                  <a:cubicBezTo>
                    <a:pt x="6644" y="173"/>
                    <a:pt x="6634" y="181"/>
                    <a:pt x="6622" y="181"/>
                  </a:cubicBezTo>
                  <a:cubicBezTo>
                    <a:pt x="6606" y="181"/>
                    <a:pt x="6587" y="168"/>
                    <a:pt x="6585" y="154"/>
                  </a:cubicBezTo>
                  <a:cubicBezTo>
                    <a:pt x="6576" y="135"/>
                    <a:pt x="6573" y="131"/>
                    <a:pt x="6565" y="131"/>
                  </a:cubicBezTo>
                  <a:cubicBezTo>
                    <a:pt x="6562" y="131"/>
                    <a:pt x="6559" y="131"/>
                    <a:pt x="6554" y="132"/>
                  </a:cubicBezTo>
                  <a:cubicBezTo>
                    <a:pt x="6542" y="156"/>
                    <a:pt x="6526" y="165"/>
                    <a:pt x="6511" y="165"/>
                  </a:cubicBezTo>
                  <a:cubicBezTo>
                    <a:pt x="6493" y="165"/>
                    <a:pt x="6477" y="152"/>
                    <a:pt x="6475" y="138"/>
                  </a:cubicBezTo>
                  <a:lnTo>
                    <a:pt x="6457" y="138"/>
                  </a:lnTo>
                  <a:cubicBezTo>
                    <a:pt x="6453" y="157"/>
                    <a:pt x="6438" y="170"/>
                    <a:pt x="6422" y="170"/>
                  </a:cubicBezTo>
                  <a:cubicBezTo>
                    <a:pt x="6391" y="170"/>
                    <a:pt x="6381" y="173"/>
                    <a:pt x="6394" y="198"/>
                  </a:cubicBezTo>
                  <a:cubicBezTo>
                    <a:pt x="6397" y="223"/>
                    <a:pt x="6400" y="248"/>
                    <a:pt x="6391" y="248"/>
                  </a:cubicBezTo>
                  <a:lnTo>
                    <a:pt x="6388" y="223"/>
                  </a:lnTo>
                  <a:cubicBezTo>
                    <a:pt x="6386" y="206"/>
                    <a:pt x="6372" y="202"/>
                    <a:pt x="6353" y="202"/>
                  </a:cubicBezTo>
                  <a:cubicBezTo>
                    <a:pt x="6343" y="202"/>
                    <a:pt x="6331" y="203"/>
                    <a:pt x="6319" y="204"/>
                  </a:cubicBezTo>
                  <a:cubicBezTo>
                    <a:pt x="6305" y="205"/>
                    <a:pt x="6294" y="206"/>
                    <a:pt x="6284" y="206"/>
                  </a:cubicBezTo>
                  <a:cubicBezTo>
                    <a:pt x="6259" y="206"/>
                    <a:pt x="6246" y="201"/>
                    <a:pt x="6237" y="185"/>
                  </a:cubicBezTo>
                  <a:lnTo>
                    <a:pt x="6231" y="210"/>
                  </a:lnTo>
                  <a:cubicBezTo>
                    <a:pt x="6228" y="223"/>
                    <a:pt x="6224" y="230"/>
                    <a:pt x="6220" y="230"/>
                  </a:cubicBezTo>
                  <a:cubicBezTo>
                    <a:pt x="6217" y="230"/>
                    <a:pt x="6214" y="224"/>
                    <a:pt x="6212" y="210"/>
                  </a:cubicBezTo>
                  <a:cubicBezTo>
                    <a:pt x="6204" y="201"/>
                    <a:pt x="6192" y="196"/>
                    <a:pt x="6180" y="196"/>
                  </a:cubicBezTo>
                  <a:cubicBezTo>
                    <a:pt x="6166" y="196"/>
                    <a:pt x="6152" y="203"/>
                    <a:pt x="6143" y="217"/>
                  </a:cubicBezTo>
                  <a:cubicBezTo>
                    <a:pt x="6134" y="220"/>
                    <a:pt x="6124" y="220"/>
                    <a:pt x="6124" y="220"/>
                  </a:cubicBezTo>
                  <a:cubicBezTo>
                    <a:pt x="6118" y="195"/>
                    <a:pt x="6108" y="184"/>
                    <a:pt x="6098" y="184"/>
                  </a:cubicBezTo>
                  <a:cubicBezTo>
                    <a:pt x="6088" y="184"/>
                    <a:pt x="6079" y="197"/>
                    <a:pt x="6077" y="223"/>
                  </a:cubicBezTo>
                  <a:cubicBezTo>
                    <a:pt x="6074" y="198"/>
                    <a:pt x="6065" y="198"/>
                    <a:pt x="6056" y="198"/>
                  </a:cubicBezTo>
                  <a:cubicBezTo>
                    <a:pt x="6047" y="213"/>
                    <a:pt x="6031" y="221"/>
                    <a:pt x="6018" y="221"/>
                  </a:cubicBezTo>
                  <a:cubicBezTo>
                    <a:pt x="6008" y="221"/>
                    <a:pt x="5999" y="216"/>
                    <a:pt x="5999" y="204"/>
                  </a:cubicBezTo>
                  <a:lnTo>
                    <a:pt x="5987" y="204"/>
                  </a:lnTo>
                  <a:cubicBezTo>
                    <a:pt x="5980" y="232"/>
                    <a:pt x="5971" y="232"/>
                    <a:pt x="5961" y="232"/>
                  </a:cubicBezTo>
                  <a:cubicBezTo>
                    <a:pt x="5952" y="232"/>
                    <a:pt x="5943" y="235"/>
                    <a:pt x="5936" y="261"/>
                  </a:cubicBezTo>
                  <a:cubicBezTo>
                    <a:pt x="5927" y="286"/>
                    <a:pt x="5918" y="289"/>
                    <a:pt x="5918" y="289"/>
                  </a:cubicBezTo>
                  <a:cubicBezTo>
                    <a:pt x="5908" y="289"/>
                    <a:pt x="5918" y="264"/>
                    <a:pt x="5924" y="235"/>
                  </a:cubicBezTo>
                  <a:cubicBezTo>
                    <a:pt x="5930" y="225"/>
                    <a:pt x="5929" y="219"/>
                    <a:pt x="5924" y="219"/>
                  </a:cubicBezTo>
                  <a:cubicBezTo>
                    <a:pt x="5917" y="219"/>
                    <a:pt x="5901" y="232"/>
                    <a:pt x="5886" y="264"/>
                  </a:cubicBezTo>
                  <a:cubicBezTo>
                    <a:pt x="5875" y="291"/>
                    <a:pt x="5870" y="304"/>
                    <a:pt x="5869" y="304"/>
                  </a:cubicBezTo>
                  <a:cubicBezTo>
                    <a:pt x="5868" y="304"/>
                    <a:pt x="5871" y="291"/>
                    <a:pt x="5877" y="267"/>
                  </a:cubicBezTo>
                  <a:cubicBezTo>
                    <a:pt x="5881" y="247"/>
                    <a:pt x="5887" y="229"/>
                    <a:pt x="5884" y="229"/>
                  </a:cubicBezTo>
                  <a:lnTo>
                    <a:pt x="5884" y="229"/>
                  </a:lnTo>
                  <a:cubicBezTo>
                    <a:pt x="5883" y="229"/>
                    <a:pt x="5880" y="233"/>
                    <a:pt x="5874" y="242"/>
                  </a:cubicBezTo>
                  <a:cubicBezTo>
                    <a:pt x="5874" y="242"/>
                    <a:pt x="5855" y="242"/>
                    <a:pt x="5858" y="267"/>
                  </a:cubicBezTo>
                  <a:lnTo>
                    <a:pt x="5830" y="270"/>
                  </a:lnTo>
                  <a:cubicBezTo>
                    <a:pt x="5812" y="250"/>
                    <a:pt x="5803" y="248"/>
                    <a:pt x="5795" y="248"/>
                  </a:cubicBezTo>
                  <a:cubicBezTo>
                    <a:pt x="5793" y="248"/>
                    <a:pt x="5791" y="248"/>
                    <a:pt x="5789" y="248"/>
                  </a:cubicBezTo>
                  <a:cubicBezTo>
                    <a:pt x="5786" y="261"/>
                    <a:pt x="5784" y="267"/>
                    <a:pt x="5782" y="267"/>
                  </a:cubicBezTo>
                  <a:cubicBezTo>
                    <a:pt x="5780" y="267"/>
                    <a:pt x="5777" y="261"/>
                    <a:pt x="5770" y="248"/>
                  </a:cubicBezTo>
                  <a:cubicBezTo>
                    <a:pt x="5769" y="238"/>
                    <a:pt x="5767" y="232"/>
                    <a:pt x="5765" y="232"/>
                  </a:cubicBezTo>
                  <a:cubicBezTo>
                    <a:pt x="5762" y="232"/>
                    <a:pt x="5759" y="245"/>
                    <a:pt x="5761" y="276"/>
                  </a:cubicBezTo>
                  <a:cubicBezTo>
                    <a:pt x="5758" y="289"/>
                    <a:pt x="5754" y="295"/>
                    <a:pt x="5749" y="295"/>
                  </a:cubicBezTo>
                  <a:cubicBezTo>
                    <a:pt x="5744" y="295"/>
                    <a:pt x="5739" y="290"/>
                    <a:pt x="5733" y="279"/>
                  </a:cubicBezTo>
                  <a:cubicBezTo>
                    <a:pt x="5731" y="249"/>
                    <a:pt x="5726" y="237"/>
                    <a:pt x="5723" y="237"/>
                  </a:cubicBezTo>
                  <a:cubicBezTo>
                    <a:pt x="5720" y="237"/>
                    <a:pt x="5719" y="244"/>
                    <a:pt x="5720" y="254"/>
                  </a:cubicBezTo>
                  <a:cubicBezTo>
                    <a:pt x="5714" y="279"/>
                    <a:pt x="5705" y="279"/>
                    <a:pt x="5705" y="279"/>
                  </a:cubicBezTo>
                  <a:cubicBezTo>
                    <a:pt x="5703" y="267"/>
                    <a:pt x="5680" y="263"/>
                    <a:pt x="5647" y="263"/>
                  </a:cubicBezTo>
                  <a:cubicBezTo>
                    <a:pt x="5614" y="263"/>
                    <a:pt x="5571" y="267"/>
                    <a:pt x="5529" y="270"/>
                  </a:cubicBezTo>
                  <a:cubicBezTo>
                    <a:pt x="5520" y="270"/>
                    <a:pt x="5513" y="298"/>
                    <a:pt x="5513" y="323"/>
                  </a:cubicBezTo>
                  <a:cubicBezTo>
                    <a:pt x="5516" y="344"/>
                    <a:pt x="5517" y="352"/>
                    <a:pt x="5516" y="352"/>
                  </a:cubicBezTo>
                  <a:cubicBezTo>
                    <a:pt x="5515" y="352"/>
                    <a:pt x="5511" y="338"/>
                    <a:pt x="5504" y="323"/>
                  </a:cubicBezTo>
                  <a:cubicBezTo>
                    <a:pt x="5496" y="286"/>
                    <a:pt x="5487" y="267"/>
                    <a:pt x="5483" y="267"/>
                  </a:cubicBezTo>
                  <a:lnTo>
                    <a:pt x="5483" y="267"/>
                  </a:lnTo>
                  <a:cubicBezTo>
                    <a:pt x="5478" y="267"/>
                    <a:pt x="5477" y="286"/>
                    <a:pt x="5485" y="323"/>
                  </a:cubicBezTo>
                  <a:cubicBezTo>
                    <a:pt x="5493" y="349"/>
                    <a:pt x="5497" y="361"/>
                    <a:pt x="5496" y="361"/>
                  </a:cubicBezTo>
                  <a:cubicBezTo>
                    <a:pt x="5494" y="361"/>
                    <a:pt x="5488" y="349"/>
                    <a:pt x="5476" y="326"/>
                  </a:cubicBezTo>
                  <a:cubicBezTo>
                    <a:pt x="5469" y="314"/>
                    <a:pt x="5466" y="308"/>
                    <a:pt x="5464" y="308"/>
                  </a:cubicBezTo>
                  <a:cubicBezTo>
                    <a:pt x="5462" y="308"/>
                    <a:pt x="5460" y="314"/>
                    <a:pt x="5457" y="326"/>
                  </a:cubicBezTo>
                  <a:cubicBezTo>
                    <a:pt x="5459" y="339"/>
                    <a:pt x="5457" y="346"/>
                    <a:pt x="5454" y="346"/>
                  </a:cubicBezTo>
                  <a:cubicBezTo>
                    <a:pt x="5452" y="346"/>
                    <a:pt x="5449" y="340"/>
                    <a:pt x="5448" y="326"/>
                  </a:cubicBezTo>
                  <a:cubicBezTo>
                    <a:pt x="5439" y="311"/>
                    <a:pt x="5430" y="294"/>
                    <a:pt x="5427" y="294"/>
                  </a:cubicBezTo>
                  <a:cubicBezTo>
                    <a:pt x="5425" y="294"/>
                    <a:pt x="5425" y="297"/>
                    <a:pt x="5426" y="304"/>
                  </a:cubicBezTo>
                  <a:cubicBezTo>
                    <a:pt x="5426" y="304"/>
                    <a:pt x="5416" y="304"/>
                    <a:pt x="5404" y="279"/>
                  </a:cubicBezTo>
                  <a:cubicBezTo>
                    <a:pt x="5400" y="272"/>
                    <a:pt x="5397" y="270"/>
                    <a:pt x="5395" y="270"/>
                  </a:cubicBezTo>
                  <a:cubicBezTo>
                    <a:pt x="5388" y="270"/>
                    <a:pt x="5383" y="289"/>
                    <a:pt x="5379" y="308"/>
                  </a:cubicBezTo>
                  <a:cubicBezTo>
                    <a:pt x="5366" y="335"/>
                    <a:pt x="5357" y="348"/>
                    <a:pt x="5352" y="348"/>
                  </a:cubicBezTo>
                  <a:cubicBezTo>
                    <a:pt x="5347" y="348"/>
                    <a:pt x="5346" y="335"/>
                    <a:pt x="5347" y="311"/>
                  </a:cubicBezTo>
                  <a:cubicBezTo>
                    <a:pt x="5350" y="291"/>
                    <a:pt x="5345" y="283"/>
                    <a:pt x="5337" y="283"/>
                  </a:cubicBezTo>
                  <a:cubicBezTo>
                    <a:pt x="5325" y="283"/>
                    <a:pt x="5305" y="307"/>
                    <a:pt x="5303" y="339"/>
                  </a:cubicBezTo>
                  <a:cubicBezTo>
                    <a:pt x="5300" y="370"/>
                    <a:pt x="5298" y="383"/>
                    <a:pt x="5298" y="383"/>
                  </a:cubicBezTo>
                  <a:cubicBezTo>
                    <a:pt x="5297" y="383"/>
                    <a:pt x="5297" y="377"/>
                    <a:pt x="5297" y="367"/>
                  </a:cubicBezTo>
                  <a:cubicBezTo>
                    <a:pt x="5294" y="342"/>
                    <a:pt x="5285" y="342"/>
                    <a:pt x="5285" y="342"/>
                  </a:cubicBezTo>
                  <a:cubicBezTo>
                    <a:pt x="5275" y="342"/>
                    <a:pt x="5266" y="342"/>
                    <a:pt x="5263" y="317"/>
                  </a:cubicBezTo>
                  <a:cubicBezTo>
                    <a:pt x="5263" y="317"/>
                    <a:pt x="5253" y="320"/>
                    <a:pt x="5234" y="345"/>
                  </a:cubicBezTo>
                  <a:cubicBezTo>
                    <a:pt x="5229" y="367"/>
                    <a:pt x="5221" y="376"/>
                    <a:pt x="5212" y="376"/>
                  </a:cubicBezTo>
                  <a:cubicBezTo>
                    <a:pt x="5199" y="376"/>
                    <a:pt x="5184" y="356"/>
                    <a:pt x="5175" y="326"/>
                  </a:cubicBezTo>
                  <a:lnTo>
                    <a:pt x="5159" y="351"/>
                  </a:lnTo>
                  <a:cubicBezTo>
                    <a:pt x="5155" y="385"/>
                    <a:pt x="5151" y="407"/>
                    <a:pt x="5148" y="407"/>
                  </a:cubicBezTo>
                  <a:cubicBezTo>
                    <a:pt x="5145" y="407"/>
                    <a:pt x="5143" y="399"/>
                    <a:pt x="5140" y="380"/>
                  </a:cubicBezTo>
                  <a:lnTo>
                    <a:pt x="5140" y="355"/>
                  </a:lnTo>
                  <a:cubicBezTo>
                    <a:pt x="5138" y="374"/>
                    <a:pt x="5130" y="383"/>
                    <a:pt x="5121" y="383"/>
                  </a:cubicBezTo>
                  <a:cubicBezTo>
                    <a:pt x="5107" y="383"/>
                    <a:pt x="5091" y="363"/>
                    <a:pt x="5087" y="333"/>
                  </a:cubicBezTo>
                  <a:cubicBezTo>
                    <a:pt x="5087" y="308"/>
                    <a:pt x="5087" y="308"/>
                    <a:pt x="5078" y="308"/>
                  </a:cubicBezTo>
                  <a:lnTo>
                    <a:pt x="5078" y="333"/>
                  </a:lnTo>
                  <a:cubicBezTo>
                    <a:pt x="5081" y="358"/>
                    <a:pt x="5084" y="383"/>
                    <a:pt x="5075" y="386"/>
                  </a:cubicBezTo>
                  <a:cubicBezTo>
                    <a:pt x="5065" y="386"/>
                    <a:pt x="5056" y="386"/>
                    <a:pt x="5053" y="361"/>
                  </a:cubicBezTo>
                  <a:cubicBezTo>
                    <a:pt x="5044" y="343"/>
                    <a:pt x="5035" y="325"/>
                    <a:pt x="5032" y="325"/>
                  </a:cubicBezTo>
                  <a:cubicBezTo>
                    <a:pt x="5030" y="325"/>
                    <a:pt x="5030" y="328"/>
                    <a:pt x="5031" y="336"/>
                  </a:cubicBezTo>
                  <a:cubicBezTo>
                    <a:pt x="5031" y="336"/>
                    <a:pt x="5030" y="336"/>
                    <a:pt x="5030" y="336"/>
                  </a:cubicBezTo>
                  <a:cubicBezTo>
                    <a:pt x="5027" y="336"/>
                    <a:pt x="5019" y="334"/>
                    <a:pt x="5009" y="314"/>
                  </a:cubicBezTo>
                  <a:lnTo>
                    <a:pt x="4971" y="317"/>
                  </a:lnTo>
                  <a:cubicBezTo>
                    <a:pt x="4966" y="330"/>
                    <a:pt x="4959" y="337"/>
                    <a:pt x="4952" y="337"/>
                  </a:cubicBezTo>
                  <a:cubicBezTo>
                    <a:pt x="4947" y="337"/>
                    <a:pt x="4943" y="332"/>
                    <a:pt x="4943" y="320"/>
                  </a:cubicBezTo>
                  <a:cubicBezTo>
                    <a:pt x="4943" y="320"/>
                    <a:pt x="4921" y="320"/>
                    <a:pt x="4915" y="348"/>
                  </a:cubicBezTo>
                  <a:cubicBezTo>
                    <a:pt x="4896" y="348"/>
                    <a:pt x="4887" y="348"/>
                    <a:pt x="4883" y="323"/>
                  </a:cubicBezTo>
                  <a:cubicBezTo>
                    <a:pt x="4882" y="311"/>
                    <a:pt x="4881" y="304"/>
                    <a:pt x="4880" y="304"/>
                  </a:cubicBezTo>
                  <a:cubicBezTo>
                    <a:pt x="4879" y="304"/>
                    <a:pt x="4877" y="311"/>
                    <a:pt x="4874" y="323"/>
                  </a:cubicBezTo>
                  <a:cubicBezTo>
                    <a:pt x="4877" y="351"/>
                    <a:pt x="4868" y="351"/>
                    <a:pt x="4858" y="351"/>
                  </a:cubicBezTo>
                  <a:lnTo>
                    <a:pt x="4840" y="355"/>
                  </a:lnTo>
                  <a:cubicBezTo>
                    <a:pt x="4840" y="380"/>
                    <a:pt x="4840" y="380"/>
                    <a:pt x="4830" y="380"/>
                  </a:cubicBezTo>
                  <a:cubicBezTo>
                    <a:pt x="4821" y="380"/>
                    <a:pt x="4789" y="358"/>
                    <a:pt x="4780" y="358"/>
                  </a:cubicBezTo>
                  <a:cubicBezTo>
                    <a:pt x="4752" y="361"/>
                    <a:pt x="4752" y="361"/>
                    <a:pt x="4764" y="386"/>
                  </a:cubicBezTo>
                  <a:cubicBezTo>
                    <a:pt x="4771" y="386"/>
                    <a:pt x="4774" y="397"/>
                    <a:pt x="4769" y="397"/>
                  </a:cubicBezTo>
                  <a:cubicBezTo>
                    <a:pt x="4767" y="397"/>
                    <a:pt x="4762" y="394"/>
                    <a:pt x="4755" y="386"/>
                  </a:cubicBezTo>
                  <a:cubicBezTo>
                    <a:pt x="4746" y="386"/>
                    <a:pt x="4718" y="367"/>
                    <a:pt x="4689" y="367"/>
                  </a:cubicBezTo>
                  <a:cubicBezTo>
                    <a:pt x="4687" y="367"/>
                    <a:pt x="4685" y="367"/>
                    <a:pt x="4683" y="367"/>
                  </a:cubicBezTo>
                  <a:cubicBezTo>
                    <a:pt x="4645" y="370"/>
                    <a:pt x="4645" y="370"/>
                    <a:pt x="4648" y="395"/>
                  </a:cubicBezTo>
                  <a:cubicBezTo>
                    <a:pt x="4656" y="420"/>
                    <a:pt x="4658" y="433"/>
                    <a:pt x="4655" y="433"/>
                  </a:cubicBezTo>
                  <a:lnTo>
                    <a:pt x="4655" y="433"/>
                  </a:lnTo>
                  <a:cubicBezTo>
                    <a:pt x="4653" y="433"/>
                    <a:pt x="4647" y="420"/>
                    <a:pt x="4639" y="395"/>
                  </a:cubicBezTo>
                  <a:cubicBezTo>
                    <a:pt x="4625" y="368"/>
                    <a:pt x="4615" y="357"/>
                    <a:pt x="4611" y="357"/>
                  </a:cubicBezTo>
                  <a:cubicBezTo>
                    <a:pt x="4607" y="357"/>
                    <a:pt x="4606" y="363"/>
                    <a:pt x="4608" y="373"/>
                  </a:cubicBezTo>
                  <a:cubicBezTo>
                    <a:pt x="4601" y="398"/>
                    <a:pt x="4601" y="398"/>
                    <a:pt x="4592" y="402"/>
                  </a:cubicBezTo>
                  <a:cubicBezTo>
                    <a:pt x="4590" y="388"/>
                    <a:pt x="4587" y="382"/>
                    <a:pt x="4583" y="382"/>
                  </a:cubicBezTo>
                  <a:cubicBezTo>
                    <a:pt x="4578" y="382"/>
                    <a:pt x="4570" y="389"/>
                    <a:pt x="4561" y="402"/>
                  </a:cubicBezTo>
                  <a:cubicBezTo>
                    <a:pt x="4558" y="402"/>
                    <a:pt x="4556" y="403"/>
                    <a:pt x="4555" y="403"/>
                  </a:cubicBezTo>
                  <a:cubicBezTo>
                    <a:pt x="4551" y="403"/>
                    <a:pt x="4551" y="398"/>
                    <a:pt x="4551" y="380"/>
                  </a:cubicBezTo>
                  <a:lnTo>
                    <a:pt x="4529" y="380"/>
                  </a:lnTo>
                  <a:cubicBezTo>
                    <a:pt x="4524" y="404"/>
                    <a:pt x="4508" y="412"/>
                    <a:pt x="4492" y="412"/>
                  </a:cubicBezTo>
                  <a:cubicBezTo>
                    <a:pt x="4473" y="412"/>
                    <a:pt x="4452" y="400"/>
                    <a:pt x="4445" y="386"/>
                  </a:cubicBezTo>
                  <a:cubicBezTo>
                    <a:pt x="4445" y="386"/>
                    <a:pt x="4435" y="389"/>
                    <a:pt x="4426" y="414"/>
                  </a:cubicBezTo>
                  <a:cubicBezTo>
                    <a:pt x="4424" y="441"/>
                    <a:pt x="4421" y="454"/>
                    <a:pt x="4418" y="454"/>
                  </a:cubicBezTo>
                  <a:cubicBezTo>
                    <a:pt x="4414" y="454"/>
                    <a:pt x="4410" y="442"/>
                    <a:pt x="4407" y="417"/>
                  </a:cubicBezTo>
                  <a:cubicBezTo>
                    <a:pt x="4406" y="391"/>
                    <a:pt x="4405" y="377"/>
                    <a:pt x="4404" y="377"/>
                  </a:cubicBezTo>
                  <a:cubicBezTo>
                    <a:pt x="4402" y="377"/>
                    <a:pt x="4401" y="391"/>
                    <a:pt x="4398" y="417"/>
                  </a:cubicBezTo>
                  <a:cubicBezTo>
                    <a:pt x="4395" y="428"/>
                    <a:pt x="4385" y="435"/>
                    <a:pt x="4374" y="435"/>
                  </a:cubicBezTo>
                  <a:cubicBezTo>
                    <a:pt x="4360" y="435"/>
                    <a:pt x="4346" y="424"/>
                    <a:pt x="4348" y="395"/>
                  </a:cubicBezTo>
                  <a:lnTo>
                    <a:pt x="4341" y="345"/>
                  </a:lnTo>
                  <a:cubicBezTo>
                    <a:pt x="4335" y="370"/>
                    <a:pt x="4326" y="370"/>
                    <a:pt x="4326" y="370"/>
                  </a:cubicBezTo>
                  <a:cubicBezTo>
                    <a:pt x="4329" y="395"/>
                    <a:pt x="4319" y="398"/>
                    <a:pt x="4291" y="402"/>
                  </a:cubicBezTo>
                  <a:cubicBezTo>
                    <a:pt x="4269" y="402"/>
                    <a:pt x="4235" y="430"/>
                    <a:pt x="4216" y="433"/>
                  </a:cubicBezTo>
                  <a:cubicBezTo>
                    <a:pt x="4212" y="433"/>
                    <a:pt x="4208" y="433"/>
                    <a:pt x="4203" y="433"/>
                  </a:cubicBezTo>
                  <a:cubicBezTo>
                    <a:pt x="4185" y="433"/>
                    <a:pt x="4164" y="431"/>
                    <a:pt x="4156" y="411"/>
                  </a:cubicBezTo>
                  <a:cubicBezTo>
                    <a:pt x="4147" y="411"/>
                    <a:pt x="4134" y="414"/>
                    <a:pt x="4119" y="439"/>
                  </a:cubicBezTo>
                  <a:cubicBezTo>
                    <a:pt x="4116" y="454"/>
                    <a:pt x="4109" y="461"/>
                    <a:pt x="4103" y="461"/>
                  </a:cubicBezTo>
                  <a:cubicBezTo>
                    <a:pt x="4097" y="461"/>
                    <a:pt x="4092" y="454"/>
                    <a:pt x="4091" y="442"/>
                  </a:cubicBezTo>
                  <a:lnTo>
                    <a:pt x="4081" y="442"/>
                  </a:lnTo>
                  <a:cubicBezTo>
                    <a:pt x="4066" y="470"/>
                    <a:pt x="4053" y="470"/>
                    <a:pt x="4053" y="470"/>
                  </a:cubicBezTo>
                  <a:cubicBezTo>
                    <a:pt x="4053" y="453"/>
                    <a:pt x="4047" y="436"/>
                    <a:pt x="4040" y="436"/>
                  </a:cubicBezTo>
                  <a:cubicBezTo>
                    <a:pt x="4037" y="436"/>
                    <a:pt x="4034" y="440"/>
                    <a:pt x="4031" y="449"/>
                  </a:cubicBezTo>
                  <a:cubicBezTo>
                    <a:pt x="4034" y="474"/>
                    <a:pt x="4025" y="474"/>
                    <a:pt x="4006" y="477"/>
                  </a:cubicBezTo>
                  <a:cubicBezTo>
                    <a:pt x="4000" y="470"/>
                    <a:pt x="3972" y="467"/>
                    <a:pt x="3934" y="467"/>
                  </a:cubicBezTo>
                  <a:cubicBezTo>
                    <a:pt x="3834" y="467"/>
                    <a:pt x="3668" y="487"/>
                    <a:pt x="3671" y="505"/>
                  </a:cubicBezTo>
                  <a:lnTo>
                    <a:pt x="3639" y="505"/>
                  </a:lnTo>
                  <a:lnTo>
                    <a:pt x="3611" y="508"/>
                  </a:lnTo>
                  <a:cubicBezTo>
                    <a:pt x="3610" y="488"/>
                    <a:pt x="3602" y="481"/>
                    <a:pt x="3591" y="481"/>
                  </a:cubicBezTo>
                  <a:cubicBezTo>
                    <a:pt x="3574" y="481"/>
                    <a:pt x="3551" y="497"/>
                    <a:pt x="3536" y="514"/>
                  </a:cubicBezTo>
                  <a:cubicBezTo>
                    <a:pt x="3527" y="543"/>
                    <a:pt x="3517" y="543"/>
                    <a:pt x="3508" y="543"/>
                  </a:cubicBezTo>
                  <a:cubicBezTo>
                    <a:pt x="3506" y="514"/>
                    <a:pt x="3495" y="503"/>
                    <a:pt x="3483" y="503"/>
                  </a:cubicBezTo>
                  <a:cubicBezTo>
                    <a:pt x="3474" y="503"/>
                    <a:pt x="3464" y="510"/>
                    <a:pt x="3458" y="521"/>
                  </a:cubicBezTo>
                  <a:cubicBezTo>
                    <a:pt x="3456" y="548"/>
                    <a:pt x="3453" y="561"/>
                    <a:pt x="3449" y="561"/>
                  </a:cubicBezTo>
                  <a:cubicBezTo>
                    <a:pt x="3446" y="561"/>
                    <a:pt x="3442" y="548"/>
                    <a:pt x="3439" y="524"/>
                  </a:cubicBezTo>
                  <a:cubicBezTo>
                    <a:pt x="3436" y="501"/>
                    <a:pt x="3431" y="489"/>
                    <a:pt x="3425" y="489"/>
                  </a:cubicBezTo>
                  <a:cubicBezTo>
                    <a:pt x="3417" y="489"/>
                    <a:pt x="3408" y="508"/>
                    <a:pt x="3401" y="552"/>
                  </a:cubicBezTo>
                  <a:cubicBezTo>
                    <a:pt x="3398" y="565"/>
                    <a:pt x="3396" y="571"/>
                    <a:pt x="3394" y="571"/>
                  </a:cubicBezTo>
                  <a:cubicBezTo>
                    <a:pt x="3392" y="571"/>
                    <a:pt x="3388" y="566"/>
                    <a:pt x="3382" y="555"/>
                  </a:cubicBezTo>
                  <a:cubicBezTo>
                    <a:pt x="3375" y="526"/>
                    <a:pt x="3369" y="514"/>
                    <a:pt x="3365" y="514"/>
                  </a:cubicBezTo>
                  <a:cubicBezTo>
                    <a:pt x="3362" y="514"/>
                    <a:pt x="3360" y="520"/>
                    <a:pt x="3360" y="530"/>
                  </a:cubicBezTo>
                  <a:cubicBezTo>
                    <a:pt x="3359" y="556"/>
                    <a:pt x="3356" y="569"/>
                    <a:pt x="3351" y="569"/>
                  </a:cubicBezTo>
                  <a:cubicBezTo>
                    <a:pt x="3346" y="569"/>
                    <a:pt x="3340" y="557"/>
                    <a:pt x="3332" y="533"/>
                  </a:cubicBezTo>
                  <a:cubicBezTo>
                    <a:pt x="3320" y="508"/>
                    <a:pt x="3314" y="496"/>
                    <a:pt x="3310" y="496"/>
                  </a:cubicBezTo>
                  <a:cubicBezTo>
                    <a:pt x="3306" y="496"/>
                    <a:pt x="3306" y="509"/>
                    <a:pt x="3304" y="536"/>
                  </a:cubicBezTo>
                  <a:cubicBezTo>
                    <a:pt x="3301" y="562"/>
                    <a:pt x="3289" y="576"/>
                    <a:pt x="3277" y="576"/>
                  </a:cubicBezTo>
                  <a:cubicBezTo>
                    <a:pt x="3265" y="576"/>
                    <a:pt x="3252" y="564"/>
                    <a:pt x="3244" y="539"/>
                  </a:cubicBezTo>
                  <a:cubicBezTo>
                    <a:pt x="3238" y="539"/>
                    <a:pt x="3232" y="529"/>
                    <a:pt x="3229" y="529"/>
                  </a:cubicBezTo>
                  <a:cubicBezTo>
                    <a:pt x="3227" y="529"/>
                    <a:pt x="3226" y="532"/>
                    <a:pt x="3226" y="543"/>
                  </a:cubicBezTo>
                  <a:lnTo>
                    <a:pt x="3213" y="517"/>
                  </a:lnTo>
                  <a:lnTo>
                    <a:pt x="3194" y="517"/>
                  </a:lnTo>
                  <a:lnTo>
                    <a:pt x="3197" y="543"/>
                  </a:lnTo>
                  <a:cubicBezTo>
                    <a:pt x="3161" y="535"/>
                    <a:pt x="3123" y="529"/>
                    <a:pt x="3085" y="529"/>
                  </a:cubicBezTo>
                  <a:cubicBezTo>
                    <a:pt x="3076" y="529"/>
                    <a:pt x="3068" y="529"/>
                    <a:pt x="3060" y="530"/>
                  </a:cubicBezTo>
                  <a:cubicBezTo>
                    <a:pt x="2956" y="539"/>
                    <a:pt x="2934" y="539"/>
                    <a:pt x="2947" y="564"/>
                  </a:cubicBezTo>
                  <a:cubicBezTo>
                    <a:pt x="2955" y="590"/>
                    <a:pt x="2954" y="604"/>
                    <a:pt x="2949" y="604"/>
                  </a:cubicBezTo>
                  <a:cubicBezTo>
                    <a:pt x="2944" y="604"/>
                    <a:pt x="2936" y="592"/>
                    <a:pt x="2928" y="568"/>
                  </a:cubicBezTo>
                  <a:cubicBezTo>
                    <a:pt x="2919" y="568"/>
                    <a:pt x="2899" y="545"/>
                    <a:pt x="2881" y="545"/>
                  </a:cubicBezTo>
                  <a:cubicBezTo>
                    <a:pt x="2880" y="545"/>
                    <a:pt x="2879" y="546"/>
                    <a:pt x="2878" y="546"/>
                  </a:cubicBezTo>
                  <a:cubicBezTo>
                    <a:pt x="2874" y="546"/>
                    <a:pt x="2870" y="546"/>
                    <a:pt x="2867" y="546"/>
                  </a:cubicBezTo>
                  <a:cubicBezTo>
                    <a:pt x="2852" y="546"/>
                    <a:pt x="2840" y="544"/>
                    <a:pt x="2837" y="524"/>
                  </a:cubicBezTo>
                  <a:lnTo>
                    <a:pt x="2828" y="524"/>
                  </a:lnTo>
                  <a:cubicBezTo>
                    <a:pt x="2819" y="553"/>
                    <a:pt x="2792" y="572"/>
                    <a:pt x="2764" y="572"/>
                  </a:cubicBezTo>
                  <a:cubicBezTo>
                    <a:pt x="2750" y="572"/>
                    <a:pt x="2736" y="567"/>
                    <a:pt x="2724" y="558"/>
                  </a:cubicBezTo>
                  <a:cubicBezTo>
                    <a:pt x="2705" y="558"/>
                    <a:pt x="2696" y="561"/>
                    <a:pt x="2677" y="586"/>
                  </a:cubicBezTo>
                  <a:cubicBezTo>
                    <a:pt x="2669" y="601"/>
                    <a:pt x="2665" y="608"/>
                    <a:pt x="2662" y="608"/>
                  </a:cubicBezTo>
                  <a:cubicBezTo>
                    <a:pt x="2658" y="608"/>
                    <a:pt x="2655" y="602"/>
                    <a:pt x="2649" y="590"/>
                  </a:cubicBezTo>
                  <a:cubicBezTo>
                    <a:pt x="2647" y="576"/>
                    <a:pt x="2629" y="563"/>
                    <a:pt x="2613" y="563"/>
                  </a:cubicBezTo>
                  <a:cubicBezTo>
                    <a:pt x="2600" y="563"/>
                    <a:pt x="2590" y="572"/>
                    <a:pt x="2593" y="596"/>
                  </a:cubicBezTo>
                  <a:lnTo>
                    <a:pt x="2580" y="571"/>
                  </a:lnTo>
                  <a:cubicBezTo>
                    <a:pt x="2576" y="563"/>
                    <a:pt x="2573" y="560"/>
                    <a:pt x="2571" y="560"/>
                  </a:cubicBezTo>
                  <a:cubicBezTo>
                    <a:pt x="2564" y="560"/>
                    <a:pt x="2561" y="578"/>
                    <a:pt x="2561" y="596"/>
                  </a:cubicBezTo>
                  <a:cubicBezTo>
                    <a:pt x="2564" y="620"/>
                    <a:pt x="2564" y="633"/>
                    <a:pt x="2561" y="633"/>
                  </a:cubicBezTo>
                  <a:cubicBezTo>
                    <a:pt x="2557" y="633"/>
                    <a:pt x="2550" y="615"/>
                    <a:pt x="2539" y="574"/>
                  </a:cubicBezTo>
                  <a:cubicBezTo>
                    <a:pt x="2538" y="545"/>
                    <a:pt x="2534" y="532"/>
                    <a:pt x="2531" y="532"/>
                  </a:cubicBezTo>
                  <a:cubicBezTo>
                    <a:pt x="2530" y="532"/>
                    <a:pt x="2529" y="538"/>
                    <a:pt x="2530" y="549"/>
                  </a:cubicBezTo>
                  <a:cubicBezTo>
                    <a:pt x="2523" y="567"/>
                    <a:pt x="2518" y="587"/>
                    <a:pt x="2511" y="587"/>
                  </a:cubicBezTo>
                  <a:cubicBezTo>
                    <a:pt x="2508" y="587"/>
                    <a:pt x="2505" y="584"/>
                    <a:pt x="2502" y="577"/>
                  </a:cubicBezTo>
                  <a:cubicBezTo>
                    <a:pt x="2492" y="577"/>
                    <a:pt x="2483" y="577"/>
                    <a:pt x="2489" y="630"/>
                  </a:cubicBezTo>
                  <a:cubicBezTo>
                    <a:pt x="2489" y="655"/>
                    <a:pt x="2480" y="655"/>
                    <a:pt x="2470" y="655"/>
                  </a:cubicBezTo>
                  <a:cubicBezTo>
                    <a:pt x="2467" y="640"/>
                    <a:pt x="2470" y="621"/>
                    <a:pt x="2477" y="605"/>
                  </a:cubicBezTo>
                  <a:lnTo>
                    <a:pt x="2458" y="605"/>
                  </a:lnTo>
                  <a:cubicBezTo>
                    <a:pt x="2457" y="605"/>
                    <a:pt x="2457" y="606"/>
                    <a:pt x="2456" y="606"/>
                  </a:cubicBezTo>
                  <a:cubicBezTo>
                    <a:pt x="2446" y="606"/>
                    <a:pt x="2426" y="582"/>
                    <a:pt x="2423" y="558"/>
                  </a:cubicBezTo>
                  <a:cubicBezTo>
                    <a:pt x="2418" y="548"/>
                    <a:pt x="2414" y="542"/>
                    <a:pt x="2411" y="542"/>
                  </a:cubicBezTo>
                  <a:lnTo>
                    <a:pt x="2411" y="542"/>
                  </a:lnTo>
                  <a:cubicBezTo>
                    <a:pt x="2407" y="542"/>
                    <a:pt x="2407" y="554"/>
                    <a:pt x="2414" y="583"/>
                  </a:cubicBezTo>
                  <a:cubicBezTo>
                    <a:pt x="2420" y="633"/>
                    <a:pt x="2420" y="633"/>
                    <a:pt x="2401" y="637"/>
                  </a:cubicBezTo>
                  <a:cubicBezTo>
                    <a:pt x="2400" y="637"/>
                    <a:pt x="2398" y="637"/>
                    <a:pt x="2396" y="637"/>
                  </a:cubicBezTo>
                  <a:cubicBezTo>
                    <a:pt x="2389" y="637"/>
                    <a:pt x="2382" y="635"/>
                    <a:pt x="2380" y="612"/>
                  </a:cubicBezTo>
                  <a:cubicBezTo>
                    <a:pt x="2377" y="593"/>
                    <a:pt x="2377" y="588"/>
                    <a:pt x="2369" y="588"/>
                  </a:cubicBezTo>
                  <a:cubicBezTo>
                    <a:pt x="2366" y="588"/>
                    <a:pt x="2363" y="589"/>
                    <a:pt x="2358" y="590"/>
                  </a:cubicBezTo>
                  <a:cubicBezTo>
                    <a:pt x="2329" y="593"/>
                    <a:pt x="2307" y="671"/>
                    <a:pt x="2304" y="721"/>
                  </a:cubicBezTo>
                  <a:cubicBezTo>
                    <a:pt x="2306" y="748"/>
                    <a:pt x="2307" y="762"/>
                    <a:pt x="2305" y="762"/>
                  </a:cubicBezTo>
                  <a:cubicBezTo>
                    <a:pt x="2304" y="762"/>
                    <a:pt x="2301" y="749"/>
                    <a:pt x="2295" y="724"/>
                  </a:cubicBezTo>
                  <a:cubicBezTo>
                    <a:pt x="2292" y="701"/>
                    <a:pt x="2286" y="699"/>
                    <a:pt x="2278" y="699"/>
                  </a:cubicBezTo>
                  <a:cubicBezTo>
                    <a:pt x="2276" y="699"/>
                    <a:pt x="2275" y="699"/>
                    <a:pt x="2273" y="699"/>
                  </a:cubicBezTo>
                  <a:cubicBezTo>
                    <a:pt x="2270" y="674"/>
                    <a:pt x="2279" y="674"/>
                    <a:pt x="2289" y="671"/>
                  </a:cubicBezTo>
                  <a:lnTo>
                    <a:pt x="2286" y="646"/>
                  </a:lnTo>
                  <a:cubicBezTo>
                    <a:pt x="2278" y="621"/>
                    <a:pt x="2272" y="609"/>
                    <a:pt x="2267" y="609"/>
                  </a:cubicBezTo>
                  <a:cubicBezTo>
                    <a:pt x="2262" y="609"/>
                    <a:pt x="2259" y="622"/>
                    <a:pt x="2257" y="649"/>
                  </a:cubicBezTo>
                  <a:cubicBezTo>
                    <a:pt x="2254" y="662"/>
                    <a:pt x="2253" y="668"/>
                    <a:pt x="2250" y="668"/>
                  </a:cubicBezTo>
                  <a:cubicBezTo>
                    <a:pt x="2248" y="668"/>
                    <a:pt x="2245" y="662"/>
                    <a:pt x="2239" y="649"/>
                  </a:cubicBezTo>
                  <a:cubicBezTo>
                    <a:pt x="2230" y="634"/>
                    <a:pt x="2221" y="617"/>
                    <a:pt x="2218" y="617"/>
                  </a:cubicBezTo>
                  <a:cubicBezTo>
                    <a:pt x="2216" y="617"/>
                    <a:pt x="2216" y="620"/>
                    <a:pt x="2217" y="627"/>
                  </a:cubicBezTo>
                  <a:cubicBezTo>
                    <a:pt x="2201" y="627"/>
                    <a:pt x="2188" y="618"/>
                    <a:pt x="2185" y="602"/>
                  </a:cubicBezTo>
                  <a:cubicBezTo>
                    <a:pt x="2166" y="605"/>
                    <a:pt x="2157" y="605"/>
                    <a:pt x="2157" y="630"/>
                  </a:cubicBezTo>
                  <a:cubicBezTo>
                    <a:pt x="2160" y="659"/>
                    <a:pt x="2151" y="659"/>
                    <a:pt x="2141" y="659"/>
                  </a:cubicBezTo>
                  <a:cubicBezTo>
                    <a:pt x="2132" y="659"/>
                    <a:pt x="2123" y="662"/>
                    <a:pt x="2126" y="687"/>
                  </a:cubicBezTo>
                  <a:cubicBezTo>
                    <a:pt x="2129" y="712"/>
                    <a:pt x="2119" y="737"/>
                    <a:pt x="2101" y="740"/>
                  </a:cubicBezTo>
                  <a:cubicBezTo>
                    <a:pt x="2094" y="750"/>
                    <a:pt x="2090" y="756"/>
                    <a:pt x="2087" y="756"/>
                  </a:cubicBezTo>
                  <a:cubicBezTo>
                    <a:pt x="2082" y="756"/>
                    <a:pt x="2078" y="744"/>
                    <a:pt x="2069" y="715"/>
                  </a:cubicBezTo>
                  <a:cubicBezTo>
                    <a:pt x="2067" y="695"/>
                    <a:pt x="2060" y="693"/>
                    <a:pt x="2053" y="693"/>
                  </a:cubicBezTo>
                  <a:cubicBezTo>
                    <a:pt x="2051" y="693"/>
                    <a:pt x="2049" y="693"/>
                    <a:pt x="2047" y="693"/>
                  </a:cubicBezTo>
                  <a:cubicBezTo>
                    <a:pt x="2047" y="693"/>
                    <a:pt x="2038" y="693"/>
                    <a:pt x="2025" y="668"/>
                  </a:cubicBezTo>
                  <a:cubicBezTo>
                    <a:pt x="2022" y="661"/>
                    <a:pt x="2019" y="658"/>
                    <a:pt x="2018" y="658"/>
                  </a:cubicBezTo>
                  <a:lnTo>
                    <a:pt x="2018" y="658"/>
                  </a:lnTo>
                  <a:cubicBezTo>
                    <a:pt x="2015" y="658"/>
                    <a:pt x="2017" y="676"/>
                    <a:pt x="2019" y="696"/>
                  </a:cubicBezTo>
                  <a:lnTo>
                    <a:pt x="2025" y="746"/>
                  </a:lnTo>
                  <a:cubicBezTo>
                    <a:pt x="2016" y="746"/>
                    <a:pt x="2000" y="696"/>
                    <a:pt x="1997" y="671"/>
                  </a:cubicBezTo>
                  <a:cubicBezTo>
                    <a:pt x="1989" y="646"/>
                    <a:pt x="1985" y="633"/>
                    <a:pt x="1984" y="633"/>
                  </a:cubicBezTo>
                  <a:lnTo>
                    <a:pt x="1984" y="633"/>
                  </a:lnTo>
                  <a:cubicBezTo>
                    <a:pt x="1983" y="633"/>
                    <a:pt x="1985" y="646"/>
                    <a:pt x="1988" y="671"/>
                  </a:cubicBezTo>
                  <a:cubicBezTo>
                    <a:pt x="1990" y="689"/>
                    <a:pt x="1987" y="709"/>
                    <a:pt x="1977" y="709"/>
                  </a:cubicBezTo>
                  <a:cubicBezTo>
                    <a:pt x="1974" y="709"/>
                    <a:pt x="1969" y="706"/>
                    <a:pt x="1963" y="699"/>
                  </a:cubicBezTo>
                  <a:cubicBezTo>
                    <a:pt x="1957" y="700"/>
                    <a:pt x="1952" y="701"/>
                    <a:pt x="1946" y="701"/>
                  </a:cubicBezTo>
                  <a:cubicBezTo>
                    <a:pt x="1932" y="701"/>
                    <a:pt x="1922" y="696"/>
                    <a:pt x="1922" y="677"/>
                  </a:cubicBezTo>
                  <a:cubicBezTo>
                    <a:pt x="1918" y="670"/>
                    <a:pt x="1915" y="667"/>
                    <a:pt x="1912" y="667"/>
                  </a:cubicBezTo>
                  <a:cubicBezTo>
                    <a:pt x="1905" y="667"/>
                    <a:pt x="1900" y="680"/>
                    <a:pt x="1900" y="680"/>
                  </a:cubicBezTo>
                  <a:cubicBezTo>
                    <a:pt x="1897" y="693"/>
                    <a:pt x="1893" y="700"/>
                    <a:pt x="1885" y="700"/>
                  </a:cubicBezTo>
                  <a:cubicBezTo>
                    <a:pt x="1878" y="700"/>
                    <a:pt x="1868" y="694"/>
                    <a:pt x="1853" y="684"/>
                  </a:cubicBezTo>
                  <a:cubicBezTo>
                    <a:pt x="1827" y="660"/>
                    <a:pt x="1814" y="649"/>
                    <a:pt x="1808" y="649"/>
                  </a:cubicBezTo>
                  <a:cubicBezTo>
                    <a:pt x="1801" y="649"/>
                    <a:pt x="1803" y="661"/>
                    <a:pt x="1806" y="687"/>
                  </a:cubicBezTo>
                  <a:cubicBezTo>
                    <a:pt x="1806" y="701"/>
                    <a:pt x="1807" y="716"/>
                    <a:pt x="1806" y="716"/>
                  </a:cubicBezTo>
                  <a:cubicBezTo>
                    <a:pt x="1804" y="716"/>
                    <a:pt x="1802" y="708"/>
                    <a:pt x="1797" y="687"/>
                  </a:cubicBezTo>
                  <a:cubicBezTo>
                    <a:pt x="1793" y="680"/>
                    <a:pt x="1790" y="677"/>
                    <a:pt x="1787" y="677"/>
                  </a:cubicBezTo>
                  <a:cubicBezTo>
                    <a:pt x="1778" y="677"/>
                    <a:pt x="1770" y="697"/>
                    <a:pt x="1759" y="715"/>
                  </a:cubicBezTo>
                  <a:cubicBezTo>
                    <a:pt x="1756" y="749"/>
                    <a:pt x="1756" y="784"/>
                    <a:pt x="1759" y="818"/>
                  </a:cubicBezTo>
                  <a:cubicBezTo>
                    <a:pt x="1763" y="849"/>
                    <a:pt x="1764" y="861"/>
                    <a:pt x="1760" y="861"/>
                  </a:cubicBezTo>
                  <a:cubicBezTo>
                    <a:pt x="1757" y="861"/>
                    <a:pt x="1752" y="855"/>
                    <a:pt x="1743" y="847"/>
                  </a:cubicBezTo>
                  <a:cubicBezTo>
                    <a:pt x="1734" y="847"/>
                    <a:pt x="1721" y="821"/>
                    <a:pt x="1718" y="796"/>
                  </a:cubicBezTo>
                  <a:cubicBezTo>
                    <a:pt x="1715" y="771"/>
                    <a:pt x="1728" y="771"/>
                    <a:pt x="1728" y="771"/>
                  </a:cubicBezTo>
                  <a:lnTo>
                    <a:pt x="1737" y="768"/>
                  </a:lnTo>
                  <a:cubicBezTo>
                    <a:pt x="1734" y="745"/>
                    <a:pt x="1731" y="721"/>
                    <a:pt x="1715" y="721"/>
                  </a:cubicBezTo>
                  <a:cubicBezTo>
                    <a:pt x="1714" y="721"/>
                    <a:pt x="1713" y="721"/>
                    <a:pt x="1712" y="721"/>
                  </a:cubicBezTo>
                  <a:cubicBezTo>
                    <a:pt x="1706" y="709"/>
                    <a:pt x="1700" y="702"/>
                    <a:pt x="1697" y="702"/>
                  </a:cubicBezTo>
                  <a:cubicBezTo>
                    <a:pt x="1693" y="702"/>
                    <a:pt x="1692" y="709"/>
                    <a:pt x="1693" y="721"/>
                  </a:cubicBezTo>
                  <a:cubicBezTo>
                    <a:pt x="1683" y="701"/>
                    <a:pt x="1669" y="699"/>
                    <a:pt x="1653" y="699"/>
                  </a:cubicBezTo>
                  <a:cubicBezTo>
                    <a:pt x="1649" y="699"/>
                    <a:pt x="1644" y="699"/>
                    <a:pt x="1640" y="699"/>
                  </a:cubicBezTo>
                  <a:cubicBezTo>
                    <a:pt x="1634" y="700"/>
                    <a:pt x="1626" y="701"/>
                    <a:pt x="1619" y="701"/>
                  </a:cubicBezTo>
                  <a:cubicBezTo>
                    <a:pt x="1604" y="701"/>
                    <a:pt x="1589" y="697"/>
                    <a:pt x="1580" y="680"/>
                  </a:cubicBezTo>
                  <a:cubicBezTo>
                    <a:pt x="1562" y="680"/>
                    <a:pt x="1552" y="684"/>
                    <a:pt x="1555" y="709"/>
                  </a:cubicBezTo>
                  <a:cubicBezTo>
                    <a:pt x="1557" y="738"/>
                    <a:pt x="1555" y="750"/>
                    <a:pt x="1552" y="750"/>
                  </a:cubicBezTo>
                  <a:cubicBezTo>
                    <a:pt x="1551" y="750"/>
                    <a:pt x="1549" y="744"/>
                    <a:pt x="1549" y="734"/>
                  </a:cubicBezTo>
                  <a:cubicBezTo>
                    <a:pt x="1540" y="705"/>
                    <a:pt x="1495" y="688"/>
                    <a:pt x="1457" y="688"/>
                  </a:cubicBezTo>
                  <a:cubicBezTo>
                    <a:pt x="1428" y="688"/>
                    <a:pt x="1403" y="698"/>
                    <a:pt x="1402" y="721"/>
                  </a:cubicBezTo>
                  <a:lnTo>
                    <a:pt x="1380" y="721"/>
                  </a:lnTo>
                  <a:cubicBezTo>
                    <a:pt x="1372" y="712"/>
                    <a:pt x="1356" y="707"/>
                    <a:pt x="1340" y="707"/>
                  </a:cubicBezTo>
                  <a:cubicBezTo>
                    <a:pt x="1319" y="707"/>
                    <a:pt x="1299" y="715"/>
                    <a:pt x="1295" y="731"/>
                  </a:cubicBezTo>
                  <a:lnTo>
                    <a:pt x="1267" y="734"/>
                  </a:lnTo>
                  <a:cubicBezTo>
                    <a:pt x="1256" y="722"/>
                    <a:pt x="1249" y="715"/>
                    <a:pt x="1243" y="715"/>
                  </a:cubicBezTo>
                  <a:cubicBezTo>
                    <a:pt x="1236" y="715"/>
                    <a:pt x="1231" y="722"/>
                    <a:pt x="1226" y="737"/>
                  </a:cubicBezTo>
                  <a:cubicBezTo>
                    <a:pt x="1222" y="755"/>
                    <a:pt x="1222" y="772"/>
                    <a:pt x="1222" y="772"/>
                  </a:cubicBezTo>
                  <a:cubicBezTo>
                    <a:pt x="1221" y="772"/>
                    <a:pt x="1221" y="769"/>
                    <a:pt x="1220" y="762"/>
                  </a:cubicBezTo>
                  <a:cubicBezTo>
                    <a:pt x="1218" y="743"/>
                    <a:pt x="1207" y="739"/>
                    <a:pt x="1186" y="739"/>
                  </a:cubicBezTo>
                  <a:cubicBezTo>
                    <a:pt x="1179" y="739"/>
                    <a:pt x="1170" y="739"/>
                    <a:pt x="1160" y="740"/>
                  </a:cubicBezTo>
                  <a:cubicBezTo>
                    <a:pt x="1123" y="743"/>
                    <a:pt x="1123" y="743"/>
                    <a:pt x="1132" y="768"/>
                  </a:cubicBezTo>
                  <a:cubicBezTo>
                    <a:pt x="1121" y="777"/>
                    <a:pt x="1114" y="781"/>
                    <a:pt x="1108" y="781"/>
                  </a:cubicBezTo>
                  <a:cubicBezTo>
                    <a:pt x="1096" y="781"/>
                    <a:pt x="1094" y="763"/>
                    <a:pt x="1092" y="746"/>
                  </a:cubicBezTo>
                  <a:cubicBezTo>
                    <a:pt x="1094" y="724"/>
                    <a:pt x="1092" y="712"/>
                    <a:pt x="1089" y="712"/>
                  </a:cubicBezTo>
                  <a:cubicBezTo>
                    <a:pt x="1084" y="712"/>
                    <a:pt x="1078" y="731"/>
                    <a:pt x="1076" y="774"/>
                  </a:cubicBezTo>
                  <a:cubicBezTo>
                    <a:pt x="1074" y="805"/>
                    <a:pt x="1065" y="818"/>
                    <a:pt x="1059" y="818"/>
                  </a:cubicBezTo>
                  <a:cubicBezTo>
                    <a:pt x="1054" y="818"/>
                    <a:pt x="1051" y="813"/>
                    <a:pt x="1051" y="803"/>
                  </a:cubicBezTo>
                  <a:cubicBezTo>
                    <a:pt x="1048" y="778"/>
                    <a:pt x="1057" y="774"/>
                    <a:pt x="1066" y="774"/>
                  </a:cubicBezTo>
                  <a:lnTo>
                    <a:pt x="1060" y="724"/>
                  </a:lnTo>
                  <a:cubicBezTo>
                    <a:pt x="1051" y="724"/>
                    <a:pt x="1051" y="724"/>
                    <a:pt x="1045" y="753"/>
                  </a:cubicBezTo>
                  <a:cubicBezTo>
                    <a:pt x="1045" y="753"/>
                    <a:pt x="1035" y="753"/>
                    <a:pt x="1029" y="778"/>
                  </a:cubicBezTo>
                  <a:cubicBezTo>
                    <a:pt x="1019" y="803"/>
                    <a:pt x="1023" y="831"/>
                    <a:pt x="1035" y="856"/>
                  </a:cubicBezTo>
                  <a:cubicBezTo>
                    <a:pt x="1048" y="878"/>
                    <a:pt x="1038" y="881"/>
                    <a:pt x="1029" y="881"/>
                  </a:cubicBezTo>
                  <a:cubicBezTo>
                    <a:pt x="1010" y="862"/>
                    <a:pt x="1004" y="831"/>
                    <a:pt x="1010" y="806"/>
                  </a:cubicBezTo>
                  <a:cubicBezTo>
                    <a:pt x="1019" y="806"/>
                    <a:pt x="1019" y="778"/>
                    <a:pt x="1016" y="753"/>
                  </a:cubicBezTo>
                  <a:cubicBezTo>
                    <a:pt x="1016" y="748"/>
                    <a:pt x="1014" y="746"/>
                    <a:pt x="1012" y="746"/>
                  </a:cubicBezTo>
                  <a:cubicBezTo>
                    <a:pt x="1000" y="746"/>
                    <a:pt x="969" y="792"/>
                    <a:pt x="966" y="834"/>
                  </a:cubicBezTo>
                  <a:cubicBezTo>
                    <a:pt x="965" y="828"/>
                    <a:pt x="964" y="819"/>
                    <a:pt x="963" y="809"/>
                  </a:cubicBezTo>
                  <a:cubicBezTo>
                    <a:pt x="961" y="789"/>
                    <a:pt x="948" y="787"/>
                    <a:pt x="933" y="787"/>
                  </a:cubicBezTo>
                  <a:cubicBezTo>
                    <a:pt x="930" y="787"/>
                    <a:pt x="926" y="787"/>
                    <a:pt x="922" y="787"/>
                  </a:cubicBezTo>
                  <a:cubicBezTo>
                    <a:pt x="904" y="790"/>
                    <a:pt x="894" y="790"/>
                    <a:pt x="897" y="815"/>
                  </a:cubicBezTo>
                  <a:cubicBezTo>
                    <a:pt x="897" y="840"/>
                    <a:pt x="900" y="865"/>
                    <a:pt x="891" y="865"/>
                  </a:cubicBezTo>
                  <a:cubicBezTo>
                    <a:pt x="900" y="865"/>
                    <a:pt x="904" y="890"/>
                    <a:pt x="907" y="915"/>
                  </a:cubicBezTo>
                  <a:cubicBezTo>
                    <a:pt x="894" y="903"/>
                    <a:pt x="882" y="887"/>
                    <a:pt x="872" y="868"/>
                  </a:cubicBezTo>
                  <a:cubicBezTo>
                    <a:pt x="849" y="821"/>
                    <a:pt x="828" y="799"/>
                    <a:pt x="794" y="799"/>
                  </a:cubicBezTo>
                  <a:cubicBezTo>
                    <a:pt x="792" y="799"/>
                    <a:pt x="790" y="799"/>
                    <a:pt x="788" y="800"/>
                  </a:cubicBezTo>
                  <a:cubicBezTo>
                    <a:pt x="784" y="800"/>
                    <a:pt x="780" y="800"/>
                    <a:pt x="775" y="800"/>
                  </a:cubicBezTo>
                  <a:cubicBezTo>
                    <a:pt x="758" y="800"/>
                    <a:pt x="738" y="798"/>
                    <a:pt x="728" y="778"/>
                  </a:cubicBezTo>
                  <a:cubicBezTo>
                    <a:pt x="709" y="781"/>
                    <a:pt x="697" y="781"/>
                    <a:pt x="700" y="806"/>
                  </a:cubicBezTo>
                  <a:lnTo>
                    <a:pt x="681" y="809"/>
                  </a:lnTo>
                  <a:cubicBezTo>
                    <a:pt x="675" y="796"/>
                    <a:pt x="667" y="790"/>
                    <a:pt x="661" y="790"/>
                  </a:cubicBezTo>
                  <a:cubicBezTo>
                    <a:pt x="655" y="790"/>
                    <a:pt x="651" y="796"/>
                    <a:pt x="653" y="809"/>
                  </a:cubicBezTo>
                  <a:cubicBezTo>
                    <a:pt x="651" y="819"/>
                    <a:pt x="647" y="822"/>
                    <a:pt x="644" y="822"/>
                  </a:cubicBezTo>
                  <a:cubicBezTo>
                    <a:pt x="638" y="822"/>
                    <a:pt x="631" y="812"/>
                    <a:pt x="625" y="812"/>
                  </a:cubicBezTo>
                  <a:cubicBezTo>
                    <a:pt x="613" y="790"/>
                    <a:pt x="607" y="777"/>
                    <a:pt x="605" y="777"/>
                  </a:cubicBezTo>
                  <a:lnTo>
                    <a:pt x="605" y="777"/>
                  </a:lnTo>
                  <a:cubicBezTo>
                    <a:pt x="603" y="777"/>
                    <a:pt x="607" y="796"/>
                    <a:pt x="615" y="837"/>
                  </a:cubicBezTo>
                  <a:cubicBezTo>
                    <a:pt x="618" y="865"/>
                    <a:pt x="640" y="887"/>
                    <a:pt x="650" y="887"/>
                  </a:cubicBezTo>
                  <a:lnTo>
                    <a:pt x="681" y="884"/>
                  </a:lnTo>
                  <a:lnTo>
                    <a:pt x="653" y="912"/>
                  </a:lnTo>
                  <a:cubicBezTo>
                    <a:pt x="643" y="912"/>
                    <a:pt x="628" y="941"/>
                    <a:pt x="631" y="966"/>
                  </a:cubicBezTo>
                  <a:cubicBezTo>
                    <a:pt x="631" y="966"/>
                    <a:pt x="631" y="991"/>
                    <a:pt x="621" y="994"/>
                  </a:cubicBezTo>
                  <a:lnTo>
                    <a:pt x="618" y="941"/>
                  </a:lnTo>
                  <a:cubicBezTo>
                    <a:pt x="621" y="915"/>
                    <a:pt x="625" y="890"/>
                    <a:pt x="618" y="865"/>
                  </a:cubicBezTo>
                  <a:cubicBezTo>
                    <a:pt x="611" y="835"/>
                    <a:pt x="596" y="814"/>
                    <a:pt x="587" y="814"/>
                  </a:cubicBezTo>
                  <a:cubicBezTo>
                    <a:pt x="580" y="814"/>
                    <a:pt x="576" y="823"/>
                    <a:pt x="578" y="843"/>
                  </a:cubicBezTo>
                  <a:cubicBezTo>
                    <a:pt x="568" y="843"/>
                    <a:pt x="568" y="843"/>
                    <a:pt x="556" y="818"/>
                  </a:cubicBezTo>
                  <a:cubicBezTo>
                    <a:pt x="554" y="808"/>
                    <a:pt x="552" y="802"/>
                    <a:pt x="550" y="802"/>
                  </a:cubicBezTo>
                  <a:cubicBezTo>
                    <a:pt x="546" y="802"/>
                    <a:pt x="542" y="815"/>
                    <a:pt x="540" y="847"/>
                  </a:cubicBezTo>
                  <a:cubicBezTo>
                    <a:pt x="538" y="872"/>
                    <a:pt x="535" y="884"/>
                    <a:pt x="529" y="884"/>
                  </a:cubicBezTo>
                  <a:cubicBezTo>
                    <a:pt x="524" y="884"/>
                    <a:pt x="518" y="872"/>
                    <a:pt x="512" y="847"/>
                  </a:cubicBezTo>
                  <a:cubicBezTo>
                    <a:pt x="498" y="820"/>
                    <a:pt x="480" y="810"/>
                    <a:pt x="467" y="810"/>
                  </a:cubicBezTo>
                  <a:cubicBezTo>
                    <a:pt x="457" y="810"/>
                    <a:pt x="449" y="817"/>
                    <a:pt x="449" y="828"/>
                  </a:cubicBezTo>
                  <a:cubicBezTo>
                    <a:pt x="453" y="858"/>
                    <a:pt x="444" y="871"/>
                    <a:pt x="434" y="871"/>
                  </a:cubicBezTo>
                  <a:cubicBezTo>
                    <a:pt x="427" y="871"/>
                    <a:pt x="420" y="866"/>
                    <a:pt x="415" y="856"/>
                  </a:cubicBezTo>
                  <a:cubicBezTo>
                    <a:pt x="409" y="844"/>
                    <a:pt x="403" y="838"/>
                    <a:pt x="399" y="838"/>
                  </a:cubicBezTo>
                  <a:cubicBezTo>
                    <a:pt x="394" y="838"/>
                    <a:pt x="390" y="845"/>
                    <a:pt x="386" y="859"/>
                  </a:cubicBezTo>
                  <a:cubicBezTo>
                    <a:pt x="384" y="841"/>
                    <a:pt x="377" y="824"/>
                    <a:pt x="371" y="824"/>
                  </a:cubicBezTo>
                  <a:cubicBezTo>
                    <a:pt x="369" y="824"/>
                    <a:pt x="366" y="827"/>
                    <a:pt x="365" y="834"/>
                  </a:cubicBezTo>
                  <a:cubicBezTo>
                    <a:pt x="365" y="834"/>
                    <a:pt x="355" y="834"/>
                    <a:pt x="368" y="859"/>
                  </a:cubicBezTo>
                  <a:lnTo>
                    <a:pt x="352" y="912"/>
                  </a:lnTo>
                  <a:cubicBezTo>
                    <a:pt x="361" y="912"/>
                    <a:pt x="365" y="937"/>
                    <a:pt x="368" y="962"/>
                  </a:cubicBezTo>
                  <a:cubicBezTo>
                    <a:pt x="368" y="969"/>
                    <a:pt x="366" y="972"/>
                    <a:pt x="362" y="972"/>
                  </a:cubicBezTo>
                  <a:cubicBezTo>
                    <a:pt x="350" y="972"/>
                    <a:pt x="323" y="946"/>
                    <a:pt x="302" y="890"/>
                  </a:cubicBezTo>
                  <a:lnTo>
                    <a:pt x="277" y="840"/>
                  </a:lnTo>
                  <a:lnTo>
                    <a:pt x="283" y="894"/>
                  </a:lnTo>
                  <a:cubicBezTo>
                    <a:pt x="274" y="894"/>
                    <a:pt x="264" y="894"/>
                    <a:pt x="261" y="868"/>
                  </a:cubicBezTo>
                  <a:cubicBezTo>
                    <a:pt x="258" y="843"/>
                    <a:pt x="258" y="843"/>
                    <a:pt x="249" y="843"/>
                  </a:cubicBezTo>
                  <a:cubicBezTo>
                    <a:pt x="249" y="843"/>
                    <a:pt x="239" y="843"/>
                    <a:pt x="242" y="872"/>
                  </a:cubicBezTo>
                  <a:cubicBezTo>
                    <a:pt x="244" y="901"/>
                    <a:pt x="245" y="913"/>
                    <a:pt x="243" y="913"/>
                  </a:cubicBezTo>
                  <a:cubicBezTo>
                    <a:pt x="241" y="913"/>
                    <a:pt x="238" y="907"/>
                    <a:pt x="233" y="897"/>
                  </a:cubicBezTo>
                  <a:cubicBezTo>
                    <a:pt x="227" y="872"/>
                    <a:pt x="221" y="859"/>
                    <a:pt x="217" y="859"/>
                  </a:cubicBezTo>
                  <a:cubicBezTo>
                    <a:pt x="212" y="859"/>
                    <a:pt x="208" y="873"/>
                    <a:pt x="205" y="900"/>
                  </a:cubicBezTo>
                  <a:cubicBezTo>
                    <a:pt x="208" y="925"/>
                    <a:pt x="209" y="937"/>
                    <a:pt x="208" y="937"/>
                  </a:cubicBezTo>
                  <a:lnTo>
                    <a:pt x="208" y="937"/>
                  </a:lnTo>
                  <a:cubicBezTo>
                    <a:pt x="207" y="937"/>
                    <a:pt x="203" y="925"/>
                    <a:pt x="195" y="900"/>
                  </a:cubicBezTo>
                  <a:cubicBezTo>
                    <a:pt x="192" y="875"/>
                    <a:pt x="180" y="850"/>
                    <a:pt x="170" y="850"/>
                  </a:cubicBezTo>
                  <a:lnTo>
                    <a:pt x="170" y="850"/>
                  </a:lnTo>
                  <a:lnTo>
                    <a:pt x="173" y="875"/>
                  </a:lnTo>
                  <a:cubicBezTo>
                    <a:pt x="177" y="906"/>
                    <a:pt x="175" y="919"/>
                    <a:pt x="171" y="919"/>
                  </a:cubicBezTo>
                  <a:cubicBezTo>
                    <a:pt x="167" y="919"/>
                    <a:pt x="163" y="913"/>
                    <a:pt x="158" y="903"/>
                  </a:cubicBezTo>
                  <a:cubicBezTo>
                    <a:pt x="156" y="891"/>
                    <a:pt x="153" y="885"/>
                    <a:pt x="149" y="885"/>
                  </a:cubicBezTo>
                  <a:cubicBezTo>
                    <a:pt x="144" y="885"/>
                    <a:pt x="138" y="892"/>
                    <a:pt x="129" y="906"/>
                  </a:cubicBezTo>
                  <a:cubicBezTo>
                    <a:pt x="126" y="906"/>
                    <a:pt x="123" y="906"/>
                    <a:pt x="120" y="906"/>
                  </a:cubicBezTo>
                  <a:cubicBezTo>
                    <a:pt x="107" y="906"/>
                    <a:pt x="98" y="904"/>
                    <a:pt x="98" y="881"/>
                  </a:cubicBezTo>
                  <a:cubicBezTo>
                    <a:pt x="95" y="856"/>
                    <a:pt x="93" y="844"/>
                    <a:pt x="92" y="844"/>
                  </a:cubicBezTo>
                  <a:cubicBezTo>
                    <a:pt x="91" y="844"/>
                    <a:pt x="90" y="857"/>
                    <a:pt x="89" y="884"/>
                  </a:cubicBezTo>
                  <a:cubicBezTo>
                    <a:pt x="84" y="897"/>
                    <a:pt x="82" y="903"/>
                    <a:pt x="78" y="903"/>
                  </a:cubicBezTo>
                  <a:cubicBezTo>
                    <a:pt x="74" y="903"/>
                    <a:pt x="68" y="897"/>
                    <a:pt x="57" y="884"/>
                  </a:cubicBezTo>
                  <a:cubicBezTo>
                    <a:pt x="53" y="874"/>
                    <a:pt x="51" y="868"/>
                    <a:pt x="48" y="868"/>
                  </a:cubicBezTo>
                  <a:cubicBezTo>
                    <a:pt x="46" y="868"/>
                    <a:pt x="43" y="874"/>
                    <a:pt x="39" y="887"/>
                  </a:cubicBezTo>
                  <a:cubicBezTo>
                    <a:pt x="45" y="937"/>
                    <a:pt x="48" y="962"/>
                    <a:pt x="57" y="962"/>
                  </a:cubicBezTo>
                  <a:cubicBezTo>
                    <a:pt x="67" y="962"/>
                    <a:pt x="67" y="962"/>
                    <a:pt x="70" y="988"/>
                  </a:cubicBezTo>
                  <a:lnTo>
                    <a:pt x="51" y="991"/>
                  </a:lnTo>
                  <a:cubicBezTo>
                    <a:pt x="42" y="991"/>
                    <a:pt x="29" y="991"/>
                    <a:pt x="14" y="1019"/>
                  </a:cubicBezTo>
                  <a:cubicBezTo>
                    <a:pt x="1" y="1039"/>
                    <a:pt x="2" y="1077"/>
                    <a:pt x="12" y="1077"/>
                  </a:cubicBezTo>
                  <a:cubicBezTo>
                    <a:pt x="14" y="1077"/>
                    <a:pt x="17" y="1075"/>
                    <a:pt x="20" y="1069"/>
                  </a:cubicBezTo>
                  <a:lnTo>
                    <a:pt x="32" y="1094"/>
                  </a:lnTo>
                  <a:cubicBezTo>
                    <a:pt x="37" y="1132"/>
                    <a:pt x="44" y="1151"/>
                    <a:pt x="49" y="1151"/>
                  </a:cubicBezTo>
                  <a:cubicBezTo>
                    <a:pt x="53" y="1151"/>
                    <a:pt x="56" y="1132"/>
                    <a:pt x="51" y="1094"/>
                  </a:cubicBezTo>
                  <a:cubicBezTo>
                    <a:pt x="48" y="1051"/>
                    <a:pt x="46" y="1031"/>
                    <a:pt x="48" y="1031"/>
                  </a:cubicBezTo>
                  <a:lnTo>
                    <a:pt x="48" y="1031"/>
                  </a:lnTo>
                  <a:cubicBezTo>
                    <a:pt x="49" y="1031"/>
                    <a:pt x="52" y="1044"/>
                    <a:pt x="57" y="1066"/>
                  </a:cubicBezTo>
                  <a:cubicBezTo>
                    <a:pt x="64" y="1116"/>
                    <a:pt x="73" y="1116"/>
                    <a:pt x="82" y="1116"/>
                  </a:cubicBezTo>
                  <a:cubicBezTo>
                    <a:pt x="92" y="1116"/>
                    <a:pt x="92" y="1116"/>
                    <a:pt x="95" y="1141"/>
                  </a:cubicBezTo>
                  <a:cubicBezTo>
                    <a:pt x="98" y="1166"/>
                    <a:pt x="111" y="1191"/>
                    <a:pt x="120" y="1191"/>
                  </a:cubicBezTo>
                  <a:cubicBezTo>
                    <a:pt x="129" y="1188"/>
                    <a:pt x="129" y="1188"/>
                    <a:pt x="126" y="1163"/>
                  </a:cubicBezTo>
                  <a:cubicBezTo>
                    <a:pt x="121" y="1153"/>
                    <a:pt x="121" y="1147"/>
                    <a:pt x="124" y="1147"/>
                  </a:cubicBezTo>
                  <a:cubicBezTo>
                    <a:pt x="129" y="1147"/>
                    <a:pt x="139" y="1159"/>
                    <a:pt x="148" y="1188"/>
                  </a:cubicBezTo>
                  <a:cubicBezTo>
                    <a:pt x="153" y="1198"/>
                    <a:pt x="156" y="1204"/>
                    <a:pt x="158" y="1204"/>
                  </a:cubicBezTo>
                  <a:cubicBezTo>
                    <a:pt x="160" y="1204"/>
                    <a:pt x="158" y="1192"/>
                    <a:pt x="155" y="1160"/>
                  </a:cubicBezTo>
                  <a:cubicBezTo>
                    <a:pt x="153" y="1135"/>
                    <a:pt x="157" y="1122"/>
                    <a:pt x="163" y="1122"/>
                  </a:cubicBezTo>
                  <a:cubicBezTo>
                    <a:pt x="169" y="1122"/>
                    <a:pt x="178" y="1135"/>
                    <a:pt x="186" y="1160"/>
                  </a:cubicBezTo>
                  <a:lnTo>
                    <a:pt x="205" y="1157"/>
                  </a:lnTo>
                  <a:cubicBezTo>
                    <a:pt x="214" y="1157"/>
                    <a:pt x="211" y="1132"/>
                    <a:pt x="208" y="1107"/>
                  </a:cubicBezTo>
                  <a:cubicBezTo>
                    <a:pt x="206" y="1075"/>
                    <a:pt x="205" y="1062"/>
                    <a:pt x="207" y="1062"/>
                  </a:cubicBezTo>
                  <a:lnTo>
                    <a:pt x="207" y="1062"/>
                  </a:lnTo>
                  <a:cubicBezTo>
                    <a:pt x="208" y="1062"/>
                    <a:pt x="210" y="1068"/>
                    <a:pt x="214" y="1078"/>
                  </a:cubicBezTo>
                  <a:cubicBezTo>
                    <a:pt x="223" y="1094"/>
                    <a:pt x="227" y="1113"/>
                    <a:pt x="230" y="1129"/>
                  </a:cubicBezTo>
                  <a:cubicBezTo>
                    <a:pt x="233" y="1154"/>
                    <a:pt x="242" y="1154"/>
                    <a:pt x="252" y="1154"/>
                  </a:cubicBezTo>
                  <a:cubicBezTo>
                    <a:pt x="261" y="1154"/>
                    <a:pt x="280" y="1151"/>
                    <a:pt x="280" y="1125"/>
                  </a:cubicBezTo>
                  <a:lnTo>
                    <a:pt x="280" y="1151"/>
                  </a:lnTo>
                  <a:cubicBezTo>
                    <a:pt x="286" y="1151"/>
                    <a:pt x="290" y="1162"/>
                    <a:pt x="290" y="1162"/>
                  </a:cubicBezTo>
                  <a:cubicBezTo>
                    <a:pt x="291" y="1162"/>
                    <a:pt x="290" y="1159"/>
                    <a:pt x="289" y="1151"/>
                  </a:cubicBezTo>
                  <a:cubicBezTo>
                    <a:pt x="289" y="1151"/>
                    <a:pt x="290" y="1150"/>
                    <a:pt x="290" y="1150"/>
                  </a:cubicBezTo>
                  <a:cubicBezTo>
                    <a:pt x="294" y="1150"/>
                    <a:pt x="303" y="1152"/>
                    <a:pt x="321" y="1172"/>
                  </a:cubicBezTo>
                  <a:cubicBezTo>
                    <a:pt x="324" y="1177"/>
                    <a:pt x="328" y="1179"/>
                    <a:pt x="332" y="1179"/>
                  </a:cubicBezTo>
                  <a:cubicBezTo>
                    <a:pt x="350" y="1179"/>
                    <a:pt x="362" y="1135"/>
                    <a:pt x="333" y="1094"/>
                  </a:cubicBezTo>
                  <a:lnTo>
                    <a:pt x="343" y="1094"/>
                  </a:lnTo>
                  <a:cubicBezTo>
                    <a:pt x="352" y="1094"/>
                    <a:pt x="349" y="1069"/>
                    <a:pt x="349" y="1069"/>
                  </a:cubicBezTo>
                  <a:cubicBezTo>
                    <a:pt x="349" y="1041"/>
                    <a:pt x="358" y="1041"/>
                    <a:pt x="368" y="1041"/>
                  </a:cubicBezTo>
                  <a:lnTo>
                    <a:pt x="371" y="1091"/>
                  </a:lnTo>
                  <a:cubicBezTo>
                    <a:pt x="371" y="1136"/>
                    <a:pt x="378" y="1162"/>
                    <a:pt x="384" y="1162"/>
                  </a:cubicBezTo>
                  <a:cubicBezTo>
                    <a:pt x="389" y="1162"/>
                    <a:pt x="393" y="1148"/>
                    <a:pt x="393" y="1116"/>
                  </a:cubicBezTo>
                  <a:lnTo>
                    <a:pt x="396" y="1141"/>
                  </a:lnTo>
                  <a:cubicBezTo>
                    <a:pt x="397" y="1153"/>
                    <a:pt x="400" y="1160"/>
                    <a:pt x="405" y="1160"/>
                  </a:cubicBezTo>
                  <a:cubicBezTo>
                    <a:pt x="410" y="1160"/>
                    <a:pt x="416" y="1153"/>
                    <a:pt x="424" y="1138"/>
                  </a:cubicBezTo>
                  <a:cubicBezTo>
                    <a:pt x="433" y="1138"/>
                    <a:pt x="440" y="1085"/>
                    <a:pt x="437" y="1060"/>
                  </a:cubicBezTo>
                  <a:cubicBezTo>
                    <a:pt x="433" y="1035"/>
                    <a:pt x="443" y="1035"/>
                    <a:pt x="443" y="1035"/>
                  </a:cubicBezTo>
                  <a:cubicBezTo>
                    <a:pt x="452" y="1035"/>
                    <a:pt x="452" y="1035"/>
                    <a:pt x="455" y="1060"/>
                  </a:cubicBezTo>
                  <a:cubicBezTo>
                    <a:pt x="458" y="1084"/>
                    <a:pt x="464" y="1096"/>
                    <a:pt x="470" y="1096"/>
                  </a:cubicBezTo>
                  <a:cubicBezTo>
                    <a:pt x="476" y="1096"/>
                    <a:pt x="482" y="1082"/>
                    <a:pt x="484" y="1057"/>
                  </a:cubicBezTo>
                  <a:lnTo>
                    <a:pt x="487" y="1082"/>
                  </a:lnTo>
                  <a:cubicBezTo>
                    <a:pt x="489" y="1099"/>
                    <a:pt x="495" y="1116"/>
                    <a:pt x="514" y="1116"/>
                  </a:cubicBezTo>
                  <a:cubicBezTo>
                    <a:pt x="522" y="1116"/>
                    <a:pt x="532" y="1112"/>
                    <a:pt x="546" y="1104"/>
                  </a:cubicBezTo>
                  <a:cubicBezTo>
                    <a:pt x="560" y="1102"/>
                    <a:pt x="572" y="1101"/>
                    <a:pt x="582" y="1101"/>
                  </a:cubicBezTo>
                  <a:cubicBezTo>
                    <a:pt x="603" y="1101"/>
                    <a:pt x="616" y="1106"/>
                    <a:pt x="618" y="1122"/>
                  </a:cubicBezTo>
                  <a:cubicBezTo>
                    <a:pt x="619" y="1127"/>
                    <a:pt x="620" y="1129"/>
                    <a:pt x="622" y="1129"/>
                  </a:cubicBezTo>
                  <a:cubicBezTo>
                    <a:pt x="632" y="1129"/>
                    <a:pt x="656" y="1085"/>
                    <a:pt x="668" y="1041"/>
                  </a:cubicBezTo>
                  <a:cubicBezTo>
                    <a:pt x="671" y="1059"/>
                    <a:pt x="677" y="1064"/>
                    <a:pt x="687" y="1064"/>
                  </a:cubicBezTo>
                  <a:cubicBezTo>
                    <a:pt x="691" y="1064"/>
                    <a:pt x="695" y="1064"/>
                    <a:pt x="700" y="1063"/>
                  </a:cubicBezTo>
                  <a:cubicBezTo>
                    <a:pt x="728" y="1063"/>
                    <a:pt x="728" y="1063"/>
                    <a:pt x="731" y="1088"/>
                  </a:cubicBezTo>
                  <a:cubicBezTo>
                    <a:pt x="728" y="1113"/>
                    <a:pt x="727" y="1125"/>
                    <a:pt x="728" y="1125"/>
                  </a:cubicBezTo>
                  <a:cubicBezTo>
                    <a:pt x="729" y="1125"/>
                    <a:pt x="733" y="1112"/>
                    <a:pt x="741" y="1085"/>
                  </a:cubicBezTo>
                  <a:cubicBezTo>
                    <a:pt x="742" y="1065"/>
                    <a:pt x="747" y="1056"/>
                    <a:pt x="754" y="1056"/>
                  </a:cubicBezTo>
                  <a:cubicBezTo>
                    <a:pt x="765" y="1056"/>
                    <a:pt x="778" y="1076"/>
                    <a:pt x="781" y="1107"/>
                  </a:cubicBezTo>
                  <a:cubicBezTo>
                    <a:pt x="784" y="1130"/>
                    <a:pt x="791" y="1132"/>
                    <a:pt x="803" y="1132"/>
                  </a:cubicBezTo>
                  <a:cubicBezTo>
                    <a:pt x="806" y="1132"/>
                    <a:pt x="809" y="1132"/>
                    <a:pt x="813" y="1132"/>
                  </a:cubicBezTo>
                  <a:cubicBezTo>
                    <a:pt x="819" y="1104"/>
                    <a:pt x="838" y="1104"/>
                    <a:pt x="857" y="1100"/>
                  </a:cubicBezTo>
                  <a:cubicBezTo>
                    <a:pt x="888" y="1100"/>
                    <a:pt x="888" y="1100"/>
                    <a:pt x="882" y="1047"/>
                  </a:cubicBezTo>
                  <a:cubicBezTo>
                    <a:pt x="875" y="997"/>
                    <a:pt x="885" y="997"/>
                    <a:pt x="907" y="994"/>
                  </a:cubicBezTo>
                  <a:cubicBezTo>
                    <a:pt x="916" y="994"/>
                    <a:pt x="925" y="994"/>
                    <a:pt x="929" y="1019"/>
                  </a:cubicBezTo>
                  <a:cubicBezTo>
                    <a:pt x="929" y="1019"/>
                    <a:pt x="938" y="1044"/>
                    <a:pt x="951" y="1044"/>
                  </a:cubicBezTo>
                  <a:cubicBezTo>
                    <a:pt x="953" y="1043"/>
                    <a:pt x="955" y="1043"/>
                    <a:pt x="958" y="1043"/>
                  </a:cubicBezTo>
                  <a:cubicBezTo>
                    <a:pt x="964" y="1043"/>
                    <a:pt x="969" y="1047"/>
                    <a:pt x="969" y="1066"/>
                  </a:cubicBezTo>
                  <a:cubicBezTo>
                    <a:pt x="969" y="1066"/>
                    <a:pt x="982" y="1091"/>
                    <a:pt x="1001" y="1091"/>
                  </a:cubicBezTo>
                  <a:cubicBezTo>
                    <a:pt x="1008" y="1090"/>
                    <a:pt x="1014" y="1089"/>
                    <a:pt x="1020" y="1089"/>
                  </a:cubicBezTo>
                  <a:cubicBezTo>
                    <a:pt x="1033" y="1089"/>
                    <a:pt x="1042" y="1094"/>
                    <a:pt x="1045" y="1113"/>
                  </a:cubicBezTo>
                  <a:cubicBezTo>
                    <a:pt x="1054" y="1110"/>
                    <a:pt x="1054" y="1110"/>
                    <a:pt x="1051" y="1085"/>
                  </a:cubicBezTo>
                  <a:cubicBezTo>
                    <a:pt x="1049" y="1066"/>
                    <a:pt x="1051" y="1048"/>
                    <a:pt x="1069" y="1048"/>
                  </a:cubicBezTo>
                  <a:cubicBezTo>
                    <a:pt x="1075" y="1048"/>
                    <a:pt x="1084" y="1051"/>
                    <a:pt x="1095" y="1057"/>
                  </a:cubicBezTo>
                  <a:cubicBezTo>
                    <a:pt x="1113" y="1053"/>
                    <a:pt x="1145" y="1053"/>
                    <a:pt x="1142" y="1025"/>
                  </a:cubicBezTo>
                  <a:cubicBezTo>
                    <a:pt x="1151" y="1025"/>
                    <a:pt x="1151" y="1025"/>
                    <a:pt x="1154" y="1050"/>
                  </a:cubicBezTo>
                  <a:cubicBezTo>
                    <a:pt x="1156" y="1075"/>
                    <a:pt x="1162" y="1087"/>
                    <a:pt x="1169" y="1087"/>
                  </a:cubicBezTo>
                  <a:cubicBezTo>
                    <a:pt x="1177" y="1087"/>
                    <a:pt x="1185" y="1074"/>
                    <a:pt x="1192" y="1047"/>
                  </a:cubicBezTo>
                  <a:cubicBezTo>
                    <a:pt x="1190" y="1035"/>
                    <a:pt x="1192" y="1028"/>
                    <a:pt x="1195" y="1028"/>
                  </a:cubicBezTo>
                  <a:cubicBezTo>
                    <a:pt x="1199" y="1028"/>
                    <a:pt x="1204" y="1035"/>
                    <a:pt x="1211" y="1047"/>
                  </a:cubicBezTo>
                  <a:cubicBezTo>
                    <a:pt x="1211" y="1047"/>
                    <a:pt x="1220" y="1044"/>
                    <a:pt x="1229" y="1019"/>
                  </a:cubicBezTo>
                  <a:cubicBezTo>
                    <a:pt x="1233" y="1006"/>
                    <a:pt x="1234" y="1000"/>
                    <a:pt x="1238" y="1000"/>
                  </a:cubicBezTo>
                  <a:cubicBezTo>
                    <a:pt x="1242" y="1000"/>
                    <a:pt x="1247" y="1005"/>
                    <a:pt x="1258" y="1016"/>
                  </a:cubicBezTo>
                  <a:cubicBezTo>
                    <a:pt x="1261" y="1041"/>
                    <a:pt x="1270" y="1041"/>
                    <a:pt x="1280" y="1041"/>
                  </a:cubicBezTo>
                  <a:cubicBezTo>
                    <a:pt x="1289" y="1024"/>
                    <a:pt x="1331" y="1014"/>
                    <a:pt x="1366" y="1014"/>
                  </a:cubicBezTo>
                  <a:cubicBezTo>
                    <a:pt x="1389" y="1014"/>
                    <a:pt x="1409" y="1018"/>
                    <a:pt x="1414" y="1028"/>
                  </a:cubicBezTo>
                  <a:cubicBezTo>
                    <a:pt x="1421" y="1003"/>
                    <a:pt x="1421" y="1003"/>
                    <a:pt x="1430" y="1003"/>
                  </a:cubicBezTo>
                  <a:cubicBezTo>
                    <a:pt x="1436" y="1022"/>
                    <a:pt x="1440" y="1030"/>
                    <a:pt x="1443" y="1030"/>
                  </a:cubicBezTo>
                  <a:cubicBezTo>
                    <a:pt x="1449" y="1030"/>
                    <a:pt x="1450" y="1007"/>
                    <a:pt x="1446" y="975"/>
                  </a:cubicBezTo>
                  <a:lnTo>
                    <a:pt x="1427" y="975"/>
                  </a:lnTo>
                  <a:cubicBezTo>
                    <a:pt x="1425" y="952"/>
                    <a:pt x="1431" y="939"/>
                    <a:pt x="1437" y="939"/>
                  </a:cubicBezTo>
                  <a:cubicBezTo>
                    <a:pt x="1445" y="939"/>
                    <a:pt x="1455" y="958"/>
                    <a:pt x="1458" y="1000"/>
                  </a:cubicBezTo>
                  <a:cubicBezTo>
                    <a:pt x="1466" y="1025"/>
                    <a:pt x="1470" y="1037"/>
                    <a:pt x="1472" y="1037"/>
                  </a:cubicBezTo>
                  <a:cubicBezTo>
                    <a:pt x="1475" y="1037"/>
                    <a:pt x="1475" y="1024"/>
                    <a:pt x="1477" y="997"/>
                  </a:cubicBezTo>
                  <a:cubicBezTo>
                    <a:pt x="1480" y="972"/>
                    <a:pt x="1484" y="959"/>
                    <a:pt x="1489" y="959"/>
                  </a:cubicBezTo>
                  <a:cubicBezTo>
                    <a:pt x="1494" y="959"/>
                    <a:pt x="1501" y="972"/>
                    <a:pt x="1508" y="997"/>
                  </a:cubicBezTo>
                  <a:cubicBezTo>
                    <a:pt x="1510" y="1022"/>
                    <a:pt x="1511" y="1034"/>
                    <a:pt x="1512" y="1034"/>
                  </a:cubicBezTo>
                  <a:cubicBezTo>
                    <a:pt x="1513" y="1034"/>
                    <a:pt x="1515" y="1021"/>
                    <a:pt x="1518" y="994"/>
                  </a:cubicBezTo>
                  <a:cubicBezTo>
                    <a:pt x="1521" y="935"/>
                    <a:pt x="1532" y="901"/>
                    <a:pt x="1542" y="901"/>
                  </a:cubicBezTo>
                  <a:cubicBezTo>
                    <a:pt x="1550" y="901"/>
                    <a:pt x="1558" y="921"/>
                    <a:pt x="1562" y="966"/>
                  </a:cubicBezTo>
                  <a:cubicBezTo>
                    <a:pt x="1568" y="1016"/>
                    <a:pt x="1580" y="1041"/>
                    <a:pt x="1590" y="1041"/>
                  </a:cubicBezTo>
                  <a:cubicBezTo>
                    <a:pt x="1599" y="1038"/>
                    <a:pt x="1596" y="1013"/>
                    <a:pt x="1593" y="988"/>
                  </a:cubicBezTo>
                  <a:cubicBezTo>
                    <a:pt x="1585" y="962"/>
                    <a:pt x="1584" y="950"/>
                    <a:pt x="1588" y="950"/>
                  </a:cubicBezTo>
                  <a:lnTo>
                    <a:pt x="1588" y="950"/>
                  </a:lnTo>
                  <a:cubicBezTo>
                    <a:pt x="1592" y="950"/>
                    <a:pt x="1601" y="962"/>
                    <a:pt x="1612" y="988"/>
                  </a:cubicBezTo>
                  <a:cubicBezTo>
                    <a:pt x="1632" y="1026"/>
                    <a:pt x="1647" y="1044"/>
                    <a:pt x="1660" y="1044"/>
                  </a:cubicBezTo>
                  <a:cubicBezTo>
                    <a:pt x="1671" y="1044"/>
                    <a:pt x="1682" y="1031"/>
                    <a:pt x="1693" y="1006"/>
                  </a:cubicBezTo>
                  <a:cubicBezTo>
                    <a:pt x="1709" y="978"/>
                    <a:pt x="1725" y="964"/>
                    <a:pt x="1734" y="964"/>
                  </a:cubicBezTo>
                  <a:cubicBezTo>
                    <a:pt x="1742" y="964"/>
                    <a:pt x="1743" y="977"/>
                    <a:pt x="1731" y="1003"/>
                  </a:cubicBezTo>
                  <a:cubicBezTo>
                    <a:pt x="1724" y="1033"/>
                    <a:pt x="1720" y="1045"/>
                    <a:pt x="1722" y="1045"/>
                  </a:cubicBezTo>
                  <a:cubicBezTo>
                    <a:pt x="1724" y="1045"/>
                    <a:pt x="1727" y="1039"/>
                    <a:pt x="1734" y="1028"/>
                  </a:cubicBezTo>
                  <a:lnTo>
                    <a:pt x="1781" y="1025"/>
                  </a:lnTo>
                  <a:cubicBezTo>
                    <a:pt x="1790" y="1022"/>
                    <a:pt x="1797" y="997"/>
                    <a:pt x="1797" y="972"/>
                  </a:cubicBezTo>
                  <a:cubicBezTo>
                    <a:pt x="1804" y="1002"/>
                    <a:pt x="1815" y="1022"/>
                    <a:pt x="1826" y="1022"/>
                  </a:cubicBezTo>
                  <a:cubicBezTo>
                    <a:pt x="1833" y="1022"/>
                    <a:pt x="1841" y="1014"/>
                    <a:pt x="1847" y="994"/>
                  </a:cubicBezTo>
                  <a:lnTo>
                    <a:pt x="1866" y="991"/>
                  </a:lnTo>
                  <a:cubicBezTo>
                    <a:pt x="1875" y="991"/>
                    <a:pt x="1875" y="991"/>
                    <a:pt x="1881" y="962"/>
                  </a:cubicBezTo>
                  <a:cubicBezTo>
                    <a:pt x="1884" y="955"/>
                    <a:pt x="1887" y="952"/>
                    <a:pt x="1890" y="952"/>
                  </a:cubicBezTo>
                  <a:cubicBezTo>
                    <a:pt x="1898" y="952"/>
                    <a:pt x="1906" y="970"/>
                    <a:pt x="1913" y="988"/>
                  </a:cubicBezTo>
                  <a:cubicBezTo>
                    <a:pt x="1921" y="1005"/>
                    <a:pt x="1930" y="1022"/>
                    <a:pt x="1933" y="1022"/>
                  </a:cubicBezTo>
                  <a:cubicBezTo>
                    <a:pt x="1935" y="1022"/>
                    <a:pt x="1936" y="1018"/>
                    <a:pt x="1935" y="1010"/>
                  </a:cubicBezTo>
                  <a:cubicBezTo>
                    <a:pt x="1938" y="984"/>
                    <a:pt x="1944" y="956"/>
                    <a:pt x="1956" y="931"/>
                  </a:cubicBezTo>
                  <a:cubicBezTo>
                    <a:pt x="1958" y="924"/>
                    <a:pt x="1961" y="921"/>
                    <a:pt x="1963" y="921"/>
                  </a:cubicBezTo>
                  <a:cubicBezTo>
                    <a:pt x="1968" y="921"/>
                    <a:pt x="1973" y="938"/>
                    <a:pt x="1969" y="956"/>
                  </a:cubicBezTo>
                  <a:cubicBezTo>
                    <a:pt x="1972" y="981"/>
                    <a:pt x="1972" y="981"/>
                    <a:pt x="1994" y="1006"/>
                  </a:cubicBezTo>
                  <a:cubicBezTo>
                    <a:pt x="2003" y="1006"/>
                    <a:pt x="2022" y="1003"/>
                    <a:pt x="2019" y="978"/>
                  </a:cubicBezTo>
                  <a:cubicBezTo>
                    <a:pt x="2017" y="964"/>
                    <a:pt x="2035" y="956"/>
                    <a:pt x="2054" y="956"/>
                  </a:cubicBezTo>
                  <a:cubicBezTo>
                    <a:pt x="2068" y="956"/>
                    <a:pt x="2083" y="961"/>
                    <a:pt x="2088" y="972"/>
                  </a:cubicBezTo>
                  <a:lnTo>
                    <a:pt x="2107" y="972"/>
                  </a:lnTo>
                  <a:cubicBezTo>
                    <a:pt x="2116" y="969"/>
                    <a:pt x="2123" y="944"/>
                    <a:pt x="2132" y="944"/>
                  </a:cubicBezTo>
                  <a:cubicBezTo>
                    <a:pt x="2132" y="944"/>
                    <a:pt x="2141" y="941"/>
                    <a:pt x="2151" y="915"/>
                  </a:cubicBezTo>
                  <a:cubicBezTo>
                    <a:pt x="2160" y="915"/>
                    <a:pt x="2170" y="915"/>
                    <a:pt x="2170" y="941"/>
                  </a:cubicBezTo>
                  <a:cubicBezTo>
                    <a:pt x="2173" y="914"/>
                    <a:pt x="2174" y="900"/>
                    <a:pt x="2177" y="900"/>
                  </a:cubicBezTo>
                  <a:cubicBezTo>
                    <a:pt x="2180" y="900"/>
                    <a:pt x="2184" y="913"/>
                    <a:pt x="2192" y="937"/>
                  </a:cubicBezTo>
                  <a:cubicBezTo>
                    <a:pt x="2193" y="962"/>
                    <a:pt x="2194" y="975"/>
                    <a:pt x="2195" y="975"/>
                  </a:cubicBezTo>
                  <a:cubicBezTo>
                    <a:pt x="2196" y="975"/>
                    <a:pt x="2198" y="962"/>
                    <a:pt x="2201" y="937"/>
                  </a:cubicBezTo>
                  <a:cubicBezTo>
                    <a:pt x="2204" y="924"/>
                    <a:pt x="2206" y="918"/>
                    <a:pt x="2208" y="918"/>
                  </a:cubicBezTo>
                  <a:cubicBezTo>
                    <a:pt x="2211" y="918"/>
                    <a:pt x="2214" y="924"/>
                    <a:pt x="2220" y="934"/>
                  </a:cubicBezTo>
                  <a:cubicBezTo>
                    <a:pt x="2221" y="948"/>
                    <a:pt x="2224" y="954"/>
                    <a:pt x="2227" y="954"/>
                  </a:cubicBezTo>
                  <a:cubicBezTo>
                    <a:pt x="2229" y="954"/>
                    <a:pt x="2231" y="947"/>
                    <a:pt x="2229" y="934"/>
                  </a:cubicBezTo>
                  <a:cubicBezTo>
                    <a:pt x="2231" y="903"/>
                    <a:pt x="2243" y="880"/>
                    <a:pt x="2252" y="880"/>
                  </a:cubicBezTo>
                  <a:cubicBezTo>
                    <a:pt x="2258" y="880"/>
                    <a:pt x="2262" y="888"/>
                    <a:pt x="2264" y="906"/>
                  </a:cubicBezTo>
                  <a:cubicBezTo>
                    <a:pt x="2264" y="906"/>
                    <a:pt x="2273" y="906"/>
                    <a:pt x="2282" y="878"/>
                  </a:cubicBezTo>
                  <a:cubicBezTo>
                    <a:pt x="2284" y="853"/>
                    <a:pt x="2285" y="840"/>
                    <a:pt x="2286" y="840"/>
                  </a:cubicBezTo>
                  <a:cubicBezTo>
                    <a:pt x="2287" y="840"/>
                    <a:pt x="2289" y="853"/>
                    <a:pt x="2292" y="878"/>
                  </a:cubicBezTo>
                  <a:cubicBezTo>
                    <a:pt x="2298" y="903"/>
                    <a:pt x="2304" y="915"/>
                    <a:pt x="2309" y="915"/>
                  </a:cubicBezTo>
                  <a:cubicBezTo>
                    <a:pt x="2314" y="915"/>
                    <a:pt x="2318" y="902"/>
                    <a:pt x="2320" y="875"/>
                  </a:cubicBezTo>
                  <a:cubicBezTo>
                    <a:pt x="2320" y="875"/>
                    <a:pt x="2323" y="864"/>
                    <a:pt x="2328" y="864"/>
                  </a:cubicBezTo>
                  <a:cubicBezTo>
                    <a:pt x="2331" y="864"/>
                    <a:pt x="2335" y="866"/>
                    <a:pt x="2339" y="875"/>
                  </a:cubicBezTo>
                  <a:cubicBezTo>
                    <a:pt x="2351" y="887"/>
                    <a:pt x="2374" y="899"/>
                    <a:pt x="2391" y="899"/>
                  </a:cubicBezTo>
                  <a:cubicBezTo>
                    <a:pt x="2405" y="899"/>
                    <a:pt x="2413" y="891"/>
                    <a:pt x="2408" y="868"/>
                  </a:cubicBezTo>
                  <a:lnTo>
                    <a:pt x="2427" y="865"/>
                  </a:lnTo>
                  <a:cubicBezTo>
                    <a:pt x="2437" y="878"/>
                    <a:pt x="2445" y="884"/>
                    <a:pt x="2451" y="884"/>
                  </a:cubicBezTo>
                  <a:cubicBezTo>
                    <a:pt x="2457" y="884"/>
                    <a:pt x="2461" y="877"/>
                    <a:pt x="2464" y="862"/>
                  </a:cubicBezTo>
                  <a:lnTo>
                    <a:pt x="2470" y="837"/>
                  </a:lnTo>
                  <a:cubicBezTo>
                    <a:pt x="2474" y="862"/>
                    <a:pt x="2486" y="887"/>
                    <a:pt x="2495" y="887"/>
                  </a:cubicBezTo>
                  <a:cubicBezTo>
                    <a:pt x="2505" y="884"/>
                    <a:pt x="2505" y="884"/>
                    <a:pt x="2502" y="859"/>
                  </a:cubicBezTo>
                  <a:cubicBezTo>
                    <a:pt x="2489" y="834"/>
                    <a:pt x="2499" y="834"/>
                    <a:pt x="2511" y="834"/>
                  </a:cubicBezTo>
                  <a:cubicBezTo>
                    <a:pt x="2521" y="834"/>
                    <a:pt x="2533" y="859"/>
                    <a:pt x="2533" y="884"/>
                  </a:cubicBezTo>
                  <a:lnTo>
                    <a:pt x="2543" y="881"/>
                  </a:lnTo>
                  <a:cubicBezTo>
                    <a:pt x="2541" y="852"/>
                    <a:pt x="2543" y="839"/>
                    <a:pt x="2546" y="839"/>
                  </a:cubicBezTo>
                  <a:cubicBezTo>
                    <a:pt x="2548" y="839"/>
                    <a:pt x="2551" y="846"/>
                    <a:pt x="2552" y="856"/>
                  </a:cubicBezTo>
                  <a:cubicBezTo>
                    <a:pt x="2561" y="874"/>
                    <a:pt x="2569" y="879"/>
                    <a:pt x="2576" y="879"/>
                  </a:cubicBezTo>
                  <a:cubicBezTo>
                    <a:pt x="2578" y="879"/>
                    <a:pt x="2581" y="879"/>
                    <a:pt x="2583" y="878"/>
                  </a:cubicBezTo>
                  <a:cubicBezTo>
                    <a:pt x="2582" y="870"/>
                    <a:pt x="2583" y="867"/>
                    <a:pt x="2584" y="867"/>
                  </a:cubicBezTo>
                  <a:lnTo>
                    <a:pt x="2584" y="867"/>
                  </a:lnTo>
                  <a:cubicBezTo>
                    <a:pt x="2586" y="867"/>
                    <a:pt x="2590" y="878"/>
                    <a:pt x="2583" y="878"/>
                  </a:cubicBezTo>
                  <a:lnTo>
                    <a:pt x="2583" y="906"/>
                  </a:lnTo>
                  <a:cubicBezTo>
                    <a:pt x="2587" y="912"/>
                    <a:pt x="2589" y="914"/>
                    <a:pt x="2591" y="914"/>
                  </a:cubicBezTo>
                  <a:cubicBezTo>
                    <a:pt x="2596" y="914"/>
                    <a:pt x="2595" y="896"/>
                    <a:pt x="2593" y="878"/>
                  </a:cubicBezTo>
                  <a:lnTo>
                    <a:pt x="2611" y="878"/>
                  </a:lnTo>
                  <a:cubicBezTo>
                    <a:pt x="2621" y="875"/>
                    <a:pt x="2630" y="875"/>
                    <a:pt x="2618" y="850"/>
                  </a:cubicBezTo>
                  <a:cubicBezTo>
                    <a:pt x="2615" y="825"/>
                    <a:pt x="2611" y="800"/>
                    <a:pt x="2624" y="800"/>
                  </a:cubicBezTo>
                  <a:cubicBezTo>
                    <a:pt x="2623" y="791"/>
                    <a:pt x="2624" y="788"/>
                    <a:pt x="2625" y="788"/>
                  </a:cubicBezTo>
                  <a:lnTo>
                    <a:pt x="2625" y="788"/>
                  </a:lnTo>
                  <a:cubicBezTo>
                    <a:pt x="2627" y="788"/>
                    <a:pt x="2630" y="798"/>
                    <a:pt x="2624" y="800"/>
                  </a:cubicBezTo>
                  <a:cubicBezTo>
                    <a:pt x="2624" y="825"/>
                    <a:pt x="2627" y="850"/>
                    <a:pt x="2637" y="850"/>
                  </a:cubicBezTo>
                  <a:cubicBezTo>
                    <a:pt x="2637" y="850"/>
                    <a:pt x="2637" y="849"/>
                    <a:pt x="2638" y="849"/>
                  </a:cubicBezTo>
                  <a:cubicBezTo>
                    <a:pt x="2646" y="849"/>
                    <a:pt x="2649" y="875"/>
                    <a:pt x="2649" y="875"/>
                  </a:cubicBezTo>
                  <a:cubicBezTo>
                    <a:pt x="2648" y="895"/>
                    <a:pt x="2653" y="903"/>
                    <a:pt x="2659" y="903"/>
                  </a:cubicBezTo>
                  <a:cubicBezTo>
                    <a:pt x="2669" y="903"/>
                    <a:pt x="2683" y="887"/>
                    <a:pt x="2687" y="872"/>
                  </a:cubicBezTo>
                  <a:cubicBezTo>
                    <a:pt x="2695" y="844"/>
                    <a:pt x="2701" y="830"/>
                    <a:pt x="2706" y="830"/>
                  </a:cubicBezTo>
                  <a:cubicBezTo>
                    <a:pt x="2711" y="830"/>
                    <a:pt x="2715" y="843"/>
                    <a:pt x="2718" y="868"/>
                  </a:cubicBezTo>
                  <a:cubicBezTo>
                    <a:pt x="2719" y="882"/>
                    <a:pt x="2721" y="888"/>
                    <a:pt x="2723" y="888"/>
                  </a:cubicBezTo>
                  <a:cubicBezTo>
                    <a:pt x="2728" y="888"/>
                    <a:pt x="2737" y="845"/>
                    <a:pt x="2737" y="790"/>
                  </a:cubicBezTo>
                  <a:lnTo>
                    <a:pt x="2740" y="712"/>
                  </a:lnTo>
                  <a:lnTo>
                    <a:pt x="2746" y="787"/>
                  </a:lnTo>
                  <a:cubicBezTo>
                    <a:pt x="2759" y="847"/>
                    <a:pt x="2764" y="872"/>
                    <a:pt x="2771" y="872"/>
                  </a:cubicBezTo>
                  <a:cubicBezTo>
                    <a:pt x="2776" y="872"/>
                    <a:pt x="2781" y="859"/>
                    <a:pt x="2790" y="837"/>
                  </a:cubicBezTo>
                  <a:cubicBezTo>
                    <a:pt x="2800" y="823"/>
                    <a:pt x="2804" y="816"/>
                    <a:pt x="2807" y="816"/>
                  </a:cubicBezTo>
                  <a:cubicBezTo>
                    <a:pt x="2810" y="816"/>
                    <a:pt x="2810" y="822"/>
                    <a:pt x="2812" y="834"/>
                  </a:cubicBezTo>
                  <a:cubicBezTo>
                    <a:pt x="2812" y="853"/>
                    <a:pt x="2817" y="857"/>
                    <a:pt x="2832" y="857"/>
                  </a:cubicBezTo>
                  <a:cubicBezTo>
                    <a:pt x="2838" y="857"/>
                    <a:pt x="2845" y="857"/>
                    <a:pt x="2853" y="856"/>
                  </a:cubicBezTo>
                  <a:cubicBezTo>
                    <a:pt x="2881" y="853"/>
                    <a:pt x="2890" y="853"/>
                    <a:pt x="2887" y="828"/>
                  </a:cubicBezTo>
                  <a:lnTo>
                    <a:pt x="2906" y="825"/>
                  </a:lnTo>
                  <a:cubicBezTo>
                    <a:pt x="2912" y="844"/>
                    <a:pt x="2918" y="852"/>
                    <a:pt x="2922" y="852"/>
                  </a:cubicBezTo>
                  <a:cubicBezTo>
                    <a:pt x="2930" y="852"/>
                    <a:pt x="2933" y="831"/>
                    <a:pt x="2925" y="800"/>
                  </a:cubicBezTo>
                  <a:lnTo>
                    <a:pt x="2944" y="796"/>
                  </a:lnTo>
                  <a:lnTo>
                    <a:pt x="2947" y="821"/>
                  </a:lnTo>
                  <a:cubicBezTo>
                    <a:pt x="2947" y="839"/>
                    <a:pt x="2955" y="845"/>
                    <a:pt x="2980" y="845"/>
                  </a:cubicBezTo>
                  <a:cubicBezTo>
                    <a:pt x="2995" y="845"/>
                    <a:pt x="3016" y="843"/>
                    <a:pt x="3044" y="840"/>
                  </a:cubicBezTo>
                  <a:cubicBezTo>
                    <a:pt x="3132" y="834"/>
                    <a:pt x="3141" y="831"/>
                    <a:pt x="3135" y="781"/>
                  </a:cubicBezTo>
                  <a:cubicBezTo>
                    <a:pt x="3138" y="755"/>
                    <a:pt x="3142" y="742"/>
                    <a:pt x="3146" y="742"/>
                  </a:cubicBezTo>
                  <a:cubicBezTo>
                    <a:pt x="3149" y="742"/>
                    <a:pt x="3152" y="754"/>
                    <a:pt x="3154" y="781"/>
                  </a:cubicBezTo>
                  <a:cubicBezTo>
                    <a:pt x="3156" y="798"/>
                    <a:pt x="3162" y="815"/>
                    <a:pt x="3165" y="815"/>
                  </a:cubicBezTo>
                  <a:cubicBezTo>
                    <a:pt x="3167" y="815"/>
                    <a:pt x="3167" y="812"/>
                    <a:pt x="3166" y="803"/>
                  </a:cubicBezTo>
                  <a:lnTo>
                    <a:pt x="3166" y="803"/>
                  </a:lnTo>
                  <a:cubicBezTo>
                    <a:pt x="3182" y="806"/>
                    <a:pt x="3194" y="815"/>
                    <a:pt x="3197" y="828"/>
                  </a:cubicBezTo>
                  <a:cubicBezTo>
                    <a:pt x="3212" y="847"/>
                    <a:pt x="3221" y="854"/>
                    <a:pt x="3227" y="854"/>
                  </a:cubicBezTo>
                  <a:cubicBezTo>
                    <a:pt x="3236" y="854"/>
                    <a:pt x="3237" y="839"/>
                    <a:pt x="3235" y="825"/>
                  </a:cubicBezTo>
                  <a:cubicBezTo>
                    <a:pt x="3230" y="803"/>
                    <a:pt x="3229" y="795"/>
                    <a:pt x="3231" y="795"/>
                  </a:cubicBezTo>
                  <a:lnTo>
                    <a:pt x="3231" y="795"/>
                  </a:lnTo>
                  <a:cubicBezTo>
                    <a:pt x="3233" y="795"/>
                    <a:pt x="3240" y="809"/>
                    <a:pt x="3248" y="821"/>
                  </a:cubicBezTo>
                  <a:cubicBezTo>
                    <a:pt x="3254" y="839"/>
                    <a:pt x="3262" y="857"/>
                    <a:pt x="3267" y="857"/>
                  </a:cubicBezTo>
                  <a:cubicBezTo>
                    <a:pt x="3268" y="857"/>
                    <a:pt x="3270" y="854"/>
                    <a:pt x="3270" y="847"/>
                  </a:cubicBezTo>
                  <a:cubicBezTo>
                    <a:pt x="3273" y="831"/>
                    <a:pt x="3295" y="814"/>
                    <a:pt x="3312" y="814"/>
                  </a:cubicBezTo>
                  <a:cubicBezTo>
                    <a:pt x="3323" y="814"/>
                    <a:pt x="3333" y="821"/>
                    <a:pt x="3335" y="840"/>
                  </a:cubicBezTo>
                  <a:lnTo>
                    <a:pt x="3354" y="840"/>
                  </a:lnTo>
                  <a:cubicBezTo>
                    <a:pt x="3351" y="815"/>
                    <a:pt x="3370" y="812"/>
                    <a:pt x="3392" y="812"/>
                  </a:cubicBezTo>
                  <a:cubicBezTo>
                    <a:pt x="3397" y="811"/>
                    <a:pt x="3401" y="811"/>
                    <a:pt x="3405" y="811"/>
                  </a:cubicBezTo>
                  <a:cubicBezTo>
                    <a:pt x="3415" y="811"/>
                    <a:pt x="3421" y="815"/>
                    <a:pt x="3423" y="834"/>
                  </a:cubicBezTo>
                  <a:cubicBezTo>
                    <a:pt x="3419" y="846"/>
                    <a:pt x="3418" y="852"/>
                    <a:pt x="3422" y="852"/>
                  </a:cubicBezTo>
                  <a:cubicBezTo>
                    <a:pt x="3425" y="852"/>
                    <a:pt x="3432" y="845"/>
                    <a:pt x="3442" y="831"/>
                  </a:cubicBezTo>
                  <a:cubicBezTo>
                    <a:pt x="3451" y="831"/>
                    <a:pt x="3454" y="781"/>
                    <a:pt x="3464" y="778"/>
                  </a:cubicBezTo>
                  <a:cubicBezTo>
                    <a:pt x="3461" y="753"/>
                    <a:pt x="3470" y="727"/>
                    <a:pt x="3480" y="727"/>
                  </a:cubicBezTo>
                  <a:lnTo>
                    <a:pt x="3483" y="753"/>
                  </a:lnTo>
                  <a:lnTo>
                    <a:pt x="3486" y="803"/>
                  </a:lnTo>
                  <a:cubicBezTo>
                    <a:pt x="3495" y="803"/>
                    <a:pt x="3505" y="800"/>
                    <a:pt x="3505" y="774"/>
                  </a:cubicBezTo>
                  <a:cubicBezTo>
                    <a:pt x="3512" y="793"/>
                    <a:pt x="3520" y="798"/>
                    <a:pt x="3532" y="798"/>
                  </a:cubicBezTo>
                  <a:cubicBezTo>
                    <a:pt x="3536" y="798"/>
                    <a:pt x="3540" y="797"/>
                    <a:pt x="3545" y="796"/>
                  </a:cubicBezTo>
                  <a:cubicBezTo>
                    <a:pt x="3564" y="796"/>
                    <a:pt x="3583" y="793"/>
                    <a:pt x="3589" y="768"/>
                  </a:cubicBezTo>
                  <a:cubicBezTo>
                    <a:pt x="3597" y="792"/>
                    <a:pt x="3613" y="803"/>
                    <a:pt x="3629" y="803"/>
                  </a:cubicBezTo>
                  <a:cubicBezTo>
                    <a:pt x="3647" y="803"/>
                    <a:pt x="3664" y="789"/>
                    <a:pt x="3668" y="762"/>
                  </a:cubicBezTo>
                  <a:cubicBezTo>
                    <a:pt x="3666" y="749"/>
                    <a:pt x="3668" y="743"/>
                    <a:pt x="3671" y="743"/>
                  </a:cubicBezTo>
                  <a:cubicBezTo>
                    <a:pt x="3675" y="743"/>
                    <a:pt x="3680" y="748"/>
                    <a:pt x="3686" y="759"/>
                  </a:cubicBezTo>
                  <a:cubicBezTo>
                    <a:pt x="3693" y="771"/>
                    <a:pt x="3696" y="778"/>
                    <a:pt x="3698" y="778"/>
                  </a:cubicBezTo>
                  <a:cubicBezTo>
                    <a:pt x="3700" y="778"/>
                    <a:pt x="3702" y="771"/>
                    <a:pt x="3705" y="759"/>
                  </a:cubicBezTo>
                  <a:cubicBezTo>
                    <a:pt x="3707" y="751"/>
                    <a:pt x="3710" y="748"/>
                    <a:pt x="3713" y="748"/>
                  </a:cubicBezTo>
                  <a:cubicBezTo>
                    <a:pt x="3719" y="748"/>
                    <a:pt x="3728" y="763"/>
                    <a:pt x="3736" y="781"/>
                  </a:cubicBezTo>
                  <a:cubicBezTo>
                    <a:pt x="3746" y="810"/>
                    <a:pt x="3753" y="822"/>
                    <a:pt x="3758" y="822"/>
                  </a:cubicBezTo>
                  <a:cubicBezTo>
                    <a:pt x="3762" y="822"/>
                    <a:pt x="3765" y="816"/>
                    <a:pt x="3768" y="806"/>
                  </a:cubicBezTo>
                  <a:cubicBezTo>
                    <a:pt x="3777" y="787"/>
                    <a:pt x="3793" y="774"/>
                    <a:pt x="3815" y="774"/>
                  </a:cubicBezTo>
                  <a:cubicBezTo>
                    <a:pt x="3830" y="749"/>
                    <a:pt x="3840" y="746"/>
                    <a:pt x="3827" y="721"/>
                  </a:cubicBezTo>
                  <a:cubicBezTo>
                    <a:pt x="3827" y="706"/>
                    <a:pt x="3827" y="687"/>
                    <a:pt x="3834" y="671"/>
                  </a:cubicBezTo>
                  <a:cubicBezTo>
                    <a:pt x="3839" y="661"/>
                    <a:pt x="3843" y="658"/>
                    <a:pt x="3846" y="658"/>
                  </a:cubicBezTo>
                  <a:cubicBezTo>
                    <a:pt x="3850" y="658"/>
                    <a:pt x="3849" y="669"/>
                    <a:pt x="3843" y="671"/>
                  </a:cubicBezTo>
                  <a:cubicBezTo>
                    <a:pt x="3824" y="696"/>
                    <a:pt x="3834" y="696"/>
                    <a:pt x="3846" y="721"/>
                  </a:cubicBezTo>
                  <a:cubicBezTo>
                    <a:pt x="3852" y="735"/>
                    <a:pt x="3867" y="744"/>
                    <a:pt x="3881" y="744"/>
                  </a:cubicBezTo>
                  <a:cubicBezTo>
                    <a:pt x="3883" y="744"/>
                    <a:pt x="3885" y="744"/>
                    <a:pt x="3887" y="743"/>
                  </a:cubicBezTo>
                  <a:lnTo>
                    <a:pt x="3928" y="740"/>
                  </a:lnTo>
                  <a:cubicBezTo>
                    <a:pt x="3943" y="751"/>
                    <a:pt x="3953" y="756"/>
                    <a:pt x="3959" y="756"/>
                  </a:cubicBezTo>
                  <a:cubicBezTo>
                    <a:pt x="3965" y="756"/>
                    <a:pt x="3967" y="750"/>
                    <a:pt x="3965" y="737"/>
                  </a:cubicBezTo>
                  <a:cubicBezTo>
                    <a:pt x="3964" y="726"/>
                    <a:pt x="3963" y="718"/>
                    <a:pt x="3962" y="712"/>
                  </a:cubicBezTo>
                  <a:lnTo>
                    <a:pt x="3962" y="712"/>
                  </a:lnTo>
                  <a:cubicBezTo>
                    <a:pt x="3969" y="734"/>
                    <a:pt x="3994" y="745"/>
                    <a:pt x="4020" y="745"/>
                  </a:cubicBezTo>
                  <a:cubicBezTo>
                    <a:pt x="4052" y="745"/>
                    <a:pt x="4086" y="729"/>
                    <a:pt x="4087" y="699"/>
                  </a:cubicBezTo>
                  <a:lnTo>
                    <a:pt x="4091" y="727"/>
                  </a:lnTo>
                  <a:cubicBezTo>
                    <a:pt x="4093" y="748"/>
                    <a:pt x="4100" y="750"/>
                    <a:pt x="4112" y="750"/>
                  </a:cubicBezTo>
                  <a:cubicBezTo>
                    <a:pt x="4115" y="750"/>
                    <a:pt x="4118" y="749"/>
                    <a:pt x="4122" y="749"/>
                  </a:cubicBezTo>
                  <a:cubicBezTo>
                    <a:pt x="4131" y="749"/>
                    <a:pt x="4166" y="718"/>
                    <a:pt x="4197" y="718"/>
                  </a:cubicBezTo>
                  <a:cubicBezTo>
                    <a:pt x="4235" y="715"/>
                    <a:pt x="4263" y="712"/>
                    <a:pt x="4260" y="687"/>
                  </a:cubicBezTo>
                  <a:cubicBezTo>
                    <a:pt x="4262" y="686"/>
                    <a:pt x="4264" y="685"/>
                    <a:pt x="4265" y="685"/>
                  </a:cubicBezTo>
                  <a:cubicBezTo>
                    <a:pt x="4269" y="685"/>
                    <a:pt x="4270" y="691"/>
                    <a:pt x="4272" y="712"/>
                  </a:cubicBezTo>
                  <a:cubicBezTo>
                    <a:pt x="4268" y="730"/>
                    <a:pt x="4272" y="735"/>
                    <a:pt x="4278" y="735"/>
                  </a:cubicBezTo>
                  <a:cubicBezTo>
                    <a:pt x="4280" y="735"/>
                    <a:pt x="4282" y="735"/>
                    <a:pt x="4285" y="734"/>
                  </a:cubicBezTo>
                  <a:cubicBezTo>
                    <a:pt x="4294" y="734"/>
                    <a:pt x="4291" y="709"/>
                    <a:pt x="4288" y="684"/>
                  </a:cubicBezTo>
                  <a:cubicBezTo>
                    <a:pt x="4288" y="670"/>
                    <a:pt x="4291" y="663"/>
                    <a:pt x="4296" y="663"/>
                  </a:cubicBezTo>
                  <a:cubicBezTo>
                    <a:pt x="4302" y="663"/>
                    <a:pt x="4309" y="669"/>
                    <a:pt x="4319" y="680"/>
                  </a:cubicBezTo>
                  <a:cubicBezTo>
                    <a:pt x="4329" y="692"/>
                    <a:pt x="4343" y="697"/>
                    <a:pt x="4356" y="697"/>
                  </a:cubicBezTo>
                  <a:cubicBezTo>
                    <a:pt x="4371" y="697"/>
                    <a:pt x="4386" y="690"/>
                    <a:pt x="4395" y="674"/>
                  </a:cubicBezTo>
                  <a:cubicBezTo>
                    <a:pt x="4404" y="674"/>
                    <a:pt x="4413" y="674"/>
                    <a:pt x="4417" y="699"/>
                  </a:cubicBezTo>
                  <a:cubicBezTo>
                    <a:pt x="4423" y="713"/>
                    <a:pt x="4433" y="726"/>
                    <a:pt x="4443" y="726"/>
                  </a:cubicBezTo>
                  <a:cubicBezTo>
                    <a:pt x="4451" y="726"/>
                    <a:pt x="4460" y="717"/>
                    <a:pt x="4467" y="693"/>
                  </a:cubicBezTo>
                  <a:cubicBezTo>
                    <a:pt x="4476" y="693"/>
                    <a:pt x="4476" y="693"/>
                    <a:pt x="4476" y="718"/>
                  </a:cubicBezTo>
                  <a:cubicBezTo>
                    <a:pt x="4483" y="733"/>
                    <a:pt x="4487" y="747"/>
                    <a:pt x="4491" y="747"/>
                  </a:cubicBezTo>
                  <a:cubicBezTo>
                    <a:pt x="4493" y="747"/>
                    <a:pt x="4495" y="739"/>
                    <a:pt x="4498" y="718"/>
                  </a:cubicBezTo>
                  <a:cubicBezTo>
                    <a:pt x="4505" y="703"/>
                    <a:pt x="4519" y="695"/>
                    <a:pt x="4533" y="695"/>
                  </a:cubicBezTo>
                  <a:cubicBezTo>
                    <a:pt x="4545" y="695"/>
                    <a:pt x="4557" y="700"/>
                    <a:pt x="4564" y="712"/>
                  </a:cubicBezTo>
                  <a:cubicBezTo>
                    <a:pt x="4573" y="712"/>
                    <a:pt x="4583" y="709"/>
                    <a:pt x="4579" y="684"/>
                  </a:cubicBezTo>
                  <a:lnTo>
                    <a:pt x="4579" y="659"/>
                  </a:lnTo>
                  <a:cubicBezTo>
                    <a:pt x="4586" y="684"/>
                    <a:pt x="4589" y="696"/>
                    <a:pt x="4591" y="696"/>
                  </a:cubicBezTo>
                  <a:cubicBezTo>
                    <a:pt x="4594" y="696"/>
                    <a:pt x="4595" y="684"/>
                    <a:pt x="4598" y="659"/>
                  </a:cubicBezTo>
                  <a:cubicBezTo>
                    <a:pt x="4597" y="644"/>
                    <a:pt x="4598" y="637"/>
                    <a:pt x="4601" y="637"/>
                  </a:cubicBezTo>
                  <a:cubicBezTo>
                    <a:pt x="4603" y="637"/>
                    <a:pt x="4606" y="643"/>
                    <a:pt x="4608" y="655"/>
                  </a:cubicBezTo>
                  <a:cubicBezTo>
                    <a:pt x="4620" y="680"/>
                    <a:pt x="4630" y="680"/>
                    <a:pt x="4630" y="680"/>
                  </a:cubicBezTo>
                  <a:cubicBezTo>
                    <a:pt x="4661" y="665"/>
                    <a:pt x="4695" y="652"/>
                    <a:pt x="4733" y="646"/>
                  </a:cubicBezTo>
                  <a:cubicBezTo>
                    <a:pt x="4808" y="640"/>
                    <a:pt x="4840" y="637"/>
                    <a:pt x="4836" y="612"/>
                  </a:cubicBezTo>
                  <a:cubicBezTo>
                    <a:pt x="4840" y="599"/>
                    <a:pt x="4841" y="592"/>
                    <a:pt x="4844" y="592"/>
                  </a:cubicBezTo>
                  <a:cubicBezTo>
                    <a:pt x="4846" y="592"/>
                    <a:pt x="4849" y="598"/>
                    <a:pt x="4855" y="608"/>
                  </a:cubicBezTo>
                  <a:cubicBezTo>
                    <a:pt x="4868" y="633"/>
                    <a:pt x="4877" y="633"/>
                    <a:pt x="4887" y="633"/>
                  </a:cubicBezTo>
                  <a:cubicBezTo>
                    <a:pt x="4888" y="633"/>
                    <a:pt x="4890" y="633"/>
                    <a:pt x="4892" y="633"/>
                  </a:cubicBezTo>
                  <a:cubicBezTo>
                    <a:pt x="4900" y="633"/>
                    <a:pt x="4906" y="635"/>
                    <a:pt x="4909" y="655"/>
                  </a:cubicBezTo>
                  <a:cubicBezTo>
                    <a:pt x="4915" y="630"/>
                    <a:pt x="4915" y="630"/>
                    <a:pt x="4924" y="630"/>
                  </a:cubicBezTo>
                  <a:cubicBezTo>
                    <a:pt x="4926" y="642"/>
                    <a:pt x="4929" y="649"/>
                    <a:pt x="4932" y="649"/>
                  </a:cubicBezTo>
                  <a:cubicBezTo>
                    <a:pt x="4936" y="649"/>
                    <a:pt x="4940" y="642"/>
                    <a:pt x="4943" y="627"/>
                  </a:cubicBezTo>
                  <a:cubicBezTo>
                    <a:pt x="4946" y="602"/>
                    <a:pt x="4948" y="590"/>
                    <a:pt x="4949" y="590"/>
                  </a:cubicBezTo>
                  <a:cubicBezTo>
                    <a:pt x="4950" y="590"/>
                    <a:pt x="4951" y="602"/>
                    <a:pt x="4952" y="627"/>
                  </a:cubicBezTo>
                  <a:cubicBezTo>
                    <a:pt x="4955" y="645"/>
                    <a:pt x="4971" y="663"/>
                    <a:pt x="4976" y="663"/>
                  </a:cubicBezTo>
                  <a:cubicBezTo>
                    <a:pt x="4978" y="663"/>
                    <a:pt x="4978" y="660"/>
                    <a:pt x="4974" y="652"/>
                  </a:cubicBezTo>
                  <a:cubicBezTo>
                    <a:pt x="4974" y="627"/>
                    <a:pt x="4993" y="624"/>
                    <a:pt x="4999" y="599"/>
                  </a:cubicBezTo>
                  <a:cubicBezTo>
                    <a:pt x="5002" y="598"/>
                    <a:pt x="5004" y="598"/>
                    <a:pt x="5007" y="598"/>
                  </a:cubicBezTo>
                  <a:cubicBezTo>
                    <a:pt x="5013" y="598"/>
                    <a:pt x="5019" y="602"/>
                    <a:pt x="5021" y="621"/>
                  </a:cubicBezTo>
                  <a:cubicBezTo>
                    <a:pt x="5025" y="628"/>
                    <a:pt x="5030" y="631"/>
                    <a:pt x="5037" y="631"/>
                  </a:cubicBezTo>
                  <a:cubicBezTo>
                    <a:pt x="5055" y="631"/>
                    <a:pt x="5079" y="610"/>
                    <a:pt x="5084" y="590"/>
                  </a:cubicBezTo>
                  <a:cubicBezTo>
                    <a:pt x="5084" y="577"/>
                    <a:pt x="5086" y="571"/>
                    <a:pt x="5089" y="571"/>
                  </a:cubicBezTo>
                  <a:cubicBezTo>
                    <a:pt x="5092" y="571"/>
                    <a:pt x="5095" y="577"/>
                    <a:pt x="5097" y="590"/>
                  </a:cubicBezTo>
                  <a:cubicBezTo>
                    <a:pt x="5097" y="615"/>
                    <a:pt x="5106" y="615"/>
                    <a:pt x="5118" y="615"/>
                  </a:cubicBezTo>
                  <a:cubicBezTo>
                    <a:pt x="5120" y="606"/>
                    <a:pt x="5122" y="602"/>
                    <a:pt x="5123" y="602"/>
                  </a:cubicBezTo>
                  <a:cubicBezTo>
                    <a:pt x="5126" y="602"/>
                    <a:pt x="5128" y="619"/>
                    <a:pt x="5128" y="637"/>
                  </a:cubicBezTo>
                  <a:cubicBezTo>
                    <a:pt x="5123" y="658"/>
                    <a:pt x="5127" y="663"/>
                    <a:pt x="5138" y="663"/>
                  </a:cubicBezTo>
                  <a:cubicBezTo>
                    <a:pt x="5141" y="663"/>
                    <a:pt x="5145" y="662"/>
                    <a:pt x="5150" y="662"/>
                  </a:cubicBezTo>
                  <a:cubicBezTo>
                    <a:pt x="5159" y="637"/>
                    <a:pt x="5197" y="633"/>
                    <a:pt x="5225" y="630"/>
                  </a:cubicBezTo>
                  <a:cubicBezTo>
                    <a:pt x="5272" y="627"/>
                    <a:pt x="5281" y="599"/>
                    <a:pt x="5294" y="546"/>
                  </a:cubicBezTo>
                  <a:lnTo>
                    <a:pt x="5300" y="496"/>
                  </a:lnTo>
                  <a:lnTo>
                    <a:pt x="5303" y="546"/>
                  </a:lnTo>
                  <a:cubicBezTo>
                    <a:pt x="5310" y="571"/>
                    <a:pt x="5313" y="596"/>
                    <a:pt x="5322" y="621"/>
                  </a:cubicBezTo>
                  <a:cubicBezTo>
                    <a:pt x="5332" y="621"/>
                    <a:pt x="5328" y="596"/>
                    <a:pt x="5325" y="571"/>
                  </a:cubicBezTo>
                  <a:cubicBezTo>
                    <a:pt x="5324" y="557"/>
                    <a:pt x="5326" y="550"/>
                    <a:pt x="5332" y="550"/>
                  </a:cubicBezTo>
                  <a:cubicBezTo>
                    <a:pt x="5337" y="550"/>
                    <a:pt x="5345" y="556"/>
                    <a:pt x="5354" y="568"/>
                  </a:cubicBezTo>
                  <a:cubicBezTo>
                    <a:pt x="5364" y="579"/>
                    <a:pt x="5371" y="585"/>
                    <a:pt x="5377" y="585"/>
                  </a:cubicBezTo>
                  <a:cubicBezTo>
                    <a:pt x="5384" y="585"/>
                    <a:pt x="5389" y="578"/>
                    <a:pt x="5394" y="564"/>
                  </a:cubicBezTo>
                  <a:cubicBezTo>
                    <a:pt x="5396" y="564"/>
                    <a:pt x="5398" y="564"/>
                    <a:pt x="5400" y="564"/>
                  </a:cubicBezTo>
                  <a:cubicBezTo>
                    <a:pt x="5408" y="564"/>
                    <a:pt x="5416" y="566"/>
                    <a:pt x="5426" y="586"/>
                  </a:cubicBezTo>
                  <a:cubicBezTo>
                    <a:pt x="5435" y="586"/>
                    <a:pt x="5435" y="586"/>
                    <a:pt x="5432" y="561"/>
                  </a:cubicBezTo>
                  <a:cubicBezTo>
                    <a:pt x="5430" y="548"/>
                    <a:pt x="5432" y="541"/>
                    <a:pt x="5436" y="541"/>
                  </a:cubicBezTo>
                  <a:cubicBezTo>
                    <a:pt x="5440" y="541"/>
                    <a:pt x="5445" y="546"/>
                    <a:pt x="5451" y="558"/>
                  </a:cubicBezTo>
                  <a:cubicBezTo>
                    <a:pt x="5460" y="587"/>
                    <a:pt x="5473" y="599"/>
                    <a:pt x="5482" y="599"/>
                  </a:cubicBezTo>
                  <a:cubicBezTo>
                    <a:pt x="5488" y="599"/>
                    <a:pt x="5493" y="592"/>
                    <a:pt x="5491" y="580"/>
                  </a:cubicBezTo>
                  <a:cubicBezTo>
                    <a:pt x="5488" y="555"/>
                    <a:pt x="5501" y="555"/>
                    <a:pt x="5510" y="555"/>
                  </a:cubicBezTo>
                  <a:cubicBezTo>
                    <a:pt x="5520" y="555"/>
                    <a:pt x="5529" y="552"/>
                    <a:pt x="5535" y="527"/>
                  </a:cubicBezTo>
                  <a:lnTo>
                    <a:pt x="5554" y="524"/>
                  </a:lnTo>
                  <a:lnTo>
                    <a:pt x="5554" y="524"/>
                  </a:lnTo>
                  <a:cubicBezTo>
                    <a:pt x="5563" y="524"/>
                    <a:pt x="5557" y="549"/>
                    <a:pt x="5548" y="552"/>
                  </a:cubicBezTo>
                  <a:lnTo>
                    <a:pt x="5560" y="577"/>
                  </a:lnTo>
                  <a:cubicBezTo>
                    <a:pt x="5579" y="574"/>
                    <a:pt x="5589" y="574"/>
                    <a:pt x="5595" y="546"/>
                  </a:cubicBezTo>
                  <a:cubicBezTo>
                    <a:pt x="5598" y="521"/>
                    <a:pt x="5600" y="508"/>
                    <a:pt x="5601" y="508"/>
                  </a:cubicBezTo>
                  <a:cubicBezTo>
                    <a:pt x="5602" y="508"/>
                    <a:pt x="5603" y="521"/>
                    <a:pt x="5604" y="546"/>
                  </a:cubicBezTo>
                  <a:cubicBezTo>
                    <a:pt x="5606" y="563"/>
                    <a:pt x="5613" y="581"/>
                    <a:pt x="5619" y="581"/>
                  </a:cubicBezTo>
                  <a:cubicBezTo>
                    <a:pt x="5622" y="581"/>
                    <a:pt x="5624" y="578"/>
                    <a:pt x="5626" y="571"/>
                  </a:cubicBezTo>
                  <a:cubicBezTo>
                    <a:pt x="5629" y="548"/>
                    <a:pt x="5633" y="539"/>
                    <a:pt x="5636" y="539"/>
                  </a:cubicBezTo>
                  <a:cubicBezTo>
                    <a:pt x="5641" y="539"/>
                    <a:pt x="5645" y="553"/>
                    <a:pt x="5645" y="568"/>
                  </a:cubicBezTo>
                  <a:cubicBezTo>
                    <a:pt x="5643" y="594"/>
                    <a:pt x="5643" y="608"/>
                    <a:pt x="5647" y="608"/>
                  </a:cubicBezTo>
                  <a:cubicBezTo>
                    <a:pt x="5650" y="608"/>
                    <a:pt x="5659" y="594"/>
                    <a:pt x="5676" y="568"/>
                  </a:cubicBezTo>
                  <a:cubicBezTo>
                    <a:pt x="5695" y="564"/>
                    <a:pt x="5730" y="536"/>
                    <a:pt x="5758" y="533"/>
                  </a:cubicBezTo>
                  <a:cubicBezTo>
                    <a:pt x="5771" y="532"/>
                    <a:pt x="5783" y="531"/>
                    <a:pt x="5792" y="531"/>
                  </a:cubicBezTo>
                  <a:cubicBezTo>
                    <a:pt x="5810" y="531"/>
                    <a:pt x="5822" y="535"/>
                    <a:pt x="5830" y="552"/>
                  </a:cubicBezTo>
                  <a:cubicBezTo>
                    <a:pt x="5832" y="582"/>
                    <a:pt x="5836" y="594"/>
                    <a:pt x="5837" y="594"/>
                  </a:cubicBezTo>
                  <a:cubicBezTo>
                    <a:pt x="5838" y="594"/>
                    <a:pt x="5837" y="588"/>
                    <a:pt x="5833" y="577"/>
                  </a:cubicBezTo>
                  <a:cubicBezTo>
                    <a:pt x="5827" y="527"/>
                    <a:pt x="5836" y="527"/>
                    <a:pt x="5864" y="524"/>
                  </a:cubicBezTo>
                  <a:cubicBezTo>
                    <a:pt x="5873" y="530"/>
                    <a:pt x="5880" y="532"/>
                    <a:pt x="5887" y="532"/>
                  </a:cubicBezTo>
                  <a:cubicBezTo>
                    <a:pt x="5905" y="532"/>
                    <a:pt x="5916" y="513"/>
                    <a:pt x="5921" y="492"/>
                  </a:cubicBezTo>
                  <a:lnTo>
                    <a:pt x="5921" y="492"/>
                  </a:lnTo>
                  <a:lnTo>
                    <a:pt x="5902" y="496"/>
                  </a:lnTo>
                  <a:cubicBezTo>
                    <a:pt x="5898" y="465"/>
                    <a:pt x="5900" y="452"/>
                    <a:pt x="5907" y="452"/>
                  </a:cubicBezTo>
                  <a:cubicBezTo>
                    <a:pt x="5912" y="452"/>
                    <a:pt x="5918" y="458"/>
                    <a:pt x="5927" y="467"/>
                  </a:cubicBezTo>
                  <a:cubicBezTo>
                    <a:pt x="5936" y="467"/>
                    <a:pt x="5940" y="492"/>
                    <a:pt x="5943" y="517"/>
                  </a:cubicBezTo>
                  <a:cubicBezTo>
                    <a:pt x="5946" y="543"/>
                    <a:pt x="5955" y="568"/>
                    <a:pt x="5968" y="568"/>
                  </a:cubicBezTo>
                  <a:cubicBezTo>
                    <a:pt x="5977" y="568"/>
                    <a:pt x="5987" y="564"/>
                    <a:pt x="5974" y="539"/>
                  </a:cubicBezTo>
                  <a:cubicBezTo>
                    <a:pt x="5971" y="514"/>
                    <a:pt x="5971" y="514"/>
                    <a:pt x="5980" y="514"/>
                  </a:cubicBezTo>
                  <a:cubicBezTo>
                    <a:pt x="5990" y="514"/>
                    <a:pt x="5999" y="511"/>
                    <a:pt x="6005" y="486"/>
                  </a:cubicBezTo>
                  <a:cubicBezTo>
                    <a:pt x="6005" y="461"/>
                    <a:pt x="6015" y="461"/>
                    <a:pt x="6024" y="458"/>
                  </a:cubicBezTo>
                  <a:cubicBezTo>
                    <a:pt x="6027" y="474"/>
                    <a:pt x="6040" y="483"/>
                    <a:pt x="6056" y="483"/>
                  </a:cubicBezTo>
                  <a:lnTo>
                    <a:pt x="6059" y="508"/>
                  </a:lnTo>
                  <a:cubicBezTo>
                    <a:pt x="6059" y="524"/>
                    <a:pt x="6065" y="543"/>
                    <a:pt x="6071" y="558"/>
                  </a:cubicBezTo>
                  <a:cubicBezTo>
                    <a:pt x="6081" y="558"/>
                    <a:pt x="6081" y="533"/>
                    <a:pt x="6081" y="533"/>
                  </a:cubicBezTo>
                  <a:cubicBezTo>
                    <a:pt x="6077" y="505"/>
                    <a:pt x="6306" y="486"/>
                    <a:pt x="6338" y="483"/>
                  </a:cubicBezTo>
                  <a:cubicBezTo>
                    <a:pt x="6348" y="495"/>
                    <a:pt x="6359" y="500"/>
                    <a:pt x="6368" y="500"/>
                  </a:cubicBezTo>
                  <a:cubicBezTo>
                    <a:pt x="6377" y="500"/>
                    <a:pt x="6382" y="493"/>
                    <a:pt x="6375" y="480"/>
                  </a:cubicBezTo>
                  <a:cubicBezTo>
                    <a:pt x="6372" y="455"/>
                    <a:pt x="6419" y="452"/>
                    <a:pt x="6479" y="445"/>
                  </a:cubicBezTo>
                  <a:cubicBezTo>
                    <a:pt x="6544" y="442"/>
                    <a:pt x="6595" y="436"/>
                    <a:pt x="6591" y="411"/>
                  </a:cubicBezTo>
                  <a:lnTo>
                    <a:pt x="6620" y="408"/>
                  </a:lnTo>
                  <a:cubicBezTo>
                    <a:pt x="6638" y="408"/>
                    <a:pt x="6657" y="380"/>
                    <a:pt x="6667" y="380"/>
                  </a:cubicBezTo>
                  <a:cubicBezTo>
                    <a:pt x="6670" y="367"/>
                    <a:pt x="6674" y="360"/>
                    <a:pt x="6676" y="360"/>
                  </a:cubicBezTo>
                  <a:lnTo>
                    <a:pt x="6676" y="360"/>
                  </a:lnTo>
                  <a:cubicBezTo>
                    <a:pt x="6678" y="360"/>
                    <a:pt x="6679" y="366"/>
                    <a:pt x="6676" y="380"/>
                  </a:cubicBezTo>
                  <a:cubicBezTo>
                    <a:pt x="6679" y="405"/>
                    <a:pt x="6679" y="430"/>
                    <a:pt x="6689" y="430"/>
                  </a:cubicBezTo>
                  <a:cubicBezTo>
                    <a:pt x="6710" y="427"/>
                    <a:pt x="6707" y="402"/>
                    <a:pt x="6704" y="376"/>
                  </a:cubicBezTo>
                  <a:cubicBezTo>
                    <a:pt x="6701" y="351"/>
                    <a:pt x="6710" y="348"/>
                    <a:pt x="6710" y="348"/>
                  </a:cubicBezTo>
                  <a:cubicBezTo>
                    <a:pt x="6720" y="348"/>
                    <a:pt x="6720" y="348"/>
                    <a:pt x="6723" y="373"/>
                  </a:cubicBezTo>
                  <a:lnTo>
                    <a:pt x="6729" y="427"/>
                  </a:lnTo>
                  <a:lnTo>
                    <a:pt x="6739" y="423"/>
                  </a:lnTo>
                  <a:cubicBezTo>
                    <a:pt x="6736" y="398"/>
                    <a:pt x="6745" y="398"/>
                    <a:pt x="6745" y="398"/>
                  </a:cubicBezTo>
                  <a:cubicBezTo>
                    <a:pt x="6754" y="398"/>
                    <a:pt x="6754" y="398"/>
                    <a:pt x="6761" y="449"/>
                  </a:cubicBezTo>
                  <a:cubicBezTo>
                    <a:pt x="6762" y="473"/>
                    <a:pt x="6766" y="486"/>
                    <a:pt x="6770" y="486"/>
                  </a:cubicBezTo>
                  <a:cubicBezTo>
                    <a:pt x="6774" y="486"/>
                    <a:pt x="6778" y="472"/>
                    <a:pt x="6779" y="445"/>
                  </a:cubicBezTo>
                  <a:lnTo>
                    <a:pt x="6795" y="420"/>
                  </a:lnTo>
                  <a:cubicBezTo>
                    <a:pt x="6800" y="435"/>
                    <a:pt x="6804" y="441"/>
                    <a:pt x="6808" y="441"/>
                  </a:cubicBezTo>
                  <a:cubicBezTo>
                    <a:pt x="6818" y="441"/>
                    <a:pt x="6826" y="410"/>
                    <a:pt x="6833" y="392"/>
                  </a:cubicBezTo>
                  <a:cubicBezTo>
                    <a:pt x="6839" y="416"/>
                    <a:pt x="6844" y="428"/>
                    <a:pt x="6849" y="428"/>
                  </a:cubicBezTo>
                  <a:cubicBezTo>
                    <a:pt x="6854" y="428"/>
                    <a:pt x="6858" y="415"/>
                    <a:pt x="6861" y="389"/>
                  </a:cubicBezTo>
                  <a:cubicBezTo>
                    <a:pt x="6859" y="376"/>
                    <a:pt x="6861" y="369"/>
                    <a:pt x="6865" y="369"/>
                  </a:cubicBezTo>
                  <a:cubicBezTo>
                    <a:pt x="6869" y="369"/>
                    <a:pt x="6874" y="374"/>
                    <a:pt x="6880" y="386"/>
                  </a:cubicBezTo>
                  <a:cubicBezTo>
                    <a:pt x="6889" y="404"/>
                    <a:pt x="6897" y="409"/>
                    <a:pt x="6907" y="409"/>
                  </a:cubicBezTo>
                  <a:cubicBezTo>
                    <a:pt x="6911" y="409"/>
                    <a:pt x="6916" y="409"/>
                    <a:pt x="6920" y="408"/>
                  </a:cubicBezTo>
                  <a:cubicBezTo>
                    <a:pt x="6927" y="383"/>
                    <a:pt x="6996" y="376"/>
                    <a:pt x="7071" y="370"/>
                  </a:cubicBezTo>
                  <a:cubicBezTo>
                    <a:pt x="7159" y="364"/>
                    <a:pt x="7218" y="358"/>
                    <a:pt x="7215" y="333"/>
                  </a:cubicBezTo>
                  <a:cubicBezTo>
                    <a:pt x="7224" y="333"/>
                    <a:pt x="7224" y="333"/>
                    <a:pt x="7237" y="358"/>
                  </a:cubicBezTo>
                  <a:cubicBezTo>
                    <a:pt x="7238" y="368"/>
                    <a:pt x="7241" y="374"/>
                    <a:pt x="7243" y="374"/>
                  </a:cubicBezTo>
                  <a:cubicBezTo>
                    <a:pt x="7247" y="374"/>
                    <a:pt x="7251" y="361"/>
                    <a:pt x="7253" y="329"/>
                  </a:cubicBezTo>
                  <a:cubicBezTo>
                    <a:pt x="7256" y="315"/>
                    <a:pt x="7257" y="301"/>
                    <a:pt x="7258" y="301"/>
                  </a:cubicBezTo>
                  <a:cubicBezTo>
                    <a:pt x="7258" y="301"/>
                    <a:pt x="7259" y="308"/>
                    <a:pt x="7262" y="329"/>
                  </a:cubicBezTo>
                  <a:cubicBezTo>
                    <a:pt x="7264" y="346"/>
                    <a:pt x="7273" y="350"/>
                    <a:pt x="7290" y="350"/>
                  </a:cubicBezTo>
                  <a:cubicBezTo>
                    <a:pt x="7299" y="350"/>
                    <a:pt x="7309" y="349"/>
                    <a:pt x="7322" y="348"/>
                  </a:cubicBezTo>
                  <a:cubicBezTo>
                    <a:pt x="7353" y="348"/>
                    <a:pt x="7391" y="345"/>
                    <a:pt x="7387" y="317"/>
                  </a:cubicBezTo>
                  <a:cubicBezTo>
                    <a:pt x="7395" y="304"/>
                    <a:pt x="7399" y="298"/>
                    <a:pt x="7400" y="298"/>
                  </a:cubicBezTo>
                  <a:lnTo>
                    <a:pt x="7400" y="298"/>
                  </a:lnTo>
                  <a:cubicBezTo>
                    <a:pt x="7401" y="298"/>
                    <a:pt x="7400" y="304"/>
                    <a:pt x="7397" y="317"/>
                  </a:cubicBezTo>
                  <a:cubicBezTo>
                    <a:pt x="7395" y="348"/>
                    <a:pt x="7412" y="369"/>
                    <a:pt x="7430" y="369"/>
                  </a:cubicBezTo>
                  <a:cubicBezTo>
                    <a:pt x="7443" y="369"/>
                    <a:pt x="7457" y="359"/>
                    <a:pt x="7466" y="336"/>
                  </a:cubicBezTo>
                  <a:cubicBezTo>
                    <a:pt x="7475" y="336"/>
                    <a:pt x="7488" y="336"/>
                    <a:pt x="7488" y="361"/>
                  </a:cubicBezTo>
                  <a:cubicBezTo>
                    <a:pt x="7497" y="361"/>
                    <a:pt x="7506" y="361"/>
                    <a:pt x="7535" y="333"/>
                  </a:cubicBezTo>
                  <a:cubicBezTo>
                    <a:pt x="7544" y="329"/>
                    <a:pt x="7582" y="326"/>
                    <a:pt x="7600" y="326"/>
                  </a:cubicBezTo>
                  <a:cubicBezTo>
                    <a:pt x="7622" y="323"/>
                    <a:pt x="7638" y="298"/>
                    <a:pt x="7638" y="298"/>
                  </a:cubicBezTo>
                  <a:lnTo>
                    <a:pt x="7647" y="295"/>
                  </a:lnTo>
                  <a:cubicBezTo>
                    <a:pt x="7649" y="311"/>
                    <a:pt x="7666" y="316"/>
                    <a:pt x="7692" y="316"/>
                  </a:cubicBezTo>
                  <a:cubicBezTo>
                    <a:pt x="7712" y="316"/>
                    <a:pt x="7737" y="313"/>
                    <a:pt x="7767" y="311"/>
                  </a:cubicBezTo>
                  <a:cubicBezTo>
                    <a:pt x="7793" y="309"/>
                    <a:pt x="7819" y="308"/>
                    <a:pt x="7841" y="308"/>
                  </a:cubicBezTo>
                  <a:cubicBezTo>
                    <a:pt x="7872" y="308"/>
                    <a:pt x="7896" y="311"/>
                    <a:pt x="7901" y="326"/>
                  </a:cubicBezTo>
                  <a:cubicBezTo>
                    <a:pt x="7901" y="326"/>
                    <a:pt x="7911" y="326"/>
                    <a:pt x="7920" y="298"/>
                  </a:cubicBezTo>
                  <a:cubicBezTo>
                    <a:pt x="7922" y="268"/>
                    <a:pt x="7926" y="255"/>
                    <a:pt x="7932" y="255"/>
                  </a:cubicBezTo>
                  <a:cubicBezTo>
                    <a:pt x="7936" y="255"/>
                    <a:pt x="7940" y="260"/>
                    <a:pt x="7945" y="270"/>
                  </a:cubicBezTo>
                  <a:cubicBezTo>
                    <a:pt x="7953" y="294"/>
                    <a:pt x="7966" y="306"/>
                    <a:pt x="7977" y="306"/>
                  </a:cubicBezTo>
                  <a:cubicBezTo>
                    <a:pt x="7990" y="306"/>
                    <a:pt x="8001" y="293"/>
                    <a:pt x="8005" y="267"/>
                  </a:cubicBezTo>
                  <a:lnTo>
                    <a:pt x="8005" y="292"/>
                  </a:lnTo>
                  <a:cubicBezTo>
                    <a:pt x="8010" y="310"/>
                    <a:pt x="8017" y="318"/>
                    <a:pt x="8024" y="318"/>
                  </a:cubicBezTo>
                  <a:cubicBezTo>
                    <a:pt x="8036" y="318"/>
                    <a:pt x="8048" y="294"/>
                    <a:pt x="8052" y="261"/>
                  </a:cubicBezTo>
                  <a:cubicBezTo>
                    <a:pt x="8061" y="278"/>
                    <a:pt x="8069" y="296"/>
                    <a:pt x="8076" y="296"/>
                  </a:cubicBezTo>
                  <a:cubicBezTo>
                    <a:pt x="8079" y="296"/>
                    <a:pt x="8081" y="293"/>
                    <a:pt x="8083" y="286"/>
                  </a:cubicBezTo>
                  <a:cubicBezTo>
                    <a:pt x="8092" y="286"/>
                    <a:pt x="8092" y="286"/>
                    <a:pt x="8099" y="336"/>
                  </a:cubicBezTo>
                  <a:cubicBezTo>
                    <a:pt x="8099" y="361"/>
                    <a:pt x="8102" y="386"/>
                    <a:pt x="8111" y="386"/>
                  </a:cubicBezTo>
                  <a:cubicBezTo>
                    <a:pt x="8121" y="386"/>
                    <a:pt x="8121" y="358"/>
                    <a:pt x="8118" y="333"/>
                  </a:cubicBezTo>
                  <a:lnTo>
                    <a:pt x="8136" y="333"/>
                  </a:lnTo>
                  <a:cubicBezTo>
                    <a:pt x="8136" y="333"/>
                    <a:pt x="8146" y="333"/>
                    <a:pt x="8143" y="304"/>
                  </a:cubicBezTo>
                  <a:cubicBezTo>
                    <a:pt x="8139" y="279"/>
                    <a:pt x="8149" y="279"/>
                    <a:pt x="8158" y="279"/>
                  </a:cubicBezTo>
                  <a:cubicBezTo>
                    <a:pt x="8159" y="287"/>
                    <a:pt x="8161" y="290"/>
                    <a:pt x="8162" y="290"/>
                  </a:cubicBezTo>
                  <a:cubicBezTo>
                    <a:pt x="8165" y="290"/>
                    <a:pt x="8167" y="272"/>
                    <a:pt x="8158" y="254"/>
                  </a:cubicBezTo>
                  <a:cubicBezTo>
                    <a:pt x="8155" y="226"/>
                    <a:pt x="8152" y="201"/>
                    <a:pt x="8161" y="201"/>
                  </a:cubicBezTo>
                  <a:lnTo>
                    <a:pt x="8155" y="151"/>
                  </a:lnTo>
                  <a:cubicBezTo>
                    <a:pt x="8152" y="101"/>
                    <a:pt x="8149" y="72"/>
                    <a:pt x="8127" y="51"/>
                  </a:cubicBezTo>
                  <a:cubicBezTo>
                    <a:pt x="8104" y="38"/>
                    <a:pt x="8084" y="25"/>
                    <a:pt x="8072" y="25"/>
                  </a:cubicBezTo>
                  <a:cubicBezTo>
                    <a:pt x="8062" y="25"/>
                    <a:pt x="8057" y="33"/>
                    <a:pt x="8058" y="57"/>
                  </a:cubicBezTo>
                  <a:cubicBezTo>
                    <a:pt x="8058" y="57"/>
                    <a:pt x="8052" y="82"/>
                    <a:pt x="8042" y="82"/>
                  </a:cubicBezTo>
                  <a:cubicBezTo>
                    <a:pt x="8042" y="82"/>
                    <a:pt x="8041" y="82"/>
                    <a:pt x="8041" y="82"/>
                  </a:cubicBezTo>
                  <a:cubicBezTo>
                    <a:pt x="8032" y="82"/>
                    <a:pt x="8020" y="60"/>
                    <a:pt x="8020" y="60"/>
                  </a:cubicBezTo>
                  <a:cubicBezTo>
                    <a:pt x="8018" y="43"/>
                    <a:pt x="8001" y="39"/>
                    <a:pt x="7976" y="39"/>
                  </a:cubicBezTo>
                  <a:cubicBezTo>
                    <a:pt x="7963" y="39"/>
                    <a:pt x="7948" y="40"/>
                    <a:pt x="7933" y="41"/>
                  </a:cubicBezTo>
                  <a:cubicBezTo>
                    <a:pt x="7913" y="42"/>
                    <a:pt x="7896" y="43"/>
                    <a:pt x="7883" y="43"/>
                  </a:cubicBezTo>
                  <a:cubicBezTo>
                    <a:pt x="7856" y="43"/>
                    <a:pt x="7841" y="39"/>
                    <a:pt x="7832" y="22"/>
                  </a:cubicBezTo>
                  <a:cubicBezTo>
                    <a:pt x="7822" y="2"/>
                    <a:pt x="7814" y="0"/>
                    <a:pt x="7812" y="0"/>
                  </a:cubicBezTo>
                  <a:close/>
                  <a:moveTo>
                    <a:pt x="2339" y="1335"/>
                  </a:moveTo>
                  <a:cubicBezTo>
                    <a:pt x="2336" y="1354"/>
                    <a:pt x="2333" y="1370"/>
                    <a:pt x="2333" y="1389"/>
                  </a:cubicBezTo>
                  <a:cubicBezTo>
                    <a:pt x="2334" y="1399"/>
                    <a:pt x="2336" y="1405"/>
                    <a:pt x="2339" y="1405"/>
                  </a:cubicBezTo>
                  <a:cubicBezTo>
                    <a:pt x="2343" y="1405"/>
                    <a:pt x="2348" y="1392"/>
                    <a:pt x="2351" y="1360"/>
                  </a:cubicBezTo>
                  <a:cubicBezTo>
                    <a:pt x="2348" y="1335"/>
                    <a:pt x="2348" y="1335"/>
                    <a:pt x="2339" y="1335"/>
                  </a:cubicBezTo>
                  <a:close/>
                  <a:moveTo>
                    <a:pt x="195" y="1364"/>
                  </a:moveTo>
                  <a:cubicBezTo>
                    <a:pt x="192" y="1379"/>
                    <a:pt x="189" y="1398"/>
                    <a:pt x="192" y="1414"/>
                  </a:cubicBezTo>
                  <a:lnTo>
                    <a:pt x="202" y="1414"/>
                  </a:lnTo>
                  <a:cubicBezTo>
                    <a:pt x="211" y="1414"/>
                    <a:pt x="208" y="1389"/>
                    <a:pt x="205" y="13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37"/>
            <p:cNvSpPr/>
            <p:nvPr/>
          </p:nvSpPr>
          <p:spPr>
            <a:xfrm>
              <a:off x="3354919" y="3586840"/>
              <a:ext cx="582553" cy="876537"/>
            </a:xfrm>
            <a:custGeom>
              <a:avLst/>
              <a:gdLst/>
              <a:ahLst/>
              <a:cxnLst/>
              <a:rect l="l" t="t" r="r" b="b"/>
              <a:pathLst>
                <a:path w="32004" h="48528" extrusionOk="0">
                  <a:moveTo>
                    <a:pt x="25726" y="1"/>
                  </a:moveTo>
                  <a:cubicBezTo>
                    <a:pt x="24327" y="1"/>
                    <a:pt x="22924" y="504"/>
                    <a:pt x="21812" y="1524"/>
                  </a:cubicBezTo>
                  <a:lnTo>
                    <a:pt x="4025" y="16848"/>
                  </a:lnTo>
                  <a:cubicBezTo>
                    <a:pt x="3996" y="16876"/>
                    <a:pt x="3965" y="16904"/>
                    <a:pt x="3934" y="16936"/>
                  </a:cubicBezTo>
                  <a:cubicBezTo>
                    <a:pt x="2041" y="18722"/>
                    <a:pt x="725" y="21044"/>
                    <a:pt x="239" y="23604"/>
                  </a:cubicBezTo>
                  <a:cubicBezTo>
                    <a:pt x="82" y="24429"/>
                    <a:pt x="4" y="25268"/>
                    <a:pt x="1" y="26111"/>
                  </a:cubicBezTo>
                  <a:cubicBezTo>
                    <a:pt x="1" y="32069"/>
                    <a:pt x="2680" y="45350"/>
                    <a:pt x="2993" y="48528"/>
                  </a:cubicBezTo>
                  <a:lnTo>
                    <a:pt x="15930" y="31288"/>
                  </a:lnTo>
                  <a:lnTo>
                    <a:pt x="30477" y="9120"/>
                  </a:lnTo>
                  <a:cubicBezTo>
                    <a:pt x="32003" y="6942"/>
                    <a:pt x="31872" y="3921"/>
                    <a:pt x="30001" y="1881"/>
                  </a:cubicBezTo>
                  <a:cubicBezTo>
                    <a:pt x="28858" y="634"/>
                    <a:pt x="27295" y="1"/>
                    <a:pt x="25726" y="1"/>
                  </a:cubicBezTo>
                  <a:close/>
                </a:path>
              </a:pathLst>
            </a:custGeom>
            <a:solidFill>
              <a:srgbClr val="F4F1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37"/>
            <p:cNvSpPr/>
            <p:nvPr/>
          </p:nvSpPr>
          <p:spPr>
            <a:xfrm>
              <a:off x="3355684" y="3586930"/>
              <a:ext cx="577766" cy="876049"/>
            </a:xfrm>
            <a:custGeom>
              <a:avLst/>
              <a:gdLst/>
              <a:ahLst/>
              <a:cxnLst/>
              <a:rect l="l" t="t" r="r" b="b"/>
              <a:pathLst>
                <a:path w="31741" h="48501" extrusionOk="0">
                  <a:moveTo>
                    <a:pt x="25719" y="80"/>
                  </a:moveTo>
                  <a:lnTo>
                    <a:pt x="25831" y="121"/>
                  </a:lnTo>
                  <a:lnTo>
                    <a:pt x="25715" y="159"/>
                  </a:lnTo>
                  <a:lnTo>
                    <a:pt x="25603" y="159"/>
                  </a:lnTo>
                  <a:cubicBezTo>
                    <a:pt x="25603" y="121"/>
                    <a:pt x="25603" y="83"/>
                    <a:pt x="25719" y="80"/>
                  </a:cubicBezTo>
                  <a:close/>
                  <a:moveTo>
                    <a:pt x="23077" y="711"/>
                  </a:moveTo>
                  <a:cubicBezTo>
                    <a:pt x="23117" y="711"/>
                    <a:pt x="23074" y="798"/>
                    <a:pt x="23089" y="826"/>
                  </a:cubicBezTo>
                  <a:lnTo>
                    <a:pt x="23086" y="826"/>
                  </a:lnTo>
                  <a:cubicBezTo>
                    <a:pt x="23031" y="856"/>
                    <a:pt x="23006" y="869"/>
                    <a:pt x="22992" y="869"/>
                  </a:cubicBezTo>
                  <a:cubicBezTo>
                    <a:pt x="22981" y="869"/>
                    <a:pt x="22977" y="860"/>
                    <a:pt x="22970" y="845"/>
                  </a:cubicBezTo>
                  <a:cubicBezTo>
                    <a:pt x="22951" y="814"/>
                    <a:pt x="23036" y="726"/>
                    <a:pt x="23036" y="726"/>
                  </a:cubicBezTo>
                  <a:cubicBezTo>
                    <a:pt x="23055" y="715"/>
                    <a:pt x="23068" y="711"/>
                    <a:pt x="23077" y="711"/>
                  </a:cubicBezTo>
                  <a:close/>
                  <a:moveTo>
                    <a:pt x="21726" y="2045"/>
                  </a:moveTo>
                  <a:lnTo>
                    <a:pt x="21726" y="2045"/>
                  </a:lnTo>
                  <a:cubicBezTo>
                    <a:pt x="21751" y="2073"/>
                    <a:pt x="21685" y="2180"/>
                    <a:pt x="21685" y="2180"/>
                  </a:cubicBezTo>
                  <a:lnTo>
                    <a:pt x="21598" y="2255"/>
                  </a:lnTo>
                  <a:cubicBezTo>
                    <a:pt x="21573" y="2227"/>
                    <a:pt x="21548" y="2199"/>
                    <a:pt x="21638" y="2123"/>
                  </a:cubicBezTo>
                  <a:lnTo>
                    <a:pt x="21726" y="2045"/>
                  </a:lnTo>
                  <a:close/>
                  <a:moveTo>
                    <a:pt x="20444" y="2897"/>
                  </a:moveTo>
                  <a:lnTo>
                    <a:pt x="20379" y="3001"/>
                  </a:lnTo>
                  <a:lnTo>
                    <a:pt x="20288" y="3079"/>
                  </a:lnTo>
                  <a:cubicBezTo>
                    <a:pt x="20266" y="3051"/>
                    <a:pt x="20241" y="3020"/>
                    <a:pt x="20328" y="2945"/>
                  </a:cubicBezTo>
                  <a:lnTo>
                    <a:pt x="20444" y="2897"/>
                  </a:lnTo>
                  <a:close/>
                  <a:moveTo>
                    <a:pt x="31063" y="4327"/>
                  </a:moveTo>
                  <a:cubicBezTo>
                    <a:pt x="31089" y="4327"/>
                    <a:pt x="31114" y="4345"/>
                    <a:pt x="31137" y="4424"/>
                  </a:cubicBezTo>
                  <a:lnTo>
                    <a:pt x="31128" y="4543"/>
                  </a:lnTo>
                  <a:lnTo>
                    <a:pt x="31062" y="4442"/>
                  </a:lnTo>
                  <a:lnTo>
                    <a:pt x="31034" y="4333"/>
                  </a:lnTo>
                  <a:cubicBezTo>
                    <a:pt x="31043" y="4330"/>
                    <a:pt x="31053" y="4327"/>
                    <a:pt x="31063" y="4327"/>
                  </a:cubicBezTo>
                  <a:close/>
                  <a:moveTo>
                    <a:pt x="30975" y="5300"/>
                  </a:moveTo>
                  <a:cubicBezTo>
                    <a:pt x="30975" y="5300"/>
                    <a:pt x="30976" y="5308"/>
                    <a:pt x="30978" y="5326"/>
                  </a:cubicBezTo>
                  <a:lnTo>
                    <a:pt x="30978" y="5326"/>
                  </a:lnTo>
                  <a:cubicBezTo>
                    <a:pt x="30976" y="5309"/>
                    <a:pt x="30975" y="5300"/>
                    <a:pt x="30975" y="5300"/>
                  </a:cubicBezTo>
                  <a:close/>
                  <a:moveTo>
                    <a:pt x="31236" y="5100"/>
                  </a:moveTo>
                  <a:cubicBezTo>
                    <a:pt x="31259" y="5100"/>
                    <a:pt x="31261" y="5114"/>
                    <a:pt x="31272" y="5210"/>
                  </a:cubicBezTo>
                  <a:cubicBezTo>
                    <a:pt x="31272" y="5210"/>
                    <a:pt x="31244" y="5326"/>
                    <a:pt x="31206" y="5329"/>
                  </a:cubicBezTo>
                  <a:cubicBezTo>
                    <a:pt x="31205" y="5329"/>
                    <a:pt x="31205" y="5329"/>
                    <a:pt x="31204" y="5329"/>
                  </a:cubicBezTo>
                  <a:cubicBezTo>
                    <a:pt x="31168" y="5329"/>
                    <a:pt x="31157" y="5221"/>
                    <a:pt x="31222" y="5101"/>
                  </a:cubicBezTo>
                  <a:cubicBezTo>
                    <a:pt x="31227" y="5100"/>
                    <a:pt x="31232" y="5100"/>
                    <a:pt x="31236" y="5100"/>
                  </a:cubicBezTo>
                  <a:close/>
                  <a:moveTo>
                    <a:pt x="31194" y="7034"/>
                  </a:moveTo>
                  <a:cubicBezTo>
                    <a:pt x="31196" y="7034"/>
                    <a:pt x="31196" y="7034"/>
                    <a:pt x="31196" y="7034"/>
                  </a:cubicBezTo>
                  <a:cubicBezTo>
                    <a:pt x="31231" y="7044"/>
                    <a:pt x="31168" y="7144"/>
                    <a:pt x="31143" y="7257"/>
                  </a:cubicBezTo>
                  <a:cubicBezTo>
                    <a:pt x="31117" y="7297"/>
                    <a:pt x="31101" y="7321"/>
                    <a:pt x="31096" y="7321"/>
                  </a:cubicBezTo>
                  <a:cubicBezTo>
                    <a:pt x="31088" y="7321"/>
                    <a:pt x="31102" y="7268"/>
                    <a:pt x="31134" y="7134"/>
                  </a:cubicBezTo>
                  <a:cubicBezTo>
                    <a:pt x="31155" y="7041"/>
                    <a:pt x="31186" y="7034"/>
                    <a:pt x="31194" y="7034"/>
                  </a:cubicBezTo>
                  <a:close/>
                  <a:moveTo>
                    <a:pt x="30758" y="7717"/>
                  </a:moveTo>
                  <a:lnTo>
                    <a:pt x="30758" y="7717"/>
                  </a:lnTo>
                  <a:cubicBezTo>
                    <a:pt x="30780" y="7725"/>
                    <a:pt x="30755" y="7765"/>
                    <a:pt x="30747" y="7765"/>
                  </a:cubicBezTo>
                  <a:cubicBezTo>
                    <a:pt x="30742" y="7765"/>
                    <a:pt x="30742" y="7753"/>
                    <a:pt x="30758" y="7717"/>
                  </a:cubicBezTo>
                  <a:close/>
                  <a:moveTo>
                    <a:pt x="30488" y="7611"/>
                  </a:moveTo>
                  <a:cubicBezTo>
                    <a:pt x="30473" y="7611"/>
                    <a:pt x="30465" y="7630"/>
                    <a:pt x="30435" y="7698"/>
                  </a:cubicBezTo>
                  <a:cubicBezTo>
                    <a:pt x="30385" y="7815"/>
                    <a:pt x="30366" y="7862"/>
                    <a:pt x="30375" y="7862"/>
                  </a:cubicBezTo>
                  <a:cubicBezTo>
                    <a:pt x="30382" y="7862"/>
                    <a:pt x="30399" y="7843"/>
                    <a:pt x="30429" y="7811"/>
                  </a:cubicBezTo>
                  <a:cubicBezTo>
                    <a:pt x="30469" y="7714"/>
                    <a:pt x="30510" y="7617"/>
                    <a:pt x="30510" y="7617"/>
                  </a:cubicBezTo>
                  <a:cubicBezTo>
                    <a:pt x="30501" y="7614"/>
                    <a:pt x="30494" y="7611"/>
                    <a:pt x="30488" y="7611"/>
                  </a:cubicBezTo>
                  <a:close/>
                  <a:moveTo>
                    <a:pt x="31689" y="7961"/>
                  </a:moveTo>
                  <a:cubicBezTo>
                    <a:pt x="31674" y="7961"/>
                    <a:pt x="31670" y="7985"/>
                    <a:pt x="31632" y="8075"/>
                  </a:cubicBezTo>
                  <a:cubicBezTo>
                    <a:pt x="31632" y="8075"/>
                    <a:pt x="31616" y="8209"/>
                    <a:pt x="31651" y="8225"/>
                  </a:cubicBezTo>
                  <a:cubicBezTo>
                    <a:pt x="31652" y="8226"/>
                    <a:pt x="31654" y="8226"/>
                    <a:pt x="31656" y="8226"/>
                  </a:cubicBezTo>
                  <a:cubicBezTo>
                    <a:pt x="31688" y="8226"/>
                    <a:pt x="31740" y="8111"/>
                    <a:pt x="31710" y="7968"/>
                  </a:cubicBezTo>
                  <a:cubicBezTo>
                    <a:pt x="31701" y="7964"/>
                    <a:pt x="31694" y="7961"/>
                    <a:pt x="31689" y="7961"/>
                  </a:cubicBezTo>
                  <a:close/>
                  <a:moveTo>
                    <a:pt x="14210" y="8217"/>
                  </a:moveTo>
                  <a:cubicBezTo>
                    <a:pt x="14257" y="8217"/>
                    <a:pt x="14199" y="8300"/>
                    <a:pt x="14127" y="8363"/>
                  </a:cubicBezTo>
                  <a:cubicBezTo>
                    <a:pt x="14002" y="8470"/>
                    <a:pt x="13964" y="8503"/>
                    <a:pt x="13944" y="8503"/>
                  </a:cubicBezTo>
                  <a:cubicBezTo>
                    <a:pt x="13936" y="8503"/>
                    <a:pt x="13930" y="8497"/>
                    <a:pt x="13923" y="8488"/>
                  </a:cubicBezTo>
                  <a:cubicBezTo>
                    <a:pt x="13898" y="8460"/>
                    <a:pt x="14077" y="8306"/>
                    <a:pt x="14167" y="8228"/>
                  </a:cubicBezTo>
                  <a:cubicBezTo>
                    <a:pt x="14187" y="8220"/>
                    <a:pt x="14201" y="8217"/>
                    <a:pt x="14210" y="8217"/>
                  </a:cubicBezTo>
                  <a:close/>
                  <a:moveTo>
                    <a:pt x="30375" y="8917"/>
                  </a:moveTo>
                  <a:cubicBezTo>
                    <a:pt x="30378" y="8917"/>
                    <a:pt x="30382" y="8918"/>
                    <a:pt x="30385" y="8921"/>
                  </a:cubicBezTo>
                  <a:cubicBezTo>
                    <a:pt x="30385" y="8921"/>
                    <a:pt x="30416" y="8943"/>
                    <a:pt x="30354" y="9040"/>
                  </a:cubicBezTo>
                  <a:cubicBezTo>
                    <a:pt x="30310" y="9106"/>
                    <a:pt x="30253" y="9162"/>
                    <a:pt x="30194" y="9212"/>
                  </a:cubicBezTo>
                  <a:cubicBezTo>
                    <a:pt x="30162" y="9190"/>
                    <a:pt x="30228" y="9093"/>
                    <a:pt x="30228" y="9093"/>
                  </a:cubicBezTo>
                  <a:cubicBezTo>
                    <a:pt x="30287" y="9003"/>
                    <a:pt x="30342" y="8917"/>
                    <a:pt x="30375" y="8917"/>
                  </a:cubicBezTo>
                  <a:close/>
                  <a:moveTo>
                    <a:pt x="29740" y="9473"/>
                  </a:moveTo>
                  <a:cubicBezTo>
                    <a:pt x="29726" y="9473"/>
                    <a:pt x="29698" y="9484"/>
                    <a:pt x="29655" y="9551"/>
                  </a:cubicBezTo>
                  <a:lnTo>
                    <a:pt x="29589" y="9648"/>
                  </a:lnTo>
                  <a:cubicBezTo>
                    <a:pt x="29593" y="9651"/>
                    <a:pt x="29598" y="9652"/>
                    <a:pt x="29604" y="9652"/>
                  </a:cubicBezTo>
                  <a:cubicBezTo>
                    <a:pt x="29643" y="9652"/>
                    <a:pt x="29714" y="9594"/>
                    <a:pt x="29714" y="9594"/>
                  </a:cubicBezTo>
                  <a:cubicBezTo>
                    <a:pt x="29780" y="9497"/>
                    <a:pt x="29749" y="9475"/>
                    <a:pt x="29749" y="9475"/>
                  </a:cubicBezTo>
                  <a:cubicBezTo>
                    <a:pt x="29749" y="9475"/>
                    <a:pt x="29746" y="9473"/>
                    <a:pt x="29740" y="9473"/>
                  </a:cubicBezTo>
                  <a:close/>
                  <a:moveTo>
                    <a:pt x="29105" y="10607"/>
                  </a:moveTo>
                  <a:cubicBezTo>
                    <a:pt x="29111" y="10607"/>
                    <a:pt x="29118" y="10612"/>
                    <a:pt x="29128" y="10619"/>
                  </a:cubicBezTo>
                  <a:lnTo>
                    <a:pt x="29062" y="10719"/>
                  </a:lnTo>
                  <a:lnTo>
                    <a:pt x="28968" y="10795"/>
                  </a:lnTo>
                  <a:lnTo>
                    <a:pt x="29034" y="10698"/>
                  </a:lnTo>
                  <a:cubicBezTo>
                    <a:pt x="29077" y="10629"/>
                    <a:pt x="29090" y="10607"/>
                    <a:pt x="29105" y="10607"/>
                  </a:cubicBezTo>
                  <a:close/>
                  <a:moveTo>
                    <a:pt x="10529" y="11400"/>
                  </a:moveTo>
                  <a:lnTo>
                    <a:pt x="10529" y="11400"/>
                  </a:lnTo>
                  <a:cubicBezTo>
                    <a:pt x="10551" y="11428"/>
                    <a:pt x="10488" y="11531"/>
                    <a:pt x="10488" y="11531"/>
                  </a:cubicBezTo>
                  <a:lnTo>
                    <a:pt x="10397" y="11609"/>
                  </a:lnTo>
                  <a:cubicBezTo>
                    <a:pt x="10372" y="11581"/>
                    <a:pt x="10350" y="11550"/>
                    <a:pt x="10438" y="11475"/>
                  </a:cubicBezTo>
                  <a:lnTo>
                    <a:pt x="10529" y="11400"/>
                  </a:lnTo>
                  <a:close/>
                  <a:moveTo>
                    <a:pt x="28545" y="11450"/>
                  </a:moveTo>
                  <a:cubicBezTo>
                    <a:pt x="28564" y="11450"/>
                    <a:pt x="28578" y="11473"/>
                    <a:pt x="28577" y="11528"/>
                  </a:cubicBezTo>
                  <a:lnTo>
                    <a:pt x="28445" y="11722"/>
                  </a:lnTo>
                  <a:cubicBezTo>
                    <a:pt x="28417" y="11700"/>
                    <a:pt x="28385" y="11678"/>
                    <a:pt x="28448" y="11581"/>
                  </a:cubicBezTo>
                  <a:cubicBezTo>
                    <a:pt x="28469" y="11508"/>
                    <a:pt x="28514" y="11450"/>
                    <a:pt x="28545" y="11450"/>
                  </a:cubicBezTo>
                  <a:close/>
                  <a:moveTo>
                    <a:pt x="28182" y="12399"/>
                  </a:moveTo>
                  <a:lnTo>
                    <a:pt x="28213" y="12421"/>
                  </a:lnTo>
                  <a:cubicBezTo>
                    <a:pt x="28153" y="12513"/>
                    <a:pt x="28119" y="12621"/>
                    <a:pt x="28089" y="12621"/>
                  </a:cubicBezTo>
                  <a:cubicBezTo>
                    <a:pt x="28087" y="12621"/>
                    <a:pt x="28084" y="12620"/>
                    <a:pt x="28081" y="12619"/>
                  </a:cubicBezTo>
                  <a:cubicBezTo>
                    <a:pt x="28070" y="12636"/>
                    <a:pt x="28064" y="12643"/>
                    <a:pt x="28062" y="12643"/>
                  </a:cubicBezTo>
                  <a:cubicBezTo>
                    <a:pt x="28052" y="12643"/>
                    <a:pt x="28128" y="12482"/>
                    <a:pt x="28182" y="12399"/>
                  </a:cubicBezTo>
                  <a:close/>
                  <a:moveTo>
                    <a:pt x="26793" y="14298"/>
                  </a:moveTo>
                  <a:lnTo>
                    <a:pt x="26793" y="14298"/>
                  </a:lnTo>
                  <a:cubicBezTo>
                    <a:pt x="26825" y="14320"/>
                    <a:pt x="26853" y="14342"/>
                    <a:pt x="26790" y="14439"/>
                  </a:cubicBezTo>
                  <a:lnTo>
                    <a:pt x="26725" y="14540"/>
                  </a:lnTo>
                  <a:cubicBezTo>
                    <a:pt x="26693" y="14518"/>
                    <a:pt x="26728" y="14395"/>
                    <a:pt x="26728" y="14395"/>
                  </a:cubicBezTo>
                  <a:lnTo>
                    <a:pt x="26793" y="14298"/>
                  </a:lnTo>
                  <a:close/>
                  <a:moveTo>
                    <a:pt x="7151" y="14690"/>
                  </a:moveTo>
                  <a:cubicBezTo>
                    <a:pt x="7151" y="14690"/>
                    <a:pt x="7151" y="14690"/>
                    <a:pt x="7151" y="14690"/>
                  </a:cubicBezTo>
                  <a:cubicBezTo>
                    <a:pt x="7158" y="14699"/>
                    <a:pt x="7161" y="14703"/>
                    <a:pt x="7161" y="14703"/>
                  </a:cubicBezTo>
                  <a:cubicBezTo>
                    <a:pt x="7161" y="14703"/>
                    <a:pt x="7157" y="14698"/>
                    <a:pt x="7151" y="14690"/>
                  </a:cubicBezTo>
                  <a:close/>
                  <a:moveTo>
                    <a:pt x="26176" y="14921"/>
                  </a:moveTo>
                  <a:cubicBezTo>
                    <a:pt x="26185" y="14921"/>
                    <a:pt x="26184" y="14956"/>
                    <a:pt x="26182" y="15019"/>
                  </a:cubicBezTo>
                  <a:lnTo>
                    <a:pt x="26113" y="15260"/>
                  </a:lnTo>
                  <a:cubicBezTo>
                    <a:pt x="26097" y="15285"/>
                    <a:pt x="26087" y="15296"/>
                    <a:pt x="26081" y="15296"/>
                  </a:cubicBezTo>
                  <a:cubicBezTo>
                    <a:pt x="26063" y="15296"/>
                    <a:pt x="26083" y="15202"/>
                    <a:pt x="26085" y="15094"/>
                  </a:cubicBezTo>
                  <a:cubicBezTo>
                    <a:pt x="26141" y="14975"/>
                    <a:pt x="26166" y="14921"/>
                    <a:pt x="26176" y="14921"/>
                  </a:cubicBezTo>
                  <a:close/>
                  <a:moveTo>
                    <a:pt x="24809" y="17224"/>
                  </a:moveTo>
                  <a:cubicBezTo>
                    <a:pt x="24818" y="17224"/>
                    <a:pt x="24831" y="17232"/>
                    <a:pt x="24847" y="17244"/>
                  </a:cubicBezTo>
                  <a:cubicBezTo>
                    <a:pt x="24879" y="17266"/>
                    <a:pt x="24910" y="17288"/>
                    <a:pt x="24813" y="17507"/>
                  </a:cubicBezTo>
                  <a:lnTo>
                    <a:pt x="24681" y="17705"/>
                  </a:lnTo>
                  <a:cubicBezTo>
                    <a:pt x="24681" y="17705"/>
                    <a:pt x="24716" y="17583"/>
                    <a:pt x="24750" y="17463"/>
                  </a:cubicBezTo>
                  <a:cubicBezTo>
                    <a:pt x="24777" y="17277"/>
                    <a:pt x="24785" y="17224"/>
                    <a:pt x="24809" y="17224"/>
                  </a:cubicBezTo>
                  <a:close/>
                  <a:moveTo>
                    <a:pt x="24431" y="17670"/>
                  </a:moveTo>
                  <a:lnTo>
                    <a:pt x="24462" y="17692"/>
                  </a:lnTo>
                  <a:lnTo>
                    <a:pt x="24427" y="17814"/>
                  </a:lnTo>
                  <a:lnTo>
                    <a:pt x="24333" y="17890"/>
                  </a:lnTo>
                  <a:cubicBezTo>
                    <a:pt x="24302" y="17868"/>
                    <a:pt x="24368" y="17771"/>
                    <a:pt x="24431" y="17670"/>
                  </a:cubicBezTo>
                  <a:close/>
                  <a:moveTo>
                    <a:pt x="3318" y="18090"/>
                  </a:moveTo>
                  <a:lnTo>
                    <a:pt x="3318" y="18090"/>
                  </a:lnTo>
                  <a:cubicBezTo>
                    <a:pt x="3346" y="18115"/>
                    <a:pt x="3271" y="18200"/>
                    <a:pt x="3271" y="18200"/>
                  </a:cubicBezTo>
                  <a:cubicBezTo>
                    <a:pt x="3221" y="18256"/>
                    <a:pt x="3204" y="18276"/>
                    <a:pt x="3191" y="18276"/>
                  </a:cubicBezTo>
                  <a:cubicBezTo>
                    <a:pt x="3184" y="18276"/>
                    <a:pt x="3177" y="18271"/>
                    <a:pt x="3168" y="18263"/>
                  </a:cubicBezTo>
                  <a:cubicBezTo>
                    <a:pt x="3168" y="18263"/>
                    <a:pt x="3136" y="18234"/>
                    <a:pt x="3215" y="18150"/>
                  </a:cubicBezTo>
                  <a:lnTo>
                    <a:pt x="3318" y="18090"/>
                  </a:lnTo>
                  <a:close/>
                  <a:moveTo>
                    <a:pt x="2506" y="19190"/>
                  </a:moveTo>
                  <a:lnTo>
                    <a:pt x="2472" y="19306"/>
                  </a:lnTo>
                  <a:lnTo>
                    <a:pt x="2406" y="19397"/>
                  </a:lnTo>
                  <a:cubicBezTo>
                    <a:pt x="2375" y="19375"/>
                    <a:pt x="2344" y="19356"/>
                    <a:pt x="2409" y="19262"/>
                  </a:cubicBezTo>
                  <a:lnTo>
                    <a:pt x="2506" y="19190"/>
                  </a:lnTo>
                  <a:close/>
                  <a:moveTo>
                    <a:pt x="1833" y="19755"/>
                  </a:moveTo>
                  <a:cubicBezTo>
                    <a:pt x="1839" y="19755"/>
                    <a:pt x="1832" y="19784"/>
                    <a:pt x="1820" y="19836"/>
                  </a:cubicBezTo>
                  <a:cubicBezTo>
                    <a:pt x="1797" y="19945"/>
                    <a:pt x="1745" y="20039"/>
                    <a:pt x="1712" y="20039"/>
                  </a:cubicBezTo>
                  <a:cubicBezTo>
                    <a:pt x="1710" y="20039"/>
                    <a:pt x="1707" y="20038"/>
                    <a:pt x="1704" y="20036"/>
                  </a:cubicBezTo>
                  <a:cubicBezTo>
                    <a:pt x="1670" y="20017"/>
                    <a:pt x="1673" y="20017"/>
                    <a:pt x="1729" y="19917"/>
                  </a:cubicBezTo>
                  <a:cubicBezTo>
                    <a:pt x="1797" y="19804"/>
                    <a:pt x="1826" y="19755"/>
                    <a:pt x="1833" y="19755"/>
                  </a:cubicBezTo>
                  <a:close/>
                  <a:moveTo>
                    <a:pt x="1375" y="20249"/>
                  </a:moveTo>
                  <a:lnTo>
                    <a:pt x="1375" y="20249"/>
                  </a:lnTo>
                  <a:cubicBezTo>
                    <a:pt x="1370" y="20254"/>
                    <a:pt x="1366" y="20258"/>
                    <a:pt x="1362" y="20261"/>
                  </a:cubicBezTo>
                  <a:lnTo>
                    <a:pt x="1362" y="20261"/>
                  </a:lnTo>
                  <a:cubicBezTo>
                    <a:pt x="1366" y="20260"/>
                    <a:pt x="1371" y="20260"/>
                    <a:pt x="1375" y="20260"/>
                  </a:cubicBezTo>
                  <a:cubicBezTo>
                    <a:pt x="1380" y="20260"/>
                    <a:pt x="1385" y="20260"/>
                    <a:pt x="1390" y="20261"/>
                  </a:cubicBezTo>
                  <a:lnTo>
                    <a:pt x="1390" y="20261"/>
                  </a:lnTo>
                  <a:cubicBezTo>
                    <a:pt x="1386" y="20257"/>
                    <a:pt x="1381" y="20253"/>
                    <a:pt x="1375" y="20249"/>
                  </a:cubicBezTo>
                  <a:close/>
                  <a:moveTo>
                    <a:pt x="1362" y="20261"/>
                  </a:moveTo>
                  <a:cubicBezTo>
                    <a:pt x="1338" y="20266"/>
                    <a:pt x="1323" y="20284"/>
                    <a:pt x="1329" y="20284"/>
                  </a:cubicBezTo>
                  <a:cubicBezTo>
                    <a:pt x="1332" y="20284"/>
                    <a:pt x="1343" y="20278"/>
                    <a:pt x="1362" y="20261"/>
                  </a:cubicBezTo>
                  <a:close/>
                  <a:moveTo>
                    <a:pt x="1432" y="20547"/>
                  </a:moveTo>
                  <a:lnTo>
                    <a:pt x="1381" y="20650"/>
                  </a:lnTo>
                  <a:cubicBezTo>
                    <a:pt x="1345" y="20725"/>
                    <a:pt x="1335" y="20746"/>
                    <a:pt x="1320" y="20746"/>
                  </a:cubicBezTo>
                  <a:cubicBezTo>
                    <a:pt x="1313" y="20746"/>
                    <a:pt x="1306" y="20743"/>
                    <a:pt x="1297" y="20738"/>
                  </a:cubicBezTo>
                  <a:lnTo>
                    <a:pt x="1347" y="20635"/>
                  </a:lnTo>
                  <a:lnTo>
                    <a:pt x="1432" y="20547"/>
                  </a:lnTo>
                  <a:close/>
                  <a:moveTo>
                    <a:pt x="977" y="21359"/>
                  </a:moveTo>
                  <a:cubicBezTo>
                    <a:pt x="956" y="21415"/>
                    <a:pt x="955" y="21446"/>
                    <a:pt x="960" y="21446"/>
                  </a:cubicBezTo>
                  <a:cubicBezTo>
                    <a:pt x="964" y="21446"/>
                    <a:pt x="974" y="21418"/>
                    <a:pt x="977" y="21359"/>
                  </a:cubicBezTo>
                  <a:close/>
                  <a:moveTo>
                    <a:pt x="962" y="21606"/>
                  </a:moveTo>
                  <a:lnTo>
                    <a:pt x="921" y="21713"/>
                  </a:lnTo>
                  <a:cubicBezTo>
                    <a:pt x="888" y="21791"/>
                    <a:pt x="882" y="21814"/>
                    <a:pt x="866" y="21814"/>
                  </a:cubicBezTo>
                  <a:cubicBezTo>
                    <a:pt x="861" y="21814"/>
                    <a:pt x="855" y="21811"/>
                    <a:pt x="846" y="21807"/>
                  </a:cubicBezTo>
                  <a:lnTo>
                    <a:pt x="886" y="21700"/>
                  </a:lnTo>
                  <a:lnTo>
                    <a:pt x="962" y="21606"/>
                  </a:lnTo>
                  <a:close/>
                  <a:moveTo>
                    <a:pt x="22078" y="21770"/>
                  </a:moveTo>
                  <a:cubicBezTo>
                    <a:pt x="22045" y="21770"/>
                    <a:pt x="21987" y="21859"/>
                    <a:pt x="21927" y="21948"/>
                  </a:cubicBezTo>
                  <a:cubicBezTo>
                    <a:pt x="21767" y="22123"/>
                    <a:pt x="21732" y="22242"/>
                    <a:pt x="21764" y="22264"/>
                  </a:cubicBezTo>
                  <a:cubicBezTo>
                    <a:pt x="21767" y="22266"/>
                    <a:pt x="21770" y="22267"/>
                    <a:pt x="21773" y="22267"/>
                  </a:cubicBezTo>
                  <a:cubicBezTo>
                    <a:pt x="21807" y="22267"/>
                    <a:pt x="21870" y="22171"/>
                    <a:pt x="21989" y="21992"/>
                  </a:cubicBezTo>
                  <a:cubicBezTo>
                    <a:pt x="22030" y="21923"/>
                    <a:pt x="22065" y="21851"/>
                    <a:pt x="22087" y="21772"/>
                  </a:cubicBezTo>
                  <a:cubicBezTo>
                    <a:pt x="22084" y="21771"/>
                    <a:pt x="22081" y="21770"/>
                    <a:pt x="22078" y="21770"/>
                  </a:cubicBezTo>
                  <a:close/>
                  <a:moveTo>
                    <a:pt x="21529" y="22438"/>
                  </a:moveTo>
                  <a:cubicBezTo>
                    <a:pt x="21547" y="22438"/>
                    <a:pt x="21536" y="22498"/>
                    <a:pt x="21472" y="22637"/>
                  </a:cubicBezTo>
                  <a:lnTo>
                    <a:pt x="21344" y="22832"/>
                  </a:lnTo>
                  <a:cubicBezTo>
                    <a:pt x="21312" y="22810"/>
                    <a:pt x="21410" y="22593"/>
                    <a:pt x="21475" y="22493"/>
                  </a:cubicBezTo>
                  <a:cubicBezTo>
                    <a:pt x="21499" y="22458"/>
                    <a:pt x="21519" y="22438"/>
                    <a:pt x="21529" y="22438"/>
                  </a:cubicBezTo>
                  <a:close/>
                  <a:moveTo>
                    <a:pt x="661" y="22724"/>
                  </a:moveTo>
                  <a:cubicBezTo>
                    <a:pt x="663" y="22724"/>
                    <a:pt x="665" y="22724"/>
                    <a:pt x="667" y="22725"/>
                  </a:cubicBezTo>
                  <a:lnTo>
                    <a:pt x="639" y="22838"/>
                  </a:lnTo>
                  <a:cubicBezTo>
                    <a:pt x="615" y="22932"/>
                    <a:pt x="584" y="22938"/>
                    <a:pt x="575" y="22938"/>
                  </a:cubicBezTo>
                  <a:cubicBezTo>
                    <a:pt x="574" y="22938"/>
                    <a:pt x="573" y="22938"/>
                    <a:pt x="573" y="22938"/>
                  </a:cubicBezTo>
                  <a:cubicBezTo>
                    <a:pt x="573" y="22938"/>
                    <a:pt x="538" y="22929"/>
                    <a:pt x="567" y="22816"/>
                  </a:cubicBezTo>
                  <a:cubicBezTo>
                    <a:pt x="567" y="22816"/>
                    <a:pt x="625" y="22724"/>
                    <a:pt x="661" y="22724"/>
                  </a:cubicBezTo>
                  <a:close/>
                  <a:moveTo>
                    <a:pt x="203" y="27310"/>
                  </a:moveTo>
                  <a:cubicBezTo>
                    <a:pt x="247" y="27426"/>
                    <a:pt x="294" y="27542"/>
                    <a:pt x="256" y="27542"/>
                  </a:cubicBezTo>
                  <a:cubicBezTo>
                    <a:pt x="256" y="27542"/>
                    <a:pt x="256" y="27542"/>
                    <a:pt x="256" y="27542"/>
                  </a:cubicBezTo>
                  <a:cubicBezTo>
                    <a:pt x="253" y="27542"/>
                    <a:pt x="216" y="27539"/>
                    <a:pt x="172" y="27429"/>
                  </a:cubicBezTo>
                  <a:cubicBezTo>
                    <a:pt x="172" y="27429"/>
                    <a:pt x="128" y="27313"/>
                    <a:pt x="166" y="27313"/>
                  </a:cubicBezTo>
                  <a:lnTo>
                    <a:pt x="203" y="27310"/>
                  </a:lnTo>
                  <a:close/>
                  <a:moveTo>
                    <a:pt x="17735" y="27636"/>
                  </a:moveTo>
                  <a:cubicBezTo>
                    <a:pt x="17721" y="27636"/>
                    <a:pt x="17706" y="27658"/>
                    <a:pt x="17662" y="27723"/>
                  </a:cubicBezTo>
                  <a:lnTo>
                    <a:pt x="17599" y="27824"/>
                  </a:lnTo>
                  <a:lnTo>
                    <a:pt x="17693" y="27745"/>
                  </a:lnTo>
                  <a:lnTo>
                    <a:pt x="17759" y="27648"/>
                  </a:lnTo>
                  <a:cubicBezTo>
                    <a:pt x="17749" y="27641"/>
                    <a:pt x="17742" y="27636"/>
                    <a:pt x="17735" y="27636"/>
                  </a:cubicBezTo>
                  <a:close/>
                  <a:moveTo>
                    <a:pt x="17774" y="27949"/>
                  </a:moveTo>
                  <a:cubicBezTo>
                    <a:pt x="17777" y="27949"/>
                    <a:pt x="17781" y="27950"/>
                    <a:pt x="17784" y="27952"/>
                  </a:cubicBezTo>
                  <a:lnTo>
                    <a:pt x="17721" y="28049"/>
                  </a:lnTo>
                  <a:cubicBezTo>
                    <a:pt x="17718" y="28048"/>
                    <a:pt x="17716" y="28047"/>
                    <a:pt x="17713" y="28047"/>
                  </a:cubicBezTo>
                  <a:cubicBezTo>
                    <a:pt x="17693" y="28047"/>
                    <a:pt x="17676" y="28098"/>
                    <a:pt x="17702" y="28098"/>
                  </a:cubicBezTo>
                  <a:cubicBezTo>
                    <a:pt x="17712" y="28098"/>
                    <a:pt x="17728" y="28091"/>
                    <a:pt x="17752" y="28071"/>
                  </a:cubicBezTo>
                  <a:lnTo>
                    <a:pt x="17812" y="28115"/>
                  </a:lnTo>
                  <a:cubicBezTo>
                    <a:pt x="17757" y="28201"/>
                    <a:pt x="17674" y="28272"/>
                    <a:pt x="17634" y="28272"/>
                  </a:cubicBezTo>
                  <a:cubicBezTo>
                    <a:pt x="17629" y="28272"/>
                    <a:pt x="17624" y="28271"/>
                    <a:pt x="17621" y="28269"/>
                  </a:cubicBezTo>
                  <a:cubicBezTo>
                    <a:pt x="17578" y="28287"/>
                    <a:pt x="17549" y="28299"/>
                    <a:pt x="17536" y="28299"/>
                  </a:cubicBezTo>
                  <a:cubicBezTo>
                    <a:pt x="17511" y="28299"/>
                    <a:pt x="17540" y="28255"/>
                    <a:pt x="17624" y="28128"/>
                  </a:cubicBezTo>
                  <a:cubicBezTo>
                    <a:pt x="17683" y="28037"/>
                    <a:pt x="17740" y="27949"/>
                    <a:pt x="17774" y="27949"/>
                  </a:cubicBezTo>
                  <a:close/>
                  <a:moveTo>
                    <a:pt x="16983" y="29119"/>
                  </a:moveTo>
                  <a:cubicBezTo>
                    <a:pt x="16990" y="29119"/>
                    <a:pt x="16997" y="29124"/>
                    <a:pt x="17007" y="29131"/>
                  </a:cubicBezTo>
                  <a:cubicBezTo>
                    <a:pt x="16985" y="29209"/>
                    <a:pt x="16950" y="29281"/>
                    <a:pt x="16909" y="29350"/>
                  </a:cubicBezTo>
                  <a:lnTo>
                    <a:pt x="16812" y="29425"/>
                  </a:lnTo>
                  <a:cubicBezTo>
                    <a:pt x="16781" y="29403"/>
                    <a:pt x="16847" y="29306"/>
                    <a:pt x="16913" y="29206"/>
                  </a:cubicBezTo>
                  <a:cubicBezTo>
                    <a:pt x="16955" y="29140"/>
                    <a:pt x="16969" y="29119"/>
                    <a:pt x="16983" y="29119"/>
                  </a:cubicBezTo>
                  <a:close/>
                  <a:moveTo>
                    <a:pt x="17248" y="29726"/>
                  </a:moveTo>
                  <a:lnTo>
                    <a:pt x="17182" y="29826"/>
                  </a:lnTo>
                  <a:cubicBezTo>
                    <a:pt x="17182" y="29826"/>
                    <a:pt x="17151" y="29945"/>
                    <a:pt x="17182" y="29967"/>
                  </a:cubicBezTo>
                  <a:lnTo>
                    <a:pt x="17245" y="29867"/>
                  </a:lnTo>
                  <a:cubicBezTo>
                    <a:pt x="17311" y="29770"/>
                    <a:pt x="17279" y="29748"/>
                    <a:pt x="17248" y="29726"/>
                  </a:cubicBezTo>
                  <a:close/>
                  <a:moveTo>
                    <a:pt x="644" y="31195"/>
                  </a:moveTo>
                  <a:cubicBezTo>
                    <a:pt x="669" y="31195"/>
                    <a:pt x="709" y="31249"/>
                    <a:pt x="745" y="31381"/>
                  </a:cubicBezTo>
                  <a:cubicBezTo>
                    <a:pt x="758" y="31497"/>
                    <a:pt x="758" y="31497"/>
                    <a:pt x="720" y="31500"/>
                  </a:cubicBezTo>
                  <a:cubicBezTo>
                    <a:pt x="720" y="31500"/>
                    <a:pt x="719" y="31500"/>
                    <a:pt x="719" y="31500"/>
                  </a:cubicBezTo>
                  <a:cubicBezTo>
                    <a:pt x="681" y="31500"/>
                    <a:pt x="632" y="31388"/>
                    <a:pt x="620" y="31274"/>
                  </a:cubicBezTo>
                  <a:cubicBezTo>
                    <a:pt x="615" y="31225"/>
                    <a:pt x="625" y="31195"/>
                    <a:pt x="644" y="31195"/>
                  </a:cubicBezTo>
                  <a:close/>
                  <a:moveTo>
                    <a:pt x="3169" y="47545"/>
                  </a:moveTo>
                  <a:cubicBezTo>
                    <a:pt x="3198" y="47545"/>
                    <a:pt x="3224" y="47563"/>
                    <a:pt x="3237" y="47654"/>
                  </a:cubicBezTo>
                  <a:cubicBezTo>
                    <a:pt x="3291" y="47771"/>
                    <a:pt x="3298" y="47831"/>
                    <a:pt x="3278" y="47831"/>
                  </a:cubicBezTo>
                  <a:cubicBezTo>
                    <a:pt x="3258" y="47831"/>
                    <a:pt x="3214" y="47776"/>
                    <a:pt x="3161" y="47664"/>
                  </a:cubicBezTo>
                  <a:cubicBezTo>
                    <a:pt x="3071" y="47554"/>
                    <a:pt x="3071" y="47554"/>
                    <a:pt x="3146" y="47548"/>
                  </a:cubicBezTo>
                  <a:cubicBezTo>
                    <a:pt x="3154" y="47547"/>
                    <a:pt x="3161" y="47545"/>
                    <a:pt x="3169" y="47545"/>
                  </a:cubicBezTo>
                  <a:close/>
                  <a:moveTo>
                    <a:pt x="25509" y="1"/>
                  </a:moveTo>
                  <a:cubicBezTo>
                    <a:pt x="25408" y="1"/>
                    <a:pt x="25369" y="22"/>
                    <a:pt x="25371" y="46"/>
                  </a:cubicBezTo>
                  <a:cubicBezTo>
                    <a:pt x="25422" y="77"/>
                    <a:pt x="25428" y="88"/>
                    <a:pt x="25409" y="88"/>
                  </a:cubicBezTo>
                  <a:cubicBezTo>
                    <a:pt x="25385" y="88"/>
                    <a:pt x="25320" y="71"/>
                    <a:pt x="25255" y="58"/>
                  </a:cubicBezTo>
                  <a:cubicBezTo>
                    <a:pt x="25179" y="40"/>
                    <a:pt x="25102" y="24"/>
                    <a:pt x="25056" y="24"/>
                  </a:cubicBezTo>
                  <a:cubicBezTo>
                    <a:pt x="25031" y="24"/>
                    <a:pt x="25015" y="29"/>
                    <a:pt x="25017" y="43"/>
                  </a:cubicBezTo>
                  <a:cubicBezTo>
                    <a:pt x="24960" y="61"/>
                    <a:pt x="24904" y="77"/>
                    <a:pt x="24844" y="86"/>
                  </a:cubicBezTo>
                  <a:cubicBezTo>
                    <a:pt x="24763" y="108"/>
                    <a:pt x="24669" y="133"/>
                    <a:pt x="24575" y="152"/>
                  </a:cubicBezTo>
                  <a:cubicBezTo>
                    <a:pt x="24445" y="181"/>
                    <a:pt x="24321" y="203"/>
                    <a:pt x="24256" y="203"/>
                  </a:cubicBezTo>
                  <a:cubicBezTo>
                    <a:pt x="24228" y="203"/>
                    <a:pt x="24211" y="199"/>
                    <a:pt x="24208" y="190"/>
                  </a:cubicBezTo>
                  <a:lnTo>
                    <a:pt x="23982" y="256"/>
                  </a:lnTo>
                  <a:cubicBezTo>
                    <a:pt x="23995" y="296"/>
                    <a:pt x="23766" y="350"/>
                    <a:pt x="23553" y="447"/>
                  </a:cubicBezTo>
                  <a:cubicBezTo>
                    <a:pt x="23386" y="517"/>
                    <a:pt x="23282" y="558"/>
                    <a:pt x="23237" y="558"/>
                  </a:cubicBezTo>
                  <a:cubicBezTo>
                    <a:pt x="23223" y="558"/>
                    <a:pt x="23215" y="554"/>
                    <a:pt x="23212" y="547"/>
                  </a:cubicBezTo>
                  <a:cubicBezTo>
                    <a:pt x="23243" y="520"/>
                    <a:pt x="23252" y="506"/>
                    <a:pt x="23242" y="506"/>
                  </a:cubicBezTo>
                  <a:cubicBezTo>
                    <a:pt x="23222" y="506"/>
                    <a:pt x="23131" y="557"/>
                    <a:pt x="23005" y="657"/>
                  </a:cubicBezTo>
                  <a:cubicBezTo>
                    <a:pt x="22901" y="713"/>
                    <a:pt x="22832" y="832"/>
                    <a:pt x="22732" y="889"/>
                  </a:cubicBezTo>
                  <a:cubicBezTo>
                    <a:pt x="22751" y="923"/>
                    <a:pt x="22673" y="1020"/>
                    <a:pt x="22579" y="1083"/>
                  </a:cubicBezTo>
                  <a:lnTo>
                    <a:pt x="22557" y="1052"/>
                  </a:lnTo>
                  <a:lnTo>
                    <a:pt x="22519" y="986"/>
                  </a:lnTo>
                  <a:cubicBezTo>
                    <a:pt x="22422" y="1052"/>
                    <a:pt x="22322" y="1117"/>
                    <a:pt x="22343" y="1146"/>
                  </a:cubicBezTo>
                  <a:cubicBezTo>
                    <a:pt x="22221" y="1177"/>
                    <a:pt x="22140" y="1262"/>
                    <a:pt x="21955" y="1406"/>
                  </a:cubicBezTo>
                  <a:cubicBezTo>
                    <a:pt x="21773" y="1553"/>
                    <a:pt x="21598" y="1710"/>
                    <a:pt x="21532" y="1813"/>
                  </a:cubicBezTo>
                  <a:cubicBezTo>
                    <a:pt x="21394" y="1832"/>
                    <a:pt x="20858" y="2293"/>
                    <a:pt x="20817" y="2427"/>
                  </a:cubicBezTo>
                  <a:cubicBezTo>
                    <a:pt x="20842" y="2456"/>
                    <a:pt x="20752" y="2534"/>
                    <a:pt x="20639" y="2581"/>
                  </a:cubicBezTo>
                  <a:cubicBezTo>
                    <a:pt x="20526" y="2628"/>
                    <a:pt x="20526" y="2628"/>
                    <a:pt x="20460" y="2735"/>
                  </a:cubicBezTo>
                  <a:cubicBezTo>
                    <a:pt x="20394" y="2838"/>
                    <a:pt x="20281" y="2888"/>
                    <a:pt x="20169" y="2935"/>
                  </a:cubicBezTo>
                  <a:cubicBezTo>
                    <a:pt x="20043" y="2951"/>
                    <a:pt x="19934" y="3026"/>
                    <a:pt x="19874" y="3136"/>
                  </a:cubicBezTo>
                  <a:cubicBezTo>
                    <a:pt x="19746" y="3283"/>
                    <a:pt x="19605" y="3421"/>
                    <a:pt x="19454" y="3546"/>
                  </a:cubicBezTo>
                  <a:cubicBezTo>
                    <a:pt x="19327" y="3693"/>
                    <a:pt x="19246" y="3773"/>
                    <a:pt x="19279" y="3773"/>
                  </a:cubicBezTo>
                  <a:cubicBezTo>
                    <a:pt x="19287" y="3773"/>
                    <a:pt x="19301" y="3768"/>
                    <a:pt x="19323" y="3759"/>
                  </a:cubicBezTo>
                  <a:lnTo>
                    <a:pt x="19323" y="3759"/>
                  </a:lnTo>
                  <a:cubicBezTo>
                    <a:pt x="19348" y="3787"/>
                    <a:pt x="19282" y="3891"/>
                    <a:pt x="19282" y="3891"/>
                  </a:cubicBezTo>
                  <a:cubicBezTo>
                    <a:pt x="19197" y="3991"/>
                    <a:pt x="19152" y="4027"/>
                    <a:pt x="19143" y="4027"/>
                  </a:cubicBezTo>
                  <a:cubicBezTo>
                    <a:pt x="19136" y="4027"/>
                    <a:pt x="19153" y="4003"/>
                    <a:pt x="19194" y="3969"/>
                  </a:cubicBezTo>
                  <a:cubicBezTo>
                    <a:pt x="19268" y="3881"/>
                    <a:pt x="19286" y="3854"/>
                    <a:pt x="19272" y="3854"/>
                  </a:cubicBezTo>
                  <a:cubicBezTo>
                    <a:pt x="19256" y="3854"/>
                    <a:pt x="19204" y="3885"/>
                    <a:pt x="19144" y="3910"/>
                  </a:cubicBezTo>
                  <a:cubicBezTo>
                    <a:pt x="19031" y="3960"/>
                    <a:pt x="18852" y="4113"/>
                    <a:pt x="18762" y="4189"/>
                  </a:cubicBezTo>
                  <a:lnTo>
                    <a:pt x="18404" y="4496"/>
                  </a:lnTo>
                  <a:cubicBezTo>
                    <a:pt x="18113" y="4696"/>
                    <a:pt x="18025" y="4772"/>
                    <a:pt x="18047" y="4803"/>
                  </a:cubicBezTo>
                  <a:cubicBezTo>
                    <a:pt x="18058" y="4815"/>
                    <a:pt x="18066" y="4824"/>
                    <a:pt x="18072" y="4831"/>
                  </a:cubicBezTo>
                  <a:lnTo>
                    <a:pt x="18072" y="4831"/>
                  </a:lnTo>
                  <a:cubicBezTo>
                    <a:pt x="17934" y="4850"/>
                    <a:pt x="16950" y="5693"/>
                    <a:pt x="16913" y="5824"/>
                  </a:cubicBezTo>
                  <a:lnTo>
                    <a:pt x="16888" y="5796"/>
                  </a:lnTo>
                  <a:cubicBezTo>
                    <a:pt x="16884" y="5792"/>
                    <a:pt x="16879" y="5790"/>
                    <a:pt x="16873" y="5790"/>
                  </a:cubicBezTo>
                  <a:cubicBezTo>
                    <a:pt x="16836" y="5790"/>
                    <a:pt x="16747" y="5865"/>
                    <a:pt x="16593" y="5997"/>
                  </a:cubicBezTo>
                  <a:cubicBezTo>
                    <a:pt x="16505" y="6075"/>
                    <a:pt x="16173" y="6410"/>
                    <a:pt x="15904" y="6639"/>
                  </a:cubicBezTo>
                  <a:cubicBezTo>
                    <a:pt x="15546" y="6946"/>
                    <a:pt x="15280" y="7175"/>
                    <a:pt x="15305" y="7203"/>
                  </a:cubicBezTo>
                  <a:cubicBezTo>
                    <a:pt x="15248" y="7252"/>
                    <a:pt x="15227" y="7271"/>
                    <a:pt x="15213" y="7271"/>
                  </a:cubicBezTo>
                  <a:cubicBezTo>
                    <a:pt x="15204" y="7271"/>
                    <a:pt x="15198" y="7264"/>
                    <a:pt x="15189" y="7253"/>
                  </a:cubicBezTo>
                  <a:cubicBezTo>
                    <a:pt x="15212" y="7216"/>
                    <a:pt x="15216" y="7201"/>
                    <a:pt x="15207" y="7201"/>
                  </a:cubicBezTo>
                  <a:cubicBezTo>
                    <a:pt x="15191" y="7201"/>
                    <a:pt x="15133" y="7250"/>
                    <a:pt x="15076" y="7300"/>
                  </a:cubicBezTo>
                  <a:cubicBezTo>
                    <a:pt x="14985" y="7376"/>
                    <a:pt x="15010" y="7404"/>
                    <a:pt x="15035" y="7435"/>
                  </a:cubicBezTo>
                  <a:cubicBezTo>
                    <a:pt x="15061" y="7463"/>
                    <a:pt x="14970" y="7539"/>
                    <a:pt x="14769" y="7664"/>
                  </a:cubicBezTo>
                  <a:cubicBezTo>
                    <a:pt x="14506" y="7840"/>
                    <a:pt x="14265" y="8043"/>
                    <a:pt x="14051" y="8275"/>
                  </a:cubicBezTo>
                  <a:cubicBezTo>
                    <a:pt x="13977" y="8342"/>
                    <a:pt x="13899" y="8407"/>
                    <a:pt x="13865" y="8407"/>
                  </a:cubicBezTo>
                  <a:cubicBezTo>
                    <a:pt x="13859" y="8407"/>
                    <a:pt x="13854" y="8405"/>
                    <a:pt x="13851" y="8400"/>
                  </a:cubicBezTo>
                  <a:cubicBezTo>
                    <a:pt x="13666" y="8482"/>
                    <a:pt x="13512" y="8614"/>
                    <a:pt x="13403" y="8783"/>
                  </a:cubicBezTo>
                  <a:cubicBezTo>
                    <a:pt x="13348" y="8832"/>
                    <a:pt x="13327" y="8850"/>
                    <a:pt x="13313" y="8850"/>
                  </a:cubicBezTo>
                  <a:cubicBezTo>
                    <a:pt x="13305" y="8850"/>
                    <a:pt x="13299" y="8843"/>
                    <a:pt x="13290" y="8833"/>
                  </a:cubicBezTo>
                  <a:cubicBezTo>
                    <a:pt x="13177" y="8880"/>
                    <a:pt x="13152" y="8852"/>
                    <a:pt x="13111" y="8986"/>
                  </a:cubicBezTo>
                  <a:cubicBezTo>
                    <a:pt x="12926" y="9190"/>
                    <a:pt x="12716" y="9372"/>
                    <a:pt x="12485" y="9522"/>
                  </a:cubicBezTo>
                  <a:cubicBezTo>
                    <a:pt x="12397" y="9598"/>
                    <a:pt x="12306" y="9673"/>
                    <a:pt x="12331" y="9704"/>
                  </a:cubicBezTo>
                  <a:cubicBezTo>
                    <a:pt x="12340" y="9714"/>
                    <a:pt x="12349" y="9725"/>
                    <a:pt x="12356" y="9732"/>
                  </a:cubicBezTo>
                  <a:lnTo>
                    <a:pt x="12356" y="9732"/>
                  </a:lnTo>
                  <a:cubicBezTo>
                    <a:pt x="12218" y="9751"/>
                    <a:pt x="12218" y="9751"/>
                    <a:pt x="12177" y="9886"/>
                  </a:cubicBezTo>
                  <a:cubicBezTo>
                    <a:pt x="12199" y="9910"/>
                    <a:pt x="12137" y="9967"/>
                    <a:pt x="12102" y="9967"/>
                  </a:cubicBezTo>
                  <a:cubicBezTo>
                    <a:pt x="12096" y="9967"/>
                    <a:pt x="12090" y="9965"/>
                    <a:pt x="12087" y="9961"/>
                  </a:cubicBezTo>
                  <a:cubicBezTo>
                    <a:pt x="12014" y="9992"/>
                    <a:pt x="11946" y="10036"/>
                    <a:pt x="11886" y="10086"/>
                  </a:cubicBezTo>
                  <a:cubicBezTo>
                    <a:pt x="11795" y="10162"/>
                    <a:pt x="11372" y="10575"/>
                    <a:pt x="10927" y="10958"/>
                  </a:cubicBezTo>
                  <a:cubicBezTo>
                    <a:pt x="10213" y="11569"/>
                    <a:pt x="9943" y="11801"/>
                    <a:pt x="9968" y="11829"/>
                  </a:cubicBezTo>
                  <a:cubicBezTo>
                    <a:pt x="9902" y="11935"/>
                    <a:pt x="9902" y="11935"/>
                    <a:pt x="9789" y="11982"/>
                  </a:cubicBezTo>
                  <a:cubicBezTo>
                    <a:pt x="9683" y="12033"/>
                    <a:pt x="9583" y="12101"/>
                    <a:pt x="9498" y="12183"/>
                  </a:cubicBezTo>
                  <a:cubicBezTo>
                    <a:pt x="9420" y="12247"/>
                    <a:pt x="9345" y="12314"/>
                    <a:pt x="9309" y="12314"/>
                  </a:cubicBezTo>
                  <a:cubicBezTo>
                    <a:pt x="9303" y="12314"/>
                    <a:pt x="9298" y="12312"/>
                    <a:pt x="9294" y="12308"/>
                  </a:cubicBezTo>
                  <a:cubicBezTo>
                    <a:pt x="9257" y="12380"/>
                    <a:pt x="9203" y="12440"/>
                    <a:pt x="9141" y="12490"/>
                  </a:cubicBezTo>
                  <a:cubicBezTo>
                    <a:pt x="9137" y="12485"/>
                    <a:pt x="9132" y="12483"/>
                    <a:pt x="9125" y="12483"/>
                  </a:cubicBezTo>
                  <a:cubicBezTo>
                    <a:pt x="9089" y="12483"/>
                    <a:pt x="9015" y="12553"/>
                    <a:pt x="8962" y="12644"/>
                  </a:cubicBezTo>
                  <a:cubicBezTo>
                    <a:pt x="8938" y="12723"/>
                    <a:pt x="8928" y="12755"/>
                    <a:pt x="8913" y="12755"/>
                  </a:cubicBezTo>
                  <a:cubicBezTo>
                    <a:pt x="8903" y="12755"/>
                    <a:pt x="8891" y="12741"/>
                    <a:pt x="8871" y="12719"/>
                  </a:cubicBezTo>
                  <a:cubicBezTo>
                    <a:pt x="8870" y="12717"/>
                    <a:pt x="8867" y="12716"/>
                    <a:pt x="8863" y="12716"/>
                  </a:cubicBezTo>
                  <a:cubicBezTo>
                    <a:pt x="8815" y="12716"/>
                    <a:pt x="8616" y="12851"/>
                    <a:pt x="8645" y="12851"/>
                  </a:cubicBezTo>
                  <a:cubicBezTo>
                    <a:pt x="8648" y="12851"/>
                    <a:pt x="8656" y="12849"/>
                    <a:pt x="8668" y="12844"/>
                  </a:cubicBezTo>
                  <a:lnTo>
                    <a:pt x="8668" y="12844"/>
                  </a:lnTo>
                  <a:cubicBezTo>
                    <a:pt x="8693" y="12872"/>
                    <a:pt x="8514" y="13026"/>
                    <a:pt x="8451" y="13129"/>
                  </a:cubicBezTo>
                  <a:cubicBezTo>
                    <a:pt x="8374" y="13196"/>
                    <a:pt x="8299" y="13261"/>
                    <a:pt x="8263" y="13261"/>
                  </a:cubicBezTo>
                  <a:cubicBezTo>
                    <a:pt x="8256" y="13261"/>
                    <a:pt x="8251" y="13259"/>
                    <a:pt x="8248" y="13255"/>
                  </a:cubicBezTo>
                  <a:cubicBezTo>
                    <a:pt x="8132" y="13302"/>
                    <a:pt x="7712" y="13715"/>
                    <a:pt x="7646" y="13819"/>
                  </a:cubicBezTo>
                  <a:cubicBezTo>
                    <a:pt x="7667" y="13845"/>
                    <a:pt x="7605" y="13903"/>
                    <a:pt x="7571" y="13903"/>
                  </a:cubicBezTo>
                  <a:cubicBezTo>
                    <a:pt x="7564" y="13903"/>
                    <a:pt x="7559" y="13901"/>
                    <a:pt x="7555" y="13897"/>
                  </a:cubicBezTo>
                  <a:cubicBezTo>
                    <a:pt x="7552" y="13893"/>
                    <a:pt x="7547" y="13891"/>
                    <a:pt x="7541" y="13891"/>
                  </a:cubicBezTo>
                  <a:cubicBezTo>
                    <a:pt x="7506" y="13891"/>
                    <a:pt x="7429" y="13955"/>
                    <a:pt x="7354" y="14019"/>
                  </a:cubicBezTo>
                  <a:cubicBezTo>
                    <a:pt x="7319" y="14077"/>
                    <a:pt x="7295" y="14095"/>
                    <a:pt x="7277" y="14095"/>
                  </a:cubicBezTo>
                  <a:cubicBezTo>
                    <a:pt x="7261" y="14095"/>
                    <a:pt x="7250" y="14082"/>
                    <a:pt x="7239" y="14070"/>
                  </a:cubicBezTo>
                  <a:cubicBezTo>
                    <a:pt x="7260" y="14035"/>
                    <a:pt x="7265" y="14020"/>
                    <a:pt x="7256" y="14020"/>
                  </a:cubicBezTo>
                  <a:cubicBezTo>
                    <a:pt x="7237" y="14020"/>
                    <a:pt x="7156" y="14089"/>
                    <a:pt x="7035" y="14192"/>
                  </a:cubicBezTo>
                  <a:cubicBezTo>
                    <a:pt x="6972" y="14298"/>
                    <a:pt x="6615" y="14605"/>
                    <a:pt x="6345" y="14834"/>
                  </a:cubicBezTo>
                  <a:cubicBezTo>
                    <a:pt x="5900" y="15216"/>
                    <a:pt x="5835" y="15323"/>
                    <a:pt x="5706" y="15533"/>
                  </a:cubicBezTo>
                  <a:lnTo>
                    <a:pt x="5665" y="15668"/>
                  </a:lnTo>
                  <a:lnTo>
                    <a:pt x="5615" y="15611"/>
                  </a:lnTo>
                  <a:cubicBezTo>
                    <a:pt x="5605" y="15598"/>
                    <a:pt x="5575" y="15594"/>
                    <a:pt x="5543" y="15594"/>
                  </a:cubicBezTo>
                  <a:cubicBezTo>
                    <a:pt x="5499" y="15594"/>
                    <a:pt x="5452" y="15602"/>
                    <a:pt x="5452" y="15602"/>
                  </a:cubicBezTo>
                  <a:cubicBezTo>
                    <a:pt x="5365" y="15677"/>
                    <a:pt x="5390" y="15705"/>
                    <a:pt x="5412" y="15734"/>
                  </a:cubicBezTo>
                  <a:cubicBezTo>
                    <a:pt x="5437" y="15762"/>
                    <a:pt x="5349" y="15840"/>
                    <a:pt x="5145" y="15965"/>
                  </a:cubicBezTo>
                  <a:cubicBezTo>
                    <a:pt x="4941" y="16088"/>
                    <a:pt x="4854" y="16166"/>
                    <a:pt x="4788" y="16269"/>
                  </a:cubicBezTo>
                  <a:cubicBezTo>
                    <a:pt x="4700" y="16354"/>
                    <a:pt x="4603" y="16420"/>
                    <a:pt x="4496" y="16473"/>
                  </a:cubicBezTo>
                  <a:cubicBezTo>
                    <a:pt x="4406" y="16548"/>
                    <a:pt x="4406" y="16548"/>
                    <a:pt x="4431" y="16577"/>
                  </a:cubicBezTo>
                  <a:cubicBezTo>
                    <a:pt x="4456" y="16605"/>
                    <a:pt x="4365" y="16683"/>
                    <a:pt x="4252" y="16730"/>
                  </a:cubicBezTo>
                  <a:cubicBezTo>
                    <a:pt x="4111" y="16746"/>
                    <a:pt x="3848" y="16981"/>
                    <a:pt x="3876" y="17015"/>
                  </a:cubicBezTo>
                  <a:cubicBezTo>
                    <a:pt x="3904" y="17040"/>
                    <a:pt x="3820" y="17125"/>
                    <a:pt x="3735" y="17206"/>
                  </a:cubicBezTo>
                  <a:cubicBezTo>
                    <a:pt x="3647" y="17282"/>
                    <a:pt x="3572" y="17376"/>
                    <a:pt x="3516" y="17482"/>
                  </a:cubicBezTo>
                  <a:lnTo>
                    <a:pt x="3356" y="17651"/>
                  </a:lnTo>
                  <a:cubicBezTo>
                    <a:pt x="3335" y="17673"/>
                    <a:pt x="3323" y="17681"/>
                    <a:pt x="3318" y="17681"/>
                  </a:cubicBezTo>
                  <a:cubicBezTo>
                    <a:pt x="3303" y="17681"/>
                    <a:pt x="3348" y="17602"/>
                    <a:pt x="3409" y="17539"/>
                  </a:cubicBezTo>
                  <a:lnTo>
                    <a:pt x="3409" y="17539"/>
                  </a:lnTo>
                  <a:lnTo>
                    <a:pt x="3302" y="17598"/>
                  </a:lnTo>
                  <a:cubicBezTo>
                    <a:pt x="3143" y="17771"/>
                    <a:pt x="3067" y="17861"/>
                    <a:pt x="3017" y="17974"/>
                  </a:cubicBezTo>
                  <a:cubicBezTo>
                    <a:pt x="3004" y="18060"/>
                    <a:pt x="3000" y="18093"/>
                    <a:pt x="2985" y="18093"/>
                  </a:cubicBezTo>
                  <a:cubicBezTo>
                    <a:pt x="2976" y="18093"/>
                    <a:pt x="2963" y="18081"/>
                    <a:pt x="2942" y="18062"/>
                  </a:cubicBezTo>
                  <a:cubicBezTo>
                    <a:pt x="2938" y="18058"/>
                    <a:pt x="2933" y="18057"/>
                    <a:pt x="2926" y="18057"/>
                  </a:cubicBezTo>
                  <a:cubicBezTo>
                    <a:pt x="2886" y="18057"/>
                    <a:pt x="2804" y="18119"/>
                    <a:pt x="2763" y="18219"/>
                  </a:cubicBezTo>
                  <a:cubicBezTo>
                    <a:pt x="2750" y="18339"/>
                    <a:pt x="2669" y="18405"/>
                    <a:pt x="2630" y="18405"/>
                  </a:cubicBezTo>
                  <a:cubicBezTo>
                    <a:pt x="2625" y="18405"/>
                    <a:pt x="2620" y="18403"/>
                    <a:pt x="2616" y="18400"/>
                  </a:cubicBezTo>
                  <a:cubicBezTo>
                    <a:pt x="2622" y="18350"/>
                    <a:pt x="2625" y="18317"/>
                    <a:pt x="2615" y="18317"/>
                  </a:cubicBezTo>
                  <a:cubicBezTo>
                    <a:pt x="2598" y="18317"/>
                    <a:pt x="2545" y="18414"/>
                    <a:pt x="2406" y="18679"/>
                  </a:cubicBezTo>
                  <a:cubicBezTo>
                    <a:pt x="2262" y="18867"/>
                    <a:pt x="2030" y="19278"/>
                    <a:pt x="1845" y="19576"/>
                  </a:cubicBezTo>
                  <a:cubicBezTo>
                    <a:pt x="1604" y="19974"/>
                    <a:pt x="1494" y="20180"/>
                    <a:pt x="1407" y="20268"/>
                  </a:cubicBezTo>
                  <a:cubicBezTo>
                    <a:pt x="1401" y="20265"/>
                    <a:pt x="1396" y="20263"/>
                    <a:pt x="1390" y="20261"/>
                  </a:cubicBezTo>
                  <a:lnTo>
                    <a:pt x="1390" y="20261"/>
                  </a:lnTo>
                  <a:cubicBezTo>
                    <a:pt x="1429" y="20307"/>
                    <a:pt x="1368" y="20416"/>
                    <a:pt x="1231" y="20704"/>
                  </a:cubicBezTo>
                  <a:cubicBezTo>
                    <a:pt x="1043" y="21001"/>
                    <a:pt x="990" y="21237"/>
                    <a:pt x="977" y="21359"/>
                  </a:cubicBezTo>
                  <a:cubicBezTo>
                    <a:pt x="1024" y="21252"/>
                    <a:pt x="1071" y="21146"/>
                    <a:pt x="1071" y="21146"/>
                  </a:cubicBezTo>
                  <a:lnTo>
                    <a:pt x="1071" y="21146"/>
                  </a:lnTo>
                  <a:cubicBezTo>
                    <a:pt x="1140" y="21177"/>
                    <a:pt x="1087" y="21280"/>
                    <a:pt x="971" y="21481"/>
                  </a:cubicBezTo>
                  <a:cubicBezTo>
                    <a:pt x="942" y="21554"/>
                    <a:pt x="917" y="21571"/>
                    <a:pt x="893" y="21571"/>
                  </a:cubicBezTo>
                  <a:cubicBezTo>
                    <a:pt x="881" y="21571"/>
                    <a:pt x="870" y="21567"/>
                    <a:pt x="858" y="21562"/>
                  </a:cubicBezTo>
                  <a:cubicBezTo>
                    <a:pt x="856" y="21561"/>
                    <a:pt x="853" y="21561"/>
                    <a:pt x="850" y="21561"/>
                  </a:cubicBezTo>
                  <a:cubicBezTo>
                    <a:pt x="812" y="21561"/>
                    <a:pt x="742" y="21649"/>
                    <a:pt x="705" y="21754"/>
                  </a:cubicBezTo>
                  <a:cubicBezTo>
                    <a:pt x="677" y="21833"/>
                    <a:pt x="648" y="21915"/>
                    <a:pt x="663" y="21915"/>
                  </a:cubicBezTo>
                  <a:cubicBezTo>
                    <a:pt x="669" y="21915"/>
                    <a:pt x="681" y="21903"/>
                    <a:pt x="701" y="21876"/>
                  </a:cubicBezTo>
                  <a:lnTo>
                    <a:pt x="701" y="21876"/>
                  </a:lnTo>
                  <a:cubicBezTo>
                    <a:pt x="736" y="21891"/>
                    <a:pt x="736" y="21891"/>
                    <a:pt x="698" y="22001"/>
                  </a:cubicBezTo>
                  <a:cubicBezTo>
                    <a:pt x="661" y="22111"/>
                    <a:pt x="620" y="22221"/>
                    <a:pt x="623" y="22346"/>
                  </a:cubicBezTo>
                  <a:cubicBezTo>
                    <a:pt x="661" y="22358"/>
                    <a:pt x="626" y="22468"/>
                    <a:pt x="595" y="22581"/>
                  </a:cubicBezTo>
                  <a:cubicBezTo>
                    <a:pt x="520" y="22681"/>
                    <a:pt x="466" y="22907"/>
                    <a:pt x="466" y="22907"/>
                  </a:cubicBezTo>
                  <a:lnTo>
                    <a:pt x="429" y="22897"/>
                  </a:lnTo>
                  <a:cubicBezTo>
                    <a:pt x="427" y="22897"/>
                    <a:pt x="425" y="22896"/>
                    <a:pt x="423" y="22896"/>
                  </a:cubicBezTo>
                  <a:cubicBezTo>
                    <a:pt x="387" y="22896"/>
                    <a:pt x="328" y="22991"/>
                    <a:pt x="328" y="22991"/>
                  </a:cubicBezTo>
                  <a:cubicBezTo>
                    <a:pt x="297" y="23104"/>
                    <a:pt x="335" y="23114"/>
                    <a:pt x="335" y="23114"/>
                  </a:cubicBezTo>
                  <a:cubicBezTo>
                    <a:pt x="335" y="23154"/>
                    <a:pt x="332" y="23195"/>
                    <a:pt x="322" y="23236"/>
                  </a:cubicBezTo>
                  <a:cubicBezTo>
                    <a:pt x="307" y="23311"/>
                    <a:pt x="288" y="23421"/>
                    <a:pt x="263" y="23556"/>
                  </a:cubicBezTo>
                  <a:cubicBezTo>
                    <a:pt x="213" y="23819"/>
                    <a:pt x="159" y="24176"/>
                    <a:pt x="115" y="24549"/>
                  </a:cubicBezTo>
                  <a:cubicBezTo>
                    <a:pt x="50" y="25116"/>
                    <a:pt x="21" y="25687"/>
                    <a:pt x="28" y="26257"/>
                  </a:cubicBezTo>
                  <a:cubicBezTo>
                    <a:pt x="1" y="26460"/>
                    <a:pt x="2" y="26751"/>
                    <a:pt x="26" y="26751"/>
                  </a:cubicBezTo>
                  <a:cubicBezTo>
                    <a:pt x="30" y="26751"/>
                    <a:pt x="35" y="26743"/>
                    <a:pt x="40" y="26727"/>
                  </a:cubicBezTo>
                  <a:cubicBezTo>
                    <a:pt x="78" y="26727"/>
                    <a:pt x="81" y="27313"/>
                    <a:pt x="134" y="28015"/>
                  </a:cubicBezTo>
                  <a:cubicBezTo>
                    <a:pt x="175" y="28834"/>
                    <a:pt x="247" y="29419"/>
                    <a:pt x="278" y="29419"/>
                  </a:cubicBezTo>
                  <a:cubicBezTo>
                    <a:pt x="278" y="29419"/>
                    <a:pt x="278" y="29419"/>
                    <a:pt x="278" y="29419"/>
                  </a:cubicBezTo>
                  <a:lnTo>
                    <a:pt x="310" y="29770"/>
                  </a:lnTo>
                  <a:cubicBezTo>
                    <a:pt x="328" y="30002"/>
                    <a:pt x="391" y="30234"/>
                    <a:pt x="404" y="30350"/>
                  </a:cubicBezTo>
                  <a:cubicBezTo>
                    <a:pt x="439" y="30432"/>
                    <a:pt x="458" y="30515"/>
                    <a:pt x="446" y="30515"/>
                  </a:cubicBezTo>
                  <a:cubicBezTo>
                    <a:pt x="441" y="30515"/>
                    <a:pt x="432" y="30501"/>
                    <a:pt x="416" y="30469"/>
                  </a:cubicBezTo>
                  <a:cubicBezTo>
                    <a:pt x="379" y="30472"/>
                    <a:pt x="341" y="30475"/>
                    <a:pt x="354" y="30591"/>
                  </a:cubicBezTo>
                  <a:cubicBezTo>
                    <a:pt x="379" y="30796"/>
                    <a:pt x="411" y="30817"/>
                    <a:pt x="444" y="30817"/>
                  </a:cubicBezTo>
                  <a:cubicBezTo>
                    <a:pt x="448" y="30817"/>
                    <a:pt x="453" y="30817"/>
                    <a:pt x="457" y="30817"/>
                  </a:cubicBezTo>
                  <a:cubicBezTo>
                    <a:pt x="457" y="30817"/>
                    <a:pt x="458" y="30816"/>
                    <a:pt x="458" y="30816"/>
                  </a:cubicBezTo>
                  <a:cubicBezTo>
                    <a:pt x="495" y="30816"/>
                    <a:pt x="507" y="30933"/>
                    <a:pt x="507" y="30933"/>
                  </a:cubicBezTo>
                  <a:cubicBezTo>
                    <a:pt x="520" y="31048"/>
                    <a:pt x="520" y="31048"/>
                    <a:pt x="482" y="31052"/>
                  </a:cubicBezTo>
                  <a:lnTo>
                    <a:pt x="407" y="31058"/>
                  </a:lnTo>
                  <a:lnTo>
                    <a:pt x="419" y="31174"/>
                  </a:lnTo>
                  <a:cubicBezTo>
                    <a:pt x="420" y="31174"/>
                    <a:pt x="420" y="31174"/>
                    <a:pt x="421" y="31174"/>
                  </a:cubicBezTo>
                  <a:cubicBezTo>
                    <a:pt x="457" y="31174"/>
                    <a:pt x="470" y="31287"/>
                    <a:pt x="470" y="31287"/>
                  </a:cubicBezTo>
                  <a:cubicBezTo>
                    <a:pt x="482" y="31406"/>
                    <a:pt x="482" y="31406"/>
                    <a:pt x="407" y="31412"/>
                  </a:cubicBezTo>
                  <a:cubicBezTo>
                    <a:pt x="332" y="31418"/>
                    <a:pt x="344" y="31537"/>
                    <a:pt x="432" y="31647"/>
                  </a:cubicBezTo>
                  <a:lnTo>
                    <a:pt x="498" y="31876"/>
                  </a:lnTo>
                  <a:cubicBezTo>
                    <a:pt x="438" y="31998"/>
                    <a:pt x="542" y="32227"/>
                    <a:pt x="595" y="32340"/>
                  </a:cubicBezTo>
                  <a:cubicBezTo>
                    <a:pt x="532" y="32452"/>
                    <a:pt x="551" y="32593"/>
                    <a:pt x="639" y="32687"/>
                  </a:cubicBezTo>
                  <a:cubicBezTo>
                    <a:pt x="639" y="32687"/>
                    <a:pt x="640" y="32687"/>
                    <a:pt x="640" y="32687"/>
                  </a:cubicBezTo>
                  <a:cubicBezTo>
                    <a:pt x="677" y="32687"/>
                    <a:pt x="689" y="32802"/>
                    <a:pt x="667" y="32922"/>
                  </a:cubicBezTo>
                  <a:cubicBezTo>
                    <a:pt x="645" y="33042"/>
                    <a:pt x="658" y="33158"/>
                    <a:pt x="689" y="33393"/>
                  </a:cubicBezTo>
                  <a:cubicBezTo>
                    <a:pt x="745" y="33505"/>
                    <a:pt x="852" y="34320"/>
                    <a:pt x="983" y="35251"/>
                  </a:cubicBezTo>
                  <a:cubicBezTo>
                    <a:pt x="1136" y="36293"/>
                    <a:pt x="1240" y="36990"/>
                    <a:pt x="1278" y="36990"/>
                  </a:cubicBezTo>
                  <a:cubicBezTo>
                    <a:pt x="1278" y="36990"/>
                    <a:pt x="1278" y="36990"/>
                    <a:pt x="1278" y="36990"/>
                  </a:cubicBezTo>
                  <a:cubicBezTo>
                    <a:pt x="1297" y="37068"/>
                    <a:pt x="1297" y="37150"/>
                    <a:pt x="1278" y="37228"/>
                  </a:cubicBezTo>
                  <a:cubicBezTo>
                    <a:pt x="1240" y="37235"/>
                    <a:pt x="1259" y="37351"/>
                    <a:pt x="1350" y="37457"/>
                  </a:cubicBezTo>
                  <a:cubicBezTo>
                    <a:pt x="1407" y="37567"/>
                    <a:pt x="1444" y="37564"/>
                    <a:pt x="1369" y="37573"/>
                  </a:cubicBezTo>
                  <a:cubicBezTo>
                    <a:pt x="1331" y="37576"/>
                    <a:pt x="1366" y="37811"/>
                    <a:pt x="1438" y="38275"/>
                  </a:cubicBezTo>
                  <a:cubicBezTo>
                    <a:pt x="1494" y="38621"/>
                    <a:pt x="1565" y="39084"/>
                    <a:pt x="1603" y="39084"/>
                  </a:cubicBezTo>
                  <a:cubicBezTo>
                    <a:pt x="1603" y="39084"/>
                    <a:pt x="1604" y="39084"/>
                    <a:pt x="1604" y="39084"/>
                  </a:cubicBezTo>
                  <a:cubicBezTo>
                    <a:pt x="1648" y="39216"/>
                    <a:pt x="1666" y="39271"/>
                    <a:pt x="1662" y="39271"/>
                  </a:cubicBezTo>
                  <a:cubicBezTo>
                    <a:pt x="1660" y="39271"/>
                    <a:pt x="1646" y="39245"/>
                    <a:pt x="1623" y="39199"/>
                  </a:cubicBezTo>
                  <a:cubicBezTo>
                    <a:pt x="1615" y="39191"/>
                    <a:pt x="1608" y="39187"/>
                    <a:pt x="1603" y="39187"/>
                  </a:cubicBezTo>
                  <a:cubicBezTo>
                    <a:pt x="1538" y="39187"/>
                    <a:pt x="1596" y="39707"/>
                    <a:pt x="1714" y="40017"/>
                  </a:cubicBezTo>
                  <a:cubicBezTo>
                    <a:pt x="1732" y="40133"/>
                    <a:pt x="1751" y="40249"/>
                    <a:pt x="1714" y="40256"/>
                  </a:cubicBezTo>
                  <a:cubicBezTo>
                    <a:pt x="1745" y="40450"/>
                    <a:pt x="1789" y="40641"/>
                    <a:pt x="1845" y="40832"/>
                  </a:cubicBezTo>
                  <a:cubicBezTo>
                    <a:pt x="1864" y="40948"/>
                    <a:pt x="1939" y="41412"/>
                    <a:pt x="1977" y="41644"/>
                  </a:cubicBezTo>
                  <a:cubicBezTo>
                    <a:pt x="2005" y="41801"/>
                    <a:pt x="2043" y="41954"/>
                    <a:pt x="2093" y="42101"/>
                  </a:cubicBezTo>
                  <a:lnTo>
                    <a:pt x="2112" y="42220"/>
                  </a:lnTo>
                  <a:cubicBezTo>
                    <a:pt x="2074" y="42224"/>
                    <a:pt x="2168" y="42803"/>
                    <a:pt x="2303" y="43618"/>
                  </a:cubicBezTo>
                  <a:cubicBezTo>
                    <a:pt x="2434" y="44430"/>
                    <a:pt x="2547" y="45129"/>
                    <a:pt x="2528" y="45248"/>
                  </a:cubicBezTo>
                  <a:cubicBezTo>
                    <a:pt x="2544" y="45329"/>
                    <a:pt x="2569" y="45404"/>
                    <a:pt x="2604" y="45476"/>
                  </a:cubicBezTo>
                  <a:cubicBezTo>
                    <a:pt x="2688" y="45571"/>
                    <a:pt x="2723" y="45696"/>
                    <a:pt x="2698" y="45821"/>
                  </a:cubicBezTo>
                  <a:cubicBezTo>
                    <a:pt x="2638" y="45947"/>
                    <a:pt x="2710" y="46410"/>
                    <a:pt x="2804" y="46517"/>
                  </a:cubicBezTo>
                  <a:lnTo>
                    <a:pt x="2767" y="46523"/>
                  </a:lnTo>
                  <a:cubicBezTo>
                    <a:pt x="2710" y="46649"/>
                    <a:pt x="2801" y="46993"/>
                    <a:pt x="2892" y="47100"/>
                  </a:cubicBezTo>
                  <a:cubicBezTo>
                    <a:pt x="2870" y="47222"/>
                    <a:pt x="2851" y="47344"/>
                    <a:pt x="2904" y="47457"/>
                  </a:cubicBezTo>
                  <a:cubicBezTo>
                    <a:pt x="2920" y="47573"/>
                    <a:pt x="2920" y="47573"/>
                    <a:pt x="2845" y="47582"/>
                  </a:cubicBezTo>
                  <a:cubicBezTo>
                    <a:pt x="2807" y="47586"/>
                    <a:pt x="2770" y="47589"/>
                    <a:pt x="2785" y="47705"/>
                  </a:cubicBezTo>
                  <a:cubicBezTo>
                    <a:pt x="2801" y="47802"/>
                    <a:pt x="2829" y="47816"/>
                    <a:pt x="2859" y="47816"/>
                  </a:cubicBezTo>
                  <a:cubicBezTo>
                    <a:pt x="2866" y="47816"/>
                    <a:pt x="2873" y="47815"/>
                    <a:pt x="2879" y="47814"/>
                  </a:cubicBezTo>
                  <a:lnTo>
                    <a:pt x="2904" y="48049"/>
                  </a:lnTo>
                  <a:cubicBezTo>
                    <a:pt x="2904" y="48049"/>
                    <a:pt x="2920" y="48162"/>
                    <a:pt x="2956" y="48162"/>
                  </a:cubicBezTo>
                  <a:cubicBezTo>
                    <a:pt x="2957" y="48162"/>
                    <a:pt x="2957" y="48162"/>
                    <a:pt x="2958" y="48162"/>
                  </a:cubicBezTo>
                  <a:cubicBezTo>
                    <a:pt x="2958" y="48162"/>
                    <a:pt x="2959" y="48162"/>
                    <a:pt x="2959" y="48162"/>
                  </a:cubicBezTo>
                  <a:cubicBezTo>
                    <a:pt x="2996" y="48162"/>
                    <a:pt x="3008" y="48277"/>
                    <a:pt x="3020" y="48391"/>
                  </a:cubicBezTo>
                  <a:cubicBezTo>
                    <a:pt x="2996" y="48393"/>
                    <a:pt x="3010" y="48444"/>
                    <a:pt x="3030" y="48444"/>
                  </a:cubicBezTo>
                  <a:cubicBezTo>
                    <a:pt x="3041" y="48444"/>
                    <a:pt x="3053" y="48430"/>
                    <a:pt x="3061" y="48388"/>
                  </a:cubicBezTo>
                  <a:cubicBezTo>
                    <a:pt x="3063" y="48388"/>
                    <a:pt x="3065" y="48388"/>
                    <a:pt x="3067" y="48388"/>
                  </a:cubicBezTo>
                  <a:cubicBezTo>
                    <a:pt x="3103" y="48388"/>
                    <a:pt x="3137" y="48391"/>
                    <a:pt x="3149" y="48501"/>
                  </a:cubicBezTo>
                  <a:lnTo>
                    <a:pt x="3224" y="48494"/>
                  </a:lnTo>
                  <a:cubicBezTo>
                    <a:pt x="3299" y="48491"/>
                    <a:pt x="3337" y="48488"/>
                    <a:pt x="3346" y="48247"/>
                  </a:cubicBezTo>
                  <a:cubicBezTo>
                    <a:pt x="3334" y="47767"/>
                    <a:pt x="3319" y="47416"/>
                    <a:pt x="3246" y="47416"/>
                  </a:cubicBezTo>
                  <a:cubicBezTo>
                    <a:pt x="3245" y="47416"/>
                    <a:pt x="3244" y="47416"/>
                    <a:pt x="3243" y="47416"/>
                  </a:cubicBezTo>
                  <a:cubicBezTo>
                    <a:pt x="3208" y="47341"/>
                    <a:pt x="3183" y="47266"/>
                    <a:pt x="3171" y="47184"/>
                  </a:cubicBezTo>
                  <a:cubicBezTo>
                    <a:pt x="3161" y="47106"/>
                    <a:pt x="3161" y="47025"/>
                    <a:pt x="3174" y="46946"/>
                  </a:cubicBezTo>
                  <a:cubicBezTo>
                    <a:pt x="3215" y="46940"/>
                    <a:pt x="3143" y="46473"/>
                    <a:pt x="3052" y="45890"/>
                  </a:cubicBezTo>
                  <a:cubicBezTo>
                    <a:pt x="2942" y="45191"/>
                    <a:pt x="2883" y="44843"/>
                    <a:pt x="2901" y="44721"/>
                  </a:cubicBezTo>
                  <a:cubicBezTo>
                    <a:pt x="2914" y="44643"/>
                    <a:pt x="2914" y="44561"/>
                    <a:pt x="2901" y="44483"/>
                  </a:cubicBezTo>
                  <a:cubicBezTo>
                    <a:pt x="2901" y="44483"/>
                    <a:pt x="2901" y="44483"/>
                    <a:pt x="2901" y="44483"/>
                  </a:cubicBezTo>
                  <a:cubicBezTo>
                    <a:pt x="2866" y="44483"/>
                    <a:pt x="2750" y="43787"/>
                    <a:pt x="2619" y="42979"/>
                  </a:cubicBezTo>
                  <a:cubicBezTo>
                    <a:pt x="2485" y="42167"/>
                    <a:pt x="2354" y="41359"/>
                    <a:pt x="2316" y="41359"/>
                  </a:cubicBezTo>
                  <a:cubicBezTo>
                    <a:pt x="2316" y="41359"/>
                    <a:pt x="2315" y="41359"/>
                    <a:pt x="2315" y="41359"/>
                  </a:cubicBezTo>
                  <a:cubicBezTo>
                    <a:pt x="2297" y="41243"/>
                    <a:pt x="2278" y="41127"/>
                    <a:pt x="2278" y="41127"/>
                  </a:cubicBezTo>
                  <a:cubicBezTo>
                    <a:pt x="2315" y="41121"/>
                    <a:pt x="2278" y="40889"/>
                    <a:pt x="2240" y="40657"/>
                  </a:cubicBezTo>
                  <a:cubicBezTo>
                    <a:pt x="2190" y="40506"/>
                    <a:pt x="2152" y="40353"/>
                    <a:pt x="2127" y="40199"/>
                  </a:cubicBezTo>
                  <a:cubicBezTo>
                    <a:pt x="2165" y="40193"/>
                    <a:pt x="2146" y="40077"/>
                    <a:pt x="2108" y="39845"/>
                  </a:cubicBezTo>
                  <a:cubicBezTo>
                    <a:pt x="2071" y="39616"/>
                    <a:pt x="2053" y="39500"/>
                    <a:pt x="2016" y="39500"/>
                  </a:cubicBezTo>
                  <a:cubicBezTo>
                    <a:pt x="2015" y="39500"/>
                    <a:pt x="2015" y="39500"/>
                    <a:pt x="2014" y="39500"/>
                  </a:cubicBezTo>
                  <a:cubicBezTo>
                    <a:pt x="1996" y="39384"/>
                    <a:pt x="1867" y="38573"/>
                    <a:pt x="1852" y="38219"/>
                  </a:cubicBezTo>
                  <a:cubicBezTo>
                    <a:pt x="1870" y="38100"/>
                    <a:pt x="1814" y="37987"/>
                    <a:pt x="1761" y="37877"/>
                  </a:cubicBezTo>
                  <a:cubicBezTo>
                    <a:pt x="1760" y="37877"/>
                    <a:pt x="1760" y="37877"/>
                    <a:pt x="1759" y="37877"/>
                  </a:cubicBezTo>
                  <a:cubicBezTo>
                    <a:pt x="1721" y="37877"/>
                    <a:pt x="1666" y="37769"/>
                    <a:pt x="1648" y="37655"/>
                  </a:cubicBezTo>
                  <a:lnTo>
                    <a:pt x="1723" y="37645"/>
                  </a:lnTo>
                  <a:cubicBezTo>
                    <a:pt x="1746" y="37690"/>
                    <a:pt x="1760" y="37716"/>
                    <a:pt x="1765" y="37716"/>
                  </a:cubicBezTo>
                  <a:cubicBezTo>
                    <a:pt x="1773" y="37716"/>
                    <a:pt x="1764" y="37660"/>
                    <a:pt x="1742" y="37523"/>
                  </a:cubicBezTo>
                  <a:cubicBezTo>
                    <a:pt x="1726" y="37407"/>
                    <a:pt x="1707" y="37291"/>
                    <a:pt x="1707" y="37291"/>
                  </a:cubicBezTo>
                  <a:cubicBezTo>
                    <a:pt x="1707" y="37291"/>
                    <a:pt x="1707" y="37291"/>
                    <a:pt x="1707" y="37291"/>
                  </a:cubicBezTo>
                  <a:cubicBezTo>
                    <a:pt x="1669" y="37291"/>
                    <a:pt x="1578" y="36710"/>
                    <a:pt x="1463" y="35903"/>
                  </a:cubicBezTo>
                  <a:cubicBezTo>
                    <a:pt x="1307" y="34861"/>
                    <a:pt x="1263" y="34511"/>
                    <a:pt x="1225" y="34511"/>
                  </a:cubicBezTo>
                  <a:cubicBezTo>
                    <a:pt x="1225" y="34511"/>
                    <a:pt x="1225" y="34511"/>
                    <a:pt x="1225" y="34511"/>
                  </a:cubicBezTo>
                  <a:cubicBezTo>
                    <a:pt x="1224" y="34511"/>
                    <a:pt x="1223" y="34512"/>
                    <a:pt x="1222" y="34512"/>
                  </a:cubicBezTo>
                  <a:cubicBezTo>
                    <a:pt x="1186" y="34512"/>
                    <a:pt x="1171" y="34393"/>
                    <a:pt x="1159" y="34048"/>
                  </a:cubicBezTo>
                  <a:cubicBezTo>
                    <a:pt x="1178" y="33336"/>
                    <a:pt x="1178" y="33339"/>
                    <a:pt x="1124" y="33226"/>
                  </a:cubicBezTo>
                  <a:lnTo>
                    <a:pt x="1124" y="33226"/>
                  </a:lnTo>
                  <a:cubicBezTo>
                    <a:pt x="1140" y="33342"/>
                    <a:pt x="1103" y="33346"/>
                    <a:pt x="1065" y="33349"/>
                  </a:cubicBezTo>
                  <a:cubicBezTo>
                    <a:pt x="1062" y="33349"/>
                    <a:pt x="1059" y="33349"/>
                    <a:pt x="1057" y="33349"/>
                  </a:cubicBezTo>
                  <a:cubicBezTo>
                    <a:pt x="989" y="33349"/>
                    <a:pt x="976" y="33237"/>
                    <a:pt x="1034" y="33117"/>
                  </a:cubicBezTo>
                  <a:cubicBezTo>
                    <a:pt x="1112" y="33111"/>
                    <a:pt x="849" y="31371"/>
                    <a:pt x="770" y="31262"/>
                  </a:cubicBezTo>
                  <a:lnTo>
                    <a:pt x="808" y="31255"/>
                  </a:lnTo>
                  <a:cubicBezTo>
                    <a:pt x="846" y="31252"/>
                    <a:pt x="833" y="31136"/>
                    <a:pt x="783" y="30672"/>
                  </a:cubicBezTo>
                  <a:lnTo>
                    <a:pt x="745" y="30321"/>
                  </a:lnTo>
                  <a:cubicBezTo>
                    <a:pt x="745" y="30321"/>
                    <a:pt x="745" y="30321"/>
                    <a:pt x="744" y="30321"/>
                  </a:cubicBezTo>
                  <a:cubicBezTo>
                    <a:pt x="664" y="30321"/>
                    <a:pt x="636" y="29629"/>
                    <a:pt x="676" y="29626"/>
                  </a:cubicBezTo>
                  <a:cubicBezTo>
                    <a:pt x="705" y="29507"/>
                    <a:pt x="705" y="29507"/>
                    <a:pt x="683" y="29275"/>
                  </a:cubicBezTo>
                  <a:cubicBezTo>
                    <a:pt x="573" y="28930"/>
                    <a:pt x="567" y="28347"/>
                    <a:pt x="607" y="28344"/>
                  </a:cubicBezTo>
                  <a:cubicBezTo>
                    <a:pt x="607" y="28344"/>
                    <a:pt x="601" y="28228"/>
                    <a:pt x="595" y="28112"/>
                  </a:cubicBezTo>
                  <a:cubicBezTo>
                    <a:pt x="548" y="27999"/>
                    <a:pt x="535" y="27767"/>
                    <a:pt x="529" y="27651"/>
                  </a:cubicBezTo>
                  <a:cubicBezTo>
                    <a:pt x="510" y="27391"/>
                    <a:pt x="504" y="27260"/>
                    <a:pt x="489" y="27260"/>
                  </a:cubicBezTo>
                  <a:cubicBezTo>
                    <a:pt x="483" y="27260"/>
                    <a:pt x="477" y="27275"/>
                    <a:pt x="470" y="27304"/>
                  </a:cubicBezTo>
                  <a:cubicBezTo>
                    <a:pt x="468" y="27304"/>
                    <a:pt x="466" y="27304"/>
                    <a:pt x="464" y="27304"/>
                  </a:cubicBezTo>
                  <a:cubicBezTo>
                    <a:pt x="428" y="27304"/>
                    <a:pt x="391" y="27301"/>
                    <a:pt x="391" y="27191"/>
                  </a:cubicBezTo>
                  <a:lnTo>
                    <a:pt x="429" y="27188"/>
                  </a:lnTo>
                  <a:cubicBezTo>
                    <a:pt x="466" y="27188"/>
                    <a:pt x="457" y="26843"/>
                    <a:pt x="448" y="26379"/>
                  </a:cubicBezTo>
                  <a:cubicBezTo>
                    <a:pt x="432" y="25802"/>
                    <a:pt x="457" y="25583"/>
                    <a:pt x="495" y="25470"/>
                  </a:cubicBezTo>
                  <a:lnTo>
                    <a:pt x="463" y="25354"/>
                  </a:lnTo>
                  <a:cubicBezTo>
                    <a:pt x="435" y="25240"/>
                    <a:pt x="441" y="25129"/>
                    <a:pt x="477" y="25129"/>
                  </a:cubicBezTo>
                  <a:cubicBezTo>
                    <a:pt x="478" y="25129"/>
                    <a:pt x="478" y="25129"/>
                    <a:pt x="479" y="25129"/>
                  </a:cubicBezTo>
                  <a:cubicBezTo>
                    <a:pt x="526" y="25019"/>
                    <a:pt x="570" y="24571"/>
                    <a:pt x="567" y="24339"/>
                  </a:cubicBezTo>
                  <a:cubicBezTo>
                    <a:pt x="582" y="24226"/>
                    <a:pt x="601" y="24113"/>
                    <a:pt x="601" y="24113"/>
                  </a:cubicBezTo>
                  <a:cubicBezTo>
                    <a:pt x="692" y="24016"/>
                    <a:pt x="748" y="23684"/>
                    <a:pt x="705" y="23559"/>
                  </a:cubicBezTo>
                  <a:lnTo>
                    <a:pt x="705" y="23559"/>
                  </a:lnTo>
                  <a:cubicBezTo>
                    <a:pt x="705" y="23559"/>
                    <a:pt x="706" y="23559"/>
                    <a:pt x="707" y="23559"/>
                  </a:cubicBezTo>
                  <a:cubicBezTo>
                    <a:pt x="740" y="23559"/>
                    <a:pt x="765" y="23452"/>
                    <a:pt x="786" y="23346"/>
                  </a:cubicBezTo>
                  <a:cubicBezTo>
                    <a:pt x="798" y="23120"/>
                    <a:pt x="911" y="22693"/>
                    <a:pt x="953" y="22693"/>
                  </a:cubicBezTo>
                  <a:cubicBezTo>
                    <a:pt x="954" y="22693"/>
                    <a:pt x="955" y="22694"/>
                    <a:pt x="955" y="22694"/>
                  </a:cubicBezTo>
                  <a:lnTo>
                    <a:pt x="987" y="22584"/>
                  </a:lnTo>
                  <a:cubicBezTo>
                    <a:pt x="987" y="22471"/>
                    <a:pt x="1009" y="22355"/>
                    <a:pt x="1052" y="22252"/>
                  </a:cubicBezTo>
                  <a:cubicBezTo>
                    <a:pt x="1096" y="22145"/>
                    <a:pt x="1121" y="22033"/>
                    <a:pt x="1128" y="21917"/>
                  </a:cubicBezTo>
                  <a:cubicBezTo>
                    <a:pt x="1131" y="21838"/>
                    <a:pt x="1146" y="21763"/>
                    <a:pt x="1175" y="21691"/>
                  </a:cubicBezTo>
                  <a:cubicBezTo>
                    <a:pt x="1186" y="21662"/>
                    <a:pt x="1193" y="21650"/>
                    <a:pt x="1198" y="21650"/>
                  </a:cubicBezTo>
                  <a:cubicBezTo>
                    <a:pt x="1212" y="21650"/>
                    <a:pt x="1207" y="21739"/>
                    <a:pt x="1203" y="21826"/>
                  </a:cubicBezTo>
                  <a:cubicBezTo>
                    <a:pt x="1192" y="21878"/>
                    <a:pt x="1190" y="21900"/>
                    <a:pt x="1194" y="21900"/>
                  </a:cubicBezTo>
                  <a:cubicBezTo>
                    <a:pt x="1208" y="21900"/>
                    <a:pt x="1289" y="21654"/>
                    <a:pt x="1334" y="21390"/>
                  </a:cubicBezTo>
                  <a:cubicBezTo>
                    <a:pt x="1372" y="21202"/>
                    <a:pt x="1389" y="21117"/>
                    <a:pt x="1393" y="21117"/>
                  </a:cubicBezTo>
                  <a:lnTo>
                    <a:pt x="1393" y="21117"/>
                  </a:lnTo>
                  <a:cubicBezTo>
                    <a:pt x="1396" y="21117"/>
                    <a:pt x="1390" y="21177"/>
                    <a:pt x="1378" y="21287"/>
                  </a:cubicBezTo>
                  <a:cubicBezTo>
                    <a:pt x="1373" y="21357"/>
                    <a:pt x="1367" y="21427"/>
                    <a:pt x="1375" y="21427"/>
                  </a:cubicBezTo>
                  <a:cubicBezTo>
                    <a:pt x="1380" y="21427"/>
                    <a:pt x="1391" y="21393"/>
                    <a:pt x="1413" y="21302"/>
                  </a:cubicBezTo>
                  <a:cubicBezTo>
                    <a:pt x="1413" y="21302"/>
                    <a:pt x="1504" y="21095"/>
                    <a:pt x="1469" y="21080"/>
                  </a:cubicBezTo>
                  <a:cubicBezTo>
                    <a:pt x="1516" y="20973"/>
                    <a:pt x="1569" y="20873"/>
                    <a:pt x="1616" y="20773"/>
                  </a:cubicBezTo>
                  <a:cubicBezTo>
                    <a:pt x="1704" y="20650"/>
                    <a:pt x="1786" y="20522"/>
                    <a:pt x="1858" y="20387"/>
                  </a:cubicBezTo>
                  <a:cubicBezTo>
                    <a:pt x="1880" y="20268"/>
                    <a:pt x="1877" y="20268"/>
                    <a:pt x="1964" y="20190"/>
                  </a:cubicBezTo>
                  <a:cubicBezTo>
                    <a:pt x="1967" y="20191"/>
                    <a:pt x="1970" y="20192"/>
                    <a:pt x="1974" y="20192"/>
                  </a:cubicBezTo>
                  <a:cubicBezTo>
                    <a:pt x="2008" y="20192"/>
                    <a:pt x="2050" y="20108"/>
                    <a:pt x="1989" y="20071"/>
                  </a:cubicBezTo>
                  <a:cubicBezTo>
                    <a:pt x="2011" y="19958"/>
                    <a:pt x="2074" y="19855"/>
                    <a:pt x="2162" y="19779"/>
                  </a:cubicBezTo>
                  <a:cubicBezTo>
                    <a:pt x="2173" y="19786"/>
                    <a:pt x="2185" y="19789"/>
                    <a:pt x="2195" y="19789"/>
                  </a:cubicBezTo>
                  <a:cubicBezTo>
                    <a:pt x="2246" y="19789"/>
                    <a:pt x="2282" y="19722"/>
                    <a:pt x="2256" y="19704"/>
                  </a:cubicBezTo>
                  <a:cubicBezTo>
                    <a:pt x="2275" y="19629"/>
                    <a:pt x="2306" y="19560"/>
                    <a:pt x="2347" y="19494"/>
                  </a:cubicBezTo>
                  <a:cubicBezTo>
                    <a:pt x="2347" y="19494"/>
                    <a:pt x="2347" y="19494"/>
                    <a:pt x="2348" y="19494"/>
                  </a:cubicBezTo>
                  <a:cubicBezTo>
                    <a:pt x="2366" y="19494"/>
                    <a:pt x="2515" y="19290"/>
                    <a:pt x="2735" y="18990"/>
                  </a:cubicBezTo>
                  <a:cubicBezTo>
                    <a:pt x="2964" y="18682"/>
                    <a:pt x="3284" y="18288"/>
                    <a:pt x="3628" y="17912"/>
                  </a:cubicBezTo>
                  <a:cubicBezTo>
                    <a:pt x="3707" y="17830"/>
                    <a:pt x="3757" y="17724"/>
                    <a:pt x="3729" y="17695"/>
                  </a:cubicBezTo>
                  <a:cubicBezTo>
                    <a:pt x="3675" y="17642"/>
                    <a:pt x="3704" y="17667"/>
                    <a:pt x="3807" y="17614"/>
                  </a:cubicBezTo>
                  <a:cubicBezTo>
                    <a:pt x="3967" y="17611"/>
                    <a:pt x="4130" y="17457"/>
                    <a:pt x="3970" y="17451"/>
                  </a:cubicBezTo>
                  <a:lnTo>
                    <a:pt x="3970" y="17451"/>
                  </a:lnTo>
                  <a:cubicBezTo>
                    <a:pt x="3926" y="17459"/>
                    <a:pt x="3896" y="17465"/>
                    <a:pt x="3884" y="17465"/>
                  </a:cubicBezTo>
                  <a:cubicBezTo>
                    <a:pt x="3859" y="17465"/>
                    <a:pt x="3907" y="17442"/>
                    <a:pt x="4051" y="17373"/>
                  </a:cubicBezTo>
                  <a:cubicBezTo>
                    <a:pt x="4158" y="17322"/>
                    <a:pt x="4158" y="17319"/>
                    <a:pt x="4211" y="17216"/>
                  </a:cubicBezTo>
                  <a:cubicBezTo>
                    <a:pt x="4190" y="17192"/>
                    <a:pt x="4242" y="17137"/>
                    <a:pt x="4276" y="17137"/>
                  </a:cubicBezTo>
                  <a:cubicBezTo>
                    <a:pt x="4283" y="17137"/>
                    <a:pt x="4288" y="17139"/>
                    <a:pt x="4293" y="17144"/>
                  </a:cubicBezTo>
                  <a:cubicBezTo>
                    <a:pt x="4409" y="17094"/>
                    <a:pt x="4522" y="17047"/>
                    <a:pt x="4496" y="17018"/>
                  </a:cubicBezTo>
                  <a:cubicBezTo>
                    <a:pt x="4559" y="16968"/>
                    <a:pt x="4628" y="16924"/>
                    <a:pt x="4700" y="16893"/>
                  </a:cubicBezTo>
                  <a:cubicBezTo>
                    <a:pt x="4813" y="16846"/>
                    <a:pt x="4879" y="16740"/>
                    <a:pt x="4945" y="16636"/>
                  </a:cubicBezTo>
                  <a:cubicBezTo>
                    <a:pt x="5092" y="16439"/>
                    <a:pt x="5182" y="16342"/>
                    <a:pt x="5210" y="16342"/>
                  </a:cubicBezTo>
                  <a:cubicBezTo>
                    <a:pt x="5224" y="16342"/>
                    <a:pt x="5224" y="16363"/>
                    <a:pt x="5211" y="16404"/>
                  </a:cubicBezTo>
                  <a:cubicBezTo>
                    <a:pt x="5205" y="16423"/>
                    <a:pt x="5209" y="16431"/>
                    <a:pt x="5218" y="16431"/>
                  </a:cubicBezTo>
                  <a:cubicBezTo>
                    <a:pt x="5280" y="16431"/>
                    <a:pt x="5599" y="16110"/>
                    <a:pt x="5634" y="15994"/>
                  </a:cubicBezTo>
                  <a:cubicBezTo>
                    <a:pt x="5662" y="15901"/>
                    <a:pt x="5671" y="15872"/>
                    <a:pt x="5681" y="15872"/>
                  </a:cubicBezTo>
                  <a:cubicBezTo>
                    <a:pt x="5685" y="15872"/>
                    <a:pt x="5690" y="15878"/>
                    <a:pt x="5697" y="15887"/>
                  </a:cubicBezTo>
                  <a:cubicBezTo>
                    <a:pt x="5701" y="15892"/>
                    <a:pt x="5707" y="15895"/>
                    <a:pt x="5714" y="15895"/>
                  </a:cubicBezTo>
                  <a:cubicBezTo>
                    <a:pt x="5750" y="15895"/>
                    <a:pt x="5813" y="15840"/>
                    <a:pt x="5813" y="15840"/>
                  </a:cubicBezTo>
                  <a:cubicBezTo>
                    <a:pt x="5888" y="15776"/>
                    <a:pt x="5965" y="15709"/>
                    <a:pt x="6002" y="15709"/>
                  </a:cubicBezTo>
                  <a:cubicBezTo>
                    <a:pt x="6008" y="15709"/>
                    <a:pt x="6013" y="15711"/>
                    <a:pt x="6016" y="15715"/>
                  </a:cubicBezTo>
                  <a:cubicBezTo>
                    <a:pt x="6101" y="15636"/>
                    <a:pt x="6182" y="15549"/>
                    <a:pt x="6258" y="15458"/>
                  </a:cubicBezTo>
                  <a:cubicBezTo>
                    <a:pt x="6389" y="15248"/>
                    <a:pt x="6681" y="15047"/>
                    <a:pt x="6819" y="15025"/>
                  </a:cubicBezTo>
                  <a:lnTo>
                    <a:pt x="6972" y="14844"/>
                  </a:lnTo>
                  <a:cubicBezTo>
                    <a:pt x="7005" y="14737"/>
                    <a:pt x="7055" y="14646"/>
                    <a:pt x="7099" y="14646"/>
                  </a:cubicBezTo>
                  <a:cubicBezTo>
                    <a:pt x="7109" y="14646"/>
                    <a:pt x="7119" y="14651"/>
                    <a:pt x="7129" y="14662"/>
                  </a:cubicBezTo>
                  <a:cubicBezTo>
                    <a:pt x="7137" y="14672"/>
                    <a:pt x="7145" y="14682"/>
                    <a:pt x="7151" y="14690"/>
                  </a:cubicBezTo>
                  <a:lnTo>
                    <a:pt x="7151" y="14690"/>
                  </a:lnTo>
                  <a:cubicBezTo>
                    <a:pt x="7188" y="14570"/>
                    <a:pt x="7508" y="14328"/>
                    <a:pt x="7603" y="14328"/>
                  </a:cubicBezTo>
                  <a:cubicBezTo>
                    <a:pt x="7612" y="14328"/>
                    <a:pt x="7619" y="14331"/>
                    <a:pt x="7624" y="14336"/>
                  </a:cubicBezTo>
                  <a:cubicBezTo>
                    <a:pt x="7632" y="14348"/>
                    <a:pt x="7638" y="14355"/>
                    <a:pt x="7646" y="14355"/>
                  </a:cubicBezTo>
                  <a:cubicBezTo>
                    <a:pt x="7660" y="14355"/>
                    <a:pt x="7681" y="14337"/>
                    <a:pt x="7737" y="14289"/>
                  </a:cubicBezTo>
                  <a:lnTo>
                    <a:pt x="7712" y="14261"/>
                  </a:lnTo>
                  <a:cubicBezTo>
                    <a:pt x="7687" y="14232"/>
                    <a:pt x="7665" y="14204"/>
                    <a:pt x="7752" y="14126"/>
                  </a:cubicBezTo>
                  <a:cubicBezTo>
                    <a:pt x="7829" y="14062"/>
                    <a:pt x="7904" y="13997"/>
                    <a:pt x="7940" y="13997"/>
                  </a:cubicBezTo>
                  <a:cubicBezTo>
                    <a:pt x="7947" y="13997"/>
                    <a:pt x="7952" y="13999"/>
                    <a:pt x="7956" y="14004"/>
                  </a:cubicBezTo>
                  <a:cubicBezTo>
                    <a:pt x="8069" y="13954"/>
                    <a:pt x="8185" y="13907"/>
                    <a:pt x="8160" y="13878"/>
                  </a:cubicBezTo>
                  <a:cubicBezTo>
                    <a:pt x="8219" y="13828"/>
                    <a:pt x="8288" y="13784"/>
                    <a:pt x="8364" y="13753"/>
                  </a:cubicBezTo>
                  <a:cubicBezTo>
                    <a:pt x="8451" y="13678"/>
                    <a:pt x="8542" y="13599"/>
                    <a:pt x="8721" y="13446"/>
                  </a:cubicBezTo>
                  <a:cubicBezTo>
                    <a:pt x="8778" y="13351"/>
                    <a:pt x="8934" y="13214"/>
                    <a:pt x="8978" y="13214"/>
                  </a:cubicBezTo>
                  <a:cubicBezTo>
                    <a:pt x="8982" y="13214"/>
                    <a:pt x="8985" y="13215"/>
                    <a:pt x="8987" y="13217"/>
                  </a:cubicBezTo>
                  <a:cubicBezTo>
                    <a:pt x="8987" y="13217"/>
                    <a:pt x="9166" y="13064"/>
                    <a:pt x="9232" y="12960"/>
                  </a:cubicBezTo>
                  <a:cubicBezTo>
                    <a:pt x="9386" y="12827"/>
                    <a:pt x="9473" y="12751"/>
                    <a:pt x="9509" y="12751"/>
                  </a:cubicBezTo>
                  <a:cubicBezTo>
                    <a:pt x="9515" y="12751"/>
                    <a:pt x="9520" y="12753"/>
                    <a:pt x="9523" y="12756"/>
                  </a:cubicBezTo>
                  <a:cubicBezTo>
                    <a:pt x="9532" y="12767"/>
                    <a:pt x="9538" y="12775"/>
                    <a:pt x="9544" y="12775"/>
                  </a:cubicBezTo>
                  <a:cubicBezTo>
                    <a:pt x="9556" y="12775"/>
                    <a:pt x="9571" y="12750"/>
                    <a:pt x="9614" y="12681"/>
                  </a:cubicBezTo>
                  <a:cubicBezTo>
                    <a:pt x="9589" y="12653"/>
                    <a:pt x="9677" y="12575"/>
                    <a:pt x="9768" y="12499"/>
                  </a:cubicBezTo>
                  <a:lnTo>
                    <a:pt x="9946" y="12346"/>
                  </a:lnTo>
                  <a:cubicBezTo>
                    <a:pt x="9921" y="12318"/>
                    <a:pt x="9921" y="12318"/>
                    <a:pt x="10009" y="12239"/>
                  </a:cubicBezTo>
                  <a:cubicBezTo>
                    <a:pt x="10100" y="12164"/>
                    <a:pt x="10391" y="11964"/>
                    <a:pt x="10482" y="11885"/>
                  </a:cubicBezTo>
                  <a:cubicBezTo>
                    <a:pt x="10665" y="11728"/>
                    <a:pt x="10722" y="11679"/>
                    <a:pt x="10704" y="11679"/>
                  </a:cubicBezTo>
                  <a:cubicBezTo>
                    <a:pt x="10695" y="11679"/>
                    <a:pt x="10671" y="11689"/>
                    <a:pt x="10636" y="11703"/>
                  </a:cubicBezTo>
                  <a:cubicBezTo>
                    <a:pt x="10602" y="11733"/>
                    <a:pt x="10577" y="11747"/>
                    <a:pt x="10571" y="11747"/>
                  </a:cubicBezTo>
                  <a:cubicBezTo>
                    <a:pt x="10559" y="11747"/>
                    <a:pt x="10598" y="11707"/>
                    <a:pt x="10723" y="11628"/>
                  </a:cubicBezTo>
                  <a:cubicBezTo>
                    <a:pt x="10814" y="11550"/>
                    <a:pt x="11106" y="11349"/>
                    <a:pt x="11375" y="11121"/>
                  </a:cubicBezTo>
                  <a:cubicBezTo>
                    <a:pt x="11732" y="10813"/>
                    <a:pt x="11732" y="10813"/>
                    <a:pt x="11707" y="10785"/>
                  </a:cubicBezTo>
                  <a:lnTo>
                    <a:pt x="11707" y="10785"/>
                  </a:lnTo>
                  <a:cubicBezTo>
                    <a:pt x="11692" y="10787"/>
                    <a:pt x="11680" y="10788"/>
                    <a:pt x="11670" y="10788"/>
                  </a:cubicBezTo>
                  <a:cubicBezTo>
                    <a:pt x="11589" y="10788"/>
                    <a:pt x="11672" y="10727"/>
                    <a:pt x="11795" y="10710"/>
                  </a:cubicBezTo>
                  <a:cubicBezTo>
                    <a:pt x="12024" y="10613"/>
                    <a:pt x="12115" y="10538"/>
                    <a:pt x="12090" y="10510"/>
                  </a:cubicBezTo>
                  <a:cubicBezTo>
                    <a:pt x="12124" y="10437"/>
                    <a:pt x="12177" y="10375"/>
                    <a:pt x="12243" y="10325"/>
                  </a:cubicBezTo>
                  <a:cubicBezTo>
                    <a:pt x="12247" y="10329"/>
                    <a:pt x="12252" y="10331"/>
                    <a:pt x="12258" y="10331"/>
                  </a:cubicBezTo>
                  <a:cubicBezTo>
                    <a:pt x="12295" y="10331"/>
                    <a:pt x="12379" y="10252"/>
                    <a:pt x="12513" y="10096"/>
                  </a:cubicBezTo>
                  <a:cubicBezTo>
                    <a:pt x="12567" y="10049"/>
                    <a:pt x="12588" y="10031"/>
                    <a:pt x="12602" y="10031"/>
                  </a:cubicBezTo>
                  <a:cubicBezTo>
                    <a:pt x="12610" y="10031"/>
                    <a:pt x="12616" y="10038"/>
                    <a:pt x="12626" y="10049"/>
                  </a:cubicBezTo>
                  <a:lnTo>
                    <a:pt x="12804" y="9895"/>
                  </a:lnTo>
                  <a:cubicBezTo>
                    <a:pt x="12933" y="9685"/>
                    <a:pt x="13494" y="9253"/>
                    <a:pt x="13606" y="9206"/>
                  </a:cubicBezTo>
                  <a:cubicBezTo>
                    <a:pt x="13666" y="9153"/>
                    <a:pt x="13719" y="9090"/>
                    <a:pt x="13763" y="9024"/>
                  </a:cubicBezTo>
                  <a:cubicBezTo>
                    <a:pt x="13792" y="8920"/>
                    <a:pt x="13853" y="8852"/>
                    <a:pt x="13902" y="8852"/>
                  </a:cubicBezTo>
                  <a:cubicBezTo>
                    <a:pt x="13917" y="8852"/>
                    <a:pt x="13930" y="8858"/>
                    <a:pt x="13942" y="8871"/>
                  </a:cubicBezTo>
                  <a:cubicBezTo>
                    <a:pt x="13960" y="8893"/>
                    <a:pt x="13972" y="8906"/>
                    <a:pt x="13981" y="8906"/>
                  </a:cubicBezTo>
                  <a:cubicBezTo>
                    <a:pt x="13995" y="8906"/>
                    <a:pt x="14005" y="8875"/>
                    <a:pt x="14029" y="8795"/>
                  </a:cubicBezTo>
                  <a:cubicBezTo>
                    <a:pt x="14086" y="8704"/>
                    <a:pt x="14418" y="8413"/>
                    <a:pt x="14489" y="8413"/>
                  </a:cubicBezTo>
                  <a:cubicBezTo>
                    <a:pt x="14501" y="8413"/>
                    <a:pt x="14506" y="8421"/>
                    <a:pt x="14500" y="8441"/>
                  </a:cubicBezTo>
                  <a:lnTo>
                    <a:pt x="14550" y="8498"/>
                  </a:lnTo>
                  <a:cubicBezTo>
                    <a:pt x="14594" y="8432"/>
                    <a:pt x="14644" y="8369"/>
                    <a:pt x="14703" y="8316"/>
                  </a:cubicBezTo>
                  <a:cubicBezTo>
                    <a:pt x="14678" y="8288"/>
                    <a:pt x="14769" y="8209"/>
                    <a:pt x="15035" y="7981"/>
                  </a:cubicBezTo>
                  <a:cubicBezTo>
                    <a:pt x="15214" y="7827"/>
                    <a:pt x="15549" y="7492"/>
                    <a:pt x="15728" y="7338"/>
                  </a:cubicBezTo>
                  <a:cubicBezTo>
                    <a:pt x="15907" y="7185"/>
                    <a:pt x="16173" y="6956"/>
                    <a:pt x="16289" y="6909"/>
                  </a:cubicBezTo>
                  <a:cubicBezTo>
                    <a:pt x="16408" y="6808"/>
                    <a:pt x="16521" y="6696"/>
                    <a:pt x="16621" y="6573"/>
                  </a:cubicBezTo>
                  <a:cubicBezTo>
                    <a:pt x="16678" y="6476"/>
                    <a:pt x="16831" y="6341"/>
                    <a:pt x="16877" y="6341"/>
                  </a:cubicBezTo>
                  <a:cubicBezTo>
                    <a:pt x="16882" y="6341"/>
                    <a:pt x="16885" y="6342"/>
                    <a:pt x="16888" y="6345"/>
                  </a:cubicBezTo>
                  <a:lnTo>
                    <a:pt x="16978" y="6266"/>
                  </a:lnTo>
                  <a:cubicBezTo>
                    <a:pt x="17054" y="6175"/>
                    <a:pt x="17135" y="6088"/>
                    <a:pt x="17220" y="6009"/>
                  </a:cubicBezTo>
                  <a:cubicBezTo>
                    <a:pt x="17225" y="6015"/>
                    <a:pt x="17233" y="6017"/>
                    <a:pt x="17243" y="6017"/>
                  </a:cubicBezTo>
                  <a:cubicBezTo>
                    <a:pt x="17287" y="6017"/>
                    <a:pt x="17373" y="5970"/>
                    <a:pt x="17423" y="5884"/>
                  </a:cubicBezTo>
                  <a:cubicBezTo>
                    <a:pt x="17398" y="5856"/>
                    <a:pt x="17489" y="5777"/>
                    <a:pt x="17668" y="5624"/>
                  </a:cubicBezTo>
                  <a:cubicBezTo>
                    <a:pt x="17768" y="5564"/>
                    <a:pt x="18558" y="4900"/>
                    <a:pt x="19316" y="4248"/>
                  </a:cubicBezTo>
                  <a:lnTo>
                    <a:pt x="20344" y="3358"/>
                  </a:lnTo>
                  <a:lnTo>
                    <a:pt x="20676" y="3064"/>
                  </a:lnTo>
                  <a:cubicBezTo>
                    <a:pt x="20720" y="3029"/>
                    <a:pt x="20758" y="2988"/>
                    <a:pt x="20795" y="2945"/>
                  </a:cubicBezTo>
                  <a:lnTo>
                    <a:pt x="21062" y="2716"/>
                  </a:lnTo>
                  <a:lnTo>
                    <a:pt x="21331" y="2487"/>
                  </a:lnTo>
                  <a:cubicBezTo>
                    <a:pt x="21334" y="2491"/>
                    <a:pt x="21339" y="2492"/>
                    <a:pt x="21345" y="2492"/>
                  </a:cubicBezTo>
                  <a:cubicBezTo>
                    <a:pt x="21431" y="2492"/>
                    <a:pt x="21817" y="2116"/>
                    <a:pt x="22046" y="1873"/>
                  </a:cubicBezTo>
                  <a:cubicBezTo>
                    <a:pt x="22108" y="1779"/>
                    <a:pt x="22187" y="1697"/>
                    <a:pt x="22278" y="1631"/>
                  </a:cubicBezTo>
                  <a:cubicBezTo>
                    <a:pt x="22283" y="1639"/>
                    <a:pt x="22292" y="1643"/>
                    <a:pt x="22303" y="1643"/>
                  </a:cubicBezTo>
                  <a:cubicBezTo>
                    <a:pt x="22337" y="1643"/>
                    <a:pt x="22396" y="1609"/>
                    <a:pt x="22463" y="1559"/>
                  </a:cubicBezTo>
                  <a:cubicBezTo>
                    <a:pt x="22560" y="1490"/>
                    <a:pt x="22651" y="1415"/>
                    <a:pt x="22741" y="1337"/>
                  </a:cubicBezTo>
                  <a:cubicBezTo>
                    <a:pt x="22775" y="1248"/>
                    <a:pt x="22834" y="1191"/>
                    <a:pt x="22878" y="1191"/>
                  </a:cubicBezTo>
                  <a:cubicBezTo>
                    <a:pt x="22895" y="1191"/>
                    <a:pt x="22910" y="1200"/>
                    <a:pt x="22920" y="1218"/>
                  </a:cubicBezTo>
                  <a:cubicBezTo>
                    <a:pt x="22928" y="1230"/>
                    <a:pt x="22941" y="1235"/>
                    <a:pt x="22959" y="1235"/>
                  </a:cubicBezTo>
                  <a:cubicBezTo>
                    <a:pt x="23030" y="1235"/>
                    <a:pt x="23171" y="1142"/>
                    <a:pt x="23287" y="976"/>
                  </a:cubicBezTo>
                  <a:cubicBezTo>
                    <a:pt x="23365" y="892"/>
                    <a:pt x="23365" y="889"/>
                    <a:pt x="23484" y="886"/>
                  </a:cubicBezTo>
                  <a:cubicBezTo>
                    <a:pt x="23514" y="892"/>
                    <a:pt x="23543" y="895"/>
                    <a:pt x="23568" y="895"/>
                  </a:cubicBezTo>
                  <a:cubicBezTo>
                    <a:pt x="23652" y="895"/>
                    <a:pt x="23707" y="865"/>
                    <a:pt x="23697" y="839"/>
                  </a:cubicBezTo>
                  <a:cubicBezTo>
                    <a:pt x="23753" y="755"/>
                    <a:pt x="23824" y="708"/>
                    <a:pt x="23909" y="708"/>
                  </a:cubicBezTo>
                  <a:cubicBezTo>
                    <a:pt x="23939" y="708"/>
                    <a:pt x="23971" y="714"/>
                    <a:pt x="24004" y="726"/>
                  </a:cubicBezTo>
                  <a:cubicBezTo>
                    <a:pt x="24057" y="728"/>
                    <a:pt x="24098" y="730"/>
                    <a:pt x="24130" y="730"/>
                  </a:cubicBezTo>
                  <a:cubicBezTo>
                    <a:pt x="24235" y="730"/>
                    <a:pt x="24247" y="711"/>
                    <a:pt x="24315" y="632"/>
                  </a:cubicBezTo>
                  <a:cubicBezTo>
                    <a:pt x="24380" y="550"/>
                    <a:pt x="24652" y="483"/>
                    <a:pt x="24827" y="483"/>
                  </a:cubicBezTo>
                  <a:cubicBezTo>
                    <a:pt x="24880" y="483"/>
                    <a:pt x="24924" y="489"/>
                    <a:pt x="24951" y="503"/>
                  </a:cubicBezTo>
                  <a:cubicBezTo>
                    <a:pt x="24968" y="502"/>
                    <a:pt x="24986" y="501"/>
                    <a:pt x="25003" y="501"/>
                  </a:cubicBezTo>
                  <a:cubicBezTo>
                    <a:pt x="25047" y="501"/>
                    <a:pt x="25087" y="505"/>
                    <a:pt x="25117" y="505"/>
                  </a:cubicBezTo>
                  <a:cubicBezTo>
                    <a:pt x="25149" y="505"/>
                    <a:pt x="25168" y="501"/>
                    <a:pt x="25167" y="484"/>
                  </a:cubicBezTo>
                  <a:lnTo>
                    <a:pt x="25167" y="484"/>
                  </a:lnTo>
                  <a:lnTo>
                    <a:pt x="25277" y="510"/>
                  </a:lnTo>
                  <a:cubicBezTo>
                    <a:pt x="25349" y="500"/>
                    <a:pt x="25421" y="497"/>
                    <a:pt x="25493" y="497"/>
                  </a:cubicBezTo>
                  <a:lnTo>
                    <a:pt x="25493" y="459"/>
                  </a:lnTo>
                  <a:cubicBezTo>
                    <a:pt x="25994" y="466"/>
                    <a:pt x="26496" y="531"/>
                    <a:pt x="26985" y="657"/>
                  </a:cubicBezTo>
                  <a:lnTo>
                    <a:pt x="27367" y="770"/>
                  </a:lnTo>
                  <a:cubicBezTo>
                    <a:pt x="27483" y="807"/>
                    <a:pt x="27577" y="851"/>
                    <a:pt x="27662" y="886"/>
                  </a:cubicBezTo>
                  <a:lnTo>
                    <a:pt x="27887" y="973"/>
                  </a:lnTo>
                  <a:lnTo>
                    <a:pt x="28041" y="1049"/>
                  </a:lnTo>
                  <a:cubicBezTo>
                    <a:pt x="28143" y="1100"/>
                    <a:pt x="28194" y="1121"/>
                    <a:pt x="28210" y="1121"/>
                  </a:cubicBezTo>
                  <a:cubicBezTo>
                    <a:pt x="28220" y="1121"/>
                    <a:pt x="28216" y="1112"/>
                    <a:pt x="28201" y="1096"/>
                  </a:cubicBezTo>
                  <a:cubicBezTo>
                    <a:pt x="28182" y="1059"/>
                    <a:pt x="28189" y="1043"/>
                    <a:pt x="28209" y="1043"/>
                  </a:cubicBezTo>
                  <a:cubicBezTo>
                    <a:pt x="28252" y="1043"/>
                    <a:pt x="28355" y="1115"/>
                    <a:pt x="28392" y="1196"/>
                  </a:cubicBezTo>
                  <a:cubicBezTo>
                    <a:pt x="28479" y="1259"/>
                    <a:pt x="28642" y="1403"/>
                    <a:pt x="28818" y="1528"/>
                  </a:cubicBezTo>
                  <a:cubicBezTo>
                    <a:pt x="28984" y="1663"/>
                    <a:pt x="29153" y="1798"/>
                    <a:pt x="29125" y="1826"/>
                  </a:cubicBezTo>
                  <a:cubicBezTo>
                    <a:pt x="29156" y="1845"/>
                    <a:pt x="29181" y="1870"/>
                    <a:pt x="29207" y="1895"/>
                  </a:cubicBezTo>
                  <a:cubicBezTo>
                    <a:pt x="29307" y="1945"/>
                    <a:pt x="29479" y="2080"/>
                    <a:pt x="29639" y="2243"/>
                  </a:cubicBezTo>
                  <a:cubicBezTo>
                    <a:pt x="29789" y="2418"/>
                    <a:pt x="29940" y="2606"/>
                    <a:pt x="30009" y="2756"/>
                  </a:cubicBezTo>
                  <a:cubicBezTo>
                    <a:pt x="30137" y="2929"/>
                    <a:pt x="30187" y="3020"/>
                    <a:pt x="30328" y="3192"/>
                  </a:cubicBezTo>
                  <a:cubicBezTo>
                    <a:pt x="30473" y="3358"/>
                    <a:pt x="30463" y="3364"/>
                    <a:pt x="30476" y="3477"/>
                  </a:cubicBezTo>
                  <a:cubicBezTo>
                    <a:pt x="30457" y="3487"/>
                    <a:pt x="30513" y="3640"/>
                    <a:pt x="30570" y="3787"/>
                  </a:cubicBezTo>
                  <a:cubicBezTo>
                    <a:pt x="30618" y="3935"/>
                    <a:pt x="30680" y="4077"/>
                    <a:pt x="30716" y="4077"/>
                  </a:cubicBezTo>
                  <a:cubicBezTo>
                    <a:pt x="30717" y="4077"/>
                    <a:pt x="30719" y="4076"/>
                    <a:pt x="30720" y="4076"/>
                  </a:cubicBezTo>
                  <a:lnTo>
                    <a:pt x="30720" y="4189"/>
                  </a:lnTo>
                  <a:cubicBezTo>
                    <a:pt x="30711" y="4299"/>
                    <a:pt x="30770" y="4387"/>
                    <a:pt x="30809" y="4387"/>
                  </a:cubicBezTo>
                  <a:cubicBezTo>
                    <a:pt x="30811" y="4387"/>
                    <a:pt x="30812" y="4386"/>
                    <a:pt x="30814" y="4386"/>
                  </a:cubicBezTo>
                  <a:cubicBezTo>
                    <a:pt x="30820" y="4385"/>
                    <a:pt x="30825" y="4384"/>
                    <a:pt x="30830" y="4384"/>
                  </a:cubicBezTo>
                  <a:cubicBezTo>
                    <a:pt x="30890" y="4384"/>
                    <a:pt x="30908" y="4486"/>
                    <a:pt x="30833" y="4602"/>
                  </a:cubicBezTo>
                  <a:cubicBezTo>
                    <a:pt x="30760" y="4617"/>
                    <a:pt x="30776" y="4715"/>
                    <a:pt x="30811" y="4715"/>
                  </a:cubicBezTo>
                  <a:cubicBezTo>
                    <a:pt x="30812" y="4715"/>
                    <a:pt x="30813" y="4715"/>
                    <a:pt x="30814" y="4715"/>
                  </a:cubicBezTo>
                  <a:cubicBezTo>
                    <a:pt x="30871" y="4812"/>
                    <a:pt x="30927" y="4916"/>
                    <a:pt x="30911" y="5025"/>
                  </a:cubicBezTo>
                  <a:cubicBezTo>
                    <a:pt x="30924" y="5129"/>
                    <a:pt x="30930" y="5232"/>
                    <a:pt x="31002" y="5232"/>
                  </a:cubicBezTo>
                  <a:cubicBezTo>
                    <a:pt x="31004" y="5232"/>
                    <a:pt x="31006" y="5232"/>
                    <a:pt x="31008" y="5232"/>
                  </a:cubicBezTo>
                  <a:cubicBezTo>
                    <a:pt x="31009" y="5232"/>
                    <a:pt x="31010" y="5232"/>
                    <a:pt x="31010" y="5232"/>
                  </a:cubicBezTo>
                  <a:cubicBezTo>
                    <a:pt x="31046" y="5232"/>
                    <a:pt x="31056" y="5340"/>
                    <a:pt x="31068" y="5448"/>
                  </a:cubicBezTo>
                  <a:cubicBezTo>
                    <a:pt x="31027" y="5448"/>
                    <a:pt x="31027" y="5448"/>
                    <a:pt x="30980" y="5342"/>
                  </a:cubicBezTo>
                  <a:cubicBezTo>
                    <a:pt x="30979" y="5336"/>
                    <a:pt x="30979" y="5331"/>
                    <a:pt x="30978" y="5326"/>
                  </a:cubicBezTo>
                  <a:lnTo>
                    <a:pt x="30978" y="5326"/>
                  </a:lnTo>
                  <a:cubicBezTo>
                    <a:pt x="30982" y="5366"/>
                    <a:pt x="30990" y="5447"/>
                    <a:pt x="30993" y="5558"/>
                  </a:cubicBezTo>
                  <a:cubicBezTo>
                    <a:pt x="30996" y="5668"/>
                    <a:pt x="30961" y="5881"/>
                    <a:pt x="30924" y="5881"/>
                  </a:cubicBezTo>
                  <a:cubicBezTo>
                    <a:pt x="30895" y="5955"/>
                    <a:pt x="30882" y="6028"/>
                    <a:pt x="30906" y="6028"/>
                  </a:cubicBezTo>
                  <a:cubicBezTo>
                    <a:pt x="30916" y="6028"/>
                    <a:pt x="30932" y="6016"/>
                    <a:pt x="30955" y="5987"/>
                  </a:cubicBezTo>
                  <a:cubicBezTo>
                    <a:pt x="31034" y="5994"/>
                    <a:pt x="31034" y="5994"/>
                    <a:pt x="31018" y="6210"/>
                  </a:cubicBezTo>
                  <a:cubicBezTo>
                    <a:pt x="31015" y="6317"/>
                    <a:pt x="31000" y="6420"/>
                    <a:pt x="30965" y="6420"/>
                  </a:cubicBezTo>
                  <a:cubicBezTo>
                    <a:pt x="30964" y="6420"/>
                    <a:pt x="30963" y="6420"/>
                    <a:pt x="30961" y="6420"/>
                  </a:cubicBezTo>
                  <a:cubicBezTo>
                    <a:pt x="30956" y="6419"/>
                    <a:pt x="30951" y="6418"/>
                    <a:pt x="30947" y="6418"/>
                  </a:cubicBezTo>
                  <a:cubicBezTo>
                    <a:pt x="30922" y="6418"/>
                    <a:pt x="30916" y="6445"/>
                    <a:pt x="30889" y="6627"/>
                  </a:cubicBezTo>
                  <a:cubicBezTo>
                    <a:pt x="30842" y="6943"/>
                    <a:pt x="30864" y="7285"/>
                    <a:pt x="30899" y="7416"/>
                  </a:cubicBezTo>
                  <a:cubicBezTo>
                    <a:pt x="30971" y="7438"/>
                    <a:pt x="30968" y="7442"/>
                    <a:pt x="30864" y="7520"/>
                  </a:cubicBezTo>
                  <a:cubicBezTo>
                    <a:pt x="30862" y="7519"/>
                    <a:pt x="30860" y="7519"/>
                    <a:pt x="30858" y="7519"/>
                  </a:cubicBezTo>
                  <a:cubicBezTo>
                    <a:pt x="30823" y="7519"/>
                    <a:pt x="30793" y="7619"/>
                    <a:pt x="30758" y="7717"/>
                  </a:cubicBezTo>
                  <a:cubicBezTo>
                    <a:pt x="30723" y="7705"/>
                    <a:pt x="30758" y="7598"/>
                    <a:pt x="30792" y="7495"/>
                  </a:cubicBezTo>
                  <a:lnTo>
                    <a:pt x="30758" y="7482"/>
                  </a:lnTo>
                  <a:cubicBezTo>
                    <a:pt x="30651" y="7561"/>
                    <a:pt x="30620" y="7661"/>
                    <a:pt x="30645" y="7789"/>
                  </a:cubicBezTo>
                  <a:cubicBezTo>
                    <a:pt x="30636" y="7902"/>
                    <a:pt x="30636" y="7905"/>
                    <a:pt x="30560" y="7990"/>
                  </a:cubicBezTo>
                  <a:cubicBezTo>
                    <a:pt x="30488" y="8075"/>
                    <a:pt x="30397" y="8147"/>
                    <a:pt x="30432" y="8165"/>
                  </a:cubicBezTo>
                  <a:cubicBezTo>
                    <a:pt x="30432" y="8165"/>
                    <a:pt x="30332" y="8357"/>
                    <a:pt x="30250" y="8432"/>
                  </a:cubicBezTo>
                  <a:cubicBezTo>
                    <a:pt x="30131" y="8617"/>
                    <a:pt x="30071" y="8708"/>
                    <a:pt x="30103" y="8730"/>
                  </a:cubicBezTo>
                  <a:cubicBezTo>
                    <a:pt x="30134" y="8751"/>
                    <a:pt x="30081" y="8839"/>
                    <a:pt x="30012" y="8939"/>
                  </a:cubicBezTo>
                  <a:cubicBezTo>
                    <a:pt x="29946" y="9037"/>
                    <a:pt x="29883" y="9137"/>
                    <a:pt x="29915" y="9159"/>
                  </a:cubicBezTo>
                  <a:cubicBezTo>
                    <a:pt x="29943" y="9181"/>
                    <a:pt x="29912" y="9300"/>
                    <a:pt x="29780" y="9497"/>
                  </a:cubicBezTo>
                  <a:cubicBezTo>
                    <a:pt x="29683" y="9714"/>
                    <a:pt x="29683" y="9714"/>
                    <a:pt x="29554" y="9770"/>
                  </a:cubicBezTo>
                  <a:cubicBezTo>
                    <a:pt x="29551" y="9768"/>
                    <a:pt x="29548" y="9767"/>
                    <a:pt x="29544" y="9767"/>
                  </a:cubicBezTo>
                  <a:cubicBezTo>
                    <a:pt x="29511" y="9767"/>
                    <a:pt x="29454" y="9855"/>
                    <a:pt x="29395" y="9942"/>
                  </a:cubicBezTo>
                  <a:cubicBezTo>
                    <a:pt x="29351" y="10008"/>
                    <a:pt x="29294" y="10068"/>
                    <a:pt x="29235" y="10118"/>
                  </a:cubicBezTo>
                  <a:cubicBezTo>
                    <a:pt x="29138" y="10193"/>
                    <a:pt x="29169" y="10215"/>
                    <a:pt x="29200" y="10237"/>
                  </a:cubicBezTo>
                  <a:lnTo>
                    <a:pt x="29263" y="10281"/>
                  </a:lnTo>
                  <a:cubicBezTo>
                    <a:pt x="29207" y="10366"/>
                    <a:pt x="29108" y="10417"/>
                    <a:pt x="29060" y="10417"/>
                  </a:cubicBezTo>
                  <a:cubicBezTo>
                    <a:pt x="29052" y="10417"/>
                    <a:pt x="29045" y="10416"/>
                    <a:pt x="29040" y="10412"/>
                  </a:cubicBezTo>
                  <a:cubicBezTo>
                    <a:pt x="28912" y="10466"/>
                    <a:pt x="28912" y="10466"/>
                    <a:pt x="28975" y="10510"/>
                  </a:cubicBezTo>
                  <a:cubicBezTo>
                    <a:pt x="29006" y="10531"/>
                    <a:pt x="28971" y="10654"/>
                    <a:pt x="28812" y="10829"/>
                  </a:cubicBezTo>
                  <a:cubicBezTo>
                    <a:pt x="28690" y="11013"/>
                    <a:pt x="28565" y="11201"/>
                    <a:pt x="28526" y="11201"/>
                  </a:cubicBezTo>
                  <a:cubicBezTo>
                    <a:pt x="28524" y="11201"/>
                    <a:pt x="28522" y="11200"/>
                    <a:pt x="28520" y="11199"/>
                  </a:cubicBezTo>
                  <a:cubicBezTo>
                    <a:pt x="28461" y="11252"/>
                    <a:pt x="28417" y="11318"/>
                    <a:pt x="28392" y="11396"/>
                  </a:cubicBezTo>
                  <a:cubicBezTo>
                    <a:pt x="28357" y="11515"/>
                    <a:pt x="28295" y="11613"/>
                    <a:pt x="28069" y="11885"/>
                  </a:cubicBezTo>
                  <a:cubicBezTo>
                    <a:pt x="27680" y="12333"/>
                    <a:pt x="27680" y="12333"/>
                    <a:pt x="27743" y="12377"/>
                  </a:cubicBezTo>
                  <a:cubicBezTo>
                    <a:pt x="27774" y="12399"/>
                    <a:pt x="27806" y="12421"/>
                    <a:pt x="27680" y="12474"/>
                  </a:cubicBezTo>
                  <a:cubicBezTo>
                    <a:pt x="27583" y="12553"/>
                    <a:pt x="27549" y="12672"/>
                    <a:pt x="27452" y="12891"/>
                  </a:cubicBezTo>
                  <a:cubicBezTo>
                    <a:pt x="27417" y="13010"/>
                    <a:pt x="27480" y="13054"/>
                    <a:pt x="27508" y="13076"/>
                  </a:cubicBezTo>
                  <a:cubicBezTo>
                    <a:pt x="27571" y="13120"/>
                    <a:pt x="27571" y="13120"/>
                    <a:pt x="27411" y="13295"/>
                  </a:cubicBezTo>
                  <a:cubicBezTo>
                    <a:pt x="27353" y="13381"/>
                    <a:pt x="27273" y="13450"/>
                    <a:pt x="27233" y="13450"/>
                  </a:cubicBezTo>
                  <a:cubicBezTo>
                    <a:pt x="27228" y="13450"/>
                    <a:pt x="27223" y="13448"/>
                    <a:pt x="27220" y="13446"/>
                  </a:cubicBezTo>
                  <a:cubicBezTo>
                    <a:pt x="27188" y="13427"/>
                    <a:pt x="27254" y="13327"/>
                    <a:pt x="27254" y="13327"/>
                  </a:cubicBezTo>
                  <a:lnTo>
                    <a:pt x="27317" y="13230"/>
                  </a:lnTo>
                  <a:cubicBezTo>
                    <a:pt x="27307" y="13223"/>
                    <a:pt x="27297" y="13216"/>
                    <a:pt x="27285" y="13216"/>
                  </a:cubicBezTo>
                  <a:cubicBezTo>
                    <a:pt x="27257" y="13216"/>
                    <a:pt x="27216" y="13248"/>
                    <a:pt x="27126" y="13383"/>
                  </a:cubicBezTo>
                  <a:cubicBezTo>
                    <a:pt x="27032" y="13458"/>
                    <a:pt x="26966" y="13556"/>
                    <a:pt x="26997" y="13577"/>
                  </a:cubicBezTo>
                  <a:cubicBezTo>
                    <a:pt x="26900" y="13656"/>
                    <a:pt x="26772" y="13850"/>
                    <a:pt x="26643" y="14048"/>
                  </a:cubicBezTo>
                  <a:cubicBezTo>
                    <a:pt x="26511" y="14245"/>
                    <a:pt x="26317" y="14540"/>
                    <a:pt x="26223" y="14615"/>
                  </a:cubicBezTo>
                  <a:cubicBezTo>
                    <a:pt x="26092" y="14812"/>
                    <a:pt x="26029" y="14909"/>
                    <a:pt x="26057" y="14931"/>
                  </a:cubicBezTo>
                  <a:cubicBezTo>
                    <a:pt x="26114" y="14971"/>
                    <a:pt x="26068" y="15054"/>
                    <a:pt x="26036" y="15054"/>
                  </a:cubicBezTo>
                  <a:cubicBezTo>
                    <a:pt x="26032" y="15054"/>
                    <a:pt x="26029" y="15053"/>
                    <a:pt x="26026" y="15050"/>
                  </a:cubicBezTo>
                  <a:cubicBezTo>
                    <a:pt x="25897" y="15107"/>
                    <a:pt x="25026" y="16360"/>
                    <a:pt x="25023" y="16504"/>
                  </a:cubicBezTo>
                  <a:lnTo>
                    <a:pt x="24891" y="16699"/>
                  </a:lnTo>
                  <a:cubicBezTo>
                    <a:pt x="24731" y="16874"/>
                    <a:pt x="24343" y="17463"/>
                    <a:pt x="24308" y="17583"/>
                  </a:cubicBezTo>
                  <a:lnTo>
                    <a:pt x="24114" y="17880"/>
                  </a:lnTo>
                  <a:cubicBezTo>
                    <a:pt x="23954" y="18053"/>
                    <a:pt x="23888" y="18153"/>
                    <a:pt x="23854" y="18272"/>
                  </a:cubicBezTo>
                  <a:cubicBezTo>
                    <a:pt x="23827" y="18365"/>
                    <a:pt x="23840" y="18399"/>
                    <a:pt x="23832" y="18399"/>
                  </a:cubicBezTo>
                  <a:cubicBezTo>
                    <a:pt x="23830" y="18399"/>
                    <a:pt x="23826" y="18396"/>
                    <a:pt x="23820" y="18391"/>
                  </a:cubicBezTo>
                  <a:cubicBezTo>
                    <a:pt x="23818" y="18390"/>
                    <a:pt x="23816" y="18389"/>
                    <a:pt x="23814" y="18389"/>
                  </a:cubicBezTo>
                  <a:cubicBezTo>
                    <a:pt x="23778" y="18389"/>
                    <a:pt x="23647" y="18586"/>
                    <a:pt x="23403" y="18958"/>
                  </a:cubicBezTo>
                  <a:cubicBezTo>
                    <a:pt x="23223" y="19231"/>
                    <a:pt x="23167" y="19316"/>
                    <a:pt x="23181" y="19316"/>
                  </a:cubicBezTo>
                  <a:cubicBezTo>
                    <a:pt x="23188" y="19316"/>
                    <a:pt x="23208" y="19299"/>
                    <a:pt x="23237" y="19275"/>
                  </a:cubicBezTo>
                  <a:lnTo>
                    <a:pt x="23237" y="19275"/>
                  </a:lnTo>
                  <a:cubicBezTo>
                    <a:pt x="23061" y="19598"/>
                    <a:pt x="23003" y="19657"/>
                    <a:pt x="22972" y="19657"/>
                  </a:cubicBezTo>
                  <a:cubicBezTo>
                    <a:pt x="22962" y="19657"/>
                    <a:pt x="22955" y="19653"/>
                    <a:pt x="22948" y="19648"/>
                  </a:cubicBezTo>
                  <a:cubicBezTo>
                    <a:pt x="22949" y="19613"/>
                    <a:pt x="22942" y="19599"/>
                    <a:pt x="22931" y="19599"/>
                  </a:cubicBezTo>
                  <a:cubicBezTo>
                    <a:pt x="22897" y="19599"/>
                    <a:pt x="22827" y="19740"/>
                    <a:pt x="22848" y="19864"/>
                  </a:cubicBezTo>
                  <a:cubicBezTo>
                    <a:pt x="22845" y="20001"/>
                    <a:pt x="22730" y="20182"/>
                    <a:pt x="22691" y="20182"/>
                  </a:cubicBezTo>
                  <a:cubicBezTo>
                    <a:pt x="22689" y="20182"/>
                    <a:pt x="22687" y="20182"/>
                    <a:pt x="22685" y="20180"/>
                  </a:cubicBezTo>
                  <a:cubicBezTo>
                    <a:pt x="22654" y="20158"/>
                    <a:pt x="22720" y="20061"/>
                    <a:pt x="22785" y="19964"/>
                  </a:cubicBezTo>
                  <a:lnTo>
                    <a:pt x="22723" y="19920"/>
                  </a:lnTo>
                  <a:cubicBezTo>
                    <a:pt x="22673" y="19983"/>
                    <a:pt x="22638" y="20058"/>
                    <a:pt x="22622" y="20140"/>
                  </a:cubicBezTo>
                  <a:cubicBezTo>
                    <a:pt x="22582" y="20205"/>
                    <a:pt x="22547" y="20281"/>
                    <a:pt x="22525" y="20356"/>
                  </a:cubicBezTo>
                  <a:cubicBezTo>
                    <a:pt x="22504" y="20429"/>
                    <a:pt x="22508" y="20465"/>
                    <a:pt x="22536" y="20465"/>
                  </a:cubicBezTo>
                  <a:cubicBezTo>
                    <a:pt x="22554" y="20465"/>
                    <a:pt x="22582" y="20451"/>
                    <a:pt x="22619" y="20422"/>
                  </a:cubicBezTo>
                  <a:cubicBezTo>
                    <a:pt x="22643" y="20403"/>
                    <a:pt x="22656" y="20395"/>
                    <a:pt x="22662" y="20395"/>
                  </a:cubicBezTo>
                  <a:cubicBezTo>
                    <a:pt x="22681" y="20395"/>
                    <a:pt x="22632" y="20468"/>
                    <a:pt x="22585" y="20541"/>
                  </a:cubicBezTo>
                  <a:cubicBezTo>
                    <a:pt x="22502" y="20630"/>
                    <a:pt x="22453" y="20669"/>
                    <a:pt x="22431" y="20669"/>
                  </a:cubicBezTo>
                  <a:cubicBezTo>
                    <a:pt x="22409" y="20669"/>
                    <a:pt x="22410" y="20634"/>
                    <a:pt x="22425" y="20575"/>
                  </a:cubicBezTo>
                  <a:cubicBezTo>
                    <a:pt x="22491" y="20475"/>
                    <a:pt x="22459" y="20453"/>
                    <a:pt x="22428" y="20434"/>
                  </a:cubicBezTo>
                  <a:cubicBezTo>
                    <a:pt x="22427" y="20434"/>
                    <a:pt x="22427" y="20434"/>
                    <a:pt x="22426" y="20434"/>
                  </a:cubicBezTo>
                  <a:cubicBezTo>
                    <a:pt x="22386" y="20434"/>
                    <a:pt x="22137" y="20948"/>
                    <a:pt x="22134" y="21086"/>
                  </a:cubicBezTo>
                  <a:lnTo>
                    <a:pt x="22102" y="21064"/>
                  </a:lnTo>
                  <a:cubicBezTo>
                    <a:pt x="22101" y="21063"/>
                    <a:pt x="22099" y="21063"/>
                    <a:pt x="22097" y="21063"/>
                  </a:cubicBezTo>
                  <a:cubicBezTo>
                    <a:pt x="22059" y="21063"/>
                    <a:pt x="21936" y="21249"/>
                    <a:pt x="21811" y="21437"/>
                  </a:cubicBezTo>
                  <a:cubicBezTo>
                    <a:pt x="21682" y="21635"/>
                    <a:pt x="21616" y="21732"/>
                    <a:pt x="21648" y="21754"/>
                  </a:cubicBezTo>
                  <a:cubicBezTo>
                    <a:pt x="21679" y="21776"/>
                    <a:pt x="21710" y="21797"/>
                    <a:pt x="21645" y="21895"/>
                  </a:cubicBezTo>
                  <a:cubicBezTo>
                    <a:pt x="21682" y="21839"/>
                    <a:pt x="21709" y="21823"/>
                    <a:pt x="21730" y="21823"/>
                  </a:cubicBezTo>
                  <a:cubicBezTo>
                    <a:pt x="21746" y="21823"/>
                    <a:pt x="21760" y="21832"/>
                    <a:pt x="21773" y="21841"/>
                  </a:cubicBezTo>
                  <a:cubicBezTo>
                    <a:pt x="21692" y="21929"/>
                    <a:pt x="21607" y="22014"/>
                    <a:pt x="21516" y="22092"/>
                  </a:cubicBezTo>
                  <a:cubicBezTo>
                    <a:pt x="21325" y="22246"/>
                    <a:pt x="21165" y="22418"/>
                    <a:pt x="20905" y="22813"/>
                  </a:cubicBezTo>
                  <a:cubicBezTo>
                    <a:pt x="20773" y="23007"/>
                    <a:pt x="20579" y="23305"/>
                    <a:pt x="20485" y="23380"/>
                  </a:cubicBezTo>
                  <a:cubicBezTo>
                    <a:pt x="20354" y="23577"/>
                    <a:pt x="20291" y="23675"/>
                    <a:pt x="20322" y="23697"/>
                  </a:cubicBezTo>
                  <a:lnTo>
                    <a:pt x="20191" y="23894"/>
                  </a:lnTo>
                  <a:cubicBezTo>
                    <a:pt x="20097" y="23969"/>
                    <a:pt x="19965" y="24167"/>
                    <a:pt x="19996" y="24189"/>
                  </a:cubicBezTo>
                  <a:cubicBezTo>
                    <a:pt x="19962" y="24308"/>
                    <a:pt x="19868" y="24383"/>
                    <a:pt x="19802" y="24483"/>
                  </a:cubicBezTo>
                  <a:cubicBezTo>
                    <a:pt x="19672" y="24587"/>
                    <a:pt x="19631" y="24621"/>
                    <a:pt x="19666" y="24621"/>
                  </a:cubicBezTo>
                  <a:cubicBezTo>
                    <a:pt x="19683" y="24621"/>
                    <a:pt x="19717" y="24613"/>
                    <a:pt x="19768" y="24602"/>
                  </a:cubicBezTo>
                  <a:cubicBezTo>
                    <a:pt x="19769" y="24603"/>
                    <a:pt x="19772" y="24604"/>
                    <a:pt x="19774" y="24604"/>
                  </a:cubicBezTo>
                  <a:cubicBezTo>
                    <a:pt x="19817" y="24604"/>
                    <a:pt x="19965" y="24443"/>
                    <a:pt x="20024" y="24352"/>
                  </a:cubicBezTo>
                  <a:lnTo>
                    <a:pt x="20219" y="24057"/>
                  </a:lnTo>
                  <a:lnTo>
                    <a:pt x="20056" y="24373"/>
                  </a:lnTo>
                  <a:cubicBezTo>
                    <a:pt x="19993" y="24471"/>
                    <a:pt x="19893" y="24690"/>
                    <a:pt x="19924" y="24709"/>
                  </a:cubicBezTo>
                  <a:cubicBezTo>
                    <a:pt x="19924" y="24709"/>
                    <a:pt x="19956" y="24731"/>
                    <a:pt x="19890" y="24831"/>
                  </a:cubicBezTo>
                  <a:lnTo>
                    <a:pt x="19827" y="24787"/>
                  </a:lnTo>
                  <a:cubicBezTo>
                    <a:pt x="19862" y="24668"/>
                    <a:pt x="19830" y="24646"/>
                    <a:pt x="19799" y="24624"/>
                  </a:cubicBezTo>
                  <a:cubicBezTo>
                    <a:pt x="19673" y="24677"/>
                    <a:pt x="19448" y="24953"/>
                    <a:pt x="19511" y="24994"/>
                  </a:cubicBezTo>
                  <a:cubicBezTo>
                    <a:pt x="19470" y="25066"/>
                    <a:pt x="19417" y="25126"/>
                    <a:pt x="19348" y="25169"/>
                  </a:cubicBezTo>
                  <a:cubicBezTo>
                    <a:pt x="19345" y="25167"/>
                    <a:pt x="19342" y="25166"/>
                    <a:pt x="19339" y="25166"/>
                  </a:cubicBezTo>
                  <a:cubicBezTo>
                    <a:pt x="19308" y="25166"/>
                    <a:pt x="19253" y="25261"/>
                    <a:pt x="19250" y="25389"/>
                  </a:cubicBezTo>
                  <a:cubicBezTo>
                    <a:pt x="19257" y="25517"/>
                    <a:pt x="19178" y="25636"/>
                    <a:pt x="19056" y="25683"/>
                  </a:cubicBezTo>
                  <a:cubicBezTo>
                    <a:pt x="18865" y="25837"/>
                    <a:pt x="18605" y="26229"/>
                    <a:pt x="18636" y="26251"/>
                  </a:cubicBezTo>
                  <a:cubicBezTo>
                    <a:pt x="18699" y="26294"/>
                    <a:pt x="18505" y="26589"/>
                    <a:pt x="18407" y="26664"/>
                  </a:cubicBezTo>
                  <a:cubicBezTo>
                    <a:pt x="18313" y="26739"/>
                    <a:pt x="18244" y="26843"/>
                    <a:pt x="18213" y="26959"/>
                  </a:cubicBezTo>
                  <a:cubicBezTo>
                    <a:pt x="18210" y="26956"/>
                    <a:pt x="18205" y="26955"/>
                    <a:pt x="18200" y="26955"/>
                  </a:cubicBezTo>
                  <a:cubicBezTo>
                    <a:pt x="18161" y="26955"/>
                    <a:pt x="18084" y="27029"/>
                    <a:pt x="18053" y="27134"/>
                  </a:cubicBezTo>
                  <a:cubicBezTo>
                    <a:pt x="18053" y="27134"/>
                    <a:pt x="18019" y="27185"/>
                    <a:pt x="18036" y="27185"/>
                  </a:cubicBezTo>
                  <a:cubicBezTo>
                    <a:pt x="18043" y="27185"/>
                    <a:pt x="18058" y="27177"/>
                    <a:pt x="18085" y="27156"/>
                  </a:cubicBezTo>
                  <a:lnTo>
                    <a:pt x="18085" y="27156"/>
                  </a:lnTo>
                  <a:lnTo>
                    <a:pt x="18016" y="27394"/>
                  </a:lnTo>
                  <a:cubicBezTo>
                    <a:pt x="18053" y="27339"/>
                    <a:pt x="18080" y="27322"/>
                    <a:pt x="18101" y="27322"/>
                  </a:cubicBezTo>
                  <a:cubicBezTo>
                    <a:pt x="18117" y="27322"/>
                    <a:pt x="18131" y="27332"/>
                    <a:pt x="18144" y="27341"/>
                  </a:cubicBezTo>
                  <a:cubicBezTo>
                    <a:pt x="18176" y="27363"/>
                    <a:pt x="17884" y="27733"/>
                    <a:pt x="17662" y="27865"/>
                  </a:cubicBezTo>
                  <a:lnTo>
                    <a:pt x="17470" y="28018"/>
                  </a:lnTo>
                  <a:lnTo>
                    <a:pt x="17533" y="28062"/>
                  </a:lnTo>
                  <a:cubicBezTo>
                    <a:pt x="17473" y="28150"/>
                    <a:pt x="17414" y="28240"/>
                    <a:pt x="17380" y="28240"/>
                  </a:cubicBezTo>
                  <a:cubicBezTo>
                    <a:pt x="17376" y="28240"/>
                    <a:pt x="17373" y="28240"/>
                    <a:pt x="17370" y="28237"/>
                  </a:cubicBezTo>
                  <a:cubicBezTo>
                    <a:pt x="17360" y="28230"/>
                    <a:pt x="17353" y="28226"/>
                    <a:pt x="17346" y="28226"/>
                  </a:cubicBezTo>
                  <a:cubicBezTo>
                    <a:pt x="17332" y="28226"/>
                    <a:pt x="17319" y="28247"/>
                    <a:pt x="17276" y="28313"/>
                  </a:cubicBezTo>
                  <a:cubicBezTo>
                    <a:pt x="17276" y="28313"/>
                    <a:pt x="17210" y="28413"/>
                    <a:pt x="17242" y="28435"/>
                  </a:cubicBezTo>
                  <a:cubicBezTo>
                    <a:pt x="17304" y="28476"/>
                    <a:pt x="17304" y="28476"/>
                    <a:pt x="17207" y="28554"/>
                  </a:cubicBezTo>
                  <a:cubicBezTo>
                    <a:pt x="17085" y="28601"/>
                    <a:pt x="17007" y="28717"/>
                    <a:pt x="17013" y="28849"/>
                  </a:cubicBezTo>
                  <a:cubicBezTo>
                    <a:pt x="17076" y="28892"/>
                    <a:pt x="17076" y="28892"/>
                    <a:pt x="16947" y="28946"/>
                  </a:cubicBezTo>
                  <a:cubicBezTo>
                    <a:pt x="16943" y="28943"/>
                    <a:pt x="16939" y="28942"/>
                    <a:pt x="16934" y="28942"/>
                  </a:cubicBezTo>
                  <a:cubicBezTo>
                    <a:pt x="16895" y="28942"/>
                    <a:pt x="16814" y="29013"/>
                    <a:pt x="16756" y="29099"/>
                  </a:cubicBezTo>
                  <a:lnTo>
                    <a:pt x="16787" y="29121"/>
                  </a:lnTo>
                  <a:cubicBezTo>
                    <a:pt x="16850" y="29165"/>
                    <a:pt x="16784" y="29262"/>
                    <a:pt x="16690" y="29341"/>
                  </a:cubicBezTo>
                  <a:cubicBezTo>
                    <a:pt x="16687" y="29339"/>
                    <a:pt x="16684" y="29338"/>
                    <a:pt x="16681" y="29338"/>
                  </a:cubicBezTo>
                  <a:cubicBezTo>
                    <a:pt x="16646" y="29338"/>
                    <a:pt x="16584" y="29436"/>
                    <a:pt x="16496" y="29635"/>
                  </a:cubicBezTo>
                  <a:cubicBezTo>
                    <a:pt x="16376" y="29812"/>
                    <a:pt x="16313" y="29911"/>
                    <a:pt x="16279" y="29911"/>
                  </a:cubicBezTo>
                  <a:cubicBezTo>
                    <a:pt x="16276" y="29911"/>
                    <a:pt x="16273" y="29910"/>
                    <a:pt x="16270" y="29908"/>
                  </a:cubicBezTo>
                  <a:cubicBezTo>
                    <a:pt x="16248" y="29892"/>
                    <a:pt x="16233" y="29882"/>
                    <a:pt x="16224" y="29882"/>
                  </a:cubicBezTo>
                  <a:cubicBezTo>
                    <a:pt x="16207" y="29882"/>
                    <a:pt x="16206" y="29914"/>
                    <a:pt x="16204" y="30005"/>
                  </a:cubicBezTo>
                  <a:cubicBezTo>
                    <a:pt x="16170" y="30124"/>
                    <a:pt x="16170" y="30124"/>
                    <a:pt x="16010" y="30299"/>
                  </a:cubicBezTo>
                  <a:cubicBezTo>
                    <a:pt x="15913" y="30378"/>
                    <a:pt x="15913" y="30378"/>
                    <a:pt x="15882" y="30497"/>
                  </a:cubicBezTo>
                  <a:cubicBezTo>
                    <a:pt x="15910" y="30518"/>
                    <a:pt x="15931" y="30533"/>
                    <a:pt x="15954" y="30533"/>
                  </a:cubicBezTo>
                  <a:cubicBezTo>
                    <a:pt x="15978" y="30533"/>
                    <a:pt x="16003" y="30514"/>
                    <a:pt x="16038" y="30462"/>
                  </a:cubicBezTo>
                  <a:cubicBezTo>
                    <a:pt x="16083" y="30397"/>
                    <a:pt x="16097" y="30375"/>
                    <a:pt x="16112" y="30375"/>
                  </a:cubicBezTo>
                  <a:cubicBezTo>
                    <a:pt x="16118" y="30375"/>
                    <a:pt x="16125" y="30380"/>
                    <a:pt x="16135" y="30387"/>
                  </a:cubicBezTo>
                  <a:lnTo>
                    <a:pt x="16004" y="30582"/>
                  </a:lnTo>
                  <a:cubicBezTo>
                    <a:pt x="15916" y="30713"/>
                    <a:pt x="15841" y="30851"/>
                    <a:pt x="15775" y="30998"/>
                  </a:cubicBezTo>
                  <a:cubicBezTo>
                    <a:pt x="15722" y="31117"/>
                    <a:pt x="15717" y="31184"/>
                    <a:pt x="15739" y="31184"/>
                  </a:cubicBezTo>
                  <a:cubicBezTo>
                    <a:pt x="15757" y="31184"/>
                    <a:pt x="15794" y="31138"/>
                    <a:pt x="15838" y="31039"/>
                  </a:cubicBezTo>
                  <a:lnTo>
                    <a:pt x="15935" y="30964"/>
                  </a:lnTo>
                  <a:cubicBezTo>
                    <a:pt x="15948" y="30972"/>
                    <a:pt x="15961" y="30976"/>
                    <a:pt x="15974" y="30976"/>
                  </a:cubicBezTo>
                  <a:cubicBezTo>
                    <a:pt x="16060" y="30976"/>
                    <a:pt x="16145" y="30823"/>
                    <a:pt x="16063" y="30766"/>
                  </a:cubicBezTo>
                  <a:cubicBezTo>
                    <a:pt x="15969" y="30704"/>
                    <a:pt x="15969" y="30704"/>
                    <a:pt x="16098" y="30647"/>
                  </a:cubicBezTo>
                  <a:cubicBezTo>
                    <a:pt x="16108" y="30655"/>
                    <a:pt x="16119" y="30658"/>
                    <a:pt x="16129" y="30658"/>
                  </a:cubicBezTo>
                  <a:cubicBezTo>
                    <a:pt x="16181" y="30658"/>
                    <a:pt x="16234" y="30575"/>
                    <a:pt x="16289" y="30494"/>
                  </a:cubicBezTo>
                  <a:cubicBezTo>
                    <a:pt x="16335" y="30426"/>
                    <a:pt x="16349" y="30406"/>
                    <a:pt x="16363" y="30406"/>
                  </a:cubicBezTo>
                  <a:cubicBezTo>
                    <a:pt x="16370" y="30406"/>
                    <a:pt x="16377" y="30410"/>
                    <a:pt x="16386" y="30415"/>
                  </a:cubicBezTo>
                  <a:cubicBezTo>
                    <a:pt x="16390" y="30418"/>
                    <a:pt x="16394" y="30419"/>
                    <a:pt x="16400" y="30419"/>
                  </a:cubicBezTo>
                  <a:cubicBezTo>
                    <a:pt x="16439" y="30419"/>
                    <a:pt x="16519" y="30350"/>
                    <a:pt x="16577" y="30262"/>
                  </a:cubicBezTo>
                  <a:cubicBezTo>
                    <a:pt x="16643" y="30165"/>
                    <a:pt x="16643" y="30165"/>
                    <a:pt x="16612" y="30143"/>
                  </a:cubicBezTo>
                  <a:lnTo>
                    <a:pt x="16612" y="30143"/>
                  </a:lnTo>
                  <a:cubicBezTo>
                    <a:pt x="16596" y="30155"/>
                    <a:pt x="16586" y="30161"/>
                    <a:pt x="16581" y="30161"/>
                  </a:cubicBezTo>
                  <a:cubicBezTo>
                    <a:pt x="16556" y="30161"/>
                    <a:pt x="16664" y="30015"/>
                    <a:pt x="16772" y="29967"/>
                  </a:cubicBezTo>
                  <a:cubicBezTo>
                    <a:pt x="16869" y="29892"/>
                    <a:pt x="16869" y="29892"/>
                    <a:pt x="16806" y="29848"/>
                  </a:cubicBezTo>
                  <a:cubicBezTo>
                    <a:pt x="16743" y="29807"/>
                    <a:pt x="16872" y="29610"/>
                    <a:pt x="17000" y="29554"/>
                  </a:cubicBezTo>
                  <a:cubicBezTo>
                    <a:pt x="17000" y="29554"/>
                    <a:pt x="17063" y="29456"/>
                    <a:pt x="17129" y="29359"/>
                  </a:cubicBezTo>
                  <a:cubicBezTo>
                    <a:pt x="17195" y="29259"/>
                    <a:pt x="17163" y="29237"/>
                    <a:pt x="17132" y="29215"/>
                  </a:cubicBezTo>
                  <a:cubicBezTo>
                    <a:pt x="17069" y="29174"/>
                    <a:pt x="17069" y="29174"/>
                    <a:pt x="17166" y="29096"/>
                  </a:cubicBezTo>
                  <a:cubicBezTo>
                    <a:pt x="17226" y="29049"/>
                    <a:pt x="17260" y="29040"/>
                    <a:pt x="17277" y="29040"/>
                  </a:cubicBezTo>
                  <a:cubicBezTo>
                    <a:pt x="17288" y="29040"/>
                    <a:pt x="17292" y="29043"/>
                    <a:pt x="17292" y="29043"/>
                  </a:cubicBezTo>
                  <a:cubicBezTo>
                    <a:pt x="17295" y="29045"/>
                    <a:pt x="17298" y="29046"/>
                    <a:pt x="17302" y="29046"/>
                  </a:cubicBezTo>
                  <a:cubicBezTo>
                    <a:pt x="17336" y="29046"/>
                    <a:pt x="17395" y="28955"/>
                    <a:pt x="17452" y="28867"/>
                  </a:cubicBezTo>
                  <a:cubicBezTo>
                    <a:pt x="17517" y="28770"/>
                    <a:pt x="17646" y="28573"/>
                    <a:pt x="17618" y="28551"/>
                  </a:cubicBezTo>
                  <a:lnTo>
                    <a:pt x="17618" y="28551"/>
                  </a:lnTo>
                  <a:lnTo>
                    <a:pt x="17646" y="28573"/>
                  </a:lnTo>
                  <a:cubicBezTo>
                    <a:pt x="17712" y="28476"/>
                    <a:pt x="17743" y="28494"/>
                    <a:pt x="17712" y="28476"/>
                  </a:cubicBezTo>
                  <a:cubicBezTo>
                    <a:pt x="17781" y="28378"/>
                    <a:pt x="17856" y="28288"/>
                    <a:pt x="17937" y="28200"/>
                  </a:cubicBezTo>
                  <a:cubicBezTo>
                    <a:pt x="18057" y="28071"/>
                    <a:pt x="18162" y="27850"/>
                    <a:pt x="18101" y="27850"/>
                  </a:cubicBezTo>
                  <a:cubicBezTo>
                    <a:pt x="18080" y="27850"/>
                    <a:pt x="18040" y="27876"/>
                    <a:pt x="17975" y="27940"/>
                  </a:cubicBezTo>
                  <a:cubicBezTo>
                    <a:pt x="17948" y="27980"/>
                    <a:pt x="17932" y="28004"/>
                    <a:pt x="17932" y="28004"/>
                  </a:cubicBezTo>
                  <a:cubicBezTo>
                    <a:pt x="17931" y="28004"/>
                    <a:pt x="17962" y="27956"/>
                    <a:pt x="18038" y="27843"/>
                  </a:cubicBezTo>
                  <a:cubicBezTo>
                    <a:pt x="18103" y="27742"/>
                    <a:pt x="18072" y="27720"/>
                    <a:pt x="18072" y="27720"/>
                  </a:cubicBezTo>
                  <a:cubicBezTo>
                    <a:pt x="18041" y="27702"/>
                    <a:pt x="18107" y="27601"/>
                    <a:pt x="18172" y="27504"/>
                  </a:cubicBezTo>
                  <a:lnTo>
                    <a:pt x="18232" y="27548"/>
                  </a:lnTo>
                  <a:cubicBezTo>
                    <a:pt x="18240" y="27594"/>
                    <a:pt x="18259" y="27613"/>
                    <a:pt x="18281" y="27613"/>
                  </a:cubicBezTo>
                  <a:cubicBezTo>
                    <a:pt x="18337" y="27613"/>
                    <a:pt x="18415" y="27490"/>
                    <a:pt x="18395" y="27373"/>
                  </a:cubicBezTo>
                  <a:lnTo>
                    <a:pt x="18395" y="27373"/>
                  </a:lnTo>
                  <a:lnTo>
                    <a:pt x="18426" y="27394"/>
                  </a:lnTo>
                  <a:cubicBezTo>
                    <a:pt x="18429" y="27396"/>
                    <a:pt x="18432" y="27397"/>
                    <a:pt x="18435" y="27397"/>
                  </a:cubicBezTo>
                  <a:cubicBezTo>
                    <a:pt x="18467" y="27397"/>
                    <a:pt x="18529" y="27297"/>
                    <a:pt x="18621" y="27100"/>
                  </a:cubicBezTo>
                  <a:cubicBezTo>
                    <a:pt x="18683" y="27000"/>
                    <a:pt x="18686" y="26859"/>
                    <a:pt x="18655" y="26837"/>
                  </a:cubicBezTo>
                  <a:cubicBezTo>
                    <a:pt x="18624" y="26818"/>
                    <a:pt x="18689" y="26718"/>
                    <a:pt x="18689" y="26718"/>
                  </a:cubicBezTo>
                  <a:cubicBezTo>
                    <a:pt x="18734" y="26652"/>
                    <a:pt x="18748" y="26630"/>
                    <a:pt x="18763" y="26630"/>
                  </a:cubicBezTo>
                  <a:cubicBezTo>
                    <a:pt x="18770" y="26630"/>
                    <a:pt x="18777" y="26635"/>
                    <a:pt x="18787" y="26642"/>
                  </a:cubicBezTo>
                  <a:cubicBezTo>
                    <a:pt x="18792" y="26646"/>
                    <a:pt x="18798" y="26648"/>
                    <a:pt x="18805" y="26648"/>
                  </a:cubicBezTo>
                  <a:cubicBezTo>
                    <a:pt x="18869" y="26648"/>
                    <a:pt x="18978" y="26476"/>
                    <a:pt x="18981" y="26348"/>
                  </a:cubicBezTo>
                  <a:lnTo>
                    <a:pt x="19012" y="26370"/>
                  </a:lnTo>
                  <a:cubicBezTo>
                    <a:pt x="19015" y="26371"/>
                    <a:pt x="19018" y="26372"/>
                    <a:pt x="19021" y="26372"/>
                  </a:cubicBezTo>
                  <a:cubicBezTo>
                    <a:pt x="19059" y="26372"/>
                    <a:pt x="19163" y="26269"/>
                    <a:pt x="19429" y="25799"/>
                  </a:cubicBezTo>
                  <a:cubicBezTo>
                    <a:pt x="19680" y="25421"/>
                    <a:pt x="19870" y="25134"/>
                    <a:pt x="19911" y="25134"/>
                  </a:cubicBezTo>
                  <a:cubicBezTo>
                    <a:pt x="19912" y="25134"/>
                    <a:pt x="19914" y="25134"/>
                    <a:pt x="19915" y="25135"/>
                  </a:cubicBezTo>
                  <a:cubicBezTo>
                    <a:pt x="19916" y="25136"/>
                    <a:pt x="19916" y="25136"/>
                    <a:pt x="19917" y="25136"/>
                  </a:cubicBezTo>
                  <a:cubicBezTo>
                    <a:pt x="19956" y="25136"/>
                    <a:pt x="20145" y="24715"/>
                    <a:pt x="20209" y="24480"/>
                  </a:cubicBezTo>
                  <a:cubicBezTo>
                    <a:pt x="20212" y="24482"/>
                    <a:pt x="20215" y="24483"/>
                    <a:pt x="20219" y="24483"/>
                  </a:cubicBezTo>
                  <a:cubicBezTo>
                    <a:pt x="20253" y="24483"/>
                    <a:pt x="20318" y="24386"/>
                    <a:pt x="20435" y="24207"/>
                  </a:cubicBezTo>
                  <a:cubicBezTo>
                    <a:pt x="20588" y="23976"/>
                    <a:pt x="20620" y="23926"/>
                    <a:pt x="20643" y="23926"/>
                  </a:cubicBezTo>
                  <a:cubicBezTo>
                    <a:pt x="20649" y="23926"/>
                    <a:pt x="20654" y="23930"/>
                    <a:pt x="20661" y="23935"/>
                  </a:cubicBezTo>
                  <a:cubicBezTo>
                    <a:pt x="20659" y="23996"/>
                    <a:pt x="20659" y="24031"/>
                    <a:pt x="20664" y="24031"/>
                  </a:cubicBezTo>
                  <a:cubicBezTo>
                    <a:pt x="20671" y="24031"/>
                    <a:pt x="20687" y="23972"/>
                    <a:pt x="20726" y="23838"/>
                  </a:cubicBezTo>
                  <a:cubicBezTo>
                    <a:pt x="20729" y="23704"/>
                    <a:pt x="20923" y="23460"/>
                    <a:pt x="21002" y="23460"/>
                  </a:cubicBezTo>
                  <a:cubicBezTo>
                    <a:pt x="21008" y="23460"/>
                    <a:pt x="21013" y="23461"/>
                    <a:pt x="21018" y="23465"/>
                  </a:cubicBezTo>
                  <a:cubicBezTo>
                    <a:pt x="21021" y="23467"/>
                    <a:pt x="21024" y="23468"/>
                    <a:pt x="21027" y="23468"/>
                  </a:cubicBezTo>
                  <a:cubicBezTo>
                    <a:pt x="21061" y="23468"/>
                    <a:pt x="21124" y="23371"/>
                    <a:pt x="21244" y="23192"/>
                  </a:cubicBezTo>
                  <a:cubicBezTo>
                    <a:pt x="21275" y="23073"/>
                    <a:pt x="21406" y="22875"/>
                    <a:pt x="21535" y="22678"/>
                  </a:cubicBezTo>
                  <a:cubicBezTo>
                    <a:pt x="21729" y="22383"/>
                    <a:pt x="21729" y="22383"/>
                    <a:pt x="21667" y="22343"/>
                  </a:cubicBezTo>
                  <a:cubicBezTo>
                    <a:pt x="21607" y="22299"/>
                    <a:pt x="21670" y="22199"/>
                    <a:pt x="21801" y="22004"/>
                  </a:cubicBezTo>
                  <a:cubicBezTo>
                    <a:pt x="21858" y="21914"/>
                    <a:pt x="21917" y="21826"/>
                    <a:pt x="21951" y="21826"/>
                  </a:cubicBezTo>
                  <a:cubicBezTo>
                    <a:pt x="21955" y="21826"/>
                    <a:pt x="21958" y="21827"/>
                    <a:pt x="21961" y="21829"/>
                  </a:cubicBezTo>
                  <a:cubicBezTo>
                    <a:pt x="22021" y="21779"/>
                    <a:pt x="22077" y="21719"/>
                    <a:pt x="22121" y="21653"/>
                  </a:cubicBezTo>
                  <a:cubicBezTo>
                    <a:pt x="22181" y="21564"/>
                    <a:pt x="22239" y="21475"/>
                    <a:pt x="22272" y="21475"/>
                  </a:cubicBezTo>
                  <a:cubicBezTo>
                    <a:pt x="22275" y="21475"/>
                    <a:pt x="22278" y="21476"/>
                    <a:pt x="22281" y="21478"/>
                  </a:cubicBezTo>
                  <a:cubicBezTo>
                    <a:pt x="22369" y="21399"/>
                    <a:pt x="22444" y="21309"/>
                    <a:pt x="22506" y="21205"/>
                  </a:cubicBezTo>
                  <a:cubicBezTo>
                    <a:pt x="22631" y="21021"/>
                    <a:pt x="22753" y="20834"/>
                    <a:pt x="22792" y="20834"/>
                  </a:cubicBezTo>
                  <a:cubicBezTo>
                    <a:pt x="22794" y="20834"/>
                    <a:pt x="22796" y="20834"/>
                    <a:pt x="22798" y="20835"/>
                  </a:cubicBezTo>
                  <a:cubicBezTo>
                    <a:pt x="22861" y="20738"/>
                    <a:pt x="22861" y="20738"/>
                    <a:pt x="22832" y="20716"/>
                  </a:cubicBezTo>
                  <a:cubicBezTo>
                    <a:pt x="22801" y="20694"/>
                    <a:pt x="22832" y="20572"/>
                    <a:pt x="23124" y="20202"/>
                  </a:cubicBezTo>
                  <a:cubicBezTo>
                    <a:pt x="23252" y="20005"/>
                    <a:pt x="23447" y="19710"/>
                    <a:pt x="23418" y="19688"/>
                  </a:cubicBezTo>
                  <a:cubicBezTo>
                    <a:pt x="23461" y="19623"/>
                    <a:pt x="23475" y="19601"/>
                    <a:pt x="23489" y="19601"/>
                  </a:cubicBezTo>
                  <a:cubicBezTo>
                    <a:pt x="23495" y="19601"/>
                    <a:pt x="23502" y="19606"/>
                    <a:pt x="23512" y="19613"/>
                  </a:cubicBezTo>
                  <a:cubicBezTo>
                    <a:pt x="23518" y="19617"/>
                    <a:pt x="23525" y="19619"/>
                    <a:pt x="23532" y="19619"/>
                  </a:cubicBezTo>
                  <a:cubicBezTo>
                    <a:pt x="23599" y="19619"/>
                    <a:pt x="23710" y="19437"/>
                    <a:pt x="23773" y="19221"/>
                  </a:cubicBezTo>
                  <a:cubicBezTo>
                    <a:pt x="23741" y="19200"/>
                    <a:pt x="23807" y="19099"/>
                    <a:pt x="23901" y="19024"/>
                  </a:cubicBezTo>
                  <a:cubicBezTo>
                    <a:pt x="23945" y="18955"/>
                    <a:pt x="23976" y="18883"/>
                    <a:pt x="24001" y="18805"/>
                  </a:cubicBezTo>
                  <a:cubicBezTo>
                    <a:pt x="24033" y="18686"/>
                    <a:pt x="24033" y="18686"/>
                    <a:pt x="24196" y="18510"/>
                  </a:cubicBezTo>
                  <a:cubicBezTo>
                    <a:pt x="24199" y="18512"/>
                    <a:pt x="24202" y="18513"/>
                    <a:pt x="24206" y="18513"/>
                  </a:cubicBezTo>
                  <a:cubicBezTo>
                    <a:pt x="24239" y="18513"/>
                    <a:pt x="24296" y="18425"/>
                    <a:pt x="24355" y="18338"/>
                  </a:cubicBezTo>
                  <a:cubicBezTo>
                    <a:pt x="24453" y="18118"/>
                    <a:pt x="25167" y="17037"/>
                    <a:pt x="25261" y="16962"/>
                  </a:cubicBezTo>
                  <a:cubicBezTo>
                    <a:pt x="25277" y="16881"/>
                    <a:pt x="25311" y="16808"/>
                    <a:pt x="25361" y="16743"/>
                  </a:cubicBezTo>
                  <a:cubicBezTo>
                    <a:pt x="25487" y="16689"/>
                    <a:pt x="25521" y="16567"/>
                    <a:pt x="25458" y="16526"/>
                  </a:cubicBezTo>
                  <a:lnTo>
                    <a:pt x="25458" y="16526"/>
                  </a:lnTo>
                  <a:lnTo>
                    <a:pt x="25396" y="16624"/>
                  </a:lnTo>
                  <a:lnTo>
                    <a:pt x="25330" y="16721"/>
                  </a:lnTo>
                  <a:cubicBezTo>
                    <a:pt x="25274" y="16681"/>
                    <a:pt x="25425" y="16439"/>
                    <a:pt x="25525" y="16439"/>
                  </a:cubicBezTo>
                  <a:cubicBezTo>
                    <a:pt x="25536" y="16439"/>
                    <a:pt x="25546" y="16441"/>
                    <a:pt x="25556" y="16448"/>
                  </a:cubicBezTo>
                  <a:cubicBezTo>
                    <a:pt x="25681" y="16395"/>
                    <a:pt x="25681" y="16395"/>
                    <a:pt x="25684" y="16254"/>
                  </a:cubicBezTo>
                  <a:cubicBezTo>
                    <a:pt x="25681" y="16122"/>
                    <a:pt x="25759" y="16003"/>
                    <a:pt x="25878" y="15956"/>
                  </a:cubicBezTo>
                  <a:cubicBezTo>
                    <a:pt x="25901" y="15972"/>
                    <a:pt x="25915" y="15982"/>
                    <a:pt x="25925" y="15982"/>
                  </a:cubicBezTo>
                  <a:cubicBezTo>
                    <a:pt x="25942" y="15982"/>
                    <a:pt x="25942" y="15949"/>
                    <a:pt x="25944" y="15859"/>
                  </a:cubicBezTo>
                  <a:cubicBezTo>
                    <a:pt x="25950" y="15609"/>
                    <a:pt x="26079" y="15331"/>
                    <a:pt x="26195" y="15331"/>
                  </a:cubicBezTo>
                  <a:cubicBezTo>
                    <a:pt x="26210" y="15331"/>
                    <a:pt x="26225" y="15335"/>
                    <a:pt x="26239" y="15345"/>
                  </a:cubicBezTo>
                  <a:cubicBezTo>
                    <a:pt x="26251" y="15354"/>
                    <a:pt x="26264" y="15358"/>
                    <a:pt x="26279" y="15358"/>
                  </a:cubicBezTo>
                  <a:cubicBezTo>
                    <a:pt x="26336" y="15358"/>
                    <a:pt x="26408" y="15294"/>
                    <a:pt x="26458" y="15216"/>
                  </a:cubicBezTo>
                  <a:cubicBezTo>
                    <a:pt x="26524" y="15116"/>
                    <a:pt x="26493" y="15094"/>
                    <a:pt x="26461" y="15072"/>
                  </a:cubicBezTo>
                  <a:lnTo>
                    <a:pt x="26461" y="15072"/>
                  </a:lnTo>
                  <a:cubicBezTo>
                    <a:pt x="26437" y="15083"/>
                    <a:pt x="26420" y="15088"/>
                    <a:pt x="26410" y="15088"/>
                  </a:cubicBezTo>
                  <a:cubicBezTo>
                    <a:pt x="26366" y="15088"/>
                    <a:pt x="26439" y="14999"/>
                    <a:pt x="26593" y="14878"/>
                  </a:cubicBezTo>
                  <a:cubicBezTo>
                    <a:pt x="26878" y="14649"/>
                    <a:pt x="27010" y="14452"/>
                    <a:pt x="27141" y="14113"/>
                  </a:cubicBezTo>
                  <a:cubicBezTo>
                    <a:pt x="27279" y="13810"/>
                    <a:pt x="27415" y="13575"/>
                    <a:pt x="27440" y="13575"/>
                  </a:cubicBezTo>
                  <a:cubicBezTo>
                    <a:pt x="27451" y="13575"/>
                    <a:pt x="27441" y="13619"/>
                    <a:pt x="27401" y="13722"/>
                  </a:cubicBezTo>
                  <a:cubicBezTo>
                    <a:pt x="27366" y="13844"/>
                    <a:pt x="27349" y="13903"/>
                    <a:pt x="27354" y="13903"/>
                  </a:cubicBezTo>
                  <a:cubicBezTo>
                    <a:pt x="27359" y="13903"/>
                    <a:pt x="27384" y="13849"/>
                    <a:pt x="27433" y="13744"/>
                  </a:cubicBezTo>
                  <a:lnTo>
                    <a:pt x="27756" y="13252"/>
                  </a:lnTo>
                  <a:cubicBezTo>
                    <a:pt x="27821" y="13154"/>
                    <a:pt x="27856" y="13032"/>
                    <a:pt x="27825" y="13010"/>
                  </a:cubicBezTo>
                  <a:cubicBezTo>
                    <a:pt x="27950" y="12957"/>
                    <a:pt x="28110" y="12782"/>
                    <a:pt x="28179" y="12543"/>
                  </a:cubicBezTo>
                  <a:lnTo>
                    <a:pt x="28307" y="12346"/>
                  </a:lnTo>
                  <a:cubicBezTo>
                    <a:pt x="28357" y="12280"/>
                    <a:pt x="28392" y="12208"/>
                    <a:pt x="28407" y="12127"/>
                  </a:cubicBezTo>
                  <a:cubicBezTo>
                    <a:pt x="28442" y="12007"/>
                    <a:pt x="28536" y="11932"/>
                    <a:pt x="28633" y="11854"/>
                  </a:cubicBezTo>
                  <a:cubicBezTo>
                    <a:pt x="28727" y="11779"/>
                    <a:pt x="28824" y="11700"/>
                    <a:pt x="28793" y="11682"/>
                  </a:cubicBezTo>
                  <a:cubicBezTo>
                    <a:pt x="28762" y="11660"/>
                    <a:pt x="28862" y="11440"/>
                    <a:pt x="28893" y="11321"/>
                  </a:cubicBezTo>
                  <a:cubicBezTo>
                    <a:pt x="28915" y="11242"/>
                    <a:pt x="28964" y="11183"/>
                    <a:pt x="28986" y="11183"/>
                  </a:cubicBezTo>
                  <a:cubicBezTo>
                    <a:pt x="28998" y="11183"/>
                    <a:pt x="29002" y="11201"/>
                    <a:pt x="28990" y="11243"/>
                  </a:cubicBezTo>
                  <a:cubicBezTo>
                    <a:pt x="28998" y="11249"/>
                    <a:pt x="29005" y="11253"/>
                    <a:pt x="29012" y="11253"/>
                  </a:cubicBezTo>
                  <a:cubicBezTo>
                    <a:pt x="29033" y="11253"/>
                    <a:pt x="29063" y="11219"/>
                    <a:pt x="29181" y="11089"/>
                  </a:cubicBezTo>
                  <a:cubicBezTo>
                    <a:pt x="29247" y="10992"/>
                    <a:pt x="29376" y="10795"/>
                    <a:pt x="29344" y="10773"/>
                  </a:cubicBezTo>
                  <a:cubicBezTo>
                    <a:pt x="29313" y="10751"/>
                    <a:pt x="29702" y="10162"/>
                    <a:pt x="29799" y="10086"/>
                  </a:cubicBezTo>
                  <a:cubicBezTo>
                    <a:pt x="29799" y="10086"/>
                    <a:pt x="29865" y="9989"/>
                    <a:pt x="29927" y="9889"/>
                  </a:cubicBezTo>
                  <a:cubicBezTo>
                    <a:pt x="29993" y="9792"/>
                    <a:pt x="30028" y="9673"/>
                    <a:pt x="30090" y="9572"/>
                  </a:cubicBezTo>
                  <a:cubicBezTo>
                    <a:pt x="30134" y="9507"/>
                    <a:pt x="30169" y="9431"/>
                    <a:pt x="30191" y="9356"/>
                  </a:cubicBezTo>
                  <a:cubicBezTo>
                    <a:pt x="30250" y="9266"/>
                    <a:pt x="30307" y="9178"/>
                    <a:pt x="30340" y="9178"/>
                  </a:cubicBezTo>
                  <a:cubicBezTo>
                    <a:pt x="30344" y="9178"/>
                    <a:pt x="30347" y="9179"/>
                    <a:pt x="30350" y="9181"/>
                  </a:cubicBezTo>
                  <a:cubicBezTo>
                    <a:pt x="30354" y="9040"/>
                    <a:pt x="30354" y="9040"/>
                    <a:pt x="30479" y="8983"/>
                  </a:cubicBezTo>
                  <a:cubicBezTo>
                    <a:pt x="30501" y="8999"/>
                    <a:pt x="30516" y="9009"/>
                    <a:pt x="30525" y="9009"/>
                  </a:cubicBezTo>
                  <a:cubicBezTo>
                    <a:pt x="30542" y="9009"/>
                    <a:pt x="30542" y="8977"/>
                    <a:pt x="30542" y="8886"/>
                  </a:cubicBezTo>
                  <a:cubicBezTo>
                    <a:pt x="30573" y="8767"/>
                    <a:pt x="30573" y="8767"/>
                    <a:pt x="30667" y="8689"/>
                  </a:cubicBezTo>
                  <a:cubicBezTo>
                    <a:pt x="30670" y="8690"/>
                    <a:pt x="30673" y="8691"/>
                    <a:pt x="30676" y="8691"/>
                  </a:cubicBezTo>
                  <a:cubicBezTo>
                    <a:pt x="30710" y="8691"/>
                    <a:pt x="30752" y="8603"/>
                    <a:pt x="30723" y="8585"/>
                  </a:cubicBezTo>
                  <a:cubicBezTo>
                    <a:pt x="30714" y="8447"/>
                    <a:pt x="30829" y="8151"/>
                    <a:pt x="30894" y="8151"/>
                  </a:cubicBezTo>
                  <a:cubicBezTo>
                    <a:pt x="30897" y="8151"/>
                    <a:pt x="30899" y="8152"/>
                    <a:pt x="30902" y="8153"/>
                  </a:cubicBezTo>
                  <a:cubicBezTo>
                    <a:pt x="30930" y="8078"/>
                    <a:pt x="30949" y="8002"/>
                    <a:pt x="30955" y="7921"/>
                  </a:cubicBezTo>
                  <a:cubicBezTo>
                    <a:pt x="30940" y="7830"/>
                    <a:pt x="30934" y="7802"/>
                    <a:pt x="30954" y="7802"/>
                  </a:cubicBezTo>
                  <a:cubicBezTo>
                    <a:pt x="30963" y="7802"/>
                    <a:pt x="30979" y="7808"/>
                    <a:pt x="31002" y="7818"/>
                  </a:cubicBezTo>
                  <a:cubicBezTo>
                    <a:pt x="31115" y="7736"/>
                    <a:pt x="31146" y="7620"/>
                    <a:pt x="31112" y="7489"/>
                  </a:cubicBezTo>
                  <a:cubicBezTo>
                    <a:pt x="31118" y="7410"/>
                    <a:pt x="31140" y="7335"/>
                    <a:pt x="31181" y="7266"/>
                  </a:cubicBezTo>
                  <a:cubicBezTo>
                    <a:pt x="31218" y="7159"/>
                    <a:pt x="31306" y="6940"/>
                    <a:pt x="31334" y="6752"/>
                  </a:cubicBezTo>
                  <a:cubicBezTo>
                    <a:pt x="31364" y="6592"/>
                    <a:pt x="31378" y="6463"/>
                    <a:pt x="31350" y="6463"/>
                  </a:cubicBezTo>
                  <a:cubicBezTo>
                    <a:pt x="31346" y="6463"/>
                    <a:pt x="31341" y="6466"/>
                    <a:pt x="31334" y="6473"/>
                  </a:cubicBezTo>
                  <a:lnTo>
                    <a:pt x="31338" y="6445"/>
                  </a:lnTo>
                  <a:cubicBezTo>
                    <a:pt x="31347" y="6379"/>
                    <a:pt x="31353" y="6310"/>
                    <a:pt x="31356" y="6244"/>
                  </a:cubicBezTo>
                  <a:cubicBezTo>
                    <a:pt x="31410" y="6016"/>
                    <a:pt x="31419" y="5900"/>
                    <a:pt x="31375" y="5781"/>
                  </a:cubicBezTo>
                  <a:lnTo>
                    <a:pt x="31338" y="5668"/>
                  </a:lnTo>
                  <a:cubicBezTo>
                    <a:pt x="31372" y="5668"/>
                    <a:pt x="31410" y="5552"/>
                    <a:pt x="31406" y="5433"/>
                  </a:cubicBezTo>
                  <a:cubicBezTo>
                    <a:pt x="31398" y="5333"/>
                    <a:pt x="31397" y="5319"/>
                    <a:pt x="31371" y="5319"/>
                  </a:cubicBezTo>
                  <a:cubicBezTo>
                    <a:pt x="31367" y="5319"/>
                    <a:pt x="31362" y="5319"/>
                    <a:pt x="31356" y="5320"/>
                  </a:cubicBezTo>
                  <a:cubicBezTo>
                    <a:pt x="31349" y="5354"/>
                    <a:pt x="31343" y="5369"/>
                    <a:pt x="31337" y="5369"/>
                  </a:cubicBezTo>
                  <a:cubicBezTo>
                    <a:pt x="31324" y="5369"/>
                    <a:pt x="31316" y="5289"/>
                    <a:pt x="31309" y="5207"/>
                  </a:cubicBezTo>
                  <a:cubicBezTo>
                    <a:pt x="31297" y="5094"/>
                    <a:pt x="31325" y="4975"/>
                    <a:pt x="31363" y="4972"/>
                  </a:cubicBezTo>
                  <a:lnTo>
                    <a:pt x="31341" y="4856"/>
                  </a:lnTo>
                  <a:cubicBezTo>
                    <a:pt x="31338" y="4856"/>
                    <a:pt x="31335" y="4857"/>
                    <a:pt x="31332" y="4857"/>
                  </a:cubicBezTo>
                  <a:cubicBezTo>
                    <a:pt x="31264" y="4857"/>
                    <a:pt x="31245" y="4752"/>
                    <a:pt x="31281" y="4746"/>
                  </a:cubicBezTo>
                  <a:cubicBezTo>
                    <a:pt x="31297" y="4630"/>
                    <a:pt x="31284" y="4511"/>
                    <a:pt x="31247" y="4399"/>
                  </a:cubicBezTo>
                  <a:cubicBezTo>
                    <a:pt x="31245" y="4399"/>
                    <a:pt x="31244" y="4399"/>
                    <a:pt x="31243" y="4399"/>
                  </a:cubicBezTo>
                  <a:cubicBezTo>
                    <a:pt x="31223" y="4399"/>
                    <a:pt x="31219" y="4352"/>
                    <a:pt x="31227" y="4352"/>
                  </a:cubicBezTo>
                  <a:cubicBezTo>
                    <a:pt x="31231" y="4352"/>
                    <a:pt x="31238" y="4364"/>
                    <a:pt x="31247" y="4399"/>
                  </a:cubicBezTo>
                  <a:lnTo>
                    <a:pt x="31284" y="4392"/>
                  </a:lnTo>
                  <a:cubicBezTo>
                    <a:pt x="31289" y="4303"/>
                    <a:pt x="31270" y="4284"/>
                    <a:pt x="31246" y="4284"/>
                  </a:cubicBezTo>
                  <a:cubicBezTo>
                    <a:pt x="31237" y="4284"/>
                    <a:pt x="31228" y="4286"/>
                    <a:pt x="31218" y="4289"/>
                  </a:cubicBezTo>
                  <a:cubicBezTo>
                    <a:pt x="31218" y="4289"/>
                    <a:pt x="31187" y="4176"/>
                    <a:pt x="31156" y="4063"/>
                  </a:cubicBezTo>
                  <a:cubicBezTo>
                    <a:pt x="31132" y="3986"/>
                    <a:pt x="31104" y="3911"/>
                    <a:pt x="31091" y="3911"/>
                  </a:cubicBezTo>
                  <a:cubicBezTo>
                    <a:pt x="31085" y="3911"/>
                    <a:pt x="31082" y="3926"/>
                    <a:pt x="31084" y="3963"/>
                  </a:cubicBezTo>
                  <a:cubicBezTo>
                    <a:pt x="31072" y="3967"/>
                    <a:pt x="31061" y="3970"/>
                    <a:pt x="31049" y="3970"/>
                  </a:cubicBezTo>
                  <a:cubicBezTo>
                    <a:pt x="31023" y="3970"/>
                    <a:pt x="30997" y="3952"/>
                    <a:pt x="30971" y="3878"/>
                  </a:cubicBezTo>
                  <a:cubicBezTo>
                    <a:pt x="30969" y="3879"/>
                    <a:pt x="30967" y="3879"/>
                    <a:pt x="30966" y="3879"/>
                  </a:cubicBezTo>
                  <a:cubicBezTo>
                    <a:pt x="30946" y="3879"/>
                    <a:pt x="30939" y="3834"/>
                    <a:pt x="30947" y="3834"/>
                  </a:cubicBezTo>
                  <a:cubicBezTo>
                    <a:pt x="30951" y="3834"/>
                    <a:pt x="30959" y="3845"/>
                    <a:pt x="30971" y="3878"/>
                  </a:cubicBezTo>
                  <a:cubicBezTo>
                    <a:pt x="31005" y="3866"/>
                    <a:pt x="31043" y="3856"/>
                    <a:pt x="31002" y="3747"/>
                  </a:cubicBezTo>
                  <a:cubicBezTo>
                    <a:pt x="30965" y="3637"/>
                    <a:pt x="30999" y="3625"/>
                    <a:pt x="30999" y="3625"/>
                  </a:cubicBezTo>
                  <a:lnTo>
                    <a:pt x="30999" y="3625"/>
                  </a:lnTo>
                  <a:cubicBezTo>
                    <a:pt x="31009" y="3631"/>
                    <a:pt x="31017" y="3634"/>
                    <a:pt x="31022" y="3634"/>
                  </a:cubicBezTo>
                  <a:cubicBezTo>
                    <a:pt x="31080" y="3634"/>
                    <a:pt x="30885" y="3282"/>
                    <a:pt x="30805" y="3201"/>
                  </a:cubicBezTo>
                  <a:cubicBezTo>
                    <a:pt x="30632" y="3026"/>
                    <a:pt x="30570" y="2935"/>
                    <a:pt x="30636" y="2894"/>
                  </a:cubicBezTo>
                  <a:cubicBezTo>
                    <a:pt x="30701" y="2860"/>
                    <a:pt x="30523" y="2688"/>
                    <a:pt x="30357" y="2659"/>
                  </a:cubicBezTo>
                  <a:lnTo>
                    <a:pt x="30197" y="2628"/>
                  </a:lnTo>
                  <a:lnTo>
                    <a:pt x="30291" y="2565"/>
                  </a:lnTo>
                  <a:cubicBezTo>
                    <a:pt x="30347" y="2393"/>
                    <a:pt x="30360" y="2374"/>
                    <a:pt x="30075" y="2155"/>
                  </a:cubicBezTo>
                  <a:cubicBezTo>
                    <a:pt x="29896" y="2001"/>
                    <a:pt x="29899" y="2001"/>
                    <a:pt x="29927" y="1976"/>
                  </a:cubicBezTo>
                  <a:cubicBezTo>
                    <a:pt x="29959" y="1951"/>
                    <a:pt x="29877" y="1866"/>
                    <a:pt x="29626" y="1622"/>
                  </a:cubicBezTo>
                  <a:cubicBezTo>
                    <a:pt x="29545" y="1531"/>
                    <a:pt x="29451" y="1453"/>
                    <a:pt x="29354" y="1381"/>
                  </a:cubicBezTo>
                  <a:cubicBezTo>
                    <a:pt x="29311" y="1351"/>
                    <a:pt x="29283" y="1337"/>
                    <a:pt x="29265" y="1337"/>
                  </a:cubicBezTo>
                  <a:cubicBezTo>
                    <a:pt x="29259" y="1337"/>
                    <a:pt x="29254" y="1339"/>
                    <a:pt x="29250" y="1343"/>
                  </a:cubicBezTo>
                  <a:lnTo>
                    <a:pt x="29072" y="1199"/>
                  </a:lnTo>
                  <a:cubicBezTo>
                    <a:pt x="29040" y="1109"/>
                    <a:pt x="28931" y="1039"/>
                    <a:pt x="28879" y="1039"/>
                  </a:cubicBezTo>
                  <a:cubicBezTo>
                    <a:pt x="28852" y="1039"/>
                    <a:pt x="28840" y="1057"/>
                    <a:pt x="28859" y="1099"/>
                  </a:cubicBezTo>
                  <a:lnTo>
                    <a:pt x="28668" y="970"/>
                  </a:lnTo>
                  <a:lnTo>
                    <a:pt x="28686" y="939"/>
                  </a:lnTo>
                  <a:cubicBezTo>
                    <a:pt x="28696" y="926"/>
                    <a:pt x="28658" y="876"/>
                    <a:pt x="28505" y="792"/>
                  </a:cubicBezTo>
                  <a:cubicBezTo>
                    <a:pt x="28235" y="635"/>
                    <a:pt x="27953" y="503"/>
                    <a:pt x="27662" y="397"/>
                  </a:cubicBezTo>
                  <a:cubicBezTo>
                    <a:pt x="27417" y="303"/>
                    <a:pt x="27217" y="259"/>
                    <a:pt x="27066" y="212"/>
                  </a:cubicBezTo>
                  <a:cubicBezTo>
                    <a:pt x="26909" y="174"/>
                    <a:pt x="26797" y="162"/>
                    <a:pt x="26718" y="149"/>
                  </a:cubicBezTo>
                  <a:cubicBezTo>
                    <a:pt x="26665" y="142"/>
                    <a:pt x="26626" y="138"/>
                    <a:pt x="26597" y="138"/>
                  </a:cubicBezTo>
                  <a:cubicBezTo>
                    <a:pt x="26540" y="138"/>
                    <a:pt x="26525" y="152"/>
                    <a:pt x="26521" y="177"/>
                  </a:cubicBezTo>
                  <a:cubicBezTo>
                    <a:pt x="26465" y="203"/>
                    <a:pt x="26411" y="216"/>
                    <a:pt x="26370" y="216"/>
                  </a:cubicBezTo>
                  <a:cubicBezTo>
                    <a:pt x="26319" y="216"/>
                    <a:pt x="26287" y="196"/>
                    <a:pt x="26292" y="152"/>
                  </a:cubicBezTo>
                  <a:cubicBezTo>
                    <a:pt x="26297" y="124"/>
                    <a:pt x="26236" y="91"/>
                    <a:pt x="26203" y="91"/>
                  </a:cubicBezTo>
                  <a:cubicBezTo>
                    <a:pt x="26191" y="91"/>
                    <a:pt x="26183" y="96"/>
                    <a:pt x="26182" y="105"/>
                  </a:cubicBezTo>
                  <a:lnTo>
                    <a:pt x="26051" y="86"/>
                  </a:lnTo>
                  <a:cubicBezTo>
                    <a:pt x="25982" y="74"/>
                    <a:pt x="25894" y="58"/>
                    <a:pt x="25838" y="43"/>
                  </a:cubicBezTo>
                  <a:cubicBezTo>
                    <a:pt x="25690" y="12"/>
                    <a:pt x="25583" y="1"/>
                    <a:pt x="25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37"/>
            <p:cNvSpPr/>
            <p:nvPr/>
          </p:nvSpPr>
          <p:spPr>
            <a:xfrm>
              <a:off x="3656734" y="3613591"/>
              <a:ext cx="124633" cy="131874"/>
            </a:xfrm>
            <a:custGeom>
              <a:avLst/>
              <a:gdLst/>
              <a:ahLst/>
              <a:cxnLst/>
              <a:rect l="l" t="t" r="r" b="b"/>
              <a:pathLst>
                <a:path w="6847" h="7301" extrusionOk="0">
                  <a:moveTo>
                    <a:pt x="5738" y="252"/>
                  </a:moveTo>
                  <a:cubicBezTo>
                    <a:pt x="5747" y="252"/>
                    <a:pt x="5752" y="258"/>
                    <a:pt x="5757" y="265"/>
                  </a:cubicBezTo>
                  <a:cubicBezTo>
                    <a:pt x="5767" y="278"/>
                    <a:pt x="5767" y="278"/>
                    <a:pt x="5736" y="300"/>
                  </a:cubicBezTo>
                  <a:cubicBezTo>
                    <a:pt x="5736" y="300"/>
                    <a:pt x="5719" y="305"/>
                    <a:pt x="5705" y="305"/>
                  </a:cubicBezTo>
                  <a:cubicBezTo>
                    <a:pt x="5698" y="305"/>
                    <a:pt x="5692" y="304"/>
                    <a:pt x="5689" y="300"/>
                  </a:cubicBezTo>
                  <a:lnTo>
                    <a:pt x="5710" y="265"/>
                  </a:lnTo>
                  <a:cubicBezTo>
                    <a:pt x="5723" y="256"/>
                    <a:pt x="5731" y="252"/>
                    <a:pt x="5738" y="252"/>
                  </a:cubicBezTo>
                  <a:close/>
                  <a:moveTo>
                    <a:pt x="6021" y="315"/>
                  </a:moveTo>
                  <a:lnTo>
                    <a:pt x="5999" y="347"/>
                  </a:lnTo>
                  <a:lnTo>
                    <a:pt x="6008" y="359"/>
                  </a:lnTo>
                  <a:cubicBezTo>
                    <a:pt x="6040" y="340"/>
                    <a:pt x="6040" y="340"/>
                    <a:pt x="6030" y="328"/>
                  </a:cubicBezTo>
                  <a:lnTo>
                    <a:pt x="6021" y="315"/>
                  </a:lnTo>
                  <a:close/>
                  <a:moveTo>
                    <a:pt x="5833" y="381"/>
                  </a:moveTo>
                  <a:cubicBezTo>
                    <a:pt x="5838" y="381"/>
                    <a:pt x="5842" y="387"/>
                    <a:pt x="5848" y="397"/>
                  </a:cubicBezTo>
                  <a:cubicBezTo>
                    <a:pt x="5858" y="409"/>
                    <a:pt x="5867" y="422"/>
                    <a:pt x="5836" y="444"/>
                  </a:cubicBezTo>
                  <a:lnTo>
                    <a:pt x="5826" y="431"/>
                  </a:lnTo>
                  <a:cubicBezTo>
                    <a:pt x="5838" y="423"/>
                    <a:pt x="5840" y="419"/>
                    <a:pt x="5837" y="419"/>
                  </a:cubicBezTo>
                  <a:cubicBezTo>
                    <a:pt x="5832" y="419"/>
                    <a:pt x="5811" y="431"/>
                    <a:pt x="5795" y="453"/>
                  </a:cubicBezTo>
                  <a:lnTo>
                    <a:pt x="5732" y="497"/>
                  </a:lnTo>
                  <a:cubicBezTo>
                    <a:pt x="5726" y="484"/>
                    <a:pt x="5751" y="450"/>
                    <a:pt x="5779" y="428"/>
                  </a:cubicBezTo>
                  <a:cubicBezTo>
                    <a:pt x="5811" y="394"/>
                    <a:pt x="5824" y="381"/>
                    <a:pt x="5833" y="381"/>
                  </a:cubicBezTo>
                  <a:close/>
                  <a:moveTo>
                    <a:pt x="5284" y="582"/>
                  </a:moveTo>
                  <a:cubicBezTo>
                    <a:pt x="5259" y="591"/>
                    <a:pt x="5237" y="604"/>
                    <a:pt x="5218" y="616"/>
                  </a:cubicBezTo>
                  <a:lnTo>
                    <a:pt x="5215" y="616"/>
                  </a:lnTo>
                  <a:lnTo>
                    <a:pt x="5225" y="629"/>
                  </a:lnTo>
                  <a:cubicBezTo>
                    <a:pt x="5226" y="630"/>
                    <a:pt x="5227" y="631"/>
                    <a:pt x="5229" y="631"/>
                  </a:cubicBezTo>
                  <a:cubicBezTo>
                    <a:pt x="5240" y="631"/>
                    <a:pt x="5267" y="610"/>
                    <a:pt x="5291" y="591"/>
                  </a:cubicBezTo>
                  <a:lnTo>
                    <a:pt x="5284" y="582"/>
                  </a:lnTo>
                  <a:close/>
                  <a:moveTo>
                    <a:pt x="6095" y="1171"/>
                  </a:moveTo>
                  <a:cubicBezTo>
                    <a:pt x="6119" y="1171"/>
                    <a:pt x="6141" y="1178"/>
                    <a:pt x="6143" y="1186"/>
                  </a:cubicBezTo>
                  <a:cubicBezTo>
                    <a:pt x="6148" y="1196"/>
                    <a:pt x="6128" y="1208"/>
                    <a:pt x="6096" y="1208"/>
                  </a:cubicBezTo>
                  <a:cubicBezTo>
                    <a:pt x="6087" y="1208"/>
                    <a:pt x="6078" y="1207"/>
                    <a:pt x="6068" y="1205"/>
                  </a:cubicBezTo>
                  <a:cubicBezTo>
                    <a:pt x="6065" y="1190"/>
                    <a:pt x="6058" y="1177"/>
                    <a:pt x="6058" y="1177"/>
                  </a:cubicBezTo>
                  <a:cubicBezTo>
                    <a:pt x="6070" y="1173"/>
                    <a:pt x="6083" y="1171"/>
                    <a:pt x="6095" y="1171"/>
                  </a:cubicBezTo>
                  <a:close/>
                  <a:moveTo>
                    <a:pt x="6095" y="1260"/>
                  </a:moveTo>
                  <a:cubicBezTo>
                    <a:pt x="6083" y="1260"/>
                    <a:pt x="6069" y="1263"/>
                    <a:pt x="6055" y="1268"/>
                  </a:cubicBezTo>
                  <a:cubicBezTo>
                    <a:pt x="6021" y="1284"/>
                    <a:pt x="6027" y="1296"/>
                    <a:pt x="6036" y="1321"/>
                  </a:cubicBezTo>
                  <a:cubicBezTo>
                    <a:pt x="6040" y="1334"/>
                    <a:pt x="6080" y="1334"/>
                    <a:pt x="6080" y="1334"/>
                  </a:cubicBezTo>
                  <a:cubicBezTo>
                    <a:pt x="6115" y="1321"/>
                    <a:pt x="6112" y="1306"/>
                    <a:pt x="6105" y="1293"/>
                  </a:cubicBezTo>
                  <a:cubicBezTo>
                    <a:pt x="6123" y="1268"/>
                    <a:pt x="6113" y="1260"/>
                    <a:pt x="6095" y="1260"/>
                  </a:cubicBezTo>
                  <a:close/>
                  <a:moveTo>
                    <a:pt x="6498" y="1776"/>
                  </a:moveTo>
                  <a:cubicBezTo>
                    <a:pt x="6517" y="1776"/>
                    <a:pt x="6520" y="1788"/>
                    <a:pt x="6522" y="1801"/>
                  </a:cubicBezTo>
                  <a:lnTo>
                    <a:pt x="6485" y="1807"/>
                  </a:lnTo>
                  <a:lnTo>
                    <a:pt x="6444" y="1801"/>
                  </a:lnTo>
                  <a:lnTo>
                    <a:pt x="6478" y="1779"/>
                  </a:lnTo>
                  <a:cubicBezTo>
                    <a:pt x="6486" y="1777"/>
                    <a:pt x="6492" y="1776"/>
                    <a:pt x="6498" y="1776"/>
                  </a:cubicBezTo>
                  <a:close/>
                  <a:moveTo>
                    <a:pt x="6303" y="1860"/>
                  </a:moveTo>
                  <a:lnTo>
                    <a:pt x="6381" y="1873"/>
                  </a:lnTo>
                  <a:cubicBezTo>
                    <a:pt x="6497" y="1879"/>
                    <a:pt x="6497" y="1882"/>
                    <a:pt x="6422" y="1895"/>
                  </a:cubicBezTo>
                  <a:cubicBezTo>
                    <a:pt x="6406" y="1900"/>
                    <a:pt x="6390" y="1902"/>
                    <a:pt x="6374" y="1902"/>
                  </a:cubicBezTo>
                  <a:cubicBezTo>
                    <a:pt x="6351" y="1902"/>
                    <a:pt x="6328" y="1898"/>
                    <a:pt x="6306" y="1888"/>
                  </a:cubicBezTo>
                  <a:lnTo>
                    <a:pt x="6303" y="1860"/>
                  </a:lnTo>
                  <a:close/>
                  <a:moveTo>
                    <a:pt x="6511" y="2171"/>
                  </a:moveTo>
                  <a:cubicBezTo>
                    <a:pt x="6528" y="2171"/>
                    <a:pt x="6561" y="2177"/>
                    <a:pt x="6610" y="2183"/>
                  </a:cubicBezTo>
                  <a:cubicBezTo>
                    <a:pt x="6637" y="2200"/>
                    <a:pt x="6646" y="2205"/>
                    <a:pt x="6627" y="2205"/>
                  </a:cubicBezTo>
                  <a:cubicBezTo>
                    <a:pt x="6617" y="2205"/>
                    <a:pt x="6600" y="2204"/>
                    <a:pt x="6575" y="2202"/>
                  </a:cubicBezTo>
                  <a:lnTo>
                    <a:pt x="6497" y="2177"/>
                  </a:lnTo>
                  <a:cubicBezTo>
                    <a:pt x="6497" y="2172"/>
                    <a:pt x="6502" y="2171"/>
                    <a:pt x="6511" y="2171"/>
                  </a:cubicBezTo>
                  <a:close/>
                  <a:moveTo>
                    <a:pt x="6391" y="2302"/>
                  </a:moveTo>
                  <a:cubicBezTo>
                    <a:pt x="6416" y="2302"/>
                    <a:pt x="6441" y="2305"/>
                    <a:pt x="6466" y="2311"/>
                  </a:cubicBezTo>
                  <a:lnTo>
                    <a:pt x="6466" y="2327"/>
                  </a:lnTo>
                  <a:cubicBezTo>
                    <a:pt x="6453" y="2328"/>
                    <a:pt x="6441" y="2329"/>
                    <a:pt x="6430" y="2329"/>
                  </a:cubicBezTo>
                  <a:cubicBezTo>
                    <a:pt x="6407" y="2329"/>
                    <a:pt x="6391" y="2326"/>
                    <a:pt x="6391" y="2318"/>
                  </a:cubicBezTo>
                  <a:lnTo>
                    <a:pt x="6391" y="2302"/>
                  </a:lnTo>
                  <a:close/>
                  <a:moveTo>
                    <a:pt x="6318" y="2581"/>
                  </a:moveTo>
                  <a:cubicBezTo>
                    <a:pt x="6327" y="2581"/>
                    <a:pt x="6353" y="2602"/>
                    <a:pt x="6353" y="2612"/>
                  </a:cubicBezTo>
                  <a:lnTo>
                    <a:pt x="6315" y="2612"/>
                  </a:lnTo>
                  <a:cubicBezTo>
                    <a:pt x="6315" y="2597"/>
                    <a:pt x="6278" y="2584"/>
                    <a:pt x="6315" y="2584"/>
                  </a:cubicBezTo>
                  <a:cubicBezTo>
                    <a:pt x="6315" y="2582"/>
                    <a:pt x="6316" y="2581"/>
                    <a:pt x="6318" y="2581"/>
                  </a:cubicBezTo>
                  <a:close/>
                  <a:moveTo>
                    <a:pt x="6500" y="2706"/>
                  </a:moveTo>
                  <a:cubicBezTo>
                    <a:pt x="6538" y="2709"/>
                    <a:pt x="6575" y="2709"/>
                    <a:pt x="6575" y="2725"/>
                  </a:cubicBezTo>
                  <a:cubicBezTo>
                    <a:pt x="6597" y="2737"/>
                    <a:pt x="6590" y="2746"/>
                    <a:pt x="6564" y="2746"/>
                  </a:cubicBezTo>
                  <a:cubicBezTo>
                    <a:pt x="6548" y="2746"/>
                    <a:pt x="6525" y="2743"/>
                    <a:pt x="6497" y="2735"/>
                  </a:cubicBezTo>
                  <a:cubicBezTo>
                    <a:pt x="6500" y="2722"/>
                    <a:pt x="6500" y="2722"/>
                    <a:pt x="6500" y="2706"/>
                  </a:cubicBezTo>
                  <a:close/>
                  <a:moveTo>
                    <a:pt x="6560" y="2844"/>
                  </a:moveTo>
                  <a:lnTo>
                    <a:pt x="6557" y="2860"/>
                  </a:lnTo>
                  <a:cubicBezTo>
                    <a:pt x="6557" y="2871"/>
                    <a:pt x="6557" y="2874"/>
                    <a:pt x="6544" y="2874"/>
                  </a:cubicBezTo>
                  <a:cubicBezTo>
                    <a:pt x="6539" y="2874"/>
                    <a:pt x="6531" y="2873"/>
                    <a:pt x="6519" y="2872"/>
                  </a:cubicBezTo>
                  <a:lnTo>
                    <a:pt x="6519" y="2857"/>
                  </a:lnTo>
                  <a:lnTo>
                    <a:pt x="6560" y="2844"/>
                  </a:lnTo>
                  <a:close/>
                  <a:moveTo>
                    <a:pt x="6617" y="3027"/>
                  </a:moveTo>
                  <a:cubicBezTo>
                    <a:pt x="6602" y="3027"/>
                    <a:pt x="6587" y="3029"/>
                    <a:pt x="6572" y="3032"/>
                  </a:cubicBezTo>
                  <a:cubicBezTo>
                    <a:pt x="6569" y="3045"/>
                    <a:pt x="6607" y="3051"/>
                    <a:pt x="6607" y="3051"/>
                  </a:cubicBezTo>
                  <a:cubicBezTo>
                    <a:pt x="6607" y="3051"/>
                    <a:pt x="6618" y="3054"/>
                    <a:pt x="6629" y="3054"/>
                  </a:cubicBezTo>
                  <a:cubicBezTo>
                    <a:pt x="6638" y="3054"/>
                    <a:pt x="6646" y="3052"/>
                    <a:pt x="6647" y="3045"/>
                  </a:cubicBezTo>
                  <a:lnTo>
                    <a:pt x="6651" y="3029"/>
                  </a:lnTo>
                  <a:cubicBezTo>
                    <a:pt x="6639" y="3028"/>
                    <a:pt x="6628" y="3027"/>
                    <a:pt x="6617" y="3027"/>
                  </a:cubicBezTo>
                  <a:close/>
                  <a:moveTo>
                    <a:pt x="5538" y="3048"/>
                  </a:moveTo>
                  <a:cubicBezTo>
                    <a:pt x="5525" y="3048"/>
                    <a:pt x="5536" y="3059"/>
                    <a:pt x="5588" y="3082"/>
                  </a:cubicBezTo>
                  <a:cubicBezTo>
                    <a:pt x="5607" y="3087"/>
                    <a:pt x="5616" y="3089"/>
                    <a:pt x="5622" y="3089"/>
                  </a:cubicBezTo>
                  <a:cubicBezTo>
                    <a:pt x="5627" y="3089"/>
                    <a:pt x="5627" y="3087"/>
                    <a:pt x="5629" y="3082"/>
                  </a:cubicBezTo>
                  <a:cubicBezTo>
                    <a:pt x="5607" y="3070"/>
                    <a:pt x="5582" y="3057"/>
                    <a:pt x="5557" y="3051"/>
                  </a:cubicBezTo>
                  <a:cubicBezTo>
                    <a:pt x="5548" y="3049"/>
                    <a:pt x="5542" y="3048"/>
                    <a:pt x="5538" y="3048"/>
                  </a:cubicBezTo>
                  <a:close/>
                  <a:moveTo>
                    <a:pt x="6372" y="3070"/>
                  </a:moveTo>
                  <a:cubicBezTo>
                    <a:pt x="6409" y="3076"/>
                    <a:pt x="6406" y="3092"/>
                    <a:pt x="6406" y="3092"/>
                  </a:cubicBezTo>
                  <a:cubicBezTo>
                    <a:pt x="6401" y="3105"/>
                    <a:pt x="6398" y="3115"/>
                    <a:pt x="6378" y="3115"/>
                  </a:cubicBezTo>
                  <a:cubicBezTo>
                    <a:pt x="6374" y="3115"/>
                    <a:pt x="6369" y="3115"/>
                    <a:pt x="6362" y="3114"/>
                  </a:cubicBezTo>
                  <a:cubicBezTo>
                    <a:pt x="6362" y="3114"/>
                    <a:pt x="6325" y="3104"/>
                    <a:pt x="6328" y="3092"/>
                  </a:cubicBezTo>
                  <a:cubicBezTo>
                    <a:pt x="6331" y="3076"/>
                    <a:pt x="6372" y="3070"/>
                    <a:pt x="6372" y="3070"/>
                  </a:cubicBezTo>
                  <a:close/>
                  <a:moveTo>
                    <a:pt x="6303" y="3333"/>
                  </a:moveTo>
                  <a:cubicBezTo>
                    <a:pt x="6344" y="3333"/>
                    <a:pt x="6344" y="3333"/>
                    <a:pt x="6334" y="3358"/>
                  </a:cubicBezTo>
                  <a:cubicBezTo>
                    <a:pt x="6333" y="3364"/>
                    <a:pt x="6327" y="3366"/>
                    <a:pt x="6319" y="3366"/>
                  </a:cubicBezTo>
                  <a:cubicBezTo>
                    <a:pt x="6308" y="3366"/>
                    <a:pt x="6293" y="3361"/>
                    <a:pt x="6293" y="3361"/>
                  </a:cubicBezTo>
                  <a:cubicBezTo>
                    <a:pt x="6259" y="3352"/>
                    <a:pt x="6300" y="3349"/>
                    <a:pt x="6303" y="3333"/>
                  </a:cubicBezTo>
                  <a:close/>
                  <a:moveTo>
                    <a:pt x="6836" y="3356"/>
                  </a:moveTo>
                  <a:cubicBezTo>
                    <a:pt x="6830" y="3356"/>
                    <a:pt x="6821" y="3358"/>
                    <a:pt x="6807" y="3361"/>
                  </a:cubicBezTo>
                  <a:cubicBezTo>
                    <a:pt x="6804" y="3377"/>
                    <a:pt x="6798" y="3393"/>
                    <a:pt x="6798" y="3393"/>
                  </a:cubicBezTo>
                  <a:cubicBezTo>
                    <a:pt x="6814" y="3397"/>
                    <a:pt x="6824" y="3399"/>
                    <a:pt x="6829" y="3399"/>
                  </a:cubicBezTo>
                  <a:cubicBezTo>
                    <a:pt x="6836" y="3399"/>
                    <a:pt x="6837" y="3395"/>
                    <a:pt x="6839" y="3386"/>
                  </a:cubicBezTo>
                  <a:cubicBezTo>
                    <a:pt x="6845" y="3364"/>
                    <a:pt x="6847" y="3356"/>
                    <a:pt x="6836" y="3356"/>
                  </a:cubicBezTo>
                  <a:close/>
                  <a:moveTo>
                    <a:pt x="6249" y="3593"/>
                  </a:moveTo>
                  <a:cubicBezTo>
                    <a:pt x="6275" y="3593"/>
                    <a:pt x="6303" y="3596"/>
                    <a:pt x="6325" y="3606"/>
                  </a:cubicBezTo>
                  <a:cubicBezTo>
                    <a:pt x="6348" y="3616"/>
                    <a:pt x="6354" y="3625"/>
                    <a:pt x="6332" y="3625"/>
                  </a:cubicBezTo>
                  <a:cubicBezTo>
                    <a:pt x="6321" y="3625"/>
                    <a:pt x="6303" y="3623"/>
                    <a:pt x="6278" y="3618"/>
                  </a:cubicBezTo>
                  <a:cubicBezTo>
                    <a:pt x="6243" y="3606"/>
                    <a:pt x="6243" y="3606"/>
                    <a:pt x="6249" y="3593"/>
                  </a:cubicBezTo>
                  <a:close/>
                  <a:moveTo>
                    <a:pt x="6102" y="3637"/>
                  </a:moveTo>
                  <a:cubicBezTo>
                    <a:pt x="6118" y="3644"/>
                    <a:pt x="6118" y="3648"/>
                    <a:pt x="6114" y="3648"/>
                  </a:cubicBezTo>
                  <a:cubicBezTo>
                    <a:pt x="6109" y="3648"/>
                    <a:pt x="6099" y="3644"/>
                    <a:pt x="6102" y="3637"/>
                  </a:cubicBezTo>
                  <a:close/>
                  <a:moveTo>
                    <a:pt x="6206" y="3684"/>
                  </a:moveTo>
                  <a:lnTo>
                    <a:pt x="6246" y="3687"/>
                  </a:lnTo>
                  <a:lnTo>
                    <a:pt x="6275" y="3715"/>
                  </a:lnTo>
                  <a:lnTo>
                    <a:pt x="6268" y="3728"/>
                  </a:lnTo>
                  <a:cubicBezTo>
                    <a:pt x="6234" y="3712"/>
                    <a:pt x="6199" y="3697"/>
                    <a:pt x="6206" y="3684"/>
                  </a:cubicBezTo>
                  <a:close/>
                  <a:moveTo>
                    <a:pt x="6174" y="3750"/>
                  </a:moveTo>
                  <a:lnTo>
                    <a:pt x="6174" y="3750"/>
                  </a:lnTo>
                  <a:cubicBezTo>
                    <a:pt x="6191" y="3757"/>
                    <a:pt x="6190" y="3761"/>
                    <a:pt x="6186" y="3761"/>
                  </a:cubicBezTo>
                  <a:cubicBezTo>
                    <a:pt x="6181" y="3761"/>
                    <a:pt x="6171" y="3757"/>
                    <a:pt x="6174" y="3750"/>
                  </a:cubicBezTo>
                  <a:close/>
                  <a:moveTo>
                    <a:pt x="5601" y="4392"/>
                  </a:moveTo>
                  <a:lnTo>
                    <a:pt x="5638" y="4408"/>
                  </a:lnTo>
                  <a:lnTo>
                    <a:pt x="5654" y="4446"/>
                  </a:lnTo>
                  <a:lnTo>
                    <a:pt x="5645" y="4455"/>
                  </a:lnTo>
                  <a:cubicBezTo>
                    <a:pt x="5616" y="4430"/>
                    <a:pt x="5591" y="4402"/>
                    <a:pt x="5601" y="4392"/>
                  </a:cubicBezTo>
                  <a:close/>
                  <a:moveTo>
                    <a:pt x="5356" y="4611"/>
                  </a:moveTo>
                  <a:cubicBezTo>
                    <a:pt x="5371" y="4611"/>
                    <a:pt x="5405" y="4670"/>
                    <a:pt x="5428" y="4696"/>
                  </a:cubicBezTo>
                  <a:cubicBezTo>
                    <a:pt x="5425" y="4700"/>
                    <a:pt x="5423" y="4702"/>
                    <a:pt x="5420" y="4702"/>
                  </a:cubicBezTo>
                  <a:cubicBezTo>
                    <a:pt x="5416" y="4702"/>
                    <a:pt x="5410" y="4695"/>
                    <a:pt x="5394" y="4678"/>
                  </a:cubicBezTo>
                  <a:cubicBezTo>
                    <a:pt x="5378" y="4656"/>
                    <a:pt x="5366" y="4634"/>
                    <a:pt x="5353" y="4612"/>
                  </a:cubicBezTo>
                  <a:cubicBezTo>
                    <a:pt x="5354" y="4611"/>
                    <a:pt x="5355" y="4611"/>
                    <a:pt x="5356" y="4611"/>
                  </a:cubicBezTo>
                  <a:close/>
                  <a:moveTo>
                    <a:pt x="5093" y="4931"/>
                  </a:moveTo>
                  <a:lnTo>
                    <a:pt x="5128" y="4950"/>
                  </a:lnTo>
                  <a:lnTo>
                    <a:pt x="5143" y="4988"/>
                  </a:lnTo>
                  <a:lnTo>
                    <a:pt x="5134" y="4997"/>
                  </a:lnTo>
                  <a:cubicBezTo>
                    <a:pt x="5109" y="4969"/>
                    <a:pt x="5084" y="4941"/>
                    <a:pt x="5093" y="4931"/>
                  </a:cubicBezTo>
                  <a:close/>
                  <a:moveTo>
                    <a:pt x="179" y="4964"/>
                  </a:moveTo>
                  <a:cubicBezTo>
                    <a:pt x="182" y="4964"/>
                    <a:pt x="167" y="4975"/>
                    <a:pt x="135" y="5000"/>
                  </a:cubicBezTo>
                  <a:cubicBezTo>
                    <a:pt x="111" y="5022"/>
                    <a:pt x="87" y="5043"/>
                    <a:pt x="75" y="5043"/>
                  </a:cubicBezTo>
                  <a:cubicBezTo>
                    <a:pt x="73" y="5043"/>
                    <a:pt x="71" y="5042"/>
                    <a:pt x="70" y="5041"/>
                  </a:cubicBezTo>
                  <a:cubicBezTo>
                    <a:pt x="54" y="5047"/>
                    <a:pt x="44" y="5049"/>
                    <a:pt x="39" y="5049"/>
                  </a:cubicBezTo>
                  <a:cubicBezTo>
                    <a:pt x="20" y="5049"/>
                    <a:pt x="70" y="5013"/>
                    <a:pt x="129" y="4991"/>
                  </a:cubicBezTo>
                  <a:cubicBezTo>
                    <a:pt x="160" y="4973"/>
                    <a:pt x="177" y="4964"/>
                    <a:pt x="179" y="4964"/>
                  </a:cubicBezTo>
                  <a:close/>
                  <a:moveTo>
                    <a:pt x="5388" y="4978"/>
                  </a:moveTo>
                  <a:cubicBezTo>
                    <a:pt x="5406" y="4997"/>
                    <a:pt x="5419" y="5019"/>
                    <a:pt x="5428" y="5044"/>
                  </a:cubicBezTo>
                  <a:lnTo>
                    <a:pt x="5419" y="5054"/>
                  </a:lnTo>
                  <a:cubicBezTo>
                    <a:pt x="5394" y="5025"/>
                    <a:pt x="5369" y="4997"/>
                    <a:pt x="5378" y="4988"/>
                  </a:cubicBezTo>
                  <a:lnTo>
                    <a:pt x="5388" y="4978"/>
                  </a:lnTo>
                  <a:close/>
                  <a:moveTo>
                    <a:pt x="4379" y="5539"/>
                  </a:moveTo>
                  <a:cubicBezTo>
                    <a:pt x="4413" y="5561"/>
                    <a:pt x="4429" y="5596"/>
                    <a:pt x="4419" y="5605"/>
                  </a:cubicBezTo>
                  <a:lnTo>
                    <a:pt x="4416" y="5605"/>
                  </a:lnTo>
                  <a:cubicBezTo>
                    <a:pt x="4408" y="5614"/>
                    <a:pt x="4403" y="5618"/>
                    <a:pt x="4398" y="5618"/>
                  </a:cubicBezTo>
                  <a:cubicBezTo>
                    <a:pt x="4392" y="5618"/>
                    <a:pt x="4386" y="5611"/>
                    <a:pt x="4372" y="5596"/>
                  </a:cubicBezTo>
                  <a:cubicBezTo>
                    <a:pt x="4354" y="5580"/>
                    <a:pt x="4357" y="5552"/>
                    <a:pt x="4379" y="5539"/>
                  </a:cubicBezTo>
                  <a:close/>
                  <a:moveTo>
                    <a:pt x="3977" y="5931"/>
                  </a:moveTo>
                  <a:cubicBezTo>
                    <a:pt x="3993" y="5950"/>
                    <a:pt x="4009" y="5972"/>
                    <a:pt x="4018" y="5997"/>
                  </a:cubicBezTo>
                  <a:lnTo>
                    <a:pt x="4006" y="6006"/>
                  </a:lnTo>
                  <a:cubicBezTo>
                    <a:pt x="3981" y="5978"/>
                    <a:pt x="3956" y="5950"/>
                    <a:pt x="3968" y="5940"/>
                  </a:cubicBezTo>
                  <a:lnTo>
                    <a:pt x="3977" y="5931"/>
                  </a:lnTo>
                  <a:close/>
                  <a:moveTo>
                    <a:pt x="1393" y="6425"/>
                  </a:moveTo>
                  <a:cubicBezTo>
                    <a:pt x="1398" y="6425"/>
                    <a:pt x="1402" y="6426"/>
                    <a:pt x="1405" y="6429"/>
                  </a:cubicBezTo>
                  <a:cubicBezTo>
                    <a:pt x="1411" y="6439"/>
                    <a:pt x="1354" y="6489"/>
                    <a:pt x="1311" y="6492"/>
                  </a:cubicBezTo>
                  <a:cubicBezTo>
                    <a:pt x="1301" y="6483"/>
                    <a:pt x="1301" y="6483"/>
                    <a:pt x="1329" y="6458"/>
                  </a:cubicBezTo>
                  <a:cubicBezTo>
                    <a:pt x="1351" y="6439"/>
                    <a:pt x="1378" y="6425"/>
                    <a:pt x="1393" y="6425"/>
                  </a:cubicBezTo>
                  <a:close/>
                  <a:moveTo>
                    <a:pt x="2722" y="6728"/>
                  </a:moveTo>
                  <a:cubicBezTo>
                    <a:pt x="2721" y="6728"/>
                    <a:pt x="2724" y="6735"/>
                    <a:pt x="2732" y="6747"/>
                  </a:cubicBezTo>
                  <a:lnTo>
                    <a:pt x="2732" y="6747"/>
                  </a:lnTo>
                  <a:cubicBezTo>
                    <a:pt x="2727" y="6734"/>
                    <a:pt x="2723" y="6728"/>
                    <a:pt x="2722" y="6728"/>
                  </a:cubicBezTo>
                  <a:close/>
                  <a:moveTo>
                    <a:pt x="2732" y="6747"/>
                  </a:moveTo>
                  <a:lnTo>
                    <a:pt x="2732" y="6747"/>
                  </a:lnTo>
                  <a:cubicBezTo>
                    <a:pt x="2733" y="6749"/>
                    <a:pt x="2734" y="6752"/>
                    <a:pt x="2735" y="6754"/>
                  </a:cubicBezTo>
                  <a:lnTo>
                    <a:pt x="2735" y="6754"/>
                  </a:lnTo>
                  <a:cubicBezTo>
                    <a:pt x="2734" y="6753"/>
                    <a:pt x="2734" y="6751"/>
                    <a:pt x="2733" y="6749"/>
                  </a:cubicBezTo>
                  <a:cubicBezTo>
                    <a:pt x="2733" y="6748"/>
                    <a:pt x="2733" y="6748"/>
                    <a:pt x="2732" y="6747"/>
                  </a:cubicBezTo>
                  <a:close/>
                  <a:moveTo>
                    <a:pt x="1837" y="6701"/>
                  </a:moveTo>
                  <a:cubicBezTo>
                    <a:pt x="1841" y="6701"/>
                    <a:pt x="1841" y="6705"/>
                    <a:pt x="1831" y="6718"/>
                  </a:cubicBezTo>
                  <a:lnTo>
                    <a:pt x="1809" y="6746"/>
                  </a:lnTo>
                  <a:cubicBezTo>
                    <a:pt x="1787" y="6760"/>
                    <a:pt x="1764" y="6773"/>
                    <a:pt x="1755" y="6773"/>
                  </a:cubicBezTo>
                  <a:cubicBezTo>
                    <a:pt x="1751" y="6773"/>
                    <a:pt x="1751" y="6769"/>
                    <a:pt x="1759" y="6758"/>
                  </a:cubicBezTo>
                  <a:cubicBezTo>
                    <a:pt x="1778" y="6736"/>
                    <a:pt x="1796" y="6721"/>
                    <a:pt x="1818" y="6708"/>
                  </a:cubicBezTo>
                  <a:cubicBezTo>
                    <a:pt x="1818" y="6708"/>
                    <a:pt x="1831" y="6701"/>
                    <a:pt x="1837" y="6701"/>
                  </a:cubicBezTo>
                  <a:close/>
                  <a:moveTo>
                    <a:pt x="2611" y="6884"/>
                  </a:moveTo>
                  <a:lnTo>
                    <a:pt x="2611" y="6884"/>
                  </a:lnTo>
                  <a:cubicBezTo>
                    <a:pt x="2601" y="6886"/>
                    <a:pt x="2599" y="6903"/>
                    <a:pt x="2602" y="6903"/>
                  </a:cubicBezTo>
                  <a:cubicBezTo>
                    <a:pt x="2604" y="6903"/>
                    <a:pt x="2607" y="6898"/>
                    <a:pt x="2611" y="6884"/>
                  </a:cubicBezTo>
                  <a:close/>
                  <a:moveTo>
                    <a:pt x="3247" y="6849"/>
                  </a:moveTo>
                  <a:lnTo>
                    <a:pt x="3282" y="6871"/>
                  </a:lnTo>
                  <a:cubicBezTo>
                    <a:pt x="3307" y="6899"/>
                    <a:pt x="3297" y="6909"/>
                    <a:pt x="3297" y="6909"/>
                  </a:cubicBezTo>
                  <a:cubicBezTo>
                    <a:pt x="3293" y="6911"/>
                    <a:pt x="3291" y="6912"/>
                    <a:pt x="3288" y="6912"/>
                  </a:cubicBezTo>
                  <a:cubicBezTo>
                    <a:pt x="3282" y="6912"/>
                    <a:pt x="3277" y="6906"/>
                    <a:pt x="3260" y="6887"/>
                  </a:cubicBezTo>
                  <a:cubicBezTo>
                    <a:pt x="3260" y="6887"/>
                    <a:pt x="3235" y="6859"/>
                    <a:pt x="3247" y="6849"/>
                  </a:cubicBezTo>
                  <a:close/>
                  <a:moveTo>
                    <a:pt x="2860" y="6868"/>
                  </a:moveTo>
                  <a:cubicBezTo>
                    <a:pt x="2868" y="6868"/>
                    <a:pt x="2868" y="6877"/>
                    <a:pt x="2868" y="6906"/>
                  </a:cubicBezTo>
                  <a:cubicBezTo>
                    <a:pt x="2866" y="6928"/>
                    <a:pt x="2860" y="6940"/>
                    <a:pt x="2852" y="6940"/>
                  </a:cubicBezTo>
                  <a:cubicBezTo>
                    <a:pt x="2846" y="6940"/>
                    <a:pt x="2839" y="6932"/>
                    <a:pt x="2834" y="6915"/>
                  </a:cubicBezTo>
                  <a:cubicBezTo>
                    <a:pt x="2824" y="6881"/>
                    <a:pt x="2821" y="6881"/>
                    <a:pt x="2837" y="6874"/>
                  </a:cubicBezTo>
                  <a:cubicBezTo>
                    <a:pt x="2848" y="6871"/>
                    <a:pt x="2855" y="6868"/>
                    <a:pt x="2860" y="6868"/>
                  </a:cubicBezTo>
                  <a:close/>
                  <a:moveTo>
                    <a:pt x="2727" y="6906"/>
                  </a:moveTo>
                  <a:lnTo>
                    <a:pt x="2752" y="6940"/>
                  </a:lnTo>
                  <a:lnTo>
                    <a:pt x="2736" y="6943"/>
                  </a:lnTo>
                  <a:cubicBezTo>
                    <a:pt x="2732" y="6944"/>
                    <a:pt x="2729" y="6945"/>
                    <a:pt x="2726" y="6945"/>
                  </a:cubicBezTo>
                  <a:cubicBezTo>
                    <a:pt x="2717" y="6945"/>
                    <a:pt x="2716" y="6938"/>
                    <a:pt x="2711" y="6909"/>
                  </a:cubicBezTo>
                  <a:lnTo>
                    <a:pt x="2727" y="6906"/>
                  </a:lnTo>
                  <a:close/>
                  <a:moveTo>
                    <a:pt x="2567" y="6928"/>
                  </a:moveTo>
                  <a:lnTo>
                    <a:pt x="2586" y="6962"/>
                  </a:lnTo>
                  <a:lnTo>
                    <a:pt x="2567" y="6965"/>
                  </a:lnTo>
                  <a:cubicBezTo>
                    <a:pt x="2552" y="6965"/>
                    <a:pt x="2552" y="6965"/>
                    <a:pt x="2552" y="6928"/>
                  </a:cubicBezTo>
                  <a:close/>
                  <a:moveTo>
                    <a:pt x="2401" y="6956"/>
                  </a:moveTo>
                  <a:cubicBezTo>
                    <a:pt x="2411" y="6981"/>
                    <a:pt x="2414" y="7006"/>
                    <a:pt x="2411" y="7034"/>
                  </a:cubicBezTo>
                  <a:lnTo>
                    <a:pt x="2395" y="7031"/>
                  </a:lnTo>
                  <a:cubicBezTo>
                    <a:pt x="2376" y="7028"/>
                    <a:pt x="2382" y="6990"/>
                    <a:pt x="2382" y="6990"/>
                  </a:cubicBezTo>
                  <a:cubicBezTo>
                    <a:pt x="2382" y="6990"/>
                    <a:pt x="2386" y="6956"/>
                    <a:pt x="2401" y="6956"/>
                  </a:cubicBezTo>
                  <a:close/>
                  <a:moveTo>
                    <a:pt x="3069" y="7018"/>
                  </a:moveTo>
                  <a:lnTo>
                    <a:pt x="3106" y="7040"/>
                  </a:lnTo>
                  <a:lnTo>
                    <a:pt x="3106" y="7084"/>
                  </a:lnTo>
                  <a:lnTo>
                    <a:pt x="3087" y="7097"/>
                  </a:lnTo>
                  <a:cubicBezTo>
                    <a:pt x="3069" y="7062"/>
                    <a:pt x="3053" y="7031"/>
                    <a:pt x="3069" y="7018"/>
                  </a:cubicBezTo>
                  <a:close/>
                  <a:moveTo>
                    <a:pt x="5776" y="0"/>
                  </a:moveTo>
                  <a:cubicBezTo>
                    <a:pt x="5771" y="0"/>
                    <a:pt x="5762" y="3"/>
                    <a:pt x="5748" y="8"/>
                  </a:cubicBezTo>
                  <a:cubicBezTo>
                    <a:pt x="5692" y="55"/>
                    <a:pt x="5660" y="80"/>
                    <a:pt x="5670" y="93"/>
                  </a:cubicBezTo>
                  <a:cubicBezTo>
                    <a:pt x="5679" y="105"/>
                    <a:pt x="5679" y="105"/>
                    <a:pt x="5651" y="127"/>
                  </a:cubicBezTo>
                  <a:lnTo>
                    <a:pt x="5632" y="105"/>
                  </a:lnTo>
                  <a:cubicBezTo>
                    <a:pt x="5623" y="93"/>
                    <a:pt x="5613" y="83"/>
                    <a:pt x="5569" y="83"/>
                  </a:cubicBezTo>
                  <a:cubicBezTo>
                    <a:pt x="5557" y="83"/>
                    <a:pt x="5544" y="86"/>
                    <a:pt x="5532" y="93"/>
                  </a:cubicBezTo>
                  <a:lnTo>
                    <a:pt x="5516" y="102"/>
                  </a:lnTo>
                  <a:lnTo>
                    <a:pt x="5510" y="105"/>
                  </a:lnTo>
                  <a:lnTo>
                    <a:pt x="5369" y="234"/>
                  </a:lnTo>
                  <a:lnTo>
                    <a:pt x="5504" y="112"/>
                  </a:lnTo>
                  <a:lnTo>
                    <a:pt x="5501" y="115"/>
                  </a:lnTo>
                  <a:lnTo>
                    <a:pt x="5497" y="121"/>
                  </a:lnTo>
                  <a:cubicBezTo>
                    <a:pt x="5494" y="121"/>
                    <a:pt x="5494" y="124"/>
                    <a:pt x="5494" y="127"/>
                  </a:cubicBezTo>
                  <a:cubicBezTo>
                    <a:pt x="5494" y="130"/>
                    <a:pt x="5497" y="134"/>
                    <a:pt x="5510" y="134"/>
                  </a:cubicBezTo>
                  <a:lnTo>
                    <a:pt x="5491" y="168"/>
                  </a:lnTo>
                  <a:cubicBezTo>
                    <a:pt x="5441" y="211"/>
                    <a:pt x="5426" y="237"/>
                    <a:pt x="5437" y="237"/>
                  </a:cubicBezTo>
                  <a:cubicBezTo>
                    <a:pt x="5446" y="237"/>
                    <a:pt x="5471" y="222"/>
                    <a:pt x="5507" y="190"/>
                  </a:cubicBezTo>
                  <a:cubicBezTo>
                    <a:pt x="5553" y="152"/>
                    <a:pt x="5575" y="134"/>
                    <a:pt x="5578" y="134"/>
                  </a:cubicBezTo>
                  <a:lnTo>
                    <a:pt x="5578" y="134"/>
                  </a:lnTo>
                  <a:cubicBezTo>
                    <a:pt x="5581" y="134"/>
                    <a:pt x="5568" y="149"/>
                    <a:pt x="5544" y="177"/>
                  </a:cubicBezTo>
                  <a:cubicBezTo>
                    <a:pt x="5488" y="228"/>
                    <a:pt x="5497" y="237"/>
                    <a:pt x="5504" y="249"/>
                  </a:cubicBezTo>
                  <a:cubicBezTo>
                    <a:pt x="5513" y="259"/>
                    <a:pt x="5513" y="259"/>
                    <a:pt x="5485" y="284"/>
                  </a:cubicBezTo>
                  <a:cubicBezTo>
                    <a:pt x="5454" y="309"/>
                    <a:pt x="5435" y="343"/>
                    <a:pt x="5441" y="353"/>
                  </a:cubicBezTo>
                  <a:cubicBezTo>
                    <a:pt x="5445" y="358"/>
                    <a:pt x="5447" y="361"/>
                    <a:pt x="5450" y="361"/>
                  </a:cubicBezTo>
                  <a:cubicBezTo>
                    <a:pt x="5455" y="361"/>
                    <a:pt x="5462" y="355"/>
                    <a:pt x="5479" y="340"/>
                  </a:cubicBezTo>
                  <a:cubicBezTo>
                    <a:pt x="5486" y="329"/>
                    <a:pt x="5493" y="324"/>
                    <a:pt x="5497" y="324"/>
                  </a:cubicBezTo>
                  <a:cubicBezTo>
                    <a:pt x="5505" y="324"/>
                    <a:pt x="5502" y="346"/>
                    <a:pt x="5466" y="384"/>
                  </a:cubicBezTo>
                  <a:cubicBezTo>
                    <a:pt x="5457" y="400"/>
                    <a:pt x="5453" y="409"/>
                    <a:pt x="5456" y="409"/>
                  </a:cubicBezTo>
                  <a:cubicBezTo>
                    <a:pt x="5460" y="409"/>
                    <a:pt x="5475" y="397"/>
                    <a:pt x="5507" y="372"/>
                  </a:cubicBezTo>
                  <a:cubicBezTo>
                    <a:pt x="5528" y="354"/>
                    <a:pt x="5544" y="346"/>
                    <a:pt x="5553" y="346"/>
                  </a:cubicBezTo>
                  <a:cubicBezTo>
                    <a:pt x="5568" y="346"/>
                    <a:pt x="5563" y="369"/>
                    <a:pt x="5532" y="406"/>
                  </a:cubicBezTo>
                  <a:lnTo>
                    <a:pt x="5548" y="428"/>
                  </a:lnTo>
                  <a:cubicBezTo>
                    <a:pt x="5549" y="430"/>
                    <a:pt x="5551" y="430"/>
                    <a:pt x="5553" y="430"/>
                  </a:cubicBezTo>
                  <a:cubicBezTo>
                    <a:pt x="5566" y="430"/>
                    <a:pt x="5590" y="411"/>
                    <a:pt x="5616" y="390"/>
                  </a:cubicBezTo>
                  <a:cubicBezTo>
                    <a:pt x="5648" y="367"/>
                    <a:pt x="5663" y="356"/>
                    <a:pt x="5667" y="356"/>
                  </a:cubicBezTo>
                  <a:cubicBezTo>
                    <a:pt x="5670" y="356"/>
                    <a:pt x="5664" y="365"/>
                    <a:pt x="5654" y="381"/>
                  </a:cubicBezTo>
                  <a:cubicBezTo>
                    <a:pt x="5642" y="400"/>
                    <a:pt x="5623" y="422"/>
                    <a:pt x="5604" y="437"/>
                  </a:cubicBezTo>
                  <a:cubicBezTo>
                    <a:pt x="5573" y="459"/>
                    <a:pt x="5582" y="469"/>
                    <a:pt x="5588" y="481"/>
                  </a:cubicBezTo>
                  <a:cubicBezTo>
                    <a:pt x="5594" y="495"/>
                    <a:pt x="5607" y="503"/>
                    <a:pt x="5620" y="503"/>
                  </a:cubicBezTo>
                  <a:cubicBezTo>
                    <a:pt x="5625" y="503"/>
                    <a:pt x="5629" y="502"/>
                    <a:pt x="5633" y="500"/>
                  </a:cubicBezTo>
                  <a:lnTo>
                    <a:pt x="5633" y="500"/>
                  </a:lnTo>
                  <a:lnTo>
                    <a:pt x="5610" y="516"/>
                  </a:lnTo>
                  <a:cubicBezTo>
                    <a:pt x="5617" y="522"/>
                    <a:pt x="5604" y="535"/>
                    <a:pt x="5605" y="535"/>
                  </a:cubicBezTo>
                  <a:cubicBezTo>
                    <a:pt x="5606" y="535"/>
                    <a:pt x="5610" y="532"/>
                    <a:pt x="5620" y="525"/>
                  </a:cubicBezTo>
                  <a:lnTo>
                    <a:pt x="5620" y="525"/>
                  </a:lnTo>
                  <a:cubicBezTo>
                    <a:pt x="5620" y="525"/>
                    <a:pt x="5626" y="538"/>
                    <a:pt x="5610" y="582"/>
                  </a:cubicBezTo>
                  <a:cubicBezTo>
                    <a:pt x="5604" y="599"/>
                    <a:pt x="5614" y="609"/>
                    <a:pt x="5631" y="609"/>
                  </a:cubicBezTo>
                  <a:cubicBezTo>
                    <a:pt x="5655" y="609"/>
                    <a:pt x="5696" y="588"/>
                    <a:pt x="5720" y="541"/>
                  </a:cubicBezTo>
                  <a:lnTo>
                    <a:pt x="5726" y="553"/>
                  </a:lnTo>
                  <a:cubicBezTo>
                    <a:pt x="5728" y="556"/>
                    <a:pt x="5730" y="557"/>
                    <a:pt x="5733" y="557"/>
                  </a:cubicBezTo>
                  <a:cubicBezTo>
                    <a:pt x="5745" y="557"/>
                    <a:pt x="5764" y="544"/>
                    <a:pt x="5764" y="544"/>
                  </a:cubicBezTo>
                  <a:cubicBezTo>
                    <a:pt x="5776" y="535"/>
                    <a:pt x="5785" y="532"/>
                    <a:pt x="5792" y="532"/>
                  </a:cubicBezTo>
                  <a:cubicBezTo>
                    <a:pt x="5802" y="532"/>
                    <a:pt x="5807" y="540"/>
                    <a:pt x="5811" y="547"/>
                  </a:cubicBezTo>
                  <a:lnTo>
                    <a:pt x="5748" y="588"/>
                  </a:lnTo>
                  <a:cubicBezTo>
                    <a:pt x="5679" y="622"/>
                    <a:pt x="5649" y="654"/>
                    <a:pt x="5670" y="654"/>
                  </a:cubicBezTo>
                  <a:cubicBezTo>
                    <a:pt x="5680" y="654"/>
                    <a:pt x="5700" y="647"/>
                    <a:pt x="5732" y="632"/>
                  </a:cubicBezTo>
                  <a:lnTo>
                    <a:pt x="5732" y="632"/>
                  </a:lnTo>
                  <a:lnTo>
                    <a:pt x="5701" y="654"/>
                  </a:lnTo>
                  <a:cubicBezTo>
                    <a:pt x="5670" y="673"/>
                    <a:pt x="5676" y="685"/>
                    <a:pt x="5723" y="688"/>
                  </a:cubicBezTo>
                  <a:cubicBezTo>
                    <a:pt x="5724" y="689"/>
                    <a:pt x="5726" y="690"/>
                    <a:pt x="5729" y="690"/>
                  </a:cubicBezTo>
                  <a:cubicBezTo>
                    <a:pt x="5748" y="690"/>
                    <a:pt x="5806" y="667"/>
                    <a:pt x="5833" y="651"/>
                  </a:cubicBezTo>
                  <a:cubicBezTo>
                    <a:pt x="5849" y="640"/>
                    <a:pt x="5859" y="638"/>
                    <a:pt x="5865" y="638"/>
                  </a:cubicBezTo>
                  <a:cubicBezTo>
                    <a:pt x="5872" y="638"/>
                    <a:pt x="5873" y="641"/>
                    <a:pt x="5873" y="641"/>
                  </a:cubicBezTo>
                  <a:cubicBezTo>
                    <a:pt x="5883" y="654"/>
                    <a:pt x="5883" y="654"/>
                    <a:pt x="5848" y="673"/>
                  </a:cubicBezTo>
                  <a:cubicBezTo>
                    <a:pt x="5804" y="701"/>
                    <a:pt x="5797" y="721"/>
                    <a:pt x="5823" y="721"/>
                  </a:cubicBezTo>
                  <a:cubicBezTo>
                    <a:pt x="5833" y="721"/>
                    <a:pt x="5849" y="717"/>
                    <a:pt x="5870" y="710"/>
                  </a:cubicBezTo>
                  <a:lnTo>
                    <a:pt x="5870" y="710"/>
                  </a:lnTo>
                  <a:lnTo>
                    <a:pt x="5839" y="729"/>
                  </a:lnTo>
                  <a:cubicBezTo>
                    <a:pt x="5804" y="748"/>
                    <a:pt x="5779" y="779"/>
                    <a:pt x="5845" y="823"/>
                  </a:cubicBezTo>
                  <a:cubicBezTo>
                    <a:pt x="5870" y="870"/>
                    <a:pt x="5889" y="908"/>
                    <a:pt x="5858" y="923"/>
                  </a:cubicBezTo>
                  <a:cubicBezTo>
                    <a:pt x="5831" y="938"/>
                    <a:pt x="5880" y="948"/>
                    <a:pt x="5940" y="948"/>
                  </a:cubicBezTo>
                  <a:cubicBezTo>
                    <a:pt x="5958" y="948"/>
                    <a:pt x="5977" y="947"/>
                    <a:pt x="5996" y="945"/>
                  </a:cubicBezTo>
                  <a:lnTo>
                    <a:pt x="5996" y="945"/>
                  </a:lnTo>
                  <a:cubicBezTo>
                    <a:pt x="5961" y="964"/>
                    <a:pt x="5971" y="973"/>
                    <a:pt x="5980" y="998"/>
                  </a:cubicBezTo>
                  <a:cubicBezTo>
                    <a:pt x="5999" y="1039"/>
                    <a:pt x="5999" y="1039"/>
                    <a:pt x="5964" y="1055"/>
                  </a:cubicBezTo>
                  <a:cubicBezTo>
                    <a:pt x="5917" y="1067"/>
                    <a:pt x="5899" y="1071"/>
                    <a:pt x="5914" y="1071"/>
                  </a:cubicBezTo>
                  <a:cubicBezTo>
                    <a:pt x="5922" y="1071"/>
                    <a:pt x="5941" y="1070"/>
                    <a:pt x="5971" y="1067"/>
                  </a:cubicBezTo>
                  <a:cubicBezTo>
                    <a:pt x="5981" y="1065"/>
                    <a:pt x="5990" y="1063"/>
                    <a:pt x="5996" y="1063"/>
                  </a:cubicBezTo>
                  <a:cubicBezTo>
                    <a:pt x="6037" y="1063"/>
                    <a:pt x="6017" y="1106"/>
                    <a:pt x="5958" y="1133"/>
                  </a:cubicBezTo>
                  <a:cubicBezTo>
                    <a:pt x="5924" y="1149"/>
                    <a:pt x="5927" y="1161"/>
                    <a:pt x="5939" y="1186"/>
                  </a:cubicBezTo>
                  <a:cubicBezTo>
                    <a:pt x="5941" y="1186"/>
                    <a:pt x="5943" y="1186"/>
                    <a:pt x="5945" y="1186"/>
                  </a:cubicBezTo>
                  <a:cubicBezTo>
                    <a:pt x="5978" y="1186"/>
                    <a:pt x="5990" y="1210"/>
                    <a:pt x="5999" y="1233"/>
                  </a:cubicBezTo>
                  <a:cubicBezTo>
                    <a:pt x="6007" y="1254"/>
                    <a:pt x="6011" y="1263"/>
                    <a:pt x="6024" y="1263"/>
                  </a:cubicBezTo>
                  <a:cubicBezTo>
                    <a:pt x="6035" y="1263"/>
                    <a:pt x="6053" y="1256"/>
                    <a:pt x="6087" y="1243"/>
                  </a:cubicBezTo>
                  <a:cubicBezTo>
                    <a:pt x="6114" y="1232"/>
                    <a:pt x="6132" y="1227"/>
                    <a:pt x="6144" y="1227"/>
                  </a:cubicBezTo>
                  <a:cubicBezTo>
                    <a:pt x="6161" y="1227"/>
                    <a:pt x="6166" y="1237"/>
                    <a:pt x="6171" y="1252"/>
                  </a:cubicBezTo>
                  <a:cubicBezTo>
                    <a:pt x="6177" y="1265"/>
                    <a:pt x="6181" y="1280"/>
                    <a:pt x="6146" y="1293"/>
                  </a:cubicBezTo>
                  <a:cubicBezTo>
                    <a:pt x="6146" y="1293"/>
                    <a:pt x="6115" y="1321"/>
                    <a:pt x="6118" y="1334"/>
                  </a:cubicBezTo>
                  <a:cubicBezTo>
                    <a:pt x="6124" y="1346"/>
                    <a:pt x="6127" y="1359"/>
                    <a:pt x="6093" y="1374"/>
                  </a:cubicBezTo>
                  <a:cubicBezTo>
                    <a:pt x="6093" y="1374"/>
                    <a:pt x="6061" y="1400"/>
                    <a:pt x="6071" y="1425"/>
                  </a:cubicBezTo>
                  <a:cubicBezTo>
                    <a:pt x="6077" y="1450"/>
                    <a:pt x="6087" y="1478"/>
                    <a:pt x="6052" y="1487"/>
                  </a:cubicBezTo>
                  <a:cubicBezTo>
                    <a:pt x="6054" y="1496"/>
                    <a:pt x="6054" y="1499"/>
                    <a:pt x="6060" y="1499"/>
                  </a:cubicBezTo>
                  <a:cubicBezTo>
                    <a:pt x="6065" y="1499"/>
                    <a:pt x="6073" y="1496"/>
                    <a:pt x="6090" y="1490"/>
                  </a:cubicBezTo>
                  <a:cubicBezTo>
                    <a:pt x="6101" y="1487"/>
                    <a:pt x="6113" y="1484"/>
                    <a:pt x="6123" y="1484"/>
                  </a:cubicBezTo>
                  <a:cubicBezTo>
                    <a:pt x="6147" y="1484"/>
                    <a:pt x="6162" y="1498"/>
                    <a:pt x="6149" y="1544"/>
                  </a:cubicBezTo>
                  <a:cubicBezTo>
                    <a:pt x="6157" y="1566"/>
                    <a:pt x="6166" y="1599"/>
                    <a:pt x="6190" y="1599"/>
                  </a:cubicBezTo>
                  <a:cubicBezTo>
                    <a:pt x="6194" y="1599"/>
                    <a:pt x="6198" y="1599"/>
                    <a:pt x="6202" y="1597"/>
                  </a:cubicBezTo>
                  <a:lnTo>
                    <a:pt x="6202" y="1597"/>
                  </a:lnTo>
                  <a:cubicBezTo>
                    <a:pt x="6206" y="1613"/>
                    <a:pt x="6206" y="1613"/>
                    <a:pt x="6171" y="1622"/>
                  </a:cubicBezTo>
                  <a:cubicBezTo>
                    <a:pt x="6099" y="1644"/>
                    <a:pt x="6102" y="1669"/>
                    <a:pt x="6184" y="1675"/>
                  </a:cubicBezTo>
                  <a:cubicBezTo>
                    <a:pt x="6191" y="1673"/>
                    <a:pt x="6198" y="1672"/>
                    <a:pt x="6202" y="1672"/>
                  </a:cubicBezTo>
                  <a:cubicBezTo>
                    <a:pt x="6218" y="1672"/>
                    <a:pt x="6214" y="1684"/>
                    <a:pt x="6190" y="1704"/>
                  </a:cubicBezTo>
                  <a:cubicBezTo>
                    <a:pt x="6190" y="1704"/>
                    <a:pt x="6193" y="1716"/>
                    <a:pt x="6234" y="1719"/>
                  </a:cubicBezTo>
                  <a:cubicBezTo>
                    <a:pt x="6271" y="1722"/>
                    <a:pt x="6271" y="1725"/>
                    <a:pt x="6243" y="1760"/>
                  </a:cubicBezTo>
                  <a:cubicBezTo>
                    <a:pt x="6206" y="1769"/>
                    <a:pt x="6209" y="1782"/>
                    <a:pt x="6212" y="1794"/>
                  </a:cubicBezTo>
                  <a:cubicBezTo>
                    <a:pt x="6259" y="1813"/>
                    <a:pt x="6281" y="1964"/>
                    <a:pt x="6246" y="1986"/>
                  </a:cubicBezTo>
                  <a:cubicBezTo>
                    <a:pt x="6284" y="1992"/>
                    <a:pt x="6284" y="1992"/>
                    <a:pt x="6287" y="2004"/>
                  </a:cubicBezTo>
                  <a:cubicBezTo>
                    <a:pt x="6237" y="2022"/>
                    <a:pt x="6240" y="2032"/>
                    <a:pt x="6272" y="2032"/>
                  </a:cubicBezTo>
                  <a:cubicBezTo>
                    <a:pt x="6286" y="2032"/>
                    <a:pt x="6305" y="2030"/>
                    <a:pt x="6328" y="2026"/>
                  </a:cubicBezTo>
                  <a:lnTo>
                    <a:pt x="6325" y="2014"/>
                  </a:lnTo>
                  <a:lnTo>
                    <a:pt x="6325" y="1998"/>
                  </a:lnTo>
                  <a:cubicBezTo>
                    <a:pt x="6334" y="1997"/>
                    <a:pt x="6341" y="1996"/>
                    <a:pt x="6348" y="1996"/>
                  </a:cubicBezTo>
                  <a:cubicBezTo>
                    <a:pt x="6397" y="1996"/>
                    <a:pt x="6390" y="2031"/>
                    <a:pt x="6293" y="2045"/>
                  </a:cubicBezTo>
                  <a:cubicBezTo>
                    <a:pt x="6218" y="2070"/>
                    <a:pt x="6218" y="2070"/>
                    <a:pt x="6296" y="2073"/>
                  </a:cubicBezTo>
                  <a:cubicBezTo>
                    <a:pt x="6372" y="2076"/>
                    <a:pt x="6375" y="2092"/>
                    <a:pt x="6303" y="2114"/>
                  </a:cubicBezTo>
                  <a:cubicBezTo>
                    <a:pt x="6228" y="2123"/>
                    <a:pt x="6228" y="2123"/>
                    <a:pt x="6303" y="2130"/>
                  </a:cubicBezTo>
                  <a:cubicBezTo>
                    <a:pt x="6459" y="2136"/>
                    <a:pt x="6497" y="2180"/>
                    <a:pt x="6347" y="2192"/>
                  </a:cubicBezTo>
                  <a:cubicBezTo>
                    <a:pt x="6271" y="2202"/>
                    <a:pt x="6234" y="2217"/>
                    <a:pt x="6237" y="2233"/>
                  </a:cubicBezTo>
                  <a:cubicBezTo>
                    <a:pt x="6237" y="2240"/>
                    <a:pt x="6248" y="2242"/>
                    <a:pt x="6265" y="2242"/>
                  </a:cubicBezTo>
                  <a:cubicBezTo>
                    <a:pt x="6279" y="2242"/>
                    <a:pt x="6295" y="2241"/>
                    <a:pt x="6312" y="2239"/>
                  </a:cubicBezTo>
                  <a:cubicBezTo>
                    <a:pt x="6336" y="2232"/>
                    <a:pt x="6352" y="2229"/>
                    <a:pt x="6361" y="2229"/>
                  </a:cubicBezTo>
                  <a:cubicBezTo>
                    <a:pt x="6380" y="2229"/>
                    <a:pt x="6364" y="2244"/>
                    <a:pt x="6312" y="2268"/>
                  </a:cubicBezTo>
                  <a:cubicBezTo>
                    <a:pt x="6202" y="2318"/>
                    <a:pt x="6202" y="2340"/>
                    <a:pt x="6281" y="2377"/>
                  </a:cubicBezTo>
                  <a:cubicBezTo>
                    <a:pt x="6338" y="2416"/>
                    <a:pt x="6355" y="2450"/>
                    <a:pt x="6330" y="2450"/>
                  </a:cubicBezTo>
                  <a:cubicBezTo>
                    <a:pt x="6321" y="2450"/>
                    <a:pt x="6305" y="2445"/>
                    <a:pt x="6284" y="2434"/>
                  </a:cubicBezTo>
                  <a:cubicBezTo>
                    <a:pt x="6245" y="2421"/>
                    <a:pt x="6225" y="2415"/>
                    <a:pt x="6221" y="2415"/>
                  </a:cubicBezTo>
                  <a:cubicBezTo>
                    <a:pt x="6216" y="2415"/>
                    <a:pt x="6226" y="2421"/>
                    <a:pt x="6246" y="2434"/>
                  </a:cubicBezTo>
                  <a:cubicBezTo>
                    <a:pt x="6246" y="2462"/>
                    <a:pt x="6243" y="2487"/>
                    <a:pt x="6243" y="2503"/>
                  </a:cubicBezTo>
                  <a:cubicBezTo>
                    <a:pt x="6243" y="2515"/>
                    <a:pt x="6281" y="2528"/>
                    <a:pt x="6318" y="2528"/>
                  </a:cubicBezTo>
                  <a:cubicBezTo>
                    <a:pt x="6243" y="2543"/>
                    <a:pt x="6202" y="2568"/>
                    <a:pt x="6278" y="2597"/>
                  </a:cubicBezTo>
                  <a:cubicBezTo>
                    <a:pt x="6278" y="2609"/>
                    <a:pt x="6278" y="2625"/>
                    <a:pt x="6278" y="2625"/>
                  </a:cubicBezTo>
                  <a:cubicBezTo>
                    <a:pt x="6275" y="2637"/>
                    <a:pt x="6275" y="2637"/>
                    <a:pt x="6312" y="2653"/>
                  </a:cubicBezTo>
                  <a:cubicBezTo>
                    <a:pt x="6350" y="2669"/>
                    <a:pt x="6312" y="2681"/>
                    <a:pt x="6275" y="2694"/>
                  </a:cubicBezTo>
                  <a:cubicBezTo>
                    <a:pt x="6234" y="2703"/>
                    <a:pt x="6196" y="2716"/>
                    <a:pt x="6234" y="2716"/>
                  </a:cubicBezTo>
                  <a:cubicBezTo>
                    <a:pt x="6275" y="2719"/>
                    <a:pt x="6306" y="2750"/>
                    <a:pt x="6344" y="2766"/>
                  </a:cubicBezTo>
                  <a:cubicBezTo>
                    <a:pt x="6366" y="2778"/>
                    <a:pt x="6358" y="2786"/>
                    <a:pt x="6339" y="2786"/>
                  </a:cubicBezTo>
                  <a:cubicBezTo>
                    <a:pt x="6329" y="2786"/>
                    <a:pt x="6316" y="2784"/>
                    <a:pt x="6303" y="2778"/>
                  </a:cubicBezTo>
                  <a:cubicBezTo>
                    <a:pt x="6292" y="2778"/>
                    <a:pt x="6285" y="2777"/>
                    <a:pt x="6279" y="2777"/>
                  </a:cubicBezTo>
                  <a:cubicBezTo>
                    <a:pt x="6262" y="2777"/>
                    <a:pt x="6254" y="2781"/>
                    <a:pt x="6224" y="2797"/>
                  </a:cubicBezTo>
                  <a:cubicBezTo>
                    <a:pt x="6221" y="2810"/>
                    <a:pt x="6218" y="2838"/>
                    <a:pt x="6256" y="2841"/>
                  </a:cubicBezTo>
                  <a:cubicBezTo>
                    <a:pt x="6293" y="2844"/>
                    <a:pt x="6281" y="2929"/>
                    <a:pt x="6243" y="2935"/>
                  </a:cubicBezTo>
                  <a:lnTo>
                    <a:pt x="6240" y="2963"/>
                  </a:lnTo>
                  <a:cubicBezTo>
                    <a:pt x="6237" y="2976"/>
                    <a:pt x="6271" y="2995"/>
                    <a:pt x="6271" y="3010"/>
                  </a:cubicBezTo>
                  <a:cubicBezTo>
                    <a:pt x="6271" y="3010"/>
                    <a:pt x="6268" y="3023"/>
                    <a:pt x="6300" y="3045"/>
                  </a:cubicBezTo>
                  <a:cubicBezTo>
                    <a:pt x="6297" y="3055"/>
                    <a:pt x="6295" y="3065"/>
                    <a:pt x="6273" y="3065"/>
                  </a:cubicBezTo>
                  <a:cubicBezTo>
                    <a:pt x="6268" y="3065"/>
                    <a:pt x="6263" y="3065"/>
                    <a:pt x="6256" y="3064"/>
                  </a:cubicBezTo>
                  <a:lnTo>
                    <a:pt x="6256" y="3064"/>
                  </a:lnTo>
                  <a:cubicBezTo>
                    <a:pt x="6310" y="3085"/>
                    <a:pt x="6323" y="3090"/>
                    <a:pt x="6294" y="3090"/>
                  </a:cubicBezTo>
                  <a:cubicBezTo>
                    <a:pt x="6284" y="3090"/>
                    <a:pt x="6269" y="3089"/>
                    <a:pt x="6249" y="3089"/>
                  </a:cubicBezTo>
                  <a:cubicBezTo>
                    <a:pt x="6219" y="3083"/>
                    <a:pt x="6201" y="3080"/>
                    <a:pt x="6196" y="3080"/>
                  </a:cubicBezTo>
                  <a:cubicBezTo>
                    <a:pt x="6190" y="3080"/>
                    <a:pt x="6207" y="3086"/>
                    <a:pt x="6246" y="3104"/>
                  </a:cubicBezTo>
                  <a:cubicBezTo>
                    <a:pt x="6281" y="3123"/>
                    <a:pt x="6281" y="3126"/>
                    <a:pt x="6240" y="3129"/>
                  </a:cubicBezTo>
                  <a:cubicBezTo>
                    <a:pt x="6233" y="3128"/>
                    <a:pt x="6227" y="3128"/>
                    <a:pt x="6222" y="3128"/>
                  </a:cubicBezTo>
                  <a:cubicBezTo>
                    <a:pt x="6203" y="3128"/>
                    <a:pt x="6207" y="3137"/>
                    <a:pt x="6237" y="3142"/>
                  </a:cubicBezTo>
                  <a:cubicBezTo>
                    <a:pt x="6298" y="3169"/>
                    <a:pt x="6325" y="3209"/>
                    <a:pt x="6288" y="3209"/>
                  </a:cubicBezTo>
                  <a:cubicBezTo>
                    <a:pt x="6282" y="3209"/>
                    <a:pt x="6273" y="3207"/>
                    <a:pt x="6262" y="3205"/>
                  </a:cubicBezTo>
                  <a:lnTo>
                    <a:pt x="6262" y="3205"/>
                  </a:lnTo>
                  <a:cubicBezTo>
                    <a:pt x="6262" y="3205"/>
                    <a:pt x="6259" y="3220"/>
                    <a:pt x="6290" y="3242"/>
                  </a:cubicBezTo>
                  <a:cubicBezTo>
                    <a:pt x="6330" y="3262"/>
                    <a:pt x="6347" y="3270"/>
                    <a:pt x="6340" y="3270"/>
                  </a:cubicBezTo>
                  <a:cubicBezTo>
                    <a:pt x="6335" y="3270"/>
                    <a:pt x="6318" y="3266"/>
                    <a:pt x="6287" y="3258"/>
                  </a:cubicBezTo>
                  <a:cubicBezTo>
                    <a:pt x="6275" y="3257"/>
                    <a:pt x="6264" y="3256"/>
                    <a:pt x="6256" y="3256"/>
                  </a:cubicBezTo>
                  <a:cubicBezTo>
                    <a:pt x="6213" y="3256"/>
                    <a:pt x="6220" y="3270"/>
                    <a:pt x="6278" y="3299"/>
                  </a:cubicBezTo>
                  <a:cubicBezTo>
                    <a:pt x="6278" y="3299"/>
                    <a:pt x="6309" y="3321"/>
                    <a:pt x="6268" y="3324"/>
                  </a:cubicBezTo>
                  <a:cubicBezTo>
                    <a:pt x="6221" y="3339"/>
                    <a:pt x="6159" y="3405"/>
                    <a:pt x="6234" y="3418"/>
                  </a:cubicBezTo>
                  <a:lnTo>
                    <a:pt x="6224" y="3446"/>
                  </a:lnTo>
                  <a:cubicBezTo>
                    <a:pt x="6177" y="3458"/>
                    <a:pt x="6174" y="3471"/>
                    <a:pt x="6206" y="3499"/>
                  </a:cubicBezTo>
                  <a:lnTo>
                    <a:pt x="6237" y="3524"/>
                  </a:lnTo>
                  <a:cubicBezTo>
                    <a:pt x="6218" y="3518"/>
                    <a:pt x="6199" y="3515"/>
                    <a:pt x="6183" y="3515"/>
                  </a:cubicBezTo>
                  <a:cubicBezTo>
                    <a:pt x="6168" y="3515"/>
                    <a:pt x="6157" y="3518"/>
                    <a:pt x="6155" y="3524"/>
                  </a:cubicBezTo>
                  <a:cubicBezTo>
                    <a:pt x="6149" y="3537"/>
                    <a:pt x="6149" y="3537"/>
                    <a:pt x="6187" y="3552"/>
                  </a:cubicBezTo>
                  <a:cubicBezTo>
                    <a:pt x="6224" y="3552"/>
                    <a:pt x="6221" y="3565"/>
                    <a:pt x="6215" y="3578"/>
                  </a:cubicBezTo>
                  <a:cubicBezTo>
                    <a:pt x="6212" y="3583"/>
                    <a:pt x="6201" y="3587"/>
                    <a:pt x="6187" y="3587"/>
                  </a:cubicBezTo>
                  <a:cubicBezTo>
                    <a:pt x="6172" y="3587"/>
                    <a:pt x="6152" y="3583"/>
                    <a:pt x="6134" y="3574"/>
                  </a:cubicBezTo>
                  <a:lnTo>
                    <a:pt x="6127" y="3587"/>
                  </a:lnTo>
                  <a:cubicBezTo>
                    <a:pt x="6176" y="3609"/>
                    <a:pt x="6187" y="3622"/>
                    <a:pt x="6177" y="3622"/>
                  </a:cubicBezTo>
                  <a:cubicBezTo>
                    <a:pt x="6173" y="3622"/>
                    <a:pt x="6166" y="3620"/>
                    <a:pt x="6155" y="3615"/>
                  </a:cubicBezTo>
                  <a:cubicBezTo>
                    <a:pt x="6151" y="3615"/>
                    <a:pt x="6147" y="3615"/>
                    <a:pt x="6144" y="3615"/>
                  </a:cubicBezTo>
                  <a:cubicBezTo>
                    <a:pt x="6113" y="3615"/>
                    <a:pt x="6108" y="3626"/>
                    <a:pt x="6102" y="3637"/>
                  </a:cubicBezTo>
                  <a:lnTo>
                    <a:pt x="6068" y="3621"/>
                  </a:lnTo>
                  <a:cubicBezTo>
                    <a:pt x="6064" y="3621"/>
                    <a:pt x="6061" y="3621"/>
                    <a:pt x="6059" y="3621"/>
                  </a:cubicBezTo>
                  <a:cubicBezTo>
                    <a:pt x="6033" y="3621"/>
                    <a:pt x="6064" y="3635"/>
                    <a:pt x="6096" y="3650"/>
                  </a:cubicBezTo>
                  <a:lnTo>
                    <a:pt x="6083" y="3675"/>
                  </a:lnTo>
                  <a:cubicBezTo>
                    <a:pt x="6077" y="3687"/>
                    <a:pt x="6071" y="3700"/>
                    <a:pt x="6112" y="3703"/>
                  </a:cubicBezTo>
                  <a:cubicBezTo>
                    <a:pt x="6146" y="3722"/>
                    <a:pt x="6181" y="3737"/>
                    <a:pt x="6174" y="3750"/>
                  </a:cubicBezTo>
                  <a:cubicBezTo>
                    <a:pt x="6148" y="3738"/>
                    <a:pt x="6121" y="3724"/>
                    <a:pt x="6107" y="3724"/>
                  </a:cubicBezTo>
                  <a:cubicBezTo>
                    <a:pt x="6103" y="3724"/>
                    <a:pt x="6101" y="3725"/>
                    <a:pt x="6099" y="3728"/>
                  </a:cubicBezTo>
                  <a:cubicBezTo>
                    <a:pt x="6097" y="3733"/>
                    <a:pt x="6093" y="3734"/>
                    <a:pt x="6088" y="3734"/>
                  </a:cubicBezTo>
                  <a:cubicBezTo>
                    <a:pt x="6076" y="3734"/>
                    <a:pt x="6058" y="3725"/>
                    <a:pt x="6058" y="3725"/>
                  </a:cubicBezTo>
                  <a:cubicBezTo>
                    <a:pt x="6044" y="3714"/>
                    <a:pt x="6033" y="3710"/>
                    <a:pt x="6026" y="3710"/>
                  </a:cubicBezTo>
                  <a:cubicBezTo>
                    <a:pt x="6005" y="3710"/>
                    <a:pt x="6015" y="3751"/>
                    <a:pt x="6036" y="3775"/>
                  </a:cubicBezTo>
                  <a:cubicBezTo>
                    <a:pt x="6070" y="3814"/>
                    <a:pt x="6079" y="3834"/>
                    <a:pt x="6064" y="3834"/>
                  </a:cubicBezTo>
                  <a:cubicBezTo>
                    <a:pt x="6056" y="3834"/>
                    <a:pt x="6039" y="3827"/>
                    <a:pt x="6014" y="3813"/>
                  </a:cubicBezTo>
                  <a:cubicBezTo>
                    <a:pt x="6000" y="3805"/>
                    <a:pt x="5992" y="3801"/>
                    <a:pt x="5988" y="3801"/>
                  </a:cubicBezTo>
                  <a:cubicBezTo>
                    <a:pt x="5973" y="3801"/>
                    <a:pt x="6021" y="3849"/>
                    <a:pt x="6093" y="3903"/>
                  </a:cubicBezTo>
                  <a:lnTo>
                    <a:pt x="6181" y="3972"/>
                  </a:lnTo>
                  <a:lnTo>
                    <a:pt x="6083" y="3916"/>
                  </a:lnTo>
                  <a:cubicBezTo>
                    <a:pt x="6016" y="3885"/>
                    <a:pt x="5982" y="3869"/>
                    <a:pt x="5969" y="3869"/>
                  </a:cubicBezTo>
                  <a:cubicBezTo>
                    <a:pt x="5955" y="3869"/>
                    <a:pt x="5965" y="3887"/>
                    <a:pt x="5986" y="3925"/>
                  </a:cubicBezTo>
                  <a:cubicBezTo>
                    <a:pt x="5998" y="3952"/>
                    <a:pt x="6002" y="3962"/>
                    <a:pt x="5997" y="3962"/>
                  </a:cubicBezTo>
                  <a:cubicBezTo>
                    <a:pt x="5994" y="3962"/>
                    <a:pt x="5986" y="3958"/>
                    <a:pt x="5974" y="3950"/>
                  </a:cubicBezTo>
                  <a:cubicBezTo>
                    <a:pt x="5962" y="3943"/>
                    <a:pt x="5954" y="3940"/>
                    <a:pt x="5947" y="3940"/>
                  </a:cubicBezTo>
                  <a:cubicBezTo>
                    <a:pt x="5933" y="3940"/>
                    <a:pt x="5926" y="3953"/>
                    <a:pt x="5911" y="3976"/>
                  </a:cubicBezTo>
                  <a:cubicBezTo>
                    <a:pt x="5886" y="4010"/>
                    <a:pt x="5880" y="4023"/>
                    <a:pt x="5911" y="4044"/>
                  </a:cubicBezTo>
                  <a:cubicBezTo>
                    <a:pt x="5905" y="4054"/>
                    <a:pt x="5902" y="4060"/>
                    <a:pt x="5895" y="4066"/>
                  </a:cubicBezTo>
                  <a:cubicBezTo>
                    <a:pt x="5878" y="4059"/>
                    <a:pt x="5865" y="4056"/>
                    <a:pt x="5857" y="4056"/>
                  </a:cubicBezTo>
                  <a:cubicBezTo>
                    <a:pt x="5833" y="4056"/>
                    <a:pt x="5853" y="4087"/>
                    <a:pt x="5908" y="4110"/>
                  </a:cubicBezTo>
                  <a:cubicBezTo>
                    <a:pt x="5908" y="4110"/>
                    <a:pt x="5899" y="4123"/>
                    <a:pt x="5889" y="4132"/>
                  </a:cubicBezTo>
                  <a:lnTo>
                    <a:pt x="5858" y="4110"/>
                  </a:lnTo>
                  <a:cubicBezTo>
                    <a:pt x="5851" y="4105"/>
                    <a:pt x="5845" y="4102"/>
                    <a:pt x="5838" y="4102"/>
                  </a:cubicBezTo>
                  <a:cubicBezTo>
                    <a:pt x="5818" y="4102"/>
                    <a:pt x="5794" y="4130"/>
                    <a:pt x="5739" y="4195"/>
                  </a:cubicBezTo>
                  <a:cubicBezTo>
                    <a:pt x="5660" y="4292"/>
                    <a:pt x="5645" y="4295"/>
                    <a:pt x="5701" y="4348"/>
                  </a:cubicBezTo>
                  <a:cubicBezTo>
                    <a:pt x="5726" y="4384"/>
                    <a:pt x="5734" y="4404"/>
                    <a:pt x="5725" y="4404"/>
                  </a:cubicBezTo>
                  <a:cubicBezTo>
                    <a:pt x="5719" y="4404"/>
                    <a:pt x="5703" y="4393"/>
                    <a:pt x="5679" y="4370"/>
                  </a:cubicBezTo>
                  <a:cubicBezTo>
                    <a:pt x="5663" y="4352"/>
                    <a:pt x="5641" y="4339"/>
                    <a:pt x="5635" y="4339"/>
                  </a:cubicBezTo>
                  <a:cubicBezTo>
                    <a:pt x="5632" y="4339"/>
                    <a:pt x="5633" y="4343"/>
                    <a:pt x="5642" y="4352"/>
                  </a:cubicBezTo>
                  <a:cubicBezTo>
                    <a:pt x="5633" y="4359"/>
                    <a:pt x="5622" y="4363"/>
                    <a:pt x="5611" y="4363"/>
                  </a:cubicBezTo>
                  <a:cubicBezTo>
                    <a:pt x="5602" y="4363"/>
                    <a:pt x="5593" y="4360"/>
                    <a:pt x="5585" y="4355"/>
                  </a:cubicBezTo>
                  <a:cubicBezTo>
                    <a:pt x="5566" y="4349"/>
                    <a:pt x="5552" y="4346"/>
                    <a:pt x="5543" y="4346"/>
                  </a:cubicBezTo>
                  <a:cubicBezTo>
                    <a:pt x="5511" y="4346"/>
                    <a:pt x="5525" y="4373"/>
                    <a:pt x="5544" y="4392"/>
                  </a:cubicBezTo>
                  <a:cubicBezTo>
                    <a:pt x="5574" y="4414"/>
                    <a:pt x="5582" y="4422"/>
                    <a:pt x="5578" y="4422"/>
                  </a:cubicBezTo>
                  <a:cubicBezTo>
                    <a:pt x="5574" y="4422"/>
                    <a:pt x="5555" y="4412"/>
                    <a:pt x="5535" y="4402"/>
                  </a:cubicBezTo>
                  <a:cubicBezTo>
                    <a:pt x="5513" y="4392"/>
                    <a:pt x="5492" y="4381"/>
                    <a:pt x="5485" y="4381"/>
                  </a:cubicBezTo>
                  <a:cubicBezTo>
                    <a:pt x="5481" y="4381"/>
                    <a:pt x="5482" y="4385"/>
                    <a:pt x="5491" y="4395"/>
                  </a:cubicBezTo>
                  <a:cubicBezTo>
                    <a:pt x="5503" y="4424"/>
                    <a:pt x="5484" y="4477"/>
                    <a:pt x="5453" y="4477"/>
                  </a:cubicBezTo>
                  <a:cubicBezTo>
                    <a:pt x="5443" y="4477"/>
                    <a:pt x="5431" y="4472"/>
                    <a:pt x="5419" y="4458"/>
                  </a:cubicBezTo>
                  <a:lnTo>
                    <a:pt x="5397" y="4474"/>
                  </a:lnTo>
                  <a:cubicBezTo>
                    <a:pt x="5422" y="4502"/>
                    <a:pt x="5403" y="4521"/>
                    <a:pt x="5381" y="4540"/>
                  </a:cubicBezTo>
                  <a:cubicBezTo>
                    <a:pt x="5371" y="4548"/>
                    <a:pt x="5363" y="4555"/>
                    <a:pt x="5354" y="4555"/>
                  </a:cubicBezTo>
                  <a:cubicBezTo>
                    <a:pt x="5346" y="4555"/>
                    <a:pt x="5337" y="4550"/>
                    <a:pt x="5325" y="4536"/>
                  </a:cubicBezTo>
                  <a:cubicBezTo>
                    <a:pt x="5320" y="4521"/>
                    <a:pt x="5315" y="4513"/>
                    <a:pt x="5311" y="4513"/>
                  </a:cubicBezTo>
                  <a:cubicBezTo>
                    <a:pt x="5305" y="4513"/>
                    <a:pt x="5303" y="4528"/>
                    <a:pt x="5306" y="4555"/>
                  </a:cubicBezTo>
                  <a:cubicBezTo>
                    <a:pt x="5294" y="4565"/>
                    <a:pt x="5334" y="4627"/>
                    <a:pt x="5325" y="4637"/>
                  </a:cubicBezTo>
                  <a:cubicBezTo>
                    <a:pt x="5350" y="4665"/>
                    <a:pt x="5363" y="4703"/>
                    <a:pt x="5353" y="4712"/>
                  </a:cubicBezTo>
                  <a:lnTo>
                    <a:pt x="5328" y="4684"/>
                  </a:lnTo>
                  <a:lnTo>
                    <a:pt x="5278" y="4627"/>
                  </a:lnTo>
                  <a:lnTo>
                    <a:pt x="5278" y="4627"/>
                  </a:lnTo>
                  <a:cubicBezTo>
                    <a:pt x="5269" y="4637"/>
                    <a:pt x="5256" y="4643"/>
                    <a:pt x="5281" y="4674"/>
                  </a:cubicBezTo>
                  <a:cubicBezTo>
                    <a:pt x="5267" y="4665"/>
                    <a:pt x="5257" y="4662"/>
                    <a:pt x="5249" y="4662"/>
                  </a:cubicBezTo>
                  <a:cubicBezTo>
                    <a:pt x="5237" y="4662"/>
                    <a:pt x="5228" y="4670"/>
                    <a:pt x="5215" y="4681"/>
                  </a:cubicBezTo>
                  <a:cubicBezTo>
                    <a:pt x="5197" y="4696"/>
                    <a:pt x="5175" y="4715"/>
                    <a:pt x="5190" y="4753"/>
                  </a:cubicBezTo>
                  <a:cubicBezTo>
                    <a:pt x="5173" y="4740"/>
                    <a:pt x="5156" y="4734"/>
                    <a:pt x="5142" y="4734"/>
                  </a:cubicBezTo>
                  <a:cubicBezTo>
                    <a:pt x="5102" y="4734"/>
                    <a:pt x="5078" y="4774"/>
                    <a:pt x="5106" y="4822"/>
                  </a:cubicBezTo>
                  <a:cubicBezTo>
                    <a:pt x="5122" y="4840"/>
                    <a:pt x="5124" y="4850"/>
                    <a:pt x="5114" y="4850"/>
                  </a:cubicBezTo>
                  <a:cubicBezTo>
                    <a:pt x="5108" y="4850"/>
                    <a:pt x="5099" y="4847"/>
                    <a:pt x="5087" y="4840"/>
                  </a:cubicBezTo>
                  <a:cubicBezTo>
                    <a:pt x="5071" y="4833"/>
                    <a:pt x="5062" y="4828"/>
                    <a:pt x="5058" y="4828"/>
                  </a:cubicBezTo>
                  <a:cubicBezTo>
                    <a:pt x="5052" y="4828"/>
                    <a:pt x="5056" y="4837"/>
                    <a:pt x="5065" y="4859"/>
                  </a:cubicBezTo>
                  <a:cubicBezTo>
                    <a:pt x="5071" y="4874"/>
                    <a:pt x="5069" y="4880"/>
                    <a:pt x="5062" y="4880"/>
                  </a:cubicBezTo>
                  <a:cubicBezTo>
                    <a:pt x="5051" y="4880"/>
                    <a:pt x="5029" y="4867"/>
                    <a:pt x="5009" y="4856"/>
                  </a:cubicBezTo>
                  <a:cubicBezTo>
                    <a:pt x="4980" y="4834"/>
                    <a:pt x="4962" y="4824"/>
                    <a:pt x="4953" y="4824"/>
                  </a:cubicBezTo>
                  <a:cubicBezTo>
                    <a:pt x="4943" y="4824"/>
                    <a:pt x="4944" y="4835"/>
                    <a:pt x="4952" y="4853"/>
                  </a:cubicBezTo>
                  <a:cubicBezTo>
                    <a:pt x="4958" y="4881"/>
                    <a:pt x="4946" y="4909"/>
                    <a:pt x="4927" y="4928"/>
                  </a:cubicBezTo>
                  <a:cubicBezTo>
                    <a:pt x="4930" y="4972"/>
                    <a:pt x="4921" y="4981"/>
                    <a:pt x="4955" y="5000"/>
                  </a:cubicBezTo>
                  <a:cubicBezTo>
                    <a:pt x="4971" y="5022"/>
                    <a:pt x="4983" y="5044"/>
                    <a:pt x="4996" y="5066"/>
                  </a:cubicBezTo>
                  <a:cubicBezTo>
                    <a:pt x="4997" y="5086"/>
                    <a:pt x="4994" y="5093"/>
                    <a:pt x="4989" y="5093"/>
                  </a:cubicBezTo>
                  <a:cubicBezTo>
                    <a:pt x="4984" y="5093"/>
                    <a:pt x="4978" y="5081"/>
                    <a:pt x="4983" y="5076"/>
                  </a:cubicBezTo>
                  <a:cubicBezTo>
                    <a:pt x="4980" y="5029"/>
                    <a:pt x="4971" y="5038"/>
                    <a:pt x="4933" y="5019"/>
                  </a:cubicBezTo>
                  <a:cubicBezTo>
                    <a:pt x="4925" y="5012"/>
                    <a:pt x="4915" y="5009"/>
                    <a:pt x="4905" y="5009"/>
                  </a:cubicBezTo>
                  <a:cubicBezTo>
                    <a:pt x="4892" y="5009"/>
                    <a:pt x="4878" y="5015"/>
                    <a:pt x="4867" y="5025"/>
                  </a:cubicBezTo>
                  <a:cubicBezTo>
                    <a:pt x="4858" y="5035"/>
                    <a:pt x="4836" y="5054"/>
                    <a:pt x="4827" y="5060"/>
                  </a:cubicBezTo>
                  <a:cubicBezTo>
                    <a:pt x="4770" y="5060"/>
                    <a:pt x="4761" y="5069"/>
                    <a:pt x="4786" y="5097"/>
                  </a:cubicBezTo>
                  <a:cubicBezTo>
                    <a:pt x="4796" y="5109"/>
                    <a:pt x="4805" y="5119"/>
                    <a:pt x="4811" y="5126"/>
                  </a:cubicBezTo>
                  <a:cubicBezTo>
                    <a:pt x="4799" y="5116"/>
                    <a:pt x="4785" y="5112"/>
                    <a:pt x="4771" y="5112"/>
                  </a:cubicBezTo>
                  <a:cubicBezTo>
                    <a:pt x="4711" y="5112"/>
                    <a:pt x="4643" y="5185"/>
                    <a:pt x="4676" y="5238"/>
                  </a:cubicBezTo>
                  <a:lnTo>
                    <a:pt x="4651" y="5210"/>
                  </a:lnTo>
                  <a:cubicBezTo>
                    <a:pt x="4640" y="5198"/>
                    <a:pt x="4631" y="5192"/>
                    <a:pt x="4623" y="5192"/>
                  </a:cubicBezTo>
                  <a:cubicBezTo>
                    <a:pt x="4614" y="5192"/>
                    <a:pt x="4605" y="5200"/>
                    <a:pt x="4595" y="5210"/>
                  </a:cubicBezTo>
                  <a:cubicBezTo>
                    <a:pt x="4582" y="5217"/>
                    <a:pt x="4567" y="5282"/>
                    <a:pt x="4535" y="5307"/>
                  </a:cubicBezTo>
                  <a:cubicBezTo>
                    <a:pt x="4495" y="5342"/>
                    <a:pt x="4463" y="5370"/>
                    <a:pt x="4488" y="5398"/>
                  </a:cubicBezTo>
                  <a:cubicBezTo>
                    <a:pt x="4485" y="5402"/>
                    <a:pt x="4483" y="5404"/>
                    <a:pt x="4480" y="5404"/>
                  </a:cubicBezTo>
                  <a:cubicBezTo>
                    <a:pt x="4476" y="5404"/>
                    <a:pt x="4470" y="5397"/>
                    <a:pt x="4454" y="5379"/>
                  </a:cubicBezTo>
                  <a:cubicBezTo>
                    <a:pt x="4445" y="5358"/>
                    <a:pt x="4438" y="5352"/>
                    <a:pt x="4431" y="5352"/>
                  </a:cubicBezTo>
                  <a:cubicBezTo>
                    <a:pt x="4426" y="5352"/>
                    <a:pt x="4421" y="5355"/>
                    <a:pt x="4416" y="5358"/>
                  </a:cubicBezTo>
                  <a:cubicBezTo>
                    <a:pt x="4407" y="5367"/>
                    <a:pt x="4432" y="5395"/>
                    <a:pt x="4457" y="5423"/>
                  </a:cubicBezTo>
                  <a:cubicBezTo>
                    <a:pt x="4476" y="5445"/>
                    <a:pt x="4475" y="5455"/>
                    <a:pt x="4454" y="5455"/>
                  </a:cubicBezTo>
                  <a:cubicBezTo>
                    <a:pt x="4447" y="5455"/>
                    <a:pt x="4437" y="5454"/>
                    <a:pt x="4426" y="5452"/>
                  </a:cubicBezTo>
                  <a:cubicBezTo>
                    <a:pt x="4420" y="5450"/>
                    <a:pt x="4414" y="5449"/>
                    <a:pt x="4408" y="5449"/>
                  </a:cubicBezTo>
                  <a:cubicBezTo>
                    <a:pt x="4371" y="5449"/>
                    <a:pt x="4339" y="5482"/>
                    <a:pt x="4344" y="5521"/>
                  </a:cubicBezTo>
                  <a:cubicBezTo>
                    <a:pt x="4338" y="5525"/>
                    <a:pt x="4332" y="5530"/>
                    <a:pt x="4325" y="5530"/>
                  </a:cubicBezTo>
                  <a:cubicBezTo>
                    <a:pt x="4318" y="5530"/>
                    <a:pt x="4310" y="5525"/>
                    <a:pt x="4297" y="5511"/>
                  </a:cubicBezTo>
                  <a:cubicBezTo>
                    <a:pt x="4283" y="5503"/>
                    <a:pt x="4267" y="5497"/>
                    <a:pt x="4255" y="5497"/>
                  </a:cubicBezTo>
                  <a:cubicBezTo>
                    <a:pt x="4237" y="5497"/>
                    <a:pt x="4228" y="5511"/>
                    <a:pt x="4247" y="5555"/>
                  </a:cubicBezTo>
                  <a:cubicBezTo>
                    <a:pt x="4242" y="5558"/>
                    <a:pt x="4239" y="5561"/>
                    <a:pt x="4236" y="5561"/>
                  </a:cubicBezTo>
                  <a:cubicBezTo>
                    <a:pt x="4231" y="5561"/>
                    <a:pt x="4225" y="5554"/>
                    <a:pt x="4209" y="5536"/>
                  </a:cubicBezTo>
                  <a:cubicBezTo>
                    <a:pt x="4191" y="5524"/>
                    <a:pt x="4175" y="5511"/>
                    <a:pt x="4171" y="5511"/>
                  </a:cubicBezTo>
                  <a:cubicBezTo>
                    <a:pt x="4167" y="5511"/>
                    <a:pt x="4172" y="5521"/>
                    <a:pt x="4191" y="5552"/>
                  </a:cubicBezTo>
                  <a:cubicBezTo>
                    <a:pt x="4198" y="5588"/>
                    <a:pt x="4169" y="5618"/>
                    <a:pt x="4138" y="5618"/>
                  </a:cubicBezTo>
                  <a:cubicBezTo>
                    <a:pt x="4131" y="5618"/>
                    <a:pt x="4125" y="5617"/>
                    <a:pt x="4119" y="5615"/>
                  </a:cubicBezTo>
                  <a:lnTo>
                    <a:pt x="4119" y="5615"/>
                  </a:lnTo>
                  <a:cubicBezTo>
                    <a:pt x="4106" y="5624"/>
                    <a:pt x="4097" y="5633"/>
                    <a:pt x="4122" y="5662"/>
                  </a:cubicBezTo>
                  <a:cubicBezTo>
                    <a:pt x="4131" y="5672"/>
                    <a:pt x="4140" y="5682"/>
                    <a:pt x="4147" y="5690"/>
                  </a:cubicBezTo>
                  <a:cubicBezTo>
                    <a:pt x="4119" y="5666"/>
                    <a:pt x="4104" y="5654"/>
                    <a:pt x="4100" y="5654"/>
                  </a:cubicBezTo>
                  <a:cubicBezTo>
                    <a:pt x="4095" y="5654"/>
                    <a:pt x="4105" y="5670"/>
                    <a:pt x="4125" y="5705"/>
                  </a:cubicBezTo>
                  <a:cubicBezTo>
                    <a:pt x="4139" y="5722"/>
                    <a:pt x="4142" y="5732"/>
                    <a:pt x="4137" y="5732"/>
                  </a:cubicBezTo>
                  <a:cubicBezTo>
                    <a:pt x="4134" y="5732"/>
                    <a:pt x="4126" y="5727"/>
                    <a:pt x="4115" y="5715"/>
                  </a:cubicBezTo>
                  <a:cubicBezTo>
                    <a:pt x="4098" y="5705"/>
                    <a:pt x="4086" y="5703"/>
                    <a:pt x="4079" y="5703"/>
                  </a:cubicBezTo>
                  <a:cubicBezTo>
                    <a:pt x="4071" y="5703"/>
                    <a:pt x="4068" y="5705"/>
                    <a:pt x="4068" y="5705"/>
                  </a:cubicBezTo>
                  <a:cubicBezTo>
                    <a:pt x="4046" y="5749"/>
                    <a:pt x="4015" y="5793"/>
                    <a:pt x="3981" y="5831"/>
                  </a:cubicBezTo>
                  <a:cubicBezTo>
                    <a:pt x="3896" y="5900"/>
                    <a:pt x="3868" y="5928"/>
                    <a:pt x="3893" y="5956"/>
                  </a:cubicBezTo>
                  <a:cubicBezTo>
                    <a:pt x="3900" y="5977"/>
                    <a:pt x="3903" y="5987"/>
                    <a:pt x="3898" y="5987"/>
                  </a:cubicBezTo>
                  <a:cubicBezTo>
                    <a:pt x="3894" y="5987"/>
                    <a:pt x="3886" y="5981"/>
                    <a:pt x="3871" y="5972"/>
                  </a:cubicBezTo>
                  <a:cubicBezTo>
                    <a:pt x="3856" y="5964"/>
                    <a:pt x="3846" y="5961"/>
                    <a:pt x="3838" y="5961"/>
                  </a:cubicBezTo>
                  <a:cubicBezTo>
                    <a:pt x="3826" y="5961"/>
                    <a:pt x="3820" y="5966"/>
                    <a:pt x="3815" y="5972"/>
                  </a:cubicBezTo>
                  <a:cubicBezTo>
                    <a:pt x="3810" y="5976"/>
                    <a:pt x="3805" y="5980"/>
                    <a:pt x="3799" y="5980"/>
                  </a:cubicBezTo>
                  <a:cubicBezTo>
                    <a:pt x="3791" y="5980"/>
                    <a:pt x="3781" y="5975"/>
                    <a:pt x="3768" y="5959"/>
                  </a:cubicBezTo>
                  <a:lnTo>
                    <a:pt x="3768" y="5959"/>
                  </a:lnTo>
                  <a:cubicBezTo>
                    <a:pt x="3783" y="5997"/>
                    <a:pt x="3783" y="5997"/>
                    <a:pt x="3774" y="6006"/>
                  </a:cubicBezTo>
                  <a:cubicBezTo>
                    <a:pt x="3764" y="5995"/>
                    <a:pt x="3756" y="5990"/>
                    <a:pt x="3752" y="5990"/>
                  </a:cubicBezTo>
                  <a:cubicBezTo>
                    <a:pt x="3745" y="5990"/>
                    <a:pt x="3744" y="6002"/>
                    <a:pt x="3752" y="6025"/>
                  </a:cubicBezTo>
                  <a:cubicBezTo>
                    <a:pt x="3773" y="6059"/>
                    <a:pt x="3783" y="6075"/>
                    <a:pt x="3781" y="6075"/>
                  </a:cubicBezTo>
                  <a:cubicBezTo>
                    <a:pt x="3779" y="6075"/>
                    <a:pt x="3767" y="6060"/>
                    <a:pt x="3742" y="6031"/>
                  </a:cubicBezTo>
                  <a:cubicBezTo>
                    <a:pt x="3729" y="6016"/>
                    <a:pt x="3705" y="6009"/>
                    <a:pt x="3693" y="6009"/>
                  </a:cubicBezTo>
                  <a:cubicBezTo>
                    <a:pt x="3683" y="6009"/>
                    <a:pt x="3680" y="6013"/>
                    <a:pt x="3695" y="6022"/>
                  </a:cubicBezTo>
                  <a:cubicBezTo>
                    <a:pt x="3721" y="6050"/>
                    <a:pt x="3702" y="6069"/>
                    <a:pt x="3714" y="6107"/>
                  </a:cubicBezTo>
                  <a:cubicBezTo>
                    <a:pt x="3710" y="6110"/>
                    <a:pt x="3705" y="6113"/>
                    <a:pt x="3699" y="6113"/>
                  </a:cubicBezTo>
                  <a:cubicBezTo>
                    <a:pt x="3692" y="6113"/>
                    <a:pt x="3683" y="6109"/>
                    <a:pt x="3670" y="6094"/>
                  </a:cubicBezTo>
                  <a:cubicBezTo>
                    <a:pt x="3666" y="6092"/>
                    <a:pt x="3662" y="6091"/>
                    <a:pt x="3658" y="6091"/>
                  </a:cubicBezTo>
                  <a:cubicBezTo>
                    <a:pt x="3628" y="6091"/>
                    <a:pt x="3609" y="6151"/>
                    <a:pt x="3623" y="6185"/>
                  </a:cubicBezTo>
                  <a:cubicBezTo>
                    <a:pt x="3636" y="6201"/>
                    <a:pt x="3638" y="6211"/>
                    <a:pt x="3633" y="6211"/>
                  </a:cubicBezTo>
                  <a:cubicBezTo>
                    <a:pt x="3629" y="6211"/>
                    <a:pt x="3621" y="6206"/>
                    <a:pt x="3611" y="6194"/>
                  </a:cubicBezTo>
                  <a:cubicBezTo>
                    <a:pt x="3598" y="6180"/>
                    <a:pt x="3589" y="6175"/>
                    <a:pt x="3582" y="6175"/>
                  </a:cubicBezTo>
                  <a:cubicBezTo>
                    <a:pt x="3576" y="6175"/>
                    <a:pt x="3571" y="6179"/>
                    <a:pt x="3567" y="6182"/>
                  </a:cubicBezTo>
                  <a:cubicBezTo>
                    <a:pt x="3571" y="6195"/>
                    <a:pt x="3571" y="6200"/>
                    <a:pt x="3568" y="6200"/>
                  </a:cubicBezTo>
                  <a:cubicBezTo>
                    <a:pt x="3562" y="6200"/>
                    <a:pt x="3546" y="6181"/>
                    <a:pt x="3529" y="6163"/>
                  </a:cubicBezTo>
                  <a:cubicBezTo>
                    <a:pt x="3523" y="6144"/>
                    <a:pt x="3517" y="6137"/>
                    <a:pt x="3510" y="6137"/>
                  </a:cubicBezTo>
                  <a:cubicBezTo>
                    <a:pt x="3503" y="6137"/>
                    <a:pt x="3495" y="6144"/>
                    <a:pt x="3485" y="6154"/>
                  </a:cubicBezTo>
                  <a:cubicBezTo>
                    <a:pt x="3498" y="6191"/>
                    <a:pt x="3457" y="6226"/>
                    <a:pt x="3426" y="6251"/>
                  </a:cubicBezTo>
                  <a:cubicBezTo>
                    <a:pt x="3376" y="6295"/>
                    <a:pt x="3388" y="6332"/>
                    <a:pt x="3420" y="6407"/>
                  </a:cubicBezTo>
                  <a:lnTo>
                    <a:pt x="3457" y="6473"/>
                  </a:lnTo>
                  <a:lnTo>
                    <a:pt x="3407" y="6417"/>
                  </a:lnTo>
                  <a:cubicBezTo>
                    <a:pt x="3382" y="6389"/>
                    <a:pt x="3354" y="6364"/>
                    <a:pt x="3323" y="6338"/>
                  </a:cubicBezTo>
                  <a:lnTo>
                    <a:pt x="3323" y="6338"/>
                  </a:lnTo>
                  <a:cubicBezTo>
                    <a:pt x="3313" y="6348"/>
                    <a:pt x="3338" y="6376"/>
                    <a:pt x="3363" y="6404"/>
                  </a:cubicBezTo>
                  <a:cubicBezTo>
                    <a:pt x="3382" y="6425"/>
                    <a:pt x="3381" y="6436"/>
                    <a:pt x="3360" y="6436"/>
                  </a:cubicBezTo>
                  <a:cubicBezTo>
                    <a:pt x="3353" y="6436"/>
                    <a:pt x="3344" y="6435"/>
                    <a:pt x="3332" y="6432"/>
                  </a:cubicBezTo>
                  <a:cubicBezTo>
                    <a:pt x="3319" y="6429"/>
                    <a:pt x="3309" y="6427"/>
                    <a:pt x="3301" y="6427"/>
                  </a:cubicBezTo>
                  <a:cubicBezTo>
                    <a:pt x="3282" y="6427"/>
                    <a:pt x="3280" y="6440"/>
                    <a:pt x="3291" y="6467"/>
                  </a:cubicBezTo>
                  <a:cubicBezTo>
                    <a:pt x="3284" y="6472"/>
                    <a:pt x="3278" y="6477"/>
                    <a:pt x="3269" y="6477"/>
                  </a:cubicBezTo>
                  <a:cubicBezTo>
                    <a:pt x="3261" y="6477"/>
                    <a:pt x="3250" y="6474"/>
                    <a:pt x="3235" y="6464"/>
                  </a:cubicBezTo>
                  <a:lnTo>
                    <a:pt x="3235" y="6464"/>
                  </a:lnTo>
                  <a:cubicBezTo>
                    <a:pt x="3222" y="6473"/>
                    <a:pt x="3222" y="6473"/>
                    <a:pt x="3247" y="6501"/>
                  </a:cubicBezTo>
                  <a:cubicBezTo>
                    <a:pt x="3263" y="6520"/>
                    <a:pt x="3265" y="6530"/>
                    <a:pt x="3255" y="6530"/>
                  </a:cubicBezTo>
                  <a:cubicBezTo>
                    <a:pt x="3250" y="6530"/>
                    <a:pt x="3241" y="6527"/>
                    <a:pt x="3229" y="6520"/>
                  </a:cubicBezTo>
                  <a:cubicBezTo>
                    <a:pt x="3204" y="6501"/>
                    <a:pt x="3185" y="6494"/>
                    <a:pt x="3172" y="6494"/>
                  </a:cubicBezTo>
                  <a:cubicBezTo>
                    <a:pt x="3153" y="6494"/>
                    <a:pt x="3148" y="6510"/>
                    <a:pt x="3163" y="6526"/>
                  </a:cubicBezTo>
                  <a:cubicBezTo>
                    <a:pt x="3188" y="6555"/>
                    <a:pt x="3175" y="6564"/>
                    <a:pt x="3166" y="6573"/>
                  </a:cubicBezTo>
                  <a:cubicBezTo>
                    <a:pt x="3156" y="6583"/>
                    <a:pt x="3144" y="6589"/>
                    <a:pt x="3160" y="6627"/>
                  </a:cubicBezTo>
                  <a:lnTo>
                    <a:pt x="3138" y="6646"/>
                  </a:lnTo>
                  <a:cubicBezTo>
                    <a:pt x="3137" y="6647"/>
                    <a:pt x="3135" y="6647"/>
                    <a:pt x="3134" y="6647"/>
                  </a:cubicBezTo>
                  <a:cubicBezTo>
                    <a:pt x="3125" y="6647"/>
                    <a:pt x="3114" y="6616"/>
                    <a:pt x="3125" y="6608"/>
                  </a:cubicBezTo>
                  <a:lnTo>
                    <a:pt x="3087" y="6589"/>
                  </a:lnTo>
                  <a:cubicBezTo>
                    <a:pt x="3069" y="6605"/>
                    <a:pt x="3059" y="6614"/>
                    <a:pt x="3072" y="6652"/>
                  </a:cubicBezTo>
                  <a:cubicBezTo>
                    <a:pt x="3093" y="6686"/>
                    <a:pt x="3103" y="6702"/>
                    <a:pt x="3101" y="6702"/>
                  </a:cubicBezTo>
                  <a:cubicBezTo>
                    <a:pt x="3099" y="6702"/>
                    <a:pt x="3087" y="6688"/>
                    <a:pt x="3062" y="6661"/>
                  </a:cubicBezTo>
                  <a:cubicBezTo>
                    <a:pt x="3047" y="6644"/>
                    <a:pt x="3027" y="6629"/>
                    <a:pt x="3017" y="6629"/>
                  </a:cubicBezTo>
                  <a:cubicBezTo>
                    <a:pt x="3011" y="6629"/>
                    <a:pt x="3009" y="6634"/>
                    <a:pt x="3015" y="6649"/>
                  </a:cubicBezTo>
                  <a:cubicBezTo>
                    <a:pt x="3033" y="6683"/>
                    <a:pt x="3032" y="6696"/>
                    <a:pt x="3024" y="6696"/>
                  </a:cubicBezTo>
                  <a:cubicBezTo>
                    <a:pt x="3016" y="6696"/>
                    <a:pt x="3001" y="6683"/>
                    <a:pt x="2990" y="6667"/>
                  </a:cubicBezTo>
                  <a:cubicBezTo>
                    <a:pt x="2974" y="6636"/>
                    <a:pt x="2967" y="6619"/>
                    <a:pt x="2962" y="6619"/>
                  </a:cubicBezTo>
                  <a:cubicBezTo>
                    <a:pt x="2957" y="6619"/>
                    <a:pt x="2958" y="6642"/>
                    <a:pt x="2956" y="6693"/>
                  </a:cubicBezTo>
                  <a:cubicBezTo>
                    <a:pt x="2931" y="6708"/>
                    <a:pt x="2899" y="6771"/>
                    <a:pt x="2856" y="6787"/>
                  </a:cubicBezTo>
                  <a:cubicBezTo>
                    <a:pt x="2826" y="6800"/>
                    <a:pt x="2803" y="6808"/>
                    <a:pt x="2785" y="6808"/>
                  </a:cubicBezTo>
                  <a:cubicBezTo>
                    <a:pt x="2769" y="6808"/>
                    <a:pt x="2756" y="6801"/>
                    <a:pt x="2746" y="6787"/>
                  </a:cubicBezTo>
                  <a:cubicBezTo>
                    <a:pt x="2742" y="6773"/>
                    <a:pt x="2738" y="6763"/>
                    <a:pt x="2735" y="6754"/>
                  </a:cubicBezTo>
                  <a:lnTo>
                    <a:pt x="2735" y="6754"/>
                  </a:lnTo>
                  <a:cubicBezTo>
                    <a:pt x="2755" y="6821"/>
                    <a:pt x="2742" y="6828"/>
                    <a:pt x="2696" y="6837"/>
                  </a:cubicBezTo>
                  <a:cubicBezTo>
                    <a:pt x="2684" y="6830"/>
                    <a:pt x="2673" y="6827"/>
                    <a:pt x="2664" y="6827"/>
                  </a:cubicBezTo>
                  <a:cubicBezTo>
                    <a:pt x="2635" y="6827"/>
                    <a:pt x="2621" y="6855"/>
                    <a:pt x="2611" y="6884"/>
                  </a:cubicBezTo>
                  <a:lnTo>
                    <a:pt x="2642" y="6884"/>
                  </a:lnTo>
                  <a:cubicBezTo>
                    <a:pt x="2650" y="6927"/>
                    <a:pt x="2646" y="6946"/>
                    <a:pt x="2634" y="6946"/>
                  </a:cubicBezTo>
                  <a:cubicBezTo>
                    <a:pt x="2625" y="6946"/>
                    <a:pt x="2613" y="6938"/>
                    <a:pt x="2599" y="6924"/>
                  </a:cubicBezTo>
                  <a:cubicBezTo>
                    <a:pt x="2583" y="6924"/>
                    <a:pt x="2580" y="6887"/>
                    <a:pt x="2580" y="6849"/>
                  </a:cubicBezTo>
                  <a:cubicBezTo>
                    <a:pt x="2577" y="6812"/>
                    <a:pt x="2561" y="6777"/>
                    <a:pt x="2545" y="6774"/>
                  </a:cubicBezTo>
                  <a:cubicBezTo>
                    <a:pt x="2533" y="6774"/>
                    <a:pt x="2520" y="6774"/>
                    <a:pt x="2533" y="6812"/>
                  </a:cubicBezTo>
                  <a:cubicBezTo>
                    <a:pt x="2533" y="6844"/>
                    <a:pt x="2533" y="6850"/>
                    <a:pt x="2527" y="6850"/>
                  </a:cubicBezTo>
                  <a:cubicBezTo>
                    <a:pt x="2525" y="6850"/>
                    <a:pt x="2523" y="6850"/>
                    <a:pt x="2520" y="6849"/>
                  </a:cubicBezTo>
                  <a:cubicBezTo>
                    <a:pt x="2505" y="6849"/>
                    <a:pt x="2489" y="6849"/>
                    <a:pt x="2473" y="6887"/>
                  </a:cubicBezTo>
                  <a:cubicBezTo>
                    <a:pt x="2471" y="6916"/>
                    <a:pt x="2461" y="6923"/>
                    <a:pt x="2449" y="6923"/>
                  </a:cubicBezTo>
                  <a:cubicBezTo>
                    <a:pt x="2446" y="6923"/>
                    <a:pt x="2442" y="6922"/>
                    <a:pt x="2439" y="6921"/>
                  </a:cubicBezTo>
                  <a:cubicBezTo>
                    <a:pt x="2436" y="6899"/>
                    <a:pt x="2417" y="6884"/>
                    <a:pt x="2398" y="6881"/>
                  </a:cubicBezTo>
                  <a:cubicBezTo>
                    <a:pt x="2396" y="6891"/>
                    <a:pt x="2395" y="6895"/>
                    <a:pt x="2395" y="6895"/>
                  </a:cubicBezTo>
                  <a:cubicBezTo>
                    <a:pt x="2395" y="6895"/>
                    <a:pt x="2399" y="6870"/>
                    <a:pt x="2401" y="6843"/>
                  </a:cubicBezTo>
                  <a:cubicBezTo>
                    <a:pt x="2404" y="6815"/>
                    <a:pt x="2401" y="6790"/>
                    <a:pt x="2398" y="6765"/>
                  </a:cubicBezTo>
                  <a:cubicBezTo>
                    <a:pt x="2386" y="6765"/>
                    <a:pt x="2379" y="6799"/>
                    <a:pt x="2379" y="6799"/>
                  </a:cubicBezTo>
                  <a:cubicBezTo>
                    <a:pt x="2378" y="6807"/>
                    <a:pt x="2362" y="6811"/>
                    <a:pt x="2337" y="6811"/>
                  </a:cubicBezTo>
                  <a:cubicBezTo>
                    <a:pt x="2303" y="6811"/>
                    <a:pt x="2252" y="6803"/>
                    <a:pt x="2201" y="6787"/>
                  </a:cubicBezTo>
                  <a:cubicBezTo>
                    <a:pt x="2132" y="6765"/>
                    <a:pt x="2069" y="6736"/>
                    <a:pt x="2006" y="6699"/>
                  </a:cubicBezTo>
                  <a:cubicBezTo>
                    <a:pt x="2004" y="6668"/>
                    <a:pt x="1989" y="6648"/>
                    <a:pt x="1976" y="6648"/>
                  </a:cubicBezTo>
                  <a:cubicBezTo>
                    <a:pt x="1969" y="6648"/>
                    <a:pt x="1963" y="6654"/>
                    <a:pt x="1959" y="6667"/>
                  </a:cubicBezTo>
                  <a:cubicBezTo>
                    <a:pt x="1954" y="6676"/>
                    <a:pt x="1946" y="6680"/>
                    <a:pt x="1937" y="6680"/>
                  </a:cubicBezTo>
                  <a:cubicBezTo>
                    <a:pt x="1907" y="6680"/>
                    <a:pt x="1859" y="6644"/>
                    <a:pt x="1809" y="6599"/>
                  </a:cubicBezTo>
                  <a:cubicBezTo>
                    <a:pt x="1746" y="6544"/>
                    <a:pt x="1703" y="6491"/>
                    <a:pt x="1674" y="6491"/>
                  </a:cubicBezTo>
                  <a:cubicBezTo>
                    <a:pt x="1669" y="6491"/>
                    <a:pt x="1663" y="6493"/>
                    <a:pt x="1658" y="6498"/>
                  </a:cubicBezTo>
                  <a:lnTo>
                    <a:pt x="1633" y="6467"/>
                  </a:lnTo>
                  <a:cubicBezTo>
                    <a:pt x="1615" y="6445"/>
                    <a:pt x="1568" y="6448"/>
                    <a:pt x="1561" y="6439"/>
                  </a:cubicBezTo>
                  <a:cubicBezTo>
                    <a:pt x="1549" y="6443"/>
                    <a:pt x="1540" y="6445"/>
                    <a:pt x="1534" y="6445"/>
                  </a:cubicBezTo>
                  <a:cubicBezTo>
                    <a:pt x="1523" y="6445"/>
                    <a:pt x="1526" y="6437"/>
                    <a:pt x="1552" y="6426"/>
                  </a:cubicBezTo>
                  <a:cubicBezTo>
                    <a:pt x="1580" y="6404"/>
                    <a:pt x="1608" y="6379"/>
                    <a:pt x="1599" y="6367"/>
                  </a:cubicBezTo>
                  <a:cubicBezTo>
                    <a:pt x="1595" y="6362"/>
                    <a:pt x="1590" y="6360"/>
                    <a:pt x="1584" y="6360"/>
                  </a:cubicBezTo>
                  <a:cubicBezTo>
                    <a:pt x="1568" y="6360"/>
                    <a:pt x="1548" y="6376"/>
                    <a:pt x="1527" y="6395"/>
                  </a:cubicBezTo>
                  <a:cubicBezTo>
                    <a:pt x="1511" y="6409"/>
                    <a:pt x="1501" y="6412"/>
                    <a:pt x="1495" y="6412"/>
                  </a:cubicBezTo>
                  <a:cubicBezTo>
                    <a:pt x="1491" y="6412"/>
                    <a:pt x="1489" y="6411"/>
                    <a:pt x="1489" y="6411"/>
                  </a:cubicBezTo>
                  <a:cubicBezTo>
                    <a:pt x="1480" y="6401"/>
                    <a:pt x="1480" y="6401"/>
                    <a:pt x="1508" y="6376"/>
                  </a:cubicBezTo>
                  <a:lnTo>
                    <a:pt x="1564" y="6326"/>
                  </a:lnTo>
                  <a:lnTo>
                    <a:pt x="1558" y="6313"/>
                  </a:lnTo>
                  <a:cubicBezTo>
                    <a:pt x="1540" y="6328"/>
                    <a:pt x="1531" y="6331"/>
                    <a:pt x="1526" y="6331"/>
                  </a:cubicBezTo>
                  <a:cubicBezTo>
                    <a:pt x="1522" y="6331"/>
                    <a:pt x="1521" y="6329"/>
                    <a:pt x="1521" y="6329"/>
                  </a:cubicBezTo>
                  <a:cubicBezTo>
                    <a:pt x="1511" y="6320"/>
                    <a:pt x="1511" y="6320"/>
                    <a:pt x="1568" y="6269"/>
                  </a:cubicBezTo>
                  <a:cubicBezTo>
                    <a:pt x="1603" y="6240"/>
                    <a:pt x="1614" y="6225"/>
                    <a:pt x="1604" y="6225"/>
                  </a:cubicBezTo>
                  <a:cubicBezTo>
                    <a:pt x="1597" y="6225"/>
                    <a:pt x="1579" y="6232"/>
                    <a:pt x="1552" y="6248"/>
                  </a:cubicBezTo>
                  <a:lnTo>
                    <a:pt x="1505" y="6251"/>
                  </a:lnTo>
                  <a:cubicBezTo>
                    <a:pt x="1528" y="6223"/>
                    <a:pt x="1525" y="6214"/>
                    <a:pt x="1510" y="6214"/>
                  </a:cubicBezTo>
                  <a:cubicBezTo>
                    <a:pt x="1494" y="6214"/>
                    <a:pt x="1463" y="6227"/>
                    <a:pt x="1442" y="6235"/>
                  </a:cubicBezTo>
                  <a:cubicBezTo>
                    <a:pt x="1471" y="6199"/>
                    <a:pt x="1480" y="6180"/>
                    <a:pt x="1467" y="6180"/>
                  </a:cubicBezTo>
                  <a:cubicBezTo>
                    <a:pt x="1460" y="6180"/>
                    <a:pt x="1443" y="6188"/>
                    <a:pt x="1417" y="6204"/>
                  </a:cubicBezTo>
                  <a:cubicBezTo>
                    <a:pt x="1407" y="6213"/>
                    <a:pt x="1399" y="6217"/>
                    <a:pt x="1394" y="6217"/>
                  </a:cubicBezTo>
                  <a:cubicBezTo>
                    <a:pt x="1386" y="6217"/>
                    <a:pt x="1386" y="6204"/>
                    <a:pt x="1398" y="6182"/>
                  </a:cubicBezTo>
                  <a:cubicBezTo>
                    <a:pt x="1420" y="6147"/>
                    <a:pt x="1411" y="6135"/>
                    <a:pt x="1392" y="6116"/>
                  </a:cubicBezTo>
                  <a:cubicBezTo>
                    <a:pt x="1389" y="6117"/>
                    <a:pt x="1386" y="6117"/>
                    <a:pt x="1383" y="6117"/>
                  </a:cubicBezTo>
                  <a:cubicBezTo>
                    <a:pt x="1345" y="6117"/>
                    <a:pt x="1290" y="6050"/>
                    <a:pt x="1226" y="5972"/>
                  </a:cubicBezTo>
                  <a:cubicBezTo>
                    <a:pt x="1159" y="5889"/>
                    <a:pt x="1113" y="5831"/>
                    <a:pt x="1083" y="5831"/>
                  </a:cubicBezTo>
                  <a:cubicBezTo>
                    <a:pt x="1078" y="5831"/>
                    <a:pt x="1074" y="5833"/>
                    <a:pt x="1069" y="5837"/>
                  </a:cubicBezTo>
                  <a:cubicBezTo>
                    <a:pt x="1060" y="5828"/>
                    <a:pt x="1060" y="5828"/>
                    <a:pt x="1079" y="5793"/>
                  </a:cubicBezTo>
                  <a:cubicBezTo>
                    <a:pt x="1094" y="5780"/>
                    <a:pt x="1099" y="5770"/>
                    <a:pt x="1091" y="5770"/>
                  </a:cubicBezTo>
                  <a:cubicBezTo>
                    <a:pt x="1083" y="5770"/>
                    <a:pt x="1065" y="5777"/>
                    <a:pt x="1035" y="5796"/>
                  </a:cubicBezTo>
                  <a:cubicBezTo>
                    <a:pt x="1014" y="5803"/>
                    <a:pt x="996" y="5814"/>
                    <a:pt x="993" y="5814"/>
                  </a:cubicBezTo>
                  <a:cubicBezTo>
                    <a:pt x="990" y="5814"/>
                    <a:pt x="998" y="5806"/>
                    <a:pt x="1025" y="5784"/>
                  </a:cubicBezTo>
                  <a:cubicBezTo>
                    <a:pt x="1054" y="5762"/>
                    <a:pt x="1035" y="5740"/>
                    <a:pt x="1000" y="5696"/>
                  </a:cubicBezTo>
                  <a:cubicBezTo>
                    <a:pt x="981" y="5671"/>
                    <a:pt x="955" y="5641"/>
                    <a:pt x="932" y="5641"/>
                  </a:cubicBezTo>
                  <a:cubicBezTo>
                    <a:pt x="925" y="5641"/>
                    <a:pt x="919" y="5644"/>
                    <a:pt x="913" y="5649"/>
                  </a:cubicBezTo>
                  <a:cubicBezTo>
                    <a:pt x="898" y="5650"/>
                    <a:pt x="888" y="5651"/>
                    <a:pt x="882" y="5651"/>
                  </a:cubicBezTo>
                  <a:cubicBezTo>
                    <a:pt x="869" y="5651"/>
                    <a:pt x="877" y="5647"/>
                    <a:pt x="903" y="5636"/>
                  </a:cubicBezTo>
                  <a:cubicBezTo>
                    <a:pt x="962" y="5603"/>
                    <a:pt x="958" y="5536"/>
                    <a:pt x="896" y="5536"/>
                  </a:cubicBezTo>
                  <a:cubicBezTo>
                    <a:pt x="889" y="5536"/>
                    <a:pt x="881" y="5537"/>
                    <a:pt x="872" y="5539"/>
                  </a:cubicBezTo>
                  <a:cubicBezTo>
                    <a:pt x="862" y="5530"/>
                    <a:pt x="856" y="5517"/>
                    <a:pt x="884" y="5492"/>
                  </a:cubicBezTo>
                  <a:cubicBezTo>
                    <a:pt x="875" y="5483"/>
                    <a:pt x="866" y="5474"/>
                    <a:pt x="812" y="5464"/>
                  </a:cubicBezTo>
                  <a:cubicBezTo>
                    <a:pt x="803" y="5455"/>
                    <a:pt x="768" y="5414"/>
                    <a:pt x="750" y="5392"/>
                  </a:cubicBezTo>
                  <a:cubicBezTo>
                    <a:pt x="737" y="5375"/>
                    <a:pt x="706" y="5373"/>
                    <a:pt x="693" y="5373"/>
                  </a:cubicBezTo>
                  <a:cubicBezTo>
                    <a:pt x="689" y="5373"/>
                    <a:pt x="687" y="5373"/>
                    <a:pt x="687" y="5373"/>
                  </a:cubicBezTo>
                  <a:cubicBezTo>
                    <a:pt x="683" y="5367"/>
                    <a:pt x="677" y="5360"/>
                    <a:pt x="677" y="5360"/>
                  </a:cubicBezTo>
                  <a:lnTo>
                    <a:pt x="677" y="5360"/>
                  </a:lnTo>
                  <a:cubicBezTo>
                    <a:pt x="677" y="5360"/>
                    <a:pt x="678" y="5361"/>
                    <a:pt x="681" y="5364"/>
                  </a:cubicBezTo>
                  <a:cubicBezTo>
                    <a:pt x="709" y="5339"/>
                    <a:pt x="665" y="5285"/>
                    <a:pt x="606" y="5213"/>
                  </a:cubicBezTo>
                  <a:cubicBezTo>
                    <a:pt x="543" y="5138"/>
                    <a:pt x="493" y="5076"/>
                    <a:pt x="511" y="5041"/>
                  </a:cubicBezTo>
                  <a:cubicBezTo>
                    <a:pt x="511" y="5041"/>
                    <a:pt x="509" y="5036"/>
                    <a:pt x="499" y="5036"/>
                  </a:cubicBezTo>
                  <a:cubicBezTo>
                    <a:pt x="492" y="5036"/>
                    <a:pt x="482" y="5038"/>
                    <a:pt x="468" y="5044"/>
                  </a:cubicBezTo>
                  <a:cubicBezTo>
                    <a:pt x="437" y="5061"/>
                    <a:pt x="419" y="5068"/>
                    <a:pt x="409" y="5068"/>
                  </a:cubicBezTo>
                  <a:cubicBezTo>
                    <a:pt x="398" y="5068"/>
                    <a:pt x="401" y="5057"/>
                    <a:pt x="411" y="5038"/>
                  </a:cubicBezTo>
                  <a:cubicBezTo>
                    <a:pt x="448" y="4994"/>
                    <a:pt x="439" y="4959"/>
                    <a:pt x="407" y="4959"/>
                  </a:cubicBezTo>
                  <a:cubicBezTo>
                    <a:pt x="394" y="4959"/>
                    <a:pt x="379" y="4964"/>
                    <a:pt x="361" y="4975"/>
                  </a:cubicBezTo>
                  <a:lnTo>
                    <a:pt x="389" y="4950"/>
                  </a:lnTo>
                  <a:cubicBezTo>
                    <a:pt x="417" y="4915"/>
                    <a:pt x="410" y="4897"/>
                    <a:pt x="385" y="4897"/>
                  </a:cubicBezTo>
                  <a:cubicBezTo>
                    <a:pt x="369" y="4897"/>
                    <a:pt x="344" y="4905"/>
                    <a:pt x="317" y="4922"/>
                  </a:cubicBezTo>
                  <a:cubicBezTo>
                    <a:pt x="333" y="4893"/>
                    <a:pt x="351" y="4862"/>
                    <a:pt x="334" y="4862"/>
                  </a:cubicBezTo>
                  <a:cubicBezTo>
                    <a:pt x="331" y="4862"/>
                    <a:pt x="326" y="4863"/>
                    <a:pt x="320" y="4866"/>
                  </a:cubicBezTo>
                  <a:cubicBezTo>
                    <a:pt x="311" y="4853"/>
                    <a:pt x="311" y="4853"/>
                    <a:pt x="367" y="4806"/>
                  </a:cubicBezTo>
                  <a:cubicBezTo>
                    <a:pt x="399" y="4781"/>
                    <a:pt x="427" y="4756"/>
                    <a:pt x="417" y="4746"/>
                  </a:cubicBezTo>
                  <a:cubicBezTo>
                    <a:pt x="416" y="4744"/>
                    <a:pt x="413" y="4743"/>
                    <a:pt x="411" y="4743"/>
                  </a:cubicBezTo>
                  <a:cubicBezTo>
                    <a:pt x="398" y="4743"/>
                    <a:pt x="375" y="4764"/>
                    <a:pt x="352" y="4784"/>
                  </a:cubicBezTo>
                  <a:cubicBezTo>
                    <a:pt x="352" y="4784"/>
                    <a:pt x="342" y="4775"/>
                    <a:pt x="333" y="4762"/>
                  </a:cubicBezTo>
                  <a:cubicBezTo>
                    <a:pt x="333" y="4762"/>
                    <a:pt x="332" y="4760"/>
                    <a:pt x="328" y="4760"/>
                  </a:cubicBezTo>
                  <a:cubicBezTo>
                    <a:pt x="323" y="4760"/>
                    <a:pt x="313" y="4763"/>
                    <a:pt x="295" y="4778"/>
                  </a:cubicBezTo>
                  <a:cubicBezTo>
                    <a:pt x="283" y="4789"/>
                    <a:pt x="274" y="4793"/>
                    <a:pt x="268" y="4793"/>
                  </a:cubicBezTo>
                  <a:cubicBezTo>
                    <a:pt x="259" y="4793"/>
                    <a:pt x="255" y="4786"/>
                    <a:pt x="251" y="4781"/>
                  </a:cubicBezTo>
                  <a:cubicBezTo>
                    <a:pt x="261" y="4772"/>
                    <a:pt x="263" y="4769"/>
                    <a:pt x="261" y="4769"/>
                  </a:cubicBezTo>
                  <a:cubicBezTo>
                    <a:pt x="256" y="4769"/>
                    <a:pt x="236" y="4783"/>
                    <a:pt x="223" y="4806"/>
                  </a:cubicBezTo>
                  <a:cubicBezTo>
                    <a:pt x="197" y="4827"/>
                    <a:pt x="173" y="4846"/>
                    <a:pt x="160" y="4846"/>
                  </a:cubicBezTo>
                  <a:cubicBezTo>
                    <a:pt x="158" y="4846"/>
                    <a:pt x="156" y="4845"/>
                    <a:pt x="154" y="4844"/>
                  </a:cubicBezTo>
                  <a:lnTo>
                    <a:pt x="98" y="4894"/>
                  </a:lnTo>
                  <a:cubicBezTo>
                    <a:pt x="41" y="4941"/>
                    <a:pt x="10" y="4966"/>
                    <a:pt x="1" y="5013"/>
                  </a:cubicBezTo>
                  <a:cubicBezTo>
                    <a:pt x="5" y="5061"/>
                    <a:pt x="5" y="5104"/>
                    <a:pt x="26" y="5104"/>
                  </a:cubicBezTo>
                  <a:cubicBezTo>
                    <a:pt x="34" y="5104"/>
                    <a:pt x="45" y="5098"/>
                    <a:pt x="60" y="5085"/>
                  </a:cubicBezTo>
                  <a:cubicBezTo>
                    <a:pt x="60" y="5085"/>
                    <a:pt x="80" y="5078"/>
                    <a:pt x="95" y="5078"/>
                  </a:cubicBezTo>
                  <a:cubicBezTo>
                    <a:pt x="100" y="5078"/>
                    <a:pt x="105" y="5079"/>
                    <a:pt x="107" y="5082"/>
                  </a:cubicBezTo>
                  <a:cubicBezTo>
                    <a:pt x="117" y="5091"/>
                    <a:pt x="95" y="5129"/>
                    <a:pt x="95" y="5129"/>
                  </a:cubicBezTo>
                  <a:cubicBezTo>
                    <a:pt x="66" y="5154"/>
                    <a:pt x="101" y="5195"/>
                    <a:pt x="145" y="5248"/>
                  </a:cubicBezTo>
                  <a:cubicBezTo>
                    <a:pt x="195" y="5311"/>
                    <a:pt x="223" y="5342"/>
                    <a:pt x="201" y="5376"/>
                  </a:cubicBezTo>
                  <a:cubicBezTo>
                    <a:pt x="182" y="5414"/>
                    <a:pt x="189" y="5423"/>
                    <a:pt x="189" y="5423"/>
                  </a:cubicBezTo>
                  <a:cubicBezTo>
                    <a:pt x="193" y="5420"/>
                    <a:pt x="199" y="5418"/>
                    <a:pt x="204" y="5418"/>
                  </a:cubicBezTo>
                  <a:cubicBezTo>
                    <a:pt x="236" y="5418"/>
                    <a:pt x="280" y="5472"/>
                    <a:pt x="333" y="5536"/>
                  </a:cubicBezTo>
                  <a:cubicBezTo>
                    <a:pt x="384" y="5599"/>
                    <a:pt x="436" y="5663"/>
                    <a:pt x="467" y="5663"/>
                  </a:cubicBezTo>
                  <a:cubicBezTo>
                    <a:pt x="472" y="5663"/>
                    <a:pt x="476" y="5662"/>
                    <a:pt x="480" y="5658"/>
                  </a:cubicBezTo>
                  <a:cubicBezTo>
                    <a:pt x="490" y="5668"/>
                    <a:pt x="499" y="5680"/>
                    <a:pt x="499" y="5680"/>
                  </a:cubicBezTo>
                  <a:cubicBezTo>
                    <a:pt x="471" y="5705"/>
                    <a:pt x="486" y="5724"/>
                    <a:pt x="505" y="5746"/>
                  </a:cubicBezTo>
                  <a:cubicBezTo>
                    <a:pt x="509" y="5746"/>
                    <a:pt x="513" y="5745"/>
                    <a:pt x="516" y="5745"/>
                  </a:cubicBezTo>
                  <a:cubicBezTo>
                    <a:pt x="534" y="5745"/>
                    <a:pt x="552" y="5752"/>
                    <a:pt x="568" y="5765"/>
                  </a:cubicBezTo>
                  <a:cubicBezTo>
                    <a:pt x="540" y="5790"/>
                    <a:pt x="549" y="5799"/>
                    <a:pt x="565" y="5821"/>
                  </a:cubicBezTo>
                  <a:cubicBezTo>
                    <a:pt x="576" y="5833"/>
                    <a:pt x="583" y="5842"/>
                    <a:pt x="593" y="5842"/>
                  </a:cubicBezTo>
                  <a:cubicBezTo>
                    <a:pt x="599" y="5842"/>
                    <a:pt x="607" y="5838"/>
                    <a:pt x="618" y="5828"/>
                  </a:cubicBezTo>
                  <a:cubicBezTo>
                    <a:pt x="627" y="5837"/>
                    <a:pt x="690" y="5912"/>
                    <a:pt x="687" y="5969"/>
                  </a:cubicBezTo>
                  <a:cubicBezTo>
                    <a:pt x="677" y="5985"/>
                    <a:pt x="680" y="5991"/>
                    <a:pt x="689" y="5991"/>
                  </a:cubicBezTo>
                  <a:cubicBezTo>
                    <a:pt x="700" y="5991"/>
                    <a:pt x="720" y="5983"/>
                    <a:pt x="740" y="5975"/>
                  </a:cubicBezTo>
                  <a:cubicBezTo>
                    <a:pt x="762" y="5955"/>
                    <a:pt x="790" y="5944"/>
                    <a:pt x="805" y="5944"/>
                  </a:cubicBezTo>
                  <a:cubicBezTo>
                    <a:pt x="810" y="5944"/>
                    <a:pt x="813" y="5945"/>
                    <a:pt x="815" y="5947"/>
                  </a:cubicBezTo>
                  <a:lnTo>
                    <a:pt x="759" y="5997"/>
                  </a:lnTo>
                  <a:cubicBezTo>
                    <a:pt x="721" y="6009"/>
                    <a:pt x="721" y="6009"/>
                    <a:pt x="737" y="6031"/>
                  </a:cubicBezTo>
                  <a:lnTo>
                    <a:pt x="756" y="6053"/>
                  </a:lnTo>
                  <a:cubicBezTo>
                    <a:pt x="761" y="6049"/>
                    <a:pt x="766" y="6047"/>
                    <a:pt x="772" y="6047"/>
                  </a:cubicBezTo>
                  <a:cubicBezTo>
                    <a:pt x="800" y="6047"/>
                    <a:pt x="838" y="6094"/>
                    <a:pt x="888" y="6154"/>
                  </a:cubicBezTo>
                  <a:cubicBezTo>
                    <a:pt x="949" y="6229"/>
                    <a:pt x="977" y="6265"/>
                    <a:pt x="1001" y="6265"/>
                  </a:cubicBezTo>
                  <a:cubicBezTo>
                    <a:pt x="1007" y="6265"/>
                    <a:pt x="1013" y="6262"/>
                    <a:pt x="1019" y="6257"/>
                  </a:cubicBezTo>
                  <a:cubicBezTo>
                    <a:pt x="1030" y="6248"/>
                    <a:pt x="1038" y="6244"/>
                    <a:pt x="1043" y="6244"/>
                  </a:cubicBezTo>
                  <a:cubicBezTo>
                    <a:pt x="1054" y="6244"/>
                    <a:pt x="1056" y="6261"/>
                    <a:pt x="1054" y="6298"/>
                  </a:cubicBezTo>
                  <a:cubicBezTo>
                    <a:pt x="1030" y="6404"/>
                    <a:pt x="1024" y="6428"/>
                    <a:pt x="1038" y="6428"/>
                  </a:cubicBezTo>
                  <a:cubicBezTo>
                    <a:pt x="1043" y="6428"/>
                    <a:pt x="1049" y="6426"/>
                    <a:pt x="1057" y="6423"/>
                  </a:cubicBezTo>
                  <a:cubicBezTo>
                    <a:pt x="1051" y="6411"/>
                    <a:pt x="1079" y="6385"/>
                    <a:pt x="1107" y="6360"/>
                  </a:cubicBezTo>
                  <a:cubicBezTo>
                    <a:pt x="1131" y="6340"/>
                    <a:pt x="1146" y="6331"/>
                    <a:pt x="1152" y="6331"/>
                  </a:cubicBezTo>
                  <a:cubicBezTo>
                    <a:pt x="1160" y="6331"/>
                    <a:pt x="1151" y="6348"/>
                    <a:pt x="1123" y="6382"/>
                  </a:cubicBezTo>
                  <a:cubicBezTo>
                    <a:pt x="1073" y="6426"/>
                    <a:pt x="1189" y="6534"/>
                    <a:pt x="1262" y="6534"/>
                  </a:cubicBezTo>
                  <a:cubicBezTo>
                    <a:pt x="1273" y="6534"/>
                    <a:pt x="1283" y="6532"/>
                    <a:pt x="1292" y="6526"/>
                  </a:cubicBezTo>
                  <a:lnTo>
                    <a:pt x="1292" y="6526"/>
                  </a:lnTo>
                  <a:lnTo>
                    <a:pt x="1264" y="6552"/>
                  </a:lnTo>
                  <a:cubicBezTo>
                    <a:pt x="1235" y="6577"/>
                    <a:pt x="1242" y="6586"/>
                    <a:pt x="1276" y="6630"/>
                  </a:cubicBezTo>
                  <a:lnTo>
                    <a:pt x="1304" y="6661"/>
                  </a:lnTo>
                  <a:cubicBezTo>
                    <a:pt x="1317" y="6650"/>
                    <a:pt x="1327" y="6646"/>
                    <a:pt x="1336" y="6646"/>
                  </a:cubicBezTo>
                  <a:cubicBezTo>
                    <a:pt x="1368" y="6646"/>
                    <a:pt x="1377" y="6704"/>
                    <a:pt x="1354" y="6724"/>
                  </a:cubicBezTo>
                  <a:cubicBezTo>
                    <a:pt x="1336" y="6758"/>
                    <a:pt x="1336" y="6758"/>
                    <a:pt x="1354" y="6780"/>
                  </a:cubicBezTo>
                  <a:cubicBezTo>
                    <a:pt x="1356" y="6780"/>
                    <a:pt x="1358" y="6780"/>
                    <a:pt x="1359" y="6780"/>
                  </a:cubicBezTo>
                  <a:cubicBezTo>
                    <a:pt x="1453" y="6780"/>
                    <a:pt x="1492" y="6875"/>
                    <a:pt x="1467" y="6903"/>
                  </a:cubicBezTo>
                  <a:lnTo>
                    <a:pt x="1499" y="6928"/>
                  </a:lnTo>
                  <a:cubicBezTo>
                    <a:pt x="1504" y="6926"/>
                    <a:pt x="1510" y="6926"/>
                    <a:pt x="1517" y="6926"/>
                  </a:cubicBezTo>
                  <a:cubicBezTo>
                    <a:pt x="1540" y="6926"/>
                    <a:pt x="1566" y="6935"/>
                    <a:pt x="1583" y="6953"/>
                  </a:cubicBezTo>
                  <a:cubicBezTo>
                    <a:pt x="1609" y="6974"/>
                    <a:pt x="1626" y="6987"/>
                    <a:pt x="1636" y="6987"/>
                  </a:cubicBezTo>
                  <a:cubicBezTo>
                    <a:pt x="1645" y="6987"/>
                    <a:pt x="1649" y="6978"/>
                    <a:pt x="1652" y="6959"/>
                  </a:cubicBezTo>
                  <a:cubicBezTo>
                    <a:pt x="1671" y="6934"/>
                    <a:pt x="1693" y="6907"/>
                    <a:pt x="1707" y="6907"/>
                  </a:cubicBezTo>
                  <a:cubicBezTo>
                    <a:pt x="1708" y="6907"/>
                    <a:pt x="1710" y="6908"/>
                    <a:pt x="1712" y="6909"/>
                  </a:cubicBezTo>
                  <a:lnTo>
                    <a:pt x="1690" y="6940"/>
                  </a:lnTo>
                  <a:cubicBezTo>
                    <a:pt x="1668" y="6971"/>
                    <a:pt x="1715" y="7009"/>
                    <a:pt x="1781" y="7050"/>
                  </a:cubicBezTo>
                  <a:cubicBezTo>
                    <a:pt x="1865" y="7100"/>
                    <a:pt x="1903" y="7116"/>
                    <a:pt x="1906" y="7159"/>
                  </a:cubicBezTo>
                  <a:lnTo>
                    <a:pt x="1937" y="7134"/>
                  </a:lnTo>
                  <a:cubicBezTo>
                    <a:pt x="1951" y="7124"/>
                    <a:pt x="1963" y="7119"/>
                    <a:pt x="1970" y="7119"/>
                  </a:cubicBezTo>
                  <a:cubicBezTo>
                    <a:pt x="1981" y="7119"/>
                    <a:pt x="1984" y="7130"/>
                    <a:pt x="1975" y="7150"/>
                  </a:cubicBezTo>
                  <a:cubicBezTo>
                    <a:pt x="1977" y="7181"/>
                    <a:pt x="2024" y="7209"/>
                    <a:pt x="2069" y="7209"/>
                  </a:cubicBezTo>
                  <a:cubicBezTo>
                    <a:pt x="2083" y="7209"/>
                    <a:pt x="2097" y="7206"/>
                    <a:pt x="2110" y="7200"/>
                  </a:cubicBezTo>
                  <a:lnTo>
                    <a:pt x="2147" y="7210"/>
                  </a:lnTo>
                  <a:cubicBezTo>
                    <a:pt x="2146" y="7256"/>
                    <a:pt x="2167" y="7281"/>
                    <a:pt x="2192" y="7281"/>
                  </a:cubicBezTo>
                  <a:cubicBezTo>
                    <a:pt x="2211" y="7281"/>
                    <a:pt x="2233" y="7266"/>
                    <a:pt x="2248" y="7235"/>
                  </a:cubicBezTo>
                  <a:lnTo>
                    <a:pt x="2248" y="7235"/>
                  </a:lnTo>
                  <a:cubicBezTo>
                    <a:pt x="2238" y="7272"/>
                    <a:pt x="2260" y="7279"/>
                    <a:pt x="2282" y="7282"/>
                  </a:cubicBezTo>
                  <a:cubicBezTo>
                    <a:pt x="2301" y="7270"/>
                    <a:pt x="2327" y="7264"/>
                    <a:pt x="2350" y="7264"/>
                  </a:cubicBezTo>
                  <a:cubicBezTo>
                    <a:pt x="2384" y="7264"/>
                    <a:pt x="2412" y="7276"/>
                    <a:pt x="2411" y="7301"/>
                  </a:cubicBezTo>
                  <a:lnTo>
                    <a:pt x="2433" y="7301"/>
                  </a:lnTo>
                  <a:cubicBezTo>
                    <a:pt x="2444" y="7278"/>
                    <a:pt x="2465" y="7266"/>
                    <a:pt x="2490" y="7266"/>
                  </a:cubicBezTo>
                  <a:cubicBezTo>
                    <a:pt x="2493" y="7266"/>
                    <a:pt x="2495" y="7266"/>
                    <a:pt x="2498" y="7266"/>
                  </a:cubicBezTo>
                  <a:cubicBezTo>
                    <a:pt x="2501" y="7266"/>
                    <a:pt x="2503" y="7266"/>
                    <a:pt x="2505" y="7266"/>
                  </a:cubicBezTo>
                  <a:cubicBezTo>
                    <a:pt x="2531" y="7266"/>
                    <a:pt x="2552" y="7251"/>
                    <a:pt x="2561" y="7228"/>
                  </a:cubicBezTo>
                  <a:cubicBezTo>
                    <a:pt x="2583" y="7191"/>
                    <a:pt x="2602" y="7191"/>
                    <a:pt x="2602" y="7191"/>
                  </a:cubicBezTo>
                  <a:cubicBezTo>
                    <a:pt x="2603" y="7191"/>
                    <a:pt x="2603" y="7191"/>
                    <a:pt x="2604" y="7191"/>
                  </a:cubicBezTo>
                  <a:cubicBezTo>
                    <a:pt x="2622" y="7191"/>
                    <a:pt x="2604" y="7230"/>
                    <a:pt x="2586" y="7266"/>
                  </a:cubicBezTo>
                  <a:cubicBezTo>
                    <a:pt x="2568" y="7282"/>
                    <a:pt x="2569" y="7292"/>
                    <a:pt x="2580" y="7292"/>
                  </a:cubicBezTo>
                  <a:cubicBezTo>
                    <a:pt x="2595" y="7292"/>
                    <a:pt x="2634" y="7271"/>
                    <a:pt x="2668" y="7222"/>
                  </a:cubicBezTo>
                  <a:cubicBezTo>
                    <a:pt x="2694" y="7181"/>
                    <a:pt x="2708" y="7161"/>
                    <a:pt x="2710" y="7161"/>
                  </a:cubicBezTo>
                  <a:lnTo>
                    <a:pt x="2710" y="7161"/>
                  </a:lnTo>
                  <a:cubicBezTo>
                    <a:pt x="2713" y="7161"/>
                    <a:pt x="2705" y="7180"/>
                    <a:pt x="2689" y="7219"/>
                  </a:cubicBezTo>
                  <a:cubicBezTo>
                    <a:pt x="2679" y="7247"/>
                    <a:pt x="2666" y="7276"/>
                    <a:pt x="2673" y="7276"/>
                  </a:cubicBezTo>
                  <a:cubicBezTo>
                    <a:pt x="2676" y="7276"/>
                    <a:pt x="2683" y="7270"/>
                    <a:pt x="2696" y="7257"/>
                  </a:cubicBezTo>
                  <a:cubicBezTo>
                    <a:pt x="2696" y="7257"/>
                    <a:pt x="2740" y="7250"/>
                    <a:pt x="2733" y="7213"/>
                  </a:cubicBezTo>
                  <a:lnTo>
                    <a:pt x="2796" y="7200"/>
                  </a:lnTo>
                  <a:cubicBezTo>
                    <a:pt x="2815" y="7215"/>
                    <a:pt x="2836" y="7222"/>
                    <a:pt x="2858" y="7222"/>
                  </a:cubicBezTo>
                  <a:cubicBezTo>
                    <a:pt x="2870" y="7222"/>
                    <a:pt x="2881" y="7220"/>
                    <a:pt x="2893" y="7216"/>
                  </a:cubicBezTo>
                  <a:cubicBezTo>
                    <a:pt x="2898" y="7192"/>
                    <a:pt x="2901" y="7181"/>
                    <a:pt x="2908" y="7181"/>
                  </a:cubicBezTo>
                  <a:cubicBezTo>
                    <a:pt x="2913" y="7181"/>
                    <a:pt x="2922" y="7188"/>
                    <a:pt x="2937" y="7200"/>
                  </a:cubicBezTo>
                  <a:cubicBezTo>
                    <a:pt x="2941" y="7215"/>
                    <a:pt x="2946" y="7222"/>
                    <a:pt x="2951" y="7222"/>
                  </a:cubicBezTo>
                  <a:cubicBezTo>
                    <a:pt x="2958" y="7222"/>
                    <a:pt x="2961" y="7202"/>
                    <a:pt x="2943" y="7159"/>
                  </a:cubicBezTo>
                  <a:cubicBezTo>
                    <a:pt x="2949" y="7134"/>
                    <a:pt x="2959" y="7121"/>
                    <a:pt x="2974" y="7121"/>
                  </a:cubicBezTo>
                  <a:cubicBezTo>
                    <a:pt x="2983" y="7121"/>
                    <a:pt x="2993" y="7125"/>
                    <a:pt x="3006" y="7134"/>
                  </a:cubicBezTo>
                  <a:cubicBezTo>
                    <a:pt x="3023" y="7172"/>
                    <a:pt x="3037" y="7186"/>
                    <a:pt x="3044" y="7186"/>
                  </a:cubicBezTo>
                  <a:cubicBezTo>
                    <a:pt x="3050" y="7186"/>
                    <a:pt x="3051" y="7175"/>
                    <a:pt x="3044" y="7159"/>
                  </a:cubicBezTo>
                  <a:cubicBezTo>
                    <a:pt x="3050" y="7116"/>
                    <a:pt x="3069" y="7106"/>
                    <a:pt x="3069" y="7106"/>
                  </a:cubicBezTo>
                  <a:cubicBezTo>
                    <a:pt x="3071" y="7112"/>
                    <a:pt x="3077" y="7114"/>
                    <a:pt x="3086" y="7114"/>
                  </a:cubicBezTo>
                  <a:cubicBezTo>
                    <a:pt x="3108" y="7114"/>
                    <a:pt x="3148" y="7099"/>
                    <a:pt x="3197" y="7072"/>
                  </a:cubicBezTo>
                  <a:cubicBezTo>
                    <a:pt x="3235" y="7050"/>
                    <a:pt x="3272" y="7025"/>
                    <a:pt x="3310" y="6997"/>
                  </a:cubicBezTo>
                  <a:cubicBezTo>
                    <a:pt x="3354" y="6959"/>
                    <a:pt x="3360" y="6953"/>
                    <a:pt x="3388" y="6928"/>
                  </a:cubicBezTo>
                  <a:cubicBezTo>
                    <a:pt x="3401" y="6921"/>
                    <a:pt x="3385" y="6884"/>
                    <a:pt x="3360" y="6856"/>
                  </a:cubicBezTo>
                  <a:cubicBezTo>
                    <a:pt x="3338" y="6831"/>
                    <a:pt x="3330" y="6822"/>
                    <a:pt x="3332" y="6822"/>
                  </a:cubicBezTo>
                  <a:lnTo>
                    <a:pt x="3332" y="6822"/>
                  </a:lnTo>
                  <a:cubicBezTo>
                    <a:pt x="3334" y="6822"/>
                    <a:pt x="3350" y="6836"/>
                    <a:pt x="3370" y="6846"/>
                  </a:cubicBezTo>
                  <a:cubicBezTo>
                    <a:pt x="3409" y="6880"/>
                    <a:pt x="3434" y="6895"/>
                    <a:pt x="3443" y="6895"/>
                  </a:cubicBezTo>
                  <a:cubicBezTo>
                    <a:pt x="3454" y="6895"/>
                    <a:pt x="3438" y="6871"/>
                    <a:pt x="3391" y="6827"/>
                  </a:cubicBezTo>
                  <a:cubicBezTo>
                    <a:pt x="3360" y="6802"/>
                    <a:pt x="3345" y="6791"/>
                    <a:pt x="3348" y="6791"/>
                  </a:cubicBezTo>
                  <a:lnTo>
                    <a:pt x="3348" y="6791"/>
                  </a:lnTo>
                  <a:cubicBezTo>
                    <a:pt x="3351" y="6791"/>
                    <a:pt x="3368" y="6800"/>
                    <a:pt x="3401" y="6818"/>
                  </a:cubicBezTo>
                  <a:cubicBezTo>
                    <a:pt x="3417" y="6827"/>
                    <a:pt x="3426" y="6833"/>
                    <a:pt x="3430" y="6833"/>
                  </a:cubicBezTo>
                  <a:cubicBezTo>
                    <a:pt x="3436" y="6833"/>
                    <a:pt x="3432" y="6824"/>
                    <a:pt x="3423" y="6802"/>
                  </a:cubicBezTo>
                  <a:cubicBezTo>
                    <a:pt x="3408" y="6786"/>
                    <a:pt x="3405" y="6776"/>
                    <a:pt x="3410" y="6776"/>
                  </a:cubicBezTo>
                  <a:cubicBezTo>
                    <a:pt x="3414" y="6776"/>
                    <a:pt x="3422" y="6781"/>
                    <a:pt x="3432" y="6793"/>
                  </a:cubicBezTo>
                  <a:cubicBezTo>
                    <a:pt x="3456" y="6805"/>
                    <a:pt x="3479" y="6817"/>
                    <a:pt x="3486" y="6817"/>
                  </a:cubicBezTo>
                  <a:cubicBezTo>
                    <a:pt x="3490" y="6817"/>
                    <a:pt x="3488" y="6813"/>
                    <a:pt x="3479" y="6802"/>
                  </a:cubicBezTo>
                  <a:cubicBezTo>
                    <a:pt x="3479" y="6802"/>
                    <a:pt x="3481" y="6801"/>
                    <a:pt x="3485" y="6801"/>
                  </a:cubicBezTo>
                  <a:cubicBezTo>
                    <a:pt x="3491" y="6801"/>
                    <a:pt x="3502" y="6803"/>
                    <a:pt x="3523" y="6815"/>
                  </a:cubicBezTo>
                  <a:cubicBezTo>
                    <a:pt x="3530" y="6818"/>
                    <a:pt x="3535" y="6820"/>
                    <a:pt x="3539" y="6820"/>
                  </a:cubicBezTo>
                  <a:cubicBezTo>
                    <a:pt x="3555" y="6820"/>
                    <a:pt x="3542" y="6789"/>
                    <a:pt x="3529" y="6758"/>
                  </a:cubicBezTo>
                  <a:cubicBezTo>
                    <a:pt x="3519" y="6713"/>
                    <a:pt x="3518" y="6690"/>
                    <a:pt x="3526" y="6690"/>
                  </a:cubicBezTo>
                  <a:cubicBezTo>
                    <a:pt x="3532" y="6690"/>
                    <a:pt x="3544" y="6704"/>
                    <a:pt x="3561" y="6733"/>
                  </a:cubicBezTo>
                  <a:cubicBezTo>
                    <a:pt x="3572" y="6752"/>
                    <a:pt x="3582" y="6759"/>
                    <a:pt x="3591" y="6759"/>
                  </a:cubicBezTo>
                  <a:cubicBezTo>
                    <a:pt x="3612" y="6759"/>
                    <a:pt x="3618" y="6709"/>
                    <a:pt x="3589" y="6661"/>
                  </a:cubicBezTo>
                  <a:cubicBezTo>
                    <a:pt x="3564" y="6621"/>
                    <a:pt x="3555" y="6606"/>
                    <a:pt x="3556" y="6606"/>
                  </a:cubicBezTo>
                  <a:lnTo>
                    <a:pt x="3556" y="6606"/>
                  </a:lnTo>
                  <a:cubicBezTo>
                    <a:pt x="3557" y="6606"/>
                    <a:pt x="3563" y="6612"/>
                    <a:pt x="3573" y="6624"/>
                  </a:cubicBezTo>
                  <a:cubicBezTo>
                    <a:pt x="3588" y="6641"/>
                    <a:pt x="3599" y="6644"/>
                    <a:pt x="3605" y="6644"/>
                  </a:cubicBezTo>
                  <a:cubicBezTo>
                    <a:pt x="3609" y="6644"/>
                    <a:pt x="3611" y="6642"/>
                    <a:pt x="3611" y="6642"/>
                  </a:cubicBezTo>
                  <a:cubicBezTo>
                    <a:pt x="3615" y="6638"/>
                    <a:pt x="3619" y="6634"/>
                    <a:pt x="3625" y="6634"/>
                  </a:cubicBezTo>
                  <a:cubicBezTo>
                    <a:pt x="3632" y="6634"/>
                    <a:pt x="3641" y="6640"/>
                    <a:pt x="3655" y="6655"/>
                  </a:cubicBezTo>
                  <a:cubicBezTo>
                    <a:pt x="3655" y="6655"/>
                    <a:pt x="3664" y="6646"/>
                    <a:pt x="3661" y="6599"/>
                  </a:cubicBezTo>
                  <a:cubicBezTo>
                    <a:pt x="3646" y="6558"/>
                    <a:pt x="3655" y="6540"/>
                    <a:pt x="3677" y="6540"/>
                  </a:cubicBezTo>
                  <a:cubicBezTo>
                    <a:pt x="3695" y="6540"/>
                    <a:pt x="3722" y="6552"/>
                    <a:pt x="3749" y="6573"/>
                  </a:cubicBezTo>
                  <a:lnTo>
                    <a:pt x="3746" y="6530"/>
                  </a:lnTo>
                  <a:cubicBezTo>
                    <a:pt x="3719" y="6486"/>
                    <a:pt x="3703" y="6455"/>
                    <a:pt x="3709" y="6455"/>
                  </a:cubicBezTo>
                  <a:cubicBezTo>
                    <a:pt x="3713" y="6455"/>
                    <a:pt x="3722" y="6463"/>
                    <a:pt x="3739" y="6483"/>
                  </a:cubicBezTo>
                  <a:lnTo>
                    <a:pt x="3764" y="6511"/>
                  </a:lnTo>
                  <a:cubicBezTo>
                    <a:pt x="3744" y="6475"/>
                    <a:pt x="3754" y="6457"/>
                    <a:pt x="3776" y="6457"/>
                  </a:cubicBezTo>
                  <a:cubicBezTo>
                    <a:pt x="3794" y="6457"/>
                    <a:pt x="3820" y="6469"/>
                    <a:pt x="3843" y="6495"/>
                  </a:cubicBezTo>
                  <a:cubicBezTo>
                    <a:pt x="3859" y="6513"/>
                    <a:pt x="3864" y="6520"/>
                    <a:pt x="3869" y="6520"/>
                  </a:cubicBezTo>
                  <a:cubicBezTo>
                    <a:pt x="3872" y="6520"/>
                    <a:pt x="3874" y="6517"/>
                    <a:pt x="3877" y="6514"/>
                  </a:cubicBezTo>
                  <a:lnTo>
                    <a:pt x="3852" y="6486"/>
                  </a:lnTo>
                  <a:cubicBezTo>
                    <a:pt x="3827" y="6458"/>
                    <a:pt x="3802" y="6429"/>
                    <a:pt x="3811" y="6420"/>
                  </a:cubicBezTo>
                  <a:cubicBezTo>
                    <a:pt x="3817" y="6416"/>
                    <a:pt x="3822" y="6412"/>
                    <a:pt x="3828" y="6412"/>
                  </a:cubicBezTo>
                  <a:cubicBezTo>
                    <a:pt x="3836" y="6412"/>
                    <a:pt x="3845" y="6417"/>
                    <a:pt x="3858" y="6432"/>
                  </a:cubicBezTo>
                  <a:cubicBezTo>
                    <a:pt x="3880" y="6444"/>
                    <a:pt x="3902" y="6456"/>
                    <a:pt x="3910" y="6456"/>
                  </a:cubicBezTo>
                  <a:cubicBezTo>
                    <a:pt x="3914" y="6456"/>
                    <a:pt x="3913" y="6452"/>
                    <a:pt x="3905" y="6442"/>
                  </a:cubicBezTo>
                  <a:cubicBezTo>
                    <a:pt x="3905" y="6442"/>
                    <a:pt x="3908" y="6439"/>
                    <a:pt x="3914" y="6439"/>
                  </a:cubicBezTo>
                  <a:cubicBezTo>
                    <a:pt x="3921" y="6439"/>
                    <a:pt x="3932" y="6442"/>
                    <a:pt x="3949" y="6451"/>
                  </a:cubicBezTo>
                  <a:cubicBezTo>
                    <a:pt x="3959" y="6445"/>
                    <a:pt x="3971" y="6436"/>
                    <a:pt x="3990" y="6417"/>
                  </a:cubicBezTo>
                  <a:cubicBezTo>
                    <a:pt x="3982" y="6392"/>
                    <a:pt x="3987" y="6377"/>
                    <a:pt x="3998" y="6377"/>
                  </a:cubicBezTo>
                  <a:cubicBezTo>
                    <a:pt x="4004" y="6377"/>
                    <a:pt x="4013" y="6382"/>
                    <a:pt x="4021" y="6392"/>
                  </a:cubicBezTo>
                  <a:cubicBezTo>
                    <a:pt x="4037" y="6376"/>
                    <a:pt x="4037" y="6354"/>
                    <a:pt x="4028" y="6335"/>
                  </a:cubicBezTo>
                  <a:cubicBezTo>
                    <a:pt x="4039" y="6327"/>
                    <a:pt x="4048" y="6320"/>
                    <a:pt x="4056" y="6320"/>
                  </a:cubicBezTo>
                  <a:cubicBezTo>
                    <a:pt x="4064" y="6320"/>
                    <a:pt x="4072" y="6325"/>
                    <a:pt x="4084" y="6338"/>
                  </a:cubicBezTo>
                  <a:cubicBezTo>
                    <a:pt x="4096" y="6352"/>
                    <a:pt x="4102" y="6359"/>
                    <a:pt x="4104" y="6359"/>
                  </a:cubicBezTo>
                  <a:cubicBezTo>
                    <a:pt x="4106" y="6359"/>
                    <a:pt x="4102" y="6349"/>
                    <a:pt x="4093" y="6329"/>
                  </a:cubicBezTo>
                  <a:cubicBezTo>
                    <a:pt x="4068" y="6301"/>
                    <a:pt x="4081" y="6291"/>
                    <a:pt x="4090" y="6282"/>
                  </a:cubicBezTo>
                  <a:lnTo>
                    <a:pt x="4112" y="6266"/>
                  </a:lnTo>
                  <a:cubicBezTo>
                    <a:pt x="4087" y="6238"/>
                    <a:pt x="4087" y="6238"/>
                    <a:pt x="4097" y="6229"/>
                  </a:cubicBezTo>
                  <a:cubicBezTo>
                    <a:pt x="4106" y="6219"/>
                    <a:pt x="4162" y="6222"/>
                    <a:pt x="4175" y="6213"/>
                  </a:cubicBezTo>
                  <a:cubicBezTo>
                    <a:pt x="4203" y="6185"/>
                    <a:pt x="4203" y="6185"/>
                    <a:pt x="4169" y="6166"/>
                  </a:cubicBezTo>
                  <a:cubicBezTo>
                    <a:pt x="4167" y="6167"/>
                    <a:pt x="4166" y="6168"/>
                    <a:pt x="4164" y="6168"/>
                  </a:cubicBezTo>
                  <a:cubicBezTo>
                    <a:pt x="4155" y="6168"/>
                    <a:pt x="4145" y="6155"/>
                    <a:pt x="4163" y="6155"/>
                  </a:cubicBezTo>
                  <a:cubicBezTo>
                    <a:pt x="4167" y="6155"/>
                    <a:pt x="4172" y="6155"/>
                    <a:pt x="4178" y="6157"/>
                  </a:cubicBezTo>
                  <a:cubicBezTo>
                    <a:pt x="4191" y="6150"/>
                    <a:pt x="4247" y="6150"/>
                    <a:pt x="4278" y="6125"/>
                  </a:cubicBezTo>
                  <a:cubicBezTo>
                    <a:pt x="4319" y="6088"/>
                    <a:pt x="4319" y="6088"/>
                    <a:pt x="4294" y="6060"/>
                  </a:cubicBezTo>
                  <a:cubicBezTo>
                    <a:pt x="4262" y="6034"/>
                    <a:pt x="4250" y="6020"/>
                    <a:pt x="4255" y="6020"/>
                  </a:cubicBezTo>
                  <a:cubicBezTo>
                    <a:pt x="4259" y="6020"/>
                    <a:pt x="4276" y="6030"/>
                    <a:pt x="4303" y="6053"/>
                  </a:cubicBezTo>
                  <a:cubicBezTo>
                    <a:pt x="4337" y="6071"/>
                    <a:pt x="4357" y="6078"/>
                    <a:pt x="4366" y="6078"/>
                  </a:cubicBezTo>
                  <a:cubicBezTo>
                    <a:pt x="4377" y="6078"/>
                    <a:pt x="4373" y="6068"/>
                    <a:pt x="4360" y="6053"/>
                  </a:cubicBezTo>
                  <a:cubicBezTo>
                    <a:pt x="4344" y="6016"/>
                    <a:pt x="4344" y="6016"/>
                    <a:pt x="4357" y="6009"/>
                  </a:cubicBezTo>
                  <a:lnTo>
                    <a:pt x="4357" y="6009"/>
                  </a:lnTo>
                  <a:cubicBezTo>
                    <a:pt x="4366" y="6020"/>
                    <a:pt x="4373" y="6025"/>
                    <a:pt x="4378" y="6025"/>
                  </a:cubicBezTo>
                  <a:cubicBezTo>
                    <a:pt x="4387" y="6025"/>
                    <a:pt x="4390" y="6011"/>
                    <a:pt x="4388" y="5981"/>
                  </a:cubicBezTo>
                  <a:cubicBezTo>
                    <a:pt x="4391" y="5978"/>
                    <a:pt x="4394" y="5976"/>
                    <a:pt x="4396" y="5976"/>
                  </a:cubicBezTo>
                  <a:cubicBezTo>
                    <a:pt x="4401" y="5976"/>
                    <a:pt x="4407" y="5982"/>
                    <a:pt x="4422" y="6000"/>
                  </a:cubicBezTo>
                  <a:lnTo>
                    <a:pt x="4444" y="5984"/>
                  </a:lnTo>
                  <a:cubicBezTo>
                    <a:pt x="4420" y="5925"/>
                    <a:pt x="4469" y="5897"/>
                    <a:pt x="4508" y="5897"/>
                  </a:cubicBezTo>
                  <a:cubicBezTo>
                    <a:pt x="4518" y="5897"/>
                    <a:pt x="4528" y="5899"/>
                    <a:pt x="4535" y="5903"/>
                  </a:cubicBezTo>
                  <a:cubicBezTo>
                    <a:pt x="4535" y="5903"/>
                    <a:pt x="4548" y="5897"/>
                    <a:pt x="4532" y="5859"/>
                  </a:cubicBezTo>
                  <a:cubicBezTo>
                    <a:pt x="4509" y="5822"/>
                    <a:pt x="4503" y="5803"/>
                    <a:pt x="4511" y="5803"/>
                  </a:cubicBezTo>
                  <a:cubicBezTo>
                    <a:pt x="4517" y="5803"/>
                    <a:pt x="4532" y="5815"/>
                    <a:pt x="4554" y="5840"/>
                  </a:cubicBezTo>
                  <a:cubicBezTo>
                    <a:pt x="4578" y="5867"/>
                    <a:pt x="4591" y="5881"/>
                    <a:pt x="4593" y="5881"/>
                  </a:cubicBezTo>
                  <a:cubicBezTo>
                    <a:pt x="4595" y="5881"/>
                    <a:pt x="4585" y="5865"/>
                    <a:pt x="4564" y="5831"/>
                  </a:cubicBezTo>
                  <a:cubicBezTo>
                    <a:pt x="4554" y="5807"/>
                    <a:pt x="4571" y="5781"/>
                    <a:pt x="4594" y="5781"/>
                  </a:cubicBezTo>
                  <a:cubicBezTo>
                    <a:pt x="4608" y="5781"/>
                    <a:pt x="4625" y="5790"/>
                    <a:pt x="4639" y="5815"/>
                  </a:cubicBezTo>
                  <a:lnTo>
                    <a:pt x="4689" y="5871"/>
                  </a:lnTo>
                  <a:cubicBezTo>
                    <a:pt x="4676" y="5834"/>
                    <a:pt x="4686" y="5828"/>
                    <a:pt x="4686" y="5828"/>
                  </a:cubicBezTo>
                  <a:cubicBezTo>
                    <a:pt x="4661" y="5799"/>
                    <a:pt x="4670" y="5790"/>
                    <a:pt x="4701" y="5762"/>
                  </a:cubicBezTo>
                  <a:cubicBezTo>
                    <a:pt x="4723" y="5746"/>
                    <a:pt x="4739" y="5680"/>
                    <a:pt x="4761" y="5665"/>
                  </a:cubicBezTo>
                  <a:cubicBezTo>
                    <a:pt x="4775" y="5651"/>
                    <a:pt x="4796" y="5633"/>
                    <a:pt x="4822" y="5633"/>
                  </a:cubicBezTo>
                  <a:cubicBezTo>
                    <a:pt x="4830" y="5633"/>
                    <a:pt x="4839" y="5635"/>
                    <a:pt x="4849" y="5640"/>
                  </a:cubicBezTo>
                  <a:cubicBezTo>
                    <a:pt x="4858" y="5630"/>
                    <a:pt x="4867" y="5621"/>
                    <a:pt x="4864" y="5577"/>
                  </a:cubicBezTo>
                  <a:cubicBezTo>
                    <a:pt x="4854" y="5552"/>
                    <a:pt x="4860" y="5535"/>
                    <a:pt x="4873" y="5535"/>
                  </a:cubicBezTo>
                  <a:cubicBezTo>
                    <a:pt x="4879" y="5535"/>
                    <a:pt x="4887" y="5539"/>
                    <a:pt x="4896" y="5549"/>
                  </a:cubicBezTo>
                  <a:lnTo>
                    <a:pt x="4905" y="5539"/>
                  </a:lnTo>
                  <a:cubicBezTo>
                    <a:pt x="4902" y="5495"/>
                    <a:pt x="4911" y="5486"/>
                    <a:pt x="4911" y="5486"/>
                  </a:cubicBezTo>
                  <a:cubicBezTo>
                    <a:pt x="4926" y="5503"/>
                    <a:pt x="4945" y="5516"/>
                    <a:pt x="4954" y="5516"/>
                  </a:cubicBezTo>
                  <a:cubicBezTo>
                    <a:pt x="4961" y="5516"/>
                    <a:pt x="4963" y="5510"/>
                    <a:pt x="4958" y="5495"/>
                  </a:cubicBezTo>
                  <a:cubicBezTo>
                    <a:pt x="4933" y="5467"/>
                    <a:pt x="4943" y="5458"/>
                    <a:pt x="4965" y="5442"/>
                  </a:cubicBezTo>
                  <a:cubicBezTo>
                    <a:pt x="4965" y="5442"/>
                    <a:pt x="4966" y="5442"/>
                    <a:pt x="4967" y="5442"/>
                  </a:cubicBezTo>
                  <a:cubicBezTo>
                    <a:pt x="5019" y="5442"/>
                    <a:pt x="5350" y="5160"/>
                    <a:pt x="5325" y="5132"/>
                  </a:cubicBezTo>
                  <a:lnTo>
                    <a:pt x="5356" y="5107"/>
                  </a:lnTo>
                  <a:lnTo>
                    <a:pt x="5388" y="5079"/>
                  </a:lnTo>
                  <a:cubicBezTo>
                    <a:pt x="5401" y="5093"/>
                    <a:pt x="5412" y="5099"/>
                    <a:pt x="5422" y="5099"/>
                  </a:cubicBezTo>
                  <a:cubicBezTo>
                    <a:pt x="5451" y="5099"/>
                    <a:pt x="5468" y="5049"/>
                    <a:pt x="5472" y="5010"/>
                  </a:cubicBezTo>
                  <a:cubicBezTo>
                    <a:pt x="5457" y="4972"/>
                    <a:pt x="5466" y="4963"/>
                    <a:pt x="5479" y="4953"/>
                  </a:cubicBezTo>
                  <a:cubicBezTo>
                    <a:pt x="5499" y="4976"/>
                    <a:pt x="5516" y="4986"/>
                    <a:pt x="5529" y="4986"/>
                  </a:cubicBezTo>
                  <a:cubicBezTo>
                    <a:pt x="5548" y="4986"/>
                    <a:pt x="5558" y="4966"/>
                    <a:pt x="5554" y="4938"/>
                  </a:cubicBezTo>
                  <a:cubicBezTo>
                    <a:pt x="5533" y="4902"/>
                    <a:pt x="5527" y="4884"/>
                    <a:pt x="5533" y="4884"/>
                  </a:cubicBezTo>
                  <a:cubicBezTo>
                    <a:pt x="5539" y="4884"/>
                    <a:pt x="5553" y="4896"/>
                    <a:pt x="5576" y="4922"/>
                  </a:cubicBezTo>
                  <a:cubicBezTo>
                    <a:pt x="5594" y="4943"/>
                    <a:pt x="5608" y="4953"/>
                    <a:pt x="5616" y="4953"/>
                  </a:cubicBezTo>
                  <a:cubicBezTo>
                    <a:pt x="5630" y="4953"/>
                    <a:pt x="5625" y="4922"/>
                    <a:pt x="5591" y="4856"/>
                  </a:cubicBezTo>
                  <a:cubicBezTo>
                    <a:pt x="5582" y="4836"/>
                    <a:pt x="5579" y="4828"/>
                    <a:pt x="5584" y="4828"/>
                  </a:cubicBezTo>
                  <a:cubicBezTo>
                    <a:pt x="5588" y="4828"/>
                    <a:pt x="5597" y="4832"/>
                    <a:pt x="5613" y="4840"/>
                  </a:cubicBezTo>
                  <a:cubicBezTo>
                    <a:pt x="5643" y="4864"/>
                    <a:pt x="5660" y="4873"/>
                    <a:pt x="5667" y="4873"/>
                  </a:cubicBezTo>
                  <a:cubicBezTo>
                    <a:pt x="5674" y="4873"/>
                    <a:pt x="5670" y="4864"/>
                    <a:pt x="5657" y="4850"/>
                  </a:cubicBezTo>
                  <a:cubicBezTo>
                    <a:pt x="5636" y="4812"/>
                    <a:pt x="5630" y="4794"/>
                    <a:pt x="5639" y="4794"/>
                  </a:cubicBezTo>
                  <a:cubicBezTo>
                    <a:pt x="5647" y="4794"/>
                    <a:pt x="5663" y="4805"/>
                    <a:pt x="5689" y="4825"/>
                  </a:cubicBezTo>
                  <a:cubicBezTo>
                    <a:pt x="5720" y="4841"/>
                    <a:pt x="5737" y="4850"/>
                    <a:pt x="5744" y="4850"/>
                  </a:cubicBezTo>
                  <a:cubicBezTo>
                    <a:pt x="5753" y="4850"/>
                    <a:pt x="5743" y="4834"/>
                    <a:pt x="5720" y="4797"/>
                  </a:cubicBezTo>
                  <a:cubicBezTo>
                    <a:pt x="5694" y="4752"/>
                    <a:pt x="5704" y="4723"/>
                    <a:pt x="5732" y="4723"/>
                  </a:cubicBezTo>
                  <a:cubicBezTo>
                    <a:pt x="5745" y="4723"/>
                    <a:pt x="5763" y="4729"/>
                    <a:pt x="5783" y="4743"/>
                  </a:cubicBezTo>
                  <a:cubicBezTo>
                    <a:pt x="5795" y="4731"/>
                    <a:pt x="5833" y="4746"/>
                    <a:pt x="5808" y="4718"/>
                  </a:cubicBezTo>
                  <a:lnTo>
                    <a:pt x="5808" y="4718"/>
                  </a:lnTo>
                  <a:lnTo>
                    <a:pt x="5845" y="4737"/>
                  </a:lnTo>
                  <a:lnTo>
                    <a:pt x="5870" y="4712"/>
                  </a:lnTo>
                  <a:lnTo>
                    <a:pt x="5842" y="4687"/>
                  </a:lnTo>
                  <a:cubicBezTo>
                    <a:pt x="5911" y="4649"/>
                    <a:pt x="5977" y="4605"/>
                    <a:pt x="6033" y="4552"/>
                  </a:cubicBezTo>
                  <a:cubicBezTo>
                    <a:pt x="6152" y="4411"/>
                    <a:pt x="6171" y="4386"/>
                    <a:pt x="6130" y="4377"/>
                  </a:cubicBezTo>
                  <a:cubicBezTo>
                    <a:pt x="6085" y="4354"/>
                    <a:pt x="6078" y="4335"/>
                    <a:pt x="6099" y="4335"/>
                  </a:cubicBezTo>
                  <a:cubicBezTo>
                    <a:pt x="6110" y="4335"/>
                    <a:pt x="6128" y="4340"/>
                    <a:pt x="6152" y="4352"/>
                  </a:cubicBezTo>
                  <a:cubicBezTo>
                    <a:pt x="6162" y="4339"/>
                    <a:pt x="6212" y="4336"/>
                    <a:pt x="6234" y="4308"/>
                  </a:cubicBezTo>
                  <a:cubicBezTo>
                    <a:pt x="6250" y="4289"/>
                    <a:pt x="6263" y="4269"/>
                    <a:pt x="6282" y="4269"/>
                  </a:cubicBezTo>
                  <a:cubicBezTo>
                    <a:pt x="6288" y="4269"/>
                    <a:pt x="6295" y="4271"/>
                    <a:pt x="6303" y="4276"/>
                  </a:cubicBezTo>
                  <a:lnTo>
                    <a:pt x="6312" y="4261"/>
                  </a:lnTo>
                  <a:cubicBezTo>
                    <a:pt x="6268" y="4192"/>
                    <a:pt x="6318" y="4110"/>
                    <a:pt x="6378" y="4085"/>
                  </a:cubicBezTo>
                  <a:cubicBezTo>
                    <a:pt x="6400" y="4063"/>
                    <a:pt x="6403" y="4029"/>
                    <a:pt x="6391" y="3997"/>
                  </a:cubicBezTo>
                  <a:cubicBezTo>
                    <a:pt x="6376" y="3960"/>
                    <a:pt x="6373" y="3952"/>
                    <a:pt x="6392" y="3952"/>
                  </a:cubicBezTo>
                  <a:cubicBezTo>
                    <a:pt x="6397" y="3952"/>
                    <a:pt x="6404" y="3953"/>
                    <a:pt x="6412" y="3954"/>
                  </a:cubicBezTo>
                  <a:cubicBezTo>
                    <a:pt x="6416" y="3956"/>
                    <a:pt x="6420" y="3957"/>
                    <a:pt x="6425" y="3957"/>
                  </a:cubicBezTo>
                  <a:cubicBezTo>
                    <a:pt x="6460" y="3957"/>
                    <a:pt x="6514" y="3896"/>
                    <a:pt x="6453" y="3866"/>
                  </a:cubicBezTo>
                  <a:lnTo>
                    <a:pt x="6453" y="3866"/>
                  </a:lnTo>
                  <a:lnTo>
                    <a:pt x="6497" y="3869"/>
                  </a:lnTo>
                  <a:cubicBezTo>
                    <a:pt x="6538" y="3869"/>
                    <a:pt x="6510" y="3838"/>
                    <a:pt x="6475" y="3822"/>
                  </a:cubicBezTo>
                  <a:cubicBezTo>
                    <a:pt x="6434" y="3803"/>
                    <a:pt x="6420" y="3791"/>
                    <a:pt x="6439" y="3791"/>
                  </a:cubicBezTo>
                  <a:cubicBezTo>
                    <a:pt x="6452" y="3791"/>
                    <a:pt x="6480" y="3797"/>
                    <a:pt x="6525" y="3809"/>
                  </a:cubicBezTo>
                  <a:cubicBezTo>
                    <a:pt x="6554" y="3823"/>
                    <a:pt x="6572" y="3828"/>
                    <a:pt x="6581" y="3828"/>
                  </a:cubicBezTo>
                  <a:cubicBezTo>
                    <a:pt x="6592" y="3828"/>
                    <a:pt x="6586" y="3818"/>
                    <a:pt x="6566" y="3809"/>
                  </a:cubicBezTo>
                  <a:cubicBezTo>
                    <a:pt x="6538" y="3778"/>
                    <a:pt x="6513" y="3750"/>
                    <a:pt x="6553" y="3750"/>
                  </a:cubicBezTo>
                  <a:cubicBezTo>
                    <a:pt x="6560" y="3734"/>
                    <a:pt x="6569" y="3719"/>
                    <a:pt x="6497" y="3690"/>
                  </a:cubicBezTo>
                  <a:cubicBezTo>
                    <a:pt x="6463" y="3678"/>
                    <a:pt x="6469" y="3662"/>
                    <a:pt x="6472" y="3646"/>
                  </a:cubicBezTo>
                  <a:lnTo>
                    <a:pt x="6472" y="3646"/>
                  </a:lnTo>
                  <a:cubicBezTo>
                    <a:pt x="6500" y="3656"/>
                    <a:pt x="6522" y="3672"/>
                    <a:pt x="6538" y="3690"/>
                  </a:cubicBezTo>
                  <a:cubicBezTo>
                    <a:pt x="6540" y="3684"/>
                    <a:pt x="6545" y="3673"/>
                    <a:pt x="6550" y="3659"/>
                  </a:cubicBezTo>
                  <a:cubicBezTo>
                    <a:pt x="6566" y="3644"/>
                    <a:pt x="6587" y="3636"/>
                    <a:pt x="6609" y="3636"/>
                  </a:cubicBezTo>
                  <a:cubicBezTo>
                    <a:pt x="6619" y="3636"/>
                    <a:pt x="6629" y="3637"/>
                    <a:pt x="6638" y="3640"/>
                  </a:cubicBezTo>
                  <a:cubicBezTo>
                    <a:pt x="6679" y="3637"/>
                    <a:pt x="6685" y="3621"/>
                    <a:pt x="6607" y="3612"/>
                  </a:cubicBezTo>
                  <a:cubicBezTo>
                    <a:pt x="6535" y="3587"/>
                    <a:pt x="6535" y="3587"/>
                    <a:pt x="6547" y="3556"/>
                  </a:cubicBezTo>
                  <a:cubicBezTo>
                    <a:pt x="6552" y="3544"/>
                    <a:pt x="6555" y="3535"/>
                    <a:pt x="6570" y="3535"/>
                  </a:cubicBezTo>
                  <a:cubicBezTo>
                    <a:pt x="6576" y="3535"/>
                    <a:pt x="6583" y="3536"/>
                    <a:pt x="6594" y="3540"/>
                  </a:cubicBezTo>
                  <a:cubicBezTo>
                    <a:pt x="6607" y="3543"/>
                    <a:pt x="6615" y="3546"/>
                    <a:pt x="6621" y="3546"/>
                  </a:cubicBezTo>
                  <a:cubicBezTo>
                    <a:pt x="6630" y="3546"/>
                    <a:pt x="6633" y="3539"/>
                    <a:pt x="6641" y="3521"/>
                  </a:cubicBezTo>
                  <a:cubicBezTo>
                    <a:pt x="6657" y="3474"/>
                    <a:pt x="6563" y="3396"/>
                    <a:pt x="6497" y="3358"/>
                  </a:cubicBezTo>
                  <a:cubicBezTo>
                    <a:pt x="6451" y="3346"/>
                    <a:pt x="6435" y="3342"/>
                    <a:pt x="6448" y="3342"/>
                  </a:cubicBezTo>
                  <a:cubicBezTo>
                    <a:pt x="6455" y="3342"/>
                    <a:pt x="6473" y="3343"/>
                    <a:pt x="6500" y="3346"/>
                  </a:cubicBezTo>
                  <a:cubicBezTo>
                    <a:pt x="6508" y="3348"/>
                    <a:pt x="6514" y="3348"/>
                    <a:pt x="6520" y="3348"/>
                  </a:cubicBezTo>
                  <a:cubicBezTo>
                    <a:pt x="6539" y="3348"/>
                    <a:pt x="6542" y="3336"/>
                    <a:pt x="6544" y="3324"/>
                  </a:cubicBezTo>
                  <a:cubicBezTo>
                    <a:pt x="6524" y="3319"/>
                    <a:pt x="6526" y="3315"/>
                    <a:pt x="6532" y="3315"/>
                  </a:cubicBezTo>
                  <a:cubicBezTo>
                    <a:pt x="6538" y="3315"/>
                    <a:pt x="6546" y="3318"/>
                    <a:pt x="6544" y="3324"/>
                  </a:cubicBezTo>
                  <a:cubicBezTo>
                    <a:pt x="6582" y="3333"/>
                    <a:pt x="6575" y="3349"/>
                    <a:pt x="6572" y="3364"/>
                  </a:cubicBezTo>
                  <a:lnTo>
                    <a:pt x="6610" y="3374"/>
                  </a:lnTo>
                  <a:cubicBezTo>
                    <a:pt x="6621" y="3375"/>
                    <a:pt x="6630" y="3375"/>
                    <a:pt x="6638" y="3375"/>
                  </a:cubicBezTo>
                  <a:cubicBezTo>
                    <a:pt x="6685" y="3375"/>
                    <a:pt x="6681" y="3359"/>
                    <a:pt x="6622" y="3330"/>
                  </a:cubicBezTo>
                  <a:cubicBezTo>
                    <a:pt x="6588" y="3305"/>
                    <a:pt x="6588" y="3305"/>
                    <a:pt x="6629" y="3299"/>
                  </a:cubicBezTo>
                  <a:cubicBezTo>
                    <a:pt x="6669" y="3292"/>
                    <a:pt x="6710" y="3286"/>
                    <a:pt x="6673" y="3277"/>
                  </a:cubicBezTo>
                  <a:cubicBezTo>
                    <a:pt x="6682" y="3255"/>
                    <a:pt x="6701" y="3239"/>
                    <a:pt x="6723" y="3236"/>
                  </a:cubicBezTo>
                  <a:cubicBezTo>
                    <a:pt x="6729" y="3205"/>
                    <a:pt x="6732" y="3189"/>
                    <a:pt x="6698" y="3183"/>
                  </a:cubicBezTo>
                  <a:cubicBezTo>
                    <a:pt x="6660" y="3173"/>
                    <a:pt x="6663" y="3158"/>
                    <a:pt x="6666" y="3142"/>
                  </a:cubicBezTo>
                  <a:cubicBezTo>
                    <a:pt x="6669" y="3129"/>
                    <a:pt x="6673" y="3114"/>
                    <a:pt x="6638" y="3104"/>
                  </a:cubicBezTo>
                  <a:cubicBezTo>
                    <a:pt x="6600" y="3098"/>
                    <a:pt x="6566" y="3076"/>
                    <a:pt x="6572" y="3048"/>
                  </a:cubicBezTo>
                  <a:cubicBezTo>
                    <a:pt x="6538" y="3010"/>
                    <a:pt x="6538" y="3010"/>
                    <a:pt x="6616" y="3007"/>
                  </a:cubicBezTo>
                  <a:cubicBezTo>
                    <a:pt x="6622" y="3008"/>
                    <a:pt x="6627" y="3009"/>
                    <a:pt x="6631" y="3009"/>
                  </a:cubicBezTo>
                  <a:cubicBezTo>
                    <a:pt x="6655" y="3009"/>
                    <a:pt x="6657" y="2995"/>
                    <a:pt x="6657" y="2982"/>
                  </a:cubicBezTo>
                  <a:cubicBezTo>
                    <a:pt x="6657" y="2982"/>
                    <a:pt x="6660" y="2966"/>
                    <a:pt x="6701" y="2957"/>
                  </a:cubicBezTo>
                  <a:cubicBezTo>
                    <a:pt x="6738" y="2945"/>
                    <a:pt x="6701" y="2941"/>
                    <a:pt x="6663" y="2935"/>
                  </a:cubicBezTo>
                  <a:lnTo>
                    <a:pt x="6588" y="2926"/>
                  </a:lnTo>
                  <a:cubicBezTo>
                    <a:pt x="6590" y="2914"/>
                    <a:pt x="6634" y="2908"/>
                    <a:pt x="6672" y="2908"/>
                  </a:cubicBezTo>
                  <a:cubicBezTo>
                    <a:pt x="6685" y="2908"/>
                    <a:pt x="6697" y="2908"/>
                    <a:pt x="6707" y="2910"/>
                  </a:cubicBezTo>
                  <a:cubicBezTo>
                    <a:pt x="6782" y="2904"/>
                    <a:pt x="6782" y="2904"/>
                    <a:pt x="6707" y="2894"/>
                  </a:cubicBezTo>
                  <a:cubicBezTo>
                    <a:pt x="6669" y="2888"/>
                    <a:pt x="6635" y="2869"/>
                    <a:pt x="6676" y="2844"/>
                  </a:cubicBezTo>
                  <a:cubicBezTo>
                    <a:pt x="6682" y="2814"/>
                    <a:pt x="6685" y="2784"/>
                    <a:pt x="6718" y="2784"/>
                  </a:cubicBezTo>
                  <a:cubicBezTo>
                    <a:pt x="6719" y="2784"/>
                    <a:pt x="6721" y="2785"/>
                    <a:pt x="6723" y="2785"/>
                  </a:cubicBezTo>
                  <a:cubicBezTo>
                    <a:pt x="6763" y="2772"/>
                    <a:pt x="6726" y="2753"/>
                    <a:pt x="6726" y="2753"/>
                  </a:cubicBezTo>
                  <a:cubicBezTo>
                    <a:pt x="6688" y="2735"/>
                    <a:pt x="6691" y="2719"/>
                    <a:pt x="6729" y="2675"/>
                  </a:cubicBezTo>
                  <a:cubicBezTo>
                    <a:pt x="6810" y="2600"/>
                    <a:pt x="6810" y="2597"/>
                    <a:pt x="6732" y="2597"/>
                  </a:cubicBezTo>
                  <a:cubicBezTo>
                    <a:pt x="6694" y="2594"/>
                    <a:pt x="6657" y="2594"/>
                    <a:pt x="6735" y="2581"/>
                  </a:cubicBezTo>
                  <a:cubicBezTo>
                    <a:pt x="6773" y="2565"/>
                    <a:pt x="6735" y="2547"/>
                    <a:pt x="6698" y="2515"/>
                  </a:cubicBezTo>
                  <a:cubicBezTo>
                    <a:pt x="6662" y="2506"/>
                    <a:pt x="6622" y="2502"/>
                    <a:pt x="6583" y="2502"/>
                  </a:cubicBezTo>
                  <a:cubicBezTo>
                    <a:pt x="6571" y="2502"/>
                    <a:pt x="6559" y="2502"/>
                    <a:pt x="6547" y="2503"/>
                  </a:cubicBezTo>
                  <a:cubicBezTo>
                    <a:pt x="6472" y="2503"/>
                    <a:pt x="6472" y="2503"/>
                    <a:pt x="6513" y="2471"/>
                  </a:cubicBezTo>
                  <a:cubicBezTo>
                    <a:pt x="6513" y="2459"/>
                    <a:pt x="6550" y="2443"/>
                    <a:pt x="6588" y="2440"/>
                  </a:cubicBezTo>
                  <a:cubicBezTo>
                    <a:pt x="6626" y="2440"/>
                    <a:pt x="6626" y="2456"/>
                    <a:pt x="6626" y="2456"/>
                  </a:cubicBezTo>
                  <a:lnTo>
                    <a:pt x="6626" y="2471"/>
                  </a:lnTo>
                  <a:cubicBezTo>
                    <a:pt x="6663" y="2471"/>
                    <a:pt x="6701" y="2471"/>
                    <a:pt x="6701" y="2440"/>
                  </a:cubicBezTo>
                  <a:cubicBezTo>
                    <a:pt x="6735" y="2423"/>
                    <a:pt x="6738" y="2408"/>
                    <a:pt x="6710" y="2408"/>
                  </a:cubicBezTo>
                  <a:cubicBezTo>
                    <a:pt x="6707" y="2408"/>
                    <a:pt x="6704" y="2408"/>
                    <a:pt x="6701" y="2409"/>
                  </a:cubicBezTo>
                  <a:cubicBezTo>
                    <a:pt x="6738" y="2390"/>
                    <a:pt x="6735" y="2359"/>
                    <a:pt x="6735" y="2327"/>
                  </a:cubicBezTo>
                  <a:cubicBezTo>
                    <a:pt x="6732" y="2296"/>
                    <a:pt x="6729" y="2252"/>
                    <a:pt x="6767" y="2233"/>
                  </a:cubicBezTo>
                  <a:cubicBezTo>
                    <a:pt x="6767" y="2202"/>
                    <a:pt x="6764" y="2186"/>
                    <a:pt x="6735" y="2186"/>
                  </a:cubicBezTo>
                  <a:cubicBezTo>
                    <a:pt x="6732" y="2186"/>
                    <a:pt x="6729" y="2186"/>
                    <a:pt x="6726" y="2186"/>
                  </a:cubicBezTo>
                  <a:cubicBezTo>
                    <a:pt x="6709" y="2188"/>
                    <a:pt x="6696" y="2189"/>
                    <a:pt x="6686" y="2189"/>
                  </a:cubicBezTo>
                  <a:cubicBezTo>
                    <a:pt x="6653" y="2189"/>
                    <a:pt x="6659" y="2179"/>
                    <a:pt x="6688" y="2177"/>
                  </a:cubicBezTo>
                  <a:cubicBezTo>
                    <a:pt x="6767" y="2155"/>
                    <a:pt x="6776" y="1942"/>
                    <a:pt x="6698" y="1939"/>
                  </a:cubicBezTo>
                  <a:cubicBezTo>
                    <a:pt x="6698" y="1939"/>
                    <a:pt x="6698" y="1923"/>
                    <a:pt x="6694" y="1907"/>
                  </a:cubicBezTo>
                  <a:cubicBezTo>
                    <a:pt x="6726" y="1873"/>
                    <a:pt x="6713" y="1776"/>
                    <a:pt x="6673" y="1769"/>
                  </a:cubicBezTo>
                  <a:lnTo>
                    <a:pt x="6663" y="1725"/>
                  </a:lnTo>
                  <a:cubicBezTo>
                    <a:pt x="6691" y="1685"/>
                    <a:pt x="6688" y="1669"/>
                    <a:pt x="6647" y="1663"/>
                  </a:cubicBezTo>
                  <a:cubicBezTo>
                    <a:pt x="6635" y="1661"/>
                    <a:pt x="6624" y="1660"/>
                    <a:pt x="6614" y="1660"/>
                  </a:cubicBezTo>
                  <a:cubicBezTo>
                    <a:pt x="6605" y="1660"/>
                    <a:pt x="6597" y="1661"/>
                    <a:pt x="6594" y="1661"/>
                  </a:cubicBezTo>
                  <a:cubicBezTo>
                    <a:pt x="6590" y="1661"/>
                    <a:pt x="6593" y="1660"/>
                    <a:pt x="6607" y="1657"/>
                  </a:cubicBezTo>
                  <a:cubicBezTo>
                    <a:pt x="6644" y="1647"/>
                    <a:pt x="6638" y="1619"/>
                    <a:pt x="6622" y="1556"/>
                  </a:cubicBezTo>
                  <a:cubicBezTo>
                    <a:pt x="6615" y="1520"/>
                    <a:pt x="6611" y="1506"/>
                    <a:pt x="6602" y="1506"/>
                  </a:cubicBezTo>
                  <a:cubicBezTo>
                    <a:pt x="6596" y="1506"/>
                    <a:pt x="6588" y="1512"/>
                    <a:pt x="6575" y="1522"/>
                  </a:cubicBezTo>
                  <a:cubicBezTo>
                    <a:pt x="6525" y="1472"/>
                    <a:pt x="6560" y="1462"/>
                    <a:pt x="6597" y="1453"/>
                  </a:cubicBezTo>
                  <a:cubicBezTo>
                    <a:pt x="6656" y="1448"/>
                    <a:pt x="6665" y="1428"/>
                    <a:pt x="6612" y="1428"/>
                  </a:cubicBezTo>
                  <a:cubicBezTo>
                    <a:pt x="6597" y="1428"/>
                    <a:pt x="6577" y="1430"/>
                    <a:pt x="6550" y="1434"/>
                  </a:cubicBezTo>
                  <a:cubicBezTo>
                    <a:pt x="6543" y="1435"/>
                    <a:pt x="6536" y="1435"/>
                    <a:pt x="6530" y="1435"/>
                  </a:cubicBezTo>
                  <a:cubicBezTo>
                    <a:pt x="6474" y="1435"/>
                    <a:pt x="6469" y="1411"/>
                    <a:pt x="6500" y="1400"/>
                  </a:cubicBezTo>
                  <a:cubicBezTo>
                    <a:pt x="6509" y="1397"/>
                    <a:pt x="6516" y="1396"/>
                    <a:pt x="6522" y="1396"/>
                  </a:cubicBezTo>
                  <a:cubicBezTo>
                    <a:pt x="6539" y="1396"/>
                    <a:pt x="6542" y="1406"/>
                    <a:pt x="6547" y="1418"/>
                  </a:cubicBezTo>
                  <a:lnTo>
                    <a:pt x="6619" y="1396"/>
                  </a:lnTo>
                  <a:cubicBezTo>
                    <a:pt x="6613" y="1381"/>
                    <a:pt x="6613" y="1381"/>
                    <a:pt x="6572" y="1378"/>
                  </a:cubicBezTo>
                  <a:cubicBezTo>
                    <a:pt x="6572" y="1378"/>
                    <a:pt x="6569" y="1362"/>
                    <a:pt x="6528" y="1359"/>
                  </a:cubicBezTo>
                  <a:cubicBezTo>
                    <a:pt x="6488" y="1359"/>
                    <a:pt x="6450" y="1371"/>
                    <a:pt x="6419" y="1396"/>
                  </a:cubicBezTo>
                  <a:cubicBezTo>
                    <a:pt x="6406" y="1407"/>
                    <a:pt x="6398" y="1411"/>
                    <a:pt x="6392" y="1411"/>
                  </a:cubicBezTo>
                  <a:cubicBezTo>
                    <a:pt x="6384" y="1411"/>
                    <a:pt x="6382" y="1403"/>
                    <a:pt x="6378" y="1393"/>
                  </a:cubicBezTo>
                  <a:cubicBezTo>
                    <a:pt x="6398" y="1361"/>
                    <a:pt x="6435" y="1343"/>
                    <a:pt x="6473" y="1343"/>
                  </a:cubicBezTo>
                  <a:cubicBezTo>
                    <a:pt x="6476" y="1343"/>
                    <a:pt x="6478" y="1343"/>
                    <a:pt x="6481" y="1343"/>
                  </a:cubicBezTo>
                  <a:cubicBezTo>
                    <a:pt x="6483" y="1348"/>
                    <a:pt x="6489" y="1350"/>
                    <a:pt x="6496" y="1350"/>
                  </a:cubicBezTo>
                  <a:cubicBezTo>
                    <a:pt x="6511" y="1350"/>
                    <a:pt x="6535" y="1342"/>
                    <a:pt x="6560" y="1334"/>
                  </a:cubicBezTo>
                  <a:cubicBezTo>
                    <a:pt x="6590" y="1323"/>
                    <a:pt x="6517" y="1282"/>
                    <a:pt x="6447" y="1282"/>
                  </a:cubicBezTo>
                  <a:cubicBezTo>
                    <a:pt x="6439" y="1282"/>
                    <a:pt x="6430" y="1282"/>
                    <a:pt x="6422" y="1284"/>
                  </a:cubicBezTo>
                  <a:lnTo>
                    <a:pt x="6459" y="1271"/>
                  </a:lnTo>
                  <a:cubicBezTo>
                    <a:pt x="6494" y="1259"/>
                    <a:pt x="6485" y="1230"/>
                    <a:pt x="6475" y="1199"/>
                  </a:cubicBezTo>
                  <a:cubicBezTo>
                    <a:pt x="6468" y="1178"/>
                    <a:pt x="6463" y="1165"/>
                    <a:pt x="6448" y="1165"/>
                  </a:cubicBezTo>
                  <a:cubicBezTo>
                    <a:pt x="6442" y="1165"/>
                    <a:pt x="6434" y="1167"/>
                    <a:pt x="6425" y="1171"/>
                  </a:cubicBezTo>
                  <a:cubicBezTo>
                    <a:pt x="6401" y="1180"/>
                    <a:pt x="6375" y="1189"/>
                    <a:pt x="6360" y="1189"/>
                  </a:cubicBezTo>
                  <a:cubicBezTo>
                    <a:pt x="6355" y="1189"/>
                    <a:pt x="6351" y="1187"/>
                    <a:pt x="6350" y="1183"/>
                  </a:cubicBezTo>
                  <a:lnTo>
                    <a:pt x="6350" y="1183"/>
                  </a:lnTo>
                  <a:cubicBezTo>
                    <a:pt x="6353" y="1199"/>
                    <a:pt x="6318" y="1212"/>
                    <a:pt x="6284" y="1224"/>
                  </a:cubicBezTo>
                  <a:cubicBezTo>
                    <a:pt x="6300" y="1199"/>
                    <a:pt x="6318" y="1177"/>
                    <a:pt x="6337" y="1155"/>
                  </a:cubicBezTo>
                  <a:cubicBezTo>
                    <a:pt x="6397" y="1099"/>
                    <a:pt x="6419" y="1058"/>
                    <a:pt x="6394" y="1002"/>
                  </a:cubicBezTo>
                  <a:cubicBezTo>
                    <a:pt x="6384" y="973"/>
                    <a:pt x="6365" y="929"/>
                    <a:pt x="6394" y="901"/>
                  </a:cubicBezTo>
                  <a:cubicBezTo>
                    <a:pt x="6385" y="879"/>
                    <a:pt x="6379" y="866"/>
                    <a:pt x="6364" y="866"/>
                  </a:cubicBezTo>
                  <a:cubicBezTo>
                    <a:pt x="6358" y="866"/>
                    <a:pt x="6350" y="869"/>
                    <a:pt x="6340" y="873"/>
                  </a:cubicBezTo>
                  <a:lnTo>
                    <a:pt x="6328" y="845"/>
                  </a:lnTo>
                  <a:cubicBezTo>
                    <a:pt x="6350" y="821"/>
                    <a:pt x="6347" y="798"/>
                    <a:pt x="6329" y="798"/>
                  </a:cubicBezTo>
                  <a:cubicBezTo>
                    <a:pt x="6323" y="798"/>
                    <a:pt x="6317" y="800"/>
                    <a:pt x="6309" y="804"/>
                  </a:cubicBezTo>
                  <a:cubicBezTo>
                    <a:pt x="6307" y="804"/>
                    <a:pt x="6305" y="804"/>
                    <a:pt x="6304" y="804"/>
                  </a:cubicBezTo>
                  <a:cubicBezTo>
                    <a:pt x="6271" y="804"/>
                    <a:pt x="6293" y="775"/>
                    <a:pt x="6287" y="763"/>
                  </a:cubicBezTo>
                  <a:cubicBezTo>
                    <a:pt x="6313" y="732"/>
                    <a:pt x="6327" y="717"/>
                    <a:pt x="6322" y="717"/>
                  </a:cubicBezTo>
                  <a:cubicBezTo>
                    <a:pt x="6317" y="717"/>
                    <a:pt x="6294" y="733"/>
                    <a:pt x="6246" y="767"/>
                  </a:cubicBezTo>
                  <a:cubicBezTo>
                    <a:pt x="6212" y="785"/>
                    <a:pt x="6193" y="829"/>
                    <a:pt x="6199" y="842"/>
                  </a:cubicBezTo>
                  <a:cubicBezTo>
                    <a:pt x="6209" y="854"/>
                    <a:pt x="6215" y="867"/>
                    <a:pt x="6221" y="882"/>
                  </a:cubicBezTo>
                  <a:lnTo>
                    <a:pt x="6165" y="857"/>
                  </a:lnTo>
                  <a:cubicBezTo>
                    <a:pt x="6161" y="850"/>
                    <a:pt x="6144" y="845"/>
                    <a:pt x="6123" y="845"/>
                  </a:cubicBezTo>
                  <a:cubicBezTo>
                    <a:pt x="6108" y="845"/>
                    <a:pt x="6092" y="848"/>
                    <a:pt x="6077" y="854"/>
                  </a:cubicBezTo>
                  <a:cubicBezTo>
                    <a:pt x="6077" y="854"/>
                    <a:pt x="6060" y="865"/>
                    <a:pt x="6048" y="865"/>
                  </a:cubicBezTo>
                  <a:cubicBezTo>
                    <a:pt x="6044" y="865"/>
                    <a:pt x="6041" y="864"/>
                    <a:pt x="6040" y="861"/>
                  </a:cubicBezTo>
                  <a:lnTo>
                    <a:pt x="6105" y="826"/>
                  </a:lnTo>
                  <a:cubicBezTo>
                    <a:pt x="6143" y="820"/>
                    <a:pt x="6181" y="804"/>
                    <a:pt x="6212" y="785"/>
                  </a:cubicBezTo>
                  <a:cubicBezTo>
                    <a:pt x="6259" y="746"/>
                    <a:pt x="6276" y="703"/>
                    <a:pt x="6250" y="703"/>
                  </a:cubicBezTo>
                  <a:cubicBezTo>
                    <a:pt x="6243" y="703"/>
                    <a:pt x="6232" y="706"/>
                    <a:pt x="6218" y="713"/>
                  </a:cubicBezTo>
                  <a:cubicBezTo>
                    <a:pt x="6209" y="701"/>
                    <a:pt x="6209" y="701"/>
                    <a:pt x="6237" y="669"/>
                  </a:cubicBezTo>
                  <a:cubicBezTo>
                    <a:pt x="6257" y="658"/>
                    <a:pt x="6261" y="647"/>
                    <a:pt x="6244" y="647"/>
                  </a:cubicBezTo>
                  <a:cubicBezTo>
                    <a:pt x="6233" y="647"/>
                    <a:pt x="6215" y="651"/>
                    <a:pt x="6187" y="660"/>
                  </a:cubicBezTo>
                  <a:cubicBezTo>
                    <a:pt x="6163" y="668"/>
                    <a:pt x="6147" y="672"/>
                    <a:pt x="6137" y="672"/>
                  </a:cubicBezTo>
                  <a:cubicBezTo>
                    <a:pt x="6118" y="672"/>
                    <a:pt x="6128" y="655"/>
                    <a:pt x="6168" y="619"/>
                  </a:cubicBezTo>
                  <a:cubicBezTo>
                    <a:pt x="6211" y="565"/>
                    <a:pt x="6194" y="515"/>
                    <a:pt x="6168" y="515"/>
                  </a:cubicBezTo>
                  <a:cubicBezTo>
                    <a:pt x="6164" y="515"/>
                    <a:pt x="6160" y="516"/>
                    <a:pt x="6155" y="519"/>
                  </a:cubicBezTo>
                  <a:cubicBezTo>
                    <a:pt x="6136" y="532"/>
                    <a:pt x="6120" y="537"/>
                    <a:pt x="6108" y="537"/>
                  </a:cubicBezTo>
                  <a:cubicBezTo>
                    <a:pt x="6082" y="537"/>
                    <a:pt x="6076" y="511"/>
                    <a:pt x="6093" y="488"/>
                  </a:cubicBezTo>
                  <a:cubicBezTo>
                    <a:pt x="6111" y="462"/>
                    <a:pt x="6108" y="448"/>
                    <a:pt x="6084" y="448"/>
                  </a:cubicBezTo>
                  <a:cubicBezTo>
                    <a:pt x="6079" y="448"/>
                    <a:pt x="6074" y="449"/>
                    <a:pt x="6068" y="450"/>
                  </a:cubicBezTo>
                  <a:cubicBezTo>
                    <a:pt x="6097" y="433"/>
                    <a:pt x="6117" y="402"/>
                    <a:pt x="6089" y="402"/>
                  </a:cubicBezTo>
                  <a:cubicBezTo>
                    <a:pt x="6086" y="402"/>
                    <a:pt x="6084" y="402"/>
                    <a:pt x="6080" y="403"/>
                  </a:cubicBezTo>
                  <a:cubicBezTo>
                    <a:pt x="6080" y="403"/>
                    <a:pt x="6079" y="401"/>
                    <a:pt x="6076" y="401"/>
                  </a:cubicBezTo>
                  <a:cubicBezTo>
                    <a:pt x="6072" y="401"/>
                    <a:pt x="6063" y="405"/>
                    <a:pt x="6049" y="425"/>
                  </a:cubicBezTo>
                  <a:lnTo>
                    <a:pt x="5971" y="441"/>
                  </a:lnTo>
                  <a:cubicBezTo>
                    <a:pt x="5980" y="453"/>
                    <a:pt x="5949" y="475"/>
                    <a:pt x="5917" y="497"/>
                  </a:cubicBezTo>
                  <a:cubicBezTo>
                    <a:pt x="5914" y="499"/>
                    <a:pt x="5911" y="500"/>
                    <a:pt x="5908" y="500"/>
                  </a:cubicBezTo>
                  <a:cubicBezTo>
                    <a:pt x="5887" y="500"/>
                    <a:pt x="5894" y="437"/>
                    <a:pt x="5961" y="356"/>
                  </a:cubicBezTo>
                  <a:lnTo>
                    <a:pt x="6005" y="290"/>
                  </a:lnTo>
                  <a:lnTo>
                    <a:pt x="5946" y="331"/>
                  </a:lnTo>
                  <a:cubicBezTo>
                    <a:pt x="5936" y="318"/>
                    <a:pt x="5927" y="306"/>
                    <a:pt x="5958" y="284"/>
                  </a:cubicBezTo>
                  <a:cubicBezTo>
                    <a:pt x="5989" y="262"/>
                    <a:pt x="5989" y="262"/>
                    <a:pt x="5980" y="249"/>
                  </a:cubicBezTo>
                  <a:cubicBezTo>
                    <a:pt x="5980" y="249"/>
                    <a:pt x="5978" y="246"/>
                    <a:pt x="5972" y="246"/>
                  </a:cubicBezTo>
                  <a:cubicBezTo>
                    <a:pt x="5966" y="246"/>
                    <a:pt x="5957" y="249"/>
                    <a:pt x="5942" y="259"/>
                  </a:cubicBezTo>
                  <a:cubicBezTo>
                    <a:pt x="5909" y="282"/>
                    <a:pt x="5894" y="293"/>
                    <a:pt x="5889" y="293"/>
                  </a:cubicBezTo>
                  <a:cubicBezTo>
                    <a:pt x="5886" y="293"/>
                    <a:pt x="5891" y="284"/>
                    <a:pt x="5902" y="268"/>
                  </a:cubicBezTo>
                  <a:cubicBezTo>
                    <a:pt x="5935" y="233"/>
                    <a:pt x="5944" y="215"/>
                    <a:pt x="5929" y="215"/>
                  </a:cubicBezTo>
                  <a:cubicBezTo>
                    <a:pt x="5920" y="215"/>
                    <a:pt x="5902" y="221"/>
                    <a:pt x="5877" y="234"/>
                  </a:cubicBezTo>
                  <a:cubicBezTo>
                    <a:pt x="5849" y="254"/>
                    <a:pt x="5834" y="265"/>
                    <a:pt x="5831" y="265"/>
                  </a:cubicBezTo>
                  <a:cubicBezTo>
                    <a:pt x="5828" y="265"/>
                    <a:pt x="5841" y="251"/>
                    <a:pt x="5867" y="221"/>
                  </a:cubicBezTo>
                  <a:cubicBezTo>
                    <a:pt x="5899" y="199"/>
                    <a:pt x="5917" y="165"/>
                    <a:pt x="5908" y="152"/>
                  </a:cubicBezTo>
                  <a:lnTo>
                    <a:pt x="5908" y="152"/>
                  </a:lnTo>
                  <a:lnTo>
                    <a:pt x="5880" y="174"/>
                  </a:lnTo>
                  <a:cubicBezTo>
                    <a:pt x="5852" y="196"/>
                    <a:pt x="5835" y="205"/>
                    <a:pt x="5827" y="205"/>
                  </a:cubicBezTo>
                  <a:cubicBezTo>
                    <a:pt x="5817" y="205"/>
                    <a:pt x="5819" y="193"/>
                    <a:pt x="5830" y="174"/>
                  </a:cubicBezTo>
                  <a:cubicBezTo>
                    <a:pt x="5861" y="149"/>
                    <a:pt x="5851" y="140"/>
                    <a:pt x="5804" y="137"/>
                  </a:cubicBezTo>
                  <a:cubicBezTo>
                    <a:pt x="5786" y="115"/>
                    <a:pt x="5776" y="102"/>
                    <a:pt x="5804" y="80"/>
                  </a:cubicBezTo>
                  <a:cubicBezTo>
                    <a:pt x="5836" y="53"/>
                    <a:pt x="5851" y="41"/>
                    <a:pt x="5847" y="41"/>
                  </a:cubicBezTo>
                  <a:cubicBezTo>
                    <a:pt x="5844" y="41"/>
                    <a:pt x="5827" y="50"/>
                    <a:pt x="5795" y="68"/>
                  </a:cubicBezTo>
                  <a:cubicBezTo>
                    <a:pt x="5783" y="72"/>
                    <a:pt x="5774" y="75"/>
                    <a:pt x="5769" y="75"/>
                  </a:cubicBezTo>
                  <a:cubicBezTo>
                    <a:pt x="5759" y="75"/>
                    <a:pt x="5761" y="64"/>
                    <a:pt x="5767" y="30"/>
                  </a:cubicBezTo>
                  <a:cubicBezTo>
                    <a:pt x="5779" y="9"/>
                    <a:pt x="5783" y="0"/>
                    <a:pt x="5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37"/>
            <p:cNvSpPr/>
            <p:nvPr/>
          </p:nvSpPr>
          <p:spPr>
            <a:xfrm>
              <a:off x="4334977" y="3834843"/>
              <a:ext cx="401383" cy="303522"/>
            </a:xfrm>
            <a:custGeom>
              <a:avLst/>
              <a:gdLst/>
              <a:ahLst/>
              <a:cxnLst/>
              <a:rect l="l" t="t" r="r" b="b"/>
              <a:pathLst>
                <a:path w="22051" h="16804" extrusionOk="0">
                  <a:moveTo>
                    <a:pt x="15466" y="0"/>
                  </a:moveTo>
                  <a:cubicBezTo>
                    <a:pt x="14479" y="0"/>
                    <a:pt x="13478" y="255"/>
                    <a:pt x="12564" y="790"/>
                  </a:cubicBezTo>
                  <a:lnTo>
                    <a:pt x="3532" y="6064"/>
                  </a:lnTo>
                  <a:cubicBezTo>
                    <a:pt x="1029" y="7527"/>
                    <a:pt x="1" y="10617"/>
                    <a:pt x="1132" y="13287"/>
                  </a:cubicBezTo>
                  <a:cubicBezTo>
                    <a:pt x="2051" y="15461"/>
                    <a:pt x="4172" y="16804"/>
                    <a:pt x="6435" y="16804"/>
                  </a:cubicBezTo>
                  <a:cubicBezTo>
                    <a:pt x="6949" y="16804"/>
                    <a:pt x="7470" y="16734"/>
                    <a:pt x="7986" y="16590"/>
                  </a:cubicBezTo>
                  <a:cubicBezTo>
                    <a:pt x="8462" y="16459"/>
                    <a:pt x="8916" y="16264"/>
                    <a:pt x="9343" y="16017"/>
                  </a:cubicBezTo>
                  <a:lnTo>
                    <a:pt x="18377" y="10739"/>
                  </a:lnTo>
                  <a:cubicBezTo>
                    <a:pt x="21126" y="9135"/>
                    <a:pt x="22050" y="5606"/>
                    <a:pt x="20446" y="2858"/>
                  </a:cubicBezTo>
                  <a:cubicBezTo>
                    <a:pt x="19375" y="1024"/>
                    <a:pt x="17447" y="0"/>
                    <a:pt x="15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37"/>
            <p:cNvSpPr/>
            <p:nvPr/>
          </p:nvSpPr>
          <p:spPr>
            <a:xfrm>
              <a:off x="4338053" y="3824872"/>
              <a:ext cx="392537" cy="321874"/>
            </a:xfrm>
            <a:custGeom>
              <a:avLst/>
              <a:gdLst/>
              <a:ahLst/>
              <a:cxnLst/>
              <a:rect l="l" t="t" r="r" b="b"/>
              <a:pathLst>
                <a:path w="21565" h="17820" extrusionOk="0">
                  <a:moveTo>
                    <a:pt x="15861" y="390"/>
                  </a:moveTo>
                  <a:cubicBezTo>
                    <a:pt x="15870" y="390"/>
                    <a:pt x="15878" y="391"/>
                    <a:pt x="15886" y="392"/>
                  </a:cubicBezTo>
                  <a:cubicBezTo>
                    <a:pt x="16024" y="408"/>
                    <a:pt x="16024" y="408"/>
                    <a:pt x="16018" y="445"/>
                  </a:cubicBezTo>
                  <a:cubicBezTo>
                    <a:pt x="16016" y="464"/>
                    <a:pt x="15981" y="470"/>
                    <a:pt x="15938" y="470"/>
                  </a:cubicBezTo>
                  <a:cubicBezTo>
                    <a:pt x="15895" y="470"/>
                    <a:pt x="15844" y="464"/>
                    <a:pt x="15811" y="461"/>
                  </a:cubicBezTo>
                  <a:cubicBezTo>
                    <a:pt x="15753" y="420"/>
                    <a:pt x="15802" y="390"/>
                    <a:pt x="15861" y="390"/>
                  </a:cubicBezTo>
                  <a:close/>
                  <a:moveTo>
                    <a:pt x="18546" y="1303"/>
                  </a:moveTo>
                  <a:cubicBezTo>
                    <a:pt x="18556" y="1303"/>
                    <a:pt x="18562" y="1304"/>
                    <a:pt x="18562" y="1304"/>
                  </a:cubicBezTo>
                  <a:lnTo>
                    <a:pt x="18622" y="1345"/>
                  </a:lnTo>
                  <a:cubicBezTo>
                    <a:pt x="18608" y="1365"/>
                    <a:pt x="18593" y="1385"/>
                    <a:pt x="18569" y="1385"/>
                  </a:cubicBezTo>
                  <a:cubicBezTo>
                    <a:pt x="18556" y="1385"/>
                    <a:pt x="18541" y="1379"/>
                    <a:pt x="18522" y="1367"/>
                  </a:cubicBezTo>
                  <a:lnTo>
                    <a:pt x="18465" y="1329"/>
                  </a:lnTo>
                  <a:cubicBezTo>
                    <a:pt x="18479" y="1307"/>
                    <a:pt x="18523" y="1303"/>
                    <a:pt x="18546" y="1303"/>
                  </a:cubicBezTo>
                  <a:close/>
                  <a:moveTo>
                    <a:pt x="11399" y="1674"/>
                  </a:moveTo>
                  <a:lnTo>
                    <a:pt x="11399" y="1674"/>
                  </a:lnTo>
                  <a:cubicBezTo>
                    <a:pt x="11417" y="1705"/>
                    <a:pt x="11436" y="1739"/>
                    <a:pt x="11380" y="1771"/>
                  </a:cubicBezTo>
                  <a:lnTo>
                    <a:pt x="11301" y="1774"/>
                  </a:lnTo>
                  <a:lnTo>
                    <a:pt x="11342" y="1705"/>
                  </a:lnTo>
                  <a:lnTo>
                    <a:pt x="11399" y="1674"/>
                  </a:lnTo>
                  <a:close/>
                  <a:moveTo>
                    <a:pt x="10530" y="1912"/>
                  </a:moveTo>
                  <a:lnTo>
                    <a:pt x="10530" y="1912"/>
                  </a:lnTo>
                  <a:cubicBezTo>
                    <a:pt x="10549" y="1946"/>
                    <a:pt x="10568" y="1978"/>
                    <a:pt x="10512" y="2012"/>
                  </a:cubicBezTo>
                  <a:lnTo>
                    <a:pt x="10452" y="2047"/>
                  </a:lnTo>
                  <a:cubicBezTo>
                    <a:pt x="10433" y="2012"/>
                    <a:pt x="10474" y="1946"/>
                    <a:pt x="10474" y="1946"/>
                  </a:cubicBezTo>
                  <a:lnTo>
                    <a:pt x="10530" y="1912"/>
                  </a:lnTo>
                  <a:close/>
                  <a:moveTo>
                    <a:pt x="9667" y="2723"/>
                  </a:moveTo>
                  <a:cubicBezTo>
                    <a:pt x="9677" y="2723"/>
                    <a:pt x="9681" y="2731"/>
                    <a:pt x="9691" y="2749"/>
                  </a:cubicBezTo>
                  <a:cubicBezTo>
                    <a:pt x="9709" y="2780"/>
                    <a:pt x="9672" y="2849"/>
                    <a:pt x="9672" y="2849"/>
                  </a:cubicBezTo>
                  <a:cubicBezTo>
                    <a:pt x="9664" y="2853"/>
                    <a:pt x="9657" y="2855"/>
                    <a:pt x="9652" y="2855"/>
                  </a:cubicBezTo>
                  <a:cubicBezTo>
                    <a:pt x="9617" y="2855"/>
                    <a:pt x="9632" y="2778"/>
                    <a:pt x="9615" y="2749"/>
                  </a:cubicBezTo>
                  <a:cubicBezTo>
                    <a:pt x="9644" y="2731"/>
                    <a:pt x="9658" y="2723"/>
                    <a:pt x="9667" y="2723"/>
                  </a:cubicBezTo>
                  <a:close/>
                  <a:moveTo>
                    <a:pt x="8296" y="3557"/>
                  </a:moveTo>
                  <a:lnTo>
                    <a:pt x="8296" y="3557"/>
                  </a:lnTo>
                  <a:cubicBezTo>
                    <a:pt x="8312" y="3588"/>
                    <a:pt x="8331" y="3623"/>
                    <a:pt x="8274" y="3654"/>
                  </a:cubicBezTo>
                  <a:lnTo>
                    <a:pt x="8196" y="3657"/>
                  </a:lnTo>
                  <a:lnTo>
                    <a:pt x="8237" y="3588"/>
                  </a:lnTo>
                  <a:lnTo>
                    <a:pt x="8296" y="3557"/>
                  </a:lnTo>
                  <a:close/>
                  <a:moveTo>
                    <a:pt x="4476" y="5679"/>
                  </a:moveTo>
                  <a:lnTo>
                    <a:pt x="4476" y="5679"/>
                  </a:lnTo>
                  <a:cubicBezTo>
                    <a:pt x="4492" y="5710"/>
                    <a:pt x="4510" y="5745"/>
                    <a:pt x="4454" y="5779"/>
                  </a:cubicBezTo>
                  <a:lnTo>
                    <a:pt x="4376" y="5779"/>
                  </a:lnTo>
                  <a:lnTo>
                    <a:pt x="4416" y="5713"/>
                  </a:lnTo>
                  <a:lnTo>
                    <a:pt x="4476" y="5679"/>
                  </a:lnTo>
                  <a:close/>
                  <a:moveTo>
                    <a:pt x="4012" y="5934"/>
                  </a:moveTo>
                  <a:cubicBezTo>
                    <a:pt x="4032" y="5934"/>
                    <a:pt x="4057" y="5938"/>
                    <a:pt x="4084" y="5948"/>
                  </a:cubicBezTo>
                  <a:cubicBezTo>
                    <a:pt x="4103" y="5980"/>
                    <a:pt x="4103" y="5980"/>
                    <a:pt x="4047" y="6014"/>
                  </a:cubicBezTo>
                  <a:cubicBezTo>
                    <a:pt x="4047" y="6014"/>
                    <a:pt x="3968" y="6014"/>
                    <a:pt x="3949" y="5983"/>
                  </a:cubicBezTo>
                  <a:cubicBezTo>
                    <a:pt x="3936" y="5958"/>
                    <a:pt x="3962" y="5934"/>
                    <a:pt x="4012" y="5934"/>
                  </a:cubicBezTo>
                  <a:close/>
                  <a:moveTo>
                    <a:pt x="21449" y="6164"/>
                  </a:moveTo>
                  <a:cubicBezTo>
                    <a:pt x="21486" y="6164"/>
                    <a:pt x="21486" y="6237"/>
                    <a:pt x="21486" y="6237"/>
                  </a:cubicBezTo>
                  <a:cubicBezTo>
                    <a:pt x="21483" y="6309"/>
                    <a:pt x="21483" y="6309"/>
                    <a:pt x="21446" y="6309"/>
                  </a:cubicBezTo>
                  <a:cubicBezTo>
                    <a:pt x="21446" y="6309"/>
                    <a:pt x="21408" y="6309"/>
                    <a:pt x="21411" y="6237"/>
                  </a:cubicBezTo>
                  <a:lnTo>
                    <a:pt x="21449" y="6164"/>
                  </a:lnTo>
                  <a:close/>
                  <a:moveTo>
                    <a:pt x="2422" y="6443"/>
                  </a:moveTo>
                  <a:cubicBezTo>
                    <a:pt x="2411" y="6443"/>
                    <a:pt x="2397" y="6455"/>
                    <a:pt x="2364" y="6481"/>
                  </a:cubicBezTo>
                  <a:cubicBezTo>
                    <a:pt x="2284" y="6546"/>
                    <a:pt x="2259" y="6566"/>
                    <a:pt x="2278" y="6566"/>
                  </a:cubicBezTo>
                  <a:cubicBezTo>
                    <a:pt x="2287" y="6566"/>
                    <a:pt x="2304" y="6562"/>
                    <a:pt x="2329" y="6556"/>
                  </a:cubicBezTo>
                  <a:lnTo>
                    <a:pt x="2445" y="6465"/>
                  </a:lnTo>
                  <a:cubicBezTo>
                    <a:pt x="2435" y="6451"/>
                    <a:pt x="2430" y="6443"/>
                    <a:pt x="2422" y="6443"/>
                  </a:cubicBezTo>
                  <a:close/>
                  <a:moveTo>
                    <a:pt x="3105" y="6582"/>
                  </a:moveTo>
                  <a:cubicBezTo>
                    <a:pt x="3127" y="6582"/>
                    <a:pt x="3135" y="6597"/>
                    <a:pt x="3135" y="6597"/>
                  </a:cubicBezTo>
                  <a:cubicBezTo>
                    <a:pt x="3153" y="6628"/>
                    <a:pt x="3078" y="6631"/>
                    <a:pt x="3019" y="6669"/>
                  </a:cubicBezTo>
                  <a:cubicBezTo>
                    <a:pt x="3001" y="6670"/>
                    <a:pt x="2988" y="6671"/>
                    <a:pt x="2978" y="6671"/>
                  </a:cubicBezTo>
                  <a:cubicBezTo>
                    <a:pt x="2946" y="6671"/>
                    <a:pt x="2966" y="6658"/>
                    <a:pt x="3056" y="6600"/>
                  </a:cubicBezTo>
                  <a:cubicBezTo>
                    <a:pt x="3077" y="6587"/>
                    <a:pt x="3093" y="6582"/>
                    <a:pt x="3105" y="6582"/>
                  </a:cubicBezTo>
                  <a:close/>
                  <a:moveTo>
                    <a:pt x="2599" y="6682"/>
                  </a:moveTo>
                  <a:lnTo>
                    <a:pt x="2599" y="6682"/>
                  </a:lnTo>
                  <a:cubicBezTo>
                    <a:pt x="2613" y="6697"/>
                    <a:pt x="2595" y="6709"/>
                    <a:pt x="2585" y="6709"/>
                  </a:cubicBezTo>
                  <a:cubicBezTo>
                    <a:pt x="2577" y="6709"/>
                    <a:pt x="2575" y="6701"/>
                    <a:pt x="2599" y="6682"/>
                  </a:cubicBezTo>
                  <a:close/>
                  <a:moveTo>
                    <a:pt x="21439" y="7029"/>
                  </a:moveTo>
                  <a:lnTo>
                    <a:pt x="21467" y="7105"/>
                  </a:lnTo>
                  <a:lnTo>
                    <a:pt x="21458" y="7177"/>
                  </a:lnTo>
                  <a:cubicBezTo>
                    <a:pt x="21420" y="7170"/>
                    <a:pt x="21383" y="7164"/>
                    <a:pt x="21392" y="7095"/>
                  </a:cubicBezTo>
                  <a:lnTo>
                    <a:pt x="21439" y="7029"/>
                  </a:lnTo>
                  <a:close/>
                  <a:moveTo>
                    <a:pt x="2138" y="7347"/>
                  </a:moveTo>
                  <a:cubicBezTo>
                    <a:pt x="2145" y="7347"/>
                    <a:pt x="2152" y="7349"/>
                    <a:pt x="2157" y="7355"/>
                  </a:cubicBezTo>
                  <a:cubicBezTo>
                    <a:pt x="2157" y="7355"/>
                    <a:pt x="2182" y="7380"/>
                    <a:pt x="2135" y="7430"/>
                  </a:cubicBezTo>
                  <a:cubicBezTo>
                    <a:pt x="2097" y="7462"/>
                    <a:pt x="2057" y="7484"/>
                    <a:pt x="2010" y="7499"/>
                  </a:cubicBezTo>
                  <a:cubicBezTo>
                    <a:pt x="1981" y="7474"/>
                    <a:pt x="2032" y="7424"/>
                    <a:pt x="2032" y="7424"/>
                  </a:cubicBezTo>
                  <a:cubicBezTo>
                    <a:pt x="2071" y="7385"/>
                    <a:pt x="2111" y="7347"/>
                    <a:pt x="2138" y="7347"/>
                  </a:cubicBezTo>
                  <a:close/>
                  <a:moveTo>
                    <a:pt x="3202" y="7414"/>
                  </a:moveTo>
                  <a:cubicBezTo>
                    <a:pt x="3193" y="7414"/>
                    <a:pt x="3181" y="7423"/>
                    <a:pt x="3157" y="7443"/>
                  </a:cubicBezTo>
                  <a:cubicBezTo>
                    <a:pt x="3157" y="7443"/>
                    <a:pt x="3132" y="7512"/>
                    <a:pt x="3153" y="7543"/>
                  </a:cubicBezTo>
                  <a:cubicBezTo>
                    <a:pt x="3159" y="7550"/>
                    <a:pt x="3166" y="7553"/>
                    <a:pt x="3172" y="7553"/>
                  </a:cubicBezTo>
                  <a:cubicBezTo>
                    <a:pt x="3196" y="7553"/>
                    <a:pt x="3223" y="7515"/>
                    <a:pt x="3226" y="7437"/>
                  </a:cubicBezTo>
                  <a:cubicBezTo>
                    <a:pt x="3215" y="7422"/>
                    <a:pt x="3210" y="7414"/>
                    <a:pt x="3202" y="7414"/>
                  </a:cubicBezTo>
                  <a:close/>
                  <a:moveTo>
                    <a:pt x="1634" y="7544"/>
                  </a:moveTo>
                  <a:cubicBezTo>
                    <a:pt x="1621" y="7544"/>
                    <a:pt x="1603" y="7550"/>
                    <a:pt x="1580" y="7578"/>
                  </a:cubicBezTo>
                  <a:lnTo>
                    <a:pt x="1533" y="7634"/>
                  </a:lnTo>
                  <a:cubicBezTo>
                    <a:pt x="1541" y="7641"/>
                    <a:pt x="1553" y="7644"/>
                    <a:pt x="1566" y="7644"/>
                  </a:cubicBezTo>
                  <a:cubicBezTo>
                    <a:pt x="1598" y="7644"/>
                    <a:pt x="1637" y="7628"/>
                    <a:pt x="1637" y="7628"/>
                  </a:cubicBezTo>
                  <a:cubicBezTo>
                    <a:pt x="1681" y="7575"/>
                    <a:pt x="1652" y="7550"/>
                    <a:pt x="1652" y="7550"/>
                  </a:cubicBezTo>
                  <a:cubicBezTo>
                    <a:pt x="1652" y="7550"/>
                    <a:pt x="1646" y="7544"/>
                    <a:pt x="1634" y="7544"/>
                  </a:cubicBezTo>
                  <a:close/>
                  <a:moveTo>
                    <a:pt x="21102" y="7496"/>
                  </a:moveTo>
                  <a:cubicBezTo>
                    <a:pt x="21108" y="7496"/>
                    <a:pt x="21113" y="7514"/>
                    <a:pt x="21123" y="7546"/>
                  </a:cubicBezTo>
                  <a:cubicBezTo>
                    <a:pt x="21143" y="7617"/>
                    <a:pt x="21131" y="7682"/>
                    <a:pt x="21098" y="7682"/>
                  </a:cubicBezTo>
                  <a:cubicBezTo>
                    <a:pt x="21096" y="7682"/>
                    <a:pt x="21094" y="7682"/>
                    <a:pt x="21091" y="7681"/>
                  </a:cubicBezTo>
                  <a:cubicBezTo>
                    <a:pt x="21057" y="7672"/>
                    <a:pt x="21057" y="7672"/>
                    <a:pt x="21069" y="7606"/>
                  </a:cubicBezTo>
                  <a:cubicBezTo>
                    <a:pt x="21087" y="7529"/>
                    <a:pt x="21095" y="7496"/>
                    <a:pt x="21102" y="7496"/>
                  </a:cubicBezTo>
                  <a:close/>
                  <a:moveTo>
                    <a:pt x="20860" y="7832"/>
                  </a:moveTo>
                  <a:lnTo>
                    <a:pt x="20860" y="7832"/>
                  </a:lnTo>
                  <a:cubicBezTo>
                    <a:pt x="20856" y="7835"/>
                    <a:pt x="20853" y="7837"/>
                    <a:pt x="20851" y="7840"/>
                  </a:cubicBezTo>
                  <a:lnTo>
                    <a:pt x="20851" y="7840"/>
                  </a:lnTo>
                  <a:cubicBezTo>
                    <a:pt x="20856" y="7838"/>
                    <a:pt x="20863" y="7837"/>
                    <a:pt x="20870" y="7837"/>
                  </a:cubicBezTo>
                  <a:cubicBezTo>
                    <a:pt x="20872" y="7837"/>
                    <a:pt x="20874" y="7837"/>
                    <a:pt x="20875" y="7838"/>
                  </a:cubicBezTo>
                  <a:lnTo>
                    <a:pt x="20875" y="7838"/>
                  </a:lnTo>
                  <a:cubicBezTo>
                    <a:pt x="20871" y="7835"/>
                    <a:pt x="20865" y="7833"/>
                    <a:pt x="20860" y="7832"/>
                  </a:cubicBezTo>
                  <a:close/>
                  <a:moveTo>
                    <a:pt x="20851" y="7840"/>
                  </a:moveTo>
                  <a:lnTo>
                    <a:pt x="20851" y="7840"/>
                  </a:lnTo>
                  <a:cubicBezTo>
                    <a:pt x="20832" y="7844"/>
                    <a:pt x="20824" y="7854"/>
                    <a:pt x="20829" y="7854"/>
                  </a:cubicBezTo>
                  <a:cubicBezTo>
                    <a:pt x="20831" y="7854"/>
                    <a:pt x="20838" y="7850"/>
                    <a:pt x="20851" y="7840"/>
                  </a:cubicBezTo>
                  <a:close/>
                  <a:moveTo>
                    <a:pt x="21001" y="8017"/>
                  </a:moveTo>
                  <a:lnTo>
                    <a:pt x="20979" y="8082"/>
                  </a:lnTo>
                  <a:cubicBezTo>
                    <a:pt x="20965" y="8128"/>
                    <a:pt x="20962" y="8142"/>
                    <a:pt x="20948" y="8142"/>
                  </a:cubicBezTo>
                  <a:cubicBezTo>
                    <a:pt x="20942" y="8142"/>
                    <a:pt x="20934" y="8139"/>
                    <a:pt x="20922" y="8136"/>
                  </a:cubicBezTo>
                  <a:lnTo>
                    <a:pt x="20944" y="8070"/>
                  </a:lnTo>
                  <a:lnTo>
                    <a:pt x="21001" y="8017"/>
                  </a:lnTo>
                  <a:close/>
                  <a:moveTo>
                    <a:pt x="1241" y="8225"/>
                  </a:moveTo>
                  <a:cubicBezTo>
                    <a:pt x="1247" y="8225"/>
                    <a:pt x="1255" y="8231"/>
                    <a:pt x="1267" y="8239"/>
                  </a:cubicBezTo>
                  <a:lnTo>
                    <a:pt x="1226" y="8295"/>
                  </a:lnTo>
                  <a:lnTo>
                    <a:pt x="1154" y="8333"/>
                  </a:lnTo>
                  <a:lnTo>
                    <a:pt x="1154" y="8333"/>
                  </a:lnTo>
                  <a:lnTo>
                    <a:pt x="1195" y="8273"/>
                  </a:lnTo>
                  <a:cubicBezTo>
                    <a:pt x="1220" y="8239"/>
                    <a:pt x="1230" y="8225"/>
                    <a:pt x="1241" y="8225"/>
                  </a:cubicBezTo>
                  <a:close/>
                  <a:moveTo>
                    <a:pt x="20747" y="8512"/>
                  </a:moveTo>
                  <a:cubicBezTo>
                    <a:pt x="20732" y="8544"/>
                    <a:pt x="20734" y="8563"/>
                    <a:pt x="20739" y="8563"/>
                  </a:cubicBezTo>
                  <a:cubicBezTo>
                    <a:pt x="20743" y="8563"/>
                    <a:pt x="20750" y="8548"/>
                    <a:pt x="20747" y="8512"/>
                  </a:cubicBezTo>
                  <a:close/>
                  <a:moveTo>
                    <a:pt x="20762" y="8668"/>
                  </a:moveTo>
                  <a:lnTo>
                    <a:pt x="20734" y="8731"/>
                  </a:lnTo>
                  <a:cubicBezTo>
                    <a:pt x="20715" y="8773"/>
                    <a:pt x="20709" y="8787"/>
                    <a:pt x="20697" y="8787"/>
                  </a:cubicBezTo>
                  <a:cubicBezTo>
                    <a:pt x="20691" y="8787"/>
                    <a:pt x="20683" y="8783"/>
                    <a:pt x="20671" y="8778"/>
                  </a:cubicBezTo>
                  <a:lnTo>
                    <a:pt x="20700" y="8715"/>
                  </a:lnTo>
                  <a:lnTo>
                    <a:pt x="20762" y="8668"/>
                  </a:lnTo>
                  <a:close/>
                  <a:moveTo>
                    <a:pt x="923" y="8741"/>
                  </a:moveTo>
                  <a:cubicBezTo>
                    <a:pt x="941" y="8741"/>
                    <a:pt x="960" y="8758"/>
                    <a:pt x="972" y="8797"/>
                  </a:cubicBezTo>
                  <a:lnTo>
                    <a:pt x="907" y="8919"/>
                  </a:lnTo>
                  <a:cubicBezTo>
                    <a:pt x="872" y="8903"/>
                    <a:pt x="838" y="8885"/>
                    <a:pt x="872" y="8825"/>
                  </a:cubicBezTo>
                  <a:cubicBezTo>
                    <a:pt x="872" y="8777"/>
                    <a:pt x="897" y="8741"/>
                    <a:pt x="923" y="8741"/>
                  </a:cubicBezTo>
                  <a:close/>
                  <a:moveTo>
                    <a:pt x="20494" y="9321"/>
                  </a:moveTo>
                  <a:cubicBezTo>
                    <a:pt x="20502" y="9321"/>
                    <a:pt x="20509" y="9323"/>
                    <a:pt x="20515" y="9326"/>
                  </a:cubicBezTo>
                  <a:lnTo>
                    <a:pt x="20480" y="9386"/>
                  </a:lnTo>
                  <a:cubicBezTo>
                    <a:pt x="20462" y="9423"/>
                    <a:pt x="20442" y="9430"/>
                    <a:pt x="20429" y="9430"/>
                  </a:cubicBezTo>
                  <a:cubicBezTo>
                    <a:pt x="20420" y="9430"/>
                    <a:pt x="20415" y="9427"/>
                    <a:pt x="20415" y="9427"/>
                  </a:cubicBezTo>
                  <a:cubicBezTo>
                    <a:pt x="20415" y="9427"/>
                    <a:pt x="20383" y="9408"/>
                    <a:pt x="20418" y="9348"/>
                  </a:cubicBezTo>
                  <a:cubicBezTo>
                    <a:pt x="20418" y="9348"/>
                    <a:pt x="20461" y="9321"/>
                    <a:pt x="20494" y="9321"/>
                  </a:cubicBezTo>
                  <a:close/>
                  <a:moveTo>
                    <a:pt x="872" y="9361"/>
                  </a:moveTo>
                  <a:lnTo>
                    <a:pt x="907" y="9377"/>
                  </a:lnTo>
                  <a:cubicBezTo>
                    <a:pt x="883" y="9435"/>
                    <a:pt x="890" y="9503"/>
                    <a:pt x="861" y="9503"/>
                  </a:cubicBezTo>
                  <a:cubicBezTo>
                    <a:pt x="859" y="9503"/>
                    <a:pt x="856" y="9503"/>
                    <a:pt x="853" y="9502"/>
                  </a:cubicBezTo>
                  <a:cubicBezTo>
                    <a:pt x="849" y="9513"/>
                    <a:pt x="846" y="9518"/>
                    <a:pt x="844" y="9518"/>
                  </a:cubicBezTo>
                  <a:cubicBezTo>
                    <a:pt x="835" y="9518"/>
                    <a:pt x="851" y="9415"/>
                    <a:pt x="872" y="9361"/>
                  </a:cubicBezTo>
                  <a:close/>
                  <a:moveTo>
                    <a:pt x="292" y="9746"/>
                  </a:moveTo>
                  <a:lnTo>
                    <a:pt x="327" y="9759"/>
                  </a:lnTo>
                  <a:lnTo>
                    <a:pt x="364" y="9768"/>
                  </a:lnTo>
                  <a:lnTo>
                    <a:pt x="292" y="9746"/>
                  </a:lnTo>
                  <a:close/>
                  <a:moveTo>
                    <a:pt x="380" y="10649"/>
                  </a:moveTo>
                  <a:cubicBezTo>
                    <a:pt x="418" y="10655"/>
                    <a:pt x="455" y="10661"/>
                    <a:pt x="446" y="10730"/>
                  </a:cubicBezTo>
                  <a:lnTo>
                    <a:pt x="440" y="10799"/>
                  </a:lnTo>
                  <a:cubicBezTo>
                    <a:pt x="402" y="10793"/>
                    <a:pt x="374" y="10718"/>
                    <a:pt x="374" y="10718"/>
                  </a:cubicBezTo>
                  <a:lnTo>
                    <a:pt x="380" y="10649"/>
                  </a:lnTo>
                  <a:close/>
                  <a:moveTo>
                    <a:pt x="150" y="11142"/>
                  </a:moveTo>
                  <a:cubicBezTo>
                    <a:pt x="158" y="11142"/>
                    <a:pt x="175" y="11161"/>
                    <a:pt x="201" y="11194"/>
                  </a:cubicBezTo>
                  <a:cubicBezTo>
                    <a:pt x="239" y="11266"/>
                    <a:pt x="274" y="11338"/>
                    <a:pt x="274" y="11338"/>
                  </a:cubicBezTo>
                  <a:cubicBezTo>
                    <a:pt x="274" y="11359"/>
                    <a:pt x="270" y="11368"/>
                    <a:pt x="264" y="11368"/>
                  </a:cubicBezTo>
                  <a:cubicBezTo>
                    <a:pt x="249" y="11368"/>
                    <a:pt x="215" y="11316"/>
                    <a:pt x="164" y="11260"/>
                  </a:cubicBezTo>
                  <a:cubicBezTo>
                    <a:pt x="144" y="11177"/>
                    <a:pt x="139" y="11142"/>
                    <a:pt x="150" y="11142"/>
                  </a:cubicBezTo>
                  <a:close/>
                  <a:moveTo>
                    <a:pt x="18541" y="11264"/>
                  </a:moveTo>
                  <a:cubicBezTo>
                    <a:pt x="18545" y="11264"/>
                    <a:pt x="18550" y="11267"/>
                    <a:pt x="18553" y="11273"/>
                  </a:cubicBezTo>
                  <a:lnTo>
                    <a:pt x="18572" y="11304"/>
                  </a:lnTo>
                  <a:cubicBezTo>
                    <a:pt x="18541" y="11364"/>
                    <a:pt x="18509" y="11421"/>
                    <a:pt x="18487" y="11421"/>
                  </a:cubicBezTo>
                  <a:cubicBezTo>
                    <a:pt x="18483" y="11421"/>
                    <a:pt x="18478" y="11419"/>
                    <a:pt x="18475" y="11414"/>
                  </a:cubicBezTo>
                  <a:cubicBezTo>
                    <a:pt x="18475" y="11414"/>
                    <a:pt x="18456" y="11382"/>
                    <a:pt x="18493" y="11310"/>
                  </a:cubicBezTo>
                  <a:cubicBezTo>
                    <a:pt x="18496" y="11310"/>
                    <a:pt x="18521" y="11264"/>
                    <a:pt x="18541" y="11264"/>
                  </a:cubicBezTo>
                  <a:close/>
                  <a:moveTo>
                    <a:pt x="16660" y="12526"/>
                  </a:moveTo>
                  <a:cubicBezTo>
                    <a:pt x="16698" y="12526"/>
                    <a:pt x="16708" y="12585"/>
                    <a:pt x="16629" y="12667"/>
                  </a:cubicBezTo>
                  <a:cubicBezTo>
                    <a:pt x="16599" y="12684"/>
                    <a:pt x="16584" y="12693"/>
                    <a:pt x="16574" y="12693"/>
                  </a:cubicBezTo>
                  <a:cubicBezTo>
                    <a:pt x="16565" y="12693"/>
                    <a:pt x="16560" y="12684"/>
                    <a:pt x="16551" y="12667"/>
                  </a:cubicBezTo>
                  <a:cubicBezTo>
                    <a:pt x="16532" y="12636"/>
                    <a:pt x="16572" y="12567"/>
                    <a:pt x="16632" y="12535"/>
                  </a:cubicBezTo>
                  <a:cubicBezTo>
                    <a:pt x="16642" y="12529"/>
                    <a:pt x="16652" y="12526"/>
                    <a:pt x="16660" y="12526"/>
                  </a:cubicBezTo>
                  <a:close/>
                  <a:moveTo>
                    <a:pt x="436" y="12724"/>
                  </a:moveTo>
                  <a:cubicBezTo>
                    <a:pt x="465" y="12724"/>
                    <a:pt x="497" y="12742"/>
                    <a:pt x="546" y="12843"/>
                  </a:cubicBezTo>
                  <a:cubicBezTo>
                    <a:pt x="552" y="12886"/>
                    <a:pt x="562" y="12930"/>
                    <a:pt x="578" y="12974"/>
                  </a:cubicBezTo>
                  <a:cubicBezTo>
                    <a:pt x="540" y="12937"/>
                    <a:pt x="505" y="12899"/>
                    <a:pt x="471" y="12858"/>
                  </a:cubicBezTo>
                  <a:cubicBezTo>
                    <a:pt x="336" y="12742"/>
                    <a:pt x="336" y="12739"/>
                    <a:pt x="411" y="12727"/>
                  </a:cubicBezTo>
                  <a:cubicBezTo>
                    <a:pt x="420" y="12725"/>
                    <a:pt x="427" y="12724"/>
                    <a:pt x="436" y="12724"/>
                  </a:cubicBezTo>
                  <a:close/>
                  <a:moveTo>
                    <a:pt x="411" y="13084"/>
                  </a:moveTo>
                  <a:lnTo>
                    <a:pt x="465" y="13143"/>
                  </a:lnTo>
                  <a:lnTo>
                    <a:pt x="449" y="13222"/>
                  </a:lnTo>
                  <a:cubicBezTo>
                    <a:pt x="447" y="13222"/>
                    <a:pt x="444" y="13223"/>
                    <a:pt x="442" y="13223"/>
                  </a:cubicBezTo>
                  <a:cubicBezTo>
                    <a:pt x="409" y="13223"/>
                    <a:pt x="391" y="13158"/>
                    <a:pt x="374" y="13093"/>
                  </a:cubicBezTo>
                  <a:lnTo>
                    <a:pt x="411" y="13084"/>
                  </a:lnTo>
                  <a:close/>
                  <a:moveTo>
                    <a:pt x="1903" y="15400"/>
                  </a:moveTo>
                  <a:cubicBezTo>
                    <a:pt x="1872" y="15422"/>
                    <a:pt x="1919" y="15475"/>
                    <a:pt x="1966" y="15525"/>
                  </a:cubicBezTo>
                  <a:cubicBezTo>
                    <a:pt x="2014" y="15622"/>
                    <a:pt x="2069" y="15659"/>
                    <a:pt x="2104" y="15659"/>
                  </a:cubicBezTo>
                  <a:cubicBezTo>
                    <a:pt x="2114" y="15659"/>
                    <a:pt x="2122" y="15656"/>
                    <a:pt x="2129" y="15650"/>
                  </a:cubicBezTo>
                  <a:cubicBezTo>
                    <a:pt x="2157" y="15622"/>
                    <a:pt x="2110" y="15572"/>
                    <a:pt x="2022" y="15475"/>
                  </a:cubicBezTo>
                  <a:cubicBezTo>
                    <a:pt x="1988" y="15440"/>
                    <a:pt x="1947" y="15415"/>
                    <a:pt x="1903" y="15400"/>
                  </a:cubicBezTo>
                  <a:close/>
                  <a:moveTo>
                    <a:pt x="2189" y="15824"/>
                  </a:moveTo>
                  <a:cubicBezTo>
                    <a:pt x="2208" y="15824"/>
                    <a:pt x="2244" y="15835"/>
                    <a:pt x="2298" y="15864"/>
                  </a:cubicBezTo>
                  <a:lnTo>
                    <a:pt x="2398" y="15958"/>
                  </a:lnTo>
                  <a:cubicBezTo>
                    <a:pt x="2394" y="15962"/>
                    <a:pt x="2387" y="15964"/>
                    <a:pt x="2378" y="15964"/>
                  </a:cubicBezTo>
                  <a:cubicBezTo>
                    <a:pt x="2333" y="15964"/>
                    <a:pt x="2236" y="15912"/>
                    <a:pt x="2195" y="15873"/>
                  </a:cubicBezTo>
                  <a:cubicBezTo>
                    <a:pt x="2166" y="15844"/>
                    <a:pt x="2163" y="15824"/>
                    <a:pt x="2189" y="15824"/>
                  </a:cubicBezTo>
                  <a:close/>
                  <a:moveTo>
                    <a:pt x="6767" y="16970"/>
                  </a:moveTo>
                  <a:lnTo>
                    <a:pt x="6704" y="16973"/>
                  </a:lnTo>
                  <a:cubicBezTo>
                    <a:pt x="6641" y="16976"/>
                    <a:pt x="6645" y="17014"/>
                    <a:pt x="6645" y="17051"/>
                  </a:cubicBezTo>
                  <a:lnTo>
                    <a:pt x="6710" y="17048"/>
                  </a:lnTo>
                  <a:cubicBezTo>
                    <a:pt x="6710" y="17048"/>
                    <a:pt x="6770" y="17007"/>
                    <a:pt x="6767" y="16970"/>
                  </a:cubicBezTo>
                  <a:close/>
                  <a:moveTo>
                    <a:pt x="8414" y="17216"/>
                  </a:moveTo>
                  <a:cubicBezTo>
                    <a:pt x="8421" y="17216"/>
                    <a:pt x="8427" y="17234"/>
                    <a:pt x="8440" y="17267"/>
                  </a:cubicBezTo>
                  <a:cubicBezTo>
                    <a:pt x="8453" y="17302"/>
                    <a:pt x="8465" y="17340"/>
                    <a:pt x="8399" y="17365"/>
                  </a:cubicBezTo>
                  <a:cubicBezTo>
                    <a:pt x="8359" y="17408"/>
                    <a:pt x="8330" y="17426"/>
                    <a:pt x="8315" y="17426"/>
                  </a:cubicBezTo>
                  <a:cubicBezTo>
                    <a:pt x="8288" y="17426"/>
                    <a:pt x="8304" y="17369"/>
                    <a:pt x="8374" y="17293"/>
                  </a:cubicBezTo>
                  <a:cubicBezTo>
                    <a:pt x="8396" y="17240"/>
                    <a:pt x="8406" y="17216"/>
                    <a:pt x="8414" y="17216"/>
                  </a:cubicBezTo>
                  <a:close/>
                  <a:moveTo>
                    <a:pt x="5708" y="17449"/>
                  </a:moveTo>
                  <a:cubicBezTo>
                    <a:pt x="5776" y="17456"/>
                    <a:pt x="5842" y="17503"/>
                    <a:pt x="5839" y="17540"/>
                  </a:cubicBezTo>
                  <a:cubicBezTo>
                    <a:pt x="5884" y="17599"/>
                    <a:pt x="5897" y="17615"/>
                    <a:pt x="5848" y="17615"/>
                  </a:cubicBezTo>
                  <a:cubicBezTo>
                    <a:pt x="5829" y="17615"/>
                    <a:pt x="5801" y="17613"/>
                    <a:pt x="5761" y="17609"/>
                  </a:cubicBezTo>
                  <a:cubicBezTo>
                    <a:pt x="5692" y="17600"/>
                    <a:pt x="5620" y="17593"/>
                    <a:pt x="5626" y="17556"/>
                  </a:cubicBezTo>
                  <a:lnTo>
                    <a:pt x="5626" y="17556"/>
                  </a:lnTo>
                  <a:lnTo>
                    <a:pt x="5695" y="17562"/>
                  </a:lnTo>
                  <a:cubicBezTo>
                    <a:pt x="5694" y="17574"/>
                    <a:pt x="5701" y="17580"/>
                    <a:pt x="5708" y="17580"/>
                  </a:cubicBezTo>
                  <a:cubicBezTo>
                    <a:pt x="5724" y="17580"/>
                    <a:pt x="5743" y="17556"/>
                    <a:pt x="5698" y="17524"/>
                  </a:cubicBezTo>
                  <a:lnTo>
                    <a:pt x="5708" y="17449"/>
                  </a:lnTo>
                  <a:close/>
                  <a:moveTo>
                    <a:pt x="6604" y="17546"/>
                  </a:moveTo>
                  <a:lnTo>
                    <a:pt x="6673" y="17581"/>
                  </a:lnTo>
                  <a:cubicBezTo>
                    <a:pt x="6676" y="17618"/>
                    <a:pt x="6607" y="17625"/>
                    <a:pt x="6535" y="17628"/>
                  </a:cubicBezTo>
                  <a:cubicBezTo>
                    <a:pt x="6519" y="17629"/>
                    <a:pt x="6507" y="17629"/>
                    <a:pt x="6498" y="17629"/>
                  </a:cubicBezTo>
                  <a:cubicBezTo>
                    <a:pt x="6466" y="17629"/>
                    <a:pt x="6466" y="17623"/>
                    <a:pt x="6466" y="17593"/>
                  </a:cubicBezTo>
                  <a:cubicBezTo>
                    <a:pt x="6507" y="17568"/>
                    <a:pt x="6554" y="17553"/>
                    <a:pt x="6604" y="17546"/>
                  </a:cubicBezTo>
                  <a:close/>
                  <a:moveTo>
                    <a:pt x="5460" y="17728"/>
                  </a:moveTo>
                  <a:lnTo>
                    <a:pt x="5460" y="17728"/>
                  </a:lnTo>
                  <a:cubicBezTo>
                    <a:pt x="5454" y="17766"/>
                    <a:pt x="5454" y="17766"/>
                    <a:pt x="5526" y="17772"/>
                  </a:cubicBezTo>
                  <a:lnTo>
                    <a:pt x="5598" y="17781"/>
                  </a:lnTo>
                  <a:lnTo>
                    <a:pt x="5532" y="17734"/>
                  </a:lnTo>
                  <a:lnTo>
                    <a:pt x="5460" y="17728"/>
                  </a:lnTo>
                  <a:close/>
                  <a:moveTo>
                    <a:pt x="15783" y="0"/>
                  </a:moveTo>
                  <a:lnTo>
                    <a:pt x="15783" y="0"/>
                  </a:lnTo>
                  <a:cubicBezTo>
                    <a:pt x="15733" y="16"/>
                    <a:pt x="15682" y="25"/>
                    <a:pt x="15632" y="28"/>
                  </a:cubicBezTo>
                  <a:cubicBezTo>
                    <a:pt x="15630" y="56"/>
                    <a:pt x="15592" y="62"/>
                    <a:pt x="15488" y="62"/>
                  </a:cubicBezTo>
                  <a:cubicBezTo>
                    <a:pt x="15448" y="62"/>
                    <a:pt x="15399" y="61"/>
                    <a:pt x="15338" y="60"/>
                  </a:cubicBezTo>
                  <a:cubicBezTo>
                    <a:pt x="15323" y="59"/>
                    <a:pt x="15307" y="58"/>
                    <a:pt x="15290" y="58"/>
                  </a:cubicBezTo>
                  <a:cubicBezTo>
                    <a:pt x="15134" y="58"/>
                    <a:pt x="14885" y="105"/>
                    <a:pt x="14755" y="119"/>
                  </a:cubicBezTo>
                  <a:cubicBezTo>
                    <a:pt x="14683" y="122"/>
                    <a:pt x="14592" y="132"/>
                    <a:pt x="14510" y="132"/>
                  </a:cubicBezTo>
                  <a:cubicBezTo>
                    <a:pt x="14479" y="137"/>
                    <a:pt x="14447" y="139"/>
                    <a:pt x="14415" y="139"/>
                  </a:cubicBezTo>
                  <a:cubicBezTo>
                    <a:pt x="14383" y="139"/>
                    <a:pt x="14351" y="137"/>
                    <a:pt x="14319" y="132"/>
                  </a:cubicBezTo>
                  <a:cubicBezTo>
                    <a:pt x="14219" y="148"/>
                    <a:pt x="14125" y="176"/>
                    <a:pt x="14037" y="220"/>
                  </a:cubicBezTo>
                  <a:cubicBezTo>
                    <a:pt x="13991" y="253"/>
                    <a:pt x="13907" y="278"/>
                    <a:pt x="13859" y="278"/>
                  </a:cubicBezTo>
                  <a:cubicBezTo>
                    <a:pt x="13840" y="278"/>
                    <a:pt x="13826" y="274"/>
                    <a:pt x="13824" y="263"/>
                  </a:cubicBezTo>
                  <a:lnTo>
                    <a:pt x="13752" y="285"/>
                  </a:lnTo>
                  <a:cubicBezTo>
                    <a:pt x="13689" y="323"/>
                    <a:pt x="13624" y="354"/>
                    <a:pt x="13555" y="379"/>
                  </a:cubicBezTo>
                  <a:cubicBezTo>
                    <a:pt x="13548" y="359"/>
                    <a:pt x="13523" y="346"/>
                    <a:pt x="13491" y="346"/>
                  </a:cubicBezTo>
                  <a:cubicBezTo>
                    <a:pt x="13464" y="346"/>
                    <a:pt x="13432" y="356"/>
                    <a:pt x="13404" y="383"/>
                  </a:cubicBezTo>
                  <a:cubicBezTo>
                    <a:pt x="13414" y="420"/>
                    <a:pt x="13342" y="433"/>
                    <a:pt x="13210" y="489"/>
                  </a:cubicBezTo>
                  <a:cubicBezTo>
                    <a:pt x="13063" y="530"/>
                    <a:pt x="12918" y="577"/>
                    <a:pt x="12774" y="636"/>
                  </a:cubicBezTo>
                  <a:cubicBezTo>
                    <a:pt x="12661" y="680"/>
                    <a:pt x="12539" y="749"/>
                    <a:pt x="12408" y="812"/>
                  </a:cubicBezTo>
                  <a:cubicBezTo>
                    <a:pt x="12276" y="878"/>
                    <a:pt x="12135" y="950"/>
                    <a:pt x="12016" y="1022"/>
                  </a:cubicBezTo>
                  <a:lnTo>
                    <a:pt x="11345" y="1417"/>
                  </a:lnTo>
                  <a:cubicBezTo>
                    <a:pt x="11167" y="1526"/>
                    <a:pt x="11051" y="1602"/>
                    <a:pt x="11054" y="1611"/>
                  </a:cubicBezTo>
                  <a:lnTo>
                    <a:pt x="10881" y="1711"/>
                  </a:lnTo>
                  <a:lnTo>
                    <a:pt x="10706" y="1812"/>
                  </a:lnTo>
                  <a:cubicBezTo>
                    <a:pt x="10701" y="1803"/>
                    <a:pt x="10692" y="1799"/>
                    <a:pt x="10679" y="1799"/>
                  </a:cubicBezTo>
                  <a:cubicBezTo>
                    <a:pt x="10597" y="1799"/>
                    <a:pt x="10375" y="1965"/>
                    <a:pt x="10239" y="2081"/>
                  </a:cubicBezTo>
                  <a:cubicBezTo>
                    <a:pt x="10201" y="2141"/>
                    <a:pt x="10148" y="2184"/>
                    <a:pt x="10085" y="2216"/>
                  </a:cubicBezTo>
                  <a:cubicBezTo>
                    <a:pt x="10077" y="2201"/>
                    <a:pt x="10062" y="2195"/>
                    <a:pt x="10042" y="2195"/>
                  </a:cubicBezTo>
                  <a:cubicBezTo>
                    <a:pt x="9974" y="2195"/>
                    <a:pt x="9851" y="2273"/>
                    <a:pt x="9775" y="2351"/>
                  </a:cubicBezTo>
                  <a:cubicBezTo>
                    <a:pt x="9761" y="2416"/>
                    <a:pt x="9732" y="2453"/>
                    <a:pt x="9703" y="2453"/>
                  </a:cubicBezTo>
                  <a:cubicBezTo>
                    <a:pt x="9688" y="2453"/>
                    <a:pt x="9672" y="2443"/>
                    <a:pt x="9659" y="2420"/>
                  </a:cubicBezTo>
                  <a:cubicBezTo>
                    <a:pt x="9650" y="2403"/>
                    <a:pt x="9635" y="2394"/>
                    <a:pt x="9617" y="2394"/>
                  </a:cubicBezTo>
                  <a:cubicBezTo>
                    <a:pt x="9565" y="2394"/>
                    <a:pt x="9490" y="2462"/>
                    <a:pt x="9443" y="2586"/>
                  </a:cubicBezTo>
                  <a:cubicBezTo>
                    <a:pt x="9405" y="2651"/>
                    <a:pt x="9405" y="2651"/>
                    <a:pt x="9327" y="2655"/>
                  </a:cubicBezTo>
                  <a:cubicBezTo>
                    <a:pt x="9300" y="2644"/>
                    <a:pt x="9275" y="2640"/>
                    <a:pt x="9254" y="2640"/>
                  </a:cubicBezTo>
                  <a:cubicBezTo>
                    <a:pt x="9205" y="2640"/>
                    <a:pt x="9179" y="2665"/>
                    <a:pt x="9192" y="2689"/>
                  </a:cubicBezTo>
                  <a:cubicBezTo>
                    <a:pt x="9176" y="2763"/>
                    <a:pt x="9139" y="2801"/>
                    <a:pt x="9080" y="2801"/>
                  </a:cubicBezTo>
                  <a:cubicBezTo>
                    <a:pt x="9061" y="2801"/>
                    <a:pt x="9040" y="2797"/>
                    <a:pt x="9017" y="2789"/>
                  </a:cubicBezTo>
                  <a:cubicBezTo>
                    <a:pt x="8863" y="2789"/>
                    <a:pt x="8863" y="2789"/>
                    <a:pt x="8844" y="2890"/>
                  </a:cubicBezTo>
                  <a:cubicBezTo>
                    <a:pt x="8825" y="2979"/>
                    <a:pt x="8639" y="3096"/>
                    <a:pt x="8530" y="3096"/>
                  </a:cubicBezTo>
                  <a:cubicBezTo>
                    <a:pt x="8516" y="3096"/>
                    <a:pt x="8504" y="3094"/>
                    <a:pt x="8493" y="3090"/>
                  </a:cubicBezTo>
                  <a:cubicBezTo>
                    <a:pt x="8437" y="3125"/>
                    <a:pt x="8359" y="3125"/>
                    <a:pt x="8378" y="3159"/>
                  </a:cubicBezTo>
                  <a:lnTo>
                    <a:pt x="8302" y="3159"/>
                  </a:lnTo>
                  <a:lnTo>
                    <a:pt x="8183" y="3228"/>
                  </a:lnTo>
                  <a:lnTo>
                    <a:pt x="8202" y="3259"/>
                  </a:lnTo>
                  <a:cubicBezTo>
                    <a:pt x="8146" y="3294"/>
                    <a:pt x="7776" y="3463"/>
                    <a:pt x="7368" y="3698"/>
                  </a:cubicBezTo>
                  <a:cubicBezTo>
                    <a:pt x="6729" y="4068"/>
                    <a:pt x="6613" y="4137"/>
                    <a:pt x="6692" y="4137"/>
                  </a:cubicBezTo>
                  <a:cubicBezTo>
                    <a:pt x="6768" y="4162"/>
                    <a:pt x="6705" y="4211"/>
                    <a:pt x="6627" y="4211"/>
                  </a:cubicBezTo>
                  <a:cubicBezTo>
                    <a:pt x="6609" y="4211"/>
                    <a:pt x="6590" y="4208"/>
                    <a:pt x="6572" y="4203"/>
                  </a:cubicBezTo>
                  <a:cubicBezTo>
                    <a:pt x="6516" y="4237"/>
                    <a:pt x="6381" y="4272"/>
                    <a:pt x="6265" y="4337"/>
                  </a:cubicBezTo>
                  <a:cubicBezTo>
                    <a:pt x="6170" y="4394"/>
                    <a:pt x="6072" y="4449"/>
                    <a:pt x="6030" y="4449"/>
                  </a:cubicBezTo>
                  <a:cubicBezTo>
                    <a:pt x="6021" y="4449"/>
                    <a:pt x="6015" y="4446"/>
                    <a:pt x="6012" y="4441"/>
                  </a:cubicBezTo>
                  <a:lnTo>
                    <a:pt x="5955" y="4472"/>
                  </a:lnTo>
                  <a:cubicBezTo>
                    <a:pt x="5877" y="4607"/>
                    <a:pt x="5526" y="4807"/>
                    <a:pt x="5335" y="4876"/>
                  </a:cubicBezTo>
                  <a:cubicBezTo>
                    <a:pt x="5231" y="4930"/>
                    <a:pt x="5140" y="4996"/>
                    <a:pt x="5062" y="5077"/>
                  </a:cubicBezTo>
                  <a:cubicBezTo>
                    <a:pt x="4962" y="5177"/>
                    <a:pt x="4962" y="5177"/>
                    <a:pt x="4886" y="5180"/>
                  </a:cubicBezTo>
                  <a:cubicBezTo>
                    <a:pt x="4885" y="5177"/>
                    <a:pt x="4880" y="5176"/>
                    <a:pt x="4873" y="5176"/>
                  </a:cubicBezTo>
                  <a:cubicBezTo>
                    <a:pt x="4804" y="5176"/>
                    <a:pt x="4504" y="5321"/>
                    <a:pt x="4539" y="5381"/>
                  </a:cubicBezTo>
                  <a:lnTo>
                    <a:pt x="4460" y="5381"/>
                  </a:lnTo>
                  <a:cubicBezTo>
                    <a:pt x="4382" y="5381"/>
                    <a:pt x="4344" y="5450"/>
                    <a:pt x="4363" y="5481"/>
                  </a:cubicBezTo>
                  <a:cubicBezTo>
                    <a:pt x="4387" y="5522"/>
                    <a:pt x="4372" y="5551"/>
                    <a:pt x="4331" y="5551"/>
                  </a:cubicBezTo>
                  <a:cubicBezTo>
                    <a:pt x="4306" y="5551"/>
                    <a:pt x="4271" y="5541"/>
                    <a:pt x="4228" y="5516"/>
                  </a:cubicBezTo>
                  <a:cubicBezTo>
                    <a:pt x="4213" y="5488"/>
                    <a:pt x="4193" y="5478"/>
                    <a:pt x="4177" y="5478"/>
                  </a:cubicBezTo>
                  <a:cubicBezTo>
                    <a:pt x="4155" y="5478"/>
                    <a:pt x="4139" y="5498"/>
                    <a:pt x="4150" y="5516"/>
                  </a:cubicBezTo>
                  <a:cubicBezTo>
                    <a:pt x="4109" y="5585"/>
                    <a:pt x="4072" y="5650"/>
                    <a:pt x="3993" y="5650"/>
                  </a:cubicBezTo>
                  <a:cubicBezTo>
                    <a:pt x="3937" y="5685"/>
                    <a:pt x="3877" y="5719"/>
                    <a:pt x="3915" y="5785"/>
                  </a:cubicBezTo>
                  <a:cubicBezTo>
                    <a:pt x="3934" y="5817"/>
                    <a:pt x="3874" y="5851"/>
                    <a:pt x="3818" y="5886"/>
                  </a:cubicBezTo>
                  <a:cubicBezTo>
                    <a:pt x="3799" y="5851"/>
                    <a:pt x="3799" y="5851"/>
                    <a:pt x="3840" y="5785"/>
                  </a:cubicBezTo>
                  <a:lnTo>
                    <a:pt x="3840" y="5785"/>
                  </a:lnTo>
                  <a:lnTo>
                    <a:pt x="3721" y="5851"/>
                  </a:lnTo>
                  <a:cubicBezTo>
                    <a:pt x="3680" y="5876"/>
                    <a:pt x="3598" y="5901"/>
                    <a:pt x="3549" y="5901"/>
                  </a:cubicBezTo>
                  <a:cubicBezTo>
                    <a:pt x="3530" y="5901"/>
                    <a:pt x="3516" y="5897"/>
                    <a:pt x="3511" y="5889"/>
                  </a:cubicBezTo>
                  <a:cubicBezTo>
                    <a:pt x="3432" y="5889"/>
                    <a:pt x="3376" y="5923"/>
                    <a:pt x="3470" y="5954"/>
                  </a:cubicBezTo>
                  <a:cubicBezTo>
                    <a:pt x="3508" y="6020"/>
                    <a:pt x="3508" y="6020"/>
                    <a:pt x="3392" y="6086"/>
                  </a:cubicBezTo>
                  <a:cubicBezTo>
                    <a:pt x="3350" y="6110"/>
                    <a:pt x="3309" y="6135"/>
                    <a:pt x="3282" y="6135"/>
                  </a:cubicBezTo>
                  <a:cubicBezTo>
                    <a:pt x="3271" y="6135"/>
                    <a:pt x="3262" y="6131"/>
                    <a:pt x="3257" y="6121"/>
                  </a:cubicBezTo>
                  <a:cubicBezTo>
                    <a:pt x="3249" y="6108"/>
                    <a:pt x="3245" y="6100"/>
                    <a:pt x="3234" y="6100"/>
                  </a:cubicBezTo>
                  <a:cubicBezTo>
                    <a:pt x="3219" y="6100"/>
                    <a:pt x="3191" y="6116"/>
                    <a:pt x="3122" y="6155"/>
                  </a:cubicBezTo>
                  <a:cubicBezTo>
                    <a:pt x="2937" y="6271"/>
                    <a:pt x="2812" y="6490"/>
                    <a:pt x="2796" y="6591"/>
                  </a:cubicBezTo>
                  <a:cubicBezTo>
                    <a:pt x="2823" y="6629"/>
                    <a:pt x="2834" y="6644"/>
                    <a:pt x="2814" y="6644"/>
                  </a:cubicBezTo>
                  <a:cubicBezTo>
                    <a:pt x="2801" y="6644"/>
                    <a:pt x="2777" y="6638"/>
                    <a:pt x="2737" y="6628"/>
                  </a:cubicBezTo>
                  <a:cubicBezTo>
                    <a:pt x="2732" y="6620"/>
                    <a:pt x="2724" y="6616"/>
                    <a:pt x="2713" y="6616"/>
                  </a:cubicBezTo>
                  <a:cubicBezTo>
                    <a:pt x="2685" y="6616"/>
                    <a:pt x="2640" y="6645"/>
                    <a:pt x="2599" y="6682"/>
                  </a:cubicBezTo>
                  <a:cubicBezTo>
                    <a:pt x="2577" y="6650"/>
                    <a:pt x="2633" y="6603"/>
                    <a:pt x="2696" y="6566"/>
                  </a:cubicBezTo>
                  <a:lnTo>
                    <a:pt x="2674" y="6534"/>
                  </a:lnTo>
                  <a:cubicBezTo>
                    <a:pt x="2655" y="6530"/>
                    <a:pt x="2638" y="6528"/>
                    <a:pt x="2622" y="6528"/>
                  </a:cubicBezTo>
                  <a:cubicBezTo>
                    <a:pt x="2549" y="6528"/>
                    <a:pt x="2509" y="6575"/>
                    <a:pt x="2499" y="6663"/>
                  </a:cubicBezTo>
                  <a:cubicBezTo>
                    <a:pt x="2464" y="6738"/>
                    <a:pt x="2467" y="6738"/>
                    <a:pt x="2386" y="6754"/>
                  </a:cubicBezTo>
                  <a:cubicBezTo>
                    <a:pt x="2307" y="6769"/>
                    <a:pt x="2226" y="6788"/>
                    <a:pt x="2248" y="6816"/>
                  </a:cubicBezTo>
                  <a:cubicBezTo>
                    <a:pt x="2191" y="6863"/>
                    <a:pt x="2126" y="6901"/>
                    <a:pt x="2054" y="6926"/>
                  </a:cubicBezTo>
                  <a:cubicBezTo>
                    <a:pt x="1950" y="7029"/>
                    <a:pt x="1897" y="7080"/>
                    <a:pt x="1922" y="7108"/>
                  </a:cubicBezTo>
                  <a:cubicBezTo>
                    <a:pt x="1950" y="7136"/>
                    <a:pt x="1897" y="7186"/>
                    <a:pt x="1847" y="7236"/>
                  </a:cubicBezTo>
                  <a:cubicBezTo>
                    <a:pt x="1793" y="7286"/>
                    <a:pt x="1743" y="7340"/>
                    <a:pt x="1768" y="7365"/>
                  </a:cubicBezTo>
                  <a:cubicBezTo>
                    <a:pt x="1797" y="7393"/>
                    <a:pt x="1768" y="7465"/>
                    <a:pt x="1681" y="7575"/>
                  </a:cubicBezTo>
                  <a:cubicBezTo>
                    <a:pt x="1618" y="7709"/>
                    <a:pt x="1618" y="7709"/>
                    <a:pt x="1515" y="7716"/>
                  </a:cubicBezTo>
                  <a:cubicBezTo>
                    <a:pt x="1510" y="7711"/>
                    <a:pt x="1505" y="7710"/>
                    <a:pt x="1499" y="7710"/>
                  </a:cubicBezTo>
                  <a:cubicBezTo>
                    <a:pt x="1471" y="7710"/>
                    <a:pt x="1431" y="7756"/>
                    <a:pt x="1392" y="7803"/>
                  </a:cubicBezTo>
                  <a:cubicBezTo>
                    <a:pt x="1358" y="7838"/>
                    <a:pt x="1317" y="7869"/>
                    <a:pt x="1273" y="7891"/>
                  </a:cubicBezTo>
                  <a:cubicBezTo>
                    <a:pt x="1201" y="7929"/>
                    <a:pt x="1232" y="7951"/>
                    <a:pt x="1264" y="7973"/>
                  </a:cubicBezTo>
                  <a:lnTo>
                    <a:pt x="1323" y="8020"/>
                  </a:lnTo>
                  <a:cubicBezTo>
                    <a:pt x="1295" y="8061"/>
                    <a:pt x="1237" y="8080"/>
                    <a:pt x="1195" y="8080"/>
                  </a:cubicBezTo>
                  <a:cubicBezTo>
                    <a:pt x="1176" y="8080"/>
                    <a:pt x="1160" y="8076"/>
                    <a:pt x="1151" y="8070"/>
                  </a:cubicBezTo>
                  <a:cubicBezTo>
                    <a:pt x="1048" y="8089"/>
                    <a:pt x="1048" y="8089"/>
                    <a:pt x="1110" y="8132"/>
                  </a:cubicBezTo>
                  <a:cubicBezTo>
                    <a:pt x="1142" y="8154"/>
                    <a:pt x="1132" y="8233"/>
                    <a:pt x="1019" y="8333"/>
                  </a:cubicBezTo>
                  <a:cubicBezTo>
                    <a:pt x="947" y="8443"/>
                    <a:pt x="888" y="8564"/>
                    <a:pt x="852" y="8564"/>
                  </a:cubicBezTo>
                  <a:cubicBezTo>
                    <a:pt x="849" y="8564"/>
                    <a:pt x="846" y="8563"/>
                    <a:pt x="844" y="8562"/>
                  </a:cubicBezTo>
                  <a:cubicBezTo>
                    <a:pt x="803" y="8593"/>
                    <a:pt x="775" y="8640"/>
                    <a:pt x="772" y="8690"/>
                  </a:cubicBezTo>
                  <a:cubicBezTo>
                    <a:pt x="775" y="8775"/>
                    <a:pt x="728" y="8828"/>
                    <a:pt x="612" y="9013"/>
                  </a:cubicBezTo>
                  <a:cubicBezTo>
                    <a:pt x="399" y="9317"/>
                    <a:pt x="399" y="9320"/>
                    <a:pt x="468" y="9348"/>
                  </a:cubicBezTo>
                  <a:cubicBezTo>
                    <a:pt x="502" y="9361"/>
                    <a:pt x="540" y="9377"/>
                    <a:pt x="440" y="9414"/>
                  </a:cubicBezTo>
                  <a:cubicBezTo>
                    <a:pt x="377" y="9467"/>
                    <a:pt x="393" y="9552"/>
                    <a:pt x="383" y="9702"/>
                  </a:cubicBezTo>
                  <a:cubicBezTo>
                    <a:pt x="399" y="9784"/>
                    <a:pt x="471" y="9806"/>
                    <a:pt x="505" y="9818"/>
                  </a:cubicBezTo>
                  <a:cubicBezTo>
                    <a:pt x="578" y="9840"/>
                    <a:pt x="578" y="9840"/>
                    <a:pt x="499" y="9963"/>
                  </a:cubicBezTo>
                  <a:cubicBezTo>
                    <a:pt x="479" y="10024"/>
                    <a:pt x="429" y="10076"/>
                    <a:pt x="394" y="10076"/>
                  </a:cubicBezTo>
                  <a:cubicBezTo>
                    <a:pt x="392" y="10076"/>
                    <a:pt x="389" y="10076"/>
                    <a:pt x="386" y="10075"/>
                  </a:cubicBezTo>
                  <a:cubicBezTo>
                    <a:pt x="349" y="10066"/>
                    <a:pt x="371" y="9997"/>
                    <a:pt x="371" y="9997"/>
                  </a:cubicBezTo>
                  <a:lnTo>
                    <a:pt x="393" y="9931"/>
                  </a:lnTo>
                  <a:cubicBezTo>
                    <a:pt x="382" y="9928"/>
                    <a:pt x="371" y="9924"/>
                    <a:pt x="360" y="9924"/>
                  </a:cubicBezTo>
                  <a:cubicBezTo>
                    <a:pt x="333" y="9924"/>
                    <a:pt x="306" y="9946"/>
                    <a:pt x="277" y="10047"/>
                  </a:cubicBezTo>
                  <a:cubicBezTo>
                    <a:pt x="227" y="10107"/>
                    <a:pt x="211" y="10179"/>
                    <a:pt x="245" y="10188"/>
                  </a:cubicBezTo>
                  <a:cubicBezTo>
                    <a:pt x="195" y="10248"/>
                    <a:pt x="164" y="10392"/>
                    <a:pt x="133" y="10533"/>
                  </a:cubicBezTo>
                  <a:cubicBezTo>
                    <a:pt x="104" y="10677"/>
                    <a:pt x="89" y="10893"/>
                    <a:pt x="38" y="10962"/>
                  </a:cubicBezTo>
                  <a:cubicBezTo>
                    <a:pt x="23" y="11106"/>
                    <a:pt x="13" y="11179"/>
                    <a:pt x="51" y="11182"/>
                  </a:cubicBezTo>
                  <a:cubicBezTo>
                    <a:pt x="125" y="11188"/>
                    <a:pt x="123" y="11257"/>
                    <a:pt x="88" y="11257"/>
                  </a:cubicBezTo>
                  <a:cubicBezTo>
                    <a:pt x="87" y="11257"/>
                    <a:pt x="86" y="11257"/>
                    <a:pt x="85" y="11257"/>
                  </a:cubicBezTo>
                  <a:cubicBezTo>
                    <a:pt x="48" y="11291"/>
                    <a:pt x="13" y="11545"/>
                    <a:pt x="1" y="11799"/>
                  </a:cubicBezTo>
                  <a:cubicBezTo>
                    <a:pt x="10" y="12056"/>
                    <a:pt x="38" y="12313"/>
                    <a:pt x="79" y="12344"/>
                  </a:cubicBezTo>
                  <a:cubicBezTo>
                    <a:pt x="82" y="12391"/>
                    <a:pt x="89" y="12441"/>
                    <a:pt x="98" y="12488"/>
                  </a:cubicBezTo>
                  <a:cubicBezTo>
                    <a:pt x="89" y="12636"/>
                    <a:pt x="158" y="13071"/>
                    <a:pt x="227" y="13131"/>
                  </a:cubicBezTo>
                  <a:lnTo>
                    <a:pt x="286" y="13341"/>
                  </a:lnTo>
                  <a:cubicBezTo>
                    <a:pt x="289" y="13491"/>
                    <a:pt x="305" y="13563"/>
                    <a:pt x="368" y="13620"/>
                  </a:cubicBezTo>
                  <a:cubicBezTo>
                    <a:pt x="430" y="13676"/>
                    <a:pt x="465" y="13664"/>
                    <a:pt x="430" y="13676"/>
                  </a:cubicBezTo>
                  <a:cubicBezTo>
                    <a:pt x="393" y="13689"/>
                    <a:pt x="446" y="13823"/>
                    <a:pt x="552" y="14096"/>
                  </a:cubicBezTo>
                  <a:cubicBezTo>
                    <a:pt x="628" y="14266"/>
                    <a:pt x="660" y="14325"/>
                    <a:pt x="672" y="14325"/>
                  </a:cubicBezTo>
                  <a:cubicBezTo>
                    <a:pt x="678" y="14325"/>
                    <a:pt x="679" y="14306"/>
                    <a:pt x="678" y="14278"/>
                  </a:cubicBezTo>
                  <a:lnTo>
                    <a:pt x="678" y="14278"/>
                  </a:lnTo>
                  <a:cubicBezTo>
                    <a:pt x="844" y="14519"/>
                    <a:pt x="809" y="14535"/>
                    <a:pt x="778" y="14550"/>
                  </a:cubicBezTo>
                  <a:cubicBezTo>
                    <a:pt x="768" y="14548"/>
                    <a:pt x="760" y="14547"/>
                    <a:pt x="754" y="14547"/>
                  </a:cubicBezTo>
                  <a:cubicBezTo>
                    <a:pt x="691" y="14547"/>
                    <a:pt x="757" y="14655"/>
                    <a:pt x="878" y="14663"/>
                  </a:cubicBezTo>
                  <a:cubicBezTo>
                    <a:pt x="972" y="14695"/>
                    <a:pt x="1054" y="14807"/>
                    <a:pt x="1019" y="14829"/>
                  </a:cubicBezTo>
                  <a:cubicBezTo>
                    <a:pt x="1015" y="14832"/>
                    <a:pt x="1011" y="14833"/>
                    <a:pt x="1007" y="14833"/>
                  </a:cubicBezTo>
                  <a:cubicBezTo>
                    <a:pt x="978" y="14833"/>
                    <a:pt x="945" y="14781"/>
                    <a:pt x="910" y="14726"/>
                  </a:cubicBezTo>
                  <a:lnTo>
                    <a:pt x="844" y="14764"/>
                  </a:lnTo>
                  <a:cubicBezTo>
                    <a:pt x="869" y="14811"/>
                    <a:pt x="907" y="14848"/>
                    <a:pt x="957" y="14870"/>
                  </a:cubicBezTo>
                  <a:cubicBezTo>
                    <a:pt x="985" y="14911"/>
                    <a:pt x="1023" y="14945"/>
                    <a:pt x="1066" y="14970"/>
                  </a:cubicBezTo>
                  <a:cubicBezTo>
                    <a:pt x="1090" y="14984"/>
                    <a:pt x="1109" y="14991"/>
                    <a:pt x="1124" y="14991"/>
                  </a:cubicBezTo>
                  <a:cubicBezTo>
                    <a:pt x="1152" y="14991"/>
                    <a:pt x="1165" y="14965"/>
                    <a:pt x="1160" y="14911"/>
                  </a:cubicBezTo>
                  <a:cubicBezTo>
                    <a:pt x="1159" y="14883"/>
                    <a:pt x="1163" y="14872"/>
                    <a:pt x="1170" y="14872"/>
                  </a:cubicBezTo>
                  <a:cubicBezTo>
                    <a:pt x="1183" y="14872"/>
                    <a:pt x="1208" y="14912"/>
                    <a:pt x="1232" y="14952"/>
                  </a:cubicBezTo>
                  <a:cubicBezTo>
                    <a:pt x="1264" y="15051"/>
                    <a:pt x="1257" y="15090"/>
                    <a:pt x="1224" y="15090"/>
                  </a:cubicBezTo>
                  <a:cubicBezTo>
                    <a:pt x="1212" y="15090"/>
                    <a:pt x="1195" y="15084"/>
                    <a:pt x="1176" y="15074"/>
                  </a:cubicBezTo>
                  <a:cubicBezTo>
                    <a:pt x="1156" y="15042"/>
                    <a:pt x="1138" y="15032"/>
                    <a:pt x="1121" y="15032"/>
                  </a:cubicBezTo>
                  <a:cubicBezTo>
                    <a:pt x="1104" y="15032"/>
                    <a:pt x="1088" y="15042"/>
                    <a:pt x="1073" y="15052"/>
                  </a:cubicBezTo>
                  <a:cubicBezTo>
                    <a:pt x="1057" y="15061"/>
                    <a:pt x="1113" y="15137"/>
                    <a:pt x="1189" y="15205"/>
                  </a:cubicBezTo>
                  <a:cubicBezTo>
                    <a:pt x="1270" y="15271"/>
                    <a:pt x="1364" y="15334"/>
                    <a:pt x="1417" y="15340"/>
                  </a:cubicBezTo>
                  <a:lnTo>
                    <a:pt x="1386" y="15362"/>
                  </a:lnTo>
                  <a:cubicBezTo>
                    <a:pt x="1358" y="15384"/>
                    <a:pt x="1442" y="15503"/>
                    <a:pt x="1533" y="15616"/>
                  </a:cubicBezTo>
                  <a:cubicBezTo>
                    <a:pt x="1614" y="15705"/>
                    <a:pt x="1663" y="15757"/>
                    <a:pt x="1693" y="15757"/>
                  </a:cubicBezTo>
                  <a:cubicBezTo>
                    <a:pt x="1699" y="15757"/>
                    <a:pt x="1704" y="15755"/>
                    <a:pt x="1709" y="15751"/>
                  </a:cubicBezTo>
                  <a:cubicBezTo>
                    <a:pt x="1725" y="15737"/>
                    <a:pt x="1741" y="15722"/>
                    <a:pt x="1760" y="15722"/>
                  </a:cubicBezTo>
                  <a:cubicBezTo>
                    <a:pt x="1775" y="15722"/>
                    <a:pt x="1792" y="15731"/>
                    <a:pt x="1812" y="15754"/>
                  </a:cubicBezTo>
                  <a:cubicBezTo>
                    <a:pt x="1765" y="15701"/>
                    <a:pt x="1793" y="15676"/>
                    <a:pt x="1822" y="15650"/>
                  </a:cubicBezTo>
                  <a:cubicBezTo>
                    <a:pt x="1856" y="15716"/>
                    <a:pt x="1887" y="15788"/>
                    <a:pt x="1909" y="15857"/>
                  </a:cubicBezTo>
                  <a:cubicBezTo>
                    <a:pt x="1953" y="16014"/>
                    <a:pt x="2035" y="16136"/>
                    <a:pt x="2248" y="16334"/>
                  </a:cubicBezTo>
                  <a:cubicBezTo>
                    <a:pt x="2364" y="16425"/>
                    <a:pt x="2533" y="16559"/>
                    <a:pt x="2567" y="16634"/>
                  </a:cubicBezTo>
                  <a:cubicBezTo>
                    <a:pt x="2655" y="16703"/>
                    <a:pt x="2714" y="16740"/>
                    <a:pt x="2746" y="16740"/>
                  </a:cubicBezTo>
                  <a:cubicBezTo>
                    <a:pt x="2756" y="16740"/>
                    <a:pt x="2763" y="16736"/>
                    <a:pt x="2768" y="16728"/>
                  </a:cubicBezTo>
                  <a:lnTo>
                    <a:pt x="2890" y="16810"/>
                  </a:lnTo>
                  <a:cubicBezTo>
                    <a:pt x="2924" y="16870"/>
                    <a:pt x="3016" y="16937"/>
                    <a:pt x="3055" y="16937"/>
                  </a:cubicBezTo>
                  <a:cubicBezTo>
                    <a:pt x="3063" y="16937"/>
                    <a:pt x="3069" y="16935"/>
                    <a:pt x="3072" y="16929"/>
                  </a:cubicBezTo>
                  <a:cubicBezTo>
                    <a:pt x="3157" y="16932"/>
                    <a:pt x="3197" y="16998"/>
                    <a:pt x="3263" y="17036"/>
                  </a:cubicBezTo>
                  <a:cubicBezTo>
                    <a:pt x="3309" y="17103"/>
                    <a:pt x="3331" y="17137"/>
                    <a:pt x="3342" y="17137"/>
                  </a:cubicBezTo>
                  <a:cubicBezTo>
                    <a:pt x="3352" y="17137"/>
                    <a:pt x="3349" y="17103"/>
                    <a:pt x="3345" y="17036"/>
                  </a:cubicBezTo>
                  <a:cubicBezTo>
                    <a:pt x="3363" y="17004"/>
                    <a:pt x="3257" y="16901"/>
                    <a:pt x="3194" y="16866"/>
                  </a:cubicBezTo>
                  <a:cubicBezTo>
                    <a:pt x="3132" y="16832"/>
                    <a:pt x="3072" y="16794"/>
                    <a:pt x="3012" y="16754"/>
                  </a:cubicBezTo>
                  <a:lnTo>
                    <a:pt x="3012" y="16754"/>
                  </a:lnTo>
                  <a:cubicBezTo>
                    <a:pt x="3078" y="16785"/>
                    <a:pt x="3144" y="16810"/>
                    <a:pt x="3213" y="16835"/>
                  </a:cubicBezTo>
                  <a:cubicBezTo>
                    <a:pt x="3257" y="16859"/>
                    <a:pt x="3341" y="16884"/>
                    <a:pt x="3393" y="16884"/>
                  </a:cubicBezTo>
                  <a:cubicBezTo>
                    <a:pt x="3414" y="16884"/>
                    <a:pt x="3430" y="16880"/>
                    <a:pt x="3436" y="16870"/>
                  </a:cubicBezTo>
                  <a:cubicBezTo>
                    <a:pt x="3436" y="16870"/>
                    <a:pt x="3444" y="16856"/>
                    <a:pt x="3467" y="16856"/>
                  </a:cubicBezTo>
                  <a:cubicBezTo>
                    <a:pt x="3479" y="16856"/>
                    <a:pt x="3494" y="16859"/>
                    <a:pt x="3514" y="16870"/>
                  </a:cubicBezTo>
                  <a:lnTo>
                    <a:pt x="3479" y="16938"/>
                  </a:lnTo>
                  <a:cubicBezTo>
                    <a:pt x="3401" y="16938"/>
                    <a:pt x="3382" y="16970"/>
                    <a:pt x="3363" y="17004"/>
                  </a:cubicBezTo>
                  <a:cubicBezTo>
                    <a:pt x="3384" y="17085"/>
                    <a:pt x="3502" y="17190"/>
                    <a:pt x="3566" y="17190"/>
                  </a:cubicBezTo>
                  <a:cubicBezTo>
                    <a:pt x="3582" y="17190"/>
                    <a:pt x="3594" y="17184"/>
                    <a:pt x="3602" y="17170"/>
                  </a:cubicBezTo>
                  <a:cubicBezTo>
                    <a:pt x="3649" y="17186"/>
                    <a:pt x="3689" y="17217"/>
                    <a:pt x="3718" y="17261"/>
                  </a:cubicBezTo>
                  <a:cubicBezTo>
                    <a:pt x="3705" y="17284"/>
                    <a:pt x="3731" y="17306"/>
                    <a:pt x="3779" y="17306"/>
                  </a:cubicBezTo>
                  <a:cubicBezTo>
                    <a:pt x="3803" y="17306"/>
                    <a:pt x="3832" y="17300"/>
                    <a:pt x="3865" y="17286"/>
                  </a:cubicBezTo>
                  <a:cubicBezTo>
                    <a:pt x="3892" y="17276"/>
                    <a:pt x="3916" y="17270"/>
                    <a:pt x="3938" y="17270"/>
                  </a:cubicBezTo>
                  <a:cubicBezTo>
                    <a:pt x="3993" y="17270"/>
                    <a:pt x="4033" y="17304"/>
                    <a:pt x="4062" y="17371"/>
                  </a:cubicBezTo>
                  <a:cubicBezTo>
                    <a:pt x="4156" y="17470"/>
                    <a:pt x="4371" y="17558"/>
                    <a:pt x="4439" y="17558"/>
                  </a:cubicBezTo>
                  <a:cubicBezTo>
                    <a:pt x="4451" y="17558"/>
                    <a:pt x="4458" y="17555"/>
                    <a:pt x="4460" y="17550"/>
                  </a:cubicBezTo>
                  <a:cubicBezTo>
                    <a:pt x="4469" y="17525"/>
                    <a:pt x="4498" y="17515"/>
                    <a:pt x="4536" y="17515"/>
                  </a:cubicBezTo>
                  <a:cubicBezTo>
                    <a:pt x="4609" y="17515"/>
                    <a:pt x="4712" y="17552"/>
                    <a:pt x="4752" y="17587"/>
                  </a:cubicBezTo>
                  <a:cubicBezTo>
                    <a:pt x="4791" y="17628"/>
                    <a:pt x="4844" y="17649"/>
                    <a:pt x="4900" y="17649"/>
                  </a:cubicBezTo>
                  <a:cubicBezTo>
                    <a:pt x="4920" y="17649"/>
                    <a:pt x="4941" y="17646"/>
                    <a:pt x="4962" y="17640"/>
                  </a:cubicBezTo>
                  <a:lnTo>
                    <a:pt x="4962" y="17640"/>
                  </a:lnTo>
                  <a:cubicBezTo>
                    <a:pt x="4954" y="17672"/>
                    <a:pt x="4996" y="17712"/>
                    <a:pt x="5057" y="17712"/>
                  </a:cubicBezTo>
                  <a:cubicBezTo>
                    <a:pt x="5069" y="17712"/>
                    <a:pt x="5083" y="17710"/>
                    <a:pt x="5096" y="17706"/>
                  </a:cubicBezTo>
                  <a:cubicBezTo>
                    <a:pt x="5096" y="17706"/>
                    <a:pt x="5104" y="17708"/>
                    <a:pt x="5112" y="17708"/>
                  </a:cubicBezTo>
                  <a:cubicBezTo>
                    <a:pt x="5128" y="17708"/>
                    <a:pt x="5145" y="17702"/>
                    <a:pt x="5103" y="17669"/>
                  </a:cubicBezTo>
                  <a:lnTo>
                    <a:pt x="5259" y="17618"/>
                  </a:lnTo>
                  <a:cubicBezTo>
                    <a:pt x="5187" y="17606"/>
                    <a:pt x="5197" y="17568"/>
                    <a:pt x="5203" y="17531"/>
                  </a:cubicBezTo>
                  <a:cubicBezTo>
                    <a:pt x="5204" y="17525"/>
                    <a:pt x="5211" y="17522"/>
                    <a:pt x="5223" y="17522"/>
                  </a:cubicBezTo>
                  <a:cubicBezTo>
                    <a:pt x="5287" y="17522"/>
                    <a:pt x="5496" y="17605"/>
                    <a:pt x="5607" y="17706"/>
                  </a:cubicBezTo>
                  <a:lnTo>
                    <a:pt x="5742" y="17797"/>
                  </a:lnTo>
                  <a:lnTo>
                    <a:pt x="5748" y="17722"/>
                  </a:lnTo>
                  <a:cubicBezTo>
                    <a:pt x="5820" y="17728"/>
                    <a:pt x="5892" y="17734"/>
                    <a:pt x="5889" y="17772"/>
                  </a:cubicBezTo>
                  <a:cubicBezTo>
                    <a:pt x="5886" y="17810"/>
                    <a:pt x="5886" y="17813"/>
                    <a:pt x="5958" y="17816"/>
                  </a:cubicBezTo>
                  <a:cubicBezTo>
                    <a:pt x="5958" y="17816"/>
                    <a:pt x="6033" y="17816"/>
                    <a:pt x="6033" y="17778"/>
                  </a:cubicBezTo>
                  <a:cubicBezTo>
                    <a:pt x="6035" y="17735"/>
                    <a:pt x="6036" y="17717"/>
                    <a:pt x="6050" y="17717"/>
                  </a:cubicBezTo>
                  <a:cubicBezTo>
                    <a:pt x="6061" y="17717"/>
                    <a:pt x="6078" y="17727"/>
                    <a:pt x="6109" y="17744"/>
                  </a:cubicBezTo>
                  <a:cubicBezTo>
                    <a:pt x="6144" y="17782"/>
                    <a:pt x="6180" y="17802"/>
                    <a:pt x="6216" y="17802"/>
                  </a:cubicBezTo>
                  <a:cubicBezTo>
                    <a:pt x="6251" y="17802"/>
                    <a:pt x="6286" y="17784"/>
                    <a:pt x="6322" y="17747"/>
                  </a:cubicBezTo>
                  <a:cubicBezTo>
                    <a:pt x="6323" y="17709"/>
                    <a:pt x="6323" y="17691"/>
                    <a:pt x="6332" y="17691"/>
                  </a:cubicBezTo>
                  <a:cubicBezTo>
                    <a:pt x="6341" y="17691"/>
                    <a:pt x="6358" y="17709"/>
                    <a:pt x="6394" y="17747"/>
                  </a:cubicBezTo>
                  <a:cubicBezTo>
                    <a:pt x="6394" y="17786"/>
                    <a:pt x="6463" y="17819"/>
                    <a:pt x="6532" y="17819"/>
                  </a:cubicBezTo>
                  <a:cubicBezTo>
                    <a:pt x="6535" y="17819"/>
                    <a:pt x="6538" y="17819"/>
                    <a:pt x="6541" y="17819"/>
                  </a:cubicBezTo>
                  <a:lnTo>
                    <a:pt x="6538" y="17781"/>
                  </a:lnTo>
                  <a:cubicBezTo>
                    <a:pt x="6538" y="17733"/>
                    <a:pt x="6564" y="17713"/>
                    <a:pt x="6602" y="17713"/>
                  </a:cubicBezTo>
                  <a:cubicBezTo>
                    <a:pt x="6625" y="17713"/>
                    <a:pt x="6653" y="17721"/>
                    <a:pt x="6682" y="17734"/>
                  </a:cubicBezTo>
                  <a:cubicBezTo>
                    <a:pt x="6682" y="17751"/>
                    <a:pt x="6696" y="17759"/>
                    <a:pt x="6724" y="17759"/>
                  </a:cubicBezTo>
                  <a:cubicBezTo>
                    <a:pt x="6760" y="17759"/>
                    <a:pt x="6819" y="17745"/>
                    <a:pt x="6898" y="17719"/>
                  </a:cubicBezTo>
                  <a:cubicBezTo>
                    <a:pt x="6971" y="17711"/>
                    <a:pt x="7025" y="17703"/>
                    <a:pt x="7061" y="17703"/>
                  </a:cubicBezTo>
                  <a:cubicBezTo>
                    <a:pt x="7095" y="17703"/>
                    <a:pt x="7113" y="17710"/>
                    <a:pt x="7115" y="17728"/>
                  </a:cubicBezTo>
                  <a:cubicBezTo>
                    <a:pt x="7119" y="17765"/>
                    <a:pt x="7122" y="17783"/>
                    <a:pt x="7130" y="17783"/>
                  </a:cubicBezTo>
                  <a:cubicBezTo>
                    <a:pt x="7139" y="17783"/>
                    <a:pt x="7154" y="17762"/>
                    <a:pt x="7187" y="17719"/>
                  </a:cubicBezTo>
                  <a:cubicBezTo>
                    <a:pt x="7228" y="17689"/>
                    <a:pt x="7244" y="17678"/>
                    <a:pt x="7288" y="17678"/>
                  </a:cubicBezTo>
                  <a:cubicBezTo>
                    <a:pt x="7313" y="17678"/>
                    <a:pt x="7348" y="17682"/>
                    <a:pt x="7403" y="17687"/>
                  </a:cubicBezTo>
                  <a:cubicBezTo>
                    <a:pt x="7433" y="17697"/>
                    <a:pt x="7452" y="17703"/>
                    <a:pt x="7467" y="17703"/>
                  </a:cubicBezTo>
                  <a:cubicBezTo>
                    <a:pt x="7491" y="17703"/>
                    <a:pt x="7505" y="17689"/>
                    <a:pt x="7544" y="17656"/>
                  </a:cubicBezTo>
                  <a:cubicBezTo>
                    <a:pt x="7531" y="17595"/>
                    <a:pt x="7524" y="17559"/>
                    <a:pt x="7480" y="17559"/>
                  </a:cubicBezTo>
                  <a:cubicBezTo>
                    <a:pt x="7472" y="17559"/>
                    <a:pt x="7463" y="17560"/>
                    <a:pt x="7453" y="17562"/>
                  </a:cubicBezTo>
                  <a:cubicBezTo>
                    <a:pt x="7428" y="17568"/>
                    <a:pt x="7412" y="17571"/>
                    <a:pt x="7401" y="17571"/>
                  </a:cubicBezTo>
                  <a:cubicBezTo>
                    <a:pt x="7381" y="17571"/>
                    <a:pt x="7379" y="17561"/>
                    <a:pt x="7375" y="17537"/>
                  </a:cubicBezTo>
                  <a:cubicBezTo>
                    <a:pt x="7375" y="17537"/>
                    <a:pt x="7447" y="17524"/>
                    <a:pt x="7516" y="17509"/>
                  </a:cubicBezTo>
                  <a:cubicBezTo>
                    <a:pt x="7607" y="17490"/>
                    <a:pt x="7698" y="17456"/>
                    <a:pt x="7779" y="17409"/>
                  </a:cubicBezTo>
                  <a:cubicBezTo>
                    <a:pt x="7872" y="17359"/>
                    <a:pt x="7888" y="17307"/>
                    <a:pt x="7842" y="17307"/>
                  </a:cubicBezTo>
                  <a:cubicBezTo>
                    <a:pt x="7825" y="17307"/>
                    <a:pt x="7798" y="17315"/>
                    <a:pt x="7763" y="17333"/>
                  </a:cubicBezTo>
                  <a:lnTo>
                    <a:pt x="7688" y="17315"/>
                  </a:lnTo>
                  <a:cubicBezTo>
                    <a:pt x="7676" y="17266"/>
                    <a:pt x="7644" y="17244"/>
                    <a:pt x="7614" y="17244"/>
                  </a:cubicBezTo>
                  <a:cubicBezTo>
                    <a:pt x="7575" y="17244"/>
                    <a:pt x="7539" y="17281"/>
                    <a:pt x="7553" y="17343"/>
                  </a:cubicBezTo>
                  <a:cubicBezTo>
                    <a:pt x="7566" y="17408"/>
                    <a:pt x="7571" y="17436"/>
                    <a:pt x="7558" y="17436"/>
                  </a:cubicBezTo>
                  <a:cubicBezTo>
                    <a:pt x="7548" y="17436"/>
                    <a:pt x="7528" y="17421"/>
                    <a:pt x="7494" y="17396"/>
                  </a:cubicBezTo>
                  <a:cubicBezTo>
                    <a:pt x="7485" y="17352"/>
                    <a:pt x="7459" y="17340"/>
                    <a:pt x="7425" y="17340"/>
                  </a:cubicBezTo>
                  <a:cubicBezTo>
                    <a:pt x="7401" y="17340"/>
                    <a:pt x="7372" y="17347"/>
                    <a:pt x="7343" y="17352"/>
                  </a:cubicBezTo>
                  <a:cubicBezTo>
                    <a:pt x="7321" y="17355"/>
                    <a:pt x="7307" y="17357"/>
                    <a:pt x="7297" y="17357"/>
                  </a:cubicBezTo>
                  <a:cubicBezTo>
                    <a:pt x="7277" y="17357"/>
                    <a:pt x="7275" y="17349"/>
                    <a:pt x="7271" y="17324"/>
                  </a:cubicBezTo>
                  <a:cubicBezTo>
                    <a:pt x="7266" y="17291"/>
                    <a:pt x="7211" y="17266"/>
                    <a:pt x="7153" y="17266"/>
                  </a:cubicBezTo>
                  <a:cubicBezTo>
                    <a:pt x="7145" y="17266"/>
                    <a:pt x="7136" y="17266"/>
                    <a:pt x="7127" y="17267"/>
                  </a:cubicBezTo>
                  <a:cubicBezTo>
                    <a:pt x="7061" y="17277"/>
                    <a:pt x="7061" y="17277"/>
                    <a:pt x="7064" y="17315"/>
                  </a:cubicBezTo>
                  <a:cubicBezTo>
                    <a:pt x="7101" y="17329"/>
                    <a:pt x="7085" y="17340"/>
                    <a:pt x="7051" y="17340"/>
                  </a:cubicBezTo>
                  <a:cubicBezTo>
                    <a:pt x="7017" y="17340"/>
                    <a:pt x="6964" y="17329"/>
                    <a:pt x="6927" y="17296"/>
                  </a:cubicBezTo>
                  <a:cubicBezTo>
                    <a:pt x="6900" y="17286"/>
                    <a:pt x="6884" y="17280"/>
                    <a:pt x="6874" y="17280"/>
                  </a:cubicBezTo>
                  <a:cubicBezTo>
                    <a:pt x="6859" y="17280"/>
                    <a:pt x="6860" y="17296"/>
                    <a:pt x="6864" y="17343"/>
                  </a:cubicBezTo>
                  <a:cubicBezTo>
                    <a:pt x="6867" y="17383"/>
                    <a:pt x="6829" y="17405"/>
                    <a:pt x="6782" y="17405"/>
                  </a:cubicBezTo>
                  <a:cubicBezTo>
                    <a:pt x="6742" y="17405"/>
                    <a:pt x="6695" y="17389"/>
                    <a:pt x="6663" y="17355"/>
                  </a:cubicBezTo>
                  <a:lnTo>
                    <a:pt x="6529" y="17362"/>
                  </a:lnTo>
                  <a:cubicBezTo>
                    <a:pt x="6460" y="17368"/>
                    <a:pt x="6460" y="17405"/>
                    <a:pt x="6463" y="17443"/>
                  </a:cubicBezTo>
                  <a:cubicBezTo>
                    <a:pt x="6463" y="17488"/>
                    <a:pt x="6463" y="17507"/>
                    <a:pt x="6448" y="17507"/>
                  </a:cubicBezTo>
                  <a:cubicBezTo>
                    <a:pt x="6438" y="17507"/>
                    <a:pt x="6421" y="17499"/>
                    <a:pt x="6394" y="17484"/>
                  </a:cubicBezTo>
                  <a:cubicBezTo>
                    <a:pt x="6325" y="17443"/>
                    <a:pt x="6325" y="17405"/>
                    <a:pt x="6325" y="17405"/>
                  </a:cubicBezTo>
                  <a:cubicBezTo>
                    <a:pt x="6325" y="17368"/>
                    <a:pt x="6259" y="17368"/>
                    <a:pt x="6190" y="17365"/>
                  </a:cubicBezTo>
                  <a:cubicBezTo>
                    <a:pt x="6181" y="17365"/>
                    <a:pt x="6170" y="17365"/>
                    <a:pt x="6158" y="17365"/>
                  </a:cubicBezTo>
                  <a:cubicBezTo>
                    <a:pt x="6089" y="17365"/>
                    <a:pt x="5989" y="17367"/>
                    <a:pt x="5986" y="17399"/>
                  </a:cubicBezTo>
                  <a:lnTo>
                    <a:pt x="5986" y="17399"/>
                  </a:lnTo>
                  <a:cubicBezTo>
                    <a:pt x="5987" y="17389"/>
                    <a:pt x="5988" y="17375"/>
                    <a:pt x="5990" y="17362"/>
                  </a:cubicBezTo>
                  <a:cubicBezTo>
                    <a:pt x="5943" y="17362"/>
                    <a:pt x="5929" y="17341"/>
                    <a:pt x="5924" y="17341"/>
                  </a:cubicBezTo>
                  <a:cubicBezTo>
                    <a:pt x="5922" y="17341"/>
                    <a:pt x="5922" y="17345"/>
                    <a:pt x="5921" y="17358"/>
                  </a:cubicBezTo>
                  <a:cubicBezTo>
                    <a:pt x="5855" y="17346"/>
                    <a:pt x="5786" y="17327"/>
                    <a:pt x="5723" y="17299"/>
                  </a:cubicBezTo>
                  <a:cubicBezTo>
                    <a:pt x="5690" y="17286"/>
                    <a:pt x="5651" y="17280"/>
                    <a:pt x="5615" y="17280"/>
                  </a:cubicBezTo>
                  <a:cubicBezTo>
                    <a:pt x="5514" y="17280"/>
                    <a:pt x="5435" y="17327"/>
                    <a:pt x="5576" y="17399"/>
                  </a:cubicBezTo>
                  <a:lnTo>
                    <a:pt x="5576" y="17399"/>
                  </a:lnTo>
                  <a:cubicBezTo>
                    <a:pt x="5559" y="17398"/>
                    <a:pt x="5536" y="17395"/>
                    <a:pt x="5507" y="17393"/>
                  </a:cubicBezTo>
                  <a:cubicBezTo>
                    <a:pt x="5501" y="17392"/>
                    <a:pt x="5496" y="17392"/>
                    <a:pt x="5492" y="17392"/>
                  </a:cubicBezTo>
                  <a:cubicBezTo>
                    <a:pt x="5440" y="17392"/>
                    <a:pt x="5435" y="17421"/>
                    <a:pt x="5435" y="17421"/>
                  </a:cubicBezTo>
                  <a:cubicBezTo>
                    <a:pt x="5432" y="17440"/>
                    <a:pt x="5413" y="17446"/>
                    <a:pt x="5387" y="17446"/>
                  </a:cubicBezTo>
                  <a:cubicBezTo>
                    <a:pt x="5360" y="17446"/>
                    <a:pt x="5327" y="17440"/>
                    <a:pt x="5294" y="17434"/>
                  </a:cubicBezTo>
                  <a:cubicBezTo>
                    <a:pt x="5294" y="17434"/>
                    <a:pt x="5300" y="17396"/>
                    <a:pt x="5306" y="17358"/>
                  </a:cubicBezTo>
                  <a:cubicBezTo>
                    <a:pt x="5361" y="17294"/>
                    <a:pt x="5330" y="17246"/>
                    <a:pt x="5277" y="17246"/>
                  </a:cubicBezTo>
                  <a:cubicBezTo>
                    <a:pt x="5248" y="17246"/>
                    <a:pt x="5212" y="17261"/>
                    <a:pt x="5181" y="17296"/>
                  </a:cubicBezTo>
                  <a:cubicBezTo>
                    <a:pt x="5178" y="17307"/>
                    <a:pt x="5177" y="17311"/>
                    <a:pt x="5177" y="17311"/>
                  </a:cubicBezTo>
                  <a:cubicBezTo>
                    <a:pt x="5177" y="17311"/>
                    <a:pt x="5183" y="17285"/>
                    <a:pt x="5187" y="17258"/>
                  </a:cubicBezTo>
                  <a:cubicBezTo>
                    <a:pt x="5192" y="17229"/>
                    <a:pt x="5153" y="17218"/>
                    <a:pt x="5069" y="17218"/>
                  </a:cubicBezTo>
                  <a:cubicBezTo>
                    <a:pt x="5046" y="17218"/>
                    <a:pt x="5020" y="17219"/>
                    <a:pt x="4990" y="17220"/>
                  </a:cubicBezTo>
                  <a:cubicBezTo>
                    <a:pt x="4981" y="17218"/>
                    <a:pt x="4972" y="17217"/>
                    <a:pt x="4962" y="17217"/>
                  </a:cubicBezTo>
                  <a:cubicBezTo>
                    <a:pt x="4902" y="17217"/>
                    <a:pt x="4838" y="17263"/>
                    <a:pt x="4830" y="17296"/>
                  </a:cubicBezTo>
                  <a:cubicBezTo>
                    <a:pt x="4825" y="17314"/>
                    <a:pt x="4804" y="17318"/>
                    <a:pt x="4785" y="17318"/>
                  </a:cubicBezTo>
                  <a:cubicBezTo>
                    <a:pt x="4767" y="17318"/>
                    <a:pt x="4752" y="17315"/>
                    <a:pt x="4752" y="17315"/>
                  </a:cubicBezTo>
                  <a:cubicBezTo>
                    <a:pt x="4686" y="17296"/>
                    <a:pt x="4686" y="17296"/>
                    <a:pt x="4698" y="17258"/>
                  </a:cubicBezTo>
                  <a:cubicBezTo>
                    <a:pt x="4711" y="17209"/>
                    <a:pt x="4655" y="17179"/>
                    <a:pt x="4591" y="17179"/>
                  </a:cubicBezTo>
                  <a:cubicBezTo>
                    <a:pt x="4560" y="17179"/>
                    <a:pt x="4526" y="17186"/>
                    <a:pt x="4498" y="17202"/>
                  </a:cubicBezTo>
                  <a:lnTo>
                    <a:pt x="4510" y="17167"/>
                  </a:lnTo>
                  <a:cubicBezTo>
                    <a:pt x="4523" y="17130"/>
                    <a:pt x="4473" y="17073"/>
                    <a:pt x="4141" y="16995"/>
                  </a:cubicBezTo>
                  <a:cubicBezTo>
                    <a:pt x="3890" y="16885"/>
                    <a:pt x="3708" y="16801"/>
                    <a:pt x="3724" y="16766"/>
                  </a:cubicBezTo>
                  <a:cubicBezTo>
                    <a:pt x="3740" y="16735"/>
                    <a:pt x="3473" y="16672"/>
                    <a:pt x="3310" y="16672"/>
                  </a:cubicBezTo>
                  <a:cubicBezTo>
                    <a:pt x="3332" y="16638"/>
                    <a:pt x="3269" y="16609"/>
                    <a:pt x="3157" y="16531"/>
                  </a:cubicBezTo>
                  <a:cubicBezTo>
                    <a:pt x="2987" y="16418"/>
                    <a:pt x="2987" y="16418"/>
                    <a:pt x="3009" y="16387"/>
                  </a:cubicBezTo>
                  <a:cubicBezTo>
                    <a:pt x="3106" y="16362"/>
                    <a:pt x="3106" y="16362"/>
                    <a:pt x="2953" y="16349"/>
                  </a:cubicBezTo>
                  <a:cubicBezTo>
                    <a:pt x="2945" y="16352"/>
                    <a:pt x="2936" y="16353"/>
                    <a:pt x="2927" y="16353"/>
                  </a:cubicBezTo>
                  <a:cubicBezTo>
                    <a:pt x="2826" y="16353"/>
                    <a:pt x="2715" y="16210"/>
                    <a:pt x="2759" y="16158"/>
                  </a:cubicBezTo>
                  <a:cubicBezTo>
                    <a:pt x="2784" y="16130"/>
                    <a:pt x="2730" y="16086"/>
                    <a:pt x="2624" y="16005"/>
                  </a:cubicBezTo>
                  <a:cubicBezTo>
                    <a:pt x="2546" y="15995"/>
                    <a:pt x="2448" y="15901"/>
                    <a:pt x="2351" y="15810"/>
                  </a:cubicBezTo>
                  <a:cubicBezTo>
                    <a:pt x="2260" y="15725"/>
                    <a:pt x="2226" y="15693"/>
                    <a:pt x="2199" y="15693"/>
                  </a:cubicBezTo>
                  <a:cubicBezTo>
                    <a:pt x="2182" y="15693"/>
                    <a:pt x="2169" y="15705"/>
                    <a:pt x="2148" y="15726"/>
                  </a:cubicBezTo>
                  <a:cubicBezTo>
                    <a:pt x="2133" y="15740"/>
                    <a:pt x="2119" y="15747"/>
                    <a:pt x="2104" y="15747"/>
                  </a:cubicBezTo>
                  <a:cubicBezTo>
                    <a:pt x="2065" y="15747"/>
                    <a:pt x="2021" y="15700"/>
                    <a:pt x="1953" y="15625"/>
                  </a:cubicBezTo>
                  <a:cubicBezTo>
                    <a:pt x="1906" y="15575"/>
                    <a:pt x="1862" y="15522"/>
                    <a:pt x="1891" y="15500"/>
                  </a:cubicBezTo>
                  <a:cubicBezTo>
                    <a:pt x="1878" y="15453"/>
                    <a:pt x="1856" y="15409"/>
                    <a:pt x="1828" y="15372"/>
                  </a:cubicBezTo>
                  <a:cubicBezTo>
                    <a:pt x="1781" y="15321"/>
                    <a:pt x="1743" y="15265"/>
                    <a:pt x="1771" y="15243"/>
                  </a:cubicBezTo>
                  <a:cubicBezTo>
                    <a:pt x="1756" y="15174"/>
                    <a:pt x="1724" y="15111"/>
                    <a:pt x="1681" y="15058"/>
                  </a:cubicBezTo>
                  <a:cubicBezTo>
                    <a:pt x="1596" y="14955"/>
                    <a:pt x="1521" y="14842"/>
                    <a:pt x="1555" y="14820"/>
                  </a:cubicBezTo>
                  <a:cubicBezTo>
                    <a:pt x="1532" y="14785"/>
                    <a:pt x="1523" y="14772"/>
                    <a:pt x="1512" y="14772"/>
                  </a:cubicBezTo>
                  <a:cubicBezTo>
                    <a:pt x="1506" y="14772"/>
                    <a:pt x="1498" y="14777"/>
                    <a:pt x="1486" y="14786"/>
                  </a:cubicBezTo>
                  <a:cubicBezTo>
                    <a:pt x="1482" y="14788"/>
                    <a:pt x="1476" y="14790"/>
                    <a:pt x="1470" y="14790"/>
                  </a:cubicBezTo>
                  <a:cubicBezTo>
                    <a:pt x="1434" y="14790"/>
                    <a:pt x="1370" y="14734"/>
                    <a:pt x="1273" y="14522"/>
                  </a:cubicBezTo>
                  <a:cubicBezTo>
                    <a:pt x="1213" y="14405"/>
                    <a:pt x="1127" y="14236"/>
                    <a:pt x="1090" y="14236"/>
                  </a:cubicBezTo>
                  <a:cubicBezTo>
                    <a:pt x="1088" y="14236"/>
                    <a:pt x="1087" y="14236"/>
                    <a:pt x="1085" y="14237"/>
                  </a:cubicBezTo>
                  <a:cubicBezTo>
                    <a:pt x="1054" y="14178"/>
                    <a:pt x="1054" y="14178"/>
                    <a:pt x="1088" y="14162"/>
                  </a:cubicBezTo>
                  <a:cubicBezTo>
                    <a:pt x="1157" y="14127"/>
                    <a:pt x="1088" y="14015"/>
                    <a:pt x="972" y="13917"/>
                  </a:cubicBezTo>
                  <a:cubicBezTo>
                    <a:pt x="969" y="13919"/>
                    <a:pt x="966" y="13920"/>
                    <a:pt x="962" y="13920"/>
                  </a:cubicBezTo>
                  <a:cubicBezTo>
                    <a:pt x="933" y="13920"/>
                    <a:pt x="914" y="13860"/>
                    <a:pt x="922" y="13792"/>
                  </a:cubicBezTo>
                  <a:cubicBezTo>
                    <a:pt x="903" y="13748"/>
                    <a:pt x="872" y="13711"/>
                    <a:pt x="838" y="13679"/>
                  </a:cubicBezTo>
                  <a:cubicBezTo>
                    <a:pt x="778" y="13629"/>
                    <a:pt x="778" y="13629"/>
                    <a:pt x="762" y="13488"/>
                  </a:cubicBezTo>
                  <a:cubicBezTo>
                    <a:pt x="797" y="13479"/>
                    <a:pt x="775" y="13413"/>
                    <a:pt x="759" y="13347"/>
                  </a:cubicBezTo>
                  <a:cubicBezTo>
                    <a:pt x="725" y="13288"/>
                    <a:pt x="653" y="13081"/>
                    <a:pt x="599" y="12874"/>
                  </a:cubicBezTo>
                  <a:cubicBezTo>
                    <a:pt x="562" y="12664"/>
                    <a:pt x="537" y="12463"/>
                    <a:pt x="549" y="12429"/>
                  </a:cubicBezTo>
                  <a:cubicBezTo>
                    <a:pt x="502" y="12366"/>
                    <a:pt x="496" y="12366"/>
                    <a:pt x="493" y="12300"/>
                  </a:cubicBezTo>
                  <a:cubicBezTo>
                    <a:pt x="559" y="12226"/>
                    <a:pt x="525" y="12165"/>
                    <a:pt x="456" y="12165"/>
                  </a:cubicBezTo>
                  <a:cubicBezTo>
                    <a:pt x="453" y="12165"/>
                    <a:pt x="449" y="12165"/>
                    <a:pt x="446" y="12166"/>
                  </a:cubicBezTo>
                  <a:lnTo>
                    <a:pt x="449" y="12235"/>
                  </a:lnTo>
                  <a:lnTo>
                    <a:pt x="455" y="12304"/>
                  </a:lnTo>
                  <a:cubicBezTo>
                    <a:pt x="454" y="12304"/>
                    <a:pt x="452" y="12304"/>
                    <a:pt x="450" y="12304"/>
                  </a:cubicBezTo>
                  <a:cubicBezTo>
                    <a:pt x="379" y="12304"/>
                    <a:pt x="367" y="12103"/>
                    <a:pt x="477" y="12097"/>
                  </a:cubicBezTo>
                  <a:cubicBezTo>
                    <a:pt x="549" y="12022"/>
                    <a:pt x="549" y="12025"/>
                    <a:pt x="468" y="11962"/>
                  </a:cubicBezTo>
                  <a:cubicBezTo>
                    <a:pt x="386" y="11896"/>
                    <a:pt x="380" y="11827"/>
                    <a:pt x="455" y="11758"/>
                  </a:cubicBezTo>
                  <a:cubicBezTo>
                    <a:pt x="530" y="11755"/>
                    <a:pt x="530" y="11758"/>
                    <a:pt x="455" y="11689"/>
                  </a:cubicBezTo>
                  <a:cubicBezTo>
                    <a:pt x="311" y="11557"/>
                    <a:pt x="275" y="11347"/>
                    <a:pt x="415" y="11347"/>
                  </a:cubicBezTo>
                  <a:cubicBezTo>
                    <a:pt x="418" y="11347"/>
                    <a:pt x="421" y="11348"/>
                    <a:pt x="424" y="11348"/>
                  </a:cubicBezTo>
                  <a:cubicBezTo>
                    <a:pt x="426" y="11348"/>
                    <a:pt x="428" y="11348"/>
                    <a:pt x="430" y="11348"/>
                  </a:cubicBezTo>
                  <a:cubicBezTo>
                    <a:pt x="504" y="11348"/>
                    <a:pt x="540" y="11287"/>
                    <a:pt x="543" y="11219"/>
                  </a:cubicBezTo>
                  <a:cubicBezTo>
                    <a:pt x="549" y="11153"/>
                    <a:pt x="512" y="11150"/>
                    <a:pt x="474" y="11147"/>
                  </a:cubicBezTo>
                  <a:cubicBezTo>
                    <a:pt x="452" y="11163"/>
                    <a:pt x="437" y="11171"/>
                    <a:pt x="427" y="11171"/>
                  </a:cubicBezTo>
                  <a:cubicBezTo>
                    <a:pt x="400" y="11171"/>
                    <a:pt x="422" y="11108"/>
                    <a:pt x="490" y="11012"/>
                  </a:cubicBezTo>
                  <a:cubicBezTo>
                    <a:pt x="628" y="10824"/>
                    <a:pt x="634" y="10696"/>
                    <a:pt x="609" y="10486"/>
                  </a:cubicBezTo>
                  <a:cubicBezTo>
                    <a:pt x="598" y="10288"/>
                    <a:pt x="616" y="10130"/>
                    <a:pt x="638" y="10130"/>
                  </a:cubicBezTo>
                  <a:cubicBezTo>
                    <a:pt x="647" y="10130"/>
                    <a:pt x="657" y="10158"/>
                    <a:pt x="665" y="10223"/>
                  </a:cubicBezTo>
                  <a:cubicBezTo>
                    <a:pt x="688" y="10298"/>
                    <a:pt x="699" y="10334"/>
                    <a:pt x="704" y="10334"/>
                  </a:cubicBezTo>
                  <a:cubicBezTo>
                    <a:pt x="709" y="10334"/>
                    <a:pt x="707" y="10300"/>
                    <a:pt x="703" y="10232"/>
                  </a:cubicBezTo>
                  <a:cubicBezTo>
                    <a:pt x="725" y="10097"/>
                    <a:pt x="778" y="9975"/>
                    <a:pt x="794" y="9909"/>
                  </a:cubicBezTo>
                  <a:cubicBezTo>
                    <a:pt x="816" y="9847"/>
                    <a:pt x="800" y="9768"/>
                    <a:pt x="766" y="9756"/>
                  </a:cubicBezTo>
                  <a:cubicBezTo>
                    <a:pt x="856" y="9718"/>
                    <a:pt x="928" y="9605"/>
                    <a:pt x="916" y="9455"/>
                  </a:cubicBezTo>
                  <a:lnTo>
                    <a:pt x="969" y="9330"/>
                  </a:lnTo>
                  <a:cubicBezTo>
                    <a:pt x="994" y="9270"/>
                    <a:pt x="994" y="9270"/>
                    <a:pt x="988" y="9192"/>
                  </a:cubicBezTo>
                  <a:cubicBezTo>
                    <a:pt x="982" y="9113"/>
                    <a:pt x="1041" y="9063"/>
                    <a:pt x="1107" y="9026"/>
                  </a:cubicBezTo>
                  <a:cubicBezTo>
                    <a:pt x="1173" y="8982"/>
                    <a:pt x="1239" y="8941"/>
                    <a:pt x="1207" y="8925"/>
                  </a:cubicBezTo>
                  <a:cubicBezTo>
                    <a:pt x="1173" y="8907"/>
                    <a:pt x="1204" y="8769"/>
                    <a:pt x="1204" y="8690"/>
                  </a:cubicBezTo>
                  <a:cubicBezTo>
                    <a:pt x="1204" y="8642"/>
                    <a:pt x="1230" y="8607"/>
                    <a:pt x="1249" y="8607"/>
                  </a:cubicBezTo>
                  <a:cubicBezTo>
                    <a:pt x="1261" y="8607"/>
                    <a:pt x="1270" y="8620"/>
                    <a:pt x="1270" y="8650"/>
                  </a:cubicBezTo>
                  <a:cubicBezTo>
                    <a:pt x="1281" y="8656"/>
                    <a:pt x="1288" y="8661"/>
                    <a:pt x="1295" y="8661"/>
                  </a:cubicBezTo>
                  <a:cubicBezTo>
                    <a:pt x="1311" y="8661"/>
                    <a:pt x="1330" y="8639"/>
                    <a:pt x="1402" y="8574"/>
                  </a:cubicBezTo>
                  <a:cubicBezTo>
                    <a:pt x="1439" y="8521"/>
                    <a:pt x="1515" y="8408"/>
                    <a:pt x="1483" y="8389"/>
                  </a:cubicBezTo>
                  <a:cubicBezTo>
                    <a:pt x="1452" y="8367"/>
                    <a:pt x="1681" y="8029"/>
                    <a:pt x="1762" y="8010"/>
                  </a:cubicBezTo>
                  <a:cubicBezTo>
                    <a:pt x="1762" y="8010"/>
                    <a:pt x="1806" y="7957"/>
                    <a:pt x="1850" y="7907"/>
                  </a:cubicBezTo>
                  <a:cubicBezTo>
                    <a:pt x="1891" y="7854"/>
                    <a:pt x="1906" y="7778"/>
                    <a:pt x="1950" y="7725"/>
                  </a:cubicBezTo>
                  <a:cubicBezTo>
                    <a:pt x="1978" y="7687"/>
                    <a:pt x="2000" y="7647"/>
                    <a:pt x="2016" y="7600"/>
                  </a:cubicBezTo>
                  <a:cubicBezTo>
                    <a:pt x="2054" y="7562"/>
                    <a:pt x="2094" y="7524"/>
                    <a:pt x="2121" y="7524"/>
                  </a:cubicBezTo>
                  <a:cubicBezTo>
                    <a:pt x="2128" y="7524"/>
                    <a:pt x="2133" y="7526"/>
                    <a:pt x="2138" y="7531"/>
                  </a:cubicBezTo>
                  <a:cubicBezTo>
                    <a:pt x="2136" y="7451"/>
                    <a:pt x="2135" y="7434"/>
                    <a:pt x="2186" y="7434"/>
                  </a:cubicBezTo>
                  <a:cubicBezTo>
                    <a:pt x="2199" y="7434"/>
                    <a:pt x="2215" y="7436"/>
                    <a:pt x="2235" y="7437"/>
                  </a:cubicBezTo>
                  <a:cubicBezTo>
                    <a:pt x="2258" y="7461"/>
                    <a:pt x="2271" y="7475"/>
                    <a:pt x="2278" y="7475"/>
                  </a:cubicBezTo>
                  <a:cubicBezTo>
                    <a:pt x="2287" y="7475"/>
                    <a:pt x="2286" y="7449"/>
                    <a:pt x="2282" y="7390"/>
                  </a:cubicBezTo>
                  <a:cubicBezTo>
                    <a:pt x="2307" y="7315"/>
                    <a:pt x="2307" y="7315"/>
                    <a:pt x="2379" y="7296"/>
                  </a:cubicBezTo>
                  <a:cubicBezTo>
                    <a:pt x="2385" y="7301"/>
                    <a:pt x="2392" y="7304"/>
                    <a:pt x="2399" y="7304"/>
                  </a:cubicBezTo>
                  <a:cubicBezTo>
                    <a:pt x="2423" y="7304"/>
                    <a:pt x="2450" y="7274"/>
                    <a:pt x="2433" y="7252"/>
                  </a:cubicBezTo>
                  <a:cubicBezTo>
                    <a:pt x="2435" y="7167"/>
                    <a:pt x="2535" y="7038"/>
                    <a:pt x="2594" y="7038"/>
                  </a:cubicBezTo>
                  <a:cubicBezTo>
                    <a:pt x="2605" y="7038"/>
                    <a:pt x="2614" y="7042"/>
                    <a:pt x="2621" y="7051"/>
                  </a:cubicBezTo>
                  <a:cubicBezTo>
                    <a:pt x="2655" y="7020"/>
                    <a:pt x="2683" y="6979"/>
                    <a:pt x="2702" y="6935"/>
                  </a:cubicBezTo>
                  <a:cubicBezTo>
                    <a:pt x="2708" y="6877"/>
                    <a:pt x="2710" y="6852"/>
                    <a:pt x="2719" y="6852"/>
                  </a:cubicBezTo>
                  <a:cubicBezTo>
                    <a:pt x="2725" y="6852"/>
                    <a:pt x="2736" y="6867"/>
                    <a:pt x="2755" y="6895"/>
                  </a:cubicBezTo>
                  <a:cubicBezTo>
                    <a:pt x="2771" y="6897"/>
                    <a:pt x="2786" y="6898"/>
                    <a:pt x="2799" y="6898"/>
                  </a:cubicBezTo>
                  <a:cubicBezTo>
                    <a:pt x="2870" y="6898"/>
                    <a:pt x="2912" y="6862"/>
                    <a:pt x="2925" y="6776"/>
                  </a:cubicBezTo>
                  <a:cubicBezTo>
                    <a:pt x="2950" y="6735"/>
                    <a:pt x="2991" y="6707"/>
                    <a:pt x="3041" y="6703"/>
                  </a:cubicBezTo>
                  <a:cubicBezTo>
                    <a:pt x="3138" y="6666"/>
                    <a:pt x="3235" y="6622"/>
                    <a:pt x="3326" y="6569"/>
                  </a:cubicBezTo>
                  <a:cubicBezTo>
                    <a:pt x="3423" y="6515"/>
                    <a:pt x="3492" y="6465"/>
                    <a:pt x="3445" y="6450"/>
                  </a:cubicBezTo>
                  <a:lnTo>
                    <a:pt x="3561" y="6384"/>
                  </a:lnTo>
                  <a:cubicBezTo>
                    <a:pt x="3696" y="6349"/>
                    <a:pt x="3752" y="6315"/>
                    <a:pt x="3793" y="6249"/>
                  </a:cubicBezTo>
                  <a:lnTo>
                    <a:pt x="3834" y="6180"/>
                  </a:lnTo>
                  <a:cubicBezTo>
                    <a:pt x="3843" y="6197"/>
                    <a:pt x="3866" y="6206"/>
                    <a:pt x="3895" y="6206"/>
                  </a:cubicBezTo>
                  <a:cubicBezTo>
                    <a:pt x="3924" y="6206"/>
                    <a:pt x="3957" y="6197"/>
                    <a:pt x="3987" y="6180"/>
                  </a:cubicBezTo>
                  <a:cubicBezTo>
                    <a:pt x="4043" y="6146"/>
                    <a:pt x="4043" y="6146"/>
                    <a:pt x="4025" y="6114"/>
                  </a:cubicBezTo>
                  <a:cubicBezTo>
                    <a:pt x="3949" y="6114"/>
                    <a:pt x="4006" y="6080"/>
                    <a:pt x="4065" y="6045"/>
                  </a:cubicBezTo>
                  <a:cubicBezTo>
                    <a:pt x="4094" y="6029"/>
                    <a:pt x="4129" y="6021"/>
                    <a:pt x="4158" y="6021"/>
                  </a:cubicBezTo>
                  <a:cubicBezTo>
                    <a:pt x="4186" y="6021"/>
                    <a:pt x="4210" y="6029"/>
                    <a:pt x="4219" y="6045"/>
                  </a:cubicBezTo>
                  <a:lnTo>
                    <a:pt x="4279" y="6011"/>
                  </a:lnTo>
                  <a:cubicBezTo>
                    <a:pt x="4251" y="5963"/>
                    <a:pt x="4274" y="5931"/>
                    <a:pt x="4295" y="5931"/>
                  </a:cubicBezTo>
                  <a:cubicBezTo>
                    <a:pt x="4303" y="5931"/>
                    <a:pt x="4311" y="5936"/>
                    <a:pt x="4316" y="5945"/>
                  </a:cubicBezTo>
                  <a:cubicBezTo>
                    <a:pt x="4385" y="5939"/>
                    <a:pt x="4454" y="5917"/>
                    <a:pt x="4510" y="5876"/>
                  </a:cubicBezTo>
                  <a:cubicBezTo>
                    <a:pt x="4501" y="5860"/>
                    <a:pt x="4516" y="5851"/>
                    <a:pt x="4525" y="5851"/>
                  </a:cubicBezTo>
                  <a:cubicBezTo>
                    <a:pt x="4534" y="5851"/>
                    <a:pt x="4538" y="5859"/>
                    <a:pt x="4510" y="5876"/>
                  </a:cubicBezTo>
                  <a:lnTo>
                    <a:pt x="4529" y="5911"/>
                  </a:lnTo>
                  <a:cubicBezTo>
                    <a:pt x="4604" y="5907"/>
                    <a:pt x="4586" y="5876"/>
                    <a:pt x="4567" y="5842"/>
                  </a:cubicBezTo>
                  <a:lnTo>
                    <a:pt x="4683" y="5776"/>
                  </a:lnTo>
                  <a:cubicBezTo>
                    <a:pt x="4742" y="5741"/>
                    <a:pt x="4802" y="5710"/>
                    <a:pt x="4724" y="5710"/>
                  </a:cubicBezTo>
                  <a:cubicBezTo>
                    <a:pt x="4705" y="5676"/>
                    <a:pt x="4686" y="5644"/>
                    <a:pt x="4745" y="5610"/>
                  </a:cubicBezTo>
                  <a:cubicBezTo>
                    <a:pt x="4736" y="5593"/>
                    <a:pt x="4750" y="5584"/>
                    <a:pt x="4760" y="5584"/>
                  </a:cubicBezTo>
                  <a:cubicBezTo>
                    <a:pt x="4769" y="5584"/>
                    <a:pt x="4774" y="5593"/>
                    <a:pt x="4745" y="5610"/>
                  </a:cubicBezTo>
                  <a:cubicBezTo>
                    <a:pt x="4759" y="5632"/>
                    <a:pt x="4772" y="5655"/>
                    <a:pt x="4798" y="5655"/>
                  </a:cubicBezTo>
                  <a:cubicBezTo>
                    <a:pt x="4809" y="5655"/>
                    <a:pt x="4823" y="5651"/>
                    <a:pt x="4839" y="5641"/>
                  </a:cubicBezTo>
                  <a:cubicBezTo>
                    <a:pt x="4859" y="5631"/>
                    <a:pt x="4875" y="5627"/>
                    <a:pt x="4886" y="5627"/>
                  </a:cubicBezTo>
                  <a:cubicBezTo>
                    <a:pt x="4909" y="5627"/>
                    <a:pt x="4918" y="5641"/>
                    <a:pt x="4918" y="5641"/>
                  </a:cubicBezTo>
                  <a:cubicBezTo>
                    <a:pt x="4913" y="5663"/>
                    <a:pt x="4920" y="5672"/>
                    <a:pt x="4933" y="5672"/>
                  </a:cubicBezTo>
                  <a:cubicBezTo>
                    <a:pt x="4981" y="5672"/>
                    <a:pt x="5118" y="5558"/>
                    <a:pt x="5150" y="5506"/>
                  </a:cubicBezTo>
                  <a:cubicBezTo>
                    <a:pt x="5202" y="5418"/>
                    <a:pt x="5246" y="5374"/>
                    <a:pt x="5281" y="5374"/>
                  </a:cubicBezTo>
                  <a:cubicBezTo>
                    <a:pt x="5298" y="5374"/>
                    <a:pt x="5313" y="5384"/>
                    <a:pt x="5325" y="5406"/>
                  </a:cubicBezTo>
                  <a:cubicBezTo>
                    <a:pt x="5332" y="5418"/>
                    <a:pt x="5340" y="5423"/>
                    <a:pt x="5349" y="5423"/>
                  </a:cubicBezTo>
                  <a:cubicBezTo>
                    <a:pt x="5389" y="5423"/>
                    <a:pt x="5442" y="5313"/>
                    <a:pt x="5444" y="5205"/>
                  </a:cubicBezTo>
                  <a:lnTo>
                    <a:pt x="5444" y="5074"/>
                  </a:lnTo>
                  <a:lnTo>
                    <a:pt x="5501" y="5171"/>
                  </a:lnTo>
                  <a:cubicBezTo>
                    <a:pt x="5559" y="5215"/>
                    <a:pt x="5592" y="5239"/>
                    <a:pt x="5622" y="5239"/>
                  </a:cubicBezTo>
                  <a:cubicBezTo>
                    <a:pt x="5661" y="5239"/>
                    <a:pt x="5694" y="5198"/>
                    <a:pt x="5770" y="5102"/>
                  </a:cubicBezTo>
                  <a:cubicBezTo>
                    <a:pt x="5833" y="5039"/>
                    <a:pt x="5857" y="5015"/>
                    <a:pt x="5870" y="5015"/>
                  </a:cubicBezTo>
                  <a:cubicBezTo>
                    <a:pt x="5878" y="5015"/>
                    <a:pt x="5882" y="5024"/>
                    <a:pt x="5889" y="5036"/>
                  </a:cubicBezTo>
                  <a:cubicBezTo>
                    <a:pt x="5894" y="5044"/>
                    <a:pt x="5901" y="5048"/>
                    <a:pt x="5911" y="5048"/>
                  </a:cubicBezTo>
                  <a:cubicBezTo>
                    <a:pt x="5943" y="5048"/>
                    <a:pt x="6008" y="5011"/>
                    <a:pt x="6140" y="4933"/>
                  </a:cubicBezTo>
                  <a:cubicBezTo>
                    <a:pt x="6316" y="4833"/>
                    <a:pt x="6372" y="4798"/>
                    <a:pt x="6353" y="4767"/>
                  </a:cubicBezTo>
                  <a:lnTo>
                    <a:pt x="6469" y="4698"/>
                  </a:lnTo>
                  <a:cubicBezTo>
                    <a:pt x="6483" y="4703"/>
                    <a:pt x="6497" y="4705"/>
                    <a:pt x="6510" y="4705"/>
                  </a:cubicBezTo>
                  <a:cubicBezTo>
                    <a:pt x="6590" y="4705"/>
                    <a:pt x="6650" y="4627"/>
                    <a:pt x="6569" y="4598"/>
                  </a:cubicBezTo>
                  <a:lnTo>
                    <a:pt x="6685" y="4532"/>
                  </a:lnTo>
                  <a:lnTo>
                    <a:pt x="6704" y="4563"/>
                  </a:lnTo>
                  <a:cubicBezTo>
                    <a:pt x="6707" y="4568"/>
                    <a:pt x="6712" y="4571"/>
                    <a:pt x="6721" y="4571"/>
                  </a:cubicBezTo>
                  <a:cubicBezTo>
                    <a:pt x="6767" y="4571"/>
                    <a:pt x="6911" y="4487"/>
                    <a:pt x="7303" y="4262"/>
                  </a:cubicBezTo>
                  <a:cubicBezTo>
                    <a:pt x="7826" y="3958"/>
                    <a:pt x="7886" y="3924"/>
                    <a:pt x="7848" y="3858"/>
                  </a:cubicBezTo>
                  <a:cubicBezTo>
                    <a:pt x="7862" y="3793"/>
                    <a:pt x="7890" y="3758"/>
                    <a:pt x="7919" y="3758"/>
                  </a:cubicBezTo>
                  <a:cubicBezTo>
                    <a:pt x="7935" y="3758"/>
                    <a:pt x="7950" y="3769"/>
                    <a:pt x="7964" y="3792"/>
                  </a:cubicBezTo>
                  <a:cubicBezTo>
                    <a:pt x="7973" y="3807"/>
                    <a:pt x="7996" y="3815"/>
                    <a:pt x="8016" y="3815"/>
                  </a:cubicBezTo>
                  <a:cubicBezTo>
                    <a:pt x="8036" y="3815"/>
                    <a:pt x="8052" y="3807"/>
                    <a:pt x="8042" y="3789"/>
                  </a:cubicBezTo>
                  <a:cubicBezTo>
                    <a:pt x="8042" y="3789"/>
                    <a:pt x="8158" y="3723"/>
                    <a:pt x="8233" y="3723"/>
                  </a:cubicBezTo>
                  <a:cubicBezTo>
                    <a:pt x="8446" y="3686"/>
                    <a:pt x="8487" y="3620"/>
                    <a:pt x="8468" y="3588"/>
                  </a:cubicBezTo>
                  <a:cubicBezTo>
                    <a:pt x="8371" y="3554"/>
                    <a:pt x="8450" y="3554"/>
                    <a:pt x="8525" y="3554"/>
                  </a:cubicBezTo>
                  <a:cubicBezTo>
                    <a:pt x="8603" y="3554"/>
                    <a:pt x="8678" y="3551"/>
                    <a:pt x="8660" y="3520"/>
                  </a:cubicBezTo>
                  <a:cubicBezTo>
                    <a:pt x="8695" y="3462"/>
                    <a:pt x="8954" y="3273"/>
                    <a:pt x="9042" y="3273"/>
                  </a:cubicBezTo>
                  <a:cubicBezTo>
                    <a:pt x="9054" y="3273"/>
                    <a:pt x="9062" y="3277"/>
                    <a:pt x="9067" y="3284"/>
                  </a:cubicBezTo>
                  <a:lnTo>
                    <a:pt x="9183" y="3216"/>
                  </a:lnTo>
                  <a:cubicBezTo>
                    <a:pt x="9167" y="3184"/>
                    <a:pt x="9283" y="3115"/>
                    <a:pt x="9399" y="3049"/>
                  </a:cubicBezTo>
                  <a:cubicBezTo>
                    <a:pt x="9485" y="2999"/>
                    <a:pt x="9538" y="2968"/>
                    <a:pt x="9567" y="2968"/>
                  </a:cubicBezTo>
                  <a:cubicBezTo>
                    <a:pt x="9578" y="2968"/>
                    <a:pt x="9585" y="2972"/>
                    <a:pt x="9590" y="2980"/>
                  </a:cubicBezTo>
                  <a:cubicBezTo>
                    <a:pt x="9577" y="3004"/>
                    <a:pt x="9575" y="3015"/>
                    <a:pt x="9584" y="3015"/>
                  </a:cubicBezTo>
                  <a:cubicBezTo>
                    <a:pt x="9599" y="3015"/>
                    <a:pt x="9645" y="2979"/>
                    <a:pt x="9709" y="2915"/>
                  </a:cubicBezTo>
                  <a:cubicBezTo>
                    <a:pt x="9766" y="2880"/>
                    <a:pt x="9788" y="2780"/>
                    <a:pt x="9844" y="2745"/>
                  </a:cubicBezTo>
                  <a:cubicBezTo>
                    <a:pt x="9825" y="2714"/>
                    <a:pt x="9866" y="2648"/>
                    <a:pt x="9926" y="2614"/>
                  </a:cubicBezTo>
                  <a:lnTo>
                    <a:pt x="9944" y="2645"/>
                  </a:lnTo>
                  <a:lnTo>
                    <a:pt x="9979" y="2711"/>
                  </a:lnTo>
                  <a:cubicBezTo>
                    <a:pt x="10038" y="2680"/>
                    <a:pt x="10098" y="2645"/>
                    <a:pt x="10079" y="2611"/>
                  </a:cubicBezTo>
                  <a:cubicBezTo>
                    <a:pt x="10154" y="2611"/>
                    <a:pt x="10214" y="2576"/>
                    <a:pt x="10330" y="2510"/>
                  </a:cubicBezTo>
                  <a:cubicBezTo>
                    <a:pt x="10446" y="2441"/>
                    <a:pt x="10562" y="2376"/>
                    <a:pt x="10603" y="2310"/>
                  </a:cubicBezTo>
                  <a:cubicBezTo>
                    <a:pt x="10609" y="2312"/>
                    <a:pt x="10617" y="2313"/>
                    <a:pt x="10626" y="2313"/>
                  </a:cubicBezTo>
                  <a:cubicBezTo>
                    <a:pt x="10744" y="2313"/>
                    <a:pt x="11049" y="2131"/>
                    <a:pt x="11066" y="2040"/>
                  </a:cubicBezTo>
                  <a:cubicBezTo>
                    <a:pt x="11048" y="2006"/>
                    <a:pt x="11107" y="1971"/>
                    <a:pt x="11185" y="1971"/>
                  </a:cubicBezTo>
                  <a:cubicBezTo>
                    <a:pt x="11261" y="1971"/>
                    <a:pt x="11261" y="1971"/>
                    <a:pt x="11301" y="1906"/>
                  </a:cubicBezTo>
                  <a:cubicBezTo>
                    <a:pt x="11339" y="1840"/>
                    <a:pt x="11417" y="1837"/>
                    <a:pt x="11493" y="1837"/>
                  </a:cubicBezTo>
                  <a:cubicBezTo>
                    <a:pt x="11518" y="1845"/>
                    <a:pt x="11541" y="1849"/>
                    <a:pt x="11561" y="1849"/>
                  </a:cubicBezTo>
                  <a:cubicBezTo>
                    <a:pt x="11618" y="1849"/>
                    <a:pt x="11657" y="1818"/>
                    <a:pt x="11687" y="1768"/>
                  </a:cubicBezTo>
                  <a:cubicBezTo>
                    <a:pt x="11768" y="1689"/>
                    <a:pt x="11859" y="1620"/>
                    <a:pt x="11959" y="1567"/>
                  </a:cubicBezTo>
                  <a:cubicBezTo>
                    <a:pt x="12053" y="1471"/>
                    <a:pt x="12111" y="1435"/>
                    <a:pt x="12047" y="1435"/>
                  </a:cubicBezTo>
                  <a:cubicBezTo>
                    <a:pt x="12044" y="1435"/>
                    <a:pt x="12041" y="1435"/>
                    <a:pt x="12038" y="1436"/>
                  </a:cubicBezTo>
                  <a:cubicBezTo>
                    <a:pt x="12019" y="1401"/>
                    <a:pt x="12060" y="1335"/>
                    <a:pt x="12060" y="1335"/>
                  </a:cubicBezTo>
                  <a:cubicBezTo>
                    <a:pt x="12109" y="1285"/>
                    <a:pt x="12138" y="1267"/>
                    <a:pt x="12147" y="1267"/>
                  </a:cubicBezTo>
                  <a:cubicBezTo>
                    <a:pt x="12156" y="1267"/>
                    <a:pt x="12146" y="1284"/>
                    <a:pt x="12116" y="1301"/>
                  </a:cubicBezTo>
                  <a:cubicBezTo>
                    <a:pt x="12059" y="1360"/>
                    <a:pt x="12056" y="1372"/>
                    <a:pt x="12079" y="1372"/>
                  </a:cubicBezTo>
                  <a:cubicBezTo>
                    <a:pt x="12095" y="1372"/>
                    <a:pt x="12123" y="1367"/>
                    <a:pt x="12154" y="1367"/>
                  </a:cubicBezTo>
                  <a:cubicBezTo>
                    <a:pt x="12232" y="1367"/>
                    <a:pt x="12345" y="1298"/>
                    <a:pt x="12408" y="1266"/>
                  </a:cubicBezTo>
                  <a:lnTo>
                    <a:pt x="12649" y="1144"/>
                  </a:lnTo>
                  <a:cubicBezTo>
                    <a:pt x="12846" y="1085"/>
                    <a:pt x="12906" y="1053"/>
                    <a:pt x="12890" y="1019"/>
                  </a:cubicBezTo>
                  <a:cubicBezTo>
                    <a:pt x="12885" y="1005"/>
                    <a:pt x="12880" y="994"/>
                    <a:pt x="12876" y="985"/>
                  </a:cubicBezTo>
                  <a:lnTo>
                    <a:pt x="12876" y="985"/>
                  </a:lnTo>
                  <a:cubicBezTo>
                    <a:pt x="12883" y="988"/>
                    <a:pt x="12893" y="989"/>
                    <a:pt x="12905" y="989"/>
                  </a:cubicBezTo>
                  <a:cubicBezTo>
                    <a:pt x="12980" y="989"/>
                    <a:pt x="13147" y="939"/>
                    <a:pt x="13307" y="875"/>
                  </a:cubicBezTo>
                  <a:cubicBezTo>
                    <a:pt x="13495" y="793"/>
                    <a:pt x="13689" y="740"/>
                    <a:pt x="13711" y="687"/>
                  </a:cubicBezTo>
                  <a:lnTo>
                    <a:pt x="13711" y="687"/>
                  </a:lnTo>
                  <a:cubicBezTo>
                    <a:pt x="13714" y="697"/>
                    <a:pt x="13717" y="710"/>
                    <a:pt x="13721" y="724"/>
                  </a:cubicBezTo>
                  <a:cubicBezTo>
                    <a:pt x="13725" y="739"/>
                    <a:pt x="13738" y="745"/>
                    <a:pt x="13758" y="745"/>
                  </a:cubicBezTo>
                  <a:cubicBezTo>
                    <a:pt x="13791" y="745"/>
                    <a:pt x="13846" y="729"/>
                    <a:pt x="13928" y="705"/>
                  </a:cubicBezTo>
                  <a:cubicBezTo>
                    <a:pt x="14097" y="649"/>
                    <a:pt x="14272" y="602"/>
                    <a:pt x="14451" y="567"/>
                  </a:cubicBezTo>
                  <a:cubicBezTo>
                    <a:pt x="14717" y="527"/>
                    <a:pt x="14924" y="527"/>
                    <a:pt x="14921" y="486"/>
                  </a:cubicBezTo>
                  <a:cubicBezTo>
                    <a:pt x="14941" y="484"/>
                    <a:pt x="14955" y="483"/>
                    <a:pt x="14965" y="483"/>
                  </a:cubicBezTo>
                  <a:cubicBezTo>
                    <a:pt x="14990" y="483"/>
                    <a:pt x="14990" y="491"/>
                    <a:pt x="14990" y="517"/>
                  </a:cubicBezTo>
                  <a:cubicBezTo>
                    <a:pt x="14947" y="546"/>
                    <a:pt x="14961" y="553"/>
                    <a:pt x="14994" y="553"/>
                  </a:cubicBezTo>
                  <a:cubicBezTo>
                    <a:pt x="15012" y="553"/>
                    <a:pt x="15036" y="551"/>
                    <a:pt x="15059" y="549"/>
                  </a:cubicBezTo>
                  <a:cubicBezTo>
                    <a:pt x="15125" y="546"/>
                    <a:pt x="15125" y="508"/>
                    <a:pt x="15125" y="470"/>
                  </a:cubicBezTo>
                  <a:cubicBezTo>
                    <a:pt x="15125" y="452"/>
                    <a:pt x="15141" y="442"/>
                    <a:pt x="15174" y="442"/>
                  </a:cubicBezTo>
                  <a:cubicBezTo>
                    <a:pt x="15208" y="442"/>
                    <a:pt x="15260" y="453"/>
                    <a:pt x="15328" y="473"/>
                  </a:cubicBezTo>
                  <a:cubicBezTo>
                    <a:pt x="15421" y="501"/>
                    <a:pt x="15574" y="511"/>
                    <a:pt x="15706" y="511"/>
                  </a:cubicBezTo>
                  <a:cubicBezTo>
                    <a:pt x="15770" y="511"/>
                    <a:pt x="15829" y="509"/>
                    <a:pt x="15874" y="505"/>
                  </a:cubicBezTo>
                  <a:cubicBezTo>
                    <a:pt x="15943" y="511"/>
                    <a:pt x="16008" y="520"/>
                    <a:pt x="16005" y="558"/>
                  </a:cubicBezTo>
                  <a:cubicBezTo>
                    <a:pt x="16070" y="602"/>
                    <a:pt x="16147" y="625"/>
                    <a:pt x="16224" y="625"/>
                  </a:cubicBezTo>
                  <a:cubicBezTo>
                    <a:pt x="16262" y="625"/>
                    <a:pt x="16300" y="620"/>
                    <a:pt x="16337" y="608"/>
                  </a:cubicBezTo>
                  <a:cubicBezTo>
                    <a:pt x="16406" y="624"/>
                    <a:pt x="16406" y="624"/>
                    <a:pt x="16397" y="658"/>
                  </a:cubicBezTo>
                  <a:cubicBezTo>
                    <a:pt x="16434" y="692"/>
                    <a:pt x="16445" y="718"/>
                    <a:pt x="16467" y="718"/>
                  </a:cubicBezTo>
                  <a:cubicBezTo>
                    <a:pt x="16481" y="718"/>
                    <a:pt x="16498" y="709"/>
                    <a:pt x="16529" y="687"/>
                  </a:cubicBezTo>
                  <a:cubicBezTo>
                    <a:pt x="16610" y="687"/>
                    <a:pt x="16688" y="693"/>
                    <a:pt x="16767" y="712"/>
                  </a:cubicBezTo>
                  <a:cubicBezTo>
                    <a:pt x="16842" y="734"/>
                    <a:pt x="16917" y="765"/>
                    <a:pt x="16983" y="809"/>
                  </a:cubicBezTo>
                  <a:cubicBezTo>
                    <a:pt x="17023" y="822"/>
                    <a:pt x="17061" y="834"/>
                    <a:pt x="17088" y="834"/>
                  </a:cubicBezTo>
                  <a:cubicBezTo>
                    <a:pt x="17106" y="834"/>
                    <a:pt x="17119" y="829"/>
                    <a:pt x="17124" y="815"/>
                  </a:cubicBezTo>
                  <a:lnTo>
                    <a:pt x="17137" y="777"/>
                  </a:lnTo>
                  <a:cubicBezTo>
                    <a:pt x="17160" y="831"/>
                    <a:pt x="17169" y="853"/>
                    <a:pt x="17189" y="853"/>
                  </a:cubicBezTo>
                  <a:cubicBezTo>
                    <a:pt x="17204" y="853"/>
                    <a:pt x="17226" y="840"/>
                    <a:pt x="17265" y="818"/>
                  </a:cubicBezTo>
                  <a:cubicBezTo>
                    <a:pt x="17271" y="806"/>
                    <a:pt x="17282" y="801"/>
                    <a:pt x="17295" y="801"/>
                  </a:cubicBezTo>
                  <a:cubicBezTo>
                    <a:pt x="17317" y="801"/>
                    <a:pt x="17341" y="818"/>
                    <a:pt x="17331" y="840"/>
                  </a:cubicBezTo>
                  <a:cubicBezTo>
                    <a:pt x="17359" y="878"/>
                    <a:pt x="17400" y="909"/>
                    <a:pt x="17441" y="931"/>
                  </a:cubicBezTo>
                  <a:cubicBezTo>
                    <a:pt x="17503" y="959"/>
                    <a:pt x="17835" y="1044"/>
                    <a:pt x="18130" y="1219"/>
                  </a:cubicBezTo>
                  <a:cubicBezTo>
                    <a:pt x="18374" y="1342"/>
                    <a:pt x="18519" y="1464"/>
                    <a:pt x="18622" y="1520"/>
                  </a:cubicBezTo>
                  <a:cubicBezTo>
                    <a:pt x="18706" y="1573"/>
                    <a:pt x="18752" y="1596"/>
                    <a:pt x="18774" y="1596"/>
                  </a:cubicBezTo>
                  <a:cubicBezTo>
                    <a:pt x="18779" y="1596"/>
                    <a:pt x="18783" y="1595"/>
                    <a:pt x="18785" y="1592"/>
                  </a:cubicBezTo>
                  <a:cubicBezTo>
                    <a:pt x="18863" y="1598"/>
                    <a:pt x="18860" y="1602"/>
                    <a:pt x="18891" y="1674"/>
                  </a:cubicBezTo>
                  <a:cubicBezTo>
                    <a:pt x="18920" y="1739"/>
                    <a:pt x="18967" y="1796"/>
                    <a:pt x="19026" y="1837"/>
                  </a:cubicBezTo>
                  <a:cubicBezTo>
                    <a:pt x="19076" y="1881"/>
                    <a:pt x="19130" y="1921"/>
                    <a:pt x="19105" y="1949"/>
                  </a:cubicBezTo>
                  <a:cubicBezTo>
                    <a:pt x="19180" y="1965"/>
                    <a:pt x="19183" y="1965"/>
                    <a:pt x="19233" y="2009"/>
                  </a:cubicBezTo>
                  <a:cubicBezTo>
                    <a:pt x="19208" y="2037"/>
                    <a:pt x="19255" y="2084"/>
                    <a:pt x="19330" y="2106"/>
                  </a:cubicBezTo>
                  <a:cubicBezTo>
                    <a:pt x="19350" y="2106"/>
                    <a:pt x="19366" y="2105"/>
                    <a:pt x="19378" y="2105"/>
                  </a:cubicBezTo>
                  <a:cubicBezTo>
                    <a:pt x="19428" y="2105"/>
                    <a:pt x="19420" y="2113"/>
                    <a:pt x="19377" y="2156"/>
                  </a:cubicBezTo>
                  <a:cubicBezTo>
                    <a:pt x="19354" y="2177"/>
                    <a:pt x="19428" y="2297"/>
                    <a:pt x="19443" y="2297"/>
                  </a:cubicBezTo>
                  <a:cubicBezTo>
                    <a:pt x="19446" y="2297"/>
                    <a:pt x="19447" y="2292"/>
                    <a:pt x="19443" y="2279"/>
                  </a:cubicBezTo>
                  <a:cubicBezTo>
                    <a:pt x="19446" y="2276"/>
                    <a:pt x="19450" y="2274"/>
                    <a:pt x="19455" y="2274"/>
                  </a:cubicBezTo>
                  <a:cubicBezTo>
                    <a:pt x="19493" y="2274"/>
                    <a:pt x="19577" y="2353"/>
                    <a:pt x="19644" y="2373"/>
                  </a:cubicBezTo>
                  <a:cubicBezTo>
                    <a:pt x="19691" y="2423"/>
                    <a:pt x="19731" y="2479"/>
                    <a:pt x="19703" y="2501"/>
                  </a:cubicBezTo>
                  <a:cubicBezTo>
                    <a:pt x="19716" y="2579"/>
                    <a:pt x="19957" y="2818"/>
                    <a:pt x="20032" y="2852"/>
                  </a:cubicBezTo>
                  <a:cubicBezTo>
                    <a:pt x="20037" y="2848"/>
                    <a:pt x="20043" y="2846"/>
                    <a:pt x="20048" y="2846"/>
                  </a:cubicBezTo>
                  <a:cubicBezTo>
                    <a:pt x="20074" y="2846"/>
                    <a:pt x="20096" y="2890"/>
                    <a:pt x="20070" y="2908"/>
                  </a:cubicBezTo>
                  <a:cubicBezTo>
                    <a:pt x="20038" y="2930"/>
                    <a:pt x="20076" y="2987"/>
                    <a:pt x="20111" y="3043"/>
                  </a:cubicBezTo>
                  <a:cubicBezTo>
                    <a:pt x="20179" y="3081"/>
                    <a:pt x="20148" y="3100"/>
                    <a:pt x="20117" y="3122"/>
                  </a:cubicBezTo>
                  <a:cubicBezTo>
                    <a:pt x="20102" y="3114"/>
                    <a:pt x="20093" y="3110"/>
                    <a:pt x="20087" y="3110"/>
                  </a:cubicBezTo>
                  <a:cubicBezTo>
                    <a:pt x="20065" y="3110"/>
                    <a:pt x="20100" y="3164"/>
                    <a:pt x="20158" y="3253"/>
                  </a:cubicBezTo>
                  <a:cubicBezTo>
                    <a:pt x="20217" y="3300"/>
                    <a:pt x="20267" y="3357"/>
                    <a:pt x="20305" y="3422"/>
                  </a:cubicBezTo>
                  <a:cubicBezTo>
                    <a:pt x="20355" y="3510"/>
                    <a:pt x="20408" y="3614"/>
                    <a:pt x="20455" y="3704"/>
                  </a:cubicBezTo>
                  <a:cubicBezTo>
                    <a:pt x="20615" y="4002"/>
                    <a:pt x="20653" y="4059"/>
                    <a:pt x="20778" y="4156"/>
                  </a:cubicBezTo>
                  <a:lnTo>
                    <a:pt x="20875" y="4196"/>
                  </a:lnTo>
                  <a:lnTo>
                    <a:pt x="20803" y="4221"/>
                  </a:lnTo>
                  <a:cubicBezTo>
                    <a:pt x="20769" y="4234"/>
                    <a:pt x="20722" y="4322"/>
                    <a:pt x="20722" y="4322"/>
                  </a:cubicBezTo>
                  <a:cubicBezTo>
                    <a:pt x="20737" y="4360"/>
                    <a:pt x="20757" y="4372"/>
                    <a:pt x="20779" y="4372"/>
                  </a:cubicBezTo>
                  <a:cubicBezTo>
                    <a:pt x="20792" y="4372"/>
                    <a:pt x="20806" y="4367"/>
                    <a:pt x="20819" y="4362"/>
                  </a:cubicBezTo>
                  <a:cubicBezTo>
                    <a:pt x="20822" y="4361"/>
                    <a:pt x="20824" y="4361"/>
                    <a:pt x="20827" y="4361"/>
                  </a:cubicBezTo>
                  <a:cubicBezTo>
                    <a:pt x="20858" y="4361"/>
                    <a:pt x="20884" y="4425"/>
                    <a:pt x="20881" y="4557"/>
                  </a:cubicBezTo>
                  <a:cubicBezTo>
                    <a:pt x="20881" y="4698"/>
                    <a:pt x="20900" y="4764"/>
                    <a:pt x="20957" y="4820"/>
                  </a:cubicBezTo>
                  <a:cubicBezTo>
                    <a:pt x="20972" y="4886"/>
                    <a:pt x="20994" y="4952"/>
                    <a:pt x="20972" y="5024"/>
                  </a:cubicBezTo>
                  <a:cubicBezTo>
                    <a:pt x="20981" y="5074"/>
                    <a:pt x="20984" y="5088"/>
                    <a:pt x="20998" y="5088"/>
                  </a:cubicBezTo>
                  <a:cubicBezTo>
                    <a:pt x="21003" y="5088"/>
                    <a:pt x="21010" y="5086"/>
                    <a:pt x="21019" y="5083"/>
                  </a:cubicBezTo>
                  <a:cubicBezTo>
                    <a:pt x="21021" y="5083"/>
                    <a:pt x="21022" y="5083"/>
                    <a:pt x="21024" y="5083"/>
                  </a:cubicBezTo>
                  <a:cubicBezTo>
                    <a:pt x="21058" y="5083"/>
                    <a:pt x="21068" y="5149"/>
                    <a:pt x="21044" y="5218"/>
                  </a:cubicBezTo>
                  <a:cubicBezTo>
                    <a:pt x="20982" y="5299"/>
                    <a:pt x="21016" y="5494"/>
                    <a:pt x="21053" y="5494"/>
                  </a:cubicBezTo>
                  <a:cubicBezTo>
                    <a:pt x="21053" y="5494"/>
                    <a:pt x="21054" y="5494"/>
                    <a:pt x="21054" y="5494"/>
                  </a:cubicBezTo>
                  <a:cubicBezTo>
                    <a:pt x="21055" y="5494"/>
                    <a:pt x="21057" y="5493"/>
                    <a:pt x="21059" y="5493"/>
                  </a:cubicBezTo>
                  <a:cubicBezTo>
                    <a:pt x="21093" y="5493"/>
                    <a:pt x="21107" y="5556"/>
                    <a:pt x="21110" y="5622"/>
                  </a:cubicBezTo>
                  <a:cubicBezTo>
                    <a:pt x="21110" y="5694"/>
                    <a:pt x="21126" y="5763"/>
                    <a:pt x="21163" y="5823"/>
                  </a:cubicBezTo>
                  <a:cubicBezTo>
                    <a:pt x="21167" y="5892"/>
                    <a:pt x="21173" y="5961"/>
                    <a:pt x="21173" y="5961"/>
                  </a:cubicBezTo>
                  <a:cubicBezTo>
                    <a:pt x="21175" y="5981"/>
                    <a:pt x="21172" y="5990"/>
                    <a:pt x="21167" y="5990"/>
                  </a:cubicBezTo>
                  <a:cubicBezTo>
                    <a:pt x="21156" y="5990"/>
                    <a:pt x="21133" y="5943"/>
                    <a:pt x="21129" y="5895"/>
                  </a:cubicBezTo>
                  <a:lnTo>
                    <a:pt x="21098" y="5964"/>
                  </a:lnTo>
                  <a:cubicBezTo>
                    <a:pt x="21110" y="6099"/>
                    <a:pt x="21110" y="6168"/>
                    <a:pt x="21145" y="6237"/>
                  </a:cubicBezTo>
                  <a:cubicBezTo>
                    <a:pt x="21207" y="6293"/>
                    <a:pt x="21218" y="6303"/>
                    <a:pt x="21177" y="6303"/>
                  </a:cubicBezTo>
                  <a:cubicBezTo>
                    <a:pt x="21169" y="6303"/>
                    <a:pt x="21158" y="6303"/>
                    <a:pt x="21145" y="6302"/>
                  </a:cubicBezTo>
                  <a:cubicBezTo>
                    <a:pt x="21107" y="6302"/>
                    <a:pt x="21066" y="6371"/>
                    <a:pt x="21104" y="6440"/>
                  </a:cubicBezTo>
                  <a:cubicBezTo>
                    <a:pt x="21174" y="6508"/>
                    <a:pt x="21140" y="6575"/>
                    <a:pt x="21103" y="6575"/>
                  </a:cubicBezTo>
                  <a:cubicBezTo>
                    <a:pt x="21102" y="6575"/>
                    <a:pt x="21102" y="6575"/>
                    <a:pt x="21101" y="6575"/>
                  </a:cubicBezTo>
                  <a:cubicBezTo>
                    <a:pt x="21074" y="6550"/>
                    <a:pt x="21058" y="6534"/>
                    <a:pt x="21050" y="6534"/>
                  </a:cubicBezTo>
                  <a:cubicBezTo>
                    <a:pt x="21036" y="6534"/>
                    <a:pt x="21053" y="6595"/>
                    <a:pt x="21088" y="6776"/>
                  </a:cubicBezTo>
                  <a:cubicBezTo>
                    <a:pt x="21066" y="6910"/>
                    <a:pt x="21091" y="7189"/>
                    <a:pt x="21041" y="7387"/>
                  </a:cubicBezTo>
                  <a:cubicBezTo>
                    <a:pt x="20979" y="7653"/>
                    <a:pt x="20957" y="7788"/>
                    <a:pt x="20897" y="7841"/>
                  </a:cubicBezTo>
                  <a:cubicBezTo>
                    <a:pt x="20889" y="7839"/>
                    <a:pt x="20882" y="7838"/>
                    <a:pt x="20875" y="7838"/>
                  </a:cubicBezTo>
                  <a:lnTo>
                    <a:pt x="20875" y="7838"/>
                  </a:lnTo>
                  <a:cubicBezTo>
                    <a:pt x="20931" y="7864"/>
                    <a:pt x="20908" y="7932"/>
                    <a:pt x="20850" y="8114"/>
                  </a:cubicBezTo>
                  <a:cubicBezTo>
                    <a:pt x="20759" y="8295"/>
                    <a:pt x="20740" y="8433"/>
                    <a:pt x="20747" y="8512"/>
                  </a:cubicBezTo>
                  <a:lnTo>
                    <a:pt x="20800" y="8383"/>
                  </a:lnTo>
                  <a:lnTo>
                    <a:pt x="20800" y="8383"/>
                  </a:lnTo>
                  <a:cubicBezTo>
                    <a:pt x="20869" y="8411"/>
                    <a:pt x="20844" y="8477"/>
                    <a:pt x="20753" y="8590"/>
                  </a:cubicBezTo>
                  <a:cubicBezTo>
                    <a:pt x="20737" y="8625"/>
                    <a:pt x="20720" y="8635"/>
                    <a:pt x="20701" y="8635"/>
                  </a:cubicBezTo>
                  <a:cubicBezTo>
                    <a:pt x="20687" y="8635"/>
                    <a:pt x="20671" y="8628"/>
                    <a:pt x="20656" y="8621"/>
                  </a:cubicBezTo>
                  <a:cubicBezTo>
                    <a:pt x="20651" y="8619"/>
                    <a:pt x="20646" y="8618"/>
                    <a:pt x="20641" y="8618"/>
                  </a:cubicBezTo>
                  <a:cubicBezTo>
                    <a:pt x="20606" y="8618"/>
                    <a:pt x="20558" y="8661"/>
                    <a:pt x="20537" y="8715"/>
                  </a:cubicBezTo>
                  <a:cubicBezTo>
                    <a:pt x="20515" y="8761"/>
                    <a:pt x="20495" y="8808"/>
                    <a:pt x="20514" y="8808"/>
                  </a:cubicBezTo>
                  <a:cubicBezTo>
                    <a:pt x="20520" y="8808"/>
                    <a:pt x="20529" y="8804"/>
                    <a:pt x="20543" y="8794"/>
                  </a:cubicBezTo>
                  <a:cubicBezTo>
                    <a:pt x="20574" y="8809"/>
                    <a:pt x="20577" y="8809"/>
                    <a:pt x="20549" y="8872"/>
                  </a:cubicBezTo>
                  <a:cubicBezTo>
                    <a:pt x="20509" y="8928"/>
                    <a:pt x="20487" y="8997"/>
                    <a:pt x="20483" y="9069"/>
                  </a:cubicBezTo>
                  <a:cubicBezTo>
                    <a:pt x="20515" y="9085"/>
                    <a:pt x="20483" y="9148"/>
                    <a:pt x="20449" y="9207"/>
                  </a:cubicBezTo>
                  <a:cubicBezTo>
                    <a:pt x="20383" y="9248"/>
                    <a:pt x="20317" y="9367"/>
                    <a:pt x="20317" y="9367"/>
                  </a:cubicBezTo>
                  <a:cubicBezTo>
                    <a:pt x="20327" y="9374"/>
                    <a:pt x="20330" y="9376"/>
                    <a:pt x="20330" y="9376"/>
                  </a:cubicBezTo>
                  <a:cubicBezTo>
                    <a:pt x="20330" y="9376"/>
                    <a:pt x="20308" y="9362"/>
                    <a:pt x="20286" y="9348"/>
                  </a:cubicBezTo>
                  <a:cubicBezTo>
                    <a:pt x="20279" y="9343"/>
                    <a:pt x="20270" y="9342"/>
                    <a:pt x="20260" y="9342"/>
                  </a:cubicBezTo>
                  <a:cubicBezTo>
                    <a:pt x="20226" y="9342"/>
                    <a:pt x="20183" y="9364"/>
                    <a:pt x="20183" y="9364"/>
                  </a:cubicBezTo>
                  <a:cubicBezTo>
                    <a:pt x="20145" y="9420"/>
                    <a:pt x="20176" y="9439"/>
                    <a:pt x="20176" y="9439"/>
                  </a:cubicBezTo>
                  <a:cubicBezTo>
                    <a:pt x="20186" y="9446"/>
                    <a:pt x="20136" y="9533"/>
                    <a:pt x="20051" y="9665"/>
                  </a:cubicBezTo>
                  <a:cubicBezTo>
                    <a:pt x="19976" y="9803"/>
                    <a:pt x="19835" y="9959"/>
                    <a:pt x="19700" y="10129"/>
                  </a:cubicBezTo>
                  <a:cubicBezTo>
                    <a:pt x="19484" y="10383"/>
                    <a:pt x="19246" y="10611"/>
                    <a:pt x="18985" y="10818"/>
                  </a:cubicBezTo>
                  <a:cubicBezTo>
                    <a:pt x="18862" y="10873"/>
                    <a:pt x="18712" y="10991"/>
                    <a:pt x="18768" y="10991"/>
                  </a:cubicBezTo>
                  <a:cubicBezTo>
                    <a:pt x="18770" y="10991"/>
                    <a:pt x="18773" y="10991"/>
                    <a:pt x="18776" y="10990"/>
                  </a:cubicBezTo>
                  <a:lnTo>
                    <a:pt x="18776" y="10990"/>
                  </a:lnTo>
                  <a:cubicBezTo>
                    <a:pt x="18801" y="11025"/>
                    <a:pt x="18512" y="11213"/>
                    <a:pt x="18168" y="11426"/>
                  </a:cubicBezTo>
                  <a:cubicBezTo>
                    <a:pt x="17760" y="11664"/>
                    <a:pt x="17469" y="11830"/>
                    <a:pt x="17488" y="11865"/>
                  </a:cubicBezTo>
                  <a:lnTo>
                    <a:pt x="17312" y="11965"/>
                  </a:lnTo>
                  <a:cubicBezTo>
                    <a:pt x="17196" y="12031"/>
                    <a:pt x="17099" y="12131"/>
                    <a:pt x="17039" y="12166"/>
                  </a:cubicBezTo>
                  <a:cubicBezTo>
                    <a:pt x="17016" y="12207"/>
                    <a:pt x="16984" y="12236"/>
                    <a:pt x="16973" y="12236"/>
                  </a:cubicBezTo>
                  <a:cubicBezTo>
                    <a:pt x="16967" y="12236"/>
                    <a:pt x="16968" y="12225"/>
                    <a:pt x="16983" y="12200"/>
                  </a:cubicBezTo>
                  <a:cubicBezTo>
                    <a:pt x="16970" y="12176"/>
                    <a:pt x="16957" y="12154"/>
                    <a:pt x="16930" y="12154"/>
                  </a:cubicBezTo>
                  <a:cubicBezTo>
                    <a:pt x="16919" y="12154"/>
                    <a:pt x="16904" y="12158"/>
                    <a:pt x="16886" y="12169"/>
                  </a:cubicBezTo>
                  <a:cubicBezTo>
                    <a:pt x="16770" y="12235"/>
                    <a:pt x="16789" y="12269"/>
                    <a:pt x="16807" y="12300"/>
                  </a:cubicBezTo>
                  <a:cubicBezTo>
                    <a:pt x="16826" y="12335"/>
                    <a:pt x="16767" y="12366"/>
                    <a:pt x="16767" y="12366"/>
                  </a:cubicBezTo>
                  <a:cubicBezTo>
                    <a:pt x="16738" y="12384"/>
                    <a:pt x="16724" y="12392"/>
                    <a:pt x="16714" y="12392"/>
                  </a:cubicBezTo>
                  <a:cubicBezTo>
                    <a:pt x="16705" y="12392"/>
                    <a:pt x="16701" y="12385"/>
                    <a:pt x="16692" y="12369"/>
                  </a:cubicBezTo>
                  <a:lnTo>
                    <a:pt x="16654" y="12304"/>
                  </a:lnTo>
                  <a:lnTo>
                    <a:pt x="16594" y="12335"/>
                  </a:lnTo>
                  <a:cubicBezTo>
                    <a:pt x="16613" y="12369"/>
                    <a:pt x="16557" y="12404"/>
                    <a:pt x="16557" y="12404"/>
                  </a:cubicBezTo>
                  <a:cubicBezTo>
                    <a:pt x="16532" y="12417"/>
                    <a:pt x="16518" y="12424"/>
                    <a:pt x="16507" y="12424"/>
                  </a:cubicBezTo>
                  <a:cubicBezTo>
                    <a:pt x="16491" y="12424"/>
                    <a:pt x="16482" y="12408"/>
                    <a:pt x="16460" y="12369"/>
                  </a:cubicBezTo>
                  <a:cubicBezTo>
                    <a:pt x="16447" y="12346"/>
                    <a:pt x="16431" y="12336"/>
                    <a:pt x="16416" y="12336"/>
                  </a:cubicBezTo>
                  <a:cubicBezTo>
                    <a:pt x="16387" y="12336"/>
                    <a:pt x="16358" y="12373"/>
                    <a:pt x="16344" y="12438"/>
                  </a:cubicBezTo>
                  <a:lnTo>
                    <a:pt x="16247" y="12539"/>
                  </a:lnTo>
                  <a:cubicBezTo>
                    <a:pt x="16236" y="12535"/>
                    <a:pt x="16227" y="12534"/>
                    <a:pt x="16217" y="12534"/>
                  </a:cubicBezTo>
                  <a:cubicBezTo>
                    <a:pt x="16134" y="12534"/>
                    <a:pt x="16067" y="12646"/>
                    <a:pt x="16033" y="12705"/>
                  </a:cubicBezTo>
                  <a:cubicBezTo>
                    <a:pt x="16010" y="12697"/>
                    <a:pt x="15989" y="12693"/>
                    <a:pt x="15970" y="12693"/>
                  </a:cubicBezTo>
                  <a:cubicBezTo>
                    <a:pt x="15910" y="12693"/>
                    <a:pt x="15872" y="12732"/>
                    <a:pt x="15858" y="12808"/>
                  </a:cubicBezTo>
                  <a:cubicBezTo>
                    <a:pt x="15877" y="12839"/>
                    <a:pt x="15817" y="12874"/>
                    <a:pt x="15742" y="12874"/>
                  </a:cubicBezTo>
                  <a:cubicBezTo>
                    <a:pt x="15664" y="12874"/>
                    <a:pt x="15607" y="12908"/>
                    <a:pt x="15488" y="12977"/>
                  </a:cubicBezTo>
                  <a:cubicBezTo>
                    <a:pt x="15451" y="13043"/>
                    <a:pt x="15043" y="13278"/>
                    <a:pt x="14576" y="13548"/>
                  </a:cubicBezTo>
                  <a:cubicBezTo>
                    <a:pt x="14053" y="13852"/>
                    <a:pt x="13705" y="14052"/>
                    <a:pt x="13724" y="14087"/>
                  </a:cubicBezTo>
                  <a:cubicBezTo>
                    <a:pt x="13664" y="14118"/>
                    <a:pt x="13664" y="14118"/>
                    <a:pt x="13586" y="14121"/>
                  </a:cubicBezTo>
                  <a:cubicBezTo>
                    <a:pt x="13582" y="14112"/>
                    <a:pt x="13575" y="14108"/>
                    <a:pt x="13567" y="14108"/>
                  </a:cubicBezTo>
                  <a:cubicBezTo>
                    <a:pt x="13543" y="14108"/>
                    <a:pt x="13505" y="14146"/>
                    <a:pt x="13489" y="14221"/>
                  </a:cubicBezTo>
                  <a:cubicBezTo>
                    <a:pt x="13466" y="14262"/>
                    <a:pt x="13464" y="14289"/>
                    <a:pt x="13457" y="14289"/>
                  </a:cubicBezTo>
                  <a:cubicBezTo>
                    <a:pt x="13453" y="14289"/>
                    <a:pt x="13447" y="14278"/>
                    <a:pt x="13432" y="14253"/>
                  </a:cubicBezTo>
                  <a:cubicBezTo>
                    <a:pt x="13429" y="14248"/>
                    <a:pt x="13424" y="14245"/>
                    <a:pt x="13415" y="14245"/>
                  </a:cubicBezTo>
                  <a:cubicBezTo>
                    <a:pt x="13372" y="14245"/>
                    <a:pt x="13259" y="14310"/>
                    <a:pt x="13063" y="14422"/>
                  </a:cubicBezTo>
                  <a:cubicBezTo>
                    <a:pt x="12890" y="14522"/>
                    <a:pt x="12655" y="14657"/>
                    <a:pt x="12674" y="14692"/>
                  </a:cubicBezTo>
                  <a:cubicBezTo>
                    <a:pt x="12620" y="14747"/>
                    <a:pt x="12596" y="14772"/>
                    <a:pt x="12592" y="14772"/>
                  </a:cubicBezTo>
                  <a:cubicBezTo>
                    <a:pt x="12589" y="14772"/>
                    <a:pt x="12599" y="14755"/>
                    <a:pt x="12618" y="14726"/>
                  </a:cubicBezTo>
                  <a:cubicBezTo>
                    <a:pt x="12622" y="14702"/>
                    <a:pt x="12608" y="14692"/>
                    <a:pt x="12582" y="14692"/>
                  </a:cubicBezTo>
                  <a:cubicBezTo>
                    <a:pt x="12500" y="14692"/>
                    <a:pt x="12296" y="14800"/>
                    <a:pt x="12191" y="14927"/>
                  </a:cubicBezTo>
                  <a:cubicBezTo>
                    <a:pt x="12149" y="14951"/>
                    <a:pt x="12109" y="14975"/>
                    <a:pt x="12082" y="14975"/>
                  </a:cubicBezTo>
                  <a:cubicBezTo>
                    <a:pt x="12071" y="14975"/>
                    <a:pt x="12062" y="14971"/>
                    <a:pt x="12057" y="14961"/>
                  </a:cubicBezTo>
                  <a:cubicBezTo>
                    <a:pt x="11956" y="15021"/>
                    <a:pt x="11865" y="15086"/>
                    <a:pt x="11784" y="15165"/>
                  </a:cubicBezTo>
                  <a:lnTo>
                    <a:pt x="11377" y="15400"/>
                  </a:lnTo>
                  <a:cubicBezTo>
                    <a:pt x="11298" y="15447"/>
                    <a:pt x="11226" y="15503"/>
                    <a:pt x="11160" y="15566"/>
                  </a:cubicBezTo>
                  <a:lnTo>
                    <a:pt x="11104" y="15600"/>
                  </a:lnTo>
                  <a:cubicBezTo>
                    <a:pt x="11102" y="15597"/>
                    <a:pt x="11099" y="15596"/>
                    <a:pt x="11093" y="15596"/>
                  </a:cubicBezTo>
                  <a:cubicBezTo>
                    <a:pt x="11033" y="15596"/>
                    <a:pt x="10758" y="15756"/>
                    <a:pt x="10386" y="15970"/>
                  </a:cubicBezTo>
                  <a:cubicBezTo>
                    <a:pt x="9979" y="16208"/>
                    <a:pt x="9631" y="16409"/>
                    <a:pt x="9553" y="16409"/>
                  </a:cubicBezTo>
                  <a:cubicBezTo>
                    <a:pt x="9512" y="16434"/>
                    <a:pt x="9481" y="16468"/>
                    <a:pt x="9456" y="16509"/>
                  </a:cubicBezTo>
                  <a:cubicBezTo>
                    <a:pt x="9434" y="16609"/>
                    <a:pt x="9377" y="16644"/>
                    <a:pt x="9299" y="16644"/>
                  </a:cubicBezTo>
                  <a:cubicBezTo>
                    <a:pt x="9289" y="16641"/>
                    <a:pt x="9278" y="16639"/>
                    <a:pt x="9266" y="16639"/>
                  </a:cubicBezTo>
                  <a:cubicBezTo>
                    <a:pt x="9158" y="16639"/>
                    <a:pt x="8964" y="16754"/>
                    <a:pt x="8939" y="16841"/>
                  </a:cubicBezTo>
                  <a:cubicBezTo>
                    <a:pt x="8934" y="16832"/>
                    <a:pt x="8929" y="16819"/>
                    <a:pt x="8923" y="16807"/>
                  </a:cubicBezTo>
                  <a:cubicBezTo>
                    <a:pt x="8911" y="16803"/>
                    <a:pt x="8899" y="16801"/>
                    <a:pt x="8886" y="16801"/>
                  </a:cubicBezTo>
                  <a:cubicBezTo>
                    <a:pt x="8791" y="16801"/>
                    <a:pt x="8659" y="16903"/>
                    <a:pt x="8628" y="16985"/>
                  </a:cubicBezTo>
                  <a:cubicBezTo>
                    <a:pt x="8601" y="16983"/>
                    <a:pt x="8575" y="16981"/>
                    <a:pt x="8550" y="16981"/>
                  </a:cubicBezTo>
                  <a:cubicBezTo>
                    <a:pt x="8501" y="16981"/>
                    <a:pt x="8458" y="16990"/>
                    <a:pt x="8425" y="17029"/>
                  </a:cubicBezTo>
                  <a:cubicBezTo>
                    <a:pt x="8401" y="17039"/>
                    <a:pt x="8386" y="17045"/>
                    <a:pt x="8376" y="17045"/>
                  </a:cubicBezTo>
                  <a:cubicBezTo>
                    <a:pt x="8358" y="17045"/>
                    <a:pt x="8351" y="17028"/>
                    <a:pt x="8334" y="16985"/>
                  </a:cubicBezTo>
                  <a:cubicBezTo>
                    <a:pt x="8324" y="16956"/>
                    <a:pt x="8314" y="16928"/>
                    <a:pt x="8280" y="16928"/>
                  </a:cubicBezTo>
                  <a:cubicBezTo>
                    <a:pt x="8271" y="16928"/>
                    <a:pt x="8260" y="16931"/>
                    <a:pt x="8246" y="16935"/>
                  </a:cubicBezTo>
                  <a:cubicBezTo>
                    <a:pt x="8183" y="16960"/>
                    <a:pt x="8196" y="16995"/>
                    <a:pt x="8208" y="17029"/>
                  </a:cubicBezTo>
                  <a:lnTo>
                    <a:pt x="8080" y="17073"/>
                  </a:lnTo>
                  <a:cubicBezTo>
                    <a:pt x="8080" y="17073"/>
                    <a:pt x="8017" y="17095"/>
                    <a:pt x="8027" y="17130"/>
                  </a:cubicBezTo>
                  <a:cubicBezTo>
                    <a:pt x="8039" y="17167"/>
                    <a:pt x="7973" y="17186"/>
                    <a:pt x="7907" y="17205"/>
                  </a:cubicBezTo>
                  <a:cubicBezTo>
                    <a:pt x="7905" y="17197"/>
                    <a:pt x="7900" y="17193"/>
                    <a:pt x="7895" y="17193"/>
                  </a:cubicBezTo>
                  <a:cubicBezTo>
                    <a:pt x="7879" y="17193"/>
                    <a:pt x="7859" y="17228"/>
                    <a:pt x="7917" y="17242"/>
                  </a:cubicBezTo>
                  <a:cubicBezTo>
                    <a:pt x="7926" y="17280"/>
                    <a:pt x="7939" y="17315"/>
                    <a:pt x="7870" y="17333"/>
                  </a:cubicBezTo>
                  <a:lnTo>
                    <a:pt x="7889" y="17409"/>
                  </a:lnTo>
                  <a:cubicBezTo>
                    <a:pt x="7910" y="17478"/>
                    <a:pt x="7919" y="17515"/>
                    <a:pt x="8051" y="17515"/>
                  </a:cubicBezTo>
                  <a:cubicBezTo>
                    <a:pt x="8056" y="17515"/>
                    <a:pt x="8062" y="17515"/>
                    <a:pt x="8067" y="17515"/>
                  </a:cubicBezTo>
                  <a:cubicBezTo>
                    <a:pt x="8356" y="17468"/>
                    <a:pt x="8572" y="17418"/>
                    <a:pt x="8547" y="17349"/>
                  </a:cubicBezTo>
                  <a:cubicBezTo>
                    <a:pt x="8578" y="17311"/>
                    <a:pt x="8619" y="17280"/>
                    <a:pt x="8666" y="17258"/>
                  </a:cubicBezTo>
                  <a:cubicBezTo>
                    <a:pt x="8707" y="17244"/>
                    <a:pt x="8750" y="17236"/>
                    <a:pt x="8794" y="17236"/>
                  </a:cubicBezTo>
                  <a:cubicBezTo>
                    <a:pt x="8800" y="17236"/>
                    <a:pt x="8807" y="17236"/>
                    <a:pt x="8813" y="17236"/>
                  </a:cubicBezTo>
                  <a:cubicBezTo>
                    <a:pt x="8815" y="17240"/>
                    <a:pt x="8820" y="17242"/>
                    <a:pt x="8828" y="17242"/>
                  </a:cubicBezTo>
                  <a:cubicBezTo>
                    <a:pt x="8890" y="17242"/>
                    <a:pt x="9132" y="17133"/>
                    <a:pt x="9409" y="16973"/>
                  </a:cubicBezTo>
                  <a:cubicBezTo>
                    <a:pt x="9760" y="16772"/>
                    <a:pt x="9932" y="16672"/>
                    <a:pt x="10010" y="16669"/>
                  </a:cubicBezTo>
                  <a:cubicBezTo>
                    <a:pt x="10057" y="16669"/>
                    <a:pt x="10104" y="16656"/>
                    <a:pt x="10145" y="16634"/>
                  </a:cubicBezTo>
                  <a:cubicBezTo>
                    <a:pt x="10126" y="16603"/>
                    <a:pt x="10474" y="16399"/>
                    <a:pt x="10881" y="16164"/>
                  </a:cubicBezTo>
                  <a:cubicBezTo>
                    <a:pt x="11289" y="15929"/>
                    <a:pt x="11696" y="15694"/>
                    <a:pt x="11677" y="15660"/>
                  </a:cubicBezTo>
                  <a:lnTo>
                    <a:pt x="11797" y="15594"/>
                  </a:lnTo>
                  <a:cubicBezTo>
                    <a:pt x="11799" y="15600"/>
                    <a:pt x="11805" y="15602"/>
                    <a:pt x="11814" y="15602"/>
                  </a:cubicBezTo>
                  <a:cubicBezTo>
                    <a:pt x="11854" y="15602"/>
                    <a:pt x="11952" y="15547"/>
                    <a:pt x="12047" y="15491"/>
                  </a:cubicBezTo>
                  <a:cubicBezTo>
                    <a:pt x="12110" y="15428"/>
                    <a:pt x="12182" y="15372"/>
                    <a:pt x="12260" y="15325"/>
                  </a:cubicBezTo>
                  <a:cubicBezTo>
                    <a:pt x="12265" y="15333"/>
                    <a:pt x="12273" y="15337"/>
                    <a:pt x="12284" y="15337"/>
                  </a:cubicBezTo>
                  <a:cubicBezTo>
                    <a:pt x="12314" y="15337"/>
                    <a:pt x="12369" y="15306"/>
                    <a:pt x="12455" y="15256"/>
                  </a:cubicBezTo>
                  <a:cubicBezTo>
                    <a:pt x="12571" y="15190"/>
                    <a:pt x="12627" y="15155"/>
                    <a:pt x="12611" y="15121"/>
                  </a:cubicBezTo>
                  <a:cubicBezTo>
                    <a:pt x="12668" y="15090"/>
                    <a:pt x="13075" y="14851"/>
                    <a:pt x="13269" y="14786"/>
                  </a:cubicBezTo>
                  <a:cubicBezTo>
                    <a:pt x="13345" y="14786"/>
                    <a:pt x="13385" y="14717"/>
                    <a:pt x="13426" y="14651"/>
                  </a:cubicBezTo>
                  <a:cubicBezTo>
                    <a:pt x="13407" y="14619"/>
                    <a:pt x="13445" y="14550"/>
                    <a:pt x="13504" y="14519"/>
                  </a:cubicBezTo>
                  <a:lnTo>
                    <a:pt x="13542" y="14585"/>
                  </a:lnTo>
                  <a:cubicBezTo>
                    <a:pt x="13522" y="14617"/>
                    <a:pt x="13512" y="14634"/>
                    <a:pt x="13521" y="14634"/>
                  </a:cubicBezTo>
                  <a:cubicBezTo>
                    <a:pt x="13530" y="14634"/>
                    <a:pt x="13559" y="14617"/>
                    <a:pt x="13617" y="14582"/>
                  </a:cubicBezTo>
                  <a:lnTo>
                    <a:pt x="13733" y="14516"/>
                  </a:lnTo>
                  <a:cubicBezTo>
                    <a:pt x="13714" y="14482"/>
                    <a:pt x="14006" y="14315"/>
                    <a:pt x="14413" y="14077"/>
                  </a:cubicBezTo>
                  <a:cubicBezTo>
                    <a:pt x="14937" y="13776"/>
                    <a:pt x="15112" y="13673"/>
                    <a:pt x="15093" y="13642"/>
                  </a:cubicBezTo>
                  <a:cubicBezTo>
                    <a:pt x="15074" y="13607"/>
                    <a:pt x="15134" y="13576"/>
                    <a:pt x="15325" y="13507"/>
                  </a:cubicBezTo>
                  <a:cubicBezTo>
                    <a:pt x="15733" y="13404"/>
                    <a:pt x="15733" y="13404"/>
                    <a:pt x="15770" y="13338"/>
                  </a:cubicBezTo>
                  <a:lnTo>
                    <a:pt x="15770" y="13338"/>
                  </a:lnTo>
                  <a:cubicBezTo>
                    <a:pt x="15754" y="13348"/>
                    <a:pt x="15740" y="13352"/>
                    <a:pt x="15729" y="13352"/>
                  </a:cubicBezTo>
                  <a:cubicBezTo>
                    <a:pt x="15703" y="13352"/>
                    <a:pt x="15689" y="13328"/>
                    <a:pt x="15676" y="13306"/>
                  </a:cubicBezTo>
                  <a:cubicBezTo>
                    <a:pt x="15648" y="13257"/>
                    <a:pt x="15672" y="13226"/>
                    <a:pt x="15727" y="13226"/>
                  </a:cubicBezTo>
                  <a:cubicBezTo>
                    <a:pt x="15745" y="13226"/>
                    <a:pt x="15767" y="13229"/>
                    <a:pt x="15792" y="13237"/>
                  </a:cubicBezTo>
                  <a:cubicBezTo>
                    <a:pt x="15794" y="13241"/>
                    <a:pt x="15799" y="13243"/>
                    <a:pt x="15806" y="13243"/>
                  </a:cubicBezTo>
                  <a:cubicBezTo>
                    <a:pt x="15925" y="13243"/>
                    <a:pt x="16683" y="12759"/>
                    <a:pt x="16704" y="12667"/>
                  </a:cubicBezTo>
                  <a:cubicBezTo>
                    <a:pt x="16696" y="12653"/>
                    <a:pt x="16692" y="12644"/>
                    <a:pt x="16692" y="12644"/>
                  </a:cubicBezTo>
                  <a:lnTo>
                    <a:pt x="16692" y="12644"/>
                  </a:lnTo>
                  <a:cubicBezTo>
                    <a:pt x="16692" y="12644"/>
                    <a:pt x="16701" y="12660"/>
                    <a:pt x="16723" y="12698"/>
                  </a:cubicBezTo>
                  <a:cubicBezTo>
                    <a:pt x="16727" y="12707"/>
                    <a:pt x="16734" y="12711"/>
                    <a:pt x="16745" y="12711"/>
                  </a:cubicBezTo>
                  <a:cubicBezTo>
                    <a:pt x="16780" y="12711"/>
                    <a:pt x="16856" y="12666"/>
                    <a:pt x="17033" y="12564"/>
                  </a:cubicBezTo>
                  <a:lnTo>
                    <a:pt x="17209" y="12463"/>
                  </a:lnTo>
                  <a:cubicBezTo>
                    <a:pt x="17174" y="12403"/>
                    <a:pt x="17479" y="12256"/>
                    <a:pt x="17545" y="12256"/>
                  </a:cubicBezTo>
                  <a:cubicBezTo>
                    <a:pt x="17551" y="12256"/>
                    <a:pt x="17555" y="12257"/>
                    <a:pt x="17556" y="12260"/>
                  </a:cubicBezTo>
                  <a:cubicBezTo>
                    <a:pt x="17635" y="12260"/>
                    <a:pt x="17635" y="12260"/>
                    <a:pt x="17751" y="12194"/>
                  </a:cubicBezTo>
                  <a:cubicBezTo>
                    <a:pt x="17871" y="12043"/>
                    <a:pt x="18132" y="11919"/>
                    <a:pt x="18199" y="11919"/>
                  </a:cubicBezTo>
                  <a:cubicBezTo>
                    <a:pt x="18207" y="11919"/>
                    <a:pt x="18213" y="11921"/>
                    <a:pt x="18215" y="11924"/>
                  </a:cubicBezTo>
                  <a:lnTo>
                    <a:pt x="18331" y="11855"/>
                  </a:lnTo>
                  <a:cubicBezTo>
                    <a:pt x="18371" y="11790"/>
                    <a:pt x="18487" y="11724"/>
                    <a:pt x="18550" y="11680"/>
                  </a:cubicBezTo>
                  <a:cubicBezTo>
                    <a:pt x="18718" y="11572"/>
                    <a:pt x="18782" y="11528"/>
                    <a:pt x="18732" y="11528"/>
                  </a:cubicBezTo>
                  <a:cubicBezTo>
                    <a:pt x="18727" y="11528"/>
                    <a:pt x="18720" y="11529"/>
                    <a:pt x="18713" y="11530"/>
                  </a:cubicBezTo>
                  <a:cubicBezTo>
                    <a:pt x="18694" y="11498"/>
                    <a:pt x="18675" y="11464"/>
                    <a:pt x="18735" y="11426"/>
                  </a:cubicBezTo>
                  <a:lnTo>
                    <a:pt x="18754" y="11457"/>
                  </a:lnTo>
                  <a:cubicBezTo>
                    <a:pt x="18756" y="11460"/>
                    <a:pt x="18760" y="11462"/>
                    <a:pt x="18765" y="11462"/>
                  </a:cubicBezTo>
                  <a:cubicBezTo>
                    <a:pt x="18814" y="11462"/>
                    <a:pt x="18990" y="11359"/>
                    <a:pt x="19186" y="11191"/>
                  </a:cubicBezTo>
                  <a:cubicBezTo>
                    <a:pt x="19477" y="10969"/>
                    <a:pt x="19575" y="10862"/>
                    <a:pt x="19653" y="10837"/>
                  </a:cubicBezTo>
                  <a:lnTo>
                    <a:pt x="19678" y="10759"/>
                  </a:lnTo>
                  <a:cubicBezTo>
                    <a:pt x="19701" y="10694"/>
                    <a:pt x="19739" y="10649"/>
                    <a:pt x="19768" y="10649"/>
                  </a:cubicBezTo>
                  <a:cubicBezTo>
                    <a:pt x="19774" y="10649"/>
                    <a:pt x="19780" y="10651"/>
                    <a:pt x="19785" y="10655"/>
                  </a:cubicBezTo>
                  <a:cubicBezTo>
                    <a:pt x="19854" y="10621"/>
                    <a:pt x="19913" y="10574"/>
                    <a:pt x="19963" y="10514"/>
                  </a:cubicBezTo>
                  <a:cubicBezTo>
                    <a:pt x="20026" y="10439"/>
                    <a:pt x="20079" y="10361"/>
                    <a:pt x="20123" y="10276"/>
                  </a:cubicBezTo>
                  <a:lnTo>
                    <a:pt x="20217" y="10163"/>
                  </a:lnTo>
                  <a:cubicBezTo>
                    <a:pt x="20327" y="10160"/>
                    <a:pt x="20455" y="9975"/>
                    <a:pt x="20433" y="9872"/>
                  </a:cubicBezTo>
                  <a:lnTo>
                    <a:pt x="20433" y="9872"/>
                  </a:lnTo>
                  <a:cubicBezTo>
                    <a:pt x="20438" y="9875"/>
                    <a:pt x="20442" y="9876"/>
                    <a:pt x="20447" y="9876"/>
                  </a:cubicBezTo>
                  <a:cubicBezTo>
                    <a:pt x="20476" y="9876"/>
                    <a:pt x="20511" y="9823"/>
                    <a:pt x="20546" y="9771"/>
                  </a:cubicBezTo>
                  <a:cubicBezTo>
                    <a:pt x="20604" y="9638"/>
                    <a:pt x="20737" y="9398"/>
                    <a:pt x="20774" y="9398"/>
                  </a:cubicBezTo>
                  <a:cubicBezTo>
                    <a:pt x="20776" y="9398"/>
                    <a:pt x="20777" y="9398"/>
                    <a:pt x="20778" y="9399"/>
                  </a:cubicBezTo>
                  <a:lnTo>
                    <a:pt x="20812" y="9333"/>
                  </a:lnTo>
                  <a:cubicBezTo>
                    <a:pt x="20819" y="9257"/>
                    <a:pt x="20844" y="9185"/>
                    <a:pt x="20885" y="9123"/>
                  </a:cubicBezTo>
                  <a:cubicBezTo>
                    <a:pt x="20925" y="9060"/>
                    <a:pt x="20947" y="8985"/>
                    <a:pt x="20944" y="8910"/>
                  </a:cubicBezTo>
                  <a:cubicBezTo>
                    <a:pt x="20941" y="8860"/>
                    <a:pt x="20950" y="8806"/>
                    <a:pt x="20966" y="8759"/>
                  </a:cubicBezTo>
                  <a:cubicBezTo>
                    <a:pt x="20973" y="8742"/>
                    <a:pt x="20979" y="8735"/>
                    <a:pt x="20984" y="8735"/>
                  </a:cubicBezTo>
                  <a:cubicBezTo>
                    <a:pt x="20999" y="8735"/>
                    <a:pt x="21004" y="8796"/>
                    <a:pt x="21007" y="8860"/>
                  </a:cubicBezTo>
                  <a:cubicBezTo>
                    <a:pt x="21002" y="8895"/>
                    <a:pt x="21003" y="8911"/>
                    <a:pt x="21007" y="8911"/>
                  </a:cubicBezTo>
                  <a:cubicBezTo>
                    <a:pt x="21023" y="8911"/>
                    <a:pt x="21076" y="8751"/>
                    <a:pt x="21088" y="8574"/>
                  </a:cubicBezTo>
                  <a:cubicBezTo>
                    <a:pt x="21095" y="8451"/>
                    <a:pt x="21095" y="8395"/>
                    <a:pt x="21098" y="8395"/>
                  </a:cubicBezTo>
                  <a:cubicBezTo>
                    <a:pt x="21101" y="8395"/>
                    <a:pt x="21105" y="8434"/>
                    <a:pt x="21116" y="8509"/>
                  </a:cubicBezTo>
                  <a:cubicBezTo>
                    <a:pt x="21120" y="8557"/>
                    <a:pt x="21124" y="8605"/>
                    <a:pt x="21131" y="8605"/>
                  </a:cubicBezTo>
                  <a:cubicBezTo>
                    <a:pt x="21136" y="8605"/>
                    <a:pt x="21142" y="8582"/>
                    <a:pt x="21151" y="8521"/>
                  </a:cubicBezTo>
                  <a:cubicBezTo>
                    <a:pt x="21151" y="8521"/>
                    <a:pt x="21151" y="8521"/>
                    <a:pt x="21151" y="8521"/>
                  </a:cubicBezTo>
                  <a:cubicBezTo>
                    <a:pt x="21155" y="8521"/>
                    <a:pt x="21201" y="8386"/>
                    <a:pt x="21163" y="8374"/>
                  </a:cubicBezTo>
                  <a:lnTo>
                    <a:pt x="21229" y="8164"/>
                  </a:lnTo>
                  <a:cubicBezTo>
                    <a:pt x="21286" y="8082"/>
                    <a:pt x="21326" y="7995"/>
                    <a:pt x="21355" y="7897"/>
                  </a:cubicBezTo>
                  <a:cubicBezTo>
                    <a:pt x="21333" y="7816"/>
                    <a:pt x="21333" y="7819"/>
                    <a:pt x="21386" y="7756"/>
                  </a:cubicBezTo>
                  <a:cubicBezTo>
                    <a:pt x="21388" y="7757"/>
                    <a:pt x="21390" y="7757"/>
                    <a:pt x="21392" y="7757"/>
                  </a:cubicBezTo>
                  <a:cubicBezTo>
                    <a:pt x="21422" y="7757"/>
                    <a:pt x="21432" y="7693"/>
                    <a:pt x="21364" y="7675"/>
                  </a:cubicBezTo>
                  <a:cubicBezTo>
                    <a:pt x="21342" y="7603"/>
                    <a:pt x="21358" y="7521"/>
                    <a:pt x="21411" y="7462"/>
                  </a:cubicBezTo>
                  <a:cubicBezTo>
                    <a:pt x="21418" y="7463"/>
                    <a:pt x="21425" y="7464"/>
                    <a:pt x="21431" y="7464"/>
                  </a:cubicBezTo>
                  <a:cubicBezTo>
                    <a:pt x="21486" y="7464"/>
                    <a:pt x="21495" y="7405"/>
                    <a:pt x="21461" y="7399"/>
                  </a:cubicBezTo>
                  <a:cubicBezTo>
                    <a:pt x="21452" y="7349"/>
                    <a:pt x="21446" y="7299"/>
                    <a:pt x="21449" y="7249"/>
                  </a:cubicBezTo>
                  <a:lnTo>
                    <a:pt x="21449" y="7249"/>
                  </a:lnTo>
                  <a:cubicBezTo>
                    <a:pt x="21449" y="7249"/>
                    <a:pt x="21449" y="7249"/>
                    <a:pt x="21449" y="7249"/>
                  </a:cubicBezTo>
                  <a:cubicBezTo>
                    <a:pt x="21468" y="7249"/>
                    <a:pt x="21499" y="7090"/>
                    <a:pt x="21530" y="6848"/>
                  </a:cubicBezTo>
                  <a:cubicBezTo>
                    <a:pt x="21549" y="6707"/>
                    <a:pt x="21558" y="6569"/>
                    <a:pt x="21555" y="6428"/>
                  </a:cubicBezTo>
                  <a:cubicBezTo>
                    <a:pt x="21565" y="6268"/>
                    <a:pt x="21561" y="6105"/>
                    <a:pt x="21549" y="5945"/>
                  </a:cubicBezTo>
                  <a:cubicBezTo>
                    <a:pt x="21546" y="5875"/>
                    <a:pt x="21504" y="5804"/>
                    <a:pt x="21467" y="5804"/>
                  </a:cubicBezTo>
                  <a:cubicBezTo>
                    <a:pt x="21466" y="5804"/>
                    <a:pt x="21465" y="5804"/>
                    <a:pt x="21464" y="5804"/>
                  </a:cubicBezTo>
                  <a:cubicBezTo>
                    <a:pt x="21449" y="5805"/>
                    <a:pt x="21439" y="5806"/>
                    <a:pt x="21432" y="5806"/>
                  </a:cubicBezTo>
                  <a:cubicBezTo>
                    <a:pt x="21404" y="5806"/>
                    <a:pt x="21433" y="5792"/>
                    <a:pt x="21458" y="5732"/>
                  </a:cubicBezTo>
                  <a:cubicBezTo>
                    <a:pt x="21542" y="5668"/>
                    <a:pt x="21554" y="5562"/>
                    <a:pt x="21501" y="5562"/>
                  </a:cubicBezTo>
                  <a:cubicBezTo>
                    <a:pt x="21487" y="5562"/>
                    <a:pt x="21469" y="5570"/>
                    <a:pt x="21446" y="5588"/>
                  </a:cubicBezTo>
                  <a:cubicBezTo>
                    <a:pt x="21417" y="5621"/>
                    <a:pt x="21400" y="5640"/>
                    <a:pt x="21395" y="5640"/>
                  </a:cubicBezTo>
                  <a:cubicBezTo>
                    <a:pt x="21388" y="5640"/>
                    <a:pt x="21404" y="5603"/>
                    <a:pt x="21442" y="5516"/>
                  </a:cubicBezTo>
                  <a:cubicBezTo>
                    <a:pt x="21467" y="5441"/>
                    <a:pt x="21467" y="5441"/>
                    <a:pt x="21417" y="5375"/>
                  </a:cubicBezTo>
                  <a:cubicBezTo>
                    <a:pt x="21416" y="5375"/>
                    <a:pt x="21416" y="5375"/>
                    <a:pt x="21415" y="5375"/>
                  </a:cubicBezTo>
                  <a:cubicBezTo>
                    <a:pt x="21379" y="5375"/>
                    <a:pt x="21368" y="5309"/>
                    <a:pt x="21405" y="5303"/>
                  </a:cubicBezTo>
                  <a:cubicBezTo>
                    <a:pt x="21429" y="5227"/>
                    <a:pt x="21453" y="5152"/>
                    <a:pt x="21421" y="5152"/>
                  </a:cubicBezTo>
                  <a:cubicBezTo>
                    <a:pt x="21420" y="5152"/>
                    <a:pt x="21419" y="5152"/>
                    <a:pt x="21417" y="5152"/>
                  </a:cubicBezTo>
                  <a:cubicBezTo>
                    <a:pt x="21408" y="5102"/>
                    <a:pt x="21414" y="5052"/>
                    <a:pt x="21427" y="5002"/>
                  </a:cubicBezTo>
                  <a:cubicBezTo>
                    <a:pt x="21455" y="4923"/>
                    <a:pt x="21399" y="4858"/>
                    <a:pt x="21342" y="4798"/>
                  </a:cubicBezTo>
                  <a:cubicBezTo>
                    <a:pt x="21238" y="4647"/>
                    <a:pt x="21205" y="4572"/>
                    <a:pt x="21240" y="4572"/>
                  </a:cubicBezTo>
                  <a:cubicBezTo>
                    <a:pt x="21249" y="4572"/>
                    <a:pt x="21263" y="4578"/>
                    <a:pt x="21283" y="4588"/>
                  </a:cubicBezTo>
                  <a:cubicBezTo>
                    <a:pt x="21289" y="4591"/>
                    <a:pt x="21294" y="4593"/>
                    <a:pt x="21298" y="4593"/>
                  </a:cubicBezTo>
                  <a:cubicBezTo>
                    <a:pt x="21357" y="4593"/>
                    <a:pt x="21241" y="4288"/>
                    <a:pt x="21142" y="4253"/>
                  </a:cubicBezTo>
                  <a:cubicBezTo>
                    <a:pt x="21041" y="4209"/>
                    <a:pt x="21041" y="4209"/>
                    <a:pt x="21079" y="4196"/>
                  </a:cubicBezTo>
                  <a:cubicBezTo>
                    <a:pt x="21113" y="4184"/>
                    <a:pt x="21088" y="4118"/>
                    <a:pt x="21088" y="4118"/>
                  </a:cubicBezTo>
                  <a:cubicBezTo>
                    <a:pt x="21060" y="4049"/>
                    <a:pt x="21035" y="3983"/>
                    <a:pt x="21069" y="3968"/>
                  </a:cubicBezTo>
                  <a:cubicBezTo>
                    <a:pt x="21038" y="3902"/>
                    <a:pt x="21001" y="3839"/>
                    <a:pt x="20957" y="3780"/>
                  </a:cubicBezTo>
                  <a:cubicBezTo>
                    <a:pt x="20825" y="3679"/>
                    <a:pt x="20759" y="3476"/>
                    <a:pt x="20794" y="3375"/>
                  </a:cubicBezTo>
                  <a:lnTo>
                    <a:pt x="20693" y="3266"/>
                  </a:lnTo>
                  <a:cubicBezTo>
                    <a:pt x="20596" y="3237"/>
                    <a:pt x="20524" y="3197"/>
                    <a:pt x="20590" y="3159"/>
                  </a:cubicBezTo>
                  <a:lnTo>
                    <a:pt x="20624" y="3140"/>
                  </a:lnTo>
                  <a:cubicBezTo>
                    <a:pt x="20518" y="3118"/>
                    <a:pt x="20396" y="2858"/>
                    <a:pt x="20458" y="2814"/>
                  </a:cubicBezTo>
                  <a:cubicBezTo>
                    <a:pt x="20490" y="2796"/>
                    <a:pt x="20490" y="2796"/>
                    <a:pt x="20449" y="2733"/>
                  </a:cubicBezTo>
                  <a:lnTo>
                    <a:pt x="20418" y="2755"/>
                  </a:lnTo>
                  <a:cubicBezTo>
                    <a:pt x="20402" y="2766"/>
                    <a:pt x="20386" y="2776"/>
                    <a:pt x="20370" y="2776"/>
                  </a:cubicBezTo>
                  <a:cubicBezTo>
                    <a:pt x="20353" y="2776"/>
                    <a:pt x="20336" y="2766"/>
                    <a:pt x="20317" y="2736"/>
                  </a:cubicBezTo>
                  <a:cubicBezTo>
                    <a:pt x="20280" y="2673"/>
                    <a:pt x="20233" y="2620"/>
                    <a:pt x="20264" y="2598"/>
                  </a:cubicBezTo>
                  <a:cubicBezTo>
                    <a:pt x="20250" y="2529"/>
                    <a:pt x="20236" y="2457"/>
                    <a:pt x="20211" y="2457"/>
                  </a:cubicBezTo>
                  <a:cubicBezTo>
                    <a:pt x="20208" y="2457"/>
                    <a:pt x="20205" y="2458"/>
                    <a:pt x="20201" y="2460"/>
                  </a:cubicBezTo>
                  <a:cubicBezTo>
                    <a:pt x="20173" y="2420"/>
                    <a:pt x="20151" y="2376"/>
                    <a:pt x="20142" y="2326"/>
                  </a:cubicBezTo>
                  <a:cubicBezTo>
                    <a:pt x="20095" y="2269"/>
                    <a:pt x="20051" y="2210"/>
                    <a:pt x="19954" y="2100"/>
                  </a:cubicBezTo>
                  <a:cubicBezTo>
                    <a:pt x="19875" y="2072"/>
                    <a:pt x="19775" y="1968"/>
                    <a:pt x="19800" y="1940"/>
                  </a:cubicBezTo>
                  <a:cubicBezTo>
                    <a:pt x="19800" y="1940"/>
                    <a:pt x="19697" y="1837"/>
                    <a:pt x="19622" y="1812"/>
                  </a:cubicBezTo>
                  <a:cubicBezTo>
                    <a:pt x="19521" y="1705"/>
                    <a:pt x="19462" y="1661"/>
                    <a:pt x="19487" y="1633"/>
                  </a:cubicBezTo>
                  <a:cubicBezTo>
                    <a:pt x="19512" y="1605"/>
                    <a:pt x="19512" y="1605"/>
                    <a:pt x="19430" y="1586"/>
                  </a:cubicBezTo>
                  <a:cubicBezTo>
                    <a:pt x="19425" y="1592"/>
                    <a:pt x="19419" y="1594"/>
                    <a:pt x="19411" y="1594"/>
                  </a:cubicBezTo>
                  <a:cubicBezTo>
                    <a:pt x="19382" y="1594"/>
                    <a:pt x="19338" y="1557"/>
                    <a:pt x="19296" y="1520"/>
                  </a:cubicBezTo>
                  <a:lnTo>
                    <a:pt x="19183" y="1426"/>
                  </a:lnTo>
                  <a:cubicBezTo>
                    <a:pt x="19172" y="1440"/>
                    <a:pt x="19165" y="1448"/>
                    <a:pt x="19157" y="1448"/>
                  </a:cubicBezTo>
                  <a:cubicBezTo>
                    <a:pt x="19146" y="1448"/>
                    <a:pt x="19132" y="1436"/>
                    <a:pt x="19101" y="1410"/>
                  </a:cubicBezTo>
                  <a:cubicBezTo>
                    <a:pt x="19017" y="1323"/>
                    <a:pt x="18926" y="1241"/>
                    <a:pt x="18832" y="1166"/>
                  </a:cubicBezTo>
                  <a:cubicBezTo>
                    <a:pt x="18729" y="1097"/>
                    <a:pt x="18684" y="1067"/>
                    <a:pt x="18672" y="1067"/>
                  </a:cubicBezTo>
                  <a:cubicBezTo>
                    <a:pt x="18663" y="1067"/>
                    <a:pt x="18673" y="1085"/>
                    <a:pt x="18691" y="1116"/>
                  </a:cubicBezTo>
                  <a:cubicBezTo>
                    <a:pt x="18720" y="1136"/>
                    <a:pt x="18729" y="1153"/>
                    <a:pt x="18720" y="1153"/>
                  </a:cubicBezTo>
                  <a:cubicBezTo>
                    <a:pt x="18711" y="1153"/>
                    <a:pt x="18680" y="1133"/>
                    <a:pt x="18628" y="1075"/>
                  </a:cubicBezTo>
                  <a:cubicBezTo>
                    <a:pt x="18497" y="969"/>
                    <a:pt x="18359" y="871"/>
                    <a:pt x="18208" y="787"/>
                  </a:cubicBezTo>
                  <a:cubicBezTo>
                    <a:pt x="18046" y="697"/>
                    <a:pt x="17985" y="669"/>
                    <a:pt x="17958" y="669"/>
                  </a:cubicBezTo>
                  <a:cubicBezTo>
                    <a:pt x="17943" y="669"/>
                    <a:pt x="17938" y="678"/>
                    <a:pt x="17933" y="690"/>
                  </a:cubicBezTo>
                  <a:cubicBezTo>
                    <a:pt x="17947" y="731"/>
                    <a:pt x="17944" y="750"/>
                    <a:pt x="17932" y="750"/>
                  </a:cubicBezTo>
                  <a:cubicBezTo>
                    <a:pt x="17916" y="750"/>
                    <a:pt x="17886" y="717"/>
                    <a:pt x="17867" y="661"/>
                  </a:cubicBezTo>
                  <a:cubicBezTo>
                    <a:pt x="17790" y="566"/>
                    <a:pt x="17732" y="526"/>
                    <a:pt x="17702" y="526"/>
                  </a:cubicBezTo>
                  <a:cubicBezTo>
                    <a:pt x="17692" y="526"/>
                    <a:pt x="17685" y="530"/>
                    <a:pt x="17682" y="539"/>
                  </a:cubicBezTo>
                  <a:cubicBezTo>
                    <a:pt x="17656" y="541"/>
                    <a:pt x="17638" y="543"/>
                    <a:pt x="17624" y="543"/>
                  </a:cubicBezTo>
                  <a:cubicBezTo>
                    <a:pt x="17593" y="543"/>
                    <a:pt x="17578" y="536"/>
                    <a:pt x="17531" y="517"/>
                  </a:cubicBezTo>
                  <a:cubicBezTo>
                    <a:pt x="17547" y="483"/>
                    <a:pt x="17481" y="448"/>
                    <a:pt x="17328" y="442"/>
                  </a:cubicBezTo>
                  <a:cubicBezTo>
                    <a:pt x="17259" y="420"/>
                    <a:pt x="17259" y="420"/>
                    <a:pt x="17271" y="386"/>
                  </a:cubicBezTo>
                  <a:lnTo>
                    <a:pt x="17133" y="342"/>
                  </a:lnTo>
                  <a:cubicBezTo>
                    <a:pt x="17124" y="343"/>
                    <a:pt x="17114" y="343"/>
                    <a:pt x="17104" y="343"/>
                  </a:cubicBezTo>
                  <a:cubicBezTo>
                    <a:pt x="16928" y="343"/>
                    <a:pt x="16559" y="226"/>
                    <a:pt x="16497" y="179"/>
                  </a:cubicBezTo>
                  <a:cubicBezTo>
                    <a:pt x="16477" y="175"/>
                    <a:pt x="16458" y="173"/>
                    <a:pt x="16438" y="173"/>
                  </a:cubicBezTo>
                  <a:cubicBezTo>
                    <a:pt x="16408" y="173"/>
                    <a:pt x="16377" y="178"/>
                    <a:pt x="16347" y="185"/>
                  </a:cubicBezTo>
                  <a:cubicBezTo>
                    <a:pt x="16308" y="211"/>
                    <a:pt x="16272" y="225"/>
                    <a:pt x="16246" y="225"/>
                  </a:cubicBezTo>
                  <a:cubicBezTo>
                    <a:pt x="16215" y="225"/>
                    <a:pt x="16198" y="206"/>
                    <a:pt x="16203" y="163"/>
                  </a:cubicBezTo>
                  <a:cubicBezTo>
                    <a:pt x="16209" y="124"/>
                    <a:pt x="16212" y="106"/>
                    <a:pt x="16202" y="106"/>
                  </a:cubicBezTo>
                  <a:cubicBezTo>
                    <a:pt x="16193" y="106"/>
                    <a:pt x="16171" y="122"/>
                    <a:pt x="16131" y="154"/>
                  </a:cubicBezTo>
                  <a:cubicBezTo>
                    <a:pt x="16114" y="161"/>
                    <a:pt x="16082" y="164"/>
                    <a:pt x="16044" y="164"/>
                  </a:cubicBezTo>
                  <a:cubicBezTo>
                    <a:pt x="15916" y="164"/>
                    <a:pt x="15716" y="126"/>
                    <a:pt x="15776" y="75"/>
                  </a:cubicBezTo>
                  <a:cubicBezTo>
                    <a:pt x="15780" y="38"/>
                    <a:pt x="15783" y="0"/>
                    <a:pt x="157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37"/>
            <p:cNvSpPr/>
            <p:nvPr/>
          </p:nvSpPr>
          <p:spPr>
            <a:xfrm>
              <a:off x="4312169" y="3605445"/>
              <a:ext cx="401602" cy="303571"/>
            </a:xfrm>
            <a:custGeom>
              <a:avLst/>
              <a:gdLst/>
              <a:ahLst/>
              <a:cxnLst/>
              <a:rect l="l" t="t" r="r" b="b"/>
              <a:pathLst>
                <a:path w="22063" h="16809" extrusionOk="0">
                  <a:moveTo>
                    <a:pt x="15475" y="0"/>
                  </a:moveTo>
                  <a:cubicBezTo>
                    <a:pt x="14484" y="0"/>
                    <a:pt x="13480" y="256"/>
                    <a:pt x="12564" y="794"/>
                  </a:cubicBezTo>
                  <a:lnTo>
                    <a:pt x="3529" y="6069"/>
                  </a:lnTo>
                  <a:cubicBezTo>
                    <a:pt x="1028" y="7532"/>
                    <a:pt x="0" y="10622"/>
                    <a:pt x="1128" y="13292"/>
                  </a:cubicBezTo>
                  <a:cubicBezTo>
                    <a:pt x="2050" y="15466"/>
                    <a:pt x="4169" y="16809"/>
                    <a:pt x="6433" y="16809"/>
                  </a:cubicBezTo>
                  <a:cubicBezTo>
                    <a:pt x="6947" y="16809"/>
                    <a:pt x="7469" y="16739"/>
                    <a:pt x="7985" y="16595"/>
                  </a:cubicBezTo>
                  <a:cubicBezTo>
                    <a:pt x="8458" y="16463"/>
                    <a:pt x="8916" y="16269"/>
                    <a:pt x="9342" y="16022"/>
                  </a:cubicBezTo>
                  <a:lnTo>
                    <a:pt x="18377" y="10744"/>
                  </a:lnTo>
                  <a:cubicBezTo>
                    <a:pt x="21131" y="9143"/>
                    <a:pt x="22062" y="5608"/>
                    <a:pt x="20454" y="2857"/>
                  </a:cubicBezTo>
                  <a:cubicBezTo>
                    <a:pt x="19383" y="1023"/>
                    <a:pt x="17455" y="0"/>
                    <a:pt x="154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37"/>
            <p:cNvSpPr/>
            <p:nvPr/>
          </p:nvSpPr>
          <p:spPr>
            <a:xfrm>
              <a:off x="4315246" y="3595564"/>
              <a:ext cx="392537" cy="321874"/>
            </a:xfrm>
            <a:custGeom>
              <a:avLst/>
              <a:gdLst/>
              <a:ahLst/>
              <a:cxnLst/>
              <a:rect l="l" t="t" r="r" b="b"/>
              <a:pathLst>
                <a:path w="21565" h="17820" extrusionOk="0">
                  <a:moveTo>
                    <a:pt x="15861" y="390"/>
                  </a:moveTo>
                  <a:cubicBezTo>
                    <a:pt x="15869" y="390"/>
                    <a:pt x="15877" y="391"/>
                    <a:pt x="15886" y="392"/>
                  </a:cubicBezTo>
                  <a:cubicBezTo>
                    <a:pt x="16024" y="408"/>
                    <a:pt x="16024" y="408"/>
                    <a:pt x="16017" y="445"/>
                  </a:cubicBezTo>
                  <a:cubicBezTo>
                    <a:pt x="16016" y="464"/>
                    <a:pt x="15980" y="469"/>
                    <a:pt x="15937" y="469"/>
                  </a:cubicBezTo>
                  <a:cubicBezTo>
                    <a:pt x="15893" y="469"/>
                    <a:pt x="15842" y="464"/>
                    <a:pt x="15807" y="461"/>
                  </a:cubicBezTo>
                  <a:cubicBezTo>
                    <a:pt x="15752" y="419"/>
                    <a:pt x="15801" y="390"/>
                    <a:pt x="15861" y="390"/>
                  </a:cubicBezTo>
                  <a:close/>
                  <a:moveTo>
                    <a:pt x="18546" y="1303"/>
                  </a:moveTo>
                  <a:cubicBezTo>
                    <a:pt x="18556" y="1303"/>
                    <a:pt x="18562" y="1304"/>
                    <a:pt x="18562" y="1304"/>
                  </a:cubicBezTo>
                  <a:lnTo>
                    <a:pt x="18621" y="1345"/>
                  </a:lnTo>
                  <a:cubicBezTo>
                    <a:pt x="18607" y="1365"/>
                    <a:pt x="18593" y="1385"/>
                    <a:pt x="18568" y="1385"/>
                  </a:cubicBezTo>
                  <a:cubicBezTo>
                    <a:pt x="18556" y="1385"/>
                    <a:pt x="18540" y="1379"/>
                    <a:pt x="18521" y="1367"/>
                  </a:cubicBezTo>
                  <a:lnTo>
                    <a:pt x="18462" y="1329"/>
                  </a:lnTo>
                  <a:cubicBezTo>
                    <a:pt x="18477" y="1307"/>
                    <a:pt x="18522" y="1303"/>
                    <a:pt x="18546" y="1303"/>
                  </a:cubicBezTo>
                  <a:close/>
                  <a:moveTo>
                    <a:pt x="11398" y="1674"/>
                  </a:moveTo>
                  <a:lnTo>
                    <a:pt x="11398" y="1674"/>
                  </a:lnTo>
                  <a:cubicBezTo>
                    <a:pt x="11417" y="1705"/>
                    <a:pt x="11436" y="1739"/>
                    <a:pt x="11376" y="1771"/>
                  </a:cubicBezTo>
                  <a:lnTo>
                    <a:pt x="11301" y="1774"/>
                  </a:lnTo>
                  <a:lnTo>
                    <a:pt x="11342" y="1705"/>
                  </a:lnTo>
                  <a:lnTo>
                    <a:pt x="11398" y="1674"/>
                  </a:lnTo>
                  <a:close/>
                  <a:moveTo>
                    <a:pt x="10530" y="1912"/>
                  </a:moveTo>
                  <a:lnTo>
                    <a:pt x="10530" y="1912"/>
                  </a:lnTo>
                  <a:cubicBezTo>
                    <a:pt x="10549" y="1946"/>
                    <a:pt x="10568" y="1978"/>
                    <a:pt x="10508" y="2012"/>
                  </a:cubicBezTo>
                  <a:lnTo>
                    <a:pt x="10452" y="2047"/>
                  </a:lnTo>
                  <a:cubicBezTo>
                    <a:pt x="10433" y="2012"/>
                    <a:pt x="10470" y="1946"/>
                    <a:pt x="10470" y="1946"/>
                  </a:cubicBezTo>
                  <a:lnTo>
                    <a:pt x="10530" y="1912"/>
                  </a:lnTo>
                  <a:close/>
                  <a:moveTo>
                    <a:pt x="9666" y="2723"/>
                  </a:moveTo>
                  <a:cubicBezTo>
                    <a:pt x="9676" y="2723"/>
                    <a:pt x="9681" y="2731"/>
                    <a:pt x="9690" y="2749"/>
                  </a:cubicBezTo>
                  <a:cubicBezTo>
                    <a:pt x="9709" y="2780"/>
                    <a:pt x="9668" y="2849"/>
                    <a:pt x="9668" y="2849"/>
                  </a:cubicBezTo>
                  <a:cubicBezTo>
                    <a:pt x="9661" y="2853"/>
                    <a:pt x="9654" y="2855"/>
                    <a:pt x="9649" y="2855"/>
                  </a:cubicBezTo>
                  <a:cubicBezTo>
                    <a:pt x="9616" y="2855"/>
                    <a:pt x="9628" y="2778"/>
                    <a:pt x="9612" y="2749"/>
                  </a:cubicBezTo>
                  <a:cubicBezTo>
                    <a:pt x="9642" y="2731"/>
                    <a:pt x="9656" y="2723"/>
                    <a:pt x="9666" y="2723"/>
                  </a:cubicBezTo>
                  <a:close/>
                  <a:moveTo>
                    <a:pt x="8292" y="3557"/>
                  </a:moveTo>
                  <a:cubicBezTo>
                    <a:pt x="8311" y="3588"/>
                    <a:pt x="8330" y="3623"/>
                    <a:pt x="8274" y="3654"/>
                  </a:cubicBezTo>
                  <a:lnTo>
                    <a:pt x="8195" y="3657"/>
                  </a:lnTo>
                  <a:lnTo>
                    <a:pt x="8236" y="3588"/>
                  </a:lnTo>
                  <a:lnTo>
                    <a:pt x="8292" y="3557"/>
                  </a:lnTo>
                  <a:close/>
                  <a:moveTo>
                    <a:pt x="4472" y="5679"/>
                  </a:moveTo>
                  <a:lnTo>
                    <a:pt x="4472" y="5679"/>
                  </a:lnTo>
                  <a:cubicBezTo>
                    <a:pt x="4491" y="5710"/>
                    <a:pt x="4510" y="5744"/>
                    <a:pt x="4453" y="5779"/>
                  </a:cubicBezTo>
                  <a:lnTo>
                    <a:pt x="4375" y="5779"/>
                  </a:lnTo>
                  <a:lnTo>
                    <a:pt x="4416" y="5713"/>
                  </a:lnTo>
                  <a:lnTo>
                    <a:pt x="4472" y="5679"/>
                  </a:lnTo>
                  <a:close/>
                  <a:moveTo>
                    <a:pt x="4011" y="5934"/>
                  </a:moveTo>
                  <a:cubicBezTo>
                    <a:pt x="4032" y="5934"/>
                    <a:pt x="4056" y="5938"/>
                    <a:pt x="4084" y="5948"/>
                  </a:cubicBezTo>
                  <a:cubicBezTo>
                    <a:pt x="4103" y="5979"/>
                    <a:pt x="4103" y="5979"/>
                    <a:pt x="4046" y="6014"/>
                  </a:cubicBezTo>
                  <a:cubicBezTo>
                    <a:pt x="4046" y="6014"/>
                    <a:pt x="3968" y="6014"/>
                    <a:pt x="3949" y="5983"/>
                  </a:cubicBezTo>
                  <a:cubicBezTo>
                    <a:pt x="3936" y="5958"/>
                    <a:pt x="3962" y="5934"/>
                    <a:pt x="4011" y="5934"/>
                  </a:cubicBezTo>
                  <a:close/>
                  <a:moveTo>
                    <a:pt x="21448" y="6164"/>
                  </a:moveTo>
                  <a:cubicBezTo>
                    <a:pt x="21486" y="6164"/>
                    <a:pt x="21483" y="6236"/>
                    <a:pt x="21483" y="6236"/>
                  </a:cubicBezTo>
                  <a:cubicBezTo>
                    <a:pt x="21483" y="6309"/>
                    <a:pt x="21483" y="6309"/>
                    <a:pt x="21445" y="6309"/>
                  </a:cubicBezTo>
                  <a:cubicBezTo>
                    <a:pt x="21445" y="6309"/>
                    <a:pt x="21407" y="6309"/>
                    <a:pt x="21407" y="6236"/>
                  </a:cubicBezTo>
                  <a:lnTo>
                    <a:pt x="21448" y="6164"/>
                  </a:lnTo>
                  <a:close/>
                  <a:moveTo>
                    <a:pt x="2421" y="6443"/>
                  </a:moveTo>
                  <a:cubicBezTo>
                    <a:pt x="2411" y="6443"/>
                    <a:pt x="2396" y="6455"/>
                    <a:pt x="2363" y="6481"/>
                  </a:cubicBezTo>
                  <a:cubicBezTo>
                    <a:pt x="2283" y="6546"/>
                    <a:pt x="2258" y="6566"/>
                    <a:pt x="2278" y="6566"/>
                  </a:cubicBezTo>
                  <a:cubicBezTo>
                    <a:pt x="2286" y="6566"/>
                    <a:pt x="2304" y="6562"/>
                    <a:pt x="2329" y="6556"/>
                  </a:cubicBezTo>
                  <a:lnTo>
                    <a:pt x="2445" y="6465"/>
                  </a:lnTo>
                  <a:cubicBezTo>
                    <a:pt x="2435" y="6451"/>
                    <a:pt x="2429" y="6443"/>
                    <a:pt x="2421" y="6443"/>
                  </a:cubicBezTo>
                  <a:close/>
                  <a:moveTo>
                    <a:pt x="3105" y="6581"/>
                  </a:moveTo>
                  <a:cubicBezTo>
                    <a:pt x="3126" y="6581"/>
                    <a:pt x="3134" y="6594"/>
                    <a:pt x="3134" y="6594"/>
                  </a:cubicBezTo>
                  <a:cubicBezTo>
                    <a:pt x="3153" y="6628"/>
                    <a:pt x="3075" y="6631"/>
                    <a:pt x="3018" y="6669"/>
                  </a:cubicBezTo>
                  <a:cubicBezTo>
                    <a:pt x="3001" y="6670"/>
                    <a:pt x="2987" y="6671"/>
                    <a:pt x="2978" y="6671"/>
                  </a:cubicBezTo>
                  <a:cubicBezTo>
                    <a:pt x="2946" y="6671"/>
                    <a:pt x="2966" y="6658"/>
                    <a:pt x="3056" y="6600"/>
                  </a:cubicBezTo>
                  <a:cubicBezTo>
                    <a:pt x="3077" y="6586"/>
                    <a:pt x="3093" y="6581"/>
                    <a:pt x="3105" y="6581"/>
                  </a:cubicBezTo>
                  <a:close/>
                  <a:moveTo>
                    <a:pt x="2598" y="6681"/>
                  </a:moveTo>
                  <a:lnTo>
                    <a:pt x="2598" y="6681"/>
                  </a:lnTo>
                  <a:cubicBezTo>
                    <a:pt x="2610" y="6697"/>
                    <a:pt x="2592" y="6709"/>
                    <a:pt x="2582" y="6709"/>
                  </a:cubicBezTo>
                  <a:cubicBezTo>
                    <a:pt x="2575" y="6709"/>
                    <a:pt x="2573" y="6701"/>
                    <a:pt x="2598" y="6681"/>
                  </a:cubicBezTo>
                  <a:close/>
                  <a:moveTo>
                    <a:pt x="21439" y="7029"/>
                  </a:moveTo>
                  <a:lnTo>
                    <a:pt x="21467" y="7105"/>
                  </a:lnTo>
                  <a:lnTo>
                    <a:pt x="21458" y="7177"/>
                  </a:lnTo>
                  <a:cubicBezTo>
                    <a:pt x="21420" y="7170"/>
                    <a:pt x="21382" y="7164"/>
                    <a:pt x="21392" y="7095"/>
                  </a:cubicBezTo>
                  <a:lnTo>
                    <a:pt x="21439" y="7029"/>
                  </a:lnTo>
                  <a:close/>
                  <a:moveTo>
                    <a:pt x="2138" y="7347"/>
                  </a:moveTo>
                  <a:cubicBezTo>
                    <a:pt x="2145" y="7347"/>
                    <a:pt x="2151" y="7349"/>
                    <a:pt x="2156" y="7355"/>
                  </a:cubicBezTo>
                  <a:cubicBezTo>
                    <a:pt x="2156" y="7355"/>
                    <a:pt x="2181" y="7380"/>
                    <a:pt x="2131" y="7430"/>
                  </a:cubicBezTo>
                  <a:cubicBezTo>
                    <a:pt x="2097" y="7462"/>
                    <a:pt x="2053" y="7487"/>
                    <a:pt x="2009" y="7499"/>
                  </a:cubicBezTo>
                  <a:cubicBezTo>
                    <a:pt x="1981" y="7474"/>
                    <a:pt x="2031" y="7424"/>
                    <a:pt x="2031" y="7424"/>
                  </a:cubicBezTo>
                  <a:cubicBezTo>
                    <a:pt x="2071" y="7384"/>
                    <a:pt x="2110" y="7347"/>
                    <a:pt x="2138" y="7347"/>
                  </a:cubicBezTo>
                  <a:close/>
                  <a:moveTo>
                    <a:pt x="3201" y="7414"/>
                  </a:moveTo>
                  <a:cubicBezTo>
                    <a:pt x="3192" y="7414"/>
                    <a:pt x="3181" y="7423"/>
                    <a:pt x="3156" y="7443"/>
                  </a:cubicBezTo>
                  <a:cubicBezTo>
                    <a:pt x="3156" y="7443"/>
                    <a:pt x="3131" y="7512"/>
                    <a:pt x="3153" y="7543"/>
                  </a:cubicBezTo>
                  <a:cubicBezTo>
                    <a:pt x="3158" y="7550"/>
                    <a:pt x="3164" y="7554"/>
                    <a:pt x="3171" y="7554"/>
                  </a:cubicBezTo>
                  <a:cubicBezTo>
                    <a:pt x="3194" y="7554"/>
                    <a:pt x="3223" y="7514"/>
                    <a:pt x="3225" y="7437"/>
                  </a:cubicBezTo>
                  <a:cubicBezTo>
                    <a:pt x="3215" y="7422"/>
                    <a:pt x="3209" y="7414"/>
                    <a:pt x="3201" y="7414"/>
                  </a:cubicBezTo>
                  <a:close/>
                  <a:moveTo>
                    <a:pt x="1633" y="7544"/>
                  </a:moveTo>
                  <a:cubicBezTo>
                    <a:pt x="1620" y="7544"/>
                    <a:pt x="1601" y="7550"/>
                    <a:pt x="1577" y="7578"/>
                  </a:cubicBezTo>
                  <a:lnTo>
                    <a:pt x="1533" y="7634"/>
                  </a:lnTo>
                  <a:cubicBezTo>
                    <a:pt x="1541" y="7641"/>
                    <a:pt x="1552" y="7644"/>
                    <a:pt x="1565" y="7644"/>
                  </a:cubicBezTo>
                  <a:cubicBezTo>
                    <a:pt x="1596" y="7644"/>
                    <a:pt x="1633" y="7628"/>
                    <a:pt x="1633" y="7628"/>
                  </a:cubicBezTo>
                  <a:cubicBezTo>
                    <a:pt x="1680" y="7575"/>
                    <a:pt x="1652" y="7550"/>
                    <a:pt x="1652" y="7550"/>
                  </a:cubicBezTo>
                  <a:cubicBezTo>
                    <a:pt x="1652" y="7550"/>
                    <a:pt x="1645" y="7544"/>
                    <a:pt x="1633" y="7544"/>
                  </a:cubicBezTo>
                  <a:close/>
                  <a:moveTo>
                    <a:pt x="21099" y="7496"/>
                  </a:moveTo>
                  <a:cubicBezTo>
                    <a:pt x="21104" y="7496"/>
                    <a:pt x="21110" y="7514"/>
                    <a:pt x="21119" y="7546"/>
                  </a:cubicBezTo>
                  <a:cubicBezTo>
                    <a:pt x="21140" y="7617"/>
                    <a:pt x="21130" y="7682"/>
                    <a:pt x="21098" y="7682"/>
                  </a:cubicBezTo>
                  <a:cubicBezTo>
                    <a:pt x="21095" y="7682"/>
                    <a:pt x="21093" y="7682"/>
                    <a:pt x="21091" y="7681"/>
                  </a:cubicBezTo>
                  <a:cubicBezTo>
                    <a:pt x="21053" y="7672"/>
                    <a:pt x="21053" y="7672"/>
                    <a:pt x="21069" y="7606"/>
                  </a:cubicBezTo>
                  <a:cubicBezTo>
                    <a:pt x="21085" y="7529"/>
                    <a:pt x="21092" y="7496"/>
                    <a:pt x="21099" y="7496"/>
                  </a:cubicBezTo>
                  <a:close/>
                  <a:moveTo>
                    <a:pt x="20859" y="7832"/>
                  </a:moveTo>
                  <a:lnTo>
                    <a:pt x="20859" y="7832"/>
                  </a:lnTo>
                  <a:cubicBezTo>
                    <a:pt x="20856" y="7834"/>
                    <a:pt x="20853" y="7837"/>
                    <a:pt x="20851" y="7839"/>
                  </a:cubicBezTo>
                  <a:lnTo>
                    <a:pt x="20851" y="7839"/>
                  </a:lnTo>
                  <a:cubicBezTo>
                    <a:pt x="20856" y="7838"/>
                    <a:pt x="20862" y="7837"/>
                    <a:pt x="20869" y="7837"/>
                  </a:cubicBezTo>
                  <a:cubicBezTo>
                    <a:pt x="20870" y="7837"/>
                    <a:pt x="20872" y="7837"/>
                    <a:pt x="20874" y="7837"/>
                  </a:cubicBezTo>
                  <a:lnTo>
                    <a:pt x="20874" y="7837"/>
                  </a:lnTo>
                  <a:cubicBezTo>
                    <a:pt x="20870" y="7835"/>
                    <a:pt x="20865" y="7833"/>
                    <a:pt x="20859" y="7832"/>
                  </a:cubicBezTo>
                  <a:close/>
                  <a:moveTo>
                    <a:pt x="20851" y="7839"/>
                  </a:moveTo>
                  <a:cubicBezTo>
                    <a:pt x="20831" y="7843"/>
                    <a:pt x="20823" y="7854"/>
                    <a:pt x="20828" y="7854"/>
                  </a:cubicBezTo>
                  <a:cubicBezTo>
                    <a:pt x="20830" y="7854"/>
                    <a:pt x="20838" y="7850"/>
                    <a:pt x="20851" y="7839"/>
                  </a:cubicBezTo>
                  <a:close/>
                  <a:moveTo>
                    <a:pt x="21000" y="8016"/>
                  </a:moveTo>
                  <a:lnTo>
                    <a:pt x="20978" y="8082"/>
                  </a:lnTo>
                  <a:cubicBezTo>
                    <a:pt x="20963" y="8128"/>
                    <a:pt x="20958" y="8142"/>
                    <a:pt x="20945" y="8142"/>
                  </a:cubicBezTo>
                  <a:cubicBezTo>
                    <a:pt x="20939" y="8142"/>
                    <a:pt x="20932" y="8139"/>
                    <a:pt x="20922" y="8136"/>
                  </a:cubicBezTo>
                  <a:lnTo>
                    <a:pt x="20944" y="8070"/>
                  </a:lnTo>
                  <a:lnTo>
                    <a:pt x="21000" y="8016"/>
                  </a:lnTo>
                  <a:close/>
                  <a:moveTo>
                    <a:pt x="1239" y="8225"/>
                  </a:moveTo>
                  <a:cubicBezTo>
                    <a:pt x="1246" y="8225"/>
                    <a:pt x="1252" y="8231"/>
                    <a:pt x="1263" y="8239"/>
                  </a:cubicBezTo>
                  <a:lnTo>
                    <a:pt x="1226" y="8295"/>
                  </a:lnTo>
                  <a:lnTo>
                    <a:pt x="1154" y="8333"/>
                  </a:lnTo>
                  <a:lnTo>
                    <a:pt x="1154" y="8333"/>
                  </a:lnTo>
                  <a:lnTo>
                    <a:pt x="1194" y="8273"/>
                  </a:lnTo>
                  <a:cubicBezTo>
                    <a:pt x="1219" y="8239"/>
                    <a:pt x="1229" y="8225"/>
                    <a:pt x="1239" y="8225"/>
                  </a:cubicBezTo>
                  <a:close/>
                  <a:moveTo>
                    <a:pt x="20743" y="8512"/>
                  </a:moveTo>
                  <a:cubicBezTo>
                    <a:pt x="20730" y="8545"/>
                    <a:pt x="20733" y="8565"/>
                    <a:pt x="20738" y="8565"/>
                  </a:cubicBezTo>
                  <a:cubicBezTo>
                    <a:pt x="20742" y="8565"/>
                    <a:pt x="20747" y="8549"/>
                    <a:pt x="20743" y="8512"/>
                  </a:cubicBezTo>
                  <a:close/>
                  <a:moveTo>
                    <a:pt x="20759" y="8668"/>
                  </a:moveTo>
                  <a:lnTo>
                    <a:pt x="20734" y="8731"/>
                  </a:lnTo>
                  <a:cubicBezTo>
                    <a:pt x="20715" y="8773"/>
                    <a:pt x="20709" y="8787"/>
                    <a:pt x="20696" y="8787"/>
                  </a:cubicBezTo>
                  <a:cubicBezTo>
                    <a:pt x="20690" y="8787"/>
                    <a:pt x="20682" y="8783"/>
                    <a:pt x="20671" y="8778"/>
                  </a:cubicBezTo>
                  <a:lnTo>
                    <a:pt x="20699" y="8715"/>
                  </a:lnTo>
                  <a:lnTo>
                    <a:pt x="20759" y="8668"/>
                  </a:lnTo>
                  <a:close/>
                  <a:moveTo>
                    <a:pt x="922" y="8741"/>
                  </a:moveTo>
                  <a:cubicBezTo>
                    <a:pt x="940" y="8741"/>
                    <a:pt x="959" y="8757"/>
                    <a:pt x="972" y="8797"/>
                  </a:cubicBezTo>
                  <a:lnTo>
                    <a:pt x="906" y="8919"/>
                  </a:lnTo>
                  <a:cubicBezTo>
                    <a:pt x="872" y="8903"/>
                    <a:pt x="837" y="8885"/>
                    <a:pt x="872" y="8825"/>
                  </a:cubicBezTo>
                  <a:cubicBezTo>
                    <a:pt x="872" y="8776"/>
                    <a:pt x="896" y="8741"/>
                    <a:pt x="922" y="8741"/>
                  </a:cubicBezTo>
                  <a:close/>
                  <a:moveTo>
                    <a:pt x="20492" y="9321"/>
                  </a:moveTo>
                  <a:cubicBezTo>
                    <a:pt x="20500" y="9321"/>
                    <a:pt x="20508" y="9323"/>
                    <a:pt x="20514" y="9326"/>
                  </a:cubicBezTo>
                  <a:lnTo>
                    <a:pt x="20480" y="9386"/>
                  </a:lnTo>
                  <a:cubicBezTo>
                    <a:pt x="20460" y="9423"/>
                    <a:pt x="20440" y="9430"/>
                    <a:pt x="20428" y="9430"/>
                  </a:cubicBezTo>
                  <a:cubicBezTo>
                    <a:pt x="20419" y="9430"/>
                    <a:pt x="20414" y="9427"/>
                    <a:pt x="20414" y="9427"/>
                  </a:cubicBezTo>
                  <a:cubicBezTo>
                    <a:pt x="20414" y="9427"/>
                    <a:pt x="20383" y="9408"/>
                    <a:pt x="20414" y="9348"/>
                  </a:cubicBezTo>
                  <a:cubicBezTo>
                    <a:pt x="20414" y="9348"/>
                    <a:pt x="20457" y="9321"/>
                    <a:pt x="20492" y="9321"/>
                  </a:cubicBezTo>
                  <a:close/>
                  <a:moveTo>
                    <a:pt x="872" y="9361"/>
                  </a:moveTo>
                  <a:lnTo>
                    <a:pt x="906" y="9377"/>
                  </a:lnTo>
                  <a:cubicBezTo>
                    <a:pt x="883" y="9435"/>
                    <a:pt x="886" y="9503"/>
                    <a:pt x="860" y="9503"/>
                  </a:cubicBezTo>
                  <a:cubicBezTo>
                    <a:pt x="858" y="9503"/>
                    <a:pt x="855" y="9503"/>
                    <a:pt x="853" y="9502"/>
                  </a:cubicBezTo>
                  <a:cubicBezTo>
                    <a:pt x="848" y="9513"/>
                    <a:pt x="845" y="9518"/>
                    <a:pt x="843" y="9518"/>
                  </a:cubicBezTo>
                  <a:cubicBezTo>
                    <a:pt x="834" y="9518"/>
                    <a:pt x="848" y="9415"/>
                    <a:pt x="872" y="9361"/>
                  </a:cubicBezTo>
                  <a:close/>
                  <a:moveTo>
                    <a:pt x="289" y="9746"/>
                  </a:moveTo>
                  <a:lnTo>
                    <a:pt x="361" y="9771"/>
                  </a:lnTo>
                  <a:cubicBezTo>
                    <a:pt x="371" y="9774"/>
                    <a:pt x="376" y="9775"/>
                    <a:pt x="376" y="9775"/>
                  </a:cubicBezTo>
                  <a:cubicBezTo>
                    <a:pt x="377" y="9775"/>
                    <a:pt x="351" y="9768"/>
                    <a:pt x="326" y="9759"/>
                  </a:cubicBezTo>
                  <a:lnTo>
                    <a:pt x="289" y="9746"/>
                  </a:lnTo>
                  <a:close/>
                  <a:moveTo>
                    <a:pt x="380" y="10649"/>
                  </a:moveTo>
                  <a:cubicBezTo>
                    <a:pt x="417" y="10655"/>
                    <a:pt x="455" y="10661"/>
                    <a:pt x="445" y="10730"/>
                  </a:cubicBezTo>
                  <a:lnTo>
                    <a:pt x="436" y="10799"/>
                  </a:lnTo>
                  <a:cubicBezTo>
                    <a:pt x="401" y="10793"/>
                    <a:pt x="370" y="10718"/>
                    <a:pt x="370" y="10718"/>
                  </a:cubicBezTo>
                  <a:lnTo>
                    <a:pt x="380" y="10649"/>
                  </a:lnTo>
                  <a:close/>
                  <a:moveTo>
                    <a:pt x="148" y="11142"/>
                  </a:moveTo>
                  <a:cubicBezTo>
                    <a:pt x="156" y="11142"/>
                    <a:pt x="173" y="11161"/>
                    <a:pt x="201" y="11194"/>
                  </a:cubicBezTo>
                  <a:cubicBezTo>
                    <a:pt x="235" y="11266"/>
                    <a:pt x="273" y="11338"/>
                    <a:pt x="273" y="11338"/>
                  </a:cubicBezTo>
                  <a:cubicBezTo>
                    <a:pt x="272" y="11359"/>
                    <a:pt x="269" y="11368"/>
                    <a:pt x="262" y="11368"/>
                  </a:cubicBezTo>
                  <a:cubicBezTo>
                    <a:pt x="246" y="11368"/>
                    <a:pt x="214" y="11316"/>
                    <a:pt x="160" y="11260"/>
                  </a:cubicBezTo>
                  <a:cubicBezTo>
                    <a:pt x="142" y="11177"/>
                    <a:pt x="137" y="11142"/>
                    <a:pt x="148" y="11142"/>
                  </a:cubicBezTo>
                  <a:close/>
                  <a:moveTo>
                    <a:pt x="18539" y="11264"/>
                  </a:moveTo>
                  <a:cubicBezTo>
                    <a:pt x="18544" y="11264"/>
                    <a:pt x="18548" y="11267"/>
                    <a:pt x="18552" y="11272"/>
                  </a:cubicBezTo>
                  <a:lnTo>
                    <a:pt x="18571" y="11304"/>
                  </a:lnTo>
                  <a:cubicBezTo>
                    <a:pt x="18540" y="11364"/>
                    <a:pt x="18507" y="11421"/>
                    <a:pt x="18486" y="11421"/>
                  </a:cubicBezTo>
                  <a:cubicBezTo>
                    <a:pt x="18481" y="11421"/>
                    <a:pt x="18477" y="11419"/>
                    <a:pt x="18474" y="11414"/>
                  </a:cubicBezTo>
                  <a:cubicBezTo>
                    <a:pt x="18474" y="11414"/>
                    <a:pt x="18455" y="11382"/>
                    <a:pt x="18493" y="11310"/>
                  </a:cubicBezTo>
                  <a:cubicBezTo>
                    <a:pt x="18493" y="11310"/>
                    <a:pt x="18518" y="11264"/>
                    <a:pt x="18539" y="11264"/>
                  </a:cubicBezTo>
                  <a:close/>
                  <a:moveTo>
                    <a:pt x="16658" y="12526"/>
                  </a:moveTo>
                  <a:cubicBezTo>
                    <a:pt x="16697" y="12526"/>
                    <a:pt x="16708" y="12585"/>
                    <a:pt x="16628" y="12667"/>
                  </a:cubicBezTo>
                  <a:cubicBezTo>
                    <a:pt x="16599" y="12684"/>
                    <a:pt x="16584" y="12693"/>
                    <a:pt x="16574" y="12693"/>
                  </a:cubicBezTo>
                  <a:cubicBezTo>
                    <a:pt x="16564" y="12693"/>
                    <a:pt x="16559" y="12684"/>
                    <a:pt x="16550" y="12667"/>
                  </a:cubicBezTo>
                  <a:cubicBezTo>
                    <a:pt x="16531" y="12636"/>
                    <a:pt x="16572" y="12567"/>
                    <a:pt x="16628" y="12535"/>
                  </a:cubicBezTo>
                  <a:cubicBezTo>
                    <a:pt x="16639" y="12529"/>
                    <a:pt x="16649" y="12526"/>
                    <a:pt x="16658" y="12526"/>
                  </a:cubicBezTo>
                  <a:close/>
                  <a:moveTo>
                    <a:pt x="432" y="12724"/>
                  </a:moveTo>
                  <a:cubicBezTo>
                    <a:pt x="463" y="12724"/>
                    <a:pt x="496" y="12742"/>
                    <a:pt x="546" y="12843"/>
                  </a:cubicBezTo>
                  <a:cubicBezTo>
                    <a:pt x="552" y="12886"/>
                    <a:pt x="561" y="12930"/>
                    <a:pt x="574" y="12974"/>
                  </a:cubicBezTo>
                  <a:cubicBezTo>
                    <a:pt x="536" y="12937"/>
                    <a:pt x="502" y="12899"/>
                    <a:pt x="470" y="12858"/>
                  </a:cubicBezTo>
                  <a:cubicBezTo>
                    <a:pt x="336" y="12742"/>
                    <a:pt x="336" y="12739"/>
                    <a:pt x="408" y="12727"/>
                  </a:cubicBezTo>
                  <a:cubicBezTo>
                    <a:pt x="416" y="12725"/>
                    <a:pt x="424" y="12724"/>
                    <a:pt x="432" y="12724"/>
                  </a:cubicBezTo>
                  <a:close/>
                  <a:moveTo>
                    <a:pt x="408" y="13084"/>
                  </a:moveTo>
                  <a:lnTo>
                    <a:pt x="464" y="13143"/>
                  </a:lnTo>
                  <a:lnTo>
                    <a:pt x="448" y="13222"/>
                  </a:lnTo>
                  <a:cubicBezTo>
                    <a:pt x="446" y="13222"/>
                    <a:pt x="444" y="13223"/>
                    <a:pt x="442" y="13223"/>
                  </a:cubicBezTo>
                  <a:cubicBezTo>
                    <a:pt x="409" y="13223"/>
                    <a:pt x="391" y="13158"/>
                    <a:pt x="373" y="13093"/>
                  </a:cubicBezTo>
                  <a:lnTo>
                    <a:pt x="408" y="13084"/>
                  </a:lnTo>
                  <a:close/>
                  <a:moveTo>
                    <a:pt x="1899" y="15400"/>
                  </a:moveTo>
                  <a:lnTo>
                    <a:pt x="1899" y="15400"/>
                  </a:lnTo>
                  <a:cubicBezTo>
                    <a:pt x="1871" y="15422"/>
                    <a:pt x="1918" y="15475"/>
                    <a:pt x="1962" y="15525"/>
                  </a:cubicBezTo>
                  <a:cubicBezTo>
                    <a:pt x="2011" y="15622"/>
                    <a:pt x="2067" y="15659"/>
                    <a:pt x="2103" y="15659"/>
                  </a:cubicBezTo>
                  <a:cubicBezTo>
                    <a:pt x="2113" y="15659"/>
                    <a:pt x="2122" y="15656"/>
                    <a:pt x="2128" y="15650"/>
                  </a:cubicBezTo>
                  <a:cubicBezTo>
                    <a:pt x="2156" y="15622"/>
                    <a:pt x="2109" y="15572"/>
                    <a:pt x="2019" y="15475"/>
                  </a:cubicBezTo>
                  <a:cubicBezTo>
                    <a:pt x="1984" y="15440"/>
                    <a:pt x="1946" y="15415"/>
                    <a:pt x="1899" y="15400"/>
                  </a:cubicBezTo>
                  <a:close/>
                  <a:moveTo>
                    <a:pt x="2187" y="15824"/>
                  </a:moveTo>
                  <a:cubicBezTo>
                    <a:pt x="2206" y="15824"/>
                    <a:pt x="2242" y="15835"/>
                    <a:pt x="2297" y="15864"/>
                  </a:cubicBezTo>
                  <a:lnTo>
                    <a:pt x="2395" y="15958"/>
                  </a:lnTo>
                  <a:cubicBezTo>
                    <a:pt x="2390" y="15962"/>
                    <a:pt x="2383" y="15964"/>
                    <a:pt x="2375" y="15964"/>
                  </a:cubicBezTo>
                  <a:cubicBezTo>
                    <a:pt x="2330" y="15964"/>
                    <a:pt x="2236" y="15912"/>
                    <a:pt x="2194" y="15873"/>
                  </a:cubicBezTo>
                  <a:cubicBezTo>
                    <a:pt x="2165" y="15844"/>
                    <a:pt x="2161" y="15824"/>
                    <a:pt x="2187" y="15824"/>
                  </a:cubicBezTo>
                  <a:close/>
                  <a:moveTo>
                    <a:pt x="6766" y="16970"/>
                  </a:moveTo>
                  <a:lnTo>
                    <a:pt x="6704" y="16973"/>
                  </a:lnTo>
                  <a:cubicBezTo>
                    <a:pt x="6641" y="16976"/>
                    <a:pt x="6641" y="17014"/>
                    <a:pt x="6644" y="17051"/>
                  </a:cubicBezTo>
                  <a:lnTo>
                    <a:pt x="6707" y="17048"/>
                  </a:lnTo>
                  <a:cubicBezTo>
                    <a:pt x="6707" y="17048"/>
                    <a:pt x="6769" y="17007"/>
                    <a:pt x="6766" y="16970"/>
                  </a:cubicBezTo>
                  <a:close/>
                  <a:moveTo>
                    <a:pt x="8412" y="17216"/>
                  </a:moveTo>
                  <a:cubicBezTo>
                    <a:pt x="8420" y="17216"/>
                    <a:pt x="8427" y="17234"/>
                    <a:pt x="8440" y="17267"/>
                  </a:cubicBezTo>
                  <a:cubicBezTo>
                    <a:pt x="8452" y="17302"/>
                    <a:pt x="8465" y="17340"/>
                    <a:pt x="8396" y="17365"/>
                  </a:cubicBezTo>
                  <a:cubicBezTo>
                    <a:pt x="8356" y="17408"/>
                    <a:pt x="8328" y="17426"/>
                    <a:pt x="8313" y="17426"/>
                  </a:cubicBezTo>
                  <a:cubicBezTo>
                    <a:pt x="8287" y="17426"/>
                    <a:pt x="8303" y="17369"/>
                    <a:pt x="8371" y="17293"/>
                  </a:cubicBezTo>
                  <a:cubicBezTo>
                    <a:pt x="8393" y="17240"/>
                    <a:pt x="8403" y="17216"/>
                    <a:pt x="8412" y="17216"/>
                  </a:cubicBezTo>
                  <a:close/>
                  <a:moveTo>
                    <a:pt x="5707" y="17449"/>
                  </a:moveTo>
                  <a:cubicBezTo>
                    <a:pt x="5776" y="17455"/>
                    <a:pt x="5839" y="17502"/>
                    <a:pt x="5836" y="17540"/>
                  </a:cubicBezTo>
                  <a:cubicBezTo>
                    <a:pt x="5881" y="17599"/>
                    <a:pt x="5895" y="17615"/>
                    <a:pt x="5847" y="17615"/>
                  </a:cubicBezTo>
                  <a:cubicBezTo>
                    <a:pt x="5828" y="17615"/>
                    <a:pt x="5800" y="17613"/>
                    <a:pt x="5760" y="17609"/>
                  </a:cubicBezTo>
                  <a:cubicBezTo>
                    <a:pt x="5688" y="17600"/>
                    <a:pt x="5619" y="17593"/>
                    <a:pt x="5626" y="17556"/>
                  </a:cubicBezTo>
                  <a:lnTo>
                    <a:pt x="5626" y="17556"/>
                  </a:lnTo>
                  <a:lnTo>
                    <a:pt x="5694" y="17562"/>
                  </a:lnTo>
                  <a:cubicBezTo>
                    <a:pt x="5692" y="17574"/>
                    <a:pt x="5699" y="17579"/>
                    <a:pt x="5706" y="17579"/>
                  </a:cubicBezTo>
                  <a:cubicBezTo>
                    <a:pt x="5722" y="17579"/>
                    <a:pt x="5742" y="17556"/>
                    <a:pt x="5698" y="17524"/>
                  </a:cubicBezTo>
                  <a:lnTo>
                    <a:pt x="5707" y="17449"/>
                  </a:lnTo>
                  <a:close/>
                  <a:moveTo>
                    <a:pt x="6600" y="17546"/>
                  </a:moveTo>
                  <a:lnTo>
                    <a:pt x="6672" y="17581"/>
                  </a:lnTo>
                  <a:cubicBezTo>
                    <a:pt x="6675" y="17618"/>
                    <a:pt x="6603" y="17625"/>
                    <a:pt x="6534" y="17628"/>
                  </a:cubicBezTo>
                  <a:cubicBezTo>
                    <a:pt x="6518" y="17629"/>
                    <a:pt x="6506" y="17629"/>
                    <a:pt x="6496" y="17629"/>
                  </a:cubicBezTo>
                  <a:cubicBezTo>
                    <a:pt x="6462" y="17629"/>
                    <a:pt x="6462" y="17623"/>
                    <a:pt x="6462" y="17593"/>
                  </a:cubicBezTo>
                  <a:cubicBezTo>
                    <a:pt x="6506" y="17568"/>
                    <a:pt x="6553" y="17553"/>
                    <a:pt x="6600" y="17546"/>
                  </a:cubicBezTo>
                  <a:close/>
                  <a:moveTo>
                    <a:pt x="5456" y="17728"/>
                  </a:moveTo>
                  <a:lnTo>
                    <a:pt x="5456" y="17728"/>
                  </a:lnTo>
                  <a:cubicBezTo>
                    <a:pt x="5453" y="17766"/>
                    <a:pt x="5453" y="17766"/>
                    <a:pt x="5525" y="17772"/>
                  </a:cubicBezTo>
                  <a:lnTo>
                    <a:pt x="5597" y="17781"/>
                  </a:lnTo>
                  <a:lnTo>
                    <a:pt x="5528" y="17738"/>
                  </a:lnTo>
                  <a:lnTo>
                    <a:pt x="5456" y="17728"/>
                  </a:lnTo>
                  <a:close/>
                  <a:moveTo>
                    <a:pt x="15782" y="0"/>
                  </a:moveTo>
                  <a:cubicBezTo>
                    <a:pt x="15732" y="16"/>
                    <a:pt x="15682" y="25"/>
                    <a:pt x="15632" y="28"/>
                  </a:cubicBezTo>
                  <a:cubicBezTo>
                    <a:pt x="15630" y="56"/>
                    <a:pt x="15591" y="61"/>
                    <a:pt x="15487" y="61"/>
                  </a:cubicBezTo>
                  <a:cubicBezTo>
                    <a:pt x="15448" y="61"/>
                    <a:pt x="15398" y="61"/>
                    <a:pt x="15337" y="60"/>
                  </a:cubicBezTo>
                  <a:cubicBezTo>
                    <a:pt x="15323" y="59"/>
                    <a:pt x="15307" y="58"/>
                    <a:pt x="15290" y="58"/>
                  </a:cubicBezTo>
                  <a:cubicBezTo>
                    <a:pt x="15134" y="58"/>
                    <a:pt x="14884" y="105"/>
                    <a:pt x="14754" y="119"/>
                  </a:cubicBezTo>
                  <a:cubicBezTo>
                    <a:pt x="14682" y="126"/>
                    <a:pt x="14591" y="132"/>
                    <a:pt x="14510" y="132"/>
                  </a:cubicBezTo>
                  <a:cubicBezTo>
                    <a:pt x="14481" y="138"/>
                    <a:pt x="14451" y="140"/>
                    <a:pt x="14421" y="140"/>
                  </a:cubicBezTo>
                  <a:cubicBezTo>
                    <a:pt x="14386" y="140"/>
                    <a:pt x="14351" y="137"/>
                    <a:pt x="14316" y="132"/>
                  </a:cubicBezTo>
                  <a:cubicBezTo>
                    <a:pt x="14218" y="147"/>
                    <a:pt x="14124" y="176"/>
                    <a:pt x="14037" y="220"/>
                  </a:cubicBezTo>
                  <a:cubicBezTo>
                    <a:pt x="13989" y="253"/>
                    <a:pt x="13903" y="279"/>
                    <a:pt x="13856" y="279"/>
                  </a:cubicBezTo>
                  <a:cubicBezTo>
                    <a:pt x="13838" y="279"/>
                    <a:pt x="13825" y="275"/>
                    <a:pt x="13824" y="267"/>
                  </a:cubicBezTo>
                  <a:lnTo>
                    <a:pt x="13752" y="285"/>
                  </a:lnTo>
                  <a:cubicBezTo>
                    <a:pt x="13689" y="323"/>
                    <a:pt x="13623" y="354"/>
                    <a:pt x="13551" y="379"/>
                  </a:cubicBezTo>
                  <a:cubicBezTo>
                    <a:pt x="13546" y="361"/>
                    <a:pt x="13520" y="347"/>
                    <a:pt x="13487" y="347"/>
                  </a:cubicBezTo>
                  <a:cubicBezTo>
                    <a:pt x="13460" y="347"/>
                    <a:pt x="13428" y="357"/>
                    <a:pt x="13401" y="383"/>
                  </a:cubicBezTo>
                  <a:cubicBezTo>
                    <a:pt x="13413" y="420"/>
                    <a:pt x="13341" y="433"/>
                    <a:pt x="13209" y="489"/>
                  </a:cubicBezTo>
                  <a:cubicBezTo>
                    <a:pt x="13062" y="530"/>
                    <a:pt x="12915" y="580"/>
                    <a:pt x="12774" y="636"/>
                  </a:cubicBezTo>
                  <a:cubicBezTo>
                    <a:pt x="12661" y="680"/>
                    <a:pt x="12539" y="749"/>
                    <a:pt x="12407" y="812"/>
                  </a:cubicBezTo>
                  <a:cubicBezTo>
                    <a:pt x="12272" y="881"/>
                    <a:pt x="12131" y="950"/>
                    <a:pt x="12015" y="1022"/>
                  </a:cubicBezTo>
                  <a:lnTo>
                    <a:pt x="11345" y="1417"/>
                  </a:lnTo>
                  <a:cubicBezTo>
                    <a:pt x="11166" y="1526"/>
                    <a:pt x="11050" y="1602"/>
                    <a:pt x="11053" y="1611"/>
                  </a:cubicBezTo>
                  <a:lnTo>
                    <a:pt x="10878" y="1711"/>
                  </a:lnTo>
                  <a:lnTo>
                    <a:pt x="10705" y="1812"/>
                  </a:lnTo>
                  <a:cubicBezTo>
                    <a:pt x="10700" y="1803"/>
                    <a:pt x="10691" y="1799"/>
                    <a:pt x="10679" y="1799"/>
                  </a:cubicBezTo>
                  <a:cubicBezTo>
                    <a:pt x="10597" y="1799"/>
                    <a:pt x="10374" y="1967"/>
                    <a:pt x="10239" y="2081"/>
                  </a:cubicBezTo>
                  <a:cubicBezTo>
                    <a:pt x="10201" y="2141"/>
                    <a:pt x="10148" y="2188"/>
                    <a:pt x="10082" y="2216"/>
                  </a:cubicBezTo>
                  <a:cubicBezTo>
                    <a:pt x="10073" y="2201"/>
                    <a:pt x="10058" y="2195"/>
                    <a:pt x="10039" y="2195"/>
                  </a:cubicBezTo>
                  <a:cubicBezTo>
                    <a:pt x="9971" y="2195"/>
                    <a:pt x="9850" y="2273"/>
                    <a:pt x="9775" y="2351"/>
                  </a:cubicBezTo>
                  <a:cubicBezTo>
                    <a:pt x="9760" y="2416"/>
                    <a:pt x="9730" y="2453"/>
                    <a:pt x="9700" y="2453"/>
                  </a:cubicBezTo>
                  <a:cubicBezTo>
                    <a:pt x="9685" y="2453"/>
                    <a:pt x="9669" y="2442"/>
                    <a:pt x="9656" y="2419"/>
                  </a:cubicBezTo>
                  <a:cubicBezTo>
                    <a:pt x="9647" y="2403"/>
                    <a:pt x="9632" y="2394"/>
                    <a:pt x="9615" y="2394"/>
                  </a:cubicBezTo>
                  <a:cubicBezTo>
                    <a:pt x="9564" y="2394"/>
                    <a:pt x="9487" y="2462"/>
                    <a:pt x="9443" y="2586"/>
                  </a:cubicBezTo>
                  <a:cubicBezTo>
                    <a:pt x="9405" y="2651"/>
                    <a:pt x="9405" y="2651"/>
                    <a:pt x="9327" y="2655"/>
                  </a:cubicBezTo>
                  <a:cubicBezTo>
                    <a:pt x="9299" y="2644"/>
                    <a:pt x="9274" y="2640"/>
                    <a:pt x="9254" y="2640"/>
                  </a:cubicBezTo>
                  <a:cubicBezTo>
                    <a:pt x="9204" y="2640"/>
                    <a:pt x="9179" y="2665"/>
                    <a:pt x="9192" y="2689"/>
                  </a:cubicBezTo>
                  <a:cubicBezTo>
                    <a:pt x="9175" y="2763"/>
                    <a:pt x="9139" y="2801"/>
                    <a:pt x="9079" y="2801"/>
                  </a:cubicBezTo>
                  <a:cubicBezTo>
                    <a:pt x="9061" y="2801"/>
                    <a:pt x="9040" y="2797"/>
                    <a:pt x="9016" y="2789"/>
                  </a:cubicBezTo>
                  <a:cubicBezTo>
                    <a:pt x="8863" y="2789"/>
                    <a:pt x="8863" y="2789"/>
                    <a:pt x="8841" y="2890"/>
                  </a:cubicBezTo>
                  <a:cubicBezTo>
                    <a:pt x="8824" y="2980"/>
                    <a:pt x="8635" y="3098"/>
                    <a:pt x="8526" y="3098"/>
                  </a:cubicBezTo>
                  <a:cubicBezTo>
                    <a:pt x="8514" y="3098"/>
                    <a:pt x="8503" y="3096"/>
                    <a:pt x="8493" y="3093"/>
                  </a:cubicBezTo>
                  <a:cubicBezTo>
                    <a:pt x="8433" y="3125"/>
                    <a:pt x="8358" y="3128"/>
                    <a:pt x="8377" y="3159"/>
                  </a:cubicBezTo>
                  <a:lnTo>
                    <a:pt x="8299" y="3159"/>
                  </a:lnTo>
                  <a:lnTo>
                    <a:pt x="8183" y="3228"/>
                  </a:lnTo>
                  <a:lnTo>
                    <a:pt x="8202" y="3259"/>
                  </a:lnTo>
                  <a:cubicBezTo>
                    <a:pt x="8145" y="3294"/>
                    <a:pt x="7775" y="3463"/>
                    <a:pt x="7368" y="3698"/>
                  </a:cubicBezTo>
                  <a:cubicBezTo>
                    <a:pt x="6729" y="4068"/>
                    <a:pt x="6613" y="4137"/>
                    <a:pt x="6688" y="4137"/>
                  </a:cubicBezTo>
                  <a:cubicBezTo>
                    <a:pt x="6767" y="4162"/>
                    <a:pt x="6705" y="4211"/>
                    <a:pt x="6626" y="4211"/>
                  </a:cubicBezTo>
                  <a:cubicBezTo>
                    <a:pt x="6608" y="4211"/>
                    <a:pt x="6590" y="4208"/>
                    <a:pt x="6572" y="4203"/>
                  </a:cubicBezTo>
                  <a:cubicBezTo>
                    <a:pt x="6516" y="4237"/>
                    <a:pt x="6381" y="4272"/>
                    <a:pt x="6262" y="4337"/>
                  </a:cubicBezTo>
                  <a:cubicBezTo>
                    <a:pt x="6166" y="4394"/>
                    <a:pt x="6071" y="4449"/>
                    <a:pt x="6029" y="4449"/>
                  </a:cubicBezTo>
                  <a:cubicBezTo>
                    <a:pt x="6021" y="4449"/>
                    <a:pt x="6014" y="4446"/>
                    <a:pt x="6011" y="4441"/>
                  </a:cubicBezTo>
                  <a:lnTo>
                    <a:pt x="5955" y="4475"/>
                  </a:lnTo>
                  <a:cubicBezTo>
                    <a:pt x="5873" y="4607"/>
                    <a:pt x="5525" y="4807"/>
                    <a:pt x="5331" y="4876"/>
                  </a:cubicBezTo>
                  <a:cubicBezTo>
                    <a:pt x="5231" y="4930"/>
                    <a:pt x="5140" y="4995"/>
                    <a:pt x="5058" y="5077"/>
                  </a:cubicBezTo>
                  <a:cubicBezTo>
                    <a:pt x="4961" y="5177"/>
                    <a:pt x="4961" y="5177"/>
                    <a:pt x="4886" y="5180"/>
                  </a:cubicBezTo>
                  <a:cubicBezTo>
                    <a:pt x="4884" y="5177"/>
                    <a:pt x="4880" y="5176"/>
                    <a:pt x="4873" y="5176"/>
                  </a:cubicBezTo>
                  <a:cubicBezTo>
                    <a:pt x="4803" y="5176"/>
                    <a:pt x="4501" y="5321"/>
                    <a:pt x="4535" y="5381"/>
                  </a:cubicBezTo>
                  <a:lnTo>
                    <a:pt x="4460" y="5381"/>
                  </a:lnTo>
                  <a:cubicBezTo>
                    <a:pt x="4381" y="5384"/>
                    <a:pt x="4344" y="5450"/>
                    <a:pt x="4363" y="5481"/>
                  </a:cubicBezTo>
                  <a:cubicBezTo>
                    <a:pt x="4384" y="5522"/>
                    <a:pt x="4370" y="5551"/>
                    <a:pt x="4329" y="5551"/>
                  </a:cubicBezTo>
                  <a:cubicBezTo>
                    <a:pt x="4304" y="5551"/>
                    <a:pt x="4268" y="5541"/>
                    <a:pt x="4225" y="5516"/>
                  </a:cubicBezTo>
                  <a:cubicBezTo>
                    <a:pt x="4210" y="5488"/>
                    <a:pt x="4192" y="5478"/>
                    <a:pt x="4176" y="5478"/>
                  </a:cubicBezTo>
                  <a:cubicBezTo>
                    <a:pt x="4154" y="5478"/>
                    <a:pt x="4138" y="5499"/>
                    <a:pt x="4150" y="5519"/>
                  </a:cubicBezTo>
                  <a:cubicBezTo>
                    <a:pt x="4109" y="5585"/>
                    <a:pt x="4071" y="5650"/>
                    <a:pt x="3993" y="5650"/>
                  </a:cubicBezTo>
                  <a:cubicBezTo>
                    <a:pt x="3936" y="5685"/>
                    <a:pt x="3877" y="5719"/>
                    <a:pt x="3914" y="5785"/>
                  </a:cubicBezTo>
                  <a:cubicBezTo>
                    <a:pt x="3933" y="5817"/>
                    <a:pt x="3874" y="5851"/>
                    <a:pt x="3817" y="5885"/>
                  </a:cubicBezTo>
                  <a:cubicBezTo>
                    <a:pt x="3799" y="5851"/>
                    <a:pt x="3799" y="5851"/>
                    <a:pt x="3836" y="5785"/>
                  </a:cubicBezTo>
                  <a:lnTo>
                    <a:pt x="3836" y="5785"/>
                  </a:lnTo>
                  <a:lnTo>
                    <a:pt x="3720" y="5854"/>
                  </a:lnTo>
                  <a:cubicBezTo>
                    <a:pt x="3680" y="5877"/>
                    <a:pt x="3598" y="5901"/>
                    <a:pt x="3549" y="5901"/>
                  </a:cubicBezTo>
                  <a:cubicBezTo>
                    <a:pt x="3530" y="5901"/>
                    <a:pt x="3515" y="5897"/>
                    <a:pt x="3510" y="5889"/>
                  </a:cubicBezTo>
                  <a:cubicBezTo>
                    <a:pt x="3432" y="5889"/>
                    <a:pt x="3375" y="5923"/>
                    <a:pt x="3469" y="5954"/>
                  </a:cubicBezTo>
                  <a:cubicBezTo>
                    <a:pt x="3507" y="6020"/>
                    <a:pt x="3507" y="6020"/>
                    <a:pt x="3391" y="6089"/>
                  </a:cubicBezTo>
                  <a:cubicBezTo>
                    <a:pt x="3348" y="6112"/>
                    <a:pt x="3307" y="6136"/>
                    <a:pt x="3280" y="6136"/>
                  </a:cubicBezTo>
                  <a:cubicBezTo>
                    <a:pt x="3270" y="6136"/>
                    <a:pt x="3262" y="6132"/>
                    <a:pt x="3256" y="6124"/>
                  </a:cubicBezTo>
                  <a:cubicBezTo>
                    <a:pt x="3249" y="6109"/>
                    <a:pt x="3244" y="6101"/>
                    <a:pt x="3233" y="6101"/>
                  </a:cubicBezTo>
                  <a:cubicBezTo>
                    <a:pt x="3218" y="6101"/>
                    <a:pt x="3190" y="6118"/>
                    <a:pt x="3122" y="6158"/>
                  </a:cubicBezTo>
                  <a:cubicBezTo>
                    <a:pt x="2937" y="6271"/>
                    <a:pt x="2811" y="6490"/>
                    <a:pt x="2796" y="6591"/>
                  </a:cubicBezTo>
                  <a:cubicBezTo>
                    <a:pt x="2823" y="6629"/>
                    <a:pt x="2833" y="6644"/>
                    <a:pt x="2813" y="6644"/>
                  </a:cubicBezTo>
                  <a:cubicBezTo>
                    <a:pt x="2801" y="6644"/>
                    <a:pt x="2776" y="6638"/>
                    <a:pt x="2736" y="6628"/>
                  </a:cubicBezTo>
                  <a:cubicBezTo>
                    <a:pt x="2731" y="6620"/>
                    <a:pt x="2724" y="6617"/>
                    <a:pt x="2714" y="6617"/>
                  </a:cubicBezTo>
                  <a:cubicBezTo>
                    <a:pt x="2686" y="6617"/>
                    <a:pt x="2640" y="6646"/>
                    <a:pt x="2598" y="6681"/>
                  </a:cubicBezTo>
                  <a:cubicBezTo>
                    <a:pt x="2576" y="6650"/>
                    <a:pt x="2633" y="6603"/>
                    <a:pt x="2695" y="6566"/>
                  </a:cubicBezTo>
                  <a:lnTo>
                    <a:pt x="2673" y="6534"/>
                  </a:lnTo>
                  <a:cubicBezTo>
                    <a:pt x="2655" y="6530"/>
                    <a:pt x="2639" y="6528"/>
                    <a:pt x="2623" y="6528"/>
                  </a:cubicBezTo>
                  <a:cubicBezTo>
                    <a:pt x="2549" y="6528"/>
                    <a:pt x="2508" y="6577"/>
                    <a:pt x="2498" y="6663"/>
                  </a:cubicBezTo>
                  <a:cubicBezTo>
                    <a:pt x="2464" y="6741"/>
                    <a:pt x="2464" y="6738"/>
                    <a:pt x="2385" y="6754"/>
                  </a:cubicBezTo>
                  <a:cubicBezTo>
                    <a:pt x="2307" y="6769"/>
                    <a:pt x="2225" y="6788"/>
                    <a:pt x="2247" y="6816"/>
                  </a:cubicBezTo>
                  <a:cubicBezTo>
                    <a:pt x="2191" y="6863"/>
                    <a:pt x="2125" y="6901"/>
                    <a:pt x="2053" y="6926"/>
                  </a:cubicBezTo>
                  <a:cubicBezTo>
                    <a:pt x="1950" y="7029"/>
                    <a:pt x="1896" y="7079"/>
                    <a:pt x="1921" y="7108"/>
                  </a:cubicBezTo>
                  <a:cubicBezTo>
                    <a:pt x="1950" y="7136"/>
                    <a:pt x="1896" y="7186"/>
                    <a:pt x="1846" y="7236"/>
                  </a:cubicBezTo>
                  <a:cubicBezTo>
                    <a:pt x="1793" y="7289"/>
                    <a:pt x="1743" y="7340"/>
                    <a:pt x="1768" y="7365"/>
                  </a:cubicBezTo>
                  <a:cubicBezTo>
                    <a:pt x="1796" y="7393"/>
                    <a:pt x="1768" y="7465"/>
                    <a:pt x="1680" y="7575"/>
                  </a:cubicBezTo>
                  <a:cubicBezTo>
                    <a:pt x="1617" y="7709"/>
                    <a:pt x="1617" y="7709"/>
                    <a:pt x="1514" y="7716"/>
                  </a:cubicBezTo>
                  <a:cubicBezTo>
                    <a:pt x="1509" y="7711"/>
                    <a:pt x="1504" y="7710"/>
                    <a:pt x="1498" y="7710"/>
                  </a:cubicBezTo>
                  <a:cubicBezTo>
                    <a:pt x="1470" y="7710"/>
                    <a:pt x="1431" y="7756"/>
                    <a:pt x="1392" y="7803"/>
                  </a:cubicBezTo>
                  <a:cubicBezTo>
                    <a:pt x="1357" y="7838"/>
                    <a:pt x="1317" y="7869"/>
                    <a:pt x="1273" y="7891"/>
                  </a:cubicBezTo>
                  <a:cubicBezTo>
                    <a:pt x="1201" y="7929"/>
                    <a:pt x="1232" y="7951"/>
                    <a:pt x="1263" y="7976"/>
                  </a:cubicBezTo>
                  <a:lnTo>
                    <a:pt x="1323" y="8020"/>
                  </a:lnTo>
                  <a:cubicBezTo>
                    <a:pt x="1294" y="8062"/>
                    <a:pt x="1234" y="8082"/>
                    <a:pt x="1191" y="8082"/>
                  </a:cubicBezTo>
                  <a:cubicBezTo>
                    <a:pt x="1174" y="8082"/>
                    <a:pt x="1159" y="8079"/>
                    <a:pt x="1150" y="8073"/>
                  </a:cubicBezTo>
                  <a:cubicBezTo>
                    <a:pt x="1047" y="8089"/>
                    <a:pt x="1047" y="8089"/>
                    <a:pt x="1110" y="8132"/>
                  </a:cubicBezTo>
                  <a:cubicBezTo>
                    <a:pt x="1141" y="8154"/>
                    <a:pt x="1132" y="8233"/>
                    <a:pt x="1019" y="8333"/>
                  </a:cubicBezTo>
                  <a:cubicBezTo>
                    <a:pt x="946" y="8443"/>
                    <a:pt x="887" y="8564"/>
                    <a:pt x="852" y="8564"/>
                  </a:cubicBezTo>
                  <a:cubicBezTo>
                    <a:pt x="849" y="8564"/>
                    <a:pt x="846" y="8563"/>
                    <a:pt x="843" y="8562"/>
                  </a:cubicBezTo>
                  <a:cubicBezTo>
                    <a:pt x="799" y="8593"/>
                    <a:pt x="774" y="8640"/>
                    <a:pt x="771" y="8690"/>
                  </a:cubicBezTo>
                  <a:cubicBezTo>
                    <a:pt x="774" y="8775"/>
                    <a:pt x="727" y="8828"/>
                    <a:pt x="608" y="9013"/>
                  </a:cubicBezTo>
                  <a:cubicBezTo>
                    <a:pt x="398" y="9317"/>
                    <a:pt x="398" y="9320"/>
                    <a:pt x="467" y="9348"/>
                  </a:cubicBezTo>
                  <a:cubicBezTo>
                    <a:pt x="502" y="9364"/>
                    <a:pt x="536" y="9377"/>
                    <a:pt x="439" y="9414"/>
                  </a:cubicBezTo>
                  <a:cubicBezTo>
                    <a:pt x="376" y="9467"/>
                    <a:pt x="392" y="9552"/>
                    <a:pt x="383" y="9702"/>
                  </a:cubicBezTo>
                  <a:cubicBezTo>
                    <a:pt x="398" y="9784"/>
                    <a:pt x="470" y="9806"/>
                    <a:pt x="505" y="9818"/>
                  </a:cubicBezTo>
                  <a:cubicBezTo>
                    <a:pt x="577" y="9840"/>
                    <a:pt x="577" y="9840"/>
                    <a:pt x="499" y="9963"/>
                  </a:cubicBezTo>
                  <a:cubicBezTo>
                    <a:pt x="478" y="10025"/>
                    <a:pt x="426" y="10079"/>
                    <a:pt x="391" y="10079"/>
                  </a:cubicBezTo>
                  <a:cubicBezTo>
                    <a:pt x="389" y="10079"/>
                    <a:pt x="388" y="10079"/>
                    <a:pt x="386" y="10079"/>
                  </a:cubicBezTo>
                  <a:cubicBezTo>
                    <a:pt x="348" y="10066"/>
                    <a:pt x="370" y="10000"/>
                    <a:pt x="370" y="10000"/>
                  </a:cubicBezTo>
                  <a:lnTo>
                    <a:pt x="389" y="9931"/>
                  </a:lnTo>
                  <a:cubicBezTo>
                    <a:pt x="380" y="9928"/>
                    <a:pt x="370" y="9925"/>
                    <a:pt x="360" y="9925"/>
                  </a:cubicBezTo>
                  <a:cubicBezTo>
                    <a:pt x="334" y="9925"/>
                    <a:pt x="306" y="9947"/>
                    <a:pt x="276" y="10047"/>
                  </a:cubicBezTo>
                  <a:cubicBezTo>
                    <a:pt x="226" y="10107"/>
                    <a:pt x="210" y="10179"/>
                    <a:pt x="245" y="10188"/>
                  </a:cubicBezTo>
                  <a:cubicBezTo>
                    <a:pt x="195" y="10251"/>
                    <a:pt x="163" y="10392"/>
                    <a:pt x="132" y="10533"/>
                  </a:cubicBezTo>
                  <a:cubicBezTo>
                    <a:pt x="104" y="10677"/>
                    <a:pt x="85" y="10893"/>
                    <a:pt x="38" y="10962"/>
                  </a:cubicBezTo>
                  <a:cubicBezTo>
                    <a:pt x="22" y="11106"/>
                    <a:pt x="13" y="11178"/>
                    <a:pt x="50" y="11182"/>
                  </a:cubicBezTo>
                  <a:cubicBezTo>
                    <a:pt x="121" y="11188"/>
                    <a:pt x="123" y="11257"/>
                    <a:pt x="87" y="11257"/>
                  </a:cubicBezTo>
                  <a:cubicBezTo>
                    <a:pt x="87" y="11257"/>
                    <a:pt x="86" y="11257"/>
                    <a:pt x="85" y="11257"/>
                  </a:cubicBezTo>
                  <a:cubicBezTo>
                    <a:pt x="47" y="11291"/>
                    <a:pt x="13" y="11545"/>
                    <a:pt x="0" y="11802"/>
                  </a:cubicBezTo>
                  <a:cubicBezTo>
                    <a:pt x="7" y="12056"/>
                    <a:pt x="38" y="12313"/>
                    <a:pt x="79" y="12344"/>
                  </a:cubicBezTo>
                  <a:cubicBezTo>
                    <a:pt x="82" y="12394"/>
                    <a:pt x="88" y="12441"/>
                    <a:pt x="98" y="12488"/>
                  </a:cubicBezTo>
                  <a:cubicBezTo>
                    <a:pt x="88" y="12636"/>
                    <a:pt x="157" y="13074"/>
                    <a:pt x="226" y="13131"/>
                  </a:cubicBezTo>
                  <a:lnTo>
                    <a:pt x="282" y="13341"/>
                  </a:lnTo>
                  <a:cubicBezTo>
                    <a:pt x="289" y="13491"/>
                    <a:pt x="304" y="13563"/>
                    <a:pt x="367" y="13620"/>
                  </a:cubicBezTo>
                  <a:cubicBezTo>
                    <a:pt x="430" y="13676"/>
                    <a:pt x="464" y="13664"/>
                    <a:pt x="427" y="13676"/>
                  </a:cubicBezTo>
                  <a:cubicBezTo>
                    <a:pt x="392" y="13689"/>
                    <a:pt x="445" y="13823"/>
                    <a:pt x="552" y="14096"/>
                  </a:cubicBezTo>
                  <a:cubicBezTo>
                    <a:pt x="626" y="14266"/>
                    <a:pt x="658" y="14325"/>
                    <a:pt x="670" y="14325"/>
                  </a:cubicBezTo>
                  <a:cubicBezTo>
                    <a:pt x="677" y="14325"/>
                    <a:pt x="678" y="14306"/>
                    <a:pt x="677" y="14278"/>
                  </a:cubicBezTo>
                  <a:lnTo>
                    <a:pt x="677" y="14278"/>
                  </a:lnTo>
                  <a:cubicBezTo>
                    <a:pt x="843" y="14519"/>
                    <a:pt x="809" y="14535"/>
                    <a:pt x="778" y="14554"/>
                  </a:cubicBezTo>
                  <a:cubicBezTo>
                    <a:pt x="767" y="14550"/>
                    <a:pt x="758" y="14549"/>
                    <a:pt x="750" y="14549"/>
                  </a:cubicBezTo>
                  <a:cubicBezTo>
                    <a:pt x="689" y="14549"/>
                    <a:pt x="757" y="14655"/>
                    <a:pt x="875" y="14663"/>
                  </a:cubicBezTo>
                  <a:cubicBezTo>
                    <a:pt x="972" y="14695"/>
                    <a:pt x="1053" y="14811"/>
                    <a:pt x="1019" y="14829"/>
                  </a:cubicBezTo>
                  <a:cubicBezTo>
                    <a:pt x="1014" y="14832"/>
                    <a:pt x="1010" y="14834"/>
                    <a:pt x="1005" y="14834"/>
                  </a:cubicBezTo>
                  <a:cubicBezTo>
                    <a:pt x="977" y="14834"/>
                    <a:pt x="944" y="14780"/>
                    <a:pt x="909" y="14729"/>
                  </a:cubicBezTo>
                  <a:lnTo>
                    <a:pt x="843" y="14764"/>
                  </a:lnTo>
                  <a:cubicBezTo>
                    <a:pt x="868" y="14811"/>
                    <a:pt x="906" y="14848"/>
                    <a:pt x="956" y="14870"/>
                  </a:cubicBezTo>
                  <a:cubicBezTo>
                    <a:pt x="984" y="14911"/>
                    <a:pt x="1022" y="14945"/>
                    <a:pt x="1066" y="14974"/>
                  </a:cubicBezTo>
                  <a:cubicBezTo>
                    <a:pt x="1088" y="14987"/>
                    <a:pt x="1107" y="14993"/>
                    <a:pt x="1122" y="14993"/>
                  </a:cubicBezTo>
                  <a:cubicBezTo>
                    <a:pt x="1151" y="14993"/>
                    <a:pt x="1164" y="14966"/>
                    <a:pt x="1160" y="14911"/>
                  </a:cubicBezTo>
                  <a:cubicBezTo>
                    <a:pt x="1158" y="14884"/>
                    <a:pt x="1161" y="14873"/>
                    <a:pt x="1168" y="14873"/>
                  </a:cubicBezTo>
                  <a:cubicBezTo>
                    <a:pt x="1181" y="14873"/>
                    <a:pt x="1207" y="14912"/>
                    <a:pt x="1232" y="14952"/>
                  </a:cubicBezTo>
                  <a:cubicBezTo>
                    <a:pt x="1263" y="15051"/>
                    <a:pt x="1256" y="15092"/>
                    <a:pt x="1224" y="15092"/>
                  </a:cubicBezTo>
                  <a:cubicBezTo>
                    <a:pt x="1211" y="15092"/>
                    <a:pt x="1195" y="15085"/>
                    <a:pt x="1176" y="15074"/>
                  </a:cubicBezTo>
                  <a:cubicBezTo>
                    <a:pt x="1155" y="15044"/>
                    <a:pt x="1137" y="15034"/>
                    <a:pt x="1120" y="15034"/>
                  </a:cubicBezTo>
                  <a:cubicBezTo>
                    <a:pt x="1103" y="15034"/>
                    <a:pt x="1088" y="15044"/>
                    <a:pt x="1072" y="15055"/>
                  </a:cubicBezTo>
                  <a:cubicBezTo>
                    <a:pt x="1056" y="15064"/>
                    <a:pt x="1113" y="15136"/>
                    <a:pt x="1188" y="15205"/>
                  </a:cubicBezTo>
                  <a:cubicBezTo>
                    <a:pt x="1270" y="15271"/>
                    <a:pt x="1364" y="15337"/>
                    <a:pt x="1417" y="15340"/>
                  </a:cubicBezTo>
                  <a:cubicBezTo>
                    <a:pt x="1430" y="15331"/>
                    <a:pt x="1437" y="15326"/>
                    <a:pt x="1437" y="15326"/>
                  </a:cubicBezTo>
                  <a:lnTo>
                    <a:pt x="1437" y="15326"/>
                  </a:lnTo>
                  <a:cubicBezTo>
                    <a:pt x="1438" y="15326"/>
                    <a:pt x="1423" y="15337"/>
                    <a:pt x="1386" y="15365"/>
                  </a:cubicBezTo>
                  <a:cubicBezTo>
                    <a:pt x="1357" y="15387"/>
                    <a:pt x="1442" y="15503"/>
                    <a:pt x="1533" y="15616"/>
                  </a:cubicBezTo>
                  <a:cubicBezTo>
                    <a:pt x="1614" y="15705"/>
                    <a:pt x="1662" y="15757"/>
                    <a:pt x="1692" y="15757"/>
                  </a:cubicBezTo>
                  <a:cubicBezTo>
                    <a:pt x="1698" y="15757"/>
                    <a:pt x="1704" y="15755"/>
                    <a:pt x="1708" y="15751"/>
                  </a:cubicBezTo>
                  <a:cubicBezTo>
                    <a:pt x="1724" y="15737"/>
                    <a:pt x="1740" y="15722"/>
                    <a:pt x="1760" y="15722"/>
                  </a:cubicBezTo>
                  <a:cubicBezTo>
                    <a:pt x="1774" y="15722"/>
                    <a:pt x="1791" y="15731"/>
                    <a:pt x="1812" y="15754"/>
                  </a:cubicBezTo>
                  <a:cubicBezTo>
                    <a:pt x="1765" y="15701"/>
                    <a:pt x="1793" y="15675"/>
                    <a:pt x="1821" y="15650"/>
                  </a:cubicBezTo>
                  <a:cubicBezTo>
                    <a:pt x="1856" y="15719"/>
                    <a:pt x="1884" y="15788"/>
                    <a:pt x="1909" y="15860"/>
                  </a:cubicBezTo>
                  <a:cubicBezTo>
                    <a:pt x="1953" y="16014"/>
                    <a:pt x="2034" y="16139"/>
                    <a:pt x="2247" y="16337"/>
                  </a:cubicBezTo>
                  <a:cubicBezTo>
                    <a:pt x="2360" y="16428"/>
                    <a:pt x="2532" y="16559"/>
                    <a:pt x="2567" y="16634"/>
                  </a:cubicBezTo>
                  <a:cubicBezTo>
                    <a:pt x="2657" y="16705"/>
                    <a:pt x="2716" y="16741"/>
                    <a:pt x="2747" y="16741"/>
                  </a:cubicBezTo>
                  <a:cubicBezTo>
                    <a:pt x="2757" y="16741"/>
                    <a:pt x="2763" y="16738"/>
                    <a:pt x="2768" y="16732"/>
                  </a:cubicBezTo>
                  <a:lnTo>
                    <a:pt x="2890" y="16810"/>
                  </a:lnTo>
                  <a:cubicBezTo>
                    <a:pt x="2921" y="16870"/>
                    <a:pt x="3012" y="16937"/>
                    <a:pt x="3054" y="16937"/>
                  </a:cubicBezTo>
                  <a:cubicBezTo>
                    <a:pt x="3062" y="16937"/>
                    <a:pt x="3068" y="16935"/>
                    <a:pt x="3071" y="16929"/>
                  </a:cubicBezTo>
                  <a:cubicBezTo>
                    <a:pt x="3153" y="16932"/>
                    <a:pt x="3197" y="17001"/>
                    <a:pt x="3263" y="17036"/>
                  </a:cubicBezTo>
                  <a:cubicBezTo>
                    <a:pt x="3308" y="17103"/>
                    <a:pt x="3331" y="17137"/>
                    <a:pt x="3341" y="17137"/>
                  </a:cubicBezTo>
                  <a:cubicBezTo>
                    <a:pt x="3351" y="17137"/>
                    <a:pt x="3349" y="17103"/>
                    <a:pt x="3344" y="17036"/>
                  </a:cubicBezTo>
                  <a:cubicBezTo>
                    <a:pt x="3363" y="17004"/>
                    <a:pt x="3256" y="16901"/>
                    <a:pt x="3194" y="16866"/>
                  </a:cubicBezTo>
                  <a:cubicBezTo>
                    <a:pt x="3131" y="16835"/>
                    <a:pt x="3071" y="16797"/>
                    <a:pt x="3012" y="16757"/>
                  </a:cubicBezTo>
                  <a:lnTo>
                    <a:pt x="3012" y="16757"/>
                  </a:lnTo>
                  <a:cubicBezTo>
                    <a:pt x="3078" y="16785"/>
                    <a:pt x="3144" y="16813"/>
                    <a:pt x="3213" y="16835"/>
                  </a:cubicBezTo>
                  <a:cubicBezTo>
                    <a:pt x="3258" y="16860"/>
                    <a:pt x="3344" y="16885"/>
                    <a:pt x="3396" y="16885"/>
                  </a:cubicBezTo>
                  <a:cubicBezTo>
                    <a:pt x="3415" y="16885"/>
                    <a:pt x="3430" y="16881"/>
                    <a:pt x="3435" y="16873"/>
                  </a:cubicBezTo>
                  <a:cubicBezTo>
                    <a:pt x="3435" y="16873"/>
                    <a:pt x="3443" y="16857"/>
                    <a:pt x="3467" y="16857"/>
                  </a:cubicBezTo>
                  <a:cubicBezTo>
                    <a:pt x="3478" y="16857"/>
                    <a:pt x="3494" y="16861"/>
                    <a:pt x="3513" y="16873"/>
                  </a:cubicBezTo>
                  <a:lnTo>
                    <a:pt x="3479" y="16938"/>
                  </a:lnTo>
                  <a:cubicBezTo>
                    <a:pt x="3401" y="16938"/>
                    <a:pt x="3382" y="16970"/>
                    <a:pt x="3363" y="17004"/>
                  </a:cubicBezTo>
                  <a:cubicBezTo>
                    <a:pt x="3383" y="17087"/>
                    <a:pt x="3500" y="17191"/>
                    <a:pt x="3565" y="17191"/>
                  </a:cubicBezTo>
                  <a:cubicBezTo>
                    <a:pt x="3581" y="17191"/>
                    <a:pt x="3594" y="17184"/>
                    <a:pt x="3601" y="17170"/>
                  </a:cubicBezTo>
                  <a:cubicBezTo>
                    <a:pt x="3648" y="17186"/>
                    <a:pt x="3689" y="17220"/>
                    <a:pt x="3714" y="17264"/>
                  </a:cubicBezTo>
                  <a:cubicBezTo>
                    <a:pt x="3704" y="17287"/>
                    <a:pt x="3730" y="17307"/>
                    <a:pt x="3778" y="17307"/>
                  </a:cubicBezTo>
                  <a:cubicBezTo>
                    <a:pt x="3802" y="17307"/>
                    <a:pt x="3832" y="17302"/>
                    <a:pt x="3864" y="17289"/>
                  </a:cubicBezTo>
                  <a:cubicBezTo>
                    <a:pt x="3892" y="17277"/>
                    <a:pt x="3918" y="17271"/>
                    <a:pt x="3940" y="17271"/>
                  </a:cubicBezTo>
                  <a:cubicBezTo>
                    <a:pt x="3994" y="17271"/>
                    <a:pt x="4033" y="17305"/>
                    <a:pt x="4062" y="17371"/>
                  </a:cubicBezTo>
                  <a:cubicBezTo>
                    <a:pt x="4154" y="17472"/>
                    <a:pt x="4366" y="17559"/>
                    <a:pt x="4437" y="17559"/>
                  </a:cubicBezTo>
                  <a:cubicBezTo>
                    <a:pt x="4450" y="17559"/>
                    <a:pt x="4458" y="17556"/>
                    <a:pt x="4460" y="17550"/>
                  </a:cubicBezTo>
                  <a:cubicBezTo>
                    <a:pt x="4468" y="17525"/>
                    <a:pt x="4497" y="17515"/>
                    <a:pt x="4535" y="17515"/>
                  </a:cubicBezTo>
                  <a:cubicBezTo>
                    <a:pt x="4607" y="17515"/>
                    <a:pt x="4710" y="17552"/>
                    <a:pt x="4751" y="17587"/>
                  </a:cubicBezTo>
                  <a:cubicBezTo>
                    <a:pt x="4791" y="17629"/>
                    <a:pt x="4846" y="17652"/>
                    <a:pt x="4903" y="17652"/>
                  </a:cubicBezTo>
                  <a:cubicBezTo>
                    <a:pt x="4922" y="17652"/>
                    <a:pt x="4942" y="17649"/>
                    <a:pt x="4961" y="17644"/>
                  </a:cubicBezTo>
                  <a:lnTo>
                    <a:pt x="4961" y="17644"/>
                  </a:lnTo>
                  <a:cubicBezTo>
                    <a:pt x="4953" y="17672"/>
                    <a:pt x="4995" y="17712"/>
                    <a:pt x="5055" y="17712"/>
                  </a:cubicBezTo>
                  <a:cubicBezTo>
                    <a:pt x="5067" y="17712"/>
                    <a:pt x="5079" y="17710"/>
                    <a:pt x="5093" y="17706"/>
                  </a:cubicBezTo>
                  <a:cubicBezTo>
                    <a:pt x="5093" y="17706"/>
                    <a:pt x="5101" y="17708"/>
                    <a:pt x="5109" y="17708"/>
                  </a:cubicBezTo>
                  <a:cubicBezTo>
                    <a:pt x="5126" y="17708"/>
                    <a:pt x="5144" y="17702"/>
                    <a:pt x="5102" y="17669"/>
                  </a:cubicBezTo>
                  <a:lnTo>
                    <a:pt x="5259" y="17618"/>
                  </a:lnTo>
                  <a:cubicBezTo>
                    <a:pt x="5187" y="17606"/>
                    <a:pt x="5196" y="17571"/>
                    <a:pt x="5202" y="17534"/>
                  </a:cubicBezTo>
                  <a:cubicBezTo>
                    <a:pt x="5203" y="17528"/>
                    <a:pt x="5211" y="17525"/>
                    <a:pt x="5223" y="17525"/>
                  </a:cubicBezTo>
                  <a:cubicBezTo>
                    <a:pt x="5288" y="17525"/>
                    <a:pt x="5496" y="17606"/>
                    <a:pt x="5607" y="17709"/>
                  </a:cubicBezTo>
                  <a:lnTo>
                    <a:pt x="5741" y="17797"/>
                  </a:lnTo>
                  <a:lnTo>
                    <a:pt x="5748" y="17722"/>
                  </a:lnTo>
                  <a:cubicBezTo>
                    <a:pt x="5820" y="17728"/>
                    <a:pt x="5892" y="17738"/>
                    <a:pt x="5889" y="17775"/>
                  </a:cubicBezTo>
                  <a:cubicBezTo>
                    <a:pt x="5886" y="17810"/>
                    <a:pt x="5886" y="17816"/>
                    <a:pt x="5958" y="17816"/>
                  </a:cubicBezTo>
                  <a:cubicBezTo>
                    <a:pt x="5958" y="17816"/>
                    <a:pt x="5959" y="17816"/>
                    <a:pt x="5962" y="17816"/>
                  </a:cubicBezTo>
                  <a:cubicBezTo>
                    <a:pt x="5977" y="17816"/>
                    <a:pt x="6030" y="17814"/>
                    <a:pt x="6033" y="17781"/>
                  </a:cubicBezTo>
                  <a:cubicBezTo>
                    <a:pt x="6035" y="17736"/>
                    <a:pt x="6036" y="17717"/>
                    <a:pt x="6050" y="17717"/>
                  </a:cubicBezTo>
                  <a:cubicBezTo>
                    <a:pt x="6060" y="17717"/>
                    <a:pt x="6078" y="17727"/>
                    <a:pt x="6108" y="17744"/>
                  </a:cubicBezTo>
                  <a:cubicBezTo>
                    <a:pt x="6141" y="17783"/>
                    <a:pt x="6177" y="17803"/>
                    <a:pt x="6213" y="17803"/>
                  </a:cubicBezTo>
                  <a:cubicBezTo>
                    <a:pt x="6249" y="17803"/>
                    <a:pt x="6286" y="17784"/>
                    <a:pt x="6321" y="17747"/>
                  </a:cubicBezTo>
                  <a:cubicBezTo>
                    <a:pt x="6323" y="17710"/>
                    <a:pt x="6323" y="17691"/>
                    <a:pt x="6331" y="17691"/>
                  </a:cubicBezTo>
                  <a:cubicBezTo>
                    <a:pt x="6340" y="17691"/>
                    <a:pt x="6357" y="17710"/>
                    <a:pt x="6393" y="17750"/>
                  </a:cubicBezTo>
                  <a:cubicBezTo>
                    <a:pt x="6393" y="17786"/>
                    <a:pt x="6462" y="17819"/>
                    <a:pt x="6531" y="17819"/>
                  </a:cubicBezTo>
                  <a:cubicBezTo>
                    <a:pt x="6534" y="17819"/>
                    <a:pt x="6538" y="17819"/>
                    <a:pt x="6541" y="17819"/>
                  </a:cubicBezTo>
                  <a:lnTo>
                    <a:pt x="6537" y="17781"/>
                  </a:lnTo>
                  <a:cubicBezTo>
                    <a:pt x="6537" y="17734"/>
                    <a:pt x="6564" y="17714"/>
                    <a:pt x="6603" y="17714"/>
                  </a:cubicBezTo>
                  <a:cubicBezTo>
                    <a:pt x="6626" y="17714"/>
                    <a:pt x="6653" y="17721"/>
                    <a:pt x="6682" y="17734"/>
                  </a:cubicBezTo>
                  <a:cubicBezTo>
                    <a:pt x="6682" y="17751"/>
                    <a:pt x="6697" y="17760"/>
                    <a:pt x="6727" y="17760"/>
                  </a:cubicBezTo>
                  <a:cubicBezTo>
                    <a:pt x="6763" y="17760"/>
                    <a:pt x="6819" y="17748"/>
                    <a:pt x="6895" y="17722"/>
                  </a:cubicBezTo>
                  <a:cubicBezTo>
                    <a:pt x="6973" y="17713"/>
                    <a:pt x="7030" y="17705"/>
                    <a:pt x="7066" y="17705"/>
                  </a:cubicBezTo>
                  <a:cubicBezTo>
                    <a:pt x="7097" y="17705"/>
                    <a:pt x="7113" y="17711"/>
                    <a:pt x="7114" y="17728"/>
                  </a:cubicBezTo>
                  <a:cubicBezTo>
                    <a:pt x="7119" y="17765"/>
                    <a:pt x="7121" y="17783"/>
                    <a:pt x="7129" y="17783"/>
                  </a:cubicBezTo>
                  <a:cubicBezTo>
                    <a:pt x="7138" y="17783"/>
                    <a:pt x="7154" y="17762"/>
                    <a:pt x="7186" y="17719"/>
                  </a:cubicBezTo>
                  <a:cubicBezTo>
                    <a:pt x="7228" y="17689"/>
                    <a:pt x="7243" y="17678"/>
                    <a:pt x="7287" y="17678"/>
                  </a:cubicBezTo>
                  <a:cubicBezTo>
                    <a:pt x="7312" y="17678"/>
                    <a:pt x="7347" y="17682"/>
                    <a:pt x="7402" y="17687"/>
                  </a:cubicBezTo>
                  <a:cubicBezTo>
                    <a:pt x="7432" y="17698"/>
                    <a:pt x="7449" y="17704"/>
                    <a:pt x="7464" y="17704"/>
                  </a:cubicBezTo>
                  <a:cubicBezTo>
                    <a:pt x="7488" y="17704"/>
                    <a:pt x="7503" y="17690"/>
                    <a:pt x="7543" y="17659"/>
                  </a:cubicBezTo>
                  <a:cubicBezTo>
                    <a:pt x="7530" y="17595"/>
                    <a:pt x="7524" y="17559"/>
                    <a:pt x="7480" y="17559"/>
                  </a:cubicBezTo>
                  <a:cubicBezTo>
                    <a:pt x="7472" y="17559"/>
                    <a:pt x="7463" y="17560"/>
                    <a:pt x="7453" y="17562"/>
                  </a:cubicBezTo>
                  <a:cubicBezTo>
                    <a:pt x="7427" y="17569"/>
                    <a:pt x="7411" y="17572"/>
                    <a:pt x="7400" y="17572"/>
                  </a:cubicBezTo>
                  <a:cubicBezTo>
                    <a:pt x="7381" y="17572"/>
                    <a:pt x="7378" y="17562"/>
                    <a:pt x="7374" y="17540"/>
                  </a:cubicBezTo>
                  <a:cubicBezTo>
                    <a:pt x="7374" y="17540"/>
                    <a:pt x="7446" y="17528"/>
                    <a:pt x="7512" y="17509"/>
                  </a:cubicBezTo>
                  <a:cubicBezTo>
                    <a:pt x="7606" y="17490"/>
                    <a:pt x="7697" y="17455"/>
                    <a:pt x="7778" y="17408"/>
                  </a:cubicBezTo>
                  <a:cubicBezTo>
                    <a:pt x="7871" y="17359"/>
                    <a:pt x="7886" y="17307"/>
                    <a:pt x="7839" y="17307"/>
                  </a:cubicBezTo>
                  <a:cubicBezTo>
                    <a:pt x="7821" y="17307"/>
                    <a:pt x="7795" y="17315"/>
                    <a:pt x="7760" y="17333"/>
                  </a:cubicBezTo>
                  <a:lnTo>
                    <a:pt x="7684" y="17314"/>
                  </a:lnTo>
                  <a:cubicBezTo>
                    <a:pt x="7674" y="17265"/>
                    <a:pt x="7643" y="17244"/>
                    <a:pt x="7613" y="17244"/>
                  </a:cubicBezTo>
                  <a:cubicBezTo>
                    <a:pt x="7574" y="17244"/>
                    <a:pt x="7537" y="17281"/>
                    <a:pt x="7550" y="17343"/>
                  </a:cubicBezTo>
                  <a:cubicBezTo>
                    <a:pt x="7564" y="17408"/>
                    <a:pt x="7570" y="17436"/>
                    <a:pt x="7556" y="17436"/>
                  </a:cubicBezTo>
                  <a:cubicBezTo>
                    <a:pt x="7546" y="17436"/>
                    <a:pt x="7526" y="17421"/>
                    <a:pt x="7490" y="17396"/>
                  </a:cubicBezTo>
                  <a:cubicBezTo>
                    <a:pt x="7483" y="17352"/>
                    <a:pt x="7458" y="17340"/>
                    <a:pt x="7425" y="17340"/>
                  </a:cubicBezTo>
                  <a:cubicBezTo>
                    <a:pt x="7400" y="17340"/>
                    <a:pt x="7372" y="17347"/>
                    <a:pt x="7343" y="17352"/>
                  </a:cubicBezTo>
                  <a:cubicBezTo>
                    <a:pt x="7320" y="17355"/>
                    <a:pt x="7305" y="17357"/>
                    <a:pt x="7294" y="17357"/>
                  </a:cubicBezTo>
                  <a:cubicBezTo>
                    <a:pt x="7274" y="17357"/>
                    <a:pt x="7273" y="17349"/>
                    <a:pt x="7271" y="17324"/>
                  </a:cubicBezTo>
                  <a:cubicBezTo>
                    <a:pt x="7265" y="17291"/>
                    <a:pt x="7208" y="17266"/>
                    <a:pt x="7150" y="17266"/>
                  </a:cubicBezTo>
                  <a:cubicBezTo>
                    <a:pt x="7141" y="17266"/>
                    <a:pt x="7132" y="17266"/>
                    <a:pt x="7124" y="17267"/>
                  </a:cubicBezTo>
                  <a:cubicBezTo>
                    <a:pt x="7058" y="17277"/>
                    <a:pt x="7058" y="17277"/>
                    <a:pt x="7064" y="17314"/>
                  </a:cubicBezTo>
                  <a:cubicBezTo>
                    <a:pt x="7100" y="17329"/>
                    <a:pt x="7084" y="17340"/>
                    <a:pt x="7050" y="17340"/>
                  </a:cubicBezTo>
                  <a:cubicBezTo>
                    <a:pt x="7016" y="17340"/>
                    <a:pt x="6964" y="17329"/>
                    <a:pt x="6926" y="17296"/>
                  </a:cubicBezTo>
                  <a:cubicBezTo>
                    <a:pt x="6900" y="17286"/>
                    <a:pt x="6883" y="17280"/>
                    <a:pt x="6874" y="17280"/>
                  </a:cubicBezTo>
                  <a:cubicBezTo>
                    <a:pt x="6858" y="17280"/>
                    <a:pt x="6860" y="17296"/>
                    <a:pt x="6863" y="17343"/>
                  </a:cubicBezTo>
                  <a:cubicBezTo>
                    <a:pt x="6867" y="17383"/>
                    <a:pt x="6829" y="17404"/>
                    <a:pt x="6781" y="17404"/>
                  </a:cubicBezTo>
                  <a:cubicBezTo>
                    <a:pt x="6741" y="17404"/>
                    <a:pt x="6693" y="17389"/>
                    <a:pt x="6660" y="17355"/>
                  </a:cubicBezTo>
                  <a:lnTo>
                    <a:pt x="6525" y="17361"/>
                  </a:lnTo>
                  <a:cubicBezTo>
                    <a:pt x="6459" y="17368"/>
                    <a:pt x="6459" y="17405"/>
                    <a:pt x="6459" y="17443"/>
                  </a:cubicBezTo>
                  <a:cubicBezTo>
                    <a:pt x="6461" y="17488"/>
                    <a:pt x="6462" y="17507"/>
                    <a:pt x="6447" y="17507"/>
                  </a:cubicBezTo>
                  <a:cubicBezTo>
                    <a:pt x="6437" y="17507"/>
                    <a:pt x="6421" y="17499"/>
                    <a:pt x="6393" y="17484"/>
                  </a:cubicBezTo>
                  <a:cubicBezTo>
                    <a:pt x="6324" y="17443"/>
                    <a:pt x="6324" y="17405"/>
                    <a:pt x="6324" y="17405"/>
                  </a:cubicBezTo>
                  <a:cubicBezTo>
                    <a:pt x="6324" y="17368"/>
                    <a:pt x="6255" y="17368"/>
                    <a:pt x="6190" y="17365"/>
                  </a:cubicBezTo>
                  <a:cubicBezTo>
                    <a:pt x="6180" y="17365"/>
                    <a:pt x="6169" y="17365"/>
                    <a:pt x="6157" y="17365"/>
                  </a:cubicBezTo>
                  <a:cubicBezTo>
                    <a:pt x="6085" y="17365"/>
                    <a:pt x="5986" y="17367"/>
                    <a:pt x="5986" y="17399"/>
                  </a:cubicBezTo>
                  <a:lnTo>
                    <a:pt x="5986" y="17361"/>
                  </a:lnTo>
                  <a:cubicBezTo>
                    <a:pt x="5941" y="17361"/>
                    <a:pt x="5928" y="17341"/>
                    <a:pt x="5924" y="17341"/>
                  </a:cubicBezTo>
                  <a:cubicBezTo>
                    <a:pt x="5921" y="17341"/>
                    <a:pt x="5921" y="17345"/>
                    <a:pt x="5920" y="17358"/>
                  </a:cubicBezTo>
                  <a:cubicBezTo>
                    <a:pt x="5851" y="17346"/>
                    <a:pt x="5785" y="17327"/>
                    <a:pt x="5723" y="17299"/>
                  </a:cubicBezTo>
                  <a:cubicBezTo>
                    <a:pt x="5689" y="17286"/>
                    <a:pt x="5650" y="17280"/>
                    <a:pt x="5614" y="17280"/>
                  </a:cubicBezTo>
                  <a:cubicBezTo>
                    <a:pt x="5512" y="17280"/>
                    <a:pt x="5434" y="17327"/>
                    <a:pt x="5575" y="17399"/>
                  </a:cubicBezTo>
                  <a:cubicBezTo>
                    <a:pt x="5603" y="17402"/>
                    <a:pt x="5619" y="17403"/>
                    <a:pt x="5618" y="17403"/>
                  </a:cubicBezTo>
                  <a:cubicBezTo>
                    <a:pt x="5618" y="17403"/>
                    <a:pt x="5585" y="17400"/>
                    <a:pt x="5506" y="17393"/>
                  </a:cubicBezTo>
                  <a:cubicBezTo>
                    <a:pt x="5501" y="17392"/>
                    <a:pt x="5495" y="17392"/>
                    <a:pt x="5491" y="17392"/>
                  </a:cubicBezTo>
                  <a:cubicBezTo>
                    <a:pt x="5437" y="17392"/>
                    <a:pt x="5434" y="17421"/>
                    <a:pt x="5434" y="17421"/>
                  </a:cubicBezTo>
                  <a:cubicBezTo>
                    <a:pt x="5431" y="17440"/>
                    <a:pt x="5412" y="17446"/>
                    <a:pt x="5386" y="17446"/>
                  </a:cubicBezTo>
                  <a:cubicBezTo>
                    <a:pt x="5359" y="17446"/>
                    <a:pt x="5325" y="17440"/>
                    <a:pt x="5290" y="17434"/>
                  </a:cubicBezTo>
                  <a:cubicBezTo>
                    <a:pt x="5290" y="17434"/>
                    <a:pt x="5296" y="17396"/>
                    <a:pt x="5306" y="17358"/>
                  </a:cubicBezTo>
                  <a:cubicBezTo>
                    <a:pt x="5360" y="17294"/>
                    <a:pt x="5329" y="17246"/>
                    <a:pt x="5276" y="17246"/>
                  </a:cubicBezTo>
                  <a:cubicBezTo>
                    <a:pt x="5247" y="17246"/>
                    <a:pt x="5211" y="17261"/>
                    <a:pt x="5178" y="17295"/>
                  </a:cubicBezTo>
                  <a:lnTo>
                    <a:pt x="5178" y="17295"/>
                  </a:lnTo>
                  <a:cubicBezTo>
                    <a:pt x="5181" y="17285"/>
                    <a:pt x="5183" y="17271"/>
                    <a:pt x="5187" y="17258"/>
                  </a:cubicBezTo>
                  <a:cubicBezTo>
                    <a:pt x="5192" y="17229"/>
                    <a:pt x="5152" y="17218"/>
                    <a:pt x="5067" y="17218"/>
                  </a:cubicBezTo>
                  <a:cubicBezTo>
                    <a:pt x="5043" y="17218"/>
                    <a:pt x="5017" y="17219"/>
                    <a:pt x="4986" y="17220"/>
                  </a:cubicBezTo>
                  <a:cubicBezTo>
                    <a:pt x="4978" y="17218"/>
                    <a:pt x="4969" y="17217"/>
                    <a:pt x="4960" y="17217"/>
                  </a:cubicBezTo>
                  <a:cubicBezTo>
                    <a:pt x="4902" y="17217"/>
                    <a:pt x="4838" y="17263"/>
                    <a:pt x="4830" y="17296"/>
                  </a:cubicBezTo>
                  <a:cubicBezTo>
                    <a:pt x="4823" y="17314"/>
                    <a:pt x="4802" y="17318"/>
                    <a:pt x="4783" y="17318"/>
                  </a:cubicBezTo>
                  <a:cubicBezTo>
                    <a:pt x="4766" y="17318"/>
                    <a:pt x="4751" y="17314"/>
                    <a:pt x="4751" y="17314"/>
                  </a:cubicBezTo>
                  <a:cubicBezTo>
                    <a:pt x="4685" y="17296"/>
                    <a:pt x="4685" y="17296"/>
                    <a:pt x="4695" y="17258"/>
                  </a:cubicBezTo>
                  <a:cubicBezTo>
                    <a:pt x="4710" y="17209"/>
                    <a:pt x="4655" y="17179"/>
                    <a:pt x="4590" y="17179"/>
                  </a:cubicBezTo>
                  <a:cubicBezTo>
                    <a:pt x="4559" y="17179"/>
                    <a:pt x="4526" y="17186"/>
                    <a:pt x="4497" y="17202"/>
                  </a:cubicBezTo>
                  <a:lnTo>
                    <a:pt x="4510" y="17167"/>
                  </a:lnTo>
                  <a:cubicBezTo>
                    <a:pt x="4519" y="17130"/>
                    <a:pt x="4469" y="17073"/>
                    <a:pt x="4137" y="16995"/>
                  </a:cubicBezTo>
                  <a:cubicBezTo>
                    <a:pt x="3889" y="16885"/>
                    <a:pt x="3705" y="16801"/>
                    <a:pt x="3723" y="16766"/>
                  </a:cubicBezTo>
                  <a:cubicBezTo>
                    <a:pt x="3739" y="16735"/>
                    <a:pt x="3469" y="16672"/>
                    <a:pt x="3310" y="16672"/>
                  </a:cubicBezTo>
                  <a:cubicBezTo>
                    <a:pt x="3328" y="16638"/>
                    <a:pt x="3269" y="16609"/>
                    <a:pt x="3156" y="16531"/>
                  </a:cubicBezTo>
                  <a:cubicBezTo>
                    <a:pt x="2984" y="16418"/>
                    <a:pt x="2984" y="16418"/>
                    <a:pt x="3006" y="16387"/>
                  </a:cubicBezTo>
                  <a:cubicBezTo>
                    <a:pt x="3106" y="16362"/>
                    <a:pt x="3106" y="16362"/>
                    <a:pt x="2949" y="16349"/>
                  </a:cubicBezTo>
                  <a:cubicBezTo>
                    <a:pt x="2941" y="16351"/>
                    <a:pt x="2933" y="16353"/>
                    <a:pt x="2924" y="16353"/>
                  </a:cubicBezTo>
                  <a:cubicBezTo>
                    <a:pt x="2826" y="16353"/>
                    <a:pt x="2715" y="16210"/>
                    <a:pt x="2758" y="16158"/>
                  </a:cubicBezTo>
                  <a:cubicBezTo>
                    <a:pt x="2780" y="16130"/>
                    <a:pt x="2727" y="16086"/>
                    <a:pt x="2623" y="16005"/>
                  </a:cubicBezTo>
                  <a:cubicBezTo>
                    <a:pt x="2542" y="15995"/>
                    <a:pt x="2448" y="15901"/>
                    <a:pt x="2348" y="15810"/>
                  </a:cubicBezTo>
                  <a:cubicBezTo>
                    <a:pt x="2257" y="15725"/>
                    <a:pt x="2222" y="15693"/>
                    <a:pt x="2196" y="15693"/>
                  </a:cubicBezTo>
                  <a:cubicBezTo>
                    <a:pt x="2180" y="15693"/>
                    <a:pt x="2167" y="15705"/>
                    <a:pt x="2147" y="15726"/>
                  </a:cubicBezTo>
                  <a:cubicBezTo>
                    <a:pt x="2131" y="15740"/>
                    <a:pt x="2117" y="15747"/>
                    <a:pt x="2101" y="15747"/>
                  </a:cubicBezTo>
                  <a:cubicBezTo>
                    <a:pt x="2061" y="15747"/>
                    <a:pt x="2019" y="15700"/>
                    <a:pt x="1953" y="15625"/>
                  </a:cubicBezTo>
                  <a:cubicBezTo>
                    <a:pt x="1906" y="15575"/>
                    <a:pt x="1859" y="15522"/>
                    <a:pt x="1887" y="15500"/>
                  </a:cubicBezTo>
                  <a:cubicBezTo>
                    <a:pt x="1878" y="15453"/>
                    <a:pt x="1856" y="15409"/>
                    <a:pt x="1824" y="15372"/>
                  </a:cubicBezTo>
                  <a:cubicBezTo>
                    <a:pt x="1780" y="15321"/>
                    <a:pt x="1743" y="15265"/>
                    <a:pt x="1771" y="15243"/>
                  </a:cubicBezTo>
                  <a:cubicBezTo>
                    <a:pt x="1755" y="15174"/>
                    <a:pt x="1724" y="15111"/>
                    <a:pt x="1677" y="15058"/>
                  </a:cubicBezTo>
                  <a:cubicBezTo>
                    <a:pt x="1592" y="14955"/>
                    <a:pt x="1520" y="14842"/>
                    <a:pt x="1552" y="14820"/>
                  </a:cubicBezTo>
                  <a:cubicBezTo>
                    <a:pt x="1530" y="14785"/>
                    <a:pt x="1522" y="14772"/>
                    <a:pt x="1512" y="14772"/>
                  </a:cubicBezTo>
                  <a:cubicBezTo>
                    <a:pt x="1505" y="14772"/>
                    <a:pt x="1498" y="14777"/>
                    <a:pt x="1486" y="14785"/>
                  </a:cubicBezTo>
                  <a:cubicBezTo>
                    <a:pt x="1481" y="14789"/>
                    <a:pt x="1475" y="14791"/>
                    <a:pt x="1469" y="14791"/>
                  </a:cubicBezTo>
                  <a:cubicBezTo>
                    <a:pt x="1432" y="14791"/>
                    <a:pt x="1368" y="14732"/>
                    <a:pt x="1273" y="14522"/>
                  </a:cubicBezTo>
                  <a:cubicBezTo>
                    <a:pt x="1213" y="14405"/>
                    <a:pt x="1124" y="14236"/>
                    <a:pt x="1086" y="14236"/>
                  </a:cubicBezTo>
                  <a:cubicBezTo>
                    <a:pt x="1084" y="14236"/>
                    <a:pt x="1083" y="14236"/>
                    <a:pt x="1082" y="14237"/>
                  </a:cubicBezTo>
                  <a:cubicBezTo>
                    <a:pt x="1053" y="14178"/>
                    <a:pt x="1053" y="14178"/>
                    <a:pt x="1085" y="14162"/>
                  </a:cubicBezTo>
                  <a:cubicBezTo>
                    <a:pt x="1157" y="14127"/>
                    <a:pt x="1088" y="14015"/>
                    <a:pt x="969" y="13917"/>
                  </a:cubicBezTo>
                  <a:cubicBezTo>
                    <a:pt x="965" y="13919"/>
                    <a:pt x="962" y="13920"/>
                    <a:pt x="959" y="13920"/>
                  </a:cubicBezTo>
                  <a:cubicBezTo>
                    <a:pt x="930" y="13920"/>
                    <a:pt x="910" y="13860"/>
                    <a:pt x="922" y="13792"/>
                  </a:cubicBezTo>
                  <a:cubicBezTo>
                    <a:pt x="900" y="13748"/>
                    <a:pt x="872" y="13711"/>
                    <a:pt x="837" y="13679"/>
                  </a:cubicBezTo>
                  <a:cubicBezTo>
                    <a:pt x="774" y="13629"/>
                    <a:pt x="774" y="13629"/>
                    <a:pt x="762" y="13488"/>
                  </a:cubicBezTo>
                  <a:cubicBezTo>
                    <a:pt x="796" y="13479"/>
                    <a:pt x="774" y="13413"/>
                    <a:pt x="759" y="13347"/>
                  </a:cubicBezTo>
                  <a:cubicBezTo>
                    <a:pt x="721" y="13288"/>
                    <a:pt x="649" y="13081"/>
                    <a:pt x="599" y="12874"/>
                  </a:cubicBezTo>
                  <a:cubicBezTo>
                    <a:pt x="561" y="12664"/>
                    <a:pt x="536" y="12463"/>
                    <a:pt x="549" y="12429"/>
                  </a:cubicBezTo>
                  <a:cubicBezTo>
                    <a:pt x="502" y="12366"/>
                    <a:pt x="495" y="12366"/>
                    <a:pt x="492" y="12300"/>
                  </a:cubicBezTo>
                  <a:cubicBezTo>
                    <a:pt x="558" y="12226"/>
                    <a:pt x="524" y="12165"/>
                    <a:pt x="453" y="12165"/>
                  </a:cubicBezTo>
                  <a:cubicBezTo>
                    <a:pt x="449" y="12165"/>
                    <a:pt x="446" y="12165"/>
                    <a:pt x="442" y="12166"/>
                  </a:cubicBezTo>
                  <a:lnTo>
                    <a:pt x="448" y="12235"/>
                  </a:lnTo>
                  <a:lnTo>
                    <a:pt x="455" y="12304"/>
                  </a:lnTo>
                  <a:cubicBezTo>
                    <a:pt x="453" y="12304"/>
                    <a:pt x="451" y="12304"/>
                    <a:pt x="450" y="12304"/>
                  </a:cubicBezTo>
                  <a:cubicBezTo>
                    <a:pt x="379" y="12304"/>
                    <a:pt x="366" y="12103"/>
                    <a:pt x="477" y="12097"/>
                  </a:cubicBezTo>
                  <a:cubicBezTo>
                    <a:pt x="546" y="12021"/>
                    <a:pt x="546" y="12025"/>
                    <a:pt x="467" y="11962"/>
                  </a:cubicBezTo>
                  <a:cubicBezTo>
                    <a:pt x="386" y="11896"/>
                    <a:pt x="380" y="11827"/>
                    <a:pt x="452" y="11758"/>
                  </a:cubicBezTo>
                  <a:cubicBezTo>
                    <a:pt x="527" y="11755"/>
                    <a:pt x="527" y="11758"/>
                    <a:pt x="455" y="11689"/>
                  </a:cubicBezTo>
                  <a:cubicBezTo>
                    <a:pt x="308" y="11557"/>
                    <a:pt x="274" y="11347"/>
                    <a:pt x="414" y="11347"/>
                  </a:cubicBezTo>
                  <a:cubicBezTo>
                    <a:pt x="417" y="11347"/>
                    <a:pt x="420" y="11348"/>
                    <a:pt x="423" y="11348"/>
                  </a:cubicBezTo>
                  <a:cubicBezTo>
                    <a:pt x="425" y="11348"/>
                    <a:pt x="427" y="11348"/>
                    <a:pt x="429" y="11348"/>
                  </a:cubicBezTo>
                  <a:cubicBezTo>
                    <a:pt x="501" y="11348"/>
                    <a:pt x="539" y="11287"/>
                    <a:pt x="539" y="11219"/>
                  </a:cubicBezTo>
                  <a:cubicBezTo>
                    <a:pt x="549" y="11153"/>
                    <a:pt x="511" y="11150"/>
                    <a:pt x="474" y="11147"/>
                  </a:cubicBezTo>
                  <a:cubicBezTo>
                    <a:pt x="452" y="11163"/>
                    <a:pt x="436" y="11171"/>
                    <a:pt x="427" y="11171"/>
                  </a:cubicBezTo>
                  <a:cubicBezTo>
                    <a:pt x="399" y="11171"/>
                    <a:pt x="422" y="11108"/>
                    <a:pt x="489" y="11012"/>
                  </a:cubicBezTo>
                  <a:cubicBezTo>
                    <a:pt x="627" y="10824"/>
                    <a:pt x="630" y="10696"/>
                    <a:pt x="608" y="10486"/>
                  </a:cubicBezTo>
                  <a:cubicBezTo>
                    <a:pt x="595" y="10288"/>
                    <a:pt x="613" y="10129"/>
                    <a:pt x="635" y="10129"/>
                  </a:cubicBezTo>
                  <a:cubicBezTo>
                    <a:pt x="645" y="10129"/>
                    <a:pt x="655" y="10158"/>
                    <a:pt x="665" y="10223"/>
                  </a:cubicBezTo>
                  <a:cubicBezTo>
                    <a:pt x="687" y="10298"/>
                    <a:pt x="698" y="10334"/>
                    <a:pt x="702" y="10334"/>
                  </a:cubicBezTo>
                  <a:cubicBezTo>
                    <a:pt x="706" y="10334"/>
                    <a:pt x="704" y="10300"/>
                    <a:pt x="699" y="10232"/>
                  </a:cubicBezTo>
                  <a:cubicBezTo>
                    <a:pt x="724" y="10097"/>
                    <a:pt x="778" y="9975"/>
                    <a:pt x="793" y="9909"/>
                  </a:cubicBezTo>
                  <a:cubicBezTo>
                    <a:pt x="812" y="9847"/>
                    <a:pt x="799" y="9768"/>
                    <a:pt x="762" y="9756"/>
                  </a:cubicBezTo>
                  <a:cubicBezTo>
                    <a:pt x="853" y="9718"/>
                    <a:pt x="928" y="9605"/>
                    <a:pt x="915" y="9455"/>
                  </a:cubicBezTo>
                  <a:lnTo>
                    <a:pt x="969" y="9330"/>
                  </a:lnTo>
                  <a:cubicBezTo>
                    <a:pt x="994" y="9270"/>
                    <a:pt x="994" y="9270"/>
                    <a:pt x="988" y="9192"/>
                  </a:cubicBezTo>
                  <a:cubicBezTo>
                    <a:pt x="978" y="9113"/>
                    <a:pt x="1038" y="9063"/>
                    <a:pt x="1107" y="9026"/>
                  </a:cubicBezTo>
                  <a:cubicBezTo>
                    <a:pt x="1172" y="8982"/>
                    <a:pt x="1238" y="8941"/>
                    <a:pt x="1204" y="8925"/>
                  </a:cubicBezTo>
                  <a:cubicBezTo>
                    <a:pt x="1172" y="8906"/>
                    <a:pt x="1204" y="8769"/>
                    <a:pt x="1204" y="8690"/>
                  </a:cubicBezTo>
                  <a:cubicBezTo>
                    <a:pt x="1204" y="8641"/>
                    <a:pt x="1228" y="8607"/>
                    <a:pt x="1246" y="8607"/>
                  </a:cubicBezTo>
                  <a:cubicBezTo>
                    <a:pt x="1257" y="8607"/>
                    <a:pt x="1266" y="8620"/>
                    <a:pt x="1266" y="8649"/>
                  </a:cubicBezTo>
                  <a:cubicBezTo>
                    <a:pt x="1277" y="8656"/>
                    <a:pt x="1284" y="8661"/>
                    <a:pt x="1291" y="8661"/>
                  </a:cubicBezTo>
                  <a:cubicBezTo>
                    <a:pt x="1308" y="8661"/>
                    <a:pt x="1328" y="8639"/>
                    <a:pt x="1401" y="8574"/>
                  </a:cubicBezTo>
                  <a:cubicBezTo>
                    <a:pt x="1439" y="8521"/>
                    <a:pt x="1514" y="8408"/>
                    <a:pt x="1483" y="8389"/>
                  </a:cubicBezTo>
                  <a:cubicBezTo>
                    <a:pt x="1451" y="8367"/>
                    <a:pt x="1680" y="8029"/>
                    <a:pt x="1762" y="8010"/>
                  </a:cubicBezTo>
                  <a:lnTo>
                    <a:pt x="1846" y="7907"/>
                  </a:lnTo>
                  <a:cubicBezTo>
                    <a:pt x="1890" y="7854"/>
                    <a:pt x="1906" y="7778"/>
                    <a:pt x="1950" y="7725"/>
                  </a:cubicBezTo>
                  <a:cubicBezTo>
                    <a:pt x="1978" y="7687"/>
                    <a:pt x="2000" y="7647"/>
                    <a:pt x="2012" y="7600"/>
                  </a:cubicBezTo>
                  <a:cubicBezTo>
                    <a:pt x="2053" y="7562"/>
                    <a:pt x="2091" y="7524"/>
                    <a:pt x="2119" y="7524"/>
                  </a:cubicBezTo>
                  <a:cubicBezTo>
                    <a:pt x="2126" y="7524"/>
                    <a:pt x="2132" y="7526"/>
                    <a:pt x="2138" y="7531"/>
                  </a:cubicBezTo>
                  <a:cubicBezTo>
                    <a:pt x="2133" y="7451"/>
                    <a:pt x="2134" y="7434"/>
                    <a:pt x="2186" y="7434"/>
                  </a:cubicBezTo>
                  <a:cubicBezTo>
                    <a:pt x="2199" y="7434"/>
                    <a:pt x="2215" y="7435"/>
                    <a:pt x="2235" y="7437"/>
                  </a:cubicBezTo>
                  <a:cubicBezTo>
                    <a:pt x="2256" y="7461"/>
                    <a:pt x="2268" y="7474"/>
                    <a:pt x="2275" y="7474"/>
                  </a:cubicBezTo>
                  <a:cubicBezTo>
                    <a:pt x="2284" y="7474"/>
                    <a:pt x="2284" y="7449"/>
                    <a:pt x="2282" y="7390"/>
                  </a:cubicBezTo>
                  <a:cubicBezTo>
                    <a:pt x="2304" y="7314"/>
                    <a:pt x="2307" y="7314"/>
                    <a:pt x="2379" y="7296"/>
                  </a:cubicBezTo>
                  <a:cubicBezTo>
                    <a:pt x="2384" y="7301"/>
                    <a:pt x="2390" y="7304"/>
                    <a:pt x="2397" y="7304"/>
                  </a:cubicBezTo>
                  <a:cubicBezTo>
                    <a:pt x="2420" y="7304"/>
                    <a:pt x="2449" y="7274"/>
                    <a:pt x="2429" y="7252"/>
                  </a:cubicBezTo>
                  <a:cubicBezTo>
                    <a:pt x="2432" y="7167"/>
                    <a:pt x="2532" y="7038"/>
                    <a:pt x="2591" y="7038"/>
                  </a:cubicBezTo>
                  <a:cubicBezTo>
                    <a:pt x="2601" y="7038"/>
                    <a:pt x="2610" y="7042"/>
                    <a:pt x="2617" y="7051"/>
                  </a:cubicBezTo>
                  <a:cubicBezTo>
                    <a:pt x="2655" y="7020"/>
                    <a:pt x="2683" y="6979"/>
                    <a:pt x="2702" y="6935"/>
                  </a:cubicBezTo>
                  <a:cubicBezTo>
                    <a:pt x="2707" y="6877"/>
                    <a:pt x="2709" y="6852"/>
                    <a:pt x="2718" y="6852"/>
                  </a:cubicBezTo>
                  <a:cubicBezTo>
                    <a:pt x="2725" y="6852"/>
                    <a:pt x="2736" y="6867"/>
                    <a:pt x="2755" y="6895"/>
                  </a:cubicBezTo>
                  <a:cubicBezTo>
                    <a:pt x="2771" y="6897"/>
                    <a:pt x="2785" y="6898"/>
                    <a:pt x="2798" y="6898"/>
                  </a:cubicBezTo>
                  <a:cubicBezTo>
                    <a:pt x="2869" y="6898"/>
                    <a:pt x="2911" y="6862"/>
                    <a:pt x="2924" y="6775"/>
                  </a:cubicBezTo>
                  <a:cubicBezTo>
                    <a:pt x="2946" y="6735"/>
                    <a:pt x="2990" y="6707"/>
                    <a:pt x="3037" y="6703"/>
                  </a:cubicBezTo>
                  <a:cubicBezTo>
                    <a:pt x="3137" y="6666"/>
                    <a:pt x="3234" y="6622"/>
                    <a:pt x="3325" y="6569"/>
                  </a:cubicBezTo>
                  <a:cubicBezTo>
                    <a:pt x="3422" y="6515"/>
                    <a:pt x="3488" y="6465"/>
                    <a:pt x="3441" y="6450"/>
                  </a:cubicBezTo>
                  <a:lnTo>
                    <a:pt x="3557" y="6384"/>
                  </a:lnTo>
                  <a:cubicBezTo>
                    <a:pt x="3692" y="6349"/>
                    <a:pt x="3752" y="6315"/>
                    <a:pt x="3792" y="6249"/>
                  </a:cubicBezTo>
                  <a:lnTo>
                    <a:pt x="3830" y="6180"/>
                  </a:lnTo>
                  <a:cubicBezTo>
                    <a:pt x="3839" y="6197"/>
                    <a:pt x="3864" y="6206"/>
                    <a:pt x="3893" y="6206"/>
                  </a:cubicBezTo>
                  <a:cubicBezTo>
                    <a:pt x="3922" y="6206"/>
                    <a:pt x="3955" y="6197"/>
                    <a:pt x="3983" y="6180"/>
                  </a:cubicBezTo>
                  <a:cubicBezTo>
                    <a:pt x="4043" y="6146"/>
                    <a:pt x="4043" y="6146"/>
                    <a:pt x="4024" y="6114"/>
                  </a:cubicBezTo>
                  <a:cubicBezTo>
                    <a:pt x="3946" y="6114"/>
                    <a:pt x="4005" y="6080"/>
                    <a:pt x="4062" y="6045"/>
                  </a:cubicBezTo>
                  <a:cubicBezTo>
                    <a:pt x="4092" y="6029"/>
                    <a:pt x="4128" y="6021"/>
                    <a:pt x="4157" y="6021"/>
                  </a:cubicBezTo>
                  <a:cubicBezTo>
                    <a:pt x="4186" y="6021"/>
                    <a:pt x="4209" y="6028"/>
                    <a:pt x="4218" y="6045"/>
                  </a:cubicBezTo>
                  <a:lnTo>
                    <a:pt x="4275" y="6011"/>
                  </a:lnTo>
                  <a:cubicBezTo>
                    <a:pt x="4247" y="5963"/>
                    <a:pt x="4272" y="5931"/>
                    <a:pt x="4294" y="5931"/>
                  </a:cubicBezTo>
                  <a:cubicBezTo>
                    <a:pt x="4302" y="5931"/>
                    <a:pt x="4311" y="5936"/>
                    <a:pt x="4316" y="5945"/>
                  </a:cubicBezTo>
                  <a:cubicBezTo>
                    <a:pt x="4385" y="5939"/>
                    <a:pt x="4450" y="5917"/>
                    <a:pt x="4507" y="5876"/>
                  </a:cubicBezTo>
                  <a:cubicBezTo>
                    <a:pt x="4497" y="5860"/>
                    <a:pt x="4512" y="5853"/>
                    <a:pt x="4522" y="5853"/>
                  </a:cubicBezTo>
                  <a:cubicBezTo>
                    <a:pt x="4532" y="5853"/>
                    <a:pt x="4537" y="5860"/>
                    <a:pt x="4507" y="5876"/>
                  </a:cubicBezTo>
                  <a:lnTo>
                    <a:pt x="4526" y="5911"/>
                  </a:lnTo>
                  <a:cubicBezTo>
                    <a:pt x="4604" y="5911"/>
                    <a:pt x="4585" y="5876"/>
                    <a:pt x="4566" y="5845"/>
                  </a:cubicBezTo>
                  <a:lnTo>
                    <a:pt x="4682" y="5776"/>
                  </a:lnTo>
                  <a:cubicBezTo>
                    <a:pt x="4742" y="5741"/>
                    <a:pt x="4798" y="5710"/>
                    <a:pt x="4723" y="5710"/>
                  </a:cubicBezTo>
                  <a:cubicBezTo>
                    <a:pt x="4704" y="5676"/>
                    <a:pt x="4685" y="5644"/>
                    <a:pt x="4742" y="5610"/>
                  </a:cubicBezTo>
                  <a:cubicBezTo>
                    <a:pt x="4732" y="5594"/>
                    <a:pt x="4748" y="5585"/>
                    <a:pt x="4758" y="5585"/>
                  </a:cubicBezTo>
                  <a:cubicBezTo>
                    <a:pt x="4767" y="5585"/>
                    <a:pt x="4771" y="5593"/>
                    <a:pt x="4742" y="5610"/>
                  </a:cubicBezTo>
                  <a:cubicBezTo>
                    <a:pt x="4755" y="5634"/>
                    <a:pt x="4768" y="5656"/>
                    <a:pt x="4794" y="5656"/>
                  </a:cubicBezTo>
                  <a:cubicBezTo>
                    <a:pt x="4806" y="5656"/>
                    <a:pt x="4821" y="5652"/>
                    <a:pt x="4839" y="5641"/>
                  </a:cubicBezTo>
                  <a:cubicBezTo>
                    <a:pt x="4858" y="5631"/>
                    <a:pt x="4872" y="5627"/>
                    <a:pt x="4884" y="5627"/>
                  </a:cubicBezTo>
                  <a:cubicBezTo>
                    <a:pt x="4906" y="5627"/>
                    <a:pt x="4914" y="5641"/>
                    <a:pt x="4914" y="5641"/>
                  </a:cubicBezTo>
                  <a:cubicBezTo>
                    <a:pt x="4910" y="5663"/>
                    <a:pt x="4917" y="5672"/>
                    <a:pt x="4931" y="5672"/>
                  </a:cubicBezTo>
                  <a:cubicBezTo>
                    <a:pt x="4981" y="5672"/>
                    <a:pt x="5117" y="5558"/>
                    <a:pt x="5149" y="5506"/>
                  </a:cubicBezTo>
                  <a:cubicBezTo>
                    <a:pt x="5202" y="5418"/>
                    <a:pt x="5244" y="5374"/>
                    <a:pt x="5278" y="5374"/>
                  </a:cubicBezTo>
                  <a:cubicBezTo>
                    <a:pt x="5295" y="5374"/>
                    <a:pt x="5309" y="5384"/>
                    <a:pt x="5322" y="5406"/>
                  </a:cubicBezTo>
                  <a:cubicBezTo>
                    <a:pt x="5328" y="5418"/>
                    <a:pt x="5337" y="5423"/>
                    <a:pt x="5345" y="5423"/>
                  </a:cubicBezTo>
                  <a:cubicBezTo>
                    <a:pt x="5386" y="5423"/>
                    <a:pt x="5441" y="5313"/>
                    <a:pt x="5441" y="5205"/>
                  </a:cubicBezTo>
                  <a:lnTo>
                    <a:pt x="5444" y="5074"/>
                  </a:lnTo>
                  <a:lnTo>
                    <a:pt x="5500" y="5171"/>
                  </a:lnTo>
                  <a:cubicBezTo>
                    <a:pt x="5557" y="5215"/>
                    <a:pt x="5590" y="5239"/>
                    <a:pt x="5619" y="5239"/>
                  </a:cubicBezTo>
                  <a:cubicBezTo>
                    <a:pt x="5658" y="5239"/>
                    <a:pt x="5692" y="5198"/>
                    <a:pt x="5770" y="5102"/>
                  </a:cubicBezTo>
                  <a:cubicBezTo>
                    <a:pt x="5831" y="5039"/>
                    <a:pt x="5854" y="5015"/>
                    <a:pt x="5867" y="5015"/>
                  </a:cubicBezTo>
                  <a:cubicBezTo>
                    <a:pt x="5874" y="5015"/>
                    <a:pt x="5879" y="5023"/>
                    <a:pt x="5886" y="5036"/>
                  </a:cubicBezTo>
                  <a:cubicBezTo>
                    <a:pt x="5890" y="5044"/>
                    <a:pt x="5897" y="5048"/>
                    <a:pt x="5908" y="5048"/>
                  </a:cubicBezTo>
                  <a:cubicBezTo>
                    <a:pt x="5940" y="5048"/>
                    <a:pt x="6006" y="5011"/>
                    <a:pt x="6136" y="4933"/>
                  </a:cubicBezTo>
                  <a:cubicBezTo>
                    <a:pt x="6312" y="4833"/>
                    <a:pt x="6371" y="4798"/>
                    <a:pt x="6353" y="4767"/>
                  </a:cubicBezTo>
                  <a:lnTo>
                    <a:pt x="6469" y="4698"/>
                  </a:lnTo>
                  <a:cubicBezTo>
                    <a:pt x="6482" y="4703"/>
                    <a:pt x="6496" y="4705"/>
                    <a:pt x="6509" y="4705"/>
                  </a:cubicBezTo>
                  <a:cubicBezTo>
                    <a:pt x="6587" y="4705"/>
                    <a:pt x="6649" y="4627"/>
                    <a:pt x="6566" y="4597"/>
                  </a:cubicBezTo>
                  <a:lnTo>
                    <a:pt x="6682" y="4532"/>
                  </a:lnTo>
                  <a:lnTo>
                    <a:pt x="6700" y="4563"/>
                  </a:lnTo>
                  <a:cubicBezTo>
                    <a:pt x="6703" y="4568"/>
                    <a:pt x="6709" y="4571"/>
                    <a:pt x="6717" y="4571"/>
                  </a:cubicBezTo>
                  <a:cubicBezTo>
                    <a:pt x="6764" y="4571"/>
                    <a:pt x="6908" y="4487"/>
                    <a:pt x="7302" y="4262"/>
                  </a:cubicBezTo>
                  <a:cubicBezTo>
                    <a:pt x="7825" y="3958"/>
                    <a:pt x="7882" y="3924"/>
                    <a:pt x="7847" y="3858"/>
                  </a:cubicBezTo>
                  <a:cubicBezTo>
                    <a:pt x="7859" y="3793"/>
                    <a:pt x="7888" y="3757"/>
                    <a:pt x="7918" y="3757"/>
                  </a:cubicBezTo>
                  <a:cubicBezTo>
                    <a:pt x="7934" y="3757"/>
                    <a:pt x="7950" y="3769"/>
                    <a:pt x="7963" y="3792"/>
                  </a:cubicBezTo>
                  <a:cubicBezTo>
                    <a:pt x="7973" y="3807"/>
                    <a:pt x="7995" y="3815"/>
                    <a:pt x="8014" y="3815"/>
                  </a:cubicBezTo>
                  <a:cubicBezTo>
                    <a:pt x="8033" y="3815"/>
                    <a:pt x="8048" y="3807"/>
                    <a:pt x="8039" y="3789"/>
                  </a:cubicBezTo>
                  <a:cubicBezTo>
                    <a:pt x="8039" y="3789"/>
                    <a:pt x="8155" y="3723"/>
                    <a:pt x="8233" y="3723"/>
                  </a:cubicBezTo>
                  <a:cubicBezTo>
                    <a:pt x="8443" y="3686"/>
                    <a:pt x="8484" y="3620"/>
                    <a:pt x="8465" y="3588"/>
                  </a:cubicBezTo>
                  <a:cubicBezTo>
                    <a:pt x="8371" y="3554"/>
                    <a:pt x="8446" y="3554"/>
                    <a:pt x="8524" y="3554"/>
                  </a:cubicBezTo>
                  <a:cubicBezTo>
                    <a:pt x="8600" y="3554"/>
                    <a:pt x="8678" y="3551"/>
                    <a:pt x="8659" y="3519"/>
                  </a:cubicBezTo>
                  <a:cubicBezTo>
                    <a:pt x="8692" y="3462"/>
                    <a:pt x="8953" y="3273"/>
                    <a:pt x="9041" y="3273"/>
                  </a:cubicBezTo>
                  <a:cubicBezTo>
                    <a:pt x="9053" y="3273"/>
                    <a:pt x="9062" y="3276"/>
                    <a:pt x="9066" y="3284"/>
                  </a:cubicBezTo>
                  <a:lnTo>
                    <a:pt x="9182" y="3215"/>
                  </a:lnTo>
                  <a:cubicBezTo>
                    <a:pt x="9164" y="3184"/>
                    <a:pt x="9280" y="3115"/>
                    <a:pt x="9396" y="3049"/>
                  </a:cubicBezTo>
                  <a:cubicBezTo>
                    <a:pt x="9481" y="2999"/>
                    <a:pt x="9536" y="2968"/>
                    <a:pt x="9566" y="2968"/>
                  </a:cubicBezTo>
                  <a:cubicBezTo>
                    <a:pt x="9577" y="2968"/>
                    <a:pt x="9585" y="2972"/>
                    <a:pt x="9590" y="2980"/>
                  </a:cubicBezTo>
                  <a:cubicBezTo>
                    <a:pt x="9575" y="3004"/>
                    <a:pt x="9573" y="3015"/>
                    <a:pt x="9582" y="3015"/>
                  </a:cubicBezTo>
                  <a:cubicBezTo>
                    <a:pt x="9596" y="3015"/>
                    <a:pt x="9643" y="2979"/>
                    <a:pt x="9706" y="2915"/>
                  </a:cubicBezTo>
                  <a:cubicBezTo>
                    <a:pt x="9765" y="2880"/>
                    <a:pt x="9784" y="2780"/>
                    <a:pt x="9844" y="2745"/>
                  </a:cubicBezTo>
                  <a:cubicBezTo>
                    <a:pt x="9825" y="2714"/>
                    <a:pt x="9866" y="2648"/>
                    <a:pt x="9922" y="2614"/>
                  </a:cubicBezTo>
                  <a:lnTo>
                    <a:pt x="9941" y="2645"/>
                  </a:lnTo>
                  <a:lnTo>
                    <a:pt x="9978" y="2711"/>
                  </a:lnTo>
                  <a:cubicBezTo>
                    <a:pt x="10038" y="2680"/>
                    <a:pt x="10094" y="2645"/>
                    <a:pt x="10076" y="2611"/>
                  </a:cubicBezTo>
                  <a:cubicBezTo>
                    <a:pt x="10154" y="2611"/>
                    <a:pt x="10210" y="2576"/>
                    <a:pt x="10326" y="2510"/>
                  </a:cubicBezTo>
                  <a:cubicBezTo>
                    <a:pt x="10445" y="2441"/>
                    <a:pt x="10561" y="2376"/>
                    <a:pt x="10599" y="2310"/>
                  </a:cubicBezTo>
                  <a:cubicBezTo>
                    <a:pt x="10606" y="2312"/>
                    <a:pt x="10614" y="2313"/>
                    <a:pt x="10623" y="2313"/>
                  </a:cubicBezTo>
                  <a:cubicBezTo>
                    <a:pt x="10743" y="2313"/>
                    <a:pt x="11045" y="2131"/>
                    <a:pt x="11066" y="2040"/>
                  </a:cubicBezTo>
                  <a:cubicBezTo>
                    <a:pt x="11047" y="2006"/>
                    <a:pt x="11107" y="1971"/>
                    <a:pt x="11182" y="1971"/>
                  </a:cubicBezTo>
                  <a:cubicBezTo>
                    <a:pt x="11260" y="1971"/>
                    <a:pt x="11260" y="1971"/>
                    <a:pt x="11298" y="1906"/>
                  </a:cubicBezTo>
                  <a:cubicBezTo>
                    <a:pt x="11338" y="1840"/>
                    <a:pt x="11414" y="1837"/>
                    <a:pt x="11492" y="1837"/>
                  </a:cubicBezTo>
                  <a:cubicBezTo>
                    <a:pt x="11517" y="1845"/>
                    <a:pt x="11539" y="1849"/>
                    <a:pt x="11560" y="1849"/>
                  </a:cubicBezTo>
                  <a:cubicBezTo>
                    <a:pt x="11616" y="1849"/>
                    <a:pt x="11656" y="1818"/>
                    <a:pt x="11686" y="1768"/>
                  </a:cubicBezTo>
                  <a:cubicBezTo>
                    <a:pt x="11765" y="1689"/>
                    <a:pt x="11859" y="1620"/>
                    <a:pt x="11956" y="1567"/>
                  </a:cubicBezTo>
                  <a:cubicBezTo>
                    <a:pt x="12052" y="1471"/>
                    <a:pt x="12108" y="1435"/>
                    <a:pt x="12046" y="1435"/>
                  </a:cubicBezTo>
                  <a:cubicBezTo>
                    <a:pt x="12043" y="1435"/>
                    <a:pt x="12040" y="1435"/>
                    <a:pt x="12037" y="1435"/>
                  </a:cubicBezTo>
                  <a:cubicBezTo>
                    <a:pt x="12019" y="1401"/>
                    <a:pt x="12056" y="1335"/>
                    <a:pt x="12056" y="1335"/>
                  </a:cubicBezTo>
                  <a:cubicBezTo>
                    <a:pt x="12107" y="1284"/>
                    <a:pt x="12137" y="1267"/>
                    <a:pt x="12146" y="1267"/>
                  </a:cubicBezTo>
                  <a:cubicBezTo>
                    <a:pt x="12155" y="1267"/>
                    <a:pt x="12145" y="1284"/>
                    <a:pt x="12116" y="1301"/>
                  </a:cubicBezTo>
                  <a:cubicBezTo>
                    <a:pt x="12058" y="1360"/>
                    <a:pt x="12054" y="1372"/>
                    <a:pt x="12077" y="1372"/>
                  </a:cubicBezTo>
                  <a:cubicBezTo>
                    <a:pt x="12093" y="1372"/>
                    <a:pt x="12121" y="1367"/>
                    <a:pt x="12153" y="1367"/>
                  </a:cubicBezTo>
                  <a:cubicBezTo>
                    <a:pt x="12232" y="1367"/>
                    <a:pt x="12344" y="1298"/>
                    <a:pt x="12407" y="1266"/>
                  </a:cubicBezTo>
                  <a:cubicBezTo>
                    <a:pt x="12467" y="1235"/>
                    <a:pt x="12586" y="1175"/>
                    <a:pt x="12648" y="1144"/>
                  </a:cubicBezTo>
                  <a:cubicBezTo>
                    <a:pt x="12846" y="1084"/>
                    <a:pt x="12905" y="1053"/>
                    <a:pt x="12890" y="1019"/>
                  </a:cubicBezTo>
                  <a:cubicBezTo>
                    <a:pt x="12883" y="1004"/>
                    <a:pt x="12878" y="993"/>
                    <a:pt x="12874" y="984"/>
                  </a:cubicBezTo>
                  <a:lnTo>
                    <a:pt x="12874" y="984"/>
                  </a:lnTo>
                  <a:cubicBezTo>
                    <a:pt x="12881" y="987"/>
                    <a:pt x="12891" y="989"/>
                    <a:pt x="12904" y="989"/>
                  </a:cubicBezTo>
                  <a:cubicBezTo>
                    <a:pt x="12979" y="989"/>
                    <a:pt x="13146" y="939"/>
                    <a:pt x="13307" y="875"/>
                  </a:cubicBezTo>
                  <a:cubicBezTo>
                    <a:pt x="13491" y="793"/>
                    <a:pt x="13688" y="740"/>
                    <a:pt x="13711" y="687"/>
                  </a:cubicBezTo>
                  <a:lnTo>
                    <a:pt x="13711" y="687"/>
                  </a:lnTo>
                  <a:cubicBezTo>
                    <a:pt x="13713" y="697"/>
                    <a:pt x="13717" y="710"/>
                    <a:pt x="13720" y="724"/>
                  </a:cubicBezTo>
                  <a:cubicBezTo>
                    <a:pt x="13724" y="738"/>
                    <a:pt x="13736" y="745"/>
                    <a:pt x="13756" y="745"/>
                  </a:cubicBezTo>
                  <a:cubicBezTo>
                    <a:pt x="13789" y="745"/>
                    <a:pt x="13844" y="729"/>
                    <a:pt x="13924" y="705"/>
                  </a:cubicBezTo>
                  <a:cubicBezTo>
                    <a:pt x="14096" y="649"/>
                    <a:pt x="14272" y="602"/>
                    <a:pt x="14450" y="567"/>
                  </a:cubicBezTo>
                  <a:cubicBezTo>
                    <a:pt x="14717" y="527"/>
                    <a:pt x="14920" y="527"/>
                    <a:pt x="14920" y="486"/>
                  </a:cubicBezTo>
                  <a:cubicBezTo>
                    <a:pt x="14939" y="484"/>
                    <a:pt x="14953" y="483"/>
                    <a:pt x="14963" y="483"/>
                  </a:cubicBezTo>
                  <a:cubicBezTo>
                    <a:pt x="14986" y="483"/>
                    <a:pt x="14987" y="491"/>
                    <a:pt x="14989" y="517"/>
                  </a:cubicBezTo>
                  <a:cubicBezTo>
                    <a:pt x="14947" y="546"/>
                    <a:pt x="14959" y="553"/>
                    <a:pt x="14992" y="553"/>
                  </a:cubicBezTo>
                  <a:cubicBezTo>
                    <a:pt x="15010" y="553"/>
                    <a:pt x="15034" y="551"/>
                    <a:pt x="15058" y="549"/>
                  </a:cubicBezTo>
                  <a:cubicBezTo>
                    <a:pt x="15124" y="545"/>
                    <a:pt x="15124" y="508"/>
                    <a:pt x="15124" y="470"/>
                  </a:cubicBezTo>
                  <a:cubicBezTo>
                    <a:pt x="15123" y="452"/>
                    <a:pt x="15139" y="442"/>
                    <a:pt x="15172" y="442"/>
                  </a:cubicBezTo>
                  <a:cubicBezTo>
                    <a:pt x="15207" y="442"/>
                    <a:pt x="15259" y="453"/>
                    <a:pt x="15328" y="473"/>
                  </a:cubicBezTo>
                  <a:cubicBezTo>
                    <a:pt x="15419" y="501"/>
                    <a:pt x="15571" y="511"/>
                    <a:pt x="15703" y="511"/>
                  </a:cubicBezTo>
                  <a:cubicBezTo>
                    <a:pt x="15768" y="511"/>
                    <a:pt x="15827" y="509"/>
                    <a:pt x="15873" y="505"/>
                  </a:cubicBezTo>
                  <a:cubicBezTo>
                    <a:pt x="15939" y="511"/>
                    <a:pt x="16008" y="520"/>
                    <a:pt x="16002" y="558"/>
                  </a:cubicBezTo>
                  <a:cubicBezTo>
                    <a:pt x="16069" y="602"/>
                    <a:pt x="16146" y="625"/>
                    <a:pt x="16223" y="625"/>
                  </a:cubicBezTo>
                  <a:cubicBezTo>
                    <a:pt x="16261" y="625"/>
                    <a:pt x="16300" y="620"/>
                    <a:pt x="16337" y="608"/>
                  </a:cubicBezTo>
                  <a:cubicBezTo>
                    <a:pt x="16403" y="624"/>
                    <a:pt x="16403" y="624"/>
                    <a:pt x="16396" y="658"/>
                  </a:cubicBezTo>
                  <a:cubicBezTo>
                    <a:pt x="16432" y="692"/>
                    <a:pt x="16442" y="719"/>
                    <a:pt x="16465" y="719"/>
                  </a:cubicBezTo>
                  <a:cubicBezTo>
                    <a:pt x="16479" y="719"/>
                    <a:pt x="16497" y="710"/>
                    <a:pt x="16528" y="690"/>
                  </a:cubicBezTo>
                  <a:cubicBezTo>
                    <a:pt x="16541" y="689"/>
                    <a:pt x="16554" y="689"/>
                    <a:pt x="16566" y="689"/>
                  </a:cubicBezTo>
                  <a:cubicBezTo>
                    <a:pt x="16633" y="689"/>
                    <a:pt x="16701" y="696"/>
                    <a:pt x="16766" y="712"/>
                  </a:cubicBezTo>
                  <a:cubicBezTo>
                    <a:pt x="16841" y="734"/>
                    <a:pt x="16914" y="765"/>
                    <a:pt x="16982" y="809"/>
                  </a:cubicBezTo>
                  <a:cubicBezTo>
                    <a:pt x="17020" y="822"/>
                    <a:pt x="17059" y="834"/>
                    <a:pt x="17087" y="834"/>
                  </a:cubicBezTo>
                  <a:cubicBezTo>
                    <a:pt x="17105" y="834"/>
                    <a:pt x="17118" y="829"/>
                    <a:pt x="17123" y="815"/>
                  </a:cubicBezTo>
                  <a:lnTo>
                    <a:pt x="17136" y="777"/>
                  </a:lnTo>
                  <a:cubicBezTo>
                    <a:pt x="17157" y="831"/>
                    <a:pt x="17167" y="853"/>
                    <a:pt x="17187" y="853"/>
                  </a:cubicBezTo>
                  <a:cubicBezTo>
                    <a:pt x="17203" y="853"/>
                    <a:pt x="17225" y="840"/>
                    <a:pt x="17265" y="818"/>
                  </a:cubicBezTo>
                  <a:cubicBezTo>
                    <a:pt x="17269" y="806"/>
                    <a:pt x="17280" y="801"/>
                    <a:pt x="17292" y="801"/>
                  </a:cubicBezTo>
                  <a:cubicBezTo>
                    <a:pt x="17314" y="801"/>
                    <a:pt x="17338" y="818"/>
                    <a:pt x="17330" y="840"/>
                  </a:cubicBezTo>
                  <a:cubicBezTo>
                    <a:pt x="17359" y="878"/>
                    <a:pt x="17396" y="909"/>
                    <a:pt x="17440" y="931"/>
                  </a:cubicBezTo>
                  <a:cubicBezTo>
                    <a:pt x="17500" y="959"/>
                    <a:pt x="17835" y="1044"/>
                    <a:pt x="18129" y="1219"/>
                  </a:cubicBezTo>
                  <a:cubicBezTo>
                    <a:pt x="18374" y="1341"/>
                    <a:pt x="18518" y="1464"/>
                    <a:pt x="18621" y="1520"/>
                  </a:cubicBezTo>
                  <a:cubicBezTo>
                    <a:pt x="18703" y="1573"/>
                    <a:pt x="18751" y="1596"/>
                    <a:pt x="18771" y="1596"/>
                  </a:cubicBezTo>
                  <a:cubicBezTo>
                    <a:pt x="18776" y="1596"/>
                    <a:pt x="18779" y="1595"/>
                    <a:pt x="18781" y="1592"/>
                  </a:cubicBezTo>
                  <a:cubicBezTo>
                    <a:pt x="18863" y="1598"/>
                    <a:pt x="18860" y="1602"/>
                    <a:pt x="18891" y="1674"/>
                  </a:cubicBezTo>
                  <a:cubicBezTo>
                    <a:pt x="18919" y="1739"/>
                    <a:pt x="18966" y="1796"/>
                    <a:pt x="19023" y="1837"/>
                  </a:cubicBezTo>
                  <a:cubicBezTo>
                    <a:pt x="19076" y="1880"/>
                    <a:pt x="19126" y="1924"/>
                    <a:pt x="19101" y="1953"/>
                  </a:cubicBezTo>
                  <a:cubicBezTo>
                    <a:pt x="19179" y="1965"/>
                    <a:pt x="19179" y="1965"/>
                    <a:pt x="19233" y="2009"/>
                  </a:cubicBezTo>
                  <a:cubicBezTo>
                    <a:pt x="19207" y="2037"/>
                    <a:pt x="19254" y="2084"/>
                    <a:pt x="19327" y="2106"/>
                  </a:cubicBezTo>
                  <a:cubicBezTo>
                    <a:pt x="19346" y="2106"/>
                    <a:pt x="19362" y="2105"/>
                    <a:pt x="19374" y="2105"/>
                  </a:cubicBezTo>
                  <a:cubicBezTo>
                    <a:pt x="19426" y="2105"/>
                    <a:pt x="19419" y="2113"/>
                    <a:pt x="19374" y="2156"/>
                  </a:cubicBezTo>
                  <a:cubicBezTo>
                    <a:pt x="19353" y="2177"/>
                    <a:pt x="19426" y="2297"/>
                    <a:pt x="19442" y="2297"/>
                  </a:cubicBezTo>
                  <a:cubicBezTo>
                    <a:pt x="19445" y="2297"/>
                    <a:pt x="19446" y="2292"/>
                    <a:pt x="19443" y="2278"/>
                  </a:cubicBezTo>
                  <a:cubicBezTo>
                    <a:pt x="19446" y="2276"/>
                    <a:pt x="19450" y="2274"/>
                    <a:pt x="19454" y="2274"/>
                  </a:cubicBezTo>
                  <a:cubicBezTo>
                    <a:pt x="19492" y="2274"/>
                    <a:pt x="19573" y="2353"/>
                    <a:pt x="19640" y="2372"/>
                  </a:cubicBezTo>
                  <a:cubicBezTo>
                    <a:pt x="19690" y="2423"/>
                    <a:pt x="19728" y="2479"/>
                    <a:pt x="19699" y="2501"/>
                  </a:cubicBezTo>
                  <a:cubicBezTo>
                    <a:pt x="19715" y="2579"/>
                    <a:pt x="19956" y="2817"/>
                    <a:pt x="20029" y="2852"/>
                  </a:cubicBezTo>
                  <a:cubicBezTo>
                    <a:pt x="20033" y="2848"/>
                    <a:pt x="20039" y="2847"/>
                    <a:pt x="20044" y="2847"/>
                  </a:cubicBezTo>
                  <a:cubicBezTo>
                    <a:pt x="20070" y="2847"/>
                    <a:pt x="20093" y="2890"/>
                    <a:pt x="20066" y="2908"/>
                  </a:cubicBezTo>
                  <a:cubicBezTo>
                    <a:pt x="20035" y="2930"/>
                    <a:pt x="20072" y="2987"/>
                    <a:pt x="20110" y="3043"/>
                  </a:cubicBezTo>
                  <a:cubicBezTo>
                    <a:pt x="20179" y="3081"/>
                    <a:pt x="20148" y="3100"/>
                    <a:pt x="20116" y="3121"/>
                  </a:cubicBezTo>
                  <a:cubicBezTo>
                    <a:pt x="20102" y="3114"/>
                    <a:pt x="20092" y="3110"/>
                    <a:pt x="20086" y="3110"/>
                  </a:cubicBezTo>
                  <a:cubicBezTo>
                    <a:pt x="20063" y="3110"/>
                    <a:pt x="20097" y="3166"/>
                    <a:pt x="20157" y="3253"/>
                  </a:cubicBezTo>
                  <a:cubicBezTo>
                    <a:pt x="20213" y="3300"/>
                    <a:pt x="20264" y="3357"/>
                    <a:pt x="20301" y="3422"/>
                  </a:cubicBezTo>
                  <a:cubicBezTo>
                    <a:pt x="20351" y="3510"/>
                    <a:pt x="20405" y="3617"/>
                    <a:pt x="20452" y="3704"/>
                  </a:cubicBezTo>
                  <a:cubicBezTo>
                    <a:pt x="20611" y="4002"/>
                    <a:pt x="20652" y="4058"/>
                    <a:pt x="20778" y="4159"/>
                  </a:cubicBezTo>
                  <a:lnTo>
                    <a:pt x="20875" y="4196"/>
                  </a:lnTo>
                  <a:lnTo>
                    <a:pt x="20803" y="4221"/>
                  </a:lnTo>
                  <a:cubicBezTo>
                    <a:pt x="20768" y="4234"/>
                    <a:pt x="20721" y="4322"/>
                    <a:pt x="20721" y="4322"/>
                  </a:cubicBezTo>
                  <a:cubicBezTo>
                    <a:pt x="20737" y="4360"/>
                    <a:pt x="20756" y="4372"/>
                    <a:pt x="20776" y="4372"/>
                  </a:cubicBezTo>
                  <a:cubicBezTo>
                    <a:pt x="20789" y="4372"/>
                    <a:pt x="20802" y="4367"/>
                    <a:pt x="20815" y="4362"/>
                  </a:cubicBezTo>
                  <a:cubicBezTo>
                    <a:pt x="20818" y="4361"/>
                    <a:pt x="20821" y="4361"/>
                    <a:pt x="20824" y="4361"/>
                  </a:cubicBezTo>
                  <a:cubicBezTo>
                    <a:pt x="20855" y="4361"/>
                    <a:pt x="20884" y="4425"/>
                    <a:pt x="20881" y="4557"/>
                  </a:cubicBezTo>
                  <a:cubicBezTo>
                    <a:pt x="20881" y="4698"/>
                    <a:pt x="20900" y="4764"/>
                    <a:pt x="20953" y="4820"/>
                  </a:cubicBezTo>
                  <a:cubicBezTo>
                    <a:pt x="20972" y="4886"/>
                    <a:pt x="20994" y="4952"/>
                    <a:pt x="20969" y="5024"/>
                  </a:cubicBezTo>
                  <a:cubicBezTo>
                    <a:pt x="20978" y="5074"/>
                    <a:pt x="20980" y="5088"/>
                    <a:pt x="20996" y="5088"/>
                  </a:cubicBezTo>
                  <a:cubicBezTo>
                    <a:pt x="21001" y="5088"/>
                    <a:pt x="21009" y="5086"/>
                    <a:pt x="21019" y="5083"/>
                  </a:cubicBezTo>
                  <a:cubicBezTo>
                    <a:pt x="21020" y="5083"/>
                    <a:pt x="21022" y="5083"/>
                    <a:pt x="21023" y="5083"/>
                  </a:cubicBezTo>
                  <a:cubicBezTo>
                    <a:pt x="21057" y="5083"/>
                    <a:pt x="21068" y="5149"/>
                    <a:pt x="21044" y="5218"/>
                  </a:cubicBezTo>
                  <a:cubicBezTo>
                    <a:pt x="20982" y="5299"/>
                    <a:pt x="21015" y="5494"/>
                    <a:pt x="21052" y="5494"/>
                  </a:cubicBezTo>
                  <a:cubicBezTo>
                    <a:pt x="21053" y="5494"/>
                    <a:pt x="21053" y="5494"/>
                    <a:pt x="21053" y="5494"/>
                  </a:cubicBezTo>
                  <a:cubicBezTo>
                    <a:pt x="21055" y="5493"/>
                    <a:pt x="21056" y="5493"/>
                    <a:pt x="21058" y="5493"/>
                  </a:cubicBezTo>
                  <a:cubicBezTo>
                    <a:pt x="21089" y="5493"/>
                    <a:pt x="21107" y="5556"/>
                    <a:pt x="21107" y="5622"/>
                  </a:cubicBezTo>
                  <a:cubicBezTo>
                    <a:pt x="21107" y="5694"/>
                    <a:pt x="21125" y="5763"/>
                    <a:pt x="21160" y="5826"/>
                  </a:cubicBezTo>
                  <a:lnTo>
                    <a:pt x="21172" y="5961"/>
                  </a:lnTo>
                  <a:cubicBezTo>
                    <a:pt x="21173" y="5981"/>
                    <a:pt x="21170" y="5990"/>
                    <a:pt x="21165" y="5990"/>
                  </a:cubicBezTo>
                  <a:cubicBezTo>
                    <a:pt x="21153" y="5990"/>
                    <a:pt x="21131" y="5943"/>
                    <a:pt x="21128" y="5895"/>
                  </a:cubicBezTo>
                  <a:lnTo>
                    <a:pt x="21094" y="5964"/>
                  </a:lnTo>
                  <a:cubicBezTo>
                    <a:pt x="21107" y="6102"/>
                    <a:pt x="21110" y="6168"/>
                    <a:pt x="21144" y="6236"/>
                  </a:cubicBezTo>
                  <a:cubicBezTo>
                    <a:pt x="21216" y="6305"/>
                    <a:pt x="21216" y="6305"/>
                    <a:pt x="21141" y="6305"/>
                  </a:cubicBezTo>
                  <a:cubicBezTo>
                    <a:pt x="21103" y="6305"/>
                    <a:pt x="21066" y="6371"/>
                    <a:pt x="21100" y="6440"/>
                  </a:cubicBezTo>
                  <a:cubicBezTo>
                    <a:pt x="21174" y="6508"/>
                    <a:pt x="21136" y="6575"/>
                    <a:pt x="21100" y="6575"/>
                  </a:cubicBezTo>
                  <a:cubicBezTo>
                    <a:pt x="21099" y="6575"/>
                    <a:pt x="21098" y="6575"/>
                    <a:pt x="21097" y="6575"/>
                  </a:cubicBezTo>
                  <a:cubicBezTo>
                    <a:pt x="21071" y="6551"/>
                    <a:pt x="21055" y="6534"/>
                    <a:pt x="21047" y="6534"/>
                  </a:cubicBezTo>
                  <a:cubicBezTo>
                    <a:pt x="21032" y="6534"/>
                    <a:pt x="21049" y="6596"/>
                    <a:pt x="21085" y="6779"/>
                  </a:cubicBezTo>
                  <a:cubicBezTo>
                    <a:pt x="21063" y="6910"/>
                    <a:pt x="21088" y="7189"/>
                    <a:pt x="21038" y="7387"/>
                  </a:cubicBezTo>
                  <a:cubicBezTo>
                    <a:pt x="20978" y="7653"/>
                    <a:pt x="20956" y="7791"/>
                    <a:pt x="20897" y="7841"/>
                  </a:cubicBezTo>
                  <a:cubicBezTo>
                    <a:pt x="20888" y="7839"/>
                    <a:pt x="20881" y="7838"/>
                    <a:pt x="20874" y="7837"/>
                  </a:cubicBezTo>
                  <a:lnTo>
                    <a:pt x="20874" y="7837"/>
                  </a:lnTo>
                  <a:cubicBezTo>
                    <a:pt x="20928" y="7864"/>
                    <a:pt x="20907" y="7934"/>
                    <a:pt x="20850" y="8114"/>
                  </a:cubicBezTo>
                  <a:cubicBezTo>
                    <a:pt x="20756" y="8295"/>
                    <a:pt x="20737" y="8433"/>
                    <a:pt x="20743" y="8512"/>
                  </a:cubicBezTo>
                  <a:cubicBezTo>
                    <a:pt x="20771" y="8449"/>
                    <a:pt x="20796" y="8383"/>
                    <a:pt x="20796" y="8383"/>
                  </a:cubicBezTo>
                  <a:lnTo>
                    <a:pt x="20796" y="8383"/>
                  </a:lnTo>
                  <a:cubicBezTo>
                    <a:pt x="20868" y="8411"/>
                    <a:pt x="20840" y="8477"/>
                    <a:pt x="20752" y="8590"/>
                  </a:cubicBezTo>
                  <a:cubicBezTo>
                    <a:pt x="20737" y="8625"/>
                    <a:pt x="20719" y="8635"/>
                    <a:pt x="20701" y="8635"/>
                  </a:cubicBezTo>
                  <a:cubicBezTo>
                    <a:pt x="20686" y="8635"/>
                    <a:pt x="20671" y="8628"/>
                    <a:pt x="20655" y="8621"/>
                  </a:cubicBezTo>
                  <a:cubicBezTo>
                    <a:pt x="20651" y="8619"/>
                    <a:pt x="20646" y="8618"/>
                    <a:pt x="20640" y="8618"/>
                  </a:cubicBezTo>
                  <a:cubicBezTo>
                    <a:pt x="20605" y="8618"/>
                    <a:pt x="20555" y="8661"/>
                    <a:pt x="20533" y="8715"/>
                  </a:cubicBezTo>
                  <a:cubicBezTo>
                    <a:pt x="20514" y="8761"/>
                    <a:pt x="20493" y="8808"/>
                    <a:pt x="20511" y="8808"/>
                  </a:cubicBezTo>
                  <a:cubicBezTo>
                    <a:pt x="20516" y="8808"/>
                    <a:pt x="20525" y="8804"/>
                    <a:pt x="20539" y="8794"/>
                  </a:cubicBezTo>
                  <a:cubicBezTo>
                    <a:pt x="20574" y="8809"/>
                    <a:pt x="20577" y="8809"/>
                    <a:pt x="20546" y="8872"/>
                  </a:cubicBezTo>
                  <a:cubicBezTo>
                    <a:pt x="20508" y="8928"/>
                    <a:pt x="20486" y="8997"/>
                    <a:pt x="20480" y="9069"/>
                  </a:cubicBezTo>
                  <a:cubicBezTo>
                    <a:pt x="20514" y="9085"/>
                    <a:pt x="20480" y="9148"/>
                    <a:pt x="20448" y="9207"/>
                  </a:cubicBezTo>
                  <a:cubicBezTo>
                    <a:pt x="20383" y="9248"/>
                    <a:pt x="20317" y="9367"/>
                    <a:pt x="20317" y="9367"/>
                  </a:cubicBezTo>
                  <a:lnTo>
                    <a:pt x="20285" y="9348"/>
                  </a:lnTo>
                  <a:cubicBezTo>
                    <a:pt x="20278" y="9344"/>
                    <a:pt x="20269" y="9343"/>
                    <a:pt x="20260" y="9343"/>
                  </a:cubicBezTo>
                  <a:cubicBezTo>
                    <a:pt x="20225" y="9343"/>
                    <a:pt x="20182" y="9364"/>
                    <a:pt x="20182" y="9364"/>
                  </a:cubicBezTo>
                  <a:cubicBezTo>
                    <a:pt x="20144" y="9420"/>
                    <a:pt x="20176" y="9439"/>
                    <a:pt x="20176" y="9439"/>
                  </a:cubicBezTo>
                  <a:cubicBezTo>
                    <a:pt x="20185" y="9445"/>
                    <a:pt x="20132" y="9533"/>
                    <a:pt x="20050" y="9665"/>
                  </a:cubicBezTo>
                  <a:cubicBezTo>
                    <a:pt x="19972" y="9803"/>
                    <a:pt x="19834" y="9959"/>
                    <a:pt x="19696" y="10129"/>
                  </a:cubicBezTo>
                  <a:cubicBezTo>
                    <a:pt x="19483" y="10382"/>
                    <a:pt x="19245" y="10614"/>
                    <a:pt x="18985" y="10818"/>
                  </a:cubicBezTo>
                  <a:cubicBezTo>
                    <a:pt x="18861" y="10872"/>
                    <a:pt x="18708" y="10991"/>
                    <a:pt x="18765" y="10991"/>
                  </a:cubicBezTo>
                  <a:cubicBezTo>
                    <a:pt x="18767" y="10991"/>
                    <a:pt x="18769" y="10991"/>
                    <a:pt x="18772" y="10990"/>
                  </a:cubicBezTo>
                  <a:lnTo>
                    <a:pt x="18772" y="10990"/>
                  </a:lnTo>
                  <a:cubicBezTo>
                    <a:pt x="18800" y="11025"/>
                    <a:pt x="18512" y="11213"/>
                    <a:pt x="18164" y="11426"/>
                  </a:cubicBezTo>
                  <a:cubicBezTo>
                    <a:pt x="17757" y="11664"/>
                    <a:pt x="17465" y="11830"/>
                    <a:pt x="17484" y="11865"/>
                  </a:cubicBezTo>
                  <a:lnTo>
                    <a:pt x="17312" y="11965"/>
                  </a:lnTo>
                  <a:cubicBezTo>
                    <a:pt x="17196" y="12034"/>
                    <a:pt x="17095" y="12134"/>
                    <a:pt x="17039" y="12166"/>
                  </a:cubicBezTo>
                  <a:cubicBezTo>
                    <a:pt x="17014" y="12208"/>
                    <a:pt x="16983" y="12236"/>
                    <a:pt x="16971" y="12236"/>
                  </a:cubicBezTo>
                  <a:cubicBezTo>
                    <a:pt x="16964" y="12236"/>
                    <a:pt x="16965" y="12225"/>
                    <a:pt x="16979" y="12200"/>
                  </a:cubicBezTo>
                  <a:cubicBezTo>
                    <a:pt x="16966" y="12178"/>
                    <a:pt x="16953" y="12154"/>
                    <a:pt x="16926" y="12154"/>
                  </a:cubicBezTo>
                  <a:cubicBezTo>
                    <a:pt x="16915" y="12154"/>
                    <a:pt x="16902" y="12159"/>
                    <a:pt x="16885" y="12169"/>
                  </a:cubicBezTo>
                  <a:cubicBezTo>
                    <a:pt x="16769" y="12235"/>
                    <a:pt x="16785" y="12269"/>
                    <a:pt x="16804" y="12300"/>
                  </a:cubicBezTo>
                  <a:cubicBezTo>
                    <a:pt x="16823" y="12335"/>
                    <a:pt x="16766" y="12369"/>
                    <a:pt x="16766" y="12369"/>
                  </a:cubicBezTo>
                  <a:cubicBezTo>
                    <a:pt x="16736" y="12385"/>
                    <a:pt x="16722" y="12393"/>
                    <a:pt x="16712" y="12393"/>
                  </a:cubicBezTo>
                  <a:cubicBezTo>
                    <a:pt x="16702" y="12393"/>
                    <a:pt x="16697" y="12385"/>
                    <a:pt x="16688" y="12369"/>
                  </a:cubicBezTo>
                  <a:cubicBezTo>
                    <a:pt x="16669" y="12335"/>
                    <a:pt x="16650" y="12304"/>
                    <a:pt x="16650" y="12304"/>
                  </a:cubicBezTo>
                  <a:lnTo>
                    <a:pt x="16594" y="12335"/>
                  </a:lnTo>
                  <a:cubicBezTo>
                    <a:pt x="16613" y="12369"/>
                    <a:pt x="16553" y="12404"/>
                    <a:pt x="16553" y="12404"/>
                  </a:cubicBezTo>
                  <a:cubicBezTo>
                    <a:pt x="16530" y="12417"/>
                    <a:pt x="16516" y="12424"/>
                    <a:pt x="16506" y="12424"/>
                  </a:cubicBezTo>
                  <a:cubicBezTo>
                    <a:pt x="16490" y="12424"/>
                    <a:pt x="16481" y="12408"/>
                    <a:pt x="16459" y="12369"/>
                  </a:cubicBezTo>
                  <a:cubicBezTo>
                    <a:pt x="16446" y="12346"/>
                    <a:pt x="16430" y="12336"/>
                    <a:pt x="16414" y="12336"/>
                  </a:cubicBezTo>
                  <a:cubicBezTo>
                    <a:pt x="16385" y="12336"/>
                    <a:pt x="16355" y="12373"/>
                    <a:pt x="16343" y="12438"/>
                  </a:cubicBezTo>
                  <a:lnTo>
                    <a:pt x="16243" y="12539"/>
                  </a:lnTo>
                  <a:cubicBezTo>
                    <a:pt x="16233" y="12535"/>
                    <a:pt x="16224" y="12534"/>
                    <a:pt x="16214" y="12534"/>
                  </a:cubicBezTo>
                  <a:cubicBezTo>
                    <a:pt x="16133" y="12534"/>
                    <a:pt x="16066" y="12646"/>
                    <a:pt x="16030" y="12705"/>
                  </a:cubicBezTo>
                  <a:cubicBezTo>
                    <a:pt x="16007" y="12697"/>
                    <a:pt x="15987" y="12693"/>
                    <a:pt x="15969" y="12693"/>
                  </a:cubicBezTo>
                  <a:cubicBezTo>
                    <a:pt x="15910" y="12693"/>
                    <a:pt x="15871" y="12732"/>
                    <a:pt x="15854" y="12808"/>
                  </a:cubicBezTo>
                  <a:cubicBezTo>
                    <a:pt x="15873" y="12839"/>
                    <a:pt x="15817" y="12874"/>
                    <a:pt x="15738" y="12874"/>
                  </a:cubicBezTo>
                  <a:cubicBezTo>
                    <a:pt x="15663" y="12874"/>
                    <a:pt x="15604" y="12908"/>
                    <a:pt x="15488" y="12977"/>
                  </a:cubicBezTo>
                  <a:cubicBezTo>
                    <a:pt x="15447" y="13043"/>
                    <a:pt x="15040" y="13278"/>
                    <a:pt x="14576" y="13548"/>
                  </a:cubicBezTo>
                  <a:cubicBezTo>
                    <a:pt x="14052" y="13852"/>
                    <a:pt x="13701" y="14052"/>
                    <a:pt x="13720" y="14087"/>
                  </a:cubicBezTo>
                  <a:cubicBezTo>
                    <a:pt x="13664" y="14118"/>
                    <a:pt x="13664" y="14118"/>
                    <a:pt x="13585" y="14121"/>
                  </a:cubicBezTo>
                  <a:cubicBezTo>
                    <a:pt x="13581" y="14112"/>
                    <a:pt x="13574" y="14108"/>
                    <a:pt x="13565" y="14108"/>
                  </a:cubicBezTo>
                  <a:cubicBezTo>
                    <a:pt x="13540" y="14108"/>
                    <a:pt x="13505" y="14146"/>
                    <a:pt x="13488" y="14221"/>
                  </a:cubicBezTo>
                  <a:cubicBezTo>
                    <a:pt x="13463" y="14262"/>
                    <a:pt x="13461" y="14289"/>
                    <a:pt x="13454" y="14289"/>
                  </a:cubicBezTo>
                  <a:cubicBezTo>
                    <a:pt x="13449" y="14289"/>
                    <a:pt x="13443" y="14278"/>
                    <a:pt x="13429" y="14253"/>
                  </a:cubicBezTo>
                  <a:cubicBezTo>
                    <a:pt x="13426" y="14248"/>
                    <a:pt x="13420" y="14245"/>
                    <a:pt x="13411" y="14245"/>
                  </a:cubicBezTo>
                  <a:cubicBezTo>
                    <a:pt x="13368" y="14245"/>
                    <a:pt x="13256" y="14309"/>
                    <a:pt x="13062" y="14422"/>
                  </a:cubicBezTo>
                  <a:cubicBezTo>
                    <a:pt x="12887" y="14525"/>
                    <a:pt x="12655" y="14660"/>
                    <a:pt x="12673" y="14691"/>
                  </a:cubicBezTo>
                  <a:cubicBezTo>
                    <a:pt x="12620" y="14747"/>
                    <a:pt x="12596" y="14772"/>
                    <a:pt x="12591" y="14772"/>
                  </a:cubicBezTo>
                  <a:cubicBezTo>
                    <a:pt x="12588" y="14772"/>
                    <a:pt x="12597" y="14755"/>
                    <a:pt x="12614" y="14726"/>
                  </a:cubicBezTo>
                  <a:cubicBezTo>
                    <a:pt x="12619" y="14702"/>
                    <a:pt x="12606" y="14692"/>
                    <a:pt x="12580" y="14692"/>
                  </a:cubicBezTo>
                  <a:cubicBezTo>
                    <a:pt x="12498" y="14692"/>
                    <a:pt x="12293" y="14800"/>
                    <a:pt x="12188" y="14927"/>
                  </a:cubicBezTo>
                  <a:cubicBezTo>
                    <a:pt x="12148" y="14951"/>
                    <a:pt x="12106" y="14975"/>
                    <a:pt x="12079" y="14975"/>
                  </a:cubicBezTo>
                  <a:cubicBezTo>
                    <a:pt x="12067" y="14975"/>
                    <a:pt x="12058" y="14971"/>
                    <a:pt x="12053" y="14961"/>
                  </a:cubicBezTo>
                  <a:cubicBezTo>
                    <a:pt x="11956" y="15021"/>
                    <a:pt x="11865" y="15086"/>
                    <a:pt x="11780" y="15165"/>
                  </a:cubicBezTo>
                  <a:lnTo>
                    <a:pt x="11373" y="15400"/>
                  </a:lnTo>
                  <a:cubicBezTo>
                    <a:pt x="11298" y="15447"/>
                    <a:pt x="11226" y="15503"/>
                    <a:pt x="11160" y="15566"/>
                  </a:cubicBezTo>
                  <a:lnTo>
                    <a:pt x="11100" y="15600"/>
                  </a:lnTo>
                  <a:cubicBezTo>
                    <a:pt x="11099" y="15598"/>
                    <a:pt x="11095" y="15596"/>
                    <a:pt x="11090" y="15596"/>
                  </a:cubicBezTo>
                  <a:cubicBezTo>
                    <a:pt x="11034" y="15596"/>
                    <a:pt x="10760" y="15754"/>
                    <a:pt x="10386" y="15970"/>
                  </a:cubicBezTo>
                  <a:cubicBezTo>
                    <a:pt x="9978" y="16208"/>
                    <a:pt x="9627" y="16409"/>
                    <a:pt x="9552" y="16409"/>
                  </a:cubicBezTo>
                  <a:cubicBezTo>
                    <a:pt x="9511" y="16437"/>
                    <a:pt x="9477" y="16468"/>
                    <a:pt x="9455" y="16509"/>
                  </a:cubicBezTo>
                  <a:cubicBezTo>
                    <a:pt x="9433" y="16609"/>
                    <a:pt x="9374" y="16644"/>
                    <a:pt x="9298" y="16644"/>
                  </a:cubicBezTo>
                  <a:cubicBezTo>
                    <a:pt x="9289" y="16641"/>
                    <a:pt x="9278" y="16639"/>
                    <a:pt x="9265" y="16639"/>
                  </a:cubicBezTo>
                  <a:cubicBezTo>
                    <a:pt x="9158" y="16639"/>
                    <a:pt x="8963" y="16754"/>
                    <a:pt x="8938" y="16841"/>
                  </a:cubicBezTo>
                  <a:cubicBezTo>
                    <a:pt x="8943" y="16851"/>
                    <a:pt x="8944" y="16856"/>
                    <a:pt x="8944" y="16856"/>
                  </a:cubicBezTo>
                  <a:cubicBezTo>
                    <a:pt x="8944" y="16856"/>
                    <a:pt x="8932" y="16831"/>
                    <a:pt x="8919" y="16807"/>
                  </a:cubicBezTo>
                  <a:cubicBezTo>
                    <a:pt x="8908" y="16803"/>
                    <a:pt x="8896" y="16801"/>
                    <a:pt x="8883" y="16801"/>
                  </a:cubicBezTo>
                  <a:cubicBezTo>
                    <a:pt x="8790" y="16801"/>
                    <a:pt x="8658" y="16903"/>
                    <a:pt x="8628" y="16989"/>
                  </a:cubicBezTo>
                  <a:cubicBezTo>
                    <a:pt x="8599" y="16985"/>
                    <a:pt x="8570" y="16982"/>
                    <a:pt x="8542" y="16982"/>
                  </a:cubicBezTo>
                  <a:cubicBezTo>
                    <a:pt x="8495" y="16982"/>
                    <a:pt x="8453" y="16992"/>
                    <a:pt x="8421" y="17029"/>
                  </a:cubicBezTo>
                  <a:cubicBezTo>
                    <a:pt x="8397" y="17039"/>
                    <a:pt x="8383" y="17045"/>
                    <a:pt x="8372" y="17045"/>
                  </a:cubicBezTo>
                  <a:cubicBezTo>
                    <a:pt x="8355" y="17045"/>
                    <a:pt x="8349" y="17028"/>
                    <a:pt x="8333" y="16985"/>
                  </a:cubicBezTo>
                  <a:cubicBezTo>
                    <a:pt x="8323" y="16956"/>
                    <a:pt x="8312" y="16928"/>
                    <a:pt x="8278" y="16928"/>
                  </a:cubicBezTo>
                  <a:cubicBezTo>
                    <a:pt x="8269" y="16928"/>
                    <a:pt x="8258" y="16931"/>
                    <a:pt x="8245" y="16935"/>
                  </a:cubicBezTo>
                  <a:cubicBezTo>
                    <a:pt x="8183" y="16960"/>
                    <a:pt x="8192" y="16995"/>
                    <a:pt x="8205" y="17029"/>
                  </a:cubicBezTo>
                  <a:lnTo>
                    <a:pt x="8079" y="17073"/>
                  </a:lnTo>
                  <a:cubicBezTo>
                    <a:pt x="8079" y="17073"/>
                    <a:pt x="8014" y="17095"/>
                    <a:pt x="8026" y="17130"/>
                  </a:cubicBezTo>
                  <a:cubicBezTo>
                    <a:pt x="8035" y="17167"/>
                    <a:pt x="7973" y="17186"/>
                    <a:pt x="7907" y="17205"/>
                  </a:cubicBezTo>
                  <a:cubicBezTo>
                    <a:pt x="7904" y="17197"/>
                    <a:pt x="7899" y="17193"/>
                    <a:pt x="7894" y="17193"/>
                  </a:cubicBezTo>
                  <a:cubicBezTo>
                    <a:pt x="7876" y="17193"/>
                    <a:pt x="7859" y="17228"/>
                    <a:pt x="7916" y="17242"/>
                  </a:cubicBezTo>
                  <a:cubicBezTo>
                    <a:pt x="7926" y="17280"/>
                    <a:pt x="7935" y="17314"/>
                    <a:pt x="7869" y="17333"/>
                  </a:cubicBezTo>
                  <a:lnTo>
                    <a:pt x="7888" y="17408"/>
                  </a:lnTo>
                  <a:cubicBezTo>
                    <a:pt x="7906" y="17478"/>
                    <a:pt x="7916" y="17515"/>
                    <a:pt x="8050" y="17515"/>
                  </a:cubicBezTo>
                  <a:cubicBezTo>
                    <a:pt x="8055" y="17515"/>
                    <a:pt x="8061" y="17515"/>
                    <a:pt x="8067" y="17515"/>
                  </a:cubicBezTo>
                  <a:cubicBezTo>
                    <a:pt x="8352" y="17468"/>
                    <a:pt x="8571" y="17418"/>
                    <a:pt x="8543" y="17349"/>
                  </a:cubicBezTo>
                  <a:cubicBezTo>
                    <a:pt x="8578" y="17311"/>
                    <a:pt x="8618" y="17280"/>
                    <a:pt x="8662" y="17258"/>
                  </a:cubicBezTo>
                  <a:cubicBezTo>
                    <a:pt x="8703" y="17244"/>
                    <a:pt x="8746" y="17236"/>
                    <a:pt x="8790" y="17236"/>
                  </a:cubicBezTo>
                  <a:cubicBezTo>
                    <a:pt x="8797" y="17236"/>
                    <a:pt x="8803" y="17236"/>
                    <a:pt x="8809" y="17236"/>
                  </a:cubicBezTo>
                  <a:cubicBezTo>
                    <a:pt x="8811" y="17240"/>
                    <a:pt x="8817" y="17242"/>
                    <a:pt x="8825" y="17242"/>
                  </a:cubicBezTo>
                  <a:cubicBezTo>
                    <a:pt x="8889" y="17242"/>
                    <a:pt x="9129" y="17133"/>
                    <a:pt x="9408" y="16973"/>
                  </a:cubicBezTo>
                  <a:cubicBezTo>
                    <a:pt x="9756" y="16772"/>
                    <a:pt x="9931" y="16672"/>
                    <a:pt x="10007" y="16669"/>
                  </a:cubicBezTo>
                  <a:cubicBezTo>
                    <a:pt x="10054" y="16669"/>
                    <a:pt x="10101" y="16656"/>
                    <a:pt x="10141" y="16638"/>
                  </a:cubicBezTo>
                  <a:cubicBezTo>
                    <a:pt x="10126" y="16603"/>
                    <a:pt x="10474" y="16403"/>
                    <a:pt x="10881" y="16164"/>
                  </a:cubicBezTo>
                  <a:cubicBezTo>
                    <a:pt x="11288" y="15929"/>
                    <a:pt x="11696" y="15694"/>
                    <a:pt x="11677" y="15660"/>
                  </a:cubicBezTo>
                  <a:lnTo>
                    <a:pt x="11793" y="15594"/>
                  </a:lnTo>
                  <a:cubicBezTo>
                    <a:pt x="11796" y="15600"/>
                    <a:pt x="11803" y="15602"/>
                    <a:pt x="11811" y="15602"/>
                  </a:cubicBezTo>
                  <a:cubicBezTo>
                    <a:pt x="11853" y="15602"/>
                    <a:pt x="11948" y="15547"/>
                    <a:pt x="12044" y="15491"/>
                  </a:cubicBezTo>
                  <a:cubicBezTo>
                    <a:pt x="12109" y="15428"/>
                    <a:pt x="12181" y="15372"/>
                    <a:pt x="12260" y="15324"/>
                  </a:cubicBezTo>
                  <a:cubicBezTo>
                    <a:pt x="12265" y="15334"/>
                    <a:pt x="12273" y="15338"/>
                    <a:pt x="12283" y="15338"/>
                  </a:cubicBezTo>
                  <a:cubicBezTo>
                    <a:pt x="12313" y="15338"/>
                    <a:pt x="12366" y="15306"/>
                    <a:pt x="12451" y="15256"/>
                  </a:cubicBezTo>
                  <a:cubicBezTo>
                    <a:pt x="12570" y="15190"/>
                    <a:pt x="12626" y="15155"/>
                    <a:pt x="12608" y="15124"/>
                  </a:cubicBezTo>
                  <a:cubicBezTo>
                    <a:pt x="12667" y="15089"/>
                    <a:pt x="13075" y="14854"/>
                    <a:pt x="13266" y="14785"/>
                  </a:cubicBezTo>
                  <a:cubicBezTo>
                    <a:pt x="13344" y="14785"/>
                    <a:pt x="13385" y="14717"/>
                    <a:pt x="13422" y="14651"/>
                  </a:cubicBezTo>
                  <a:cubicBezTo>
                    <a:pt x="13404" y="14619"/>
                    <a:pt x="13444" y="14550"/>
                    <a:pt x="13501" y="14519"/>
                  </a:cubicBezTo>
                  <a:lnTo>
                    <a:pt x="13538" y="14585"/>
                  </a:lnTo>
                  <a:cubicBezTo>
                    <a:pt x="13520" y="14617"/>
                    <a:pt x="13510" y="14634"/>
                    <a:pt x="13520" y="14634"/>
                  </a:cubicBezTo>
                  <a:cubicBezTo>
                    <a:pt x="13529" y="14634"/>
                    <a:pt x="13558" y="14617"/>
                    <a:pt x="13617" y="14582"/>
                  </a:cubicBezTo>
                  <a:lnTo>
                    <a:pt x="13733" y="14516"/>
                  </a:lnTo>
                  <a:cubicBezTo>
                    <a:pt x="13714" y="14482"/>
                    <a:pt x="14005" y="14315"/>
                    <a:pt x="14413" y="14080"/>
                  </a:cubicBezTo>
                  <a:cubicBezTo>
                    <a:pt x="14936" y="13776"/>
                    <a:pt x="15112" y="13676"/>
                    <a:pt x="15093" y="13642"/>
                  </a:cubicBezTo>
                  <a:cubicBezTo>
                    <a:pt x="15074" y="13610"/>
                    <a:pt x="15130" y="13576"/>
                    <a:pt x="15325" y="13507"/>
                  </a:cubicBezTo>
                  <a:cubicBezTo>
                    <a:pt x="15729" y="13403"/>
                    <a:pt x="15729" y="13403"/>
                    <a:pt x="15770" y="13338"/>
                  </a:cubicBezTo>
                  <a:lnTo>
                    <a:pt x="15770" y="13338"/>
                  </a:lnTo>
                  <a:cubicBezTo>
                    <a:pt x="15752" y="13348"/>
                    <a:pt x="15738" y="13352"/>
                    <a:pt x="15726" y="13352"/>
                  </a:cubicBezTo>
                  <a:cubicBezTo>
                    <a:pt x="15699" y="13352"/>
                    <a:pt x="15686" y="13328"/>
                    <a:pt x="15673" y="13306"/>
                  </a:cubicBezTo>
                  <a:cubicBezTo>
                    <a:pt x="15647" y="13257"/>
                    <a:pt x="15672" y="13226"/>
                    <a:pt x="15726" y="13226"/>
                  </a:cubicBezTo>
                  <a:cubicBezTo>
                    <a:pt x="15745" y="13226"/>
                    <a:pt x="15767" y="13229"/>
                    <a:pt x="15792" y="13237"/>
                  </a:cubicBezTo>
                  <a:cubicBezTo>
                    <a:pt x="15794" y="13241"/>
                    <a:pt x="15798" y="13243"/>
                    <a:pt x="15805" y="13243"/>
                  </a:cubicBezTo>
                  <a:cubicBezTo>
                    <a:pt x="15922" y="13243"/>
                    <a:pt x="16683" y="12762"/>
                    <a:pt x="16704" y="12667"/>
                  </a:cubicBezTo>
                  <a:cubicBezTo>
                    <a:pt x="16696" y="12653"/>
                    <a:pt x="16691" y="12644"/>
                    <a:pt x="16691" y="12644"/>
                  </a:cubicBezTo>
                  <a:lnTo>
                    <a:pt x="16691" y="12644"/>
                  </a:lnTo>
                  <a:cubicBezTo>
                    <a:pt x="16691" y="12644"/>
                    <a:pt x="16701" y="12660"/>
                    <a:pt x="16722" y="12698"/>
                  </a:cubicBezTo>
                  <a:cubicBezTo>
                    <a:pt x="16727" y="12707"/>
                    <a:pt x="16733" y="12711"/>
                    <a:pt x="16744" y="12711"/>
                  </a:cubicBezTo>
                  <a:cubicBezTo>
                    <a:pt x="16778" y="12711"/>
                    <a:pt x="16853" y="12666"/>
                    <a:pt x="17029" y="12564"/>
                  </a:cubicBezTo>
                  <a:lnTo>
                    <a:pt x="17205" y="12463"/>
                  </a:lnTo>
                  <a:cubicBezTo>
                    <a:pt x="17170" y="12403"/>
                    <a:pt x="17478" y="12256"/>
                    <a:pt x="17544" y="12256"/>
                  </a:cubicBezTo>
                  <a:cubicBezTo>
                    <a:pt x="17550" y="12256"/>
                    <a:pt x="17554" y="12257"/>
                    <a:pt x="17556" y="12260"/>
                  </a:cubicBezTo>
                  <a:cubicBezTo>
                    <a:pt x="17631" y="12260"/>
                    <a:pt x="17631" y="12260"/>
                    <a:pt x="17747" y="12194"/>
                  </a:cubicBezTo>
                  <a:cubicBezTo>
                    <a:pt x="17870" y="12043"/>
                    <a:pt x="18131" y="11919"/>
                    <a:pt x="18199" y="11919"/>
                  </a:cubicBezTo>
                  <a:cubicBezTo>
                    <a:pt x="18207" y="11919"/>
                    <a:pt x="18212" y="11921"/>
                    <a:pt x="18214" y="11924"/>
                  </a:cubicBezTo>
                  <a:lnTo>
                    <a:pt x="18330" y="11855"/>
                  </a:lnTo>
                  <a:cubicBezTo>
                    <a:pt x="18371" y="11790"/>
                    <a:pt x="18484" y="11724"/>
                    <a:pt x="18549" y="11680"/>
                  </a:cubicBezTo>
                  <a:cubicBezTo>
                    <a:pt x="18717" y="11572"/>
                    <a:pt x="18782" y="11528"/>
                    <a:pt x="18731" y="11528"/>
                  </a:cubicBezTo>
                  <a:cubicBezTo>
                    <a:pt x="18726" y="11528"/>
                    <a:pt x="18720" y="11529"/>
                    <a:pt x="18712" y="11529"/>
                  </a:cubicBezTo>
                  <a:cubicBezTo>
                    <a:pt x="18694" y="11498"/>
                    <a:pt x="18672" y="11467"/>
                    <a:pt x="18731" y="11426"/>
                  </a:cubicBezTo>
                  <a:lnTo>
                    <a:pt x="18753" y="11457"/>
                  </a:lnTo>
                  <a:cubicBezTo>
                    <a:pt x="18755" y="11460"/>
                    <a:pt x="18759" y="11462"/>
                    <a:pt x="18765" y="11462"/>
                  </a:cubicBezTo>
                  <a:cubicBezTo>
                    <a:pt x="18814" y="11462"/>
                    <a:pt x="18987" y="11361"/>
                    <a:pt x="19186" y="11191"/>
                  </a:cubicBezTo>
                  <a:cubicBezTo>
                    <a:pt x="19474" y="10969"/>
                    <a:pt x="19574" y="10862"/>
                    <a:pt x="19652" y="10837"/>
                  </a:cubicBezTo>
                  <a:lnTo>
                    <a:pt x="19678" y="10759"/>
                  </a:lnTo>
                  <a:cubicBezTo>
                    <a:pt x="19698" y="10694"/>
                    <a:pt x="19738" y="10649"/>
                    <a:pt x="19765" y="10649"/>
                  </a:cubicBezTo>
                  <a:cubicBezTo>
                    <a:pt x="19771" y="10649"/>
                    <a:pt x="19777" y="10651"/>
                    <a:pt x="19781" y="10655"/>
                  </a:cubicBezTo>
                  <a:cubicBezTo>
                    <a:pt x="19853" y="10624"/>
                    <a:pt x="19913" y="10574"/>
                    <a:pt x="19963" y="10514"/>
                  </a:cubicBezTo>
                  <a:cubicBezTo>
                    <a:pt x="20025" y="10442"/>
                    <a:pt x="20079" y="10361"/>
                    <a:pt x="20123" y="10276"/>
                  </a:cubicBezTo>
                  <a:lnTo>
                    <a:pt x="20217" y="10166"/>
                  </a:lnTo>
                  <a:cubicBezTo>
                    <a:pt x="20326" y="10160"/>
                    <a:pt x="20455" y="9975"/>
                    <a:pt x="20433" y="9872"/>
                  </a:cubicBezTo>
                  <a:lnTo>
                    <a:pt x="20433" y="9872"/>
                  </a:lnTo>
                  <a:cubicBezTo>
                    <a:pt x="20437" y="9875"/>
                    <a:pt x="20441" y="9876"/>
                    <a:pt x="20446" y="9876"/>
                  </a:cubicBezTo>
                  <a:cubicBezTo>
                    <a:pt x="20474" y="9876"/>
                    <a:pt x="20511" y="9825"/>
                    <a:pt x="20546" y="9771"/>
                  </a:cubicBezTo>
                  <a:cubicBezTo>
                    <a:pt x="20600" y="9638"/>
                    <a:pt x="20736" y="9397"/>
                    <a:pt x="20771" y="9397"/>
                  </a:cubicBezTo>
                  <a:cubicBezTo>
                    <a:pt x="20772" y="9397"/>
                    <a:pt x="20773" y="9398"/>
                    <a:pt x="20774" y="9398"/>
                  </a:cubicBezTo>
                  <a:lnTo>
                    <a:pt x="20812" y="9333"/>
                  </a:lnTo>
                  <a:cubicBezTo>
                    <a:pt x="20818" y="9257"/>
                    <a:pt x="20840" y="9185"/>
                    <a:pt x="20881" y="9123"/>
                  </a:cubicBezTo>
                  <a:cubicBezTo>
                    <a:pt x="20925" y="9060"/>
                    <a:pt x="20947" y="8985"/>
                    <a:pt x="20944" y="8910"/>
                  </a:cubicBezTo>
                  <a:cubicBezTo>
                    <a:pt x="20940" y="8859"/>
                    <a:pt x="20947" y="8809"/>
                    <a:pt x="20966" y="8759"/>
                  </a:cubicBezTo>
                  <a:cubicBezTo>
                    <a:pt x="20973" y="8742"/>
                    <a:pt x="20979" y="8735"/>
                    <a:pt x="20983" y="8735"/>
                  </a:cubicBezTo>
                  <a:cubicBezTo>
                    <a:pt x="20997" y="8735"/>
                    <a:pt x="21002" y="8796"/>
                    <a:pt x="21006" y="8859"/>
                  </a:cubicBezTo>
                  <a:cubicBezTo>
                    <a:pt x="21000" y="8895"/>
                    <a:pt x="21001" y="8911"/>
                    <a:pt x="21005" y="8911"/>
                  </a:cubicBezTo>
                  <a:cubicBezTo>
                    <a:pt x="21020" y="8911"/>
                    <a:pt x="21075" y="8751"/>
                    <a:pt x="21085" y="8574"/>
                  </a:cubicBezTo>
                  <a:cubicBezTo>
                    <a:pt x="21093" y="8451"/>
                    <a:pt x="21094" y="8395"/>
                    <a:pt x="21097" y="8395"/>
                  </a:cubicBezTo>
                  <a:cubicBezTo>
                    <a:pt x="21099" y="8395"/>
                    <a:pt x="21103" y="8434"/>
                    <a:pt x="21113" y="8508"/>
                  </a:cubicBezTo>
                  <a:cubicBezTo>
                    <a:pt x="21118" y="8557"/>
                    <a:pt x="21123" y="8606"/>
                    <a:pt x="21130" y="8606"/>
                  </a:cubicBezTo>
                  <a:cubicBezTo>
                    <a:pt x="21135" y="8606"/>
                    <a:pt x="21142" y="8584"/>
                    <a:pt x="21150" y="8524"/>
                  </a:cubicBezTo>
                  <a:cubicBezTo>
                    <a:pt x="21154" y="8524"/>
                    <a:pt x="21201" y="8386"/>
                    <a:pt x="21163" y="8374"/>
                  </a:cubicBezTo>
                  <a:lnTo>
                    <a:pt x="21229" y="8167"/>
                  </a:lnTo>
                  <a:cubicBezTo>
                    <a:pt x="21285" y="8082"/>
                    <a:pt x="21326" y="7995"/>
                    <a:pt x="21354" y="7897"/>
                  </a:cubicBezTo>
                  <a:cubicBezTo>
                    <a:pt x="21332" y="7816"/>
                    <a:pt x="21332" y="7819"/>
                    <a:pt x="21385" y="7756"/>
                  </a:cubicBezTo>
                  <a:cubicBezTo>
                    <a:pt x="21388" y="7757"/>
                    <a:pt x="21390" y="7757"/>
                    <a:pt x="21392" y="7757"/>
                  </a:cubicBezTo>
                  <a:cubicBezTo>
                    <a:pt x="21422" y="7757"/>
                    <a:pt x="21431" y="7693"/>
                    <a:pt x="21364" y="7675"/>
                  </a:cubicBezTo>
                  <a:cubicBezTo>
                    <a:pt x="21342" y="7603"/>
                    <a:pt x="21357" y="7521"/>
                    <a:pt x="21407" y="7462"/>
                  </a:cubicBezTo>
                  <a:cubicBezTo>
                    <a:pt x="21415" y="7463"/>
                    <a:pt x="21422" y="7464"/>
                    <a:pt x="21428" y="7464"/>
                  </a:cubicBezTo>
                  <a:cubicBezTo>
                    <a:pt x="21485" y="7464"/>
                    <a:pt x="21495" y="7405"/>
                    <a:pt x="21461" y="7399"/>
                  </a:cubicBezTo>
                  <a:cubicBezTo>
                    <a:pt x="21448" y="7349"/>
                    <a:pt x="21445" y="7299"/>
                    <a:pt x="21448" y="7249"/>
                  </a:cubicBezTo>
                  <a:lnTo>
                    <a:pt x="21448" y="7249"/>
                  </a:lnTo>
                  <a:cubicBezTo>
                    <a:pt x="21448" y="7249"/>
                    <a:pt x="21449" y="7249"/>
                    <a:pt x="21449" y="7249"/>
                  </a:cubicBezTo>
                  <a:cubicBezTo>
                    <a:pt x="21467" y="7249"/>
                    <a:pt x="21495" y="7090"/>
                    <a:pt x="21530" y="6848"/>
                  </a:cubicBezTo>
                  <a:cubicBezTo>
                    <a:pt x="21548" y="6707"/>
                    <a:pt x="21555" y="6569"/>
                    <a:pt x="21555" y="6428"/>
                  </a:cubicBezTo>
                  <a:cubicBezTo>
                    <a:pt x="21564" y="6268"/>
                    <a:pt x="21561" y="6105"/>
                    <a:pt x="21548" y="5945"/>
                  </a:cubicBezTo>
                  <a:cubicBezTo>
                    <a:pt x="21542" y="5874"/>
                    <a:pt x="21503" y="5804"/>
                    <a:pt x="21466" y="5804"/>
                  </a:cubicBezTo>
                  <a:cubicBezTo>
                    <a:pt x="21465" y="5804"/>
                    <a:pt x="21465" y="5804"/>
                    <a:pt x="21464" y="5804"/>
                  </a:cubicBezTo>
                  <a:cubicBezTo>
                    <a:pt x="21448" y="5805"/>
                    <a:pt x="21437" y="5806"/>
                    <a:pt x="21430" y="5806"/>
                  </a:cubicBezTo>
                  <a:cubicBezTo>
                    <a:pt x="21401" y="5806"/>
                    <a:pt x="21432" y="5792"/>
                    <a:pt x="21458" y="5732"/>
                  </a:cubicBezTo>
                  <a:cubicBezTo>
                    <a:pt x="21542" y="5668"/>
                    <a:pt x="21552" y="5562"/>
                    <a:pt x="21500" y="5562"/>
                  </a:cubicBezTo>
                  <a:cubicBezTo>
                    <a:pt x="21486" y="5562"/>
                    <a:pt x="21467" y="5570"/>
                    <a:pt x="21445" y="5588"/>
                  </a:cubicBezTo>
                  <a:cubicBezTo>
                    <a:pt x="21416" y="5621"/>
                    <a:pt x="21399" y="5641"/>
                    <a:pt x="21394" y="5641"/>
                  </a:cubicBezTo>
                  <a:cubicBezTo>
                    <a:pt x="21387" y="5641"/>
                    <a:pt x="21403" y="5604"/>
                    <a:pt x="21439" y="5516"/>
                  </a:cubicBezTo>
                  <a:cubicBezTo>
                    <a:pt x="21464" y="5440"/>
                    <a:pt x="21464" y="5440"/>
                    <a:pt x="21414" y="5375"/>
                  </a:cubicBezTo>
                  <a:cubicBezTo>
                    <a:pt x="21413" y="5375"/>
                    <a:pt x="21412" y="5375"/>
                    <a:pt x="21411" y="5375"/>
                  </a:cubicBezTo>
                  <a:cubicBezTo>
                    <a:pt x="21376" y="5375"/>
                    <a:pt x="21367" y="5309"/>
                    <a:pt x="21401" y="5303"/>
                  </a:cubicBezTo>
                  <a:cubicBezTo>
                    <a:pt x="21425" y="5227"/>
                    <a:pt x="21449" y="5152"/>
                    <a:pt x="21418" y="5152"/>
                  </a:cubicBezTo>
                  <a:cubicBezTo>
                    <a:pt x="21416" y="5152"/>
                    <a:pt x="21415" y="5152"/>
                    <a:pt x="21414" y="5152"/>
                  </a:cubicBezTo>
                  <a:cubicBezTo>
                    <a:pt x="21407" y="5102"/>
                    <a:pt x="21414" y="5052"/>
                    <a:pt x="21426" y="5002"/>
                  </a:cubicBezTo>
                  <a:cubicBezTo>
                    <a:pt x="21454" y="4923"/>
                    <a:pt x="21398" y="4858"/>
                    <a:pt x="21342" y="4798"/>
                  </a:cubicBezTo>
                  <a:cubicBezTo>
                    <a:pt x="21238" y="4647"/>
                    <a:pt x="21202" y="4572"/>
                    <a:pt x="21238" y="4572"/>
                  </a:cubicBezTo>
                  <a:cubicBezTo>
                    <a:pt x="21248" y="4572"/>
                    <a:pt x="21262" y="4578"/>
                    <a:pt x="21282" y="4588"/>
                  </a:cubicBezTo>
                  <a:cubicBezTo>
                    <a:pt x="21288" y="4592"/>
                    <a:pt x="21293" y="4594"/>
                    <a:pt x="21297" y="4594"/>
                  </a:cubicBezTo>
                  <a:cubicBezTo>
                    <a:pt x="21352" y="4594"/>
                    <a:pt x="21237" y="4288"/>
                    <a:pt x="21138" y="4253"/>
                  </a:cubicBezTo>
                  <a:cubicBezTo>
                    <a:pt x="21041" y="4209"/>
                    <a:pt x="21041" y="4209"/>
                    <a:pt x="21078" y="4196"/>
                  </a:cubicBezTo>
                  <a:cubicBezTo>
                    <a:pt x="21113" y="4184"/>
                    <a:pt x="21088" y="4118"/>
                    <a:pt x="21088" y="4118"/>
                  </a:cubicBezTo>
                  <a:cubicBezTo>
                    <a:pt x="21060" y="4049"/>
                    <a:pt x="21034" y="3983"/>
                    <a:pt x="21069" y="3971"/>
                  </a:cubicBezTo>
                  <a:cubicBezTo>
                    <a:pt x="21038" y="3902"/>
                    <a:pt x="21000" y="3839"/>
                    <a:pt x="20953" y="3783"/>
                  </a:cubicBezTo>
                  <a:cubicBezTo>
                    <a:pt x="20825" y="3679"/>
                    <a:pt x="20759" y="3479"/>
                    <a:pt x="20793" y="3375"/>
                  </a:cubicBezTo>
                  <a:lnTo>
                    <a:pt x="20693" y="3266"/>
                  </a:lnTo>
                  <a:cubicBezTo>
                    <a:pt x="20596" y="3237"/>
                    <a:pt x="20524" y="3197"/>
                    <a:pt x="20589" y="3159"/>
                  </a:cubicBezTo>
                  <a:lnTo>
                    <a:pt x="20621" y="3140"/>
                  </a:lnTo>
                  <a:cubicBezTo>
                    <a:pt x="20517" y="3118"/>
                    <a:pt x="20395" y="2858"/>
                    <a:pt x="20458" y="2814"/>
                  </a:cubicBezTo>
                  <a:cubicBezTo>
                    <a:pt x="20489" y="2796"/>
                    <a:pt x="20489" y="2796"/>
                    <a:pt x="20448" y="2733"/>
                  </a:cubicBezTo>
                  <a:lnTo>
                    <a:pt x="20417" y="2755"/>
                  </a:lnTo>
                  <a:cubicBezTo>
                    <a:pt x="20401" y="2766"/>
                    <a:pt x="20386" y="2776"/>
                    <a:pt x="20369" y="2776"/>
                  </a:cubicBezTo>
                  <a:cubicBezTo>
                    <a:pt x="20353" y="2776"/>
                    <a:pt x="20336" y="2766"/>
                    <a:pt x="20317" y="2736"/>
                  </a:cubicBezTo>
                  <a:cubicBezTo>
                    <a:pt x="20279" y="2673"/>
                    <a:pt x="20229" y="2620"/>
                    <a:pt x="20260" y="2598"/>
                  </a:cubicBezTo>
                  <a:cubicBezTo>
                    <a:pt x="20249" y="2530"/>
                    <a:pt x="20236" y="2459"/>
                    <a:pt x="20212" y="2459"/>
                  </a:cubicBezTo>
                  <a:cubicBezTo>
                    <a:pt x="20209" y="2459"/>
                    <a:pt x="20205" y="2460"/>
                    <a:pt x="20201" y="2463"/>
                  </a:cubicBezTo>
                  <a:cubicBezTo>
                    <a:pt x="20173" y="2423"/>
                    <a:pt x="20151" y="2376"/>
                    <a:pt x="20141" y="2325"/>
                  </a:cubicBezTo>
                  <a:cubicBezTo>
                    <a:pt x="20094" y="2269"/>
                    <a:pt x="20050" y="2210"/>
                    <a:pt x="19953" y="2100"/>
                  </a:cubicBezTo>
                  <a:cubicBezTo>
                    <a:pt x="19875" y="2072"/>
                    <a:pt x="19772" y="1968"/>
                    <a:pt x="19800" y="1940"/>
                  </a:cubicBezTo>
                  <a:cubicBezTo>
                    <a:pt x="19800" y="1940"/>
                    <a:pt x="19696" y="1837"/>
                    <a:pt x="19618" y="1812"/>
                  </a:cubicBezTo>
                  <a:cubicBezTo>
                    <a:pt x="19518" y="1705"/>
                    <a:pt x="19461" y="1661"/>
                    <a:pt x="19486" y="1633"/>
                  </a:cubicBezTo>
                  <a:cubicBezTo>
                    <a:pt x="19511" y="1605"/>
                    <a:pt x="19511" y="1605"/>
                    <a:pt x="19430" y="1586"/>
                  </a:cubicBezTo>
                  <a:cubicBezTo>
                    <a:pt x="19425" y="1592"/>
                    <a:pt x="19418" y="1594"/>
                    <a:pt x="19410" y="1594"/>
                  </a:cubicBezTo>
                  <a:cubicBezTo>
                    <a:pt x="19381" y="1594"/>
                    <a:pt x="19337" y="1557"/>
                    <a:pt x="19292" y="1520"/>
                  </a:cubicBezTo>
                  <a:lnTo>
                    <a:pt x="19182" y="1426"/>
                  </a:lnTo>
                  <a:cubicBezTo>
                    <a:pt x="19171" y="1440"/>
                    <a:pt x="19165" y="1448"/>
                    <a:pt x="19156" y="1448"/>
                  </a:cubicBezTo>
                  <a:cubicBezTo>
                    <a:pt x="19146" y="1448"/>
                    <a:pt x="19132" y="1436"/>
                    <a:pt x="19101" y="1410"/>
                  </a:cubicBezTo>
                  <a:cubicBezTo>
                    <a:pt x="19016" y="1323"/>
                    <a:pt x="18925" y="1244"/>
                    <a:pt x="18831" y="1166"/>
                  </a:cubicBezTo>
                  <a:cubicBezTo>
                    <a:pt x="18729" y="1097"/>
                    <a:pt x="18684" y="1067"/>
                    <a:pt x="18671" y="1067"/>
                  </a:cubicBezTo>
                  <a:cubicBezTo>
                    <a:pt x="18662" y="1067"/>
                    <a:pt x="18671" y="1085"/>
                    <a:pt x="18687" y="1116"/>
                  </a:cubicBezTo>
                  <a:cubicBezTo>
                    <a:pt x="18716" y="1136"/>
                    <a:pt x="18727" y="1153"/>
                    <a:pt x="18718" y="1153"/>
                  </a:cubicBezTo>
                  <a:cubicBezTo>
                    <a:pt x="18709" y="1153"/>
                    <a:pt x="18679" y="1133"/>
                    <a:pt x="18628" y="1075"/>
                  </a:cubicBezTo>
                  <a:cubicBezTo>
                    <a:pt x="18496" y="969"/>
                    <a:pt x="18355" y="871"/>
                    <a:pt x="18208" y="790"/>
                  </a:cubicBezTo>
                  <a:cubicBezTo>
                    <a:pt x="18043" y="698"/>
                    <a:pt x="17983" y="670"/>
                    <a:pt x="17956" y="670"/>
                  </a:cubicBezTo>
                  <a:cubicBezTo>
                    <a:pt x="17942" y="670"/>
                    <a:pt x="17938" y="678"/>
                    <a:pt x="17932" y="690"/>
                  </a:cubicBezTo>
                  <a:cubicBezTo>
                    <a:pt x="17945" y="731"/>
                    <a:pt x="17942" y="750"/>
                    <a:pt x="17930" y="750"/>
                  </a:cubicBezTo>
                  <a:cubicBezTo>
                    <a:pt x="17915" y="750"/>
                    <a:pt x="17886" y="717"/>
                    <a:pt x="17866" y="661"/>
                  </a:cubicBezTo>
                  <a:cubicBezTo>
                    <a:pt x="17788" y="567"/>
                    <a:pt x="17730" y="526"/>
                    <a:pt x="17701" y="526"/>
                  </a:cubicBezTo>
                  <a:cubicBezTo>
                    <a:pt x="17691" y="526"/>
                    <a:pt x="17684" y="531"/>
                    <a:pt x="17681" y="539"/>
                  </a:cubicBezTo>
                  <a:cubicBezTo>
                    <a:pt x="17654" y="541"/>
                    <a:pt x="17636" y="543"/>
                    <a:pt x="17622" y="543"/>
                  </a:cubicBezTo>
                  <a:cubicBezTo>
                    <a:pt x="17591" y="543"/>
                    <a:pt x="17578" y="536"/>
                    <a:pt x="17531" y="517"/>
                  </a:cubicBezTo>
                  <a:cubicBezTo>
                    <a:pt x="17547" y="483"/>
                    <a:pt x="17481" y="448"/>
                    <a:pt x="17327" y="445"/>
                  </a:cubicBezTo>
                  <a:cubicBezTo>
                    <a:pt x="17258" y="420"/>
                    <a:pt x="17258" y="423"/>
                    <a:pt x="17271" y="386"/>
                  </a:cubicBezTo>
                  <a:lnTo>
                    <a:pt x="17133" y="342"/>
                  </a:lnTo>
                  <a:cubicBezTo>
                    <a:pt x="17124" y="343"/>
                    <a:pt x="17114" y="343"/>
                    <a:pt x="17103" y="343"/>
                  </a:cubicBezTo>
                  <a:cubicBezTo>
                    <a:pt x="16928" y="343"/>
                    <a:pt x="16559" y="226"/>
                    <a:pt x="16497" y="179"/>
                  </a:cubicBezTo>
                  <a:cubicBezTo>
                    <a:pt x="16477" y="175"/>
                    <a:pt x="16457" y="173"/>
                    <a:pt x="16437" y="173"/>
                  </a:cubicBezTo>
                  <a:cubicBezTo>
                    <a:pt x="16407" y="173"/>
                    <a:pt x="16377" y="178"/>
                    <a:pt x="16346" y="185"/>
                  </a:cubicBezTo>
                  <a:cubicBezTo>
                    <a:pt x="16307" y="211"/>
                    <a:pt x="16271" y="225"/>
                    <a:pt x="16245" y="225"/>
                  </a:cubicBezTo>
                  <a:cubicBezTo>
                    <a:pt x="16213" y="225"/>
                    <a:pt x="16195" y="206"/>
                    <a:pt x="16202" y="163"/>
                  </a:cubicBezTo>
                  <a:cubicBezTo>
                    <a:pt x="16209" y="125"/>
                    <a:pt x="16212" y="106"/>
                    <a:pt x="16202" y="106"/>
                  </a:cubicBezTo>
                  <a:cubicBezTo>
                    <a:pt x="16193" y="106"/>
                    <a:pt x="16171" y="123"/>
                    <a:pt x="16130" y="157"/>
                  </a:cubicBezTo>
                  <a:cubicBezTo>
                    <a:pt x="16114" y="163"/>
                    <a:pt x="16085" y="166"/>
                    <a:pt x="16050" y="166"/>
                  </a:cubicBezTo>
                  <a:cubicBezTo>
                    <a:pt x="15920" y="166"/>
                    <a:pt x="15711" y="127"/>
                    <a:pt x="15773" y="75"/>
                  </a:cubicBezTo>
                  <a:lnTo>
                    <a:pt x="1578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37"/>
            <p:cNvSpPr/>
            <p:nvPr/>
          </p:nvSpPr>
          <p:spPr>
            <a:xfrm>
              <a:off x="4362809" y="4058714"/>
              <a:ext cx="401602" cy="303613"/>
            </a:xfrm>
            <a:custGeom>
              <a:avLst/>
              <a:gdLst/>
              <a:ahLst/>
              <a:cxnLst/>
              <a:rect l="l" t="t" r="r" b="b"/>
              <a:pathLst>
                <a:path w="22063" h="16809" extrusionOk="0">
                  <a:moveTo>
                    <a:pt x="15474" y="1"/>
                  </a:moveTo>
                  <a:cubicBezTo>
                    <a:pt x="14483" y="1"/>
                    <a:pt x="13480" y="256"/>
                    <a:pt x="12564" y="793"/>
                  </a:cubicBezTo>
                  <a:lnTo>
                    <a:pt x="3530" y="6070"/>
                  </a:lnTo>
                  <a:cubicBezTo>
                    <a:pt x="1029" y="7531"/>
                    <a:pt x="1" y="10624"/>
                    <a:pt x="1132" y="13290"/>
                  </a:cubicBezTo>
                  <a:cubicBezTo>
                    <a:pt x="2052" y="15467"/>
                    <a:pt x="4172" y="16809"/>
                    <a:pt x="6437" y="16809"/>
                  </a:cubicBezTo>
                  <a:cubicBezTo>
                    <a:pt x="6950" y="16809"/>
                    <a:pt x="7470" y="16740"/>
                    <a:pt x="7986" y="16597"/>
                  </a:cubicBezTo>
                  <a:cubicBezTo>
                    <a:pt x="8462" y="16462"/>
                    <a:pt x="8917" y="16271"/>
                    <a:pt x="9343" y="16020"/>
                  </a:cubicBezTo>
                  <a:lnTo>
                    <a:pt x="18378" y="10743"/>
                  </a:lnTo>
                  <a:cubicBezTo>
                    <a:pt x="21132" y="9141"/>
                    <a:pt x="22063" y="5609"/>
                    <a:pt x="20455" y="2858"/>
                  </a:cubicBezTo>
                  <a:cubicBezTo>
                    <a:pt x="19385" y="1023"/>
                    <a:pt x="17456" y="1"/>
                    <a:pt x="154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37"/>
            <p:cNvSpPr/>
            <p:nvPr/>
          </p:nvSpPr>
          <p:spPr>
            <a:xfrm>
              <a:off x="4365903" y="4048798"/>
              <a:ext cx="392519" cy="321874"/>
            </a:xfrm>
            <a:custGeom>
              <a:avLst/>
              <a:gdLst/>
              <a:ahLst/>
              <a:cxnLst/>
              <a:rect l="l" t="t" r="r" b="b"/>
              <a:pathLst>
                <a:path w="21564" h="17820" extrusionOk="0">
                  <a:moveTo>
                    <a:pt x="15861" y="394"/>
                  </a:moveTo>
                  <a:cubicBezTo>
                    <a:pt x="15869" y="394"/>
                    <a:pt x="15877" y="394"/>
                    <a:pt x="15885" y="395"/>
                  </a:cubicBezTo>
                  <a:cubicBezTo>
                    <a:pt x="16023" y="411"/>
                    <a:pt x="16023" y="411"/>
                    <a:pt x="16017" y="449"/>
                  </a:cubicBezTo>
                  <a:cubicBezTo>
                    <a:pt x="16016" y="467"/>
                    <a:pt x="15983" y="473"/>
                    <a:pt x="15941" y="473"/>
                  </a:cubicBezTo>
                  <a:cubicBezTo>
                    <a:pt x="15897" y="473"/>
                    <a:pt x="15844" y="466"/>
                    <a:pt x="15810" y="461"/>
                  </a:cubicBezTo>
                  <a:cubicBezTo>
                    <a:pt x="15752" y="423"/>
                    <a:pt x="15801" y="394"/>
                    <a:pt x="15861" y="394"/>
                  </a:cubicBezTo>
                  <a:close/>
                  <a:moveTo>
                    <a:pt x="18536" y="1306"/>
                  </a:moveTo>
                  <a:cubicBezTo>
                    <a:pt x="18551" y="1306"/>
                    <a:pt x="18562" y="1307"/>
                    <a:pt x="18562" y="1307"/>
                  </a:cubicBezTo>
                  <a:lnTo>
                    <a:pt x="18621" y="1345"/>
                  </a:lnTo>
                  <a:cubicBezTo>
                    <a:pt x="18606" y="1366"/>
                    <a:pt x="18592" y="1387"/>
                    <a:pt x="18566" y="1387"/>
                  </a:cubicBezTo>
                  <a:cubicBezTo>
                    <a:pt x="18554" y="1387"/>
                    <a:pt x="18539" y="1382"/>
                    <a:pt x="18521" y="1370"/>
                  </a:cubicBezTo>
                  <a:lnTo>
                    <a:pt x="18465" y="1329"/>
                  </a:lnTo>
                  <a:cubicBezTo>
                    <a:pt x="18476" y="1310"/>
                    <a:pt x="18511" y="1306"/>
                    <a:pt x="18536" y="1306"/>
                  </a:cubicBezTo>
                  <a:close/>
                  <a:moveTo>
                    <a:pt x="11398" y="1674"/>
                  </a:moveTo>
                  <a:cubicBezTo>
                    <a:pt x="11417" y="1708"/>
                    <a:pt x="11435" y="1740"/>
                    <a:pt x="11379" y="1774"/>
                  </a:cubicBezTo>
                  <a:lnTo>
                    <a:pt x="11301" y="1774"/>
                  </a:lnTo>
                  <a:lnTo>
                    <a:pt x="11341" y="1708"/>
                  </a:lnTo>
                  <a:lnTo>
                    <a:pt x="11398" y="1674"/>
                  </a:lnTo>
                  <a:close/>
                  <a:moveTo>
                    <a:pt x="10530" y="1915"/>
                  </a:moveTo>
                  <a:cubicBezTo>
                    <a:pt x="10549" y="1947"/>
                    <a:pt x="10567" y="1981"/>
                    <a:pt x="10511" y="2016"/>
                  </a:cubicBezTo>
                  <a:lnTo>
                    <a:pt x="10451" y="2047"/>
                  </a:lnTo>
                  <a:cubicBezTo>
                    <a:pt x="10433" y="2016"/>
                    <a:pt x="10473" y="1950"/>
                    <a:pt x="10473" y="1950"/>
                  </a:cubicBezTo>
                  <a:lnTo>
                    <a:pt x="10530" y="1915"/>
                  </a:lnTo>
                  <a:close/>
                  <a:moveTo>
                    <a:pt x="9667" y="2726"/>
                  </a:moveTo>
                  <a:cubicBezTo>
                    <a:pt x="9676" y="2726"/>
                    <a:pt x="9681" y="2734"/>
                    <a:pt x="9690" y="2749"/>
                  </a:cubicBezTo>
                  <a:cubicBezTo>
                    <a:pt x="9709" y="2783"/>
                    <a:pt x="9671" y="2849"/>
                    <a:pt x="9671" y="2849"/>
                  </a:cubicBezTo>
                  <a:cubicBezTo>
                    <a:pt x="9663" y="2854"/>
                    <a:pt x="9656" y="2856"/>
                    <a:pt x="9650" y="2856"/>
                  </a:cubicBezTo>
                  <a:cubicBezTo>
                    <a:pt x="9617" y="2856"/>
                    <a:pt x="9631" y="2779"/>
                    <a:pt x="9615" y="2752"/>
                  </a:cubicBezTo>
                  <a:cubicBezTo>
                    <a:pt x="9644" y="2734"/>
                    <a:pt x="9658" y="2726"/>
                    <a:pt x="9667" y="2726"/>
                  </a:cubicBezTo>
                  <a:close/>
                  <a:moveTo>
                    <a:pt x="8292" y="3557"/>
                  </a:moveTo>
                  <a:cubicBezTo>
                    <a:pt x="8311" y="3592"/>
                    <a:pt x="8330" y="3623"/>
                    <a:pt x="8273" y="3658"/>
                  </a:cubicBezTo>
                  <a:lnTo>
                    <a:pt x="8195" y="3658"/>
                  </a:lnTo>
                  <a:lnTo>
                    <a:pt x="8236" y="3592"/>
                  </a:lnTo>
                  <a:lnTo>
                    <a:pt x="8292" y="3557"/>
                  </a:lnTo>
                  <a:close/>
                  <a:moveTo>
                    <a:pt x="4472" y="5682"/>
                  </a:moveTo>
                  <a:cubicBezTo>
                    <a:pt x="4491" y="5713"/>
                    <a:pt x="4510" y="5748"/>
                    <a:pt x="4453" y="5779"/>
                  </a:cubicBezTo>
                  <a:lnTo>
                    <a:pt x="4375" y="5782"/>
                  </a:lnTo>
                  <a:lnTo>
                    <a:pt x="4416" y="5713"/>
                  </a:lnTo>
                  <a:lnTo>
                    <a:pt x="4472" y="5682"/>
                  </a:lnTo>
                  <a:close/>
                  <a:moveTo>
                    <a:pt x="4014" y="5936"/>
                  </a:moveTo>
                  <a:cubicBezTo>
                    <a:pt x="4034" y="5936"/>
                    <a:pt x="4057" y="5940"/>
                    <a:pt x="4084" y="5949"/>
                  </a:cubicBezTo>
                  <a:cubicBezTo>
                    <a:pt x="4102" y="5983"/>
                    <a:pt x="4102" y="5983"/>
                    <a:pt x="4046" y="6017"/>
                  </a:cubicBezTo>
                  <a:cubicBezTo>
                    <a:pt x="4046" y="6014"/>
                    <a:pt x="3968" y="6017"/>
                    <a:pt x="3949" y="5983"/>
                  </a:cubicBezTo>
                  <a:cubicBezTo>
                    <a:pt x="3935" y="5960"/>
                    <a:pt x="3962" y="5936"/>
                    <a:pt x="4014" y="5936"/>
                  </a:cubicBezTo>
                  <a:close/>
                  <a:moveTo>
                    <a:pt x="21448" y="6168"/>
                  </a:moveTo>
                  <a:cubicBezTo>
                    <a:pt x="21486" y="6168"/>
                    <a:pt x="21486" y="6240"/>
                    <a:pt x="21486" y="6240"/>
                  </a:cubicBezTo>
                  <a:cubicBezTo>
                    <a:pt x="21483" y="6300"/>
                    <a:pt x="21483" y="6310"/>
                    <a:pt x="21461" y="6310"/>
                  </a:cubicBezTo>
                  <a:cubicBezTo>
                    <a:pt x="21457" y="6310"/>
                    <a:pt x="21451" y="6309"/>
                    <a:pt x="21445" y="6309"/>
                  </a:cubicBezTo>
                  <a:cubicBezTo>
                    <a:pt x="21445" y="6309"/>
                    <a:pt x="21407" y="6309"/>
                    <a:pt x="21410" y="6240"/>
                  </a:cubicBezTo>
                  <a:lnTo>
                    <a:pt x="21448" y="6168"/>
                  </a:lnTo>
                  <a:close/>
                  <a:moveTo>
                    <a:pt x="2421" y="6444"/>
                  </a:moveTo>
                  <a:cubicBezTo>
                    <a:pt x="2411" y="6444"/>
                    <a:pt x="2396" y="6455"/>
                    <a:pt x="2363" y="6481"/>
                  </a:cubicBezTo>
                  <a:cubicBezTo>
                    <a:pt x="2281" y="6548"/>
                    <a:pt x="2257" y="6567"/>
                    <a:pt x="2279" y="6567"/>
                  </a:cubicBezTo>
                  <a:cubicBezTo>
                    <a:pt x="2288" y="6567"/>
                    <a:pt x="2305" y="6564"/>
                    <a:pt x="2329" y="6560"/>
                  </a:cubicBezTo>
                  <a:lnTo>
                    <a:pt x="2445" y="6466"/>
                  </a:lnTo>
                  <a:cubicBezTo>
                    <a:pt x="2435" y="6452"/>
                    <a:pt x="2429" y="6444"/>
                    <a:pt x="2421" y="6444"/>
                  </a:cubicBezTo>
                  <a:close/>
                  <a:moveTo>
                    <a:pt x="3107" y="6585"/>
                  </a:moveTo>
                  <a:cubicBezTo>
                    <a:pt x="3127" y="6585"/>
                    <a:pt x="3134" y="6597"/>
                    <a:pt x="3134" y="6597"/>
                  </a:cubicBezTo>
                  <a:cubicBezTo>
                    <a:pt x="3153" y="6629"/>
                    <a:pt x="3078" y="6635"/>
                    <a:pt x="3018" y="6672"/>
                  </a:cubicBezTo>
                  <a:cubicBezTo>
                    <a:pt x="3000" y="6674"/>
                    <a:pt x="2987" y="6675"/>
                    <a:pt x="2978" y="6675"/>
                  </a:cubicBezTo>
                  <a:cubicBezTo>
                    <a:pt x="2946" y="6675"/>
                    <a:pt x="2966" y="6662"/>
                    <a:pt x="3056" y="6603"/>
                  </a:cubicBezTo>
                  <a:cubicBezTo>
                    <a:pt x="3078" y="6589"/>
                    <a:pt x="3095" y="6585"/>
                    <a:pt x="3107" y="6585"/>
                  </a:cubicBezTo>
                  <a:close/>
                  <a:moveTo>
                    <a:pt x="2598" y="6682"/>
                  </a:moveTo>
                  <a:lnTo>
                    <a:pt x="2598" y="6682"/>
                  </a:lnTo>
                  <a:cubicBezTo>
                    <a:pt x="2612" y="6699"/>
                    <a:pt x="2595" y="6710"/>
                    <a:pt x="2585" y="6710"/>
                  </a:cubicBezTo>
                  <a:cubicBezTo>
                    <a:pt x="2577" y="6710"/>
                    <a:pt x="2574" y="6702"/>
                    <a:pt x="2598" y="6682"/>
                  </a:cubicBezTo>
                  <a:close/>
                  <a:moveTo>
                    <a:pt x="21439" y="7030"/>
                  </a:moveTo>
                  <a:lnTo>
                    <a:pt x="21467" y="7108"/>
                  </a:lnTo>
                  <a:lnTo>
                    <a:pt x="21457" y="7180"/>
                  </a:lnTo>
                  <a:cubicBezTo>
                    <a:pt x="21420" y="7174"/>
                    <a:pt x="21382" y="7168"/>
                    <a:pt x="21392" y="7096"/>
                  </a:cubicBezTo>
                  <a:lnTo>
                    <a:pt x="21439" y="7030"/>
                  </a:lnTo>
                  <a:close/>
                  <a:moveTo>
                    <a:pt x="2139" y="7349"/>
                  </a:moveTo>
                  <a:cubicBezTo>
                    <a:pt x="2146" y="7349"/>
                    <a:pt x="2151" y="7351"/>
                    <a:pt x="2156" y="7356"/>
                  </a:cubicBezTo>
                  <a:cubicBezTo>
                    <a:pt x="2156" y="7356"/>
                    <a:pt x="2181" y="7384"/>
                    <a:pt x="2134" y="7431"/>
                  </a:cubicBezTo>
                  <a:cubicBezTo>
                    <a:pt x="2097" y="7465"/>
                    <a:pt x="2056" y="7487"/>
                    <a:pt x="2009" y="7503"/>
                  </a:cubicBezTo>
                  <a:cubicBezTo>
                    <a:pt x="1981" y="7475"/>
                    <a:pt x="2031" y="7428"/>
                    <a:pt x="2031" y="7428"/>
                  </a:cubicBezTo>
                  <a:cubicBezTo>
                    <a:pt x="2071" y="7387"/>
                    <a:pt x="2112" y="7349"/>
                    <a:pt x="2139" y="7349"/>
                  </a:cubicBezTo>
                  <a:close/>
                  <a:moveTo>
                    <a:pt x="3201" y="7417"/>
                  </a:moveTo>
                  <a:cubicBezTo>
                    <a:pt x="3192" y="7417"/>
                    <a:pt x="3180" y="7427"/>
                    <a:pt x="3156" y="7446"/>
                  </a:cubicBezTo>
                  <a:cubicBezTo>
                    <a:pt x="3156" y="7446"/>
                    <a:pt x="3131" y="7515"/>
                    <a:pt x="3153" y="7547"/>
                  </a:cubicBezTo>
                  <a:cubicBezTo>
                    <a:pt x="3158" y="7553"/>
                    <a:pt x="3165" y="7556"/>
                    <a:pt x="3171" y="7556"/>
                  </a:cubicBezTo>
                  <a:cubicBezTo>
                    <a:pt x="3195" y="7556"/>
                    <a:pt x="3222" y="7516"/>
                    <a:pt x="3225" y="7440"/>
                  </a:cubicBezTo>
                  <a:cubicBezTo>
                    <a:pt x="3214" y="7425"/>
                    <a:pt x="3209" y="7417"/>
                    <a:pt x="3201" y="7417"/>
                  </a:cubicBezTo>
                  <a:close/>
                  <a:moveTo>
                    <a:pt x="1634" y="7544"/>
                  </a:moveTo>
                  <a:cubicBezTo>
                    <a:pt x="1621" y="7544"/>
                    <a:pt x="1601" y="7551"/>
                    <a:pt x="1576" y="7581"/>
                  </a:cubicBezTo>
                  <a:lnTo>
                    <a:pt x="1533" y="7638"/>
                  </a:lnTo>
                  <a:cubicBezTo>
                    <a:pt x="1541" y="7645"/>
                    <a:pt x="1553" y="7647"/>
                    <a:pt x="1565" y="7647"/>
                  </a:cubicBezTo>
                  <a:cubicBezTo>
                    <a:pt x="1598" y="7647"/>
                    <a:pt x="1636" y="7631"/>
                    <a:pt x="1636" y="7631"/>
                  </a:cubicBezTo>
                  <a:cubicBezTo>
                    <a:pt x="1680" y="7578"/>
                    <a:pt x="1652" y="7550"/>
                    <a:pt x="1652" y="7550"/>
                  </a:cubicBezTo>
                  <a:cubicBezTo>
                    <a:pt x="1652" y="7550"/>
                    <a:pt x="1645" y="7544"/>
                    <a:pt x="1634" y="7544"/>
                  </a:cubicBezTo>
                  <a:close/>
                  <a:moveTo>
                    <a:pt x="21101" y="7497"/>
                  </a:moveTo>
                  <a:cubicBezTo>
                    <a:pt x="21107" y="7497"/>
                    <a:pt x="21113" y="7516"/>
                    <a:pt x="21122" y="7550"/>
                  </a:cubicBezTo>
                  <a:cubicBezTo>
                    <a:pt x="21143" y="7620"/>
                    <a:pt x="21130" y="7686"/>
                    <a:pt x="21097" y="7686"/>
                  </a:cubicBezTo>
                  <a:cubicBezTo>
                    <a:pt x="21095" y="7686"/>
                    <a:pt x="21093" y="7685"/>
                    <a:pt x="21091" y="7685"/>
                  </a:cubicBezTo>
                  <a:cubicBezTo>
                    <a:pt x="21056" y="7675"/>
                    <a:pt x="21056" y="7675"/>
                    <a:pt x="21069" y="7606"/>
                  </a:cubicBezTo>
                  <a:cubicBezTo>
                    <a:pt x="21085" y="7530"/>
                    <a:pt x="21093" y="7497"/>
                    <a:pt x="21101" y="7497"/>
                  </a:cubicBezTo>
                  <a:close/>
                  <a:moveTo>
                    <a:pt x="20859" y="7835"/>
                  </a:moveTo>
                  <a:lnTo>
                    <a:pt x="20859" y="7835"/>
                  </a:lnTo>
                  <a:cubicBezTo>
                    <a:pt x="20856" y="7837"/>
                    <a:pt x="20854" y="7839"/>
                    <a:pt x="20852" y="7841"/>
                  </a:cubicBezTo>
                  <a:lnTo>
                    <a:pt x="20852" y="7841"/>
                  </a:lnTo>
                  <a:cubicBezTo>
                    <a:pt x="20856" y="7840"/>
                    <a:pt x="20861" y="7840"/>
                    <a:pt x="20867" y="7840"/>
                  </a:cubicBezTo>
                  <a:cubicBezTo>
                    <a:pt x="20869" y="7840"/>
                    <a:pt x="20872" y="7840"/>
                    <a:pt x="20874" y="7840"/>
                  </a:cubicBezTo>
                  <a:lnTo>
                    <a:pt x="20874" y="7840"/>
                  </a:lnTo>
                  <a:cubicBezTo>
                    <a:pt x="20870" y="7838"/>
                    <a:pt x="20864" y="7836"/>
                    <a:pt x="20859" y="7835"/>
                  </a:cubicBezTo>
                  <a:close/>
                  <a:moveTo>
                    <a:pt x="20852" y="7841"/>
                  </a:moveTo>
                  <a:cubicBezTo>
                    <a:pt x="20832" y="7845"/>
                    <a:pt x="20823" y="7856"/>
                    <a:pt x="20828" y="7856"/>
                  </a:cubicBezTo>
                  <a:cubicBezTo>
                    <a:pt x="20831" y="7856"/>
                    <a:pt x="20839" y="7853"/>
                    <a:pt x="20852" y="7841"/>
                  </a:cubicBezTo>
                  <a:close/>
                  <a:moveTo>
                    <a:pt x="21000" y="8020"/>
                  </a:moveTo>
                  <a:lnTo>
                    <a:pt x="20978" y="8086"/>
                  </a:lnTo>
                  <a:cubicBezTo>
                    <a:pt x="20965" y="8132"/>
                    <a:pt x="20961" y="8146"/>
                    <a:pt x="20947" y="8146"/>
                  </a:cubicBezTo>
                  <a:cubicBezTo>
                    <a:pt x="20941" y="8146"/>
                    <a:pt x="20933" y="8143"/>
                    <a:pt x="20921" y="8139"/>
                  </a:cubicBezTo>
                  <a:lnTo>
                    <a:pt x="20943" y="8073"/>
                  </a:lnTo>
                  <a:lnTo>
                    <a:pt x="21000" y="8020"/>
                  </a:lnTo>
                  <a:close/>
                  <a:moveTo>
                    <a:pt x="1240" y="8226"/>
                  </a:moveTo>
                  <a:cubicBezTo>
                    <a:pt x="1247" y="8226"/>
                    <a:pt x="1254" y="8231"/>
                    <a:pt x="1266" y="8239"/>
                  </a:cubicBezTo>
                  <a:lnTo>
                    <a:pt x="1225" y="8299"/>
                  </a:lnTo>
                  <a:lnTo>
                    <a:pt x="1153" y="8336"/>
                  </a:lnTo>
                  <a:lnTo>
                    <a:pt x="1194" y="8277"/>
                  </a:lnTo>
                  <a:cubicBezTo>
                    <a:pt x="1220" y="8240"/>
                    <a:pt x="1229" y="8226"/>
                    <a:pt x="1240" y="8226"/>
                  </a:cubicBezTo>
                  <a:close/>
                  <a:moveTo>
                    <a:pt x="20746" y="8512"/>
                  </a:moveTo>
                  <a:cubicBezTo>
                    <a:pt x="20731" y="8545"/>
                    <a:pt x="20734" y="8565"/>
                    <a:pt x="20738" y="8565"/>
                  </a:cubicBezTo>
                  <a:cubicBezTo>
                    <a:pt x="20743" y="8565"/>
                    <a:pt x="20749" y="8549"/>
                    <a:pt x="20746" y="8512"/>
                  </a:cubicBezTo>
                  <a:close/>
                  <a:moveTo>
                    <a:pt x="20762" y="8669"/>
                  </a:moveTo>
                  <a:lnTo>
                    <a:pt x="20733" y="8734"/>
                  </a:lnTo>
                  <a:cubicBezTo>
                    <a:pt x="20715" y="8776"/>
                    <a:pt x="20708" y="8790"/>
                    <a:pt x="20696" y="8790"/>
                  </a:cubicBezTo>
                  <a:cubicBezTo>
                    <a:pt x="20690" y="8790"/>
                    <a:pt x="20682" y="8787"/>
                    <a:pt x="20671" y="8781"/>
                  </a:cubicBezTo>
                  <a:lnTo>
                    <a:pt x="20699" y="8719"/>
                  </a:lnTo>
                  <a:lnTo>
                    <a:pt x="20762" y="8669"/>
                  </a:lnTo>
                  <a:close/>
                  <a:moveTo>
                    <a:pt x="921" y="8744"/>
                  </a:moveTo>
                  <a:cubicBezTo>
                    <a:pt x="939" y="8744"/>
                    <a:pt x="959" y="8760"/>
                    <a:pt x="972" y="8800"/>
                  </a:cubicBezTo>
                  <a:lnTo>
                    <a:pt x="906" y="8923"/>
                  </a:lnTo>
                  <a:cubicBezTo>
                    <a:pt x="871" y="8907"/>
                    <a:pt x="837" y="8888"/>
                    <a:pt x="871" y="8825"/>
                  </a:cubicBezTo>
                  <a:cubicBezTo>
                    <a:pt x="871" y="8777"/>
                    <a:pt x="895" y="8744"/>
                    <a:pt x="921" y="8744"/>
                  </a:cubicBezTo>
                  <a:close/>
                  <a:moveTo>
                    <a:pt x="20492" y="9322"/>
                  </a:moveTo>
                  <a:cubicBezTo>
                    <a:pt x="20500" y="9322"/>
                    <a:pt x="20508" y="9323"/>
                    <a:pt x="20514" y="9327"/>
                  </a:cubicBezTo>
                  <a:lnTo>
                    <a:pt x="20480" y="9389"/>
                  </a:lnTo>
                  <a:cubicBezTo>
                    <a:pt x="20459" y="9426"/>
                    <a:pt x="20440" y="9434"/>
                    <a:pt x="20428" y="9434"/>
                  </a:cubicBezTo>
                  <a:cubicBezTo>
                    <a:pt x="20419" y="9434"/>
                    <a:pt x="20414" y="9430"/>
                    <a:pt x="20414" y="9430"/>
                  </a:cubicBezTo>
                  <a:cubicBezTo>
                    <a:pt x="20414" y="9430"/>
                    <a:pt x="20382" y="9411"/>
                    <a:pt x="20417" y="9349"/>
                  </a:cubicBezTo>
                  <a:cubicBezTo>
                    <a:pt x="20417" y="9349"/>
                    <a:pt x="20458" y="9322"/>
                    <a:pt x="20492" y="9322"/>
                  </a:cubicBezTo>
                  <a:close/>
                  <a:moveTo>
                    <a:pt x="871" y="9364"/>
                  </a:moveTo>
                  <a:lnTo>
                    <a:pt x="906" y="9380"/>
                  </a:lnTo>
                  <a:cubicBezTo>
                    <a:pt x="883" y="9438"/>
                    <a:pt x="886" y="9507"/>
                    <a:pt x="860" y="9507"/>
                  </a:cubicBezTo>
                  <a:cubicBezTo>
                    <a:pt x="857" y="9507"/>
                    <a:pt x="855" y="9506"/>
                    <a:pt x="853" y="9505"/>
                  </a:cubicBezTo>
                  <a:cubicBezTo>
                    <a:pt x="848" y="9516"/>
                    <a:pt x="845" y="9521"/>
                    <a:pt x="843" y="9521"/>
                  </a:cubicBezTo>
                  <a:cubicBezTo>
                    <a:pt x="834" y="9521"/>
                    <a:pt x="851" y="9416"/>
                    <a:pt x="871" y="9364"/>
                  </a:cubicBezTo>
                  <a:close/>
                  <a:moveTo>
                    <a:pt x="288" y="9750"/>
                  </a:moveTo>
                  <a:lnTo>
                    <a:pt x="361" y="9772"/>
                  </a:lnTo>
                  <a:cubicBezTo>
                    <a:pt x="372" y="9775"/>
                    <a:pt x="376" y="9777"/>
                    <a:pt x="376" y="9777"/>
                  </a:cubicBezTo>
                  <a:cubicBezTo>
                    <a:pt x="376" y="9777"/>
                    <a:pt x="350" y="9768"/>
                    <a:pt x="326" y="9759"/>
                  </a:cubicBezTo>
                  <a:lnTo>
                    <a:pt x="288" y="9750"/>
                  </a:lnTo>
                  <a:close/>
                  <a:moveTo>
                    <a:pt x="379" y="10652"/>
                  </a:moveTo>
                  <a:cubicBezTo>
                    <a:pt x="417" y="10659"/>
                    <a:pt x="455" y="10665"/>
                    <a:pt x="445" y="10734"/>
                  </a:cubicBezTo>
                  <a:lnTo>
                    <a:pt x="439" y="10800"/>
                  </a:lnTo>
                  <a:cubicBezTo>
                    <a:pt x="401" y="10797"/>
                    <a:pt x="370" y="10721"/>
                    <a:pt x="370" y="10721"/>
                  </a:cubicBezTo>
                  <a:lnTo>
                    <a:pt x="379" y="10652"/>
                  </a:lnTo>
                  <a:close/>
                  <a:moveTo>
                    <a:pt x="149" y="11145"/>
                  </a:moveTo>
                  <a:cubicBezTo>
                    <a:pt x="158" y="11145"/>
                    <a:pt x="174" y="11163"/>
                    <a:pt x="201" y="11195"/>
                  </a:cubicBezTo>
                  <a:lnTo>
                    <a:pt x="273" y="11342"/>
                  </a:lnTo>
                  <a:cubicBezTo>
                    <a:pt x="273" y="11361"/>
                    <a:pt x="270" y="11370"/>
                    <a:pt x="264" y="11370"/>
                  </a:cubicBezTo>
                  <a:cubicBezTo>
                    <a:pt x="248" y="11370"/>
                    <a:pt x="214" y="11317"/>
                    <a:pt x="160" y="11263"/>
                  </a:cubicBezTo>
                  <a:cubicBezTo>
                    <a:pt x="142" y="11180"/>
                    <a:pt x="137" y="11145"/>
                    <a:pt x="149" y="11145"/>
                  </a:cubicBezTo>
                  <a:close/>
                  <a:moveTo>
                    <a:pt x="18539" y="11268"/>
                  </a:moveTo>
                  <a:cubicBezTo>
                    <a:pt x="18544" y="11268"/>
                    <a:pt x="18548" y="11270"/>
                    <a:pt x="18552" y="11276"/>
                  </a:cubicBezTo>
                  <a:lnTo>
                    <a:pt x="18571" y="11307"/>
                  </a:lnTo>
                  <a:cubicBezTo>
                    <a:pt x="18540" y="11365"/>
                    <a:pt x="18508" y="11425"/>
                    <a:pt x="18486" y="11425"/>
                  </a:cubicBezTo>
                  <a:cubicBezTo>
                    <a:pt x="18482" y="11425"/>
                    <a:pt x="18478" y="11422"/>
                    <a:pt x="18474" y="11417"/>
                  </a:cubicBezTo>
                  <a:cubicBezTo>
                    <a:pt x="18474" y="11417"/>
                    <a:pt x="18455" y="11383"/>
                    <a:pt x="18493" y="11314"/>
                  </a:cubicBezTo>
                  <a:cubicBezTo>
                    <a:pt x="18493" y="11314"/>
                    <a:pt x="18518" y="11268"/>
                    <a:pt x="18539" y="11268"/>
                  </a:cubicBezTo>
                  <a:close/>
                  <a:moveTo>
                    <a:pt x="16658" y="12527"/>
                  </a:moveTo>
                  <a:cubicBezTo>
                    <a:pt x="16697" y="12527"/>
                    <a:pt x="16708" y="12586"/>
                    <a:pt x="16628" y="12671"/>
                  </a:cubicBezTo>
                  <a:cubicBezTo>
                    <a:pt x="16598" y="12686"/>
                    <a:pt x="16584" y="12694"/>
                    <a:pt x="16574" y="12694"/>
                  </a:cubicBezTo>
                  <a:cubicBezTo>
                    <a:pt x="16564" y="12694"/>
                    <a:pt x="16559" y="12686"/>
                    <a:pt x="16550" y="12671"/>
                  </a:cubicBezTo>
                  <a:cubicBezTo>
                    <a:pt x="16531" y="12636"/>
                    <a:pt x="16572" y="12570"/>
                    <a:pt x="16628" y="12536"/>
                  </a:cubicBezTo>
                  <a:cubicBezTo>
                    <a:pt x="16639" y="12530"/>
                    <a:pt x="16649" y="12527"/>
                    <a:pt x="16658" y="12527"/>
                  </a:cubicBezTo>
                  <a:close/>
                  <a:moveTo>
                    <a:pt x="435" y="12727"/>
                  </a:moveTo>
                  <a:cubicBezTo>
                    <a:pt x="465" y="12727"/>
                    <a:pt x="496" y="12745"/>
                    <a:pt x="545" y="12843"/>
                  </a:cubicBezTo>
                  <a:cubicBezTo>
                    <a:pt x="552" y="12890"/>
                    <a:pt x="561" y="12934"/>
                    <a:pt x="574" y="12978"/>
                  </a:cubicBezTo>
                  <a:cubicBezTo>
                    <a:pt x="539" y="12940"/>
                    <a:pt x="502" y="12899"/>
                    <a:pt x="470" y="12859"/>
                  </a:cubicBezTo>
                  <a:cubicBezTo>
                    <a:pt x="335" y="12746"/>
                    <a:pt x="335" y="12743"/>
                    <a:pt x="411" y="12730"/>
                  </a:cubicBezTo>
                  <a:cubicBezTo>
                    <a:pt x="419" y="12729"/>
                    <a:pt x="427" y="12727"/>
                    <a:pt x="435" y="12727"/>
                  </a:cubicBezTo>
                  <a:close/>
                  <a:moveTo>
                    <a:pt x="411" y="13087"/>
                  </a:moveTo>
                  <a:lnTo>
                    <a:pt x="464" y="13147"/>
                  </a:lnTo>
                  <a:lnTo>
                    <a:pt x="448" y="13222"/>
                  </a:lnTo>
                  <a:cubicBezTo>
                    <a:pt x="445" y="13223"/>
                    <a:pt x="442" y="13224"/>
                    <a:pt x="440" y="13224"/>
                  </a:cubicBezTo>
                  <a:cubicBezTo>
                    <a:pt x="408" y="13224"/>
                    <a:pt x="390" y="13160"/>
                    <a:pt x="373" y="13097"/>
                  </a:cubicBezTo>
                  <a:lnTo>
                    <a:pt x="411" y="13087"/>
                  </a:lnTo>
                  <a:close/>
                  <a:moveTo>
                    <a:pt x="1899" y="15400"/>
                  </a:moveTo>
                  <a:lnTo>
                    <a:pt x="1899" y="15400"/>
                  </a:lnTo>
                  <a:cubicBezTo>
                    <a:pt x="1871" y="15425"/>
                    <a:pt x="1918" y="15475"/>
                    <a:pt x="1962" y="15525"/>
                  </a:cubicBezTo>
                  <a:cubicBezTo>
                    <a:pt x="2012" y="15623"/>
                    <a:pt x="2066" y="15661"/>
                    <a:pt x="2101" y="15661"/>
                  </a:cubicBezTo>
                  <a:cubicBezTo>
                    <a:pt x="2112" y="15661"/>
                    <a:pt x="2121" y="15657"/>
                    <a:pt x="2128" y="15651"/>
                  </a:cubicBezTo>
                  <a:cubicBezTo>
                    <a:pt x="2156" y="15626"/>
                    <a:pt x="2109" y="15576"/>
                    <a:pt x="2018" y="15475"/>
                  </a:cubicBezTo>
                  <a:cubicBezTo>
                    <a:pt x="1987" y="15444"/>
                    <a:pt x="1946" y="15416"/>
                    <a:pt x="1899" y="15400"/>
                  </a:cubicBezTo>
                  <a:close/>
                  <a:moveTo>
                    <a:pt x="2188" y="15827"/>
                  </a:moveTo>
                  <a:cubicBezTo>
                    <a:pt x="2207" y="15827"/>
                    <a:pt x="2243" y="15839"/>
                    <a:pt x="2297" y="15867"/>
                  </a:cubicBezTo>
                  <a:lnTo>
                    <a:pt x="2398" y="15958"/>
                  </a:lnTo>
                  <a:cubicBezTo>
                    <a:pt x="2393" y="15963"/>
                    <a:pt x="2386" y="15965"/>
                    <a:pt x="2377" y="15965"/>
                  </a:cubicBezTo>
                  <a:cubicBezTo>
                    <a:pt x="2332" y="15965"/>
                    <a:pt x="2236" y="15912"/>
                    <a:pt x="2194" y="15873"/>
                  </a:cubicBezTo>
                  <a:cubicBezTo>
                    <a:pt x="2165" y="15847"/>
                    <a:pt x="2162" y="15827"/>
                    <a:pt x="2188" y="15827"/>
                  </a:cubicBezTo>
                  <a:close/>
                  <a:moveTo>
                    <a:pt x="6766" y="16970"/>
                  </a:moveTo>
                  <a:lnTo>
                    <a:pt x="6703" y="16976"/>
                  </a:lnTo>
                  <a:cubicBezTo>
                    <a:pt x="6641" y="16980"/>
                    <a:pt x="6641" y="17017"/>
                    <a:pt x="6644" y="17055"/>
                  </a:cubicBezTo>
                  <a:lnTo>
                    <a:pt x="6707" y="17052"/>
                  </a:lnTo>
                  <a:cubicBezTo>
                    <a:pt x="6707" y="17052"/>
                    <a:pt x="6769" y="17008"/>
                    <a:pt x="6766" y="16970"/>
                  </a:cubicBezTo>
                  <a:close/>
                  <a:moveTo>
                    <a:pt x="8413" y="17220"/>
                  </a:moveTo>
                  <a:cubicBezTo>
                    <a:pt x="8420" y="17220"/>
                    <a:pt x="8426" y="17238"/>
                    <a:pt x="8440" y="17271"/>
                  </a:cubicBezTo>
                  <a:cubicBezTo>
                    <a:pt x="8452" y="17305"/>
                    <a:pt x="8465" y="17340"/>
                    <a:pt x="8399" y="17365"/>
                  </a:cubicBezTo>
                  <a:cubicBezTo>
                    <a:pt x="8358" y="17410"/>
                    <a:pt x="8329" y="17428"/>
                    <a:pt x="8314" y="17428"/>
                  </a:cubicBezTo>
                  <a:cubicBezTo>
                    <a:pt x="8287" y="17428"/>
                    <a:pt x="8304" y="17372"/>
                    <a:pt x="8374" y="17296"/>
                  </a:cubicBezTo>
                  <a:cubicBezTo>
                    <a:pt x="8396" y="17244"/>
                    <a:pt x="8405" y="17220"/>
                    <a:pt x="8413" y="17220"/>
                  </a:cubicBezTo>
                  <a:close/>
                  <a:moveTo>
                    <a:pt x="5707" y="17453"/>
                  </a:moveTo>
                  <a:cubicBezTo>
                    <a:pt x="5776" y="17459"/>
                    <a:pt x="5838" y="17503"/>
                    <a:pt x="5835" y="17540"/>
                  </a:cubicBezTo>
                  <a:lnTo>
                    <a:pt x="5838" y="17540"/>
                  </a:lnTo>
                  <a:cubicBezTo>
                    <a:pt x="5882" y="17600"/>
                    <a:pt x="5895" y="17617"/>
                    <a:pt x="5851" y="17617"/>
                  </a:cubicBezTo>
                  <a:cubicBezTo>
                    <a:pt x="5832" y="17617"/>
                    <a:pt x="5803" y="17614"/>
                    <a:pt x="5760" y="17609"/>
                  </a:cubicBezTo>
                  <a:cubicBezTo>
                    <a:pt x="5691" y="17603"/>
                    <a:pt x="5619" y="17597"/>
                    <a:pt x="5625" y="17559"/>
                  </a:cubicBezTo>
                  <a:lnTo>
                    <a:pt x="5625" y="17559"/>
                  </a:lnTo>
                  <a:lnTo>
                    <a:pt x="5694" y="17566"/>
                  </a:lnTo>
                  <a:cubicBezTo>
                    <a:pt x="5693" y="17577"/>
                    <a:pt x="5700" y="17582"/>
                    <a:pt x="5707" y="17582"/>
                  </a:cubicBezTo>
                  <a:cubicBezTo>
                    <a:pt x="5723" y="17582"/>
                    <a:pt x="5743" y="17558"/>
                    <a:pt x="5697" y="17528"/>
                  </a:cubicBezTo>
                  <a:cubicBezTo>
                    <a:pt x="5704" y="17490"/>
                    <a:pt x="5707" y="17453"/>
                    <a:pt x="5707" y="17453"/>
                  </a:cubicBezTo>
                  <a:close/>
                  <a:moveTo>
                    <a:pt x="6603" y="17550"/>
                  </a:moveTo>
                  <a:lnTo>
                    <a:pt x="6672" y="17584"/>
                  </a:lnTo>
                  <a:cubicBezTo>
                    <a:pt x="6675" y="17622"/>
                    <a:pt x="6606" y="17625"/>
                    <a:pt x="6534" y="17628"/>
                  </a:cubicBezTo>
                  <a:cubicBezTo>
                    <a:pt x="6514" y="17630"/>
                    <a:pt x="6500" y="17631"/>
                    <a:pt x="6490" y="17631"/>
                  </a:cubicBezTo>
                  <a:cubicBezTo>
                    <a:pt x="6465" y="17631"/>
                    <a:pt x="6464" y="17624"/>
                    <a:pt x="6462" y="17597"/>
                  </a:cubicBezTo>
                  <a:cubicBezTo>
                    <a:pt x="6506" y="17572"/>
                    <a:pt x="6553" y="17556"/>
                    <a:pt x="6603" y="17550"/>
                  </a:cubicBezTo>
                  <a:close/>
                  <a:moveTo>
                    <a:pt x="5456" y="17732"/>
                  </a:moveTo>
                  <a:cubicBezTo>
                    <a:pt x="5453" y="17769"/>
                    <a:pt x="5453" y="17769"/>
                    <a:pt x="5525" y="17776"/>
                  </a:cubicBezTo>
                  <a:lnTo>
                    <a:pt x="5597" y="17782"/>
                  </a:lnTo>
                  <a:lnTo>
                    <a:pt x="5528" y="17738"/>
                  </a:lnTo>
                  <a:lnTo>
                    <a:pt x="5456" y="17732"/>
                  </a:lnTo>
                  <a:close/>
                  <a:moveTo>
                    <a:pt x="15782" y="1"/>
                  </a:moveTo>
                  <a:lnTo>
                    <a:pt x="15782" y="1"/>
                  </a:lnTo>
                  <a:cubicBezTo>
                    <a:pt x="15732" y="19"/>
                    <a:pt x="15682" y="29"/>
                    <a:pt x="15632" y="29"/>
                  </a:cubicBezTo>
                  <a:cubicBezTo>
                    <a:pt x="15629" y="55"/>
                    <a:pt x="15592" y="63"/>
                    <a:pt x="15493" y="63"/>
                  </a:cubicBezTo>
                  <a:cubicBezTo>
                    <a:pt x="15452" y="63"/>
                    <a:pt x="15401" y="62"/>
                    <a:pt x="15337" y="60"/>
                  </a:cubicBezTo>
                  <a:cubicBezTo>
                    <a:pt x="15323" y="59"/>
                    <a:pt x="15308" y="58"/>
                    <a:pt x="15292" y="58"/>
                  </a:cubicBezTo>
                  <a:cubicBezTo>
                    <a:pt x="15137" y="58"/>
                    <a:pt x="14888" y="108"/>
                    <a:pt x="14754" y="120"/>
                  </a:cubicBezTo>
                  <a:cubicBezTo>
                    <a:pt x="14682" y="126"/>
                    <a:pt x="14591" y="132"/>
                    <a:pt x="14510" y="135"/>
                  </a:cubicBezTo>
                  <a:cubicBezTo>
                    <a:pt x="14481" y="140"/>
                    <a:pt x="14451" y="142"/>
                    <a:pt x="14421" y="142"/>
                  </a:cubicBezTo>
                  <a:cubicBezTo>
                    <a:pt x="14387" y="142"/>
                    <a:pt x="14352" y="139"/>
                    <a:pt x="14319" y="132"/>
                  </a:cubicBezTo>
                  <a:cubicBezTo>
                    <a:pt x="14221" y="148"/>
                    <a:pt x="14124" y="179"/>
                    <a:pt x="14037" y="220"/>
                  </a:cubicBezTo>
                  <a:cubicBezTo>
                    <a:pt x="13989" y="254"/>
                    <a:pt x="13903" y="281"/>
                    <a:pt x="13856" y="281"/>
                  </a:cubicBezTo>
                  <a:cubicBezTo>
                    <a:pt x="13838" y="281"/>
                    <a:pt x="13825" y="277"/>
                    <a:pt x="13823" y="267"/>
                  </a:cubicBezTo>
                  <a:lnTo>
                    <a:pt x="13754" y="286"/>
                  </a:lnTo>
                  <a:cubicBezTo>
                    <a:pt x="13689" y="326"/>
                    <a:pt x="13623" y="358"/>
                    <a:pt x="13554" y="383"/>
                  </a:cubicBezTo>
                  <a:cubicBezTo>
                    <a:pt x="13549" y="363"/>
                    <a:pt x="13523" y="349"/>
                    <a:pt x="13492" y="349"/>
                  </a:cubicBezTo>
                  <a:cubicBezTo>
                    <a:pt x="13464" y="349"/>
                    <a:pt x="13431" y="360"/>
                    <a:pt x="13403" y="386"/>
                  </a:cubicBezTo>
                  <a:cubicBezTo>
                    <a:pt x="13416" y="424"/>
                    <a:pt x="13341" y="433"/>
                    <a:pt x="13209" y="489"/>
                  </a:cubicBezTo>
                  <a:cubicBezTo>
                    <a:pt x="13062" y="530"/>
                    <a:pt x="12918" y="580"/>
                    <a:pt x="12777" y="637"/>
                  </a:cubicBezTo>
                  <a:cubicBezTo>
                    <a:pt x="12661" y="684"/>
                    <a:pt x="12539" y="750"/>
                    <a:pt x="12407" y="815"/>
                  </a:cubicBezTo>
                  <a:cubicBezTo>
                    <a:pt x="12275" y="881"/>
                    <a:pt x="12134" y="953"/>
                    <a:pt x="12015" y="1022"/>
                  </a:cubicBezTo>
                  <a:lnTo>
                    <a:pt x="11345" y="1420"/>
                  </a:lnTo>
                  <a:cubicBezTo>
                    <a:pt x="11166" y="1527"/>
                    <a:pt x="11050" y="1605"/>
                    <a:pt x="11053" y="1611"/>
                  </a:cubicBezTo>
                  <a:lnTo>
                    <a:pt x="10881" y="1712"/>
                  </a:lnTo>
                  <a:lnTo>
                    <a:pt x="10705" y="1815"/>
                  </a:lnTo>
                  <a:cubicBezTo>
                    <a:pt x="10700" y="1806"/>
                    <a:pt x="10691" y="1802"/>
                    <a:pt x="10678" y="1802"/>
                  </a:cubicBezTo>
                  <a:cubicBezTo>
                    <a:pt x="10596" y="1802"/>
                    <a:pt x="10374" y="1968"/>
                    <a:pt x="10238" y="2085"/>
                  </a:cubicBezTo>
                  <a:cubicBezTo>
                    <a:pt x="10201" y="2141"/>
                    <a:pt x="10147" y="2188"/>
                    <a:pt x="10085" y="2216"/>
                  </a:cubicBezTo>
                  <a:cubicBezTo>
                    <a:pt x="10077" y="2202"/>
                    <a:pt x="10062" y="2195"/>
                    <a:pt x="10042" y="2195"/>
                  </a:cubicBezTo>
                  <a:cubicBezTo>
                    <a:pt x="9974" y="2195"/>
                    <a:pt x="9850" y="2275"/>
                    <a:pt x="9775" y="2351"/>
                  </a:cubicBezTo>
                  <a:cubicBezTo>
                    <a:pt x="9760" y="2416"/>
                    <a:pt x="9731" y="2454"/>
                    <a:pt x="9703" y="2454"/>
                  </a:cubicBezTo>
                  <a:cubicBezTo>
                    <a:pt x="9687" y="2454"/>
                    <a:pt x="9672" y="2443"/>
                    <a:pt x="9659" y="2420"/>
                  </a:cubicBezTo>
                  <a:cubicBezTo>
                    <a:pt x="9649" y="2403"/>
                    <a:pt x="9634" y="2395"/>
                    <a:pt x="9616" y="2395"/>
                  </a:cubicBezTo>
                  <a:cubicBezTo>
                    <a:pt x="9565" y="2395"/>
                    <a:pt x="9489" y="2463"/>
                    <a:pt x="9442" y="2586"/>
                  </a:cubicBezTo>
                  <a:cubicBezTo>
                    <a:pt x="9405" y="2655"/>
                    <a:pt x="9405" y="2655"/>
                    <a:pt x="9326" y="2655"/>
                  </a:cubicBezTo>
                  <a:cubicBezTo>
                    <a:pt x="9299" y="2646"/>
                    <a:pt x="9275" y="2642"/>
                    <a:pt x="9254" y="2642"/>
                  </a:cubicBezTo>
                  <a:cubicBezTo>
                    <a:pt x="9204" y="2642"/>
                    <a:pt x="9178" y="2665"/>
                    <a:pt x="9192" y="2689"/>
                  </a:cubicBezTo>
                  <a:cubicBezTo>
                    <a:pt x="9177" y="2765"/>
                    <a:pt x="9140" y="2801"/>
                    <a:pt x="9081" y="2801"/>
                  </a:cubicBezTo>
                  <a:cubicBezTo>
                    <a:pt x="9062" y="2801"/>
                    <a:pt x="9040" y="2797"/>
                    <a:pt x="9016" y="2790"/>
                  </a:cubicBezTo>
                  <a:cubicBezTo>
                    <a:pt x="8863" y="2793"/>
                    <a:pt x="8863" y="2793"/>
                    <a:pt x="8844" y="2890"/>
                  </a:cubicBezTo>
                  <a:cubicBezTo>
                    <a:pt x="8824" y="2980"/>
                    <a:pt x="8634" y="3098"/>
                    <a:pt x="8526" y="3098"/>
                  </a:cubicBezTo>
                  <a:cubicBezTo>
                    <a:pt x="8514" y="3098"/>
                    <a:pt x="8503" y="3097"/>
                    <a:pt x="8493" y="3094"/>
                  </a:cubicBezTo>
                  <a:cubicBezTo>
                    <a:pt x="8436" y="3128"/>
                    <a:pt x="8358" y="3128"/>
                    <a:pt x="8377" y="3159"/>
                  </a:cubicBezTo>
                  <a:lnTo>
                    <a:pt x="8302" y="3163"/>
                  </a:lnTo>
                  <a:lnTo>
                    <a:pt x="8186" y="3228"/>
                  </a:lnTo>
                  <a:lnTo>
                    <a:pt x="8201" y="3263"/>
                  </a:lnTo>
                  <a:cubicBezTo>
                    <a:pt x="8145" y="3294"/>
                    <a:pt x="7778" y="3463"/>
                    <a:pt x="7371" y="3698"/>
                  </a:cubicBezTo>
                  <a:cubicBezTo>
                    <a:pt x="6728" y="4071"/>
                    <a:pt x="6613" y="4137"/>
                    <a:pt x="6691" y="4137"/>
                  </a:cubicBezTo>
                  <a:cubicBezTo>
                    <a:pt x="6767" y="4163"/>
                    <a:pt x="6706" y="4212"/>
                    <a:pt x="6630" y="4212"/>
                  </a:cubicBezTo>
                  <a:cubicBezTo>
                    <a:pt x="6612" y="4212"/>
                    <a:pt x="6593" y="4210"/>
                    <a:pt x="6575" y="4203"/>
                  </a:cubicBezTo>
                  <a:cubicBezTo>
                    <a:pt x="6515" y="4237"/>
                    <a:pt x="6381" y="4272"/>
                    <a:pt x="6265" y="4341"/>
                  </a:cubicBezTo>
                  <a:cubicBezTo>
                    <a:pt x="6169" y="4395"/>
                    <a:pt x="6072" y="4449"/>
                    <a:pt x="6031" y="4449"/>
                  </a:cubicBezTo>
                  <a:cubicBezTo>
                    <a:pt x="6023" y="4449"/>
                    <a:pt x="6017" y="4447"/>
                    <a:pt x="6014" y="4441"/>
                  </a:cubicBezTo>
                  <a:lnTo>
                    <a:pt x="5954" y="4476"/>
                  </a:lnTo>
                  <a:cubicBezTo>
                    <a:pt x="5876" y="4607"/>
                    <a:pt x="5525" y="4811"/>
                    <a:pt x="5334" y="4877"/>
                  </a:cubicBezTo>
                  <a:cubicBezTo>
                    <a:pt x="5231" y="4930"/>
                    <a:pt x="5140" y="4999"/>
                    <a:pt x="5061" y="5080"/>
                  </a:cubicBezTo>
                  <a:cubicBezTo>
                    <a:pt x="4964" y="5181"/>
                    <a:pt x="4964" y="5181"/>
                    <a:pt x="4886" y="5181"/>
                  </a:cubicBezTo>
                  <a:cubicBezTo>
                    <a:pt x="4884" y="5178"/>
                    <a:pt x="4879" y="5176"/>
                    <a:pt x="4873" y="5176"/>
                  </a:cubicBezTo>
                  <a:cubicBezTo>
                    <a:pt x="4804" y="5176"/>
                    <a:pt x="4504" y="5321"/>
                    <a:pt x="4538" y="5381"/>
                  </a:cubicBezTo>
                  <a:lnTo>
                    <a:pt x="4460" y="5384"/>
                  </a:lnTo>
                  <a:cubicBezTo>
                    <a:pt x="4384" y="5384"/>
                    <a:pt x="4344" y="5450"/>
                    <a:pt x="4362" y="5485"/>
                  </a:cubicBezTo>
                  <a:cubicBezTo>
                    <a:pt x="4386" y="5526"/>
                    <a:pt x="4372" y="5553"/>
                    <a:pt x="4331" y="5553"/>
                  </a:cubicBezTo>
                  <a:cubicBezTo>
                    <a:pt x="4306" y="5553"/>
                    <a:pt x="4270" y="5543"/>
                    <a:pt x="4228" y="5519"/>
                  </a:cubicBezTo>
                  <a:cubicBezTo>
                    <a:pt x="4212" y="5491"/>
                    <a:pt x="4192" y="5481"/>
                    <a:pt x="4175" y="5481"/>
                  </a:cubicBezTo>
                  <a:cubicBezTo>
                    <a:pt x="4154" y="5481"/>
                    <a:pt x="4139" y="5499"/>
                    <a:pt x="4149" y="5519"/>
                  </a:cubicBezTo>
                  <a:cubicBezTo>
                    <a:pt x="4112" y="5585"/>
                    <a:pt x="4071" y="5651"/>
                    <a:pt x="3993" y="5651"/>
                  </a:cubicBezTo>
                  <a:cubicBezTo>
                    <a:pt x="3936" y="5685"/>
                    <a:pt x="3877" y="5720"/>
                    <a:pt x="3914" y="5786"/>
                  </a:cubicBezTo>
                  <a:cubicBezTo>
                    <a:pt x="3933" y="5817"/>
                    <a:pt x="3877" y="5851"/>
                    <a:pt x="3817" y="5886"/>
                  </a:cubicBezTo>
                  <a:cubicBezTo>
                    <a:pt x="3798" y="5851"/>
                    <a:pt x="3798" y="5851"/>
                    <a:pt x="3839" y="5786"/>
                  </a:cubicBezTo>
                  <a:lnTo>
                    <a:pt x="3839" y="5786"/>
                  </a:lnTo>
                  <a:lnTo>
                    <a:pt x="3720" y="5855"/>
                  </a:lnTo>
                  <a:cubicBezTo>
                    <a:pt x="3679" y="5877"/>
                    <a:pt x="3598" y="5901"/>
                    <a:pt x="3549" y="5901"/>
                  </a:cubicBezTo>
                  <a:cubicBezTo>
                    <a:pt x="3530" y="5901"/>
                    <a:pt x="3515" y="5898"/>
                    <a:pt x="3510" y="5889"/>
                  </a:cubicBezTo>
                  <a:cubicBezTo>
                    <a:pt x="3432" y="5889"/>
                    <a:pt x="3375" y="5923"/>
                    <a:pt x="3469" y="5955"/>
                  </a:cubicBezTo>
                  <a:cubicBezTo>
                    <a:pt x="3507" y="6021"/>
                    <a:pt x="3507" y="6021"/>
                    <a:pt x="3391" y="6090"/>
                  </a:cubicBezTo>
                  <a:cubicBezTo>
                    <a:pt x="3348" y="6112"/>
                    <a:pt x="3307" y="6136"/>
                    <a:pt x="3280" y="6136"/>
                  </a:cubicBezTo>
                  <a:cubicBezTo>
                    <a:pt x="3270" y="6136"/>
                    <a:pt x="3261" y="6133"/>
                    <a:pt x="3256" y="6124"/>
                  </a:cubicBezTo>
                  <a:cubicBezTo>
                    <a:pt x="3248" y="6110"/>
                    <a:pt x="3244" y="6101"/>
                    <a:pt x="3233" y="6101"/>
                  </a:cubicBezTo>
                  <a:cubicBezTo>
                    <a:pt x="3218" y="6101"/>
                    <a:pt x="3189" y="6118"/>
                    <a:pt x="3121" y="6158"/>
                  </a:cubicBezTo>
                  <a:cubicBezTo>
                    <a:pt x="2937" y="6271"/>
                    <a:pt x="2811" y="6491"/>
                    <a:pt x="2796" y="6591"/>
                  </a:cubicBezTo>
                  <a:cubicBezTo>
                    <a:pt x="2822" y="6629"/>
                    <a:pt x="2833" y="6644"/>
                    <a:pt x="2813" y="6644"/>
                  </a:cubicBezTo>
                  <a:cubicBezTo>
                    <a:pt x="2801" y="6644"/>
                    <a:pt x="2776" y="6638"/>
                    <a:pt x="2736" y="6629"/>
                  </a:cubicBezTo>
                  <a:cubicBezTo>
                    <a:pt x="2731" y="6622"/>
                    <a:pt x="2724" y="6618"/>
                    <a:pt x="2714" y="6618"/>
                  </a:cubicBezTo>
                  <a:cubicBezTo>
                    <a:pt x="2686" y="6618"/>
                    <a:pt x="2640" y="6647"/>
                    <a:pt x="2598" y="6682"/>
                  </a:cubicBezTo>
                  <a:cubicBezTo>
                    <a:pt x="2576" y="6650"/>
                    <a:pt x="2633" y="6603"/>
                    <a:pt x="2695" y="6566"/>
                  </a:cubicBezTo>
                  <a:lnTo>
                    <a:pt x="2673" y="6535"/>
                  </a:lnTo>
                  <a:cubicBezTo>
                    <a:pt x="2655" y="6530"/>
                    <a:pt x="2638" y="6528"/>
                    <a:pt x="2623" y="6528"/>
                  </a:cubicBezTo>
                  <a:cubicBezTo>
                    <a:pt x="2549" y="6528"/>
                    <a:pt x="2508" y="6578"/>
                    <a:pt x="2498" y="6666"/>
                  </a:cubicBezTo>
                  <a:cubicBezTo>
                    <a:pt x="2463" y="6741"/>
                    <a:pt x="2466" y="6741"/>
                    <a:pt x="2385" y="6757"/>
                  </a:cubicBezTo>
                  <a:cubicBezTo>
                    <a:pt x="2307" y="6770"/>
                    <a:pt x="2225" y="6788"/>
                    <a:pt x="2247" y="6817"/>
                  </a:cubicBezTo>
                  <a:cubicBezTo>
                    <a:pt x="2191" y="6864"/>
                    <a:pt x="2125" y="6901"/>
                    <a:pt x="2056" y="6926"/>
                  </a:cubicBezTo>
                  <a:cubicBezTo>
                    <a:pt x="1949" y="7030"/>
                    <a:pt x="1896" y="7080"/>
                    <a:pt x="1924" y="7108"/>
                  </a:cubicBezTo>
                  <a:cubicBezTo>
                    <a:pt x="1949" y="7136"/>
                    <a:pt x="1896" y="7186"/>
                    <a:pt x="1846" y="7237"/>
                  </a:cubicBezTo>
                  <a:cubicBezTo>
                    <a:pt x="1793" y="7290"/>
                    <a:pt x="1743" y="7340"/>
                    <a:pt x="1768" y="7365"/>
                  </a:cubicBezTo>
                  <a:cubicBezTo>
                    <a:pt x="1796" y="7393"/>
                    <a:pt x="1768" y="7465"/>
                    <a:pt x="1680" y="7578"/>
                  </a:cubicBezTo>
                  <a:cubicBezTo>
                    <a:pt x="1617" y="7713"/>
                    <a:pt x="1617" y="7710"/>
                    <a:pt x="1514" y="7716"/>
                  </a:cubicBezTo>
                  <a:cubicBezTo>
                    <a:pt x="1509" y="7712"/>
                    <a:pt x="1504" y="7710"/>
                    <a:pt x="1498" y="7710"/>
                  </a:cubicBezTo>
                  <a:cubicBezTo>
                    <a:pt x="1470" y="7710"/>
                    <a:pt x="1431" y="7757"/>
                    <a:pt x="1392" y="7804"/>
                  </a:cubicBezTo>
                  <a:cubicBezTo>
                    <a:pt x="1357" y="7838"/>
                    <a:pt x="1316" y="7870"/>
                    <a:pt x="1273" y="7891"/>
                  </a:cubicBezTo>
                  <a:cubicBezTo>
                    <a:pt x="1200" y="7929"/>
                    <a:pt x="1232" y="7954"/>
                    <a:pt x="1263" y="7976"/>
                  </a:cubicBezTo>
                  <a:lnTo>
                    <a:pt x="1323" y="8020"/>
                  </a:lnTo>
                  <a:cubicBezTo>
                    <a:pt x="1294" y="8063"/>
                    <a:pt x="1234" y="8083"/>
                    <a:pt x="1191" y="8083"/>
                  </a:cubicBezTo>
                  <a:cubicBezTo>
                    <a:pt x="1174" y="8083"/>
                    <a:pt x="1159" y="8079"/>
                    <a:pt x="1150" y="8073"/>
                  </a:cubicBezTo>
                  <a:cubicBezTo>
                    <a:pt x="1047" y="8089"/>
                    <a:pt x="1047" y="8089"/>
                    <a:pt x="1110" y="8133"/>
                  </a:cubicBezTo>
                  <a:cubicBezTo>
                    <a:pt x="1141" y="8155"/>
                    <a:pt x="1131" y="8233"/>
                    <a:pt x="1019" y="8333"/>
                  </a:cubicBezTo>
                  <a:cubicBezTo>
                    <a:pt x="945" y="8445"/>
                    <a:pt x="886" y="8567"/>
                    <a:pt x="850" y="8567"/>
                  </a:cubicBezTo>
                  <a:cubicBezTo>
                    <a:pt x="848" y="8567"/>
                    <a:pt x="845" y="8566"/>
                    <a:pt x="843" y="8565"/>
                  </a:cubicBezTo>
                  <a:cubicBezTo>
                    <a:pt x="802" y="8593"/>
                    <a:pt x="774" y="8640"/>
                    <a:pt x="771" y="8691"/>
                  </a:cubicBezTo>
                  <a:cubicBezTo>
                    <a:pt x="774" y="8775"/>
                    <a:pt x="727" y="8832"/>
                    <a:pt x="611" y="9017"/>
                  </a:cubicBezTo>
                  <a:cubicBezTo>
                    <a:pt x="398" y="9317"/>
                    <a:pt x="398" y="9321"/>
                    <a:pt x="467" y="9349"/>
                  </a:cubicBezTo>
                  <a:cubicBezTo>
                    <a:pt x="502" y="9364"/>
                    <a:pt x="539" y="9377"/>
                    <a:pt x="439" y="9415"/>
                  </a:cubicBezTo>
                  <a:cubicBezTo>
                    <a:pt x="376" y="9468"/>
                    <a:pt x="392" y="9556"/>
                    <a:pt x="383" y="9703"/>
                  </a:cubicBezTo>
                  <a:cubicBezTo>
                    <a:pt x="398" y="9784"/>
                    <a:pt x="470" y="9806"/>
                    <a:pt x="505" y="9819"/>
                  </a:cubicBezTo>
                  <a:cubicBezTo>
                    <a:pt x="577" y="9841"/>
                    <a:pt x="577" y="9841"/>
                    <a:pt x="498" y="9963"/>
                  </a:cubicBezTo>
                  <a:cubicBezTo>
                    <a:pt x="478" y="10024"/>
                    <a:pt x="428" y="10080"/>
                    <a:pt x="393" y="10080"/>
                  </a:cubicBezTo>
                  <a:cubicBezTo>
                    <a:pt x="391" y="10080"/>
                    <a:pt x="388" y="10080"/>
                    <a:pt x="386" y="10079"/>
                  </a:cubicBezTo>
                  <a:cubicBezTo>
                    <a:pt x="348" y="10066"/>
                    <a:pt x="370" y="10001"/>
                    <a:pt x="370" y="10001"/>
                  </a:cubicBezTo>
                  <a:lnTo>
                    <a:pt x="392" y="9932"/>
                  </a:lnTo>
                  <a:cubicBezTo>
                    <a:pt x="382" y="9928"/>
                    <a:pt x="371" y="9925"/>
                    <a:pt x="361" y="9925"/>
                  </a:cubicBezTo>
                  <a:cubicBezTo>
                    <a:pt x="333" y="9925"/>
                    <a:pt x="306" y="9947"/>
                    <a:pt x="276" y="10048"/>
                  </a:cubicBezTo>
                  <a:cubicBezTo>
                    <a:pt x="226" y="10107"/>
                    <a:pt x="210" y="10179"/>
                    <a:pt x="245" y="10189"/>
                  </a:cubicBezTo>
                  <a:cubicBezTo>
                    <a:pt x="194" y="10251"/>
                    <a:pt x="163" y="10392"/>
                    <a:pt x="132" y="10533"/>
                  </a:cubicBezTo>
                  <a:cubicBezTo>
                    <a:pt x="104" y="10677"/>
                    <a:pt x="88" y="10894"/>
                    <a:pt x="38" y="10963"/>
                  </a:cubicBezTo>
                  <a:cubicBezTo>
                    <a:pt x="22" y="11107"/>
                    <a:pt x="13" y="11179"/>
                    <a:pt x="50" y="11182"/>
                  </a:cubicBezTo>
                  <a:cubicBezTo>
                    <a:pt x="124" y="11188"/>
                    <a:pt x="122" y="11257"/>
                    <a:pt x="87" y="11257"/>
                  </a:cubicBezTo>
                  <a:cubicBezTo>
                    <a:pt x="86" y="11257"/>
                    <a:pt x="86" y="11257"/>
                    <a:pt x="85" y="11257"/>
                  </a:cubicBezTo>
                  <a:cubicBezTo>
                    <a:pt x="47" y="11292"/>
                    <a:pt x="13" y="11546"/>
                    <a:pt x="0" y="11802"/>
                  </a:cubicBezTo>
                  <a:cubicBezTo>
                    <a:pt x="10" y="12056"/>
                    <a:pt x="38" y="12313"/>
                    <a:pt x="79" y="12345"/>
                  </a:cubicBezTo>
                  <a:cubicBezTo>
                    <a:pt x="82" y="12395"/>
                    <a:pt x="88" y="12442"/>
                    <a:pt x="97" y="12489"/>
                  </a:cubicBezTo>
                  <a:cubicBezTo>
                    <a:pt x="88" y="12636"/>
                    <a:pt x="157" y="13075"/>
                    <a:pt x="226" y="13131"/>
                  </a:cubicBezTo>
                  <a:lnTo>
                    <a:pt x="285" y="13341"/>
                  </a:lnTo>
                  <a:cubicBezTo>
                    <a:pt x="288" y="13492"/>
                    <a:pt x="304" y="13564"/>
                    <a:pt x="367" y="13620"/>
                  </a:cubicBezTo>
                  <a:cubicBezTo>
                    <a:pt x="430" y="13676"/>
                    <a:pt x="464" y="13664"/>
                    <a:pt x="430" y="13676"/>
                  </a:cubicBezTo>
                  <a:cubicBezTo>
                    <a:pt x="392" y="13689"/>
                    <a:pt x="445" y="13824"/>
                    <a:pt x="552" y="14096"/>
                  </a:cubicBezTo>
                  <a:cubicBezTo>
                    <a:pt x="628" y="14266"/>
                    <a:pt x="659" y="14325"/>
                    <a:pt x="671" y="14325"/>
                  </a:cubicBezTo>
                  <a:cubicBezTo>
                    <a:pt x="678" y="14325"/>
                    <a:pt x="678" y="14307"/>
                    <a:pt x="677" y="14278"/>
                  </a:cubicBezTo>
                  <a:lnTo>
                    <a:pt x="677" y="14278"/>
                  </a:lnTo>
                  <a:cubicBezTo>
                    <a:pt x="843" y="14519"/>
                    <a:pt x="809" y="14535"/>
                    <a:pt x="777" y="14554"/>
                  </a:cubicBezTo>
                  <a:cubicBezTo>
                    <a:pt x="767" y="14551"/>
                    <a:pt x="758" y="14549"/>
                    <a:pt x="751" y="14549"/>
                  </a:cubicBezTo>
                  <a:cubicBezTo>
                    <a:pt x="692" y="14549"/>
                    <a:pt x="757" y="14655"/>
                    <a:pt x="878" y="14664"/>
                  </a:cubicBezTo>
                  <a:cubicBezTo>
                    <a:pt x="972" y="14695"/>
                    <a:pt x="1053" y="14811"/>
                    <a:pt x="1019" y="14830"/>
                  </a:cubicBezTo>
                  <a:cubicBezTo>
                    <a:pt x="1014" y="14833"/>
                    <a:pt x="1010" y="14834"/>
                    <a:pt x="1005" y="14834"/>
                  </a:cubicBezTo>
                  <a:cubicBezTo>
                    <a:pt x="977" y="14834"/>
                    <a:pt x="944" y="14781"/>
                    <a:pt x="909" y="14729"/>
                  </a:cubicBezTo>
                  <a:lnTo>
                    <a:pt x="843" y="14764"/>
                  </a:lnTo>
                  <a:cubicBezTo>
                    <a:pt x="868" y="14811"/>
                    <a:pt x="906" y="14849"/>
                    <a:pt x="956" y="14870"/>
                  </a:cubicBezTo>
                  <a:cubicBezTo>
                    <a:pt x="984" y="14911"/>
                    <a:pt x="1022" y="14946"/>
                    <a:pt x="1066" y="14974"/>
                  </a:cubicBezTo>
                  <a:cubicBezTo>
                    <a:pt x="1088" y="14987"/>
                    <a:pt x="1107" y="14994"/>
                    <a:pt x="1121" y="14994"/>
                  </a:cubicBezTo>
                  <a:cubicBezTo>
                    <a:pt x="1151" y="14994"/>
                    <a:pt x="1164" y="14966"/>
                    <a:pt x="1160" y="14911"/>
                  </a:cubicBezTo>
                  <a:cubicBezTo>
                    <a:pt x="1159" y="14884"/>
                    <a:pt x="1162" y="14874"/>
                    <a:pt x="1169" y="14874"/>
                  </a:cubicBezTo>
                  <a:cubicBezTo>
                    <a:pt x="1182" y="14874"/>
                    <a:pt x="1207" y="14913"/>
                    <a:pt x="1232" y="14952"/>
                  </a:cubicBezTo>
                  <a:cubicBezTo>
                    <a:pt x="1263" y="15051"/>
                    <a:pt x="1256" y="15092"/>
                    <a:pt x="1224" y="15092"/>
                  </a:cubicBezTo>
                  <a:cubicBezTo>
                    <a:pt x="1211" y="15092"/>
                    <a:pt x="1195" y="15086"/>
                    <a:pt x="1175" y="15074"/>
                  </a:cubicBezTo>
                  <a:cubicBezTo>
                    <a:pt x="1155" y="15043"/>
                    <a:pt x="1138" y="15033"/>
                    <a:pt x="1121" y="15033"/>
                  </a:cubicBezTo>
                  <a:cubicBezTo>
                    <a:pt x="1104" y="15033"/>
                    <a:pt x="1088" y="15044"/>
                    <a:pt x="1072" y="15055"/>
                  </a:cubicBezTo>
                  <a:cubicBezTo>
                    <a:pt x="1056" y="15065"/>
                    <a:pt x="1113" y="15137"/>
                    <a:pt x="1188" y="15206"/>
                  </a:cubicBezTo>
                  <a:cubicBezTo>
                    <a:pt x="1269" y="15272"/>
                    <a:pt x="1363" y="15337"/>
                    <a:pt x="1417" y="15341"/>
                  </a:cubicBezTo>
                  <a:lnTo>
                    <a:pt x="1385" y="15366"/>
                  </a:lnTo>
                  <a:cubicBezTo>
                    <a:pt x="1357" y="15388"/>
                    <a:pt x="1442" y="15503"/>
                    <a:pt x="1533" y="15616"/>
                  </a:cubicBezTo>
                  <a:cubicBezTo>
                    <a:pt x="1614" y="15705"/>
                    <a:pt x="1662" y="15757"/>
                    <a:pt x="1692" y="15757"/>
                  </a:cubicBezTo>
                  <a:cubicBezTo>
                    <a:pt x="1698" y="15757"/>
                    <a:pt x="1703" y="15755"/>
                    <a:pt x="1708" y="15751"/>
                  </a:cubicBezTo>
                  <a:cubicBezTo>
                    <a:pt x="1724" y="15737"/>
                    <a:pt x="1740" y="15723"/>
                    <a:pt x="1759" y="15723"/>
                  </a:cubicBezTo>
                  <a:cubicBezTo>
                    <a:pt x="1774" y="15723"/>
                    <a:pt x="1791" y="15731"/>
                    <a:pt x="1812" y="15754"/>
                  </a:cubicBezTo>
                  <a:cubicBezTo>
                    <a:pt x="1765" y="15701"/>
                    <a:pt x="1793" y="15676"/>
                    <a:pt x="1821" y="15651"/>
                  </a:cubicBezTo>
                  <a:cubicBezTo>
                    <a:pt x="1855" y="15720"/>
                    <a:pt x="1887" y="15789"/>
                    <a:pt x="1909" y="15861"/>
                  </a:cubicBezTo>
                  <a:cubicBezTo>
                    <a:pt x="1953" y="16014"/>
                    <a:pt x="2034" y="16140"/>
                    <a:pt x="2247" y="16337"/>
                  </a:cubicBezTo>
                  <a:cubicBezTo>
                    <a:pt x="2363" y="16425"/>
                    <a:pt x="2532" y="16560"/>
                    <a:pt x="2567" y="16635"/>
                  </a:cubicBezTo>
                  <a:cubicBezTo>
                    <a:pt x="2656" y="16705"/>
                    <a:pt x="2716" y="16742"/>
                    <a:pt x="2747" y="16742"/>
                  </a:cubicBezTo>
                  <a:cubicBezTo>
                    <a:pt x="2756" y="16742"/>
                    <a:pt x="2763" y="16738"/>
                    <a:pt x="2767" y="16732"/>
                  </a:cubicBezTo>
                  <a:lnTo>
                    <a:pt x="2890" y="16810"/>
                  </a:lnTo>
                  <a:cubicBezTo>
                    <a:pt x="2924" y="16871"/>
                    <a:pt x="3015" y="16938"/>
                    <a:pt x="3055" y="16938"/>
                  </a:cubicBezTo>
                  <a:cubicBezTo>
                    <a:pt x="3062" y="16938"/>
                    <a:pt x="3068" y="16935"/>
                    <a:pt x="3071" y="16929"/>
                  </a:cubicBezTo>
                  <a:cubicBezTo>
                    <a:pt x="3156" y="16933"/>
                    <a:pt x="3197" y="17001"/>
                    <a:pt x="3262" y="17036"/>
                  </a:cubicBezTo>
                  <a:cubicBezTo>
                    <a:pt x="3308" y="17103"/>
                    <a:pt x="3331" y="17137"/>
                    <a:pt x="3341" y="17137"/>
                  </a:cubicBezTo>
                  <a:cubicBezTo>
                    <a:pt x="3351" y="17137"/>
                    <a:pt x="3349" y="17103"/>
                    <a:pt x="3344" y="17036"/>
                  </a:cubicBezTo>
                  <a:cubicBezTo>
                    <a:pt x="3363" y="17005"/>
                    <a:pt x="3256" y="16901"/>
                    <a:pt x="3194" y="16867"/>
                  </a:cubicBezTo>
                  <a:cubicBezTo>
                    <a:pt x="3131" y="16832"/>
                    <a:pt x="3071" y="16798"/>
                    <a:pt x="3012" y="16754"/>
                  </a:cubicBezTo>
                  <a:lnTo>
                    <a:pt x="3012" y="16754"/>
                  </a:lnTo>
                  <a:cubicBezTo>
                    <a:pt x="3078" y="16785"/>
                    <a:pt x="3143" y="16813"/>
                    <a:pt x="3212" y="16835"/>
                  </a:cubicBezTo>
                  <a:cubicBezTo>
                    <a:pt x="3258" y="16860"/>
                    <a:pt x="3344" y="16885"/>
                    <a:pt x="3395" y="16885"/>
                  </a:cubicBezTo>
                  <a:cubicBezTo>
                    <a:pt x="3415" y="16885"/>
                    <a:pt x="3430" y="16882"/>
                    <a:pt x="3435" y="16873"/>
                  </a:cubicBezTo>
                  <a:cubicBezTo>
                    <a:pt x="3435" y="16873"/>
                    <a:pt x="3443" y="16858"/>
                    <a:pt x="3467" y="16858"/>
                  </a:cubicBezTo>
                  <a:cubicBezTo>
                    <a:pt x="3479" y="16858"/>
                    <a:pt x="3495" y="16861"/>
                    <a:pt x="3516" y="16873"/>
                  </a:cubicBezTo>
                  <a:lnTo>
                    <a:pt x="3479" y="16939"/>
                  </a:lnTo>
                  <a:cubicBezTo>
                    <a:pt x="3400" y="16939"/>
                    <a:pt x="3382" y="16970"/>
                    <a:pt x="3363" y="17005"/>
                  </a:cubicBezTo>
                  <a:cubicBezTo>
                    <a:pt x="3383" y="17088"/>
                    <a:pt x="3500" y="17191"/>
                    <a:pt x="3565" y="17191"/>
                  </a:cubicBezTo>
                  <a:cubicBezTo>
                    <a:pt x="3581" y="17191"/>
                    <a:pt x="3594" y="17185"/>
                    <a:pt x="3601" y="17171"/>
                  </a:cubicBezTo>
                  <a:cubicBezTo>
                    <a:pt x="3648" y="17186"/>
                    <a:pt x="3689" y="17221"/>
                    <a:pt x="3717" y="17265"/>
                  </a:cubicBezTo>
                  <a:cubicBezTo>
                    <a:pt x="3704" y="17288"/>
                    <a:pt x="3731" y="17308"/>
                    <a:pt x="3778" y="17308"/>
                  </a:cubicBezTo>
                  <a:cubicBezTo>
                    <a:pt x="3802" y="17308"/>
                    <a:pt x="3831" y="17302"/>
                    <a:pt x="3864" y="17290"/>
                  </a:cubicBezTo>
                  <a:cubicBezTo>
                    <a:pt x="3892" y="17278"/>
                    <a:pt x="3917" y="17272"/>
                    <a:pt x="3940" y="17272"/>
                  </a:cubicBezTo>
                  <a:cubicBezTo>
                    <a:pt x="3994" y="17272"/>
                    <a:pt x="4033" y="17305"/>
                    <a:pt x="4062" y="17371"/>
                  </a:cubicBezTo>
                  <a:cubicBezTo>
                    <a:pt x="4154" y="17472"/>
                    <a:pt x="4366" y="17559"/>
                    <a:pt x="4436" y="17559"/>
                  </a:cubicBezTo>
                  <a:cubicBezTo>
                    <a:pt x="4449" y="17559"/>
                    <a:pt x="4458" y="17556"/>
                    <a:pt x="4460" y="17550"/>
                  </a:cubicBezTo>
                  <a:cubicBezTo>
                    <a:pt x="4468" y="17525"/>
                    <a:pt x="4498" y="17516"/>
                    <a:pt x="4535" y="17516"/>
                  </a:cubicBezTo>
                  <a:cubicBezTo>
                    <a:pt x="4608" y="17516"/>
                    <a:pt x="4712" y="17552"/>
                    <a:pt x="4751" y="17587"/>
                  </a:cubicBezTo>
                  <a:cubicBezTo>
                    <a:pt x="4791" y="17630"/>
                    <a:pt x="4847" y="17651"/>
                    <a:pt x="4904" y="17651"/>
                  </a:cubicBezTo>
                  <a:cubicBezTo>
                    <a:pt x="4923" y="17651"/>
                    <a:pt x="4942" y="17649"/>
                    <a:pt x="4961" y="17644"/>
                  </a:cubicBezTo>
                  <a:lnTo>
                    <a:pt x="4961" y="17644"/>
                  </a:lnTo>
                  <a:cubicBezTo>
                    <a:pt x="4953" y="17673"/>
                    <a:pt x="4995" y="17712"/>
                    <a:pt x="5056" y="17712"/>
                  </a:cubicBezTo>
                  <a:cubicBezTo>
                    <a:pt x="5069" y="17712"/>
                    <a:pt x="5082" y="17710"/>
                    <a:pt x="5096" y="17707"/>
                  </a:cubicBezTo>
                  <a:cubicBezTo>
                    <a:pt x="5096" y="17707"/>
                    <a:pt x="5103" y="17708"/>
                    <a:pt x="5111" y="17708"/>
                  </a:cubicBezTo>
                  <a:cubicBezTo>
                    <a:pt x="5127" y="17708"/>
                    <a:pt x="5144" y="17702"/>
                    <a:pt x="5102" y="17669"/>
                  </a:cubicBezTo>
                  <a:lnTo>
                    <a:pt x="5259" y="17622"/>
                  </a:lnTo>
                  <a:cubicBezTo>
                    <a:pt x="5187" y="17606"/>
                    <a:pt x="5196" y="17572"/>
                    <a:pt x="5202" y="17534"/>
                  </a:cubicBezTo>
                  <a:cubicBezTo>
                    <a:pt x="5203" y="17528"/>
                    <a:pt x="5211" y="17526"/>
                    <a:pt x="5223" y="17526"/>
                  </a:cubicBezTo>
                  <a:cubicBezTo>
                    <a:pt x="5288" y="17526"/>
                    <a:pt x="5495" y="17606"/>
                    <a:pt x="5607" y="17710"/>
                  </a:cubicBezTo>
                  <a:lnTo>
                    <a:pt x="5741" y="17797"/>
                  </a:lnTo>
                  <a:lnTo>
                    <a:pt x="5748" y="17722"/>
                  </a:lnTo>
                  <a:cubicBezTo>
                    <a:pt x="5820" y="17728"/>
                    <a:pt x="5892" y="17738"/>
                    <a:pt x="5889" y="17776"/>
                  </a:cubicBezTo>
                  <a:cubicBezTo>
                    <a:pt x="5885" y="17810"/>
                    <a:pt x="5885" y="17816"/>
                    <a:pt x="5958" y="17816"/>
                  </a:cubicBezTo>
                  <a:cubicBezTo>
                    <a:pt x="5958" y="17816"/>
                    <a:pt x="5959" y="17816"/>
                    <a:pt x="5962" y="17816"/>
                  </a:cubicBezTo>
                  <a:cubicBezTo>
                    <a:pt x="5978" y="17816"/>
                    <a:pt x="6033" y="17814"/>
                    <a:pt x="6033" y="17782"/>
                  </a:cubicBezTo>
                  <a:cubicBezTo>
                    <a:pt x="6035" y="17736"/>
                    <a:pt x="6035" y="17717"/>
                    <a:pt x="6050" y="17717"/>
                  </a:cubicBezTo>
                  <a:cubicBezTo>
                    <a:pt x="6060" y="17717"/>
                    <a:pt x="6078" y="17727"/>
                    <a:pt x="6108" y="17744"/>
                  </a:cubicBezTo>
                  <a:cubicBezTo>
                    <a:pt x="6143" y="17784"/>
                    <a:pt x="6178" y="17803"/>
                    <a:pt x="6214" y="17803"/>
                  </a:cubicBezTo>
                  <a:cubicBezTo>
                    <a:pt x="6250" y="17803"/>
                    <a:pt x="6285" y="17785"/>
                    <a:pt x="6321" y="17747"/>
                  </a:cubicBezTo>
                  <a:cubicBezTo>
                    <a:pt x="6323" y="17710"/>
                    <a:pt x="6323" y="17691"/>
                    <a:pt x="6331" y="17691"/>
                  </a:cubicBezTo>
                  <a:cubicBezTo>
                    <a:pt x="6340" y="17691"/>
                    <a:pt x="6357" y="17711"/>
                    <a:pt x="6393" y="17750"/>
                  </a:cubicBezTo>
                  <a:cubicBezTo>
                    <a:pt x="6393" y="17786"/>
                    <a:pt x="6462" y="17820"/>
                    <a:pt x="6531" y="17820"/>
                  </a:cubicBezTo>
                  <a:cubicBezTo>
                    <a:pt x="6534" y="17820"/>
                    <a:pt x="6537" y="17820"/>
                    <a:pt x="6540" y="17819"/>
                  </a:cubicBezTo>
                  <a:lnTo>
                    <a:pt x="6537" y="17782"/>
                  </a:lnTo>
                  <a:cubicBezTo>
                    <a:pt x="6537" y="17735"/>
                    <a:pt x="6564" y="17715"/>
                    <a:pt x="6603" y="17715"/>
                  </a:cubicBezTo>
                  <a:cubicBezTo>
                    <a:pt x="6626" y="17715"/>
                    <a:pt x="6653" y="17722"/>
                    <a:pt x="6681" y="17735"/>
                  </a:cubicBezTo>
                  <a:cubicBezTo>
                    <a:pt x="6681" y="17752"/>
                    <a:pt x="6697" y="17760"/>
                    <a:pt x="6727" y="17760"/>
                  </a:cubicBezTo>
                  <a:cubicBezTo>
                    <a:pt x="6763" y="17760"/>
                    <a:pt x="6821" y="17748"/>
                    <a:pt x="6898" y="17722"/>
                  </a:cubicBezTo>
                  <a:cubicBezTo>
                    <a:pt x="6974" y="17714"/>
                    <a:pt x="7030" y="17705"/>
                    <a:pt x="7066" y="17705"/>
                  </a:cubicBezTo>
                  <a:cubicBezTo>
                    <a:pt x="7097" y="17705"/>
                    <a:pt x="7112" y="17711"/>
                    <a:pt x="7114" y="17728"/>
                  </a:cubicBezTo>
                  <a:cubicBezTo>
                    <a:pt x="7118" y="17765"/>
                    <a:pt x="7121" y="17784"/>
                    <a:pt x="7129" y="17784"/>
                  </a:cubicBezTo>
                  <a:cubicBezTo>
                    <a:pt x="7138" y="17784"/>
                    <a:pt x="7154" y="17763"/>
                    <a:pt x="7186" y="17719"/>
                  </a:cubicBezTo>
                  <a:cubicBezTo>
                    <a:pt x="7228" y="17689"/>
                    <a:pt x="7243" y="17678"/>
                    <a:pt x="7287" y="17678"/>
                  </a:cubicBezTo>
                  <a:cubicBezTo>
                    <a:pt x="7312" y="17678"/>
                    <a:pt x="7347" y="17682"/>
                    <a:pt x="7402" y="17688"/>
                  </a:cubicBezTo>
                  <a:cubicBezTo>
                    <a:pt x="7433" y="17699"/>
                    <a:pt x="7451" y="17704"/>
                    <a:pt x="7466" y="17704"/>
                  </a:cubicBezTo>
                  <a:cubicBezTo>
                    <a:pt x="7490" y="17704"/>
                    <a:pt x="7505" y="17690"/>
                    <a:pt x="7543" y="17660"/>
                  </a:cubicBezTo>
                  <a:cubicBezTo>
                    <a:pt x="7530" y="17596"/>
                    <a:pt x="7523" y="17559"/>
                    <a:pt x="7479" y="17559"/>
                  </a:cubicBezTo>
                  <a:cubicBezTo>
                    <a:pt x="7472" y="17559"/>
                    <a:pt x="7463" y="17560"/>
                    <a:pt x="7452" y="17562"/>
                  </a:cubicBezTo>
                  <a:cubicBezTo>
                    <a:pt x="7427" y="17569"/>
                    <a:pt x="7411" y="17573"/>
                    <a:pt x="7400" y="17573"/>
                  </a:cubicBezTo>
                  <a:cubicBezTo>
                    <a:pt x="7381" y="17573"/>
                    <a:pt x="7378" y="17562"/>
                    <a:pt x="7374" y="17540"/>
                  </a:cubicBezTo>
                  <a:cubicBezTo>
                    <a:pt x="7374" y="17540"/>
                    <a:pt x="7446" y="17528"/>
                    <a:pt x="7515" y="17509"/>
                  </a:cubicBezTo>
                  <a:cubicBezTo>
                    <a:pt x="7606" y="17490"/>
                    <a:pt x="7697" y="17456"/>
                    <a:pt x="7778" y="17409"/>
                  </a:cubicBezTo>
                  <a:cubicBezTo>
                    <a:pt x="7870" y="17360"/>
                    <a:pt x="7887" y="17309"/>
                    <a:pt x="7843" y="17309"/>
                  </a:cubicBezTo>
                  <a:cubicBezTo>
                    <a:pt x="7826" y="17309"/>
                    <a:pt x="7799" y="17317"/>
                    <a:pt x="7763" y="17337"/>
                  </a:cubicBezTo>
                  <a:lnTo>
                    <a:pt x="7684" y="17315"/>
                  </a:lnTo>
                  <a:cubicBezTo>
                    <a:pt x="7673" y="17267"/>
                    <a:pt x="7642" y="17246"/>
                    <a:pt x="7613" y="17246"/>
                  </a:cubicBezTo>
                  <a:cubicBezTo>
                    <a:pt x="7574" y="17246"/>
                    <a:pt x="7538" y="17282"/>
                    <a:pt x="7553" y="17346"/>
                  </a:cubicBezTo>
                  <a:cubicBezTo>
                    <a:pt x="7565" y="17410"/>
                    <a:pt x="7571" y="17437"/>
                    <a:pt x="7557" y="17437"/>
                  </a:cubicBezTo>
                  <a:cubicBezTo>
                    <a:pt x="7547" y="17437"/>
                    <a:pt x="7527" y="17423"/>
                    <a:pt x="7493" y="17399"/>
                  </a:cubicBezTo>
                  <a:cubicBezTo>
                    <a:pt x="7484" y="17355"/>
                    <a:pt x="7457" y="17343"/>
                    <a:pt x="7422" y="17343"/>
                  </a:cubicBezTo>
                  <a:cubicBezTo>
                    <a:pt x="7398" y="17343"/>
                    <a:pt x="7371" y="17349"/>
                    <a:pt x="7343" y="17352"/>
                  </a:cubicBezTo>
                  <a:cubicBezTo>
                    <a:pt x="7321" y="17356"/>
                    <a:pt x="7306" y="17358"/>
                    <a:pt x="7296" y="17358"/>
                  </a:cubicBezTo>
                  <a:cubicBezTo>
                    <a:pt x="7276" y="17358"/>
                    <a:pt x="7275" y="17349"/>
                    <a:pt x="7271" y="17324"/>
                  </a:cubicBezTo>
                  <a:cubicBezTo>
                    <a:pt x="7265" y="17294"/>
                    <a:pt x="7210" y="17269"/>
                    <a:pt x="7153" y="17269"/>
                  </a:cubicBezTo>
                  <a:cubicBezTo>
                    <a:pt x="7144" y="17269"/>
                    <a:pt x="7135" y="17270"/>
                    <a:pt x="7126" y="17271"/>
                  </a:cubicBezTo>
                  <a:cubicBezTo>
                    <a:pt x="7061" y="17280"/>
                    <a:pt x="7058" y="17280"/>
                    <a:pt x="7064" y="17318"/>
                  </a:cubicBezTo>
                  <a:cubicBezTo>
                    <a:pt x="7100" y="17332"/>
                    <a:pt x="7084" y="17344"/>
                    <a:pt x="7050" y="17344"/>
                  </a:cubicBezTo>
                  <a:cubicBezTo>
                    <a:pt x="7016" y="17344"/>
                    <a:pt x="6963" y="17332"/>
                    <a:pt x="6926" y="17299"/>
                  </a:cubicBezTo>
                  <a:cubicBezTo>
                    <a:pt x="6899" y="17288"/>
                    <a:pt x="6882" y="17281"/>
                    <a:pt x="6873" y="17281"/>
                  </a:cubicBezTo>
                  <a:cubicBezTo>
                    <a:pt x="6858" y="17281"/>
                    <a:pt x="6859" y="17298"/>
                    <a:pt x="6863" y="17343"/>
                  </a:cubicBezTo>
                  <a:cubicBezTo>
                    <a:pt x="6867" y="17383"/>
                    <a:pt x="6828" y="17405"/>
                    <a:pt x="6782" y="17405"/>
                  </a:cubicBezTo>
                  <a:cubicBezTo>
                    <a:pt x="6741" y="17405"/>
                    <a:pt x="6695" y="17389"/>
                    <a:pt x="6663" y="17356"/>
                  </a:cubicBezTo>
                  <a:lnTo>
                    <a:pt x="6528" y="17365"/>
                  </a:lnTo>
                  <a:cubicBezTo>
                    <a:pt x="6459" y="17368"/>
                    <a:pt x="6459" y="17406"/>
                    <a:pt x="6462" y="17443"/>
                  </a:cubicBezTo>
                  <a:cubicBezTo>
                    <a:pt x="6462" y="17488"/>
                    <a:pt x="6462" y="17508"/>
                    <a:pt x="6447" y="17508"/>
                  </a:cubicBezTo>
                  <a:cubicBezTo>
                    <a:pt x="6437" y="17508"/>
                    <a:pt x="6421" y="17499"/>
                    <a:pt x="6393" y="17484"/>
                  </a:cubicBezTo>
                  <a:cubicBezTo>
                    <a:pt x="6324" y="17446"/>
                    <a:pt x="6324" y="17409"/>
                    <a:pt x="6324" y="17409"/>
                  </a:cubicBezTo>
                  <a:cubicBezTo>
                    <a:pt x="6324" y="17371"/>
                    <a:pt x="6258" y="17368"/>
                    <a:pt x="6189" y="17368"/>
                  </a:cubicBezTo>
                  <a:cubicBezTo>
                    <a:pt x="6171" y="17367"/>
                    <a:pt x="6148" y="17366"/>
                    <a:pt x="6123" y="17366"/>
                  </a:cubicBezTo>
                  <a:cubicBezTo>
                    <a:pt x="6060" y="17366"/>
                    <a:pt x="5990" y="17372"/>
                    <a:pt x="5986" y="17398"/>
                  </a:cubicBezTo>
                  <a:lnTo>
                    <a:pt x="5986" y="17398"/>
                  </a:lnTo>
                  <a:cubicBezTo>
                    <a:pt x="5987" y="17388"/>
                    <a:pt x="5988" y="17375"/>
                    <a:pt x="5989" y="17362"/>
                  </a:cubicBezTo>
                  <a:cubicBezTo>
                    <a:pt x="5942" y="17362"/>
                    <a:pt x="5928" y="17343"/>
                    <a:pt x="5924" y="17343"/>
                  </a:cubicBezTo>
                  <a:cubicBezTo>
                    <a:pt x="5921" y="17343"/>
                    <a:pt x="5921" y="17347"/>
                    <a:pt x="5920" y="17359"/>
                  </a:cubicBezTo>
                  <a:cubicBezTo>
                    <a:pt x="5851" y="17349"/>
                    <a:pt x="5785" y="17331"/>
                    <a:pt x="5723" y="17302"/>
                  </a:cubicBezTo>
                  <a:cubicBezTo>
                    <a:pt x="5689" y="17289"/>
                    <a:pt x="5650" y="17283"/>
                    <a:pt x="5614" y="17283"/>
                  </a:cubicBezTo>
                  <a:cubicBezTo>
                    <a:pt x="5513" y="17283"/>
                    <a:pt x="5434" y="17330"/>
                    <a:pt x="5575" y="17399"/>
                  </a:cubicBezTo>
                  <a:lnTo>
                    <a:pt x="5506" y="17393"/>
                  </a:lnTo>
                  <a:cubicBezTo>
                    <a:pt x="5501" y="17393"/>
                    <a:pt x="5496" y="17392"/>
                    <a:pt x="5491" y="17392"/>
                  </a:cubicBezTo>
                  <a:cubicBezTo>
                    <a:pt x="5439" y="17392"/>
                    <a:pt x="5434" y="17421"/>
                    <a:pt x="5434" y="17421"/>
                  </a:cubicBezTo>
                  <a:cubicBezTo>
                    <a:pt x="5431" y="17440"/>
                    <a:pt x="5412" y="17446"/>
                    <a:pt x="5386" y="17446"/>
                  </a:cubicBezTo>
                  <a:cubicBezTo>
                    <a:pt x="5360" y="17446"/>
                    <a:pt x="5326" y="17440"/>
                    <a:pt x="5293" y="17434"/>
                  </a:cubicBezTo>
                  <a:cubicBezTo>
                    <a:pt x="5293" y="17434"/>
                    <a:pt x="5299" y="17396"/>
                    <a:pt x="5306" y="17359"/>
                  </a:cubicBezTo>
                  <a:cubicBezTo>
                    <a:pt x="5360" y="17296"/>
                    <a:pt x="5329" y="17248"/>
                    <a:pt x="5276" y="17248"/>
                  </a:cubicBezTo>
                  <a:cubicBezTo>
                    <a:pt x="5247" y="17248"/>
                    <a:pt x="5211" y="17263"/>
                    <a:pt x="5178" y="17298"/>
                  </a:cubicBezTo>
                  <a:lnTo>
                    <a:pt x="5178" y="17298"/>
                  </a:lnTo>
                  <a:cubicBezTo>
                    <a:pt x="5180" y="17288"/>
                    <a:pt x="5183" y="17275"/>
                    <a:pt x="5187" y="17262"/>
                  </a:cubicBezTo>
                  <a:cubicBezTo>
                    <a:pt x="5192" y="17231"/>
                    <a:pt x="5149" y="17219"/>
                    <a:pt x="5059" y="17219"/>
                  </a:cubicBezTo>
                  <a:cubicBezTo>
                    <a:pt x="5038" y="17219"/>
                    <a:pt x="5015" y="17220"/>
                    <a:pt x="4989" y="17221"/>
                  </a:cubicBezTo>
                  <a:cubicBezTo>
                    <a:pt x="4981" y="17219"/>
                    <a:pt x="4973" y="17218"/>
                    <a:pt x="4965" y="17218"/>
                  </a:cubicBezTo>
                  <a:cubicBezTo>
                    <a:pt x="4905" y="17218"/>
                    <a:pt x="4838" y="17266"/>
                    <a:pt x="4829" y="17296"/>
                  </a:cubicBezTo>
                  <a:cubicBezTo>
                    <a:pt x="4825" y="17315"/>
                    <a:pt x="4805" y="17320"/>
                    <a:pt x="4787" y="17320"/>
                  </a:cubicBezTo>
                  <a:cubicBezTo>
                    <a:pt x="4768" y="17320"/>
                    <a:pt x="4751" y="17315"/>
                    <a:pt x="4751" y="17315"/>
                  </a:cubicBezTo>
                  <a:cubicBezTo>
                    <a:pt x="4685" y="17296"/>
                    <a:pt x="4685" y="17296"/>
                    <a:pt x="4695" y="17262"/>
                  </a:cubicBezTo>
                  <a:cubicBezTo>
                    <a:pt x="4709" y="17211"/>
                    <a:pt x="4656" y="17182"/>
                    <a:pt x="4592" y="17182"/>
                  </a:cubicBezTo>
                  <a:cubicBezTo>
                    <a:pt x="4561" y="17182"/>
                    <a:pt x="4526" y="17189"/>
                    <a:pt x="4497" y="17205"/>
                  </a:cubicBezTo>
                  <a:lnTo>
                    <a:pt x="4510" y="17168"/>
                  </a:lnTo>
                  <a:cubicBezTo>
                    <a:pt x="4522" y="17133"/>
                    <a:pt x="4472" y="17074"/>
                    <a:pt x="4140" y="16995"/>
                  </a:cubicBezTo>
                  <a:cubicBezTo>
                    <a:pt x="3889" y="16889"/>
                    <a:pt x="3704" y="16804"/>
                    <a:pt x="3723" y="16770"/>
                  </a:cubicBezTo>
                  <a:cubicBezTo>
                    <a:pt x="3739" y="16738"/>
                    <a:pt x="3469" y="16676"/>
                    <a:pt x="3309" y="16672"/>
                  </a:cubicBezTo>
                  <a:cubicBezTo>
                    <a:pt x="3331" y="16641"/>
                    <a:pt x="3269" y="16610"/>
                    <a:pt x="3156" y="16535"/>
                  </a:cubicBezTo>
                  <a:cubicBezTo>
                    <a:pt x="2987" y="16422"/>
                    <a:pt x="2987" y="16422"/>
                    <a:pt x="3009" y="16390"/>
                  </a:cubicBezTo>
                  <a:cubicBezTo>
                    <a:pt x="3106" y="16365"/>
                    <a:pt x="3106" y="16365"/>
                    <a:pt x="2952" y="16353"/>
                  </a:cubicBezTo>
                  <a:cubicBezTo>
                    <a:pt x="2944" y="16355"/>
                    <a:pt x="2935" y="16356"/>
                    <a:pt x="2927" y="16356"/>
                  </a:cubicBezTo>
                  <a:cubicBezTo>
                    <a:pt x="2826" y="16356"/>
                    <a:pt x="2715" y="16214"/>
                    <a:pt x="2758" y="16162"/>
                  </a:cubicBezTo>
                  <a:cubicBezTo>
                    <a:pt x="2780" y="16130"/>
                    <a:pt x="2730" y="16090"/>
                    <a:pt x="2623" y="16008"/>
                  </a:cubicBezTo>
                  <a:cubicBezTo>
                    <a:pt x="2545" y="15999"/>
                    <a:pt x="2448" y="15901"/>
                    <a:pt x="2351" y="15811"/>
                  </a:cubicBezTo>
                  <a:cubicBezTo>
                    <a:pt x="2258" y="15726"/>
                    <a:pt x="2223" y="15693"/>
                    <a:pt x="2197" y="15693"/>
                  </a:cubicBezTo>
                  <a:cubicBezTo>
                    <a:pt x="2181" y="15693"/>
                    <a:pt x="2168" y="15706"/>
                    <a:pt x="2147" y="15726"/>
                  </a:cubicBezTo>
                  <a:cubicBezTo>
                    <a:pt x="2131" y="15742"/>
                    <a:pt x="2116" y="15749"/>
                    <a:pt x="2101" y="15749"/>
                  </a:cubicBezTo>
                  <a:cubicBezTo>
                    <a:pt x="2062" y="15749"/>
                    <a:pt x="2020" y="15701"/>
                    <a:pt x="1953" y="15629"/>
                  </a:cubicBezTo>
                  <a:cubicBezTo>
                    <a:pt x="1906" y="15576"/>
                    <a:pt x="1862" y="15525"/>
                    <a:pt x="1890" y="15500"/>
                  </a:cubicBezTo>
                  <a:cubicBezTo>
                    <a:pt x="1877" y="15453"/>
                    <a:pt x="1855" y="15413"/>
                    <a:pt x="1827" y="15375"/>
                  </a:cubicBezTo>
                  <a:cubicBezTo>
                    <a:pt x="1780" y="15325"/>
                    <a:pt x="1743" y="15268"/>
                    <a:pt x="1771" y="15247"/>
                  </a:cubicBezTo>
                  <a:cubicBezTo>
                    <a:pt x="1755" y="15178"/>
                    <a:pt x="1724" y="15115"/>
                    <a:pt x="1680" y="15062"/>
                  </a:cubicBezTo>
                  <a:cubicBezTo>
                    <a:pt x="1595" y="14958"/>
                    <a:pt x="1520" y="14845"/>
                    <a:pt x="1555" y="14823"/>
                  </a:cubicBezTo>
                  <a:cubicBezTo>
                    <a:pt x="1531" y="14788"/>
                    <a:pt x="1522" y="14775"/>
                    <a:pt x="1511" y="14775"/>
                  </a:cubicBezTo>
                  <a:cubicBezTo>
                    <a:pt x="1504" y="14775"/>
                    <a:pt x="1497" y="14779"/>
                    <a:pt x="1486" y="14786"/>
                  </a:cubicBezTo>
                  <a:cubicBezTo>
                    <a:pt x="1481" y="14789"/>
                    <a:pt x="1475" y="14791"/>
                    <a:pt x="1468" y="14791"/>
                  </a:cubicBezTo>
                  <a:cubicBezTo>
                    <a:pt x="1432" y="14791"/>
                    <a:pt x="1368" y="14732"/>
                    <a:pt x="1273" y="14523"/>
                  </a:cubicBezTo>
                  <a:cubicBezTo>
                    <a:pt x="1213" y="14409"/>
                    <a:pt x="1128" y="14239"/>
                    <a:pt x="1090" y="14239"/>
                  </a:cubicBezTo>
                  <a:cubicBezTo>
                    <a:pt x="1088" y="14239"/>
                    <a:pt x="1086" y="14240"/>
                    <a:pt x="1084" y="14241"/>
                  </a:cubicBezTo>
                  <a:cubicBezTo>
                    <a:pt x="1053" y="14178"/>
                    <a:pt x="1053" y="14178"/>
                    <a:pt x="1088" y="14162"/>
                  </a:cubicBezTo>
                  <a:cubicBezTo>
                    <a:pt x="1157" y="14128"/>
                    <a:pt x="1088" y="14015"/>
                    <a:pt x="972" y="13918"/>
                  </a:cubicBezTo>
                  <a:cubicBezTo>
                    <a:pt x="968" y="13919"/>
                    <a:pt x="964" y="13920"/>
                    <a:pt x="960" y="13920"/>
                  </a:cubicBezTo>
                  <a:cubicBezTo>
                    <a:pt x="929" y="13920"/>
                    <a:pt x="910" y="13863"/>
                    <a:pt x="922" y="13792"/>
                  </a:cubicBezTo>
                  <a:cubicBezTo>
                    <a:pt x="903" y="13749"/>
                    <a:pt x="871" y="13711"/>
                    <a:pt x="837" y="13680"/>
                  </a:cubicBezTo>
                  <a:cubicBezTo>
                    <a:pt x="777" y="13629"/>
                    <a:pt x="774" y="13629"/>
                    <a:pt x="762" y="13492"/>
                  </a:cubicBezTo>
                  <a:cubicBezTo>
                    <a:pt x="796" y="13479"/>
                    <a:pt x="774" y="13416"/>
                    <a:pt x="759" y="13351"/>
                  </a:cubicBezTo>
                  <a:cubicBezTo>
                    <a:pt x="724" y="13291"/>
                    <a:pt x="652" y="13081"/>
                    <a:pt x="599" y="12877"/>
                  </a:cubicBezTo>
                  <a:cubicBezTo>
                    <a:pt x="561" y="12667"/>
                    <a:pt x="536" y="12467"/>
                    <a:pt x="549" y="12429"/>
                  </a:cubicBezTo>
                  <a:cubicBezTo>
                    <a:pt x="502" y="12370"/>
                    <a:pt x="495" y="12370"/>
                    <a:pt x="492" y="12301"/>
                  </a:cubicBezTo>
                  <a:cubicBezTo>
                    <a:pt x="558" y="12229"/>
                    <a:pt x="524" y="12169"/>
                    <a:pt x="455" y="12169"/>
                  </a:cubicBezTo>
                  <a:cubicBezTo>
                    <a:pt x="452" y="12169"/>
                    <a:pt x="449" y="12169"/>
                    <a:pt x="445" y="12169"/>
                  </a:cubicBezTo>
                  <a:lnTo>
                    <a:pt x="448" y="12238"/>
                  </a:lnTo>
                  <a:lnTo>
                    <a:pt x="455" y="12304"/>
                  </a:lnTo>
                  <a:cubicBezTo>
                    <a:pt x="453" y="12304"/>
                    <a:pt x="451" y="12304"/>
                    <a:pt x="450" y="12304"/>
                  </a:cubicBezTo>
                  <a:cubicBezTo>
                    <a:pt x="379" y="12304"/>
                    <a:pt x="366" y="12106"/>
                    <a:pt x="477" y="12097"/>
                  </a:cubicBezTo>
                  <a:cubicBezTo>
                    <a:pt x="549" y="12025"/>
                    <a:pt x="549" y="12025"/>
                    <a:pt x="467" y="11962"/>
                  </a:cubicBezTo>
                  <a:cubicBezTo>
                    <a:pt x="386" y="11900"/>
                    <a:pt x="379" y="11828"/>
                    <a:pt x="455" y="11759"/>
                  </a:cubicBezTo>
                  <a:cubicBezTo>
                    <a:pt x="530" y="11759"/>
                    <a:pt x="530" y="11759"/>
                    <a:pt x="455" y="11693"/>
                  </a:cubicBezTo>
                  <a:cubicBezTo>
                    <a:pt x="311" y="11559"/>
                    <a:pt x="275" y="11351"/>
                    <a:pt x="411" y="11351"/>
                  </a:cubicBezTo>
                  <a:cubicBezTo>
                    <a:pt x="415" y="11351"/>
                    <a:pt x="419" y="11351"/>
                    <a:pt x="423" y="11351"/>
                  </a:cubicBezTo>
                  <a:cubicBezTo>
                    <a:pt x="425" y="11351"/>
                    <a:pt x="427" y="11351"/>
                    <a:pt x="428" y="11351"/>
                  </a:cubicBezTo>
                  <a:cubicBezTo>
                    <a:pt x="500" y="11351"/>
                    <a:pt x="539" y="11287"/>
                    <a:pt x="539" y="11223"/>
                  </a:cubicBezTo>
                  <a:cubicBezTo>
                    <a:pt x="549" y="11157"/>
                    <a:pt x="511" y="11154"/>
                    <a:pt x="473" y="11151"/>
                  </a:cubicBezTo>
                  <a:cubicBezTo>
                    <a:pt x="452" y="11165"/>
                    <a:pt x="437" y="11172"/>
                    <a:pt x="427" y="11172"/>
                  </a:cubicBezTo>
                  <a:cubicBezTo>
                    <a:pt x="399" y="11172"/>
                    <a:pt x="421" y="11110"/>
                    <a:pt x="489" y="11016"/>
                  </a:cubicBezTo>
                  <a:cubicBezTo>
                    <a:pt x="627" y="10825"/>
                    <a:pt x="633" y="10699"/>
                    <a:pt x="608" y="10486"/>
                  </a:cubicBezTo>
                  <a:cubicBezTo>
                    <a:pt x="597" y="10290"/>
                    <a:pt x="614" y="10130"/>
                    <a:pt x="636" y="10130"/>
                  </a:cubicBezTo>
                  <a:cubicBezTo>
                    <a:pt x="645" y="10130"/>
                    <a:pt x="655" y="10158"/>
                    <a:pt x="665" y="10223"/>
                  </a:cubicBezTo>
                  <a:cubicBezTo>
                    <a:pt x="687" y="10299"/>
                    <a:pt x="698" y="10337"/>
                    <a:pt x="702" y="10337"/>
                  </a:cubicBezTo>
                  <a:cubicBezTo>
                    <a:pt x="707" y="10337"/>
                    <a:pt x="705" y="10302"/>
                    <a:pt x="702" y="10232"/>
                  </a:cubicBezTo>
                  <a:cubicBezTo>
                    <a:pt x="724" y="10101"/>
                    <a:pt x="777" y="9975"/>
                    <a:pt x="793" y="9913"/>
                  </a:cubicBezTo>
                  <a:cubicBezTo>
                    <a:pt x="815" y="9847"/>
                    <a:pt x="799" y="9772"/>
                    <a:pt x="765" y="9759"/>
                  </a:cubicBezTo>
                  <a:cubicBezTo>
                    <a:pt x="856" y="9718"/>
                    <a:pt x="928" y="9606"/>
                    <a:pt x="915" y="9455"/>
                  </a:cubicBezTo>
                  <a:lnTo>
                    <a:pt x="969" y="9333"/>
                  </a:lnTo>
                  <a:cubicBezTo>
                    <a:pt x="994" y="9270"/>
                    <a:pt x="994" y="9270"/>
                    <a:pt x="987" y="9192"/>
                  </a:cubicBezTo>
                  <a:cubicBezTo>
                    <a:pt x="978" y="9114"/>
                    <a:pt x="1037" y="9067"/>
                    <a:pt x="1106" y="9026"/>
                  </a:cubicBezTo>
                  <a:cubicBezTo>
                    <a:pt x="1172" y="8985"/>
                    <a:pt x="1238" y="8944"/>
                    <a:pt x="1204" y="8926"/>
                  </a:cubicBezTo>
                  <a:cubicBezTo>
                    <a:pt x="1172" y="8907"/>
                    <a:pt x="1204" y="8772"/>
                    <a:pt x="1204" y="8694"/>
                  </a:cubicBezTo>
                  <a:cubicBezTo>
                    <a:pt x="1204" y="8643"/>
                    <a:pt x="1229" y="8609"/>
                    <a:pt x="1248" y="8609"/>
                  </a:cubicBezTo>
                  <a:cubicBezTo>
                    <a:pt x="1260" y="8609"/>
                    <a:pt x="1269" y="8622"/>
                    <a:pt x="1269" y="8653"/>
                  </a:cubicBezTo>
                  <a:cubicBezTo>
                    <a:pt x="1280" y="8659"/>
                    <a:pt x="1286" y="8662"/>
                    <a:pt x="1293" y="8662"/>
                  </a:cubicBezTo>
                  <a:cubicBezTo>
                    <a:pt x="1310" y="8662"/>
                    <a:pt x="1328" y="8642"/>
                    <a:pt x="1401" y="8578"/>
                  </a:cubicBezTo>
                  <a:cubicBezTo>
                    <a:pt x="1439" y="8521"/>
                    <a:pt x="1514" y="8412"/>
                    <a:pt x="1482" y="8390"/>
                  </a:cubicBezTo>
                  <a:cubicBezTo>
                    <a:pt x="1451" y="8368"/>
                    <a:pt x="1680" y="8033"/>
                    <a:pt x="1761" y="8011"/>
                  </a:cubicBezTo>
                  <a:lnTo>
                    <a:pt x="1849" y="7907"/>
                  </a:lnTo>
                  <a:cubicBezTo>
                    <a:pt x="1890" y="7857"/>
                    <a:pt x="1906" y="7779"/>
                    <a:pt x="1949" y="7729"/>
                  </a:cubicBezTo>
                  <a:cubicBezTo>
                    <a:pt x="1978" y="7691"/>
                    <a:pt x="2000" y="7647"/>
                    <a:pt x="2015" y="7603"/>
                  </a:cubicBezTo>
                  <a:cubicBezTo>
                    <a:pt x="2052" y="7563"/>
                    <a:pt x="2092" y="7526"/>
                    <a:pt x="2119" y="7526"/>
                  </a:cubicBezTo>
                  <a:cubicBezTo>
                    <a:pt x="2126" y="7526"/>
                    <a:pt x="2132" y="7528"/>
                    <a:pt x="2137" y="7534"/>
                  </a:cubicBezTo>
                  <a:cubicBezTo>
                    <a:pt x="2135" y="7456"/>
                    <a:pt x="2134" y="7437"/>
                    <a:pt x="2183" y="7437"/>
                  </a:cubicBezTo>
                  <a:cubicBezTo>
                    <a:pt x="2196" y="7437"/>
                    <a:pt x="2213" y="7438"/>
                    <a:pt x="2235" y="7440"/>
                  </a:cubicBezTo>
                  <a:cubicBezTo>
                    <a:pt x="2257" y="7462"/>
                    <a:pt x="2269" y="7475"/>
                    <a:pt x="2276" y="7475"/>
                  </a:cubicBezTo>
                  <a:cubicBezTo>
                    <a:pt x="2285" y="7475"/>
                    <a:pt x="2283" y="7450"/>
                    <a:pt x="2282" y="7390"/>
                  </a:cubicBezTo>
                  <a:cubicBezTo>
                    <a:pt x="2307" y="7315"/>
                    <a:pt x="2307" y="7315"/>
                    <a:pt x="2379" y="7296"/>
                  </a:cubicBezTo>
                  <a:cubicBezTo>
                    <a:pt x="2384" y="7302"/>
                    <a:pt x="2391" y="7305"/>
                    <a:pt x="2399" y="7305"/>
                  </a:cubicBezTo>
                  <a:cubicBezTo>
                    <a:pt x="2423" y="7305"/>
                    <a:pt x="2449" y="7274"/>
                    <a:pt x="2432" y="7252"/>
                  </a:cubicBezTo>
                  <a:cubicBezTo>
                    <a:pt x="2435" y="7170"/>
                    <a:pt x="2535" y="7042"/>
                    <a:pt x="2592" y="7042"/>
                  </a:cubicBezTo>
                  <a:cubicBezTo>
                    <a:pt x="2602" y="7042"/>
                    <a:pt x="2610" y="7046"/>
                    <a:pt x="2617" y="7055"/>
                  </a:cubicBezTo>
                  <a:cubicBezTo>
                    <a:pt x="2655" y="7023"/>
                    <a:pt x="2683" y="6983"/>
                    <a:pt x="2702" y="6939"/>
                  </a:cubicBezTo>
                  <a:cubicBezTo>
                    <a:pt x="2707" y="6880"/>
                    <a:pt x="2709" y="6855"/>
                    <a:pt x="2718" y="6855"/>
                  </a:cubicBezTo>
                  <a:cubicBezTo>
                    <a:pt x="2725" y="6855"/>
                    <a:pt x="2736" y="6869"/>
                    <a:pt x="2755" y="6895"/>
                  </a:cubicBezTo>
                  <a:cubicBezTo>
                    <a:pt x="2770" y="6897"/>
                    <a:pt x="2785" y="6899"/>
                    <a:pt x="2798" y="6899"/>
                  </a:cubicBezTo>
                  <a:cubicBezTo>
                    <a:pt x="2869" y="6899"/>
                    <a:pt x="2911" y="6863"/>
                    <a:pt x="2924" y="6779"/>
                  </a:cubicBezTo>
                  <a:cubicBezTo>
                    <a:pt x="2949" y="6738"/>
                    <a:pt x="2990" y="6710"/>
                    <a:pt x="3040" y="6704"/>
                  </a:cubicBezTo>
                  <a:cubicBezTo>
                    <a:pt x="3137" y="6669"/>
                    <a:pt x="3234" y="6622"/>
                    <a:pt x="3325" y="6569"/>
                  </a:cubicBezTo>
                  <a:cubicBezTo>
                    <a:pt x="3422" y="6519"/>
                    <a:pt x="3491" y="6469"/>
                    <a:pt x="3444" y="6453"/>
                  </a:cubicBezTo>
                  <a:lnTo>
                    <a:pt x="3560" y="6384"/>
                  </a:lnTo>
                  <a:cubicBezTo>
                    <a:pt x="3695" y="6350"/>
                    <a:pt x="3751" y="6315"/>
                    <a:pt x="3792" y="6249"/>
                  </a:cubicBezTo>
                  <a:lnTo>
                    <a:pt x="3833" y="6184"/>
                  </a:lnTo>
                  <a:cubicBezTo>
                    <a:pt x="3842" y="6199"/>
                    <a:pt x="3865" y="6207"/>
                    <a:pt x="3892" y="6207"/>
                  </a:cubicBezTo>
                  <a:cubicBezTo>
                    <a:pt x="3921" y="6207"/>
                    <a:pt x="3956" y="6198"/>
                    <a:pt x="3986" y="6180"/>
                  </a:cubicBezTo>
                  <a:cubicBezTo>
                    <a:pt x="4043" y="6149"/>
                    <a:pt x="4043" y="6149"/>
                    <a:pt x="4024" y="6115"/>
                  </a:cubicBezTo>
                  <a:cubicBezTo>
                    <a:pt x="3949" y="6115"/>
                    <a:pt x="4005" y="6083"/>
                    <a:pt x="4065" y="6049"/>
                  </a:cubicBezTo>
                  <a:cubicBezTo>
                    <a:pt x="4094" y="6031"/>
                    <a:pt x="4128" y="6023"/>
                    <a:pt x="4158" y="6023"/>
                  </a:cubicBezTo>
                  <a:cubicBezTo>
                    <a:pt x="4186" y="6023"/>
                    <a:pt x="4209" y="6030"/>
                    <a:pt x="4218" y="6046"/>
                  </a:cubicBezTo>
                  <a:lnTo>
                    <a:pt x="4275" y="6014"/>
                  </a:lnTo>
                  <a:cubicBezTo>
                    <a:pt x="4249" y="5965"/>
                    <a:pt x="4274" y="5934"/>
                    <a:pt x="4296" y="5934"/>
                  </a:cubicBezTo>
                  <a:cubicBezTo>
                    <a:pt x="4303" y="5934"/>
                    <a:pt x="4311" y="5937"/>
                    <a:pt x="4315" y="5945"/>
                  </a:cubicBezTo>
                  <a:cubicBezTo>
                    <a:pt x="4384" y="5942"/>
                    <a:pt x="4453" y="5917"/>
                    <a:pt x="4510" y="5880"/>
                  </a:cubicBezTo>
                  <a:cubicBezTo>
                    <a:pt x="4500" y="5862"/>
                    <a:pt x="4514" y="5854"/>
                    <a:pt x="4524" y="5854"/>
                  </a:cubicBezTo>
                  <a:cubicBezTo>
                    <a:pt x="4533" y="5854"/>
                    <a:pt x="4538" y="5862"/>
                    <a:pt x="4510" y="5880"/>
                  </a:cubicBezTo>
                  <a:lnTo>
                    <a:pt x="4529" y="5911"/>
                  </a:lnTo>
                  <a:cubicBezTo>
                    <a:pt x="4604" y="5911"/>
                    <a:pt x="4585" y="5880"/>
                    <a:pt x="4566" y="5845"/>
                  </a:cubicBezTo>
                  <a:lnTo>
                    <a:pt x="4682" y="5779"/>
                  </a:lnTo>
                  <a:cubicBezTo>
                    <a:pt x="4742" y="5745"/>
                    <a:pt x="4801" y="5710"/>
                    <a:pt x="4723" y="5710"/>
                  </a:cubicBezTo>
                  <a:cubicBezTo>
                    <a:pt x="4704" y="5679"/>
                    <a:pt x="4685" y="5645"/>
                    <a:pt x="4745" y="5613"/>
                  </a:cubicBezTo>
                  <a:cubicBezTo>
                    <a:pt x="4735" y="5596"/>
                    <a:pt x="4749" y="5587"/>
                    <a:pt x="4759" y="5587"/>
                  </a:cubicBezTo>
                  <a:cubicBezTo>
                    <a:pt x="4768" y="5587"/>
                    <a:pt x="4773" y="5596"/>
                    <a:pt x="4745" y="5613"/>
                  </a:cubicBezTo>
                  <a:cubicBezTo>
                    <a:pt x="4758" y="5635"/>
                    <a:pt x="4771" y="5659"/>
                    <a:pt x="4798" y="5659"/>
                  </a:cubicBezTo>
                  <a:cubicBezTo>
                    <a:pt x="4809" y="5659"/>
                    <a:pt x="4822" y="5655"/>
                    <a:pt x="4839" y="5645"/>
                  </a:cubicBezTo>
                  <a:cubicBezTo>
                    <a:pt x="4859" y="5633"/>
                    <a:pt x="4874" y="5629"/>
                    <a:pt x="4886" y="5629"/>
                  </a:cubicBezTo>
                  <a:cubicBezTo>
                    <a:pt x="4909" y="5629"/>
                    <a:pt x="4917" y="5645"/>
                    <a:pt x="4917" y="5645"/>
                  </a:cubicBezTo>
                  <a:cubicBezTo>
                    <a:pt x="4912" y="5666"/>
                    <a:pt x="4919" y="5674"/>
                    <a:pt x="4932" y="5674"/>
                  </a:cubicBezTo>
                  <a:cubicBezTo>
                    <a:pt x="4980" y="5674"/>
                    <a:pt x="5117" y="5561"/>
                    <a:pt x="5149" y="5510"/>
                  </a:cubicBezTo>
                  <a:cubicBezTo>
                    <a:pt x="5202" y="5419"/>
                    <a:pt x="5246" y="5374"/>
                    <a:pt x="5281" y="5374"/>
                  </a:cubicBezTo>
                  <a:cubicBezTo>
                    <a:pt x="5297" y="5374"/>
                    <a:pt x="5312" y="5385"/>
                    <a:pt x="5325" y="5406"/>
                  </a:cubicBezTo>
                  <a:cubicBezTo>
                    <a:pt x="5331" y="5418"/>
                    <a:pt x="5340" y="5424"/>
                    <a:pt x="5349" y="5424"/>
                  </a:cubicBezTo>
                  <a:cubicBezTo>
                    <a:pt x="5388" y="5424"/>
                    <a:pt x="5441" y="5316"/>
                    <a:pt x="5444" y="5209"/>
                  </a:cubicBezTo>
                  <a:lnTo>
                    <a:pt x="5444" y="5074"/>
                  </a:lnTo>
                  <a:lnTo>
                    <a:pt x="5500" y="5174"/>
                  </a:lnTo>
                  <a:cubicBezTo>
                    <a:pt x="5558" y="5217"/>
                    <a:pt x="5591" y="5240"/>
                    <a:pt x="5621" y="5240"/>
                  </a:cubicBezTo>
                  <a:cubicBezTo>
                    <a:pt x="5660" y="5240"/>
                    <a:pt x="5693" y="5200"/>
                    <a:pt x="5770" y="5106"/>
                  </a:cubicBezTo>
                  <a:cubicBezTo>
                    <a:pt x="5834" y="5041"/>
                    <a:pt x="5857" y="5018"/>
                    <a:pt x="5869" y="5018"/>
                  </a:cubicBezTo>
                  <a:cubicBezTo>
                    <a:pt x="5876" y="5018"/>
                    <a:pt x="5880" y="5025"/>
                    <a:pt x="5885" y="5037"/>
                  </a:cubicBezTo>
                  <a:cubicBezTo>
                    <a:pt x="5890" y="5045"/>
                    <a:pt x="5898" y="5050"/>
                    <a:pt x="5909" y="5050"/>
                  </a:cubicBezTo>
                  <a:cubicBezTo>
                    <a:pt x="5942" y="5050"/>
                    <a:pt x="6008" y="5011"/>
                    <a:pt x="6139" y="4936"/>
                  </a:cubicBezTo>
                  <a:cubicBezTo>
                    <a:pt x="6312" y="4836"/>
                    <a:pt x="6371" y="4802"/>
                    <a:pt x="6352" y="4767"/>
                  </a:cubicBezTo>
                  <a:lnTo>
                    <a:pt x="6468" y="4701"/>
                  </a:lnTo>
                  <a:cubicBezTo>
                    <a:pt x="6481" y="4705"/>
                    <a:pt x="6494" y="4707"/>
                    <a:pt x="6506" y="4707"/>
                  </a:cubicBezTo>
                  <a:cubicBezTo>
                    <a:pt x="6588" y="4707"/>
                    <a:pt x="6650" y="4628"/>
                    <a:pt x="6566" y="4601"/>
                  </a:cubicBezTo>
                  <a:lnTo>
                    <a:pt x="6685" y="4532"/>
                  </a:lnTo>
                  <a:lnTo>
                    <a:pt x="6703" y="4567"/>
                  </a:lnTo>
                  <a:cubicBezTo>
                    <a:pt x="6706" y="4571"/>
                    <a:pt x="6710" y="4574"/>
                    <a:pt x="6718" y="4574"/>
                  </a:cubicBezTo>
                  <a:cubicBezTo>
                    <a:pt x="6762" y="4574"/>
                    <a:pt x="6907" y="4492"/>
                    <a:pt x="7302" y="4263"/>
                  </a:cubicBezTo>
                  <a:cubicBezTo>
                    <a:pt x="7825" y="3959"/>
                    <a:pt x="7885" y="3927"/>
                    <a:pt x="7847" y="3861"/>
                  </a:cubicBezTo>
                  <a:cubicBezTo>
                    <a:pt x="7862" y="3796"/>
                    <a:pt x="7890" y="3759"/>
                    <a:pt x="7919" y="3759"/>
                  </a:cubicBezTo>
                  <a:cubicBezTo>
                    <a:pt x="7935" y="3759"/>
                    <a:pt x="7950" y="3769"/>
                    <a:pt x="7963" y="3792"/>
                  </a:cubicBezTo>
                  <a:cubicBezTo>
                    <a:pt x="7972" y="3809"/>
                    <a:pt x="7996" y="3817"/>
                    <a:pt x="8015" y="3817"/>
                  </a:cubicBezTo>
                  <a:cubicBezTo>
                    <a:pt x="8035" y="3817"/>
                    <a:pt x="8051" y="3809"/>
                    <a:pt x="8042" y="3792"/>
                  </a:cubicBezTo>
                  <a:cubicBezTo>
                    <a:pt x="8042" y="3792"/>
                    <a:pt x="8157" y="3724"/>
                    <a:pt x="8233" y="3724"/>
                  </a:cubicBezTo>
                  <a:cubicBezTo>
                    <a:pt x="8446" y="3689"/>
                    <a:pt x="8487" y="3623"/>
                    <a:pt x="8468" y="3589"/>
                  </a:cubicBezTo>
                  <a:cubicBezTo>
                    <a:pt x="8371" y="3557"/>
                    <a:pt x="8449" y="3557"/>
                    <a:pt x="8524" y="3554"/>
                  </a:cubicBezTo>
                  <a:cubicBezTo>
                    <a:pt x="8602" y="3554"/>
                    <a:pt x="8678" y="3554"/>
                    <a:pt x="8659" y="3520"/>
                  </a:cubicBezTo>
                  <a:cubicBezTo>
                    <a:pt x="8695" y="3462"/>
                    <a:pt x="8953" y="3273"/>
                    <a:pt x="9041" y="3273"/>
                  </a:cubicBezTo>
                  <a:cubicBezTo>
                    <a:pt x="9053" y="3273"/>
                    <a:pt x="9062" y="3277"/>
                    <a:pt x="9066" y="3285"/>
                  </a:cubicBezTo>
                  <a:lnTo>
                    <a:pt x="9182" y="3219"/>
                  </a:lnTo>
                  <a:cubicBezTo>
                    <a:pt x="9163" y="3185"/>
                    <a:pt x="9283" y="3119"/>
                    <a:pt x="9398" y="3050"/>
                  </a:cubicBezTo>
                  <a:cubicBezTo>
                    <a:pt x="9483" y="3002"/>
                    <a:pt x="9536" y="2970"/>
                    <a:pt x="9566" y="2970"/>
                  </a:cubicBezTo>
                  <a:cubicBezTo>
                    <a:pt x="9577" y="2970"/>
                    <a:pt x="9585" y="2975"/>
                    <a:pt x="9590" y="2984"/>
                  </a:cubicBezTo>
                  <a:cubicBezTo>
                    <a:pt x="9577" y="3007"/>
                    <a:pt x="9575" y="3018"/>
                    <a:pt x="9582" y="3018"/>
                  </a:cubicBezTo>
                  <a:cubicBezTo>
                    <a:pt x="9596" y="3018"/>
                    <a:pt x="9642" y="2980"/>
                    <a:pt x="9706" y="2915"/>
                  </a:cubicBezTo>
                  <a:cubicBezTo>
                    <a:pt x="9765" y="2881"/>
                    <a:pt x="9787" y="2783"/>
                    <a:pt x="9843" y="2749"/>
                  </a:cubicBezTo>
                  <a:cubicBezTo>
                    <a:pt x="9825" y="2714"/>
                    <a:pt x="9865" y="2649"/>
                    <a:pt x="9925" y="2614"/>
                  </a:cubicBezTo>
                  <a:lnTo>
                    <a:pt x="9944" y="2649"/>
                  </a:lnTo>
                  <a:lnTo>
                    <a:pt x="9978" y="2714"/>
                  </a:lnTo>
                  <a:cubicBezTo>
                    <a:pt x="10038" y="2680"/>
                    <a:pt x="10097" y="2645"/>
                    <a:pt x="10079" y="2614"/>
                  </a:cubicBezTo>
                  <a:cubicBezTo>
                    <a:pt x="10154" y="2614"/>
                    <a:pt x="10213" y="2580"/>
                    <a:pt x="10329" y="2511"/>
                  </a:cubicBezTo>
                  <a:cubicBezTo>
                    <a:pt x="10445" y="2445"/>
                    <a:pt x="10561" y="2376"/>
                    <a:pt x="10602" y="2310"/>
                  </a:cubicBezTo>
                  <a:cubicBezTo>
                    <a:pt x="10609" y="2312"/>
                    <a:pt x="10617" y="2313"/>
                    <a:pt x="10626" y="2313"/>
                  </a:cubicBezTo>
                  <a:cubicBezTo>
                    <a:pt x="10744" y="2313"/>
                    <a:pt x="11048" y="2134"/>
                    <a:pt x="11066" y="2041"/>
                  </a:cubicBezTo>
                  <a:cubicBezTo>
                    <a:pt x="11047" y="2009"/>
                    <a:pt x="11106" y="1975"/>
                    <a:pt x="11182" y="1975"/>
                  </a:cubicBezTo>
                  <a:cubicBezTo>
                    <a:pt x="11260" y="1975"/>
                    <a:pt x="11260" y="1975"/>
                    <a:pt x="11301" y="1906"/>
                  </a:cubicBezTo>
                  <a:cubicBezTo>
                    <a:pt x="11338" y="1840"/>
                    <a:pt x="11417" y="1840"/>
                    <a:pt x="11492" y="1840"/>
                  </a:cubicBezTo>
                  <a:cubicBezTo>
                    <a:pt x="11517" y="1848"/>
                    <a:pt x="11539" y="1852"/>
                    <a:pt x="11559" y="1852"/>
                  </a:cubicBezTo>
                  <a:cubicBezTo>
                    <a:pt x="11617" y="1852"/>
                    <a:pt x="11656" y="1820"/>
                    <a:pt x="11686" y="1771"/>
                  </a:cubicBezTo>
                  <a:cubicBezTo>
                    <a:pt x="11768" y="1693"/>
                    <a:pt x="11859" y="1624"/>
                    <a:pt x="11959" y="1571"/>
                  </a:cubicBezTo>
                  <a:cubicBezTo>
                    <a:pt x="12056" y="1470"/>
                    <a:pt x="12115" y="1436"/>
                    <a:pt x="12037" y="1436"/>
                  </a:cubicBezTo>
                  <a:cubicBezTo>
                    <a:pt x="12018" y="1405"/>
                    <a:pt x="12059" y="1336"/>
                    <a:pt x="12059" y="1336"/>
                  </a:cubicBezTo>
                  <a:cubicBezTo>
                    <a:pt x="12107" y="1286"/>
                    <a:pt x="12136" y="1269"/>
                    <a:pt x="12146" y="1269"/>
                  </a:cubicBezTo>
                  <a:cubicBezTo>
                    <a:pt x="12156" y="1269"/>
                    <a:pt x="12146" y="1287"/>
                    <a:pt x="12115" y="1304"/>
                  </a:cubicBezTo>
                  <a:cubicBezTo>
                    <a:pt x="12058" y="1364"/>
                    <a:pt x="12055" y="1376"/>
                    <a:pt x="12078" y="1376"/>
                  </a:cubicBezTo>
                  <a:cubicBezTo>
                    <a:pt x="12094" y="1376"/>
                    <a:pt x="12122" y="1370"/>
                    <a:pt x="12153" y="1370"/>
                  </a:cubicBezTo>
                  <a:cubicBezTo>
                    <a:pt x="12231" y="1370"/>
                    <a:pt x="12344" y="1298"/>
                    <a:pt x="12407" y="1270"/>
                  </a:cubicBezTo>
                  <a:lnTo>
                    <a:pt x="12648" y="1144"/>
                  </a:lnTo>
                  <a:cubicBezTo>
                    <a:pt x="12846" y="1085"/>
                    <a:pt x="12905" y="1057"/>
                    <a:pt x="12890" y="1022"/>
                  </a:cubicBezTo>
                  <a:cubicBezTo>
                    <a:pt x="12883" y="1008"/>
                    <a:pt x="12878" y="996"/>
                    <a:pt x="12874" y="988"/>
                  </a:cubicBezTo>
                  <a:lnTo>
                    <a:pt x="12874" y="988"/>
                  </a:lnTo>
                  <a:cubicBezTo>
                    <a:pt x="12880" y="990"/>
                    <a:pt x="12889" y="991"/>
                    <a:pt x="12900" y="991"/>
                  </a:cubicBezTo>
                  <a:cubicBezTo>
                    <a:pt x="12973" y="991"/>
                    <a:pt x="13143" y="941"/>
                    <a:pt x="13306" y="878"/>
                  </a:cubicBezTo>
                  <a:cubicBezTo>
                    <a:pt x="13494" y="793"/>
                    <a:pt x="13689" y="743"/>
                    <a:pt x="13711" y="690"/>
                  </a:cubicBezTo>
                  <a:lnTo>
                    <a:pt x="13720" y="728"/>
                  </a:lnTo>
                  <a:cubicBezTo>
                    <a:pt x="13725" y="741"/>
                    <a:pt x="13737" y="747"/>
                    <a:pt x="13758" y="747"/>
                  </a:cubicBezTo>
                  <a:cubicBezTo>
                    <a:pt x="13791" y="747"/>
                    <a:pt x="13846" y="732"/>
                    <a:pt x="13927" y="709"/>
                  </a:cubicBezTo>
                  <a:cubicBezTo>
                    <a:pt x="14096" y="649"/>
                    <a:pt x="14272" y="605"/>
                    <a:pt x="14450" y="571"/>
                  </a:cubicBezTo>
                  <a:cubicBezTo>
                    <a:pt x="14717" y="530"/>
                    <a:pt x="14923" y="530"/>
                    <a:pt x="14920" y="486"/>
                  </a:cubicBezTo>
                  <a:cubicBezTo>
                    <a:pt x="14940" y="484"/>
                    <a:pt x="14954" y="483"/>
                    <a:pt x="14964" y="483"/>
                  </a:cubicBezTo>
                  <a:cubicBezTo>
                    <a:pt x="14989" y="483"/>
                    <a:pt x="14989" y="491"/>
                    <a:pt x="14989" y="518"/>
                  </a:cubicBezTo>
                  <a:cubicBezTo>
                    <a:pt x="14944" y="548"/>
                    <a:pt x="14962" y="556"/>
                    <a:pt x="15000" y="556"/>
                  </a:cubicBezTo>
                  <a:cubicBezTo>
                    <a:pt x="15017" y="556"/>
                    <a:pt x="15038" y="554"/>
                    <a:pt x="15058" y="552"/>
                  </a:cubicBezTo>
                  <a:cubicBezTo>
                    <a:pt x="15124" y="546"/>
                    <a:pt x="15124" y="508"/>
                    <a:pt x="15124" y="471"/>
                  </a:cubicBezTo>
                  <a:cubicBezTo>
                    <a:pt x="15124" y="453"/>
                    <a:pt x="15139" y="444"/>
                    <a:pt x="15169" y="444"/>
                  </a:cubicBezTo>
                  <a:cubicBezTo>
                    <a:pt x="15203" y="444"/>
                    <a:pt x="15256" y="455"/>
                    <a:pt x="15328" y="477"/>
                  </a:cubicBezTo>
                  <a:cubicBezTo>
                    <a:pt x="15417" y="503"/>
                    <a:pt x="15561" y="514"/>
                    <a:pt x="15689" y="514"/>
                  </a:cubicBezTo>
                  <a:cubicBezTo>
                    <a:pt x="15759" y="514"/>
                    <a:pt x="15824" y="511"/>
                    <a:pt x="15873" y="505"/>
                  </a:cubicBezTo>
                  <a:cubicBezTo>
                    <a:pt x="15942" y="515"/>
                    <a:pt x="16008" y="524"/>
                    <a:pt x="16005" y="562"/>
                  </a:cubicBezTo>
                  <a:cubicBezTo>
                    <a:pt x="16070" y="606"/>
                    <a:pt x="16146" y="629"/>
                    <a:pt x="16223" y="629"/>
                  </a:cubicBezTo>
                  <a:cubicBezTo>
                    <a:pt x="16261" y="629"/>
                    <a:pt x="16299" y="623"/>
                    <a:pt x="16337" y="612"/>
                  </a:cubicBezTo>
                  <a:cubicBezTo>
                    <a:pt x="16406" y="624"/>
                    <a:pt x="16406" y="624"/>
                    <a:pt x="16396" y="662"/>
                  </a:cubicBezTo>
                  <a:cubicBezTo>
                    <a:pt x="16434" y="694"/>
                    <a:pt x="16444" y="720"/>
                    <a:pt x="16467" y="720"/>
                  </a:cubicBezTo>
                  <a:cubicBezTo>
                    <a:pt x="16481" y="720"/>
                    <a:pt x="16498" y="712"/>
                    <a:pt x="16528" y="690"/>
                  </a:cubicBezTo>
                  <a:cubicBezTo>
                    <a:pt x="16541" y="689"/>
                    <a:pt x="16554" y="689"/>
                    <a:pt x="16567" y="689"/>
                  </a:cubicBezTo>
                  <a:cubicBezTo>
                    <a:pt x="16635" y="689"/>
                    <a:pt x="16700" y="696"/>
                    <a:pt x="16766" y="712"/>
                  </a:cubicBezTo>
                  <a:cubicBezTo>
                    <a:pt x="16841" y="734"/>
                    <a:pt x="16916" y="768"/>
                    <a:pt x="16982" y="812"/>
                  </a:cubicBezTo>
                  <a:cubicBezTo>
                    <a:pt x="17022" y="824"/>
                    <a:pt x="17060" y="836"/>
                    <a:pt x="17087" y="836"/>
                  </a:cubicBezTo>
                  <a:cubicBezTo>
                    <a:pt x="17105" y="836"/>
                    <a:pt x="17118" y="830"/>
                    <a:pt x="17123" y="815"/>
                  </a:cubicBezTo>
                  <a:cubicBezTo>
                    <a:pt x="17132" y="791"/>
                    <a:pt x="17141" y="765"/>
                    <a:pt x="17141" y="765"/>
                  </a:cubicBezTo>
                  <a:lnTo>
                    <a:pt x="17141" y="765"/>
                  </a:lnTo>
                  <a:cubicBezTo>
                    <a:pt x="17141" y="765"/>
                    <a:pt x="17140" y="770"/>
                    <a:pt x="17136" y="781"/>
                  </a:cubicBezTo>
                  <a:cubicBezTo>
                    <a:pt x="17159" y="833"/>
                    <a:pt x="17168" y="855"/>
                    <a:pt x="17189" y="855"/>
                  </a:cubicBezTo>
                  <a:cubicBezTo>
                    <a:pt x="17204" y="855"/>
                    <a:pt x="17226" y="843"/>
                    <a:pt x="17264" y="822"/>
                  </a:cubicBezTo>
                  <a:cubicBezTo>
                    <a:pt x="17270" y="809"/>
                    <a:pt x="17283" y="803"/>
                    <a:pt x="17295" y="803"/>
                  </a:cubicBezTo>
                  <a:cubicBezTo>
                    <a:pt x="17317" y="803"/>
                    <a:pt x="17340" y="820"/>
                    <a:pt x="17330" y="844"/>
                  </a:cubicBezTo>
                  <a:cubicBezTo>
                    <a:pt x="17358" y="881"/>
                    <a:pt x="17399" y="913"/>
                    <a:pt x="17440" y="931"/>
                  </a:cubicBezTo>
                  <a:cubicBezTo>
                    <a:pt x="17502" y="963"/>
                    <a:pt x="17835" y="1044"/>
                    <a:pt x="18129" y="1220"/>
                  </a:cubicBezTo>
                  <a:cubicBezTo>
                    <a:pt x="18374" y="1342"/>
                    <a:pt x="18518" y="1464"/>
                    <a:pt x="18621" y="1524"/>
                  </a:cubicBezTo>
                  <a:cubicBezTo>
                    <a:pt x="18703" y="1573"/>
                    <a:pt x="18750" y="1597"/>
                    <a:pt x="18772" y="1597"/>
                  </a:cubicBezTo>
                  <a:cubicBezTo>
                    <a:pt x="18778" y="1597"/>
                    <a:pt x="18782" y="1596"/>
                    <a:pt x="18784" y="1593"/>
                  </a:cubicBezTo>
                  <a:cubicBezTo>
                    <a:pt x="18863" y="1599"/>
                    <a:pt x="18859" y="1605"/>
                    <a:pt x="18891" y="1677"/>
                  </a:cubicBezTo>
                  <a:cubicBezTo>
                    <a:pt x="18919" y="1743"/>
                    <a:pt x="18966" y="1796"/>
                    <a:pt x="19022" y="1837"/>
                  </a:cubicBezTo>
                  <a:cubicBezTo>
                    <a:pt x="19076" y="1881"/>
                    <a:pt x="19129" y="1925"/>
                    <a:pt x="19104" y="1953"/>
                  </a:cubicBezTo>
                  <a:cubicBezTo>
                    <a:pt x="19179" y="1969"/>
                    <a:pt x="19179" y="1969"/>
                    <a:pt x="19232" y="2012"/>
                  </a:cubicBezTo>
                  <a:cubicBezTo>
                    <a:pt x="19207" y="2041"/>
                    <a:pt x="19254" y="2088"/>
                    <a:pt x="19330" y="2110"/>
                  </a:cubicBezTo>
                  <a:cubicBezTo>
                    <a:pt x="19355" y="2108"/>
                    <a:pt x="19374" y="2107"/>
                    <a:pt x="19387" y="2107"/>
                  </a:cubicBezTo>
                  <a:cubicBezTo>
                    <a:pt x="19426" y="2107"/>
                    <a:pt x="19416" y="2117"/>
                    <a:pt x="19377" y="2157"/>
                  </a:cubicBezTo>
                  <a:cubicBezTo>
                    <a:pt x="19353" y="2180"/>
                    <a:pt x="19428" y="2300"/>
                    <a:pt x="19443" y="2300"/>
                  </a:cubicBezTo>
                  <a:cubicBezTo>
                    <a:pt x="19446" y="2300"/>
                    <a:pt x="19446" y="2294"/>
                    <a:pt x="19442" y="2282"/>
                  </a:cubicBezTo>
                  <a:cubicBezTo>
                    <a:pt x="19446" y="2278"/>
                    <a:pt x="19450" y="2277"/>
                    <a:pt x="19456" y="2277"/>
                  </a:cubicBezTo>
                  <a:cubicBezTo>
                    <a:pt x="19494" y="2277"/>
                    <a:pt x="19577" y="2354"/>
                    <a:pt x="19643" y="2376"/>
                  </a:cubicBezTo>
                  <a:cubicBezTo>
                    <a:pt x="19690" y="2423"/>
                    <a:pt x="19731" y="2479"/>
                    <a:pt x="19702" y="2504"/>
                  </a:cubicBezTo>
                  <a:cubicBezTo>
                    <a:pt x="19715" y="2580"/>
                    <a:pt x="19956" y="2821"/>
                    <a:pt x="20031" y="2852"/>
                  </a:cubicBezTo>
                  <a:cubicBezTo>
                    <a:pt x="20036" y="2849"/>
                    <a:pt x="20041" y="2848"/>
                    <a:pt x="20046" y="2848"/>
                  </a:cubicBezTo>
                  <a:cubicBezTo>
                    <a:pt x="20073" y="2848"/>
                    <a:pt x="20096" y="2893"/>
                    <a:pt x="20069" y="2909"/>
                  </a:cubicBezTo>
                  <a:cubicBezTo>
                    <a:pt x="20038" y="2931"/>
                    <a:pt x="20075" y="2990"/>
                    <a:pt x="20110" y="3047"/>
                  </a:cubicBezTo>
                  <a:cubicBezTo>
                    <a:pt x="20179" y="3081"/>
                    <a:pt x="20147" y="3103"/>
                    <a:pt x="20116" y="3122"/>
                  </a:cubicBezTo>
                  <a:cubicBezTo>
                    <a:pt x="20103" y="3115"/>
                    <a:pt x="20093" y="3112"/>
                    <a:pt x="20087" y="3112"/>
                  </a:cubicBezTo>
                  <a:cubicBezTo>
                    <a:pt x="20063" y="3112"/>
                    <a:pt x="20099" y="3166"/>
                    <a:pt x="20157" y="3257"/>
                  </a:cubicBezTo>
                  <a:cubicBezTo>
                    <a:pt x="20216" y="3304"/>
                    <a:pt x="20267" y="3360"/>
                    <a:pt x="20301" y="3423"/>
                  </a:cubicBezTo>
                  <a:cubicBezTo>
                    <a:pt x="20354" y="3510"/>
                    <a:pt x="20408" y="3617"/>
                    <a:pt x="20451" y="3708"/>
                  </a:cubicBezTo>
                  <a:cubicBezTo>
                    <a:pt x="20614" y="4006"/>
                    <a:pt x="20652" y="4062"/>
                    <a:pt x="20777" y="4159"/>
                  </a:cubicBezTo>
                  <a:lnTo>
                    <a:pt x="20874" y="4197"/>
                  </a:lnTo>
                  <a:lnTo>
                    <a:pt x="20802" y="4222"/>
                  </a:lnTo>
                  <a:cubicBezTo>
                    <a:pt x="20768" y="4237"/>
                    <a:pt x="20721" y="4325"/>
                    <a:pt x="20721" y="4325"/>
                  </a:cubicBezTo>
                  <a:cubicBezTo>
                    <a:pt x="20736" y="4362"/>
                    <a:pt x="20754" y="4373"/>
                    <a:pt x="20774" y="4373"/>
                  </a:cubicBezTo>
                  <a:cubicBezTo>
                    <a:pt x="20788" y="4373"/>
                    <a:pt x="20803" y="4368"/>
                    <a:pt x="20818" y="4363"/>
                  </a:cubicBezTo>
                  <a:cubicBezTo>
                    <a:pt x="20821" y="4362"/>
                    <a:pt x="20824" y="4361"/>
                    <a:pt x="20827" y="4361"/>
                  </a:cubicBezTo>
                  <a:cubicBezTo>
                    <a:pt x="20858" y="4361"/>
                    <a:pt x="20884" y="4425"/>
                    <a:pt x="20881" y="4557"/>
                  </a:cubicBezTo>
                  <a:cubicBezTo>
                    <a:pt x="20881" y="4701"/>
                    <a:pt x="20900" y="4764"/>
                    <a:pt x="20956" y="4820"/>
                  </a:cubicBezTo>
                  <a:cubicBezTo>
                    <a:pt x="20972" y="4886"/>
                    <a:pt x="20994" y="4952"/>
                    <a:pt x="20972" y="5027"/>
                  </a:cubicBezTo>
                  <a:cubicBezTo>
                    <a:pt x="20981" y="5077"/>
                    <a:pt x="20983" y="5089"/>
                    <a:pt x="20999" y="5089"/>
                  </a:cubicBezTo>
                  <a:cubicBezTo>
                    <a:pt x="21004" y="5089"/>
                    <a:pt x="21010" y="5088"/>
                    <a:pt x="21019" y="5087"/>
                  </a:cubicBezTo>
                  <a:cubicBezTo>
                    <a:pt x="21021" y="5086"/>
                    <a:pt x="21023" y="5086"/>
                    <a:pt x="21025" y="5086"/>
                  </a:cubicBezTo>
                  <a:cubicBezTo>
                    <a:pt x="21058" y="5086"/>
                    <a:pt x="21067" y="5151"/>
                    <a:pt x="21044" y="5221"/>
                  </a:cubicBezTo>
                  <a:cubicBezTo>
                    <a:pt x="20982" y="5299"/>
                    <a:pt x="21015" y="5494"/>
                    <a:pt x="21052" y="5494"/>
                  </a:cubicBezTo>
                  <a:cubicBezTo>
                    <a:pt x="21053" y="5494"/>
                    <a:pt x="21053" y="5494"/>
                    <a:pt x="21053" y="5494"/>
                  </a:cubicBezTo>
                  <a:cubicBezTo>
                    <a:pt x="21054" y="5494"/>
                    <a:pt x="21055" y="5494"/>
                    <a:pt x="21056" y="5494"/>
                  </a:cubicBezTo>
                  <a:cubicBezTo>
                    <a:pt x="21091" y="5494"/>
                    <a:pt x="21106" y="5558"/>
                    <a:pt x="21110" y="5626"/>
                  </a:cubicBezTo>
                  <a:cubicBezTo>
                    <a:pt x="21106" y="5695"/>
                    <a:pt x="21125" y="5764"/>
                    <a:pt x="21163" y="5826"/>
                  </a:cubicBezTo>
                  <a:lnTo>
                    <a:pt x="21172" y="5964"/>
                  </a:lnTo>
                  <a:cubicBezTo>
                    <a:pt x="21174" y="5984"/>
                    <a:pt x="21172" y="5993"/>
                    <a:pt x="21167" y="5993"/>
                  </a:cubicBezTo>
                  <a:cubicBezTo>
                    <a:pt x="21156" y="5993"/>
                    <a:pt x="21133" y="5945"/>
                    <a:pt x="21128" y="5898"/>
                  </a:cubicBezTo>
                  <a:lnTo>
                    <a:pt x="21097" y="5967"/>
                  </a:lnTo>
                  <a:cubicBezTo>
                    <a:pt x="21110" y="6102"/>
                    <a:pt x="21110" y="6171"/>
                    <a:pt x="21144" y="6237"/>
                  </a:cubicBezTo>
                  <a:cubicBezTo>
                    <a:pt x="21219" y="6306"/>
                    <a:pt x="21219" y="6306"/>
                    <a:pt x="21144" y="6306"/>
                  </a:cubicBezTo>
                  <a:cubicBezTo>
                    <a:pt x="21106" y="6306"/>
                    <a:pt x="21066" y="6372"/>
                    <a:pt x="21103" y="6441"/>
                  </a:cubicBezTo>
                  <a:cubicBezTo>
                    <a:pt x="21174" y="6511"/>
                    <a:pt x="21139" y="6575"/>
                    <a:pt x="21103" y="6575"/>
                  </a:cubicBezTo>
                  <a:cubicBezTo>
                    <a:pt x="21102" y="6575"/>
                    <a:pt x="21101" y="6575"/>
                    <a:pt x="21100" y="6575"/>
                  </a:cubicBezTo>
                  <a:cubicBezTo>
                    <a:pt x="21074" y="6552"/>
                    <a:pt x="21057" y="6536"/>
                    <a:pt x="21050" y="6536"/>
                  </a:cubicBezTo>
                  <a:cubicBezTo>
                    <a:pt x="21035" y="6536"/>
                    <a:pt x="21052" y="6597"/>
                    <a:pt x="21088" y="6779"/>
                  </a:cubicBezTo>
                  <a:cubicBezTo>
                    <a:pt x="21066" y="6914"/>
                    <a:pt x="21091" y="7190"/>
                    <a:pt x="21041" y="7390"/>
                  </a:cubicBezTo>
                  <a:cubicBezTo>
                    <a:pt x="20978" y="7656"/>
                    <a:pt x="20956" y="7791"/>
                    <a:pt x="20896" y="7844"/>
                  </a:cubicBezTo>
                  <a:cubicBezTo>
                    <a:pt x="20888" y="7842"/>
                    <a:pt x="20881" y="7841"/>
                    <a:pt x="20874" y="7840"/>
                  </a:cubicBezTo>
                  <a:lnTo>
                    <a:pt x="20874" y="7840"/>
                  </a:lnTo>
                  <a:cubicBezTo>
                    <a:pt x="20931" y="7864"/>
                    <a:pt x="20907" y="7934"/>
                    <a:pt x="20849" y="8114"/>
                  </a:cubicBezTo>
                  <a:cubicBezTo>
                    <a:pt x="20759" y="8299"/>
                    <a:pt x="20740" y="8434"/>
                    <a:pt x="20746" y="8512"/>
                  </a:cubicBezTo>
                  <a:cubicBezTo>
                    <a:pt x="20771" y="8449"/>
                    <a:pt x="20799" y="8387"/>
                    <a:pt x="20799" y="8387"/>
                  </a:cubicBezTo>
                  <a:lnTo>
                    <a:pt x="20799" y="8387"/>
                  </a:lnTo>
                  <a:cubicBezTo>
                    <a:pt x="20868" y="8415"/>
                    <a:pt x="20843" y="8478"/>
                    <a:pt x="20752" y="8590"/>
                  </a:cubicBezTo>
                  <a:cubicBezTo>
                    <a:pt x="20737" y="8625"/>
                    <a:pt x="20719" y="8636"/>
                    <a:pt x="20701" y="8636"/>
                  </a:cubicBezTo>
                  <a:cubicBezTo>
                    <a:pt x="20686" y="8636"/>
                    <a:pt x="20671" y="8629"/>
                    <a:pt x="20655" y="8622"/>
                  </a:cubicBezTo>
                  <a:cubicBezTo>
                    <a:pt x="20651" y="8620"/>
                    <a:pt x="20647" y="8620"/>
                    <a:pt x="20642" y="8620"/>
                  </a:cubicBezTo>
                  <a:cubicBezTo>
                    <a:pt x="20607" y="8620"/>
                    <a:pt x="20558" y="8660"/>
                    <a:pt x="20533" y="8716"/>
                  </a:cubicBezTo>
                  <a:cubicBezTo>
                    <a:pt x="20514" y="8763"/>
                    <a:pt x="20495" y="8810"/>
                    <a:pt x="20513" y="8810"/>
                  </a:cubicBezTo>
                  <a:cubicBezTo>
                    <a:pt x="20518" y="8810"/>
                    <a:pt x="20528" y="8805"/>
                    <a:pt x="20542" y="8794"/>
                  </a:cubicBezTo>
                  <a:cubicBezTo>
                    <a:pt x="20574" y="8810"/>
                    <a:pt x="20577" y="8813"/>
                    <a:pt x="20549" y="8872"/>
                  </a:cubicBezTo>
                  <a:cubicBezTo>
                    <a:pt x="20508" y="8932"/>
                    <a:pt x="20486" y="9001"/>
                    <a:pt x="20483" y="9070"/>
                  </a:cubicBezTo>
                  <a:cubicBezTo>
                    <a:pt x="20514" y="9089"/>
                    <a:pt x="20483" y="9148"/>
                    <a:pt x="20448" y="9208"/>
                  </a:cubicBezTo>
                  <a:cubicBezTo>
                    <a:pt x="20382" y="9252"/>
                    <a:pt x="20317" y="9371"/>
                    <a:pt x="20317" y="9371"/>
                  </a:cubicBezTo>
                  <a:lnTo>
                    <a:pt x="20285" y="9349"/>
                  </a:lnTo>
                  <a:cubicBezTo>
                    <a:pt x="20279" y="9345"/>
                    <a:pt x="20270" y="9343"/>
                    <a:pt x="20261" y="9343"/>
                  </a:cubicBezTo>
                  <a:cubicBezTo>
                    <a:pt x="20226" y="9343"/>
                    <a:pt x="20182" y="9364"/>
                    <a:pt x="20182" y="9364"/>
                  </a:cubicBezTo>
                  <a:cubicBezTo>
                    <a:pt x="20144" y="9421"/>
                    <a:pt x="20176" y="9443"/>
                    <a:pt x="20176" y="9443"/>
                  </a:cubicBezTo>
                  <a:cubicBezTo>
                    <a:pt x="20185" y="9446"/>
                    <a:pt x="20135" y="9534"/>
                    <a:pt x="20050" y="9668"/>
                  </a:cubicBezTo>
                  <a:cubicBezTo>
                    <a:pt x="19975" y="9803"/>
                    <a:pt x="19834" y="9963"/>
                    <a:pt x="19699" y="10132"/>
                  </a:cubicBezTo>
                  <a:cubicBezTo>
                    <a:pt x="19483" y="10383"/>
                    <a:pt x="19245" y="10615"/>
                    <a:pt x="18985" y="10822"/>
                  </a:cubicBezTo>
                  <a:cubicBezTo>
                    <a:pt x="18862" y="10872"/>
                    <a:pt x="18714" y="10992"/>
                    <a:pt x="18766" y="10992"/>
                  </a:cubicBezTo>
                  <a:cubicBezTo>
                    <a:pt x="18768" y="10992"/>
                    <a:pt x="18771" y="10991"/>
                    <a:pt x="18775" y="10991"/>
                  </a:cubicBezTo>
                  <a:lnTo>
                    <a:pt x="18775" y="10991"/>
                  </a:lnTo>
                  <a:cubicBezTo>
                    <a:pt x="18800" y="11025"/>
                    <a:pt x="18512" y="11216"/>
                    <a:pt x="18167" y="11430"/>
                  </a:cubicBezTo>
                  <a:cubicBezTo>
                    <a:pt x="17759" y="11665"/>
                    <a:pt x="17468" y="11834"/>
                    <a:pt x="17487" y="11865"/>
                  </a:cubicBezTo>
                  <a:lnTo>
                    <a:pt x="17311" y="11965"/>
                  </a:lnTo>
                  <a:cubicBezTo>
                    <a:pt x="17195" y="12034"/>
                    <a:pt x="17098" y="12135"/>
                    <a:pt x="17039" y="12169"/>
                  </a:cubicBezTo>
                  <a:cubicBezTo>
                    <a:pt x="17016" y="12210"/>
                    <a:pt x="16984" y="12238"/>
                    <a:pt x="16973" y="12238"/>
                  </a:cubicBezTo>
                  <a:cubicBezTo>
                    <a:pt x="16966" y="12238"/>
                    <a:pt x="16967" y="12227"/>
                    <a:pt x="16982" y="12200"/>
                  </a:cubicBezTo>
                  <a:cubicBezTo>
                    <a:pt x="16969" y="12178"/>
                    <a:pt x="16956" y="12155"/>
                    <a:pt x="16928" y="12155"/>
                  </a:cubicBezTo>
                  <a:cubicBezTo>
                    <a:pt x="16917" y="12155"/>
                    <a:pt x="16903" y="12159"/>
                    <a:pt x="16885" y="12169"/>
                  </a:cubicBezTo>
                  <a:cubicBezTo>
                    <a:pt x="16769" y="12238"/>
                    <a:pt x="16788" y="12269"/>
                    <a:pt x="16807" y="12304"/>
                  </a:cubicBezTo>
                  <a:cubicBezTo>
                    <a:pt x="16826" y="12335"/>
                    <a:pt x="16766" y="12370"/>
                    <a:pt x="16766" y="12370"/>
                  </a:cubicBezTo>
                  <a:cubicBezTo>
                    <a:pt x="16738" y="12387"/>
                    <a:pt x="16724" y="12396"/>
                    <a:pt x="16714" y="12396"/>
                  </a:cubicBezTo>
                  <a:cubicBezTo>
                    <a:pt x="16705" y="12396"/>
                    <a:pt x="16700" y="12387"/>
                    <a:pt x="16691" y="12370"/>
                  </a:cubicBezTo>
                  <a:lnTo>
                    <a:pt x="16653" y="12304"/>
                  </a:lnTo>
                  <a:lnTo>
                    <a:pt x="16594" y="12338"/>
                  </a:lnTo>
                  <a:cubicBezTo>
                    <a:pt x="16612" y="12370"/>
                    <a:pt x="16556" y="12404"/>
                    <a:pt x="16556" y="12404"/>
                  </a:cubicBezTo>
                  <a:cubicBezTo>
                    <a:pt x="16531" y="12419"/>
                    <a:pt x="16517" y="12427"/>
                    <a:pt x="16505" y="12427"/>
                  </a:cubicBezTo>
                  <a:cubicBezTo>
                    <a:pt x="16490" y="12427"/>
                    <a:pt x="16481" y="12411"/>
                    <a:pt x="16459" y="12373"/>
                  </a:cubicBezTo>
                  <a:cubicBezTo>
                    <a:pt x="16446" y="12350"/>
                    <a:pt x="16430" y="12339"/>
                    <a:pt x="16415" y="12339"/>
                  </a:cubicBezTo>
                  <a:cubicBezTo>
                    <a:pt x="16386" y="12339"/>
                    <a:pt x="16357" y="12376"/>
                    <a:pt x="16343" y="12439"/>
                  </a:cubicBezTo>
                  <a:lnTo>
                    <a:pt x="16246" y="12539"/>
                  </a:lnTo>
                  <a:cubicBezTo>
                    <a:pt x="16236" y="12536"/>
                    <a:pt x="16226" y="12534"/>
                    <a:pt x="16217" y="12534"/>
                  </a:cubicBezTo>
                  <a:cubicBezTo>
                    <a:pt x="16133" y="12534"/>
                    <a:pt x="16067" y="12649"/>
                    <a:pt x="16033" y="12708"/>
                  </a:cubicBezTo>
                  <a:cubicBezTo>
                    <a:pt x="16009" y="12700"/>
                    <a:pt x="15987" y="12696"/>
                    <a:pt x="15968" y="12696"/>
                  </a:cubicBezTo>
                  <a:cubicBezTo>
                    <a:pt x="15909" y="12696"/>
                    <a:pt x="15871" y="12733"/>
                    <a:pt x="15857" y="12808"/>
                  </a:cubicBezTo>
                  <a:cubicBezTo>
                    <a:pt x="15876" y="12843"/>
                    <a:pt x="15817" y="12874"/>
                    <a:pt x="15741" y="12877"/>
                  </a:cubicBezTo>
                  <a:cubicBezTo>
                    <a:pt x="15663" y="12877"/>
                    <a:pt x="15607" y="12912"/>
                    <a:pt x="15487" y="12978"/>
                  </a:cubicBezTo>
                  <a:cubicBezTo>
                    <a:pt x="15450" y="13043"/>
                    <a:pt x="15042" y="13282"/>
                    <a:pt x="14576" y="13548"/>
                  </a:cubicBezTo>
                  <a:cubicBezTo>
                    <a:pt x="14052" y="13852"/>
                    <a:pt x="13704" y="14056"/>
                    <a:pt x="13723" y="14087"/>
                  </a:cubicBezTo>
                  <a:cubicBezTo>
                    <a:pt x="13664" y="14121"/>
                    <a:pt x="13664" y="14121"/>
                    <a:pt x="13585" y="14121"/>
                  </a:cubicBezTo>
                  <a:cubicBezTo>
                    <a:pt x="13581" y="14114"/>
                    <a:pt x="13575" y="14110"/>
                    <a:pt x="13567" y="14110"/>
                  </a:cubicBezTo>
                  <a:cubicBezTo>
                    <a:pt x="13542" y="14110"/>
                    <a:pt x="13505" y="14146"/>
                    <a:pt x="13488" y="14222"/>
                  </a:cubicBezTo>
                  <a:cubicBezTo>
                    <a:pt x="13465" y="14263"/>
                    <a:pt x="13463" y="14292"/>
                    <a:pt x="13456" y="14292"/>
                  </a:cubicBezTo>
                  <a:cubicBezTo>
                    <a:pt x="13452" y="14292"/>
                    <a:pt x="13446" y="14281"/>
                    <a:pt x="13432" y="14256"/>
                  </a:cubicBezTo>
                  <a:cubicBezTo>
                    <a:pt x="13428" y="14250"/>
                    <a:pt x="13422" y="14247"/>
                    <a:pt x="13413" y="14247"/>
                  </a:cubicBezTo>
                  <a:cubicBezTo>
                    <a:pt x="13369" y="14247"/>
                    <a:pt x="13256" y="14314"/>
                    <a:pt x="13062" y="14425"/>
                  </a:cubicBezTo>
                  <a:cubicBezTo>
                    <a:pt x="12890" y="14526"/>
                    <a:pt x="12654" y="14661"/>
                    <a:pt x="12673" y="14692"/>
                  </a:cubicBezTo>
                  <a:cubicBezTo>
                    <a:pt x="12620" y="14747"/>
                    <a:pt x="12596" y="14772"/>
                    <a:pt x="12592" y="14772"/>
                  </a:cubicBezTo>
                  <a:cubicBezTo>
                    <a:pt x="12589" y="14772"/>
                    <a:pt x="12599" y="14756"/>
                    <a:pt x="12617" y="14726"/>
                  </a:cubicBezTo>
                  <a:cubicBezTo>
                    <a:pt x="12621" y="14703"/>
                    <a:pt x="12608" y="14692"/>
                    <a:pt x="12583" y="14692"/>
                  </a:cubicBezTo>
                  <a:cubicBezTo>
                    <a:pt x="12501" y="14692"/>
                    <a:pt x="12296" y="14803"/>
                    <a:pt x="12191" y="14930"/>
                  </a:cubicBezTo>
                  <a:cubicBezTo>
                    <a:pt x="12148" y="14954"/>
                    <a:pt x="12108" y="14977"/>
                    <a:pt x="12081" y="14977"/>
                  </a:cubicBezTo>
                  <a:cubicBezTo>
                    <a:pt x="12070" y="14977"/>
                    <a:pt x="12061" y="14974"/>
                    <a:pt x="12056" y="14964"/>
                  </a:cubicBezTo>
                  <a:cubicBezTo>
                    <a:pt x="11956" y="15021"/>
                    <a:pt x="11865" y="15090"/>
                    <a:pt x="11783" y="15165"/>
                  </a:cubicBezTo>
                  <a:lnTo>
                    <a:pt x="11376" y="15400"/>
                  </a:lnTo>
                  <a:cubicBezTo>
                    <a:pt x="11298" y="15447"/>
                    <a:pt x="11225" y="15503"/>
                    <a:pt x="11160" y="15569"/>
                  </a:cubicBezTo>
                  <a:cubicBezTo>
                    <a:pt x="11120" y="15591"/>
                    <a:pt x="11079" y="15615"/>
                    <a:pt x="11079" y="15615"/>
                  </a:cubicBezTo>
                  <a:cubicBezTo>
                    <a:pt x="11078" y="15615"/>
                    <a:pt x="11086" y="15611"/>
                    <a:pt x="11103" y="15601"/>
                  </a:cubicBezTo>
                  <a:cubicBezTo>
                    <a:pt x="11102" y="15598"/>
                    <a:pt x="11098" y="15597"/>
                    <a:pt x="11094" y="15597"/>
                  </a:cubicBezTo>
                  <a:cubicBezTo>
                    <a:pt x="11037" y="15597"/>
                    <a:pt x="10760" y="15757"/>
                    <a:pt x="10386" y="15974"/>
                  </a:cubicBezTo>
                  <a:cubicBezTo>
                    <a:pt x="9978" y="16209"/>
                    <a:pt x="9630" y="16412"/>
                    <a:pt x="9552" y="16412"/>
                  </a:cubicBezTo>
                  <a:cubicBezTo>
                    <a:pt x="9511" y="16437"/>
                    <a:pt x="9480" y="16472"/>
                    <a:pt x="9455" y="16513"/>
                  </a:cubicBezTo>
                  <a:cubicBezTo>
                    <a:pt x="9433" y="16613"/>
                    <a:pt x="9377" y="16644"/>
                    <a:pt x="9298" y="16644"/>
                  </a:cubicBezTo>
                  <a:cubicBezTo>
                    <a:pt x="9289" y="16642"/>
                    <a:pt x="9279" y="16640"/>
                    <a:pt x="9268" y="16640"/>
                  </a:cubicBezTo>
                  <a:cubicBezTo>
                    <a:pt x="9161" y="16640"/>
                    <a:pt x="8963" y="16754"/>
                    <a:pt x="8938" y="16842"/>
                  </a:cubicBezTo>
                  <a:lnTo>
                    <a:pt x="8922" y="16810"/>
                  </a:lnTo>
                  <a:cubicBezTo>
                    <a:pt x="8910" y="16805"/>
                    <a:pt x="8897" y="16803"/>
                    <a:pt x="8882" y="16803"/>
                  </a:cubicBezTo>
                  <a:cubicBezTo>
                    <a:pt x="8787" y="16803"/>
                    <a:pt x="8658" y="16904"/>
                    <a:pt x="8628" y="16989"/>
                  </a:cubicBezTo>
                  <a:cubicBezTo>
                    <a:pt x="8601" y="16987"/>
                    <a:pt x="8574" y="16984"/>
                    <a:pt x="8549" y="16984"/>
                  </a:cubicBezTo>
                  <a:cubicBezTo>
                    <a:pt x="8501" y="16984"/>
                    <a:pt x="8457" y="16994"/>
                    <a:pt x="8424" y="17033"/>
                  </a:cubicBezTo>
                  <a:cubicBezTo>
                    <a:pt x="8401" y="17042"/>
                    <a:pt x="8386" y="17048"/>
                    <a:pt x="8375" y="17048"/>
                  </a:cubicBezTo>
                  <a:cubicBezTo>
                    <a:pt x="8357" y="17048"/>
                    <a:pt x="8351" y="17031"/>
                    <a:pt x="8333" y="16986"/>
                  </a:cubicBezTo>
                  <a:cubicBezTo>
                    <a:pt x="8323" y="16959"/>
                    <a:pt x="8314" y="16931"/>
                    <a:pt x="8281" y="16931"/>
                  </a:cubicBezTo>
                  <a:cubicBezTo>
                    <a:pt x="8271" y="16931"/>
                    <a:pt x="8259" y="16933"/>
                    <a:pt x="8245" y="16939"/>
                  </a:cubicBezTo>
                  <a:cubicBezTo>
                    <a:pt x="8183" y="16961"/>
                    <a:pt x="8195" y="16995"/>
                    <a:pt x="8208" y="17033"/>
                  </a:cubicBezTo>
                  <a:lnTo>
                    <a:pt x="8079" y="17077"/>
                  </a:lnTo>
                  <a:cubicBezTo>
                    <a:pt x="8079" y="17077"/>
                    <a:pt x="8016" y="17095"/>
                    <a:pt x="8026" y="17133"/>
                  </a:cubicBezTo>
                  <a:cubicBezTo>
                    <a:pt x="8038" y="17168"/>
                    <a:pt x="7973" y="17189"/>
                    <a:pt x="7907" y="17208"/>
                  </a:cubicBezTo>
                  <a:cubicBezTo>
                    <a:pt x="7905" y="17199"/>
                    <a:pt x="7899" y="17196"/>
                    <a:pt x="7894" y="17196"/>
                  </a:cubicBezTo>
                  <a:cubicBezTo>
                    <a:pt x="7878" y="17196"/>
                    <a:pt x="7859" y="17231"/>
                    <a:pt x="7916" y="17243"/>
                  </a:cubicBezTo>
                  <a:cubicBezTo>
                    <a:pt x="7926" y="17280"/>
                    <a:pt x="7938" y="17318"/>
                    <a:pt x="7869" y="17337"/>
                  </a:cubicBezTo>
                  <a:lnTo>
                    <a:pt x="7891" y="17409"/>
                  </a:lnTo>
                  <a:cubicBezTo>
                    <a:pt x="7909" y="17478"/>
                    <a:pt x="7919" y="17516"/>
                    <a:pt x="8050" y="17516"/>
                  </a:cubicBezTo>
                  <a:cubicBezTo>
                    <a:pt x="8055" y="17516"/>
                    <a:pt x="8061" y="17516"/>
                    <a:pt x="8067" y="17515"/>
                  </a:cubicBezTo>
                  <a:cubicBezTo>
                    <a:pt x="8355" y="17468"/>
                    <a:pt x="8571" y="17421"/>
                    <a:pt x="8546" y="17349"/>
                  </a:cubicBezTo>
                  <a:cubicBezTo>
                    <a:pt x="8577" y="17312"/>
                    <a:pt x="8618" y="17283"/>
                    <a:pt x="8665" y="17262"/>
                  </a:cubicBezTo>
                  <a:cubicBezTo>
                    <a:pt x="8705" y="17246"/>
                    <a:pt x="8746" y="17239"/>
                    <a:pt x="8788" y="17239"/>
                  </a:cubicBezTo>
                  <a:cubicBezTo>
                    <a:pt x="8796" y="17239"/>
                    <a:pt x="8804" y="17239"/>
                    <a:pt x="8812" y="17240"/>
                  </a:cubicBezTo>
                  <a:cubicBezTo>
                    <a:pt x="8814" y="17244"/>
                    <a:pt x="8819" y="17246"/>
                    <a:pt x="8827" y="17246"/>
                  </a:cubicBezTo>
                  <a:cubicBezTo>
                    <a:pt x="8889" y="17246"/>
                    <a:pt x="9132" y="17137"/>
                    <a:pt x="9408" y="16976"/>
                  </a:cubicBezTo>
                  <a:cubicBezTo>
                    <a:pt x="9759" y="16773"/>
                    <a:pt x="9931" y="16672"/>
                    <a:pt x="10010" y="16672"/>
                  </a:cubicBezTo>
                  <a:cubicBezTo>
                    <a:pt x="10057" y="16672"/>
                    <a:pt x="10104" y="16660"/>
                    <a:pt x="10144" y="16638"/>
                  </a:cubicBezTo>
                  <a:cubicBezTo>
                    <a:pt x="10126" y="16603"/>
                    <a:pt x="10473" y="16403"/>
                    <a:pt x="10881" y="16168"/>
                  </a:cubicBezTo>
                  <a:cubicBezTo>
                    <a:pt x="11288" y="15933"/>
                    <a:pt x="11696" y="15695"/>
                    <a:pt x="11677" y="15663"/>
                  </a:cubicBezTo>
                  <a:lnTo>
                    <a:pt x="11793" y="15594"/>
                  </a:lnTo>
                  <a:cubicBezTo>
                    <a:pt x="11796" y="15601"/>
                    <a:pt x="11803" y="15604"/>
                    <a:pt x="11813" y="15604"/>
                  </a:cubicBezTo>
                  <a:cubicBezTo>
                    <a:pt x="11855" y="15604"/>
                    <a:pt x="11952" y="15548"/>
                    <a:pt x="12047" y="15494"/>
                  </a:cubicBezTo>
                  <a:cubicBezTo>
                    <a:pt x="12109" y="15428"/>
                    <a:pt x="12181" y="15372"/>
                    <a:pt x="12260" y="15325"/>
                  </a:cubicBezTo>
                  <a:cubicBezTo>
                    <a:pt x="12265" y="15334"/>
                    <a:pt x="12273" y="15338"/>
                    <a:pt x="12284" y="15338"/>
                  </a:cubicBezTo>
                  <a:cubicBezTo>
                    <a:pt x="12315" y="15338"/>
                    <a:pt x="12369" y="15307"/>
                    <a:pt x="12454" y="15259"/>
                  </a:cubicBezTo>
                  <a:cubicBezTo>
                    <a:pt x="12570" y="15190"/>
                    <a:pt x="12626" y="15156"/>
                    <a:pt x="12607" y="15124"/>
                  </a:cubicBezTo>
                  <a:cubicBezTo>
                    <a:pt x="12667" y="15090"/>
                    <a:pt x="13074" y="14855"/>
                    <a:pt x="13269" y="14786"/>
                  </a:cubicBezTo>
                  <a:cubicBezTo>
                    <a:pt x="13344" y="14786"/>
                    <a:pt x="13385" y="14720"/>
                    <a:pt x="13422" y="14651"/>
                  </a:cubicBezTo>
                  <a:cubicBezTo>
                    <a:pt x="13407" y="14620"/>
                    <a:pt x="13444" y="14554"/>
                    <a:pt x="13504" y="14519"/>
                  </a:cubicBezTo>
                  <a:lnTo>
                    <a:pt x="13541" y="14585"/>
                  </a:lnTo>
                  <a:cubicBezTo>
                    <a:pt x="13521" y="14618"/>
                    <a:pt x="13511" y="14635"/>
                    <a:pt x="13520" y="14635"/>
                  </a:cubicBezTo>
                  <a:cubicBezTo>
                    <a:pt x="13530" y="14635"/>
                    <a:pt x="13559" y="14618"/>
                    <a:pt x="13617" y="14585"/>
                  </a:cubicBezTo>
                  <a:lnTo>
                    <a:pt x="13733" y="14516"/>
                  </a:lnTo>
                  <a:cubicBezTo>
                    <a:pt x="13714" y="14485"/>
                    <a:pt x="14005" y="14316"/>
                    <a:pt x="14413" y="14081"/>
                  </a:cubicBezTo>
                  <a:cubicBezTo>
                    <a:pt x="14936" y="13777"/>
                    <a:pt x="15111" y="13676"/>
                    <a:pt x="15093" y="13642"/>
                  </a:cubicBezTo>
                  <a:cubicBezTo>
                    <a:pt x="15074" y="13611"/>
                    <a:pt x="15133" y="13576"/>
                    <a:pt x="15324" y="13507"/>
                  </a:cubicBezTo>
                  <a:cubicBezTo>
                    <a:pt x="15732" y="13407"/>
                    <a:pt x="15732" y="13407"/>
                    <a:pt x="15769" y="13338"/>
                  </a:cubicBezTo>
                  <a:lnTo>
                    <a:pt x="15769" y="13338"/>
                  </a:lnTo>
                  <a:cubicBezTo>
                    <a:pt x="15752" y="13349"/>
                    <a:pt x="15738" y="13353"/>
                    <a:pt x="15727" y="13353"/>
                  </a:cubicBezTo>
                  <a:cubicBezTo>
                    <a:pt x="15702" y="13353"/>
                    <a:pt x="15689" y="13331"/>
                    <a:pt x="15675" y="13307"/>
                  </a:cubicBezTo>
                  <a:cubicBezTo>
                    <a:pt x="15648" y="13259"/>
                    <a:pt x="15671" y="13227"/>
                    <a:pt x="15723" y="13227"/>
                  </a:cubicBezTo>
                  <a:cubicBezTo>
                    <a:pt x="15742" y="13227"/>
                    <a:pt x="15765" y="13232"/>
                    <a:pt x="15791" y="13241"/>
                  </a:cubicBezTo>
                  <a:cubicBezTo>
                    <a:pt x="15794" y="13245"/>
                    <a:pt x="15798" y="13246"/>
                    <a:pt x="15806" y="13246"/>
                  </a:cubicBezTo>
                  <a:cubicBezTo>
                    <a:pt x="15924" y="13246"/>
                    <a:pt x="16683" y="12762"/>
                    <a:pt x="16703" y="12667"/>
                  </a:cubicBezTo>
                  <a:lnTo>
                    <a:pt x="16722" y="12702"/>
                  </a:lnTo>
                  <a:cubicBezTo>
                    <a:pt x="16726" y="12709"/>
                    <a:pt x="16733" y="12713"/>
                    <a:pt x="16743" y="12713"/>
                  </a:cubicBezTo>
                  <a:cubicBezTo>
                    <a:pt x="16776" y="12713"/>
                    <a:pt x="16853" y="12668"/>
                    <a:pt x="17032" y="12564"/>
                  </a:cubicBezTo>
                  <a:lnTo>
                    <a:pt x="17208" y="12464"/>
                  </a:lnTo>
                  <a:cubicBezTo>
                    <a:pt x="17174" y="12404"/>
                    <a:pt x="17474" y="12259"/>
                    <a:pt x="17543" y="12259"/>
                  </a:cubicBezTo>
                  <a:cubicBezTo>
                    <a:pt x="17549" y="12259"/>
                    <a:pt x="17554" y="12260"/>
                    <a:pt x="17556" y="12263"/>
                  </a:cubicBezTo>
                  <a:cubicBezTo>
                    <a:pt x="17634" y="12263"/>
                    <a:pt x="17634" y="12263"/>
                    <a:pt x="17750" y="12194"/>
                  </a:cubicBezTo>
                  <a:cubicBezTo>
                    <a:pt x="17874" y="12044"/>
                    <a:pt x="18136" y="11920"/>
                    <a:pt x="18200" y="11920"/>
                  </a:cubicBezTo>
                  <a:cubicBezTo>
                    <a:pt x="18207" y="11920"/>
                    <a:pt x="18212" y="11922"/>
                    <a:pt x="18214" y="11925"/>
                  </a:cubicBezTo>
                  <a:lnTo>
                    <a:pt x="18330" y="11859"/>
                  </a:lnTo>
                  <a:cubicBezTo>
                    <a:pt x="18371" y="11790"/>
                    <a:pt x="18487" y="11727"/>
                    <a:pt x="18549" y="11683"/>
                  </a:cubicBezTo>
                  <a:cubicBezTo>
                    <a:pt x="18722" y="11572"/>
                    <a:pt x="18788" y="11529"/>
                    <a:pt x="18729" y="11529"/>
                  </a:cubicBezTo>
                  <a:cubicBezTo>
                    <a:pt x="18725" y="11529"/>
                    <a:pt x="18721" y="11529"/>
                    <a:pt x="18715" y="11530"/>
                  </a:cubicBezTo>
                  <a:cubicBezTo>
                    <a:pt x="18693" y="11498"/>
                    <a:pt x="18675" y="11467"/>
                    <a:pt x="18734" y="11426"/>
                  </a:cubicBezTo>
                  <a:lnTo>
                    <a:pt x="18753" y="11461"/>
                  </a:lnTo>
                  <a:cubicBezTo>
                    <a:pt x="18755" y="11464"/>
                    <a:pt x="18759" y="11465"/>
                    <a:pt x="18765" y="11465"/>
                  </a:cubicBezTo>
                  <a:cubicBezTo>
                    <a:pt x="18813" y="11465"/>
                    <a:pt x="18989" y="11362"/>
                    <a:pt x="19185" y="11191"/>
                  </a:cubicBezTo>
                  <a:cubicBezTo>
                    <a:pt x="19477" y="10969"/>
                    <a:pt x="19574" y="10862"/>
                    <a:pt x="19652" y="10840"/>
                  </a:cubicBezTo>
                  <a:lnTo>
                    <a:pt x="19680" y="10759"/>
                  </a:lnTo>
                  <a:cubicBezTo>
                    <a:pt x="19701" y="10696"/>
                    <a:pt x="19737" y="10651"/>
                    <a:pt x="19766" y="10651"/>
                  </a:cubicBezTo>
                  <a:cubicBezTo>
                    <a:pt x="19772" y="10651"/>
                    <a:pt x="19778" y="10653"/>
                    <a:pt x="19784" y="10659"/>
                  </a:cubicBezTo>
                  <a:cubicBezTo>
                    <a:pt x="19853" y="10624"/>
                    <a:pt x="19916" y="10574"/>
                    <a:pt x="19963" y="10514"/>
                  </a:cubicBezTo>
                  <a:cubicBezTo>
                    <a:pt x="20025" y="10442"/>
                    <a:pt x="20078" y="10364"/>
                    <a:pt x="20122" y="10279"/>
                  </a:cubicBezTo>
                  <a:cubicBezTo>
                    <a:pt x="20169" y="10223"/>
                    <a:pt x="20216" y="10167"/>
                    <a:pt x="20216" y="10167"/>
                  </a:cubicBezTo>
                  <a:cubicBezTo>
                    <a:pt x="20326" y="10160"/>
                    <a:pt x="20455" y="9979"/>
                    <a:pt x="20433" y="9872"/>
                  </a:cubicBezTo>
                  <a:lnTo>
                    <a:pt x="20433" y="9872"/>
                  </a:lnTo>
                  <a:cubicBezTo>
                    <a:pt x="20437" y="9875"/>
                    <a:pt x="20442" y="9877"/>
                    <a:pt x="20447" y="9877"/>
                  </a:cubicBezTo>
                  <a:cubicBezTo>
                    <a:pt x="20476" y="9877"/>
                    <a:pt x="20511" y="9826"/>
                    <a:pt x="20545" y="9775"/>
                  </a:cubicBezTo>
                  <a:cubicBezTo>
                    <a:pt x="20603" y="9638"/>
                    <a:pt x="20738" y="9398"/>
                    <a:pt x="20774" y="9398"/>
                  </a:cubicBezTo>
                  <a:cubicBezTo>
                    <a:pt x="20775" y="9398"/>
                    <a:pt x="20776" y="9398"/>
                    <a:pt x="20777" y="9399"/>
                  </a:cubicBezTo>
                  <a:lnTo>
                    <a:pt x="20812" y="9333"/>
                  </a:lnTo>
                  <a:cubicBezTo>
                    <a:pt x="20818" y="9261"/>
                    <a:pt x="20843" y="9186"/>
                    <a:pt x="20884" y="9123"/>
                  </a:cubicBezTo>
                  <a:cubicBezTo>
                    <a:pt x="20928" y="9060"/>
                    <a:pt x="20947" y="8985"/>
                    <a:pt x="20943" y="8910"/>
                  </a:cubicBezTo>
                  <a:cubicBezTo>
                    <a:pt x="20940" y="8860"/>
                    <a:pt x="20950" y="8810"/>
                    <a:pt x="20968" y="8763"/>
                  </a:cubicBezTo>
                  <a:cubicBezTo>
                    <a:pt x="20976" y="8746"/>
                    <a:pt x="20981" y="8739"/>
                    <a:pt x="20986" y="8739"/>
                  </a:cubicBezTo>
                  <a:cubicBezTo>
                    <a:pt x="21000" y="8739"/>
                    <a:pt x="21004" y="8799"/>
                    <a:pt x="21006" y="8860"/>
                  </a:cubicBezTo>
                  <a:cubicBezTo>
                    <a:pt x="21001" y="8896"/>
                    <a:pt x="21002" y="8911"/>
                    <a:pt x="21007" y="8911"/>
                  </a:cubicBezTo>
                  <a:cubicBezTo>
                    <a:pt x="21022" y="8911"/>
                    <a:pt x="21076" y="8752"/>
                    <a:pt x="21088" y="8578"/>
                  </a:cubicBezTo>
                  <a:cubicBezTo>
                    <a:pt x="21094" y="8454"/>
                    <a:pt x="21096" y="8397"/>
                    <a:pt x="21099" y="8397"/>
                  </a:cubicBezTo>
                  <a:cubicBezTo>
                    <a:pt x="21102" y="8397"/>
                    <a:pt x="21106" y="8437"/>
                    <a:pt x="21116" y="8512"/>
                  </a:cubicBezTo>
                  <a:cubicBezTo>
                    <a:pt x="21120" y="8559"/>
                    <a:pt x="21123" y="8606"/>
                    <a:pt x="21130" y="8606"/>
                  </a:cubicBezTo>
                  <a:cubicBezTo>
                    <a:pt x="21135" y="8606"/>
                    <a:pt x="21141" y="8584"/>
                    <a:pt x="21150" y="8525"/>
                  </a:cubicBezTo>
                  <a:cubicBezTo>
                    <a:pt x="21153" y="8525"/>
                    <a:pt x="21200" y="8387"/>
                    <a:pt x="21163" y="8374"/>
                  </a:cubicBezTo>
                  <a:lnTo>
                    <a:pt x="21229" y="8167"/>
                  </a:lnTo>
                  <a:cubicBezTo>
                    <a:pt x="21285" y="8086"/>
                    <a:pt x="21326" y="7995"/>
                    <a:pt x="21354" y="7901"/>
                  </a:cubicBezTo>
                  <a:cubicBezTo>
                    <a:pt x="21332" y="7819"/>
                    <a:pt x="21332" y="7819"/>
                    <a:pt x="21385" y="7757"/>
                  </a:cubicBezTo>
                  <a:cubicBezTo>
                    <a:pt x="21388" y="7757"/>
                    <a:pt x="21390" y="7758"/>
                    <a:pt x="21392" y="7758"/>
                  </a:cubicBezTo>
                  <a:cubicBezTo>
                    <a:pt x="21424" y="7758"/>
                    <a:pt x="21434" y="7693"/>
                    <a:pt x="21363" y="7678"/>
                  </a:cubicBezTo>
                  <a:cubicBezTo>
                    <a:pt x="21341" y="7603"/>
                    <a:pt x="21357" y="7522"/>
                    <a:pt x="21410" y="7465"/>
                  </a:cubicBezTo>
                  <a:cubicBezTo>
                    <a:pt x="21417" y="7467"/>
                    <a:pt x="21424" y="7468"/>
                    <a:pt x="21430" y="7468"/>
                  </a:cubicBezTo>
                  <a:cubicBezTo>
                    <a:pt x="21485" y="7468"/>
                    <a:pt x="21494" y="7408"/>
                    <a:pt x="21460" y="7399"/>
                  </a:cubicBezTo>
                  <a:cubicBezTo>
                    <a:pt x="21451" y="7352"/>
                    <a:pt x="21445" y="7302"/>
                    <a:pt x="21448" y="7252"/>
                  </a:cubicBezTo>
                  <a:lnTo>
                    <a:pt x="21448" y="7252"/>
                  </a:lnTo>
                  <a:cubicBezTo>
                    <a:pt x="21448" y="7252"/>
                    <a:pt x="21448" y="7252"/>
                    <a:pt x="21448" y="7252"/>
                  </a:cubicBezTo>
                  <a:cubicBezTo>
                    <a:pt x="21467" y="7252"/>
                    <a:pt x="21498" y="7090"/>
                    <a:pt x="21529" y="6848"/>
                  </a:cubicBezTo>
                  <a:cubicBezTo>
                    <a:pt x="21548" y="6710"/>
                    <a:pt x="21558" y="6569"/>
                    <a:pt x="21555" y="6428"/>
                  </a:cubicBezTo>
                  <a:cubicBezTo>
                    <a:pt x="21564" y="6268"/>
                    <a:pt x="21564" y="6108"/>
                    <a:pt x="21548" y="5945"/>
                  </a:cubicBezTo>
                  <a:cubicBezTo>
                    <a:pt x="21545" y="5873"/>
                    <a:pt x="21501" y="5804"/>
                    <a:pt x="21464" y="5804"/>
                  </a:cubicBezTo>
                  <a:cubicBezTo>
                    <a:pt x="21449" y="5806"/>
                    <a:pt x="21438" y="5807"/>
                    <a:pt x="21431" y="5807"/>
                  </a:cubicBezTo>
                  <a:cubicBezTo>
                    <a:pt x="21403" y="5807"/>
                    <a:pt x="21432" y="5792"/>
                    <a:pt x="21457" y="5732"/>
                  </a:cubicBezTo>
                  <a:cubicBezTo>
                    <a:pt x="21541" y="5668"/>
                    <a:pt x="21553" y="5563"/>
                    <a:pt x="21502" y="5563"/>
                  </a:cubicBezTo>
                  <a:cubicBezTo>
                    <a:pt x="21489" y="5563"/>
                    <a:pt x="21470" y="5570"/>
                    <a:pt x="21448" y="5588"/>
                  </a:cubicBezTo>
                  <a:cubicBezTo>
                    <a:pt x="21417" y="5623"/>
                    <a:pt x="21400" y="5643"/>
                    <a:pt x="21395" y="5643"/>
                  </a:cubicBezTo>
                  <a:cubicBezTo>
                    <a:pt x="21388" y="5643"/>
                    <a:pt x="21404" y="5606"/>
                    <a:pt x="21442" y="5519"/>
                  </a:cubicBezTo>
                  <a:cubicBezTo>
                    <a:pt x="21467" y="5441"/>
                    <a:pt x="21467" y="5441"/>
                    <a:pt x="21417" y="5375"/>
                  </a:cubicBezTo>
                  <a:cubicBezTo>
                    <a:pt x="21415" y="5375"/>
                    <a:pt x="21414" y="5375"/>
                    <a:pt x="21412" y="5375"/>
                  </a:cubicBezTo>
                  <a:cubicBezTo>
                    <a:pt x="21378" y="5375"/>
                    <a:pt x="21368" y="5309"/>
                    <a:pt x="21404" y="5303"/>
                  </a:cubicBezTo>
                  <a:cubicBezTo>
                    <a:pt x="21428" y="5231"/>
                    <a:pt x="21452" y="5155"/>
                    <a:pt x="21421" y="5155"/>
                  </a:cubicBezTo>
                  <a:cubicBezTo>
                    <a:pt x="21419" y="5155"/>
                    <a:pt x="21418" y="5155"/>
                    <a:pt x="21417" y="5156"/>
                  </a:cubicBezTo>
                  <a:cubicBezTo>
                    <a:pt x="21410" y="5106"/>
                    <a:pt x="21413" y="5052"/>
                    <a:pt x="21426" y="5005"/>
                  </a:cubicBezTo>
                  <a:cubicBezTo>
                    <a:pt x="21454" y="4924"/>
                    <a:pt x="21398" y="4861"/>
                    <a:pt x="21341" y="4798"/>
                  </a:cubicBezTo>
                  <a:cubicBezTo>
                    <a:pt x="21237" y="4647"/>
                    <a:pt x="21204" y="4574"/>
                    <a:pt x="21240" y="4574"/>
                  </a:cubicBezTo>
                  <a:cubicBezTo>
                    <a:pt x="21249" y="4574"/>
                    <a:pt x="21263" y="4579"/>
                    <a:pt x="21282" y="4588"/>
                  </a:cubicBezTo>
                  <a:cubicBezTo>
                    <a:pt x="21288" y="4592"/>
                    <a:pt x="21294" y="4594"/>
                    <a:pt x="21298" y="4594"/>
                  </a:cubicBezTo>
                  <a:cubicBezTo>
                    <a:pt x="21355" y="4594"/>
                    <a:pt x="21240" y="4291"/>
                    <a:pt x="21141" y="4253"/>
                  </a:cubicBezTo>
                  <a:cubicBezTo>
                    <a:pt x="21041" y="4212"/>
                    <a:pt x="21044" y="4212"/>
                    <a:pt x="21078" y="4200"/>
                  </a:cubicBezTo>
                  <a:cubicBezTo>
                    <a:pt x="21113" y="4187"/>
                    <a:pt x="21088" y="4118"/>
                    <a:pt x="21088" y="4118"/>
                  </a:cubicBezTo>
                  <a:cubicBezTo>
                    <a:pt x="21063" y="4053"/>
                    <a:pt x="21034" y="3984"/>
                    <a:pt x="21069" y="3971"/>
                  </a:cubicBezTo>
                  <a:cubicBezTo>
                    <a:pt x="21037" y="3905"/>
                    <a:pt x="21000" y="3839"/>
                    <a:pt x="20956" y="3783"/>
                  </a:cubicBezTo>
                  <a:cubicBezTo>
                    <a:pt x="20824" y="3683"/>
                    <a:pt x="20759" y="3479"/>
                    <a:pt x="20793" y="3379"/>
                  </a:cubicBezTo>
                  <a:lnTo>
                    <a:pt x="20693" y="3266"/>
                  </a:lnTo>
                  <a:cubicBezTo>
                    <a:pt x="20596" y="3238"/>
                    <a:pt x="20523" y="3197"/>
                    <a:pt x="20589" y="3159"/>
                  </a:cubicBezTo>
                  <a:lnTo>
                    <a:pt x="20624" y="3141"/>
                  </a:lnTo>
                  <a:cubicBezTo>
                    <a:pt x="20517" y="3119"/>
                    <a:pt x="20395" y="2859"/>
                    <a:pt x="20458" y="2818"/>
                  </a:cubicBezTo>
                  <a:cubicBezTo>
                    <a:pt x="20489" y="2796"/>
                    <a:pt x="20489" y="2796"/>
                    <a:pt x="20448" y="2736"/>
                  </a:cubicBezTo>
                  <a:lnTo>
                    <a:pt x="20417" y="2755"/>
                  </a:lnTo>
                  <a:cubicBezTo>
                    <a:pt x="20401" y="2767"/>
                    <a:pt x="20384" y="2778"/>
                    <a:pt x="20367" y="2778"/>
                  </a:cubicBezTo>
                  <a:cubicBezTo>
                    <a:pt x="20351" y="2778"/>
                    <a:pt x="20335" y="2768"/>
                    <a:pt x="20317" y="2740"/>
                  </a:cubicBezTo>
                  <a:cubicBezTo>
                    <a:pt x="20279" y="2677"/>
                    <a:pt x="20232" y="2624"/>
                    <a:pt x="20263" y="2598"/>
                  </a:cubicBezTo>
                  <a:cubicBezTo>
                    <a:pt x="20250" y="2529"/>
                    <a:pt x="20236" y="2460"/>
                    <a:pt x="20213" y="2460"/>
                  </a:cubicBezTo>
                  <a:cubicBezTo>
                    <a:pt x="20210" y="2460"/>
                    <a:pt x="20207" y="2461"/>
                    <a:pt x="20204" y="2464"/>
                  </a:cubicBezTo>
                  <a:cubicBezTo>
                    <a:pt x="20172" y="2423"/>
                    <a:pt x="20151" y="2376"/>
                    <a:pt x="20141" y="2326"/>
                  </a:cubicBezTo>
                  <a:cubicBezTo>
                    <a:pt x="20094" y="2269"/>
                    <a:pt x="20050" y="2210"/>
                    <a:pt x="19953" y="2100"/>
                  </a:cubicBezTo>
                  <a:cubicBezTo>
                    <a:pt x="19875" y="2072"/>
                    <a:pt x="19775" y="1969"/>
                    <a:pt x="19800" y="1944"/>
                  </a:cubicBezTo>
                  <a:cubicBezTo>
                    <a:pt x="19800" y="1944"/>
                    <a:pt x="19696" y="1837"/>
                    <a:pt x="19621" y="1812"/>
                  </a:cubicBezTo>
                  <a:cubicBezTo>
                    <a:pt x="19521" y="1708"/>
                    <a:pt x="19461" y="1661"/>
                    <a:pt x="19486" y="1633"/>
                  </a:cubicBezTo>
                  <a:cubicBezTo>
                    <a:pt x="19511" y="1608"/>
                    <a:pt x="19514" y="1605"/>
                    <a:pt x="19430" y="1586"/>
                  </a:cubicBezTo>
                  <a:cubicBezTo>
                    <a:pt x="19425" y="1592"/>
                    <a:pt x="19418" y="1595"/>
                    <a:pt x="19411" y="1595"/>
                  </a:cubicBezTo>
                  <a:cubicBezTo>
                    <a:pt x="19382" y="1595"/>
                    <a:pt x="19340" y="1558"/>
                    <a:pt x="19295" y="1520"/>
                  </a:cubicBezTo>
                  <a:lnTo>
                    <a:pt x="19182" y="1430"/>
                  </a:lnTo>
                  <a:cubicBezTo>
                    <a:pt x="19171" y="1442"/>
                    <a:pt x="19165" y="1449"/>
                    <a:pt x="19157" y="1449"/>
                  </a:cubicBezTo>
                  <a:cubicBezTo>
                    <a:pt x="19147" y="1449"/>
                    <a:pt x="19134" y="1437"/>
                    <a:pt x="19104" y="1411"/>
                  </a:cubicBezTo>
                  <a:cubicBezTo>
                    <a:pt x="19016" y="1326"/>
                    <a:pt x="18925" y="1245"/>
                    <a:pt x="18831" y="1169"/>
                  </a:cubicBezTo>
                  <a:cubicBezTo>
                    <a:pt x="18729" y="1099"/>
                    <a:pt x="18685" y="1069"/>
                    <a:pt x="18672" y="1069"/>
                  </a:cubicBezTo>
                  <a:cubicBezTo>
                    <a:pt x="18662" y="1069"/>
                    <a:pt x="18672" y="1088"/>
                    <a:pt x="18690" y="1119"/>
                  </a:cubicBezTo>
                  <a:cubicBezTo>
                    <a:pt x="18719" y="1139"/>
                    <a:pt x="18729" y="1157"/>
                    <a:pt x="18720" y="1157"/>
                  </a:cubicBezTo>
                  <a:cubicBezTo>
                    <a:pt x="18710" y="1157"/>
                    <a:pt x="18679" y="1137"/>
                    <a:pt x="18628" y="1079"/>
                  </a:cubicBezTo>
                  <a:cubicBezTo>
                    <a:pt x="18499" y="969"/>
                    <a:pt x="18358" y="872"/>
                    <a:pt x="18208" y="790"/>
                  </a:cubicBezTo>
                  <a:cubicBezTo>
                    <a:pt x="18043" y="699"/>
                    <a:pt x="17983" y="671"/>
                    <a:pt x="17956" y="671"/>
                  </a:cubicBezTo>
                  <a:cubicBezTo>
                    <a:pt x="17942" y="671"/>
                    <a:pt x="17937" y="679"/>
                    <a:pt x="17932" y="690"/>
                  </a:cubicBezTo>
                  <a:cubicBezTo>
                    <a:pt x="17947" y="732"/>
                    <a:pt x="17943" y="750"/>
                    <a:pt x="17931" y="750"/>
                  </a:cubicBezTo>
                  <a:cubicBezTo>
                    <a:pt x="17916" y="750"/>
                    <a:pt x="17886" y="717"/>
                    <a:pt x="17866" y="662"/>
                  </a:cubicBezTo>
                  <a:cubicBezTo>
                    <a:pt x="17791" y="569"/>
                    <a:pt x="17733" y="529"/>
                    <a:pt x="17702" y="529"/>
                  </a:cubicBezTo>
                  <a:cubicBezTo>
                    <a:pt x="17691" y="529"/>
                    <a:pt x="17684" y="534"/>
                    <a:pt x="17681" y="543"/>
                  </a:cubicBezTo>
                  <a:cubicBezTo>
                    <a:pt x="17655" y="545"/>
                    <a:pt x="17637" y="546"/>
                    <a:pt x="17623" y="546"/>
                  </a:cubicBezTo>
                  <a:cubicBezTo>
                    <a:pt x="17593" y="546"/>
                    <a:pt x="17579" y="540"/>
                    <a:pt x="17534" y="521"/>
                  </a:cubicBezTo>
                  <a:cubicBezTo>
                    <a:pt x="17546" y="486"/>
                    <a:pt x="17481" y="452"/>
                    <a:pt x="17327" y="446"/>
                  </a:cubicBezTo>
                  <a:cubicBezTo>
                    <a:pt x="17258" y="424"/>
                    <a:pt x="17258" y="424"/>
                    <a:pt x="17271" y="386"/>
                  </a:cubicBezTo>
                  <a:lnTo>
                    <a:pt x="17133" y="342"/>
                  </a:lnTo>
                  <a:cubicBezTo>
                    <a:pt x="17123" y="343"/>
                    <a:pt x="17113" y="343"/>
                    <a:pt x="17102" y="343"/>
                  </a:cubicBezTo>
                  <a:cubicBezTo>
                    <a:pt x="16926" y="343"/>
                    <a:pt x="16559" y="230"/>
                    <a:pt x="16497" y="182"/>
                  </a:cubicBezTo>
                  <a:cubicBezTo>
                    <a:pt x="16475" y="178"/>
                    <a:pt x="16453" y="176"/>
                    <a:pt x="16431" y="176"/>
                  </a:cubicBezTo>
                  <a:cubicBezTo>
                    <a:pt x="16403" y="176"/>
                    <a:pt x="16374" y="180"/>
                    <a:pt x="16346" y="189"/>
                  </a:cubicBezTo>
                  <a:cubicBezTo>
                    <a:pt x="16308" y="214"/>
                    <a:pt x="16273" y="227"/>
                    <a:pt x="16247" y="227"/>
                  </a:cubicBezTo>
                  <a:cubicBezTo>
                    <a:pt x="16216" y="227"/>
                    <a:pt x="16198" y="208"/>
                    <a:pt x="16205" y="167"/>
                  </a:cubicBezTo>
                  <a:cubicBezTo>
                    <a:pt x="16210" y="128"/>
                    <a:pt x="16212" y="109"/>
                    <a:pt x="16202" y="109"/>
                  </a:cubicBezTo>
                  <a:cubicBezTo>
                    <a:pt x="16193" y="109"/>
                    <a:pt x="16172" y="125"/>
                    <a:pt x="16133" y="157"/>
                  </a:cubicBezTo>
                  <a:cubicBezTo>
                    <a:pt x="16116" y="163"/>
                    <a:pt x="16085" y="166"/>
                    <a:pt x="16049" y="166"/>
                  </a:cubicBezTo>
                  <a:cubicBezTo>
                    <a:pt x="15919" y="166"/>
                    <a:pt x="15715" y="130"/>
                    <a:pt x="15776" y="76"/>
                  </a:cubicBezTo>
                  <a:lnTo>
                    <a:pt x="157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37"/>
            <p:cNvSpPr/>
            <p:nvPr/>
          </p:nvSpPr>
          <p:spPr>
            <a:xfrm>
              <a:off x="4365776" y="3731343"/>
              <a:ext cx="142471" cy="130845"/>
            </a:xfrm>
            <a:custGeom>
              <a:avLst/>
              <a:gdLst/>
              <a:ahLst/>
              <a:cxnLst/>
              <a:rect l="l" t="t" r="r" b="b"/>
              <a:pathLst>
                <a:path w="7827" h="7244" extrusionOk="0">
                  <a:moveTo>
                    <a:pt x="4333" y="1"/>
                  </a:moveTo>
                  <a:cubicBezTo>
                    <a:pt x="4157" y="1"/>
                    <a:pt x="3978" y="50"/>
                    <a:pt x="3818" y="152"/>
                  </a:cubicBezTo>
                  <a:lnTo>
                    <a:pt x="1931" y="1352"/>
                  </a:lnTo>
                  <a:cubicBezTo>
                    <a:pt x="443" y="2298"/>
                    <a:pt x="1" y="4273"/>
                    <a:pt x="947" y="5761"/>
                  </a:cubicBezTo>
                  <a:cubicBezTo>
                    <a:pt x="1556" y="6719"/>
                    <a:pt x="2592" y="7243"/>
                    <a:pt x="3650" y="7243"/>
                  </a:cubicBezTo>
                  <a:cubicBezTo>
                    <a:pt x="4236" y="7243"/>
                    <a:pt x="4829" y="7083"/>
                    <a:pt x="5360" y="6745"/>
                  </a:cubicBezTo>
                  <a:lnTo>
                    <a:pt x="7246" y="5545"/>
                  </a:lnTo>
                  <a:cubicBezTo>
                    <a:pt x="7694" y="5260"/>
                    <a:pt x="7826" y="4667"/>
                    <a:pt x="7541" y="4222"/>
                  </a:cubicBezTo>
                  <a:lnTo>
                    <a:pt x="5140" y="446"/>
                  </a:lnTo>
                  <a:cubicBezTo>
                    <a:pt x="4959" y="158"/>
                    <a:pt x="4650" y="1"/>
                    <a:pt x="4333" y="1"/>
                  </a:cubicBezTo>
                  <a:close/>
                </a:path>
              </a:pathLst>
            </a:custGeom>
            <a:solidFill>
              <a:srgbClr val="F4F1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37"/>
            <p:cNvSpPr/>
            <p:nvPr/>
          </p:nvSpPr>
          <p:spPr>
            <a:xfrm>
              <a:off x="4363610" y="3722185"/>
              <a:ext cx="151190" cy="149287"/>
            </a:xfrm>
            <a:custGeom>
              <a:avLst/>
              <a:gdLst/>
              <a:ahLst/>
              <a:cxnLst/>
              <a:rect l="l" t="t" r="r" b="b"/>
              <a:pathLst>
                <a:path w="8306" h="8265" extrusionOk="0">
                  <a:moveTo>
                    <a:pt x="3984" y="262"/>
                  </a:moveTo>
                  <a:cubicBezTo>
                    <a:pt x="3983" y="263"/>
                    <a:pt x="3982" y="263"/>
                    <a:pt x="3981" y="264"/>
                  </a:cubicBezTo>
                  <a:cubicBezTo>
                    <a:pt x="3982" y="263"/>
                    <a:pt x="3983" y="263"/>
                    <a:pt x="3984" y="262"/>
                  </a:cubicBezTo>
                  <a:close/>
                  <a:moveTo>
                    <a:pt x="4133" y="491"/>
                  </a:moveTo>
                  <a:cubicBezTo>
                    <a:pt x="4123" y="491"/>
                    <a:pt x="4112" y="495"/>
                    <a:pt x="4100" y="499"/>
                  </a:cubicBezTo>
                  <a:cubicBezTo>
                    <a:pt x="4091" y="497"/>
                    <a:pt x="4084" y="496"/>
                    <a:pt x="4077" y="496"/>
                  </a:cubicBezTo>
                  <a:cubicBezTo>
                    <a:pt x="4031" y="496"/>
                    <a:pt x="4024" y="537"/>
                    <a:pt x="4037" y="565"/>
                  </a:cubicBezTo>
                  <a:cubicBezTo>
                    <a:pt x="4046" y="581"/>
                    <a:pt x="4056" y="587"/>
                    <a:pt x="4068" y="587"/>
                  </a:cubicBezTo>
                  <a:cubicBezTo>
                    <a:pt x="4082" y="587"/>
                    <a:pt x="4100" y="579"/>
                    <a:pt x="4125" y="571"/>
                  </a:cubicBezTo>
                  <a:cubicBezTo>
                    <a:pt x="4150" y="561"/>
                    <a:pt x="4166" y="518"/>
                    <a:pt x="4166" y="518"/>
                  </a:cubicBezTo>
                  <a:cubicBezTo>
                    <a:pt x="4158" y="498"/>
                    <a:pt x="4147" y="491"/>
                    <a:pt x="4133" y="491"/>
                  </a:cubicBezTo>
                  <a:close/>
                  <a:moveTo>
                    <a:pt x="5309" y="530"/>
                  </a:moveTo>
                  <a:cubicBezTo>
                    <a:pt x="5327" y="530"/>
                    <a:pt x="5345" y="547"/>
                    <a:pt x="5360" y="561"/>
                  </a:cubicBezTo>
                  <a:lnTo>
                    <a:pt x="5335" y="590"/>
                  </a:lnTo>
                  <a:lnTo>
                    <a:pt x="5284" y="593"/>
                  </a:lnTo>
                  <a:lnTo>
                    <a:pt x="5284" y="543"/>
                  </a:lnTo>
                  <a:cubicBezTo>
                    <a:pt x="5292" y="534"/>
                    <a:pt x="5301" y="530"/>
                    <a:pt x="5309" y="530"/>
                  </a:cubicBezTo>
                  <a:close/>
                  <a:moveTo>
                    <a:pt x="3924" y="498"/>
                  </a:moveTo>
                  <a:cubicBezTo>
                    <a:pt x="3943" y="498"/>
                    <a:pt x="3948" y="530"/>
                    <a:pt x="3924" y="580"/>
                  </a:cubicBezTo>
                  <a:lnTo>
                    <a:pt x="3877" y="608"/>
                  </a:lnTo>
                  <a:cubicBezTo>
                    <a:pt x="3855" y="577"/>
                    <a:pt x="3884" y="518"/>
                    <a:pt x="3912" y="502"/>
                  </a:cubicBezTo>
                  <a:cubicBezTo>
                    <a:pt x="3916" y="499"/>
                    <a:pt x="3921" y="498"/>
                    <a:pt x="3924" y="498"/>
                  </a:cubicBezTo>
                  <a:close/>
                  <a:moveTo>
                    <a:pt x="5409" y="722"/>
                  </a:moveTo>
                  <a:cubicBezTo>
                    <a:pt x="5433" y="722"/>
                    <a:pt x="5418" y="735"/>
                    <a:pt x="5382" y="762"/>
                  </a:cubicBezTo>
                  <a:cubicBezTo>
                    <a:pt x="5358" y="783"/>
                    <a:pt x="5329" y="795"/>
                    <a:pt x="5299" y="795"/>
                  </a:cubicBezTo>
                  <a:cubicBezTo>
                    <a:pt x="5285" y="795"/>
                    <a:pt x="5270" y="792"/>
                    <a:pt x="5256" y="787"/>
                  </a:cubicBezTo>
                  <a:lnTo>
                    <a:pt x="5219" y="743"/>
                  </a:lnTo>
                  <a:lnTo>
                    <a:pt x="5313" y="737"/>
                  </a:lnTo>
                  <a:cubicBezTo>
                    <a:pt x="5363" y="727"/>
                    <a:pt x="5394" y="722"/>
                    <a:pt x="5409" y="722"/>
                  </a:cubicBezTo>
                  <a:close/>
                  <a:moveTo>
                    <a:pt x="2551" y="989"/>
                  </a:moveTo>
                  <a:cubicBezTo>
                    <a:pt x="2547" y="989"/>
                    <a:pt x="2541" y="992"/>
                    <a:pt x="2533" y="997"/>
                  </a:cubicBezTo>
                  <a:lnTo>
                    <a:pt x="2511" y="1013"/>
                  </a:lnTo>
                  <a:lnTo>
                    <a:pt x="2552" y="1032"/>
                  </a:lnTo>
                  <a:lnTo>
                    <a:pt x="2574" y="1016"/>
                  </a:lnTo>
                  <a:cubicBezTo>
                    <a:pt x="2562" y="997"/>
                    <a:pt x="2558" y="989"/>
                    <a:pt x="2551" y="989"/>
                  </a:cubicBezTo>
                  <a:close/>
                  <a:moveTo>
                    <a:pt x="5811" y="1157"/>
                  </a:moveTo>
                  <a:lnTo>
                    <a:pt x="5811" y="1157"/>
                  </a:lnTo>
                  <a:cubicBezTo>
                    <a:pt x="5870" y="1179"/>
                    <a:pt x="5870" y="1179"/>
                    <a:pt x="5792" y="1198"/>
                  </a:cubicBezTo>
                  <a:lnTo>
                    <a:pt x="5701" y="1194"/>
                  </a:lnTo>
                  <a:cubicBezTo>
                    <a:pt x="5686" y="1173"/>
                    <a:pt x="5733" y="1173"/>
                    <a:pt x="5811" y="1157"/>
                  </a:cubicBezTo>
                  <a:close/>
                  <a:moveTo>
                    <a:pt x="2603" y="1185"/>
                  </a:moveTo>
                  <a:cubicBezTo>
                    <a:pt x="2612" y="1185"/>
                    <a:pt x="2622" y="1190"/>
                    <a:pt x="2630" y="1204"/>
                  </a:cubicBezTo>
                  <a:lnTo>
                    <a:pt x="2608" y="1216"/>
                  </a:lnTo>
                  <a:cubicBezTo>
                    <a:pt x="2604" y="1209"/>
                    <a:pt x="2600" y="1206"/>
                    <a:pt x="2598" y="1206"/>
                  </a:cubicBezTo>
                  <a:cubicBezTo>
                    <a:pt x="2591" y="1206"/>
                    <a:pt x="2597" y="1237"/>
                    <a:pt x="2630" y="1251"/>
                  </a:cubicBezTo>
                  <a:lnTo>
                    <a:pt x="2671" y="1314"/>
                  </a:lnTo>
                  <a:cubicBezTo>
                    <a:pt x="2666" y="1316"/>
                    <a:pt x="2660" y="1318"/>
                    <a:pt x="2653" y="1318"/>
                  </a:cubicBezTo>
                  <a:cubicBezTo>
                    <a:pt x="2630" y="1318"/>
                    <a:pt x="2601" y="1302"/>
                    <a:pt x="2586" y="1276"/>
                  </a:cubicBezTo>
                  <a:cubicBezTo>
                    <a:pt x="2524" y="1226"/>
                    <a:pt x="2524" y="1226"/>
                    <a:pt x="2567" y="1201"/>
                  </a:cubicBezTo>
                  <a:cubicBezTo>
                    <a:pt x="2579" y="1192"/>
                    <a:pt x="2591" y="1185"/>
                    <a:pt x="2603" y="1185"/>
                  </a:cubicBezTo>
                  <a:close/>
                  <a:moveTo>
                    <a:pt x="2344" y="1340"/>
                  </a:moveTo>
                  <a:cubicBezTo>
                    <a:pt x="2351" y="1340"/>
                    <a:pt x="2355" y="1348"/>
                    <a:pt x="2367" y="1367"/>
                  </a:cubicBezTo>
                  <a:cubicBezTo>
                    <a:pt x="2367" y="1367"/>
                    <a:pt x="2367" y="1414"/>
                    <a:pt x="2345" y="1426"/>
                  </a:cubicBezTo>
                  <a:lnTo>
                    <a:pt x="2301" y="1408"/>
                  </a:lnTo>
                  <a:cubicBezTo>
                    <a:pt x="2282" y="1376"/>
                    <a:pt x="2304" y="1364"/>
                    <a:pt x="2326" y="1348"/>
                  </a:cubicBezTo>
                  <a:cubicBezTo>
                    <a:pt x="2335" y="1343"/>
                    <a:pt x="2340" y="1340"/>
                    <a:pt x="2344" y="1340"/>
                  </a:cubicBezTo>
                  <a:close/>
                  <a:moveTo>
                    <a:pt x="5792" y="1411"/>
                  </a:moveTo>
                  <a:lnTo>
                    <a:pt x="5805" y="1433"/>
                  </a:lnTo>
                  <a:cubicBezTo>
                    <a:pt x="5783" y="1448"/>
                    <a:pt x="5762" y="1461"/>
                    <a:pt x="5745" y="1461"/>
                  </a:cubicBezTo>
                  <a:cubicBezTo>
                    <a:pt x="5738" y="1461"/>
                    <a:pt x="5731" y="1458"/>
                    <a:pt x="5726" y="1451"/>
                  </a:cubicBezTo>
                  <a:lnTo>
                    <a:pt x="5714" y="1430"/>
                  </a:lnTo>
                  <a:cubicBezTo>
                    <a:pt x="5736" y="1417"/>
                    <a:pt x="5764" y="1411"/>
                    <a:pt x="5792" y="1411"/>
                  </a:cubicBezTo>
                  <a:close/>
                  <a:moveTo>
                    <a:pt x="6225" y="1536"/>
                  </a:moveTo>
                  <a:lnTo>
                    <a:pt x="6159" y="1577"/>
                  </a:lnTo>
                  <a:lnTo>
                    <a:pt x="6193" y="1558"/>
                  </a:lnTo>
                  <a:lnTo>
                    <a:pt x="6225" y="1536"/>
                  </a:lnTo>
                  <a:close/>
                  <a:moveTo>
                    <a:pt x="1690" y="1599"/>
                  </a:moveTo>
                  <a:cubicBezTo>
                    <a:pt x="1704" y="1599"/>
                    <a:pt x="1720" y="1647"/>
                    <a:pt x="1718" y="1708"/>
                  </a:cubicBezTo>
                  <a:cubicBezTo>
                    <a:pt x="1730" y="1750"/>
                    <a:pt x="1735" y="1769"/>
                    <a:pt x="1731" y="1769"/>
                  </a:cubicBezTo>
                  <a:cubicBezTo>
                    <a:pt x="1728" y="1769"/>
                    <a:pt x="1717" y="1754"/>
                    <a:pt x="1696" y="1724"/>
                  </a:cubicBezTo>
                  <a:cubicBezTo>
                    <a:pt x="1674" y="1693"/>
                    <a:pt x="1652" y="1661"/>
                    <a:pt x="1674" y="1646"/>
                  </a:cubicBezTo>
                  <a:cubicBezTo>
                    <a:pt x="1676" y="1613"/>
                    <a:pt x="1683" y="1599"/>
                    <a:pt x="1690" y="1599"/>
                  </a:cubicBezTo>
                  <a:close/>
                  <a:moveTo>
                    <a:pt x="2583" y="1856"/>
                  </a:moveTo>
                  <a:lnTo>
                    <a:pt x="2561" y="1871"/>
                  </a:lnTo>
                  <a:cubicBezTo>
                    <a:pt x="2561" y="1896"/>
                    <a:pt x="2567" y="1925"/>
                    <a:pt x="2580" y="1950"/>
                  </a:cubicBezTo>
                  <a:lnTo>
                    <a:pt x="2580" y="1947"/>
                  </a:lnTo>
                  <a:lnTo>
                    <a:pt x="2602" y="1934"/>
                  </a:lnTo>
                  <a:cubicBezTo>
                    <a:pt x="2624" y="1922"/>
                    <a:pt x="2602" y="1890"/>
                    <a:pt x="2583" y="1856"/>
                  </a:cubicBezTo>
                  <a:close/>
                  <a:moveTo>
                    <a:pt x="5925" y="1903"/>
                  </a:moveTo>
                  <a:cubicBezTo>
                    <a:pt x="5939" y="1903"/>
                    <a:pt x="5971" y="1919"/>
                    <a:pt x="5980" y="1934"/>
                  </a:cubicBezTo>
                  <a:lnTo>
                    <a:pt x="5949" y="1956"/>
                  </a:lnTo>
                  <a:cubicBezTo>
                    <a:pt x="5936" y="1934"/>
                    <a:pt x="5889" y="1931"/>
                    <a:pt x="5921" y="1912"/>
                  </a:cubicBezTo>
                  <a:cubicBezTo>
                    <a:pt x="5917" y="1906"/>
                    <a:pt x="5919" y="1903"/>
                    <a:pt x="5925" y="1903"/>
                  </a:cubicBezTo>
                  <a:close/>
                  <a:moveTo>
                    <a:pt x="6251" y="1959"/>
                  </a:moveTo>
                  <a:cubicBezTo>
                    <a:pt x="6259" y="1959"/>
                    <a:pt x="6264" y="1962"/>
                    <a:pt x="6268" y="1969"/>
                  </a:cubicBezTo>
                  <a:cubicBezTo>
                    <a:pt x="6315" y="1969"/>
                    <a:pt x="6297" y="2012"/>
                    <a:pt x="6218" y="2031"/>
                  </a:cubicBezTo>
                  <a:lnTo>
                    <a:pt x="6190" y="1987"/>
                  </a:lnTo>
                  <a:cubicBezTo>
                    <a:pt x="6214" y="1972"/>
                    <a:pt x="6236" y="1959"/>
                    <a:pt x="6251" y="1959"/>
                  </a:cubicBezTo>
                  <a:close/>
                  <a:moveTo>
                    <a:pt x="6378" y="2144"/>
                  </a:moveTo>
                  <a:lnTo>
                    <a:pt x="6391" y="2166"/>
                  </a:lnTo>
                  <a:cubicBezTo>
                    <a:pt x="6406" y="2188"/>
                    <a:pt x="6406" y="2188"/>
                    <a:pt x="6375" y="2207"/>
                  </a:cubicBezTo>
                  <a:lnTo>
                    <a:pt x="6359" y="2185"/>
                  </a:lnTo>
                  <a:lnTo>
                    <a:pt x="6378" y="2144"/>
                  </a:lnTo>
                  <a:close/>
                  <a:moveTo>
                    <a:pt x="6626" y="2326"/>
                  </a:moveTo>
                  <a:cubicBezTo>
                    <a:pt x="6604" y="2341"/>
                    <a:pt x="6585" y="2363"/>
                    <a:pt x="6572" y="2388"/>
                  </a:cubicBezTo>
                  <a:cubicBezTo>
                    <a:pt x="6578" y="2396"/>
                    <a:pt x="6585" y="2398"/>
                    <a:pt x="6592" y="2398"/>
                  </a:cubicBezTo>
                  <a:cubicBezTo>
                    <a:pt x="6606" y="2398"/>
                    <a:pt x="6619" y="2388"/>
                    <a:pt x="6619" y="2388"/>
                  </a:cubicBezTo>
                  <a:cubicBezTo>
                    <a:pt x="6619" y="2388"/>
                    <a:pt x="6651" y="2370"/>
                    <a:pt x="6638" y="2348"/>
                  </a:cubicBezTo>
                  <a:lnTo>
                    <a:pt x="6626" y="2326"/>
                  </a:lnTo>
                  <a:close/>
                  <a:moveTo>
                    <a:pt x="7081" y="2569"/>
                  </a:moveTo>
                  <a:cubicBezTo>
                    <a:pt x="7075" y="2569"/>
                    <a:pt x="7071" y="2580"/>
                    <a:pt x="7061" y="2602"/>
                  </a:cubicBezTo>
                  <a:cubicBezTo>
                    <a:pt x="7077" y="2624"/>
                    <a:pt x="7089" y="2645"/>
                    <a:pt x="7089" y="2645"/>
                  </a:cubicBezTo>
                  <a:cubicBezTo>
                    <a:pt x="7121" y="2624"/>
                    <a:pt x="7121" y="2624"/>
                    <a:pt x="7108" y="2602"/>
                  </a:cubicBezTo>
                  <a:cubicBezTo>
                    <a:pt x="7094" y="2580"/>
                    <a:pt x="7087" y="2569"/>
                    <a:pt x="7081" y="2569"/>
                  </a:cubicBezTo>
                  <a:close/>
                  <a:moveTo>
                    <a:pt x="6506" y="2591"/>
                  </a:moveTo>
                  <a:cubicBezTo>
                    <a:pt x="6521" y="2591"/>
                    <a:pt x="6529" y="2602"/>
                    <a:pt x="6529" y="2602"/>
                  </a:cubicBezTo>
                  <a:cubicBezTo>
                    <a:pt x="6541" y="2624"/>
                    <a:pt x="6557" y="2645"/>
                    <a:pt x="6522" y="2664"/>
                  </a:cubicBezTo>
                  <a:cubicBezTo>
                    <a:pt x="6522" y="2664"/>
                    <a:pt x="6510" y="2672"/>
                    <a:pt x="6497" y="2672"/>
                  </a:cubicBezTo>
                  <a:cubicBezTo>
                    <a:pt x="6490" y="2672"/>
                    <a:pt x="6483" y="2669"/>
                    <a:pt x="6478" y="2661"/>
                  </a:cubicBezTo>
                  <a:cubicBezTo>
                    <a:pt x="6463" y="2639"/>
                    <a:pt x="6482" y="2598"/>
                    <a:pt x="6482" y="2598"/>
                  </a:cubicBezTo>
                  <a:cubicBezTo>
                    <a:pt x="6491" y="2593"/>
                    <a:pt x="6499" y="2591"/>
                    <a:pt x="6506" y="2591"/>
                  </a:cubicBezTo>
                  <a:close/>
                  <a:moveTo>
                    <a:pt x="6761" y="2985"/>
                  </a:moveTo>
                  <a:cubicBezTo>
                    <a:pt x="6767" y="2985"/>
                    <a:pt x="6774" y="2996"/>
                    <a:pt x="6789" y="3018"/>
                  </a:cubicBezTo>
                  <a:cubicBezTo>
                    <a:pt x="6801" y="3040"/>
                    <a:pt x="6770" y="3059"/>
                    <a:pt x="6770" y="3059"/>
                  </a:cubicBezTo>
                  <a:cubicBezTo>
                    <a:pt x="6763" y="3063"/>
                    <a:pt x="6759" y="3065"/>
                    <a:pt x="6755" y="3065"/>
                  </a:cubicBezTo>
                  <a:cubicBezTo>
                    <a:pt x="6741" y="3065"/>
                    <a:pt x="6752" y="3033"/>
                    <a:pt x="6742" y="3015"/>
                  </a:cubicBezTo>
                  <a:cubicBezTo>
                    <a:pt x="6751" y="2995"/>
                    <a:pt x="6756" y="2985"/>
                    <a:pt x="6761" y="2985"/>
                  </a:cubicBezTo>
                  <a:close/>
                  <a:moveTo>
                    <a:pt x="7264" y="3209"/>
                  </a:moveTo>
                  <a:cubicBezTo>
                    <a:pt x="7268" y="3215"/>
                    <a:pt x="7270" y="3218"/>
                    <a:pt x="7270" y="3218"/>
                  </a:cubicBezTo>
                  <a:cubicBezTo>
                    <a:pt x="7270" y="3218"/>
                    <a:pt x="7268" y="3215"/>
                    <a:pt x="7265" y="3210"/>
                  </a:cubicBezTo>
                  <a:cubicBezTo>
                    <a:pt x="7265" y="3209"/>
                    <a:pt x="7265" y="3209"/>
                    <a:pt x="7264" y="3209"/>
                  </a:cubicBezTo>
                  <a:close/>
                  <a:moveTo>
                    <a:pt x="6065" y="3288"/>
                  </a:moveTo>
                  <a:cubicBezTo>
                    <a:pt x="6037" y="3288"/>
                    <a:pt x="6011" y="3294"/>
                    <a:pt x="5986" y="3307"/>
                  </a:cubicBezTo>
                  <a:cubicBezTo>
                    <a:pt x="5963" y="3321"/>
                    <a:pt x="5964" y="3337"/>
                    <a:pt x="6001" y="3337"/>
                  </a:cubicBezTo>
                  <a:cubicBezTo>
                    <a:pt x="6012" y="3337"/>
                    <a:pt x="6027" y="3336"/>
                    <a:pt x="6046" y="3332"/>
                  </a:cubicBezTo>
                  <a:cubicBezTo>
                    <a:pt x="6077" y="3310"/>
                    <a:pt x="6077" y="3310"/>
                    <a:pt x="6065" y="3288"/>
                  </a:cubicBezTo>
                  <a:close/>
                  <a:moveTo>
                    <a:pt x="7089" y="3322"/>
                  </a:moveTo>
                  <a:cubicBezTo>
                    <a:pt x="7104" y="3322"/>
                    <a:pt x="7103" y="3346"/>
                    <a:pt x="7064" y="3394"/>
                  </a:cubicBezTo>
                  <a:cubicBezTo>
                    <a:pt x="7049" y="3403"/>
                    <a:pt x="7042" y="3408"/>
                    <a:pt x="7036" y="3408"/>
                  </a:cubicBezTo>
                  <a:cubicBezTo>
                    <a:pt x="7030" y="3408"/>
                    <a:pt x="7027" y="3403"/>
                    <a:pt x="7021" y="3391"/>
                  </a:cubicBezTo>
                  <a:cubicBezTo>
                    <a:pt x="7030" y="3366"/>
                    <a:pt x="7049" y="3347"/>
                    <a:pt x="7071" y="3329"/>
                  </a:cubicBezTo>
                  <a:cubicBezTo>
                    <a:pt x="7078" y="3324"/>
                    <a:pt x="7084" y="3322"/>
                    <a:pt x="7089" y="3322"/>
                  </a:cubicBezTo>
                  <a:close/>
                  <a:moveTo>
                    <a:pt x="7133" y="3504"/>
                  </a:moveTo>
                  <a:lnTo>
                    <a:pt x="7180" y="3507"/>
                  </a:lnTo>
                  <a:lnTo>
                    <a:pt x="7193" y="3529"/>
                  </a:lnTo>
                  <a:cubicBezTo>
                    <a:pt x="7172" y="3542"/>
                    <a:pt x="7149" y="3555"/>
                    <a:pt x="7133" y="3555"/>
                  </a:cubicBezTo>
                  <a:cubicBezTo>
                    <a:pt x="7125" y="3555"/>
                    <a:pt x="7119" y="3552"/>
                    <a:pt x="7115" y="3545"/>
                  </a:cubicBezTo>
                  <a:lnTo>
                    <a:pt x="7133" y="3504"/>
                  </a:lnTo>
                  <a:close/>
                  <a:moveTo>
                    <a:pt x="7911" y="5046"/>
                  </a:moveTo>
                  <a:lnTo>
                    <a:pt x="7951" y="5068"/>
                  </a:lnTo>
                  <a:lnTo>
                    <a:pt x="7954" y="5099"/>
                  </a:lnTo>
                  <a:cubicBezTo>
                    <a:pt x="7940" y="5100"/>
                    <a:pt x="7926" y="5102"/>
                    <a:pt x="7913" y="5102"/>
                  </a:cubicBezTo>
                  <a:cubicBezTo>
                    <a:pt x="7893" y="5102"/>
                    <a:pt x="7878" y="5098"/>
                    <a:pt x="7876" y="5080"/>
                  </a:cubicBezTo>
                  <a:lnTo>
                    <a:pt x="7911" y="5046"/>
                  </a:lnTo>
                  <a:close/>
                  <a:moveTo>
                    <a:pt x="287" y="5183"/>
                  </a:moveTo>
                  <a:cubicBezTo>
                    <a:pt x="320" y="5183"/>
                    <a:pt x="353" y="5203"/>
                    <a:pt x="358" y="5228"/>
                  </a:cubicBezTo>
                  <a:cubicBezTo>
                    <a:pt x="361" y="5241"/>
                    <a:pt x="341" y="5253"/>
                    <a:pt x="314" y="5253"/>
                  </a:cubicBezTo>
                  <a:cubicBezTo>
                    <a:pt x="291" y="5253"/>
                    <a:pt x="264" y="5244"/>
                    <a:pt x="242" y="5221"/>
                  </a:cubicBezTo>
                  <a:lnTo>
                    <a:pt x="242" y="5218"/>
                  </a:lnTo>
                  <a:cubicBezTo>
                    <a:pt x="236" y="5190"/>
                    <a:pt x="236" y="5190"/>
                    <a:pt x="273" y="5184"/>
                  </a:cubicBezTo>
                  <a:cubicBezTo>
                    <a:pt x="278" y="5183"/>
                    <a:pt x="282" y="5183"/>
                    <a:pt x="287" y="5183"/>
                  </a:cubicBezTo>
                  <a:close/>
                  <a:moveTo>
                    <a:pt x="7770" y="5723"/>
                  </a:moveTo>
                  <a:cubicBezTo>
                    <a:pt x="7791" y="5723"/>
                    <a:pt x="7834" y="5767"/>
                    <a:pt x="7860" y="5782"/>
                  </a:cubicBezTo>
                  <a:cubicBezTo>
                    <a:pt x="7854" y="5798"/>
                    <a:pt x="7849" y="5805"/>
                    <a:pt x="7842" y="5805"/>
                  </a:cubicBezTo>
                  <a:cubicBezTo>
                    <a:pt x="7836" y="5805"/>
                    <a:pt x="7827" y="5800"/>
                    <a:pt x="7813" y="5792"/>
                  </a:cubicBezTo>
                  <a:cubicBezTo>
                    <a:pt x="7791" y="5776"/>
                    <a:pt x="7773" y="5754"/>
                    <a:pt x="7760" y="5729"/>
                  </a:cubicBezTo>
                  <a:cubicBezTo>
                    <a:pt x="7762" y="5725"/>
                    <a:pt x="7766" y="5723"/>
                    <a:pt x="7770" y="5723"/>
                  </a:cubicBezTo>
                  <a:close/>
                  <a:moveTo>
                    <a:pt x="720" y="6055"/>
                  </a:moveTo>
                  <a:cubicBezTo>
                    <a:pt x="730" y="6055"/>
                    <a:pt x="740" y="6056"/>
                    <a:pt x="750" y="6058"/>
                  </a:cubicBezTo>
                  <a:cubicBezTo>
                    <a:pt x="750" y="6058"/>
                    <a:pt x="797" y="6064"/>
                    <a:pt x="762" y="6083"/>
                  </a:cubicBezTo>
                  <a:lnTo>
                    <a:pt x="728" y="6099"/>
                  </a:lnTo>
                  <a:cubicBezTo>
                    <a:pt x="681" y="6093"/>
                    <a:pt x="637" y="6083"/>
                    <a:pt x="668" y="6064"/>
                  </a:cubicBezTo>
                  <a:cubicBezTo>
                    <a:pt x="685" y="6058"/>
                    <a:pt x="702" y="6055"/>
                    <a:pt x="720" y="6055"/>
                  </a:cubicBezTo>
                  <a:close/>
                  <a:moveTo>
                    <a:pt x="7199" y="6321"/>
                  </a:moveTo>
                  <a:lnTo>
                    <a:pt x="7243" y="6340"/>
                  </a:lnTo>
                  <a:lnTo>
                    <a:pt x="7240" y="6387"/>
                  </a:lnTo>
                  <a:lnTo>
                    <a:pt x="7218" y="6400"/>
                  </a:lnTo>
                  <a:cubicBezTo>
                    <a:pt x="7199" y="6368"/>
                    <a:pt x="7177" y="6337"/>
                    <a:pt x="7199" y="6321"/>
                  </a:cubicBezTo>
                  <a:close/>
                  <a:moveTo>
                    <a:pt x="7650" y="6303"/>
                  </a:moveTo>
                  <a:cubicBezTo>
                    <a:pt x="7666" y="6328"/>
                    <a:pt x="7669" y="6359"/>
                    <a:pt x="7666" y="6387"/>
                  </a:cubicBezTo>
                  <a:lnTo>
                    <a:pt x="7635" y="6409"/>
                  </a:lnTo>
                  <a:cubicBezTo>
                    <a:pt x="7613" y="6375"/>
                    <a:pt x="7594" y="6343"/>
                    <a:pt x="7622" y="6325"/>
                  </a:cubicBezTo>
                  <a:lnTo>
                    <a:pt x="7650" y="6303"/>
                  </a:lnTo>
                  <a:close/>
                  <a:moveTo>
                    <a:pt x="1359" y="6940"/>
                  </a:moveTo>
                  <a:cubicBezTo>
                    <a:pt x="1365" y="6940"/>
                    <a:pt x="1371" y="6942"/>
                    <a:pt x="1377" y="6948"/>
                  </a:cubicBezTo>
                  <a:cubicBezTo>
                    <a:pt x="1373" y="6973"/>
                    <a:pt x="1361" y="6998"/>
                    <a:pt x="1345" y="7020"/>
                  </a:cubicBezTo>
                  <a:lnTo>
                    <a:pt x="1323" y="7001"/>
                  </a:lnTo>
                  <a:cubicBezTo>
                    <a:pt x="1304" y="6979"/>
                    <a:pt x="1330" y="6954"/>
                    <a:pt x="1330" y="6954"/>
                  </a:cubicBezTo>
                  <a:cubicBezTo>
                    <a:pt x="1330" y="6954"/>
                    <a:pt x="1344" y="6940"/>
                    <a:pt x="1359" y="6940"/>
                  </a:cubicBezTo>
                  <a:close/>
                  <a:moveTo>
                    <a:pt x="1675" y="7124"/>
                  </a:moveTo>
                  <a:cubicBezTo>
                    <a:pt x="1664" y="7124"/>
                    <a:pt x="1659" y="7133"/>
                    <a:pt x="1673" y="7133"/>
                  </a:cubicBezTo>
                  <a:cubicBezTo>
                    <a:pt x="1677" y="7133"/>
                    <a:pt x="1682" y="7132"/>
                    <a:pt x="1690" y="7130"/>
                  </a:cubicBezTo>
                  <a:cubicBezTo>
                    <a:pt x="1685" y="7125"/>
                    <a:pt x="1679" y="7124"/>
                    <a:pt x="1675" y="7124"/>
                  </a:cubicBezTo>
                  <a:close/>
                  <a:moveTo>
                    <a:pt x="1580" y="7089"/>
                  </a:moveTo>
                  <a:lnTo>
                    <a:pt x="1599" y="7108"/>
                  </a:lnTo>
                  <a:lnTo>
                    <a:pt x="1596" y="7152"/>
                  </a:lnTo>
                  <a:lnTo>
                    <a:pt x="1577" y="7136"/>
                  </a:lnTo>
                  <a:cubicBezTo>
                    <a:pt x="1555" y="7117"/>
                    <a:pt x="1555" y="7117"/>
                    <a:pt x="1580" y="7089"/>
                  </a:cubicBezTo>
                  <a:close/>
                  <a:moveTo>
                    <a:pt x="1971" y="7173"/>
                  </a:moveTo>
                  <a:cubicBezTo>
                    <a:pt x="1969" y="7173"/>
                    <a:pt x="1966" y="7180"/>
                    <a:pt x="1966" y="7196"/>
                  </a:cubicBezTo>
                  <a:lnTo>
                    <a:pt x="1966" y="7196"/>
                  </a:lnTo>
                  <a:cubicBezTo>
                    <a:pt x="1972" y="7181"/>
                    <a:pt x="1972" y="7173"/>
                    <a:pt x="1971" y="7173"/>
                  </a:cubicBezTo>
                  <a:close/>
                  <a:moveTo>
                    <a:pt x="1966" y="7196"/>
                  </a:moveTo>
                  <a:cubicBezTo>
                    <a:pt x="1965" y="7199"/>
                    <a:pt x="1963" y="7202"/>
                    <a:pt x="1961" y="7206"/>
                  </a:cubicBezTo>
                  <a:lnTo>
                    <a:pt x="1961" y="7206"/>
                  </a:lnTo>
                  <a:cubicBezTo>
                    <a:pt x="1963" y="7203"/>
                    <a:pt x="1964" y="7201"/>
                    <a:pt x="1966" y="7199"/>
                  </a:cubicBezTo>
                  <a:cubicBezTo>
                    <a:pt x="1966" y="7198"/>
                    <a:pt x="1966" y="7197"/>
                    <a:pt x="1966" y="7196"/>
                  </a:cubicBezTo>
                  <a:close/>
                  <a:moveTo>
                    <a:pt x="1793" y="7258"/>
                  </a:moveTo>
                  <a:lnTo>
                    <a:pt x="1815" y="7274"/>
                  </a:lnTo>
                  <a:lnTo>
                    <a:pt x="1812" y="7321"/>
                  </a:lnTo>
                  <a:lnTo>
                    <a:pt x="1793" y="7305"/>
                  </a:lnTo>
                  <a:cubicBezTo>
                    <a:pt x="1771" y="7290"/>
                    <a:pt x="1771" y="7290"/>
                    <a:pt x="1793" y="7258"/>
                  </a:cubicBezTo>
                  <a:close/>
                  <a:moveTo>
                    <a:pt x="5682" y="7265"/>
                  </a:moveTo>
                  <a:cubicBezTo>
                    <a:pt x="5717" y="7274"/>
                    <a:pt x="5726" y="7318"/>
                    <a:pt x="5701" y="7343"/>
                  </a:cubicBezTo>
                  <a:cubicBezTo>
                    <a:pt x="5681" y="7355"/>
                    <a:pt x="5670" y="7361"/>
                    <a:pt x="5662" y="7361"/>
                  </a:cubicBezTo>
                  <a:cubicBezTo>
                    <a:pt x="5653" y="7361"/>
                    <a:pt x="5648" y="7353"/>
                    <a:pt x="5639" y="7337"/>
                  </a:cubicBezTo>
                  <a:cubicBezTo>
                    <a:pt x="5617" y="7305"/>
                    <a:pt x="5660" y="7277"/>
                    <a:pt x="5682" y="7265"/>
                  </a:cubicBezTo>
                  <a:close/>
                  <a:moveTo>
                    <a:pt x="1952" y="7373"/>
                  </a:moveTo>
                  <a:cubicBezTo>
                    <a:pt x="1957" y="7373"/>
                    <a:pt x="1962" y="7376"/>
                    <a:pt x="1972" y="7381"/>
                  </a:cubicBezTo>
                  <a:cubicBezTo>
                    <a:pt x="2016" y="7412"/>
                    <a:pt x="2016" y="7412"/>
                    <a:pt x="1975" y="7428"/>
                  </a:cubicBezTo>
                  <a:cubicBezTo>
                    <a:pt x="1962" y="7433"/>
                    <a:pt x="1951" y="7436"/>
                    <a:pt x="1942" y="7436"/>
                  </a:cubicBezTo>
                  <a:cubicBezTo>
                    <a:pt x="1921" y="7436"/>
                    <a:pt x="1913" y="7421"/>
                    <a:pt x="1928" y="7399"/>
                  </a:cubicBezTo>
                  <a:cubicBezTo>
                    <a:pt x="1942" y="7380"/>
                    <a:pt x="1946" y="7373"/>
                    <a:pt x="1952" y="7373"/>
                  </a:cubicBezTo>
                  <a:close/>
                  <a:moveTo>
                    <a:pt x="2035" y="7691"/>
                  </a:moveTo>
                  <a:cubicBezTo>
                    <a:pt x="2039" y="7691"/>
                    <a:pt x="2043" y="7692"/>
                    <a:pt x="2047" y="7694"/>
                  </a:cubicBezTo>
                  <a:lnTo>
                    <a:pt x="2053" y="7741"/>
                  </a:lnTo>
                  <a:lnTo>
                    <a:pt x="2010" y="7760"/>
                  </a:lnTo>
                  <a:lnTo>
                    <a:pt x="1985" y="7747"/>
                  </a:lnTo>
                  <a:cubicBezTo>
                    <a:pt x="2000" y="7718"/>
                    <a:pt x="2014" y="7691"/>
                    <a:pt x="2035" y="7691"/>
                  </a:cubicBezTo>
                  <a:close/>
                  <a:moveTo>
                    <a:pt x="4705" y="7760"/>
                  </a:moveTo>
                  <a:lnTo>
                    <a:pt x="4705" y="7760"/>
                  </a:lnTo>
                  <a:cubicBezTo>
                    <a:pt x="4711" y="7785"/>
                    <a:pt x="4711" y="7813"/>
                    <a:pt x="4702" y="7841"/>
                  </a:cubicBezTo>
                  <a:lnTo>
                    <a:pt x="4673" y="7848"/>
                  </a:lnTo>
                  <a:cubicBezTo>
                    <a:pt x="4664" y="7813"/>
                    <a:pt x="4655" y="7775"/>
                    <a:pt x="4680" y="7766"/>
                  </a:cubicBezTo>
                  <a:lnTo>
                    <a:pt x="4705" y="7760"/>
                  </a:lnTo>
                  <a:close/>
                  <a:moveTo>
                    <a:pt x="2364" y="7811"/>
                  </a:moveTo>
                  <a:cubicBezTo>
                    <a:pt x="2367" y="7811"/>
                    <a:pt x="2370" y="7812"/>
                    <a:pt x="2373" y="7813"/>
                  </a:cubicBezTo>
                  <a:lnTo>
                    <a:pt x="2386" y="7860"/>
                  </a:lnTo>
                  <a:cubicBezTo>
                    <a:pt x="2376" y="7882"/>
                    <a:pt x="2360" y="7886"/>
                    <a:pt x="2351" y="7886"/>
                  </a:cubicBezTo>
                  <a:cubicBezTo>
                    <a:pt x="2345" y="7886"/>
                    <a:pt x="2342" y="7885"/>
                    <a:pt x="2342" y="7885"/>
                  </a:cubicBezTo>
                  <a:cubicBezTo>
                    <a:pt x="2317" y="7873"/>
                    <a:pt x="2317" y="7873"/>
                    <a:pt x="2332" y="7838"/>
                  </a:cubicBezTo>
                  <a:cubicBezTo>
                    <a:pt x="2332" y="7838"/>
                    <a:pt x="2342" y="7811"/>
                    <a:pt x="2364" y="7811"/>
                  </a:cubicBezTo>
                  <a:close/>
                  <a:moveTo>
                    <a:pt x="4633" y="0"/>
                  </a:moveTo>
                  <a:cubicBezTo>
                    <a:pt x="4616" y="0"/>
                    <a:pt x="4608" y="8"/>
                    <a:pt x="4579" y="32"/>
                  </a:cubicBezTo>
                  <a:cubicBezTo>
                    <a:pt x="4548" y="32"/>
                    <a:pt x="4520" y="44"/>
                    <a:pt x="4498" y="63"/>
                  </a:cubicBezTo>
                  <a:cubicBezTo>
                    <a:pt x="4460" y="91"/>
                    <a:pt x="4460" y="148"/>
                    <a:pt x="4495" y="179"/>
                  </a:cubicBezTo>
                  <a:cubicBezTo>
                    <a:pt x="4519" y="210"/>
                    <a:pt x="4504" y="214"/>
                    <a:pt x="4482" y="214"/>
                  </a:cubicBezTo>
                  <a:cubicBezTo>
                    <a:pt x="4475" y="214"/>
                    <a:pt x="4468" y="214"/>
                    <a:pt x="4460" y="214"/>
                  </a:cubicBezTo>
                  <a:cubicBezTo>
                    <a:pt x="4391" y="179"/>
                    <a:pt x="4388" y="142"/>
                    <a:pt x="4423" y="101"/>
                  </a:cubicBezTo>
                  <a:cubicBezTo>
                    <a:pt x="4460" y="101"/>
                    <a:pt x="4460" y="63"/>
                    <a:pt x="4460" y="26"/>
                  </a:cubicBezTo>
                  <a:cubicBezTo>
                    <a:pt x="4460" y="18"/>
                    <a:pt x="4454" y="15"/>
                    <a:pt x="4444" y="15"/>
                  </a:cubicBezTo>
                  <a:cubicBezTo>
                    <a:pt x="4396" y="15"/>
                    <a:pt x="4262" y="85"/>
                    <a:pt x="4244" y="154"/>
                  </a:cubicBezTo>
                  <a:cubicBezTo>
                    <a:pt x="4242" y="145"/>
                    <a:pt x="4240" y="132"/>
                    <a:pt x="4238" y="116"/>
                  </a:cubicBezTo>
                  <a:cubicBezTo>
                    <a:pt x="4236" y="98"/>
                    <a:pt x="4219" y="91"/>
                    <a:pt x="4194" y="91"/>
                  </a:cubicBezTo>
                  <a:cubicBezTo>
                    <a:pt x="4165" y="91"/>
                    <a:pt x="4125" y="100"/>
                    <a:pt x="4084" y="110"/>
                  </a:cubicBezTo>
                  <a:cubicBezTo>
                    <a:pt x="4012" y="132"/>
                    <a:pt x="3974" y="145"/>
                    <a:pt x="3987" y="179"/>
                  </a:cubicBezTo>
                  <a:cubicBezTo>
                    <a:pt x="3999" y="215"/>
                    <a:pt x="4011" y="249"/>
                    <a:pt x="3984" y="262"/>
                  </a:cubicBezTo>
                  <a:lnTo>
                    <a:pt x="3984" y="262"/>
                  </a:lnTo>
                  <a:cubicBezTo>
                    <a:pt x="3988" y="261"/>
                    <a:pt x="3991" y="260"/>
                    <a:pt x="3994" y="260"/>
                  </a:cubicBezTo>
                  <a:cubicBezTo>
                    <a:pt x="4016" y="260"/>
                    <a:pt x="4027" y="292"/>
                    <a:pt x="4037" y="323"/>
                  </a:cubicBezTo>
                  <a:cubicBezTo>
                    <a:pt x="3996" y="314"/>
                    <a:pt x="3956" y="304"/>
                    <a:pt x="3915" y="289"/>
                  </a:cubicBezTo>
                  <a:cubicBezTo>
                    <a:pt x="3880" y="274"/>
                    <a:pt x="3842" y="265"/>
                    <a:pt x="3804" y="265"/>
                  </a:cubicBezTo>
                  <a:cubicBezTo>
                    <a:pt x="3794" y="265"/>
                    <a:pt x="3784" y="266"/>
                    <a:pt x="3774" y="267"/>
                  </a:cubicBezTo>
                  <a:cubicBezTo>
                    <a:pt x="3746" y="270"/>
                    <a:pt x="3721" y="276"/>
                    <a:pt x="3696" y="286"/>
                  </a:cubicBezTo>
                  <a:cubicBezTo>
                    <a:pt x="3674" y="295"/>
                    <a:pt x="3655" y="304"/>
                    <a:pt x="3633" y="317"/>
                  </a:cubicBezTo>
                  <a:cubicBezTo>
                    <a:pt x="3597" y="340"/>
                    <a:pt x="3546" y="372"/>
                    <a:pt x="3506" y="372"/>
                  </a:cubicBezTo>
                  <a:cubicBezTo>
                    <a:pt x="3498" y="372"/>
                    <a:pt x="3490" y="370"/>
                    <a:pt x="3482" y="367"/>
                  </a:cubicBezTo>
                  <a:cubicBezTo>
                    <a:pt x="3439" y="392"/>
                    <a:pt x="3417" y="408"/>
                    <a:pt x="3435" y="439"/>
                  </a:cubicBezTo>
                  <a:lnTo>
                    <a:pt x="3392" y="467"/>
                  </a:lnTo>
                  <a:cubicBezTo>
                    <a:pt x="3383" y="463"/>
                    <a:pt x="3373" y="461"/>
                    <a:pt x="3365" y="461"/>
                  </a:cubicBezTo>
                  <a:cubicBezTo>
                    <a:pt x="3334" y="461"/>
                    <a:pt x="3311" y="484"/>
                    <a:pt x="3326" y="508"/>
                  </a:cubicBezTo>
                  <a:cubicBezTo>
                    <a:pt x="3323" y="552"/>
                    <a:pt x="3282" y="536"/>
                    <a:pt x="3260" y="549"/>
                  </a:cubicBezTo>
                  <a:cubicBezTo>
                    <a:pt x="3226" y="534"/>
                    <a:pt x="3205" y="525"/>
                    <a:pt x="3199" y="525"/>
                  </a:cubicBezTo>
                  <a:cubicBezTo>
                    <a:pt x="3189" y="525"/>
                    <a:pt x="3208" y="544"/>
                    <a:pt x="3257" y="593"/>
                  </a:cubicBezTo>
                  <a:cubicBezTo>
                    <a:pt x="3276" y="614"/>
                    <a:pt x="3303" y="625"/>
                    <a:pt x="3328" y="625"/>
                  </a:cubicBezTo>
                  <a:cubicBezTo>
                    <a:pt x="3340" y="625"/>
                    <a:pt x="3352" y="623"/>
                    <a:pt x="3363" y="618"/>
                  </a:cubicBezTo>
                  <a:lnTo>
                    <a:pt x="3429" y="577"/>
                  </a:lnTo>
                  <a:lnTo>
                    <a:pt x="3385" y="649"/>
                  </a:lnTo>
                  <a:cubicBezTo>
                    <a:pt x="3354" y="674"/>
                    <a:pt x="3345" y="718"/>
                    <a:pt x="3360" y="756"/>
                  </a:cubicBezTo>
                  <a:cubicBezTo>
                    <a:pt x="3360" y="756"/>
                    <a:pt x="3379" y="787"/>
                    <a:pt x="3357" y="800"/>
                  </a:cubicBezTo>
                  <a:cubicBezTo>
                    <a:pt x="3357" y="800"/>
                    <a:pt x="3338" y="768"/>
                    <a:pt x="3316" y="737"/>
                  </a:cubicBezTo>
                  <a:cubicBezTo>
                    <a:pt x="3316" y="696"/>
                    <a:pt x="3304" y="659"/>
                    <a:pt x="3279" y="627"/>
                  </a:cubicBezTo>
                  <a:cubicBezTo>
                    <a:pt x="3251" y="605"/>
                    <a:pt x="3220" y="594"/>
                    <a:pt x="3196" y="594"/>
                  </a:cubicBezTo>
                  <a:cubicBezTo>
                    <a:pt x="3165" y="594"/>
                    <a:pt x="3148" y="612"/>
                    <a:pt x="3169" y="649"/>
                  </a:cubicBezTo>
                  <a:cubicBezTo>
                    <a:pt x="3159" y="655"/>
                    <a:pt x="3154" y="658"/>
                    <a:pt x="3147" y="658"/>
                  </a:cubicBezTo>
                  <a:cubicBezTo>
                    <a:pt x="3139" y="658"/>
                    <a:pt x="3129" y="653"/>
                    <a:pt x="3106" y="643"/>
                  </a:cubicBezTo>
                  <a:cubicBezTo>
                    <a:pt x="3099" y="633"/>
                    <a:pt x="3092" y="628"/>
                    <a:pt x="3087" y="628"/>
                  </a:cubicBezTo>
                  <a:cubicBezTo>
                    <a:pt x="3075" y="628"/>
                    <a:pt x="3069" y="651"/>
                    <a:pt x="3081" y="702"/>
                  </a:cubicBezTo>
                  <a:cubicBezTo>
                    <a:pt x="3093" y="750"/>
                    <a:pt x="3089" y="773"/>
                    <a:pt x="3071" y="773"/>
                  </a:cubicBezTo>
                  <a:cubicBezTo>
                    <a:pt x="3059" y="773"/>
                    <a:pt x="3040" y="763"/>
                    <a:pt x="3016" y="743"/>
                  </a:cubicBezTo>
                  <a:cubicBezTo>
                    <a:pt x="2996" y="735"/>
                    <a:pt x="2977" y="732"/>
                    <a:pt x="2958" y="732"/>
                  </a:cubicBezTo>
                  <a:cubicBezTo>
                    <a:pt x="2896" y="732"/>
                    <a:pt x="2848" y="769"/>
                    <a:pt x="2865" y="793"/>
                  </a:cubicBezTo>
                  <a:cubicBezTo>
                    <a:pt x="2897" y="833"/>
                    <a:pt x="2864" y="887"/>
                    <a:pt x="2820" y="887"/>
                  </a:cubicBezTo>
                  <a:cubicBezTo>
                    <a:pt x="2812" y="887"/>
                    <a:pt x="2804" y="885"/>
                    <a:pt x="2796" y="881"/>
                  </a:cubicBezTo>
                  <a:cubicBezTo>
                    <a:pt x="2784" y="876"/>
                    <a:pt x="2774" y="873"/>
                    <a:pt x="2765" y="873"/>
                  </a:cubicBezTo>
                  <a:cubicBezTo>
                    <a:pt x="2744" y="873"/>
                    <a:pt x="2733" y="889"/>
                    <a:pt x="2730" y="922"/>
                  </a:cubicBezTo>
                  <a:cubicBezTo>
                    <a:pt x="2720" y="904"/>
                    <a:pt x="2701" y="890"/>
                    <a:pt x="2686" y="890"/>
                  </a:cubicBezTo>
                  <a:cubicBezTo>
                    <a:pt x="2675" y="890"/>
                    <a:pt x="2666" y="898"/>
                    <a:pt x="2665" y="919"/>
                  </a:cubicBezTo>
                  <a:cubicBezTo>
                    <a:pt x="2665" y="919"/>
                    <a:pt x="2643" y="931"/>
                    <a:pt x="2686" y="950"/>
                  </a:cubicBezTo>
                  <a:lnTo>
                    <a:pt x="2683" y="1041"/>
                  </a:lnTo>
                  <a:cubicBezTo>
                    <a:pt x="2687" y="1039"/>
                    <a:pt x="2690" y="1038"/>
                    <a:pt x="2693" y="1038"/>
                  </a:cubicBezTo>
                  <a:cubicBezTo>
                    <a:pt x="2711" y="1038"/>
                    <a:pt x="2728" y="1065"/>
                    <a:pt x="2746" y="1091"/>
                  </a:cubicBezTo>
                  <a:cubicBezTo>
                    <a:pt x="2756" y="1107"/>
                    <a:pt x="2731" y="1121"/>
                    <a:pt x="2691" y="1121"/>
                  </a:cubicBezTo>
                  <a:cubicBezTo>
                    <a:pt x="2653" y="1121"/>
                    <a:pt x="2602" y="1109"/>
                    <a:pt x="2552" y="1075"/>
                  </a:cubicBezTo>
                  <a:lnTo>
                    <a:pt x="2467" y="1041"/>
                  </a:lnTo>
                  <a:lnTo>
                    <a:pt x="2467" y="1041"/>
                  </a:lnTo>
                  <a:lnTo>
                    <a:pt x="2508" y="1104"/>
                  </a:lnTo>
                  <a:cubicBezTo>
                    <a:pt x="2495" y="1111"/>
                    <a:pt x="2483" y="1119"/>
                    <a:pt x="2471" y="1119"/>
                  </a:cubicBezTo>
                  <a:cubicBezTo>
                    <a:pt x="2462" y="1119"/>
                    <a:pt x="2453" y="1114"/>
                    <a:pt x="2445" y="1100"/>
                  </a:cubicBezTo>
                  <a:cubicBezTo>
                    <a:pt x="2432" y="1080"/>
                    <a:pt x="2427" y="1072"/>
                    <a:pt x="2420" y="1072"/>
                  </a:cubicBezTo>
                  <a:cubicBezTo>
                    <a:pt x="2415" y="1072"/>
                    <a:pt x="2410" y="1075"/>
                    <a:pt x="2401" y="1082"/>
                  </a:cubicBezTo>
                  <a:cubicBezTo>
                    <a:pt x="2401" y="1082"/>
                    <a:pt x="2379" y="1094"/>
                    <a:pt x="2401" y="1126"/>
                  </a:cubicBezTo>
                  <a:cubicBezTo>
                    <a:pt x="2426" y="1168"/>
                    <a:pt x="2434" y="1183"/>
                    <a:pt x="2426" y="1183"/>
                  </a:cubicBezTo>
                  <a:cubicBezTo>
                    <a:pt x="2422" y="1183"/>
                    <a:pt x="2412" y="1179"/>
                    <a:pt x="2398" y="1173"/>
                  </a:cubicBezTo>
                  <a:cubicBezTo>
                    <a:pt x="2373" y="1153"/>
                    <a:pt x="2355" y="1143"/>
                    <a:pt x="2343" y="1143"/>
                  </a:cubicBezTo>
                  <a:cubicBezTo>
                    <a:pt x="2325" y="1143"/>
                    <a:pt x="2321" y="1166"/>
                    <a:pt x="2332" y="1213"/>
                  </a:cubicBezTo>
                  <a:cubicBezTo>
                    <a:pt x="2354" y="1246"/>
                    <a:pt x="2364" y="1262"/>
                    <a:pt x="2360" y="1262"/>
                  </a:cubicBezTo>
                  <a:cubicBezTo>
                    <a:pt x="2356" y="1262"/>
                    <a:pt x="2340" y="1250"/>
                    <a:pt x="2310" y="1226"/>
                  </a:cubicBezTo>
                  <a:cubicBezTo>
                    <a:pt x="2296" y="1202"/>
                    <a:pt x="2268" y="1186"/>
                    <a:pt x="2245" y="1186"/>
                  </a:cubicBezTo>
                  <a:cubicBezTo>
                    <a:pt x="2238" y="1186"/>
                    <a:pt x="2231" y="1187"/>
                    <a:pt x="2226" y="1191"/>
                  </a:cubicBezTo>
                  <a:lnTo>
                    <a:pt x="2245" y="1223"/>
                  </a:lnTo>
                  <a:cubicBezTo>
                    <a:pt x="2275" y="1269"/>
                    <a:pt x="2271" y="1290"/>
                    <a:pt x="2250" y="1290"/>
                  </a:cubicBezTo>
                  <a:cubicBezTo>
                    <a:pt x="2243" y="1290"/>
                    <a:pt x="2233" y="1287"/>
                    <a:pt x="2223" y="1282"/>
                  </a:cubicBezTo>
                  <a:cubicBezTo>
                    <a:pt x="2215" y="1271"/>
                    <a:pt x="2207" y="1266"/>
                    <a:pt x="2199" y="1266"/>
                  </a:cubicBezTo>
                  <a:cubicBezTo>
                    <a:pt x="2185" y="1266"/>
                    <a:pt x="2171" y="1284"/>
                    <a:pt x="2157" y="1323"/>
                  </a:cubicBezTo>
                  <a:cubicBezTo>
                    <a:pt x="2131" y="1340"/>
                    <a:pt x="2113" y="1351"/>
                    <a:pt x="2098" y="1351"/>
                  </a:cubicBezTo>
                  <a:cubicBezTo>
                    <a:pt x="2087" y="1351"/>
                    <a:pt x="2078" y="1345"/>
                    <a:pt x="2069" y="1332"/>
                  </a:cubicBezTo>
                  <a:cubicBezTo>
                    <a:pt x="2050" y="1301"/>
                    <a:pt x="2039" y="1284"/>
                    <a:pt x="2036" y="1284"/>
                  </a:cubicBezTo>
                  <a:lnTo>
                    <a:pt x="2036" y="1284"/>
                  </a:lnTo>
                  <a:cubicBezTo>
                    <a:pt x="2033" y="1284"/>
                    <a:pt x="2037" y="1304"/>
                    <a:pt x="2047" y="1345"/>
                  </a:cubicBezTo>
                  <a:cubicBezTo>
                    <a:pt x="2047" y="1379"/>
                    <a:pt x="2047" y="1389"/>
                    <a:pt x="2021" y="1389"/>
                  </a:cubicBezTo>
                  <a:cubicBezTo>
                    <a:pt x="2012" y="1389"/>
                    <a:pt x="1999" y="1387"/>
                    <a:pt x="1981" y="1386"/>
                  </a:cubicBezTo>
                  <a:cubicBezTo>
                    <a:pt x="1966" y="1378"/>
                    <a:pt x="1956" y="1374"/>
                    <a:pt x="1950" y="1374"/>
                  </a:cubicBezTo>
                  <a:cubicBezTo>
                    <a:pt x="1940" y="1374"/>
                    <a:pt x="1939" y="1385"/>
                    <a:pt x="1938" y="1414"/>
                  </a:cubicBezTo>
                  <a:cubicBezTo>
                    <a:pt x="1972" y="1467"/>
                    <a:pt x="1991" y="1498"/>
                    <a:pt x="2010" y="1498"/>
                  </a:cubicBezTo>
                  <a:cubicBezTo>
                    <a:pt x="2013" y="1498"/>
                    <a:pt x="2016" y="1497"/>
                    <a:pt x="2019" y="1495"/>
                  </a:cubicBezTo>
                  <a:cubicBezTo>
                    <a:pt x="2027" y="1490"/>
                    <a:pt x="2033" y="1488"/>
                    <a:pt x="2037" y="1488"/>
                  </a:cubicBezTo>
                  <a:cubicBezTo>
                    <a:pt x="2044" y="1488"/>
                    <a:pt x="2049" y="1495"/>
                    <a:pt x="2063" y="1514"/>
                  </a:cubicBezTo>
                  <a:lnTo>
                    <a:pt x="2019" y="1542"/>
                  </a:lnTo>
                  <a:cubicBezTo>
                    <a:pt x="1985" y="1561"/>
                    <a:pt x="1963" y="1592"/>
                    <a:pt x="1950" y="1627"/>
                  </a:cubicBezTo>
                  <a:cubicBezTo>
                    <a:pt x="1932" y="1670"/>
                    <a:pt x="1948" y="1715"/>
                    <a:pt x="1968" y="1715"/>
                  </a:cubicBezTo>
                  <a:cubicBezTo>
                    <a:pt x="1976" y="1715"/>
                    <a:pt x="1984" y="1708"/>
                    <a:pt x="1991" y="1693"/>
                  </a:cubicBezTo>
                  <a:lnTo>
                    <a:pt x="2032" y="1708"/>
                  </a:lnTo>
                  <a:cubicBezTo>
                    <a:pt x="2057" y="1750"/>
                    <a:pt x="2080" y="1769"/>
                    <a:pt x="2093" y="1769"/>
                  </a:cubicBezTo>
                  <a:cubicBezTo>
                    <a:pt x="2110" y="1769"/>
                    <a:pt x="2109" y="1737"/>
                    <a:pt x="2075" y="1683"/>
                  </a:cubicBezTo>
                  <a:cubicBezTo>
                    <a:pt x="2041" y="1627"/>
                    <a:pt x="2026" y="1603"/>
                    <a:pt x="2033" y="1603"/>
                  </a:cubicBezTo>
                  <a:cubicBezTo>
                    <a:pt x="2037" y="1603"/>
                    <a:pt x="2052" y="1615"/>
                    <a:pt x="2079" y="1636"/>
                  </a:cubicBezTo>
                  <a:cubicBezTo>
                    <a:pt x="2103" y="1673"/>
                    <a:pt x="2120" y="1684"/>
                    <a:pt x="2135" y="1684"/>
                  </a:cubicBezTo>
                  <a:cubicBezTo>
                    <a:pt x="2145" y="1684"/>
                    <a:pt x="2154" y="1679"/>
                    <a:pt x="2163" y="1674"/>
                  </a:cubicBezTo>
                  <a:cubicBezTo>
                    <a:pt x="2172" y="1668"/>
                    <a:pt x="2177" y="1664"/>
                    <a:pt x="2182" y="1664"/>
                  </a:cubicBezTo>
                  <a:cubicBezTo>
                    <a:pt x="2188" y="1664"/>
                    <a:pt x="2193" y="1672"/>
                    <a:pt x="2204" y="1693"/>
                  </a:cubicBezTo>
                  <a:cubicBezTo>
                    <a:pt x="2218" y="1716"/>
                    <a:pt x="2246" y="1733"/>
                    <a:pt x="2269" y="1733"/>
                  </a:cubicBezTo>
                  <a:cubicBezTo>
                    <a:pt x="2276" y="1733"/>
                    <a:pt x="2283" y="1731"/>
                    <a:pt x="2289" y="1727"/>
                  </a:cubicBezTo>
                  <a:cubicBezTo>
                    <a:pt x="2310" y="1715"/>
                    <a:pt x="2310" y="1715"/>
                    <a:pt x="2289" y="1683"/>
                  </a:cubicBezTo>
                  <a:cubicBezTo>
                    <a:pt x="2265" y="1672"/>
                    <a:pt x="2270" y="1658"/>
                    <a:pt x="2290" y="1658"/>
                  </a:cubicBezTo>
                  <a:cubicBezTo>
                    <a:pt x="2305" y="1658"/>
                    <a:pt x="2328" y="1666"/>
                    <a:pt x="2354" y="1687"/>
                  </a:cubicBezTo>
                  <a:cubicBezTo>
                    <a:pt x="2369" y="1693"/>
                    <a:pt x="2378" y="1697"/>
                    <a:pt x="2382" y="1697"/>
                  </a:cubicBezTo>
                  <a:cubicBezTo>
                    <a:pt x="2390" y="1697"/>
                    <a:pt x="2382" y="1683"/>
                    <a:pt x="2357" y="1643"/>
                  </a:cubicBezTo>
                  <a:cubicBezTo>
                    <a:pt x="2332" y="1601"/>
                    <a:pt x="2340" y="1575"/>
                    <a:pt x="2366" y="1575"/>
                  </a:cubicBezTo>
                  <a:cubicBezTo>
                    <a:pt x="2380" y="1575"/>
                    <a:pt x="2400" y="1584"/>
                    <a:pt x="2423" y="1602"/>
                  </a:cubicBezTo>
                  <a:lnTo>
                    <a:pt x="2467" y="1574"/>
                  </a:lnTo>
                  <a:cubicBezTo>
                    <a:pt x="2489" y="1561"/>
                    <a:pt x="2467" y="1527"/>
                    <a:pt x="2448" y="1495"/>
                  </a:cubicBezTo>
                  <a:cubicBezTo>
                    <a:pt x="2422" y="1455"/>
                    <a:pt x="2413" y="1441"/>
                    <a:pt x="2420" y="1441"/>
                  </a:cubicBezTo>
                  <a:cubicBezTo>
                    <a:pt x="2425" y="1441"/>
                    <a:pt x="2434" y="1445"/>
                    <a:pt x="2448" y="1451"/>
                  </a:cubicBezTo>
                  <a:cubicBezTo>
                    <a:pt x="2473" y="1461"/>
                    <a:pt x="2495" y="1480"/>
                    <a:pt x="2511" y="1502"/>
                  </a:cubicBezTo>
                  <a:cubicBezTo>
                    <a:pt x="2521" y="1515"/>
                    <a:pt x="2530" y="1520"/>
                    <a:pt x="2540" y="1520"/>
                  </a:cubicBezTo>
                  <a:cubicBezTo>
                    <a:pt x="2552" y="1520"/>
                    <a:pt x="2564" y="1512"/>
                    <a:pt x="2577" y="1505"/>
                  </a:cubicBezTo>
                  <a:cubicBezTo>
                    <a:pt x="2599" y="1492"/>
                    <a:pt x="2643" y="1464"/>
                    <a:pt x="2621" y="1433"/>
                  </a:cubicBezTo>
                  <a:lnTo>
                    <a:pt x="2621" y="1433"/>
                  </a:lnTo>
                  <a:lnTo>
                    <a:pt x="2643" y="1464"/>
                  </a:lnTo>
                  <a:cubicBezTo>
                    <a:pt x="2647" y="1462"/>
                    <a:pt x="2651" y="1461"/>
                    <a:pt x="2654" y="1461"/>
                  </a:cubicBezTo>
                  <a:cubicBezTo>
                    <a:pt x="2663" y="1461"/>
                    <a:pt x="2670" y="1466"/>
                    <a:pt x="2672" y="1466"/>
                  </a:cubicBezTo>
                  <a:cubicBezTo>
                    <a:pt x="2673" y="1466"/>
                    <a:pt x="2671" y="1463"/>
                    <a:pt x="2665" y="1451"/>
                  </a:cubicBezTo>
                  <a:cubicBezTo>
                    <a:pt x="2683" y="1443"/>
                    <a:pt x="2702" y="1439"/>
                    <a:pt x="2721" y="1439"/>
                  </a:cubicBezTo>
                  <a:cubicBezTo>
                    <a:pt x="2730" y="1439"/>
                    <a:pt x="2740" y="1440"/>
                    <a:pt x="2749" y="1442"/>
                  </a:cubicBezTo>
                  <a:cubicBezTo>
                    <a:pt x="2750" y="1442"/>
                    <a:pt x="2751" y="1442"/>
                    <a:pt x="2752" y="1442"/>
                  </a:cubicBezTo>
                  <a:cubicBezTo>
                    <a:pt x="2816" y="1442"/>
                    <a:pt x="2838" y="1341"/>
                    <a:pt x="2734" y="1320"/>
                  </a:cubicBezTo>
                  <a:lnTo>
                    <a:pt x="2755" y="1304"/>
                  </a:lnTo>
                  <a:cubicBezTo>
                    <a:pt x="2777" y="1292"/>
                    <a:pt x="2759" y="1260"/>
                    <a:pt x="2759" y="1260"/>
                  </a:cubicBezTo>
                  <a:cubicBezTo>
                    <a:pt x="2737" y="1226"/>
                    <a:pt x="2759" y="1213"/>
                    <a:pt x="2781" y="1201"/>
                  </a:cubicBezTo>
                  <a:lnTo>
                    <a:pt x="2821" y="1263"/>
                  </a:lnTo>
                  <a:cubicBezTo>
                    <a:pt x="2841" y="1320"/>
                    <a:pt x="2867" y="1349"/>
                    <a:pt x="2884" y="1349"/>
                  </a:cubicBezTo>
                  <a:cubicBezTo>
                    <a:pt x="2899" y="1349"/>
                    <a:pt x="2905" y="1323"/>
                    <a:pt x="2887" y="1271"/>
                  </a:cubicBezTo>
                  <a:lnTo>
                    <a:pt x="2887" y="1271"/>
                  </a:lnTo>
                  <a:cubicBezTo>
                    <a:pt x="2893" y="1279"/>
                    <a:pt x="2899" y="1290"/>
                    <a:pt x="2906" y="1301"/>
                  </a:cubicBezTo>
                  <a:cubicBezTo>
                    <a:pt x="2914" y="1312"/>
                    <a:pt x="2921" y="1318"/>
                    <a:pt x="2928" y="1318"/>
                  </a:cubicBezTo>
                  <a:cubicBezTo>
                    <a:pt x="2942" y="1318"/>
                    <a:pt x="2955" y="1299"/>
                    <a:pt x="2972" y="1260"/>
                  </a:cubicBezTo>
                  <a:cubicBezTo>
                    <a:pt x="2994" y="1245"/>
                    <a:pt x="2975" y="1169"/>
                    <a:pt x="2956" y="1135"/>
                  </a:cubicBezTo>
                  <a:cubicBezTo>
                    <a:pt x="2934" y="1104"/>
                    <a:pt x="2956" y="1091"/>
                    <a:pt x="2956" y="1091"/>
                  </a:cubicBezTo>
                  <a:cubicBezTo>
                    <a:pt x="2966" y="1085"/>
                    <a:pt x="2972" y="1081"/>
                    <a:pt x="2977" y="1081"/>
                  </a:cubicBezTo>
                  <a:cubicBezTo>
                    <a:pt x="2984" y="1081"/>
                    <a:pt x="2989" y="1089"/>
                    <a:pt x="3000" y="1110"/>
                  </a:cubicBezTo>
                  <a:cubicBezTo>
                    <a:pt x="3015" y="1134"/>
                    <a:pt x="3031" y="1144"/>
                    <a:pt x="3044" y="1144"/>
                  </a:cubicBezTo>
                  <a:cubicBezTo>
                    <a:pt x="3065" y="1144"/>
                    <a:pt x="3077" y="1116"/>
                    <a:pt x="3066" y="1069"/>
                  </a:cubicBezTo>
                  <a:lnTo>
                    <a:pt x="3066" y="1069"/>
                  </a:lnTo>
                  <a:lnTo>
                    <a:pt x="3084" y="1100"/>
                  </a:lnTo>
                  <a:cubicBezTo>
                    <a:pt x="3094" y="1114"/>
                    <a:pt x="3107" y="1125"/>
                    <a:pt x="3127" y="1125"/>
                  </a:cubicBezTo>
                  <a:cubicBezTo>
                    <a:pt x="3152" y="1125"/>
                    <a:pt x="3187" y="1107"/>
                    <a:pt x="3238" y="1050"/>
                  </a:cubicBezTo>
                  <a:cubicBezTo>
                    <a:pt x="3303" y="1008"/>
                    <a:pt x="3357" y="975"/>
                    <a:pt x="3389" y="975"/>
                  </a:cubicBezTo>
                  <a:cubicBezTo>
                    <a:pt x="3400" y="975"/>
                    <a:pt x="3408" y="979"/>
                    <a:pt x="3414" y="988"/>
                  </a:cubicBezTo>
                  <a:cubicBezTo>
                    <a:pt x="3416" y="991"/>
                    <a:pt x="3418" y="993"/>
                    <a:pt x="3421" y="993"/>
                  </a:cubicBezTo>
                  <a:cubicBezTo>
                    <a:pt x="3442" y="993"/>
                    <a:pt x="3480" y="890"/>
                    <a:pt x="3482" y="809"/>
                  </a:cubicBezTo>
                  <a:cubicBezTo>
                    <a:pt x="3492" y="822"/>
                    <a:pt x="3501" y="827"/>
                    <a:pt x="3511" y="827"/>
                  </a:cubicBezTo>
                  <a:cubicBezTo>
                    <a:pt x="3526" y="827"/>
                    <a:pt x="3544" y="816"/>
                    <a:pt x="3570" y="800"/>
                  </a:cubicBezTo>
                  <a:cubicBezTo>
                    <a:pt x="3605" y="778"/>
                    <a:pt x="3622" y="768"/>
                    <a:pt x="3632" y="768"/>
                  </a:cubicBezTo>
                  <a:cubicBezTo>
                    <a:pt x="3641" y="768"/>
                    <a:pt x="3646" y="776"/>
                    <a:pt x="3655" y="790"/>
                  </a:cubicBezTo>
                  <a:cubicBezTo>
                    <a:pt x="3664" y="828"/>
                    <a:pt x="3669" y="848"/>
                    <a:pt x="3671" y="848"/>
                  </a:cubicBezTo>
                  <a:cubicBezTo>
                    <a:pt x="3674" y="848"/>
                    <a:pt x="3675" y="825"/>
                    <a:pt x="3677" y="778"/>
                  </a:cubicBezTo>
                  <a:cubicBezTo>
                    <a:pt x="3668" y="734"/>
                    <a:pt x="3690" y="712"/>
                    <a:pt x="3719" y="712"/>
                  </a:cubicBezTo>
                  <a:cubicBezTo>
                    <a:pt x="3741" y="712"/>
                    <a:pt x="3768" y="726"/>
                    <a:pt x="3786" y="756"/>
                  </a:cubicBezTo>
                  <a:cubicBezTo>
                    <a:pt x="3794" y="768"/>
                    <a:pt x="3802" y="773"/>
                    <a:pt x="3811" y="773"/>
                  </a:cubicBezTo>
                  <a:cubicBezTo>
                    <a:pt x="3826" y="773"/>
                    <a:pt x="3845" y="762"/>
                    <a:pt x="3871" y="746"/>
                  </a:cubicBezTo>
                  <a:cubicBezTo>
                    <a:pt x="3874" y="699"/>
                    <a:pt x="3918" y="671"/>
                    <a:pt x="3962" y="646"/>
                  </a:cubicBezTo>
                  <a:cubicBezTo>
                    <a:pt x="4031" y="608"/>
                    <a:pt x="4031" y="608"/>
                    <a:pt x="3996" y="543"/>
                  </a:cubicBezTo>
                  <a:cubicBezTo>
                    <a:pt x="3965" y="474"/>
                    <a:pt x="3993" y="461"/>
                    <a:pt x="4047" y="439"/>
                  </a:cubicBezTo>
                  <a:cubicBezTo>
                    <a:pt x="4059" y="434"/>
                    <a:pt x="4072" y="429"/>
                    <a:pt x="4083" y="429"/>
                  </a:cubicBezTo>
                  <a:cubicBezTo>
                    <a:pt x="4097" y="429"/>
                    <a:pt x="4109" y="436"/>
                    <a:pt x="4116" y="455"/>
                  </a:cubicBezTo>
                  <a:cubicBezTo>
                    <a:pt x="4116" y="455"/>
                    <a:pt x="4143" y="476"/>
                    <a:pt x="4169" y="476"/>
                  </a:cubicBezTo>
                  <a:cubicBezTo>
                    <a:pt x="4173" y="476"/>
                    <a:pt x="4177" y="475"/>
                    <a:pt x="4181" y="474"/>
                  </a:cubicBezTo>
                  <a:cubicBezTo>
                    <a:pt x="4191" y="471"/>
                    <a:pt x="4201" y="469"/>
                    <a:pt x="4210" y="469"/>
                  </a:cubicBezTo>
                  <a:cubicBezTo>
                    <a:pt x="4225" y="469"/>
                    <a:pt x="4238" y="475"/>
                    <a:pt x="4244" y="499"/>
                  </a:cubicBezTo>
                  <a:cubicBezTo>
                    <a:pt x="4263" y="515"/>
                    <a:pt x="4289" y="524"/>
                    <a:pt x="4315" y="524"/>
                  </a:cubicBezTo>
                  <a:cubicBezTo>
                    <a:pt x="4318" y="524"/>
                    <a:pt x="4322" y="524"/>
                    <a:pt x="4325" y="524"/>
                  </a:cubicBezTo>
                  <a:cubicBezTo>
                    <a:pt x="4341" y="522"/>
                    <a:pt x="4356" y="521"/>
                    <a:pt x="4370" y="521"/>
                  </a:cubicBezTo>
                  <a:cubicBezTo>
                    <a:pt x="4404" y="521"/>
                    <a:pt x="4429" y="528"/>
                    <a:pt x="4429" y="555"/>
                  </a:cubicBezTo>
                  <a:cubicBezTo>
                    <a:pt x="4454" y="555"/>
                    <a:pt x="4454" y="555"/>
                    <a:pt x="4454" y="518"/>
                  </a:cubicBezTo>
                  <a:cubicBezTo>
                    <a:pt x="4454" y="493"/>
                    <a:pt x="4468" y="466"/>
                    <a:pt x="4508" y="466"/>
                  </a:cubicBezTo>
                  <a:cubicBezTo>
                    <a:pt x="4528" y="466"/>
                    <a:pt x="4554" y="473"/>
                    <a:pt x="4589" y="489"/>
                  </a:cubicBezTo>
                  <a:cubicBezTo>
                    <a:pt x="4620" y="493"/>
                    <a:pt x="4658" y="502"/>
                    <a:pt x="4687" y="502"/>
                  </a:cubicBezTo>
                  <a:cubicBezTo>
                    <a:pt x="4707" y="502"/>
                    <a:pt x="4723" y="497"/>
                    <a:pt x="4727" y="483"/>
                  </a:cubicBezTo>
                  <a:cubicBezTo>
                    <a:pt x="4755" y="489"/>
                    <a:pt x="4755" y="489"/>
                    <a:pt x="4742" y="527"/>
                  </a:cubicBezTo>
                  <a:cubicBezTo>
                    <a:pt x="4731" y="569"/>
                    <a:pt x="4742" y="593"/>
                    <a:pt x="4770" y="593"/>
                  </a:cubicBezTo>
                  <a:cubicBezTo>
                    <a:pt x="4788" y="593"/>
                    <a:pt x="4812" y="584"/>
                    <a:pt x="4843" y="565"/>
                  </a:cubicBezTo>
                  <a:cubicBezTo>
                    <a:pt x="4849" y="550"/>
                    <a:pt x="4856" y="543"/>
                    <a:pt x="4863" y="543"/>
                  </a:cubicBezTo>
                  <a:cubicBezTo>
                    <a:pt x="4875" y="543"/>
                    <a:pt x="4886" y="560"/>
                    <a:pt x="4890" y="587"/>
                  </a:cubicBezTo>
                  <a:cubicBezTo>
                    <a:pt x="4897" y="589"/>
                    <a:pt x="4906" y="590"/>
                    <a:pt x="4914" y="590"/>
                  </a:cubicBezTo>
                  <a:cubicBezTo>
                    <a:pt x="4928" y="590"/>
                    <a:pt x="4943" y="586"/>
                    <a:pt x="4955" y="580"/>
                  </a:cubicBezTo>
                  <a:cubicBezTo>
                    <a:pt x="4971" y="574"/>
                    <a:pt x="4981" y="569"/>
                    <a:pt x="4989" y="569"/>
                  </a:cubicBezTo>
                  <a:cubicBezTo>
                    <a:pt x="5002" y="569"/>
                    <a:pt x="5008" y="584"/>
                    <a:pt x="5024" y="624"/>
                  </a:cubicBezTo>
                  <a:cubicBezTo>
                    <a:pt x="5006" y="655"/>
                    <a:pt x="5024" y="671"/>
                    <a:pt x="5046" y="687"/>
                  </a:cubicBezTo>
                  <a:cubicBezTo>
                    <a:pt x="5078" y="687"/>
                    <a:pt x="5156" y="737"/>
                    <a:pt x="5209" y="803"/>
                  </a:cubicBezTo>
                  <a:cubicBezTo>
                    <a:pt x="5266" y="865"/>
                    <a:pt x="5300" y="944"/>
                    <a:pt x="5291" y="963"/>
                  </a:cubicBezTo>
                  <a:cubicBezTo>
                    <a:pt x="5335" y="966"/>
                    <a:pt x="5335" y="966"/>
                    <a:pt x="5350" y="988"/>
                  </a:cubicBezTo>
                  <a:cubicBezTo>
                    <a:pt x="5322" y="1021"/>
                    <a:pt x="5324" y="1037"/>
                    <a:pt x="5342" y="1037"/>
                  </a:cubicBezTo>
                  <a:cubicBezTo>
                    <a:pt x="5356" y="1037"/>
                    <a:pt x="5381" y="1027"/>
                    <a:pt x="5410" y="1010"/>
                  </a:cubicBezTo>
                  <a:lnTo>
                    <a:pt x="5394" y="988"/>
                  </a:lnTo>
                  <a:lnTo>
                    <a:pt x="5382" y="966"/>
                  </a:lnTo>
                  <a:cubicBezTo>
                    <a:pt x="5395" y="957"/>
                    <a:pt x="5408" y="953"/>
                    <a:pt x="5418" y="953"/>
                  </a:cubicBezTo>
                  <a:cubicBezTo>
                    <a:pt x="5456" y="953"/>
                    <a:pt x="5465" y="1004"/>
                    <a:pt x="5391" y="1053"/>
                  </a:cubicBezTo>
                  <a:cubicBezTo>
                    <a:pt x="5359" y="1094"/>
                    <a:pt x="5347" y="1108"/>
                    <a:pt x="5363" y="1108"/>
                  </a:cubicBezTo>
                  <a:cubicBezTo>
                    <a:pt x="5372" y="1108"/>
                    <a:pt x="5389" y="1104"/>
                    <a:pt x="5416" y="1097"/>
                  </a:cubicBezTo>
                  <a:cubicBezTo>
                    <a:pt x="5434" y="1093"/>
                    <a:pt x="5449" y="1091"/>
                    <a:pt x="5460" y="1091"/>
                  </a:cubicBezTo>
                  <a:cubicBezTo>
                    <a:pt x="5498" y="1091"/>
                    <a:pt x="5498" y="1115"/>
                    <a:pt x="5457" y="1163"/>
                  </a:cubicBezTo>
                  <a:cubicBezTo>
                    <a:pt x="5419" y="1187"/>
                    <a:pt x="5404" y="1197"/>
                    <a:pt x="5415" y="1197"/>
                  </a:cubicBezTo>
                  <a:cubicBezTo>
                    <a:pt x="5422" y="1197"/>
                    <a:pt x="5441" y="1193"/>
                    <a:pt x="5472" y="1185"/>
                  </a:cubicBezTo>
                  <a:cubicBezTo>
                    <a:pt x="5509" y="1176"/>
                    <a:pt x="5542" y="1172"/>
                    <a:pt x="5568" y="1172"/>
                  </a:cubicBezTo>
                  <a:cubicBezTo>
                    <a:pt x="5650" y="1172"/>
                    <a:pt x="5670" y="1213"/>
                    <a:pt x="5573" y="1273"/>
                  </a:cubicBezTo>
                  <a:cubicBezTo>
                    <a:pt x="5507" y="1314"/>
                    <a:pt x="5491" y="1357"/>
                    <a:pt x="5504" y="1379"/>
                  </a:cubicBezTo>
                  <a:cubicBezTo>
                    <a:pt x="5508" y="1386"/>
                    <a:pt x="5513" y="1389"/>
                    <a:pt x="5520" y="1389"/>
                  </a:cubicBezTo>
                  <a:cubicBezTo>
                    <a:pt x="5535" y="1389"/>
                    <a:pt x="5558" y="1374"/>
                    <a:pt x="5582" y="1361"/>
                  </a:cubicBezTo>
                  <a:cubicBezTo>
                    <a:pt x="5602" y="1336"/>
                    <a:pt x="5616" y="1325"/>
                    <a:pt x="5623" y="1325"/>
                  </a:cubicBezTo>
                  <a:cubicBezTo>
                    <a:pt x="5634" y="1325"/>
                    <a:pt x="5630" y="1353"/>
                    <a:pt x="5607" y="1404"/>
                  </a:cubicBezTo>
                  <a:cubicBezTo>
                    <a:pt x="5554" y="1530"/>
                    <a:pt x="5582" y="1574"/>
                    <a:pt x="5686" y="1602"/>
                  </a:cubicBezTo>
                  <a:cubicBezTo>
                    <a:pt x="5787" y="1642"/>
                    <a:pt x="5831" y="1695"/>
                    <a:pt x="5777" y="1695"/>
                  </a:cubicBezTo>
                  <a:cubicBezTo>
                    <a:pt x="5768" y="1695"/>
                    <a:pt x="5755" y="1693"/>
                    <a:pt x="5739" y="1690"/>
                  </a:cubicBezTo>
                  <a:cubicBezTo>
                    <a:pt x="5709" y="1688"/>
                    <a:pt x="5688" y="1686"/>
                    <a:pt x="5677" y="1686"/>
                  </a:cubicBezTo>
                  <a:cubicBezTo>
                    <a:pt x="5655" y="1686"/>
                    <a:pt x="5668" y="1692"/>
                    <a:pt x="5707" y="1708"/>
                  </a:cubicBezTo>
                  <a:cubicBezTo>
                    <a:pt x="5736" y="1752"/>
                    <a:pt x="5764" y="1796"/>
                    <a:pt x="5776" y="1818"/>
                  </a:cubicBezTo>
                  <a:cubicBezTo>
                    <a:pt x="5783" y="1830"/>
                    <a:pt x="5800" y="1836"/>
                    <a:pt x="5819" y="1836"/>
                  </a:cubicBezTo>
                  <a:cubicBezTo>
                    <a:pt x="5835" y="1836"/>
                    <a:pt x="5853" y="1831"/>
                    <a:pt x="5867" y="1821"/>
                  </a:cubicBezTo>
                  <a:lnTo>
                    <a:pt x="5867" y="1821"/>
                  </a:lnTo>
                  <a:cubicBezTo>
                    <a:pt x="5817" y="1884"/>
                    <a:pt x="5814" y="1950"/>
                    <a:pt x="5905" y="1953"/>
                  </a:cubicBezTo>
                  <a:lnTo>
                    <a:pt x="5930" y="1997"/>
                  </a:lnTo>
                  <a:cubicBezTo>
                    <a:pt x="5946" y="2019"/>
                    <a:pt x="5946" y="2019"/>
                    <a:pt x="5990" y="2022"/>
                  </a:cubicBezTo>
                  <a:cubicBezTo>
                    <a:pt x="6037" y="2022"/>
                    <a:pt x="6018" y="2066"/>
                    <a:pt x="5999" y="2106"/>
                  </a:cubicBezTo>
                  <a:cubicBezTo>
                    <a:pt x="5983" y="2143"/>
                    <a:pt x="5970" y="2177"/>
                    <a:pt x="5984" y="2177"/>
                  </a:cubicBezTo>
                  <a:cubicBezTo>
                    <a:pt x="5986" y="2177"/>
                    <a:pt x="5990" y="2175"/>
                    <a:pt x="5996" y="2172"/>
                  </a:cubicBezTo>
                  <a:cubicBezTo>
                    <a:pt x="6005" y="2166"/>
                    <a:pt x="6017" y="2163"/>
                    <a:pt x="6031" y="2163"/>
                  </a:cubicBezTo>
                  <a:cubicBezTo>
                    <a:pt x="6062" y="2163"/>
                    <a:pt x="6101" y="2175"/>
                    <a:pt x="6134" y="2175"/>
                  </a:cubicBezTo>
                  <a:cubicBezTo>
                    <a:pt x="6178" y="2179"/>
                    <a:pt x="6159" y="2219"/>
                    <a:pt x="6115" y="2219"/>
                  </a:cubicBezTo>
                  <a:cubicBezTo>
                    <a:pt x="6080" y="2238"/>
                    <a:pt x="6080" y="2238"/>
                    <a:pt x="6077" y="2304"/>
                  </a:cubicBezTo>
                  <a:cubicBezTo>
                    <a:pt x="6087" y="2322"/>
                    <a:pt x="6108" y="2354"/>
                    <a:pt x="6132" y="2354"/>
                  </a:cubicBezTo>
                  <a:cubicBezTo>
                    <a:pt x="6138" y="2354"/>
                    <a:pt x="6143" y="2352"/>
                    <a:pt x="6149" y="2348"/>
                  </a:cubicBezTo>
                  <a:cubicBezTo>
                    <a:pt x="6151" y="2346"/>
                    <a:pt x="6154" y="2346"/>
                    <a:pt x="6156" y="2346"/>
                  </a:cubicBezTo>
                  <a:cubicBezTo>
                    <a:pt x="6191" y="2346"/>
                    <a:pt x="6264" y="2463"/>
                    <a:pt x="6247" y="2501"/>
                  </a:cubicBezTo>
                  <a:lnTo>
                    <a:pt x="6272" y="2548"/>
                  </a:lnTo>
                  <a:cubicBezTo>
                    <a:pt x="6287" y="2570"/>
                    <a:pt x="6331" y="2570"/>
                    <a:pt x="6347" y="2592"/>
                  </a:cubicBezTo>
                  <a:cubicBezTo>
                    <a:pt x="6359" y="2611"/>
                    <a:pt x="6381" y="2617"/>
                    <a:pt x="6406" y="2617"/>
                  </a:cubicBezTo>
                  <a:cubicBezTo>
                    <a:pt x="6419" y="2639"/>
                    <a:pt x="6431" y="2661"/>
                    <a:pt x="6400" y="2680"/>
                  </a:cubicBezTo>
                  <a:cubicBezTo>
                    <a:pt x="6428" y="2673"/>
                    <a:pt x="6446" y="2669"/>
                    <a:pt x="6455" y="2669"/>
                  </a:cubicBezTo>
                  <a:cubicBezTo>
                    <a:pt x="6472" y="2669"/>
                    <a:pt x="6461" y="2683"/>
                    <a:pt x="6428" y="2724"/>
                  </a:cubicBezTo>
                  <a:cubicBezTo>
                    <a:pt x="6389" y="2748"/>
                    <a:pt x="6373" y="2758"/>
                    <a:pt x="6383" y="2758"/>
                  </a:cubicBezTo>
                  <a:cubicBezTo>
                    <a:pt x="6390" y="2758"/>
                    <a:pt x="6409" y="2753"/>
                    <a:pt x="6441" y="2746"/>
                  </a:cubicBezTo>
                  <a:cubicBezTo>
                    <a:pt x="6488" y="2749"/>
                    <a:pt x="6488" y="2749"/>
                    <a:pt x="6469" y="2790"/>
                  </a:cubicBezTo>
                  <a:cubicBezTo>
                    <a:pt x="6447" y="2805"/>
                    <a:pt x="6447" y="2821"/>
                    <a:pt x="6459" y="2821"/>
                  </a:cubicBezTo>
                  <a:cubicBezTo>
                    <a:pt x="6465" y="2821"/>
                    <a:pt x="6472" y="2818"/>
                    <a:pt x="6482" y="2812"/>
                  </a:cubicBezTo>
                  <a:cubicBezTo>
                    <a:pt x="6493" y="2809"/>
                    <a:pt x="6504" y="2808"/>
                    <a:pt x="6514" y="2808"/>
                  </a:cubicBezTo>
                  <a:cubicBezTo>
                    <a:pt x="6578" y="2808"/>
                    <a:pt x="6623" y="2846"/>
                    <a:pt x="6569" y="2880"/>
                  </a:cubicBezTo>
                  <a:cubicBezTo>
                    <a:pt x="6585" y="2896"/>
                    <a:pt x="6607" y="2906"/>
                    <a:pt x="6629" y="2906"/>
                  </a:cubicBezTo>
                  <a:cubicBezTo>
                    <a:pt x="6661" y="2898"/>
                    <a:pt x="6679" y="2893"/>
                    <a:pt x="6686" y="2893"/>
                  </a:cubicBezTo>
                  <a:cubicBezTo>
                    <a:pt x="6696" y="2893"/>
                    <a:pt x="6681" y="2903"/>
                    <a:pt x="6641" y="2927"/>
                  </a:cubicBezTo>
                  <a:cubicBezTo>
                    <a:pt x="6602" y="2974"/>
                    <a:pt x="6603" y="2999"/>
                    <a:pt x="6641" y="2999"/>
                  </a:cubicBezTo>
                  <a:cubicBezTo>
                    <a:pt x="6652" y="2999"/>
                    <a:pt x="6666" y="2997"/>
                    <a:pt x="6682" y="2993"/>
                  </a:cubicBezTo>
                  <a:cubicBezTo>
                    <a:pt x="6682" y="2993"/>
                    <a:pt x="6729" y="2993"/>
                    <a:pt x="6710" y="3037"/>
                  </a:cubicBezTo>
                  <a:cubicBezTo>
                    <a:pt x="6708" y="3090"/>
                    <a:pt x="6742" y="3205"/>
                    <a:pt x="6783" y="3205"/>
                  </a:cubicBezTo>
                  <a:cubicBezTo>
                    <a:pt x="6791" y="3205"/>
                    <a:pt x="6799" y="3201"/>
                    <a:pt x="6807" y="3191"/>
                  </a:cubicBezTo>
                  <a:lnTo>
                    <a:pt x="6833" y="3235"/>
                  </a:lnTo>
                  <a:cubicBezTo>
                    <a:pt x="6829" y="3297"/>
                    <a:pt x="6842" y="3319"/>
                    <a:pt x="6889" y="3322"/>
                  </a:cubicBezTo>
                  <a:lnTo>
                    <a:pt x="6933" y="3325"/>
                  </a:lnTo>
                  <a:cubicBezTo>
                    <a:pt x="6901" y="3344"/>
                    <a:pt x="6883" y="3385"/>
                    <a:pt x="6898" y="3407"/>
                  </a:cubicBezTo>
                  <a:cubicBezTo>
                    <a:pt x="6905" y="3418"/>
                    <a:pt x="6908" y="3424"/>
                    <a:pt x="6914" y="3424"/>
                  </a:cubicBezTo>
                  <a:cubicBezTo>
                    <a:pt x="6919" y="3424"/>
                    <a:pt x="6927" y="3419"/>
                    <a:pt x="6942" y="3410"/>
                  </a:cubicBezTo>
                  <a:cubicBezTo>
                    <a:pt x="6950" y="3393"/>
                    <a:pt x="6957" y="3387"/>
                    <a:pt x="6963" y="3387"/>
                  </a:cubicBezTo>
                  <a:cubicBezTo>
                    <a:pt x="6972" y="3387"/>
                    <a:pt x="6980" y="3400"/>
                    <a:pt x="6989" y="3413"/>
                  </a:cubicBezTo>
                  <a:cubicBezTo>
                    <a:pt x="7002" y="3435"/>
                    <a:pt x="6983" y="3476"/>
                    <a:pt x="6952" y="3498"/>
                  </a:cubicBezTo>
                  <a:lnTo>
                    <a:pt x="6964" y="3520"/>
                  </a:lnTo>
                  <a:cubicBezTo>
                    <a:pt x="6992" y="3503"/>
                    <a:pt x="7010" y="3497"/>
                    <a:pt x="7019" y="3497"/>
                  </a:cubicBezTo>
                  <a:cubicBezTo>
                    <a:pt x="7033" y="3497"/>
                    <a:pt x="7029" y="3509"/>
                    <a:pt x="7011" y="3520"/>
                  </a:cubicBezTo>
                  <a:cubicBezTo>
                    <a:pt x="6995" y="3548"/>
                    <a:pt x="6999" y="3582"/>
                    <a:pt x="7021" y="3608"/>
                  </a:cubicBezTo>
                  <a:cubicBezTo>
                    <a:pt x="7027" y="3603"/>
                    <a:pt x="7032" y="3601"/>
                    <a:pt x="7034" y="3601"/>
                  </a:cubicBezTo>
                  <a:cubicBezTo>
                    <a:pt x="7042" y="3601"/>
                    <a:pt x="7036" y="3614"/>
                    <a:pt x="7029" y="3614"/>
                  </a:cubicBezTo>
                  <a:cubicBezTo>
                    <a:pt x="7026" y="3614"/>
                    <a:pt x="7023" y="3612"/>
                    <a:pt x="7021" y="3608"/>
                  </a:cubicBezTo>
                  <a:lnTo>
                    <a:pt x="6989" y="3626"/>
                  </a:lnTo>
                  <a:cubicBezTo>
                    <a:pt x="6981" y="3645"/>
                    <a:pt x="6982" y="3652"/>
                    <a:pt x="6989" y="3652"/>
                  </a:cubicBezTo>
                  <a:cubicBezTo>
                    <a:pt x="6997" y="3652"/>
                    <a:pt x="7015" y="3640"/>
                    <a:pt x="7033" y="3629"/>
                  </a:cubicBezTo>
                  <a:lnTo>
                    <a:pt x="7061" y="3673"/>
                  </a:lnTo>
                  <a:cubicBezTo>
                    <a:pt x="7069" y="3686"/>
                    <a:pt x="7077" y="3699"/>
                    <a:pt x="7086" y="3699"/>
                  </a:cubicBezTo>
                  <a:cubicBezTo>
                    <a:pt x="7092" y="3699"/>
                    <a:pt x="7099" y="3692"/>
                    <a:pt x="7105" y="3673"/>
                  </a:cubicBezTo>
                  <a:cubicBezTo>
                    <a:pt x="7129" y="3660"/>
                    <a:pt x="7152" y="3645"/>
                    <a:pt x="7168" y="3645"/>
                  </a:cubicBezTo>
                  <a:cubicBezTo>
                    <a:pt x="7174" y="3645"/>
                    <a:pt x="7180" y="3648"/>
                    <a:pt x="7184" y="3655"/>
                  </a:cubicBezTo>
                  <a:cubicBezTo>
                    <a:pt x="7190" y="3651"/>
                    <a:pt x="7195" y="3650"/>
                    <a:pt x="7198" y="3650"/>
                  </a:cubicBezTo>
                  <a:cubicBezTo>
                    <a:pt x="7207" y="3650"/>
                    <a:pt x="7202" y="3662"/>
                    <a:pt x="7194" y="3662"/>
                  </a:cubicBezTo>
                  <a:cubicBezTo>
                    <a:pt x="7191" y="3662"/>
                    <a:pt x="7187" y="3660"/>
                    <a:pt x="7184" y="3655"/>
                  </a:cubicBezTo>
                  <a:cubicBezTo>
                    <a:pt x="7152" y="3676"/>
                    <a:pt x="7121" y="3695"/>
                    <a:pt x="7133" y="3717"/>
                  </a:cubicBezTo>
                  <a:cubicBezTo>
                    <a:pt x="7149" y="3739"/>
                    <a:pt x="7115" y="3761"/>
                    <a:pt x="7115" y="3761"/>
                  </a:cubicBezTo>
                  <a:cubicBezTo>
                    <a:pt x="7039" y="3780"/>
                    <a:pt x="7124" y="3846"/>
                    <a:pt x="7171" y="3849"/>
                  </a:cubicBezTo>
                  <a:cubicBezTo>
                    <a:pt x="7262" y="3852"/>
                    <a:pt x="7274" y="3874"/>
                    <a:pt x="7212" y="3915"/>
                  </a:cubicBezTo>
                  <a:cubicBezTo>
                    <a:pt x="7177" y="3936"/>
                    <a:pt x="7187" y="3947"/>
                    <a:pt x="7220" y="3947"/>
                  </a:cubicBezTo>
                  <a:cubicBezTo>
                    <a:pt x="7250" y="3947"/>
                    <a:pt x="7298" y="3939"/>
                    <a:pt x="7350" y="3921"/>
                  </a:cubicBezTo>
                  <a:lnTo>
                    <a:pt x="7459" y="3880"/>
                  </a:lnTo>
                  <a:lnTo>
                    <a:pt x="7362" y="3943"/>
                  </a:lnTo>
                  <a:cubicBezTo>
                    <a:pt x="7246" y="4043"/>
                    <a:pt x="7246" y="4043"/>
                    <a:pt x="7353" y="4071"/>
                  </a:cubicBezTo>
                  <a:cubicBezTo>
                    <a:pt x="7412" y="4093"/>
                    <a:pt x="7412" y="4093"/>
                    <a:pt x="7381" y="4115"/>
                  </a:cubicBezTo>
                  <a:cubicBezTo>
                    <a:pt x="7350" y="4134"/>
                    <a:pt x="7362" y="4156"/>
                    <a:pt x="7403" y="4222"/>
                  </a:cubicBezTo>
                  <a:cubicBezTo>
                    <a:pt x="7434" y="4273"/>
                    <a:pt x="7449" y="4297"/>
                    <a:pt x="7470" y="4297"/>
                  </a:cubicBezTo>
                  <a:cubicBezTo>
                    <a:pt x="7476" y="4297"/>
                    <a:pt x="7483" y="4295"/>
                    <a:pt x="7491" y="4291"/>
                  </a:cubicBezTo>
                  <a:lnTo>
                    <a:pt x="7516" y="4335"/>
                  </a:lnTo>
                  <a:cubicBezTo>
                    <a:pt x="7486" y="4372"/>
                    <a:pt x="7495" y="4395"/>
                    <a:pt x="7517" y="4395"/>
                  </a:cubicBezTo>
                  <a:cubicBezTo>
                    <a:pt x="7533" y="4395"/>
                    <a:pt x="7555" y="4384"/>
                    <a:pt x="7575" y="4360"/>
                  </a:cubicBezTo>
                  <a:lnTo>
                    <a:pt x="7603" y="4404"/>
                  </a:lnTo>
                  <a:lnTo>
                    <a:pt x="7572" y="4422"/>
                  </a:lnTo>
                  <a:cubicBezTo>
                    <a:pt x="7541" y="4441"/>
                    <a:pt x="7566" y="4485"/>
                    <a:pt x="7676" y="4664"/>
                  </a:cubicBezTo>
                  <a:cubicBezTo>
                    <a:pt x="7777" y="4829"/>
                    <a:pt x="7790" y="4885"/>
                    <a:pt x="7832" y="4885"/>
                  </a:cubicBezTo>
                  <a:cubicBezTo>
                    <a:pt x="7841" y="4885"/>
                    <a:pt x="7853" y="4882"/>
                    <a:pt x="7867" y="4877"/>
                  </a:cubicBezTo>
                  <a:cubicBezTo>
                    <a:pt x="7948" y="4880"/>
                    <a:pt x="7958" y="4911"/>
                    <a:pt x="7885" y="4933"/>
                  </a:cubicBezTo>
                  <a:cubicBezTo>
                    <a:pt x="7852" y="4941"/>
                    <a:pt x="7826" y="4972"/>
                    <a:pt x="7847" y="4972"/>
                  </a:cubicBezTo>
                  <a:cubicBezTo>
                    <a:pt x="7850" y="4972"/>
                    <a:pt x="7853" y="4972"/>
                    <a:pt x="7857" y="4971"/>
                  </a:cubicBezTo>
                  <a:lnTo>
                    <a:pt x="7857" y="4971"/>
                  </a:lnTo>
                  <a:cubicBezTo>
                    <a:pt x="7864" y="5002"/>
                    <a:pt x="7857" y="5033"/>
                    <a:pt x="7838" y="5058"/>
                  </a:cubicBezTo>
                  <a:cubicBezTo>
                    <a:pt x="7780" y="5143"/>
                    <a:pt x="7806" y="5165"/>
                    <a:pt x="7843" y="5165"/>
                  </a:cubicBezTo>
                  <a:cubicBezTo>
                    <a:pt x="7846" y="5165"/>
                    <a:pt x="7848" y="5165"/>
                    <a:pt x="7851" y="5165"/>
                  </a:cubicBezTo>
                  <a:cubicBezTo>
                    <a:pt x="7872" y="5156"/>
                    <a:pt x="7884" y="5152"/>
                    <a:pt x="7890" y="5152"/>
                  </a:cubicBezTo>
                  <a:cubicBezTo>
                    <a:pt x="7902" y="5152"/>
                    <a:pt x="7877" y="5173"/>
                    <a:pt x="7851" y="5193"/>
                  </a:cubicBezTo>
                  <a:cubicBezTo>
                    <a:pt x="7813" y="5221"/>
                    <a:pt x="7776" y="5247"/>
                    <a:pt x="7813" y="5247"/>
                  </a:cubicBezTo>
                  <a:cubicBezTo>
                    <a:pt x="7855" y="5270"/>
                    <a:pt x="7869" y="5429"/>
                    <a:pt x="7804" y="5429"/>
                  </a:cubicBezTo>
                  <a:cubicBezTo>
                    <a:pt x="7801" y="5429"/>
                    <a:pt x="7798" y="5429"/>
                    <a:pt x="7795" y="5428"/>
                  </a:cubicBezTo>
                  <a:cubicBezTo>
                    <a:pt x="7791" y="5444"/>
                    <a:pt x="7788" y="5460"/>
                    <a:pt x="7782" y="5478"/>
                  </a:cubicBezTo>
                  <a:cubicBezTo>
                    <a:pt x="7817" y="5485"/>
                    <a:pt x="7807" y="5538"/>
                    <a:pt x="7785" y="5588"/>
                  </a:cubicBezTo>
                  <a:cubicBezTo>
                    <a:pt x="7770" y="5628"/>
                    <a:pt x="7759" y="5652"/>
                    <a:pt x="7738" y="5652"/>
                  </a:cubicBezTo>
                  <a:cubicBezTo>
                    <a:pt x="7732" y="5652"/>
                    <a:pt x="7726" y="5651"/>
                    <a:pt x="7719" y="5648"/>
                  </a:cubicBezTo>
                  <a:cubicBezTo>
                    <a:pt x="7712" y="5635"/>
                    <a:pt x="7705" y="5628"/>
                    <a:pt x="7701" y="5628"/>
                  </a:cubicBezTo>
                  <a:cubicBezTo>
                    <a:pt x="7692" y="5628"/>
                    <a:pt x="7689" y="5651"/>
                    <a:pt x="7697" y="5692"/>
                  </a:cubicBezTo>
                  <a:cubicBezTo>
                    <a:pt x="7685" y="5717"/>
                    <a:pt x="7735" y="5776"/>
                    <a:pt x="7719" y="5801"/>
                  </a:cubicBezTo>
                  <a:cubicBezTo>
                    <a:pt x="7751" y="5820"/>
                    <a:pt x="7770" y="5867"/>
                    <a:pt x="7748" y="5892"/>
                  </a:cubicBezTo>
                  <a:lnTo>
                    <a:pt x="7719" y="5867"/>
                  </a:lnTo>
                  <a:lnTo>
                    <a:pt x="7657" y="5823"/>
                  </a:lnTo>
                  <a:cubicBezTo>
                    <a:pt x="7641" y="5845"/>
                    <a:pt x="7625" y="5867"/>
                    <a:pt x="7654" y="5889"/>
                  </a:cubicBezTo>
                  <a:cubicBezTo>
                    <a:pt x="7610" y="5889"/>
                    <a:pt x="7588" y="5905"/>
                    <a:pt x="7553" y="5945"/>
                  </a:cubicBezTo>
                  <a:cubicBezTo>
                    <a:pt x="7513" y="5980"/>
                    <a:pt x="7472" y="6014"/>
                    <a:pt x="7472" y="6061"/>
                  </a:cubicBezTo>
                  <a:cubicBezTo>
                    <a:pt x="7459" y="6053"/>
                    <a:pt x="7444" y="6049"/>
                    <a:pt x="7428" y="6049"/>
                  </a:cubicBezTo>
                  <a:cubicBezTo>
                    <a:pt x="7362" y="6049"/>
                    <a:pt x="7281" y="6114"/>
                    <a:pt x="7293" y="6177"/>
                  </a:cubicBezTo>
                  <a:cubicBezTo>
                    <a:pt x="7309" y="6199"/>
                    <a:pt x="7302" y="6212"/>
                    <a:pt x="7282" y="6212"/>
                  </a:cubicBezTo>
                  <a:cubicBezTo>
                    <a:pt x="7273" y="6212"/>
                    <a:pt x="7262" y="6210"/>
                    <a:pt x="7249" y="6205"/>
                  </a:cubicBezTo>
                  <a:cubicBezTo>
                    <a:pt x="7233" y="6198"/>
                    <a:pt x="7223" y="6194"/>
                    <a:pt x="7217" y="6194"/>
                  </a:cubicBezTo>
                  <a:cubicBezTo>
                    <a:pt x="7208" y="6194"/>
                    <a:pt x="7207" y="6204"/>
                    <a:pt x="7205" y="6231"/>
                  </a:cubicBezTo>
                  <a:cubicBezTo>
                    <a:pt x="7205" y="6252"/>
                    <a:pt x="7196" y="6260"/>
                    <a:pt x="7182" y="6260"/>
                  </a:cubicBezTo>
                  <a:cubicBezTo>
                    <a:pt x="7165" y="6260"/>
                    <a:pt x="7143" y="6250"/>
                    <a:pt x="7121" y="6240"/>
                  </a:cubicBezTo>
                  <a:cubicBezTo>
                    <a:pt x="7093" y="6218"/>
                    <a:pt x="7073" y="6208"/>
                    <a:pt x="7059" y="6208"/>
                  </a:cubicBezTo>
                  <a:cubicBezTo>
                    <a:pt x="7042" y="6208"/>
                    <a:pt x="7035" y="6223"/>
                    <a:pt x="7033" y="6249"/>
                  </a:cubicBezTo>
                  <a:cubicBezTo>
                    <a:pt x="7014" y="6293"/>
                    <a:pt x="6983" y="6328"/>
                    <a:pt x="6945" y="6350"/>
                  </a:cubicBezTo>
                  <a:cubicBezTo>
                    <a:pt x="6920" y="6409"/>
                    <a:pt x="6898" y="6422"/>
                    <a:pt x="6939" y="6440"/>
                  </a:cubicBezTo>
                  <a:cubicBezTo>
                    <a:pt x="6952" y="6466"/>
                    <a:pt x="6958" y="6491"/>
                    <a:pt x="6958" y="6519"/>
                  </a:cubicBezTo>
                  <a:cubicBezTo>
                    <a:pt x="6947" y="6545"/>
                    <a:pt x="6937" y="6554"/>
                    <a:pt x="6931" y="6554"/>
                  </a:cubicBezTo>
                  <a:cubicBezTo>
                    <a:pt x="6924" y="6554"/>
                    <a:pt x="6924" y="6540"/>
                    <a:pt x="6936" y="6531"/>
                  </a:cubicBezTo>
                  <a:cubicBezTo>
                    <a:pt x="6961" y="6472"/>
                    <a:pt x="6939" y="6487"/>
                    <a:pt x="6895" y="6469"/>
                  </a:cubicBezTo>
                  <a:cubicBezTo>
                    <a:pt x="6884" y="6466"/>
                    <a:pt x="6873" y="6465"/>
                    <a:pt x="6862" y="6465"/>
                  </a:cubicBezTo>
                  <a:cubicBezTo>
                    <a:pt x="6835" y="6465"/>
                    <a:pt x="6809" y="6473"/>
                    <a:pt x="6789" y="6491"/>
                  </a:cubicBezTo>
                  <a:lnTo>
                    <a:pt x="6701" y="6544"/>
                  </a:lnTo>
                  <a:cubicBezTo>
                    <a:pt x="6613" y="6553"/>
                    <a:pt x="6591" y="6569"/>
                    <a:pt x="6613" y="6600"/>
                  </a:cubicBezTo>
                  <a:cubicBezTo>
                    <a:pt x="6621" y="6613"/>
                    <a:pt x="6627" y="6624"/>
                    <a:pt x="6632" y="6632"/>
                  </a:cubicBezTo>
                  <a:cubicBezTo>
                    <a:pt x="6623" y="6625"/>
                    <a:pt x="6611" y="6622"/>
                    <a:pt x="6597" y="6622"/>
                  </a:cubicBezTo>
                  <a:cubicBezTo>
                    <a:pt x="6508" y="6622"/>
                    <a:pt x="6331" y="6743"/>
                    <a:pt x="6347" y="6810"/>
                  </a:cubicBezTo>
                  <a:cubicBezTo>
                    <a:pt x="6352" y="6819"/>
                    <a:pt x="6355" y="6823"/>
                    <a:pt x="6354" y="6823"/>
                  </a:cubicBezTo>
                  <a:cubicBezTo>
                    <a:pt x="6354" y="6823"/>
                    <a:pt x="6340" y="6801"/>
                    <a:pt x="6325" y="6779"/>
                  </a:cubicBezTo>
                  <a:cubicBezTo>
                    <a:pt x="6317" y="6765"/>
                    <a:pt x="6309" y="6759"/>
                    <a:pt x="6299" y="6759"/>
                  </a:cubicBezTo>
                  <a:cubicBezTo>
                    <a:pt x="6284" y="6759"/>
                    <a:pt x="6266" y="6770"/>
                    <a:pt x="6240" y="6785"/>
                  </a:cubicBezTo>
                  <a:cubicBezTo>
                    <a:pt x="6218" y="6801"/>
                    <a:pt x="6149" y="6885"/>
                    <a:pt x="6084" y="6926"/>
                  </a:cubicBezTo>
                  <a:cubicBezTo>
                    <a:pt x="5996" y="6983"/>
                    <a:pt x="5930" y="7023"/>
                    <a:pt x="5949" y="7055"/>
                  </a:cubicBezTo>
                  <a:cubicBezTo>
                    <a:pt x="5940" y="7060"/>
                    <a:pt x="5935" y="7063"/>
                    <a:pt x="5931" y="7063"/>
                  </a:cubicBezTo>
                  <a:cubicBezTo>
                    <a:pt x="5924" y="7063"/>
                    <a:pt x="5920" y="7055"/>
                    <a:pt x="5908" y="7036"/>
                  </a:cubicBezTo>
                  <a:cubicBezTo>
                    <a:pt x="5910" y="7013"/>
                    <a:pt x="5903" y="7005"/>
                    <a:pt x="5894" y="7005"/>
                  </a:cubicBezTo>
                  <a:cubicBezTo>
                    <a:pt x="5886" y="7005"/>
                    <a:pt x="5875" y="7011"/>
                    <a:pt x="5864" y="7017"/>
                  </a:cubicBezTo>
                  <a:cubicBezTo>
                    <a:pt x="5842" y="7033"/>
                    <a:pt x="5864" y="7064"/>
                    <a:pt x="5883" y="7095"/>
                  </a:cubicBezTo>
                  <a:cubicBezTo>
                    <a:pt x="5902" y="7122"/>
                    <a:pt x="5888" y="7138"/>
                    <a:pt x="5843" y="7138"/>
                  </a:cubicBezTo>
                  <a:cubicBezTo>
                    <a:pt x="5835" y="7138"/>
                    <a:pt x="5827" y="7137"/>
                    <a:pt x="5817" y="7136"/>
                  </a:cubicBezTo>
                  <a:cubicBezTo>
                    <a:pt x="5745" y="7139"/>
                    <a:pt x="5676" y="7180"/>
                    <a:pt x="5642" y="7246"/>
                  </a:cubicBezTo>
                  <a:cubicBezTo>
                    <a:pt x="5629" y="7253"/>
                    <a:pt x="5617" y="7261"/>
                    <a:pt x="5605" y="7261"/>
                  </a:cubicBezTo>
                  <a:cubicBezTo>
                    <a:pt x="5596" y="7261"/>
                    <a:pt x="5587" y="7256"/>
                    <a:pt x="5579" y="7243"/>
                  </a:cubicBezTo>
                  <a:cubicBezTo>
                    <a:pt x="5564" y="7236"/>
                    <a:pt x="5548" y="7232"/>
                    <a:pt x="5532" y="7232"/>
                  </a:cubicBezTo>
                  <a:cubicBezTo>
                    <a:pt x="5500" y="7232"/>
                    <a:pt x="5470" y="7250"/>
                    <a:pt x="5466" y="7309"/>
                  </a:cubicBezTo>
                  <a:cubicBezTo>
                    <a:pt x="5458" y="7313"/>
                    <a:pt x="5452" y="7316"/>
                    <a:pt x="5448" y="7316"/>
                  </a:cubicBezTo>
                  <a:cubicBezTo>
                    <a:pt x="5441" y="7316"/>
                    <a:pt x="5437" y="7309"/>
                    <a:pt x="5425" y="7290"/>
                  </a:cubicBezTo>
                  <a:cubicBezTo>
                    <a:pt x="5403" y="7278"/>
                    <a:pt x="5387" y="7265"/>
                    <a:pt x="5379" y="7265"/>
                  </a:cubicBezTo>
                  <a:cubicBezTo>
                    <a:pt x="5371" y="7265"/>
                    <a:pt x="5371" y="7277"/>
                    <a:pt x="5378" y="7315"/>
                  </a:cubicBezTo>
                  <a:cubicBezTo>
                    <a:pt x="5352" y="7370"/>
                    <a:pt x="5294" y="7403"/>
                    <a:pt x="5234" y="7403"/>
                  </a:cubicBezTo>
                  <a:cubicBezTo>
                    <a:pt x="5229" y="7403"/>
                    <a:pt x="5224" y="7403"/>
                    <a:pt x="5219" y="7403"/>
                  </a:cubicBezTo>
                  <a:cubicBezTo>
                    <a:pt x="5197" y="7415"/>
                    <a:pt x="5175" y="7424"/>
                    <a:pt x="5190" y="7459"/>
                  </a:cubicBezTo>
                  <a:cubicBezTo>
                    <a:pt x="5202" y="7483"/>
                    <a:pt x="5213" y="7506"/>
                    <a:pt x="5213" y="7506"/>
                  </a:cubicBezTo>
                  <a:cubicBezTo>
                    <a:pt x="5213" y="7506"/>
                    <a:pt x="5211" y="7503"/>
                    <a:pt x="5206" y="7493"/>
                  </a:cubicBezTo>
                  <a:cubicBezTo>
                    <a:pt x="5180" y="7466"/>
                    <a:pt x="5166" y="7451"/>
                    <a:pt x="5159" y="7451"/>
                  </a:cubicBezTo>
                  <a:cubicBezTo>
                    <a:pt x="5152" y="7451"/>
                    <a:pt x="5154" y="7470"/>
                    <a:pt x="5159" y="7512"/>
                  </a:cubicBezTo>
                  <a:cubicBezTo>
                    <a:pt x="5168" y="7533"/>
                    <a:pt x="5163" y="7545"/>
                    <a:pt x="5155" y="7545"/>
                  </a:cubicBezTo>
                  <a:cubicBezTo>
                    <a:pt x="5149" y="7545"/>
                    <a:pt x="5140" y="7539"/>
                    <a:pt x="5134" y="7525"/>
                  </a:cubicBezTo>
                  <a:cubicBezTo>
                    <a:pt x="5120" y="7513"/>
                    <a:pt x="5103" y="7507"/>
                    <a:pt x="5086" y="7507"/>
                  </a:cubicBezTo>
                  <a:cubicBezTo>
                    <a:pt x="5080" y="7507"/>
                    <a:pt x="5074" y="7507"/>
                    <a:pt x="5068" y="7509"/>
                  </a:cubicBezTo>
                  <a:cubicBezTo>
                    <a:pt x="5046" y="7519"/>
                    <a:pt x="4943" y="7613"/>
                    <a:pt x="4811" y="7647"/>
                  </a:cubicBezTo>
                  <a:cubicBezTo>
                    <a:pt x="4611" y="7716"/>
                    <a:pt x="4532" y="7725"/>
                    <a:pt x="4542" y="7763"/>
                  </a:cubicBezTo>
                  <a:cubicBezTo>
                    <a:pt x="4532" y="7787"/>
                    <a:pt x="4527" y="7798"/>
                    <a:pt x="4519" y="7798"/>
                  </a:cubicBezTo>
                  <a:cubicBezTo>
                    <a:pt x="4513" y="7798"/>
                    <a:pt x="4504" y="7790"/>
                    <a:pt x="4488" y="7775"/>
                  </a:cubicBezTo>
                  <a:cubicBezTo>
                    <a:pt x="4473" y="7758"/>
                    <a:pt x="4451" y="7749"/>
                    <a:pt x="4430" y="7749"/>
                  </a:cubicBezTo>
                  <a:cubicBezTo>
                    <a:pt x="4421" y="7749"/>
                    <a:pt x="4412" y="7751"/>
                    <a:pt x="4404" y="7754"/>
                  </a:cubicBezTo>
                  <a:cubicBezTo>
                    <a:pt x="4394" y="7756"/>
                    <a:pt x="4385" y="7757"/>
                    <a:pt x="4377" y="7757"/>
                  </a:cubicBezTo>
                  <a:cubicBezTo>
                    <a:pt x="4361" y="7757"/>
                    <a:pt x="4348" y="7750"/>
                    <a:pt x="4344" y="7725"/>
                  </a:cubicBezTo>
                  <a:cubicBezTo>
                    <a:pt x="4325" y="7769"/>
                    <a:pt x="4325" y="7769"/>
                    <a:pt x="4300" y="7775"/>
                  </a:cubicBezTo>
                  <a:cubicBezTo>
                    <a:pt x="4297" y="7757"/>
                    <a:pt x="4289" y="7748"/>
                    <a:pt x="4279" y="7748"/>
                  </a:cubicBezTo>
                  <a:cubicBezTo>
                    <a:pt x="4269" y="7748"/>
                    <a:pt x="4257" y="7758"/>
                    <a:pt x="4247" y="7779"/>
                  </a:cubicBezTo>
                  <a:cubicBezTo>
                    <a:pt x="4239" y="7818"/>
                    <a:pt x="4235" y="7838"/>
                    <a:pt x="4232" y="7838"/>
                  </a:cubicBezTo>
                  <a:cubicBezTo>
                    <a:pt x="4228" y="7838"/>
                    <a:pt x="4225" y="7819"/>
                    <a:pt x="4219" y="7782"/>
                  </a:cubicBezTo>
                  <a:cubicBezTo>
                    <a:pt x="4217" y="7756"/>
                    <a:pt x="4178" y="7735"/>
                    <a:pt x="4163" y="7735"/>
                  </a:cubicBezTo>
                  <a:cubicBezTo>
                    <a:pt x="4156" y="7735"/>
                    <a:pt x="4154" y="7739"/>
                    <a:pt x="4163" y="7750"/>
                  </a:cubicBezTo>
                  <a:cubicBezTo>
                    <a:pt x="4169" y="7788"/>
                    <a:pt x="4116" y="7794"/>
                    <a:pt x="4094" y="7835"/>
                  </a:cubicBezTo>
                  <a:cubicBezTo>
                    <a:pt x="4086" y="7836"/>
                    <a:pt x="4079" y="7837"/>
                    <a:pt x="4072" y="7837"/>
                  </a:cubicBezTo>
                  <a:cubicBezTo>
                    <a:pt x="4054" y="7837"/>
                    <a:pt x="4039" y="7830"/>
                    <a:pt x="4037" y="7801"/>
                  </a:cubicBezTo>
                  <a:cubicBezTo>
                    <a:pt x="4030" y="7793"/>
                    <a:pt x="4016" y="7790"/>
                    <a:pt x="4000" y="7790"/>
                  </a:cubicBezTo>
                  <a:cubicBezTo>
                    <a:pt x="3950" y="7790"/>
                    <a:pt x="3873" y="7817"/>
                    <a:pt x="3852" y="7848"/>
                  </a:cubicBezTo>
                  <a:cubicBezTo>
                    <a:pt x="3852" y="7866"/>
                    <a:pt x="3846" y="7876"/>
                    <a:pt x="3840" y="7876"/>
                  </a:cubicBezTo>
                  <a:cubicBezTo>
                    <a:pt x="3833" y="7876"/>
                    <a:pt x="3827" y="7866"/>
                    <a:pt x="3827" y="7848"/>
                  </a:cubicBezTo>
                  <a:cubicBezTo>
                    <a:pt x="3824" y="7810"/>
                    <a:pt x="3799" y="7810"/>
                    <a:pt x="3774" y="7810"/>
                  </a:cubicBezTo>
                  <a:cubicBezTo>
                    <a:pt x="3766" y="7821"/>
                    <a:pt x="3760" y="7826"/>
                    <a:pt x="3756" y="7826"/>
                  </a:cubicBezTo>
                  <a:cubicBezTo>
                    <a:pt x="3746" y="7826"/>
                    <a:pt x="3746" y="7799"/>
                    <a:pt x="3746" y="7772"/>
                  </a:cubicBezTo>
                  <a:cubicBezTo>
                    <a:pt x="3774" y="7735"/>
                    <a:pt x="3746" y="7735"/>
                    <a:pt x="3696" y="7735"/>
                  </a:cubicBezTo>
                  <a:cubicBezTo>
                    <a:pt x="3681" y="7756"/>
                    <a:pt x="3639" y="7763"/>
                    <a:pt x="3592" y="7763"/>
                  </a:cubicBezTo>
                  <a:cubicBezTo>
                    <a:pt x="3557" y="7763"/>
                    <a:pt x="3519" y="7759"/>
                    <a:pt x="3486" y="7757"/>
                  </a:cubicBezTo>
                  <a:cubicBezTo>
                    <a:pt x="3470" y="7756"/>
                    <a:pt x="3455" y="7755"/>
                    <a:pt x="3442" y="7755"/>
                  </a:cubicBezTo>
                  <a:cubicBezTo>
                    <a:pt x="3349" y="7755"/>
                    <a:pt x="3321" y="7784"/>
                    <a:pt x="3263" y="7841"/>
                  </a:cubicBezTo>
                  <a:lnTo>
                    <a:pt x="3222" y="7910"/>
                  </a:lnTo>
                  <a:lnTo>
                    <a:pt x="3222" y="7910"/>
                  </a:lnTo>
                  <a:lnTo>
                    <a:pt x="3235" y="7835"/>
                  </a:lnTo>
                  <a:cubicBezTo>
                    <a:pt x="3238" y="7797"/>
                    <a:pt x="3235" y="7757"/>
                    <a:pt x="3229" y="7719"/>
                  </a:cubicBezTo>
                  <a:cubicBezTo>
                    <a:pt x="3228" y="7719"/>
                    <a:pt x="3227" y="7719"/>
                    <a:pt x="3226" y="7719"/>
                  </a:cubicBezTo>
                  <a:cubicBezTo>
                    <a:pt x="3203" y="7719"/>
                    <a:pt x="3197" y="7755"/>
                    <a:pt x="3191" y="7788"/>
                  </a:cubicBezTo>
                  <a:cubicBezTo>
                    <a:pt x="3188" y="7805"/>
                    <a:pt x="3181" y="7814"/>
                    <a:pt x="3170" y="7814"/>
                  </a:cubicBezTo>
                  <a:cubicBezTo>
                    <a:pt x="3156" y="7814"/>
                    <a:pt x="3137" y="7801"/>
                    <a:pt x="3113" y="7775"/>
                  </a:cubicBezTo>
                  <a:cubicBezTo>
                    <a:pt x="3084" y="7747"/>
                    <a:pt x="3065" y="7734"/>
                    <a:pt x="3047" y="7734"/>
                  </a:cubicBezTo>
                  <a:cubicBezTo>
                    <a:pt x="3035" y="7734"/>
                    <a:pt x="3023" y="7739"/>
                    <a:pt x="3009" y="7750"/>
                  </a:cubicBezTo>
                  <a:cubicBezTo>
                    <a:pt x="2975" y="7747"/>
                    <a:pt x="2950" y="7722"/>
                    <a:pt x="2940" y="7694"/>
                  </a:cubicBezTo>
                  <a:cubicBezTo>
                    <a:pt x="2932" y="7691"/>
                    <a:pt x="2926" y="7689"/>
                    <a:pt x="2922" y="7689"/>
                  </a:cubicBezTo>
                  <a:cubicBezTo>
                    <a:pt x="2914" y="7689"/>
                    <a:pt x="2912" y="7697"/>
                    <a:pt x="2906" y="7722"/>
                  </a:cubicBezTo>
                  <a:cubicBezTo>
                    <a:pt x="2902" y="7738"/>
                    <a:pt x="2895" y="7746"/>
                    <a:pt x="2886" y="7746"/>
                  </a:cubicBezTo>
                  <a:cubicBezTo>
                    <a:pt x="2875" y="7746"/>
                    <a:pt x="2863" y="7732"/>
                    <a:pt x="2856" y="7707"/>
                  </a:cubicBezTo>
                  <a:cubicBezTo>
                    <a:pt x="2851" y="7653"/>
                    <a:pt x="2817" y="7626"/>
                    <a:pt x="2791" y="7626"/>
                  </a:cubicBezTo>
                  <a:cubicBezTo>
                    <a:pt x="2779" y="7626"/>
                    <a:pt x="2769" y="7632"/>
                    <a:pt x="2765" y="7644"/>
                  </a:cubicBezTo>
                  <a:cubicBezTo>
                    <a:pt x="2758" y="7662"/>
                    <a:pt x="2748" y="7668"/>
                    <a:pt x="2736" y="7668"/>
                  </a:cubicBezTo>
                  <a:cubicBezTo>
                    <a:pt x="2725" y="7668"/>
                    <a:pt x="2714" y="7664"/>
                    <a:pt x="2702" y="7660"/>
                  </a:cubicBezTo>
                  <a:cubicBezTo>
                    <a:pt x="2690" y="7653"/>
                    <a:pt x="2677" y="7650"/>
                    <a:pt x="2663" y="7650"/>
                  </a:cubicBezTo>
                  <a:cubicBezTo>
                    <a:pt x="2646" y="7650"/>
                    <a:pt x="2629" y="7655"/>
                    <a:pt x="2614" y="7666"/>
                  </a:cubicBezTo>
                  <a:lnTo>
                    <a:pt x="2564" y="7647"/>
                  </a:lnTo>
                  <a:cubicBezTo>
                    <a:pt x="2544" y="7639"/>
                    <a:pt x="2568" y="7619"/>
                    <a:pt x="2589" y="7619"/>
                  </a:cubicBezTo>
                  <a:cubicBezTo>
                    <a:pt x="2594" y="7619"/>
                    <a:pt x="2598" y="7620"/>
                    <a:pt x="2602" y="7622"/>
                  </a:cubicBezTo>
                  <a:lnTo>
                    <a:pt x="2592" y="7575"/>
                  </a:lnTo>
                  <a:cubicBezTo>
                    <a:pt x="2564" y="7564"/>
                    <a:pt x="2545" y="7557"/>
                    <a:pt x="2526" y="7557"/>
                  </a:cubicBezTo>
                  <a:cubicBezTo>
                    <a:pt x="2511" y="7557"/>
                    <a:pt x="2497" y="7561"/>
                    <a:pt x="2480" y="7572"/>
                  </a:cubicBezTo>
                  <a:cubicBezTo>
                    <a:pt x="2452" y="7600"/>
                    <a:pt x="2438" y="7615"/>
                    <a:pt x="2435" y="7615"/>
                  </a:cubicBezTo>
                  <a:cubicBezTo>
                    <a:pt x="2431" y="7615"/>
                    <a:pt x="2438" y="7598"/>
                    <a:pt x="2455" y="7562"/>
                  </a:cubicBezTo>
                  <a:cubicBezTo>
                    <a:pt x="2467" y="7534"/>
                    <a:pt x="2463" y="7497"/>
                    <a:pt x="2441" y="7497"/>
                  </a:cubicBezTo>
                  <a:cubicBezTo>
                    <a:pt x="2436" y="7497"/>
                    <a:pt x="2430" y="7499"/>
                    <a:pt x="2423" y="7503"/>
                  </a:cubicBezTo>
                  <a:cubicBezTo>
                    <a:pt x="2404" y="7523"/>
                    <a:pt x="2390" y="7531"/>
                    <a:pt x="2382" y="7531"/>
                  </a:cubicBezTo>
                  <a:cubicBezTo>
                    <a:pt x="2365" y="7531"/>
                    <a:pt x="2366" y="7503"/>
                    <a:pt x="2376" y="7481"/>
                  </a:cubicBezTo>
                  <a:cubicBezTo>
                    <a:pt x="2412" y="7445"/>
                    <a:pt x="2425" y="7432"/>
                    <a:pt x="2398" y="7432"/>
                  </a:cubicBezTo>
                  <a:cubicBezTo>
                    <a:pt x="2382" y="7432"/>
                    <a:pt x="2353" y="7436"/>
                    <a:pt x="2307" y="7443"/>
                  </a:cubicBezTo>
                  <a:cubicBezTo>
                    <a:pt x="2260" y="7421"/>
                    <a:pt x="2147" y="7409"/>
                    <a:pt x="2082" y="7362"/>
                  </a:cubicBezTo>
                  <a:cubicBezTo>
                    <a:pt x="1991" y="7305"/>
                    <a:pt x="1947" y="7277"/>
                    <a:pt x="1947" y="7230"/>
                  </a:cubicBezTo>
                  <a:cubicBezTo>
                    <a:pt x="1953" y="7221"/>
                    <a:pt x="1958" y="7213"/>
                    <a:pt x="1961" y="7206"/>
                  </a:cubicBezTo>
                  <a:lnTo>
                    <a:pt x="1961" y="7206"/>
                  </a:lnTo>
                  <a:cubicBezTo>
                    <a:pt x="1944" y="7230"/>
                    <a:pt x="1929" y="7241"/>
                    <a:pt x="1913" y="7241"/>
                  </a:cubicBezTo>
                  <a:cubicBezTo>
                    <a:pt x="1894" y="7241"/>
                    <a:pt x="1872" y="7225"/>
                    <a:pt x="1840" y="7199"/>
                  </a:cubicBezTo>
                  <a:cubicBezTo>
                    <a:pt x="1821" y="7152"/>
                    <a:pt x="1776" y="7123"/>
                    <a:pt x="1729" y="7123"/>
                  </a:cubicBezTo>
                  <a:cubicBezTo>
                    <a:pt x="1716" y="7123"/>
                    <a:pt x="1703" y="7125"/>
                    <a:pt x="1690" y="7130"/>
                  </a:cubicBezTo>
                  <a:lnTo>
                    <a:pt x="1734" y="7161"/>
                  </a:lnTo>
                  <a:cubicBezTo>
                    <a:pt x="1714" y="7187"/>
                    <a:pt x="1698" y="7199"/>
                    <a:pt x="1685" y="7199"/>
                  </a:cubicBezTo>
                  <a:cubicBezTo>
                    <a:pt x="1669" y="7199"/>
                    <a:pt x="1657" y="7178"/>
                    <a:pt x="1646" y="7142"/>
                  </a:cubicBezTo>
                  <a:cubicBezTo>
                    <a:pt x="1624" y="7124"/>
                    <a:pt x="1649" y="7095"/>
                    <a:pt x="1671" y="7067"/>
                  </a:cubicBezTo>
                  <a:cubicBezTo>
                    <a:pt x="1696" y="7042"/>
                    <a:pt x="1699" y="7005"/>
                    <a:pt x="1681" y="6976"/>
                  </a:cubicBezTo>
                  <a:cubicBezTo>
                    <a:pt x="1670" y="6966"/>
                    <a:pt x="1660" y="6956"/>
                    <a:pt x="1652" y="6956"/>
                  </a:cubicBezTo>
                  <a:cubicBezTo>
                    <a:pt x="1645" y="6956"/>
                    <a:pt x="1640" y="6964"/>
                    <a:pt x="1637" y="6986"/>
                  </a:cubicBezTo>
                  <a:cubicBezTo>
                    <a:pt x="1623" y="7001"/>
                    <a:pt x="1617" y="7008"/>
                    <a:pt x="1611" y="7008"/>
                  </a:cubicBezTo>
                  <a:cubicBezTo>
                    <a:pt x="1606" y="7008"/>
                    <a:pt x="1601" y="7004"/>
                    <a:pt x="1593" y="6995"/>
                  </a:cubicBezTo>
                  <a:cubicBezTo>
                    <a:pt x="1579" y="6977"/>
                    <a:pt x="1558" y="6967"/>
                    <a:pt x="1535" y="6967"/>
                  </a:cubicBezTo>
                  <a:cubicBezTo>
                    <a:pt x="1527" y="6967"/>
                    <a:pt x="1519" y="6968"/>
                    <a:pt x="1511" y="6970"/>
                  </a:cubicBezTo>
                  <a:cubicBezTo>
                    <a:pt x="1502" y="6979"/>
                    <a:pt x="1493" y="6982"/>
                    <a:pt x="1485" y="6982"/>
                  </a:cubicBezTo>
                  <a:cubicBezTo>
                    <a:pt x="1470" y="6982"/>
                    <a:pt x="1458" y="6970"/>
                    <a:pt x="1446" y="6958"/>
                  </a:cubicBezTo>
                  <a:cubicBezTo>
                    <a:pt x="1449" y="6929"/>
                    <a:pt x="1436" y="6898"/>
                    <a:pt x="1414" y="6876"/>
                  </a:cubicBezTo>
                  <a:lnTo>
                    <a:pt x="1414" y="6876"/>
                  </a:lnTo>
                  <a:cubicBezTo>
                    <a:pt x="1422" y="6869"/>
                    <a:pt x="1432" y="6860"/>
                    <a:pt x="1442" y="6851"/>
                  </a:cubicBezTo>
                  <a:cubicBezTo>
                    <a:pt x="1458" y="6829"/>
                    <a:pt x="1471" y="6804"/>
                    <a:pt x="1477" y="6779"/>
                  </a:cubicBezTo>
                  <a:cubicBezTo>
                    <a:pt x="1472" y="6774"/>
                    <a:pt x="1466" y="6772"/>
                    <a:pt x="1461" y="6772"/>
                  </a:cubicBezTo>
                  <a:cubicBezTo>
                    <a:pt x="1446" y="6772"/>
                    <a:pt x="1433" y="6785"/>
                    <a:pt x="1433" y="6785"/>
                  </a:cubicBezTo>
                  <a:cubicBezTo>
                    <a:pt x="1432" y="6786"/>
                    <a:pt x="1431" y="6786"/>
                    <a:pt x="1430" y="6786"/>
                  </a:cubicBezTo>
                  <a:cubicBezTo>
                    <a:pt x="1409" y="6786"/>
                    <a:pt x="1302" y="6679"/>
                    <a:pt x="1198" y="6560"/>
                  </a:cubicBezTo>
                  <a:cubicBezTo>
                    <a:pt x="1098" y="6422"/>
                    <a:pt x="994" y="6278"/>
                    <a:pt x="979" y="6240"/>
                  </a:cubicBezTo>
                  <a:cubicBezTo>
                    <a:pt x="986" y="6189"/>
                    <a:pt x="965" y="6135"/>
                    <a:pt x="944" y="6135"/>
                  </a:cubicBezTo>
                  <a:cubicBezTo>
                    <a:pt x="939" y="6135"/>
                    <a:pt x="933" y="6139"/>
                    <a:pt x="928" y="6149"/>
                  </a:cubicBezTo>
                  <a:cubicBezTo>
                    <a:pt x="926" y="6150"/>
                    <a:pt x="924" y="6150"/>
                    <a:pt x="922" y="6150"/>
                  </a:cubicBezTo>
                  <a:cubicBezTo>
                    <a:pt x="888" y="6150"/>
                    <a:pt x="818" y="6043"/>
                    <a:pt x="765" y="5905"/>
                  </a:cubicBezTo>
                  <a:cubicBezTo>
                    <a:pt x="691" y="5740"/>
                    <a:pt x="656" y="5615"/>
                    <a:pt x="620" y="5615"/>
                  </a:cubicBezTo>
                  <a:cubicBezTo>
                    <a:pt x="618" y="5615"/>
                    <a:pt x="617" y="5616"/>
                    <a:pt x="615" y="5616"/>
                  </a:cubicBezTo>
                  <a:lnTo>
                    <a:pt x="593" y="5538"/>
                  </a:lnTo>
                  <a:cubicBezTo>
                    <a:pt x="577" y="5488"/>
                    <a:pt x="521" y="5447"/>
                    <a:pt x="515" y="5419"/>
                  </a:cubicBezTo>
                  <a:cubicBezTo>
                    <a:pt x="484" y="5407"/>
                    <a:pt x="473" y="5388"/>
                    <a:pt x="489" y="5388"/>
                  </a:cubicBezTo>
                  <a:cubicBezTo>
                    <a:pt x="494" y="5388"/>
                    <a:pt x="501" y="5389"/>
                    <a:pt x="512" y="5394"/>
                  </a:cubicBezTo>
                  <a:cubicBezTo>
                    <a:pt x="546" y="5384"/>
                    <a:pt x="584" y="5375"/>
                    <a:pt x="577" y="5350"/>
                  </a:cubicBezTo>
                  <a:cubicBezTo>
                    <a:pt x="571" y="5316"/>
                    <a:pt x="554" y="5307"/>
                    <a:pt x="532" y="5307"/>
                  </a:cubicBezTo>
                  <a:cubicBezTo>
                    <a:pt x="520" y="5307"/>
                    <a:pt x="506" y="5310"/>
                    <a:pt x="493" y="5312"/>
                  </a:cubicBezTo>
                  <a:cubicBezTo>
                    <a:pt x="488" y="5314"/>
                    <a:pt x="484" y="5314"/>
                    <a:pt x="480" y="5314"/>
                  </a:cubicBezTo>
                  <a:cubicBezTo>
                    <a:pt x="457" y="5314"/>
                    <a:pt x="452" y="5294"/>
                    <a:pt x="452" y="5294"/>
                  </a:cubicBezTo>
                  <a:cubicBezTo>
                    <a:pt x="446" y="5268"/>
                    <a:pt x="446" y="5268"/>
                    <a:pt x="483" y="5259"/>
                  </a:cubicBezTo>
                  <a:lnTo>
                    <a:pt x="556" y="5243"/>
                  </a:lnTo>
                  <a:lnTo>
                    <a:pt x="552" y="5218"/>
                  </a:lnTo>
                  <a:cubicBezTo>
                    <a:pt x="548" y="5219"/>
                    <a:pt x="544" y="5219"/>
                    <a:pt x="541" y="5219"/>
                  </a:cubicBezTo>
                  <a:cubicBezTo>
                    <a:pt x="513" y="5219"/>
                    <a:pt x="509" y="5199"/>
                    <a:pt x="509" y="5199"/>
                  </a:cubicBezTo>
                  <a:cubicBezTo>
                    <a:pt x="502" y="5174"/>
                    <a:pt x="502" y="5174"/>
                    <a:pt x="577" y="5159"/>
                  </a:cubicBezTo>
                  <a:cubicBezTo>
                    <a:pt x="653" y="5146"/>
                    <a:pt x="646" y="5121"/>
                    <a:pt x="568" y="5109"/>
                  </a:cubicBezTo>
                  <a:lnTo>
                    <a:pt x="524" y="5062"/>
                  </a:lnTo>
                  <a:cubicBezTo>
                    <a:pt x="596" y="5024"/>
                    <a:pt x="515" y="4983"/>
                    <a:pt x="474" y="4961"/>
                  </a:cubicBezTo>
                  <a:cubicBezTo>
                    <a:pt x="546" y="4924"/>
                    <a:pt x="543" y="4899"/>
                    <a:pt x="465" y="4880"/>
                  </a:cubicBezTo>
                  <a:cubicBezTo>
                    <a:pt x="463" y="4880"/>
                    <a:pt x="461" y="4880"/>
                    <a:pt x="459" y="4880"/>
                  </a:cubicBezTo>
                  <a:cubicBezTo>
                    <a:pt x="427" y="4880"/>
                    <a:pt x="426" y="4853"/>
                    <a:pt x="458" y="4827"/>
                  </a:cubicBezTo>
                  <a:cubicBezTo>
                    <a:pt x="493" y="4795"/>
                    <a:pt x="493" y="4770"/>
                    <a:pt x="493" y="4717"/>
                  </a:cubicBezTo>
                  <a:cubicBezTo>
                    <a:pt x="458" y="4692"/>
                    <a:pt x="440" y="4504"/>
                    <a:pt x="468" y="4291"/>
                  </a:cubicBezTo>
                  <a:cubicBezTo>
                    <a:pt x="483" y="4049"/>
                    <a:pt x="534" y="3893"/>
                    <a:pt x="490" y="3883"/>
                  </a:cubicBezTo>
                  <a:cubicBezTo>
                    <a:pt x="496" y="3858"/>
                    <a:pt x="496" y="3858"/>
                    <a:pt x="537" y="3839"/>
                  </a:cubicBezTo>
                  <a:cubicBezTo>
                    <a:pt x="542" y="3841"/>
                    <a:pt x="546" y="3841"/>
                    <a:pt x="550" y="3841"/>
                  </a:cubicBezTo>
                  <a:cubicBezTo>
                    <a:pt x="572" y="3841"/>
                    <a:pt x="571" y="3818"/>
                    <a:pt x="515" y="3780"/>
                  </a:cubicBezTo>
                  <a:cubicBezTo>
                    <a:pt x="493" y="3756"/>
                    <a:pt x="470" y="3743"/>
                    <a:pt x="481" y="3743"/>
                  </a:cubicBezTo>
                  <a:cubicBezTo>
                    <a:pt x="486" y="3743"/>
                    <a:pt x="498" y="3746"/>
                    <a:pt x="521" y="3752"/>
                  </a:cubicBezTo>
                  <a:cubicBezTo>
                    <a:pt x="524" y="3752"/>
                    <a:pt x="527" y="3753"/>
                    <a:pt x="530" y="3753"/>
                  </a:cubicBezTo>
                  <a:cubicBezTo>
                    <a:pt x="561" y="3753"/>
                    <a:pt x="574" y="3703"/>
                    <a:pt x="603" y="3608"/>
                  </a:cubicBezTo>
                  <a:cubicBezTo>
                    <a:pt x="621" y="3529"/>
                    <a:pt x="665" y="3432"/>
                    <a:pt x="628" y="3416"/>
                  </a:cubicBezTo>
                  <a:cubicBezTo>
                    <a:pt x="619" y="3381"/>
                    <a:pt x="615" y="3366"/>
                    <a:pt x="618" y="3366"/>
                  </a:cubicBezTo>
                  <a:lnTo>
                    <a:pt x="618" y="3366"/>
                  </a:lnTo>
                  <a:cubicBezTo>
                    <a:pt x="620" y="3366"/>
                    <a:pt x="626" y="3375"/>
                    <a:pt x="637" y="3391"/>
                  </a:cubicBezTo>
                  <a:cubicBezTo>
                    <a:pt x="648" y="3401"/>
                    <a:pt x="660" y="3405"/>
                    <a:pt x="672" y="3405"/>
                  </a:cubicBezTo>
                  <a:cubicBezTo>
                    <a:pt x="725" y="3405"/>
                    <a:pt x="774" y="3316"/>
                    <a:pt x="740" y="3231"/>
                  </a:cubicBezTo>
                  <a:cubicBezTo>
                    <a:pt x="750" y="3214"/>
                    <a:pt x="760" y="3195"/>
                    <a:pt x="780" y="3195"/>
                  </a:cubicBezTo>
                  <a:cubicBezTo>
                    <a:pt x="786" y="3195"/>
                    <a:pt x="792" y="3197"/>
                    <a:pt x="800" y="3200"/>
                  </a:cubicBezTo>
                  <a:cubicBezTo>
                    <a:pt x="822" y="3159"/>
                    <a:pt x="828" y="3112"/>
                    <a:pt x="825" y="3065"/>
                  </a:cubicBezTo>
                  <a:cubicBezTo>
                    <a:pt x="853" y="3009"/>
                    <a:pt x="881" y="2953"/>
                    <a:pt x="916" y="2902"/>
                  </a:cubicBezTo>
                  <a:cubicBezTo>
                    <a:pt x="935" y="2868"/>
                    <a:pt x="941" y="2830"/>
                    <a:pt x="941" y="2790"/>
                  </a:cubicBezTo>
                  <a:cubicBezTo>
                    <a:pt x="952" y="2774"/>
                    <a:pt x="962" y="2759"/>
                    <a:pt x="962" y="2759"/>
                  </a:cubicBezTo>
                  <a:lnTo>
                    <a:pt x="962" y="2759"/>
                  </a:lnTo>
                  <a:cubicBezTo>
                    <a:pt x="962" y="2759"/>
                    <a:pt x="960" y="2761"/>
                    <a:pt x="957" y="2768"/>
                  </a:cubicBezTo>
                  <a:cubicBezTo>
                    <a:pt x="959" y="2769"/>
                    <a:pt x="961" y="2770"/>
                    <a:pt x="964" y="2770"/>
                  </a:cubicBezTo>
                  <a:cubicBezTo>
                    <a:pt x="998" y="2770"/>
                    <a:pt x="1063" y="2663"/>
                    <a:pt x="1176" y="2529"/>
                  </a:cubicBezTo>
                  <a:cubicBezTo>
                    <a:pt x="1283" y="2383"/>
                    <a:pt x="1404" y="2279"/>
                    <a:pt x="1448" y="2279"/>
                  </a:cubicBezTo>
                  <a:cubicBezTo>
                    <a:pt x="1449" y="2279"/>
                    <a:pt x="1451" y="2279"/>
                    <a:pt x="1452" y="2279"/>
                  </a:cubicBezTo>
                  <a:cubicBezTo>
                    <a:pt x="1464" y="2260"/>
                    <a:pt x="1467" y="2235"/>
                    <a:pt x="1461" y="2213"/>
                  </a:cubicBezTo>
                  <a:cubicBezTo>
                    <a:pt x="1433" y="2150"/>
                    <a:pt x="1443" y="2129"/>
                    <a:pt x="1472" y="2129"/>
                  </a:cubicBezTo>
                  <a:cubicBezTo>
                    <a:pt x="1478" y="2129"/>
                    <a:pt x="1485" y="2130"/>
                    <a:pt x="1493" y="2132"/>
                  </a:cubicBezTo>
                  <a:cubicBezTo>
                    <a:pt x="1507" y="2139"/>
                    <a:pt x="1521" y="2142"/>
                    <a:pt x="1535" y="2142"/>
                  </a:cubicBezTo>
                  <a:cubicBezTo>
                    <a:pt x="1592" y="2142"/>
                    <a:pt x="1641" y="2086"/>
                    <a:pt x="1618" y="2025"/>
                  </a:cubicBezTo>
                  <a:lnTo>
                    <a:pt x="1618" y="2025"/>
                  </a:lnTo>
                  <a:lnTo>
                    <a:pt x="1640" y="2056"/>
                  </a:lnTo>
                  <a:cubicBezTo>
                    <a:pt x="1653" y="2064"/>
                    <a:pt x="1664" y="2067"/>
                    <a:pt x="1674" y="2067"/>
                  </a:cubicBezTo>
                  <a:cubicBezTo>
                    <a:pt x="1720" y="2067"/>
                    <a:pt x="1739" y="2002"/>
                    <a:pt x="1721" y="1940"/>
                  </a:cubicBezTo>
                  <a:lnTo>
                    <a:pt x="1721" y="1940"/>
                  </a:lnTo>
                  <a:cubicBezTo>
                    <a:pt x="1743" y="1947"/>
                    <a:pt x="1765" y="1954"/>
                    <a:pt x="1782" y="1954"/>
                  </a:cubicBezTo>
                  <a:cubicBezTo>
                    <a:pt x="1798" y="1954"/>
                    <a:pt x="1809" y="1947"/>
                    <a:pt x="1809" y="1925"/>
                  </a:cubicBezTo>
                  <a:cubicBezTo>
                    <a:pt x="1816" y="1919"/>
                    <a:pt x="1821" y="1916"/>
                    <a:pt x="1826" y="1916"/>
                  </a:cubicBezTo>
                  <a:cubicBezTo>
                    <a:pt x="1836" y="1916"/>
                    <a:pt x="1846" y="1930"/>
                    <a:pt x="1875" y="1972"/>
                  </a:cubicBezTo>
                  <a:cubicBezTo>
                    <a:pt x="1893" y="1995"/>
                    <a:pt x="1912" y="2022"/>
                    <a:pt x="1930" y="2022"/>
                  </a:cubicBezTo>
                  <a:cubicBezTo>
                    <a:pt x="1934" y="2022"/>
                    <a:pt x="1937" y="2021"/>
                    <a:pt x="1941" y="2019"/>
                  </a:cubicBezTo>
                  <a:cubicBezTo>
                    <a:pt x="1959" y="2003"/>
                    <a:pt x="1938" y="1972"/>
                    <a:pt x="1919" y="1940"/>
                  </a:cubicBezTo>
                  <a:lnTo>
                    <a:pt x="1959" y="1912"/>
                  </a:lnTo>
                  <a:cubicBezTo>
                    <a:pt x="1959" y="1912"/>
                    <a:pt x="1981" y="1896"/>
                    <a:pt x="1959" y="1865"/>
                  </a:cubicBezTo>
                  <a:cubicBezTo>
                    <a:pt x="1941" y="1834"/>
                    <a:pt x="1963" y="1818"/>
                    <a:pt x="1985" y="1802"/>
                  </a:cubicBezTo>
                  <a:cubicBezTo>
                    <a:pt x="1989" y="1810"/>
                    <a:pt x="1993" y="1813"/>
                    <a:pt x="1995" y="1813"/>
                  </a:cubicBezTo>
                  <a:cubicBezTo>
                    <a:pt x="2002" y="1813"/>
                    <a:pt x="1996" y="1783"/>
                    <a:pt x="1963" y="1771"/>
                  </a:cubicBezTo>
                  <a:cubicBezTo>
                    <a:pt x="1944" y="1740"/>
                    <a:pt x="1922" y="1708"/>
                    <a:pt x="1944" y="1693"/>
                  </a:cubicBezTo>
                  <a:lnTo>
                    <a:pt x="1903" y="1627"/>
                  </a:lnTo>
                  <a:cubicBezTo>
                    <a:pt x="1865" y="1564"/>
                    <a:pt x="1844" y="1533"/>
                    <a:pt x="1775" y="1533"/>
                  </a:cubicBezTo>
                  <a:cubicBezTo>
                    <a:pt x="1659" y="1567"/>
                    <a:pt x="1561" y="1589"/>
                    <a:pt x="1608" y="1649"/>
                  </a:cubicBezTo>
                  <a:cubicBezTo>
                    <a:pt x="1608" y="1649"/>
                    <a:pt x="1605" y="1696"/>
                    <a:pt x="1583" y="1715"/>
                  </a:cubicBezTo>
                  <a:cubicBezTo>
                    <a:pt x="1570" y="1720"/>
                    <a:pt x="1557" y="1722"/>
                    <a:pt x="1544" y="1722"/>
                  </a:cubicBezTo>
                  <a:cubicBezTo>
                    <a:pt x="1533" y="1722"/>
                    <a:pt x="1523" y="1721"/>
                    <a:pt x="1511" y="1718"/>
                  </a:cubicBezTo>
                  <a:cubicBezTo>
                    <a:pt x="1508" y="1713"/>
                    <a:pt x="1503" y="1711"/>
                    <a:pt x="1497" y="1711"/>
                  </a:cubicBezTo>
                  <a:cubicBezTo>
                    <a:pt x="1461" y="1711"/>
                    <a:pt x="1381" y="1780"/>
                    <a:pt x="1286" y="1862"/>
                  </a:cubicBezTo>
                  <a:cubicBezTo>
                    <a:pt x="1156" y="1973"/>
                    <a:pt x="1102" y="2044"/>
                    <a:pt x="1051" y="2044"/>
                  </a:cubicBezTo>
                  <a:cubicBezTo>
                    <a:pt x="1049" y="2044"/>
                    <a:pt x="1047" y="2044"/>
                    <a:pt x="1044" y="2044"/>
                  </a:cubicBezTo>
                  <a:cubicBezTo>
                    <a:pt x="1041" y="2043"/>
                    <a:pt x="1037" y="2043"/>
                    <a:pt x="1033" y="2043"/>
                  </a:cubicBezTo>
                  <a:cubicBezTo>
                    <a:pt x="1013" y="2043"/>
                    <a:pt x="991" y="2050"/>
                    <a:pt x="975" y="2063"/>
                  </a:cubicBezTo>
                  <a:cubicBezTo>
                    <a:pt x="1001" y="2084"/>
                    <a:pt x="881" y="2219"/>
                    <a:pt x="756" y="2388"/>
                  </a:cubicBezTo>
                  <a:cubicBezTo>
                    <a:pt x="631" y="2558"/>
                    <a:pt x="527" y="2743"/>
                    <a:pt x="559" y="2761"/>
                  </a:cubicBezTo>
                  <a:lnTo>
                    <a:pt x="530" y="2812"/>
                  </a:lnTo>
                  <a:cubicBezTo>
                    <a:pt x="526" y="2810"/>
                    <a:pt x="522" y="2809"/>
                    <a:pt x="518" y="2809"/>
                  </a:cubicBezTo>
                  <a:cubicBezTo>
                    <a:pt x="490" y="2809"/>
                    <a:pt x="467" y="2856"/>
                    <a:pt x="443" y="2902"/>
                  </a:cubicBezTo>
                  <a:cubicBezTo>
                    <a:pt x="446" y="2943"/>
                    <a:pt x="440" y="2987"/>
                    <a:pt x="424" y="3025"/>
                  </a:cubicBezTo>
                  <a:cubicBezTo>
                    <a:pt x="417" y="3022"/>
                    <a:pt x="411" y="3020"/>
                    <a:pt x="406" y="3020"/>
                  </a:cubicBezTo>
                  <a:cubicBezTo>
                    <a:pt x="383" y="3020"/>
                    <a:pt x="369" y="3045"/>
                    <a:pt x="349" y="3090"/>
                  </a:cubicBezTo>
                  <a:cubicBezTo>
                    <a:pt x="327" y="3147"/>
                    <a:pt x="317" y="3175"/>
                    <a:pt x="352" y="3191"/>
                  </a:cubicBezTo>
                  <a:cubicBezTo>
                    <a:pt x="311" y="3291"/>
                    <a:pt x="261" y="3391"/>
                    <a:pt x="205" y="3485"/>
                  </a:cubicBezTo>
                  <a:cubicBezTo>
                    <a:pt x="161" y="3504"/>
                    <a:pt x="189" y="3545"/>
                    <a:pt x="217" y="3582"/>
                  </a:cubicBezTo>
                  <a:cubicBezTo>
                    <a:pt x="252" y="3595"/>
                    <a:pt x="280" y="3633"/>
                    <a:pt x="273" y="3661"/>
                  </a:cubicBezTo>
                  <a:lnTo>
                    <a:pt x="198" y="3642"/>
                  </a:lnTo>
                  <a:cubicBezTo>
                    <a:pt x="185" y="3624"/>
                    <a:pt x="178" y="3613"/>
                    <a:pt x="173" y="3613"/>
                  </a:cubicBezTo>
                  <a:cubicBezTo>
                    <a:pt x="167" y="3613"/>
                    <a:pt x="163" y="3628"/>
                    <a:pt x="154" y="3661"/>
                  </a:cubicBezTo>
                  <a:cubicBezTo>
                    <a:pt x="148" y="3689"/>
                    <a:pt x="139" y="3717"/>
                    <a:pt x="139" y="3717"/>
                  </a:cubicBezTo>
                  <a:cubicBezTo>
                    <a:pt x="170" y="3727"/>
                    <a:pt x="145" y="3874"/>
                    <a:pt x="107" y="4078"/>
                  </a:cubicBezTo>
                  <a:cubicBezTo>
                    <a:pt x="79" y="4347"/>
                    <a:pt x="76" y="4438"/>
                    <a:pt x="114" y="4438"/>
                  </a:cubicBezTo>
                  <a:cubicBezTo>
                    <a:pt x="151" y="4438"/>
                    <a:pt x="148" y="4466"/>
                    <a:pt x="114" y="4557"/>
                  </a:cubicBezTo>
                  <a:cubicBezTo>
                    <a:pt x="1" y="4736"/>
                    <a:pt x="1" y="4739"/>
                    <a:pt x="38" y="4767"/>
                  </a:cubicBezTo>
                  <a:cubicBezTo>
                    <a:pt x="38" y="4736"/>
                    <a:pt x="76" y="4736"/>
                    <a:pt x="114" y="4733"/>
                  </a:cubicBezTo>
                  <a:cubicBezTo>
                    <a:pt x="117" y="4732"/>
                    <a:pt x="121" y="4732"/>
                    <a:pt x="125" y="4732"/>
                  </a:cubicBezTo>
                  <a:cubicBezTo>
                    <a:pt x="189" y="4732"/>
                    <a:pt x="188" y="4759"/>
                    <a:pt x="117" y="4792"/>
                  </a:cubicBezTo>
                  <a:cubicBezTo>
                    <a:pt x="38" y="4795"/>
                    <a:pt x="120" y="5247"/>
                    <a:pt x="211" y="5256"/>
                  </a:cubicBezTo>
                  <a:lnTo>
                    <a:pt x="173" y="5262"/>
                  </a:lnTo>
                  <a:cubicBezTo>
                    <a:pt x="139" y="5272"/>
                    <a:pt x="142" y="5300"/>
                    <a:pt x="167" y="5419"/>
                  </a:cubicBezTo>
                  <a:cubicBezTo>
                    <a:pt x="179" y="5475"/>
                    <a:pt x="186" y="5507"/>
                    <a:pt x="186" y="5507"/>
                  </a:cubicBezTo>
                  <a:cubicBezTo>
                    <a:pt x="189" y="5506"/>
                    <a:pt x="193" y="5505"/>
                    <a:pt x="196" y="5505"/>
                  </a:cubicBezTo>
                  <a:cubicBezTo>
                    <a:pt x="260" y="5505"/>
                    <a:pt x="275" y="5667"/>
                    <a:pt x="239" y="5679"/>
                  </a:cubicBezTo>
                  <a:cubicBezTo>
                    <a:pt x="211" y="5717"/>
                    <a:pt x="211" y="5720"/>
                    <a:pt x="230" y="5776"/>
                  </a:cubicBezTo>
                  <a:cubicBezTo>
                    <a:pt x="324" y="5839"/>
                    <a:pt x="349" y="5989"/>
                    <a:pt x="314" y="6002"/>
                  </a:cubicBezTo>
                  <a:lnTo>
                    <a:pt x="339" y="6058"/>
                  </a:lnTo>
                  <a:cubicBezTo>
                    <a:pt x="386" y="6071"/>
                    <a:pt x="408" y="6127"/>
                    <a:pt x="421" y="6155"/>
                  </a:cubicBezTo>
                  <a:cubicBezTo>
                    <a:pt x="444" y="6210"/>
                    <a:pt x="460" y="6239"/>
                    <a:pt x="474" y="6239"/>
                  </a:cubicBezTo>
                  <a:cubicBezTo>
                    <a:pt x="481" y="6239"/>
                    <a:pt x="487" y="6232"/>
                    <a:pt x="493" y="6218"/>
                  </a:cubicBezTo>
                  <a:cubicBezTo>
                    <a:pt x="514" y="6208"/>
                    <a:pt x="536" y="6199"/>
                    <a:pt x="552" y="6199"/>
                  </a:cubicBezTo>
                  <a:cubicBezTo>
                    <a:pt x="562" y="6199"/>
                    <a:pt x="570" y="6202"/>
                    <a:pt x="574" y="6212"/>
                  </a:cubicBezTo>
                  <a:lnTo>
                    <a:pt x="540" y="6227"/>
                  </a:lnTo>
                  <a:cubicBezTo>
                    <a:pt x="509" y="6246"/>
                    <a:pt x="549" y="6325"/>
                    <a:pt x="609" y="6428"/>
                  </a:cubicBezTo>
                  <a:cubicBezTo>
                    <a:pt x="678" y="6560"/>
                    <a:pt x="718" y="6603"/>
                    <a:pt x="703" y="6650"/>
                  </a:cubicBezTo>
                  <a:lnTo>
                    <a:pt x="750" y="6654"/>
                  </a:lnTo>
                  <a:cubicBezTo>
                    <a:pt x="800" y="6657"/>
                    <a:pt x="816" y="6679"/>
                    <a:pt x="784" y="6701"/>
                  </a:cubicBezTo>
                  <a:cubicBezTo>
                    <a:pt x="772" y="6748"/>
                    <a:pt x="838" y="6851"/>
                    <a:pt x="906" y="6870"/>
                  </a:cubicBezTo>
                  <a:lnTo>
                    <a:pt x="947" y="6917"/>
                  </a:lnTo>
                  <a:cubicBezTo>
                    <a:pt x="910" y="6970"/>
                    <a:pt x="954" y="7037"/>
                    <a:pt x="1012" y="7037"/>
                  </a:cubicBezTo>
                  <a:cubicBezTo>
                    <a:pt x="1022" y="7037"/>
                    <a:pt x="1033" y="7034"/>
                    <a:pt x="1044" y="7030"/>
                  </a:cubicBezTo>
                  <a:lnTo>
                    <a:pt x="1044" y="7030"/>
                  </a:lnTo>
                  <a:cubicBezTo>
                    <a:pt x="1016" y="7055"/>
                    <a:pt x="1035" y="7077"/>
                    <a:pt x="1054" y="7099"/>
                  </a:cubicBezTo>
                  <a:cubicBezTo>
                    <a:pt x="1120" y="7124"/>
                    <a:pt x="1207" y="7199"/>
                    <a:pt x="1182" y="7230"/>
                  </a:cubicBezTo>
                  <a:lnTo>
                    <a:pt x="1204" y="7249"/>
                  </a:lnTo>
                  <a:cubicBezTo>
                    <a:pt x="1209" y="7248"/>
                    <a:pt x="1214" y="7248"/>
                    <a:pt x="1219" y="7248"/>
                  </a:cubicBezTo>
                  <a:cubicBezTo>
                    <a:pt x="1246" y="7248"/>
                    <a:pt x="1276" y="7262"/>
                    <a:pt x="1295" y="7283"/>
                  </a:cubicBezTo>
                  <a:cubicBezTo>
                    <a:pt x="1311" y="7307"/>
                    <a:pt x="1339" y="7320"/>
                    <a:pt x="1367" y="7320"/>
                  </a:cubicBezTo>
                  <a:cubicBezTo>
                    <a:pt x="1372" y="7320"/>
                    <a:pt x="1378" y="7319"/>
                    <a:pt x="1383" y="7318"/>
                  </a:cubicBezTo>
                  <a:cubicBezTo>
                    <a:pt x="1391" y="7316"/>
                    <a:pt x="1400" y="7315"/>
                    <a:pt x="1408" y="7315"/>
                  </a:cubicBezTo>
                  <a:cubicBezTo>
                    <a:pt x="1424" y="7315"/>
                    <a:pt x="1439" y="7319"/>
                    <a:pt x="1452" y="7327"/>
                  </a:cubicBezTo>
                  <a:cubicBezTo>
                    <a:pt x="1477" y="7346"/>
                    <a:pt x="1430" y="7356"/>
                    <a:pt x="1380" y="7368"/>
                  </a:cubicBezTo>
                  <a:cubicBezTo>
                    <a:pt x="1373" y="7367"/>
                    <a:pt x="1368" y="7366"/>
                    <a:pt x="1364" y="7366"/>
                  </a:cubicBezTo>
                  <a:cubicBezTo>
                    <a:pt x="1326" y="7366"/>
                    <a:pt x="1384" y="7412"/>
                    <a:pt x="1482" y="7412"/>
                  </a:cubicBezTo>
                  <a:cubicBezTo>
                    <a:pt x="1488" y="7412"/>
                    <a:pt x="1493" y="7412"/>
                    <a:pt x="1499" y="7412"/>
                  </a:cubicBezTo>
                  <a:cubicBezTo>
                    <a:pt x="1537" y="7410"/>
                    <a:pt x="1563" y="7408"/>
                    <a:pt x="1577" y="7408"/>
                  </a:cubicBezTo>
                  <a:cubicBezTo>
                    <a:pt x="1604" y="7408"/>
                    <a:pt x="1583" y="7414"/>
                    <a:pt x="1521" y="7431"/>
                  </a:cubicBezTo>
                  <a:cubicBezTo>
                    <a:pt x="1474" y="7440"/>
                    <a:pt x="1427" y="7453"/>
                    <a:pt x="1499" y="7459"/>
                  </a:cubicBezTo>
                  <a:cubicBezTo>
                    <a:pt x="1499" y="7459"/>
                    <a:pt x="1522" y="7478"/>
                    <a:pt x="1544" y="7478"/>
                  </a:cubicBezTo>
                  <a:cubicBezTo>
                    <a:pt x="1553" y="7478"/>
                    <a:pt x="1561" y="7474"/>
                    <a:pt x="1568" y="7465"/>
                  </a:cubicBezTo>
                  <a:lnTo>
                    <a:pt x="1640" y="7522"/>
                  </a:lnTo>
                  <a:cubicBezTo>
                    <a:pt x="1649" y="7562"/>
                    <a:pt x="1677" y="7600"/>
                    <a:pt x="1715" y="7622"/>
                  </a:cubicBezTo>
                  <a:cubicBezTo>
                    <a:pt x="1731" y="7616"/>
                    <a:pt x="1741" y="7613"/>
                    <a:pt x="1748" y="7613"/>
                  </a:cubicBezTo>
                  <a:cubicBezTo>
                    <a:pt x="1760" y="7613"/>
                    <a:pt x="1761" y="7623"/>
                    <a:pt x="1765" y="7653"/>
                  </a:cubicBezTo>
                  <a:cubicBezTo>
                    <a:pt x="1754" y="7669"/>
                    <a:pt x="1755" y="7681"/>
                    <a:pt x="1764" y="7681"/>
                  </a:cubicBezTo>
                  <a:cubicBezTo>
                    <a:pt x="1772" y="7681"/>
                    <a:pt x="1789" y="7669"/>
                    <a:pt x="1809" y="7638"/>
                  </a:cubicBezTo>
                  <a:cubicBezTo>
                    <a:pt x="1821" y="7634"/>
                    <a:pt x="1831" y="7632"/>
                    <a:pt x="1840" y="7632"/>
                  </a:cubicBezTo>
                  <a:cubicBezTo>
                    <a:pt x="1867" y="7632"/>
                    <a:pt x="1882" y="7649"/>
                    <a:pt x="1884" y="7685"/>
                  </a:cubicBezTo>
                  <a:cubicBezTo>
                    <a:pt x="1860" y="7728"/>
                    <a:pt x="1862" y="7749"/>
                    <a:pt x="1872" y="7749"/>
                  </a:cubicBezTo>
                  <a:cubicBezTo>
                    <a:pt x="1877" y="7749"/>
                    <a:pt x="1884" y="7743"/>
                    <a:pt x="1891" y="7732"/>
                  </a:cubicBezTo>
                  <a:cubicBezTo>
                    <a:pt x="1901" y="7727"/>
                    <a:pt x="1913" y="7725"/>
                    <a:pt x="1925" y="7725"/>
                  </a:cubicBezTo>
                  <a:cubicBezTo>
                    <a:pt x="1937" y="7725"/>
                    <a:pt x="1948" y="7727"/>
                    <a:pt x="1959" y="7732"/>
                  </a:cubicBezTo>
                  <a:cubicBezTo>
                    <a:pt x="1941" y="7766"/>
                    <a:pt x="2176" y="7901"/>
                    <a:pt x="2426" y="7998"/>
                  </a:cubicBezTo>
                  <a:cubicBezTo>
                    <a:pt x="2431" y="7999"/>
                    <a:pt x="2435" y="7999"/>
                    <a:pt x="2440" y="7999"/>
                  </a:cubicBezTo>
                  <a:cubicBezTo>
                    <a:pt x="2470" y="7999"/>
                    <a:pt x="2500" y="7981"/>
                    <a:pt x="2508" y="7948"/>
                  </a:cubicBezTo>
                  <a:cubicBezTo>
                    <a:pt x="2519" y="7920"/>
                    <a:pt x="2524" y="7909"/>
                    <a:pt x="2526" y="7909"/>
                  </a:cubicBezTo>
                  <a:cubicBezTo>
                    <a:pt x="2529" y="7909"/>
                    <a:pt x="2527" y="7932"/>
                    <a:pt x="2536" y="7960"/>
                  </a:cubicBezTo>
                  <a:cubicBezTo>
                    <a:pt x="2529" y="8024"/>
                    <a:pt x="2544" y="8059"/>
                    <a:pt x="2560" y="8059"/>
                  </a:cubicBezTo>
                  <a:cubicBezTo>
                    <a:pt x="2574" y="8059"/>
                    <a:pt x="2588" y="8035"/>
                    <a:pt x="2592" y="7982"/>
                  </a:cubicBezTo>
                  <a:cubicBezTo>
                    <a:pt x="2591" y="7942"/>
                    <a:pt x="2590" y="7921"/>
                    <a:pt x="2593" y="7921"/>
                  </a:cubicBezTo>
                  <a:cubicBezTo>
                    <a:pt x="2596" y="7921"/>
                    <a:pt x="2603" y="7944"/>
                    <a:pt x="2618" y="7992"/>
                  </a:cubicBezTo>
                  <a:cubicBezTo>
                    <a:pt x="2626" y="8018"/>
                    <a:pt x="2630" y="8030"/>
                    <a:pt x="2639" y="8030"/>
                  </a:cubicBezTo>
                  <a:cubicBezTo>
                    <a:pt x="2646" y="8030"/>
                    <a:pt x="2656" y="8023"/>
                    <a:pt x="2674" y="8011"/>
                  </a:cubicBezTo>
                  <a:cubicBezTo>
                    <a:pt x="2680" y="7994"/>
                    <a:pt x="2688" y="7986"/>
                    <a:pt x="2695" y="7986"/>
                  </a:cubicBezTo>
                  <a:cubicBezTo>
                    <a:pt x="2704" y="7986"/>
                    <a:pt x="2709" y="7998"/>
                    <a:pt x="2702" y="8017"/>
                  </a:cubicBezTo>
                  <a:cubicBezTo>
                    <a:pt x="2714" y="8051"/>
                    <a:pt x="2727" y="8084"/>
                    <a:pt x="2738" y="8084"/>
                  </a:cubicBezTo>
                  <a:cubicBezTo>
                    <a:pt x="2742" y="8084"/>
                    <a:pt x="2746" y="8080"/>
                    <a:pt x="2749" y="8070"/>
                  </a:cubicBezTo>
                  <a:cubicBezTo>
                    <a:pt x="2771" y="8079"/>
                    <a:pt x="2787" y="8098"/>
                    <a:pt x="2796" y="8123"/>
                  </a:cubicBezTo>
                  <a:cubicBezTo>
                    <a:pt x="2803" y="8140"/>
                    <a:pt x="2813" y="8146"/>
                    <a:pt x="2824" y="8146"/>
                  </a:cubicBezTo>
                  <a:cubicBezTo>
                    <a:pt x="2843" y="8146"/>
                    <a:pt x="2867" y="8128"/>
                    <a:pt x="2890" y="8111"/>
                  </a:cubicBezTo>
                  <a:cubicBezTo>
                    <a:pt x="2936" y="8090"/>
                    <a:pt x="2966" y="8079"/>
                    <a:pt x="2983" y="8079"/>
                  </a:cubicBezTo>
                  <a:cubicBezTo>
                    <a:pt x="3004" y="8079"/>
                    <a:pt x="3003" y="8097"/>
                    <a:pt x="2978" y="8136"/>
                  </a:cubicBezTo>
                  <a:cubicBezTo>
                    <a:pt x="2956" y="8167"/>
                    <a:pt x="2978" y="8182"/>
                    <a:pt x="3013" y="8182"/>
                  </a:cubicBezTo>
                  <a:cubicBezTo>
                    <a:pt x="3052" y="8182"/>
                    <a:pt x="3107" y="8162"/>
                    <a:pt x="3128" y="8123"/>
                  </a:cubicBezTo>
                  <a:cubicBezTo>
                    <a:pt x="3154" y="8084"/>
                    <a:pt x="3164" y="8067"/>
                    <a:pt x="3168" y="8067"/>
                  </a:cubicBezTo>
                  <a:lnTo>
                    <a:pt x="3168" y="8067"/>
                  </a:lnTo>
                  <a:cubicBezTo>
                    <a:pt x="3170" y="8067"/>
                    <a:pt x="3169" y="8076"/>
                    <a:pt x="3166" y="8092"/>
                  </a:cubicBezTo>
                  <a:cubicBezTo>
                    <a:pt x="3160" y="8130"/>
                    <a:pt x="3188" y="8136"/>
                    <a:pt x="3188" y="8136"/>
                  </a:cubicBezTo>
                  <a:cubicBezTo>
                    <a:pt x="3216" y="8139"/>
                    <a:pt x="3244" y="8145"/>
                    <a:pt x="3238" y="8183"/>
                  </a:cubicBezTo>
                  <a:cubicBezTo>
                    <a:pt x="3273" y="8183"/>
                    <a:pt x="3304" y="8177"/>
                    <a:pt x="3332" y="8161"/>
                  </a:cubicBezTo>
                  <a:cubicBezTo>
                    <a:pt x="3356" y="8136"/>
                    <a:pt x="3381" y="8125"/>
                    <a:pt x="3405" y="8125"/>
                  </a:cubicBezTo>
                  <a:cubicBezTo>
                    <a:pt x="3449" y="8125"/>
                    <a:pt x="3488" y="8163"/>
                    <a:pt x="3504" y="8214"/>
                  </a:cubicBezTo>
                  <a:lnTo>
                    <a:pt x="3567" y="8180"/>
                  </a:lnTo>
                  <a:cubicBezTo>
                    <a:pt x="3588" y="8136"/>
                    <a:pt x="3607" y="8106"/>
                    <a:pt x="3617" y="8106"/>
                  </a:cubicBezTo>
                  <a:cubicBezTo>
                    <a:pt x="3624" y="8106"/>
                    <a:pt x="3628" y="8119"/>
                    <a:pt x="3627" y="8148"/>
                  </a:cubicBezTo>
                  <a:cubicBezTo>
                    <a:pt x="3627" y="8175"/>
                    <a:pt x="3625" y="8202"/>
                    <a:pt x="3625" y="8202"/>
                  </a:cubicBezTo>
                  <a:cubicBezTo>
                    <a:pt x="3625" y="8202"/>
                    <a:pt x="3626" y="8197"/>
                    <a:pt x="3627" y="8186"/>
                  </a:cubicBezTo>
                  <a:cubicBezTo>
                    <a:pt x="3639" y="8160"/>
                    <a:pt x="3663" y="8148"/>
                    <a:pt x="3688" y="8148"/>
                  </a:cubicBezTo>
                  <a:cubicBezTo>
                    <a:pt x="3728" y="8148"/>
                    <a:pt x="3771" y="8178"/>
                    <a:pt x="3771" y="8227"/>
                  </a:cubicBezTo>
                  <a:cubicBezTo>
                    <a:pt x="3771" y="8264"/>
                    <a:pt x="3771" y="8264"/>
                    <a:pt x="3802" y="8264"/>
                  </a:cubicBezTo>
                  <a:lnTo>
                    <a:pt x="3802" y="8227"/>
                  </a:lnTo>
                  <a:cubicBezTo>
                    <a:pt x="3802" y="8189"/>
                    <a:pt x="3802" y="8148"/>
                    <a:pt x="3830" y="8148"/>
                  </a:cubicBezTo>
                  <a:cubicBezTo>
                    <a:pt x="3859" y="8148"/>
                    <a:pt x="3890" y="8148"/>
                    <a:pt x="3890" y="8186"/>
                  </a:cubicBezTo>
                  <a:cubicBezTo>
                    <a:pt x="3912" y="8213"/>
                    <a:pt x="3934" y="8239"/>
                    <a:pt x="3944" y="8239"/>
                  </a:cubicBezTo>
                  <a:cubicBezTo>
                    <a:pt x="3948" y="8239"/>
                    <a:pt x="3950" y="8235"/>
                    <a:pt x="3949" y="8224"/>
                  </a:cubicBezTo>
                  <a:lnTo>
                    <a:pt x="3949" y="8224"/>
                  </a:lnTo>
                  <a:cubicBezTo>
                    <a:pt x="3974" y="8227"/>
                    <a:pt x="3996" y="8239"/>
                    <a:pt x="4012" y="8261"/>
                  </a:cubicBezTo>
                  <a:cubicBezTo>
                    <a:pt x="4043" y="8258"/>
                    <a:pt x="4072" y="8255"/>
                    <a:pt x="4131" y="8249"/>
                  </a:cubicBezTo>
                  <a:cubicBezTo>
                    <a:pt x="4147" y="8226"/>
                    <a:pt x="4172" y="8214"/>
                    <a:pt x="4192" y="8214"/>
                  </a:cubicBezTo>
                  <a:cubicBezTo>
                    <a:pt x="4208" y="8214"/>
                    <a:pt x="4221" y="8222"/>
                    <a:pt x="4222" y="8239"/>
                  </a:cubicBezTo>
                  <a:cubicBezTo>
                    <a:pt x="4257" y="8236"/>
                    <a:pt x="4285" y="8217"/>
                    <a:pt x="4307" y="8192"/>
                  </a:cubicBezTo>
                  <a:cubicBezTo>
                    <a:pt x="4329" y="8190"/>
                    <a:pt x="4347" y="8188"/>
                    <a:pt x="4361" y="8188"/>
                  </a:cubicBezTo>
                  <a:cubicBezTo>
                    <a:pt x="4384" y="8188"/>
                    <a:pt x="4397" y="8194"/>
                    <a:pt x="4401" y="8217"/>
                  </a:cubicBezTo>
                  <a:cubicBezTo>
                    <a:pt x="4404" y="8235"/>
                    <a:pt x="4405" y="8245"/>
                    <a:pt x="4409" y="8245"/>
                  </a:cubicBezTo>
                  <a:cubicBezTo>
                    <a:pt x="4413" y="8245"/>
                    <a:pt x="4419" y="8234"/>
                    <a:pt x="4432" y="8211"/>
                  </a:cubicBezTo>
                  <a:cubicBezTo>
                    <a:pt x="4426" y="8173"/>
                    <a:pt x="4454" y="8167"/>
                    <a:pt x="4482" y="8161"/>
                  </a:cubicBezTo>
                  <a:lnTo>
                    <a:pt x="4542" y="8152"/>
                  </a:lnTo>
                  <a:cubicBezTo>
                    <a:pt x="4532" y="8114"/>
                    <a:pt x="4532" y="8114"/>
                    <a:pt x="4564" y="8108"/>
                  </a:cubicBezTo>
                  <a:cubicBezTo>
                    <a:pt x="4568" y="8107"/>
                    <a:pt x="4573" y="8106"/>
                    <a:pt x="4580" y="8106"/>
                  </a:cubicBezTo>
                  <a:cubicBezTo>
                    <a:pt x="4611" y="8106"/>
                    <a:pt x="4667" y="8115"/>
                    <a:pt x="4700" y="8115"/>
                  </a:cubicBezTo>
                  <a:cubicBezTo>
                    <a:pt x="4707" y="8115"/>
                    <a:pt x="4713" y="8115"/>
                    <a:pt x="4717" y="8114"/>
                  </a:cubicBezTo>
                  <a:cubicBezTo>
                    <a:pt x="4802" y="8089"/>
                    <a:pt x="4802" y="8089"/>
                    <a:pt x="4764" y="8061"/>
                  </a:cubicBezTo>
                  <a:lnTo>
                    <a:pt x="4764" y="8061"/>
                  </a:lnTo>
                  <a:cubicBezTo>
                    <a:pt x="4761" y="8062"/>
                    <a:pt x="4758" y="8062"/>
                    <a:pt x="4755" y="8062"/>
                  </a:cubicBezTo>
                  <a:cubicBezTo>
                    <a:pt x="4740" y="8062"/>
                    <a:pt x="4736" y="8046"/>
                    <a:pt x="4761" y="8046"/>
                  </a:cubicBezTo>
                  <a:cubicBezTo>
                    <a:pt x="4769" y="8046"/>
                    <a:pt x="4779" y="8047"/>
                    <a:pt x="4792" y="8051"/>
                  </a:cubicBezTo>
                  <a:cubicBezTo>
                    <a:pt x="4821" y="8042"/>
                    <a:pt x="4915" y="8051"/>
                    <a:pt x="5002" y="8026"/>
                  </a:cubicBezTo>
                  <a:cubicBezTo>
                    <a:pt x="5115" y="7989"/>
                    <a:pt x="5112" y="7982"/>
                    <a:pt x="5100" y="7951"/>
                  </a:cubicBezTo>
                  <a:cubicBezTo>
                    <a:pt x="5070" y="7918"/>
                    <a:pt x="5066" y="7900"/>
                    <a:pt x="5076" y="7900"/>
                  </a:cubicBezTo>
                  <a:cubicBezTo>
                    <a:pt x="5085" y="7900"/>
                    <a:pt x="5104" y="7912"/>
                    <a:pt x="5128" y="7938"/>
                  </a:cubicBezTo>
                  <a:cubicBezTo>
                    <a:pt x="5165" y="7960"/>
                    <a:pt x="5192" y="7969"/>
                    <a:pt x="5209" y="7969"/>
                  </a:cubicBezTo>
                  <a:cubicBezTo>
                    <a:pt x="5228" y="7969"/>
                    <a:pt x="5233" y="7957"/>
                    <a:pt x="5225" y="7938"/>
                  </a:cubicBezTo>
                  <a:cubicBezTo>
                    <a:pt x="5237" y="7891"/>
                    <a:pt x="5237" y="7891"/>
                    <a:pt x="5262" y="7879"/>
                  </a:cubicBezTo>
                  <a:cubicBezTo>
                    <a:pt x="5268" y="7892"/>
                    <a:pt x="5276" y="7899"/>
                    <a:pt x="5286" y="7899"/>
                  </a:cubicBezTo>
                  <a:cubicBezTo>
                    <a:pt x="5301" y="7899"/>
                    <a:pt x="5321" y="7881"/>
                    <a:pt x="5344" y="7844"/>
                  </a:cubicBezTo>
                  <a:cubicBezTo>
                    <a:pt x="5355" y="7840"/>
                    <a:pt x="5361" y="7837"/>
                    <a:pt x="5366" y="7837"/>
                  </a:cubicBezTo>
                  <a:cubicBezTo>
                    <a:pt x="5374" y="7837"/>
                    <a:pt x="5378" y="7845"/>
                    <a:pt x="5388" y="7866"/>
                  </a:cubicBezTo>
                  <a:cubicBezTo>
                    <a:pt x="5407" y="7860"/>
                    <a:pt x="5425" y="7851"/>
                    <a:pt x="5441" y="7841"/>
                  </a:cubicBezTo>
                  <a:cubicBezTo>
                    <a:pt x="5458" y="7756"/>
                    <a:pt x="5593" y="7707"/>
                    <a:pt x="5655" y="7707"/>
                  </a:cubicBezTo>
                  <a:cubicBezTo>
                    <a:pt x="5664" y="7707"/>
                    <a:pt x="5671" y="7708"/>
                    <a:pt x="5676" y="7710"/>
                  </a:cubicBezTo>
                  <a:cubicBezTo>
                    <a:pt x="5698" y="7697"/>
                    <a:pt x="5707" y="7675"/>
                    <a:pt x="5711" y="7650"/>
                  </a:cubicBezTo>
                  <a:cubicBezTo>
                    <a:pt x="5702" y="7605"/>
                    <a:pt x="5704" y="7582"/>
                    <a:pt x="5716" y="7582"/>
                  </a:cubicBezTo>
                  <a:cubicBezTo>
                    <a:pt x="5725" y="7582"/>
                    <a:pt x="5739" y="7595"/>
                    <a:pt x="5758" y="7622"/>
                  </a:cubicBezTo>
                  <a:cubicBezTo>
                    <a:pt x="5776" y="7652"/>
                    <a:pt x="5785" y="7667"/>
                    <a:pt x="5788" y="7667"/>
                  </a:cubicBezTo>
                  <a:cubicBezTo>
                    <a:pt x="5792" y="7667"/>
                    <a:pt x="5788" y="7649"/>
                    <a:pt x="5780" y="7609"/>
                  </a:cubicBezTo>
                  <a:cubicBezTo>
                    <a:pt x="5780" y="7578"/>
                    <a:pt x="5829" y="7536"/>
                    <a:pt x="5867" y="7536"/>
                  </a:cubicBezTo>
                  <a:cubicBezTo>
                    <a:pt x="5886" y="7536"/>
                    <a:pt x="5902" y="7546"/>
                    <a:pt x="5908" y="7572"/>
                  </a:cubicBezTo>
                  <a:cubicBezTo>
                    <a:pt x="5930" y="7603"/>
                    <a:pt x="5949" y="7634"/>
                    <a:pt x="5949" y="7634"/>
                  </a:cubicBezTo>
                  <a:cubicBezTo>
                    <a:pt x="5946" y="7613"/>
                    <a:pt x="5955" y="7591"/>
                    <a:pt x="5974" y="7578"/>
                  </a:cubicBezTo>
                  <a:cubicBezTo>
                    <a:pt x="5952" y="7544"/>
                    <a:pt x="5974" y="7531"/>
                    <a:pt x="6040" y="7490"/>
                  </a:cubicBezTo>
                  <a:cubicBezTo>
                    <a:pt x="6084" y="7462"/>
                    <a:pt x="6152" y="7377"/>
                    <a:pt x="6196" y="7349"/>
                  </a:cubicBezTo>
                  <a:cubicBezTo>
                    <a:pt x="6232" y="7326"/>
                    <a:pt x="6283" y="7294"/>
                    <a:pt x="6323" y="7294"/>
                  </a:cubicBezTo>
                  <a:cubicBezTo>
                    <a:pt x="6332" y="7294"/>
                    <a:pt x="6340" y="7296"/>
                    <a:pt x="6347" y="7299"/>
                  </a:cubicBezTo>
                  <a:cubicBezTo>
                    <a:pt x="6381" y="7280"/>
                    <a:pt x="6406" y="7249"/>
                    <a:pt x="6416" y="7211"/>
                  </a:cubicBezTo>
                  <a:cubicBezTo>
                    <a:pt x="6418" y="7180"/>
                    <a:pt x="6440" y="7157"/>
                    <a:pt x="6460" y="7157"/>
                  </a:cubicBezTo>
                  <a:cubicBezTo>
                    <a:pt x="6468" y="7157"/>
                    <a:pt x="6476" y="7161"/>
                    <a:pt x="6482" y="7171"/>
                  </a:cubicBezTo>
                  <a:lnTo>
                    <a:pt x="6503" y="7158"/>
                  </a:lnTo>
                  <a:cubicBezTo>
                    <a:pt x="6513" y="7130"/>
                    <a:pt x="6529" y="7105"/>
                    <a:pt x="6550" y="7086"/>
                  </a:cubicBezTo>
                  <a:cubicBezTo>
                    <a:pt x="6561" y="7104"/>
                    <a:pt x="6580" y="7118"/>
                    <a:pt x="6594" y="7118"/>
                  </a:cubicBezTo>
                  <a:cubicBezTo>
                    <a:pt x="6605" y="7118"/>
                    <a:pt x="6613" y="7110"/>
                    <a:pt x="6613" y="7089"/>
                  </a:cubicBezTo>
                  <a:cubicBezTo>
                    <a:pt x="6594" y="7058"/>
                    <a:pt x="6616" y="7042"/>
                    <a:pt x="6660" y="7017"/>
                  </a:cubicBezTo>
                  <a:cubicBezTo>
                    <a:pt x="6660" y="7017"/>
                    <a:pt x="6661" y="7017"/>
                    <a:pt x="6661" y="7017"/>
                  </a:cubicBezTo>
                  <a:cubicBezTo>
                    <a:pt x="6728" y="7017"/>
                    <a:pt x="7450" y="6572"/>
                    <a:pt x="7431" y="6538"/>
                  </a:cubicBezTo>
                  <a:lnTo>
                    <a:pt x="7497" y="6497"/>
                  </a:lnTo>
                  <a:lnTo>
                    <a:pt x="7563" y="6456"/>
                  </a:lnTo>
                  <a:cubicBezTo>
                    <a:pt x="7573" y="6471"/>
                    <a:pt x="7583" y="6479"/>
                    <a:pt x="7596" y="6479"/>
                  </a:cubicBezTo>
                  <a:cubicBezTo>
                    <a:pt x="7611" y="6479"/>
                    <a:pt x="7630" y="6468"/>
                    <a:pt x="7657" y="6447"/>
                  </a:cubicBezTo>
                  <a:cubicBezTo>
                    <a:pt x="7710" y="6406"/>
                    <a:pt x="7754" y="6353"/>
                    <a:pt x="7788" y="6293"/>
                  </a:cubicBezTo>
                  <a:cubicBezTo>
                    <a:pt x="7791" y="6252"/>
                    <a:pt x="7810" y="6215"/>
                    <a:pt x="7842" y="6190"/>
                  </a:cubicBezTo>
                  <a:cubicBezTo>
                    <a:pt x="7854" y="6201"/>
                    <a:pt x="7867" y="6206"/>
                    <a:pt x="7880" y="6206"/>
                  </a:cubicBezTo>
                  <a:cubicBezTo>
                    <a:pt x="7929" y="6206"/>
                    <a:pt x="7982" y="6137"/>
                    <a:pt x="7992" y="6071"/>
                  </a:cubicBezTo>
                  <a:cubicBezTo>
                    <a:pt x="7968" y="6019"/>
                    <a:pt x="7968" y="5989"/>
                    <a:pt x="7991" y="5989"/>
                  </a:cubicBezTo>
                  <a:cubicBezTo>
                    <a:pt x="8001" y="5989"/>
                    <a:pt x="8016" y="5995"/>
                    <a:pt x="8036" y="6008"/>
                  </a:cubicBezTo>
                  <a:cubicBezTo>
                    <a:pt x="8049" y="6017"/>
                    <a:pt x="8061" y="6021"/>
                    <a:pt x="8071" y="6021"/>
                  </a:cubicBezTo>
                  <a:cubicBezTo>
                    <a:pt x="8114" y="6021"/>
                    <a:pt x="8135" y="5956"/>
                    <a:pt x="8080" y="5861"/>
                  </a:cubicBezTo>
                  <a:cubicBezTo>
                    <a:pt x="8061" y="5807"/>
                    <a:pt x="8061" y="5811"/>
                    <a:pt x="8111" y="5792"/>
                  </a:cubicBezTo>
                  <a:cubicBezTo>
                    <a:pt x="8196" y="5789"/>
                    <a:pt x="8211" y="5751"/>
                    <a:pt x="8174" y="5739"/>
                  </a:cubicBezTo>
                  <a:cubicBezTo>
                    <a:pt x="8117" y="5676"/>
                    <a:pt x="8130" y="5644"/>
                    <a:pt x="8211" y="5629"/>
                  </a:cubicBezTo>
                  <a:cubicBezTo>
                    <a:pt x="8305" y="5576"/>
                    <a:pt x="8305" y="5572"/>
                    <a:pt x="8240" y="5519"/>
                  </a:cubicBezTo>
                  <a:cubicBezTo>
                    <a:pt x="8177" y="5466"/>
                    <a:pt x="8193" y="5328"/>
                    <a:pt x="8268" y="5290"/>
                  </a:cubicBezTo>
                  <a:cubicBezTo>
                    <a:pt x="8268" y="5253"/>
                    <a:pt x="8305" y="5215"/>
                    <a:pt x="8268" y="5215"/>
                  </a:cubicBezTo>
                  <a:lnTo>
                    <a:pt x="8305" y="5174"/>
                  </a:lnTo>
                  <a:cubicBezTo>
                    <a:pt x="8305" y="5149"/>
                    <a:pt x="8302" y="5124"/>
                    <a:pt x="8299" y="5096"/>
                  </a:cubicBezTo>
                  <a:lnTo>
                    <a:pt x="8262" y="5099"/>
                  </a:lnTo>
                  <a:cubicBezTo>
                    <a:pt x="8268" y="4917"/>
                    <a:pt x="8227" y="4736"/>
                    <a:pt x="8146" y="4570"/>
                  </a:cubicBezTo>
                  <a:lnTo>
                    <a:pt x="8077" y="4451"/>
                  </a:lnTo>
                  <a:cubicBezTo>
                    <a:pt x="8064" y="4425"/>
                    <a:pt x="8048" y="4404"/>
                    <a:pt x="8036" y="4385"/>
                  </a:cubicBezTo>
                  <a:cubicBezTo>
                    <a:pt x="8014" y="4347"/>
                    <a:pt x="7995" y="4322"/>
                    <a:pt x="7983" y="4303"/>
                  </a:cubicBezTo>
                  <a:cubicBezTo>
                    <a:pt x="7966" y="4283"/>
                    <a:pt x="7955" y="4274"/>
                    <a:pt x="7947" y="4274"/>
                  </a:cubicBezTo>
                  <a:cubicBezTo>
                    <a:pt x="7941" y="4274"/>
                    <a:pt x="7936" y="4278"/>
                    <a:pt x="7932" y="4288"/>
                  </a:cubicBezTo>
                  <a:cubicBezTo>
                    <a:pt x="7915" y="4309"/>
                    <a:pt x="7901" y="4318"/>
                    <a:pt x="7891" y="4318"/>
                  </a:cubicBezTo>
                  <a:cubicBezTo>
                    <a:pt x="7872" y="4318"/>
                    <a:pt x="7871" y="4285"/>
                    <a:pt x="7904" y="4244"/>
                  </a:cubicBezTo>
                  <a:cubicBezTo>
                    <a:pt x="7892" y="4222"/>
                    <a:pt x="7895" y="4159"/>
                    <a:pt x="7870" y="4115"/>
                  </a:cubicBezTo>
                  <a:cubicBezTo>
                    <a:pt x="7842" y="4071"/>
                    <a:pt x="7813" y="4027"/>
                    <a:pt x="7848" y="4006"/>
                  </a:cubicBezTo>
                  <a:lnTo>
                    <a:pt x="7832" y="3984"/>
                  </a:lnTo>
                  <a:cubicBezTo>
                    <a:pt x="7741" y="3980"/>
                    <a:pt x="7660" y="3849"/>
                    <a:pt x="7650" y="3761"/>
                  </a:cubicBezTo>
                  <a:cubicBezTo>
                    <a:pt x="7632" y="3720"/>
                    <a:pt x="7594" y="3686"/>
                    <a:pt x="7550" y="3673"/>
                  </a:cubicBezTo>
                  <a:cubicBezTo>
                    <a:pt x="7491" y="3648"/>
                    <a:pt x="7491" y="3648"/>
                    <a:pt x="7509" y="3608"/>
                  </a:cubicBezTo>
                  <a:cubicBezTo>
                    <a:pt x="7537" y="3588"/>
                    <a:pt x="7501" y="3467"/>
                    <a:pt x="7448" y="3467"/>
                  </a:cubicBezTo>
                  <a:cubicBezTo>
                    <a:pt x="7442" y="3467"/>
                    <a:pt x="7435" y="3469"/>
                    <a:pt x="7428" y="3473"/>
                  </a:cubicBezTo>
                  <a:lnTo>
                    <a:pt x="7447" y="3432"/>
                  </a:lnTo>
                  <a:cubicBezTo>
                    <a:pt x="7458" y="3407"/>
                    <a:pt x="7445" y="3396"/>
                    <a:pt x="7425" y="3396"/>
                  </a:cubicBezTo>
                  <a:cubicBezTo>
                    <a:pt x="7413" y="3396"/>
                    <a:pt x="7399" y="3400"/>
                    <a:pt x="7387" y="3407"/>
                  </a:cubicBezTo>
                  <a:cubicBezTo>
                    <a:pt x="7366" y="3420"/>
                    <a:pt x="7350" y="3427"/>
                    <a:pt x="7341" y="3427"/>
                  </a:cubicBezTo>
                  <a:cubicBezTo>
                    <a:pt x="7323" y="3427"/>
                    <a:pt x="7336" y="3399"/>
                    <a:pt x="7390" y="3344"/>
                  </a:cubicBezTo>
                  <a:cubicBezTo>
                    <a:pt x="7440" y="3314"/>
                    <a:pt x="7443" y="3294"/>
                    <a:pt x="7429" y="3294"/>
                  </a:cubicBezTo>
                  <a:cubicBezTo>
                    <a:pt x="7424" y="3294"/>
                    <a:pt x="7417" y="3296"/>
                    <a:pt x="7409" y="3300"/>
                  </a:cubicBezTo>
                  <a:cubicBezTo>
                    <a:pt x="7365" y="3300"/>
                    <a:pt x="7318" y="3297"/>
                    <a:pt x="7337" y="3257"/>
                  </a:cubicBezTo>
                  <a:cubicBezTo>
                    <a:pt x="7330" y="3244"/>
                    <a:pt x="7321" y="3231"/>
                    <a:pt x="7302" y="3231"/>
                  </a:cubicBezTo>
                  <a:cubicBezTo>
                    <a:pt x="7290" y="3231"/>
                    <a:pt x="7272" y="3237"/>
                    <a:pt x="7246" y="3253"/>
                  </a:cubicBezTo>
                  <a:cubicBezTo>
                    <a:pt x="7238" y="3258"/>
                    <a:pt x="7231" y="3261"/>
                    <a:pt x="7224" y="3261"/>
                  </a:cubicBezTo>
                  <a:cubicBezTo>
                    <a:pt x="7207" y="3261"/>
                    <a:pt x="7196" y="3244"/>
                    <a:pt x="7187" y="3228"/>
                  </a:cubicBezTo>
                  <a:cubicBezTo>
                    <a:pt x="7203" y="3214"/>
                    <a:pt x="7223" y="3207"/>
                    <a:pt x="7244" y="3207"/>
                  </a:cubicBezTo>
                  <a:cubicBezTo>
                    <a:pt x="7251" y="3207"/>
                    <a:pt x="7258" y="3208"/>
                    <a:pt x="7264" y="3209"/>
                  </a:cubicBezTo>
                  <a:lnTo>
                    <a:pt x="7264" y="3209"/>
                  </a:lnTo>
                  <a:cubicBezTo>
                    <a:pt x="7259" y="3201"/>
                    <a:pt x="7249" y="3185"/>
                    <a:pt x="7237" y="3166"/>
                  </a:cubicBezTo>
                  <a:cubicBezTo>
                    <a:pt x="7221" y="3128"/>
                    <a:pt x="7231" y="3087"/>
                    <a:pt x="7259" y="3059"/>
                  </a:cubicBezTo>
                  <a:cubicBezTo>
                    <a:pt x="7269" y="3037"/>
                    <a:pt x="7270" y="3020"/>
                    <a:pt x="7260" y="3020"/>
                  </a:cubicBezTo>
                  <a:cubicBezTo>
                    <a:pt x="7252" y="3020"/>
                    <a:pt x="7237" y="3031"/>
                    <a:pt x="7215" y="3059"/>
                  </a:cubicBezTo>
                  <a:cubicBezTo>
                    <a:pt x="7183" y="3077"/>
                    <a:pt x="7167" y="3087"/>
                    <a:pt x="7155" y="3087"/>
                  </a:cubicBezTo>
                  <a:cubicBezTo>
                    <a:pt x="7143" y="3087"/>
                    <a:pt x="7137" y="3076"/>
                    <a:pt x="7124" y="3053"/>
                  </a:cubicBezTo>
                  <a:cubicBezTo>
                    <a:pt x="7108" y="3031"/>
                    <a:pt x="7096" y="3009"/>
                    <a:pt x="7127" y="2990"/>
                  </a:cubicBezTo>
                  <a:cubicBezTo>
                    <a:pt x="7158" y="2968"/>
                    <a:pt x="7158" y="2968"/>
                    <a:pt x="7133" y="2924"/>
                  </a:cubicBezTo>
                  <a:cubicBezTo>
                    <a:pt x="7103" y="2879"/>
                    <a:pt x="7029" y="2863"/>
                    <a:pt x="6960" y="2863"/>
                  </a:cubicBezTo>
                  <a:cubicBezTo>
                    <a:pt x="6930" y="2863"/>
                    <a:pt x="6900" y="2866"/>
                    <a:pt x="6876" y="2871"/>
                  </a:cubicBezTo>
                  <a:cubicBezTo>
                    <a:pt x="6848" y="2889"/>
                    <a:pt x="6833" y="2899"/>
                    <a:pt x="6829" y="2899"/>
                  </a:cubicBezTo>
                  <a:cubicBezTo>
                    <a:pt x="6824" y="2899"/>
                    <a:pt x="6836" y="2884"/>
                    <a:pt x="6864" y="2849"/>
                  </a:cubicBezTo>
                  <a:cubicBezTo>
                    <a:pt x="6895" y="2830"/>
                    <a:pt x="6880" y="2808"/>
                    <a:pt x="6867" y="2786"/>
                  </a:cubicBezTo>
                  <a:lnTo>
                    <a:pt x="6867" y="2786"/>
                  </a:lnTo>
                  <a:cubicBezTo>
                    <a:pt x="6861" y="2790"/>
                    <a:pt x="6857" y="2792"/>
                    <a:pt x="6854" y="2792"/>
                  </a:cubicBezTo>
                  <a:cubicBezTo>
                    <a:pt x="6846" y="2792"/>
                    <a:pt x="6851" y="2780"/>
                    <a:pt x="6858" y="2780"/>
                  </a:cubicBezTo>
                  <a:cubicBezTo>
                    <a:pt x="6861" y="2780"/>
                    <a:pt x="6864" y="2782"/>
                    <a:pt x="6867" y="2786"/>
                  </a:cubicBezTo>
                  <a:cubicBezTo>
                    <a:pt x="6876" y="2780"/>
                    <a:pt x="6884" y="2777"/>
                    <a:pt x="6891" y="2777"/>
                  </a:cubicBezTo>
                  <a:cubicBezTo>
                    <a:pt x="6907" y="2777"/>
                    <a:pt x="6918" y="2794"/>
                    <a:pt x="6927" y="2812"/>
                  </a:cubicBezTo>
                  <a:lnTo>
                    <a:pt x="6958" y="2790"/>
                  </a:lnTo>
                  <a:cubicBezTo>
                    <a:pt x="6996" y="2741"/>
                    <a:pt x="6998" y="2717"/>
                    <a:pt x="6961" y="2717"/>
                  </a:cubicBezTo>
                  <a:cubicBezTo>
                    <a:pt x="6950" y="2717"/>
                    <a:pt x="6935" y="2719"/>
                    <a:pt x="6917" y="2724"/>
                  </a:cubicBezTo>
                  <a:cubicBezTo>
                    <a:pt x="6873" y="2721"/>
                    <a:pt x="6873" y="2721"/>
                    <a:pt x="6889" y="2680"/>
                  </a:cubicBezTo>
                  <a:cubicBezTo>
                    <a:pt x="6904" y="2647"/>
                    <a:pt x="6920" y="2611"/>
                    <a:pt x="6908" y="2611"/>
                  </a:cubicBezTo>
                  <a:cubicBezTo>
                    <a:pt x="6905" y="2611"/>
                    <a:pt x="6901" y="2613"/>
                    <a:pt x="6895" y="2617"/>
                  </a:cubicBezTo>
                  <a:cubicBezTo>
                    <a:pt x="6880" y="2589"/>
                    <a:pt x="6876" y="2558"/>
                    <a:pt x="6886" y="2529"/>
                  </a:cubicBezTo>
                  <a:cubicBezTo>
                    <a:pt x="6864" y="2496"/>
                    <a:pt x="6852" y="2476"/>
                    <a:pt x="6834" y="2476"/>
                  </a:cubicBezTo>
                  <a:cubicBezTo>
                    <a:pt x="6828" y="2476"/>
                    <a:pt x="6821" y="2478"/>
                    <a:pt x="6814" y="2482"/>
                  </a:cubicBezTo>
                  <a:cubicBezTo>
                    <a:pt x="6805" y="2489"/>
                    <a:pt x="6797" y="2492"/>
                    <a:pt x="6790" y="2492"/>
                  </a:cubicBezTo>
                  <a:cubicBezTo>
                    <a:pt x="6773" y="2492"/>
                    <a:pt x="6763" y="2476"/>
                    <a:pt x="6754" y="2461"/>
                  </a:cubicBezTo>
                  <a:cubicBezTo>
                    <a:pt x="6745" y="2444"/>
                    <a:pt x="6734" y="2428"/>
                    <a:pt x="6717" y="2428"/>
                  </a:cubicBezTo>
                  <a:cubicBezTo>
                    <a:pt x="6710" y="2428"/>
                    <a:pt x="6703" y="2430"/>
                    <a:pt x="6695" y="2435"/>
                  </a:cubicBezTo>
                  <a:cubicBezTo>
                    <a:pt x="6682" y="2444"/>
                    <a:pt x="6668" y="2449"/>
                    <a:pt x="6654" y="2449"/>
                  </a:cubicBezTo>
                  <a:cubicBezTo>
                    <a:pt x="6628" y="2449"/>
                    <a:pt x="6602" y="2435"/>
                    <a:pt x="6588" y="2410"/>
                  </a:cubicBezTo>
                  <a:cubicBezTo>
                    <a:pt x="6532" y="2385"/>
                    <a:pt x="6532" y="2385"/>
                    <a:pt x="6582" y="2323"/>
                  </a:cubicBezTo>
                  <a:cubicBezTo>
                    <a:pt x="6613" y="2304"/>
                    <a:pt x="6597" y="2282"/>
                    <a:pt x="6585" y="2260"/>
                  </a:cubicBezTo>
                  <a:cubicBezTo>
                    <a:pt x="6576" y="2238"/>
                    <a:pt x="6579" y="2216"/>
                    <a:pt x="6591" y="2197"/>
                  </a:cubicBezTo>
                  <a:cubicBezTo>
                    <a:pt x="6599" y="2178"/>
                    <a:pt x="6598" y="2172"/>
                    <a:pt x="6590" y="2172"/>
                  </a:cubicBezTo>
                  <a:cubicBezTo>
                    <a:pt x="6581" y="2172"/>
                    <a:pt x="6562" y="2183"/>
                    <a:pt x="6544" y="2194"/>
                  </a:cubicBezTo>
                  <a:lnTo>
                    <a:pt x="6482" y="2235"/>
                  </a:lnTo>
                  <a:cubicBezTo>
                    <a:pt x="6466" y="2213"/>
                    <a:pt x="6516" y="2150"/>
                    <a:pt x="6550" y="2128"/>
                  </a:cubicBezTo>
                  <a:cubicBezTo>
                    <a:pt x="6578" y="2095"/>
                    <a:pt x="6591" y="2081"/>
                    <a:pt x="6585" y="2081"/>
                  </a:cubicBezTo>
                  <a:cubicBezTo>
                    <a:pt x="6580" y="2081"/>
                    <a:pt x="6564" y="2090"/>
                    <a:pt x="6535" y="2106"/>
                  </a:cubicBezTo>
                  <a:cubicBezTo>
                    <a:pt x="6524" y="2114"/>
                    <a:pt x="6511" y="2119"/>
                    <a:pt x="6499" y="2119"/>
                  </a:cubicBezTo>
                  <a:cubicBezTo>
                    <a:pt x="6477" y="2119"/>
                    <a:pt x="6459" y="2103"/>
                    <a:pt x="6463" y="2063"/>
                  </a:cubicBezTo>
                  <a:cubicBezTo>
                    <a:pt x="6435" y="2019"/>
                    <a:pt x="6409" y="1975"/>
                    <a:pt x="6441" y="1953"/>
                  </a:cubicBezTo>
                  <a:cubicBezTo>
                    <a:pt x="6460" y="1912"/>
                    <a:pt x="6413" y="1909"/>
                    <a:pt x="6413" y="1909"/>
                  </a:cubicBezTo>
                  <a:cubicBezTo>
                    <a:pt x="6366" y="1909"/>
                    <a:pt x="6353" y="1887"/>
                    <a:pt x="6344" y="1799"/>
                  </a:cubicBezTo>
                  <a:cubicBezTo>
                    <a:pt x="6342" y="1700"/>
                    <a:pt x="6341" y="1667"/>
                    <a:pt x="6322" y="1667"/>
                  </a:cubicBezTo>
                  <a:cubicBezTo>
                    <a:pt x="6312" y="1667"/>
                    <a:pt x="6297" y="1676"/>
                    <a:pt x="6275" y="1690"/>
                  </a:cubicBezTo>
                  <a:cubicBezTo>
                    <a:pt x="6259" y="1700"/>
                    <a:pt x="6244" y="1710"/>
                    <a:pt x="6238" y="1710"/>
                  </a:cubicBezTo>
                  <a:cubicBezTo>
                    <a:pt x="6232" y="1710"/>
                    <a:pt x="6237" y="1700"/>
                    <a:pt x="6262" y="1668"/>
                  </a:cubicBezTo>
                  <a:cubicBezTo>
                    <a:pt x="6281" y="1627"/>
                    <a:pt x="6234" y="1624"/>
                    <a:pt x="6174" y="1599"/>
                  </a:cubicBezTo>
                  <a:cubicBezTo>
                    <a:pt x="6131" y="1599"/>
                    <a:pt x="6065" y="1639"/>
                    <a:pt x="6033" y="1658"/>
                  </a:cubicBezTo>
                  <a:cubicBezTo>
                    <a:pt x="6006" y="1676"/>
                    <a:pt x="5990" y="1686"/>
                    <a:pt x="5982" y="1686"/>
                  </a:cubicBezTo>
                  <a:cubicBezTo>
                    <a:pt x="5971" y="1686"/>
                    <a:pt x="5972" y="1670"/>
                    <a:pt x="5974" y="1633"/>
                  </a:cubicBezTo>
                  <a:cubicBezTo>
                    <a:pt x="5961" y="1611"/>
                    <a:pt x="5980" y="1571"/>
                    <a:pt x="6011" y="1552"/>
                  </a:cubicBezTo>
                  <a:cubicBezTo>
                    <a:pt x="6022" y="1544"/>
                    <a:pt x="6031" y="1542"/>
                    <a:pt x="6038" y="1542"/>
                  </a:cubicBezTo>
                  <a:cubicBezTo>
                    <a:pt x="6052" y="1542"/>
                    <a:pt x="6058" y="1552"/>
                    <a:pt x="6058" y="1552"/>
                  </a:cubicBezTo>
                  <a:lnTo>
                    <a:pt x="6071" y="1574"/>
                  </a:lnTo>
                  <a:cubicBezTo>
                    <a:pt x="6102" y="1555"/>
                    <a:pt x="6134" y="1533"/>
                    <a:pt x="6109" y="1489"/>
                  </a:cubicBezTo>
                  <a:cubicBezTo>
                    <a:pt x="6123" y="1458"/>
                    <a:pt x="6117" y="1438"/>
                    <a:pt x="6100" y="1438"/>
                  </a:cubicBezTo>
                  <a:cubicBezTo>
                    <a:pt x="6095" y="1438"/>
                    <a:pt x="6088" y="1441"/>
                    <a:pt x="6080" y="1445"/>
                  </a:cubicBezTo>
                  <a:cubicBezTo>
                    <a:pt x="6099" y="1404"/>
                    <a:pt x="6071" y="1361"/>
                    <a:pt x="6043" y="1317"/>
                  </a:cubicBezTo>
                  <a:cubicBezTo>
                    <a:pt x="6018" y="1273"/>
                    <a:pt x="5977" y="1207"/>
                    <a:pt x="5993" y="1163"/>
                  </a:cubicBezTo>
                  <a:cubicBezTo>
                    <a:pt x="5974" y="1131"/>
                    <a:pt x="5961" y="1111"/>
                    <a:pt x="5943" y="1111"/>
                  </a:cubicBezTo>
                  <a:cubicBezTo>
                    <a:pt x="5936" y="1111"/>
                    <a:pt x="5929" y="1113"/>
                    <a:pt x="5921" y="1119"/>
                  </a:cubicBezTo>
                  <a:cubicBezTo>
                    <a:pt x="5896" y="1134"/>
                    <a:pt x="5878" y="1140"/>
                    <a:pt x="5868" y="1140"/>
                  </a:cubicBezTo>
                  <a:cubicBezTo>
                    <a:pt x="5853" y="1140"/>
                    <a:pt x="5856" y="1127"/>
                    <a:pt x="5877" y="1116"/>
                  </a:cubicBezTo>
                  <a:cubicBezTo>
                    <a:pt x="5925" y="1055"/>
                    <a:pt x="5788" y="764"/>
                    <a:pt x="5708" y="764"/>
                  </a:cubicBezTo>
                  <a:cubicBezTo>
                    <a:pt x="5706" y="764"/>
                    <a:pt x="5704" y="765"/>
                    <a:pt x="5701" y="765"/>
                  </a:cubicBezTo>
                  <a:cubicBezTo>
                    <a:pt x="5701" y="765"/>
                    <a:pt x="5689" y="743"/>
                    <a:pt x="5676" y="721"/>
                  </a:cubicBezTo>
                  <a:cubicBezTo>
                    <a:pt x="5686" y="699"/>
                    <a:pt x="5639" y="618"/>
                    <a:pt x="5598" y="561"/>
                  </a:cubicBezTo>
                  <a:cubicBezTo>
                    <a:pt x="5551" y="505"/>
                    <a:pt x="5498" y="458"/>
                    <a:pt x="5472" y="458"/>
                  </a:cubicBezTo>
                  <a:lnTo>
                    <a:pt x="5388" y="377"/>
                  </a:lnTo>
                  <a:cubicBezTo>
                    <a:pt x="5355" y="309"/>
                    <a:pt x="5325" y="281"/>
                    <a:pt x="5283" y="281"/>
                  </a:cubicBezTo>
                  <a:cubicBezTo>
                    <a:pt x="5276" y="281"/>
                    <a:pt x="5270" y="281"/>
                    <a:pt x="5262" y="283"/>
                  </a:cubicBezTo>
                  <a:cubicBezTo>
                    <a:pt x="5226" y="289"/>
                    <a:pt x="5206" y="306"/>
                    <a:pt x="5203" y="306"/>
                  </a:cubicBezTo>
                  <a:cubicBezTo>
                    <a:pt x="5201" y="306"/>
                    <a:pt x="5203" y="302"/>
                    <a:pt x="5209" y="292"/>
                  </a:cubicBezTo>
                  <a:cubicBezTo>
                    <a:pt x="5231" y="264"/>
                    <a:pt x="5168" y="214"/>
                    <a:pt x="5027" y="148"/>
                  </a:cubicBezTo>
                  <a:cubicBezTo>
                    <a:pt x="4954" y="119"/>
                    <a:pt x="4918" y="106"/>
                    <a:pt x="4903" y="106"/>
                  </a:cubicBezTo>
                  <a:cubicBezTo>
                    <a:pt x="4889" y="106"/>
                    <a:pt x="4894" y="118"/>
                    <a:pt x="4905" y="142"/>
                  </a:cubicBezTo>
                  <a:cubicBezTo>
                    <a:pt x="4752" y="132"/>
                    <a:pt x="4761" y="101"/>
                    <a:pt x="4770" y="63"/>
                  </a:cubicBezTo>
                  <a:cubicBezTo>
                    <a:pt x="4798" y="31"/>
                    <a:pt x="4793" y="10"/>
                    <a:pt x="4772" y="10"/>
                  </a:cubicBezTo>
                  <a:cubicBezTo>
                    <a:pt x="4752" y="10"/>
                    <a:pt x="4716" y="31"/>
                    <a:pt x="4686" y="85"/>
                  </a:cubicBezTo>
                  <a:cubicBezTo>
                    <a:pt x="4659" y="121"/>
                    <a:pt x="4626" y="135"/>
                    <a:pt x="4603" y="135"/>
                  </a:cubicBezTo>
                  <a:cubicBezTo>
                    <a:pt x="4582" y="135"/>
                    <a:pt x="4568" y="124"/>
                    <a:pt x="4570" y="107"/>
                  </a:cubicBezTo>
                  <a:cubicBezTo>
                    <a:pt x="4572" y="82"/>
                    <a:pt x="4589" y="75"/>
                    <a:pt x="4612" y="75"/>
                  </a:cubicBezTo>
                  <a:cubicBezTo>
                    <a:pt x="4623" y="75"/>
                    <a:pt x="4636" y="77"/>
                    <a:pt x="4648" y="79"/>
                  </a:cubicBezTo>
                  <a:cubicBezTo>
                    <a:pt x="4648" y="79"/>
                    <a:pt x="4655" y="41"/>
                    <a:pt x="4661" y="4"/>
                  </a:cubicBezTo>
                  <a:cubicBezTo>
                    <a:pt x="4649" y="2"/>
                    <a:pt x="4640" y="0"/>
                    <a:pt x="46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37"/>
            <p:cNvSpPr/>
            <p:nvPr/>
          </p:nvSpPr>
          <p:spPr>
            <a:xfrm>
              <a:off x="4391004" y="3961681"/>
              <a:ext cx="142398" cy="130827"/>
            </a:xfrm>
            <a:custGeom>
              <a:avLst/>
              <a:gdLst/>
              <a:ahLst/>
              <a:cxnLst/>
              <a:rect l="l" t="t" r="r" b="b"/>
              <a:pathLst>
                <a:path w="7823" h="7243" extrusionOk="0">
                  <a:moveTo>
                    <a:pt x="4331" y="0"/>
                  </a:moveTo>
                  <a:cubicBezTo>
                    <a:pt x="4155" y="0"/>
                    <a:pt x="3977" y="49"/>
                    <a:pt x="3817" y="151"/>
                  </a:cubicBezTo>
                  <a:lnTo>
                    <a:pt x="1930" y="1351"/>
                  </a:lnTo>
                  <a:cubicBezTo>
                    <a:pt x="439" y="2298"/>
                    <a:pt x="0" y="4272"/>
                    <a:pt x="946" y="5761"/>
                  </a:cubicBezTo>
                  <a:cubicBezTo>
                    <a:pt x="1555" y="6718"/>
                    <a:pt x="2590" y="7243"/>
                    <a:pt x="3648" y="7243"/>
                  </a:cubicBezTo>
                  <a:cubicBezTo>
                    <a:pt x="4234" y="7243"/>
                    <a:pt x="4827" y="7082"/>
                    <a:pt x="5359" y="6745"/>
                  </a:cubicBezTo>
                  <a:lnTo>
                    <a:pt x="7245" y="5541"/>
                  </a:lnTo>
                  <a:cubicBezTo>
                    <a:pt x="7690" y="5259"/>
                    <a:pt x="7822" y="4667"/>
                    <a:pt x="7540" y="4222"/>
                  </a:cubicBezTo>
                  <a:lnTo>
                    <a:pt x="5139" y="446"/>
                  </a:lnTo>
                  <a:cubicBezTo>
                    <a:pt x="4956" y="158"/>
                    <a:pt x="4648" y="0"/>
                    <a:pt x="4331" y="0"/>
                  </a:cubicBezTo>
                  <a:close/>
                </a:path>
              </a:pathLst>
            </a:custGeom>
            <a:solidFill>
              <a:srgbClr val="F4F1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37"/>
            <p:cNvSpPr/>
            <p:nvPr/>
          </p:nvSpPr>
          <p:spPr>
            <a:xfrm>
              <a:off x="4388820" y="3952505"/>
              <a:ext cx="151190" cy="149287"/>
            </a:xfrm>
            <a:custGeom>
              <a:avLst/>
              <a:gdLst/>
              <a:ahLst/>
              <a:cxnLst/>
              <a:rect l="l" t="t" r="r" b="b"/>
              <a:pathLst>
                <a:path w="8306" h="8265" extrusionOk="0">
                  <a:moveTo>
                    <a:pt x="4132" y="492"/>
                  </a:moveTo>
                  <a:cubicBezTo>
                    <a:pt x="4122" y="492"/>
                    <a:pt x="4111" y="495"/>
                    <a:pt x="4100" y="499"/>
                  </a:cubicBezTo>
                  <a:cubicBezTo>
                    <a:pt x="4091" y="497"/>
                    <a:pt x="4083" y="496"/>
                    <a:pt x="4076" y="496"/>
                  </a:cubicBezTo>
                  <a:cubicBezTo>
                    <a:pt x="4031" y="496"/>
                    <a:pt x="4024" y="535"/>
                    <a:pt x="4037" y="565"/>
                  </a:cubicBezTo>
                  <a:cubicBezTo>
                    <a:pt x="4045" y="581"/>
                    <a:pt x="4054" y="587"/>
                    <a:pt x="4067" y="587"/>
                  </a:cubicBezTo>
                  <a:cubicBezTo>
                    <a:pt x="4081" y="587"/>
                    <a:pt x="4100" y="580"/>
                    <a:pt x="4125" y="571"/>
                  </a:cubicBezTo>
                  <a:cubicBezTo>
                    <a:pt x="4150" y="562"/>
                    <a:pt x="4163" y="518"/>
                    <a:pt x="4163" y="518"/>
                  </a:cubicBezTo>
                  <a:cubicBezTo>
                    <a:pt x="4157" y="498"/>
                    <a:pt x="4146" y="492"/>
                    <a:pt x="4132" y="492"/>
                  </a:cubicBezTo>
                  <a:close/>
                  <a:moveTo>
                    <a:pt x="5309" y="531"/>
                  </a:moveTo>
                  <a:cubicBezTo>
                    <a:pt x="5326" y="531"/>
                    <a:pt x="5343" y="547"/>
                    <a:pt x="5360" y="562"/>
                  </a:cubicBezTo>
                  <a:lnTo>
                    <a:pt x="5335" y="590"/>
                  </a:lnTo>
                  <a:lnTo>
                    <a:pt x="5281" y="593"/>
                  </a:lnTo>
                  <a:lnTo>
                    <a:pt x="5285" y="543"/>
                  </a:lnTo>
                  <a:cubicBezTo>
                    <a:pt x="5293" y="534"/>
                    <a:pt x="5301" y="531"/>
                    <a:pt x="5309" y="531"/>
                  </a:cubicBezTo>
                  <a:close/>
                  <a:moveTo>
                    <a:pt x="3923" y="499"/>
                  </a:moveTo>
                  <a:cubicBezTo>
                    <a:pt x="3941" y="499"/>
                    <a:pt x="3948" y="531"/>
                    <a:pt x="3924" y="581"/>
                  </a:cubicBezTo>
                  <a:lnTo>
                    <a:pt x="3877" y="609"/>
                  </a:lnTo>
                  <a:cubicBezTo>
                    <a:pt x="3856" y="578"/>
                    <a:pt x="3884" y="518"/>
                    <a:pt x="3912" y="502"/>
                  </a:cubicBezTo>
                  <a:cubicBezTo>
                    <a:pt x="3916" y="500"/>
                    <a:pt x="3920" y="499"/>
                    <a:pt x="3923" y="499"/>
                  </a:cubicBezTo>
                  <a:close/>
                  <a:moveTo>
                    <a:pt x="5408" y="723"/>
                  </a:moveTo>
                  <a:cubicBezTo>
                    <a:pt x="5432" y="723"/>
                    <a:pt x="5418" y="736"/>
                    <a:pt x="5382" y="762"/>
                  </a:cubicBezTo>
                  <a:cubicBezTo>
                    <a:pt x="5359" y="783"/>
                    <a:pt x="5330" y="794"/>
                    <a:pt x="5301" y="794"/>
                  </a:cubicBezTo>
                  <a:cubicBezTo>
                    <a:pt x="5286" y="794"/>
                    <a:pt x="5270" y="791"/>
                    <a:pt x="5256" y="784"/>
                  </a:cubicBezTo>
                  <a:lnTo>
                    <a:pt x="5219" y="744"/>
                  </a:lnTo>
                  <a:cubicBezTo>
                    <a:pt x="5219" y="744"/>
                    <a:pt x="5266" y="741"/>
                    <a:pt x="5313" y="737"/>
                  </a:cubicBezTo>
                  <a:cubicBezTo>
                    <a:pt x="5362" y="728"/>
                    <a:pt x="5393" y="723"/>
                    <a:pt x="5408" y="723"/>
                  </a:cubicBezTo>
                  <a:close/>
                  <a:moveTo>
                    <a:pt x="2551" y="990"/>
                  </a:moveTo>
                  <a:cubicBezTo>
                    <a:pt x="2547" y="990"/>
                    <a:pt x="2542" y="993"/>
                    <a:pt x="2533" y="998"/>
                  </a:cubicBezTo>
                  <a:lnTo>
                    <a:pt x="2511" y="1013"/>
                  </a:lnTo>
                  <a:lnTo>
                    <a:pt x="2552" y="1029"/>
                  </a:lnTo>
                  <a:lnTo>
                    <a:pt x="2574" y="1016"/>
                  </a:lnTo>
                  <a:cubicBezTo>
                    <a:pt x="2562" y="997"/>
                    <a:pt x="2558" y="990"/>
                    <a:pt x="2551" y="990"/>
                  </a:cubicBezTo>
                  <a:close/>
                  <a:moveTo>
                    <a:pt x="5808" y="1154"/>
                  </a:moveTo>
                  <a:lnTo>
                    <a:pt x="5808" y="1157"/>
                  </a:lnTo>
                  <a:cubicBezTo>
                    <a:pt x="5867" y="1179"/>
                    <a:pt x="5867" y="1179"/>
                    <a:pt x="5789" y="1198"/>
                  </a:cubicBezTo>
                  <a:cubicBezTo>
                    <a:pt x="5745" y="1195"/>
                    <a:pt x="5698" y="1195"/>
                    <a:pt x="5698" y="1195"/>
                  </a:cubicBezTo>
                  <a:cubicBezTo>
                    <a:pt x="5686" y="1173"/>
                    <a:pt x="5730" y="1173"/>
                    <a:pt x="5808" y="1154"/>
                  </a:cubicBezTo>
                  <a:close/>
                  <a:moveTo>
                    <a:pt x="2602" y="1185"/>
                  </a:moveTo>
                  <a:cubicBezTo>
                    <a:pt x="2612" y="1185"/>
                    <a:pt x="2621" y="1190"/>
                    <a:pt x="2630" y="1204"/>
                  </a:cubicBezTo>
                  <a:lnTo>
                    <a:pt x="2608" y="1217"/>
                  </a:lnTo>
                  <a:cubicBezTo>
                    <a:pt x="2604" y="1209"/>
                    <a:pt x="2600" y="1206"/>
                    <a:pt x="2598" y="1206"/>
                  </a:cubicBezTo>
                  <a:cubicBezTo>
                    <a:pt x="2590" y="1206"/>
                    <a:pt x="2596" y="1237"/>
                    <a:pt x="2627" y="1251"/>
                  </a:cubicBezTo>
                  <a:lnTo>
                    <a:pt x="2668" y="1314"/>
                  </a:lnTo>
                  <a:cubicBezTo>
                    <a:pt x="2663" y="1317"/>
                    <a:pt x="2658" y="1318"/>
                    <a:pt x="2652" y="1318"/>
                  </a:cubicBezTo>
                  <a:cubicBezTo>
                    <a:pt x="2629" y="1318"/>
                    <a:pt x="2600" y="1301"/>
                    <a:pt x="2583" y="1276"/>
                  </a:cubicBezTo>
                  <a:cubicBezTo>
                    <a:pt x="2524" y="1226"/>
                    <a:pt x="2524" y="1226"/>
                    <a:pt x="2568" y="1198"/>
                  </a:cubicBezTo>
                  <a:cubicBezTo>
                    <a:pt x="2579" y="1191"/>
                    <a:pt x="2591" y="1185"/>
                    <a:pt x="2602" y="1185"/>
                  </a:cubicBezTo>
                  <a:close/>
                  <a:moveTo>
                    <a:pt x="2341" y="1341"/>
                  </a:moveTo>
                  <a:cubicBezTo>
                    <a:pt x="2348" y="1341"/>
                    <a:pt x="2354" y="1348"/>
                    <a:pt x="2367" y="1367"/>
                  </a:cubicBezTo>
                  <a:cubicBezTo>
                    <a:pt x="2367" y="1367"/>
                    <a:pt x="2364" y="1414"/>
                    <a:pt x="2342" y="1427"/>
                  </a:cubicBezTo>
                  <a:lnTo>
                    <a:pt x="2301" y="1408"/>
                  </a:lnTo>
                  <a:cubicBezTo>
                    <a:pt x="2279" y="1377"/>
                    <a:pt x="2301" y="1364"/>
                    <a:pt x="2323" y="1349"/>
                  </a:cubicBezTo>
                  <a:cubicBezTo>
                    <a:pt x="2332" y="1344"/>
                    <a:pt x="2337" y="1341"/>
                    <a:pt x="2341" y="1341"/>
                  </a:cubicBezTo>
                  <a:close/>
                  <a:moveTo>
                    <a:pt x="5789" y="1411"/>
                  </a:moveTo>
                  <a:lnTo>
                    <a:pt x="5805" y="1433"/>
                  </a:lnTo>
                  <a:cubicBezTo>
                    <a:pt x="5781" y="1448"/>
                    <a:pt x="5759" y="1462"/>
                    <a:pt x="5743" y="1462"/>
                  </a:cubicBezTo>
                  <a:cubicBezTo>
                    <a:pt x="5736" y="1462"/>
                    <a:pt x="5730" y="1459"/>
                    <a:pt x="5726" y="1452"/>
                  </a:cubicBezTo>
                  <a:lnTo>
                    <a:pt x="5711" y="1430"/>
                  </a:lnTo>
                  <a:cubicBezTo>
                    <a:pt x="5736" y="1417"/>
                    <a:pt x="5764" y="1411"/>
                    <a:pt x="5789" y="1411"/>
                  </a:cubicBezTo>
                  <a:close/>
                  <a:moveTo>
                    <a:pt x="6225" y="1537"/>
                  </a:moveTo>
                  <a:lnTo>
                    <a:pt x="6225" y="1537"/>
                  </a:lnTo>
                  <a:cubicBezTo>
                    <a:pt x="6190" y="1559"/>
                    <a:pt x="6159" y="1577"/>
                    <a:pt x="6159" y="1577"/>
                  </a:cubicBezTo>
                  <a:cubicBezTo>
                    <a:pt x="6167" y="1572"/>
                    <a:pt x="6179" y="1565"/>
                    <a:pt x="6190" y="1558"/>
                  </a:cubicBezTo>
                  <a:lnTo>
                    <a:pt x="6225" y="1537"/>
                  </a:lnTo>
                  <a:close/>
                  <a:moveTo>
                    <a:pt x="1690" y="1598"/>
                  </a:moveTo>
                  <a:cubicBezTo>
                    <a:pt x="1704" y="1598"/>
                    <a:pt x="1720" y="1646"/>
                    <a:pt x="1718" y="1709"/>
                  </a:cubicBezTo>
                  <a:cubicBezTo>
                    <a:pt x="1730" y="1749"/>
                    <a:pt x="1735" y="1767"/>
                    <a:pt x="1731" y="1767"/>
                  </a:cubicBezTo>
                  <a:cubicBezTo>
                    <a:pt x="1728" y="1767"/>
                    <a:pt x="1717" y="1753"/>
                    <a:pt x="1696" y="1725"/>
                  </a:cubicBezTo>
                  <a:cubicBezTo>
                    <a:pt x="1671" y="1693"/>
                    <a:pt x="1649" y="1662"/>
                    <a:pt x="1674" y="1646"/>
                  </a:cubicBezTo>
                  <a:cubicBezTo>
                    <a:pt x="1677" y="1612"/>
                    <a:pt x="1683" y="1598"/>
                    <a:pt x="1690" y="1598"/>
                  </a:cubicBezTo>
                  <a:close/>
                  <a:moveTo>
                    <a:pt x="2583" y="1856"/>
                  </a:moveTo>
                  <a:lnTo>
                    <a:pt x="2561" y="1872"/>
                  </a:lnTo>
                  <a:cubicBezTo>
                    <a:pt x="2558" y="1896"/>
                    <a:pt x="2564" y="1924"/>
                    <a:pt x="2579" y="1946"/>
                  </a:cubicBezTo>
                  <a:lnTo>
                    <a:pt x="2579" y="1946"/>
                  </a:lnTo>
                  <a:lnTo>
                    <a:pt x="2602" y="1935"/>
                  </a:lnTo>
                  <a:cubicBezTo>
                    <a:pt x="2624" y="1922"/>
                    <a:pt x="2602" y="1888"/>
                    <a:pt x="2583" y="1856"/>
                  </a:cubicBezTo>
                  <a:close/>
                  <a:moveTo>
                    <a:pt x="2579" y="1946"/>
                  </a:moveTo>
                  <a:lnTo>
                    <a:pt x="2577" y="1947"/>
                  </a:lnTo>
                  <a:lnTo>
                    <a:pt x="2580" y="1947"/>
                  </a:lnTo>
                  <a:cubicBezTo>
                    <a:pt x="2580" y="1947"/>
                    <a:pt x="2580" y="1946"/>
                    <a:pt x="2579" y="1946"/>
                  </a:cubicBezTo>
                  <a:close/>
                  <a:moveTo>
                    <a:pt x="5924" y="1901"/>
                  </a:moveTo>
                  <a:cubicBezTo>
                    <a:pt x="5937" y="1901"/>
                    <a:pt x="5971" y="1919"/>
                    <a:pt x="5980" y="1935"/>
                  </a:cubicBezTo>
                  <a:lnTo>
                    <a:pt x="5949" y="1953"/>
                  </a:lnTo>
                  <a:cubicBezTo>
                    <a:pt x="5933" y="1931"/>
                    <a:pt x="5889" y="1931"/>
                    <a:pt x="5921" y="1909"/>
                  </a:cubicBezTo>
                  <a:cubicBezTo>
                    <a:pt x="5917" y="1903"/>
                    <a:pt x="5919" y="1901"/>
                    <a:pt x="5924" y="1901"/>
                  </a:cubicBezTo>
                  <a:close/>
                  <a:moveTo>
                    <a:pt x="6249" y="1959"/>
                  </a:moveTo>
                  <a:cubicBezTo>
                    <a:pt x="6257" y="1959"/>
                    <a:pt x="6264" y="1962"/>
                    <a:pt x="6269" y="1969"/>
                  </a:cubicBezTo>
                  <a:cubicBezTo>
                    <a:pt x="6312" y="1969"/>
                    <a:pt x="6297" y="2013"/>
                    <a:pt x="6218" y="2032"/>
                  </a:cubicBezTo>
                  <a:lnTo>
                    <a:pt x="6190" y="1985"/>
                  </a:lnTo>
                  <a:cubicBezTo>
                    <a:pt x="6212" y="1972"/>
                    <a:pt x="6233" y="1959"/>
                    <a:pt x="6249" y="1959"/>
                  </a:cubicBezTo>
                  <a:close/>
                  <a:moveTo>
                    <a:pt x="6378" y="2144"/>
                  </a:moveTo>
                  <a:lnTo>
                    <a:pt x="6391" y="2166"/>
                  </a:lnTo>
                  <a:cubicBezTo>
                    <a:pt x="6403" y="2188"/>
                    <a:pt x="6403" y="2188"/>
                    <a:pt x="6372" y="2207"/>
                  </a:cubicBezTo>
                  <a:lnTo>
                    <a:pt x="6359" y="2185"/>
                  </a:lnTo>
                  <a:lnTo>
                    <a:pt x="6378" y="2144"/>
                  </a:lnTo>
                  <a:close/>
                  <a:moveTo>
                    <a:pt x="6623" y="2326"/>
                  </a:moveTo>
                  <a:cubicBezTo>
                    <a:pt x="6601" y="2342"/>
                    <a:pt x="6585" y="2364"/>
                    <a:pt x="6573" y="2389"/>
                  </a:cubicBezTo>
                  <a:cubicBezTo>
                    <a:pt x="6578" y="2396"/>
                    <a:pt x="6585" y="2399"/>
                    <a:pt x="6592" y="2399"/>
                  </a:cubicBezTo>
                  <a:cubicBezTo>
                    <a:pt x="6606" y="2399"/>
                    <a:pt x="6620" y="2389"/>
                    <a:pt x="6620" y="2389"/>
                  </a:cubicBezTo>
                  <a:cubicBezTo>
                    <a:pt x="6620" y="2389"/>
                    <a:pt x="6651" y="2370"/>
                    <a:pt x="6638" y="2348"/>
                  </a:cubicBezTo>
                  <a:lnTo>
                    <a:pt x="6623" y="2326"/>
                  </a:lnTo>
                  <a:close/>
                  <a:moveTo>
                    <a:pt x="7081" y="2569"/>
                  </a:moveTo>
                  <a:cubicBezTo>
                    <a:pt x="7075" y="2569"/>
                    <a:pt x="7071" y="2579"/>
                    <a:pt x="7061" y="2599"/>
                  </a:cubicBezTo>
                  <a:lnTo>
                    <a:pt x="7090" y="2646"/>
                  </a:lnTo>
                  <a:cubicBezTo>
                    <a:pt x="7121" y="2624"/>
                    <a:pt x="7121" y="2624"/>
                    <a:pt x="7108" y="2602"/>
                  </a:cubicBezTo>
                  <a:cubicBezTo>
                    <a:pt x="7094" y="2580"/>
                    <a:pt x="7087" y="2569"/>
                    <a:pt x="7081" y="2569"/>
                  </a:cubicBezTo>
                  <a:close/>
                  <a:moveTo>
                    <a:pt x="6507" y="2589"/>
                  </a:moveTo>
                  <a:cubicBezTo>
                    <a:pt x="6520" y="2589"/>
                    <a:pt x="6526" y="2599"/>
                    <a:pt x="6526" y="2599"/>
                  </a:cubicBezTo>
                  <a:cubicBezTo>
                    <a:pt x="6541" y="2621"/>
                    <a:pt x="6554" y="2643"/>
                    <a:pt x="6522" y="2665"/>
                  </a:cubicBezTo>
                  <a:cubicBezTo>
                    <a:pt x="6522" y="2665"/>
                    <a:pt x="6510" y="2672"/>
                    <a:pt x="6497" y="2672"/>
                  </a:cubicBezTo>
                  <a:cubicBezTo>
                    <a:pt x="6489" y="2672"/>
                    <a:pt x="6481" y="2670"/>
                    <a:pt x="6475" y="2662"/>
                  </a:cubicBezTo>
                  <a:cubicBezTo>
                    <a:pt x="6463" y="2640"/>
                    <a:pt x="6482" y="2599"/>
                    <a:pt x="6482" y="2599"/>
                  </a:cubicBezTo>
                  <a:cubicBezTo>
                    <a:pt x="6492" y="2592"/>
                    <a:pt x="6500" y="2589"/>
                    <a:pt x="6507" y="2589"/>
                  </a:cubicBezTo>
                  <a:close/>
                  <a:moveTo>
                    <a:pt x="6759" y="2986"/>
                  </a:moveTo>
                  <a:cubicBezTo>
                    <a:pt x="6764" y="2986"/>
                    <a:pt x="6771" y="2996"/>
                    <a:pt x="6786" y="3019"/>
                  </a:cubicBezTo>
                  <a:cubicBezTo>
                    <a:pt x="6801" y="3041"/>
                    <a:pt x="6767" y="3060"/>
                    <a:pt x="6767" y="3060"/>
                  </a:cubicBezTo>
                  <a:cubicBezTo>
                    <a:pt x="6761" y="3064"/>
                    <a:pt x="6757" y="3066"/>
                    <a:pt x="6754" y="3066"/>
                  </a:cubicBezTo>
                  <a:cubicBezTo>
                    <a:pt x="6742" y="3066"/>
                    <a:pt x="6752" y="3033"/>
                    <a:pt x="6742" y="3016"/>
                  </a:cubicBezTo>
                  <a:cubicBezTo>
                    <a:pt x="6749" y="2996"/>
                    <a:pt x="6753" y="2986"/>
                    <a:pt x="6759" y="2986"/>
                  </a:cubicBezTo>
                  <a:close/>
                  <a:moveTo>
                    <a:pt x="6065" y="3288"/>
                  </a:moveTo>
                  <a:cubicBezTo>
                    <a:pt x="6037" y="3288"/>
                    <a:pt x="6012" y="3295"/>
                    <a:pt x="5987" y="3307"/>
                  </a:cubicBezTo>
                  <a:cubicBezTo>
                    <a:pt x="5964" y="3321"/>
                    <a:pt x="5964" y="3336"/>
                    <a:pt x="5997" y="3336"/>
                  </a:cubicBezTo>
                  <a:cubicBezTo>
                    <a:pt x="6009" y="3336"/>
                    <a:pt x="6025" y="3334"/>
                    <a:pt x="6046" y="3329"/>
                  </a:cubicBezTo>
                  <a:cubicBezTo>
                    <a:pt x="6077" y="3310"/>
                    <a:pt x="6077" y="3310"/>
                    <a:pt x="6065" y="3288"/>
                  </a:cubicBezTo>
                  <a:close/>
                  <a:moveTo>
                    <a:pt x="7088" y="3323"/>
                  </a:moveTo>
                  <a:cubicBezTo>
                    <a:pt x="7105" y="3323"/>
                    <a:pt x="7103" y="3347"/>
                    <a:pt x="7065" y="3395"/>
                  </a:cubicBezTo>
                  <a:cubicBezTo>
                    <a:pt x="7050" y="3404"/>
                    <a:pt x="7042" y="3409"/>
                    <a:pt x="7036" y="3409"/>
                  </a:cubicBezTo>
                  <a:cubicBezTo>
                    <a:pt x="7030" y="3409"/>
                    <a:pt x="7026" y="3403"/>
                    <a:pt x="7018" y="3392"/>
                  </a:cubicBezTo>
                  <a:cubicBezTo>
                    <a:pt x="7030" y="3367"/>
                    <a:pt x="7046" y="3345"/>
                    <a:pt x="7068" y="3329"/>
                  </a:cubicBezTo>
                  <a:cubicBezTo>
                    <a:pt x="7076" y="3325"/>
                    <a:pt x="7082" y="3323"/>
                    <a:pt x="7088" y="3323"/>
                  </a:cubicBezTo>
                  <a:close/>
                  <a:moveTo>
                    <a:pt x="7177" y="3505"/>
                  </a:moveTo>
                  <a:lnTo>
                    <a:pt x="7193" y="3526"/>
                  </a:lnTo>
                  <a:cubicBezTo>
                    <a:pt x="7169" y="3542"/>
                    <a:pt x="7147" y="3555"/>
                    <a:pt x="7132" y="3555"/>
                  </a:cubicBezTo>
                  <a:cubicBezTo>
                    <a:pt x="7124" y="3555"/>
                    <a:pt x="7119" y="3552"/>
                    <a:pt x="7115" y="3545"/>
                  </a:cubicBezTo>
                  <a:lnTo>
                    <a:pt x="7134" y="3505"/>
                  </a:lnTo>
                  <a:close/>
                  <a:moveTo>
                    <a:pt x="7908" y="5046"/>
                  </a:moveTo>
                  <a:lnTo>
                    <a:pt x="7951" y="5068"/>
                  </a:lnTo>
                  <a:lnTo>
                    <a:pt x="7955" y="5100"/>
                  </a:lnTo>
                  <a:cubicBezTo>
                    <a:pt x="7942" y="5101"/>
                    <a:pt x="7930" y="5102"/>
                    <a:pt x="7918" y="5102"/>
                  </a:cubicBezTo>
                  <a:cubicBezTo>
                    <a:pt x="7896" y="5102"/>
                    <a:pt x="7878" y="5098"/>
                    <a:pt x="7876" y="5081"/>
                  </a:cubicBezTo>
                  <a:lnTo>
                    <a:pt x="7908" y="5046"/>
                  </a:lnTo>
                  <a:close/>
                  <a:moveTo>
                    <a:pt x="284" y="5183"/>
                  </a:moveTo>
                  <a:cubicBezTo>
                    <a:pt x="318" y="5183"/>
                    <a:pt x="353" y="5203"/>
                    <a:pt x="358" y="5228"/>
                  </a:cubicBezTo>
                  <a:cubicBezTo>
                    <a:pt x="361" y="5241"/>
                    <a:pt x="343" y="5252"/>
                    <a:pt x="317" y="5252"/>
                  </a:cubicBezTo>
                  <a:cubicBezTo>
                    <a:pt x="293" y="5252"/>
                    <a:pt x="263" y="5243"/>
                    <a:pt x="239" y="5219"/>
                  </a:cubicBezTo>
                  <a:cubicBezTo>
                    <a:pt x="236" y="5191"/>
                    <a:pt x="236" y="5191"/>
                    <a:pt x="270" y="5184"/>
                  </a:cubicBezTo>
                  <a:cubicBezTo>
                    <a:pt x="275" y="5184"/>
                    <a:pt x="279" y="5183"/>
                    <a:pt x="284" y="5183"/>
                  </a:cubicBezTo>
                  <a:close/>
                  <a:moveTo>
                    <a:pt x="7770" y="5723"/>
                  </a:moveTo>
                  <a:cubicBezTo>
                    <a:pt x="7790" y="5723"/>
                    <a:pt x="7832" y="5767"/>
                    <a:pt x="7861" y="5783"/>
                  </a:cubicBezTo>
                  <a:cubicBezTo>
                    <a:pt x="7852" y="5797"/>
                    <a:pt x="7849" y="5804"/>
                    <a:pt x="7842" y="5804"/>
                  </a:cubicBezTo>
                  <a:cubicBezTo>
                    <a:pt x="7837" y="5804"/>
                    <a:pt x="7829" y="5798"/>
                    <a:pt x="7814" y="5789"/>
                  </a:cubicBezTo>
                  <a:cubicBezTo>
                    <a:pt x="7788" y="5773"/>
                    <a:pt x="7773" y="5755"/>
                    <a:pt x="7760" y="5730"/>
                  </a:cubicBezTo>
                  <a:cubicBezTo>
                    <a:pt x="7762" y="5725"/>
                    <a:pt x="7766" y="5723"/>
                    <a:pt x="7770" y="5723"/>
                  </a:cubicBezTo>
                  <a:close/>
                  <a:moveTo>
                    <a:pt x="719" y="6055"/>
                  </a:moveTo>
                  <a:cubicBezTo>
                    <a:pt x="729" y="6055"/>
                    <a:pt x="738" y="6056"/>
                    <a:pt x="747" y="6059"/>
                  </a:cubicBezTo>
                  <a:cubicBezTo>
                    <a:pt x="747" y="6059"/>
                    <a:pt x="794" y="6065"/>
                    <a:pt x="759" y="6084"/>
                  </a:cubicBezTo>
                  <a:lnTo>
                    <a:pt x="728" y="6099"/>
                  </a:lnTo>
                  <a:cubicBezTo>
                    <a:pt x="678" y="6093"/>
                    <a:pt x="637" y="6081"/>
                    <a:pt x="668" y="6065"/>
                  </a:cubicBezTo>
                  <a:cubicBezTo>
                    <a:pt x="685" y="6059"/>
                    <a:pt x="702" y="6055"/>
                    <a:pt x="719" y="6055"/>
                  </a:cubicBezTo>
                  <a:close/>
                  <a:moveTo>
                    <a:pt x="7199" y="6322"/>
                  </a:moveTo>
                  <a:lnTo>
                    <a:pt x="7243" y="6341"/>
                  </a:lnTo>
                  <a:lnTo>
                    <a:pt x="7240" y="6388"/>
                  </a:lnTo>
                  <a:lnTo>
                    <a:pt x="7218" y="6400"/>
                  </a:lnTo>
                  <a:cubicBezTo>
                    <a:pt x="7199" y="6369"/>
                    <a:pt x="7177" y="6334"/>
                    <a:pt x="7199" y="6322"/>
                  </a:cubicBezTo>
                  <a:close/>
                  <a:moveTo>
                    <a:pt x="7651" y="6303"/>
                  </a:moveTo>
                  <a:cubicBezTo>
                    <a:pt x="7663" y="6328"/>
                    <a:pt x="7669" y="6356"/>
                    <a:pt x="7663" y="6388"/>
                  </a:cubicBezTo>
                  <a:lnTo>
                    <a:pt x="7632" y="6406"/>
                  </a:lnTo>
                  <a:cubicBezTo>
                    <a:pt x="7613" y="6375"/>
                    <a:pt x="7591" y="6344"/>
                    <a:pt x="7622" y="6325"/>
                  </a:cubicBezTo>
                  <a:lnTo>
                    <a:pt x="7651" y="6303"/>
                  </a:lnTo>
                  <a:close/>
                  <a:moveTo>
                    <a:pt x="1361" y="6939"/>
                  </a:moveTo>
                  <a:cubicBezTo>
                    <a:pt x="1367" y="6939"/>
                    <a:pt x="1372" y="6941"/>
                    <a:pt x="1377" y="6945"/>
                  </a:cubicBezTo>
                  <a:cubicBezTo>
                    <a:pt x="1374" y="6974"/>
                    <a:pt x="1361" y="6999"/>
                    <a:pt x="1342" y="7021"/>
                  </a:cubicBezTo>
                  <a:lnTo>
                    <a:pt x="1323" y="6999"/>
                  </a:lnTo>
                  <a:cubicBezTo>
                    <a:pt x="1301" y="6980"/>
                    <a:pt x="1330" y="6955"/>
                    <a:pt x="1330" y="6955"/>
                  </a:cubicBezTo>
                  <a:cubicBezTo>
                    <a:pt x="1330" y="6955"/>
                    <a:pt x="1346" y="6939"/>
                    <a:pt x="1361" y="6939"/>
                  </a:cubicBezTo>
                  <a:close/>
                  <a:moveTo>
                    <a:pt x="1675" y="7124"/>
                  </a:moveTo>
                  <a:cubicBezTo>
                    <a:pt x="1664" y="7124"/>
                    <a:pt x="1658" y="7133"/>
                    <a:pt x="1672" y="7133"/>
                  </a:cubicBezTo>
                  <a:cubicBezTo>
                    <a:pt x="1676" y="7133"/>
                    <a:pt x="1682" y="7133"/>
                    <a:pt x="1690" y="7130"/>
                  </a:cubicBezTo>
                  <a:cubicBezTo>
                    <a:pt x="1685" y="7126"/>
                    <a:pt x="1679" y="7124"/>
                    <a:pt x="1675" y="7124"/>
                  </a:cubicBezTo>
                  <a:close/>
                  <a:moveTo>
                    <a:pt x="1580" y="7090"/>
                  </a:moveTo>
                  <a:lnTo>
                    <a:pt x="1599" y="7108"/>
                  </a:lnTo>
                  <a:lnTo>
                    <a:pt x="1596" y="7152"/>
                  </a:lnTo>
                  <a:lnTo>
                    <a:pt x="1574" y="7137"/>
                  </a:lnTo>
                  <a:cubicBezTo>
                    <a:pt x="1555" y="7118"/>
                    <a:pt x="1555" y="7118"/>
                    <a:pt x="1580" y="7090"/>
                  </a:cubicBezTo>
                  <a:close/>
                  <a:moveTo>
                    <a:pt x="1971" y="7173"/>
                  </a:moveTo>
                  <a:cubicBezTo>
                    <a:pt x="1970" y="7173"/>
                    <a:pt x="1967" y="7180"/>
                    <a:pt x="1966" y="7193"/>
                  </a:cubicBezTo>
                  <a:lnTo>
                    <a:pt x="1966" y="7193"/>
                  </a:lnTo>
                  <a:cubicBezTo>
                    <a:pt x="1972" y="7180"/>
                    <a:pt x="1972" y="7173"/>
                    <a:pt x="1971" y="7173"/>
                  </a:cubicBezTo>
                  <a:close/>
                  <a:moveTo>
                    <a:pt x="1966" y="7193"/>
                  </a:moveTo>
                  <a:cubicBezTo>
                    <a:pt x="1963" y="7199"/>
                    <a:pt x="1960" y="7206"/>
                    <a:pt x="1955" y="7214"/>
                  </a:cubicBezTo>
                  <a:lnTo>
                    <a:pt x="1955" y="7214"/>
                  </a:lnTo>
                  <a:cubicBezTo>
                    <a:pt x="1958" y="7210"/>
                    <a:pt x="1962" y="7205"/>
                    <a:pt x="1966" y="7199"/>
                  </a:cubicBezTo>
                  <a:cubicBezTo>
                    <a:pt x="1966" y="7197"/>
                    <a:pt x="1966" y="7195"/>
                    <a:pt x="1966" y="7193"/>
                  </a:cubicBezTo>
                  <a:close/>
                  <a:moveTo>
                    <a:pt x="1790" y="7259"/>
                  </a:moveTo>
                  <a:lnTo>
                    <a:pt x="1812" y="7275"/>
                  </a:lnTo>
                  <a:lnTo>
                    <a:pt x="1812" y="7322"/>
                  </a:lnTo>
                  <a:lnTo>
                    <a:pt x="1790" y="7306"/>
                  </a:lnTo>
                  <a:cubicBezTo>
                    <a:pt x="1768" y="7287"/>
                    <a:pt x="1768" y="7287"/>
                    <a:pt x="1790" y="7259"/>
                  </a:cubicBezTo>
                  <a:close/>
                  <a:moveTo>
                    <a:pt x="5683" y="7265"/>
                  </a:moveTo>
                  <a:cubicBezTo>
                    <a:pt x="5717" y="7275"/>
                    <a:pt x="5726" y="7318"/>
                    <a:pt x="5701" y="7340"/>
                  </a:cubicBezTo>
                  <a:cubicBezTo>
                    <a:pt x="5680" y="7354"/>
                    <a:pt x="5669" y="7361"/>
                    <a:pt x="5661" y="7361"/>
                  </a:cubicBezTo>
                  <a:cubicBezTo>
                    <a:pt x="5652" y="7361"/>
                    <a:pt x="5647" y="7353"/>
                    <a:pt x="5636" y="7337"/>
                  </a:cubicBezTo>
                  <a:cubicBezTo>
                    <a:pt x="5617" y="7306"/>
                    <a:pt x="5661" y="7278"/>
                    <a:pt x="5683" y="7265"/>
                  </a:cubicBezTo>
                  <a:close/>
                  <a:moveTo>
                    <a:pt x="1951" y="7371"/>
                  </a:moveTo>
                  <a:cubicBezTo>
                    <a:pt x="1955" y="7371"/>
                    <a:pt x="1960" y="7375"/>
                    <a:pt x="1969" y="7381"/>
                  </a:cubicBezTo>
                  <a:cubicBezTo>
                    <a:pt x="2016" y="7409"/>
                    <a:pt x="2016" y="7409"/>
                    <a:pt x="1972" y="7428"/>
                  </a:cubicBezTo>
                  <a:cubicBezTo>
                    <a:pt x="1959" y="7433"/>
                    <a:pt x="1948" y="7435"/>
                    <a:pt x="1940" y="7435"/>
                  </a:cubicBezTo>
                  <a:cubicBezTo>
                    <a:pt x="1919" y="7435"/>
                    <a:pt x="1913" y="7422"/>
                    <a:pt x="1928" y="7400"/>
                  </a:cubicBezTo>
                  <a:cubicBezTo>
                    <a:pt x="1939" y="7379"/>
                    <a:pt x="1944" y="7371"/>
                    <a:pt x="1951" y="7371"/>
                  </a:cubicBezTo>
                  <a:close/>
                  <a:moveTo>
                    <a:pt x="2033" y="7692"/>
                  </a:moveTo>
                  <a:cubicBezTo>
                    <a:pt x="2037" y="7692"/>
                    <a:pt x="2040" y="7693"/>
                    <a:pt x="2044" y="7694"/>
                  </a:cubicBezTo>
                  <a:lnTo>
                    <a:pt x="2054" y="7741"/>
                  </a:lnTo>
                  <a:lnTo>
                    <a:pt x="2010" y="7760"/>
                  </a:lnTo>
                  <a:lnTo>
                    <a:pt x="1982" y="7748"/>
                  </a:lnTo>
                  <a:cubicBezTo>
                    <a:pt x="1997" y="7719"/>
                    <a:pt x="2013" y="7692"/>
                    <a:pt x="2033" y="7692"/>
                  </a:cubicBezTo>
                  <a:close/>
                  <a:moveTo>
                    <a:pt x="4705" y="7760"/>
                  </a:moveTo>
                  <a:lnTo>
                    <a:pt x="4705" y="7760"/>
                  </a:lnTo>
                  <a:cubicBezTo>
                    <a:pt x="4711" y="7785"/>
                    <a:pt x="4708" y="7814"/>
                    <a:pt x="4699" y="7842"/>
                  </a:cubicBezTo>
                  <a:lnTo>
                    <a:pt x="4673" y="7848"/>
                  </a:lnTo>
                  <a:cubicBezTo>
                    <a:pt x="4664" y="7810"/>
                    <a:pt x="4655" y="7776"/>
                    <a:pt x="4680" y="7767"/>
                  </a:cubicBezTo>
                  <a:lnTo>
                    <a:pt x="4705" y="7760"/>
                  </a:lnTo>
                  <a:close/>
                  <a:moveTo>
                    <a:pt x="2364" y="7812"/>
                  </a:moveTo>
                  <a:cubicBezTo>
                    <a:pt x="2367" y="7812"/>
                    <a:pt x="2370" y="7812"/>
                    <a:pt x="2373" y="7814"/>
                  </a:cubicBezTo>
                  <a:lnTo>
                    <a:pt x="2383" y="7861"/>
                  </a:lnTo>
                  <a:cubicBezTo>
                    <a:pt x="2375" y="7881"/>
                    <a:pt x="2363" y="7885"/>
                    <a:pt x="2354" y="7885"/>
                  </a:cubicBezTo>
                  <a:cubicBezTo>
                    <a:pt x="2347" y="7885"/>
                    <a:pt x="2342" y="7882"/>
                    <a:pt x="2342" y="7882"/>
                  </a:cubicBezTo>
                  <a:cubicBezTo>
                    <a:pt x="2314" y="7873"/>
                    <a:pt x="2314" y="7873"/>
                    <a:pt x="2329" y="7839"/>
                  </a:cubicBezTo>
                  <a:cubicBezTo>
                    <a:pt x="2329" y="7839"/>
                    <a:pt x="2342" y="7812"/>
                    <a:pt x="2364" y="7812"/>
                  </a:cubicBezTo>
                  <a:close/>
                  <a:moveTo>
                    <a:pt x="4632" y="1"/>
                  </a:moveTo>
                  <a:cubicBezTo>
                    <a:pt x="4616" y="1"/>
                    <a:pt x="4607" y="8"/>
                    <a:pt x="4576" y="32"/>
                  </a:cubicBezTo>
                  <a:cubicBezTo>
                    <a:pt x="4548" y="32"/>
                    <a:pt x="4520" y="45"/>
                    <a:pt x="4498" y="64"/>
                  </a:cubicBezTo>
                  <a:cubicBezTo>
                    <a:pt x="4460" y="92"/>
                    <a:pt x="4457" y="148"/>
                    <a:pt x="4492" y="176"/>
                  </a:cubicBezTo>
                  <a:cubicBezTo>
                    <a:pt x="4522" y="212"/>
                    <a:pt x="4500" y="214"/>
                    <a:pt x="4471" y="214"/>
                  </a:cubicBezTo>
                  <a:cubicBezTo>
                    <a:pt x="4466" y="214"/>
                    <a:pt x="4462" y="214"/>
                    <a:pt x="4457" y="214"/>
                  </a:cubicBezTo>
                  <a:cubicBezTo>
                    <a:pt x="4391" y="176"/>
                    <a:pt x="4385" y="139"/>
                    <a:pt x="4423" y="101"/>
                  </a:cubicBezTo>
                  <a:cubicBezTo>
                    <a:pt x="4457" y="101"/>
                    <a:pt x="4460" y="64"/>
                    <a:pt x="4460" y="26"/>
                  </a:cubicBezTo>
                  <a:cubicBezTo>
                    <a:pt x="4460" y="19"/>
                    <a:pt x="4454" y="15"/>
                    <a:pt x="4444" y="15"/>
                  </a:cubicBezTo>
                  <a:cubicBezTo>
                    <a:pt x="4396" y="15"/>
                    <a:pt x="4260" y="85"/>
                    <a:pt x="4244" y="155"/>
                  </a:cubicBezTo>
                  <a:cubicBezTo>
                    <a:pt x="4243" y="145"/>
                    <a:pt x="4240" y="133"/>
                    <a:pt x="4238" y="117"/>
                  </a:cubicBezTo>
                  <a:cubicBezTo>
                    <a:pt x="4235" y="98"/>
                    <a:pt x="4217" y="91"/>
                    <a:pt x="4192" y="91"/>
                  </a:cubicBezTo>
                  <a:cubicBezTo>
                    <a:pt x="4163" y="91"/>
                    <a:pt x="4123" y="101"/>
                    <a:pt x="4084" y="111"/>
                  </a:cubicBezTo>
                  <a:cubicBezTo>
                    <a:pt x="4009" y="133"/>
                    <a:pt x="3975" y="145"/>
                    <a:pt x="3987" y="180"/>
                  </a:cubicBezTo>
                  <a:cubicBezTo>
                    <a:pt x="4000" y="214"/>
                    <a:pt x="4012" y="249"/>
                    <a:pt x="3978" y="261"/>
                  </a:cubicBezTo>
                  <a:cubicBezTo>
                    <a:pt x="3982" y="259"/>
                    <a:pt x="3987" y="259"/>
                    <a:pt x="3991" y="259"/>
                  </a:cubicBezTo>
                  <a:cubicBezTo>
                    <a:pt x="4016" y="259"/>
                    <a:pt x="4026" y="291"/>
                    <a:pt x="4037" y="321"/>
                  </a:cubicBezTo>
                  <a:cubicBezTo>
                    <a:pt x="3997" y="314"/>
                    <a:pt x="3953" y="305"/>
                    <a:pt x="3915" y="289"/>
                  </a:cubicBezTo>
                  <a:cubicBezTo>
                    <a:pt x="3882" y="273"/>
                    <a:pt x="3845" y="265"/>
                    <a:pt x="3807" y="265"/>
                  </a:cubicBezTo>
                  <a:cubicBezTo>
                    <a:pt x="3795" y="265"/>
                    <a:pt x="3783" y="266"/>
                    <a:pt x="3771" y="267"/>
                  </a:cubicBezTo>
                  <a:cubicBezTo>
                    <a:pt x="3746" y="270"/>
                    <a:pt x="3721" y="277"/>
                    <a:pt x="3696" y="286"/>
                  </a:cubicBezTo>
                  <a:cubicBezTo>
                    <a:pt x="3674" y="292"/>
                    <a:pt x="3652" y="305"/>
                    <a:pt x="3633" y="317"/>
                  </a:cubicBezTo>
                  <a:cubicBezTo>
                    <a:pt x="3596" y="339"/>
                    <a:pt x="3543" y="371"/>
                    <a:pt x="3501" y="371"/>
                  </a:cubicBezTo>
                  <a:cubicBezTo>
                    <a:pt x="3494" y="371"/>
                    <a:pt x="3486" y="370"/>
                    <a:pt x="3479" y="368"/>
                  </a:cubicBezTo>
                  <a:cubicBezTo>
                    <a:pt x="3436" y="393"/>
                    <a:pt x="3414" y="408"/>
                    <a:pt x="3436" y="440"/>
                  </a:cubicBezTo>
                  <a:lnTo>
                    <a:pt x="3392" y="468"/>
                  </a:lnTo>
                  <a:cubicBezTo>
                    <a:pt x="3381" y="463"/>
                    <a:pt x="3371" y="461"/>
                    <a:pt x="3362" y="461"/>
                  </a:cubicBezTo>
                  <a:cubicBezTo>
                    <a:pt x="3331" y="461"/>
                    <a:pt x="3309" y="482"/>
                    <a:pt x="3326" y="509"/>
                  </a:cubicBezTo>
                  <a:cubicBezTo>
                    <a:pt x="3323" y="553"/>
                    <a:pt x="3282" y="534"/>
                    <a:pt x="3260" y="549"/>
                  </a:cubicBezTo>
                  <a:cubicBezTo>
                    <a:pt x="3226" y="534"/>
                    <a:pt x="3206" y="525"/>
                    <a:pt x="3199" y="525"/>
                  </a:cubicBezTo>
                  <a:cubicBezTo>
                    <a:pt x="3189" y="525"/>
                    <a:pt x="3208" y="545"/>
                    <a:pt x="3257" y="593"/>
                  </a:cubicBezTo>
                  <a:cubicBezTo>
                    <a:pt x="3276" y="615"/>
                    <a:pt x="3301" y="624"/>
                    <a:pt x="3327" y="624"/>
                  </a:cubicBezTo>
                  <a:cubicBezTo>
                    <a:pt x="3339" y="624"/>
                    <a:pt x="3352" y="622"/>
                    <a:pt x="3364" y="618"/>
                  </a:cubicBezTo>
                  <a:lnTo>
                    <a:pt x="3429" y="578"/>
                  </a:lnTo>
                  <a:lnTo>
                    <a:pt x="3382" y="650"/>
                  </a:lnTo>
                  <a:cubicBezTo>
                    <a:pt x="3354" y="675"/>
                    <a:pt x="3342" y="719"/>
                    <a:pt x="3357" y="753"/>
                  </a:cubicBezTo>
                  <a:cubicBezTo>
                    <a:pt x="3357" y="753"/>
                    <a:pt x="3376" y="788"/>
                    <a:pt x="3354" y="800"/>
                  </a:cubicBezTo>
                  <a:cubicBezTo>
                    <a:pt x="3354" y="800"/>
                    <a:pt x="3335" y="769"/>
                    <a:pt x="3317" y="737"/>
                  </a:cubicBezTo>
                  <a:cubicBezTo>
                    <a:pt x="3313" y="697"/>
                    <a:pt x="3301" y="659"/>
                    <a:pt x="3276" y="628"/>
                  </a:cubicBezTo>
                  <a:cubicBezTo>
                    <a:pt x="3249" y="605"/>
                    <a:pt x="3217" y="593"/>
                    <a:pt x="3194" y="593"/>
                  </a:cubicBezTo>
                  <a:cubicBezTo>
                    <a:pt x="3163" y="593"/>
                    <a:pt x="3146" y="612"/>
                    <a:pt x="3169" y="650"/>
                  </a:cubicBezTo>
                  <a:cubicBezTo>
                    <a:pt x="3159" y="655"/>
                    <a:pt x="3154" y="658"/>
                    <a:pt x="3147" y="658"/>
                  </a:cubicBezTo>
                  <a:cubicBezTo>
                    <a:pt x="3138" y="658"/>
                    <a:pt x="3128" y="654"/>
                    <a:pt x="3103" y="643"/>
                  </a:cubicBezTo>
                  <a:cubicBezTo>
                    <a:pt x="3097" y="633"/>
                    <a:pt x="3091" y="627"/>
                    <a:pt x="3085" y="627"/>
                  </a:cubicBezTo>
                  <a:cubicBezTo>
                    <a:pt x="3075" y="627"/>
                    <a:pt x="3069" y="650"/>
                    <a:pt x="3082" y="703"/>
                  </a:cubicBezTo>
                  <a:cubicBezTo>
                    <a:pt x="3093" y="750"/>
                    <a:pt x="3089" y="774"/>
                    <a:pt x="3071" y="774"/>
                  </a:cubicBezTo>
                  <a:cubicBezTo>
                    <a:pt x="3059" y="774"/>
                    <a:pt x="3041" y="764"/>
                    <a:pt x="3016" y="744"/>
                  </a:cubicBezTo>
                  <a:cubicBezTo>
                    <a:pt x="2996" y="736"/>
                    <a:pt x="2977" y="732"/>
                    <a:pt x="2958" y="732"/>
                  </a:cubicBezTo>
                  <a:cubicBezTo>
                    <a:pt x="2896" y="732"/>
                    <a:pt x="2848" y="770"/>
                    <a:pt x="2862" y="794"/>
                  </a:cubicBezTo>
                  <a:cubicBezTo>
                    <a:pt x="2894" y="834"/>
                    <a:pt x="2863" y="887"/>
                    <a:pt x="2820" y="887"/>
                  </a:cubicBezTo>
                  <a:cubicBezTo>
                    <a:pt x="2812" y="887"/>
                    <a:pt x="2804" y="885"/>
                    <a:pt x="2796" y="882"/>
                  </a:cubicBezTo>
                  <a:cubicBezTo>
                    <a:pt x="2783" y="876"/>
                    <a:pt x="2772" y="873"/>
                    <a:pt x="2763" y="873"/>
                  </a:cubicBezTo>
                  <a:cubicBezTo>
                    <a:pt x="2741" y="873"/>
                    <a:pt x="2730" y="889"/>
                    <a:pt x="2727" y="922"/>
                  </a:cubicBezTo>
                  <a:cubicBezTo>
                    <a:pt x="2716" y="904"/>
                    <a:pt x="2698" y="890"/>
                    <a:pt x="2684" y="890"/>
                  </a:cubicBezTo>
                  <a:cubicBezTo>
                    <a:pt x="2674" y="890"/>
                    <a:pt x="2666" y="898"/>
                    <a:pt x="2665" y="916"/>
                  </a:cubicBezTo>
                  <a:cubicBezTo>
                    <a:pt x="2665" y="916"/>
                    <a:pt x="2643" y="932"/>
                    <a:pt x="2684" y="951"/>
                  </a:cubicBezTo>
                  <a:lnTo>
                    <a:pt x="2680" y="1041"/>
                  </a:lnTo>
                  <a:cubicBezTo>
                    <a:pt x="2684" y="1039"/>
                    <a:pt x="2688" y="1037"/>
                    <a:pt x="2692" y="1037"/>
                  </a:cubicBezTo>
                  <a:cubicBezTo>
                    <a:pt x="2710" y="1037"/>
                    <a:pt x="2727" y="1066"/>
                    <a:pt x="2743" y="1092"/>
                  </a:cubicBezTo>
                  <a:cubicBezTo>
                    <a:pt x="2753" y="1108"/>
                    <a:pt x="2729" y="1121"/>
                    <a:pt x="2690" y="1121"/>
                  </a:cubicBezTo>
                  <a:cubicBezTo>
                    <a:pt x="2653" y="1121"/>
                    <a:pt x="2602" y="1109"/>
                    <a:pt x="2552" y="1076"/>
                  </a:cubicBezTo>
                  <a:lnTo>
                    <a:pt x="2467" y="1041"/>
                  </a:lnTo>
                  <a:lnTo>
                    <a:pt x="2508" y="1104"/>
                  </a:lnTo>
                  <a:cubicBezTo>
                    <a:pt x="2496" y="1111"/>
                    <a:pt x="2484" y="1119"/>
                    <a:pt x="2472" y="1119"/>
                  </a:cubicBezTo>
                  <a:cubicBezTo>
                    <a:pt x="2462" y="1119"/>
                    <a:pt x="2452" y="1113"/>
                    <a:pt x="2442" y="1098"/>
                  </a:cubicBezTo>
                  <a:cubicBezTo>
                    <a:pt x="2431" y="1079"/>
                    <a:pt x="2427" y="1072"/>
                    <a:pt x="2420" y="1072"/>
                  </a:cubicBezTo>
                  <a:cubicBezTo>
                    <a:pt x="2416" y="1072"/>
                    <a:pt x="2411" y="1076"/>
                    <a:pt x="2401" y="1082"/>
                  </a:cubicBezTo>
                  <a:cubicBezTo>
                    <a:pt x="2401" y="1082"/>
                    <a:pt x="2380" y="1095"/>
                    <a:pt x="2398" y="1126"/>
                  </a:cubicBezTo>
                  <a:cubicBezTo>
                    <a:pt x="2425" y="1169"/>
                    <a:pt x="2434" y="1184"/>
                    <a:pt x="2426" y="1184"/>
                  </a:cubicBezTo>
                  <a:cubicBezTo>
                    <a:pt x="2422" y="1184"/>
                    <a:pt x="2413" y="1180"/>
                    <a:pt x="2398" y="1173"/>
                  </a:cubicBezTo>
                  <a:cubicBezTo>
                    <a:pt x="2374" y="1153"/>
                    <a:pt x="2355" y="1143"/>
                    <a:pt x="2343" y="1143"/>
                  </a:cubicBezTo>
                  <a:cubicBezTo>
                    <a:pt x="2324" y="1143"/>
                    <a:pt x="2320" y="1166"/>
                    <a:pt x="2329" y="1214"/>
                  </a:cubicBezTo>
                  <a:cubicBezTo>
                    <a:pt x="2351" y="1247"/>
                    <a:pt x="2361" y="1262"/>
                    <a:pt x="2357" y="1262"/>
                  </a:cubicBezTo>
                  <a:cubicBezTo>
                    <a:pt x="2353" y="1262"/>
                    <a:pt x="2337" y="1250"/>
                    <a:pt x="2307" y="1226"/>
                  </a:cubicBezTo>
                  <a:cubicBezTo>
                    <a:pt x="2293" y="1202"/>
                    <a:pt x="2264" y="1185"/>
                    <a:pt x="2242" y="1185"/>
                  </a:cubicBezTo>
                  <a:cubicBezTo>
                    <a:pt x="2236" y="1185"/>
                    <a:pt x="2231" y="1186"/>
                    <a:pt x="2226" y="1189"/>
                  </a:cubicBezTo>
                  <a:lnTo>
                    <a:pt x="2245" y="1223"/>
                  </a:lnTo>
                  <a:cubicBezTo>
                    <a:pt x="2275" y="1270"/>
                    <a:pt x="2271" y="1289"/>
                    <a:pt x="2248" y="1289"/>
                  </a:cubicBezTo>
                  <a:cubicBezTo>
                    <a:pt x="2240" y="1289"/>
                    <a:pt x="2231" y="1287"/>
                    <a:pt x="2220" y="1283"/>
                  </a:cubicBezTo>
                  <a:cubicBezTo>
                    <a:pt x="2213" y="1271"/>
                    <a:pt x="2206" y="1265"/>
                    <a:pt x="2199" y="1265"/>
                  </a:cubicBezTo>
                  <a:cubicBezTo>
                    <a:pt x="2185" y="1265"/>
                    <a:pt x="2170" y="1285"/>
                    <a:pt x="2154" y="1323"/>
                  </a:cubicBezTo>
                  <a:cubicBezTo>
                    <a:pt x="2127" y="1339"/>
                    <a:pt x="2109" y="1350"/>
                    <a:pt x="2094" y="1350"/>
                  </a:cubicBezTo>
                  <a:cubicBezTo>
                    <a:pt x="2085" y="1350"/>
                    <a:pt x="2077" y="1345"/>
                    <a:pt x="2069" y="1333"/>
                  </a:cubicBezTo>
                  <a:cubicBezTo>
                    <a:pt x="2050" y="1301"/>
                    <a:pt x="2040" y="1285"/>
                    <a:pt x="2036" y="1285"/>
                  </a:cubicBezTo>
                  <a:lnTo>
                    <a:pt x="2036" y="1285"/>
                  </a:lnTo>
                  <a:cubicBezTo>
                    <a:pt x="2033" y="1285"/>
                    <a:pt x="2038" y="1304"/>
                    <a:pt x="2047" y="1345"/>
                  </a:cubicBezTo>
                  <a:cubicBezTo>
                    <a:pt x="2045" y="1380"/>
                    <a:pt x="2044" y="1387"/>
                    <a:pt x="2013" y="1387"/>
                  </a:cubicBezTo>
                  <a:cubicBezTo>
                    <a:pt x="2005" y="1387"/>
                    <a:pt x="1995" y="1387"/>
                    <a:pt x="1982" y="1386"/>
                  </a:cubicBezTo>
                  <a:cubicBezTo>
                    <a:pt x="1965" y="1379"/>
                    <a:pt x="1954" y="1374"/>
                    <a:pt x="1948" y="1374"/>
                  </a:cubicBezTo>
                  <a:cubicBezTo>
                    <a:pt x="1938" y="1374"/>
                    <a:pt x="1938" y="1386"/>
                    <a:pt x="1938" y="1414"/>
                  </a:cubicBezTo>
                  <a:cubicBezTo>
                    <a:pt x="1972" y="1468"/>
                    <a:pt x="1991" y="1499"/>
                    <a:pt x="2010" y="1499"/>
                  </a:cubicBezTo>
                  <a:cubicBezTo>
                    <a:pt x="2013" y="1499"/>
                    <a:pt x="2016" y="1498"/>
                    <a:pt x="2019" y="1496"/>
                  </a:cubicBezTo>
                  <a:cubicBezTo>
                    <a:pt x="2028" y="1491"/>
                    <a:pt x="2033" y="1488"/>
                    <a:pt x="2037" y="1488"/>
                  </a:cubicBezTo>
                  <a:cubicBezTo>
                    <a:pt x="2044" y="1488"/>
                    <a:pt x="2048" y="1495"/>
                    <a:pt x="2060" y="1515"/>
                  </a:cubicBezTo>
                  <a:lnTo>
                    <a:pt x="2016" y="1543"/>
                  </a:lnTo>
                  <a:cubicBezTo>
                    <a:pt x="1985" y="1562"/>
                    <a:pt x="1960" y="1593"/>
                    <a:pt x="1950" y="1627"/>
                  </a:cubicBezTo>
                  <a:cubicBezTo>
                    <a:pt x="1932" y="1670"/>
                    <a:pt x="1948" y="1714"/>
                    <a:pt x="1966" y="1714"/>
                  </a:cubicBezTo>
                  <a:cubicBezTo>
                    <a:pt x="1974" y="1714"/>
                    <a:pt x="1982" y="1707"/>
                    <a:pt x="1988" y="1690"/>
                  </a:cubicBezTo>
                  <a:lnTo>
                    <a:pt x="2032" y="1709"/>
                  </a:lnTo>
                  <a:cubicBezTo>
                    <a:pt x="2057" y="1751"/>
                    <a:pt x="2080" y="1769"/>
                    <a:pt x="2093" y="1769"/>
                  </a:cubicBezTo>
                  <a:cubicBezTo>
                    <a:pt x="2110" y="1769"/>
                    <a:pt x="2109" y="1737"/>
                    <a:pt x="2076" y="1684"/>
                  </a:cubicBezTo>
                  <a:cubicBezTo>
                    <a:pt x="2039" y="1627"/>
                    <a:pt x="2024" y="1604"/>
                    <a:pt x="2030" y="1604"/>
                  </a:cubicBezTo>
                  <a:lnTo>
                    <a:pt x="2030" y="1604"/>
                  </a:lnTo>
                  <a:cubicBezTo>
                    <a:pt x="2034" y="1604"/>
                    <a:pt x="2049" y="1616"/>
                    <a:pt x="2076" y="1637"/>
                  </a:cubicBezTo>
                  <a:cubicBezTo>
                    <a:pt x="2100" y="1674"/>
                    <a:pt x="2117" y="1685"/>
                    <a:pt x="2132" y="1685"/>
                  </a:cubicBezTo>
                  <a:cubicBezTo>
                    <a:pt x="2142" y="1685"/>
                    <a:pt x="2151" y="1680"/>
                    <a:pt x="2160" y="1674"/>
                  </a:cubicBezTo>
                  <a:cubicBezTo>
                    <a:pt x="2169" y="1668"/>
                    <a:pt x="2174" y="1664"/>
                    <a:pt x="2179" y="1664"/>
                  </a:cubicBezTo>
                  <a:cubicBezTo>
                    <a:pt x="2186" y="1664"/>
                    <a:pt x="2191" y="1673"/>
                    <a:pt x="2204" y="1693"/>
                  </a:cubicBezTo>
                  <a:cubicBezTo>
                    <a:pt x="2218" y="1717"/>
                    <a:pt x="2247" y="1733"/>
                    <a:pt x="2269" y="1733"/>
                  </a:cubicBezTo>
                  <a:cubicBezTo>
                    <a:pt x="2276" y="1733"/>
                    <a:pt x="2283" y="1732"/>
                    <a:pt x="2289" y="1728"/>
                  </a:cubicBezTo>
                  <a:cubicBezTo>
                    <a:pt x="2311" y="1715"/>
                    <a:pt x="2311" y="1715"/>
                    <a:pt x="2289" y="1684"/>
                  </a:cubicBezTo>
                  <a:cubicBezTo>
                    <a:pt x="2265" y="1673"/>
                    <a:pt x="2270" y="1659"/>
                    <a:pt x="2291" y="1659"/>
                  </a:cubicBezTo>
                  <a:cubicBezTo>
                    <a:pt x="2305" y="1659"/>
                    <a:pt x="2328" y="1666"/>
                    <a:pt x="2354" y="1687"/>
                  </a:cubicBezTo>
                  <a:cubicBezTo>
                    <a:pt x="2369" y="1694"/>
                    <a:pt x="2378" y="1698"/>
                    <a:pt x="2382" y="1698"/>
                  </a:cubicBezTo>
                  <a:cubicBezTo>
                    <a:pt x="2390" y="1698"/>
                    <a:pt x="2381" y="1684"/>
                    <a:pt x="2354" y="1643"/>
                  </a:cubicBezTo>
                  <a:cubicBezTo>
                    <a:pt x="2328" y="1601"/>
                    <a:pt x="2337" y="1574"/>
                    <a:pt x="2363" y="1574"/>
                  </a:cubicBezTo>
                  <a:cubicBezTo>
                    <a:pt x="2377" y="1574"/>
                    <a:pt x="2398" y="1583"/>
                    <a:pt x="2420" y="1602"/>
                  </a:cubicBezTo>
                  <a:lnTo>
                    <a:pt x="2464" y="1574"/>
                  </a:lnTo>
                  <a:cubicBezTo>
                    <a:pt x="2486" y="1558"/>
                    <a:pt x="2467" y="1527"/>
                    <a:pt x="2445" y="1496"/>
                  </a:cubicBezTo>
                  <a:cubicBezTo>
                    <a:pt x="2420" y="1454"/>
                    <a:pt x="2412" y="1440"/>
                    <a:pt x="2421" y="1440"/>
                  </a:cubicBezTo>
                  <a:cubicBezTo>
                    <a:pt x="2426" y="1440"/>
                    <a:pt x="2435" y="1444"/>
                    <a:pt x="2448" y="1449"/>
                  </a:cubicBezTo>
                  <a:cubicBezTo>
                    <a:pt x="2474" y="1461"/>
                    <a:pt x="2495" y="1477"/>
                    <a:pt x="2511" y="1502"/>
                  </a:cubicBezTo>
                  <a:cubicBezTo>
                    <a:pt x="2519" y="1516"/>
                    <a:pt x="2528" y="1520"/>
                    <a:pt x="2537" y="1520"/>
                  </a:cubicBezTo>
                  <a:cubicBezTo>
                    <a:pt x="2549" y="1520"/>
                    <a:pt x="2561" y="1512"/>
                    <a:pt x="2574" y="1505"/>
                  </a:cubicBezTo>
                  <a:cubicBezTo>
                    <a:pt x="2596" y="1493"/>
                    <a:pt x="2640" y="1464"/>
                    <a:pt x="2621" y="1433"/>
                  </a:cubicBezTo>
                  <a:lnTo>
                    <a:pt x="2621" y="1433"/>
                  </a:lnTo>
                  <a:lnTo>
                    <a:pt x="2640" y="1464"/>
                  </a:lnTo>
                  <a:cubicBezTo>
                    <a:pt x="2644" y="1462"/>
                    <a:pt x="2648" y="1461"/>
                    <a:pt x="2651" y="1461"/>
                  </a:cubicBezTo>
                  <a:cubicBezTo>
                    <a:pt x="2661" y="1461"/>
                    <a:pt x="2668" y="1466"/>
                    <a:pt x="2670" y="1466"/>
                  </a:cubicBezTo>
                  <a:cubicBezTo>
                    <a:pt x="2672" y="1466"/>
                    <a:pt x="2669" y="1463"/>
                    <a:pt x="2662" y="1452"/>
                  </a:cubicBezTo>
                  <a:cubicBezTo>
                    <a:pt x="2680" y="1444"/>
                    <a:pt x="2701" y="1439"/>
                    <a:pt x="2720" y="1439"/>
                  </a:cubicBezTo>
                  <a:cubicBezTo>
                    <a:pt x="2730" y="1439"/>
                    <a:pt x="2740" y="1440"/>
                    <a:pt x="2749" y="1443"/>
                  </a:cubicBezTo>
                  <a:cubicBezTo>
                    <a:pt x="2750" y="1443"/>
                    <a:pt x="2751" y="1443"/>
                    <a:pt x="2752" y="1443"/>
                  </a:cubicBezTo>
                  <a:cubicBezTo>
                    <a:pt x="2813" y="1443"/>
                    <a:pt x="2839" y="1342"/>
                    <a:pt x="2734" y="1317"/>
                  </a:cubicBezTo>
                  <a:lnTo>
                    <a:pt x="2756" y="1305"/>
                  </a:lnTo>
                  <a:cubicBezTo>
                    <a:pt x="2778" y="1292"/>
                    <a:pt x="2756" y="1258"/>
                    <a:pt x="2756" y="1258"/>
                  </a:cubicBezTo>
                  <a:cubicBezTo>
                    <a:pt x="2737" y="1226"/>
                    <a:pt x="2759" y="1214"/>
                    <a:pt x="2781" y="1201"/>
                  </a:cubicBezTo>
                  <a:lnTo>
                    <a:pt x="2821" y="1264"/>
                  </a:lnTo>
                  <a:cubicBezTo>
                    <a:pt x="2840" y="1320"/>
                    <a:pt x="2867" y="1348"/>
                    <a:pt x="2883" y="1348"/>
                  </a:cubicBezTo>
                  <a:cubicBezTo>
                    <a:pt x="2898" y="1348"/>
                    <a:pt x="2904" y="1321"/>
                    <a:pt x="2884" y="1267"/>
                  </a:cubicBezTo>
                  <a:lnTo>
                    <a:pt x="2884" y="1267"/>
                  </a:lnTo>
                  <a:lnTo>
                    <a:pt x="2906" y="1301"/>
                  </a:lnTo>
                  <a:cubicBezTo>
                    <a:pt x="2913" y="1313"/>
                    <a:pt x="2920" y="1318"/>
                    <a:pt x="2927" y="1318"/>
                  </a:cubicBezTo>
                  <a:cubicBezTo>
                    <a:pt x="2941" y="1318"/>
                    <a:pt x="2956" y="1299"/>
                    <a:pt x="2972" y="1261"/>
                  </a:cubicBezTo>
                  <a:cubicBezTo>
                    <a:pt x="2994" y="1245"/>
                    <a:pt x="2975" y="1167"/>
                    <a:pt x="2956" y="1135"/>
                  </a:cubicBezTo>
                  <a:cubicBezTo>
                    <a:pt x="2934" y="1104"/>
                    <a:pt x="2956" y="1092"/>
                    <a:pt x="2956" y="1092"/>
                  </a:cubicBezTo>
                  <a:cubicBezTo>
                    <a:pt x="2965" y="1085"/>
                    <a:pt x="2970" y="1081"/>
                    <a:pt x="2975" y="1081"/>
                  </a:cubicBezTo>
                  <a:cubicBezTo>
                    <a:pt x="2982" y="1081"/>
                    <a:pt x="2987" y="1090"/>
                    <a:pt x="3000" y="1110"/>
                  </a:cubicBezTo>
                  <a:cubicBezTo>
                    <a:pt x="3014" y="1134"/>
                    <a:pt x="3029" y="1145"/>
                    <a:pt x="3042" y="1145"/>
                  </a:cubicBezTo>
                  <a:cubicBezTo>
                    <a:pt x="3062" y="1145"/>
                    <a:pt x="3076" y="1115"/>
                    <a:pt x="3066" y="1066"/>
                  </a:cubicBezTo>
                  <a:lnTo>
                    <a:pt x="3066" y="1066"/>
                  </a:lnTo>
                  <a:lnTo>
                    <a:pt x="3085" y="1101"/>
                  </a:lnTo>
                  <a:cubicBezTo>
                    <a:pt x="3093" y="1115"/>
                    <a:pt x="3106" y="1126"/>
                    <a:pt x="3126" y="1126"/>
                  </a:cubicBezTo>
                  <a:cubicBezTo>
                    <a:pt x="3151" y="1126"/>
                    <a:pt x="3187" y="1107"/>
                    <a:pt x="3238" y="1051"/>
                  </a:cubicBezTo>
                  <a:cubicBezTo>
                    <a:pt x="3304" y="1009"/>
                    <a:pt x="3357" y="975"/>
                    <a:pt x="3387" y="975"/>
                  </a:cubicBezTo>
                  <a:cubicBezTo>
                    <a:pt x="3398" y="975"/>
                    <a:pt x="3406" y="979"/>
                    <a:pt x="3411" y="988"/>
                  </a:cubicBezTo>
                  <a:cubicBezTo>
                    <a:pt x="3413" y="992"/>
                    <a:pt x="3416" y="993"/>
                    <a:pt x="3419" y="993"/>
                  </a:cubicBezTo>
                  <a:cubicBezTo>
                    <a:pt x="3442" y="993"/>
                    <a:pt x="3480" y="890"/>
                    <a:pt x="3483" y="809"/>
                  </a:cubicBezTo>
                  <a:cubicBezTo>
                    <a:pt x="3490" y="822"/>
                    <a:pt x="3499" y="828"/>
                    <a:pt x="3509" y="828"/>
                  </a:cubicBezTo>
                  <a:cubicBezTo>
                    <a:pt x="3524" y="828"/>
                    <a:pt x="3543" y="817"/>
                    <a:pt x="3570" y="800"/>
                  </a:cubicBezTo>
                  <a:cubicBezTo>
                    <a:pt x="3605" y="778"/>
                    <a:pt x="3622" y="768"/>
                    <a:pt x="3632" y="768"/>
                  </a:cubicBezTo>
                  <a:cubicBezTo>
                    <a:pt x="3642" y="768"/>
                    <a:pt x="3646" y="776"/>
                    <a:pt x="3655" y="791"/>
                  </a:cubicBezTo>
                  <a:cubicBezTo>
                    <a:pt x="3664" y="828"/>
                    <a:pt x="3669" y="848"/>
                    <a:pt x="3672" y="848"/>
                  </a:cubicBezTo>
                  <a:cubicBezTo>
                    <a:pt x="3675" y="848"/>
                    <a:pt x="3675" y="825"/>
                    <a:pt x="3677" y="778"/>
                  </a:cubicBezTo>
                  <a:cubicBezTo>
                    <a:pt x="3666" y="734"/>
                    <a:pt x="3689" y="712"/>
                    <a:pt x="3719" y="712"/>
                  </a:cubicBezTo>
                  <a:cubicBezTo>
                    <a:pt x="3742" y="712"/>
                    <a:pt x="3769" y="726"/>
                    <a:pt x="3787" y="753"/>
                  </a:cubicBezTo>
                  <a:cubicBezTo>
                    <a:pt x="3794" y="767"/>
                    <a:pt x="3803" y="773"/>
                    <a:pt x="3813" y="773"/>
                  </a:cubicBezTo>
                  <a:cubicBezTo>
                    <a:pt x="3827" y="773"/>
                    <a:pt x="3845" y="762"/>
                    <a:pt x="3871" y="747"/>
                  </a:cubicBezTo>
                  <a:cubicBezTo>
                    <a:pt x="3874" y="700"/>
                    <a:pt x="3915" y="672"/>
                    <a:pt x="3962" y="647"/>
                  </a:cubicBezTo>
                  <a:cubicBezTo>
                    <a:pt x="4028" y="609"/>
                    <a:pt x="4031" y="609"/>
                    <a:pt x="3997" y="543"/>
                  </a:cubicBezTo>
                  <a:cubicBezTo>
                    <a:pt x="3965" y="474"/>
                    <a:pt x="3990" y="462"/>
                    <a:pt x="4047" y="440"/>
                  </a:cubicBezTo>
                  <a:cubicBezTo>
                    <a:pt x="4059" y="434"/>
                    <a:pt x="4072" y="430"/>
                    <a:pt x="4083" y="430"/>
                  </a:cubicBezTo>
                  <a:cubicBezTo>
                    <a:pt x="4097" y="430"/>
                    <a:pt x="4109" y="436"/>
                    <a:pt x="4116" y="455"/>
                  </a:cubicBezTo>
                  <a:cubicBezTo>
                    <a:pt x="4116" y="455"/>
                    <a:pt x="4143" y="476"/>
                    <a:pt x="4167" y="476"/>
                  </a:cubicBezTo>
                  <a:cubicBezTo>
                    <a:pt x="4171" y="476"/>
                    <a:pt x="4175" y="476"/>
                    <a:pt x="4178" y="474"/>
                  </a:cubicBezTo>
                  <a:cubicBezTo>
                    <a:pt x="4189" y="472"/>
                    <a:pt x="4200" y="469"/>
                    <a:pt x="4209" y="469"/>
                  </a:cubicBezTo>
                  <a:cubicBezTo>
                    <a:pt x="4225" y="469"/>
                    <a:pt x="4237" y="476"/>
                    <a:pt x="4241" y="499"/>
                  </a:cubicBezTo>
                  <a:cubicBezTo>
                    <a:pt x="4263" y="516"/>
                    <a:pt x="4287" y="525"/>
                    <a:pt x="4314" y="525"/>
                  </a:cubicBezTo>
                  <a:cubicBezTo>
                    <a:pt x="4318" y="525"/>
                    <a:pt x="4322" y="525"/>
                    <a:pt x="4326" y="524"/>
                  </a:cubicBezTo>
                  <a:cubicBezTo>
                    <a:pt x="4340" y="522"/>
                    <a:pt x="4355" y="521"/>
                    <a:pt x="4369" y="521"/>
                  </a:cubicBezTo>
                  <a:cubicBezTo>
                    <a:pt x="4402" y="521"/>
                    <a:pt x="4429" y="529"/>
                    <a:pt x="4429" y="556"/>
                  </a:cubicBezTo>
                  <a:cubicBezTo>
                    <a:pt x="4454" y="556"/>
                    <a:pt x="4454" y="556"/>
                    <a:pt x="4454" y="518"/>
                  </a:cubicBezTo>
                  <a:cubicBezTo>
                    <a:pt x="4452" y="493"/>
                    <a:pt x="4465" y="467"/>
                    <a:pt x="4505" y="467"/>
                  </a:cubicBezTo>
                  <a:cubicBezTo>
                    <a:pt x="4525" y="467"/>
                    <a:pt x="4551" y="473"/>
                    <a:pt x="4586" y="490"/>
                  </a:cubicBezTo>
                  <a:cubicBezTo>
                    <a:pt x="4617" y="493"/>
                    <a:pt x="4656" y="502"/>
                    <a:pt x="4686" y="502"/>
                  </a:cubicBezTo>
                  <a:cubicBezTo>
                    <a:pt x="4707" y="502"/>
                    <a:pt x="4723" y="498"/>
                    <a:pt x="4727" y="484"/>
                  </a:cubicBezTo>
                  <a:cubicBezTo>
                    <a:pt x="4755" y="490"/>
                    <a:pt x="4755" y="490"/>
                    <a:pt x="4742" y="524"/>
                  </a:cubicBezTo>
                  <a:cubicBezTo>
                    <a:pt x="4729" y="568"/>
                    <a:pt x="4739" y="591"/>
                    <a:pt x="4767" y="591"/>
                  </a:cubicBezTo>
                  <a:cubicBezTo>
                    <a:pt x="4785" y="591"/>
                    <a:pt x="4811" y="582"/>
                    <a:pt x="4843" y="562"/>
                  </a:cubicBezTo>
                  <a:cubicBezTo>
                    <a:pt x="4848" y="549"/>
                    <a:pt x="4855" y="542"/>
                    <a:pt x="4862" y="542"/>
                  </a:cubicBezTo>
                  <a:cubicBezTo>
                    <a:pt x="4874" y="542"/>
                    <a:pt x="4886" y="558"/>
                    <a:pt x="4890" y="587"/>
                  </a:cubicBezTo>
                  <a:cubicBezTo>
                    <a:pt x="4897" y="589"/>
                    <a:pt x="4904" y="590"/>
                    <a:pt x="4912" y="590"/>
                  </a:cubicBezTo>
                  <a:cubicBezTo>
                    <a:pt x="4926" y="590"/>
                    <a:pt x="4941" y="586"/>
                    <a:pt x="4956" y="578"/>
                  </a:cubicBezTo>
                  <a:cubicBezTo>
                    <a:pt x="4969" y="572"/>
                    <a:pt x="4979" y="569"/>
                    <a:pt x="4986" y="569"/>
                  </a:cubicBezTo>
                  <a:cubicBezTo>
                    <a:pt x="5001" y="569"/>
                    <a:pt x="5008" y="583"/>
                    <a:pt x="5024" y="625"/>
                  </a:cubicBezTo>
                  <a:cubicBezTo>
                    <a:pt x="5003" y="653"/>
                    <a:pt x="5024" y="672"/>
                    <a:pt x="5046" y="687"/>
                  </a:cubicBezTo>
                  <a:cubicBezTo>
                    <a:pt x="5078" y="687"/>
                    <a:pt x="5153" y="737"/>
                    <a:pt x="5209" y="803"/>
                  </a:cubicBezTo>
                  <a:cubicBezTo>
                    <a:pt x="5266" y="866"/>
                    <a:pt x="5297" y="944"/>
                    <a:pt x="5288" y="963"/>
                  </a:cubicBezTo>
                  <a:cubicBezTo>
                    <a:pt x="5335" y="963"/>
                    <a:pt x="5335" y="963"/>
                    <a:pt x="5347" y="985"/>
                  </a:cubicBezTo>
                  <a:cubicBezTo>
                    <a:pt x="5319" y="1021"/>
                    <a:pt x="5322" y="1037"/>
                    <a:pt x="5341" y="1037"/>
                  </a:cubicBezTo>
                  <a:cubicBezTo>
                    <a:pt x="5356" y="1037"/>
                    <a:pt x="5380" y="1028"/>
                    <a:pt x="5407" y="1010"/>
                  </a:cubicBezTo>
                  <a:lnTo>
                    <a:pt x="5394" y="988"/>
                  </a:lnTo>
                  <a:lnTo>
                    <a:pt x="5379" y="966"/>
                  </a:lnTo>
                  <a:cubicBezTo>
                    <a:pt x="5393" y="957"/>
                    <a:pt x="5406" y="954"/>
                    <a:pt x="5416" y="954"/>
                  </a:cubicBezTo>
                  <a:cubicBezTo>
                    <a:pt x="5456" y="954"/>
                    <a:pt x="5464" y="1005"/>
                    <a:pt x="5388" y="1054"/>
                  </a:cubicBezTo>
                  <a:cubicBezTo>
                    <a:pt x="5355" y="1093"/>
                    <a:pt x="5344" y="1107"/>
                    <a:pt x="5362" y="1107"/>
                  </a:cubicBezTo>
                  <a:cubicBezTo>
                    <a:pt x="5372" y="1107"/>
                    <a:pt x="5390" y="1103"/>
                    <a:pt x="5416" y="1098"/>
                  </a:cubicBezTo>
                  <a:cubicBezTo>
                    <a:pt x="5434" y="1093"/>
                    <a:pt x="5449" y="1091"/>
                    <a:pt x="5460" y="1091"/>
                  </a:cubicBezTo>
                  <a:cubicBezTo>
                    <a:pt x="5497" y="1091"/>
                    <a:pt x="5495" y="1115"/>
                    <a:pt x="5457" y="1164"/>
                  </a:cubicBezTo>
                  <a:cubicBezTo>
                    <a:pt x="5419" y="1186"/>
                    <a:pt x="5404" y="1195"/>
                    <a:pt x="5415" y="1195"/>
                  </a:cubicBezTo>
                  <a:cubicBezTo>
                    <a:pt x="5422" y="1195"/>
                    <a:pt x="5440" y="1192"/>
                    <a:pt x="5469" y="1186"/>
                  </a:cubicBezTo>
                  <a:cubicBezTo>
                    <a:pt x="5507" y="1177"/>
                    <a:pt x="5540" y="1172"/>
                    <a:pt x="5566" y="1172"/>
                  </a:cubicBezTo>
                  <a:cubicBezTo>
                    <a:pt x="5649" y="1172"/>
                    <a:pt x="5667" y="1214"/>
                    <a:pt x="5570" y="1273"/>
                  </a:cubicBezTo>
                  <a:cubicBezTo>
                    <a:pt x="5507" y="1314"/>
                    <a:pt x="5488" y="1358"/>
                    <a:pt x="5504" y="1380"/>
                  </a:cubicBezTo>
                  <a:cubicBezTo>
                    <a:pt x="5508" y="1386"/>
                    <a:pt x="5513" y="1389"/>
                    <a:pt x="5520" y="1389"/>
                  </a:cubicBezTo>
                  <a:cubicBezTo>
                    <a:pt x="5535" y="1389"/>
                    <a:pt x="5557" y="1374"/>
                    <a:pt x="5579" y="1361"/>
                  </a:cubicBezTo>
                  <a:cubicBezTo>
                    <a:pt x="5599" y="1337"/>
                    <a:pt x="5613" y="1325"/>
                    <a:pt x="5621" y="1325"/>
                  </a:cubicBezTo>
                  <a:cubicBezTo>
                    <a:pt x="5633" y="1325"/>
                    <a:pt x="5630" y="1353"/>
                    <a:pt x="5607" y="1405"/>
                  </a:cubicBezTo>
                  <a:cubicBezTo>
                    <a:pt x="5551" y="1530"/>
                    <a:pt x="5579" y="1574"/>
                    <a:pt x="5686" y="1599"/>
                  </a:cubicBezTo>
                  <a:cubicBezTo>
                    <a:pt x="5787" y="1642"/>
                    <a:pt x="5831" y="1696"/>
                    <a:pt x="5777" y="1696"/>
                  </a:cubicBezTo>
                  <a:cubicBezTo>
                    <a:pt x="5768" y="1696"/>
                    <a:pt x="5755" y="1694"/>
                    <a:pt x="5739" y="1690"/>
                  </a:cubicBezTo>
                  <a:cubicBezTo>
                    <a:pt x="5709" y="1688"/>
                    <a:pt x="5688" y="1687"/>
                    <a:pt x="5677" y="1687"/>
                  </a:cubicBezTo>
                  <a:cubicBezTo>
                    <a:pt x="5655" y="1687"/>
                    <a:pt x="5668" y="1692"/>
                    <a:pt x="5708" y="1709"/>
                  </a:cubicBezTo>
                  <a:lnTo>
                    <a:pt x="5777" y="1819"/>
                  </a:lnTo>
                  <a:cubicBezTo>
                    <a:pt x="5783" y="1830"/>
                    <a:pt x="5800" y="1837"/>
                    <a:pt x="5819" y="1837"/>
                  </a:cubicBezTo>
                  <a:cubicBezTo>
                    <a:pt x="5835" y="1837"/>
                    <a:pt x="5853" y="1832"/>
                    <a:pt x="5867" y="1822"/>
                  </a:cubicBezTo>
                  <a:lnTo>
                    <a:pt x="5867" y="1822"/>
                  </a:lnTo>
                  <a:cubicBezTo>
                    <a:pt x="5817" y="1884"/>
                    <a:pt x="5811" y="1950"/>
                    <a:pt x="5902" y="1953"/>
                  </a:cubicBezTo>
                  <a:lnTo>
                    <a:pt x="5930" y="1997"/>
                  </a:lnTo>
                  <a:cubicBezTo>
                    <a:pt x="5943" y="2019"/>
                    <a:pt x="5943" y="2019"/>
                    <a:pt x="5990" y="2019"/>
                  </a:cubicBezTo>
                  <a:cubicBezTo>
                    <a:pt x="6037" y="2022"/>
                    <a:pt x="6018" y="2066"/>
                    <a:pt x="5999" y="2107"/>
                  </a:cubicBezTo>
                  <a:cubicBezTo>
                    <a:pt x="5984" y="2140"/>
                    <a:pt x="5968" y="2175"/>
                    <a:pt x="5980" y="2175"/>
                  </a:cubicBezTo>
                  <a:cubicBezTo>
                    <a:pt x="5983" y="2175"/>
                    <a:pt x="5987" y="2174"/>
                    <a:pt x="5993" y="2170"/>
                  </a:cubicBezTo>
                  <a:cubicBezTo>
                    <a:pt x="6002" y="2164"/>
                    <a:pt x="6013" y="2163"/>
                    <a:pt x="6026" y="2163"/>
                  </a:cubicBezTo>
                  <a:cubicBezTo>
                    <a:pt x="6059" y="2163"/>
                    <a:pt x="6099" y="2176"/>
                    <a:pt x="6131" y="2176"/>
                  </a:cubicBezTo>
                  <a:cubicBezTo>
                    <a:pt x="6178" y="2179"/>
                    <a:pt x="6159" y="2220"/>
                    <a:pt x="6112" y="2220"/>
                  </a:cubicBezTo>
                  <a:cubicBezTo>
                    <a:pt x="6081" y="2239"/>
                    <a:pt x="6081" y="2239"/>
                    <a:pt x="6077" y="2304"/>
                  </a:cubicBezTo>
                  <a:cubicBezTo>
                    <a:pt x="6088" y="2322"/>
                    <a:pt x="6108" y="2354"/>
                    <a:pt x="6132" y="2354"/>
                  </a:cubicBezTo>
                  <a:cubicBezTo>
                    <a:pt x="6138" y="2354"/>
                    <a:pt x="6144" y="2352"/>
                    <a:pt x="6150" y="2348"/>
                  </a:cubicBezTo>
                  <a:cubicBezTo>
                    <a:pt x="6152" y="2347"/>
                    <a:pt x="6154" y="2346"/>
                    <a:pt x="6156" y="2346"/>
                  </a:cubicBezTo>
                  <a:cubicBezTo>
                    <a:pt x="6191" y="2346"/>
                    <a:pt x="6261" y="2464"/>
                    <a:pt x="6244" y="2502"/>
                  </a:cubicBezTo>
                  <a:cubicBezTo>
                    <a:pt x="6244" y="2502"/>
                    <a:pt x="6259" y="2524"/>
                    <a:pt x="6272" y="2546"/>
                  </a:cubicBezTo>
                  <a:cubicBezTo>
                    <a:pt x="6284" y="2568"/>
                    <a:pt x="6331" y="2571"/>
                    <a:pt x="6344" y="2593"/>
                  </a:cubicBezTo>
                  <a:cubicBezTo>
                    <a:pt x="6359" y="2608"/>
                    <a:pt x="6381" y="2618"/>
                    <a:pt x="6403" y="2618"/>
                  </a:cubicBezTo>
                  <a:cubicBezTo>
                    <a:pt x="6419" y="2640"/>
                    <a:pt x="6432" y="2662"/>
                    <a:pt x="6400" y="2680"/>
                  </a:cubicBezTo>
                  <a:cubicBezTo>
                    <a:pt x="6428" y="2674"/>
                    <a:pt x="6446" y="2669"/>
                    <a:pt x="6455" y="2669"/>
                  </a:cubicBezTo>
                  <a:cubicBezTo>
                    <a:pt x="6472" y="2669"/>
                    <a:pt x="6461" y="2684"/>
                    <a:pt x="6428" y="2724"/>
                  </a:cubicBezTo>
                  <a:cubicBezTo>
                    <a:pt x="6389" y="2749"/>
                    <a:pt x="6373" y="2758"/>
                    <a:pt x="6383" y="2758"/>
                  </a:cubicBezTo>
                  <a:cubicBezTo>
                    <a:pt x="6390" y="2758"/>
                    <a:pt x="6409" y="2754"/>
                    <a:pt x="6441" y="2746"/>
                  </a:cubicBezTo>
                  <a:cubicBezTo>
                    <a:pt x="6485" y="2749"/>
                    <a:pt x="6485" y="2749"/>
                    <a:pt x="6469" y="2790"/>
                  </a:cubicBezTo>
                  <a:cubicBezTo>
                    <a:pt x="6445" y="2806"/>
                    <a:pt x="6445" y="2821"/>
                    <a:pt x="6459" y="2821"/>
                  </a:cubicBezTo>
                  <a:cubicBezTo>
                    <a:pt x="6465" y="2821"/>
                    <a:pt x="6473" y="2818"/>
                    <a:pt x="6482" y="2812"/>
                  </a:cubicBezTo>
                  <a:cubicBezTo>
                    <a:pt x="6494" y="2809"/>
                    <a:pt x="6506" y="2808"/>
                    <a:pt x="6517" y="2808"/>
                  </a:cubicBezTo>
                  <a:cubicBezTo>
                    <a:pt x="6579" y="2808"/>
                    <a:pt x="6622" y="2847"/>
                    <a:pt x="6569" y="2881"/>
                  </a:cubicBezTo>
                  <a:cubicBezTo>
                    <a:pt x="6580" y="2895"/>
                    <a:pt x="6598" y="2903"/>
                    <a:pt x="6619" y="2903"/>
                  </a:cubicBezTo>
                  <a:cubicBezTo>
                    <a:pt x="6623" y="2903"/>
                    <a:pt x="6626" y="2903"/>
                    <a:pt x="6629" y="2903"/>
                  </a:cubicBezTo>
                  <a:cubicBezTo>
                    <a:pt x="6658" y="2897"/>
                    <a:pt x="6676" y="2893"/>
                    <a:pt x="6684" y="2893"/>
                  </a:cubicBezTo>
                  <a:cubicBezTo>
                    <a:pt x="6695" y="2893"/>
                    <a:pt x="6680" y="2902"/>
                    <a:pt x="6642" y="2925"/>
                  </a:cubicBezTo>
                  <a:cubicBezTo>
                    <a:pt x="6602" y="2975"/>
                    <a:pt x="6601" y="2999"/>
                    <a:pt x="6642" y="2999"/>
                  </a:cubicBezTo>
                  <a:cubicBezTo>
                    <a:pt x="6653" y="2999"/>
                    <a:pt x="6666" y="2997"/>
                    <a:pt x="6682" y="2994"/>
                  </a:cubicBezTo>
                  <a:cubicBezTo>
                    <a:pt x="6682" y="2994"/>
                    <a:pt x="6729" y="2994"/>
                    <a:pt x="6710" y="3038"/>
                  </a:cubicBezTo>
                  <a:cubicBezTo>
                    <a:pt x="6705" y="3090"/>
                    <a:pt x="6739" y="3206"/>
                    <a:pt x="6780" y="3206"/>
                  </a:cubicBezTo>
                  <a:cubicBezTo>
                    <a:pt x="6788" y="3206"/>
                    <a:pt x="6796" y="3201"/>
                    <a:pt x="6804" y="3191"/>
                  </a:cubicBezTo>
                  <a:lnTo>
                    <a:pt x="6833" y="3235"/>
                  </a:lnTo>
                  <a:cubicBezTo>
                    <a:pt x="6826" y="3298"/>
                    <a:pt x="6842" y="3320"/>
                    <a:pt x="6886" y="3323"/>
                  </a:cubicBezTo>
                  <a:lnTo>
                    <a:pt x="6933" y="3323"/>
                  </a:lnTo>
                  <a:cubicBezTo>
                    <a:pt x="6902" y="3345"/>
                    <a:pt x="6883" y="3385"/>
                    <a:pt x="6895" y="3407"/>
                  </a:cubicBezTo>
                  <a:cubicBezTo>
                    <a:pt x="6903" y="3419"/>
                    <a:pt x="6907" y="3424"/>
                    <a:pt x="6914" y="3424"/>
                  </a:cubicBezTo>
                  <a:cubicBezTo>
                    <a:pt x="6919" y="3424"/>
                    <a:pt x="6927" y="3420"/>
                    <a:pt x="6942" y="3411"/>
                  </a:cubicBezTo>
                  <a:cubicBezTo>
                    <a:pt x="6950" y="3393"/>
                    <a:pt x="6956" y="3386"/>
                    <a:pt x="6962" y="3386"/>
                  </a:cubicBezTo>
                  <a:cubicBezTo>
                    <a:pt x="6971" y="3386"/>
                    <a:pt x="6979" y="3401"/>
                    <a:pt x="6986" y="3414"/>
                  </a:cubicBezTo>
                  <a:cubicBezTo>
                    <a:pt x="7002" y="3436"/>
                    <a:pt x="6983" y="3476"/>
                    <a:pt x="6952" y="3495"/>
                  </a:cubicBezTo>
                  <a:lnTo>
                    <a:pt x="6964" y="3517"/>
                  </a:lnTo>
                  <a:cubicBezTo>
                    <a:pt x="6989" y="3502"/>
                    <a:pt x="7007" y="3497"/>
                    <a:pt x="7017" y="3497"/>
                  </a:cubicBezTo>
                  <a:cubicBezTo>
                    <a:pt x="7032" y="3497"/>
                    <a:pt x="7030" y="3509"/>
                    <a:pt x="7011" y="3520"/>
                  </a:cubicBezTo>
                  <a:cubicBezTo>
                    <a:pt x="6996" y="3548"/>
                    <a:pt x="6999" y="3583"/>
                    <a:pt x="7018" y="3608"/>
                  </a:cubicBezTo>
                  <a:cubicBezTo>
                    <a:pt x="7025" y="3603"/>
                    <a:pt x="7030" y="3602"/>
                    <a:pt x="7033" y="3602"/>
                  </a:cubicBezTo>
                  <a:cubicBezTo>
                    <a:pt x="7041" y="3602"/>
                    <a:pt x="7036" y="3614"/>
                    <a:pt x="7027" y="3614"/>
                  </a:cubicBezTo>
                  <a:cubicBezTo>
                    <a:pt x="7024" y="3614"/>
                    <a:pt x="7021" y="3613"/>
                    <a:pt x="7018" y="3608"/>
                  </a:cubicBezTo>
                  <a:lnTo>
                    <a:pt x="6986" y="3627"/>
                  </a:lnTo>
                  <a:cubicBezTo>
                    <a:pt x="6978" y="3645"/>
                    <a:pt x="6980" y="3651"/>
                    <a:pt x="6987" y="3651"/>
                  </a:cubicBezTo>
                  <a:cubicBezTo>
                    <a:pt x="6997" y="3651"/>
                    <a:pt x="7016" y="3640"/>
                    <a:pt x="7033" y="3630"/>
                  </a:cubicBezTo>
                  <a:cubicBezTo>
                    <a:pt x="7033" y="3630"/>
                    <a:pt x="7046" y="3652"/>
                    <a:pt x="7061" y="3674"/>
                  </a:cubicBezTo>
                  <a:cubicBezTo>
                    <a:pt x="7069" y="3686"/>
                    <a:pt x="7076" y="3699"/>
                    <a:pt x="7084" y="3699"/>
                  </a:cubicBezTo>
                  <a:cubicBezTo>
                    <a:pt x="7091" y="3699"/>
                    <a:pt x="7097" y="3692"/>
                    <a:pt x="7105" y="3674"/>
                  </a:cubicBezTo>
                  <a:cubicBezTo>
                    <a:pt x="7127" y="3661"/>
                    <a:pt x="7151" y="3646"/>
                    <a:pt x="7167" y="3646"/>
                  </a:cubicBezTo>
                  <a:cubicBezTo>
                    <a:pt x="7174" y="3646"/>
                    <a:pt x="7180" y="3648"/>
                    <a:pt x="7184" y="3655"/>
                  </a:cubicBezTo>
                  <a:cubicBezTo>
                    <a:pt x="7190" y="3651"/>
                    <a:pt x="7194" y="3650"/>
                    <a:pt x="7197" y="3650"/>
                  </a:cubicBezTo>
                  <a:cubicBezTo>
                    <a:pt x="7205" y="3650"/>
                    <a:pt x="7200" y="3662"/>
                    <a:pt x="7192" y="3662"/>
                  </a:cubicBezTo>
                  <a:cubicBezTo>
                    <a:pt x="7190" y="3662"/>
                    <a:pt x="7186" y="3660"/>
                    <a:pt x="7184" y="3655"/>
                  </a:cubicBezTo>
                  <a:cubicBezTo>
                    <a:pt x="7152" y="3677"/>
                    <a:pt x="7118" y="3696"/>
                    <a:pt x="7134" y="3718"/>
                  </a:cubicBezTo>
                  <a:cubicBezTo>
                    <a:pt x="7146" y="3740"/>
                    <a:pt x="7115" y="3762"/>
                    <a:pt x="7115" y="3762"/>
                  </a:cubicBezTo>
                  <a:cubicBezTo>
                    <a:pt x="7036" y="3777"/>
                    <a:pt x="7124" y="3846"/>
                    <a:pt x="7168" y="3849"/>
                  </a:cubicBezTo>
                  <a:cubicBezTo>
                    <a:pt x="7262" y="3852"/>
                    <a:pt x="7275" y="3874"/>
                    <a:pt x="7209" y="3915"/>
                  </a:cubicBezTo>
                  <a:cubicBezTo>
                    <a:pt x="7176" y="3937"/>
                    <a:pt x="7185" y="3948"/>
                    <a:pt x="7218" y="3948"/>
                  </a:cubicBezTo>
                  <a:cubicBezTo>
                    <a:pt x="7248" y="3948"/>
                    <a:pt x="7295" y="3939"/>
                    <a:pt x="7347" y="3921"/>
                  </a:cubicBezTo>
                  <a:lnTo>
                    <a:pt x="7456" y="3881"/>
                  </a:lnTo>
                  <a:lnTo>
                    <a:pt x="7362" y="3943"/>
                  </a:lnTo>
                  <a:cubicBezTo>
                    <a:pt x="7246" y="4044"/>
                    <a:pt x="7246" y="4044"/>
                    <a:pt x="7353" y="4072"/>
                  </a:cubicBezTo>
                  <a:cubicBezTo>
                    <a:pt x="7409" y="4094"/>
                    <a:pt x="7409" y="4094"/>
                    <a:pt x="7378" y="4116"/>
                  </a:cubicBezTo>
                  <a:cubicBezTo>
                    <a:pt x="7347" y="4134"/>
                    <a:pt x="7359" y="4156"/>
                    <a:pt x="7400" y="4222"/>
                  </a:cubicBezTo>
                  <a:cubicBezTo>
                    <a:pt x="7434" y="4273"/>
                    <a:pt x="7449" y="4298"/>
                    <a:pt x="7468" y="4298"/>
                  </a:cubicBezTo>
                  <a:cubicBezTo>
                    <a:pt x="7474" y="4298"/>
                    <a:pt x="7480" y="4295"/>
                    <a:pt x="7488" y="4291"/>
                  </a:cubicBezTo>
                  <a:lnTo>
                    <a:pt x="7516" y="4335"/>
                  </a:lnTo>
                  <a:cubicBezTo>
                    <a:pt x="7487" y="4372"/>
                    <a:pt x="7495" y="4394"/>
                    <a:pt x="7517" y="4394"/>
                  </a:cubicBezTo>
                  <a:cubicBezTo>
                    <a:pt x="7532" y="4394"/>
                    <a:pt x="7555" y="4383"/>
                    <a:pt x="7575" y="4357"/>
                  </a:cubicBezTo>
                  <a:lnTo>
                    <a:pt x="7604" y="4401"/>
                  </a:lnTo>
                  <a:lnTo>
                    <a:pt x="7569" y="4423"/>
                  </a:lnTo>
                  <a:cubicBezTo>
                    <a:pt x="7538" y="4442"/>
                    <a:pt x="7566" y="4485"/>
                    <a:pt x="7676" y="4661"/>
                  </a:cubicBezTo>
                  <a:cubicBezTo>
                    <a:pt x="7775" y="4829"/>
                    <a:pt x="7789" y="4885"/>
                    <a:pt x="7832" y="4885"/>
                  </a:cubicBezTo>
                  <a:cubicBezTo>
                    <a:pt x="7842" y="4885"/>
                    <a:pt x="7853" y="4882"/>
                    <a:pt x="7867" y="4877"/>
                  </a:cubicBezTo>
                  <a:cubicBezTo>
                    <a:pt x="7945" y="4880"/>
                    <a:pt x="7958" y="4912"/>
                    <a:pt x="7882" y="4934"/>
                  </a:cubicBezTo>
                  <a:cubicBezTo>
                    <a:pt x="7852" y="4942"/>
                    <a:pt x="7826" y="4973"/>
                    <a:pt x="7845" y="4973"/>
                  </a:cubicBezTo>
                  <a:cubicBezTo>
                    <a:pt x="7847" y="4973"/>
                    <a:pt x="7851" y="4972"/>
                    <a:pt x="7854" y="4971"/>
                  </a:cubicBezTo>
                  <a:lnTo>
                    <a:pt x="7854" y="4971"/>
                  </a:lnTo>
                  <a:cubicBezTo>
                    <a:pt x="7864" y="4999"/>
                    <a:pt x="7854" y="5034"/>
                    <a:pt x="7835" y="5059"/>
                  </a:cubicBezTo>
                  <a:cubicBezTo>
                    <a:pt x="7777" y="5144"/>
                    <a:pt x="7806" y="5166"/>
                    <a:pt x="7841" y="5166"/>
                  </a:cubicBezTo>
                  <a:cubicBezTo>
                    <a:pt x="7843" y="5166"/>
                    <a:pt x="7846" y="5166"/>
                    <a:pt x="7848" y="5165"/>
                  </a:cubicBezTo>
                  <a:cubicBezTo>
                    <a:pt x="7869" y="5156"/>
                    <a:pt x="7882" y="5152"/>
                    <a:pt x="7887" y="5152"/>
                  </a:cubicBezTo>
                  <a:cubicBezTo>
                    <a:pt x="7901" y="5152"/>
                    <a:pt x="7878" y="5174"/>
                    <a:pt x="7851" y="5194"/>
                  </a:cubicBezTo>
                  <a:cubicBezTo>
                    <a:pt x="7814" y="5222"/>
                    <a:pt x="7776" y="5247"/>
                    <a:pt x="7814" y="5247"/>
                  </a:cubicBezTo>
                  <a:cubicBezTo>
                    <a:pt x="7852" y="5271"/>
                    <a:pt x="7868" y="5427"/>
                    <a:pt x="7803" y="5427"/>
                  </a:cubicBezTo>
                  <a:cubicBezTo>
                    <a:pt x="7799" y="5427"/>
                    <a:pt x="7796" y="5427"/>
                    <a:pt x="7792" y="5426"/>
                  </a:cubicBezTo>
                  <a:cubicBezTo>
                    <a:pt x="7792" y="5444"/>
                    <a:pt x="7785" y="5460"/>
                    <a:pt x="7782" y="5476"/>
                  </a:cubicBezTo>
                  <a:cubicBezTo>
                    <a:pt x="7817" y="5485"/>
                    <a:pt x="7807" y="5538"/>
                    <a:pt x="7785" y="5589"/>
                  </a:cubicBezTo>
                  <a:cubicBezTo>
                    <a:pt x="7770" y="5629"/>
                    <a:pt x="7759" y="5653"/>
                    <a:pt x="7738" y="5653"/>
                  </a:cubicBezTo>
                  <a:cubicBezTo>
                    <a:pt x="7732" y="5653"/>
                    <a:pt x="7726" y="5651"/>
                    <a:pt x="7720" y="5648"/>
                  </a:cubicBezTo>
                  <a:cubicBezTo>
                    <a:pt x="7711" y="5634"/>
                    <a:pt x="7704" y="5627"/>
                    <a:pt x="7699" y="5627"/>
                  </a:cubicBezTo>
                  <a:cubicBezTo>
                    <a:pt x="7690" y="5627"/>
                    <a:pt x="7688" y="5651"/>
                    <a:pt x="7694" y="5692"/>
                  </a:cubicBezTo>
                  <a:cubicBezTo>
                    <a:pt x="7685" y="5714"/>
                    <a:pt x="7732" y="5777"/>
                    <a:pt x="7720" y="5802"/>
                  </a:cubicBezTo>
                  <a:cubicBezTo>
                    <a:pt x="7751" y="5820"/>
                    <a:pt x="7767" y="5867"/>
                    <a:pt x="7748" y="5889"/>
                  </a:cubicBezTo>
                  <a:lnTo>
                    <a:pt x="7716" y="5867"/>
                  </a:lnTo>
                  <a:lnTo>
                    <a:pt x="7657" y="5824"/>
                  </a:lnTo>
                  <a:cubicBezTo>
                    <a:pt x="7641" y="5846"/>
                    <a:pt x="7622" y="5864"/>
                    <a:pt x="7654" y="5889"/>
                  </a:cubicBezTo>
                  <a:cubicBezTo>
                    <a:pt x="7607" y="5889"/>
                    <a:pt x="7588" y="5905"/>
                    <a:pt x="7550" y="5946"/>
                  </a:cubicBezTo>
                  <a:cubicBezTo>
                    <a:pt x="7510" y="5980"/>
                    <a:pt x="7472" y="6015"/>
                    <a:pt x="7472" y="6062"/>
                  </a:cubicBezTo>
                  <a:cubicBezTo>
                    <a:pt x="7459" y="6053"/>
                    <a:pt x="7443" y="6049"/>
                    <a:pt x="7427" y="6049"/>
                  </a:cubicBezTo>
                  <a:cubicBezTo>
                    <a:pt x="7359" y="6049"/>
                    <a:pt x="7278" y="6115"/>
                    <a:pt x="7293" y="6178"/>
                  </a:cubicBezTo>
                  <a:cubicBezTo>
                    <a:pt x="7306" y="6199"/>
                    <a:pt x="7300" y="6212"/>
                    <a:pt x="7282" y="6212"/>
                  </a:cubicBezTo>
                  <a:cubicBezTo>
                    <a:pt x="7274" y="6212"/>
                    <a:pt x="7263" y="6209"/>
                    <a:pt x="7249" y="6203"/>
                  </a:cubicBezTo>
                  <a:cubicBezTo>
                    <a:pt x="7233" y="6197"/>
                    <a:pt x="7223" y="6193"/>
                    <a:pt x="7216" y="6193"/>
                  </a:cubicBezTo>
                  <a:cubicBezTo>
                    <a:pt x="7206" y="6193"/>
                    <a:pt x="7206" y="6204"/>
                    <a:pt x="7206" y="6231"/>
                  </a:cubicBezTo>
                  <a:cubicBezTo>
                    <a:pt x="7204" y="6253"/>
                    <a:pt x="7195" y="6260"/>
                    <a:pt x="7180" y="6260"/>
                  </a:cubicBezTo>
                  <a:cubicBezTo>
                    <a:pt x="7164" y="6260"/>
                    <a:pt x="7141" y="6250"/>
                    <a:pt x="7118" y="6240"/>
                  </a:cubicBezTo>
                  <a:cubicBezTo>
                    <a:pt x="7090" y="6218"/>
                    <a:pt x="7070" y="6208"/>
                    <a:pt x="7057" y="6208"/>
                  </a:cubicBezTo>
                  <a:cubicBezTo>
                    <a:pt x="7040" y="6208"/>
                    <a:pt x="7033" y="6224"/>
                    <a:pt x="7033" y="6250"/>
                  </a:cubicBezTo>
                  <a:cubicBezTo>
                    <a:pt x="7014" y="6291"/>
                    <a:pt x="6983" y="6328"/>
                    <a:pt x="6942" y="6350"/>
                  </a:cubicBezTo>
                  <a:cubicBezTo>
                    <a:pt x="6917" y="6410"/>
                    <a:pt x="6895" y="6422"/>
                    <a:pt x="6939" y="6441"/>
                  </a:cubicBezTo>
                  <a:cubicBezTo>
                    <a:pt x="6952" y="6466"/>
                    <a:pt x="6958" y="6491"/>
                    <a:pt x="6958" y="6519"/>
                  </a:cubicBezTo>
                  <a:cubicBezTo>
                    <a:pt x="6947" y="6546"/>
                    <a:pt x="6937" y="6554"/>
                    <a:pt x="6931" y="6554"/>
                  </a:cubicBezTo>
                  <a:cubicBezTo>
                    <a:pt x="6924" y="6554"/>
                    <a:pt x="6924" y="6541"/>
                    <a:pt x="6936" y="6532"/>
                  </a:cubicBezTo>
                  <a:cubicBezTo>
                    <a:pt x="6958" y="6472"/>
                    <a:pt x="6936" y="6488"/>
                    <a:pt x="6895" y="6469"/>
                  </a:cubicBezTo>
                  <a:cubicBezTo>
                    <a:pt x="6884" y="6465"/>
                    <a:pt x="6873" y="6464"/>
                    <a:pt x="6861" y="6464"/>
                  </a:cubicBezTo>
                  <a:cubicBezTo>
                    <a:pt x="6834" y="6464"/>
                    <a:pt x="6808" y="6473"/>
                    <a:pt x="6786" y="6491"/>
                  </a:cubicBezTo>
                  <a:lnTo>
                    <a:pt x="6698" y="6544"/>
                  </a:lnTo>
                  <a:cubicBezTo>
                    <a:pt x="6613" y="6554"/>
                    <a:pt x="6591" y="6569"/>
                    <a:pt x="6610" y="6601"/>
                  </a:cubicBezTo>
                  <a:lnTo>
                    <a:pt x="6632" y="6632"/>
                  </a:lnTo>
                  <a:cubicBezTo>
                    <a:pt x="6623" y="6625"/>
                    <a:pt x="6611" y="6622"/>
                    <a:pt x="6597" y="6622"/>
                  </a:cubicBezTo>
                  <a:cubicBezTo>
                    <a:pt x="6509" y="6622"/>
                    <a:pt x="6335" y="6740"/>
                    <a:pt x="6343" y="6808"/>
                  </a:cubicBezTo>
                  <a:lnTo>
                    <a:pt x="6343" y="6808"/>
                  </a:lnTo>
                  <a:cubicBezTo>
                    <a:pt x="6338" y="6799"/>
                    <a:pt x="6331" y="6788"/>
                    <a:pt x="6325" y="6776"/>
                  </a:cubicBezTo>
                  <a:cubicBezTo>
                    <a:pt x="6316" y="6763"/>
                    <a:pt x="6307" y="6758"/>
                    <a:pt x="6296" y="6758"/>
                  </a:cubicBezTo>
                  <a:cubicBezTo>
                    <a:pt x="6281" y="6758"/>
                    <a:pt x="6263" y="6769"/>
                    <a:pt x="6237" y="6786"/>
                  </a:cubicBezTo>
                  <a:cubicBezTo>
                    <a:pt x="6215" y="6801"/>
                    <a:pt x="6150" y="6886"/>
                    <a:pt x="6084" y="6927"/>
                  </a:cubicBezTo>
                  <a:cubicBezTo>
                    <a:pt x="5996" y="6983"/>
                    <a:pt x="5930" y="7024"/>
                    <a:pt x="5949" y="7055"/>
                  </a:cubicBezTo>
                  <a:cubicBezTo>
                    <a:pt x="5940" y="7060"/>
                    <a:pt x="5935" y="7063"/>
                    <a:pt x="5931" y="7063"/>
                  </a:cubicBezTo>
                  <a:cubicBezTo>
                    <a:pt x="5924" y="7063"/>
                    <a:pt x="5920" y="7056"/>
                    <a:pt x="5908" y="7036"/>
                  </a:cubicBezTo>
                  <a:cubicBezTo>
                    <a:pt x="5908" y="7013"/>
                    <a:pt x="5902" y="7006"/>
                    <a:pt x="5893" y="7006"/>
                  </a:cubicBezTo>
                  <a:cubicBezTo>
                    <a:pt x="5885" y="7006"/>
                    <a:pt x="5875" y="7012"/>
                    <a:pt x="5864" y="7018"/>
                  </a:cubicBezTo>
                  <a:cubicBezTo>
                    <a:pt x="5842" y="7033"/>
                    <a:pt x="5861" y="7065"/>
                    <a:pt x="5883" y="7096"/>
                  </a:cubicBezTo>
                  <a:cubicBezTo>
                    <a:pt x="5899" y="7123"/>
                    <a:pt x="5886" y="7138"/>
                    <a:pt x="5842" y="7138"/>
                  </a:cubicBezTo>
                  <a:cubicBezTo>
                    <a:pt x="5835" y="7138"/>
                    <a:pt x="5826" y="7138"/>
                    <a:pt x="5817" y="7137"/>
                  </a:cubicBezTo>
                  <a:cubicBezTo>
                    <a:pt x="5742" y="7140"/>
                    <a:pt x="5676" y="7181"/>
                    <a:pt x="5642" y="7246"/>
                  </a:cubicBezTo>
                  <a:cubicBezTo>
                    <a:pt x="5630" y="7253"/>
                    <a:pt x="5618" y="7261"/>
                    <a:pt x="5606" y="7261"/>
                  </a:cubicBezTo>
                  <a:cubicBezTo>
                    <a:pt x="5596" y="7261"/>
                    <a:pt x="5586" y="7256"/>
                    <a:pt x="5576" y="7240"/>
                  </a:cubicBezTo>
                  <a:cubicBezTo>
                    <a:pt x="5563" y="7234"/>
                    <a:pt x="5547" y="7229"/>
                    <a:pt x="5531" y="7229"/>
                  </a:cubicBezTo>
                  <a:cubicBezTo>
                    <a:pt x="5500" y="7229"/>
                    <a:pt x="5471" y="7248"/>
                    <a:pt x="5466" y="7309"/>
                  </a:cubicBezTo>
                  <a:cubicBezTo>
                    <a:pt x="5457" y="7314"/>
                    <a:pt x="5451" y="7317"/>
                    <a:pt x="5446" y="7317"/>
                  </a:cubicBezTo>
                  <a:cubicBezTo>
                    <a:pt x="5439" y="7317"/>
                    <a:pt x="5434" y="7309"/>
                    <a:pt x="5422" y="7287"/>
                  </a:cubicBezTo>
                  <a:cubicBezTo>
                    <a:pt x="5401" y="7277"/>
                    <a:pt x="5386" y="7264"/>
                    <a:pt x="5379" y="7264"/>
                  </a:cubicBezTo>
                  <a:cubicBezTo>
                    <a:pt x="5371" y="7264"/>
                    <a:pt x="5371" y="7276"/>
                    <a:pt x="5379" y="7312"/>
                  </a:cubicBezTo>
                  <a:cubicBezTo>
                    <a:pt x="5350" y="7366"/>
                    <a:pt x="5297" y="7401"/>
                    <a:pt x="5239" y="7401"/>
                  </a:cubicBezTo>
                  <a:cubicBezTo>
                    <a:pt x="5232" y="7401"/>
                    <a:pt x="5226" y="7401"/>
                    <a:pt x="5219" y="7400"/>
                  </a:cubicBezTo>
                  <a:cubicBezTo>
                    <a:pt x="5197" y="7416"/>
                    <a:pt x="5172" y="7425"/>
                    <a:pt x="5187" y="7459"/>
                  </a:cubicBezTo>
                  <a:cubicBezTo>
                    <a:pt x="5194" y="7470"/>
                    <a:pt x="5199" y="7480"/>
                    <a:pt x="5204" y="7488"/>
                  </a:cubicBezTo>
                  <a:lnTo>
                    <a:pt x="5204" y="7488"/>
                  </a:lnTo>
                  <a:cubicBezTo>
                    <a:pt x="5178" y="7464"/>
                    <a:pt x="5165" y="7451"/>
                    <a:pt x="5158" y="7451"/>
                  </a:cubicBezTo>
                  <a:cubicBezTo>
                    <a:pt x="5150" y="7451"/>
                    <a:pt x="5153" y="7470"/>
                    <a:pt x="5156" y="7513"/>
                  </a:cubicBezTo>
                  <a:cubicBezTo>
                    <a:pt x="5165" y="7532"/>
                    <a:pt x="5161" y="7544"/>
                    <a:pt x="5153" y="7544"/>
                  </a:cubicBezTo>
                  <a:cubicBezTo>
                    <a:pt x="5146" y="7544"/>
                    <a:pt x="5138" y="7537"/>
                    <a:pt x="5131" y="7522"/>
                  </a:cubicBezTo>
                  <a:cubicBezTo>
                    <a:pt x="5120" y="7513"/>
                    <a:pt x="5103" y="7507"/>
                    <a:pt x="5086" y="7507"/>
                  </a:cubicBezTo>
                  <a:cubicBezTo>
                    <a:pt x="5080" y="7507"/>
                    <a:pt x="5074" y="7508"/>
                    <a:pt x="5068" y="7510"/>
                  </a:cubicBezTo>
                  <a:cubicBezTo>
                    <a:pt x="5043" y="7519"/>
                    <a:pt x="4940" y="7613"/>
                    <a:pt x="4811" y="7647"/>
                  </a:cubicBezTo>
                  <a:cubicBezTo>
                    <a:pt x="4611" y="7716"/>
                    <a:pt x="4532" y="7726"/>
                    <a:pt x="4539" y="7763"/>
                  </a:cubicBezTo>
                  <a:cubicBezTo>
                    <a:pt x="4530" y="7785"/>
                    <a:pt x="4526" y="7795"/>
                    <a:pt x="4519" y="7795"/>
                  </a:cubicBezTo>
                  <a:cubicBezTo>
                    <a:pt x="4513" y="7795"/>
                    <a:pt x="4505" y="7787"/>
                    <a:pt x="4489" y="7773"/>
                  </a:cubicBezTo>
                  <a:cubicBezTo>
                    <a:pt x="4473" y="7758"/>
                    <a:pt x="4452" y="7748"/>
                    <a:pt x="4430" y="7748"/>
                  </a:cubicBezTo>
                  <a:cubicBezTo>
                    <a:pt x="4420" y="7748"/>
                    <a:pt x="4410" y="7750"/>
                    <a:pt x="4401" y="7754"/>
                  </a:cubicBezTo>
                  <a:cubicBezTo>
                    <a:pt x="4392" y="7755"/>
                    <a:pt x="4384" y="7756"/>
                    <a:pt x="4376" y="7756"/>
                  </a:cubicBezTo>
                  <a:cubicBezTo>
                    <a:pt x="4361" y="7756"/>
                    <a:pt x="4349" y="7751"/>
                    <a:pt x="4344" y="7726"/>
                  </a:cubicBezTo>
                  <a:cubicBezTo>
                    <a:pt x="4326" y="7770"/>
                    <a:pt x="4326" y="7770"/>
                    <a:pt x="4297" y="7773"/>
                  </a:cubicBezTo>
                  <a:cubicBezTo>
                    <a:pt x="4294" y="7755"/>
                    <a:pt x="4287" y="7746"/>
                    <a:pt x="4278" y="7746"/>
                  </a:cubicBezTo>
                  <a:cubicBezTo>
                    <a:pt x="4268" y="7746"/>
                    <a:pt x="4256" y="7757"/>
                    <a:pt x="4244" y="7779"/>
                  </a:cubicBezTo>
                  <a:cubicBezTo>
                    <a:pt x="4236" y="7819"/>
                    <a:pt x="4232" y="7838"/>
                    <a:pt x="4229" y="7838"/>
                  </a:cubicBezTo>
                  <a:cubicBezTo>
                    <a:pt x="4226" y="7838"/>
                    <a:pt x="4224" y="7819"/>
                    <a:pt x="4219" y="7782"/>
                  </a:cubicBezTo>
                  <a:cubicBezTo>
                    <a:pt x="4215" y="7757"/>
                    <a:pt x="4176" y="7735"/>
                    <a:pt x="4161" y="7735"/>
                  </a:cubicBezTo>
                  <a:cubicBezTo>
                    <a:pt x="4154" y="7735"/>
                    <a:pt x="4153" y="7740"/>
                    <a:pt x="4163" y="7751"/>
                  </a:cubicBezTo>
                  <a:cubicBezTo>
                    <a:pt x="4166" y="7788"/>
                    <a:pt x="4116" y="7795"/>
                    <a:pt x="4091" y="7835"/>
                  </a:cubicBezTo>
                  <a:cubicBezTo>
                    <a:pt x="4087" y="7835"/>
                    <a:pt x="4083" y="7836"/>
                    <a:pt x="4080" y="7836"/>
                  </a:cubicBezTo>
                  <a:cubicBezTo>
                    <a:pt x="4058" y="7836"/>
                    <a:pt x="4037" y="7833"/>
                    <a:pt x="4034" y="7801"/>
                  </a:cubicBezTo>
                  <a:cubicBezTo>
                    <a:pt x="4027" y="7794"/>
                    <a:pt x="4013" y="7791"/>
                    <a:pt x="3996" y="7791"/>
                  </a:cubicBezTo>
                  <a:cubicBezTo>
                    <a:pt x="3947" y="7791"/>
                    <a:pt x="3871" y="7817"/>
                    <a:pt x="3852" y="7845"/>
                  </a:cubicBezTo>
                  <a:cubicBezTo>
                    <a:pt x="3852" y="7864"/>
                    <a:pt x="3845" y="7874"/>
                    <a:pt x="3838" y="7874"/>
                  </a:cubicBezTo>
                  <a:cubicBezTo>
                    <a:pt x="3831" y="7874"/>
                    <a:pt x="3824" y="7865"/>
                    <a:pt x="3824" y="7845"/>
                  </a:cubicBezTo>
                  <a:cubicBezTo>
                    <a:pt x="3824" y="7816"/>
                    <a:pt x="3809" y="7809"/>
                    <a:pt x="3789" y="7809"/>
                  </a:cubicBezTo>
                  <a:cubicBezTo>
                    <a:pt x="3783" y="7809"/>
                    <a:pt x="3777" y="7810"/>
                    <a:pt x="3771" y="7810"/>
                  </a:cubicBezTo>
                  <a:cubicBezTo>
                    <a:pt x="3764" y="7821"/>
                    <a:pt x="3758" y="7826"/>
                    <a:pt x="3755" y="7826"/>
                  </a:cubicBezTo>
                  <a:cubicBezTo>
                    <a:pt x="3746" y="7826"/>
                    <a:pt x="3746" y="7799"/>
                    <a:pt x="3746" y="7773"/>
                  </a:cubicBezTo>
                  <a:cubicBezTo>
                    <a:pt x="3768" y="7737"/>
                    <a:pt x="3752" y="7735"/>
                    <a:pt x="3714" y="7735"/>
                  </a:cubicBezTo>
                  <a:cubicBezTo>
                    <a:pt x="3709" y="7735"/>
                    <a:pt x="3702" y="7735"/>
                    <a:pt x="3696" y="7735"/>
                  </a:cubicBezTo>
                  <a:cubicBezTo>
                    <a:pt x="3681" y="7755"/>
                    <a:pt x="3644" y="7761"/>
                    <a:pt x="3601" y="7761"/>
                  </a:cubicBezTo>
                  <a:cubicBezTo>
                    <a:pt x="3564" y="7761"/>
                    <a:pt x="3522" y="7757"/>
                    <a:pt x="3486" y="7754"/>
                  </a:cubicBezTo>
                  <a:cubicBezTo>
                    <a:pt x="3474" y="7753"/>
                    <a:pt x="3463" y="7753"/>
                    <a:pt x="3453" y="7753"/>
                  </a:cubicBezTo>
                  <a:cubicBezTo>
                    <a:pt x="3351" y="7753"/>
                    <a:pt x="3320" y="7782"/>
                    <a:pt x="3263" y="7842"/>
                  </a:cubicBezTo>
                  <a:lnTo>
                    <a:pt x="3223" y="7911"/>
                  </a:lnTo>
                  <a:lnTo>
                    <a:pt x="3223" y="7911"/>
                  </a:lnTo>
                  <a:lnTo>
                    <a:pt x="3235" y="7835"/>
                  </a:lnTo>
                  <a:cubicBezTo>
                    <a:pt x="3238" y="7798"/>
                    <a:pt x="3235" y="7757"/>
                    <a:pt x="3229" y="7720"/>
                  </a:cubicBezTo>
                  <a:cubicBezTo>
                    <a:pt x="3228" y="7719"/>
                    <a:pt x="3227" y="7719"/>
                    <a:pt x="3226" y="7719"/>
                  </a:cubicBezTo>
                  <a:cubicBezTo>
                    <a:pt x="3203" y="7719"/>
                    <a:pt x="3194" y="7752"/>
                    <a:pt x="3188" y="7788"/>
                  </a:cubicBezTo>
                  <a:cubicBezTo>
                    <a:pt x="3185" y="7806"/>
                    <a:pt x="3178" y="7814"/>
                    <a:pt x="3168" y="7814"/>
                  </a:cubicBezTo>
                  <a:cubicBezTo>
                    <a:pt x="3155" y="7814"/>
                    <a:pt x="3135" y="7802"/>
                    <a:pt x="3110" y="7776"/>
                  </a:cubicBezTo>
                  <a:cubicBezTo>
                    <a:pt x="3083" y="7747"/>
                    <a:pt x="3063" y="7734"/>
                    <a:pt x="3044" y="7734"/>
                  </a:cubicBezTo>
                  <a:cubicBezTo>
                    <a:pt x="3032" y="7734"/>
                    <a:pt x="3020" y="7740"/>
                    <a:pt x="3006" y="7751"/>
                  </a:cubicBezTo>
                  <a:cubicBezTo>
                    <a:pt x="2975" y="7748"/>
                    <a:pt x="2950" y="7723"/>
                    <a:pt x="2940" y="7691"/>
                  </a:cubicBezTo>
                  <a:cubicBezTo>
                    <a:pt x="2933" y="7690"/>
                    <a:pt x="2928" y="7688"/>
                    <a:pt x="2924" y="7688"/>
                  </a:cubicBezTo>
                  <a:cubicBezTo>
                    <a:pt x="2915" y="7688"/>
                    <a:pt x="2913" y="7696"/>
                    <a:pt x="2906" y="7723"/>
                  </a:cubicBezTo>
                  <a:cubicBezTo>
                    <a:pt x="2901" y="7737"/>
                    <a:pt x="2893" y="7745"/>
                    <a:pt x="2885" y="7745"/>
                  </a:cubicBezTo>
                  <a:cubicBezTo>
                    <a:pt x="2874" y="7745"/>
                    <a:pt x="2862" y="7732"/>
                    <a:pt x="2853" y="7707"/>
                  </a:cubicBezTo>
                  <a:cubicBezTo>
                    <a:pt x="2851" y="7653"/>
                    <a:pt x="2814" y="7625"/>
                    <a:pt x="2787" y="7625"/>
                  </a:cubicBezTo>
                  <a:cubicBezTo>
                    <a:pt x="2775" y="7625"/>
                    <a:pt x="2766" y="7631"/>
                    <a:pt x="2762" y="7641"/>
                  </a:cubicBezTo>
                  <a:cubicBezTo>
                    <a:pt x="2755" y="7662"/>
                    <a:pt x="2745" y="7668"/>
                    <a:pt x="2734" y="7668"/>
                  </a:cubicBezTo>
                  <a:cubicBezTo>
                    <a:pt x="2724" y="7668"/>
                    <a:pt x="2714" y="7664"/>
                    <a:pt x="2702" y="7660"/>
                  </a:cubicBezTo>
                  <a:cubicBezTo>
                    <a:pt x="2690" y="7653"/>
                    <a:pt x="2677" y="7650"/>
                    <a:pt x="2663" y="7650"/>
                  </a:cubicBezTo>
                  <a:cubicBezTo>
                    <a:pt x="2646" y="7650"/>
                    <a:pt x="2629" y="7656"/>
                    <a:pt x="2615" y="7666"/>
                  </a:cubicBezTo>
                  <a:lnTo>
                    <a:pt x="2564" y="7647"/>
                  </a:lnTo>
                  <a:cubicBezTo>
                    <a:pt x="2543" y="7637"/>
                    <a:pt x="2567" y="7617"/>
                    <a:pt x="2590" y="7617"/>
                  </a:cubicBezTo>
                  <a:cubicBezTo>
                    <a:pt x="2594" y="7617"/>
                    <a:pt x="2598" y="7618"/>
                    <a:pt x="2602" y="7619"/>
                  </a:cubicBezTo>
                  <a:lnTo>
                    <a:pt x="2593" y="7575"/>
                  </a:lnTo>
                  <a:cubicBezTo>
                    <a:pt x="2564" y="7565"/>
                    <a:pt x="2544" y="7557"/>
                    <a:pt x="2524" y="7557"/>
                  </a:cubicBezTo>
                  <a:cubicBezTo>
                    <a:pt x="2510" y="7557"/>
                    <a:pt x="2496" y="7561"/>
                    <a:pt x="2480" y="7572"/>
                  </a:cubicBezTo>
                  <a:cubicBezTo>
                    <a:pt x="2453" y="7601"/>
                    <a:pt x="2439" y="7616"/>
                    <a:pt x="2435" y="7616"/>
                  </a:cubicBezTo>
                  <a:cubicBezTo>
                    <a:pt x="2431" y="7616"/>
                    <a:pt x="2438" y="7599"/>
                    <a:pt x="2455" y="7563"/>
                  </a:cubicBezTo>
                  <a:cubicBezTo>
                    <a:pt x="2468" y="7534"/>
                    <a:pt x="2464" y="7498"/>
                    <a:pt x="2441" y="7498"/>
                  </a:cubicBezTo>
                  <a:cubicBezTo>
                    <a:pt x="2436" y="7498"/>
                    <a:pt x="2430" y="7499"/>
                    <a:pt x="2423" y="7503"/>
                  </a:cubicBezTo>
                  <a:cubicBezTo>
                    <a:pt x="2404" y="7523"/>
                    <a:pt x="2390" y="7530"/>
                    <a:pt x="2381" y="7530"/>
                  </a:cubicBezTo>
                  <a:cubicBezTo>
                    <a:pt x="2364" y="7530"/>
                    <a:pt x="2364" y="7504"/>
                    <a:pt x="2376" y="7481"/>
                  </a:cubicBezTo>
                  <a:cubicBezTo>
                    <a:pt x="2410" y="7446"/>
                    <a:pt x="2424" y="7433"/>
                    <a:pt x="2396" y="7433"/>
                  </a:cubicBezTo>
                  <a:cubicBezTo>
                    <a:pt x="2381" y="7433"/>
                    <a:pt x="2351" y="7437"/>
                    <a:pt x="2304" y="7444"/>
                  </a:cubicBezTo>
                  <a:cubicBezTo>
                    <a:pt x="2257" y="7422"/>
                    <a:pt x="2144" y="7406"/>
                    <a:pt x="2079" y="7362"/>
                  </a:cubicBezTo>
                  <a:cubicBezTo>
                    <a:pt x="1991" y="7306"/>
                    <a:pt x="1944" y="7275"/>
                    <a:pt x="1944" y="7231"/>
                  </a:cubicBezTo>
                  <a:cubicBezTo>
                    <a:pt x="1948" y="7225"/>
                    <a:pt x="1952" y="7219"/>
                    <a:pt x="1955" y="7214"/>
                  </a:cubicBezTo>
                  <a:lnTo>
                    <a:pt x="1955" y="7214"/>
                  </a:lnTo>
                  <a:cubicBezTo>
                    <a:pt x="1939" y="7233"/>
                    <a:pt x="1926" y="7242"/>
                    <a:pt x="1912" y="7242"/>
                  </a:cubicBezTo>
                  <a:cubicBezTo>
                    <a:pt x="1892" y="7242"/>
                    <a:pt x="1870" y="7226"/>
                    <a:pt x="1837" y="7199"/>
                  </a:cubicBezTo>
                  <a:cubicBezTo>
                    <a:pt x="1820" y="7153"/>
                    <a:pt x="1776" y="7123"/>
                    <a:pt x="1729" y="7123"/>
                  </a:cubicBezTo>
                  <a:cubicBezTo>
                    <a:pt x="1716" y="7123"/>
                    <a:pt x="1703" y="7126"/>
                    <a:pt x="1690" y="7130"/>
                  </a:cubicBezTo>
                  <a:lnTo>
                    <a:pt x="1731" y="7162"/>
                  </a:lnTo>
                  <a:cubicBezTo>
                    <a:pt x="1711" y="7187"/>
                    <a:pt x="1695" y="7199"/>
                    <a:pt x="1682" y="7199"/>
                  </a:cubicBezTo>
                  <a:cubicBezTo>
                    <a:pt x="1666" y="7199"/>
                    <a:pt x="1654" y="7179"/>
                    <a:pt x="1643" y="7143"/>
                  </a:cubicBezTo>
                  <a:cubicBezTo>
                    <a:pt x="1621" y="7124"/>
                    <a:pt x="1646" y="7096"/>
                    <a:pt x="1671" y="7068"/>
                  </a:cubicBezTo>
                  <a:cubicBezTo>
                    <a:pt x="1693" y="7043"/>
                    <a:pt x="1699" y="7005"/>
                    <a:pt x="1681" y="6977"/>
                  </a:cubicBezTo>
                  <a:cubicBezTo>
                    <a:pt x="1671" y="6967"/>
                    <a:pt x="1661" y="6957"/>
                    <a:pt x="1652" y="6957"/>
                  </a:cubicBezTo>
                  <a:cubicBezTo>
                    <a:pt x="1645" y="6957"/>
                    <a:pt x="1640" y="6964"/>
                    <a:pt x="1637" y="6986"/>
                  </a:cubicBezTo>
                  <a:cubicBezTo>
                    <a:pt x="1623" y="7002"/>
                    <a:pt x="1617" y="7009"/>
                    <a:pt x="1611" y="7009"/>
                  </a:cubicBezTo>
                  <a:cubicBezTo>
                    <a:pt x="1606" y="7009"/>
                    <a:pt x="1601" y="7004"/>
                    <a:pt x="1593" y="6996"/>
                  </a:cubicBezTo>
                  <a:cubicBezTo>
                    <a:pt x="1578" y="6976"/>
                    <a:pt x="1553" y="6966"/>
                    <a:pt x="1527" y="6966"/>
                  </a:cubicBezTo>
                  <a:cubicBezTo>
                    <a:pt x="1521" y="6966"/>
                    <a:pt x="1515" y="6966"/>
                    <a:pt x="1508" y="6967"/>
                  </a:cubicBezTo>
                  <a:cubicBezTo>
                    <a:pt x="1499" y="6978"/>
                    <a:pt x="1491" y="6982"/>
                    <a:pt x="1483" y="6982"/>
                  </a:cubicBezTo>
                  <a:cubicBezTo>
                    <a:pt x="1469" y="6982"/>
                    <a:pt x="1458" y="6970"/>
                    <a:pt x="1446" y="6958"/>
                  </a:cubicBezTo>
                  <a:cubicBezTo>
                    <a:pt x="1446" y="6927"/>
                    <a:pt x="1436" y="6898"/>
                    <a:pt x="1414" y="6877"/>
                  </a:cubicBezTo>
                  <a:lnTo>
                    <a:pt x="1439" y="6848"/>
                  </a:lnTo>
                  <a:cubicBezTo>
                    <a:pt x="1458" y="6830"/>
                    <a:pt x="1471" y="6804"/>
                    <a:pt x="1474" y="6779"/>
                  </a:cubicBezTo>
                  <a:cubicBezTo>
                    <a:pt x="1470" y="6774"/>
                    <a:pt x="1464" y="6772"/>
                    <a:pt x="1459" y="6772"/>
                  </a:cubicBezTo>
                  <a:cubicBezTo>
                    <a:pt x="1445" y="6772"/>
                    <a:pt x="1430" y="6786"/>
                    <a:pt x="1430" y="6786"/>
                  </a:cubicBezTo>
                  <a:cubicBezTo>
                    <a:pt x="1429" y="6786"/>
                    <a:pt x="1428" y="6787"/>
                    <a:pt x="1427" y="6787"/>
                  </a:cubicBezTo>
                  <a:cubicBezTo>
                    <a:pt x="1406" y="6787"/>
                    <a:pt x="1299" y="6679"/>
                    <a:pt x="1195" y="6560"/>
                  </a:cubicBezTo>
                  <a:cubicBezTo>
                    <a:pt x="1098" y="6422"/>
                    <a:pt x="991" y="6278"/>
                    <a:pt x="979" y="6240"/>
                  </a:cubicBezTo>
                  <a:cubicBezTo>
                    <a:pt x="984" y="6188"/>
                    <a:pt x="961" y="6134"/>
                    <a:pt x="942" y="6134"/>
                  </a:cubicBezTo>
                  <a:cubicBezTo>
                    <a:pt x="937" y="6134"/>
                    <a:pt x="932" y="6138"/>
                    <a:pt x="929" y="6146"/>
                  </a:cubicBezTo>
                  <a:cubicBezTo>
                    <a:pt x="926" y="6148"/>
                    <a:pt x="924" y="6148"/>
                    <a:pt x="921" y="6148"/>
                  </a:cubicBezTo>
                  <a:cubicBezTo>
                    <a:pt x="886" y="6148"/>
                    <a:pt x="818" y="6041"/>
                    <a:pt x="766" y="5902"/>
                  </a:cubicBezTo>
                  <a:cubicBezTo>
                    <a:pt x="691" y="5740"/>
                    <a:pt x="653" y="5616"/>
                    <a:pt x="620" y="5616"/>
                  </a:cubicBezTo>
                  <a:cubicBezTo>
                    <a:pt x="618" y="5616"/>
                    <a:pt x="617" y="5616"/>
                    <a:pt x="615" y="5617"/>
                  </a:cubicBezTo>
                  <a:lnTo>
                    <a:pt x="590" y="5538"/>
                  </a:lnTo>
                  <a:cubicBezTo>
                    <a:pt x="574" y="5488"/>
                    <a:pt x="521" y="5448"/>
                    <a:pt x="515" y="5419"/>
                  </a:cubicBezTo>
                  <a:cubicBezTo>
                    <a:pt x="484" y="5407"/>
                    <a:pt x="473" y="5388"/>
                    <a:pt x="488" y="5388"/>
                  </a:cubicBezTo>
                  <a:cubicBezTo>
                    <a:pt x="492" y="5388"/>
                    <a:pt x="499" y="5390"/>
                    <a:pt x="509" y="5394"/>
                  </a:cubicBezTo>
                  <a:cubicBezTo>
                    <a:pt x="546" y="5385"/>
                    <a:pt x="584" y="5375"/>
                    <a:pt x="578" y="5347"/>
                  </a:cubicBezTo>
                  <a:cubicBezTo>
                    <a:pt x="572" y="5315"/>
                    <a:pt x="554" y="5306"/>
                    <a:pt x="533" y="5306"/>
                  </a:cubicBezTo>
                  <a:cubicBezTo>
                    <a:pt x="520" y="5306"/>
                    <a:pt x="507" y="5309"/>
                    <a:pt x="493" y="5313"/>
                  </a:cubicBezTo>
                  <a:cubicBezTo>
                    <a:pt x="488" y="5314"/>
                    <a:pt x="483" y="5315"/>
                    <a:pt x="479" y="5315"/>
                  </a:cubicBezTo>
                  <a:cubicBezTo>
                    <a:pt x="454" y="5315"/>
                    <a:pt x="449" y="5294"/>
                    <a:pt x="449" y="5294"/>
                  </a:cubicBezTo>
                  <a:cubicBezTo>
                    <a:pt x="446" y="5269"/>
                    <a:pt x="446" y="5269"/>
                    <a:pt x="480" y="5259"/>
                  </a:cubicBezTo>
                  <a:lnTo>
                    <a:pt x="556" y="5244"/>
                  </a:lnTo>
                  <a:lnTo>
                    <a:pt x="549" y="5219"/>
                  </a:lnTo>
                  <a:cubicBezTo>
                    <a:pt x="545" y="5219"/>
                    <a:pt x="541" y="5220"/>
                    <a:pt x="538" y="5220"/>
                  </a:cubicBezTo>
                  <a:cubicBezTo>
                    <a:pt x="511" y="5220"/>
                    <a:pt x="509" y="5200"/>
                    <a:pt x="509" y="5200"/>
                  </a:cubicBezTo>
                  <a:cubicBezTo>
                    <a:pt x="502" y="5172"/>
                    <a:pt x="502" y="5172"/>
                    <a:pt x="578" y="5159"/>
                  </a:cubicBezTo>
                  <a:cubicBezTo>
                    <a:pt x="653" y="5147"/>
                    <a:pt x="647" y="5122"/>
                    <a:pt x="565" y="5109"/>
                  </a:cubicBezTo>
                  <a:lnTo>
                    <a:pt x="521" y="5062"/>
                  </a:lnTo>
                  <a:cubicBezTo>
                    <a:pt x="593" y="5024"/>
                    <a:pt x="512" y="4984"/>
                    <a:pt x="474" y="4959"/>
                  </a:cubicBezTo>
                  <a:cubicBezTo>
                    <a:pt x="546" y="4924"/>
                    <a:pt x="543" y="4899"/>
                    <a:pt x="465" y="4880"/>
                  </a:cubicBezTo>
                  <a:cubicBezTo>
                    <a:pt x="463" y="4880"/>
                    <a:pt x="461" y="4881"/>
                    <a:pt x="459" y="4881"/>
                  </a:cubicBezTo>
                  <a:cubicBezTo>
                    <a:pt x="427" y="4881"/>
                    <a:pt x="426" y="4854"/>
                    <a:pt x="459" y="4827"/>
                  </a:cubicBezTo>
                  <a:cubicBezTo>
                    <a:pt x="493" y="4796"/>
                    <a:pt x="490" y="4771"/>
                    <a:pt x="490" y="4717"/>
                  </a:cubicBezTo>
                  <a:cubicBezTo>
                    <a:pt x="459" y="4692"/>
                    <a:pt x="440" y="4504"/>
                    <a:pt x="465" y="4291"/>
                  </a:cubicBezTo>
                  <a:cubicBezTo>
                    <a:pt x="484" y="4050"/>
                    <a:pt x="531" y="3893"/>
                    <a:pt x="490" y="3884"/>
                  </a:cubicBezTo>
                  <a:cubicBezTo>
                    <a:pt x="493" y="3859"/>
                    <a:pt x="493" y="3859"/>
                    <a:pt x="537" y="3840"/>
                  </a:cubicBezTo>
                  <a:cubicBezTo>
                    <a:pt x="542" y="3841"/>
                    <a:pt x="546" y="3842"/>
                    <a:pt x="550" y="3842"/>
                  </a:cubicBezTo>
                  <a:cubicBezTo>
                    <a:pt x="572" y="3842"/>
                    <a:pt x="571" y="3818"/>
                    <a:pt x="512" y="3780"/>
                  </a:cubicBezTo>
                  <a:cubicBezTo>
                    <a:pt x="493" y="3755"/>
                    <a:pt x="470" y="3743"/>
                    <a:pt x="479" y="3743"/>
                  </a:cubicBezTo>
                  <a:cubicBezTo>
                    <a:pt x="484" y="3743"/>
                    <a:pt x="496" y="3746"/>
                    <a:pt x="521" y="3752"/>
                  </a:cubicBezTo>
                  <a:cubicBezTo>
                    <a:pt x="524" y="3753"/>
                    <a:pt x="527" y="3753"/>
                    <a:pt x="529" y="3753"/>
                  </a:cubicBezTo>
                  <a:cubicBezTo>
                    <a:pt x="558" y="3753"/>
                    <a:pt x="574" y="3703"/>
                    <a:pt x="600" y="3608"/>
                  </a:cubicBezTo>
                  <a:cubicBezTo>
                    <a:pt x="618" y="3530"/>
                    <a:pt x="662" y="3432"/>
                    <a:pt x="628" y="3417"/>
                  </a:cubicBezTo>
                  <a:cubicBezTo>
                    <a:pt x="619" y="3381"/>
                    <a:pt x="615" y="3366"/>
                    <a:pt x="618" y="3366"/>
                  </a:cubicBezTo>
                  <a:lnTo>
                    <a:pt x="618" y="3366"/>
                  </a:lnTo>
                  <a:cubicBezTo>
                    <a:pt x="620" y="3366"/>
                    <a:pt x="626" y="3375"/>
                    <a:pt x="637" y="3392"/>
                  </a:cubicBezTo>
                  <a:cubicBezTo>
                    <a:pt x="648" y="3401"/>
                    <a:pt x="659" y="3405"/>
                    <a:pt x="670" y="3405"/>
                  </a:cubicBezTo>
                  <a:cubicBezTo>
                    <a:pt x="723" y="3405"/>
                    <a:pt x="774" y="3317"/>
                    <a:pt x="741" y="3232"/>
                  </a:cubicBezTo>
                  <a:cubicBezTo>
                    <a:pt x="750" y="3213"/>
                    <a:pt x="760" y="3195"/>
                    <a:pt x="779" y="3195"/>
                  </a:cubicBezTo>
                  <a:cubicBezTo>
                    <a:pt x="785" y="3195"/>
                    <a:pt x="792" y="3197"/>
                    <a:pt x="800" y="3201"/>
                  </a:cubicBezTo>
                  <a:cubicBezTo>
                    <a:pt x="819" y="3157"/>
                    <a:pt x="828" y="3113"/>
                    <a:pt x="825" y="3066"/>
                  </a:cubicBezTo>
                  <a:cubicBezTo>
                    <a:pt x="853" y="3009"/>
                    <a:pt x="882" y="2953"/>
                    <a:pt x="916" y="2900"/>
                  </a:cubicBezTo>
                  <a:cubicBezTo>
                    <a:pt x="932" y="2868"/>
                    <a:pt x="941" y="2828"/>
                    <a:pt x="941" y="2790"/>
                  </a:cubicBezTo>
                  <a:lnTo>
                    <a:pt x="954" y="2768"/>
                  </a:lnTo>
                  <a:cubicBezTo>
                    <a:pt x="956" y="2769"/>
                    <a:pt x="959" y="2770"/>
                    <a:pt x="962" y="2770"/>
                  </a:cubicBezTo>
                  <a:cubicBezTo>
                    <a:pt x="998" y="2770"/>
                    <a:pt x="1063" y="2664"/>
                    <a:pt x="1173" y="2530"/>
                  </a:cubicBezTo>
                  <a:cubicBezTo>
                    <a:pt x="1281" y="2379"/>
                    <a:pt x="1404" y="2276"/>
                    <a:pt x="1447" y="2276"/>
                  </a:cubicBezTo>
                  <a:cubicBezTo>
                    <a:pt x="1448" y="2276"/>
                    <a:pt x="1448" y="2276"/>
                    <a:pt x="1449" y="2276"/>
                  </a:cubicBezTo>
                  <a:cubicBezTo>
                    <a:pt x="1461" y="2257"/>
                    <a:pt x="1468" y="2235"/>
                    <a:pt x="1458" y="2213"/>
                  </a:cubicBezTo>
                  <a:cubicBezTo>
                    <a:pt x="1430" y="2152"/>
                    <a:pt x="1439" y="2128"/>
                    <a:pt x="1469" y="2128"/>
                  </a:cubicBezTo>
                  <a:cubicBezTo>
                    <a:pt x="1476" y="2128"/>
                    <a:pt x="1484" y="2130"/>
                    <a:pt x="1493" y="2132"/>
                  </a:cubicBezTo>
                  <a:cubicBezTo>
                    <a:pt x="1506" y="2139"/>
                    <a:pt x="1520" y="2143"/>
                    <a:pt x="1533" y="2143"/>
                  </a:cubicBezTo>
                  <a:cubicBezTo>
                    <a:pt x="1589" y="2143"/>
                    <a:pt x="1638" y="2086"/>
                    <a:pt x="1615" y="2025"/>
                  </a:cubicBezTo>
                  <a:lnTo>
                    <a:pt x="1615" y="2025"/>
                  </a:lnTo>
                  <a:cubicBezTo>
                    <a:pt x="1622" y="2033"/>
                    <a:pt x="1631" y="2043"/>
                    <a:pt x="1640" y="2054"/>
                  </a:cubicBezTo>
                  <a:cubicBezTo>
                    <a:pt x="1653" y="2062"/>
                    <a:pt x="1666" y="2066"/>
                    <a:pt x="1676" y="2066"/>
                  </a:cubicBezTo>
                  <a:cubicBezTo>
                    <a:pt x="1720" y="2066"/>
                    <a:pt x="1738" y="2001"/>
                    <a:pt x="1718" y="1941"/>
                  </a:cubicBezTo>
                  <a:lnTo>
                    <a:pt x="1718" y="1941"/>
                  </a:lnTo>
                  <a:cubicBezTo>
                    <a:pt x="1742" y="1947"/>
                    <a:pt x="1765" y="1954"/>
                    <a:pt x="1781" y="1954"/>
                  </a:cubicBezTo>
                  <a:cubicBezTo>
                    <a:pt x="1797" y="1954"/>
                    <a:pt x="1808" y="1947"/>
                    <a:pt x="1806" y="1925"/>
                  </a:cubicBezTo>
                  <a:cubicBezTo>
                    <a:pt x="1813" y="1920"/>
                    <a:pt x="1818" y="1916"/>
                    <a:pt x="1823" y="1916"/>
                  </a:cubicBezTo>
                  <a:cubicBezTo>
                    <a:pt x="1833" y="1916"/>
                    <a:pt x="1844" y="1930"/>
                    <a:pt x="1875" y="1969"/>
                  </a:cubicBezTo>
                  <a:cubicBezTo>
                    <a:pt x="1893" y="1995"/>
                    <a:pt x="1911" y="2020"/>
                    <a:pt x="1927" y="2020"/>
                  </a:cubicBezTo>
                  <a:cubicBezTo>
                    <a:pt x="1931" y="2020"/>
                    <a:pt x="1934" y="2019"/>
                    <a:pt x="1938" y="2016"/>
                  </a:cubicBezTo>
                  <a:cubicBezTo>
                    <a:pt x="1960" y="2003"/>
                    <a:pt x="1938" y="1972"/>
                    <a:pt x="1916" y="1941"/>
                  </a:cubicBezTo>
                  <a:lnTo>
                    <a:pt x="1960" y="1913"/>
                  </a:lnTo>
                  <a:cubicBezTo>
                    <a:pt x="1960" y="1913"/>
                    <a:pt x="1982" y="1897"/>
                    <a:pt x="1960" y="1866"/>
                  </a:cubicBezTo>
                  <a:cubicBezTo>
                    <a:pt x="1938" y="1834"/>
                    <a:pt x="1960" y="1819"/>
                    <a:pt x="1982" y="1803"/>
                  </a:cubicBezTo>
                  <a:cubicBezTo>
                    <a:pt x="1987" y="1810"/>
                    <a:pt x="1991" y="1813"/>
                    <a:pt x="1993" y="1813"/>
                  </a:cubicBezTo>
                  <a:cubicBezTo>
                    <a:pt x="2001" y="1813"/>
                    <a:pt x="1994" y="1783"/>
                    <a:pt x="1963" y="1772"/>
                  </a:cubicBezTo>
                  <a:cubicBezTo>
                    <a:pt x="1941" y="1740"/>
                    <a:pt x="1922" y="1709"/>
                    <a:pt x="1944" y="1693"/>
                  </a:cubicBezTo>
                  <a:lnTo>
                    <a:pt x="1903" y="1627"/>
                  </a:lnTo>
                  <a:cubicBezTo>
                    <a:pt x="1864" y="1567"/>
                    <a:pt x="1845" y="1533"/>
                    <a:pt x="1783" y="1533"/>
                  </a:cubicBezTo>
                  <a:cubicBezTo>
                    <a:pt x="1780" y="1533"/>
                    <a:pt x="1778" y="1533"/>
                    <a:pt x="1775" y="1533"/>
                  </a:cubicBezTo>
                  <a:cubicBezTo>
                    <a:pt x="1659" y="1568"/>
                    <a:pt x="1562" y="1590"/>
                    <a:pt x="1605" y="1649"/>
                  </a:cubicBezTo>
                  <a:cubicBezTo>
                    <a:pt x="1605" y="1649"/>
                    <a:pt x="1605" y="1696"/>
                    <a:pt x="1580" y="1712"/>
                  </a:cubicBezTo>
                  <a:cubicBezTo>
                    <a:pt x="1566" y="1718"/>
                    <a:pt x="1551" y="1722"/>
                    <a:pt x="1536" y="1722"/>
                  </a:cubicBezTo>
                  <a:cubicBezTo>
                    <a:pt x="1527" y="1722"/>
                    <a:pt x="1519" y="1721"/>
                    <a:pt x="1511" y="1718"/>
                  </a:cubicBezTo>
                  <a:cubicBezTo>
                    <a:pt x="1508" y="1714"/>
                    <a:pt x="1502" y="1711"/>
                    <a:pt x="1496" y="1711"/>
                  </a:cubicBezTo>
                  <a:cubicBezTo>
                    <a:pt x="1458" y="1711"/>
                    <a:pt x="1378" y="1780"/>
                    <a:pt x="1283" y="1862"/>
                  </a:cubicBezTo>
                  <a:cubicBezTo>
                    <a:pt x="1153" y="1974"/>
                    <a:pt x="1099" y="2045"/>
                    <a:pt x="1051" y="2045"/>
                  </a:cubicBezTo>
                  <a:cubicBezTo>
                    <a:pt x="1049" y="2045"/>
                    <a:pt x="1047" y="2044"/>
                    <a:pt x="1045" y="2044"/>
                  </a:cubicBezTo>
                  <a:cubicBezTo>
                    <a:pt x="1040" y="2044"/>
                    <a:pt x="1036" y="2043"/>
                    <a:pt x="1032" y="2043"/>
                  </a:cubicBezTo>
                  <a:cubicBezTo>
                    <a:pt x="1011" y="2043"/>
                    <a:pt x="991" y="2050"/>
                    <a:pt x="976" y="2063"/>
                  </a:cubicBezTo>
                  <a:cubicBezTo>
                    <a:pt x="1001" y="2085"/>
                    <a:pt x="882" y="2220"/>
                    <a:pt x="756" y="2389"/>
                  </a:cubicBezTo>
                  <a:cubicBezTo>
                    <a:pt x="631" y="2558"/>
                    <a:pt x="527" y="2743"/>
                    <a:pt x="559" y="2759"/>
                  </a:cubicBezTo>
                  <a:lnTo>
                    <a:pt x="531" y="2812"/>
                  </a:lnTo>
                  <a:cubicBezTo>
                    <a:pt x="526" y="2809"/>
                    <a:pt x="521" y="2808"/>
                    <a:pt x="516" y="2808"/>
                  </a:cubicBezTo>
                  <a:cubicBezTo>
                    <a:pt x="488" y="2808"/>
                    <a:pt x="464" y="2854"/>
                    <a:pt x="443" y="2903"/>
                  </a:cubicBezTo>
                  <a:cubicBezTo>
                    <a:pt x="446" y="2944"/>
                    <a:pt x="440" y="2987"/>
                    <a:pt x="421" y="3025"/>
                  </a:cubicBezTo>
                  <a:cubicBezTo>
                    <a:pt x="415" y="3022"/>
                    <a:pt x="409" y="3020"/>
                    <a:pt x="404" y="3020"/>
                  </a:cubicBezTo>
                  <a:cubicBezTo>
                    <a:pt x="382" y="3020"/>
                    <a:pt x="366" y="3046"/>
                    <a:pt x="349" y="3091"/>
                  </a:cubicBezTo>
                  <a:cubicBezTo>
                    <a:pt x="327" y="3147"/>
                    <a:pt x="314" y="3176"/>
                    <a:pt x="352" y="3188"/>
                  </a:cubicBezTo>
                  <a:cubicBezTo>
                    <a:pt x="311" y="3291"/>
                    <a:pt x="261" y="3392"/>
                    <a:pt x="205" y="3486"/>
                  </a:cubicBezTo>
                  <a:cubicBezTo>
                    <a:pt x="158" y="3505"/>
                    <a:pt x="186" y="3545"/>
                    <a:pt x="214" y="3583"/>
                  </a:cubicBezTo>
                  <a:cubicBezTo>
                    <a:pt x="252" y="3592"/>
                    <a:pt x="280" y="3633"/>
                    <a:pt x="270" y="3661"/>
                  </a:cubicBezTo>
                  <a:lnTo>
                    <a:pt x="198" y="3642"/>
                  </a:lnTo>
                  <a:cubicBezTo>
                    <a:pt x="186" y="3624"/>
                    <a:pt x="179" y="3614"/>
                    <a:pt x="173" y="3614"/>
                  </a:cubicBezTo>
                  <a:cubicBezTo>
                    <a:pt x="167" y="3614"/>
                    <a:pt x="163" y="3629"/>
                    <a:pt x="155" y="3661"/>
                  </a:cubicBezTo>
                  <a:cubicBezTo>
                    <a:pt x="145" y="3689"/>
                    <a:pt x="139" y="3718"/>
                    <a:pt x="139" y="3718"/>
                  </a:cubicBezTo>
                  <a:cubicBezTo>
                    <a:pt x="170" y="3727"/>
                    <a:pt x="145" y="3874"/>
                    <a:pt x="108" y="4078"/>
                  </a:cubicBezTo>
                  <a:cubicBezTo>
                    <a:pt x="79" y="4348"/>
                    <a:pt x="76" y="4435"/>
                    <a:pt x="114" y="4438"/>
                  </a:cubicBezTo>
                  <a:cubicBezTo>
                    <a:pt x="148" y="4438"/>
                    <a:pt x="148" y="4467"/>
                    <a:pt x="111" y="4554"/>
                  </a:cubicBezTo>
                  <a:cubicBezTo>
                    <a:pt x="1" y="4736"/>
                    <a:pt x="1" y="4739"/>
                    <a:pt x="39" y="4767"/>
                  </a:cubicBezTo>
                  <a:cubicBezTo>
                    <a:pt x="39" y="4736"/>
                    <a:pt x="76" y="4736"/>
                    <a:pt x="114" y="4733"/>
                  </a:cubicBezTo>
                  <a:cubicBezTo>
                    <a:pt x="118" y="4733"/>
                    <a:pt x="121" y="4733"/>
                    <a:pt x="125" y="4733"/>
                  </a:cubicBezTo>
                  <a:cubicBezTo>
                    <a:pt x="189" y="4733"/>
                    <a:pt x="185" y="4760"/>
                    <a:pt x="114" y="4793"/>
                  </a:cubicBezTo>
                  <a:cubicBezTo>
                    <a:pt x="39" y="4796"/>
                    <a:pt x="120" y="5247"/>
                    <a:pt x="211" y="5256"/>
                  </a:cubicBezTo>
                  <a:lnTo>
                    <a:pt x="173" y="5263"/>
                  </a:lnTo>
                  <a:cubicBezTo>
                    <a:pt x="136" y="5272"/>
                    <a:pt x="142" y="5300"/>
                    <a:pt x="167" y="5416"/>
                  </a:cubicBezTo>
                  <a:cubicBezTo>
                    <a:pt x="180" y="5476"/>
                    <a:pt x="186" y="5507"/>
                    <a:pt x="186" y="5507"/>
                  </a:cubicBezTo>
                  <a:cubicBezTo>
                    <a:pt x="189" y="5506"/>
                    <a:pt x="193" y="5506"/>
                    <a:pt x="196" y="5506"/>
                  </a:cubicBezTo>
                  <a:cubicBezTo>
                    <a:pt x="257" y="5506"/>
                    <a:pt x="272" y="5668"/>
                    <a:pt x="239" y="5679"/>
                  </a:cubicBezTo>
                  <a:cubicBezTo>
                    <a:pt x="211" y="5717"/>
                    <a:pt x="211" y="5717"/>
                    <a:pt x="230" y="5777"/>
                  </a:cubicBezTo>
                  <a:cubicBezTo>
                    <a:pt x="324" y="5839"/>
                    <a:pt x="349" y="5987"/>
                    <a:pt x="314" y="6002"/>
                  </a:cubicBezTo>
                  <a:lnTo>
                    <a:pt x="339" y="6059"/>
                  </a:lnTo>
                  <a:cubicBezTo>
                    <a:pt x="383" y="6071"/>
                    <a:pt x="408" y="6128"/>
                    <a:pt x="421" y="6156"/>
                  </a:cubicBezTo>
                  <a:cubicBezTo>
                    <a:pt x="444" y="6211"/>
                    <a:pt x="460" y="6240"/>
                    <a:pt x="474" y="6240"/>
                  </a:cubicBezTo>
                  <a:cubicBezTo>
                    <a:pt x="481" y="6240"/>
                    <a:pt x="487" y="6233"/>
                    <a:pt x="493" y="6218"/>
                  </a:cubicBezTo>
                  <a:cubicBezTo>
                    <a:pt x="513" y="6209"/>
                    <a:pt x="533" y="6198"/>
                    <a:pt x="550" y="6198"/>
                  </a:cubicBezTo>
                  <a:cubicBezTo>
                    <a:pt x="560" y="6198"/>
                    <a:pt x="569" y="6202"/>
                    <a:pt x="574" y="6212"/>
                  </a:cubicBezTo>
                  <a:lnTo>
                    <a:pt x="540" y="6228"/>
                  </a:lnTo>
                  <a:cubicBezTo>
                    <a:pt x="506" y="6247"/>
                    <a:pt x="549" y="6325"/>
                    <a:pt x="606" y="6428"/>
                  </a:cubicBezTo>
                  <a:cubicBezTo>
                    <a:pt x="678" y="6560"/>
                    <a:pt x="719" y="6604"/>
                    <a:pt x="703" y="6651"/>
                  </a:cubicBezTo>
                  <a:lnTo>
                    <a:pt x="750" y="6654"/>
                  </a:lnTo>
                  <a:cubicBezTo>
                    <a:pt x="797" y="6657"/>
                    <a:pt x="816" y="6679"/>
                    <a:pt x="784" y="6701"/>
                  </a:cubicBezTo>
                  <a:cubicBezTo>
                    <a:pt x="772" y="6748"/>
                    <a:pt x="838" y="6851"/>
                    <a:pt x="907" y="6870"/>
                  </a:cubicBezTo>
                  <a:lnTo>
                    <a:pt x="944" y="6917"/>
                  </a:lnTo>
                  <a:cubicBezTo>
                    <a:pt x="907" y="6970"/>
                    <a:pt x="953" y="7037"/>
                    <a:pt x="1010" y="7037"/>
                  </a:cubicBezTo>
                  <a:cubicBezTo>
                    <a:pt x="1020" y="7037"/>
                    <a:pt x="1031" y="7035"/>
                    <a:pt x="1041" y="7030"/>
                  </a:cubicBezTo>
                  <a:lnTo>
                    <a:pt x="1041" y="7030"/>
                  </a:lnTo>
                  <a:cubicBezTo>
                    <a:pt x="1013" y="7055"/>
                    <a:pt x="1035" y="7077"/>
                    <a:pt x="1054" y="7099"/>
                  </a:cubicBezTo>
                  <a:cubicBezTo>
                    <a:pt x="1117" y="7124"/>
                    <a:pt x="1207" y="7199"/>
                    <a:pt x="1179" y="7231"/>
                  </a:cubicBezTo>
                  <a:lnTo>
                    <a:pt x="1201" y="7249"/>
                  </a:lnTo>
                  <a:cubicBezTo>
                    <a:pt x="1206" y="7249"/>
                    <a:pt x="1212" y="7248"/>
                    <a:pt x="1217" y="7248"/>
                  </a:cubicBezTo>
                  <a:cubicBezTo>
                    <a:pt x="1246" y="7248"/>
                    <a:pt x="1273" y="7263"/>
                    <a:pt x="1292" y="7284"/>
                  </a:cubicBezTo>
                  <a:cubicBezTo>
                    <a:pt x="1310" y="7307"/>
                    <a:pt x="1337" y="7320"/>
                    <a:pt x="1366" y="7320"/>
                  </a:cubicBezTo>
                  <a:cubicBezTo>
                    <a:pt x="1371" y="7320"/>
                    <a:pt x="1377" y="7319"/>
                    <a:pt x="1383" y="7318"/>
                  </a:cubicBezTo>
                  <a:cubicBezTo>
                    <a:pt x="1390" y="7316"/>
                    <a:pt x="1398" y="7315"/>
                    <a:pt x="1406" y="7315"/>
                  </a:cubicBezTo>
                  <a:cubicBezTo>
                    <a:pt x="1421" y="7315"/>
                    <a:pt x="1437" y="7319"/>
                    <a:pt x="1452" y="7328"/>
                  </a:cubicBezTo>
                  <a:cubicBezTo>
                    <a:pt x="1474" y="7347"/>
                    <a:pt x="1427" y="7356"/>
                    <a:pt x="1380" y="7369"/>
                  </a:cubicBezTo>
                  <a:cubicBezTo>
                    <a:pt x="1374" y="7367"/>
                    <a:pt x="1368" y="7367"/>
                    <a:pt x="1364" y="7367"/>
                  </a:cubicBezTo>
                  <a:cubicBezTo>
                    <a:pt x="1326" y="7367"/>
                    <a:pt x="1381" y="7413"/>
                    <a:pt x="1482" y="7413"/>
                  </a:cubicBezTo>
                  <a:cubicBezTo>
                    <a:pt x="1487" y="7413"/>
                    <a:pt x="1493" y="7413"/>
                    <a:pt x="1499" y="7412"/>
                  </a:cubicBezTo>
                  <a:cubicBezTo>
                    <a:pt x="1538" y="7410"/>
                    <a:pt x="1563" y="7409"/>
                    <a:pt x="1577" y="7409"/>
                  </a:cubicBezTo>
                  <a:cubicBezTo>
                    <a:pt x="1604" y="7409"/>
                    <a:pt x="1584" y="7415"/>
                    <a:pt x="1521" y="7431"/>
                  </a:cubicBezTo>
                  <a:cubicBezTo>
                    <a:pt x="1474" y="7441"/>
                    <a:pt x="1427" y="7453"/>
                    <a:pt x="1496" y="7459"/>
                  </a:cubicBezTo>
                  <a:cubicBezTo>
                    <a:pt x="1496" y="7459"/>
                    <a:pt x="1521" y="7478"/>
                    <a:pt x="1543" y="7478"/>
                  </a:cubicBezTo>
                  <a:cubicBezTo>
                    <a:pt x="1553" y="7478"/>
                    <a:pt x="1561" y="7475"/>
                    <a:pt x="1568" y="7466"/>
                  </a:cubicBezTo>
                  <a:lnTo>
                    <a:pt x="1637" y="7522"/>
                  </a:lnTo>
                  <a:cubicBezTo>
                    <a:pt x="1646" y="7563"/>
                    <a:pt x="1674" y="7600"/>
                    <a:pt x="1712" y="7622"/>
                  </a:cubicBezTo>
                  <a:cubicBezTo>
                    <a:pt x="1729" y="7617"/>
                    <a:pt x="1740" y="7613"/>
                    <a:pt x="1747" y="7613"/>
                  </a:cubicBezTo>
                  <a:cubicBezTo>
                    <a:pt x="1759" y="7613"/>
                    <a:pt x="1760" y="7624"/>
                    <a:pt x="1762" y="7654"/>
                  </a:cubicBezTo>
                  <a:cubicBezTo>
                    <a:pt x="1753" y="7669"/>
                    <a:pt x="1754" y="7681"/>
                    <a:pt x="1763" y="7681"/>
                  </a:cubicBezTo>
                  <a:cubicBezTo>
                    <a:pt x="1772" y="7681"/>
                    <a:pt x="1789" y="7669"/>
                    <a:pt x="1809" y="7638"/>
                  </a:cubicBezTo>
                  <a:cubicBezTo>
                    <a:pt x="1820" y="7634"/>
                    <a:pt x="1830" y="7632"/>
                    <a:pt x="1839" y="7632"/>
                  </a:cubicBezTo>
                  <a:cubicBezTo>
                    <a:pt x="1864" y="7632"/>
                    <a:pt x="1880" y="7650"/>
                    <a:pt x="1884" y="7685"/>
                  </a:cubicBezTo>
                  <a:cubicBezTo>
                    <a:pt x="1858" y="7728"/>
                    <a:pt x="1859" y="7750"/>
                    <a:pt x="1870" y="7750"/>
                  </a:cubicBezTo>
                  <a:cubicBezTo>
                    <a:pt x="1875" y="7750"/>
                    <a:pt x="1883" y="7744"/>
                    <a:pt x="1891" y="7732"/>
                  </a:cubicBezTo>
                  <a:cubicBezTo>
                    <a:pt x="1902" y="7727"/>
                    <a:pt x="1913" y="7725"/>
                    <a:pt x="1925" y="7725"/>
                  </a:cubicBezTo>
                  <a:cubicBezTo>
                    <a:pt x="1937" y="7725"/>
                    <a:pt x="1949" y="7727"/>
                    <a:pt x="1960" y="7732"/>
                  </a:cubicBezTo>
                  <a:cubicBezTo>
                    <a:pt x="1938" y="7763"/>
                    <a:pt x="2173" y="7901"/>
                    <a:pt x="2427" y="7998"/>
                  </a:cubicBezTo>
                  <a:cubicBezTo>
                    <a:pt x="2430" y="7999"/>
                    <a:pt x="2434" y="8000"/>
                    <a:pt x="2438" y="8000"/>
                  </a:cubicBezTo>
                  <a:cubicBezTo>
                    <a:pt x="2469" y="8000"/>
                    <a:pt x="2497" y="7979"/>
                    <a:pt x="2508" y="7948"/>
                  </a:cubicBezTo>
                  <a:cubicBezTo>
                    <a:pt x="2518" y="7920"/>
                    <a:pt x="2522" y="7909"/>
                    <a:pt x="2524" y="7909"/>
                  </a:cubicBezTo>
                  <a:cubicBezTo>
                    <a:pt x="2528" y="7909"/>
                    <a:pt x="2527" y="7933"/>
                    <a:pt x="2536" y="7961"/>
                  </a:cubicBezTo>
                  <a:cubicBezTo>
                    <a:pt x="2529" y="8024"/>
                    <a:pt x="2543" y="8060"/>
                    <a:pt x="2559" y="8060"/>
                  </a:cubicBezTo>
                  <a:cubicBezTo>
                    <a:pt x="2571" y="8060"/>
                    <a:pt x="2585" y="8035"/>
                    <a:pt x="2589" y="7983"/>
                  </a:cubicBezTo>
                  <a:cubicBezTo>
                    <a:pt x="2588" y="7942"/>
                    <a:pt x="2587" y="7920"/>
                    <a:pt x="2590" y="7920"/>
                  </a:cubicBezTo>
                  <a:cubicBezTo>
                    <a:pt x="2594" y="7920"/>
                    <a:pt x="2602" y="7944"/>
                    <a:pt x="2618" y="7992"/>
                  </a:cubicBezTo>
                  <a:cubicBezTo>
                    <a:pt x="2627" y="8019"/>
                    <a:pt x="2630" y="8030"/>
                    <a:pt x="2639" y="8030"/>
                  </a:cubicBezTo>
                  <a:cubicBezTo>
                    <a:pt x="2646" y="8030"/>
                    <a:pt x="2656" y="8023"/>
                    <a:pt x="2674" y="8011"/>
                  </a:cubicBezTo>
                  <a:cubicBezTo>
                    <a:pt x="2678" y="7994"/>
                    <a:pt x="2686" y="7987"/>
                    <a:pt x="2693" y="7987"/>
                  </a:cubicBezTo>
                  <a:cubicBezTo>
                    <a:pt x="2701" y="7987"/>
                    <a:pt x="2708" y="7998"/>
                    <a:pt x="2702" y="8017"/>
                  </a:cubicBezTo>
                  <a:cubicBezTo>
                    <a:pt x="2714" y="8050"/>
                    <a:pt x="2727" y="8084"/>
                    <a:pt x="2737" y="8084"/>
                  </a:cubicBezTo>
                  <a:cubicBezTo>
                    <a:pt x="2741" y="8084"/>
                    <a:pt x="2744" y="8080"/>
                    <a:pt x="2746" y="8071"/>
                  </a:cubicBezTo>
                  <a:cubicBezTo>
                    <a:pt x="2768" y="8080"/>
                    <a:pt x="2787" y="8099"/>
                    <a:pt x="2793" y="8124"/>
                  </a:cubicBezTo>
                  <a:cubicBezTo>
                    <a:pt x="2800" y="8140"/>
                    <a:pt x="2810" y="8147"/>
                    <a:pt x="2822" y="8147"/>
                  </a:cubicBezTo>
                  <a:cubicBezTo>
                    <a:pt x="2842" y="8147"/>
                    <a:pt x="2867" y="8129"/>
                    <a:pt x="2890" y="8111"/>
                  </a:cubicBezTo>
                  <a:cubicBezTo>
                    <a:pt x="2936" y="8090"/>
                    <a:pt x="2967" y="8079"/>
                    <a:pt x="2984" y="8079"/>
                  </a:cubicBezTo>
                  <a:cubicBezTo>
                    <a:pt x="3004" y="8079"/>
                    <a:pt x="3001" y="8097"/>
                    <a:pt x="2975" y="8133"/>
                  </a:cubicBezTo>
                  <a:cubicBezTo>
                    <a:pt x="2953" y="8165"/>
                    <a:pt x="2975" y="8180"/>
                    <a:pt x="3010" y="8180"/>
                  </a:cubicBezTo>
                  <a:cubicBezTo>
                    <a:pt x="3049" y="8180"/>
                    <a:pt x="3105" y="8161"/>
                    <a:pt x="3129" y="8124"/>
                  </a:cubicBezTo>
                  <a:cubicBezTo>
                    <a:pt x="3152" y="8084"/>
                    <a:pt x="3162" y="8067"/>
                    <a:pt x="3165" y="8067"/>
                  </a:cubicBezTo>
                  <a:lnTo>
                    <a:pt x="3165" y="8067"/>
                  </a:lnTo>
                  <a:cubicBezTo>
                    <a:pt x="3167" y="8067"/>
                    <a:pt x="3166" y="8076"/>
                    <a:pt x="3163" y="8092"/>
                  </a:cubicBezTo>
                  <a:cubicBezTo>
                    <a:pt x="3157" y="8130"/>
                    <a:pt x="3185" y="8136"/>
                    <a:pt x="3185" y="8136"/>
                  </a:cubicBezTo>
                  <a:cubicBezTo>
                    <a:pt x="3213" y="8139"/>
                    <a:pt x="3244" y="8146"/>
                    <a:pt x="3238" y="8183"/>
                  </a:cubicBezTo>
                  <a:cubicBezTo>
                    <a:pt x="3270" y="8183"/>
                    <a:pt x="3304" y="8177"/>
                    <a:pt x="3329" y="8161"/>
                  </a:cubicBezTo>
                  <a:cubicBezTo>
                    <a:pt x="3353" y="8136"/>
                    <a:pt x="3378" y="8126"/>
                    <a:pt x="3402" y="8126"/>
                  </a:cubicBezTo>
                  <a:cubicBezTo>
                    <a:pt x="3448" y="8126"/>
                    <a:pt x="3488" y="8164"/>
                    <a:pt x="3505" y="8215"/>
                  </a:cubicBezTo>
                  <a:lnTo>
                    <a:pt x="3564" y="8180"/>
                  </a:lnTo>
                  <a:cubicBezTo>
                    <a:pt x="3585" y="8136"/>
                    <a:pt x="3605" y="8105"/>
                    <a:pt x="3616" y="8105"/>
                  </a:cubicBezTo>
                  <a:cubicBezTo>
                    <a:pt x="3624" y="8105"/>
                    <a:pt x="3628" y="8118"/>
                    <a:pt x="3627" y="8149"/>
                  </a:cubicBezTo>
                  <a:lnTo>
                    <a:pt x="3624" y="8186"/>
                  </a:lnTo>
                  <a:cubicBezTo>
                    <a:pt x="3636" y="8159"/>
                    <a:pt x="3660" y="8147"/>
                    <a:pt x="3685" y="8147"/>
                  </a:cubicBezTo>
                  <a:cubicBezTo>
                    <a:pt x="3726" y="8147"/>
                    <a:pt x="3771" y="8179"/>
                    <a:pt x="3771" y="8227"/>
                  </a:cubicBezTo>
                  <a:cubicBezTo>
                    <a:pt x="3771" y="8265"/>
                    <a:pt x="3771" y="8265"/>
                    <a:pt x="3799" y="8265"/>
                  </a:cubicBezTo>
                  <a:lnTo>
                    <a:pt x="3799" y="8227"/>
                  </a:lnTo>
                  <a:cubicBezTo>
                    <a:pt x="3799" y="8186"/>
                    <a:pt x="3799" y="8149"/>
                    <a:pt x="3830" y="8149"/>
                  </a:cubicBezTo>
                  <a:cubicBezTo>
                    <a:pt x="3859" y="8149"/>
                    <a:pt x="3887" y="8149"/>
                    <a:pt x="3890" y="8186"/>
                  </a:cubicBezTo>
                  <a:cubicBezTo>
                    <a:pt x="3910" y="8213"/>
                    <a:pt x="3931" y="8240"/>
                    <a:pt x="3942" y="8240"/>
                  </a:cubicBezTo>
                  <a:cubicBezTo>
                    <a:pt x="3947" y="8240"/>
                    <a:pt x="3950" y="8235"/>
                    <a:pt x="3950" y="8224"/>
                  </a:cubicBezTo>
                  <a:cubicBezTo>
                    <a:pt x="3975" y="8227"/>
                    <a:pt x="3997" y="8240"/>
                    <a:pt x="4012" y="8262"/>
                  </a:cubicBezTo>
                  <a:cubicBezTo>
                    <a:pt x="4040" y="8259"/>
                    <a:pt x="4072" y="8255"/>
                    <a:pt x="4131" y="8249"/>
                  </a:cubicBezTo>
                  <a:cubicBezTo>
                    <a:pt x="4145" y="8227"/>
                    <a:pt x="4169" y="8215"/>
                    <a:pt x="4189" y="8215"/>
                  </a:cubicBezTo>
                  <a:cubicBezTo>
                    <a:pt x="4205" y="8215"/>
                    <a:pt x="4218" y="8223"/>
                    <a:pt x="4219" y="8240"/>
                  </a:cubicBezTo>
                  <a:cubicBezTo>
                    <a:pt x="4254" y="8237"/>
                    <a:pt x="4285" y="8218"/>
                    <a:pt x="4304" y="8193"/>
                  </a:cubicBezTo>
                  <a:cubicBezTo>
                    <a:pt x="4326" y="8190"/>
                    <a:pt x="4345" y="8188"/>
                    <a:pt x="4359" y="8188"/>
                  </a:cubicBezTo>
                  <a:cubicBezTo>
                    <a:pt x="4383" y="8188"/>
                    <a:pt x="4397" y="8194"/>
                    <a:pt x="4401" y="8218"/>
                  </a:cubicBezTo>
                  <a:cubicBezTo>
                    <a:pt x="4404" y="8236"/>
                    <a:pt x="4405" y="8245"/>
                    <a:pt x="4409" y="8245"/>
                  </a:cubicBezTo>
                  <a:cubicBezTo>
                    <a:pt x="4412" y="8245"/>
                    <a:pt x="4418" y="8234"/>
                    <a:pt x="4429" y="8212"/>
                  </a:cubicBezTo>
                  <a:cubicBezTo>
                    <a:pt x="4423" y="8174"/>
                    <a:pt x="4451" y="8168"/>
                    <a:pt x="4482" y="8161"/>
                  </a:cubicBezTo>
                  <a:lnTo>
                    <a:pt x="4539" y="8152"/>
                  </a:lnTo>
                  <a:cubicBezTo>
                    <a:pt x="4532" y="8114"/>
                    <a:pt x="4532" y="8114"/>
                    <a:pt x="4561" y="8108"/>
                  </a:cubicBezTo>
                  <a:cubicBezTo>
                    <a:pt x="4565" y="8107"/>
                    <a:pt x="4570" y="8107"/>
                    <a:pt x="4577" y="8107"/>
                  </a:cubicBezTo>
                  <a:cubicBezTo>
                    <a:pt x="4609" y="8107"/>
                    <a:pt x="4666" y="8116"/>
                    <a:pt x="4698" y="8116"/>
                  </a:cubicBezTo>
                  <a:cubicBezTo>
                    <a:pt x="4704" y="8116"/>
                    <a:pt x="4710" y="8115"/>
                    <a:pt x="4714" y="8114"/>
                  </a:cubicBezTo>
                  <a:cubicBezTo>
                    <a:pt x="4802" y="8089"/>
                    <a:pt x="4802" y="8086"/>
                    <a:pt x="4761" y="8061"/>
                  </a:cubicBezTo>
                  <a:lnTo>
                    <a:pt x="4761" y="8061"/>
                  </a:lnTo>
                  <a:cubicBezTo>
                    <a:pt x="4758" y="8062"/>
                    <a:pt x="4755" y="8063"/>
                    <a:pt x="4752" y="8063"/>
                  </a:cubicBezTo>
                  <a:cubicBezTo>
                    <a:pt x="4737" y="8063"/>
                    <a:pt x="4733" y="8046"/>
                    <a:pt x="4758" y="8046"/>
                  </a:cubicBezTo>
                  <a:cubicBezTo>
                    <a:pt x="4766" y="8046"/>
                    <a:pt x="4776" y="8048"/>
                    <a:pt x="4789" y="8052"/>
                  </a:cubicBezTo>
                  <a:cubicBezTo>
                    <a:pt x="4818" y="8042"/>
                    <a:pt x="4915" y="8052"/>
                    <a:pt x="4999" y="8027"/>
                  </a:cubicBezTo>
                  <a:cubicBezTo>
                    <a:pt x="5115" y="7989"/>
                    <a:pt x="5112" y="7983"/>
                    <a:pt x="5100" y="7951"/>
                  </a:cubicBezTo>
                  <a:cubicBezTo>
                    <a:pt x="5070" y="7919"/>
                    <a:pt x="5065" y="7900"/>
                    <a:pt x="5075" y="7900"/>
                  </a:cubicBezTo>
                  <a:cubicBezTo>
                    <a:pt x="5084" y="7900"/>
                    <a:pt x="5103" y="7912"/>
                    <a:pt x="5128" y="7939"/>
                  </a:cubicBezTo>
                  <a:cubicBezTo>
                    <a:pt x="5166" y="7961"/>
                    <a:pt x="5192" y="7970"/>
                    <a:pt x="5208" y="7970"/>
                  </a:cubicBezTo>
                  <a:cubicBezTo>
                    <a:pt x="5226" y="7970"/>
                    <a:pt x="5230" y="7957"/>
                    <a:pt x="5222" y="7939"/>
                  </a:cubicBezTo>
                  <a:cubicBezTo>
                    <a:pt x="5234" y="7892"/>
                    <a:pt x="5234" y="7892"/>
                    <a:pt x="5263" y="7879"/>
                  </a:cubicBezTo>
                  <a:cubicBezTo>
                    <a:pt x="5269" y="7893"/>
                    <a:pt x="5276" y="7899"/>
                    <a:pt x="5286" y="7899"/>
                  </a:cubicBezTo>
                  <a:cubicBezTo>
                    <a:pt x="5301" y="7899"/>
                    <a:pt x="5321" y="7882"/>
                    <a:pt x="5344" y="7845"/>
                  </a:cubicBezTo>
                  <a:cubicBezTo>
                    <a:pt x="5355" y="7840"/>
                    <a:pt x="5361" y="7837"/>
                    <a:pt x="5366" y="7837"/>
                  </a:cubicBezTo>
                  <a:cubicBezTo>
                    <a:pt x="5375" y="7837"/>
                    <a:pt x="5378" y="7845"/>
                    <a:pt x="5388" y="7867"/>
                  </a:cubicBezTo>
                  <a:cubicBezTo>
                    <a:pt x="5407" y="7861"/>
                    <a:pt x="5422" y="7851"/>
                    <a:pt x="5441" y="7842"/>
                  </a:cubicBezTo>
                  <a:cubicBezTo>
                    <a:pt x="5458" y="7756"/>
                    <a:pt x="5590" y="7707"/>
                    <a:pt x="5654" y="7707"/>
                  </a:cubicBezTo>
                  <a:cubicBezTo>
                    <a:pt x="5663" y="7707"/>
                    <a:pt x="5671" y="7708"/>
                    <a:pt x="5676" y="7710"/>
                  </a:cubicBezTo>
                  <a:cubicBezTo>
                    <a:pt x="5695" y="7698"/>
                    <a:pt x="5708" y="7673"/>
                    <a:pt x="5708" y="7651"/>
                  </a:cubicBezTo>
                  <a:cubicBezTo>
                    <a:pt x="5700" y="7606"/>
                    <a:pt x="5704" y="7581"/>
                    <a:pt x="5715" y="7581"/>
                  </a:cubicBezTo>
                  <a:cubicBezTo>
                    <a:pt x="5724" y="7581"/>
                    <a:pt x="5737" y="7594"/>
                    <a:pt x="5755" y="7622"/>
                  </a:cubicBezTo>
                  <a:cubicBezTo>
                    <a:pt x="5774" y="7652"/>
                    <a:pt x="5784" y="7668"/>
                    <a:pt x="5787" y="7668"/>
                  </a:cubicBezTo>
                  <a:cubicBezTo>
                    <a:pt x="5791" y="7668"/>
                    <a:pt x="5787" y="7648"/>
                    <a:pt x="5777" y="7607"/>
                  </a:cubicBezTo>
                  <a:cubicBezTo>
                    <a:pt x="5779" y="7577"/>
                    <a:pt x="5829" y="7537"/>
                    <a:pt x="5867" y="7537"/>
                  </a:cubicBezTo>
                  <a:cubicBezTo>
                    <a:pt x="5886" y="7537"/>
                    <a:pt x="5902" y="7546"/>
                    <a:pt x="5908" y="7572"/>
                  </a:cubicBezTo>
                  <a:lnTo>
                    <a:pt x="5946" y="7635"/>
                  </a:lnTo>
                  <a:cubicBezTo>
                    <a:pt x="5946" y="7613"/>
                    <a:pt x="5955" y="7591"/>
                    <a:pt x="5971" y="7575"/>
                  </a:cubicBezTo>
                  <a:cubicBezTo>
                    <a:pt x="5952" y="7544"/>
                    <a:pt x="5974" y="7531"/>
                    <a:pt x="6040" y="7491"/>
                  </a:cubicBezTo>
                  <a:cubicBezTo>
                    <a:pt x="6084" y="7463"/>
                    <a:pt x="6150" y="7375"/>
                    <a:pt x="6193" y="7350"/>
                  </a:cubicBezTo>
                  <a:cubicBezTo>
                    <a:pt x="6229" y="7327"/>
                    <a:pt x="6283" y="7295"/>
                    <a:pt x="6323" y="7295"/>
                  </a:cubicBezTo>
                  <a:cubicBezTo>
                    <a:pt x="6332" y="7295"/>
                    <a:pt x="6340" y="7296"/>
                    <a:pt x="6347" y="7300"/>
                  </a:cubicBezTo>
                  <a:cubicBezTo>
                    <a:pt x="6378" y="7281"/>
                    <a:pt x="6403" y="7249"/>
                    <a:pt x="6416" y="7212"/>
                  </a:cubicBezTo>
                  <a:cubicBezTo>
                    <a:pt x="6416" y="7181"/>
                    <a:pt x="6438" y="7158"/>
                    <a:pt x="6458" y="7158"/>
                  </a:cubicBezTo>
                  <a:cubicBezTo>
                    <a:pt x="6467" y="7158"/>
                    <a:pt x="6475" y="7162"/>
                    <a:pt x="6482" y="7171"/>
                  </a:cubicBezTo>
                  <a:lnTo>
                    <a:pt x="6504" y="7159"/>
                  </a:lnTo>
                  <a:cubicBezTo>
                    <a:pt x="6510" y="7130"/>
                    <a:pt x="6526" y="7105"/>
                    <a:pt x="6547" y="7083"/>
                  </a:cubicBezTo>
                  <a:cubicBezTo>
                    <a:pt x="6560" y="7103"/>
                    <a:pt x="6579" y="7118"/>
                    <a:pt x="6593" y="7118"/>
                  </a:cubicBezTo>
                  <a:cubicBezTo>
                    <a:pt x="6604" y="7118"/>
                    <a:pt x="6612" y="7110"/>
                    <a:pt x="6613" y="7090"/>
                  </a:cubicBezTo>
                  <a:cubicBezTo>
                    <a:pt x="6591" y="7058"/>
                    <a:pt x="6613" y="7043"/>
                    <a:pt x="6657" y="7018"/>
                  </a:cubicBezTo>
                  <a:cubicBezTo>
                    <a:pt x="6657" y="7018"/>
                    <a:pt x="6658" y="7018"/>
                    <a:pt x="6658" y="7018"/>
                  </a:cubicBezTo>
                  <a:cubicBezTo>
                    <a:pt x="6728" y="7018"/>
                    <a:pt x="7450" y="6569"/>
                    <a:pt x="7428" y="6538"/>
                  </a:cubicBezTo>
                  <a:lnTo>
                    <a:pt x="7494" y="6497"/>
                  </a:lnTo>
                  <a:cubicBezTo>
                    <a:pt x="7516" y="6485"/>
                    <a:pt x="7560" y="6457"/>
                    <a:pt x="7560" y="6457"/>
                  </a:cubicBezTo>
                  <a:cubicBezTo>
                    <a:pt x="7571" y="6470"/>
                    <a:pt x="7582" y="6477"/>
                    <a:pt x="7595" y="6477"/>
                  </a:cubicBezTo>
                  <a:cubicBezTo>
                    <a:pt x="7611" y="6477"/>
                    <a:pt x="7629" y="6467"/>
                    <a:pt x="7654" y="6447"/>
                  </a:cubicBezTo>
                  <a:cubicBezTo>
                    <a:pt x="7707" y="6403"/>
                    <a:pt x="7751" y="6353"/>
                    <a:pt x="7785" y="6294"/>
                  </a:cubicBezTo>
                  <a:cubicBezTo>
                    <a:pt x="7788" y="6253"/>
                    <a:pt x="7810" y="6215"/>
                    <a:pt x="7842" y="6190"/>
                  </a:cubicBezTo>
                  <a:cubicBezTo>
                    <a:pt x="7853" y="6202"/>
                    <a:pt x="7866" y="6206"/>
                    <a:pt x="7879" y="6206"/>
                  </a:cubicBezTo>
                  <a:cubicBezTo>
                    <a:pt x="7927" y="6206"/>
                    <a:pt x="7980" y="6138"/>
                    <a:pt x="7992" y="6071"/>
                  </a:cubicBezTo>
                  <a:cubicBezTo>
                    <a:pt x="7966" y="6019"/>
                    <a:pt x="7966" y="5990"/>
                    <a:pt x="7989" y="5990"/>
                  </a:cubicBezTo>
                  <a:cubicBezTo>
                    <a:pt x="8000" y="5990"/>
                    <a:pt x="8016" y="5996"/>
                    <a:pt x="8036" y="6008"/>
                  </a:cubicBezTo>
                  <a:cubicBezTo>
                    <a:pt x="8048" y="6016"/>
                    <a:pt x="8059" y="6020"/>
                    <a:pt x="8069" y="6020"/>
                  </a:cubicBezTo>
                  <a:cubicBezTo>
                    <a:pt x="8111" y="6020"/>
                    <a:pt x="8132" y="5956"/>
                    <a:pt x="8077" y="5858"/>
                  </a:cubicBezTo>
                  <a:cubicBezTo>
                    <a:pt x="8061" y="5808"/>
                    <a:pt x="8061" y="5811"/>
                    <a:pt x="8111" y="5792"/>
                  </a:cubicBezTo>
                  <a:cubicBezTo>
                    <a:pt x="8193" y="5789"/>
                    <a:pt x="8208" y="5751"/>
                    <a:pt x="8174" y="5736"/>
                  </a:cubicBezTo>
                  <a:cubicBezTo>
                    <a:pt x="8118" y="5676"/>
                    <a:pt x="8127" y="5645"/>
                    <a:pt x="8208" y="5629"/>
                  </a:cubicBezTo>
                  <a:cubicBezTo>
                    <a:pt x="8302" y="5576"/>
                    <a:pt x="8306" y="5570"/>
                    <a:pt x="8237" y="5520"/>
                  </a:cubicBezTo>
                  <a:cubicBezTo>
                    <a:pt x="8174" y="5466"/>
                    <a:pt x="8190" y="5328"/>
                    <a:pt x="8265" y="5291"/>
                  </a:cubicBezTo>
                  <a:cubicBezTo>
                    <a:pt x="8268" y="5253"/>
                    <a:pt x="8306" y="5216"/>
                    <a:pt x="8268" y="5216"/>
                  </a:cubicBezTo>
                  <a:lnTo>
                    <a:pt x="8302" y="5175"/>
                  </a:lnTo>
                  <a:cubicBezTo>
                    <a:pt x="8302" y="5150"/>
                    <a:pt x="8302" y="5122"/>
                    <a:pt x="8299" y="5097"/>
                  </a:cubicBezTo>
                  <a:lnTo>
                    <a:pt x="8262" y="5100"/>
                  </a:lnTo>
                  <a:cubicBezTo>
                    <a:pt x="8265" y="4918"/>
                    <a:pt x="8224" y="4736"/>
                    <a:pt x="8146" y="4570"/>
                  </a:cubicBezTo>
                  <a:cubicBezTo>
                    <a:pt x="8121" y="4526"/>
                    <a:pt x="8096" y="4485"/>
                    <a:pt x="8077" y="4451"/>
                  </a:cubicBezTo>
                  <a:cubicBezTo>
                    <a:pt x="8061" y="4426"/>
                    <a:pt x="8049" y="4404"/>
                    <a:pt x="8036" y="4385"/>
                  </a:cubicBezTo>
                  <a:cubicBezTo>
                    <a:pt x="8011" y="4348"/>
                    <a:pt x="7995" y="4322"/>
                    <a:pt x="7980" y="4304"/>
                  </a:cubicBezTo>
                  <a:cubicBezTo>
                    <a:pt x="7964" y="4282"/>
                    <a:pt x="7954" y="4273"/>
                    <a:pt x="7946" y="4273"/>
                  </a:cubicBezTo>
                  <a:cubicBezTo>
                    <a:pt x="7941" y="4273"/>
                    <a:pt x="7937" y="4279"/>
                    <a:pt x="7933" y="4288"/>
                  </a:cubicBezTo>
                  <a:cubicBezTo>
                    <a:pt x="7915" y="4309"/>
                    <a:pt x="7901" y="4318"/>
                    <a:pt x="7891" y="4318"/>
                  </a:cubicBezTo>
                  <a:cubicBezTo>
                    <a:pt x="7872" y="4318"/>
                    <a:pt x="7871" y="4285"/>
                    <a:pt x="7904" y="4244"/>
                  </a:cubicBezTo>
                  <a:cubicBezTo>
                    <a:pt x="7889" y="4222"/>
                    <a:pt x="7895" y="4156"/>
                    <a:pt x="7867" y="4113"/>
                  </a:cubicBezTo>
                  <a:cubicBezTo>
                    <a:pt x="7842" y="4069"/>
                    <a:pt x="7814" y="4025"/>
                    <a:pt x="7845" y="4006"/>
                  </a:cubicBezTo>
                  <a:lnTo>
                    <a:pt x="7832" y="3984"/>
                  </a:lnTo>
                  <a:cubicBezTo>
                    <a:pt x="7741" y="3981"/>
                    <a:pt x="7657" y="3849"/>
                    <a:pt x="7651" y="3762"/>
                  </a:cubicBezTo>
                  <a:cubicBezTo>
                    <a:pt x="7629" y="3721"/>
                    <a:pt x="7594" y="3686"/>
                    <a:pt x="7550" y="3671"/>
                  </a:cubicBezTo>
                  <a:cubicBezTo>
                    <a:pt x="7491" y="3649"/>
                    <a:pt x="7491" y="3649"/>
                    <a:pt x="7510" y="3605"/>
                  </a:cubicBezTo>
                  <a:cubicBezTo>
                    <a:pt x="7537" y="3588"/>
                    <a:pt x="7501" y="3466"/>
                    <a:pt x="7447" y="3466"/>
                  </a:cubicBezTo>
                  <a:cubicBezTo>
                    <a:pt x="7440" y="3466"/>
                    <a:pt x="7433" y="3468"/>
                    <a:pt x="7425" y="3473"/>
                  </a:cubicBezTo>
                  <a:lnTo>
                    <a:pt x="7444" y="3432"/>
                  </a:lnTo>
                  <a:cubicBezTo>
                    <a:pt x="7455" y="3406"/>
                    <a:pt x="7444" y="3395"/>
                    <a:pt x="7425" y="3395"/>
                  </a:cubicBezTo>
                  <a:cubicBezTo>
                    <a:pt x="7413" y="3395"/>
                    <a:pt x="7398" y="3400"/>
                    <a:pt x="7384" y="3407"/>
                  </a:cubicBezTo>
                  <a:cubicBezTo>
                    <a:pt x="7364" y="3421"/>
                    <a:pt x="7349" y="3427"/>
                    <a:pt x="7340" y="3427"/>
                  </a:cubicBezTo>
                  <a:cubicBezTo>
                    <a:pt x="7323" y="3427"/>
                    <a:pt x="7336" y="3400"/>
                    <a:pt x="7390" y="3345"/>
                  </a:cubicBezTo>
                  <a:cubicBezTo>
                    <a:pt x="7438" y="3314"/>
                    <a:pt x="7442" y="3294"/>
                    <a:pt x="7428" y="3294"/>
                  </a:cubicBezTo>
                  <a:cubicBezTo>
                    <a:pt x="7424" y="3294"/>
                    <a:pt x="7417" y="3296"/>
                    <a:pt x="7409" y="3301"/>
                  </a:cubicBezTo>
                  <a:cubicBezTo>
                    <a:pt x="7362" y="3301"/>
                    <a:pt x="7318" y="3298"/>
                    <a:pt x="7334" y="3257"/>
                  </a:cubicBezTo>
                  <a:cubicBezTo>
                    <a:pt x="7326" y="3244"/>
                    <a:pt x="7319" y="3230"/>
                    <a:pt x="7299" y="3230"/>
                  </a:cubicBezTo>
                  <a:cubicBezTo>
                    <a:pt x="7287" y="3230"/>
                    <a:pt x="7269" y="3236"/>
                    <a:pt x="7243" y="3251"/>
                  </a:cubicBezTo>
                  <a:cubicBezTo>
                    <a:pt x="7234" y="3257"/>
                    <a:pt x="7226" y="3260"/>
                    <a:pt x="7220" y="3260"/>
                  </a:cubicBezTo>
                  <a:cubicBezTo>
                    <a:pt x="7204" y="3260"/>
                    <a:pt x="7195" y="3244"/>
                    <a:pt x="7184" y="3229"/>
                  </a:cubicBezTo>
                  <a:cubicBezTo>
                    <a:pt x="7200" y="3215"/>
                    <a:pt x="7220" y="3208"/>
                    <a:pt x="7241" y="3208"/>
                  </a:cubicBezTo>
                  <a:cubicBezTo>
                    <a:pt x="7248" y="3208"/>
                    <a:pt x="7255" y="3208"/>
                    <a:pt x="7262" y="3210"/>
                  </a:cubicBezTo>
                  <a:lnTo>
                    <a:pt x="7234" y="3166"/>
                  </a:lnTo>
                  <a:cubicBezTo>
                    <a:pt x="7221" y="3129"/>
                    <a:pt x="7228" y="3088"/>
                    <a:pt x="7259" y="3060"/>
                  </a:cubicBezTo>
                  <a:cubicBezTo>
                    <a:pt x="7269" y="3037"/>
                    <a:pt x="7269" y="3020"/>
                    <a:pt x="7258" y="3020"/>
                  </a:cubicBezTo>
                  <a:cubicBezTo>
                    <a:pt x="7249" y="3020"/>
                    <a:pt x="7234" y="3030"/>
                    <a:pt x="7212" y="3056"/>
                  </a:cubicBezTo>
                  <a:cubicBezTo>
                    <a:pt x="7181" y="3076"/>
                    <a:pt x="7165" y="3087"/>
                    <a:pt x="7154" y="3087"/>
                  </a:cubicBezTo>
                  <a:cubicBezTo>
                    <a:pt x="7142" y="3087"/>
                    <a:pt x="7135" y="3076"/>
                    <a:pt x="7121" y="3053"/>
                  </a:cubicBezTo>
                  <a:cubicBezTo>
                    <a:pt x="7108" y="3031"/>
                    <a:pt x="7093" y="3009"/>
                    <a:pt x="7127" y="2991"/>
                  </a:cubicBezTo>
                  <a:cubicBezTo>
                    <a:pt x="7159" y="2969"/>
                    <a:pt x="7159" y="2969"/>
                    <a:pt x="7130" y="2925"/>
                  </a:cubicBezTo>
                  <a:cubicBezTo>
                    <a:pt x="7102" y="2879"/>
                    <a:pt x="7028" y="2862"/>
                    <a:pt x="6959" y="2862"/>
                  </a:cubicBezTo>
                  <a:cubicBezTo>
                    <a:pt x="6928" y="2862"/>
                    <a:pt x="6898" y="2866"/>
                    <a:pt x="6873" y="2872"/>
                  </a:cubicBezTo>
                  <a:cubicBezTo>
                    <a:pt x="6845" y="2890"/>
                    <a:pt x="6830" y="2900"/>
                    <a:pt x="6826" y="2900"/>
                  </a:cubicBezTo>
                  <a:cubicBezTo>
                    <a:pt x="6821" y="2900"/>
                    <a:pt x="6833" y="2884"/>
                    <a:pt x="6861" y="2850"/>
                  </a:cubicBezTo>
                  <a:cubicBezTo>
                    <a:pt x="6892" y="2831"/>
                    <a:pt x="6880" y="2809"/>
                    <a:pt x="6867" y="2787"/>
                  </a:cubicBezTo>
                  <a:lnTo>
                    <a:pt x="6867" y="2787"/>
                  </a:lnTo>
                  <a:cubicBezTo>
                    <a:pt x="6860" y="2791"/>
                    <a:pt x="6856" y="2792"/>
                    <a:pt x="6852" y="2792"/>
                  </a:cubicBezTo>
                  <a:cubicBezTo>
                    <a:pt x="6843" y="2792"/>
                    <a:pt x="6849" y="2780"/>
                    <a:pt x="6857" y="2780"/>
                  </a:cubicBezTo>
                  <a:cubicBezTo>
                    <a:pt x="6860" y="2780"/>
                    <a:pt x="6864" y="2782"/>
                    <a:pt x="6867" y="2787"/>
                  </a:cubicBezTo>
                  <a:cubicBezTo>
                    <a:pt x="6876" y="2780"/>
                    <a:pt x="6884" y="2778"/>
                    <a:pt x="6890" y="2778"/>
                  </a:cubicBezTo>
                  <a:cubicBezTo>
                    <a:pt x="6906" y="2778"/>
                    <a:pt x="6916" y="2793"/>
                    <a:pt x="6927" y="2809"/>
                  </a:cubicBezTo>
                  <a:lnTo>
                    <a:pt x="6958" y="2790"/>
                  </a:lnTo>
                  <a:cubicBezTo>
                    <a:pt x="6997" y="2742"/>
                    <a:pt x="6996" y="2718"/>
                    <a:pt x="6960" y="2718"/>
                  </a:cubicBezTo>
                  <a:cubicBezTo>
                    <a:pt x="6949" y="2718"/>
                    <a:pt x="6935" y="2720"/>
                    <a:pt x="6917" y="2724"/>
                  </a:cubicBezTo>
                  <a:cubicBezTo>
                    <a:pt x="6870" y="2721"/>
                    <a:pt x="6870" y="2721"/>
                    <a:pt x="6889" y="2680"/>
                  </a:cubicBezTo>
                  <a:cubicBezTo>
                    <a:pt x="6905" y="2644"/>
                    <a:pt x="6920" y="2610"/>
                    <a:pt x="6906" y="2610"/>
                  </a:cubicBezTo>
                  <a:cubicBezTo>
                    <a:pt x="6902" y="2610"/>
                    <a:pt x="6898" y="2611"/>
                    <a:pt x="6892" y="2615"/>
                  </a:cubicBezTo>
                  <a:cubicBezTo>
                    <a:pt x="6877" y="2589"/>
                    <a:pt x="6873" y="2558"/>
                    <a:pt x="6886" y="2530"/>
                  </a:cubicBezTo>
                  <a:cubicBezTo>
                    <a:pt x="6865" y="2497"/>
                    <a:pt x="6852" y="2476"/>
                    <a:pt x="6833" y="2476"/>
                  </a:cubicBezTo>
                  <a:cubicBezTo>
                    <a:pt x="6826" y="2476"/>
                    <a:pt x="6819" y="2478"/>
                    <a:pt x="6811" y="2483"/>
                  </a:cubicBezTo>
                  <a:cubicBezTo>
                    <a:pt x="6802" y="2489"/>
                    <a:pt x="6794" y="2492"/>
                    <a:pt x="6787" y="2492"/>
                  </a:cubicBezTo>
                  <a:cubicBezTo>
                    <a:pt x="6772" y="2492"/>
                    <a:pt x="6762" y="2477"/>
                    <a:pt x="6751" y="2461"/>
                  </a:cubicBezTo>
                  <a:cubicBezTo>
                    <a:pt x="6742" y="2445"/>
                    <a:pt x="6733" y="2429"/>
                    <a:pt x="6715" y="2429"/>
                  </a:cubicBezTo>
                  <a:cubicBezTo>
                    <a:pt x="6708" y="2429"/>
                    <a:pt x="6701" y="2431"/>
                    <a:pt x="6692" y="2436"/>
                  </a:cubicBezTo>
                  <a:cubicBezTo>
                    <a:pt x="6679" y="2445"/>
                    <a:pt x="6666" y="2449"/>
                    <a:pt x="6652" y="2449"/>
                  </a:cubicBezTo>
                  <a:cubicBezTo>
                    <a:pt x="6627" y="2449"/>
                    <a:pt x="6602" y="2435"/>
                    <a:pt x="6588" y="2411"/>
                  </a:cubicBezTo>
                  <a:cubicBezTo>
                    <a:pt x="6529" y="2386"/>
                    <a:pt x="6529" y="2386"/>
                    <a:pt x="6579" y="2323"/>
                  </a:cubicBezTo>
                  <a:cubicBezTo>
                    <a:pt x="6610" y="2304"/>
                    <a:pt x="6598" y="2282"/>
                    <a:pt x="6585" y="2260"/>
                  </a:cubicBezTo>
                  <a:cubicBezTo>
                    <a:pt x="6576" y="2239"/>
                    <a:pt x="6576" y="2217"/>
                    <a:pt x="6588" y="2195"/>
                  </a:cubicBezTo>
                  <a:cubicBezTo>
                    <a:pt x="6596" y="2177"/>
                    <a:pt x="6595" y="2171"/>
                    <a:pt x="6589" y="2171"/>
                  </a:cubicBezTo>
                  <a:cubicBezTo>
                    <a:pt x="6580" y="2171"/>
                    <a:pt x="6562" y="2182"/>
                    <a:pt x="6544" y="2195"/>
                  </a:cubicBezTo>
                  <a:cubicBezTo>
                    <a:pt x="6510" y="2213"/>
                    <a:pt x="6479" y="2235"/>
                    <a:pt x="6479" y="2235"/>
                  </a:cubicBezTo>
                  <a:cubicBezTo>
                    <a:pt x="6466" y="2213"/>
                    <a:pt x="6516" y="2151"/>
                    <a:pt x="6547" y="2129"/>
                  </a:cubicBezTo>
                  <a:cubicBezTo>
                    <a:pt x="6575" y="2094"/>
                    <a:pt x="6588" y="2079"/>
                    <a:pt x="6583" y="2079"/>
                  </a:cubicBezTo>
                  <a:lnTo>
                    <a:pt x="6583" y="2079"/>
                  </a:lnTo>
                  <a:cubicBezTo>
                    <a:pt x="6578" y="2079"/>
                    <a:pt x="6563" y="2089"/>
                    <a:pt x="6535" y="2107"/>
                  </a:cubicBezTo>
                  <a:cubicBezTo>
                    <a:pt x="6524" y="2115"/>
                    <a:pt x="6511" y="2119"/>
                    <a:pt x="6499" y="2119"/>
                  </a:cubicBezTo>
                  <a:cubicBezTo>
                    <a:pt x="6477" y="2119"/>
                    <a:pt x="6458" y="2104"/>
                    <a:pt x="6460" y="2063"/>
                  </a:cubicBezTo>
                  <a:cubicBezTo>
                    <a:pt x="6435" y="2019"/>
                    <a:pt x="6406" y="1975"/>
                    <a:pt x="6438" y="1953"/>
                  </a:cubicBezTo>
                  <a:cubicBezTo>
                    <a:pt x="6457" y="1913"/>
                    <a:pt x="6410" y="1909"/>
                    <a:pt x="6410" y="1909"/>
                  </a:cubicBezTo>
                  <a:cubicBezTo>
                    <a:pt x="6366" y="1909"/>
                    <a:pt x="6353" y="1888"/>
                    <a:pt x="6344" y="1800"/>
                  </a:cubicBezTo>
                  <a:cubicBezTo>
                    <a:pt x="6340" y="1701"/>
                    <a:pt x="6338" y="1667"/>
                    <a:pt x="6320" y="1667"/>
                  </a:cubicBezTo>
                  <a:cubicBezTo>
                    <a:pt x="6310" y="1667"/>
                    <a:pt x="6296" y="1676"/>
                    <a:pt x="6275" y="1690"/>
                  </a:cubicBezTo>
                  <a:cubicBezTo>
                    <a:pt x="6259" y="1699"/>
                    <a:pt x="6243" y="1710"/>
                    <a:pt x="6237" y="1710"/>
                  </a:cubicBezTo>
                  <a:cubicBezTo>
                    <a:pt x="6231" y="1710"/>
                    <a:pt x="6236" y="1699"/>
                    <a:pt x="6262" y="1668"/>
                  </a:cubicBezTo>
                  <a:cubicBezTo>
                    <a:pt x="6278" y="1624"/>
                    <a:pt x="6234" y="1624"/>
                    <a:pt x="6175" y="1599"/>
                  </a:cubicBezTo>
                  <a:cubicBezTo>
                    <a:pt x="6128" y="1599"/>
                    <a:pt x="6065" y="1637"/>
                    <a:pt x="6034" y="1659"/>
                  </a:cubicBezTo>
                  <a:cubicBezTo>
                    <a:pt x="6005" y="1677"/>
                    <a:pt x="5988" y="1687"/>
                    <a:pt x="5980" y="1687"/>
                  </a:cubicBezTo>
                  <a:cubicBezTo>
                    <a:pt x="5969" y="1687"/>
                    <a:pt x="5970" y="1671"/>
                    <a:pt x="5974" y="1634"/>
                  </a:cubicBezTo>
                  <a:cubicBezTo>
                    <a:pt x="5958" y="1612"/>
                    <a:pt x="5977" y="1571"/>
                    <a:pt x="6012" y="1549"/>
                  </a:cubicBezTo>
                  <a:cubicBezTo>
                    <a:pt x="6021" y="1543"/>
                    <a:pt x="6029" y="1541"/>
                    <a:pt x="6035" y="1541"/>
                  </a:cubicBezTo>
                  <a:cubicBezTo>
                    <a:pt x="6049" y="1541"/>
                    <a:pt x="6055" y="1552"/>
                    <a:pt x="6055" y="1552"/>
                  </a:cubicBezTo>
                  <a:lnTo>
                    <a:pt x="6068" y="1574"/>
                  </a:lnTo>
                  <a:cubicBezTo>
                    <a:pt x="6102" y="1555"/>
                    <a:pt x="6134" y="1533"/>
                    <a:pt x="6106" y="1490"/>
                  </a:cubicBezTo>
                  <a:cubicBezTo>
                    <a:pt x="6120" y="1459"/>
                    <a:pt x="6116" y="1439"/>
                    <a:pt x="6099" y="1439"/>
                  </a:cubicBezTo>
                  <a:cubicBezTo>
                    <a:pt x="6093" y="1439"/>
                    <a:pt x="6086" y="1441"/>
                    <a:pt x="6077" y="1446"/>
                  </a:cubicBezTo>
                  <a:cubicBezTo>
                    <a:pt x="6096" y="1405"/>
                    <a:pt x="6071" y="1361"/>
                    <a:pt x="6043" y="1317"/>
                  </a:cubicBezTo>
                  <a:cubicBezTo>
                    <a:pt x="6015" y="1273"/>
                    <a:pt x="5974" y="1204"/>
                    <a:pt x="5993" y="1164"/>
                  </a:cubicBezTo>
                  <a:cubicBezTo>
                    <a:pt x="5972" y="1130"/>
                    <a:pt x="5959" y="1110"/>
                    <a:pt x="5941" y="1110"/>
                  </a:cubicBezTo>
                  <a:cubicBezTo>
                    <a:pt x="5935" y="1110"/>
                    <a:pt x="5928" y="1112"/>
                    <a:pt x="5921" y="1117"/>
                  </a:cubicBezTo>
                  <a:cubicBezTo>
                    <a:pt x="5893" y="1134"/>
                    <a:pt x="5875" y="1140"/>
                    <a:pt x="5866" y="1140"/>
                  </a:cubicBezTo>
                  <a:cubicBezTo>
                    <a:pt x="5852" y="1140"/>
                    <a:pt x="5855" y="1128"/>
                    <a:pt x="5874" y="1117"/>
                  </a:cubicBezTo>
                  <a:cubicBezTo>
                    <a:pt x="5922" y="1056"/>
                    <a:pt x="5788" y="765"/>
                    <a:pt x="5708" y="765"/>
                  </a:cubicBezTo>
                  <a:cubicBezTo>
                    <a:pt x="5706" y="765"/>
                    <a:pt x="5704" y="765"/>
                    <a:pt x="5701" y="766"/>
                  </a:cubicBezTo>
                  <a:lnTo>
                    <a:pt x="5673" y="722"/>
                  </a:lnTo>
                  <a:cubicBezTo>
                    <a:pt x="5683" y="700"/>
                    <a:pt x="5639" y="618"/>
                    <a:pt x="5598" y="562"/>
                  </a:cubicBezTo>
                  <a:cubicBezTo>
                    <a:pt x="5551" y="502"/>
                    <a:pt x="5498" y="459"/>
                    <a:pt x="5469" y="459"/>
                  </a:cubicBezTo>
                  <a:lnTo>
                    <a:pt x="5385" y="377"/>
                  </a:lnTo>
                  <a:cubicBezTo>
                    <a:pt x="5355" y="309"/>
                    <a:pt x="5325" y="281"/>
                    <a:pt x="5283" y="281"/>
                  </a:cubicBezTo>
                  <a:cubicBezTo>
                    <a:pt x="5276" y="281"/>
                    <a:pt x="5270" y="282"/>
                    <a:pt x="5263" y="283"/>
                  </a:cubicBezTo>
                  <a:cubicBezTo>
                    <a:pt x="5226" y="289"/>
                    <a:pt x="5205" y="306"/>
                    <a:pt x="5201" y="306"/>
                  </a:cubicBezTo>
                  <a:cubicBezTo>
                    <a:pt x="5200" y="306"/>
                    <a:pt x="5202" y="302"/>
                    <a:pt x="5209" y="292"/>
                  </a:cubicBezTo>
                  <a:cubicBezTo>
                    <a:pt x="5228" y="261"/>
                    <a:pt x="5165" y="214"/>
                    <a:pt x="5024" y="148"/>
                  </a:cubicBezTo>
                  <a:cubicBezTo>
                    <a:pt x="4951" y="120"/>
                    <a:pt x="4915" y="106"/>
                    <a:pt x="4901" y="106"/>
                  </a:cubicBezTo>
                  <a:cubicBezTo>
                    <a:pt x="4887" y="106"/>
                    <a:pt x="4893" y="119"/>
                    <a:pt x="4905" y="142"/>
                  </a:cubicBezTo>
                  <a:cubicBezTo>
                    <a:pt x="4749" y="133"/>
                    <a:pt x="4761" y="101"/>
                    <a:pt x="4767" y="64"/>
                  </a:cubicBezTo>
                  <a:cubicBezTo>
                    <a:pt x="4795" y="31"/>
                    <a:pt x="4790" y="10"/>
                    <a:pt x="4770" y="10"/>
                  </a:cubicBezTo>
                  <a:cubicBezTo>
                    <a:pt x="4749" y="10"/>
                    <a:pt x="4714" y="32"/>
                    <a:pt x="4686" y="86"/>
                  </a:cubicBezTo>
                  <a:cubicBezTo>
                    <a:pt x="4659" y="121"/>
                    <a:pt x="4627" y="136"/>
                    <a:pt x="4603" y="136"/>
                  </a:cubicBezTo>
                  <a:cubicBezTo>
                    <a:pt x="4583" y="136"/>
                    <a:pt x="4569" y="125"/>
                    <a:pt x="4570" y="108"/>
                  </a:cubicBezTo>
                  <a:cubicBezTo>
                    <a:pt x="4572" y="82"/>
                    <a:pt x="4590" y="75"/>
                    <a:pt x="4612" y="75"/>
                  </a:cubicBezTo>
                  <a:cubicBezTo>
                    <a:pt x="4623" y="75"/>
                    <a:pt x="4636" y="77"/>
                    <a:pt x="4648" y="79"/>
                  </a:cubicBezTo>
                  <a:cubicBezTo>
                    <a:pt x="4648" y="79"/>
                    <a:pt x="4655" y="42"/>
                    <a:pt x="4658" y="4"/>
                  </a:cubicBezTo>
                  <a:cubicBezTo>
                    <a:pt x="4647" y="2"/>
                    <a:pt x="4639" y="1"/>
                    <a:pt x="4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37"/>
            <p:cNvSpPr/>
            <p:nvPr/>
          </p:nvSpPr>
          <p:spPr>
            <a:xfrm>
              <a:off x="4416033" y="4183041"/>
              <a:ext cx="142398" cy="130827"/>
            </a:xfrm>
            <a:custGeom>
              <a:avLst/>
              <a:gdLst/>
              <a:ahLst/>
              <a:cxnLst/>
              <a:rect l="l" t="t" r="r" b="b"/>
              <a:pathLst>
                <a:path w="7823" h="7243" extrusionOk="0">
                  <a:moveTo>
                    <a:pt x="4330" y="1"/>
                  </a:moveTo>
                  <a:cubicBezTo>
                    <a:pt x="4155" y="1"/>
                    <a:pt x="3977" y="49"/>
                    <a:pt x="3818" y="149"/>
                  </a:cubicBezTo>
                  <a:lnTo>
                    <a:pt x="1928" y="1349"/>
                  </a:lnTo>
                  <a:cubicBezTo>
                    <a:pt x="440" y="2296"/>
                    <a:pt x="1" y="4270"/>
                    <a:pt x="947" y="5762"/>
                  </a:cubicBezTo>
                  <a:cubicBezTo>
                    <a:pt x="1556" y="6719"/>
                    <a:pt x="2589" y="7242"/>
                    <a:pt x="3645" y="7242"/>
                  </a:cubicBezTo>
                  <a:cubicBezTo>
                    <a:pt x="4232" y="7242"/>
                    <a:pt x="4825" y="7081"/>
                    <a:pt x="5356" y="6743"/>
                  </a:cubicBezTo>
                  <a:lnTo>
                    <a:pt x="7246" y="5543"/>
                  </a:lnTo>
                  <a:cubicBezTo>
                    <a:pt x="7691" y="5257"/>
                    <a:pt x="7823" y="4668"/>
                    <a:pt x="7541" y="4220"/>
                  </a:cubicBezTo>
                  <a:lnTo>
                    <a:pt x="5140" y="444"/>
                  </a:lnTo>
                  <a:cubicBezTo>
                    <a:pt x="4957" y="157"/>
                    <a:pt x="4647" y="1"/>
                    <a:pt x="4330" y="1"/>
                  </a:cubicBezTo>
                  <a:close/>
                </a:path>
              </a:pathLst>
            </a:custGeom>
            <a:solidFill>
              <a:srgbClr val="F4F1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37"/>
            <p:cNvSpPr/>
            <p:nvPr/>
          </p:nvSpPr>
          <p:spPr>
            <a:xfrm>
              <a:off x="4413867" y="4173847"/>
              <a:ext cx="151190" cy="149268"/>
            </a:xfrm>
            <a:custGeom>
              <a:avLst/>
              <a:gdLst/>
              <a:ahLst/>
              <a:cxnLst/>
              <a:rect l="l" t="t" r="r" b="b"/>
              <a:pathLst>
                <a:path w="8306" h="8264" extrusionOk="0">
                  <a:moveTo>
                    <a:pt x="4131" y="493"/>
                  </a:moveTo>
                  <a:cubicBezTo>
                    <a:pt x="4121" y="493"/>
                    <a:pt x="4110" y="496"/>
                    <a:pt x="4100" y="498"/>
                  </a:cubicBezTo>
                  <a:cubicBezTo>
                    <a:pt x="4091" y="496"/>
                    <a:pt x="4084" y="495"/>
                    <a:pt x="4077" y="495"/>
                  </a:cubicBezTo>
                  <a:cubicBezTo>
                    <a:pt x="4031" y="495"/>
                    <a:pt x="4023" y="537"/>
                    <a:pt x="4037" y="564"/>
                  </a:cubicBezTo>
                  <a:cubicBezTo>
                    <a:pt x="4044" y="582"/>
                    <a:pt x="4054" y="589"/>
                    <a:pt x="4067" y="589"/>
                  </a:cubicBezTo>
                  <a:cubicBezTo>
                    <a:pt x="4081" y="589"/>
                    <a:pt x="4100" y="580"/>
                    <a:pt x="4125" y="570"/>
                  </a:cubicBezTo>
                  <a:cubicBezTo>
                    <a:pt x="4150" y="564"/>
                    <a:pt x="4162" y="520"/>
                    <a:pt x="4162" y="520"/>
                  </a:cubicBezTo>
                  <a:cubicBezTo>
                    <a:pt x="4157" y="499"/>
                    <a:pt x="4145" y="493"/>
                    <a:pt x="4131" y="493"/>
                  </a:cubicBezTo>
                  <a:close/>
                  <a:moveTo>
                    <a:pt x="5308" y="530"/>
                  </a:moveTo>
                  <a:cubicBezTo>
                    <a:pt x="5325" y="530"/>
                    <a:pt x="5342" y="547"/>
                    <a:pt x="5360" y="564"/>
                  </a:cubicBezTo>
                  <a:lnTo>
                    <a:pt x="5334" y="589"/>
                  </a:lnTo>
                  <a:lnTo>
                    <a:pt x="5281" y="592"/>
                  </a:lnTo>
                  <a:lnTo>
                    <a:pt x="5284" y="542"/>
                  </a:lnTo>
                  <a:cubicBezTo>
                    <a:pt x="5292" y="533"/>
                    <a:pt x="5300" y="530"/>
                    <a:pt x="5308" y="530"/>
                  </a:cubicBezTo>
                  <a:close/>
                  <a:moveTo>
                    <a:pt x="3921" y="499"/>
                  </a:moveTo>
                  <a:cubicBezTo>
                    <a:pt x="3940" y="499"/>
                    <a:pt x="3949" y="532"/>
                    <a:pt x="3924" y="583"/>
                  </a:cubicBezTo>
                  <a:lnTo>
                    <a:pt x="3877" y="608"/>
                  </a:lnTo>
                  <a:cubicBezTo>
                    <a:pt x="3855" y="577"/>
                    <a:pt x="3883" y="517"/>
                    <a:pt x="3912" y="502"/>
                  </a:cubicBezTo>
                  <a:cubicBezTo>
                    <a:pt x="3915" y="500"/>
                    <a:pt x="3918" y="499"/>
                    <a:pt x="3921" y="499"/>
                  </a:cubicBezTo>
                  <a:close/>
                  <a:moveTo>
                    <a:pt x="5405" y="724"/>
                  </a:moveTo>
                  <a:cubicBezTo>
                    <a:pt x="5433" y="724"/>
                    <a:pt x="5419" y="737"/>
                    <a:pt x="5381" y="765"/>
                  </a:cubicBezTo>
                  <a:cubicBezTo>
                    <a:pt x="5359" y="785"/>
                    <a:pt x="5330" y="795"/>
                    <a:pt x="5301" y="795"/>
                  </a:cubicBezTo>
                  <a:cubicBezTo>
                    <a:pt x="5286" y="795"/>
                    <a:pt x="5270" y="792"/>
                    <a:pt x="5256" y="787"/>
                  </a:cubicBezTo>
                  <a:lnTo>
                    <a:pt x="5219" y="743"/>
                  </a:lnTo>
                  <a:lnTo>
                    <a:pt x="5313" y="737"/>
                  </a:lnTo>
                  <a:cubicBezTo>
                    <a:pt x="5360" y="729"/>
                    <a:pt x="5389" y="724"/>
                    <a:pt x="5405" y="724"/>
                  </a:cubicBezTo>
                  <a:close/>
                  <a:moveTo>
                    <a:pt x="2551" y="990"/>
                  </a:moveTo>
                  <a:cubicBezTo>
                    <a:pt x="2547" y="990"/>
                    <a:pt x="2542" y="994"/>
                    <a:pt x="2533" y="1000"/>
                  </a:cubicBezTo>
                  <a:lnTo>
                    <a:pt x="2511" y="1012"/>
                  </a:lnTo>
                  <a:lnTo>
                    <a:pt x="2552" y="1031"/>
                  </a:lnTo>
                  <a:lnTo>
                    <a:pt x="2574" y="1019"/>
                  </a:lnTo>
                  <a:cubicBezTo>
                    <a:pt x="2562" y="998"/>
                    <a:pt x="2558" y="990"/>
                    <a:pt x="2551" y="990"/>
                  </a:cubicBezTo>
                  <a:close/>
                  <a:moveTo>
                    <a:pt x="5808" y="1157"/>
                  </a:moveTo>
                  <a:lnTo>
                    <a:pt x="5808" y="1157"/>
                  </a:lnTo>
                  <a:cubicBezTo>
                    <a:pt x="5867" y="1182"/>
                    <a:pt x="5867" y="1182"/>
                    <a:pt x="5789" y="1197"/>
                  </a:cubicBezTo>
                  <a:lnTo>
                    <a:pt x="5698" y="1194"/>
                  </a:lnTo>
                  <a:cubicBezTo>
                    <a:pt x="5685" y="1172"/>
                    <a:pt x="5729" y="1175"/>
                    <a:pt x="5808" y="1157"/>
                  </a:cubicBezTo>
                  <a:close/>
                  <a:moveTo>
                    <a:pt x="2604" y="1185"/>
                  </a:moveTo>
                  <a:cubicBezTo>
                    <a:pt x="2613" y="1185"/>
                    <a:pt x="2622" y="1190"/>
                    <a:pt x="2630" y="1204"/>
                  </a:cubicBezTo>
                  <a:lnTo>
                    <a:pt x="2608" y="1219"/>
                  </a:lnTo>
                  <a:cubicBezTo>
                    <a:pt x="2603" y="1211"/>
                    <a:pt x="2600" y="1208"/>
                    <a:pt x="2597" y="1208"/>
                  </a:cubicBezTo>
                  <a:lnTo>
                    <a:pt x="2597" y="1208"/>
                  </a:lnTo>
                  <a:cubicBezTo>
                    <a:pt x="2590" y="1208"/>
                    <a:pt x="2596" y="1236"/>
                    <a:pt x="2627" y="1251"/>
                  </a:cubicBezTo>
                  <a:lnTo>
                    <a:pt x="2668" y="1313"/>
                  </a:lnTo>
                  <a:cubicBezTo>
                    <a:pt x="2662" y="1317"/>
                    <a:pt x="2656" y="1319"/>
                    <a:pt x="2648" y="1319"/>
                  </a:cubicBezTo>
                  <a:cubicBezTo>
                    <a:pt x="2627" y="1319"/>
                    <a:pt x="2599" y="1302"/>
                    <a:pt x="2583" y="1279"/>
                  </a:cubicBezTo>
                  <a:cubicBezTo>
                    <a:pt x="2523" y="1229"/>
                    <a:pt x="2523" y="1229"/>
                    <a:pt x="2567" y="1200"/>
                  </a:cubicBezTo>
                  <a:cubicBezTo>
                    <a:pt x="2580" y="1193"/>
                    <a:pt x="2592" y="1185"/>
                    <a:pt x="2604" y="1185"/>
                  </a:cubicBezTo>
                  <a:close/>
                  <a:moveTo>
                    <a:pt x="2342" y="1341"/>
                  </a:moveTo>
                  <a:cubicBezTo>
                    <a:pt x="2348" y="1341"/>
                    <a:pt x="2354" y="1349"/>
                    <a:pt x="2367" y="1370"/>
                  </a:cubicBezTo>
                  <a:cubicBezTo>
                    <a:pt x="2367" y="1370"/>
                    <a:pt x="2364" y="1413"/>
                    <a:pt x="2342" y="1429"/>
                  </a:cubicBezTo>
                  <a:lnTo>
                    <a:pt x="2301" y="1410"/>
                  </a:lnTo>
                  <a:cubicBezTo>
                    <a:pt x="2279" y="1376"/>
                    <a:pt x="2301" y="1363"/>
                    <a:pt x="2323" y="1351"/>
                  </a:cubicBezTo>
                  <a:cubicBezTo>
                    <a:pt x="2332" y="1345"/>
                    <a:pt x="2337" y="1341"/>
                    <a:pt x="2342" y="1341"/>
                  </a:cubicBezTo>
                  <a:close/>
                  <a:moveTo>
                    <a:pt x="5789" y="1413"/>
                  </a:moveTo>
                  <a:lnTo>
                    <a:pt x="5805" y="1435"/>
                  </a:lnTo>
                  <a:cubicBezTo>
                    <a:pt x="5780" y="1449"/>
                    <a:pt x="5758" y="1463"/>
                    <a:pt x="5742" y="1463"/>
                  </a:cubicBezTo>
                  <a:cubicBezTo>
                    <a:pt x="5735" y="1463"/>
                    <a:pt x="5730" y="1461"/>
                    <a:pt x="5726" y="1454"/>
                  </a:cubicBezTo>
                  <a:lnTo>
                    <a:pt x="5711" y="1432"/>
                  </a:lnTo>
                  <a:cubicBezTo>
                    <a:pt x="5736" y="1420"/>
                    <a:pt x="5764" y="1413"/>
                    <a:pt x="5789" y="1413"/>
                  </a:cubicBezTo>
                  <a:close/>
                  <a:moveTo>
                    <a:pt x="6224" y="1539"/>
                  </a:moveTo>
                  <a:lnTo>
                    <a:pt x="6190" y="1558"/>
                  </a:lnTo>
                  <a:cubicBezTo>
                    <a:pt x="6185" y="1561"/>
                    <a:pt x="6180" y="1563"/>
                    <a:pt x="6176" y="1566"/>
                  </a:cubicBezTo>
                  <a:lnTo>
                    <a:pt x="6176" y="1566"/>
                  </a:lnTo>
                  <a:cubicBezTo>
                    <a:pt x="6188" y="1559"/>
                    <a:pt x="6206" y="1549"/>
                    <a:pt x="6224" y="1539"/>
                  </a:cubicBezTo>
                  <a:close/>
                  <a:moveTo>
                    <a:pt x="6176" y="1566"/>
                  </a:moveTo>
                  <a:lnTo>
                    <a:pt x="6176" y="1566"/>
                  </a:lnTo>
                  <a:cubicBezTo>
                    <a:pt x="6165" y="1572"/>
                    <a:pt x="6159" y="1576"/>
                    <a:pt x="6159" y="1576"/>
                  </a:cubicBezTo>
                  <a:cubicBezTo>
                    <a:pt x="6149" y="1583"/>
                    <a:pt x="6146" y="1586"/>
                    <a:pt x="6146" y="1586"/>
                  </a:cubicBezTo>
                  <a:cubicBezTo>
                    <a:pt x="6146" y="1586"/>
                    <a:pt x="6159" y="1577"/>
                    <a:pt x="6176" y="1566"/>
                  </a:cubicBezTo>
                  <a:close/>
                  <a:moveTo>
                    <a:pt x="1690" y="1599"/>
                  </a:moveTo>
                  <a:cubicBezTo>
                    <a:pt x="1704" y="1599"/>
                    <a:pt x="1720" y="1647"/>
                    <a:pt x="1718" y="1708"/>
                  </a:cubicBezTo>
                  <a:cubicBezTo>
                    <a:pt x="1730" y="1749"/>
                    <a:pt x="1735" y="1769"/>
                    <a:pt x="1731" y="1769"/>
                  </a:cubicBezTo>
                  <a:cubicBezTo>
                    <a:pt x="1728" y="1769"/>
                    <a:pt x="1717" y="1753"/>
                    <a:pt x="1696" y="1724"/>
                  </a:cubicBezTo>
                  <a:cubicBezTo>
                    <a:pt x="1671" y="1692"/>
                    <a:pt x="1649" y="1664"/>
                    <a:pt x="1674" y="1645"/>
                  </a:cubicBezTo>
                  <a:cubicBezTo>
                    <a:pt x="1676" y="1613"/>
                    <a:pt x="1683" y="1599"/>
                    <a:pt x="1690" y="1599"/>
                  </a:cubicBezTo>
                  <a:close/>
                  <a:moveTo>
                    <a:pt x="2583" y="1858"/>
                  </a:moveTo>
                  <a:lnTo>
                    <a:pt x="2561" y="1871"/>
                  </a:lnTo>
                  <a:cubicBezTo>
                    <a:pt x="2558" y="1899"/>
                    <a:pt x="2564" y="1924"/>
                    <a:pt x="2577" y="1949"/>
                  </a:cubicBezTo>
                  <a:lnTo>
                    <a:pt x="2599" y="1934"/>
                  </a:lnTo>
                  <a:cubicBezTo>
                    <a:pt x="2624" y="1921"/>
                    <a:pt x="2602" y="1890"/>
                    <a:pt x="2583" y="1858"/>
                  </a:cubicBezTo>
                  <a:close/>
                  <a:moveTo>
                    <a:pt x="5925" y="1903"/>
                  </a:moveTo>
                  <a:cubicBezTo>
                    <a:pt x="5939" y="1903"/>
                    <a:pt x="5971" y="1918"/>
                    <a:pt x="5980" y="1934"/>
                  </a:cubicBezTo>
                  <a:lnTo>
                    <a:pt x="5949" y="1956"/>
                  </a:lnTo>
                  <a:cubicBezTo>
                    <a:pt x="5936" y="1934"/>
                    <a:pt x="5889" y="1931"/>
                    <a:pt x="5920" y="1912"/>
                  </a:cubicBezTo>
                  <a:cubicBezTo>
                    <a:pt x="5917" y="1905"/>
                    <a:pt x="5919" y="1903"/>
                    <a:pt x="5925" y="1903"/>
                  </a:cubicBezTo>
                  <a:close/>
                  <a:moveTo>
                    <a:pt x="6249" y="1958"/>
                  </a:moveTo>
                  <a:cubicBezTo>
                    <a:pt x="6257" y="1958"/>
                    <a:pt x="6263" y="1961"/>
                    <a:pt x="6268" y="1968"/>
                  </a:cubicBezTo>
                  <a:cubicBezTo>
                    <a:pt x="6312" y="1971"/>
                    <a:pt x="6297" y="2012"/>
                    <a:pt x="6218" y="2031"/>
                  </a:cubicBezTo>
                  <a:lnTo>
                    <a:pt x="6190" y="1987"/>
                  </a:lnTo>
                  <a:cubicBezTo>
                    <a:pt x="6211" y="1972"/>
                    <a:pt x="6233" y="1958"/>
                    <a:pt x="6249" y="1958"/>
                  </a:cubicBezTo>
                  <a:close/>
                  <a:moveTo>
                    <a:pt x="6378" y="2144"/>
                  </a:moveTo>
                  <a:lnTo>
                    <a:pt x="6391" y="2166"/>
                  </a:lnTo>
                  <a:cubicBezTo>
                    <a:pt x="6403" y="2188"/>
                    <a:pt x="6403" y="2188"/>
                    <a:pt x="6372" y="2209"/>
                  </a:cubicBezTo>
                  <a:lnTo>
                    <a:pt x="6359" y="2188"/>
                  </a:lnTo>
                  <a:lnTo>
                    <a:pt x="6378" y="2144"/>
                  </a:lnTo>
                  <a:close/>
                  <a:moveTo>
                    <a:pt x="6622" y="2325"/>
                  </a:moveTo>
                  <a:cubicBezTo>
                    <a:pt x="6601" y="2341"/>
                    <a:pt x="6585" y="2363"/>
                    <a:pt x="6572" y="2388"/>
                  </a:cubicBezTo>
                  <a:cubicBezTo>
                    <a:pt x="6578" y="2396"/>
                    <a:pt x="6586" y="2399"/>
                    <a:pt x="6594" y="2399"/>
                  </a:cubicBezTo>
                  <a:cubicBezTo>
                    <a:pt x="6607" y="2399"/>
                    <a:pt x="6619" y="2391"/>
                    <a:pt x="6619" y="2391"/>
                  </a:cubicBezTo>
                  <a:cubicBezTo>
                    <a:pt x="6619" y="2391"/>
                    <a:pt x="6651" y="2369"/>
                    <a:pt x="6638" y="2347"/>
                  </a:cubicBezTo>
                  <a:lnTo>
                    <a:pt x="6622" y="2325"/>
                  </a:lnTo>
                  <a:close/>
                  <a:moveTo>
                    <a:pt x="7081" y="2571"/>
                  </a:moveTo>
                  <a:cubicBezTo>
                    <a:pt x="7075" y="2571"/>
                    <a:pt x="7070" y="2581"/>
                    <a:pt x="7061" y="2601"/>
                  </a:cubicBezTo>
                  <a:lnTo>
                    <a:pt x="7089" y="2645"/>
                  </a:lnTo>
                  <a:cubicBezTo>
                    <a:pt x="7121" y="2626"/>
                    <a:pt x="7121" y="2626"/>
                    <a:pt x="7108" y="2604"/>
                  </a:cubicBezTo>
                  <a:cubicBezTo>
                    <a:pt x="7094" y="2582"/>
                    <a:pt x="7087" y="2571"/>
                    <a:pt x="7081" y="2571"/>
                  </a:cubicBezTo>
                  <a:close/>
                  <a:moveTo>
                    <a:pt x="6505" y="2590"/>
                  </a:moveTo>
                  <a:cubicBezTo>
                    <a:pt x="6519" y="2590"/>
                    <a:pt x="6525" y="2601"/>
                    <a:pt x="6525" y="2601"/>
                  </a:cubicBezTo>
                  <a:cubicBezTo>
                    <a:pt x="6541" y="2623"/>
                    <a:pt x="6554" y="2645"/>
                    <a:pt x="6522" y="2664"/>
                  </a:cubicBezTo>
                  <a:cubicBezTo>
                    <a:pt x="6522" y="2664"/>
                    <a:pt x="6508" y="2674"/>
                    <a:pt x="6494" y="2674"/>
                  </a:cubicBezTo>
                  <a:cubicBezTo>
                    <a:pt x="6487" y="2674"/>
                    <a:pt x="6480" y="2671"/>
                    <a:pt x="6475" y="2664"/>
                  </a:cubicBezTo>
                  <a:cubicBezTo>
                    <a:pt x="6463" y="2642"/>
                    <a:pt x="6481" y="2598"/>
                    <a:pt x="6481" y="2598"/>
                  </a:cubicBezTo>
                  <a:cubicBezTo>
                    <a:pt x="6491" y="2592"/>
                    <a:pt x="6499" y="2590"/>
                    <a:pt x="6505" y="2590"/>
                  </a:cubicBezTo>
                  <a:close/>
                  <a:moveTo>
                    <a:pt x="6759" y="2985"/>
                  </a:moveTo>
                  <a:cubicBezTo>
                    <a:pt x="6764" y="2985"/>
                    <a:pt x="6771" y="2996"/>
                    <a:pt x="6785" y="3018"/>
                  </a:cubicBezTo>
                  <a:cubicBezTo>
                    <a:pt x="6801" y="3040"/>
                    <a:pt x="6767" y="3062"/>
                    <a:pt x="6767" y="3062"/>
                  </a:cubicBezTo>
                  <a:cubicBezTo>
                    <a:pt x="6761" y="3065"/>
                    <a:pt x="6757" y="3067"/>
                    <a:pt x="6754" y="3067"/>
                  </a:cubicBezTo>
                  <a:cubicBezTo>
                    <a:pt x="6741" y="3067"/>
                    <a:pt x="6752" y="3036"/>
                    <a:pt x="6742" y="3018"/>
                  </a:cubicBezTo>
                  <a:cubicBezTo>
                    <a:pt x="6749" y="2996"/>
                    <a:pt x="6753" y="2985"/>
                    <a:pt x="6759" y="2985"/>
                  </a:cubicBezTo>
                  <a:close/>
                  <a:moveTo>
                    <a:pt x="6050" y="3290"/>
                  </a:moveTo>
                  <a:cubicBezTo>
                    <a:pt x="6028" y="3290"/>
                    <a:pt x="6007" y="3296"/>
                    <a:pt x="5986" y="3306"/>
                  </a:cubicBezTo>
                  <a:cubicBezTo>
                    <a:pt x="5963" y="3322"/>
                    <a:pt x="5964" y="3338"/>
                    <a:pt x="5997" y="3338"/>
                  </a:cubicBezTo>
                  <a:cubicBezTo>
                    <a:pt x="6009" y="3338"/>
                    <a:pt x="6025" y="3336"/>
                    <a:pt x="6046" y="3331"/>
                  </a:cubicBezTo>
                  <a:cubicBezTo>
                    <a:pt x="6077" y="3313"/>
                    <a:pt x="6077" y="3313"/>
                    <a:pt x="6065" y="3291"/>
                  </a:cubicBezTo>
                  <a:cubicBezTo>
                    <a:pt x="6060" y="3290"/>
                    <a:pt x="6055" y="3290"/>
                    <a:pt x="6050" y="3290"/>
                  </a:cubicBezTo>
                  <a:close/>
                  <a:moveTo>
                    <a:pt x="7089" y="3323"/>
                  </a:moveTo>
                  <a:cubicBezTo>
                    <a:pt x="7104" y="3323"/>
                    <a:pt x="7102" y="3347"/>
                    <a:pt x="7064" y="3394"/>
                  </a:cubicBezTo>
                  <a:cubicBezTo>
                    <a:pt x="7049" y="3405"/>
                    <a:pt x="7041" y="3411"/>
                    <a:pt x="7035" y="3411"/>
                  </a:cubicBezTo>
                  <a:cubicBezTo>
                    <a:pt x="7029" y="3411"/>
                    <a:pt x="7025" y="3405"/>
                    <a:pt x="7017" y="3394"/>
                  </a:cubicBezTo>
                  <a:cubicBezTo>
                    <a:pt x="7030" y="3369"/>
                    <a:pt x="7046" y="3347"/>
                    <a:pt x="7067" y="3331"/>
                  </a:cubicBezTo>
                  <a:cubicBezTo>
                    <a:pt x="7076" y="3326"/>
                    <a:pt x="7083" y="3323"/>
                    <a:pt x="7089" y="3323"/>
                  </a:cubicBezTo>
                  <a:close/>
                  <a:moveTo>
                    <a:pt x="7133" y="3504"/>
                  </a:moveTo>
                  <a:lnTo>
                    <a:pt x="7177" y="3507"/>
                  </a:lnTo>
                  <a:lnTo>
                    <a:pt x="7190" y="3529"/>
                  </a:lnTo>
                  <a:cubicBezTo>
                    <a:pt x="7168" y="3542"/>
                    <a:pt x="7146" y="3557"/>
                    <a:pt x="7130" y="3557"/>
                  </a:cubicBezTo>
                  <a:cubicBezTo>
                    <a:pt x="7124" y="3557"/>
                    <a:pt x="7118" y="3554"/>
                    <a:pt x="7114" y="3548"/>
                  </a:cubicBezTo>
                  <a:lnTo>
                    <a:pt x="7133" y="3504"/>
                  </a:lnTo>
                  <a:close/>
                  <a:moveTo>
                    <a:pt x="7907" y="5046"/>
                  </a:moveTo>
                  <a:lnTo>
                    <a:pt x="7951" y="5068"/>
                  </a:lnTo>
                  <a:lnTo>
                    <a:pt x="7954" y="5099"/>
                  </a:lnTo>
                  <a:cubicBezTo>
                    <a:pt x="7940" y="5100"/>
                    <a:pt x="7925" y="5102"/>
                    <a:pt x="7913" y="5102"/>
                  </a:cubicBezTo>
                  <a:cubicBezTo>
                    <a:pt x="7893" y="5102"/>
                    <a:pt x="7878" y="5097"/>
                    <a:pt x="7876" y="5080"/>
                  </a:cubicBezTo>
                  <a:lnTo>
                    <a:pt x="7907" y="5046"/>
                  </a:lnTo>
                  <a:close/>
                  <a:moveTo>
                    <a:pt x="285" y="5185"/>
                  </a:moveTo>
                  <a:cubicBezTo>
                    <a:pt x="319" y="5185"/>
                    <a:pt x="353" y="5203"/>
                    <a:pt x="358" y="5227"/>
                  </a:cubicBezTo>
                  <a:cubicBezTo>
                    <a:pt x="361" y="5242"/>
                    <a:pt x="342" y="5254"/>
                    <a:pt x="315" y="5254"/>
                  </a:cubicBezTo>
                  <a:cubicBezTo>
                    <a:pt x="292" y="5254"/>
                    <a:pt x="262" y="5245"/>
                    <a:pt x="239" y="5221"/>
                  </a:cubicBezTo>
                  <a:cubicBezTo>
                    <a:pt x="236" y="5193"/>
                    <a:pt x="236" y="5193"/>
                    <a:pt x="270" y="5187"/>
                  </a:cubicBezTo>
                  <a:cubicBezTo>
                    <a:pt x="275" y="5186"/>
                    <a:pt x="280" y="5185"/>
                    <a:pt x="285" y="5185"/>
                  </a:cubicBezTo>
                  <a:close/>
                  <a:moveTo>
                    <a:pt x="7770" y="5723"/>
                  </a:moveTo>
                  <a:cubicBezTo>
                    <a:pt x="7790" y="5723"/>
                    <a:pt x="7832" y="5766"/>
                    <a:pt x="7860" y="5782"/>
                  </a:cubicBezTo>
                  <a:cubicBezTo>
                    <a:pt x="7852" y="5798"/>
                    <a:pt x="7848" y="5805"/>
                    <a:pt x="7841" y="5805"/>
                  </a:cubicBezTo>
                  <a:cubicBezTo>
                    <a:pt x="7835" y="5805"/>
                    <a:pt x="7827" y="5800"/>
                    <a:pt x="7813" y="5791"/>
                  </a:cubicBezTo>
                  <a:cubicBezTo>
                    <a:pt x="7788" y="5776"/>
                    <a:pt x="7773" y="5754"/>
                    <a:pt x="7760" y="5729"/>
                  </a:cubicBezTo>
                  <a:cubicBezTo>
                    <a:pt x="7762" y="5724"/>
                    <a:pt x="7765" y="5723"/>
                    <a:pt x="7770" y="5723"/>
                  </a:cubicBezTo>
                  <a:close/>
                  <a:moveTo>
                    <a:pt x="727" y="6057"/>
                  </a:moveTo>
                  <a:cubicBezTo>
                    <a:pt x="734" y="6057"/>
                    <a:pt x="740" y="6057"/>
                    <a:pt x="747" y="6058"/>
                  </a:cubicBezTo>
                  <a:cubicBezTo>
                    <a:pt x="747" y="6058"/>
                    <a:pt x="794" y="6067"/>
                    <a:pt x="759" y="6083"/>
                  </a:cubicBezTo>
                  <a:lnTo>
                    <a:pt x="728" y="6099"/>
                  </a:lnTo>
                  <a:cubicBezTo>
                    <a:pt x="678" y="6092"/>
                    <a:pt x="637" y="6083"/>
                    <a:pt x="668" y="6067"/>
                  </a:cubicBezTo>
                  <a:cubicBezTo>
                    <a:pt x="687" y="6060"/>
                    <a:pt x="708" y="6057"/>
                    <a:pt x="727" y="6057"/>
                  </a:cubicBezTo>
                  <a:close/>
                  <a:moveTo>
                    <a:pt x="7199" y="6324"/>
                  </a:moveTo>
                  <a:lnTo>
                    <a:pt x="7243" y="6340"/>
                  </a:lnTo>
                  <a:lnTo>
                    <a:pt x="7240" y="6387"/>
                  </a:lnTo>
                  <a:lnTo>
                    <a:pt x="7218" y="6399"/>
                  </a:lnTo>
                  <a:cubicBezTo>
                    <a:pt x="7199" y="6368"/>
                    <a:pt x="7177" y="6337"/>
                    <a:pt x="7199" y="6324"/>
                  </a:cubicBezTo>
                  <a:close/>
                  <a:moveTo>
                    <a:pt x="7650" y="6305"/>
                  </a:moveTo>
                  <a:cubicBezTo>
                    <a:pt x="7663" y="6330"/>
                    <a:pt x="7669" y="6359"/>
                    <a:pt x="7663" y="6387"/>
                  </a:cubicBezTo>
                  <a:lnTo>
                    <a:pt x="7632" y="6409"/>
                  </a:lnTo>
                  <a:cubicBezTo>
                    <a:pt x="7613" y="6377"/>
                    <a:pt x="7591" y="6346"/>
                    <a:pt x="7622" y="6324"/>
                  </a:cubicBezTo>
                  <a:lnTo>
                    <a:pt x="7650" y="6305"/>
                  </a:lnTo>
                  <a:close/>
                  <a:moveTo>
                    <a:pt x="1360" y="6941"/>
                  </a:moveTo>
                  <a:cubicBezTo>
                    <a:pt x="1365" y="6941"/>
                    <a:pt x="1371" y="6943"/>
                    <a:pt x="1376" y="6948"/>
                  </a:cubicBezTo>
                  <a:cubicBezTo>
                    <a:pt x="1373" y="6973"/>
                    <a:pt x="1361" y="6998"/>
                    <a:pt x="1342" y="7020"/>
                  </a:cubicBezTo>
                  <a:lnTo>
                    <a:pt x="1323" y="7001"/>
                  </a:lnTo>
                  <a:cubicBezTo>
                    <a:pt x="1301" y="6982"/>
                    <a:pt x="1329" y="6954"/>
                    <a:pt x="1329" y="6954"/>
                  </a:cubicBezTo>
                  <a:cubicBezTo>
                    <a:pt x="1329" y="6954"/>
                    <a:pt x="1344" y="6941"/>
                    <a:pt x="1360" y="6941"/>
                  </a:cubicBezTo>
                  <a:close/>
                  <a:moveTo>
                    <a:pt x="1675" y="7125"/>
                  </a:moveTo>
                  <a:cubicBezTo>
                    <a:pt x="1664" y="7125"/>
                    <a:pt x="1657" y="7133"/>
                    <a:pt x="1670" y="7133"/>
                  </a:cubicBezTo>
                  <a:cubicBezTo>
                    <a:pt x="1674" y="7133"/>
                    <a:pt x="1681" y="7132"/>
                    <a:pt x="1690" y="7130"/>
                  </a:cubicBezTo>
                  <a:cubicBezTo>
                    <a:pt x="1685" y="7126"/>
                    <a:pt x="1680" y="7125"/>
                    <a:pt x="1675" y="7125"/>
                  </a:cubicBezTo>
                  <a:close/>
                  <a:moveTo>
                    <a:pt x="1580" y="7089"/>
                  </a:moveTo>
                  <a:lnTo>
                    <a:pt x="1599" y="7108"/>
                  </a:lnTo>
                  <a:lnTo>
                    <a:pt x="1596" y="7155"/>
                  </a:lnTo>
                  <a:lnTo>
                    <a:pt x="1574" y="7136"/>
                  </a:lnTo>
                  <a:cubicBezTo>
                    <a:pt x="1555" y="7117"/>
                    <a:pt x="1555" y="7117"/>
                    <a:pt x="1580" y="7089"/>
                  </a:cubicBezTo>
                  <a:close/>
                  <a:moveTo>
                    <a:pt x="1970" y="7173"/>
                  </a:moveTo>
                  <a:cubicBezTo>
                    <a:pt x="1969" y="7173"/>
                    <a:pt x="1967" y="7179"/>
                    <a:pt x="1966" y="7192"/>
                  </a:cubicBezTo>
                  <a:lnTo>
                    <a:pt x="1966" y="7192"/>
                  </a:lnTo>
                  <a:cubicBezTo>
                    <a:pt x="1971" y="7179"/>
                    <a:pt x="1972" y="7173"/>
                    <a:pt x="1970" y="7173"/>
                  </a:cubicBezTo>
                  <a:close/>
                  <a:moveTo>
                    <a:pt x="1966" y="7192"/>
                  </a:moveTo>
                  <a:lnTo>
                    <a:pt x="1966" y="7192"/>
                  </a:lnTo>
                  <a:cubicBezTo>
                    <a:pt x="1963" y="7198"/>
                    <a:pt x="1960" y="7205"/>
                    <a:pt x="1954" y="7213"/>
                  </a:cubicBezTo>
                  <a:lnTo>
                    <a:pt x="1954" y="7213"/>
                  </a:lnTo>
                  <a:cubicBezTo>
                    <a:pt x="1958" y="7209"/>
                    <a:pt x="1962" y="7204"/>
                    <a:pt x="1966" y="7198"/>
                  </a:cubicBezTo>
                  <a:cubicBezTo>
                    <a:pt x="1966" y="7196"/>
                    <a:pt x="1966" y="7194"/>
                    <a:pt x="1966" y="7192"/>
                  </a:cubicBezTo>
                  <a:close/>
                  <a:moveTo>
                    <a:pt x="1790" y="7258"/>
                  </a:moveTo>
                  <a:lnTo>
                    <a:pt x="1812" y="7277"/>
                  </a:lnTo>
                  <a:lnTo>
                    <a:pt x="1812" y="7324"/>
                  </a:lnTo>
                  <a:lnTo>
                    <a:pt x="1790" y="7305"/>
                  </a:lnTo>
                  <a:cubicBezTo>
                    <a:pt x="1768" y="7289"/>
                    <a:pt x="1768" y="7289"/>
                    <a:pt x="1790" y="7258"/>
                  </a:cubicBezTo>
                  <a:close/>
                  <a:moveTo>
                    <a:pt x="5682" y="7264"/>
                  </a:moveTo>
                  <a:cubicBezTo>
                    <a:pt x="5717" y="7274"/>
                    <a:pt x="5726" y="7318"/>
                    <a:pt x="5701" y="7343"/>
                  </a:cubicBezTo>
                  <a:cubicBezTo>
                    <a:pt x="5680" y="7356"/>
                    <a:pt x="5669" y="7363"/>
                    <a:pt x="5661" y="7363"/>
                  </a:cubicBezTo>
                  <a:cubicBezTo>
                    <a:pt x="5652" y="7363"/>
                    <a:pt x="5647" y="7354"/>
                    <a:pt x="5635" y="7336"/>
                  </a:cubicBezTo>
                  <a:cubicBezTo>
                    <a:pt x="5616" y="7305"/>
                    <a:pt x="5660" y="7277"/>
                    <a:pt x="5682" y="7264"/>
                  </a:cubicBezTo>
                  <a:close/>
                  <a:moveTo>
                    <a:pt x="1950" y="7373"/>
                  </a:moveTo>
                  <a:cubicBezTo>
                    <a:pt x="1954" y="7373"/>
                    <a:pt x="1960" y="7377"/>
                    <a:pt x="1969" y="7383"/>
                  </a:cubicBezTo>
                  <a:cubicBezTo>
                    <a:pt x="2016" y="7412"/>
                    <a:pt x="2016" y="7412"/>
                    <a:pt x="1972" y="7427"/>
                  </a:cubicBezTo>
                  <a:cubicBezTo>
                    <a:pt x="1959" y="7433"/>
                    <a:pt x="1948" y="7435"/>
                    <a:pt x="1939" y="7435"/>
                  </a:cubicBezTo>
                  <a:cubicBezTo>
                    <a:pt x="1919" y="7435"/>
                    <a:pt x="1913" y="7421"/>
                    <a:pt x="1928" y="7399"/>
                  </a:cubicBezTo>
                  <a:cubicBezTo>
                    <a:pt x="1939" y="7381"/>
                    <a:pt x="1944" y="7373"/>
                    <a:pt x="1950" y="7373"/>
                  </a:cubicBezTo>
                  <a:close/>
                  <a:moveTo>
                    <a:pt x="2033" y="7691"/>
                  </a:moveTo>
                  <a:cubicBezTo>
                    <a:pt x="2037" y="7691"/>
                    <a:pt x="2040" y="7692"/>
                    <a:pt x="2044" y="7694"/>
                  </a:cubicBezTo>
                  <a:lnTo>
                    <a:pt x="2053" y="7741"/>
                  </a:lnTo>
                  <a:lnTo>
                    <a:pt x="2009" y="7763"/>
                  </a:lnTo>
                  <a:lnTo>
                    <a:pt x="1981" y="7747"/>
                  </a:lnTo>
                  <a:cubicBezTo>
                    <a:pt x="1997" y="7720"/>
                    <a:pt x="2013" y="7691"/>
                    <a:pt x="2033" y="7691"/>
                  </a:cubicBezTo>
                  <a:close/>
                  <a:moveTo>
                    <a:pt x="4705" y="7759"/>
                  </a:moveTo>
                  <a:lnTo>
                    <a:pt x="4705" y="7759"/>
                  </a:lnTo>
                  <a:cubicBezTo>
                    <a:pt x="4711" y="7788"/>
                    <a:pt x="4708" y="7816"/>
                    <a:pt x="4698" y="7841"/>
                  </a:cubicBezTo>
                  <a:lnTo>
                    <a:pt x="4673" y="7850"/>
                  </a:lnTo>
                  <a:cubicBezTo>
                    <a:pt x="4664" y="7813"/>
                    <a:pt x="4654" y="7775"/>
                    <a:pt x="4679" y="7769"/>
                  </a:cubicBezTo>
                  <a:lnTo>
                    <a:pt x="4705" y="7759"/>
                  </a:lnTo>
                  <a:close/>
                  <a:moveTo>
                    <a:pt x="2361" y="7813"/>
                  </a:moveTo>
                  <a:cubicBezTo>
                    <a:pt x="2365" y="7813"/>
                    <a:pt x="2369" y="7814"/>
                    <a:pt x="2373" y="7816"/>
                  </a:cubicBezTo>
                  <a:lnTo>
                    <a:pt x="2382" y="7860"/>
                  </a:lnTo>
                  <a:cubicBezTo>
                    <a:pt x="2374" y="7882"/>
                    <a:pt x="2360" y="7886"/>
                    <a:pt x="2350" y="7886"/>
                  </a:cubicBezTo>
                  <a:cubicBezTo>
                    <a:pt x="2345" y="7886"/>
                    <a:pt x="2342" y="7885"/>
                    <a:pt x="2342" y="7885"/>
                  </a:cubicBezTo>
                  <a:cubicBezTo>
                    <a:pt x="2313" y="7872"/>
                    <a:pt x="2313" y="7872"/>
                    <a:pt x="2329" y="7838"/>
                  </a:cubicBezTo>
                  <a:cubicBezTo>
                    <a:pt x="2329" y="7838"/>
                    <a:pt x="2340" y="7813"/>
                    <a:pt x="2361" y="7813"/>
                  </a:cubicBezTo>
                  <a:close/>
                  <a:moveTo>
                    <a:pt x="4634" y="1"/>
                  </a:moveTo>
                  <a:cubicBezTo>
                    <a:pt x="4617" y="1"/>
                    <a:pt x="4608" y="8"/>
                    <a:pt x="4576" y="31"/>
                  </a:cubicBezTo>
                  <a:cubicBezTo>
                    <a:pt x="4548" y="31"/>
                    <a:pt x="4520" y="44"/>
                    <a:pt x="4498" y="63"/>
                  </a:cubicBezTo>
                  <a:cubicBezTo>
                    <a:pt x="4460" y="91"/>
                    <a:pt x="4457" y="147"/>
                    <a:pt x="4491" y="179"/>
                  </a:cubicBezTo>
                  <a:cubicBezTo>
                    <a:pt x="4526" y="220"/>
                    <a:pt x="4491" y="213"/>
                    <a:pt x="4457" y="216"/>
                  </a:cubicBezTo>
                  <a:cubicBezTo>
                    <a:pt x="4391" y="179"/>
                    <a:pt x="4385" y="141"/>
                    <a:pt x="4423" y="100"/>
                  </a:cubicBezTo>
                  <a:cubicBezTo>
                    <a:pt x="4460" y="100"/>
                    <a:pt x="4460" y="63"/>
                    <a:pt x="4460" y="25"/>
                  </a:cubicBezTo>
                  <a:cubicBezTo>
                    <a:pt x="4460" y="18"/>
                    <a:pt x="4454" y="15"/>
                    <a:pt x="4443" y="15"/>
                  </a:cubicBezTo>
                  <a:cubicBezTo>
                    <a:pt x="4395" y="15"/>
                    <a:pt x="4259" y="84"/>
                    <a:pt x="4244" y="154"/>
                  </a:cubicBezTo>
                  <a:cubicBezTo>
                    <a:pt x="4242" y="144"/>
                    <a:pt x="4240" y="132"/>
                    <a:pt x="4238" y="116"/>
                  </a:cubicBezTo>
                  <a:cubicBezTo>
                    <a:pt x="4235" y="98"/>
                    <a:pt x="4216" y="92"/>
                    <a:pt x="4190" y="92"/>
                  </a:cubicBezTo>
                  <a:cubicBezTo>
                    <a:pt x="4161" y="92"/>
                    <a:pt x="4122" y="100"/>
                    <a:pt x="4084" y="110"/>
                  </a:cubicBezTo>
                  <a:cubicBezTo>
                    <a:pt x="4009" y="132"/>
                    <a:pt x="3974" y="144"/>
                    <a:pt x="3987" y="179"/>
                  </a:cubicBezTo>
                  <a:cubicBezTo>
                    <a:pt x="3999" y="216"/>
                    <a:pt x="4012" y="251"/>
                    <a:pt x="3978" y="263"/>
                  </a:cubicBezTo>
                  <a:cubicBezTo>
                    <a:pt x="3982" y="262"/>
                    <a:pt x="3987" y="261"/>
                    <a:pt x="3991" y="261"/>
                  </a:cubicBezTo>
                  <a:cubicBezTo>
                    <a:pt x="4016" y="261"/>
                    <a:pt x="4026" y="291"/>
                    <a:pt x="4037" y="323"/>
                  </a:cubicBezTo>
                  <a:cubicBezTo>
                    <a:pt x="3996" y="317"/>
                    <a:pt x="3956" y="304"/>
                    <a:pt x="3915" y="292"/>
                  </a:cubicBezTo>
                  <a:cubicBezTo>
                    <a:pt x="3880" y="274"/>
                    <a:pt x="3841" y="265"/>
                    <a:pt x="3801" y="265"/>
                  </a:cubicBezTo>
                  <a:cubicBezTo>
                    <a:pt x="3791" y="265"/>
                    <a:pt x="3781" y="265"/>
                    <a:pt x="3771" y="267"/>
                  </a:cubicBezTo>
                  <a:cubicBezTo>
                    <a:pt x="3746" y="270"/>
                    <a:pt x="3721" y="276"/>
                    <a:pt x="3695" y="285"/>
                  </a:cubicBezTo>
                  <a:cubicBezTo>
                    <a:pt x="3674" y="295"/>
                    <a:pt x="3652" y="304"/>
                    <a:pt x="3633" y="317"/>
                  </a:cubicBezTo>
                  <a:cubicBezTo>
                    <a:pt x="3597" y="340"/>
                    <a:pt x="3546" y="372"/>
                    <a:pt x="3504" y="372"/>
                  </a:cubicBezTo>
                  <a:cubicBezTo>
                    <a:pt x="3495" y="372"/>
                    <a:pt x="3487" y="370"/>
                    <a:pt x="3479" y="367"/>
                  </a:cubicBezTo>
                  <a:cubicBezTo>
                    <a:pt x="3435" y="395"/>
                    <a:pt x="3413" y="408"/>
                    <a:pt x="3435" y="439"/>
                  </a:cubicBezTo>
                  <a:lnTo>
                    <a:pt x="3391" y="467"/>
                  </a:lnTo>
                  <a:cubicBezTo>
                    <a:pt x="3382" y="463"/>
                    <a:pt x="3372" y="461"/>
                    <a:pt x="3363" y="461"/>
                  </a:cubicBezTo>
                  <a:cubicBezTo>
                    <a:pt x="3331" y="461"/>
                    <a:pt x="3309" y="483"/>
                    <a:pt x="3326" y="508"/>
                  </a:cubicBezTo>
                  <a:cubicBezTo>
                    <a:pt x="3323" y="555"/>
                    <a:pt x="3282" y="536"/>
                    <a:pt x="3260" y="549"/>
                  </a:cubicBezTo>
                  <a:cubicBezTo>
                    <a:pt x="3226" y="534"/>
                    <a:pt x="3206" y="524"/>
                    <a:pt x="3199" y="524"/>
                  </a:cubicBezTo>
                  <a:cubicBezTo>
                    <a:pt x="3188" y="524"/>
                    <a:pt x="3208" y="545"/>
                    <a:pt x="3257" y="596"/>
                  </a:cubicBezTo>
                  <a:cubicBezTo>
                    <a:pt x="3276" y="615"/>
                    <a:pt x="3300" y="625"/>
                    <a:pt x="3326" y="625"/>
                  </a:cubicBezTo>
                  <a:cubicBezTo>
                    <a:pt x="3338" y="625"/>
                    <a:pt x="3351" y="623"/>
                    <a:pt x="3363" y="618"/>
                  </a:cubicBezTo>
                  <a:lnTo>
                    <a:pt x="3429" y="577"/>
                  </a:lnTo>
                  <a:lnTo>
                    <a:pt x="3382" y="649"/>
                  </a:lnTo>
                  <a:cubicBezTo>
                    <a:pt x="3354" y="677"/>
                    <a:pt x="3344" y="718"/>
                    <a:pt x="3357" y="755"/>
                  </a:cubicBezTo>
                  <a:cubicBezTo>
                    <a:pt x="3357" y="755"/>
                    <a:pt x="3379" y="787"/>
                    <a:pt x="3354" y="799"/>
                  </a:cubicBezTo>
                  <a:lnTo>
                    <a:pt x="3316" y="737"/>
                  </a:lnTo>
                  <a:cubicBezTo>
                    <a:pt x="3313" y="696"/>
                    <a:pt x="3301" y="658"/>
                    <a:pt x="3276" y="627"/>
                  </a:cubicBezTo>
                  <a:cubicBezTo>
                    <a:pt x="3250" y="605"/>
                    <a:pt x="3219" y="595"/>
                    <a:pt x="3195" y="595"/>
                  </a:cubicBezTo>
                  <a:cubicBezTo>
                    <a:pt x="3164" y="595"/>
                    <a:pt x="3146" y="613"/>
                    <a:pt x="3169" y="649"/>
                  </a:cubicBezTo>
                  <a:cubicBezTo>
                    <a:pt x="3159" y="655"/>
                    <a:pt x="3153" y="658"/>
                    <a:pt x="3146" y="658"/>
                  </a:cubicBezTo>
                  <a:cubicBezTo>
                    <a:pt x="3137" y="658"/>
                    <a:pt x="3126" y="654"/>
                    <a:pt x="3103" y="646"/>
                  </a:cubicBezTo>
                  <a:cubicBezTo>
                    <a:pt x="3097" y="634"/>
                    <a:pt x="3090" y="628"/>
                    <a:pt x="3085" y="628"/>
                  </a:cubicBezTo>
                  <a:cubicBezTo>
                    <a:pt x="3074" y="628"/>
                    <a:pt x="3069" y="652"/>
                    <a:pt x="3081" y="702"/>
                  </a:cubicBezTo>
                  <a:cubicBezTo>
                    <a:pt x="3093" y="750"/>
                    <a:pt x="3089" y="775"/>
                    <a:pt x="3070" y="775"/>
                  </a:cubicBezTo>
                  <a:cubicBezTo>
                    <a:pt x="3058" y="775"/>
                    <a:pt x="3040" y="765"/>
                    <a:pt x="3015" y="746"/>
                  </a:cubicBezTo>
                  <a:cubicBezTo>
                    <a:pt x="2995" y="737"/>
                    <a:pt x="2974" y="733"/>
                    <a:pt x="2955" y="733"/>
                  </a:cubicBezTo>
                  <a:cubicBezTo>
                    <a:pt x="2894" y="733"/>
                    <a:pt x="2848" y="769"/>
                    <a:pt x="2862" y="793"/>
                  </a:cubicBezTo>
                  <a:cubicBezTo>
                    <a:pt x="2894" y="833"/>
                    <a:pt x="2863" y="886"/>
                    <a:pt x="2820" y="886"/>
                  </a:cubicBezTo>
                  <a:cubicBezTo>
                    <a:pt x="2812" y="886"/>
                    <a:pt x="2804" y="885"/>
                    <a:pt x="2796" y="881"/>
                  </a:cubicBezTo>
                  <a:cubicBezTo>
                    <a:pt x="2784" y="875"/>
                    <a:pt x="2773" y="873"/>
                    <a:pt x="2764" y="873"/>
                  </a:cubicBezTo>
                  <a:cubicBezTo>
                    <a:pt x="2742" y="873"/>
                    <a:pt x="2730" y="890"/>
                    <a:pt x="2730" y="921"/>
                  </a:cubicBezTo>
                  <a:cubicBezTo>
                    <a:pt x="2718" y="904"/>
                    <a:pt x="2699" y="890"/>
                    <a:pt x="2685" y="890"/>
                  </a:cubicBezTo>
                  <a:cubicBezTo>
                    <a:pt x="2674" y="890"/>
                    <a:pt x="2666" y="898"/>
                    <a:pt x="2664" y="918"/>
                  </a:cubicBezTo>
                  <a:cubicBezTo>
                    <a:pt x="2664" y="918"/>
                    <a:pt x="2643" y="931"/>
                    <a:pt x="2683" y="950"/>
                  </a:cubicBezTo>
                  <a:lnTo>
                    <a:pt x="2680" y="1041"/>
                  </a:lnTo>
                  <a:cubicBezTo>
                    <a:pt x="2684" y="1039"/>
                    <a:pt x="2687" y="1038"/>
                    <a:pt x="2690" y="1038"/>
                  </a:cubicBezTo>
                  <a:cubicBezTo>
                    <a:pt x="2709" y="1038"/>
                    <a:pt x="2727" y="1064"/>
                    <a:pt x="2743" y="1091"/>
                  </a:cubicBezTo>
                  <a:cubicBezTo>
                    <a:pt x="2754" y="1107"/>
                    <a:pt x="2730" y="1121"/>
                    <a:pt x="2689" y="1121"/>
                  </a:cubicBezTo>
                  <a:cubicBezTo>
                    <a:pt x="2652" y="1121"/>
                    <a:pt x="2601" y="1110"/>
                    <a:pt x="2552" y="1078"/>
                  </a:cubicBezTo>
                  <a:lnTo>
                    <a:pt x="2467" y="1041"/>
                  </a:lnTo>
                  <a:lnTo>
                    <a:pt x="2467" y="1041"/>
                  </a:lnTo>
                  <a:lnTo>
                    <a:pt x="2508" y="1103"/>
                  </a:lnTo>
                  <a:cubicBezTo>
                    <a:pt x="2496" y="1112"/>
                    <a:pt x="2484" y="1119"/>
                    <a:pt x="2472" y="1119"/>
                  </a:cubicBezTo>
                  <a:cubicBezTo>
                    <a:pt x="2462" y="1119"/>
                    <a:pt x="2452" y="1114"/>
                    <a:pt x="2442" y="1100"/>
                  </a:cubicBezTo>
                  <a:cubicBezTo>
                    <a:pt x="2431" y="1080"/>
                    <a:pt x="2426" y="1073"/>
                    <a:pt x="2420" y="1073"/>
                  </a:cubicBezTo>
                  <a:cubicBezTo>
                    <a:pt x="2416" y="1073"/>
                    <a:pt x="2410" y="1076"/>
                    <a:pt x="2401" y="1081"/>
                  </a:cubicBezTo>
                  <a:cubicBezTo>
                    <a:pt x="2401" y="1081"/>
                    <a:pt x="2379" y="1094"/>
                    <a:pt x="2398" y="1125"/>
                  </a:cubicBezTo>
                  <a:cubicBezTo>
                    <a:pt x="2425" y="1168"/>
                    <a:pt x="2434" y="1183"/>
                    <a:pt x="2426" y="1183"/>
                  </a:cubicBezTo>
                  <a:cubicBezTo>
                    <a:pt x="2422" y="1183"/>
                    <a:pt x="2412" y="1179"/>
                    <a:pt x="2398" y="1172"/>
                  </a:cubicBezTo>
                  <a:cubicBezTo>
                    <a:pt x="2373" y="1152"/>
                    <a:pt x="2355" y="1142"/>
                    <a:pt x="2343" y="1142"/>
                  </a:cubicBezTo>
                  <a:cubicBezTo>
                    <a:pt x="2324" y="1142"/>
                    <a:pt x="2321" y="1166"/>
                    <a:pt x="2332" y="1213"/>
                  </a:cubicBezTo>
                  <a:cubicBezTo>
                    <a:pt x="2352" y="1248"/>
                    <a:pt x="2361" y="1264"/>
                    <a:pt x="2357" y="1264"/>
                  </a:cubicBezTo>
                  <a:cubicBezTo>
                    <a:pt x="2353" y="1264"/>
                    <a:pt x="2339" y="1251"/>
                    <a:pt x="2310" y="1225"/>
                  </a:cubicBezTo>
                  <a:cubicBezTo>
                    <a:pt x="2294" y="1202"/>
                    <a:pt x="2267" y="1185"/>
                    <a:pt x="2245" y="1185"/>
                  </a:cubicBezTo>
                  <a:cubicBezTo>
                    <a:pt x="2238" y="1185"/>
                    <a:pt x="2231" y="1187"/>
                    <a:pt x="2226" y="1191"/>
                  </a:cubicBezTo>
                  <a:lnTo>
                    <a:pt x="2245" y="1222"/>
                  </a:lnTo>
                  <a:cubicBezTo>
                    <a:pt x="2275" y="1269"/>
                    <a:pt x="2270" y="1289"/>
                    <a:pt x="2249" y="1289"/>
                  </a:cubicBezTo>
                  <a:cubicBezTo>
                    <a:pt x="2241" y="1289"/>
                    <a:pt x="2231" y="1287"/>
                    <a:pt x="2219" y="1282"/>
                  </a:cubicBezTo>
                  <a:cubicBezTo>
                    <a:pt x="2213" y="1271"/>
                    <a:pt x="2206" y="1265"/>
                    <a:pt x="2198" y="1265"/>
                  </a:cubicBezTo>
                  <a:cubicBezTo>
                    <a:pt x="2185" y="1265"/>
                    <a:pt x="2170" y="1284"/>
                    <a:pt x="2154" y="1323"/>
                  </a:cubicBezTo>
                  <a:cubicBezTo>
                    <a:pt x="2128" y="1339"/>
                    <a:pt x="2110" y="1350"/>
                    <a:pt x="2095" y="1350"/>
                  </a:cubicBezTo>
                  <a:cubicBezTo>
                    <a:pt x="2085" y="1350"/>
                    <a:pt x="2077" y="1345"/>
                    <a:pt x="2069" y="1332"/>
                  </a:cubicBezTo>
                  <a:cubicBezTo>
                    <a:pt x="2050" y="1301"/>
                    <a:pt x="2039" y="1284"/>
                    <a:pt x="2036" y="1284"/>
                  </a:cubicBezTo>
                  <a:lnTo>
                    <a:pt x="2036" y="1284"/>
                  </a:lnTo>
                  <a:cubicBezTo>
                    <a:pt x="2033" y="1284"/>
                    <a:pt x="2037" y="1304"/>
                    <a:pt x="2047" y="1345"/>
                  </a:cubicBezTo>
                  <a:cubicBezTo>
                    <a:pt x="2045" y="1379"/>
                    <a:pt x="2044" y="1388"/>
                    <a:pt x="2019" y="1388"/>
                  </a:cubicBezTo>
                  <a:cubicBezTo>
                    <a:pt x="2010" y="1388"/>
                    <a:pt x="1998" y="1387"/>
                    <a:pt x="1981" y="1385"/>
                  </a:cubicBezTo>
                  <a:cubicBezTo>
                    <a:pt x="1964" y="1378"/>
                    <a:pt x="1954" y="1374"/>
                    <a:pt x="1947" y="1374"/>
                  </a:cubicBezTo>
                  <a:cubicBezTo>
                    <a:pt x="1937" y="1374"/>
                    <a:pt x="1937" y="1385"/>
                    <a:pt x="1937" y="1413"/>
                  </a:cubicBezTo>
                  <a:cubicBezTo>
                    <a:pt x="1972" y="1466"/>
                    <a:pt x="1990" y="1499"/>
                    <a:pt x="2008" y="1499"/>
                  </a:cubicBezTo>
                  <a:cubicBezTo>
                    <a:pt x="2012" y="1499"/>
                    <a:pt x="2015" y="1498"/>
                    <a:pt x="2019" y="1495"/>
                  </a:cubicBezTo>
                  <a:cubicBezTo>
                    <a:pt x="2027" y="1490"/>
                    <a:pt x="2033" y="1487"/>
                    <a:pt x="2037" y="1487"/>
                  </a:cubicBezTo>
                  <a:cubicBezTo>
                    <a:pt x="2044" y="1487"/>
                    <a:pt x="2048" y="1495"/>
                    <a:pt x="2060" y="1514"/>
                  </a:cubicBezTo>
                  <a:lnTo>
                    <a:pt x="2016" y="1542"/>
                  </a:lnTo>
                  <a:cubicBezTo>
                    <a:pt x="1984" y="1561"/>
                    <a:pt x="1959" y="1592"/>
                    <a:pt x="1950" y="1627"/>
                  </a:cubicBezTo>
                  <a:cubicBezTo>
                    <a:pt x="1932" y="1670"/>
                    <a:pt x="1948" y="1716"/>
                    <a:pt x="1967" y="1716"/>
                  </a:cubicBezTo>
                  <a:cubicBezTo>
                    <a:pt x="1974" y="1716"/>
                    <a:pt x="1981" y="1709"/>
                    <a:pt x="1988" y="1692"/>
                  </a:cubicBezTo>
                  <a:lnTo>
                    <a:pt x="2031" y="1711"/>
                  </a:lnTo>
                  <a:cubicBezTo>
                    <a:pt x="2057" y="1752"/>
                    <a:pt x="2080" y="1770"/>
                    <a:pt x="2093" y="1770"/>
                  </a:cubicBezTo>
                  <a:cubicBezTo>
                    <a:pt x="2110" y="1770"/>
                    <a:pt x="2109" y="1738"/>
                    <a:pt x="2075" y="1683"/>
                  </a:cubicBezTo>
                  <a:cubicBezTo>
                    <a:pt x="2039" y="1626"/>
                    <a:pt x="2024" y="1603"/>
                    <a:pt x="2030" y="1603"/>
                  </a:cubicBezTo>
                  <a:lnTo>
                    <a:pt x="2030" y="1603"/>
                  </a:lnTo>
                  <a:cubicBezTo>
                    <a:pt x="2034" y="1603"/>
                    <a:pt x="2049" y="1615"/>
                    <a:pt x="2075" y="1636"/>
                  </a:cubicBezTo>
                  <a:cubicBezTo>
                    <a:pt x="2099" y="1674"/>
                    <a:pt x="2116" y="1685"/>
                    <a:pt x="2131" y="1685"/>
                  </a:cubicBezTo>
                  <a:cubicBezTo>
                    <a:pt x="2141" y="1685"/>
                    <a:pt x="2151" y="1679"/>
                    <a:pt x="2160" y="1674"/>
                  </a:cubicBezTo>
                  <a:cubicBezTo>
                    <a:pt x="2168" y="1669"/>
                    <a:pt x="2174" y="1666"/>
                    <a:pt x="2178" y="1666"/>
                  </a:cubicBezTo>
                  <a:cubicBezTo>
                    <a:pt x="2185" y="1666"/>
                    <a:pt x="2190" y="1673"/>
                    <a:pt x="2204" y="1692"/>
                  </a:cubicBezTo>
                  <a:cubicBezTo>
                    <a:pt x="2219" y="1717"/>
                    <a:pt x="2249" y="1734"/>
                    <a:pt x="2272" y="1734"/>
                  </a:cubicBezTo>
                  <a:cubicBezTo>
                    <a:pt x="2278" y="1734"/>
                    <a:pt x="2284" y="1733"/>
                    <a:pt x="2288" y="1730"/>
                  </a:cubicBezTo>
                  <a:cubicBezTo>
                    <a:pt x="2310" y="1714"/>
                    <a:pt x="2310" y="1714"/>
                    <a:pt x="2288" y="1683"/>
                  </a:cubicBezTo>
                  <a:cubicBezTo>
                    <a:pt x="2265" y="1672"/>
                    <a:pt x="2269" y="1660"/>
                    <a:pt x="2288" y="1660"/>
                  </a:cubicBezTo>
                  <a:cubicBezTo>
                    <a:pt x="2303" y="1660"/>
                    <a:pt x="2327" y="1667"/>
                    <a:pt x="2354" y="1689"/>
                  </a:cubicBezTo>
                  <a:cubicBezTo>
                    <a:pt x="2368" y="1694"/>
                    <a:pt x="2377" y="1698"/>
                    <a:pt x="2381" y="1698"/>
                  </a:cubicBezTo>
                  <a:cubicBezTo>
                    <a:pt x="2390" y="1698"/>
                    <a:pt x="2381" y="1684"/>
                    <a:pt x="2354" y="1642"/>
                  </a:cubicBezTo>
                  <a:cubicBezTo>
                    <a:pt x="2328" y="1602"/>
                    <a:pt x="2337" y="1576"/>
                    <a:pt x="2363" y="1576"/>
                  </a:cubicBezTo>
                  <a:cubicBezTo>
                    <a:pt x="2378" y="1576"/>
                    <a:pt x="2398" y="1584"/>
                    <a:pt x="2420" y="1602"/>
                  </a:cubicBezTo>
                  <a:lnTo>
                    <a:pt x="2464" y="1573"/>
                  </a:lnTo>
                  <a:cubicBezTo>
                    <a:pt x="2486" y="1561"/>
                    <a:pt x="2467" y="1529"/>
                    <a:pt x="2445" y="1495"/>
                  </a:cubicBezTo>
                  <a:cubicBezTo>
                    <a:pt x="2421" y="1454"/>
                    <a:pt x="2412" y="1440"/>
                    <a:pt x="2420" y="1440"/>
                  </a:cubicBezTo>
                  <a:cubicBezTo>
                    <a:pt x="2424" y="1440"/>
                    <a:pt x="2434" y="1444"/>
                    <a:pt x="2448" y="1451"/>
                  </a:cubicBezTo>
                  <a:cubicBezTo>
                    <a:pt x="2473" y="1460"/>
                    <a:pt x="2495" y="1479"/>
                    <a:pt x="2511" y="1501"/>
                  </a:cubicBezTo>
                  <a:cubicBezTo>
                    <a:pt x="2519" y="1515"/>
                    <a:pt x="2529" y="1521"/>
                    <a:pt x="2538" y="1521"/>
                  </a:cubicBezTo>
                  <a:cubicBezTo>
                    <a:pt x="2550" y="1521"/>
                    <a:pt x="2562" y="1513"/>
                    <a:pt x="2574" y="1504"/>
                  </a:cubicBezTo>
                  <a:cubicBezTo>
                    <a:pt x="2595" y="1492"/>
                    <a:pt x="2639" y="1464"/>
                    <a:pt x="2621" y="1432"/>
                  </a:cubicBezTo>
                  <a:lnTo>
                    <a:pt x="2621" y="1432"/>
                  </a:lnTo>
                  <a:lnTo>
                    <a:pt x="2639" y="1464"/>
                  </a:lnTo>
                  <a:cubicBezTo>
                    <a:pt x="2643" y="1461"/>
                    <a:pt x="2647" y="1461"/>
                    <a:pt x="2651" y="1461"/>
                  </a:cubicBezTo>
                  <a:cubicBezTo>
                    <a:pt x="2661" y="1461"/>
                    <a:pt x="2668" y="1466"/>
                    <a:pt x="2670" y="1466"/>
                  </a:cubicBezTo>
                  <a:cubicBezTo>
                    <a:pt x="2671" y="1466"/>
                    <a:pt x="2669" y="1462"/>
                    <a:pt x="2661" y="1451"/>
                  </a:cubicBezTo>
                  <a:cubicBezTo>
                    <a:pt x="2682" y="1444"/>
                    <a:pt x="2705" y="1441"/>
                    <a:pt x="2727" y="1441"/>
                  </a:cubicBezTo>
                  <a:cubicBezTo>
                    <a:pt x="2735" y="1441"/>
                    <a:pt x="2742" y="1441"/>
                    <a:pt x="2749" y="1442"/>
                  </a:cubicBezTo>
                  <a:cubicBezTo>
                    <a:pt x="2751" y="1442"/>
                    <a:pt x="2753" y="1442"/>
                    <a:pt x="2754" y="1442"/>
                  </a:cubicBezTo>
                  <a:cubicBezTo>
                    <a:pt x="2813" y="1442"/>
                    <a:pt x="2837" y="1341"/>
                    <a:pt x="2733" y="1319"/>
                  </a:cubicBezTo>
                  <a:lnTo>
                    <a:pt x="2755" y="1304"/>
                  </a:lnTo>
                  <a:cubicBezTo>
                    <a:pt x="2777" y="1291"/>
                    <a:pt x="2755" y="1260"/>
                    <a:pt x="2755" y="1260"/>
                  </a:cubicBezTo>
                  <a:cubicBezTo>
                    <a:pt x="2737" y="1229"/>
                    <a:pt x="2758" y="1213"/>
                    <a:pt x="2780" y="1200"/>
                  </a:cubicBezTo>
                  <a:lnTo>
                    <a:pt x="2821" y="1263"/>
                  </a:lnTo>
                  <a:cubicBezTo>
                    <a:pt x="2840" y="1319"/>
                    <a:pt x="2867" y="1349"/>
                    <a:pt x="2883" y="1349"/>
                  </a:cubicBezTo>
                  <a:cubicBezTo>
                    <a:pt x="2898" y="1349"/>
                    <a:pt x="2904" y="1323"/>
                    <a:pt x="2884" y="1269"/>
                  </a:cubicBezTo>
                  <a:cubicBezTo>
                    <a:pt x="2878" y="1260"/>
                    <a:pt x="2876" y="1256"/>
                    <a:pt x="2876" y="1256"/>
                  </a:cubicBezTo>
                  <a:lnTo>
                    <a:pt x="2876" y="1256"/>
                  </a:lnTo>
                  <a:cubicBezTo>
                    <a:pt x="2876" y="1256"/>
                    <a:pt x="2890" y="1279"/>
                    <a:pt x="2906" y="1301"/>
                  </a:cubicBezTo>
                  <a:cubicBezTo>
                    <a:pt x="2912" y="1312"/>
                    <a:pt x="2919" y="1317"/>
                    <a:pt x="2927" y="1317"/>
                  </a:cubicBezTo>
                  <a:cubicBezTo>
                    <a:pt x="2940" y="1317"/>
                    <a:pt x="2955" y="1298"/>
                    <a:pt x="2972" y="1260"/>
                  </a:cubicBezTo>
                  <a:cubicBezTo>
                    <a:pt x="2993" y="1247"/>
                    <a:pt x="2975" y="1169"/>
                    <a:pt x="2956" y="1138"/>
                  </a:cubicBezTo>
                  <a:cubicBezTo>
                    <a:pt x="2934" y="1103"/>
                    <a:pt x="2956" y="1091"/>
                    <a:pt x="2956" y="1091"/>
                  </a:cubicBezTo>
                  <a:cubicBezTo>
                    <a:pt x="2964" y="1086"/>
                    <a:pt x="2970" y="1083"/>
                    <a:pt x="2974" y="1083"/>
                  </a:cubicBezTo>
                  <a:cubicBezTo>
                    <a:pt x="2981" y="1083"/>
                    <a:pt x="2986" y="1090"/>
                    <a:pt x="3000" y="1110"/>
                  </a:cubicBezTo>
                  <a:cubicBezTo>
                    <a:pt x="3014" y="1134"/>
                    <a:pt x="3030" y="1145"/>
                    <a:pt x="3042" y="1145"/>
                  </a:cubicBezTo>
                  <a:cubicBezTo>
                    <a:pt x="3062" y="1145"/>
                    <a:pt x="3075" y="1117"/>
                    <a:pt x="3066" y="1069"/>
                  </a:cubicBezTo>
                  <a:lnTo>
                    <a:pt x="3066" y="1069"/>
                  </a:lnTo>
                  <a:lnTo>
                    <a:pt x="3084" y="1100"/>
                  </a:lnTo>
                  <a:cubicBezTo>
                    <a:pt x="3093" y="1114"/>
                    <a:pt x="3106" y="1125"/>
                    <a:pt x="3125" y="1125"/>
                  </a:cubicBezTo>
                  <a:cubicBezTo>
                    <a:pt x="3151" y="1125"/>
                    <a:pt x="3187" y="1106"/>
                    <a:pt x="3238" y="1050"/>
                  </a:cubicBezTo>
                  <a:cubicBezTo>
                    <a:pt x="3304" y="1010"/>
                    <a:pt x="3358" y="976"/>
                    <a:pt x="3389" y="976"/>
                  </a:cubicBezTo>
                  <a:cubicBezTo>
                    <a:pt x="3398" y="976"/>
                    <a:pt x="3406" y="980"/>
                    <a:pt x="3410" y="987"/>
                  </a:cubicBezTo>
                  <a:cubicBezTo>
                    <a:pt x="3413" y="991"/>
                    <a:pt x="3415" y="992"/>
                    <a:pt x="3418" y="992"/>
                  </a:cubicBezTo>
                  <a:cubicBezTo>
                    <a:pt x="3442" y="992"/>
                    <a:pt x="3480" y="889"/>
                    <a:pt x="3482" y="809"/>
                  </a:cubicBezTo>
                  <a:cubicBezTo>
                    <a:pt x="3490" y="822"/>
                    <a:pt x="3498" y="827"/>
                    <a:pt x="3509" y="827"/>
                  </a:cubicBezTo>
                  <a:cubicBezTo>
                    <a:pt x="3523" y="827"/>
                    <a:pt x="3542" y="816"/>
                    <a:pt x="3570" y="799"/>
                  </a:cubicBezTo>
                  <a:cubicBezTo>
                    <a:pt x="3605" y="778"/>
                    <a:pt x="3622" y="767"/>
                    <a:pt x="3632" y="767"/>
                  </a:cubicBezTo>
                  <a:cubicBezTo>
                    <a:pt x="3641" y="767"/>
                    <a:pt x="3646" y="775"/>
                    <a:pt x="3655" y="790"/>
                  </a:cubicBezTo>
                  <a:cubicBezTo>
                    <a:pt x="3664" y="828"/>
                    <a:pt x="3668" y="847"/>
                    <a:pt x="3671" y="847"/>
                  </a:cubicBezTo>
                  <a:cubicBezTo>
                    <a:pt x="3674" y="847"/>
                    <a:pt x="3675" y="824"/>
                    <a:pt x="3677" y="777"/>
                  </a:cubicBezTo>
                  <a:cubicBezTo>
                    <a:pt x="3666" y="734"/>
                    <a:pt x="3689" y="712"/>
                    <a:pt x="3717" y="712"/>
                  </a:cubicBezTo>
                  <a:cubicBezTo>
                    <a:pt x="3741" y="712"/>
                    <a:pt x="3768" y="726"/>
                    <a:pt x="3786" y="755"/>
                  </a:cubicBezTo>
                  <a:cubicBezTo>
                    <a:pt x="3794" y="768"/>
                    <a:pt x="3802" y="774"/>
                    <a:pt x="3812" y="774"/>
                  </a:cubicBezTo>
                  <a:cubicBezTo>
                    <a:pt x="3827" y="774"/>
                    <a:pt x="3845" y="763"/>
                    <a:pt x="3871" y="746"/>
                  </a:cubicBezTo>
                  <a:cubicBezTo>
                    <a:pt x="3874" y="702"/>
                    <a:pt x="3915" y="671"/>
                    <a:pt x="3962" y="646"/>
                  </a:cubicBezTo>
                  <a:cubicBezTo>
                    <a:pt x="4028" y="608"/>
                    <a:pt x="4031" y="611"/>
                    <a:pt x="3996" y="542"/>
                  </a:cubicBezTo>
                  <a:cubicBezTo>
                    <a:pt x="3965" y="473"/>
                    <a:pt x="3990" y="461"/>
                    <a:pt x="4046" y="439"/>
                  </a:cubicBezTo>
                  <a:cubicBezTo>
                    <a:pt x="4059" y="433"/>
                    <a:pt x="4072" y="429"/>
                    <a:pt x="4083" y="429"/>
                  </a:cubicBezTo>
                  <a:cubicBezTo>
                    <a:pt x="4097" y="429"/>
                    <a:pt x="4108" y="436"/>
                    <a:pt x="4115" y="455"/>
                  </a:cubicBezTo>
                  <a:cubicBezTo>
                    <a:pt x="4115" y="455"/>
                    <a:pt x="4143" y="475"/>
                    <a:pt x="4167" y="475"/>
                  </a:cubicBezTo>
                  <a:cubicBezTo>
                    <a:pt x="4171" y="475"/>
                    <a:pt x="4174" y="475"/>
                    <a:pt x="4178" y="473"/>
                  </a:cubicBezTo>
                  <a:cubicBezTo>
                    <a:pt x="4187" y="471"/>
                    <a:pt x="4197" y="470"/>
                    <a:pt x="4205" y="470"/>
                  </a:cubicBezTo>
                  <a:cubicBezTo>
                    <a:pt x="4223" y="470"/>
                    <a:pt x="4237" y="476"/>
                    <a:pt x="4241" y="502"/>
                  </a:cubicBezTo>
                  <a:cubicBezTo>
                    <a:pt x="4263" y="515"/>
                    <a:pt x="4287" y="524"/>
                    <a:pt x="4313" y="524"/>
                  </a:cubicBezTo>
                  <a:cubicBezTo>
                    <a:pt x="4317" y="524"/>
                    <a:pt x="4321" y="524"/>
                    <a:pt x="4325" y="523"/>
                  </a:cubicBezTo>
                  <a:cubicBezTo>
                    <a:pt x="4340" y="522"/>
                    <a:pt x="4355" y="520"/>
                    <a:pt x="4368" y="520"/>
                  </a:cubicBezTo>
                  <a:cubicBezTo>
                    <a:pt x="4402" y="520"/>
                    <a:pt x="4429" y="528"/>
                    <a:pt x="4429" y="555"/>
                  </a:cubicBezTo>
                  <a:cubicBezTo>
                    <a:pt x="4454" y="555"/>
                    <a:pt x="4454" y="555"/>
                    <a:pt x="4454" y="517"/>
                  </a:cubicBezTo>
                  <a:cubicBezTo>
                    <a:pt x="4452" y="492"/>
                    <a:pt x="4465" y="466"/>
                    <a:pt x="4505" y="466"/>
                  </a:cubicBezTo>
                  <a:cubicBezTo>
                    <a:pt x="4525" y="466"/>
                    <a:pt x="4551" y="472"/>
                    <a:pt x="4585" y="489"/>
                  </a:cubicBezTo>
                  <a:cubicBezTo>
                    <a:pt x="4616" y="494"/>
                    <a:pt x="4654" y="503"/>
                    <a:pt x="4683" y="503"/>
                  </a:cubicBezTo>
                  <a:cubicBezTo>
                    <a:pt x="4705" y="503"/>
                    <a:pt x="4722" y="498"/>
                    <a:pt x="4726" y="483"/>
                  </a:cubicBezTo>
                  <a:cubicBezTo>
                    <a:pt x="4755" y="489"/>
                    <a:pt x="4755" y="489"/>
                    <a:pt x="4742" y="527"/>
                  </a:cubicBezTo>
                  <a:cubicBezTo>
                    <a:pt x="4729" y="570"/>
                    <a:pt x="4739" y="593"/>
                    <a:pt x="4767" y="593"/>
                  </a:cubicBezTo>
                  <a:cubicBezTo>
                    <a:pt x="4785" y="593"/>
                    <a:pt x="4811" y="584"/>
                    <a:pt x="4842" y="564"/>
                  </a:cubicBezTo>
                  <a:cubicBezTo>
                    <a:pt x="4847" y="551"/>
                    <a:pt x="4855" y="544"/>
                    <a:pt x="4862" y="544"/>
                  </a:cubicBezTo>
                  <a:cubicBezTo>
                    <a:pt x="4874" y="544"/>
                    <a:pt x="4886" y="560"/>
                    <a:pt x="4889" y="586"/>
                  </a:cubicBezTo>
                  <a:cubicBezTo>
                    <a:pt x="4898" y="590"/>
                    <a:pt x="4907" y="592"/>
                    <a:pt x="4915" y="592"/>
                  </a:cubicBezTo>
                  <a:cubicBezTo>
                    <a:pt x="4929" y="592"/>
                    <a:pt x="4942" y="587"/>
                    <a:pt x="4955" y="580"/>
                  </a:cubicBezTo>
                  <a:cubicBezTo>
                    <a:pt x="4969" y="574"/>
                    <a:pt x="4979" y="570"/>
                    <a:pt x="4986" y="570"/>
                  </a:cubicBezTo>
                  <a:cubicBezTo>
                    <a:pt x="5001" y="570"/>
                    <a:pt x="5008" y="584"/>
                    <a:pt x="5024" y="624"/>
                  </a:cubicBezTo>
                  <a:cubicBezTo>
                    <a:pt x="5002" y="655"/>
                    <a:pt x="5024" y="671"/>
                    <a:pt x="5046" y="686"/>
                  </a:cubicBezTo>
                  <a:cubicBezTo>
                    <a:pt x="5077" y="686"/>
                    <a:pt x="5153" y="737"/>
                    <a:pt x="5209" y="802"/>
                  </a:cubicBezTo>
                  <a:cubicBezTo>
                    <a:pt x="5266" y="868"/>
                    <a:pt x="5297" y="943"/>
                    <a:pt x="5287" y="962"/>
                  </a:cubicBezTo>
                  <a:cubicBezTo>
                    <a:pt x="5334" y="965"/>
                    <a:pt x="5334" y="965"/>
                    <a:pt x="5347" y="987"/>
                  </a:cubicBezTo>
                  <a:cubicBezTo>
                    <a:pt x="5319" y="1023"/>
                    <a:pt x="5321" y="1038"/>
                    <a:pt x="5340" y="1038"/>
                  </a:cubicBezTo>
                  <a:cubicBezTo>
                    <a:pt x="5355" y="1038"/>
                    <a:pt x="5379" y="1029"/>
                    <a:pt x="5407" y="1012"/>
                  </a:cubicBezTo>
                  <a:lnTo>
                    <a:pt x="5394" y="987"/>
                  </a:lnTo>
                  <a:lnTo>
                    <a:pt x="5378" y="965"/>
                  </a:lnTo>
                  <a:cubicBezTo>
                    <a:pt x="5392" y="958"/>
                    <a:pt x="5404" y="954"/>
                    <a:pt x="5414" y="954"/>
                  </a:cubicBezTo>
                  <a:cubicBezTo>
                    <a:pt x="5455" y="954"/>
                    <a:pt x="5465" y="1006"/>
                    <a:pt x="5388" y="1053"/>
                  </a:cubicBezTo>
                  <a:cubicBezTo>
                    <a:pt x="5355" y="1094"/>
                    <a:pt x="5344" y="1108"/>
                    <a:pt x="5361" y="1108"/>
                  </a:cubicBezTo>
                  <a:cubicBezTo>
                    <a:pt x="5370" y="1108"/>
                    <a:pt x="5388" y="1104"/>
                    <a:pt x="5416" y="1097"/>
                  </a:cubicBezTo>
                  <a:cubicBezTo>
                    <a:pt x="5434" y="1093"/>
                    <a:pt x="5449" y="1090"/>
                    <a:pt x="5460" y="1090"/>
                  </a:cubicBezTo>
                  <a:cubicBezTo>
                    <a:pt x="5497" y="1090"/>
                    <a:pt x="5495" y="1115"/>
                    <a:pt x="5457" y="1163"/>
                  </a:cubicBezTo>
                  <a:cubicBezTo>
                    <a:pt x="5419" y="1187"/>
                    <a:pt x="5404" y="1197"/>
                    <a:pt x="5414" y="1197"/>
                  </a:cubicBezTo>
                  <a:cubicBezTo>
                    <a:pt x="5421" y="1197"/>
                    <a:pt x="5439" y="1192"/>
                    <a:pt x="5469" y="1185"/>
                  </a:cubicBezTo>
                  <a:cubicBezTo>
                    <a:pt x="5507" y="1176"/>
                    <a:pt x="5539" y="1172"/>
                    <a:pt x="5566" y="1172"/>
                  </a:cubicBezTo>
                  <a:cubicBezTo>
                    <a:pt x="5649" y="1172"/>
                    <a:pt x="5667" y="1214"/>
                    <a:pt x="5569" y="1276"/>
                  </a:cubicBezTo>
                  <a:cubicBezTo>
                    <a:pt x="5507" y="1316"/>
                    <a:pt x="5488" y="1357"/>
                    <a:pt x="5504" y="1379"/>
                  </a:cubicBezTo>
                  <a:cubicBezTo>
                    <a:pt x="5508" y="1386"/>
                    <a:pt x="5513" y="1389"/>
                    <a:pt x="5521" y="1389"/>
                  </a:cubicBezTo>
                  <a:cubicBezTo>
                    <a:pt x="5536" y="1389"/>
                    <a:pt x="5557" y="1375"/>
                    <a:pt x="5579" y="1360"/>
                  </a:cubicBezTo>
                  <a:cubicBezTo>
                    <a:pt x="5598" y="1336"/>
                    <a:pt x="5613" y="1324"/>
                    <a:pt x="5621" y="1324"/>
                  </a:cubicBezTo>
                  <a:cubicBezTo>
                    <a:pt x="5633" y="1324"/>
                    <a:pt x="5630" y="1352"/>
                    <a:pt x="5607" y="1404"/>
                  </a:cubicBezTo>
                  <a:cubicBezTo>
                    <a:pt x="5554" y="1533"/>
                    <a:pt x="5579" y="1576"/>
                    <a:pt x="5685" y="1602"/>
                  </a:cubicBezTo>
                  <a:cubicBezTo>
                    <a:pt x="5786" y="1641"/>
                    <a:pt x="5831" y="1695"/>
                    <a:pt x="5777" y="1695"/>
                  </a:cubicBezTo>
                  <a:cubicBezTo>
                    <a:pt x="5768" y="1695"/>
                    <a:pt x="5755" y="1693"/>
                    <a:pt x="5739" y="1689"/>
                  </a:cubicBezTo>
                  <a:cubicBezTo>
                    <a:pt x="5714" y="1688"/>
                    <a:pt x="5696" y="1688"/>
                    <a:pt x="5684" y="1688"/>
                  </a:cubicBezTo>
                  <a:cubicBezTo>
                    <a:pt x="5652" y="1688"/>
                    <a:pt x="5664" y="1692"/>
                    <a:pt x="5707" y="1708"/>
                  </a:cubicBezTo>
                  <a:lnTo>
                    <a:pt x="5776" y="1821"/>
                  </a:lnTo>
                  <a:cubicBezTo>
                    <a:pt x="5783" y="1832"/>
                    <a:pt x="5799" y="1838"/>
                    <a:pt x="5817" y="1838"/>
                  </a:cubicBezTo>
                  <a:cubicBezTo>
                    <a:pt x="5833" y="1838"/>
                    <a:pt x="5852" y="1833"/>
                    <a:pt x="5867" y="1824"/>
                  </a:cubicBezTo>
                  <a:lnTo>
                    <a:pt x="5867" y="1824"/>
                  </a:lnTo>
                  <a:cubicBezTo>
                    <a:pt x="5817" y="1887"/>
                    <a:pt x="5811" y="1949"/>
                    <a:pt x="5902" y="1953"/>
                  </a:cubicBezTo>
                  <a:lnTo>
                    <a:pt x="5930" y="1996"/>
                  </a:lnTo>
                  <a:cubicBezTo>
                    <a:pt x="5946" y="2018"/>
                    <a:pt x="5946" y="2018"/>
                    <a:pt x="5989" y="2021"/>
                  </a:cubicBezTo>
                  <a:cubicBezTo>
                    <a:pt x="6036" y="2025"/>
                    <a:pt x="6018" y="2065"/>
                    <a:pt x="5999" y="2106"/>
                  </a:cubicBezTo>
                  <a:cubicBezTo>
                    <a:pt x="5983" y="2142"/>
                    <a:pt x="5968" y="2177"/>
                    <a:pt x="5981" y="2177"/>
                  </a:cubicBezTo>
                  <a:cubicBezTo>
                    <a:pt x="5983" y="2177"/>
                    <a:pt x="5987" y="2175"/>
                    <a:pt x="5993" y="2172"/>
                  </a:cubicBezTo>
                  <a:cubicBezTo>
                    <a:pt x="6003" y="2165"/>
                    <a:pt x="6015" y="2163"/>
                    <a:pt x="6029" y="2163"/>
                  </a:cubicBezTo>
                  <a:cubicBezTo>
                    <a:pt x="6061" y="2163"/>
                    <a:pt x="6100" y="2176"/>
                    <a:pt x="6130" y="2178"/>
                  </a:cubicBezTo>
                  <a:cubicBezTo>
                    <a:pt x="6176" y="2178"/>
                    <a:pt x="6160" y="2219"/>
                    <a:pt x="6116" y="2219"/>
                  </a:cubicBezTo>
                  <a:cubicBezTo>
                    <a:pt x="6115" y="2219"/>
                    <a:pt x="6113" y="2219"/>
                    <a:pt x="6112" y="2219"/>
                  </a:cubicBezTo>
                  <a:cubicBezTo>
                    <a:pt x="6080" y="2241"/>
                    <a:pt x="6080" y="2241"/>
                    <a:pt x="6077" y="2303"/>
                  </a:cubicBezTo>
                  <a:cubicBezTo>
                    <a:pt x="6088" y="2322"/>
                    <a:pt x="6109" y="2355"/>
                    <a:pt x="6134" y="2355"/>
                  </a:cubicBezTo>
                  <a:cubicBezTo>
                    <a:pt x="6139" y="2355"/>
                    <a:pt x="6144" y="2354"/>
                    <a:pt x="6149" y="2350"/>
                  </a:cubicBezTo>
                  <a:cubicBezTo>
                    <a:pt x="6152" y="2349"/>
                    <a:pt x="6154" y="2348"/>
                    <a:pt x="6157" y="2348"/>
                  </a:cubicBezTo>
                  <a:cubicBezTo>
                    <a:pt x="6192" y="2348"/>
                    <a:pt x="6261" y="2464"/>
                    <a:pt x="6243" y="2504"/>
                  </a:cubicBezTo>
                  <a:lnTo>
                    <a:pt x="6271" y="2548"/>
                  </a:lnTo>
                  <a:cubicBezTo>
                    <a:pt x="6284" y="2570"/>
                    <a:pt x="6331" y="2570"/>
                    <a:pt x="6344" y="2592"/>
                  </a:cubicBezTo>
                  <a:cubicBezTo>
                    <a:pt x="6357" y="2608"/>
                    <a:pt x="6376" y="2617"/>
                    <a:pt x="6395" y="2617"/>
                  </a:cubicBezTo>
                  <a:cubicBezTo>
                    <a:pt x="6398" y="2617"/>
                    <a:pt x="6400" y="2617"/>
                    <a:pt x="6403" y="2617"/>
                  </a:cubicBezTo>
                  <a:lnTo>
                    <a:pt x="6403" y="2617"/>
                  </a:lnTo>
                  <a:cubicBezTo>
                    <a:pt x="6419" y="2639"/>
                    <a:pt x="6431" y="2661"/>
                    <a:pt x="6400" y="2683"/>
                  </a:cubicBezTo>
                  <a:cubicBezTo>
                    <a:pt x="6428" y="2676"/>
                    <a:pt x="6446" y="2672"/>
                    <a:pt x="6455" y="2672"/>
                  </a:cubicBezTo>
                  <a:cubicBezTo>
                    <a:pt x="6472" y="2672"/>
                    <a:pt x="6461" y="2686"/>
                    <a:pt x="6428" y="2727"/>
                  </a:cubicBezTo>
                  <a:cubicBezTo>
                    <a:pt x="6388" y="2749"/>
                    <a:pt x="6372" y="2758"/>
                    <a:pt x="6384" y="2758"/>
                  </a:cubicBezTo>
                  <a:cubicBezTo>
                    <a:pt x="6391" y="2758"/>
                    <a:pt x="6410" y="2755"/>
                    <a:pt x="6441" y="2748"/>
                  </a:cubicBezTo>
                  <a:cubicBezTo>
                    <a:pt x="6488" y="2748"/>
                    <a:pt x="6488" y="2748"/>
                    <a:pt x="6469" y="2792"/>
                  </a:cubicBezTo>
                  <a:cubicBezTo>
                    <a:pt x="6444" y="2806"/>
                    <a:pt x="6445" y="2821"/>
                    <a:pt x="6460" y="2821"/>
                  </a:cubicBezTo>
                  <a:cubicBezTo>
                    <a:pt x="6466" y="2821"/>
                    <a:pt x="6473" y="2819"/>
                    <a:pt x="6481" y="2814"/>
                  </a:cubicBezTo>
                  <a:cubicBezTo>
                    <a:pt x="6494" y="2811"/>
                    <a:pt x="6507" y="2810"/>
                    <a:pt x="6519" y="2810"/>
                  </a:cubicBezTo>
                  <a:cubicBezTo>
                    <a:pt x="6580" y="2810"/>
                    <a:pt x="6622" y="2846"/>
                    <a:pt x="6569" y="2880"/>
                  </a:cubicBezTo>
                  <a:cubicBezTo>
                    <a:pt x="6580" y="2897"/>
                    <a:pt x="6598" y="2906"/>
                    <a:pt x="6619" y="2906"/>
                  </a:cubicBezTo>
                  <a:cubicBezTo>
                    <a:pt x="6622" y="2906"/>
                    <a:pt x="6626" y="2906"/>
                    <a:pt x="6629" y="2905"/>
                  </a:cubicBezTo>
                  <a:cubicBezTo>
                    <a:pt x="6659" y="2898"/>
                    <a:pt x="6677" y="2893"/>
                    <a:pt x="6684" y="2893"/>
                  </a:cubicBezTo>
                  <a:cubicBezTo>
                    <a:pt x="6694" y="2893"/>
                    <a:pt x="6679" y="2903"/>
                    <a:pt x="6641" y="2927"/>
                  </a:cubicBezTo>
                  <a:cubicBezTo>
                    <a:pt x="6603" y="2975"/>
                    <a:pt x="6601" y="2999"/>
                    <a:pt x="6638" y="2999"/>
                  </a:cubicBezTo>
                  <a:cubicBezTo>
                    <a:pt x="6649" y="2999"/>
                    <a:pt x="6664" y="2997"/>
                    <a:pt x="6682" y="2993"/>
                  </a:cubicBezTo>
                  <a:cubicBezTo>
                    <a:pt x="6682" y="2993"/>
                    <a:pt x="6729" y="2996"/>
                    <a:pt x="6710" y="3037"/>
                  </a:cubicBezTo>
                  <a:cubicBezTo>
                    <a:pt x="6705" y="3092"/>
                    <a:pt x="6739" y="3205"/>
                    <a:pt x="6779" y="3205"/>
                  </a:cubicBezTo>
                  <a:cubicBezTo>
                    <a:pt x="6788" y="3205"/>
                    <a:pt x="6796" y="3201"/>
                    <a:pt x="6804" y="3190"/>
                  </a:cubicBezTo>
                  <a:lnTo>
                    <a:pt x="6832" y="3234"/>
                  </a:lnTo>
                  <a:cubicBezTo>
                    <a:pt x="6829" y="3300"/>
                    <a:pt x="6842" y="3322"/>
                    <a:pt x="6886" y="3322"/>
                  </a:cubicBezTo>
                  <a:lnTo>
                    <a:pt x="6933" y="3325"/>
                  </a:lnTo>
                  <a:cubicBezTo>
                    <a:pt x="6901" y="3344"/>
                    <a:pt x="6883" y="3388"/>
                    <a:pt x="6895" y="3410"/>
                  </a:cubicBezTo>
                  <a:cubicBezTo>
                    <a:pt x="6903" y="3421"/>
                    <a:pt x="6907" y="3426"/>
                    <a:pt x="6913" y="3426"/>
                  </a:cubicBezTo>
                  <a:cubicBezTo>
                    <a:pt x="6919" y="3426"/>
                    <a:pt x="6926" y="3421"/>
                    <a:pt x="6942" y="3410"/>
                  </a:cubicBezTo>
                  <a:cubicBezTo>
                    <a:pt x="6950" y="3393"/>
                    <a:pt x="6956" y="3387"/>
                    <a:pt x="6962" y="3387"/>
                  </a:cubicBezTo>
                  <a:cubicBezTo>
                    <a:pt x="6971" y="3387"/>
                    <a:pt x="6979" y="3400"/>
                    <a:pt x="6986" y="3413"/>
                  </a:cubicBezTo>
                  <a:cubicBezTo>
                    <a:pt x="7002" y="3435"/>
                    <a:pt x="6983" y="3476"/>
                    <a:pt x="6951" y="3497"/>
                  </a:cubicBezTo>
                  <a:lnTo>
                    <a:pt x="6964" y="3519"/>
                  </a:lnTo>
                  <a:cubicBezTo>
                    <a:pt x="6991" y="3503"/>
                    <a:pt x="7009" y="3497"/>
                    <a:pt x="7019" y="3497"/>
                  </a:cubicBezTo>
                  <a:cubicBezTo>
                    <a:pt x="7033" y="3497"/>
                    <a:pt x="7030" y="3510"/>
                    <a:pt x="7011" y="3523"/>
                  </a:cubicBezTo>
                  <a:cubicBezTo>
                    <a:pt x="6995" y="3548"/>
                    <a:pt x="6999" y="3582"/>
                    <a:pt x="7020" y="3607"/>
                  </a:cubicBezTo>
                  <a:cubicBezTo>
                    <a:pt x="7027" y="3603"/>
                    <a:pt x="7031" y="3602"/>
                    <a:pt x="7034" y="3602"/>
                  </a:cubicBezTo>
                  <a:cubicBezTo>
                    <a:pt x="7042" y="3602"/>
                    <a:pt x="7036" y="3614"/>
                    <a:pt x="7029" y="3614"/>
                  </a:cubicBezTo>
                  <a:cubicBezTo>
                    <a:pt x="7026" y="3614"/>
                    <a:pt x="7023" y="3612"/>
                    <a:pt x="7020" y="3607"/>
                  </a:cubicBezTo>
                  <a:lnTo>
                    <a:pt x="6986" y="3626"/>
                  </a:lnTo>
                  <a:cubicBezTo>
                    <a:pt x="6978" y="3645"/>
                    <a:pt x="6980" y="3652"/>
                    <a:pt x="6987" y="3652"/>
                  </a:cubicBezTo>
                  <a:cubicBezTo>
                    <a:pt x="6996" y="3652"/>
                    <a:pt x="7015" y="3640"/>
                    <a:pt x="7033" y="3629"/>
                  </a:cubicBezTo>
                  <a:lnTo>
                    <a:pt x="7061" y="3673"/>
                  </a:lnTo>
                  <a:cubicBezTo>
                    <a:pt x="7069" y="3686"/>
                    <a:pt x="7076" y="3699"/>
                    <a:pt x="7085" y="3699"/>
                  </a:cubicBezTo>
                  <a:cubicBezTo>
                    <a:pt x="7091" y="3699"/>
                    <a:pt x="7097" y="3693"/>
                    <a:pt x="7105" y="3676"/>
                  </a:cubicBezTo>
                  <a:cubicBezTo>
                    <a:pt x="7127" y="3661"/>
                    <a:pt x="7149" y="3648"/>
                    <a:pt x="7166" y="3648"/>
                  </a:cubicBezTo>
                  <a:cubicBezTo>
                    <a:pt x="7173" y="3648"/>
                    <a:pt x="7179" y="3650"/>
                    <a:pt x="7183" y="3657"/>
                  </a:cubicBezTo>
                  <a:cubicBezTo>
                    <a:pt x="7190" y="3653"/>
                    <a:pt x="7194" y="3651"/>
                    <a:pt x="7197" y="3651"/>
                  </a:cubicBezTo>
                  <a:cubicBezTo>
                    <a:pt x="7204" y="3651"/>
                    <a:pt x="7199" y="3664"/>
                    <a:pt x="7192" y="3664"/>
                  </a:cubicBezTo>
                  <a:cubicBezTo>
                    <a:pt x="7189" y="3664"/>
                    <a:pt x="7186" y="3662"/>
                    <a:pt x="7183" y="3657"/>
                  </a:cubicBezTo>
                  <a:cubicBezTo>
                    <a:pt x="7152" y="3676"/>
                    <a:pt x="7121" y="3698"/>
                    <a:pt x="7133" y="3720"/>
                  </a:cubicBezTo>
                  <a:cubicBezTo>
                    <a:pt x="7146" y="3742"/>
                    <a:pt x="7114" y="3761"/>
                    <a:pt x="7114" y="3761"/>
                  </a:cubicBezTo>
                  <a:cubicBezTo>
                    <a:pt x="7036" y="3780"/>
                    <a:pt x="7124" y="3848"/>
                    <a:pt x="7168" y="3848"/>
                  </a:cubicBezTo>
                  <a:cubicBezTo>
                    <a:pt x="7262" y="3852"/>
                    <a:pt x="7274" y="3874"/>
                    <a:pt x="7212" y="3914"/>
                  </a:cubicBezTo>
                  <a:cubicBezTo>
                    <a:pt x="7177" y="3936"/>
                    <a:pt x="7186" y="3947"/>
                    <a:pt x="7218" y="3947"/>
                  </a:cubicBezTo>
                  <a:cubicBezTo>
                    <a:pt x="7247" y="3947"/>
                    <a:pt x="7295" y="3938"/>
                    <a:pt x="7346" y="3921"/>
                  </a:cubicBezTo>
                  <a:lnTo>
                    <a:pt x="7456" y="3883"/>
                  </a:lnTo>
                  <a:lnTo>
                    <a:pt x="7362" y="3942"/>
                  </a:lnTo>
                  <a:cubicBezTo>
                    <a:pt x="7246" y="4046"/>
                    <a:pt x="7246" y="4046"/>
                    <a:pt x="7353" y="4071"/>
                  </a:cubicBezTo>
                  <a:cubicBezTo>
                    <a:pt x="7412" y="4096"/>
                    <a:pt x="7412" y="4096"/>
                    <a:pt x="7378" y="4115"/>
                  </a:cubicBezTo>
                  <a:cubicBezTo>
                    <a:pt x="7346" y="4134"/>
                    <a:pt x="7362" y="4159"/>
                    <a:pt x="7403" y="4225"/>
                  </a:cubicBezTo>
                  <a:cubicBezTo>
                    <a:pt x="7433" y="4274"/>
                    <a:pt x="7448" y="4299"/>
                    <a:pt x="7467" y="4299"/>
                  </a:cubicBezTo>
                  <a:cubicBezTo>
                    <a:pt x="7473" y="4299"/>
                    <a:pt x="7480" y="4296"/>
                    <a:pt x="7487" y="4290"/>
                  </a:cubicBezTo>
                  <a:lnTo>
                    <a:pt x="7516" y="4334"/>
                  </a:lnTo>
                  <a:cubicBezTo>
                    <a:pt x="7486" y="4372"/>
                    <a:pt x="7495" y="4396"/>
                    <a:pt x="7518" y="4396"/>
                  </a:cubicBezTo>
                  <a:cubicBezTo>
                    <a:pt x="7533" y="4396"/>
                    <a:pt x="7555" y="4385"/>
                    <a:pt x="7575" y="4359"/>
                  </a:cubicBezTo>
                  <a:cubicBezTo>
                    <a:pt x="7575" y="4359"/>
                    <a:pt x="7588" y="4381"/>
                    <a:pt x="7603" y="4403"/>
                  </a:cubicBezTo>
                  <a:lnTo>
                    <a:pt x="7569" y="4422"/>
                  </a:lnTo>
                  <a:cubicBezTo>
                    <a:pt x="7538" y="4444"/>
                    <a:pt x="7566" y="4488"/>
                    <a:pt x="7675" y="4663"/>
                  </a:cubicBezTo>
                  <a:cubicBezTo>
                    <a:pt x="7775" y="4829"/>
                    <a:pt x="7789" y="4885"/>
                    <a:pt x="7831" y="4885"/>
                  </a:cubicBezTo>
                  <a:cubicBezTo>
                    <a:pt x="7841" y="4885"/>
                    <a:pt x="7852" y="4882"/>
                    <a:pt x="7867" y="4876"/>
                  </a:cubicBezTo>
                  <a:cubicBezTo>
                    <a:pt x="7945" y="4879"/>
                    <a:pt x="7957" y="4911"/>
                    <a:pt x="7882" y="4933"/>
                  </a:cubicBezTo>
                  <a:cubicBezTo>
                    <a:pt x="7852" y="4944"/>
                    <a:pt x="7826" y="4972"/>
                    <a:pt x="7847" y="4972"/>
                  </a:cubicBezTo>
                  <a:cubicBezTo>
                    <a:pt x="7849" y="4972"/>
                    <a:pt x="7853" y="4971"/>
                    <a:pt x="7857" y="4970"/>
                  </a:cubicBezTo>
                  <a:lnTo>
                    <a:pt x="7857" y="4970"/>
                  </a:lnTo>
                  <a:cubicBezTo>
                    <a:pt x="7863" y="5002"/>
                    <a:pt x="7854" y="5033"/>
                    <a:pt x="7835" y="5058"/>
                  </a:cubicBezTo>
                  <a:cubicBezTo>
                    <a:pt x="7773" y="5149"/>
                    <a:pt x="7810" y="5168"/>
                    <a:pt x="7848" y="5168"/>
                  </a:cubicBezTo>
                  <a:cubicBezTo>
                    <a:pt x="7870" y="5157"/>
                    <a:pt x="7883" y="5153"/>
                    <a:pt x="7888" y="5153"/>
                  </a:cubicBezTo>
                  <a:cubicBezTo>
                    <a:pt x="7900" y="5153"/>
                    <a:pt x="7877" y="5173"/>
                    <a:pt x="7851" y="5193"/>
                  </a:cubicBezTo>
                  <a:cubicBezTo>
                    <a:pt x="7813" y="5224"/>
                    <a:pt x="7776" y="5246"/>
                    <a:pt x="7813" y="5246"/>
                  </a:cubicBezTo>
                  <a:cubicBezTo>
                    <a:pt x="7855" y="5270"/>
                    <a:pt x="7869" y="5429"/>
                    <a:pt x="7804" y="5429"/>
                  </a:cubicBezTo>
                  <a:cubicBezTo>
                    <a:pt x="7801" y="5429"/>
                    <a:pt x="7798" y="5429"/>
                    <a:pt x="7794" y="5428"/>
                  </a:cubicBezTo>
                  <a:cubicBezTo>
                    <a:pt x="7791" y="5444"/>
                    <a:pt x="7785" y="5462"/>
                    <a:pt x="7782" y="5478"/>
                  </a:cubicBezTo>
                  <a:cubicBezTo>
                    <a:pt x="7816" y="5487"/>
                    <a:pt x="7807" y="5541"/>
                    <a:pt x="7785" y="5591"/>
                  </a:cubicBezTo>
                  <a:cubicBezTo>
                    <a:pt x="7770" y="5630"/>
                    <a:pt x="7759" y="5652"/>
                    <a:pt x="7739" y="5652"/>
                  </a:cubicBezTo>
                  <a:cubicBezTo>
                    <a:pt x="7733" y="5652"/>
                    <a:pt x="7727" y="5651"/>
                    <a:pt x="7719" y="5647"/>
                  </a:cubicBezTo>
                  <a:cubicBezTo>
                    <a:pt x="7712" y="5635"/>
                    <a:pt x="7706" y="5629"/>
                    <a:pt x="7701" y="5629"/>
                  </a:cubicBezTo>
                  <a:cubicBezTo>
                    <a:pt x="7691" y="5629"/>
                    <a:pt x="7688" y="5652"/>
                    <a:pt x="7694" y="5694"/>
                  </a:cubicBezTo>
                  <a:cubicBezTo>
                    <a:pt x="7685" y="5716"/>
                    <a:pt x="7735" y="5776"/>
                    <a:pt x="7719" y="5801"/>
                  </a:cubicBezTo>
                  <a:cubicBezTo>
                    <a:pt x="7751" y="5820"/>
                    <a:pt x="7766" y="5867"/>
                    <a:pt x="7747" y="5892"/>
                  </a:cubicBezTo>
                  <a:lnTo>
                    <a:pt x="7716" y="5870"/>
                  </a:lnTo>
                  <a:lnTo>
                    <a:pt x="7657" y="5826"/>
                  </a:lnTo>
                  <a:cubicBezTo>
                    <a:pt x="7641" y="5845"/>
                    <a:pt x="7622" y="5867"/>
                    <a:pt x="7653" y="5892"/>
                  </a:cubicBezTo>
                  <a:cubicBezTo>
                    <a:pt x="7650" y="5891"/>
                    <a:pt x="7647" y="5891"/>
                    <a:pt x="7644" y="5891"/>
                  </a:cubicBezTo>
                  <a:cubicBezTo>
                    <a:pt x="7604" y="5891"/>
                    <a:pt x="7585" y="5910"/>
                    <a:pt x="7550" y="5945"/>
                  </a:cubicBezTo>
                  <a:cubicBezTo>
                    <a:pt x="7512" y="5983"/>
                    <a:pt x="7472" y="6017"/>
                    <a:pt x="7472" y="6061"/>
                  </a:cubicBezTo>
                  <a:cubicBezTo>
                    <a:pt x="7459" y="6053"/>
                    <a:pt x="7444" y="6050"/>
                    <a:pt x="7428" y="6050"/>
                  </a:cubicBezTo>
                  <a:cubicBezTo>
                    <a:pt x="7360" y="6050"/>
                    <a:pt x="7280" y="6113"/>
                    <a:pt x="7293" y="6177"/>
                  </a:cubicBezTo>
                  <a:cubicBezTo>
                    <a:pt x="7306" y="6199"/>
                    <a:pt x="7299" y="6213"/>
                    <a:pt x="7280" y="6213"/>
                  </a:cubicBezTo>
                  <a:cubicBezTo>
                    <a:pt x="7272" y="6213"/>
                    <a:pt x="7261" y="6211"/>
                    <a:pt x="7249" y="6205"/>
                  </a:cubicBezTo>
                  <a:cubicBezTo>
                    <a:pt x="7232" y="6198"/>
                    <a:pt x="7222" y="6193"/>
                    <a:pt x="7215" y="6193"/>
                  </a:cubicBezTo>
                  <a:cubicBezTo>
                    <a:pt x="7205" y="6193"/>
                    <a:pt x="7205" y="6204"/>
                    <a:pt x="7205" y="6233"/>
                  </a:cubicBezTo>
                  <a:cubicBezTo>
                    <a:pt x="7204" y="6253"/>
                    <a:pt x="7195" y="6260"/>
                    <a:pt x="7181" y="6260"/>
                  </a:cubicBezTo>
                  <a:cubicBezTo>
                    <a:pt x="7165" y="6260"/>
                    <a:pt x="7142" y="6250"/>
                    <a:pt x="7118" y="6240"/>
                  </a:cubicBezTo>
                  <a:cubicBezTo>
                    <a:pt x="7092" y="6218"/>
                    <a:pt x="7072" y="6208"/>
                    <a:pt x="7059" y="6208"/>
                  </a:cubicBezTo>
                  <a:cubicBezTo>
                    <a:pt x="7041" y="6208"/>
                    <a:pt x="7033" y="6224"/>
                    <a:pt x="7033" y="6249"/>
                  </a:cubicBezTo>
                  <a:cubicBezTo>
                    <a:pt x="7014" y="6293"/>
                    <a:pt x="6983" y="6327"/>
                    <a:pt x="6942" y="6349"/>
                  </a:cubicBezTo>
                  <a:cubicBezTo>
                    <a:pt x="6920" y="6409"/>
                    <a:pt x="6898" y="6424"/>
                    <a:pt x="6939" y="6440"/>
                  </a:cubicBezTo>
                  <a:cubicBezTo>
                    <a:pt x="6951" y="6465"/>
                    <a:pt x="6958" y="6493"/>
                    <a:pt x="6958" y="6518"/>
                  </a:cubicBezTo>
                  <a:cubicBezTo>
                    <a:pt x="6946" y="6545"/>
                    <a:pt x="6936" y="6554"/>
                    <a:pt x="6931" y="6554"/>
                  </a:cubicBezTo>
                  <a:cubicBezTo>
                    <a:pt x="6924" y="6554"/>
                    <a:pt x="6924" y="6541"/>
                    <a:pt x="6936" y="6534"/>
                  </a:cubicBezTo>
                  <a:cubicBezTo>
                    <a:pt x="6958" y="6475"/>
                    <a:pt x="6936" y="6487"/>
                    <a:pt x="6895" y="6468"/>
                  </a:cubicBezTo>
                  <a:cubicBezTo>
                    <a:pt x="6885" y="6466"/>
                    <a:pt x="6875" y="6465"/>
                    <a:pt x="6865" y="6465"/>
                  </a:cubicBezTo>
                  <a:cubicBezTo>
                    <a:pt x="6837" y="6465"/>
                    <a:pt x="6809" y="6474"/>
                    <a:pt x="6785" y="6490"/>
                  </a:cubicBezTo>
                  <a:cubicBezTo>
                    <a:pt x="6763" y="6506"/>
                    <a:pt x="6720" y="6531"/>
                    <a:pt x="6698" y="6547"/>
                  </a:cubicBezTo>
                  <a:cubicBezTo>
                    <a:pt x="6613" y="6556"/>
                    <a:pt x="6591" y="6569"/>
                    <a:pt x="6610" y="6600"/>
                  </a:cubicBezTo>
                  <a:lnTo>
                    <a:pt x="6632" y="6631"/>
                  </a:lnTo>
                  <a:cubicBezTo>
                    <a:pt x="6623" y="6624"/>
                    <a:pt x="6611" y="6621"/>
                    <a:pt x="6597" y="6621"/>
                  </a:cubicBezTo>
                  <a:cubicBezTo>
                    <a:pt x="6508" y="6621"/>
                    <a:pt x="6333" y="6740"/>
                    <a:pt x="6343" y="6808"/>
                  </a:cubicBezTo>
                  <a:lnTo>
                    <a:pt x="6343" y="6808"/>
                  </a:lnTo>
                  <a:cubicBezTo>
                    <a:pt x="6338" y="6800"/>
                    <a:pt x="6331" y="6789"/>
                    <a:pt x="6325" y="6779"/>
                  </a:cubicBezTo>
                  <a:cubicBezTo>
                    <a:pt x="6317" y="6766"/>
                    <a:pt x="6309" y="6760"/>
                    <a:pt x="6298" y="6760"/>
                  </a:cubicBezTo>
                  <a:cubicBezTo>
                    <a:pt x="6284" y="6760"/>
                    <a:pt x="6265" y="6771"/>
                    <a:pt x="6237" y="6788"/>
                  </a:cubicBezTo>
                  <a:cubicBezTo>
                    <a:pt x="6215" y="6800"/>
                    <a:pt x="6149" y="6888"/>
                    <a:pt x="6083" y="6929"/>
                  </a:cubicBezTo>
                  <a:cubicBezTo>
                    <a:pt x="5996" y="6982"/>
                    <a:pt x="5930" y="7023"/>
                    <a:pt x="5949" y="7054"/>
                  </a:cubicBezTo>
                  <a:cubicBezTo>
                    <a:pt x="5940" y="7061"/>
                    <a:pt x="5934" y="7065"/>
                    <a:pt x="5930" y="7065"/>
                  </a:cubicBezTo>
                  <a:cubicBezTo>
                    <a:pt x="5924" y="7065"/>
                    <a:pt x="5919" y="7057"/>
                    <a:pt x="5908" y="7039"/>
                  </a:cubicBezTo>
                  <a:cubicBezTo>
                    <a:pt x="5908" y="7014"/>
                    <a:pt x="5902" y="7006"/>
                    <a:pt x="5893" y="7006"/>
                  </a:cubicBezTo>
                  <a:cubicBezTo>
                    <a:pt x="5885" y="7006"/>
                    <a:pt x="5874" y="7012"/>
                    <a:pt x="5864" y="7020"/>
                  </a:cubicBezTo>
                  <a:cubicBezTo>
                    <a:pt x="5842" y="7032"/>
                    <a:pt x="5864" y="7064"/>
                    <a:pt x="5883" y="7098"/>
                  </a:cubicBezTo>
                  <a:cubicBezTo>
                    <a:pt x="5900" y="7126"/>
                    <a:pt x="5884" y="7139"/>
                    <a:pt x="5834" y="7139"/>
                  </a:cubicBezTo>
                  <a:cubicBezTo>
                    <a:pt x="5829" y="7139"/>
                    <a:pt x="5823" y="7139"/>
                    <a:pt x="5817" y="7139"/>
                  </a:cubicBezTo>
                  <a:cubicBezTo>
                    <a:pt x="5742" y="7139"/>
                    <a:pt x="5676" y="7180"/>
                    <a:pt x="5642" y="7245"/>
                  </a:cubicBezTo>
                  <a:cubicBezTo>
                    <a:pt x="5630" y="7254"/>
                    <a:pt x="5618" y="7262"/>
                    <a:pt x="5606" y="7262"/>
                  </a:cubicBezTo>
                  <a:cubicBezTo>
                    <a:pt x="5596" y="7262"/>
                    <a:pt x="5586" y="7257"/>
                    <a:pt x="5576" y="7242"/>
                  </a:cubicBezTo>
                  <a:cubicBezTo>
                    <a:pt x="5562" y="7236"/>
                    <a:pt x="5546" y="7232"/>
                    <a:pt x="5531" y="7232"/>
                  </a:cubicBezTo>
                  <a:cubicBezTo>
                    <a:pt x="5499" y="7232"/>
                    <a:pt x="5470" y="7250"/>
                    <a:pt x="5466" y="7308"/>
                  </a:cubicBezTo>
                  <a:cubicBezTo>
                    <a:pt x="5456" y="7313"/>
                    <a:pt x="5450" y="7316"/>
                    <a:pt x="5446" y="7316"/>
                  </a:cubicBezTo>
                  <a:cubicBezTo>
                    <a:pt x="5438" y="7316"/>
                    <a:pt x="5434" y="7309"/>
                    <a:pt x="5422" y="7289"/>
                  </a:cubicBezTo>
                  <a:cubicBezTo>
                    <a:pt x="5401" y="7280"/>
                    <a:pt x="5386" y="7265"/>
                    <a:pt x="5378" y="7265"/>
                  </a:cubicBezTo>
                  <a:cubicBezTo>
                    <a:pt x="5371" y="7265"/>
                    <a:pt x="5371" y="7277"/>
                    <a:pt x="5378" y="7314"/>
                  </a:cubicBezTo>
                  <a:cubicBezTo>
                    <a:pt x="5349" y="7369"/>
                    <a:pt x="5294" y="7403"/>
                    <a:pt x="5234" y="7403"/>
                  </a:cubicBezTo>
                  <a:cubicBezTo>
                    <a:pt x="5229" y="7403"/>
                    <a:pt x="5224" y="7403"/>
                    <a:pt x="5219" y="7402"/>
                  </a:cubicBezTo>
                  <a:cubicBezTo>
                    <a:pt x="5197" y="7415"/>
                    <a:pt x="5171" y="7424"/>
                    <a:pt x="5190" y="7459"/>
                  </a:cubicBezTo>
                  <a:cubicBezTo>
                    <a:pt x="5196" y="7471"/>
                    <a:pt x="5202" y="7484"/>
                    <a:pt x="5206" y="7493"/>
                  </a:cubicBezTo>
                  <a:cubicBezTo>
                    <a:pt x="5178" y="7467"/>
                    <a:pt x="5164" y="7452"/>
                    <a:pt x="5158" y="7452"/>
                  </a:cubicBezTo>
                  <a:cubicBezTo>
                    <a:pt x="5150" y="7452"/>
                    <a:pt x="5152" y="7471"/>
                    <a:pt x="5156" y="7515"/>
                  </a:cubicBezTo>
                  <a:cubicBezTo>
                    <a:pt x="5165" y="7535"/>
                    <a:pt x="5160" y="7546"/>
                    <a:pt x="5152" y="7546"/>
                  </a:cubicBezTo>
                  <a:cubicBezTo>
                    <a:pt x="5146" y="7546"/>
                    <a:pt x="5138" y="7539"/>
                    <a:pt x="5131" y="7524"/>
                  </a:cubicBezTo>
                  <a:cubicBezTo>
                    <a:pt x="5120" y="7514"/>
                    <a:pt x="5105" y="7509"/>
                    <a:pt x="5089" y="7509"/>
                  </a:cubicBezTo>
                  <a:cubicBezTo>
                    <a:pt x="5082" y="7509"/>
                    <a:pt x="5075" y="7510"/>
                    <a:pt x="5068" y="7512"/>
                  </a:cubicBezTo>
                  <a:cubicBezTo>
                    <a:pt x="5043" y="7518"/>
                    <a:pt x="4940" y="7612"/>
                    <a:pt x="4811" y="7650"/>
                  </a:cubicBezTo>
                  <a:cubicBezTo>
                    <a:pt x="4611" y="7716"/>
                    <a:pt x="4532" y="7728"/>
                    <a:pt x="4538" y="7763"/>
                  </a:cubicBezTo>
                  <a:cubicBezTo>
                    <a:pt x="4530" y="7786"/>
                    <a:pt x="4526" y="7797"/>
                    <a:pt x="4519" y="7797"/>
                  </a:cubicBezTo>
                  <a:cubicBezTo>
                    <a:pt x="4513" y="7797"/>
                    <a:pt x="4504" y="7789"/>
                    <a:pt x="4488" y="7775"/>
                  </a:cubicBezTo>
                  <a:cubicBezTo>
                    <a:pt x="4473" y="7757"/>
                    <a:pt x="4451" y="7749"/>
                    <a:pt x="4428" y="7749"/>
                  </a:cubicBezTo>
                  <a:cubicBezTo>
                    <a:pt x="4419" y="7749"/>
                    <a:pt x="4410" y="7750"/>
                    <a:pt x="4401" y="7753"/>
                  </a:cubicBezTo>
                  <a:cubicBezTo>
                    <a:pt x="4391" y="7756"/>
                    <a:pt x="4382" y="7758"/>
                    <a:pt x="4373" y="7758"/>
                  </a:cubicBezTo>
                  <a:cubicBezTo>
                    <a:pt x="4359" y="7758"/>
                    <a:pt x="4348" y="7751"/>
                    <a:pt x="4344" y="7728"/>
                  </a:cubicBezTo>
                  <a:cubicBezTo>
                    <a:pt x="4325" y="7769"/>
                    <a:pt x="4325" y="7772"/>
                    <a:pt x="4297" y="7775"/>
                  </a:cubicBezTo>
                  <a:cubicBezTo>
                    <a:pt x="4294" y="7757"/>
                    <a:pt x="4287" y="7749"/>
                    <a:pt x="4278" y="7749"/>
                  </a:cubicBezTo>
                  <a:cubicBezTo>
                    <a:pt x="4269" y="7749"/>
                    <a:pt x="4257" y="7760"/>
                    <a:pt x="4247" y="7781"/>
                  </a:cubicBezTo>
                  <a:cubicBezTo>
                    <a:pt x="4239" y="7819"/>
                    <a:pt x="4234" y="7838"/>
                    <a:pt x="4230" y="7838"/>
                  </a:cubicBezTo>
                  <a:cubicBezTo>
                    <a:pt x="4227" y="7838"/>
                    <a:pt x="4223" y="7820"/>
                    <a:pt x="4219" y="7785"/>
                  </a:cubicBezTo>
                  <a:cubicBezTo>
                    <a:pt x="4214" y="7758"/>
                    <a:pt x="4174" y="7735"/>
                    <a:pt x="4160" y="7735"/>
                  </a:cubicBezTo>
                  <a:cubicBezTo>
                    <a:pt x="4154" y="7735"/>
                    <a:pt x="4153" y="7740"/>
                    <a:pt x="4162" y="7750"/>
                  </a:cubicBezTo>
                  <a:cubicBezTo>
                    <a:pt x="4166" y="7788"/>
                    <a:pt x="4115" y="7794"/>
                    <a:pt x="4090" y="7835"/>
                  </a:cubicBezTo>
                  <a:cubicBezTo>
                    <a:pt x="4083" y="7836"/>
                    <a:pt x="4076" y="7836"/>
                    <a:pt x="4069" y="7836"/>
                  </a:cubicBezTo>
                  <a:cubicBezTo>
                    <a:pt x="4052" y="7836"/>
                    <a:pt x="4036" y="7830"/>
                    <a:pt x="4034" y="7803"/>
                  </a:cubicBezTo>
                  <a:cubicBezTo>
                    <a:pt x="4026" y="7795"/>
                    <a:pt x="4011" y="7791"/>
                    <a:pt x="3993" y="7791"/>
                  </a:cubicBezTo>
                  <a:cubicBezTo>
                    <a:pt x="3944" y="7791"/>
                    <a:pt x="3870" y="7818"/>
                    <a:pt x="3852" y="7847"/>
                  </a:cubicBezTo>
                  <a:cubicBezTo>
                    <a:pt x="3852" y="7866"/>
                    <a:pt x="3845" y="7875"/>
                    <a:pt x="3838" y="7875"/>
                  </a:cubicBezTo>
                  <a:cubicBezTo>
                    <a:pt x="3831" y="7875"/>
                    <a:pt x="3824" y="7866"/>
                    <a:pt x="3824" y="7847"/>
                  </a:cubicBezTo>
                  <a:cubicBezTo>
                    <a:pt x="3824" y="7810"/>
                    <a:pt x="3799" y="7810"/>
                    <a:pt x="3771" y="7810"/>
                  </a:cubicBezTo>
                  <a:cubicBezTo>
                    <a:pt x="3763" y="7821"/>
                    <a:pt x="3758" y="7825"/>
                    <a:pt x="3754" y="7825"/>
                  </a:cubicBezTo>
                  <a:cubicBezTo>
                    <a:pt x="3746" y="7825"/>
                    <a:pt x="3746" y="7799"/>
                    <a:pt x="3746" y="7772"/>
                  </a:cubicBezTo>
                  <a:cubicBezTo>
                    <a:pt x="3771" y="7734"/>
                    <a:pt x="3746" y="7734"/>
                    <a:pt x="3695" y="7734"/>
                  </a:cubicBezTo>
                  <a:cubicBezTo>
                    <a:pt x="3679" y="7756"/>
                    <a:pt x="3638" y="7762"/>
                    <a:pt x="3590" y="7762"/>
                  </a:cubicBezTo>
                  <a:cubicBezTo>
                    <a:pt x="3556" y="7762"/>
                    <a:pt x="3519" y="7759"/>
                    <a:pt x="3486" y="7756"/>
                  </a:cubicBezTo>
                  <a:cubicBezTo>
                    <a:pt x="3469" y="7755"/>
                    <a:pt x="3455" y="7755"/>
                    <a:pt x="3442" y="7755"/>
                  </a:cubicBezTo>
                  <a:cubicBezTo>
                    <a:pt x="3349" y="7755"/>
                    <a:pt x="3318" y="7783"/>
                    <a:pt x="3263" y="7841"/>
                  </a:cubicBezTo>
                  <a:lnTo>
                    <a:pt x="3222" y="7910"/>
                  </a:lnTo>
                  <a:lnTo>
                    <a:pt x="3235" y="7838"/>
                  </a:lnTo>
                  <a:cubicBezTo>
                    <a:pt x="3238" y="7797"/>
                    <a:pt x="3235" y="7759"/>
                    <a:pt x="3229" y="7719"/>
                  </a:cubicBezTo>
                  <a:cubicBezTo>
                    <a:pt x="3228" y="7719"/>
                    <a:pt x="3227" y="7719"/>
                    <a:pt x="3226" y="7719"/>
                  </a:cubicBezTo>
                  <a:cubicBezTo>
                    <a:pt x="3203" y="7719"/>
                    <a:pt x="3194" y="7755"/>
                    <a:pt x="3188" y="7791"/>
                  </a:cubicBezTo>
                  <a:cubicBezTo>
                    <a:pt x="3185" y="7807"/>
                    <a:pt x="3179" y="7815"/>
                    <a:pt x="3169" y="7815"/>
                  </a:cubicBezTo>
                  <a:cubicBezTo>
                    <a:pt x="3156" y="7815"/>
                    <a:pt x="3136" y="7802"/>
                    <a:pt x="3109" y="7775"/>
                  </a:cubicBezTo>
                  <a:cubicBezTo>
                    <a:pt x="3083" y="7749"/>
                    <a:pt x="3063" y="7735"/>
                    <a:pt x="3044" y="7735"/>
                  </a:cubicBezTo>
                  <a:cubicBezTo>
                    <a:pt x="3032" y="7735"/>
                    <a:pt x="3020" y="7741"/>
                    <a:pt x="3006" y="7753"/>
                  </a:cubicBezTo>
                  <a:cubicBezTo>
                    <a:pt x="2975" y="7747"/>
                    <a:pt x="2950" y="7725"/>
                    <a:pt x="2940" y="7694"/>
                  </a:cubicBezTo>
                  <a:cubicBezTo>
                    <a:pt x="2933" y="7692"/>
                    <a:pt x="2927" y="7690"/>
                    <a:pt x="2924" y="7690"/>
                  </a:cubicBezTo>
                  <a:cubicBezTo>
                    <a:pt x="2914" y="7690"/>
                    <a:pt x="2912" y="7698"/>
                    <a:pt x="2906" y="7722"/>
                  </a:cubicBezTo>
                  <a:cubicBezTo>
                    <a:pt x="2900" y="7738"/>
                    <a:pt x="2892" y="7747"/>
                    <a:pt x="2884" y="7747"/>
                  </a:cubicBezTo>
                  <a:cubicBezTo>
                    <a:pt x="2873" y="7747"/>
                    <a:pt x="2861" y="7734"/>
                    <a:pt x="2852" y="7709"/>
                  </a:cubicBezTo>
                  <a:cubicBezTo>
                    <a:pt x="2850" y="7654"/>
                    <a:pt x="2814" y="7626"/>
                    <a:pt x="2788" y="7626"/>
                  </a:cubicBezTo>
                  <a:cubicBezTo>
                    <a:pt x="2776" y="7626"/>
                    <a:pt x="2766" y="7632"/>
                    <a:pt x="2762" y="7643"/>
                  </a:cubicBezTo>
                  <a:cubicBezTo>
                    <a:pt x="2755" y="7663"/>
                    <a:pt x="2746" y="7669"/>
                    <a:pt x="2735" y="7669"/>
                  </a:cubicBezTo>
                  <a:cubicBezTo>
                    <a:pt x="2726" y="7669"/>
                    <a:pt x="2714" y="7664"/>
                    <a:pt x="2702" y="7659"/>
                  </a:cubicBezTo>
                  <a:cubicBezTo>
                    <a:pt x="2690" y="7652"/>
                    <a:pt x="2677" y="7649"/>
                    <a:pt x="2663" y="7649"/>
                  </a:cubicBezTo>
                  <a:cubicBezTo>
                    <a:pt x="2646" y="7649"/>
                    <a:pt x="2629" y="7655"/>
                    <a:pt x="2614" y="7665"/>
                  </a:cubicBezTo>
                  <a:lnTo>
                    <a:pt x="2564" y="7647"/>
                  </a:lnTo>
                  <a:cubicBezTo>
                    <a:pt x="2543" y="7639"/>
                    <a:pt x="2567" y="7619"/>
                    <a:pt x="2590" y="7619"/>
                  </a:cubicBezTo>
                  <a:cubicBezTo>
                    <a:pt x="2594" y="7619"/>
                    <a:pt x="2598" y="7620"/>
                    <a:pt x="2602" y="7622"/>
                  </a:cubicBezTo>
                  <a:lnTo>
                    <a:pt x="2592" y="7578"/>
                  </a:lnTo>
                  <a:cubicBezTo>
                    <a:pt x="2563" y="7565"/>
                    <a:pt x="2543" y="7556"/>
                    <a:pt x="2523" y="7556"/>
                  </a:cubicBezTo>
                  <a:cubicBezTo>
                    <a:pt x="2509" y="7556"/>
                    <a:pt x="2495" y="7561"/>
                    <a:pt x="2480" y="7571"/>
                  </a:cubicBezTo>
                  <a:cubicBezTo>
                    <a:pt x="2452" y="7600"/>
                    <a:pt x="2438" y="7615"/>
                    <a:pt x="2435" y="7615"/>
                  </a:cubicBezTo>
                  <a:cubicBezTo>
                    <a:pt x="2430" y="7615"/>
                    <a:pt x="2438" y="7598"/>
                    <a:pt x="2454" y="7562"/>
                  </a:cubicBezTo>
                  <a:cubicBezTo>
                    <a:pt x="2467" y="7534"/>
                    <a:pt x="2463" y="7500"/>
                    <a:pt x="2441" y="7500"/>
                  </a:cubicBezTo>
                  <a:cubicBezTo>
                    <a:pt x="2436" y="7500"/>
                    <a:pt x="2430" y="7502"/>
                    <a:pt x="2423" y="7506"/>
                  </a:cubicBezTo>
                  <a:cubicBezTo>
                    <a:pt x="2404" y="7525"/>
                    <a:pt x="2391" y="7532"/>
                    <a:pt x="2381" y="7532"/>
                  </a:cubicBezTo>
                  <a:cubicBezTo>
                    <a:pt x="2364" y="7532"/>
                    <a:pt x="2364" y="7503"/>
                    <a:pt x="2376" y="7481"/>
                  </a:cubicBezTo>
                  <a:cubicBezTo>
                    <a:pt x="2409" y="7446"/>
                    <a:pt x="2423" y="7432"/>
                    <a:pt x="2398" y="7432"/>
                  </a:cubicBezTo>
                  <a:cubicBezTo>
                    <a:pt x="2383" y="7432"/>
                    <a:pt x="2353" y="7438"/>
                    <a:pt x="2304" y="7446"/>
                  </a:cubicBezTo>
                  <a:cubicBezTo>
                    <a:pt x="2257" y="7424"/>
                    <a:pt x="2144" y="7408"/>
                    <a:pt x="2078" y="7361"/>
                  </a:cubicBezTo>
                  <a:cubicBezTo>
                    <a:pt x="1991" y="7305"/>
                    <a:pt x="1944" y="7277"/>
                    <a:pt x="1944" y="7230"/>
                  </a:cubicBezTo>
                  <a:cubicBezTo>
                    <a:pt x="1948" y="7224"/>
                    <a:pt x="1951" y="7218"/>
                    <a:pt x="1954" y="7213"/>
                  </a:cubicBezTo>
                  <a:lnTo>
                    <a:pt x="1954" y="7213"/>
                  </a:lnTo>
                  <a:cubicBezTo>
                    <a:pt x="1939" y="7232"/>
                    <a:pt x="1926" y="7241"/>
                    <a:pt x="1912" y="7241"/>
                  </a:cubicBezTo>
                  <a:cubicBezTo>
                    <a:pt x="1892" y="7241"/>
                    <a:pt x="1870" y="7225"/>
                    <a:pt x="1837" y="7198"/>
                  </a:cubicBezTo>
                  <a:cubicBezTo>
                    <a:pt x="1820" y="7151"/>
                    <a:pt x="1775" y="7124"/>
                    <a:pt x="1727" y="7124"/>
                  </a:cubicBezTo>
                  <a:cubicBezTo>
                    <a:pt x="1715" y="7124"/>
                    <a:pt x="1702" y="7126"/>
                    <a:pt x="1690" y="7130"/>
                  </a:cubicBezTo>
                  <a:lnTo>
                    <a:pt x="1731" y="7164"/>
                  </a:lnTo>
                  <a:cubicBezTo>
                    <a:pt x="1711" y="7189"/>
                    <a:pt x="1696" y="7200"/>
                    <a:pt x="1683" y="7200"/>
                  </a:cubicBezTo>
                  <a:cubicBezTo>
                    <a:pt x="1666" y="7200"/>
                    <a:pt x="1654" y="7179"/>
                    <a:pt x="1643" y="7142"/>
                  </a:cubicBezTo>
                  <a:cubicBezTo>
                    <a:pt x="1621" y="7126"/>
                    <a:pt x="1646" y="7098"/>
                    <a:pt x="1671" y="7067"/>
                  </a:cubicBezTo>
                  <a:cubicBezTo>
                    <a:pt x="1693" y="7042"/>
                    <a:pt x="1699" y="7004"/>
                    <a:pt x="1680" y="6976"/>
                  </a:cubicBezTo>
                  <a:cubicBezTo>
                    <a:pt x="1671" y="6966"/>
                    <a:pt x="1661" y="6957"/>
                    <a:pt x="1653" y="6957"/>
                  </a:cubicBezTo>
                  <a:cubicBezTo>
                    <a:pt x="1645" y="6957"/>
                    <a:pt x="1640" y="6965"/>
                    <a:pt x="1637" y="6985"/>
                  </a:cubicBezTo>
                  <a:cubicBezTo>
                    <a:pt x="1622" y="7002"/>
                    <a:pt x="1616" y="7008"/>
                    <a:pt x="1610" y="7008"/>
                  </a:cubicBezTo>
                  <a:cubicBezTo>
                    <a:pt x="1605" y="7008"/>
                    <a:pt x="1601" y="7005"/>
                    <a:pt x="1593" y="6998"/>
                  </a:cubicBezTo>
                  <a:cubicBezTo>
                    <a:pt x="1578" y="6978"/>
                    <a:pt x="1554" y="6967"/>
                    <a:pt x="1530" y="6967"/>
                  </a:cubicBezTo>
                  <a:cubicBezTo>
                    <a:pt x="1522" y="6967"/>
                    <a:pt x="1515" y="6968"/>
                    <a:pt x="1508" y="6970"/>
                  </a:cubicBezTo>
                  <a:cubicBezTo>
                    <a:pt x="1499" y="6980"/>
                    <a:pt x="1490" y="6984"/>
                    <a:pt x="1483" y="6984"/>
                  </a:cubicBezTo>
                  <a:cubicBezTo>
                    <a:pt x="1469" y="6984"/>
                    <a:pt x="1457" y="6972"/>
                    <a:pt x="1445" y="6960"/>
                  </a:cubicBezTo>
                  <a:cubicBezTo>
                    <a:pt x="1445" y="6929"/>
                    <a:pt x="1436" y="6898"/>
                    <a:pt x="1414" y="6876"/>
                  </a:cubicBezTo>
                  <a:lnTo>
                    <a:pt x="1414" y="6876"/>
                  </a:lnTo>
                  <a:cubicBezTo>
                    <a:pt x="1421" y="6869"/>
                    <a:pt x="1430" y="6859"/>
                    <a:pt x="1439" y="6851"/>
                  </a:cubicBezTo>
                  <a:cubicBezTo>
                    <a:pt x="1458" y="6829"/>
                    <a:pt x="1470" y="6807"/>
                    <a:pt x="1474" y="6779"/>
                  </a:cubicBezTo>
                  <a:cubicBezTo>
                    <a:pt x="1469" y="6773"/>
                    <a:pt x="1464" y="6772"/>
                    <a:pt x="1459" y="6772"/>
                  </a:cubicBezTo>
                  <a:cubicBezTo>
                    <a:pt x="1445" y="6772"/>
                    <a:pt x="1430" y="6785"/>
                    <a:pt x="1430" y="6785"/>
                  </a:cubicBezTo>
                  <a:cubicBezTo>
                    <a:pt x="1429" y="6785"/>
                    <a:pt x="1428" y="6786"/>
                    <a:pt x="1427" y="6786"/>
                  </a:cubicBezTo>
                  <a:cubicBezTo>
                    <a:pt x="1405" y="6786"/>
                    <a:pt x="1299" y="6681"/>
                    <a:pt x="1195" y="6559"/>
                  </a:cubicBezTo>
                  <a:cubicBezTo>
                    <a:pt x="1098" y="6424"/>
                    <a:pt x="991" y="6277"/>
                    <a:pt x="978" y="6240"/>
                  </a:cubicBezTo>
                  <a:cubicBezTo>
                    <a:pt x="983" y="6188"/>
                    <a:pt x="961" y="6136"/>
                    <a:pt x="942" y="6136"/>
                  </a:cubicBezTo>
                  <a:cubicBezTo>
                    <a:pt x="937" y="6136"/>
                    <a:pt x="932" y="6140"/>
                    <a:pt x="928" y="6149"/>
                  </a:cubicBezTo>
                  <a:cubicBezTo>
                    <a:pt x="926" y="6150"/>
                    <a:pt x="924" y="6150"/>
                    <a:pt x="922" y="6150"/>
                  </a:cubicBezTo>
                  <a:cubicBezTo>
                    <a:pt x="887" y="6150"/>
                    <a:pt x="818" y="6045"/>
                    <a:pt x="765" y="5904"/>
                  </a:cubicBezTo>
                  <a:cubicBezTo>
                    <a:pt x="690" y="5741"/>
                    <a:pt x="652" y="5615"/>
                    <a:pt x="619" y="5615"/>
                  </a:cubicBezTo>
                  <a:cubicBezTo>
                    <a:pt x="617" y="5615"/>
                    <a:pt x="616" y="5616"/>
                    <a:pt x="615" y="5616"/>
                  </a:cubicBezTo>
                  <a:lnTo>
                    <a:pt x="590" y="5541"/>
                  </a:lnTo>
                  <a:cubicBezTo>
                    <a:pt x="574" y="5487"/>
                    <a:pt x="521" y="5447"/>
                    <a:pt x="515" y="5422"/>
                  </a:cubicBezTo>
                  <a:cubicBezTo>
                    <a:pt x="483" y="5407"/>
                    <a:pt x="472" y="5387"/>
                    <a:pt x="487" y="5387"/>
                  </a:cubicBezTo>
                  <a:cubicBezTo>
                    <a:pt x="492" y="5387"/>
                    <a:pt x="499" y="5389"/>
                    <a:pt x="508" y="5393"/>
                  </a:cubicBezTo>
                  <a:cubicBezTo>
                    <a:pt x="546" y="5384"/>
                    <a:pt x="584" y="5375"/>
                    <a:pt x="577" y="5350"/>
                  </a:cubicBezTo>
                  <a:cubicBezTo>
                    <a:pt x="570" y="5317"/>
                    <a:pt x="554" y="5308"/>
                    <a:pt x="534" y="5308"/>
                  </a:cubicBezTo>
                  <a:cubicBezTo>
                    <a:pt x="521" y="5308"/>
                    <a:pt x="507" y="5311"/>
                    <a:pt x="493" y="5315"/>
                  </a:cubicBezTo>
                  <a:cubicBezTo>
                    <a:pt x="489" y="5316"/>
                    <a:pt x="485" y="5316"/>
                    <a:pt x="481" y="5316"/>
                  </a:cubicBezTo>
                  <a:cubicBezTo>
                    <a:pt x="454" y="5316"/>
                    <a:pt x="449" y="5296"/>
                    <a:pt x="449" y="5296"/>
                  </a:cubicBezTo>
                  <a:cubicBezTo>
                    <a:pt x="446" y="5268"/>
                    <a:pt x="446" y="5268"/>
                    <a:pt x="480" y="5262"/>
                  </a:cubicBezTo>
                  <a:lnTo>
                    <a:pt x="555" y="5246"/>
                  </a:lnTo>
                  <a:lnTo>
                    <a:pt x="549" y="5218"/>
                  </a:lnTo>
                  <a:cubicBezTo>
                    <a:pt x="544" y="5219"/>
                    <a:pt x="539" y="5220"/>
                    <a:pt x="535" y="5220"/>
                  </a:cubicBezTo>
                  <a:cubicBezTo>
                    <a:pt x="511" y="5220"/>
                    <a:pt x="508" y="5199"/>
                    <a:pt x="508" y="5199"/>
                  </a:cubicBezTo>
                  <a:cubicBezTo>
                    <a:pt x="502" y="5174"/>
                    <a:pt x="502" y="5174"/>
                    <a:pt x="577" y="5158"/>
                  </a:cubicBezTo>
                  <a:cubicBezTo>
                    <a:pt x="649" y="5146"/>
                    <a:pt x="646" y="5121"/>
                    <a:pt x="565" y="5108"/>
                  </a:cubicBezTo>
                  <a:lnTo>
                    <a:pt x="521" y="5061"/>
                  </a:lnTo>
                  <a:cubicBezTo>
                    <a:pt x="593" y="5024"/>
                    <a:pt x="512" y="4983"/>
                    <a:pt x="474" y="4961"/>
                  </a:cubicBezTo>
                  <a:cubicBezTo>
                    <a:pt x="546" y="4923"/>
                    <a:pt x="543" y="4901"/>
                    <a:pt x="465" y="4879"/>
                  </a:cubicBezTo>
                  <a:cubicBezTo>
                    <a:pt x="462" y="4880"/>
                    <a:pt x="460" y="4880"/>
                    <a:pt x="458" y="4880"/>
                  </a:cubicBezTo>
                  <a:cubicBezTo>
                    <a:pt x="427" y="4880"/>
                    <a:pt x="426" y="4856"/>
                    <a:pt x="458" y="4826"/>
                  </a:cubicBezTo>
                  <a:cubicBezTo>
                    <a:pt x="493" y="4798"/>
                    <a:pt x="490" y="4770"/>
                    <a:pt x="490" y="4717"/>
                  </a:cubicBezTo>
                  <a:cubicBezTo>
                    <a:pt x="458" y="4695"/>
                    <a:pt x="439" y="4503"/>
                    <a:pt x="465" y="4290"/>
                  </a:cubicBezTo>
                  <a:cubicBezTo>
                    <a:pt x="483" y="4049"/>
                    <a:pt x="530" y="3895"/>
                    <a:pt x="490" y="3886"/>
                  </a:cubicBezTo>
                  <a:cubicBezTo>
                    <a:pt x="493" y="3858"/>
                    <a:pt x="493" y="3858"/>
                    <a:pt x="533" y="3839"/>
                  </a:cubicBezTo>
                  <a:cubicBezTo>
                    <a:pt x="539" y="3840"/>
                    <a:pt x="543" y="3841"/>
                    <a:pt x="547" y="3841"/>
                  </a:cubicBezTo>
                  <a:cubicBezTo>
                    <a:pt x="571" y="3841"/>
                    <a:pt x="568" y="3817"/>
                    <a:pt x="512" y="3780"/>
                  </a:cubicBezTo>
                  <a:cubicBezTo>
                    <a:pt x="493" y="3757"/>
                    <a:pt x="470" y="3745"/>
                    <a:pt x="479" y="3745"/>
                  </a:cubicBezTo>
                  <a:cubicBezTo>
                    <a:pt x="483" y="3745"/>
                    <a:pt x="495" y="3748"/>
                    <a:pt x="521" y="3754"/>
                  </a:cubicBezTo>
                  <a:cubicBezTo>
                    <a:pt x="524" y="3755"/>
                    <a:pt x="526" y="3756"/>
                    <a:pt x="528" y="3756"/>
                  </a:cubicBezTo>
                  <a:cubicBezTo>
                    <a:pt x="558" y="3756"/>
                    <a:pt x="573" y="3703"/>
                    <a:pt x="599" y="3607"/>
                  </a:cubicBezTo>
                  <a:cubicBezTo>
                    <a:pt x="618" y="3529"/>
                    <a:pt x="662" y="3432"/>
                    <a:pt x="627" y="3419"/>
                  </a:cubicBezTo>
                  <a:cubicBezTo>
                    <a:pt x="619" y="3382"/>
                    <a:pt x="615" y="3366"/>
                    <a:pt x="618" y="3366"/>
                  </a:cubicBezTo>
                  <a:lnTo>
                    <a:pt x="618" y="3366"/>
                  </a:lnTo>
                  <a:cubicBezTo>
                    <a:pt x="620" y="3366"/>
                    <a:pt x="626" y="3376"/>
                    <a:pt x="637" y="3394"/>
                  </a:cubicBezTo>
                  <a:cubicBezTo>
                    <a:pt x="647" y="3403"/>
                    <a:pt x="659" y="3407"/>
                    <a:pt x="670" y="3407"/>
                  </a:cubicBezTo>
                  <a:cubicBezTo>
                    <a:pt x="722" y="3407"/>
                    <a:pt x="774" y="3319"/>
                    <a:pt x="740" y="3231"/>
                  </a:cubicBezTo>
                  <a:cubicBezTo>
                    <a:pt x="750" y="3214"/>
                    <a:pt x="760" y="3195"/>
                    <a:pt x="780" y="3195"/>
                  </a:cubicBezTo>
                  <a:cubicBezTo>
                    <a:pt x="786" y="3195"/>
                    <a:pt x="792" y="3196"/>
                    <a:pt x="800" y="3200"/>
                  </a:cubicBezTo>
                  <a:cubicBezTo>
                    <a:pt x="819" y="3159"/>
                    <a:pt x="828" y="3112"/>
                    <a:pt x="825" y="3065"/>
                  </a:cubicBezTo>
                  <a:cubicBezTo>
                    <a:pt x="850" y="3009"/>
                    <a:pt x="881" y="2955"/>
                    <a:pt x="916" y="2902"/>
                  </a:cubicBezTo>
                  <a:cubicBezTo>
                    <a:pt x="931" y="2868"/>
                    <a:pt x="941" y="2830"/>
                    <a:pt x="941" y="2792"/>
                  </a:cubicBezTo>
                  <a:cubicBezTo>
                    <a:pt x="945" y="2783"/>
                    <a:pt x="951" y="2774"/>
                    <a:pt x="954" y="2768"/>
                  </a:cubicBezTo>
                  <a:lnTo>
                    <a:pt x="954" y="2768"/>
                  </a:lnTo>
                  <a:cubicBezTo>
                    <a:pt x="957" y="2769"/>
                    <a:pt x="959" y="2770"/>
                    <a:pt x="962" y="2770"/>
                  </a:cubicBezTo>
                  <a:cubicBezTo>
                    <a:pt x="996" y="2770"/>
                    <a:pt x="1063" y="2661"/>
                    <a:pt x="1173" y="2529"/>
                  </a:cubicBezTo>
                  <a:cubicBezTo>
                    <a:pt x="1279" y="2383"/>
                    <a:pt x="1401" y="2278"/>
                    <a:pt x="1445" y="2278"/>
                  </a:cubicBezTo>
                  <a:cubicBezTo>
                    <a:pt x="1446" y="2278"/>
                    <a:pt x="1447" y="2278"/>
                    <a:pt x="1449" y="2278"/>
                  </a:cubicBezTo>
                  <a:cubicBezTo>
                    <a:pt x="1461" y="2260"/>
                    <a:pt x="1464" y="2235"/>
                    <a:pt x="1458" y="2213"/>
                  </a:cubicBezTo>
                  <a:cubicBezTo>
                    <a:pt x="1429" y="2150"/>
                    <a:pt x="1440" y="2129"/>
                    <a:pt x="1471" y="2129"/>
                  </a:cubicBezTo>
                  <a:cubicBezTo>
                    <a:pt x="1477" y="2129"/>
                    <a:pt x="1485" y="2130"/>
                    <a:pt x="1492" y="2131"/>
                  </a:cubicBezTo>
                  <a:cubicBezTo>
                    <a:pt x="1506" y="2139"/>
                    <a:pt x="1520" y="2143"/>
                    <a:pt x="1534" y="2143"/>
                  </a:cubicBezTo>
                  <a:cubicBezTo>
                    <a:pt x="1590" y="2143"/>
                    <a:pt x="1637" y="2085"/>
                    <a:pt x="1615" y="2025"/>
                  </a:cubicBezTo>
                  <a:lnTo>
                    <a:pt x="1615" y="2025"/>
                  </a:lnTo>
                  <a:lnTo>
                    <a:pt x="1640" y="2056"/>
                  </a:lnTo>
                  <a:cubicBezTo>
                    <a:pt x="1652" y="2063"/>
                    <a:pt x="1664" y="2067"/>
                    <a:pt x="1674" y="2067"/>
                  </a:cubicBezTo>
                  <a:cubicBezTo>
                    <a:pt x="1719" y="2067"/>
                    <a:pt x="1738" y="2001"/>
                    <a:pt x="1718" y="1940"/>
                  </a:cubicBezTo>
                  <a:lnTo>
                    <a:pt x="1718" y="1940"/>
                  </a:lnTo>
                  <a:cubicBezTo>
                    <a:pt x="1742" y="1948"/>
                    <a:pt x="1764" y="1956"/>
                    <a:pt x="1781" y="1956"/>
                  </a:cubicBezTo>
                  <a:cubicBezTo>
                    <a:pt x="1797" y="1956"/>
                    <a:pt x="1807" y="1948"/>
                    <a:pt x="1806" y="1924"/>
                  </a:cubicBezTo>
                  <a:cubicBezTo>
                    <a:pt x="1813" y="1919"/>
                    <a:pt x="1818" y="1916"/>
                    <a:pt x="1823" y="1916"/>
                  </a:cubicBezTo>
                  <a:cubicBezTo>
                    <a:pt x="1833" y="1916"/>
                    <a:pt x="1843" y="1930"/>
                    <a:pt x="1875" y="1971"/>
                  </a:cubicBezTo>
                  <a:cubicBezTo>
                    <a:pt x="1893" y="1997"/>
                    <a:pt x="1911" y="2021"/>
                    <a:pt x="1928" y="2021"/>
                  </a:cubicBezTo>
                  <a:cubicBezTo>
                    <a:pt x="1931" y="2021"/>
                    <a:pt x="1934" y="2020"/>
                    <a:pt x="1937" y="2018"/>
                  </a:cubicBezTo>
                  <a:cubicBezTo>
                    <a:pt x="1959" y="2003"/>
                    <a:pt x="1937" y="1971"/>
                    <a:pt x="1915" y="1940"/>
                  </a:cubicBezTo>
                  <a:lnTo>
                    <a:pt x="1959" y="1912"/>
                  </a:lnTo>
                  <a:cubicBezTo>
                    <a:pt x="1959" y="1912"/>
                    <a:pt x="1981" y="1896"/>
                    <a:pt x="1959" y="1865"/>
                  </a:cubicBezTo>
                  <a:cubicBezTo>
                    <a:pt x="1937" y="1833"/>
                    <a:pt x="1959" y="1818"/>
                    <a:pt x="1981" y="1802"/>
                  </a:cubicBezTo>
                  <a:cubicBezTo>
                    <a:pt x="1987" y="1811"/>
                    <a:pt x="1991" y="1814"/>
                    <a:pt x="1993" y="1814"/>
                  </a:cubicBezTo>
                  <a:cubicBezTo>
                    <a:pt x="2001" y="1814"/>
                    <a:pt x="1993" y="1785"/>
                    <a:pt x="1962" y="1771"/>
                  </a:cubicBezTo>
                  <a:cubicBezTo>
                    <a:pt x="1941" y="1739"/>
                    <a:pt x="1922" y="1708"/>
                    <a:pt x="1944" y="1692"/>
                  </a:cubicBezTo>
                  <a:lnTo>
                    <a:pt x="1903" y="1627"/>
                  </a:lnTo>
                  <a:cubicBezTo>
                    <a:pt x="1862" y="1564"/>
                    <a:pt x="1843" y="1533"/>
                    <a:pt x="1774" y="1533"/>
                  </a:cubicBezTo>
                  <a:cubicBezTo>
                    <a:pt x="1658" y="1567"/>
                    <a:pt x="1561" y="1589"/>
                    <a:pt x="1605" y="1649"/>
                  </a:cubicBezTo>
                  <a:cubicBezTo>
                    <a:pt x="1605" y="1649"/>
                    <a:pt x="1605" y="1696"/>
                    <a:pt x="1580" y="1714"/>
                  </a:cubicBezTo>
                  <a:cubicBezTo>
                    <a:pt x="1568" y="1720"/>
                    <a:pt x="1555" y="1722"/>
                    <a:pt x="1542" y="1722"/>
                  </a:cubicBezTo>
                  <a:cubicBezTo>
                    <a:pt x="1532" y="1722"/>
                    <a:pt x="1521" y="1720"/>
                    <a:pt x="1511" y="1717"/>
                  </a:cubicBezTo>
                  <a:cubicBezTo>
                    <a:pt x="1508" y="1713"/>
                    <a:pt x="1503" y="1711"/>
                    <a:pt x="1496" y="1711"/>
                  </a:cubicBezTo>
                  <a:cubicBezTo>
                    <a:pt x="1459" y="1711"/>
                    <a:pt x="1379" y="1779"/>
                    <a:pt x="1282" y="1862"/>
                  </a:cubicBezTo>
                  <a:cubicBezTo>
                    <a:pt x="1153" y="1973"/>
                    <a:pt x="1099" y="2044"/>
                    <a:pt x="1050" y="2044"/>
                  </a:cubicBezTo>
                  <a:cubicBezTo>
                    <a:pt x="1048" y="2044"/>
                    <a:pt x="1046" y="2044"/>
                    <a:pt x="1044" y="2043"/>
                  </a:cubicBezTo>
                  <a:cubicBezTo>
                    <a:pt x="1040" y="2043"/>
                    <a:pt x="1036" y="2043"/>
                    <a:pt x="1032" y="2043"/>
                  </a:cubicBezTo>
                  <a:cubicBezTo>
                    <a:pt x="1011" y="2043"/>
                    <a:pt x="991" y="2049"/>
                    <a:pt x="975" y="2062"/>
                  </a:cubicBezTo>
                  <a:cubicBezTo>
                    <a:pt x="1000" y="2084"/>
                    <a:pt x="881" y="2219"/>
                    <a:pt x="756" y="2388"/>
                  </a:cubicBezTo>
                  <a:cubicBezTo>
                    <a:pt x="631" y="2560"/>
                    <a:pt x="527" y="2742"/>
                    <a:pt x="559" y="2761"/>
                  </a:cubicBezTo>
                  <a:lnTo>
                    <a:pt x="530" y="2814"/>
                  </a:lnTo>
                  <a:cubicBezTo>
                    <a:pt x="525" y="2812"/>
                    <a:pt x="521" y="2810"/>
                    <a:pt x="516" y="2810"/>
                  </a:cubicBezTo>
                  <a:cubicBezTo>
                    <a:pt x="488" y="2810"/>
                    <a:pt x="464" y="2856"/>
                    <a:pt x="443" y="2902"/>
                  </a:cubicBezTo>
                  <a:cubicBezTo>
                    <a:pt x="446" y="2943"/>
                    <a:pt x="439" y="2987"/>
                    <a:pt x="421" y="3024"/>
                  </a:cubicBezTo>
                  <a:cubicBezTo>
                    <a:pt x="415" y="3021"/>
                    <a:pt x="409" y="3020"/>
                    <a:pt x="404" y="3020"/>
                  </a:cubicBezTo>
                  <a:cubicBezTo>
                    <a:pt x="382" y="3020"/>
                    <a:pt x="366" y="3047"/>
                    <a:pt x="349" y="3090"/>
                  </a:cubicBezTo>
                  <a:cubicBezTo>
                    <a:pt x="327" y="3146"/>
                    <a:pt x="314" y="3175"/>
                    <a:pt x="352" y="3190"/>
                  </a:cubicBezTo>
                  <a:cubicBezTo>
                    <a:pt x="311" y="3294"/>
                    <a:pt x="261" y="3391"/>
                    <a:pt x="204" y="3488"/>
                  </a:cubicBezTo>
                  <a:cubicBezTo>
                    <a:pt x="157" y="3504"/>
                    <a:pt x="186" y="3544"/>
                    <a:pt x="214" y="3585"/>
                  </a:cubicBezTo>
                  <a:cubicBezTo>
                    <a:pt x="251" y="3595"/>
                    <a:pt x="280" y="3632"/>
                    <a:pt x="270" y="3660"/>
                  </a:cubicBezTo>
                  <a:lnTo>
                    <a:pt x="198" y="3642"/>
                  </a:lnTo>
                  <a:cubicBezTo>
                    <a:pt x="185" y="3624"/>
                    <a:pt x="178" y="3614"/>
                    <a:pt x="173" y="3614"/>
                  </a:cubicBezTo>
                  <a:cubicBezTo>
                    <a:pt x="167" y="3614"/>
                    <a:pt x="163" y="3628"/>
                    <a:pt x="154" y="3660"/>
                  </a:cubicBezTo>
                  <a:lnTo>
                    <a:pt x="139" y="3720"/>
                  </a:lnTo>
                  <a:cubicBezTo>
                    <a:pt x="170" y="3726"/>
                    <a:pt x="145" y="3874"/>
                    <a:pt x="107" y="4080"/>
                  </a:cubicBezTo>
                  <a:cubicBezTo>
                    <a:pt x="79" y="4347"/>
                    <a:pt x="76" y="4438"/>
                    <a:pt x="114" y="4438"/>
                  </a:cubicBezTo>
                  <a:cubicBezTo>
                    <a:pt x="148" y="4441"/>
                    <a:pt x="148" y="4469"/>
                    <a:pt x="110" y="4557"/>
                  </a:cubicBezTo>
                  <a:cubicBezTo>
                    <a:pt x="1" y="4735"/>
                    <a:pt x="1" y="4742"/>
                    <a:pt x="38" y="4767"/>
                  </a:cubicBezTo>
                  <a:cubicBezTo>
                    <a:pt x="38" y="4738"/>
                    <a:pt x="76" y="4735"/>
                    <a:pt x="114" y="4735"/>
                  </a:cubicBezTo>
                  <a:cubicBezTo>
                    <a:pt x="117" y="4735"/>
                    <a:pt x="121" y="4735"/>
                    <a:pt x="124" y="4735"/>
                  </a:cubicBezTo>
                  <a:cubicBezTo>
                    <a:pt x="189" y="4735"/>
                    <a:pt x="185" y="4762"/>
                    <a:pt x="114" y="4792"/>
                  </a:cubicBezTo>
                  <a:cubicBezTo>
                    <a:pt x="38" y="4798"/>
                    <a:pt x="120" y="5246"/>
                    <a:pt x="211" y="5256"/>
                  </a:cubicBezTo>
                  <a:lnTo>
                    <a:pt x="173" y="5265"/>
                  </a:lnTo>
                  <a:cubicBezTo>
                    <a:pt x="135" y="5271"/>
                    <a:pt x="142" y="5299"/>
                    <a:pt x="167" y="5418"/>
                  </a:cubicBezTo>
                  <a:cubicBezTo>
                    <a:pt x="179" y="5478"/>
                    <a:pt x="186" y="5506"/>
                    <a:pt x="186" y="5506"/>
                  </a:cubicBezTo>
                  <a:cubicBezTo>
                    <a:pt x="189" y="5505"/>
                    <a:pt x="192" y="5505"/>
                    <a:pt x="196" y="5505"/>
                  </a:cubicBezTo>
                  <a:cubicBezTo>
                    <a:pt x="256" y="5505"/>
                    <a:pt x="272" y="5667"/>
                    <a:pt x="239" y="5679"/>
                  </a:cubicBezTo>
                  <a:cubicBezTo>
                    <a:pt x="211" y="5719"/>
                    <a:pt x="211" y="5719"/>
                    <a:pt x="229" y="5776"/>
                  </a:cubicBezTo>
                  <a:cubicBezTo>
                    <a:pt x="323" y="5838"/>
                    <a:pt x="349" y="5989"/>
                    <a:pt x="314" y="6005"/>
                  </a:cubicBezTo>
                  <a:lnTo>
                    <a:pt x="339" y="6058"/>
                  </a:lnTo>
                  <a:cubicBezTo>
                    <a:pt x="383" y="6073"/>
                    <a:pt x="408" y="6127"/>
                    <a:pt x="421" y="6155"/>
                  </a:cubicBezTo>
                  <a:cubicBezTo>
                    <a:pt x="444" y="6212"/>
                    <a:pt x="460" y="6241"/>
                    <a:pt x="474" y="6241"/>
                  </a:cubicBezTo>
                  <a:cubicBezTo>
                    <a:pt x="480" y="6241"/>
                    <a:pt x="487" y="6234"/>
                    <a:pt x="493" y="6221"/>
                  </a:cubicBezTo>
                  <a:cubicBezTo>
                    <a:pt x="512" y="6209"/>
                    <a:pt x="533" y="6198"/>
                    <a:pt x="550" y="6198"/>
                  </a:cubicBezTo>
                  <a:cubicBezTo>
                    <a:pt x="560" y="6198"/>
                    <a:pt x="568" y="6202"/>
                    <a:pt x="574" y="6211"/>
                  </a:cubicBezTo>
                  <a:lnTo>
                    <a:pt x="540" y="6227"/>
                  </a:lnTo>
                  <a:cubicBezTo>
                    <a:pt x="505" y="6246"/>
                    <a:pt x="549" y="6324"/>
                    <a:pt x="606" y="6428"/>
                  </a:cubicBezTo>
                  <a:cubicBezTo>
                    <a:pt x="678" y="6559"/>
                    <a:pt x="718" y="6603"/>
                    <a:pt x="703" y="6650"/>
                  </a:cubicBezTo>
                  <a:lnTo>
                    <a:pt x="750" y="6653"/>
                  </a:lnTo>
                  <a:cubicBezTo>
                    <a:pt x="797" y="6656"/>
                    <a:pt x="816" y="6681"/>
                    <a:pt x="784" y="6703"/>
                  </a:cubicBezTo>
                  <a:cubicBezTo>
                    <a:pt x="772" y="6747"/>
                    <a:pt x="837" y="6851"/>
                    <a:pt x="906" y="6869"/>
                  </a:cubicBezTo>
                  <a:lnTo>
                    <a:pt x="944" y="6916"/>
                  </a:lnTo>
                  <a:cubicBezTo>
                    <a:pt x="907" y="6971"/>
                    <a:pt x="952" y="7037"/>
                    <a:pt x="1008" y="7037"/>
                  </a:cubicBezTo>
                  <a:cubicBezTo>
                    <a:pt x="1018" y="7037"/>
                    <a:pt x="1030" y="7035"/>
                    <a:pt x="1041" y="7029"/>
                  </a:cubicBezTo>
                  <a:lnTo>
                    <a:pt x="1041" y="7029"/>
                  </a:lnTo>
                  <a:cubicBezTo>
                    <a:pt x="1013" y="7054"/>
                    <a:pt x="1035" y="7076"/>
                    <a:pt x="1054" y="7101"/>
                  </a:cubicBezTo>
                  <a:cubicBezTo>
                    <a:pt x="1116" y="7123"/>
                    <a:pt x="1207" y="7202"/>
                    <a:pt x="1179" y="7230"/>
                  </a:cubicBezTo>
                  <a:lnTo>
                    <a:pt x="1201" y="7249"/>
                  </a:lnTo>
                  <a:cubicBezTo>
                    <a:pt x="1204" y="7248"/>
                    <a:pt x="1208" y="7248"/>
                    <a:pt x="1211" y="7248"/>
                  </a:cubicBezTo>
                  <a:cubicBezTo>
                    <a:pt x="1242" y="7248"/>
                    <a:pt x="1272" y="7261"/>
                    <a:pt x="1292" y="7286"/>
                  </a:cubicBezTo>
                  <a:cubicBezTo>
                    <a:pt x="1310" y="7307"/>
                    <a:pt x="1337" y="7319"/>
                    <a:pt x="1365" y="7319"/>
                  </a:cubicBezTo>
                  <a:cubicBezTo>
                    <a:pt x="1371" y="7319"/>
                    <a:pt x="1377" y="7319"/>
                    <a:pt x="1383" y="7318"/>
                  </a:cubicBezTo>
                  <a:cubicBezTo>
                    <a:pt x="1390" y="7315"/>
                    <a:pt x="1398" y="7314"/>
                    <a:pt x="1405" y="7314"/>
                  </a:cubicBezTo>
                  <a:cubicBezTo>
                    <a:pt x="1421" y="7314"/>
                    <a:pt x="1437" y="7319"/>
                    <a:pt x="1452" y="7327"/>
                  </a:cubicBezTo>
                  <a:cubicBezTo>
                    <a:pt x="1474" y="7346"/>
                    <a:pt x="1427" y="7358"/>
                    <a:pt x="1380" y="7368"/>
                  </a:cubicBezTo>
                  <a:cubicBezTo>
                    <a:pt x="1373" y="7367"/>
                    <a:pt x="1368" y="7366"/>
                    <a:pt x="1364" y="7366"/>
                  </a:cubicBezTo>
                  <a:cubicBezTo>
                    <a:pt x="1325" y="7366"/>
                    <a:pt x="1381" y="7412"/>
                    <a:pt x="1482" y="7412"/>
                  </a:cubicBezTo>
                  <a:cubicBezTo>
                    <a:pt x="1487" y="7412"/>
                    <a:pt x="1493" y="7412"/>
                    <a:pt x="1499" y="7412"/>
                  </a:cubicBezTo>
                  <a:cubicBezTo>
                    <a:pt x="1537" y="7411"/>
                    <a:pt x="1563" y="7409"/>
                    <a:pt x="1577" y="7409"/>
                  </a:cubicBezTo>
                  <a:cubicBezTo>
                    <a:pt x="1604" y="7409"/>
                    <a:pt x="1583" y="7414"/>
                    <a:pt x="1521" y="7430"/>
                  </a:cubicBezTo>
                  <a:cubicBezTo>
                    <a:pt x="1474" y="7443"/>
                    <a:pt x="1427" y="7452"/>
                    <a:pt x="1496" y="7459"/>
                  </a:cubicBezTo>
                  <a:cubicBezTo>
                    <a:pt x="1496" y="7459"/>
                    <a:pt x="1520" y="7478"/>
                    <a:pt x="1544" y="7478"/>
                  </a:cubicBezTo>
                  <a:cubicBezTo>
                    <a:pt x="1552" y="7478"/>
                    <a:pt x="1561" y="7476"/>
                    <a:pt x="1568" y="7468"/>
                  </a:cubicBezTo>
                  <a:lnTo>
                    <a:pt x="1637" y="7521"/>
                  </a:lnTo>
                  <a:cubicBezTo>
                    <a:pt x="1646" y="7562"/>
                    <a:pt x="1674" y="7600"/>
                    <a:pt x="1712" y="7622"/>
                  </a:cubicBezTo>
                  <a:cubicBezTo>
                    <a:pt x="1729" y="7616"/>
                    <a:pt x="1740" y="7612"/>
                    <a:pt x="1747" y="7612"/>
                  </a:cubicBezTo>
                  <a:cubicBezTo>
                    <a:pt x="1759" y="7612"/>
                    <a:pt x="1760" y="7623"/>
                    <a:pt x="1762" y="7653"/>
                  </a:cubicBezTo>
                  <a:cubicBezTo>
                    <a:pt x="1753" y="7669"/>
                    <a:pt x="1754" y="7680"/>
                    <a:pt x="1763" y="7680"/>
                  </a:cubicBezTo>
                  <a:cubicBezTo>
                    <a:pt x="1772" y="7680"/>
                    <a:pt x="1789" y="7669"/>
                    <a:pt x="1809" y="7637"/>
                  </a:cubicBezTo>
                  <a:cubicBezTo>
                    <a:pt x="1820" y="7633"/>
                    <a:pt x="1830" y="7631"/>
                    <a:pt x="1838" y="7631"/>
                  </a:cubicBezTo>
                  <a:cubicBezTo>
                    <a:pt x="1864" y="7631"/>
                    <a:pt x="1879" y="7649"/>
                    <a:pt x="1884" y="7684"/>
                  </a:cubicBezTo>
                  <a:cubicBezTo>
                    <a:pt x="1857" y="7728"/>
                    <a:pt x="1859" y="7750"/>
                    <a:pt x="1870" y="7750"/>
                  </a:cubicBezTo>
                  <a:cubicBezTo>
                    <a:pt x="1876" y="7750"/>
                    <a:pt x="1883" y="7745"/>
                    <a:pt x="1890" y="7734"/>
                  </a:cubicBezTo>
                  <a:cubicBezTo>
                    <a:pt x="1902" y="7728"/>
                    <a:pt x="1915" y="7725"/>
                    <a:pt x="1927" y="7725"/>
                  </a:cubicBezTo>
                  <a:cubicBezTo>
                    <a:pt x="1938" y="7725"/>
                    <a:pt x="1949" y="7727"/>
                    <a:pt x="1959" y="7731"/>
                  </a:cubicBezTo>
                  <a:cubicBezTo>
                    <a:pt x="1937" y="7766"/>
                    <a:pt x="2172" y="7900"/>
                    <a:pt x="2426" y="7998"/>
                  </a:cubicBezTo>
                  <a:cubicBezTo>
                    <a:pt x="2431" y="7998"/>
                    <a:pt x="2435" y="7999"/>
                    <a:pt x="2439" y="7999"/>
                  </a:cubicBezTo>
                  <a:cubicBezTo>
                    <a:pt x="2469" y="7999"/>
                    <a:pt x="2497" y="7981"/>
                    <a:pt x="2508" y="7951"/>
                  </a:cubicBezTo>
                  <a:cubicBezTo>
                    <a:pt x="2518" y="7921"/>
                    <a:pt x="2522" y="7909"/>
                    <a:pt x="2524" y="7909"/>
                  </a:cubicBezTo>
                  <a:cubicBezTo>
                    <a:pt x="2527" y="7909"/>
                    <a:pt x="2527" y="7932"/>
                    <a:pt x="2536" y="7960"/>
                  </a:cubicBezTo>
                  <a:cubicBezTo>
                    <a:pt x="2529" y="8023"/>
                    <a:pt x="2543" y="8059"/>
                    <a:pt x="2558" y="8059"/>
                  </a:cubicBezTo>
                  <a:cubicBezTo>
                    <a:pt x="2571" y="8059"/>
                    <a:pt x="2585" y="8034"/>
                    <a:pt x="2589" y="7982"/>
                  </a:cubicBezTo>
                  <a:cubicBezTo>
                    <a:pt x="2588" y="7942"/>
                    <a:pt x="2587" y="7922"/>
                    <a:pt x="2590" y="7922"/>
                  </a:cubicBezTo>
                  <a:cubicBezTo>
                    <a:pt x="2594" y="7922"/>
                    <a:pt x="2601" y="7945"/>
                    <a:pt x="2617" y="7991"/>
                  </a:cubicBezTo>
                  <a:cubicBezTo>
                    <a:pt x="2626" y="8018"/>
                    <a:pt x="2630" y="8029"/>
                    <a:pt x="2639" y="8029"/>
                  </a:cubicBezTo>
                  <a:cubicBezTo>
                    <a:pt x="2646" y="8029"/>
                    <a:pt x="2656" y="8022"/>
                    <a:pt x="2674" y="8010"/>
                  </a:cubicBezTo>
                  <a:cubicBezTo>
                    <a:pt x="2678" y="7995"/>
                    <a:pt x="2686" y="7987"/>
                    <a:pt x="2693" y="7987"/>
                  </a:cubicBezTo>
                  <a:cubicBezTo>
                    <a:pt x="2701" y="7987"/>
                    <a:pt x="2707" y="7999"/>
                    <a:pt x="2702" y="8020"/>
                  </a:cubicBezTo>
                  <a:cubicBezTo>
                    <a:pt x="2714" y="8052"/>
                    <a:pt x="2727" y="8084"/>
                    <a:pt x="2737" y="8084"/>
                  </a:cubicBezTo>
                  <a:cubicBezTo>
                    <a:pt x="2740" y="8084"/>
                    <a:pt x="2743" y="8080"/>
                    <a:pt x="2746" y="8070"/>
                  </a:cubicBezTo>
                  <a:cubicBezTo>
                    <a:pt x="2768" y="8082"/>
                    <a:pt x="2787" y="8101"/>
                    <a:pt x="2793" y="8123"/>
                  </a:cubicBezTo>
                  <a:cubicBezTo>
                    <a:pt x="2800" y="8139"/>
                    <a:pt x="2810" y="8146"/>
                    <a:pt x="2822" y="8146"/>
                  </a:cubicBezTo>
                  <a:cubicBezTo>
                    <a:pt x="2842" y="8146"/>
                    <a:pt x="2867" y="8128"/>
                    <a:pt x="2890" y="8110"/>
                  </a:cubicBezTo>
                  <a:cubicBezTo>
                    <a:pt x="2935" y="8090"/>
                    <a:pt x="2966" y="8079"/>
                    <a:pt x="2983" y="8079"/>
                  </a:cubicBezTo>
                  <a:cubicBezTo>
                    <a:pt x="3004" y="8079"/>
                    <a:pt x="3001" y="8097"/>
                    <a:pt x="2975" y="8135"/>
                  </a:cubicBezTo>
                  <a:cubicBezTo>
                    <a:pt x="2953" y="8166"/>
                    <a:pt x="2975" y="8181"/>
                    <a:pt x="3010" y="8181"/>
                  </a:cubicBezTo>
                  <a:cubicBezTo>
                    <a:pt x="3049" y="8181"/>
                    <a:pt x="3105" y="8161"/>
                    <a:pt x="3128" y="8123"/>
                  </a:cubicBezTo>
                  <a:cubicBezTo>
                    <a:pt x="3152" y="8083"/>
                    <a:pt x="3162" y="8066"/>
                    <a:pt x="3165" y="8066"/>
                  </a:cubicBezTo>
                  <a:lnTo>
                    <a:pt x="3165" y="8066"/>
                  </a:lnTo>
                  <a:cubicBezTo>
                    <a:pt x="3167" y="8066"/>
                    <a:pt x="3165" y="8076"/>
                    <a:pt x="3163" y="8092"/>
                  </a:cubicBezTo>
                  <a:cubicBezTo>
                    <a:pt x="3156" y="8129"/>
                    <a:pt x="3185" y="8135"/>
                    <a:pt x="3185" y="8135"/>
                  </a:cubicBezTo>
                  <a:cubicBezTo>
                    <a:pt x="3216" y="8142"/>
                    <a:pt x="3244" y="8145"/>
                    <a:pt x="3238" y="8183"/>
                  </a:cubicBezTo>
                  <a:cubicBezTo>
                    <a:pt x="3242" y="8183"/>
                    <a:pt x="3246" y="8183"/>
                    <a:pt x="3250" y="8183"/>
                  </a:cubicBezTo>
                  <a:cubicBezTo>
                    <a:pt x="3278" y="8183"/>
                    <a:pt x="3307" y="8174"/>
                    <a:pt x="3332" y="8161"/>
                  </a:cubicBezTo>
                  <a:cubicBezTo>
                    <a:pt x="3355" y="8137"/>
                    <a:pt x="3380" y="8126"/>
                    <a:pt x="3403" y="8126"/>
                  </a:cubicBezTo>
                  <a:cubicBezTo>
                    <a:pt x="3448" y="8126"/>
                    <a:pt x="3488" y="8163"/>
                    <a:pt x="3504" y="8214"/>
                  </a:cubicBezTo>
                  <a:lnTo>
                    <a:pt x="3564" y="8179"/>
                  </a:lnTo>
                  <a:cubicBezTo>
                    <a:pt x="3585" y="8136"/>
                    <a:pt x="3604" y="8106"/>
                    <a:pt x="3616" y="8106"/>
                  </a:cubicBezTo>
                  <a:cubicBezTo>
                    <a:pt x="3624" y="8106"/>
                    <a:pt x="3628" y="8118"/>
                    <a:pt x="3627" y="8148"/>
                  </a:cubicBezTo>
                  <a:cubicBezTo>
                    <a:pt x="3625" y="8162"/>
                    <a:pt x="3624" y="8176"/>
                    <a:pt x="3623" y="8186"/>
                  </a:cubicBezTo>
                  <a:lnTo>
                    <a:pt x="3623" y="8186"/>
                  </a:lnTo>
                  <a:cubicBezTo>
                    <a:pt x="3635" y="8159"/>
                    <a:pt x="3660" y="8148"/>
                    <a:pt x="3685" y="8148"/>
                  </a:cubicBezTo>
                  <a:cubicBezTo>
                    <a:pt x="3726" y="8148"/>
                    <a:pt x="3771" y="8178"/>
                    <a:pt x="3771" y="8226"/>
                  </a:cubicBezTo>
                  <a:cubicBezTo>
                    <a:pt x="3771" y="8264"/>
                    <a:pt x="3771" y="8264"/>
                    <a:pt x="3799" y="8264"/>
                  </a:cubicBezTo>
                  <a:lnTo>
                    <a:pt x="3799" y="8226"/>
                  </a:lnTo>
                  <a:cubicBezTo>
                    <a:pt x="3799" y="8189"/>
                    <a:pt x="3799" y="8151"/>
                    <a:pt x="3830" y="8151"/>
                  </a:cubicBezTo>
                  <a:cubicBezTo>
                    <a:pt x="3837" y="8150"/>
                    <a:pt x="3843" y="8150"/>
                    <a:pt x="3849" y="8150"/>
                  </a:cubicBezTo>
                  <a:cubicBezTo>
                    <a:pt x="3870" y="8150"/>
                    <a:pt x="3887" y="8156"/>
                    <a:pt x="3890" y="8186"/>
                  </a:cubicBezTo>
                  <a:cubicBezTo>
                    <a:pt x="3910" y="8212"/>
                    <a:pt x="3931" y="8239"/>
                    <a:pt x="3942" y="8239"/>
                  </a:cubicBezTo>
                  <a:cubicBezTo>
                    <a:pt x="3947" y="8239"/>
                    <a:pt x="3949" y="8234"/>
                    <a:pt x="3949" y="8223"/>
                  </a:cubicBezTo>
                  <a:cubicBezTo>
                    <a:pt x="3974" y="8226"/>
                    <a:pt x="3996" y="8239"/>
                    <a:pt x="4012" y="8261"/>
                  </a:cubicBezTo>
                  <a:cubicBezTo>
                    <a:pt x="4040" y="8261"/>
                    <a:pt x="4072" y="8255"/>
                    <a:pt x="4131" y="8248"/>
                  </a:cubicBezTo>
                  <a:cubicBezTo>
                    <a:pt x="4145" y="8226"/>
                    <a:pt x="4169" y="8214"/>
                    <a:pt x="4189" y="8214"/>
                  </a:cubicBezTo>
                  <a:cubicBezTo>
                    <a:pt x="4206" y="8214"/>
                    <a:pt x="4219" y="8222"/>
                    <a:pt x="4222" y="8239"/>
                  </a:cubicBezTo>
                  <a:cubicBezTo>
                    <a:pt x="4253" y="8236"/>
                    <a:pt x="4285" y="8220"/>
                    <a:pt x="4307" y="8192"/>
                  </a:cubicBezTo>
                  <a:cubicBezTo>
                    <a:pt x="4326" y="8190"/>
                    <a:pt x="4343" y="8188"/>
                    <a:pt x="4356" y="8188"/>
                  </a:cubicBezTo>
                  <a:cubicBezTo>
                    <a:pt x="4382" y="8188"/>
                    <a:pt x="4396" y="8194"/>
                    <a:pt x="4401" y="8217"/>
                  </a:cubicBezTo>
                  <a:cubicBezTo>
                    <a:pt x="4404" y="8235"/>
                    <a:pt x="4405" y="8244"/>
                    <a:pt x="4408" y="8244"/>
                  </a:cubicBezTo>
                  <a:cubicBezTo>
                    <a:pt x="4412" y="8244"/>
                    <a:pt x="4417" y="8233"/>
                    <a:pt x="4429" y="8211"/>
                  </a:cubicBezTo>
                  <a:cubicBezTo>
                    <a:pt x="4423" y="8173"/>
                    <a:pt x="4451" y="8170"/>
                    <a:pt x="4482" y="8164"/>
                  </a:cubicBezTo>
                  <a:lnTo>
                    <a:pt x="4538" y="8151"/>
                  </a:lnTo>
                  <a:cubicBezTo>
                    <a:pt x="4532" y="8114"/>
                    <a:pt x="4532" y="8114"/>
                    <a:pt x="4560" y="8107"/>
                  </a:cubicBezTo>
                  <a:cubicBezTo>
                    <a:pt x="4565" y="8106"/>
                    <a:pt x="4570" y="8106"/>
                    <a:pt x="4577" y="8106"/>
                  </a:cubicBezTo>
                  <a:cubicBezTo>
                    <a:pt x="4609" y="8106"/>
                    <a:pt x="4665" y="8115"/>
                    <a:pt x="4698" y="8115"/>
                  </a:cubicBezTo>
                  <a:cubicBezTo>
                    <a:pt x="4704" y="8115"/>
                    <a:pt x="4710" y="8114"/>
                    <a:pt x="4714" y="8114"/>
                  </a:cubicBezTo>
                  <a:cubicBezTo>
                    <a:pt x="4802" y="8088"/>
                    <a:pt x="4802" y="8088"/>
                    <a:pt x="4761" y="8060"/>
                  </a:cubicBezTo>
                  <a:lnTo>
                    <a:pt x="4761" y="8060"/>
                  </a:lnTo>
                  <a:cubicBezTo>
                    <a:pt x="4758" y="8061"/>
                    <a:pt x="4755" y="8062"/>
                    <a:pt x="4752" y="8062"/>
                  </a:cubicBezTo>
                  <a:cubicBezTo>
                    <a:pt x="4736" y="8062"/>
                    <a:pt x="4732" y="8046"/>
                    <a:pt x="4758" y="8046"/>
                  </a:cubicBezTo>
                  <a:cubicBezTo>
                    <a:pt x="4765" y="8046"/>
                    <a:pt x="4776" y="8047"/>
                    <a:pt x="4789" y="8051"/>
                  </a:cubicBezTo>
                  <a:cubicBezTo>
                    <a:pt x="4817" y="8041"/>
                    <a:pt x="4915" y="8051"/>
                    <a:pt x="4999" y="8026"/>
                  </a:cubicBezTo>
                  <a:cubicBezTo>
                    <a:pt x="5115" y="7988"/>
                    <a:pt x="5112" y="7982"/>
                    <a:pt x="5099" y="7951"/>
                  </a:cubicBezTo>
                  <a:cubicBezTo>
                    <a:pt x="5070" y="7918"/>
                    <a:pt x="5064" y="7899"/>
                    <a:pt x="5075" y="7899"/>
                  </a:cubicBezTo>
                  <a:cubicBezTo>
                    <a:pt x="5083" y="7899"/>
                    <a:pt x="5102" y="7911"/>
                    <a:pt x="5128" y="7938"/>
                  </a:cubicBezTo>
                  <a:cubicBezTo>
                    <a:pt x="5165" y="7960"/>
                    <a:pt x="5192" y="7969"/>
                    <a:pt x="5207" y="7969"/>
                  </a:cubicBezTo>
                  <a:cubicBezTo>
                    <a:pt x="5226" y="7969"/>
                    <a:pt x="5230" y="7957"/>
                    <a:pt x="5222" y="7938"/>
                  </a:cubicBezTo>
                  <a:cubicBezTo>
                    <a:pt x="5234" y="7891"/>
                    <a:pt x="5234" y="7891"/>
                    <a:pt x="5262" y="7879"/>
                  </a:cubicBezTo>
                  <a:cubicBezTo>
                    <a:pt x="5268" y="7893"/>
                    <a:pt x="5276" y="7900"/>
                    <a:pt x="5285" y="7900"/>
                  </a:cubicBezTo>
                  <a:cubicBezTo>
                    <a:pt x="5301" y="7900"/>
                    <a:pt x="5321" y="7881"/>
                    <a:pt x="5344" y="7844"/>
                  </a:cubicBezTo>
                  <a:cubicBezTo>
                    <a:pt x="5354" y="7839"/>
                    <a:pt x="5361" y="7836"/>
                    <a:pt x="5366" y="7836"/>
                  </a:cubicBezTo>
                  <a:cubicBezTo>
                    <a:pt x="5374" y="7836"/>
                    <a:pt x="5378" y="7844"/>
                    <a:pt x="5388" y="7866"/>
                  </a:cubicBezTo>
                  <a:cubicBezTo>
                    <a:pt x="5407" y="7860"/>
                    <a:pt x="5422" y="7850"/>
                    <a:pt x="5441" y="7841"/>
                  </a:cubicBezTo>
                  <a:cubicBezTo>
                    <a:pt x="5458" y="7756"/>
                    <a:pt x="5590" y="7706"/>
                    <a:pt x="5654" y="7706"/>
                  </a:cubicBezTo>
                  <a:cubicBezTo>
                    <a:pt x="5663" y="7706"/>
                    <a:pt x="5670" y="7707"/>
                    <a:pt x="5676" y="7709"/>
                  </a:cubicBezTo>
                  <a:cubicBezTo>
                    <a:pt x="5695" y="7697"/>
                    <a:pt x="5707" y="7675"/>
                    <a:pt x="5707" y="7650"/>
                  </a:cubicBezTo>
                  <a:cubicBezTo>
                    <a:pt x="5700" y="7605"/>
                    <a:pt x="5703" y="7582"/>
                    <a:pt x="5715" y="7582"/>
                  </a:cubicBezTo>
                  <a:cubicBezTo>
                    <a:pt x="5724" y="7582"/>
                    <a:pt x="5737" y="7595"/>
                    <a:pt x="5754" y="7622"/>
                  </a:cubicBezTo>
                  <a:cubicBezTo>
                    <a:pt x="5774" y="7651"/>
                    <a:pt x="5784" y="7667"/>
                    <a:pt x="5787" y="7667"/>
                  </a:cubicBezTo>
                  <a:cubicBezTo>
                    <a:pt x="5791" y="7667"/>
                    <a:pt x="5786" y="7648"/>
                    <a:pt x="5776" y="7609"/>
                  </a:cubicBezTo>
                  <a:cubicBezTo>
                    <a:pt x="5778" y="7577"/>
                    <a:pt x="5829" y="7536"/>
                    <a:pt x="5867" y="7536"/>
                  </a:cubicBezTo>
                  <a:cubicBezTo>
                    <a:pt x="5886" y="7536"/>
                    <a:pt x="5902" y="7546"/>
                    <a:pt x="5908" y="7571"/>
                  </a:cubicBezTo>
                  <a:lnTo>
                    <a:pt x="5946" y="7637"/>
                  </a:lnTo>
                  <a:cubicBezTo>
                    <a:pt x="5946" y="7612"/>
                    <a:pt x="5955" y="7590"/>
                    <a:pt x="5971" y="7578"/>
                  </a:cubicBezTo>
                  <a:cubicBezTo>
                    <a:pt x="5952" y="7543"/>
                    <a:pt x="5974" y="7531"/>
                    <a:pt x="6040" y="7490"/>
                  </a:cubicBezTo>
                  <a:cubicBezTo>
                    <a:pt x="6083" y="7462"/>
                    <a:pt x="6149" y="7377"/>
                    <a:pt x="6193" y="7349"/>
                  </a:cubicBezTo>
                  <a:cubicBezTo>
                    <a:pt x="6232" y="7326"/>
                    <a:pt x="6283" y="7294"/>
                    <a:pt x="6323" y="7294"/>
                  </a:cubicBezTo>
                  <a:cubicBezTo>
                    <a:pt x="6331" y="7294"/>
                    <a:pt x="6339" y="7295"/>
                    <a:pt x="6347" y="7299"/>
                  </a:cubicBezTo>
                  <a:cubicBezTo>
                    <a:pt x="6381" y="7280"/>
                    <a:pt x="6403" y="7249"/>
                    <a:pt x="6416" y="7211"/>
                  </a:cubicBezTo>
                  <a:cubicBezTo>
                    <a:pt x="6416" y="7180"/>
                    <a:pt x="6437" y="7157"/>
                    <a:pt x="6458" y="7157"/>
                  </a:cubicBezTo>
                  <a:cubicBezTo>
                    <a:pt x="6467" y="7157"/>
                    <a:pt x="6475" y="7161"/>
                    <a:pt x="6481" y="7170"/>
                  </a:cubicBezTo>
                  <a:lnTo>
                    <a:pt x="6503" y="7158"/>
                  </a:lnTo>
                  <a:cubicBezTo>
                    <a:pt x="6510" y="7130"/>
                    <a:pt x="6525" y="7104"/>
                    <a:pt x="6547" y="7086"/>
                  </a:cubicBezTo>
                  <a:cubicBezTo>
                    <a:pt x="6560" y="7103"/>
                    <a:pt x="6578" y="7117"/>
                    <a:pt x="6592" y="7117"/>
                  </a:cubicBezTo>
                  <a:cubicBezTo>
                    <a:pt x="6603" y="7117"/>
                    <a:pt x="6612" y="7109"/>
                    <a:pt x="6613" y="7089"/>
                  </a:cubicBezTo>
                  <a:cubicBezTo>
                    <a:pt x="6591" y="7057"/>
                    <a:pt x="6613" y="7045"/>
                    <a:pt x="6657" y="7017"/>
                  </a:cubicBezTo>
                  <a:cubicBezTo>
                    <a:pt x="6657" y="7017"/>
                    <a:pt x="6657" y="7017"/>
                    <a:pt x="6658" y="7017"/>
                  </a:cubicBezTo>
                  <a:cubicBezTo>
                    <a:pt x="6728" y="7017"/>
                    <a:pt x="7450" y="6572"/>
                    <a:pt x="7428" y="6537"/>
                  </a:cubicBezTo>
                  <a:lnTo>
                    <a:pt x="7494" y="6497"/>
                  </a:lnTo>
                  <a:lnTo>
                    <a:pt x="7559" y="6456"/>
                  </a:lnTo>
                  <a:cubicBezTo>
                    <a:pt x="7571" y="6470"/>
                    <a:pt x="7582" y="6478"/>
                    <a:pt x="7595" y="6478"/>
                  </a:cubicBezTo>
                  <a:cubicBezTo>
                    <a:pt x="7610" y="6478"/>
                    <a:pt x="7628" y="6468"/>
                    <a:pt x="7653" y="6446"/>
                  </a:cubicBezTo>
                  <a:cubicBezTo>
                    <a:pt x="7707" y="6406"/>
                    <a:pt x="7751" y="6352"/>
                    <a:pt x="7785" y="6293"/>
                  </a:cubicBezTo>
                  <a:cubicBezTo>
                    <a:pt x="7788" y="6252"/>
                    <a:pt x="7810" y="6214"/>
                    <a:pt x="7841" y="6189"/>
                  </a:cubicBezTo>
                  <a:cubicBezTo>
                    <a:pt x="7853" y="6201"/>
                    <a:pt x="7865" y="6206"/>
                    <a:pt x="7879" y="6206"/>
                  </a:cubicBezTo>
                  <a:cubicBezTo>
                    <a:pt x="7927" y="6206"/>
                    <a:pt x="7982" y="6137"/>
                    <a:pt x="7992" y="6070"/>
                  </a:cubicBezTo>
                  <a:cubicBezTo>
                    <a:pt x="7966" y="6018"/>
                    <a:pt x="7965" y="5989"/>
                    <a:pt x="7989" y="5989"/>
                  </a:cubicBezTo>
                  <a:cubicBezTo>
                    <a:pt x="8000" y="5989"/>
                    <a:pt x="8015" y="5995"/>
                    <a:pt x="8036" y="6008"/>
                  </a:cubicBezTo>
                  <a:cubicBezTo>
                    <a:pt x="8048" y="6016"/>
                    <a:pt x="8060" y="6021"/>
                    <a:pt x="8070" y="6021"/>
                  </a:cubicBezTo>
                  <a:cubicBezTo>
                    <a:pt x="8112" y="6021"/>
                    <a:pt x="8134" y="5955"/>
                    <a:pt x="8077" y="5860"/>
                  </a:cubicBezTo>
                  <a:cubicBezTo>
                    <a:pt x="8061" y="5810"/>
                    <a:pt x="8061" y="5810"/>
                    <a:pt x="8111" y="5791"/>
                  </a:cubicBezTo>
                  <a:cubicBezTo>
                    <a:pt x="8196" y="5788"/>
                    <a:pt x="8208" y="5751"/>
                    <a:pt x="8174" y="5738"/>
                  </a:cubicBezTo>
                  <a:cubicBezTo>
                    <a:pt x="8117" y="5675"/>
                    <a:pt x="8127" y="5644"/>
                    <a:pt x="8211" y="5628"/>
                  </a:cubicBezTo>
                  <a:cubicBezTo>
                    <a:pt x="8302" y="5575"/>
                    <a:pt x="8305" y="5572"/>
                    <a:pt x="8236" y="5519"/>
                  </a:cubicBezTo>
                  <a:cubicBezTo>
                    <a:pt x="8174" y="5465"/>
                    <a:pt x="8189" y="5328"/>
                    <a:pt x="8268" y="5290"/>
                  </a:cubicBezTo>
                  <a:cubicBezTo>
                    <a:pt x="8268" y="5252"/>
                    <a:pt x="8305" y="5215"/>
                    <a:pt x="8268" y="5215"/>
                  </a:cubicBezTo>
                  <a:lnTo>
                    <a:pt x="8302" y="5174"/>
                  </a:lnTo>
                  <a:cubicBezTo>
                    <a:pt x="8302" y="5149"/>
                    <a:pt x="8302" y="5124"/>
                    <a:pt x="8299" y="5096"/>
                  </a:cubicBezTo>
                  <a:lnTo>
                    <a:pt x="8261" y="5099"/>
                  </a:lnTo>
                  <a:cubicBezTo>
                    <a:pt x="8265" y="4917"/>
                    <a:pt x="8224" y="4735"/>
                    <a:pt x="8145" y="4569"/>
                  </a:cubicBezTo>
                  <a:lnTo>
                    <a:pt x="8077" y="4450"/>
                  </a:lnTo>
                  <a:lnTo>
                    <a:pt x="8036" y="4384"/>
                  </a:lnTo>
                  <a:cubicBezTo>
                    <a:pt x="8011" y="4347"/>
                    <a:pt x="7995" y="4322"/>
                    <a:pt x="7979" y="4303"/>
                  </a:cubicBezTo>
                  <a:cubicBezTo>
                    <a:pt x="7963" y="4283"/>
                    <a:pt x="7953" y="4275"/>
                    <a:pt x="7946" y="4275"/>
                  </a:cubicBezTo>
                  <a:cubicBezTo>
                    <a:pt x="7940" y="4275"/>
                    <a:pt x="7936" y="4279"/>
                    <a:pt x="7932" y="4287"/>
                  </a:cubicBezTo>
                  <a:cubicBezTo>
                    <a:pt x="7915" y="4309"/>
                    <a:pt x="7901" y="4318"/>
                    <a:pt x="7891" y="4318"/>
                  </a:cubicBezTo>
                  <a:cubicBezTo>
                    <a:pt x="7872" y="4318"/>
                    <a:pt x="7871" y="4285"/>
                    <a:pt x="7904" y="4243"/>
                  </a:cubicBezTo>
                  <a:cubicBezTo>
                    <a:pt x="7892" y="4221"/>
                    <a:pt x="7895" y="4159"/>
                    <a:pt x="7867" y="4115"/>
                  </a:cubicBezTo>
                  <a:cubicBezTo>
                    <a:pt x="7841" y="4071"/>
                    <a:pt x="7813" y="4027"/>
                    <a:pt x="7845" y="4005"/>
                  </a:cubicBezTo>
                  <a:lnTo>
                    <a:pt x="7832" y="3983"/>
                  </a:lnTo>
                  <a:cubicBezTo>
                    <a:pt x="7741" y="3980"/>
                    <a:pt x="7657" y="3848"/>
                    <a:pt x="7650" y="3761"/>
                  </a:cubicBezTo>
                  <a:cubicBezTo>
                    <a:pt x="7628" y="3720"/>
                    <a:pt x="7594" y="3689"/>
                    <a:pt x="7550" y="3673"/>
                  </a:cubicBezTo>
                  <a:cubicBezTo>
                    <a:pt x="7491" y="3648"/>
                    <a:pt x="7491" y="3648"/>
                    <a:pt x="7509" y="3607"/>
                  </a:cubicBezTo>
                  <a:cubicBezTo>
                    <a:pt x="7537" y="3588"/>
                    <a:pt x="7501" y="3469"/>
                    <a:pt x="7447" y="3469"/>
                  </a:cubicBezTo>
                  <a:cubicBezTo>
                    <a:pt x="7440" y="3469"/>
                    <a:pt x="7432" y="3471"/>
                    <a:pt x="7425" y="3476"/>
                  </a:cubicBezTo>
                  <a:lnTo>
                    <a:pt x="7444" y="3432"/>
                  </a:lnTo>
                  <a:cubicBezTo>
                    <a:pt x="7455" y="3406"/>
                    <a:pt x="7443" y="3396"/>
                    <a:pt x="7423" y="3396"/>
                  </a:cubicBezTo>
                  <a:cubicBezTo>
                    <a:pt x="7411" y="3396"/>
                    <a:pt x="7397" y="3399"/>
                    <a:pt x="7384" y="3407"/>
                  </a:cubicBezTo>
                  <a:cubicBezTo>
                    <a:pt x="7363" y="3420"/>
                    <a:pt x="7348" y="3427"/>
                    <a:pt x="7340" y="3427"/>
                  </a:cubicBezTo>
                  <a:cubicBezTo>
                    <a:pt x="7323" y="3427"/>
                    <a:pt x="7335" y="3399"/>
                    <a:pt x="7390" y="3344"/>
                  </a:cubicBezTo>
                  <a:cubicBezTo>
                    <a:pt x="7436" y="3314"/>
                    <a:pt x="7442" y="3295"/>
                    <a:pt x="7429" y="3295"/>
                  </a:cubicBezTo>
                  <a:cubicBezTo>
                    <a:pt x="7425" y="3295"/>
                    <a:pt x="7418" y="3297"/>
                    <a:pt x="7409" y="3303"/>
                  </a:cubicBezTo>
                  <a:cubicBezTo>
                    <a:pt x="7362" y="3300"/>
                    <a:pt x="7318" y="3297"/>
                    <a:pt x="7334" y="3256"/>
                  </a:cubicBezTo>
                  <a:cubicBezTo>
                    <a:pt x="7326" y="3243"/>
                    <a:pt x="7319" y="3230"/>
                    <a:pt x="7301" y="3230"/>
                  </a:cubicBezTo>
                  <a:cubicBezTo>
                    <a:pt x="7288" y="3230"/>
                    <a:pt x="7270" y="3236"/>
                    <a:pt x="7243" y="3253"/>
                  </a:cubicBezTo>
                  <a:cubicBezTo>
                    <a:pt x="7235" y="3258"/>
                    <a:pt x="7228" y="3260"/>
                    <a:pt x="7221" y="3260"/>
                  </a:cubicBezTo>
                  <a:cubicBezTo>
                    <a:pt x="7205" y="3260"/>
                    <a:pt x="7195" y="3244"/>
                    <a:pt x="7183" y="3228"/>
                  </a:cubicBezTo>
                  <a:cubicBezTo>
                    <a:pt x="7200" y="3214"/>
                    <a:pt x="7220" y="3207"/>
                    <a:pt x="7241" y="3207"/>
                  </a:cubicBezTo>
                  <a:cubicBezTo>
                    <a:pt x="7248" y="3207"/>
                    <a:pt x="7255" y="3208"/>
                    <a:pt x="7262" y="3209"/>
                  </a:cubicBezTo>
                  <a:lnTo>
                    <a:pt x="7234" y="3165"/>
                  </a:lnTo>
                  <a:cubicBezTo>
                    <a:pt x="7221" y="3128"/>
                    <a:pt x="7230" y="3087"/>
                    <a:pt x="7259" y="3059"/>
                  </a:cubicBezTo>
                  <a:cubicBezTo>
                    <a:pt x="7269" y="3036"/>
                    <a:pt x="7269" y="3020"/>
                    <a:pt x="7258" y="3020"/>
                  </a:cubicBezTo>
                  <a:cubicBezTo>
                    <a:pt x="7250" y="3020"/>
                    <a:pt x="7234" y="3031"/>
                    <a:pt x="7212" y="3059"/>
                  </a:cubicBezTo>
                  <a:cubicBezTo>
                    <a:pt x="7181" y="3078"/>
                    <a:pt x="7166" y="3089"/>
                    <a:pt x="7154" y="3089"/>
                  </a:cubicBezTo>
                  <a:cubicBezTo>
                    <a:pt x="7142" y="3089"/>
                    <a:pt x="7135" y="3077"/>
                    <a:pt x="7121" y="3052"/>
                  </a:cubicBezTo>
                  <a:cubicBezTo>
                    <a:pt x="7108" y="3031"/>
                    <a:pt x="7093" y="3009"/>
                    <a:pt x="7127" y="2990"/>
                  </a:cubicBezTo>
                  <a:cubicBezTo>
                    <a:pt x="7158" y="2971"/>
                    <a:pt x="7158" y="2971"/>
                    <a:pt x="7130" y="2927"/>
                  </a:cubicBezTo>
                  <a:cubicBezTo>
                    <a:pt x="7103" y="2880"/>
                    <a:pt x="7031" y="2864"/>
                    <a:pt x="6964" y="2864"/>
                  </a:cubicBezTo>
                  <a:cubicBezTo>
                    <a:pt x="6932" y="2864"/>
                    <a:pt x="6901" y="2868"/>
                    <a:pt x="6876" y="2874"/>
                  </a:cubicBezTo>
                  <a:cubicBezTo>
                    <a:pt x="6848" y="2890"/>
                    <a:pt x="6831" y="2900"/>
                    <a:pt x="6826" y="2900"/>
                  </a:cubicBezTo>
                  <a:cubicBezTo>
                    <a:pt x="6820" y="2900"/>
                    <a:pt x="6832" y="2884"/>
                    <a:pt x="6861" y="2849"/>
                  </a:cubicBezTo>
                  <a:cubicBezTo>
                    <a:pt x="6892" y="2830"/>
                    <a:pt x="6879" y="2808"/>
                    <a:pt x="6867" y="2786"/>
                  </a:cubicBezTo>
                  <a:lnTo>
                    <a:pt x="6867" y="2786"/>
                  </a:lnTo>
                  <a:cubicBezTo>
                    <a:pt x="6860" y="2790"/>
                    <a:pt x="6855" y="2791"/>
                    <a:pt x="6852" y="2791"/>
                  </a:cubicBezTo>
                  <a:cubicBezTo>
                    <a:pt x="6843" y="2791"/>
                    <a:pt x="6848" y="2779"/>
                    <a:pt x="6857" y="2779"/>
                  </a:cubicBezTo>
                  <a:cubicBezTo>
                    <a:pt x="6860" y="2779"/>
                    <a:pt x="6863" y="2781"/>
                    <a:pt x="6867" y="2786"/>
                  </a:cubicBezTo>
                  <a:cubicBezTo>
                    <a:pt x="6875" y="2781"/>
                    <a:pt x="6882" y="2779"/>
                    <a:pt x="6888" y="2779"/>
                  </a:cubicBezTo>
                  <a:cubicBezTo>
                    <a:pt x="6905" y="2779"/>
                    <a:pt x="6915" y="2795"/>
                    <a:pt x="6926" y="2811"/>
                  </a:cubicBezTo>
                  <a:lnTo>
                    <a:pt x="6958" y="2789"/>
                  </a:lnTo>
                  <a:cubicBezTo>
                    <a:pt x="6996" y="2741"/>
                    <a:pt x="6998" y="2717"/>
                    <a:pt x="6961" y="2717"/>
                  </a:cubicBezTo>
                  <a:cubicBezTo>
                    <a:pt x="6950" y="2717"/>
                    <a:pt x="6935" y="2719"/>
                    <a:pt x="6917" y="2723"/>
                  </a:cubicBezTo>
                  <a:cubicBezTo>
                    <a:pt x="6870" y="2723"/>
                    <a:pt x="6870" y="2723"/>
                    <a:pt x="6889" y="2680"/>
                  </a:cubicBezTo>
                  <a:cubicBezTo>
                    <a:pt x="6904" y="2646"/>
                    <a:pt x="6919" y="2611"/>
                    <a:pt x="6908" y="2611"/>
                  </a:cubicBezTo>
                  <a:cubicBezTo>
                    <a:pt x="6905" y="2611"/>
                    <a:pt x="6901" y="2613"/>
                    <a:pt x="6895" y="2617"/>
                  </a:cubicBezTo>
                  <a:cubicBezTo>
                    <a:pt x="6879" y="2589"/>
                    <a:pt x="6876" y="2557"/>
                    <a:pt x="6886" y="2529"/>
                  </a:cubicBezTo>
                  <a:cubicBezTo>
                    <a:pt x="6865" y="2497"/>
                    <a:pt x="6853" y="2477"/>
                    <a:pt x="6834" y="2477"/>
                  </a:cubicBezTo>
                  <a:cubicBezTo>
                    <a:pt x="6827" y="2477"/>
                    <a:pt x="6820" y="2479"/>
                    <a:pt x="6810" y="2485"/>
                  </a:cubicBezTo>
                  <a:cubicBezTo>
                    <a:pt x="6802" y="2490"/>
                    <a:pt x="6795" y="2492"/>
                    <a:pt x="6789" y="2492"/>
                  </a:cubicBezTo>
                  <a:cubicBezTo>
                    <a:pt x="6772" y="2492"/>
                    <a:pt x="6762" y="2476"/>
                    <a:pt x="6751" y="2460"/>
                  </a:cubicBezTo>
                  <a:cubicBezTo>
                    <a:pt x="6742" y="2444"/>
                    <a:pt x="6733" y="2428"/>
                    <a:pt x="6716" y="2428"/>
                  </a:cubicBezTo>
                  <a:cubicBezTo>
                    <a:pt x="6710" y="2428"/>
                    <a:pt x="6703" y="2430"/>
                    <a:pt x="6695" y="2435"/>
                  </a:cubicBezTo>
                  <a:cubicBezTo>
                    <a:pt x="6681" y="2444"/>
                    <a:pt x="6667" y="2448"/>
                    <a:pt x="6653" y="2448"/>
                  </a:cubicBezTo>
                  <a:cubicBezTo>
                    <a:pt x="6627" y="2448"/>
                    <a:pt x="6602" y="2434"/>
                    <a:pt x="6588" y="2410"/>
                  </a:cubicBezTo>
                  <a:cubicBezTo>
                    <a:pt x="6528" y="2385"/>
                    <a:pt x="6528" y="2385"/>
                    <a:pt x="6579" y="2325"/>
                  </a:cubicBezTo>
                  <a:cubicBezTo>
                    <a:pt x="6610" y="2303"/>
                    <a:pt x="6597" y="2282"/>
                    <a:pt x="6585" y="2260"/>
                  </a:cubicBezTo>
                  <a:cubicBezTo>
                    <a:pt x="6575" y="2238"/>
                    <a:pt x="6575" y="2216"/>
                    <a:pt x="6588" y="2197"/>
                  </a:cubicBezTo>
                  <a:cubicBezTo>
                    <a:pt x="6596" y="2178"/>
                    <a:pt x="6595" y="2171"/>
                    <a:pt x="6588" y="2171"/>
                  </a:cubicBezTo>
                  <a:cubicBezTo>
                    <a:pt x="6580" y="2171"/>
                    <a:pt x="6562" y="2183"/>
                    <a:pt x="6544" y="2194"/>
                  </a:cubicBezTo>
                  <a:lnTo>
                    <a:pt x="6478" y="2235"/>
                  </a:lnTo>
                  <a:cubicBezTo>
                    <a:pt x="6466" y="2213"/>
                    <a:pt x="6516" y="2150"/>
                    <a:pt x="6547" y="2131"/>
                  </a:cubicBezTo>
                  <a:cubicBezTo>
                    <a:pt x="6575" y="2096"/>
                    <a:pt x="6587" y="2081"/>
                    <a:pt x="6582" y="2081"/>
                  </a:cubicBezTo>
                  <a:lnTo>
                    <a:pt x="6582" y="2081"/>
                  </a:lnTo>
                  <a:cubicBezTo>
                    <a:pt x="6578" y="2081"/>
                    <a:pt x="6563" y="2091"/>
                    <a:pt x="6535" y="2109"/>
                  </a:cubicBezTo>
                  <a:cubicBezTo>
                    <a:pt x="6524" y="2115"/>
                    <a:pt x="6512" y="2119"/>
                    <a:pt x="6501" y="2119"/>
                  </a:cubicBezTo>
                  <a:cubicBezTo>
                    <a:pt x="6478" y="2119"/>
                    <a:pt x="6457" y="2104"/>
                    <a:pt x="6459" y="2062"/>
                  </a:cubicBezTo>
                  <a:cubicBezTo>
                    <a:pt x="6434" y="2018"/>
                    <a:pt x="6406" y="1974"/>
                    <a:pt x="6438" y="1953"/>
                  </a:cubicBezTo>
                  <a:cubicBezTo>
                    <a:pt x="6456" y="1912"/>
                    <a:pt x="6412" y="1909"/>
                    <a:pt x="6412" y="1909"/>
                  </a:cubicBezTo>
                  <a:cubicBezTo>
                    <a:pt x="6365" y="1909"/>
                    <a:pt x="6353" y="1887"/>
                    <a:pt x="6344" y="1799"/>
                  </a:cubicBezTo>
                  <a:cubicBezTo>
                    <a:pt x="6339" y="1700"/>
                    <a:pt x="6338" y="1666"/>
                    <a:pt x="6320" y="1666"/>
                  </a:cubicBezTo>
                  <a:cubicBezTo>
                    <a:pt x="6310" y="1666"/>
                    <a:pt x="6296" y="1675"/>
                    <a:pt x="6275" y="1689"/>
                  </a:cubicBezTo>
                  <a:cubicBezTo>
                    <a:pt x="6259" y="1700"/>
                    <a:pt x="6244" y="1710"/>
                    <a:pt x="6238" y="1710"/>
                  </a:cubicBezTo>
                  <a:cubicBezTo>
                    <a:pt x="6232" y="1710"/>
                    <a:pt x="6237" y="1699"/>
                    <a:pt x="6262" y="1667"/>
                  </a:cubicBezTo>
                  <a:cubicBezTo>
                    <a:pt x="6278" y="1627"/>
                    <a:pt x="6234" y="1623"/>
                    <a:pt x="6174" y="1602"/>
                  </a:cubicBezTo>
                  <a:cubicBezTo>
                    <a:pt x="6173" y="1601"/>
                    <a:pt x="6171" y="1601"/>
                    <a:pt x="6169" y="1601"/>
                  </a:cubicBezTo>
                  <a:cubicBezTo>
                    <a:pt x="6123" y="1601"/>
                    <a:pt x="6063" y="1640"/>
                    <a:pt x="6033" y="1658"/>
                  </a:cubicBezTo>
                  <a:cubicBezTo>
                    <a:pt x="6004" y="1676"/>
                    <a:pt x="5988" y="1686"/>
                    <a:pt x="5979" y="1686"/>
                  </a:cubicBezTo>
                  <a:cubicBezTo>
                    <a:pt x="5969" y="1686"/>
                    <a:pt x="5970" y="1671"/>
                    <a:pt x="5974" y="1636"/>
                  </a:cubicBezTo>
                  <a:cubicBezTo>
                    <a:pt x="5958" y="1614"/>
                    <a:pt x="5977" y="1570"/>
                    <a:pt x="6011" y="1551"/>
                  </a:cubicBezTo>
                  <a:cubicBezTo>
                    <a:pt x="6022" y="1544"/>
                    <a:pt x="6030" y="1542"/>
                    <a:pt x="6037" y="1542"/>
                  </a:cubicBezTo>
                  <a:cubicBezTo>
                    <a:pt x="6050" y="1542"/>
                    <a:pt x="6055" y="1551"/>
                    <a:pt x="6055" y="1551"/>
                  </a:cubicBezTo>
                  <a:lnTo>
                    <a:pt x="6068" y="1573"/>
                  </a:lnTo>
                  <a:cubicBezTo>
                    <a:pt x="6102" y="1555"/>
                    <a:pt x="6134" y="1533"/>
                    <a:pt x="6105" y="1489"/>
                  </a:cubicBezTo>
                  <a:cubicBezTo>
                    <a:pt x="6120" y="1458"/>
                    <a:pt x="6116" y="1438"/>
                    <a:pt x="6099" y="1438"/>
                  </a:cubicBezTo>
                  <a:cubicBezTo>
                    <a:pt x="6093" y="1438"/>
                    <a:pt x="6086" y="1440"/>
                    <a:pt x="6077" y="1445"/>
                  </a:cubicBezTo>
                  <a:cubicBezTo>
                    <a:pt x="6096" y="1404"/>
                    <a:pt x="6071" y="1360"/>
                    <a:pt x="6043" y="1316"/>
                  </a:cubicBezTo>
                  <a:cubicBezTo>
                    <a:pt x="6014" y="1272"/>
                    <a:pt x="5974" y="1207"/>
                    <a:pt x="5993" y="1163"/>
                  </a:cubicBezTo>
                  <a:cubicBezTo>
                    <a:pt x="5972" y="1131"/>
                    <a:pt x="5960" y="1110"/>
                    <a:pt x="5942" y="1110"/>
                  </a:cubicBezTo>
                  <a:cubicBezTo>
                    <a:pt x="5936" y="1110"/>
                    <a:pt x="5929" y="1113"/>
                    <a:pt x="5920" y="1119"/>
                  </a:cubicBezTo>
                  <a:cubicBezTo>
                    <a:pt x="5894" y="1136"/>
                    <a:pt x="5876" y="1142"/>
                    <a:pt x="5866" y="1142"/>
                  </a:cubicBezTo>
                  <a:cubicBezTo>
                    <a:pt x="5852" y="1142"/>
                    <a:pt x="5855" y="1129"/>
                    <a:pt x="5873" y="1116"/>
                  </a:cubicBezTo>
                  <a:cubicBezTo>
                    <a:pt x="5922" y="1055"/>
                    <a:pt x="5787" y="764"/>
                    <a:pt x="5707" y="764"/>
                  </a:cubicBezTo>
                  <a:cubicBezTo>
                    <a:pt x="5705" y="764"/>
                    <a:pt x="5703" y="764"/>
                    <a:pt x="5701" y="765"/>
                  </a:cubicBezTo>
                  <a:lnTo>
                    <a:pt x="5673" y="721"/>
                  </a:lnTo>
                  <a:cubicBezTo>
                    <a:pt x="5682" y="699"/>
                    <a:pt x="5638" y="618"/>
                    <a:pt x="5598" y="561"/>
                  </a:cubicBezTo>
                  <a:cubicBezTo>
                    <a:pt x="5551" y="505"/>
                    <a:pt x="5497" y="458"/>
                    <a:pt x="5469" y="458"/>
                  </a:cubicBezTo>
                  <a:lnTo>
                    <a:pt x="5385" y="376"/>
                  </a:lnTo>
                  <a:cubicBezTo>
                    <a:pt x="5355" y="308"/>
                    <a:pt x="5325" y="280"/>
                    <a:pt x="5282" y="280"/>
                  </a:cubicBezTo>
                  <a:cubicBezTo>
                    <a:pt x="5276" y="280"/>
                    <a:pt x="5269" y="281"/>
                    <a:pt x="5262" y="282"/>
                  </a:cubicBezTo>
                  <a:cubicBezTo>
                    <a:pt x="5226" y="289"/>
                    <a:pt x="5204" y="307"/>
                    <a:pt x="5201" y="307"/>
                  </a:cubicBezTo>
                  <a:cubicBezTo>
                    <a:pt x="5200" y="307"/>
                    <a:pt x="5202" y="303"/>
                    <a:pt x="5209" y="292"/>
                  </a:cubicBezTo>
                  <a:cubicBezTo>
                    <a:pt x="5228" y="263"/>
                    <a:pt x="5165" y="213"/>
                    <a:pt x="5024" y="147"/>
                  </a:cubicBezTo>
                  <a:cubicBezTo>
                    <a:pt x="4951" y="119"/>
                    <a:pt x="4915" y="106"/>
                    <a:pt x="4901" y="106"/>
                  </a:cubicBezTo>
                  <a:cubicBezTo>
                    <a:pt x="4887" y="106"/>
                    <a:pt x="4893" y="118"/>
                    <a:pt x="4905" y="141"/>
                  </a:cubicBezTo>
                  <a:cubicBezTo>
                    <a:pt x="4752" y="135"/>
                    <a:pt x="4761" y="100"/>
                    <a:pt x="4767" y="63"/>
                  </a:cubicBezTo>
                  <a:cubicBezTo>
                    <a:pt x="4797" y="31"/>
                    <a:pt x="4791" y="10"/>
                    <a:pt x="4770" y="10"/>
                  </a:cubicBezTo>
                  <a:cubicBezTo>
                    <a:pt x="4749" y="10"/>
                    <a:pt x="4714" y="31"/>
                    <a:pt x="4686" y="85"/>
                  </a:cubicBezTo>
                  <a:cubicBezTo>
                    <a:pt x="4659" y="120"/>
                    <a:pt x="4626" y="135"/>
                    <a:pt x="4603" y="135"/>
                  </a:cubicBezTo>
                  <a:cubicBezTo>
                    <a:pt x="4582" y="135"/>
                    <a:pt x="4568" y="124"/>
                    <a:pt x="4570" y="107"/>
                  </a:cubicBezTo>
                  <a:cubicBezTo>
                    <a:pt x="4572" y="83"/>
                    <a:pt x="4591" y="75"/>
                    <a:pt x="4615" y="75"/>
                  </a:cubicBezTo>
                  <a:cubicBezTo>
                    <a:pt x="4626" y="75"/>
                    <a:pt x="4637" y="77"/>
                    <a:pt x="4648" y="78"/>
                  </a:cubicBezTo>
                  <a:cubicBezTo>
                    <a:pt x="4648" y="78"/>
                    <a:pt x="4654" y="41"/>
                    <a:pt x="4658" y="3"/>
                  </a:cubicBezTo>
                  <a:cubicBezTo>
                    <a:pt x="4648" y="2"/>
                    <a:pt x="4640" y="1"/>
                    <a:pt x="4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37"/>
            <p:cNvSpPr/>
            <p:nvPr/>
          </p:nvSpPr>
          <p:spPr>
            <a:xfrm>
              <a:off x="2383028" y="3815670"/>
              <a:ext cx="384859" cy="177721"/>
            </a:xfrm>
            <a:custGeom>
              <a:avLst/>
              <a:gdLst/>
              <a:ahLst/>
              <a:cxnLst/>
              <a:rect l="l" t="t" r="r" b="b"/>
              <a:pathLst>
                <a:path w="25899" h="12053" extrusionOk="0">
                  <a:moveTo>
                    <a:pt x="4300" y="0"/>
                  </a:moveTo>
                  <a:cubicBezTo>
                    <a:pt x="3924" y="0"/>
                    <a:pt x="3567" y="147"/>
                    <a:pt x="3307" y="414"/>
                  </a:cubicBezTo>
                  <a:cubicBezTo>
                    <a:pt x="3301" y="423"/>
                    <a:pt x="3291" y="429"/>
                    <a:pt x="3282" y="439"/>
                  </a:cubicBezTo>
                  <a:cubicBezTo>
                    <a:pt x="3276" y="445"/>
                    <a:pt x="3266" y="451"/>
                    <a:pt x="3260" y="461"/>
                  </a:cubicBezTo>
                  <a:cubicBezTo>
                    <a:pt x="3251" y="467"/>
                    <a:pt x="3241" y="476"/>
                    <a:pt x="3235" y="483"/>
                  </a:cubicBezTo>
                  <a:cubicBezTo>
                    <a:pt x="3229" y="492"/>
                    <a:pt x="3219" y="498"/>
                    <a:pt x="3210" y="505"/>
                  </a:cubicBezTo>
                  <a:cubicBezTo>
                    <a:pt x="3204" y="514"/>
                    <a:pt x="3194" y="520"/>
                    <a:pt x="3188" y="527"/>
                  </a:cubicBezTo>
                  <a:cubicBezTo>
                    <a:pt x="3179" y="536"/>
                    <a:pt x="3172" y="542"/>
                    <a:pt x="3163" y="552"/>
                  </a:cubicBezTo>
                  <a:cubicBezTo>
                    <a:pt x="3157" y="558"/>
                    <a:pt x="3147" y="564"/>
                    <a:pt x="3138" y="574"/>
                  </a:cubicBezTo>
                  <a:cubicBezTo>
                    <a:pt x="3132" y="580"/>
                    <a:pt x="3122" y="586"/>
                    <a:pt x="3116" y="596"/>
                  </a:cubicBezTo>
                  <a:cubicBezTo>
                    <a:pt x="3106" y="602"/>
                    <a:pt x="3100" y="611"/>
                    <a:pt x="3091" y="617"/>
                  </a:cubicBezTo>
                  <a:cubicBezTo>
                    <a:pt x="3085" y="627"/>
                    <a:pt x="3075" y="633"/>
                    <a:pt x="3066" y="639"/>
                  </a:cubicBezTo>
                  <a:cubicBezTo>
                    <a:pt x="3059" y="649"/>
                    <a:pt x="3050" y="655"/>
                    <a:pt x="3044" y="661"/>
                  </a:cubicBezTo>
                  <a:cubicBezTo>
                    <a:pt x="3034" y="671"/>
                    <a:pt x="3028" y="677"/>
                    <a:pt x="3019" y="686"/>
                  </a:cubicBezTo>
                  <a:cubicBezTo>
                    <a:pt x="3012" y="693"/>
                    <a:pt x="3003" y="699"/>
                    <a:pt x="2994" y="708"/>
                  </a:cubicBezTo>
                  <a:cubicBezTo>
                    <a:pt x="2987" y="715"/>
                    <a:pt x="2978" y="721"/>
                    <a:pt x="2972" y="730"/>
                  </a:cubicBezTo>
                  <a:cubicBezTo>
                    <a:pt x="2962" y="737"/>
                    <a:pt x="2956" y="746"/>
                    <a:pt x="2947" y="752"/>
                  </a:cubicBezTo>
                  <a:cubicBezTo>
                    <a:pt x="2940" y="762"/>
                    <a:pt x="2931" y="768"/>
                    <a:pt x="2922" y="774"/>
                  </a:cubicBezTo>
                  <a:cubicBezTo>
                    <a:pt x="2915" y="784"/>
                    <a:pt x="2906" y="790"/>
                    <a:pt x="2900" y="796"/>
                  </a:cubicBezTo>
                  <a:cubicBezTo>
                    <a:pt x="2890" y="805"/>
                    <a:pt x="2884" y="812"/>
                    <a:pt x="2875" y="821"/>
                  </a:cubicBezTo>
                  <a:cubicBezTo>
                    <a:pt x="2868" y="827"/>
                    <a:pt x="2859" y="834"/>
                    <a:pt x="2849" y="843"/>
                  </a:cubicBezTo>
                  <a:cubicBezTo>
                    <a:pt x="2843" y="849"/>
                    <a:pt x="2834" y="856"/>
                    <a:pt x="2828" y="865"/>
                  </a:cubicBezTo>
                  <a:cubicBezTo>
                    <a:pt x="2818" y="874"/>
                    <a:pt x="2812" y="881"/>
                    <a:pt x="2802" y="887"/>
                  </a:cubicBezTo>
                  <a:cubicBezTo>
                    <a:pt x="2796" y="896"/>
                    <a:pt x="2787" y="903"/>
                    <a:pt x="2777" y="909"/>
                  </a:cubicBezTo>
                  <a:cubicBezTo>
                    <a:pt x="2771" y="918"/>
                    <a:pt x="2762" y="925"/>
                    <a:pt x="2755" y="934"/>
                  </a:cubicBezTo>
                  <a:cubicBezTo>
                    <a:pt x="2746" y="940"/>
                    <a:pt x="2740" y="947"/>
                    <a:pt x="2730" y="956"/>
                  </a:cubicBezTo>
                  <a:cubicBezTo>
                    <a:pt x="2724" y="962"/>
                    <a:pt x="2715" y="968"/>
                    <a:pt x="2705" y="978"/>
                  </a:cubicBezTo>
                  <a:cubicBezTo>
                    <a:pt x="2699" y="984"/>
                    <a:pt x="2690" y="994"/>
                    <a:pt x="2683" y="1000"/>
                  </a:cubicBezTo>
                  <a:cubicBezTo>
                    <a:pt x="2674" y="1009"/>
                    <a:pt x="2668" y="1015"/>
                    <a:pt x="2658" y="1022"/>
                  </a:cubicBezTo>
                  <a:cubicBezTo>
                    <a:pt x="2652" y="1031"/>
                    <a:pt x="2643" y="1037"/>
                    <a:pt x="2633" y="1044"/>
                  </a:cubicBezTo>
                  <a:cubicBezTo>
                    <a:pt x="2627" y="1053"/>
                    <a:pt x="2618" y="1059"/>
                    <a:pt x="2611" y="1069"/>
                  </a:cubicBezTo>
                  <a:cubicBezTo>
                    <a:pt x="2602" y="1075"/>
                    <a:pt x="2596" y="1081"/>
                    <a:pt x="2586" y="1091"/>
                  </a:cubicBezTo>
                  <a:cubicBezTo>
                    <a:pt x="2580" y="1097"/>
                    <a:pt x="2571" y="1103"/>
                    <a:pt x="2561" y="1113"/>
                  </a:cubicBezTo>
                  <a:cubicBezTo>
                    <a:pt x="2555" y="1119"/>
                    <a:pt x="2545" y="1128"/>
                    <a:pt x="2539" y="1135"/>
                  </a:cubicBezTo>
                  <a:cubicBezTo>
                    <a:pt x="2530" y="1144"/>
                    <a:pt x="2524" y="1150"/>
                    <a:pt x="2514" y="1156"/>
                  </a:cubicBezTo>
                  <a:cubicBezTo>
                    <a:pt x="2508" y="1166"/>
                    <a:pt x="2498" y="1172"/>
                    <a:pt x="2489" y="1178"/>
                  </a:cubicBezTo>
                  <a:cubicBezTo>
                    <a:pt x="2483" y="1188"/>
                    <a:pt x="2473" y="1194"/>
                    <a:pt x="2467" y="1203"/>
                  </a:cubicBezTo>
                  <a:cubicBezTo>
                    <a:pt x="2458" y="1210"/>
                    <a:pt x="2451" y="1216"/>
                    <a:pt x="2442" y="1225"/>
                  </a:cubicBezTo>
                  <a:cubicBezTo>
                    <a:pt x="2436" y="1232"/>
                    <a:pt x="2426" y="1241"/>
                    <a:pt x="2417" y="1247"/>
                  </a:cubicBezTo>
                  <a:cubicBezTo>
                    <a:pt x="2411" y="1257"/>
                    <a:pt x="2401" y="1263"/>
                    <a:pt x="2395" y="1269"/>
                  </a:cubicBezTo>
                  <a:cubicBezTo>
                    <a:pt x="2386" y="1279"/>
                    <a:pt x="2379" y="1285"/>
                    <a:pt x="2370" y="1291"/>
                  </a:cubicBezTo>
                  <a:cubicBezTo>
                    <a:pt x="2364" y="1301"/>
                    <a:pt x="2354" y="1307"/>
                    <a:pt x="2345" y="1316"/>
                  </a:cubicBezTo>
                  <a:cubicBezTo>
                    <a:pt x="2339" y="1323"/>
                    <a:pt x="2329" y="1329"/>
                    <a:pt x="2323" y="1338"/>
                  </a:cubicBezTo>
                  <a:cubicBezTo>
                    <a:pt x="2314" y="1344"/>
                    <a:pt x="2307" y="1351"/>
                    <a:pt x="2298" y="1360"/>
                  </a:cubicBezTo>
                  <a:cubicBezTo>
                    <a:pt x="2292" y="1366"/>
                    <a:pt x="2282" y="1376"/>
                    <a:pt x="2273" y="1382"/>
                  </a:cubicBezTo>
                  <a:cubicBezTo>
                    <a:pt x="2267" y="1392"/>
                    <a:pt x="2257" y="1398"/>
                    <a:pt x="2251" y="1404"/>
                  </a:cubicBezTo>
                  <a:cubicBezTo>
                    <a:pt x="2242" y="1413"/>
                    <a:pt x="2235" y="1420"/>
                    <a:pt x="2226" y="1426"/>
                  </a:cubicBezTo>
                  <a:cubicBezTo>
                    <a:pt x="2220" y="1435"/>
                    <a:pt x="2210" y="1442"/>
                    <a:pt x="2201" y="1451"/>
                  </a:cubicBezTo>
                  <a:cubicBezTo>
                    <a:pt x="2195" y="1457"/>
                    <a:pt x="2185" y="1464"/>
                    <a:pt x="2179" y="1473"/>
                  </a:cubicBezTo>
                  <a:cubicBezTo>
                    <a:pt x="2169" y="1479"/>
                    <a:pt x="2163" y="1486"/>
                    <a:pt x="2154" y="1495"/>
                  </a:cubicBezTo>
                  <a:cubicBezTo>
                    <a:pt x="2147" y="1501"/>
                    <a:pt x="2138" y="1511"/>
                    <a:pt x="2129" y="1517"/>
                  </a:cubicBezTo>
                  <a:cubicBezTo>
                    <a:pt x="2122" y="1526"/>
                    <a:pt x="2113" y="1533"/>
                    <a:pt x="2107" y="1539"/>
                  </a:cubicBezTo>
                  <a:cubicBezTo>
                    <a:pt x="2097" y="1548"/>
                    <a:pt x="2091" y="1554"/>
                    <a:pt x="2082" y="1561"/>
                  </a:cubicBezTo>
                  <a:cubicBezTo>
                    <a:pt x="2075" y="1570"/>
                    <a:pt x="2066" y="1576"/>
                    <a:pt x="2057" y="1586"/>
                  </a:cubicBezTo>
                  <a:cubicBezTo>
                    <a:pt x="2050" y="1592"/>
                    <a:pt x="2041" y="1598"/>
                    <a:pt x="2035" y="1608"/>
                  </a:cubicBezTo>
                  <a:cubicBezTo>
                    <a:pt x="2025" y="1614"/>
                    <a:pt x="2019" y="1620"/>
                    <a:pt x="2010" y="1630"/>
                  </a:cubicBezTo>
                  <a:cubicBezTo>
                    <a:pt x="2003" y="1636"/>
                    <a:pt x="1994" y="1645"/>
                    <a:pt x="1985" y="1652"/>
                  </a:cubicBezTo>
                  <a:cubicBezTo>
                    <a:pt x="1978" y="1661"/>
                    <a:pt x="1969" y="1667"/>
                    <a:pt x="1963" y="1674"/>
                  </a:cubicBezTo>
                  <a:cubicBezTo>
                    <a:pt x="1953" y="1683"/>
                    <a:pt x="1947" y="1689"/>
                    <a:pt x="1938" y="1699"/>
                  </a:cubicBezTo>
                  <a:cubicBezTo>
                    <a:pt x="1931" y="1705"/>
                    <a:pt x="1922" y="1711"/>
                    <a:pt x="1912" y="1721"/>
                  </a:cubicBezTo>
                  <a:cubicBezTo>
                    <a:pt x="1906" y="1727"/>
                    <a:pt x="1897" y="1733"/>
                    <a:pt x="1891" y="1742"/>
                  </a:cubicBezTo>
                  <a:cubicBezTo>
                    <a:pt x="1881" y="1749"/>
                    <a:pt x="1875" y="1758"/>
                    <a:pt x="1865" y="1764"/>
                  </a:cubicBezTo>
                  <a:cubicBezTo>
                    <a:pt x="1859" y="1774"/>
                    <a:pt x="1850" y="1780"/>
                    <a:pt x="1840" y="1786"/>
                  </a:cubicBezTo>
                  <a:cubicBezTo>
                    <a:pt x="1834" y="1796"/>
                    <a:pt x="1825" y="1802"/>
                    <a:pt x="1818" y="1808"/>
                  </a:cubicBezTo>
                  <a:cubicBezTo>
                    <a:pt x="1809" y="1818"/>
                    <a:pt x="1803" y="1824"/>
                    <a:pt x="1793" y="1833"/>
                  </a:cubicBezTo>
                  <a:cubicBezTo>
                    <a:pt x="1787" y="1840"/>
                    <a:pt x="1778" y="1846"/>
                    <a:pt x="1768" y="1855"/>
                  </a:cubicBezTo>
                  <a:cubicBezTo>
                    <a:pt x="1762" y="1862"/>
                    <a:pt x="1753" y="1868"/>
                    <a:pt x="1746" y="1877"/>
                  </a:cubicBezTo>
                  <a:cubicBezTo>
                    <a:pt x="1737" y="1884"/>
                    <a:pt x="1731" y="1893"/>
                    <a:pt x="1721" y="1899"/>
                  </a:cubicBezTo>
                  <a:cubicBezTo>
                    <a:pt x="1715" y="1909"/>
                    <a:pt x="1706" y="1915"/>
                    <a:pt x="1699" y="1921"/>
                  </a:cubicBezTo>
                  <a:cubicBezTo>
                    <a:pt x="1690" y="1931"/>
                    <a:pt x="1681" y="1937"/>
                    <a:pt x="1674" y="1943"/>
                  </a:cubicBezTo>
                  <a:cubicBezTo>
                    <a:pt x="1665" y="1952"/>
                    <a:pt x="1659" y="1959"/>
                    <a:pt x="1649" y="1968"/>
                  </a:cubicBezTo>
                  <a:cubicBezTo>
                    <a:pt x="1643" y="1974"/>
                    <a:pt x="1634" y="1981"/>
                    <a:pt x="1624" y="1990"/>
                  </a:cubicBezTo>
                  <a:cubicBezTo>
                    <a:pt x="1618" y="1996"/>
                    <a:pt x="1608" y="2003"/>
                    <a:pt x="1602" y="2012"/>
                  </a:cubicBezTo>
                  <a:cubicBezTo>
                    <a:pt x="1593" y="2018"/>
                    <a:pt x="1587" y="2028"/>
                    <a:pt x="1577" y="2034"/>
                  </a:cubicBezTo>
                  <a:cubicBezTo>
                    <a:pt x="1571" y="2043"/>
                    <a:pt x="1561" y="2050"/>
                    <a:pt x="1555" y="2056"/>
                  </a:cubicBezTo>
                  <a:cubicBezTo>
                    <a:pt x="1546" y="2065"/>
                    <a:pt x="1536" y="2072"/>
                    <a:pt x="1530" y="2081"/>
                  </a:cubicBezTo>
                  <a:cubicBezTo>
                    <a:pt x="1521" y="2087"/>
                    <a:pt x="1514" y="2093"/>
                    <a:pt x="1505" y="2103"/>
                  </a:cubicBezTo>
                  <a:cubicBezTo>
                    <a:pt x="1499" y="2109"/>
                    <a:pt x="1489" y="2115"/>
                    <a:pt x="1483" y="2125"/>
                  </a:cubicBezTo>
                  <a:cubicBezTo>
                    <a:pt x="1474" y="2131"/>
                    <a:pt x="1464" y="2140"/>
                    <a:pt x="1458" y="2147"/>
                  </a:cubicBezTo>
                  <a:cubicBezTo>
                    <a:pt x="1449" y="2156"/>
                    <a:pt x="1442" y="2162"/>
                    <a:pt x="1433" y="2169"/>
                  </a:cubicBezTo>
                  <a:cubicBezTo>
                    <a:pt x="1427" y="2178"/>
                    <a:pt x="1417" y="2184"/>
                    <a:pt x="1411" y="2191"/>
                  </a:cubicBezTo>
                  <a:cubicBezTo>
                    <a:pt x="1402" y="2200"/>
                    <a:pt x="1392" y="2206"/>
                    <a:pt x="1386" y="2216"/>
                  </a:cubicBezTo>
                  <a:cubicBezTo>
                    <a:pt x="1377" y="2222"/>
                    <a:pt x="1370" y="2228"/>
                    <a:pt x="1361" y="2238"/>
                  </a:cubicBezTo>
                  <a:cubicBezTo>
                    <a:pt x="1355" y="2244"/>
                    <a:pt x="1345" y="2250"/>
                    <a:pt x="1339" y="2260"/>
                  </a:cubicBezTo>
                  <a:cubicBezTo>
                    <a:pt x="1330" y="2266"/>
                    <a:pt x="1320" y="2275"/>
                    <a:pt x="1314" y="2282"/>
                  </a:cubicBezTo>
                  <a:cubicBezTo>
                    <a:pt x="1305" y="2291"/>
                    <a:pt x="1298" y="2297"/>
                    <a:pt x="1289" y="2303"/>
                  </a:cubicBezTo>
                  <a:cubicBezTo>
                    <a:pt x="1283" y="2313"/>
                    <a:pt x="1273" y="2319"/>
                    <a:pt x="1267" y="2325"/>
                  </a:cubicBezTo>
                  <a:cubicBezTo>
                    <a:pt x="1257" y="2335"/>
                    <a:pt x="1248" y="2341"/>
                    <a:pt x="1242" y="2350"/>
                  </a:cubicBezTo>
                  <a:cubicBezTo>
                    <a:pt x="1232" y="2357"/>
                    <a:pt x="1226" y="2363"/>
                    <a:pt x="1217" y="2372"/>
                  </a:cubicBezTo>
                  <a:cubicBezTo>
                    <a:pt x="1210" y="2379"/>
                    <a:pt x="1201" y="2385"/>
                    <a:pt x="1195" y="2394"/>
                  </a:cubicBezTo>
                  <a:cubicBezTo>
                    <a:pt x="1185" y="2401"/>
                    <a:pt x="1176" y="2410"/>
                    <a:pt x="1170" y="2416"/>
                  </a:cubicBezTo>
                  <a:cubicBezTo>
                    <a:pt x="1160" y="2426"/>
                    <a:pt x="1154" y="2432"/>
                    <a:pt x="1145" y="2438"/>
                  </a:cubicBezTo>
                  <a:cubicBezTo>
                    <a:pt x="1138" y="2448"/>
                    <a:pt x="1129" y="2454"/>
                    <a:pt x="1123" y="2463"/>
                  </a:cubicBezTo>
                  <a:cubicBezTo>
                    <a:pt x="1113" y="2470"/>
                    <a:pt x="1104" y="2476"/>
                    <a:pt x="1098" y="2485"/>
                  </a:cubicBezTo>
                  <a:cubicBezTo>
                    <a:pt x="1088" y="2491"/>
                    <a:pt x="1082" y="2498"/>
                    <a:pt x="1073" y="2507"/>
                  </a:cubicBezTo>
                  <a:cubicBezTo>
                    <a:pt x="1066" y="2513"/>
                    <a:pt x="1057" y="2523"/>
                    <a:pt x="1051" y="2529"/>
                  </a:cubicBezTo>
                  <a:cubicBezTo>
                    <a:pt x="1041" y="2538"/>
                    <a:pt x="1032" y="2545"/>
                    <a:pt x="1026" y="2551"/>
                  </a:cubicBezTo>
                  <a:cubicBezTo>
                    <a:pt x="1016" y="2560"/>
                    <a:pt x="1010" y="2567"/>
                    <a:pt x="1001" y="2573"/>
                  </a:cubicBezTo>
                  <a:cubicBezTo>
                    <a:pt x="994" y="2582"/>
                    <a:pt x="985" y="2589"/>
                    <a:pt x="979" y="2598"/>
                  </a:cubicBezTo>
                  <a:cubicBezTo>
                    <a:pt x="969" y="2604"/>
                    <a:pt x="960" y="2611"/>
                    <a:pt x="954" y="2620"/>
                  </a:cubicBezTo>
                  <a:cubicBezTo>
                    <a:pt x="944" y="2626"/>
                    <a:pt x="938" y="2632"/>
                    <a:pt x="928" y="2642"/>
                  </a:cubicBezTo>
                  <a:cubicBezTo>
                    <a:pt x="922" y="2648"/>
                    <a:pt x="913" y="2658"/>
                    <a:pt x="907" y="2664"/>
                  </a:cubicBezTo>
                  <a:cubicBezTo>
                    <a:pt x="897" y="2673"/>
                    <a:pt x="888" y="2679"/>
                    <a:pt x="881" y="2686"/>
                  </a:cubicBezTo>
                  <a:cubicBezTo>
                    <a:pt x="872" y="2695"/>
                    <a:pt x="866" y="2701"/>
                    <a:pt x="856" y="2708"/>
                  </a:cubicBezTo>
                  <a:cubicBezTo>
                    <a:pt x="850" y="2717"/>
                    <a:pt x="841" y="2723"/>
                    <a:pt x="834" y="2733"/>
                  </a:cubicBezTo>
                  <a:cubicBezTo>
                    <a:pt x="825" y="2739"/>
                    <a:pt x="816" y="2745"/>
                    <a:pt x="809" y="2755"/>
                  </a:cubicBezTo>
                  <a:cubicBezTo>
                    <a:pt x="800" y="2761"/>
                    <a:pt x="794" y="2767"/>
                    <a:pt x="784" y="2777"/>
                  </a:cubicBezTo>
                  <a:cubicBezTo>
                    <a:pt x="778" y="2783"/>
                    <a:pt x="769" y="2792"/>
                    <a:pt x="762" y="2799"/>
                  </a:cubicBezTo>
                  <a:cubicBezTo>
                    <a:pt x="753" y="2808"/>
                    <a:pt x="744" y="2814"/>
                    <a:pt x="737" y="2821"/>
                  </a:cubicBezTo>
                  <a:cubicBezTo>
                    <a:pt x="728" y="2830"/>
                    <a:pt x="722" y="2836"/>
                    <a:pt x="712" y="2846"/>
                  </a:cubicBezTo>
                  <a:cubicBezTo>
                    <a:pt x="706" y="2852"/>
                    <a:pt x="697" y="2858"/>
                    <a:pt x="690" y="2868"/>
                  </a:cubicBezTo>
                  <a:cubicBezTo>
                    <a:pt x="681" y="2874"/>
                    <a:pt x="671" y="2880"/>
                    <a:pt x="665" y="2889"/>
                  </a:cubicBezTo>
                  <a:cubicBezTo>
                    <a:pt x="656" y="2896"/>
                    <a:pt x="650" y="2905"/>
                    <a:pt x="640" y="2911"/>
                  </a:cubicBezTo>
                  <a:cubicBezTo>
                    <a:pt x="634" y="2921"/>
                    <a:pt x="624" y="2927"/>
                    <a:pt x="618" y="2933"/>
                  </a:cubicBezTo>
                  <a:cubicBezTo>
                    <a:pt x="609" y="2943"/>
                    <a:pt x="599" y="2949"/>
                    <a:pt x="593" y="2955"/>
                  </a:cubicBezTo>
                  <a:cubicBezTo>
                    <a:pt x="584" y="2965"/>
                    <a:pt x="577" y="2971"/>
                    <a:pt x="568" y="2980"/>
                  </a:cubicBezTo>
                  <a:cubicBezTo>
                    <a:pt x="562" y="2987"/>
                    <a:pt x="552" y="2993"/>
                    <a:pt x="546" y="3002"/>
                  </a:cubicBezTo>
                  <a:cubicBezTo>
                    <a:pt x="537" y="3009"/>
                    <a:pt x="527" y="3015"/>
                    <a:pt x="521" y="3024"/>
                  </a:cubicBezTo>
                  <a:cubicBezTo>
                    <a:pt x="512" y="3030"/>
                    <a:pt x="505" y="3040"/>
                    <a:pt x="496" y="3046"/>
                  </a:cubicBezTo>
                  <a:cubicBezTo>
                    <a:pt x="490" y="3056"/>
                    <a:pt x="480" y="3062"/>
                    <a:pt x="474" y="3068"/>
                  </a:cubicBezTo>
                  <a:cubicBezTo>
                    <a:pt x="465" y="3077"/>
                    <a:pt x="455" y="3084"/>
                    <a:pt x="449" y="3090"/>
                  </a:cubicBezTo>
                  <a:cubicBezTo>
                    <a:pt x="440" y="3099"/>
                    <a:pt x="433" y="3106"/>
                    <a:pt x="424" y="3115"/>
                  </a:cubicBezTo>
                  <a:cubicBezTo>
                    <a:pt x="154" y="3375"/>
                    <a:pt x="1" y="3736"/>
                    <a:pt x="1" y="4112"/>
                  </a:cubicBezTo>
                  <a:lnTo>
                    <a:pt x="1" y="10661"/>
                  </a:lnTo>
                  <a:cubicBezTo>
                    <a:pt x="1" y="11429"/>
                    <a:pt x="624" y="12053"/>
                    <a:pt x="1392" y="12053"/>
                  </a:cubicBezTo>
                  <a:lnTo>
                    <a:pt x="21709" y="12053"/>
                  </a:lnTo>
                  <a:cubicBezTo>
                    <a:pt x="22053" y="12053"/>
                    <a:pt x="22382" y="11915"/>
                    <a:pt x="22624" y="11667"/>
                  </a:cubicBezTo>
                  <a:cubicBezTo>
                    <a:pt x="22633" y="11661"/>
                    <a:pt x="22639" y="11655"/>
                    <a:pt x="22649" y="11645"/>
                  </a:cubicBezTo>
                  <a:cubicBezTo>
                    <a:pt x="22655" y="11639"/>
                    <a:pt x="22665" y="11630"/>
                    <a:pt x="22671" y="11623"/>
                  </a:cubicBezTo>
                  <a:cubicBezTo>
                    <a:pt x="22680" y="11614"/>
                    <a:pt x="22690" y="11608"/>
                    <a:pt x="22696" y="11601"/>
                  </a:cubicBezTo>
                  <a:cubicBezTo>
                    <a:pt x="22705" y="11592"/>
                    <a:pt x="22712" y="11586"/>
                    <a:pt x="22721" y="11579"/>
                  </a:cubicBezTo>
                  <a:cubicBezTo>
                    <a:pt x="22727" y="11570"/>
                    <a:pt x="22737" y="11564"/>
                    <a:pt x="22743" y="11554"/>
                  </a:cubicBezTo>
                  <a:cubicBezTo>
                    <a:pt x="22752" y="11548"/>
                    <a:pt x="22762" y="11542"/>
                    <a:pt x="22768" y="11532"/>
                  </a:cubicBezTo>
                  <a:cubicBezTo>
                    <a:pt x="22777" y="11526"/>
                    <a:pt x="22784" y="11520"/>
                    <a:pt x="22793" y="11511"/>
                  </a:cubicBezTo>
                  <a:cubicBezTo>
                    <a:pt x="22799" y="11504"/>
                    <a:pt x="22809" y="11495"/>
                    <a:pt x="22815" y="11489"/>
                  </a:cubicBezTo>
                  <a:cubicBezTo>
                    <a:pt x="22824" y="11479"/>
                    <a:pt x="22834" y="11473"/>
                    <a:pt x="22840" y="11467"/>
                  </a:cubicBezTo>
                  <a:cubicBezTo>
                    <a:pt x="22849" y="11457"/>
                    <a:pt x="22856" y="11451"/>
                    <a:pt x="22865" y="11445"/>
                  </a:cubicBezTo>
                  <a:cubicBezTo>
                    <a:pt x="22871" y="11435"/>
                    <a:pt x="22881" y="11429"/>
                    <a:pt x="22887" y="11420"/>
                  </a:cubicBezTo>
                  <a:cubicBezTo>
                    <a:pt x="22896" y="11413"/>
                    <a:pt x="22906" y="11407"/>
                    <a:pt x="22912" y="11398"/>
                  </a:cubicBezTo>
                  <a:cubicBezTo>
                    <a:pt x="22918" y="11391"/>
                    <a:pt x="22928" y="11385"/>
                    <a:pt x="22937" y="11376"/>
                  </a:cubicBezTo>
                  <a:cubicBezTo>
                    <a:pt x="22943" y="11366"/>
                    <a:pt x="22953" y="11360"/>
                    <a:pt x="22959" y="11354"/>
                  </a:cubicBezTo>
                  <a:cubicBezTo>
                    <a:pt x="22969" y="11344"/>
                    <a:pt x="22978" y="11338"/>
                    <a:pt x="22984" y="11332"/>
                  </a:cubicBezTo>
                  <a:cubicBezTo>
                    <a:pt x="22994" y="11323"/>
                    <a:pt x="23000" y="11316"/>
                    <a:pt x="23009" y="11307"/>
                  </a:cubicBezTo>
                  <a:cubicBezTo>
                    <a:pt x="23016" y="11301"/>
                    <a:pt x="23025" y="11294"/>
                    <a:pt x="23031" y="11285"/>
                  </a:cubicBezTo>
                  <a:cubicBezTo>
                    <a:pt x="23041" y="11279"/>
                    <a:pt x="23050" y="11272"/>
                    <a:pt x="23056" y="11263"/>
                  </a:cubicBezTo>
                  <a:cubicBezTo>
                    <a:pt x="23066" y="11257"/>
                    <a:pt x="23072" y="11247"/>
                    <a:pt x="23081" y="11241"/>
                  </a:cubicBezTo>
                  <a:cubicBezTo>
                    <a:pt x="23088" y="11232"/>
                    <a:pt x="23097" y="11225"/>
                    <a:pt x="23103" y="11219"/>
                  </a:cubicBezTo>
                  <a:cubicBezTo>
                    <a:pt x="23113" y="11210"/>
                    <a:pt x="23122" y="11203"/>
                    <a:pt x="23128" y="11197"/>
                  </a:cubicBezTo>
                  <a:cubicBezTo>
                    <a:pt x="23135" y="11188"/>
                    <a:pt x="23144" y="11182"/>
                    <a:pt x="23153" y="11172"/>
                  </a:cubicBezTo>
                  <a:cubicBezTo>
                    <a:pt x="23160" y="11166"/>
                    <a:pt x="23169" y="11160"/>
                    <a:pt x="23175" y="11150"/>
                  </a:cubicBezTo>
                  <a:cubicBezTo>
                    <a:pt x="23185" y="11144"/>
                    <a:pt x="23194" y="11138"/>
                    <a:pt x="23200" y="11128"/>
                  </a:cubicBezTo>
                  <a:cubicBezTo>
                    <a:pt x="23207" y="11122"/>
                    <a:pt x="23216" y="11113"/>
                    <a:pt x="23225" y="11106"/>
                  </a:cubicBezTo>
                  <a:cubicBezTo>
                    <a:pt x="23232" y="11097"/>
                    <a:pt x="23241" y="11091"/>
                    <a:pt x="23247" y="11084"/>
                  </a:cubicBezTo>
                  <a:cubicBezTo>
                    <a:pt x="23257" y="11075"/>
                    <a:pt x="23266" y="11069"/>
                    <a:pt x="23272" y="11062"/>
                  </a:cubicBezTo>
                  <a:cubicBezTo>
                    <a:pt x="23279" y="11053"/>
                    <a:pt x="23288" y="11047"/>
                    <a:pt x="23298" y="11037"/>
                  </a:cubicBezTo>
                  <a:cubicBezTo>
                    <a:pt x="23304" y="11031"/>
                    <a:pt x="23313" y="11025"/>
                    <a:pt x="23320" y="11015"/>
                  </a:cubicBezTo>
                  <a:cubicBezTo>
                    <a:pt x="23329" y="11009"/>
                    <a:pt x="23338" y="11003"/>
                    <a:pt x="23345" y="10993"/>
                  </a:cubicBezTo>
                  <a:cubicBezTo>
                    <a:pt x="23351" y="10984"/>
                    <a:pt x="23360" y="10978"/>
                    <a:pt x="23370" y="10972"/>
                  </a:cubicBezTo>
                  <a:cubicBezTo>
                    <a:pt x="23376" y="10962"/>
                    <a:pt x="23385" y="10956"/>
                    <a:pt x="23392" y="10950"/>
                  </a:cubicBezTo>
                  <a:cubicBezTo>
                    <a:pt x="23401" y="10940"/>
                    <a:pt x="23410" y="10934"/>
                    <a:pt x="23417" y="10925"/>
                  </a:cubicBezTo>
                  <a:cubicBezTo>
                    <a:pt x="23423" y="10918"/>
                    <a:pt x="23432" y="10912"/>
                    <a:pt x="23442" y="10903"/>
                  </a:cubicBezTo>
                  <a:cubicBezTo>
                    <a:pt x="23448" y="10896"/>
                    <a:pt x="23457" y="10890"/>
                    <a:pt x="23464" y="10881"/>
                  </a:cubicBezTo>
                  <a:cubicBezTo>
                    <a:pt x="23473" y="10874"/>
                    <a:pt x="23482" y="10865"/>
                    <a:pt x="23489" y="10859"/>
                  </a:cubicBezTo>
                  <a:cubicBezTo>
                    <a:pt x="23495" y="10849"/>
                    <a:pt x="23504" y="10843"/>
                    <a:pt x="23514" y="10837"/>
                  </a:cubicBezTo>
                  <a:cubicBezTo>
                    <a:pt x="23520" y="10827"/>
                    <a:pt x="23529" y="10821"/>
                    <a:pt x="23536" y="10815"/>
                  </a:cubicBezTo>
                  <a:cubicBezTo>
                    <a:pt x="23545" y="10805"/>
                    <a:pt x="23555" y="10799"/>
                    <a:pt x="23561" y="10790"/>
                  </a:cubicBezTo>
                  <a:cubicBezTo>
                    <a:pt x="23567" y="10784"/>
                    <a:pt x="23576" y="10777"/>
                    <a:pt x="23586" y="10768"/>
                  </a:cubicBezTo>
                  <a:cubicBezTo>
                    <a:pt x="23592" y="10762"/>
                    <a:pt x="23602" y="10755"/>
                    <a:pt x="23608" y="10746"/>
                  </a:cubicBezTo>
                  <a:cubicBezTo>
                    <a:pt x="23617" y="10740"/>
                    <a:pt x="23627" y="10730"/>
                    <a:pt x="23633" y="10724"/>
                  </a:cubicBezTo>
                  <a:cubicBezTo>
                    <a:pt x="23639" y="10715"/>
                    <a:pt x="23649" y="10708"/>
                    <a:pt x="23658" y="10702"/>
                  </a:cubicBezTo>
                  <a:cubicBezTo>
                    <a:pt x="23664" y="10693"/>
                    <a:pt x="23674" y="10686"/>
                    <a:pt x="23680" y="10680"/>
                  </a:cubicBezTo>
                  <a:cubicBezTo>
                    <a:pt x="23689" y="10671"/>
                    <a:pt x="23699" y="10664"/>
                    <a:pt x="23705" y="10655"/>
                  </a:cubicBezTo>
                  <a:cubicBezTo>
                    <a:pt x="23711" y="10649"/>
                    <a:pt x="23721" y="10642"/>
                    <a:pt x="23730" y="10633"/>
                  </a:cubicBezTo>
                  <a:cubicBezTo>
                    <a:pt x="23736" y="10627"/>
                    <a:pt x="23746" y="10621"/>
                    <a:pt x="23752" y="10611"/>
                  </a:cubicBezTo>
                  <a:cubicBezTo>
                    <a:pt x="23761" y="10605"/>
                    <a:pt x="23771" y="10595"/>
                    <a:pt x="23777" y="10589"/>
                  </a:cubicBezTo>
                  <a:cubicBezTo>
                    <a:pt x="23783" y="10580"/>
                    <a:pt x="23793" y="10574"/>
                    <a:pt x="23802" y="10567"/>
                  </a:cubicBezTo>
                  <a:cubicBezTo>
                    <a:pt x="23808" y="10558"/>
                    <a:pt x="23818" y="10552"/>
                    <a:pt x="23824" y="10542"/>
                  </a:cubicBezTo>
                  <a:cubicBezTo>
                    <a:pt x="23833" y="10536"/>
                    <a:pt x="23843" y="10530"/>
                    <a:pt x="23849" y="10520"/>
                  </a:cubicBezTo>
                  <a:cubicBezTo>
                    <a:pt x="23855" y="10514"/>
                    <a:pt x="23865" y="10508"/>
                    <a:pt x="23874" y="10498"/>
                  </a:cubicBezTo>
                  <a:cubicBezTo>
                    <a:pt x="23880" y="10492"/>
                    <a:pt x="23890" y="10483"/>
                    <a:pt x="23896" y="10476"/>
                  </a:cubicBezTo>
                  <a:cubicBezTo>
                    <a:pt x="23906" y="10467"/>
                    <a:pt x="23915" y="10461"/>
                    <a:pt x="23921" y="10454"/>
                  </a:cubicBezTo>
                  <a:cubicBezTo>
                    <a:pt x="23927" y="10445"/>
                    <a:pt x="23937" y="10439"/>
                    <a:pt x="23946" y="10433"/>
                  </a:cubicBezTo>
                  <a:cubicBezTo>
                    <a:pt x="23953" y="10423"/>
                    <a:pt x="23962" y="10417"/>
                    <a:pt x="23968" y="10407"/>
                  </a:cubicBezTo>
                  <a:cubicBezTo>
                    <a:pt x="23978" y="10401"/>
                    <a:pt x="23987" y="10395"/>
                    <a:pt x="23993" y="10386"/>
                  </a:cubicBezTo>
                  <a:cubicBezTo>
                    <a:pt x="24000" y="10379"/>
                    <a:pt x="24009" y="10373"/>
                    <a:pt x="24018" y="10364"/>
                  </a:cubicBezTo>
                  <a:cubicBezTo>
                    <a:pt x="24025" y="10357"/>
                    <a:pt x="24034" y="10348"/>
                    <a:pt x="24040" y="10342"/>
                  </a:cubicBezTo>
                  <a:cubicBezTo>
                    <a:pt x="24050" y="10332"/>
                    <a:pt x="24059" y="10326"/>
                    <a:pt x="24065" y="10320"/>
                  </a:cubicBezTo>
                  <a:cubicBezTo>
                    <a:pt x="24072" y="10310"/>
                    <a:pt x="24081" y="10304"/>
                    <a:pt x="24090" y="10298"/>
                  </a:cubicBezTo>
                  <a:cubicBezTo>
                    <a:pt x="24097" y="10288"/>
                    <a:pt x="24106" y="10282"/>
                    <a:pt x="24112" y="10273"/>
                  </a:cubicBezTo>
                  <a:cubicBezTo>
                    <a:pt x="24122" y="10266"/>
                    <a:pt x="24128" y="10260"/>
                    <a:pt x="24137" y="10251"/>
                  </a:cubicBezTo>
                  <a:cubicBezTo>
                    <a:pt x="24144" y="10244"/>
                    <a:pt x="24153" y="10238"/>
                    <a:pt x="24162" y="10229"/>
                  </a:cubicBezTo>
                  <a:cubicBezTo>
                    <a:pt x="24169" y="10223"/>
                    <a:pt x="24178" y="10213"/>
                    <a:pt x="24184" y="10207"/>
                  </a:cubicBezTo>
                  <a:cubicBezTo>
                    <a:pt x="24194" y="10197"/>
                    <a:pt x="24200" y="10191"/>
                    <a:pt x="24210" y="10185"/>
                  </a:cubicBezTo>
                  <a:cubicBezTo>
                    <a:pt x="24216" y="10176"/>
                    <a:pt x="24225" y="10169"/>
                    <a:pt x="24235" y="10160"/>
                  </a:cubicBezTo>
                  <a:cubicBezTo>
                    <a:pt x="24241" y="10154"/>
                    <a:pt x="24250" y="10147"/>
                    <a:pt x="24257" y="10138"/>
                  </a:cubicBezTo>
                  <a:cubicBezTo>
                    <a:pt x="24266" y="10132"/>
                    <a:pt x="24272" y="10125"/>
                    <a:pt x="24282" y="10116"/>
                  </a:cubicBezTo>
                  <a:cubicBezTo>
                    <a:pt x="24288" y="10110"/>
                    <a:pt x="24297" y="10100"/>
                    <a:pt x="24307" y="10094"/>
                  </a:cubicBezTo>
                  <a:cubicBezTo>
                    <a:pt x="24313" y="10085"/>
                    <a:pt x="24322" y="10078"/>
                    <a:pt x="24329" y="10072"/>
                  </a:cubicBezTo>
                  <a:cubicBezTo>
                    <a:pt x="24338" y="10063"/>
                    <a:pt x="24344" y="10056"/>
                    <a:pt x="24354" y="10050"/>
                  </a:cubicBezTo>
                  <a:cubicBezTo>
                    <a:pt x="24360" y="10041"/>
                    <a:pt x="24369" y="10035"/>
                    <a:pt x="24379" y="10025"/>
                  </a:cubicBezTo>
                  <a:cubicBezTo>
                    <a:pt x="24385" y="10019"/>
                    <a:pt x="24394" y="10013"/>
                    <a:pt x="24401" y="10003"/>
                  </a:cubicBezTo>
                  <a:cubicBezTo>
                    <a:pt x="24410" y="9997"/>
                    <a:pt x="24416" y="9991"/>
                    <a:pt x="24426" y="9981"/>
                  </a:cubicBezTo>
                  <a:cubicBezTo>
                    <a:pt x="24432" y="9975"/>
                    <a:pt x="24441" y="9966"/>
                    <a:pt x="24451" y="9959"/>
                  </a:cubicBezTo>
                  <a:cubicBezTo>
                    <a:pt x="24457" y="9950"/>
                    <a:pt x="24466" y="9944"/>
                    <a:pt x="24473" y="9937"/>
                  </a:cubicBezTo>
                  <a:cubicBezTo>
                    <a:pt x="24482" y="9928"/>
                    <a:pt x="24488" y="9922"/>
                    <a:pt x="24498" y="9915"/>
                  </a:cubicBezTo>
                  <a:cubicBezTo>
                    <a:pt x="24504" y="9906"/>
                    <a:pt x="24513" y="9900"/>
                    <a:pt x="24523" y="9890"/>
                  </a:cubicBezTo>
                  <a:cubicBezTo>
                    <a:pt x="24529" y="9884"/>
                    <a:pt x="24539" y="9878"/>
                    <a:pt x="24545" y="9868"/>
                  </a:cubicBezTo>
                  <a:cubicBezTo>
                    <a:pt x="24554" y="9862"/>
                    <a:pt x="24560" y="9856"/>
                    <a:pt x="24570" y="9847"/>
                  </a:cubicBezTo>
                  <a:cubicBezTo>
                    <a:pt x="24576" y="9840"/>
                    <a:pt x="24586" y="9831"/>
                    <a:pt x="24595" y="9825"/>
                  </a:cubicBezTo>
                  <a:cubicBezTo>
                    <a:pt x="24601" y="9815"/>
                    <a:pt x="24611" y="9809"/>
                    <a:pt x="24617" y="9803"/>
                  </a:cubicBezTo>
                  <a:cubicBezTo>
                    <a:pt x="24626" y="9793"/>
                    <a:pt x="24633" y="9787"/>
                    <a:pt x="24642" y="9778"/>
                  </a:cubicBezTo>
                  <a:cubicBezTo>
                    <a:pt x="24648" y="9771"/>
                    <a:pt x="24658" y="9765"/>
                    <a:pt x="24667" y="9756"/>
                  </a:cubicBezTo>
                  <a:cubicBezTo>
                    <a:pt x="24673" y="9749"/>
                    <a:pt x="24683" y="9743"/>
                    <a:pt x="24689" y="9734"/>
                  </a:cubicBezTo>
                  <a:cubicBezTo>
                    <a:pt x="24698" y="9727"/>
                    <a:pt x="24705" y="9718"/>
                    <a:pt x="24714" y="9712"/>
                  </a:cubicBezTo>
                  <a:cubicBezTo>
                    <a:pt x="24720" y="9702"/>
                    <a:pt x="24730" y="9696"/>
                    <a:pt x="24739" y="9690"/>
                  </a:cubicBezTo>
                  <a:cubicBezTo>
                    <a:pt x="24745" y="9680"/>
                    <a:pt x="24755" y="9674"/>
                    <a:pt x="24761" y="9668"/>
                  </a:cubicBezTo>
                  <a:cubicBezTo>
                    <a:pt x="24770" y="9658"/>
                    <a:pt x="24777" y="9652"/>
                    <a:pt x="24786" y="9643"/>
                  </a:cubicBezTo>
                  <a:cubicBezTo>
                    <a:pt x="24792" y="9637"/>
                    <a:pt x="24802" y="9630"/>
                    <a:pt x="24811" y="9621"/>
                  </a:cubicBezTo>
                  <a:cubicBezTo>
                    <a:pt x="24817" y="9615"/>
                    <a:pt x="24827" y="9608"/>
                    <a:pt x="24833" y="9599"/>
                  </a:cubicBezTo>
                  <a:cubicBezTo>
                    <a:pt x="24843" y="9593"/>
                    <a:pt x="24849" y="9583"/>
                    <a:pt x="24858" y="9577"/>
                  </a:cubicBezTo>
                  <a:cubicBezTo>
                    <a:pt x="24864" y="9568"/>
                    <a:pt x="24874" y="9561"/>
                    <a:pt x="24883" y="9555"/>
                  </a:cubicBezTo>
                  <a:cubicBezTo>
                    <a:pt x="24890" y="9546"/>
                    <a:pt x="24899" y="9539"/>
                    <a:pt x="24905" y="9533"/>
                  </a:cubicBezTo>
                  <a:cubicBezTo>
                    <a:pt x="24915" y="9524"/>
                    <a:pt x="24921" y="9517"/>
                    <a:pt x="24930" y="9508"/>
                  </a:cubicBezTo>
                  <a:cubicBezTo>
                    <a:pt x="24937" y="9502"/>
                    <a:pt x="24946" y="9496"/>
                    <a:pt x="24955" y="9486"/>
                  </a:cubicBezTo>
                  <a:cubicBezTo>
                    <a:pt x="24962" y="9480"/>
                    <a:pt x="24971" y="9474"/>
                    <a:pt x="24977" y="9464"/>
                  </a:cubicBezTo>
                  <a:cubicBezTo>
                    <a:pt x="24987" y="9458"/>
                    <a:pt x="24993" y="9449"/>
                    <a:pt x="25002" y="9442"/>
                  </a:cubicBezTo>
                  <a:cubicBezTo>
                    <a:pt x="25009" y="9433"/>
                    <a:pt x="25018" y="9427"/>
                    <a:pt x="25027" y="9420"/>
                  </a:cubicBezTo>
                  <a:cubicBezTo>
                    <a:pt x="25034" y="9411"/>
                    <a:pt x="25043" y="9405"/>
                    <a:pt x="25049" y="9395"/>
                  </a:cubicBezTo>
                  <a:cubicBezTo>
                    <a:pt x="25059" y="9389"/>
                    <a:pt x="25065" y="9383"/>
                    <a:pt x="25074" y="9373"/>
                  </a:cubicBezTo>
                  <a:cubicBezTo>
                    <a:pt x="25081" y="9367"/>
                    <a:pt x="25090" y="9361"/>
                    <a:pt x="25100" y="9351"/>
                  </a:cubicBezTo>
                  <a:cubicBezTo>
                    <a:pt x="25106" y="9345"/>
                    <a:pt x="25115" y="9336"/>
                    <a:pt x="25121" y="9329"/>
                  </a:cubicBezTo>
                  <a:cubicBezTo>
                    <a:pt x="25131" y="9320"/>
                    <a:pt x="25137" y="9314"/>
                    <a:pt x="25147" y="9307"/>
                  </a:cubicBezTo>
                  <a:cubicBezTo>
                    <a:pt x="25153" y="9298"/>
                    <a:pt x="25162" y="9292"/>
                    <a:pt x="25172" y="9286"/>
                  </a:cubicBezTo>
                  <a:cubicBezTo>
                    <a:pt x="25178" y="9276"/>
                    <a:pt x="25187" y="9270"/>
                    <a:pt x="25194" y="9260"/>
                  </a:cubicBezTo>
                  <a:cubicBezTo>
                    <a:pt x="25203" y="9254"/>
                    <a:pt x="25209" y="9248"/>
                    <a:pt x="25219" y="9239"/>
                  </a:cubicBezTo>
                  <a:cubicBezTo>
                    <a:pt x="25225" y="9232"/>
                    <a:pt x="25234" y="9226"/>
                    <a:pt x="25244" y="9217"/>
                  </a:cubicBezTo>
                  <a:cubicBezTo>
                    <a:pt x="25250" y="9210"/>
                    <a:pt x="25259" y="9201"/>
                    <a:pt x="25266" y="9195"/>
                  </a:cubicBezTo>
                  <a:cubicBezTo>
                    <a:pt x="25275" y="9185"/>
                    <a:pt x="25281" y="9179"/>
                    <a:pt x="25291" y="9173"/>
                  </a:cubicBezTo>
                  <a:cubicBezTo>
                    <a:pt x="25297" y="9163"/>
                    <a:pt x="25306" y="9157"/>
                    <a:pt x="25316" y="9151"/>
                  </a:cubicBezTo>
                  <a:cubicBezTo>
                    <a:pt x="25322" y="9141"/>
                    <a:pt x="25331" y="9135"/>
                    <a:pt x="25338" y="9126"/>
                  </a:cubicBezTo>
                  <a:cubicBezTo>
                    <a:pt x="25347" y="9119"/>
                    <a:pt x="25353" y="9113"/>
                    <a:pt x="25363" y="9104"/>
                  </a:cubicBezTo>
                  <a:cubicBezTo>
                    <a:pt x="25369" y="9098"/>
                    <a:pt x="25378" y="9091"/>
                    <a:pt x="25388" y="9082"/>
                  </a:cubicBezTo>
                  <a:cubicBezTo>
                    <a:pt x="25394" y="9076"/>
                    <a:pt x="25403" y="9066"/>
                    <a:pt x="25410" y="9060"/>
                  </a:cubicBezTo>
                  <a:cubicBezTo>
                    <a:pt x="25419" y="9051"/>
                    <a:pt x="25425" y="9044"/>
                    <a:pt x="25435" y="9038"/>
                  </a:cubicBezTo>
                  <a:cubicBezTo>
                    <a:pt x="25441" y="9029"/>
                    <a:pt x="25450" y="9022"/>
                    <a:pt x="25460" y="9013"/>
                  </a:cubicBezTo>
                  <a:cubicBezTo>
                    <a:pt x="25466" y="9007"/>
                    <a:pt x="25476" y="9000"/>
                    <a:pt x="25482" y="8991"/>
                  </a:cubicBezTo>
                  <a:cubicBezTo>
                    <a:pt x="25491" y="8985"/>
                    <a:pt x="25498" y="8978"/>
                    <a:pt x="25507" y="8969"/>
                  </a:cubicBezTo>
                  <a:cubicBezTo>
                    <a:pt x="25758" y="8728"/>
                    <a:pt x="25899" y="8396"/>
                    <a:pt x="25899" y="8048"/>
                  </a:cubicBezTo>
                  <a:lnTo>
                    <a:pt x="25899" y="1392"/>
                  </a:lnTo>
                  <a:cubicBezTo>
                    <a:pt x="25899" y="624"/>
                    <a:pt x="25275" y="0"/>
                    <a:pt x="245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37"/>
            <p:cNvSpPr/>
            <p:nvPr/>
          </p:nvSpPr>
          <p:spPr>
            <a:xfrm>
              <a:off x="2426196" y="3815670"/>
              <a:ext cx="341691" cy="137615"/>
            </a:xfrm>
            <a:custGeom>
              <a:avLst/>
              <a:gdLst/>
              <a:ahLst/>
              <a:cxnLst/>
              <a:rect l="l" t="t" r="r" b="b"/>
              <a:pathLst>
                <a:path w="22994" h="9333" extrusionOk="0">
                  <a:moveTo>
                    <a:pt x="1392" y="0"/>
                  </a:moveTo>
                  <a:cubicBezTo>
                    <a:pt x="625" y="0"/>
                    <a:pt x="1" y="624"/>
                    <a:pt x="1" y="1392"/>
                  </a:cubicBezTo>
                  <a:lnTo>
                    <a:pt x="1" y="7938"/>
                  </a:lnTo>
                  <a:cubicBezTo>
                    <a:pt x="1" y="8709"/>
                    <a:pt x="625" y="9333"/>
                    <a:pt x="1395" y="9333"/>
                  </a:cubicBezTo>
                  <a:lnTo>
                    <a:pt x="21712" y="9333"/>
                  </a:lnTo>
                  <a:cubicBezTo>
                    <a:pt x="22420" y="9333"/>
                    <a:pt x="22994" y="8756"/>
                    <a:pt x="22994" y="8048"/>
                  </a:cubicBezTo>
                  <a:lnTo>
                    <a:pt x="22994" y="1392"/>
                  </a:lnTo>
                  <a:cubicBezTo>
                    <a:pt x="22994" y="624"/>
                    <a:pt x="22370" y="0"/>
                    <a:pt x="216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37"/>
            <p:cNvSpPr/>
            <p:nvPr/>
          </p:nvSpPr>
          <p:spPr>
            <a:xfrm>
              <a:off x="2425171" y="3814608"/>
              <a:ext cx="343786" cy="139694"/>
            </a:xfrm>
            <a:custGeom>
              <a:avLst/>
              <a:gdLst/>
              <a:ahLst/>
              <a:cxnLst/>
              <a:rect l="l" t="t" r="r" b="b"/>
              <a:pathLst>
                <a:path w="23135" h="9474" extrusionOk="0">
                  <a:moveTo>
                    <a:pt x="21671" y="141"/>
                  </a:moveTo>
                  <a:cubicBezTo>
                    <a:pt x="22401" y="141"/>
                    <a:pt x="22994" y="733"/>
                    <a:pt x="22994" y="1464"/>
                  </a:cubicBezTo>
                  <a:lnTo>
                    <a:pt x="22994" y="8120"/>
                  </a:lnTo>
                  <a:cubicBezTo>
                    <a:pt x="22994" y="8790"/>
                    <a:pt x="22452" y="9332"/>
                    <a:pt x="21781" y="9332"/>
                  </a:cubicBezTo>
                  <a:lnTo>
                    <a:pt x="1464" y="9332"/>
                  </a:lnTo>
                  <a:cubicBezTo>
                    <a:pt x="731" y="9332"/>
                    <a:pt x="142" y="8740"/>
                    <a:pt x="139" y="8010"/>
                  </a:cubicBezTo>
                  <a:lnTo>
                    <a:pt x="139" y="1464"/>
                  </a:lnTo>
                  <a:cubicBezTo>
                    <a:pt x="142" y="733"/>
                    <a:pt x="731" y="141"/>
                    <a:pt x="1464" y="141"/>
                  </a:cubicBezTo>
                  <a:close/>
                  <a:moveTo>
                    <a:pt x="1464" y="0"/>
                  </a:moveTo>
                  <a:cubicBezTo>
                    <a:pt x="656" y="3"/>
                    <a:pt x="1" y="655"/>
                    <a:pt x="1" y="1464"/>
                  </a:cubicBezTo>
                  <a:lnTo>
                    <a:pt x="1" y="8010"/>
                  </a:lnTo>
                  <a:cubicBezTo>
                    <a:pt x="1" y="8819"/>
                    <a:pt x="656" y="9474"/>
                    <a:pt x="1464" y="9474"/>
                  </a:cubicBezTo>
                  <a:lnTo>
                    <a:pt x="21781" y="9474"/>
                  </a:lnTo>
                  <a:cubicBezTo>
                    <a:pt x="22527" y="9474"/>
                    <a:pt x="23132" y="8866"/>
                    <a:pt x="23135" y="8120"/>
                  </a:cubicBezTo>
                  <a:lnTo>
                    <a:pt x="23135" y="1464"/>
                  </a:lnTo>
                  <a:cubicBezTo>
                    <a:pt x="23132" y="655"/>
                    <a:pt x="22477" y="3"/>
                    <a:pt x="216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37"/>
            <p:cNvSpPr/>
            <p:nvPr/>
          </p:nvSpPr>
          <p:spPr>
            <a:xfrm>
              <a:off x="2498296" y="3859745"/>
              <a:ext cx="53615" cy="51195"/>
            </a:xfrm>
            <a:custGeom>
              <a:avLst/>
              <a:gdLst/>
              <a:ahLst/>
              <a:cxnLst/>
              <a:rect l="l" t="t" r="r" b="b"/>
              <a:pathLst>
                <a:path w="3608" h="3472" extrusionOk="0">
                  <a:moveTo>
                    <a:pt x="1733" y="1"/>
                  </a:moveTo>
                  <a:cubicBezTo>
                    <a:pt x="777" y="1"/>
                    <a:pt x="0" y="778"/>
                    <a:pt x="0" y="1737"/>
                  </a:cubicBezTo>
                  <a:cubicBezTo>
                    <a:pt x="0" y="2439"/>
                    <a:pt x="423" y="3072"/>
                    <a:pt x="1072" y="3338"/>
                  </a:cubicBezTo>
                  <a:cubicBezTo>
                    <a:pt x="1286" y="3428"/>
                    <a:pt x="1512" y="3471"/>
                    <a:pt x="1736" y="3471"/>
                  </a:cubicBezTo>
                  <a:cubicBezTo>
                    <a:pt x="2187" y="3471"/>
                    <a:pt x="2631" y="3295"/>
                    <a:pt x="2961" y="2962"/>
                  </a:cubicBezTo>
                  <a:cubicBezTo>
                    <a:pt x="3457" y="2467"/>
                    <a:pt x="3607" y="1721"/>
                    <a:pt x="3338" y="1073"/>
                  </a:cubicBezTo>
                  <a:cubicBezTo>
                    <a:pt x="3068" y="424"/>
                    <a:pt x="2435" y="1"/>
                    <a:pt x="1733" y="1"/>
                  </a:cubicBezTo>
                  <a:close/>
                </a:path>
              </a:pathLst>
            </a:custGeom>
            <a:solidFill>
              <a:srgbClr val="69B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37"/>
            <p:cNvSpPr/>
            <p:nvPr/>
          </p:nvSpPr>
          <p:spPr>
            <a:xfrm>
              <a:off x="2573680" y="3859745"/>
              <a:ext cx="53615" cy="51195"/>
            </a:xfrm>
            <a:custGeom>
              <a:avLst/>
              <a:gdLst/>
              <a:ahLst/>
              <a:cxnLst/>
              <a:rect l="l" t="t" r="r" b="b"/>
              <a:pathLst>
                <a:path w="3608" h="3472" extrusionOk="0">
                  <a:moveTo>
                    <a:pt x="1734" y="1"/>
                  </a:moveTo>
                  <a:cubicBezTo>
                    <a:pt x="778" y="1"/>
                    <a:pt x="1" y="778"/>
                    <a:pt x="1" y="1737"/>
                  </a:cubicBezTo>
                  <a:cubicBezTo>
                    <a:pt x="1" y="2439"/>
                    <a:pt x="424" y="3072"/>
                    <a:pt x="1069" y="3338"/>
                  </a:cubicBezTo>
                  <a:cubicBezTo>
                    <a:pt x="1285" y="3428"/>
                    <a:pt x="1511" y="3471"/>
                    <a:pt x="1736" y="3471"/>
                  </a:cubicBezTo>
                  <a:cubicBezTo>
                    <a:pt x="2187" y="3471"/>
                    <a:pt x="2631" y="3295"/>
                    <a:pt x="2962" y="2962"/>
                  </a:cubicBezTo>
                  <a:cubicBezTo>
                    <a:pt x="3457" y="2467"/>
                    <a:pt x="3608" y="1721"/>
                    <a:pt x="3338" y="1073"/>
                  </a:cubicBezTo>
                  <a:cubicBezTo>
                    <a:pt x="3069" y="424"/>
                    <a:pt x="2436" y="1"/>
                    <a:pt x="1734" y="1"/>
                  </a:cubicBezTo>
                  <a:close/>
                </a:path>
              </a:pathLst>
            </a:custGeom>
            <a:solidFill>
              <a:srgbClr val="69B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37"/>
            <p:cNvSpPr/>
            <p:nvPr/>
          </p:nvSpPr>
          <p:spPr>
            <a:xfrm>
              <a:off x="2649079" y="3859745"/>
              <a:ext cx="53615" cy="51195"/>
            </a:xfrm>
            <a:custGeom>
              <a:avLst/>
              <a:gdLst/>
              <a:ahLst/>
              <a:cxnLst/>
              <a:rect l="l" t="t" r="r" b="b"/>
              <a:pathLst>
                <a:path w="3608" h="3472" extrusionOk="0">
                  <a:moveTo>
                    <a:pt x="1733" y="1"/>
                  </a:moveTo>
                  <a:cubicBezTo>
                    <a:pt x="777" y="1"/>
                    <a:pt x="0" y="778"/>
                    <a:pt x="0" y="1737"/>
                  </a:cubicBezTo>
                  <a:cubicBezTo>
                    <a:pt x="0" y="2439"/>
                    <a:pt x="423" y="3072"/>
                    <a:pt x="1069" y="3338"/>
                  </a:cubicBezTo>
                  <a:cubicBezTo>
                    <a:pt x="1284" y="3428"/>
                    <a:pt x="1511" y="3471"/>
                    <a:pt x="1735" y="3471"/>
                  </a:cubicBezTo>
                  <a:cubicBezTo>
                    <a:pt x="2187" y="3471"/>
                    <a:pt x="2631" y="3295"/>
                    <a:pt x="2962" y="2962"/>
                  </a:cubicBezTo>
                  <a:cubicBezTo>
                    <a:pt x="3457" y="2467"/>
                    <a:pt x="3607" y="1721"/>
                    <a:pt x="3338" y="1073"/>
                  </a:cubicBezTo>
                  <a:cubicBezTo>
                    <a:pt x="3068" y="424"/>
                    <a:pt x="2435" y="1"/>
                    <a:pt x="1733" y="1"/>
                  </a:cubicBezTo>
                  <a:close/>
                </a:path>
              </a:pathLst>
            </a:custGeom>
            <a:solidFill>
              <a:srgbClr val="69B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37"/>
            <p:cNvSpPr/>
            <p:nvPr/>
          </p:nvSpPr>
          <p:spPr>
            <a:xfrm>
              <a:off x="2720882" y="3847064"/>
              <a:ext cx="5795" cy="2949"/>
            </a:xfrm>
            <a:custGeom>
              <a:avLst/>
              <a:gdLst/>
              <a:ahLst/>
              <a:cxnLst/>
              <a:rect l="l" t="t" r="r" b="b"/>
              <a:pathLst>
                <a:path w="390" h="200" extrusionOk="0">
                  <a:moveTo>
                    <a:pt x="301" y="0"/>
                  </a:moveTo>
                  <a:cubicBezTo>
                    <a:pt x="298" y="0"/>
                    <a:pt x="296" y="1"/>
                    <a:pt x="295" y="2"/>
                  </a:cubicBezTo>
                  <a:cubicBezTo>
                    <a:pt x="229" y="65"/>
                    <a:pt x="154" y="74"/>
                    <a:pt x="70" y="80"/>
                  </a:cubicBezTo>
                  <a:cubicBezTo>
                    <a:pt x="44" y="80"/>
                    <a:pt x="26" y="131"/>
                    <a:pt x="1" y="159"/>
                  </a:cubicBezTo>
                  <a:cubicBezTo>
                    <a:pt x="32" y="178"/>
                    <a:pt x="63" y="193"/>
                    <a:pt x="98" y="200"/>
                  </a:cubicBezTo>
                  <a:cubicBezTo>
                    <a:pt x="160" y="200"/>
                    <a:pt x="223" y="193"/>
                    <a:pt x="286" y="184"/>
                  </a:cubicBezTo>
                  <a:cubicBezTo>
                    <a:pt x="352" y="165"/>
                    <a:pt x="389" y="96"/>
                    <a:pt x="374" y="33"/>
                  </a:cubicBezTo>
                  <a:cubicBezTo>
                    <a:pt x="357" y="25"/>
                    <a:pt x="317" y="0"/>
                    <a:pt x="301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37"/>
            <p:cNvSpPr/>
            <p:nvPr/>
          </p:nvSpPr>
          <p:spPr>
            <a:xfrm>
              <a:off x="2761955" y="3838998"/>
              <a:ext cx="2482" cy="2005"/>
            </a:xfrm>
            <a:custGeom>
              <a:avLst/>
              <a:gdLst/>
              <a:ahLst/>
              <a:cxnLst/>
              <a:rect l="l" t="t" r="r" b="b"/>
              <a:pathLst>
                <a:path w="167" h="136" extrusionOk="0">
                  <a:moveTo>
                    <a:pt x="142" y="1"/>
                  </a:moveTo>
                  <a:cubicBezTo>
                    <a:pt x="107" y="10"/>
                    <a:pt x="73" y="26"/>
                    <a:pt x="38" y="45"/>
                  </a:cubicBezTo>
                  <a:cubicBezTo>
                    <a:pt x="19" y="57"/>
                    <a:pt x="13" y="92"/>
                    <a:pt x="1" y="113"/>
                  </a:cubicBezTo>
                  <a:cubicBezTo>
                    <a:pt x="26" y="119"/>
                    <a:pt x="59" y="136"/>
                    <a:pt x="79" y="136"/>
                  </a:cubicBezTo>
                  <a:cubicBezTo>
                    <a:pt x="84" y="136"/>
                    <a:pt x="88" y="135"/>
                    <a:pt x="92" y="132"/>
                  </a:cubicBezTo>
                  <a:cubicBezTo>
                    <a:pt x="123" y="101"/>
                    <a:pt x="148" y="63"/>
                    <a:pt x="167" y="23"/>
                  </a:cubicBezTo>
                  <a:lnTo>
                    <a:pt x="142" y="1"/>
                  </a:ln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37"/>
            <p:cNvSpPr/>
            <p:nvPr/>
          </p:nvSpPr>
          <p:spPr>
            <a:xfrm>
              <a:off x="2740675" y="3853508"/>
              <a:ext cx="2809" cy="2256"/>
            </a:xfrm>
            <a:custGeom>
              <a:avLst/>
              <a:gdLst/>
              <a:ahLst/>
              <a:cxnLst/>
              <a:rect l="l" t="t" r="r" b="b"/>
              <a:pathLst>
                <a:path w="189" h="153" extrusionOk="0">
                  <a:moveTo>
                    <a:pt x="88" y="1"/>
                  </a:moveTo>
                  <a:lnTo>
                    <a:pt x="57" y="16"/>
                  </a:lnTo>
                  <a:cubicBezTo>
                    <a:pt x="116" y="57"/>
                    <a:pt x="0" y="117"/>
                    <a:pt x="82" y="151"/>
                  </a:cubicBezTo>
                  <a:cubicBezTo>
                    <a:pt x="85" y="152"/>
                    <a:pt x="87" y="153"/>
                    <a:pt x="90" y="153"/>
                  </a:cubicBezTo>
                  <a:cubicBezTo>
                    <a:pt x="113" y="153"/>
                    <a:pt x="150" y="123"/>
                    <a:pt x="189" y="104"/>
                  </a:cubicBezTo>
                  <a:lnTo>
                    <a:pt x="88" y="1"/>
                  </a:ln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37"/>
            <p:cNvSpPr/>
            <p:nvPr/>
          </p:nvSpPr>
          <p:spPr>
            <a:xfrm>
              <a:off x="2725117" y="3833512"/>
              <a:ext cx="1976" cy="1298"/>
            </a:xfrm>
            <a:custGeom>
              <a:avLst/>
              <a:gdLst/>
              <a:ahLst/>
              <a:cxnLst/>
              <a:rect l="l" t="t" r="r" b="b"/>
              <a:pathLst>
                <a:path w="133" h="88" extrusionOk="0">
                  <a:moveTo>
                    <a:pt x="62" y="1"/>
                  </a:moveTo>
                  <a:cubicBezTo>
                    <a:pt x="49" y="1"/>
                    <a:pt x="35" y="5"/>
                    <a:pt x="20" y="15"/>
                  </a:cubicBezTo>
                  <a:cubicBezTo>
                    <a:pt x="7" y="25"/>
                    <a:pt x="7" y="59"/>
                    <a:pt x="1" y="81"/>
                  </a:cubicBezTo>
                  <a:lnTo>
                    <a:pt x="129" y="87"/>
                  </a:lnTo>
                  <a:cubicBezTo>
                    <a:pt x="129" y="75"/>
                    <a:pt x="132" y="62"/>
                    <a:pt x="132" y="50"/>
                  </a:cubicBezTo>
                  <a:cubicBezTo>
                    <a:pt x="113" y="20"/>
                    <a:pt x="90" y="1"/>
                    <a:pt x="62" y="1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37"/>
            <p:cNvSpPr/>
            <p:nvPr/>
          </p:nvSpPr>
          <p:spPr>
            <a:xfrm>
              <a:off x="2682410" y="3862562"/>
              <a:ext cx="12037" cy="10926"/>
            </a:xfrm>
            <a:custGeom>
              <a:avLst/>
              <a:gdLst/>
              <a:ahLst/>
              <a:cxnLst/>
              <a:rect l="l" t="t" r="r" b="b"/>
              <a:pathLst>
                <a:path w="810" h="741" extrusionOk="0">
                  <a:moveTo>
                    <a:pt x="572" y="0"/>
                  </a:moveTo>
                  <a:cubicBezTo>
                    <a:pt x="485" y="0"/>
                    <a:pt x="394" y="51"/>
                    <a:pt x="368" y="126"/>
                  </a:cubicBezTo>
                  <a:cubicBezTo>
                    <a:pt x="349" y="184"/>
                    <a:pt x="331" y="205"/>
                    <a:pt x="296" y="205"/>
                  </a:cubicBezTo>
                  <a:cubicBezTo>
                    <a:pt x="280" y="205"/>
                    <a:pt x="259" y="200"/>
                    <a:pt x="233" y="192"/>
                  </a:cubicBezTo>
                  <a:cubicBezTo>
                    <a:pt x="217" y="187"/>
                    <a:pt x="194" y="183"/>
                    <a:pt x="173" y="183"/>
                  </a:cubicBezTo>
                  <a:cubicBezTo>
                    <a:pt x="157" y="183"/>
                    <a:pt x="143" y="185"/>
                    <a:pt x="136" y="192"/>
                  </a:cubicBezTo>
                  <a:cubicBezTo>
                    <a:pt x="89" y="242"/>
                    <a:pt x="51" y="302"/>
                    <a:pt x="26" y="368"/>
                  </a:cubicBezTo>
                  <a:cubicBezTo>
                    <a:pt x="1" y="438"/>
                    <a:pt x="26" y="474"/>
                    <a:pt x="86" y="474"/>
                  </a:cubicBezTo>
                  <a:cubicBezTo>
                    <a:pt x="101" y="474"/>
                    <a:pt x="117" y="472"/>
                    <a:pt x="136" y="468"/>
                  </a:cubicBezTo>
                  <a:cubicBezTo>
                    <a:pt x="205" y="449"/>
                    <a:pt x="274" y="440"/>
                    <a:pt x="346" y="433"/>
                  </a:cubicBezTo>
                  <a:cubicBezTo>
                    <a:pt x="352" y="433"/>
                    <a:pt x="358" y="432"/>
                    <a:pt x="364" y="432"/>
                  </a:cubicBezTo>
                  <a:cubicBezTo>
                    <a:pt x="425" y="432"/>
                    <a:pt x="465" y="476"/>
                    <a:pt x="499" y="531"/>
                  </a:cubicBezTo>
                  <a:cubicBezTo>
                    <a:pt x="540" y="587"/>
                    <a:pt x="499" y="609"/>
                    <a:pt x="471" y="646"/>
                  </a:cubicBezTo>
                  <a:cubicBezTo>
                    <a:pt x="459" y="668"/>
                    <a:pt x="465" y="703"/>
                    <a:pt x="462" y="731"/>
                  </a:cubicBezTo>
                  <a:lnTo>
                    <a:pt x="490" y="740"/>
                  </a:lnTo>
                  <a:cubicBezTo>
                    <a:pt x="509" y="712"/>
                    <a:pt x="524" y="684"/>
                    <a:pt x="540" y="653"/>
                  </a:cubicBezTo>
                  <a:cubicBezTo>
                    <a:pt x="575" y="568"/>
                    <a:pt x="606" y="487"/>
                    <a:pt x="703" y="449"/>
                  </a:cubicBezTo>
                  <a:cubicBezTo>
                    <a:pt x="722" y="443"/>
                    <a:pt x="731" y="396"/>
                    <a:pt x="738" y="364"/>
                  </a:cubicBezTo>
                  <a:cubicBezTo>
                    <a:pt x="759" y="274"/>
                    <a:pt x="691" y="161"/>
                    <a:pt x="810" y="89"/>
                  </a:cubicBezTo>
                  <a:cubicBezTo>
                    <a:pt x="797" y="73"/>
                    <a:pt x="788" y="54"/>
                    <a:pt x="775" y="48"/>
                  </a:cubicBezTo>
                  <a:cubicBezTo>
                    <a:pt x="731" y="35"/>
                    <a:pt x="684" y="29"/>
                    <a:pt x="644" y="13"/>
                  </a:cubicBezTo>
                  <a:cubicBezTo>
                    <a:pt x="621" y="4"/>
                    <a:pt x="596" y="0"/>
                    <a:pt x="572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37"/>
            <p:cNvSpPr/>
            <p:nvPr/>
          </p:nvSpPr>
          <p:spPr>
            <a:xfrm>
              <a:off x="2625377" y="3872456"/>
              <a:ext cx="5825" cy="2610"/>
            </a:xfrm>
            <a:custGeom>
              <a:avLst/>
              <a:gdLst/>
              <a:ahLst/>
              <a:cxnLst/>
              <a:rect l="l" t="t" r="r" b="b"/>
              <a:pathLst>
                <a:path w="392" h="177" extrusionOk="0">
                  <a:moveTo>
                    <a:pt x="327" y="0"/>
                  </a:moveTo>
                  <a:cubicBezTo>
                    <a:pt x="327" y="0"/>
                    <a:pt x="326" y="0"/>
                    <a:pt x="326" y="1"/>
                  </a:cubicBezTo>
                  <a:cubicBezTo>
                    <a:pt x="284" y="24"/>
                    <a:pt x="241" y="32"/>
                    <a:pt x="198" y="32"/>
                  </a:cubicBezTo>
                  <a:cubicBezTo>
                    <a:pt x="162" y="32"/>
                    <a:pt x="125" y="27"/>
                    <a:pt x="88" y="19"/>
                  </a:cubicBezTo>
                  <a:cubicBezTo>
                    <a:pt x="86" y="19"/>
                    <a:pt x="85" y="19"/>
                    <a:pt x="83" y="19"/>
                  </a:cubicBezTo>
                  <a:cubicBezTo>
                    <a:pt x="59" y="19"/>
                    <a:pt x="29" y="58"/>
                    <a:pt x="0" y="79"/>
                  </a:cubicBezTo>
                  <a:cubicBezTo>
                    <a:pt x="28" y="101"/>
                    <a:pt x="53" y="132"/>
                    <a:pt x="85" y="142"/>
                  </a:cubicBezTo>
                  <a:cubicBezTo>
                    <a:pt x="144" y="157"/>
                    <a:pt x="207" y="170"/>
                    <a:pt x="270" y="176"/>
                  </a:cubicBezTo>
                  <a:cubicBezTo>
                    <a:pt x="339" y="173"/>
                    <a:pt x="392" y="120"/>
                    <a:pt x="392" y="54"/>
                  </a:cubicBezTo>
                  <a:cubicBezTo>
                    <a:pt x="377" y="42"/>
                    <a:pt x="338" y="0"/>
                    <a:pt x="327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37"/>
            <p:cNvSpPr/>
            <p:nvPr/>
          </p:nvSpPr>
          <p:spPr>
            <a:xfrm>
              <a:off x="2693183" y="3858153"/>
              <a:ext cx="3076" cy="1976"/>
            </a:xfrm>
            <a:custGeom>
              <a:avLst/>
              <a:gdLst/>
              <a:ahLst/>
              <a:cxnLst/>
              <a:rect l="l" t="t" r="r" b="b"/>
              <a:pathLst>
                <a:path w="207" h="134" extrusionOk="0">
                  <a:moveTo>
                    <a:pt x="128" y="0"/>
                  </a:moveTo>
                  <a:cubicBezTo>
                    <a:pt x="98" y="0"/>
                    <a:pt x="57" y="26"/>
                    <a:pt x="0" y="77"/>
                  </a:cubicBezTo>
                  <a:lnTo>
                    <a:pt x="207" y="134"/>
                  </a:lnTo>
                  <a:cubicBezTo>
                    <a:pt x="191" y="45"/>
                    <a:pt x="169" y="0"/>
                    <a:pt x="128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37"/>
            <p:cNvSpPr/>
            <p:nvPr/>
          </p:nvSpPr>
          <p:spPr>
            <a:xfrm>
              <a:off x="2667327" y="3874727"/>
              <a:ext cx="2719" cy="1681"/>
            </a:xfrm>
            <a:custGeom>
              <a:avLst/>
              <a:gdLst/>
              <a:ahLst/>
              <a:cxnLst/>
              <a:rect l="l" t="t" r="r" b="b"/>
              <a:pathLst>
                <a:path w="183" h="114" extrusionOk="0">
                  <a:moveTo>
                    <a:pt x="167" y="0"/>
                  </a:moveTo>
                  <a:cubicBezTo>
                    <a:pt x="129" y="0"/>
                    <a:pt x="92" y="6"/>
                    <a:pt x="57" y="13"/>
                  </a:cubicBezTo>
                  <a:cubicBezTo>
                    <a:pt x="32" y="22"/>
                    <a:pt x="20" y="50"/>
                    <a:pt x="1" y="72"/>
                  </a:cubicBezTo>
                  <a:cubicBezTo>
                    <a:pt x="26" y="86"/>
                    <a:pt x="60" y="114"/>
                    <a:pt x="78" y="114"/>
                  </a:cubicBezTo>
                  <a:cubicBezTo>
                    <a:pt x="79" y="114"/>
                    <a:pt x="81" y="113"/>
                    <a:pt x="82" y="113"/>
                  </a:cubicBezTo>
                  <a:cubicBezTo>
                    <a:pt x="120" y="88"/>
                    <a:pt x="154" y="60"/>
                    <a:pt x="182" y="28"/>
                  </a:cubicBezTo>
                  <a:cubicBezTo>
                    <a:pt x="176" y="19"/>
                    <a:pt x="173" y="9"/>
                    <a:pt x="167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37"/>
            <p:cNvSpPr/>
            <p:nvPr/>
          </p:nvSpPr>
          <p:spPr>
            <a:xfrm>
              <a:off x="2642972" y="3883044"/>
              <a:ext cx="2764" cy="2168"/>
            </a:xfrm>
            <a:custGeom>
              <a:avLst/>
              <a:gdLst/>
              <a:ahLst/>
              <a:cxnLst/>
              <a:rect l="l" t="t" r="r" b="b"/>
              <a:pathLst>
                <a:path w="186" h="147" extrusionOk="0">
                  <a:moveTo>
                    <a:pt x="114" y="0"/>
                  </a:moveTo>
                  <a:lnTo>
                    <a:pt x="79" y="3"/>
                  </a:lnTo>
                  <a:cubicBezTo>
                    <a:pt x="126" y="60"/>
                    <a:pt x="1" y="88"/>
                    <a:pt x="70" y="141"/>
                  </a:cubicBezTo>
                  <a:cubicBezTo>
                    <a:pt x="74" y="145"/>
                    <a:pt x="80" y="146"/>
                    <a:pt x="87" y="146"/>
                  </a:cubicBezTo>
                  <a:cubicBezTo>
                    <a:pt x="110" y="146"/>
                    <a:pt x="147" y="130"/>
                    <a:pt x="186" y="126"/>
                  </a:cubicBezTo>
                  <a:cubicBezTo>
                    <a:pt x="154" y="72"/>
                    <a:pt x="136" y="35"/>
                    <a:pt x="114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37"/>
            <p:cNvSpPr/>
            <p:nvPr/>
          </p:nvSpPr>
          <p:spPr>
            <a:xfrm>
              <a:off x="2683955" y="3862665"/>
              <a:ext cx="2303" cy="1504"/>
            </a:xfrm>
            <a:custGeom>
              <a:avLst/>
              <a:gdLst/>
              <a:ahLst/>
              <a:cxnLst/>
              <a:rect l="l" t="t" r="r" b="b"/>
              <a:pathLst>
                <a:path w="155" h="102" extrusionOk="0">
                  <a:moveTo>
                    <a:pt x="22" y="0"/>
                  </a:moveTo>
                  <a:lnTo>
                    <a:pt x="1" y="25"/>
                  </a:lnTo>
                  <a:cubicBezTo>
                    <a:pt x="16" y="53"/>
                    <a:pt x="26" y="91"/>
                    <a:pt x="48" y="100"/>
                  </a:cubicBezTo>
                  <a:cubicBezTo>
                    <a:pt x="56" y="101"/>
                    <a:pt x="65" y="102"/>
                    <a:pt x="73" y="102"/>
                  </a:cubicBezTo>
                  <a:cubicBezTo>
                    <a:pt x="99" y="102"/>
                    <a:pt x="124" y="98"/>
                    <a:pt x="148" y="91"/>
                  </a:cubicBezTo>
                  <a:lnTo>
                    <a:pt x="154" y="5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37"/>
            <p:cNvSpPr/>
            <p:nvPr/>
          </p:nvSpPr>
          <p:spPr>
            <a:xfrm>
              <a:off x="2633342" y="3859568"/>
              <a:ext cx="2006" cy="1533"/>
            </a:xfrm>
            <a:custGeom>
              <a:avLst/>
              <a:gdLst/>
              <a:ahLst/>
              <a:cxnLst/>
              <a:rect l="l" t="t" r="r" b="b"/>
              <a:pathLst>
                <a:path w="135" h="104" extrusionOk="0">
                  <a:moveTo>
                    <a:pt x="64" y="1"/>
                  </a:moveTo>
                  <a:cubicBezTo>
                    <a:pt x="55" y="1"/>
                    <a:pt x="45" y="3"/>
                    <a:pt x="35" y="6"/>
                  </a:cubicBezTo>
                  <a:cubicBezTo>
                    <a:pt x="19" y="13"/>
                    <a:pt x="13" y="44"/>
                    <a:pt x="0" y="63"/>
                  </a:cubicBezTo>
                  <a:lnTo>
                    <a:pt x="122" y="104"/>
                  </a:lnTo>
                  <a:cubicBezTo>
                    <a:pt x="125" y="91"/>
                    <a:pt x="129" y="79"/>
                    <a:pt x="135" y="66"/>
                  </a:cubicBezTo>
                  <a:cubicBezTo>
                    <a:pt x="122" y="28"/>
                    <a:pt x="100" y="1"/>
                    <a:pt x="64" y="1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37"/>
            <p:cNvSpPr/>
            <p:nvPr/>
          </p:nvSpPr>
          <p:spPr>
            <a:xfrm>
              <a:off x="2608155" y="3874860"/>
              <a:ext cx="9644" cy="9481"/>
            </a:xfrm>
            <a:custGeom>
              <a:avLst/>
              <a:gdLst/>
              <a:ahLst/>
              <a:cxnLst/>
              <a:rect l="l" t="t" r="r" b="b"/>
              <a:pathLst>
                <a:path w="649" h="643" extrusionOk="0">
                  <a:moveTo>
                    <a:pt x="164" y="0"/>
                  </a:moveTo>
                  <a:cubicBezTo>
                    <a:pt x="142" y="0"/>
                    <a:pt x="122" y="13"/>
                    <a:pt x="100" y="35"/>
                  </a:cubicBezTo>
                  <a:cubicBezTo>
                    <a:pt x="40" y="98"/>
                    <a:pt x="31" y="182"/>
                    <a:pt x="15" y="257"/>
                  </a:cubicBezTo>
                  <a:cubicBezTo>
                    <a:pt x="1" y="342"/>
                    <a:pt x="17" y="381"/>
                    <a:pt x="67" y="381"/>
                  </a:cubicBezTo>
                  <a:cubicBezTo>
                    <a:pt x="91" y="381"/>
                    <a:pt x="123" y="372"/>
                    <a:pt x="163" y="355"/>
                  </a:cubicBezTo>
                  <a:cubicBezTo>
                    <a:pt x="179" y="348"/>
                    <a:pt x="197" y="345"/>
                    <a:pt x="215" y="345"/>
                  </a:cubicBezTo>
                  <a:cubicBezTo>
                    <a:pt x="230" y="345"/>
                    <a:pt x="245" y="347"/>
                    <a:pt x="260" y="351"/>
                  </a:cubicBezTo>
                  <a:cubicBezTo>
                    <a:pt x="313" y="380"/>
                    <a:pt x="363" y="414"/>
                    <a:pt x="410" y="449"/>
                  </a:cubicBezTo>
                  <a:cubicBezTo>
                    <a:pt x="348" y="561"/>
                    <a:pt x="363" y="580"/>
                    <a:pt x="551" y="643"/>
                  </a:cubicBezTo>
                  <a:cubicBezTo>
                    <a:pt x="489" y="486"/>
                    <a:pt x="492" y="477"/>
                    <a:pt x="648" y="414"/>
                  </a:cubicBezTo>
                  <a:cubicBezTo>
                    <a:pt x="639" y="380"/>
                    <a:pt x="626" y="342"/>
                    <a:pt x="611" y="308"/>
                  </a:cubicBezTo>
                  <a:cubicBezTo>
                    <a:pt x="598" y="286"/>
                    <a:pt x="573" y="267"/>
                    <a:pt x="548" y="264"/>
                  </a:cubicBezTo>
                  <a:cubicBezTo>
                    <a:pt x="535" y="263"/>
                    <a:pt x="523" y="263"/>
                    <a:pt x="510" y="263"/>
                  </a:cubicBezTo>
                  <a:cubicBezTo>
                    <a:pt x="432" y="263"/>
                    <a:pt x="355" y="270"/>
                    <a:pt x="263" y="273"/>
                  </a:cubicBezTo>
                  <a:cubicBezTo>
                    <a:pt x="282" y="236"/>
                    <a:pt x="294" y="204"/>
                    <a:pt x="310" y="176"/>
                  </a:cubicBezTo>
                  <a:cubicBezTo>
                    <a:pt x="341" y="116"/>
                    <a:pt x="341" y="73"/>
                    <a:pt x="266" y="51"/>
                  </a:cubicBezTo>
                  <a:cubicBezTo>
                    <a:pt x="247" y="44"/>
                    <a:pt x="228" y="32"/>
                    <a:pt x="213" y="19"/>
                  </a:cubicBezTo>
                  <a:cubicBezTo>
                    <a:pt x="195" y="6"/>
                    <a:pt x="179" y="0"/>
                    <a:pt x="164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37"/>
            <p:cNvSpPr/>
            <p:nvPr/>
          </p:nvSpPr>
          <p:spPr>
            <a:xfrm>
              <a:off x="2558969" y="3894221"/>
              <a:ext cx="5409" cy="6222"/>
            </a:xfrm>
            <a:custGeom>
              <a:avLst/>
              <a:gdLst/>
              <a:ahLst/>
              <a:cxnLst/>
              <a:rect l="l" t="t" r="r" b="b"/>
              <a:pathLst>
                <a:path w="364" h="422" extrusionOk="0">
                  <a:moveTo>
                    <a:pt x="331" y="0"/>
                  </a:moveTo>
                  <a:cubicBezTo>
                    <a:pt x="326" y="0"/>
                    <a:pt x="322" y="1"/>
                    <a:pt x="317" y="4"/>
                  </a:cubicBezTo>
                  <a:cubicBezTo>
                    <a:pt x="301" y="19"/>
                    <a:pt x="292" y="41"/>
                    <a:pt x="292" y="63"/>
                  </a:cubicBezTo>
                  <a:cubicBezTo>
                    <a:pt x="307" y="148"/>
                    <a:pt x="264" y="176"/>
                    <a:pt x="192" y="198"/>
                  </a:cubicBezTo>
                  <a:cubicBezTo>
                    <a:pt x="138" y="214"/>
                    <a:pt x="88" y="242"/>
                    <a:pt x="47" y="276"/>
                  </a:cubicBezTo>
                  <a:cubicBezTo>
                    <a:pt x="7" y="301"/>
                    <a:pt x="0" y="358"/>
                    <a:pt x="38" y="389"/>
                  </a:cubicBezTo>
                  <a:cubicBezTo>
                    <a:pt x="57" y="410"/>
                    <a:pt x="84" y="421"/>
                    <a:pt x="111" y="421"/>
                  </a:cubicBezTo>
                  <a:cubicBezTo>
                    <a:pt x="134" y="421"/>
                    <a:pt x="156" y="414"/>
                    <a:pt x="176" y="399"/>
                  </a:cubicBezTo>
                  <a:cubicBezTo>
                    <a:pt x="220" y="361"/>
                    <a:pt x="260" y="314"/>
                    <a:pt x="311" y="267"/>
                  </a:cubicBezTo>
                  <a:cubicBezTo>
                    <a:pt x="326" y="201"/>
                    <a:pt x="345" y="132"/>
                    <a:pt x="361" y="63"/>
                  </a:cubicBezTo>
                  <a:cubicBezTo>
                    <a:pt x="364" y="44"/>
                    <a:pt x="361" y="26"/>
                    <a:pt x="354" y="7"/>
                  </a:cubicBezTo>
                  <a:cubicBezTo>
                    <a:pt x="347" y="3"/>
                    <a:pt x="339" y="0"/>
                    <a:pt x="331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37"/>
            <p:cNvSpPr/>
            <p:nvPr/>
          </p:nvSpPr>
          <p:spPr>
            <a:xfrm>
              <a:off x="2595435" y="3884754"/>
              <a:ext cx="6434" cy="2905"/>
            </a:xfrm>
            <a:custGeom>
              <a:avLst/>
              <a:gdLst/>
              <a:ahLst/>
              <a:cxnLst/>
              <a:rect l="l" t="t" r="r" b="b"/>
              <a:pathLst>
                <a:path w="433" h="197" extrusionOk="0">
                  <a:moveTo>
                    <a:pt x="364" y="0"/>
                  </a:moveTo>
                  <a:cubicBezTo>
                    <a:pt x="245" y="19"/>
                    <a:pt x="125" y="47"/>
                    <a:pt x="0" y="75"/>
                  </a:cubicBezTo>
                  <a:cubicBezTo>
                    <a:pt x="30" y="162"/>
                    <a:pt x="43" y="197"/>
                    <a:pt x="68" y="197"/>
                  </a:cubicBezTo>
                  <a:cubicBezTo>
                    <a:pt x="85" y="197"/>
                    <a:pt x="106" y="182"/>
                    <a:pt x="141" y="157"/>
                  </a:cubicBezTo>
                  <a:cubicBezTo>
                    <a:pt x="177" y="132"/>
                    <a:pt x="211" y="105"/>
                    <a:pt x="247" y="105"/>
                  </a:cubicBezTo>
                  <a:cubicBezTo>
                    <a:pt x="271" y="105"/>
                    <a:pt x="296" y="117"/>
                    <a:pt x="323" y="147"/>
                  </a:cubicBezTo>
                  <a:cubicBezTo>
                    <a:pt x="324" y="149"/>
                    <a:pt x="327" y="150"/>
                    <a:pt x="331" y="150"/>
                  </a:cubicBezTo>
                  <a:cubicBezTo>
                    <a:pt x="348" y="150"/>
                    <a:pt x="386" y="135"/>
                    <a:pt x="401" y="119"/>
                  </a:cubicBezTo>
                  <a:cubicBezTo>
                    <a:pt x="420" y="97"/>
                    <a:pt x="433" y="66"/>
                    <a:pt x="429" y="38"/>
                  </a:cubicBezTo>
                  <a:cubicBezTo>
                    <a:pt x="414" y="13"/>
                    <a:pt x="389" y="0"/>
                    <a:pt x="364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37"/>
            <p:cNvSpPr/>
            <p:nvPr/>
          </p:nvSpPr>
          <p:spPr>
            <a:xfrm>
              <a:off x="2565760" y="3891921"/>
              <a:ext cx="3700" cy="1298"/>
            </a:xfrm>
            <a:custGeom>
              <a:avLst/>
              <a:gdLst/>
              <a:ahLst/>
              <a:cxnLst/>
              <a:rect l="l" t="t" r="r" b="b"/>
              <a:pathLst>
                <a:path w="249" h="88" extrusionOk="0">
                  <a:moveTo>
                    <a:pt x="133" y="0"/>
                  </a:moveTo>
                  <a:cubicBezTo>
                    <a:pt x="93" y="0"/>
                    <a:pt x="53" y="25"/>
                    <a:pt x="1" y="75"/>
                  </a:cubicBezTo>
                  <a:lnTo>
                    <a:pt x="248" y="88"/>
                  </a:lnTo>
                  <a:cubicBezTo>
                    <a:pt x="248" y="75"/>
                    <a:pt x="248" y="63"/>
                    <a:pt x="248" y="53"/>
                  </a:cubicBezTo>
                  <a:cubicBezTo>
                    <a:pt x="204" y="18"/>
                    <a:pt x="168" y="0"/>
                    <a:pt x="133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37"/>
            <p:cNvSpPr/>
            <p:nvPr/>
          </p:nvSpPr>
          <p:spPr>
            <a:xfrm>
              <a:off x="2566978" y="3889620"/>
              <a:ext cx="2021" cy="1799"/>
            </a:xfrm>
            <a:custGeom>
              <a:avLst/>
              <a:gdLst/>
              <a:ahLst/>
              <a:cxnLst/>
              <a:rect l="l" t="t" r="r" b="b"/>
              <a:pathLst>
                <a:path w="136" h="122" extrusionOk="0">
                  <a:moveTo>
                    <a:pt x="80" y="1"/>
                  </a:moveTo>
                  <a:cubicBezTo>
                    <a:pt x="61" y="1"/>
                    <a:pt x="32" y="9"/>
                    <a:pt x="0" y="9"/>
                  </a:cubicBezTo>
                  <a:lnTo>
                    <a:pt x="35" y="121"/>
                  </a:lnTo>
                  <a:cubicBezTo>
                    <a:pt x="66" y="112"/>
                    <a:pt x="107" y="109"/>
                    <a:pt x="123" y="90"/>
                  </a:cubicBezTo>
                  <a:cubicBezTo>
                    <a:pt x="135" y="74"/>
                    <a:pt x="116" y="24"/>
                    <a:pt x="98" y="5"/>
                  </a:cubicBezTo>
                  <a:cubicBezTo>
                    <a:pt x="94" y="2"/>
                    <a:pt x="88" y="1"/>
                    <a:pt x="80" y="1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37"/>
            <p:cNvSpPr/>
            <p:nvPr/>
          </p:nvSpPr>
          <p:spPr>
            <a:xfrm>
              <a:off x="2590546" y="3877544"/>
              <a:ext cx="892" cy="2315"/>
            </a:xfrm>
            <a:custGeom>
              <a:avLst/>
              <a:gdLst/>
              <a:ahLst/>
              <a:cxnLst/>
              <a:rect l="l" t="t" r="r" b="b"/>
              <a:pathLst>
                <a:path w="60" h="157" extrusionOk="0">
                  <a:moveTo>
                    <a:pt x="44" y="0"/>
                  </a:moveTo>
                  <a:cubicBezTo>
                    <a:pt x="22" y="35"/>
                    <a:pt x="0" y="54"/>
                    <a:pt x="3" y="72"/>
                  </a:cubicBezTo>
                  <a:cubicBezTo>
                    <a:pt x="6" y="104"/>
                    <a:pt x="16" y="132"/>
                    <a:pt x="31" y="157"/>
                  </a:cubicBezTo>
                  <a:cubicBezTo>
                    <a:pt x="41" y="157"/>
                    <a:pt x="50" y="157"/>
                    <a:pt x="60" y="151"/>
                  </a:cubicBezTo>
                  <a:cubicBezTo>
                    <a:pt x="60" y="126"/>
                    <a:pt x="60" y="101"/>
                    <a:pt x="60" y="75"/>
                  </a:cubicBezTo>
                  <a:cubicBezTo>
                    <a:pt x="56" y="50"/>
                    <a:pt x="50" y="25"/>
                    <a:pt x="44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37"/>
            <p:cNvSpPr/>
            <p:nvPr/>
          </p:nvSpPr>
          <p:spPr>
            <a:xfrm>
              <a:off x="2506112" y="3922784"/>
              <a:ext cx="4711" cy="4025"/>
            </a:xfrm>
            <a:custGeom>
              <a:avLst/>
              <a:gdLst/>
              <a:ahLst/>
              <a:cxnLst/>
              <a:rect l="l" t="t" r="r" b="b"/>
              <a:pathLst>
                <a:path w="317" h="273" extrusionOk="0">
                  <a:moveTo>
                    <a:pt x="317" y="0"/>
                  </a:moveTo>
                  <a:lnTo>
                    <a:pt x="317" y="0"/>
                  </a:lnTo>
                  <a:cubicBezTo>
                    <a:pt x="254" y="38"/>
                    <a:pt x="189" y="69"/>
                    <a:pt x="120" y="97"/>
                  </a:cubicBezTo>
                  <a:cubicBezTo>
                    <a:pt x="13" y="132"/>
                    <a:pt x="0" y="141"/>
                    <a:pt x="16" y="273"/>
                  </a:cubicBezTo>
                  <a:cubicBezTo>
                    <a:pt x="189" y="235"/>
                    <a:pt x="304" y="126"/>
                    <a:pt x="317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37"/>
            <p:cNvSpPr/>
            <p:nvPr/>
          </p:nvSpPr>
          <p:spPr>
            <a:xfrm>
              <a:off x="2513557" y="3919894"/>
              <a:ext cx="4265" cy="1578"/>
            </a:xfrm>
            <a:custGeom>
              <a:avLst/>
              <a:gdLst/>
              <a:ahLst/>
              <a:cxnLst/>
              <a:rect l="l" t="t" r="r" b="b"/>
              <a:pathLst>
                <a:path w="287" h="107" extrusionOk="0">
                  <a:moveTo>
                    <a:pt x="103" y="0"/>
                  </a:moveTo>
                  <a:cubicBezTo>
                    <a:pt x="69" y="0"/>
                    <a:pt x="35" y="7"/>
                    <a:pt x="1" y="30"/>
                  </a:cubicBezTo>
                  <a:cubicBezTo>
                    <a:pt x="56" y="80"/>
                    <a:pt x="99" y="106"/>
                    <a:pt x="142" y="106"/>
                  </a:cubicBezTo>
                  <a:cubicBezTo>
                    <a:pt x="187" y="106"/>
                    <a:pt x="231" y="77"/>
                    <a:pt x="286" y="18"/>
                  </a:cubicBezTo>
                  <a:lnTo>
                    <a:pt x="286" y="18"/>
                  </a:lnTo>
                  <a:cubicBezTo>
                    <a:pt x="281" y="18"/>
                    <a:pt x="275" y="18"/>
                    <a:pt x="270" y="18"/>
                  </a:cubicBezTo>
                  <a:cubicBezTo>
                    <a:pt x="212" y="18"/>
                    <a:pt x="157" y="0"/>
                    <a:pt x="103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37"/>
            <p:cNvSpPr/>
            <p:nvPr/>
          </p:nvSpPr>
          <p:spPr>
            <a:xfrm>
              <a:off x="2520645" y="3916915"/>
              <a:ext cx="2244" cy="1991"/>
            </a:xfrm>
            <a:custGeom>
              <a:avLst/>
              <a:gdLst/>
              <a:ahLst/>
              <a:cxnLst/>
              <a:rect l="l" t="t" r="r" b="b"/>
              <a:pathLst>
                <a:path w="151" h="135" extrusionOk="0">
                  <a:moveTo>
                    <a:pt x="151" y="0"/>
                  </a:moveTo>
                  <a:cubicBezTo>
                    <a:pt x="79" y="0"/>
                    <a:pt x="22" y="13"/>
                    <a:pt x="3" y="82"/>
                  </a:cubicBezTo>
                  <a:cubicBezTo>
                    <a:pt x="0" y="94"/>
                    <a:pt x="41" y="135"/>
                    <a:pt x="60" y="135"/>
                  </a:cubicBezTo>
                  <a:cubicBezTo>
                    <a:pt x="141" y="132"/>
                    <a:pt x="135" y="66"/>
                    <a:pt x="151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37"/>
            <p:cNvSpPr/>
            <p:nvPr/>
          </p:nvSpPr>
          <p:spPr>
            <a:xfrm>
              <a:off x="2532979" y="3905870"/>
              <a:ext cx="2066" cy="988"/>
            </a:xfrm>
            <a:custGeom>
              <a:avLst/>
              <a:gdLst/>
              <a:ahLst/>
              <a:cxnLst/>
              <a:rect l="l" t="t" r="r" b="b"/>
              <a:pathLst>
                <a:path w="139" h="67" extrusionOk="0">
                  <a:moveTo>
                    <a:pt x="132" y="0"/>
                  </a:moveTo>
                  <a:lnTo>
                    <a:pt x="1" y="28"/>
                  </a:lnTo>
                  <a:cubicBezTo>
                    <a:pt x="25" y="57"/>
                    <a:pt x="45" y="66"/>
                    <a:pt x="62" y="66"/>
                  </a:cubicBezTo>
                  <a:cubicBezTo>
                    <a:pt x="91" y="66"/>
                    <a:pt x="113" y="39"/>
                    <a:pt x="139" y="25"/>
                  </a:cubicBezTo>
                  <a:cubicBezTo>
                    <a:pt x="135" y="16"/>
                    <a:pt x="135" y="10"/>
                    <a:pt x="132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37"/>
            <p:cNvSpPr/>
            <p:nvPr/>
          </p:nvSpPr>
          <p:spPr>
            <a:xfrm>
              <a:off x="5003122" y="4437064"/>
              <a:ext cx="10446" cy="11000"/>
            </a:xfrm>
            <a:custGeom>
              <a:avLst/>
              <a:gdLst/>
              <a:ahLst/>
              <a:cxnLst/>
              <a:rect l="l" t="t" r="r" b="b"/>
              <a:pathLst>
                <a:path w="703" h="746" extrusionOk="0">
                  <a:moveTo>
                    <a:pt x="495" y="1"/>
                  </a:moveTo>
                  <a:cubicBezTo>
                    <a:pt x="395" y="1"/>
                    <a:pt x="291" y="83"/>
                    <a:pt x="279" y="178"/>
                  </a:cubicBezTo>
                  <a:cubicBezTo>
                    <a:pt x="274" y="252"/>
                    <a:pt x="260" y="275"/>
                    <a:pt x="204" y="275"/>
                  </a:cubicBezTo>
                  <a:cubicBezTo>
                    <a:pt x="193" y="275"/>
                    <a:pt x="180" y="274"/>
                    <a:pt x="166" y="272"/>
                  </a:cubicBezTo>
                  <a:cubicBezTo>
                    <a:pt x="135" y="272"/>
                    <a:pt x="82" y="278"/>
                    <a:pt x="72" y="297"/>
                  </a:cubicBezTo>
                  <a:cubicBezTo>
                    <a:pt x="38" y="357"/>
                    <a:pt x="16" y="426"/>
                    <a:pt x="6" y="495"/>
                  </a:cubicBezTo>
                  <a:cubicBezTo>
                    <a:pt x="0" y="557"/>
                    <a:pt x="21" y="587"/>
                    <a:pt x="61" y="587"/>
                  </a:cubicBezTo>
                  <a:cubicBezTo>
                    <a:pt x="81" y="587"/>
                    <a:pt x="106" y="579"/>
                    <a:pt x="135" y="564"/>
                  </a:cubicBezTo>
                  <a:cubicBezTo>
                    <a:pt x="197" y="532"/>
                    <a:pt x="263" y="504"/>
                    <a:pt x="332" y="482"/>
                  </a:cubicBezTo>
                  <a:cubicBezTo>
                    <a:pt x="348" y="476"/>
                    <a:pt x="363" y="474"/>
                    <a:pt x="378" y="474"/>
                  </a:cubicBezTo>
                  <a:cubicBezTo>
                    <a:pt x="426" y="474"/>
                    <a:pt x="466" y="502"/>
                    <a:pt x="505" y="539"/>
                  </a:cubicBezTo>
                  <a:cubicBezTo>
                    <a:pt x="558" y="586"/>
                    <a:pt x="523" y="617"/>
                    <a:pt x="505" y="661"/>
                  </a:cubicBezTo>
                  <a:cubicBezTo>
                    <a:pt x="495" y="683"/>
                    <a:pt x="511" y="717"/>
                    <a:pt x="514" y="742"/>
                  </a:cubicBezTo>
                  <a:lnTo>
                    <a:pt x="542" y="745"/>
                  </a:lnTo>
                  <a:cubicBezTo>
                    <a:pt x="555" y="714"/>
                    <a:pt x="564" y="683"/>
                    <a:pt x="574" y="648"/>
                  </a:cubicBezTo>
                  <a:cubicBezTo>
                    <a:pt x="586" y="560"/>
                    <a:pt x="599" y="473"/>
                    <a:pt x="683" y="413"/>
                  </a:cubicBezTo>
                  <a:cubicBezTo>
                    <a:pt x="702" y="401"/>
                    <a:pt x="699" y="354"/>
                    <a:pt x="696" y="322"/>
                  </a:cubicBezTo>
                  <a:cubicBezTo>
                    <a:pt x="696" y="228"/>
                    <a:pt x="605" y="137"/>
                    <a:pt x="702" y="37"/>
                  </a:cubicBezTo>
                  <a:cubicBezTo>
                    <a:pt x="686" y="28"/>
                    <a:pt x="674" y="9"/>
                    <a:pt x="658" y="6"/>
                  </a:cubicBezTo>
                  <a:cubicBezTo>
                    <a:pt x="648" y="5"/>
                    <a:pt x="638" y="5"/>
                    <a:pt x="628" y="5"/>
                  </a:cubicBezTo>
                  <a:cubicBezTo>
                    <a:pt x="610" y="5"/>
                    <a:pt x="591" y="6"/>
                    <a:pt x="572" y="6"/>
                  </a:cubicBezTo>
                  <a:cubicBezTo>
                    <a:pt x="555" y="6"/>
                    <a:pt x="538" y="5"/>
                    <a:pt x="520" y="3"/>
                  </a:cubicBezTo>
                  <a:cubicBezTo>
                    <a:pt x="512" y="1"/>
                    <a:pt x="503" y="1"/>
                    <a:pt x="495" y="1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37"/>
            <p:cNvSpPr/>
            <p:nvPr/>
          </p:nvSpPr>
          <p:spPr>
            <a:xfrm>
              <a:off x="5011221" y="4431889"/>
              <a:ext cx="3225" cy="1711"/>
            </a:xfrm>
            <a:custGeom>
              <a:avLst/>
              <a:gdLst/>
              <a:ahLst/>
              <a:cxnLst/>
              <a:rect l="l" t="t" r="r" b="b"/>
              <a:pathLst>
                <a:path w="217" h="116" extrusionOk="0">
                  <a:moveTo>
                    <a:pt x="118" y="0"/>
                  </a:moveTo>
                  <a:cubicBezTo>
                    <a:pt x="86" y="0"/>
                    <a:pt x="49" y="35"/>
                    <a:pt x="0" y="106"/>
                  </a:cubicBezTo>
                  <a:lnTo>
                    <a:pt x="217" y="115"/>
                  </a:lnTo>
                  <a:cubicBezTo>
                    <a:pt x="183" y="39"/>
                    <a:pt x="153" y="0"/>
                    <a:pt x="118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37"/>
            <p:cNvSpPr/>
            <p:nvPr/>
          </p:nvSpPr>
          <p:spPr>
            <a:xfrm>
              <a:off x="4990075" y="4453963"/>
              <a:ext cx="2482" cy="1961"/>
            </a:xfrm>
            <a:custGeom>
              <a:avLst/>
              <a:gdLst/>
              <a:ahLst/>
              <a:cxnLst/>
              <a:rect l="l" t="t" r="r" b="b"/>
              <a:pathLst>
                <a:path w="167" h="133" extrusionOk="0">
                  <a:moveTo>
                    <a:pt x="145" y="0"/>
                  </a:moveTo>
                  <a:cubicBezTo>
                    <a:pt x="107" y="10"/>
                    <a:pt x="73" y="22"/>
                    <a:pt x="38" y="41"/>
                  </a:cubicBezTo>
                  <a:cubicBezTo>
                    <a:pt x="19" y="54"/>
                    <a:pt x="13" y="85"/>
                    <a:pt x="1" y="107"/>
                  </a:cubicBezTo>
                  <a:cubicBezTo>
                    <a:pt x="23" y="115"/>
                    <a:pt x="56" y="132"/>
                    <a:pt x="76" y="132"/>
                  </a:cubicBezTo>
                  <a:cubicBezTo>
                    <a:pt x="81" y="132"/>
                    <a:pt x="85" y="131"/>
                    <a:pt x="88" y="129"/>
                  </a:cubicBezTo>
                  <a:cubicBezTo>
                    <a:pt x="120" y="98"/>
                    <a:pt x="145" y="60"/>
                    <a:pt x="167" y="2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37"/>
            <p:cNvSpPr/>
            <p:nvPr/>
          </p:nvSpPr>
          <p:spPr>
            <a:xfrm>
              <a:off x="5003166" y="4438849"/>
              <a:ext cx="2392" cy="1357"/>
            </a:xfrm>
            <a:custGeom>
              <a:avLst/>
              <a:gdLst/>
              <a:ahLst/>
              <a:cxnLst/>
              <a:rect l="l" t="t" r="r" b="b"/>
              <a:pathLst>
                <a:path w="161" h="92" extrusionOk="0">
                  <a:moveTo>
                    <a:pt x="16" y="1"/>
                  </a:moveTo>
                  <a:lnTo>
                    <a:pt x="0" y="29"/>
                  </a:lnTo>
                  <a:cubicBezTo>
                    <a:pt x="22" y="51"/>
                    <a:pt x="41" y="88"/>
                    <a:pt x="63" y="92"/>
                  </a:cubicBezTo>
                  <a:cubicBezTo>
                    <a:pt x="65" y="92"/>
                    <a:pt x="67" y="92"/>
                    <a:pt x="68" y="92"/>
                  </a:cubicBezTo>
                  <a:cubicBezTo>
                    <a:pt x="98" y="92"/>
                    <a:pt x="130" y="69"/>
                    <a:pt x="160" y="57"/>
                  </a:cubicBezTo>
                  <a:cubicBezTo>
                    <a:pt x="160" y="45"/>
                    <a:pt x="157" y="32"/>
                    <a:pt x="157" y="20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37"/>
            <p:cNvSpPr/>
            <p:nvPr/>
          </p:nvSpPr>
          <p:spPr>
            <a:xfrm>
              <a:off x="4953386" y="4447563"/>
              <a:ext cx="1962" cy="1283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62" y="0"/>
                  </a:moveTo>
                  <a:cubicBezTo>
                    <a:pt x="49" y="0"/>
                    <a:pt x="35" y="5"/>
                    <a:pt x="19" y="15"/>
                  </a:cubicBezTo>
                  <a:cubicBezTo>
                    <a:pt x="3" y="24"/>
                    <a:pt x="6" y="55"/>
                    <a:pt x="0" y="77"/>
                  </a:cubicBezTo>
                  <a:lnTo>
                    <a:pt x="129" y="87"/>
                  </a:lnTo>
                  <a:cubicBezTo>
                    <a:pt x="129" y="74"/>
                    <a:pt x="129" y="62"/>
                    <a:pt x="132" y="49"/>
                  </a:cubicBezTo>
                  <a:cubicBezTo>
                    <a:pt x="112" y="21"/>
                    <a:pt x="90" y="0"/>
                    <a:pt x="62" y="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37"/>
            <p:cNvSpPr/>
            <p:nvPr/>
          </p:nvSpPr>
          <p:spPr>
            <a:xfrm>
              <a:off x="2424338" y="3424490"/>
              <a:ext cx="713250" cy="381556"/>
            </a:xfrm>
            <a:custGeom>
              <a:avLst/>
              <a:gdLst/>
              <a:ahLst/>
              <a:cxnLst/>
              <a:rect l="l" t="t" r="r" b="b"/>
              <a:pathLst>
                <a:path w="47998" h="25877" extrusionOk="0">
                  <a:moveTo>
                    <a:pt x="2304" y="0"/>
                  </a:moveTo>
                  <a:cubicBezTo>
                    <a:pt x="1032" y="0"/>
                    <a:pt x="1" y="1031"/>
                    <a:pt x="1" y="2301"/>
                  </a:cubicBezTo>
                  <a:lnTo>
                    <a:pt x="1" y="16114"/>
                  </a:lnTo>
                  <a:cubicBezTo>
                    <a:pt x="1" y="16653"/>
                    <a:pt x="189" y="17174"/>
                    <a:pt x="530" y="17584"/>
                  </a:cubicBezTo>
                  <a:cubicBezTo>
                    <a:pt x="540" y="17594"/>
                    <a:pt x="546" y="17603"/>
                    <a:pt x="552" y="17612"/>
                  </a:cubicBezTo>
                  <a:cubicBezTo>
                    <a:pt x="561" y="17622"/>
                    <a:pt x="568" y="17631"/>
                    <a:pt x="574" y="17641"/>
                  </a:cubicBezTo>
                  <a:cubicBezTo>
                    <a:pt x="583" y="17650"/>
                    <a:pt x="590" y="17659"/>
                    <a:pt x="596" y="17669"/>
                  </a:cubicBezTo>
                  <a:cubicBezTo>
                    <a:pt x="602" y="17678"/>
                    <a:pt x="612" y="17688"/>
                    <a:pt x="618" y="17697"/>
                  </a:cubicBezTo>
                  <a:cubicBezTo>
                    <a:pt x="624" y="17703"/>
                    <a:pt x="634" y="17716"/>
                    <a:pt x="640" y="17722"/>
                  </a:cubicBezTo>
                  <a:cubicBezTo>
                    <a:pt x="646" y="17731"/>
                    <a:pt x="652" y="17741"/>
                    <a:pt x="662" y="17750"/>
                  </a:cubicBezTo>
                  <a:cubicBezTo>
                    <a:pt x="668" y="17760"/>
                    <a:pt x="674" y="17769"/>
                    <a:pt x="684" y="17779"/>
                  </a:cubicBezTo>
                  <a:cubicBezTo>
                    <a:pt x="690" y="17788"/>
                    <a:pt x="696" y="17797"/>
                    <a:pt x="706" y="17807"/>
                  </a:cubicBezTo>
                  <a:cubicBezTo>
                    <a:pt x="712" y="17816"/>
                    <a:pt x="718" y="17826"/>
                    <a:pt x="728" y="17835"/>
                  </a:cubicBezTo>
                  <a:cubicBezTo>
                    <a:pt x="734" y="17844"/>
                    <a:pt x="740" y="17854"/>
                    <a:pt x="746" y="17860"/>
                  </a:cubicBezTo>
                  <a:cubicBezTo>
                    <a:pt x="756" y="17869"/>
                    <a:pt x="762" y="17879"/>
                    <a:pt x="768" y="17888"/>
                  </a:cubicBezTo>
                  <a:cubicBezTo>
                    <a:pt x="778" y="17898"/>
                    <a:pt x="784" y="17907"/>
                    <a:pt x="790" y="17916"/>
                  </a:cubicBezTo>
                  <a:cubicBezTo>
                    <a:pt x="800" y="17926"/>
                    <a:pt x="806" y="17935"/>
                    <a:pt x="812" y="17945"/>
                  </a:cubicBezTo>
                  <a:cubicBezTo>
                    <a:pt x="822" y="17954"/>
                    <a:pt x="828" y="17963"/>
                    <a:pt x="834" y="17973"/>
                  </a:cubicBezTo>
                  <a:cubicBezTo>
                    <a:pt x="840" y="17979"/>
                    <a:pt x="850" y="17992"/>
                    <a:pt x="856" y="17998"/>
                  </a:cubicBezTo>
                  <a:cubicBezTo>
                    <a:pt x="862" y="18007"/>
                    <a:pt x="869" y="18017"/>
                    <a:pt x="878" y="18026"/>
                  </a:cubicBezTo>
                  <a:cubicBezTo>
                    <a:pt x="884" y="18035"/>
                    <a:pt x="891" y="18045"/>
                    <a:pt x="900" y="18054"/>
                  </a:cubicBezTo>
                  <a:cubicBezTo>
                    <a:pt x="906" y="18064"/>
                    <a:pt x="912" y="18073"/>
                    <a:pt x="922" y="18082"/>
                  </a:cubicBezTo>
                  <a:cubicBezTo>
                    <a:pt x="928" y="18092"/>
                    <a:pt x="934" y="18101"/>
                    <a:pt x="944" y="18111"/>
                  </a:cubicBezTo>
                  <a:cubicBezTo>
                    <a:pt x="950" y="18120"/>
                    <a:pt x="956" y="18129"/>
                    <a:pt x="963" y="18136"/>
                  </a:cubicBezTo>
                  <a:cubicBezTo>
                    <a:pt x="972" y="18145"/>
                    <a:pt x="978" y="18155"/>
                    <a:pt x="985" y="18164"/>
                  </a:cubicBezTo>
                  <a:cubicBezTo>
                    <a:pt x="994" y="18173"/>
                    <a:pt x="1000" y="18183"/>
                    <a:pt x="1006" y="18192"/>
                  </a:cubicBezTo>
                  <a:cubicBezTo>
                    <a:pt x="1016" y="18202"/>
                    <a:pt x="1022" y="18211"/>
                    <a:pt x="1028" y="18220"/>
                  </a:cubicBezTo>
                  <a:cubicBezTo>
                    <a:pt x="1038" y="18230"/>
                    <a:pt x="1044" y="18239"/>
                    <a:pt x="1050" y="18249"/>
                  </a:cubicBezTo>
                  <a:cubicBezTo>
                    <a:pt x="1057" y="18255"/>
                    <a:pt x="1066" y="18267"/>
                    <a:pt x="1072" y="18274"/>
                  </a:cubicBezTo>
                  <a:cubicBezTo>
                    <a:pt x="1079" y="18283"/>
                    <a:pt x="1088" y="18292"/>
                    <a:pt x="1094" y="18302"/>
                  </a:cubicBezTo>
                  <a:cubicBezTo>
                    <a:pt x="1100" y="18311"/>
                    <a:pt x="1107" y="18321"/>
                    <a:pt x="1116" y="18330"/>
                  </a:cubicBezTo>
                  <a:cubicBezTo>
                    <a:pt x="1122" y="18339"/>
                    <a:pt x="1129" y="18349"/>
                    <a:pt x="1138" y="18358"/>
                  </a:cubicBezTo>
                  <a:cubicBezTo>
                    <a:pt x="1144" y="18368"/>
                    <a:pt x="1151" y="18377"/>
                    <a:pt x="1160" y="18386"/>
                  </a:cubicBezTo>
                  <a:cubicBezTo>
                    <a:pt x="1166" y="18393"/>
                    <a:pt x="1173" y="18405"/>
                    <a:pt x="1182" y="18415"/>
                  </a:cubicBezTo>
                  <a:cubicBezTo>
                    <a:pt x="1188" y="18421"/>
                    <a:pt x="1195" y="18430"/>
                    <a:pt x="1201" y="18440"/>
                  </a:cubicBezTo>
                  <a:cubicBezTo>
                    <a:pt x="1210" y="18449"/>
                    <a:pt x="1216" y="18459"/>
                    <a:pt x="1223" y="18468"/>
                  </a:cubicBezTo>
                  <a:cubicBezTo>
                    <a:pt x="1232" y="18477"/>
                    <a:pt x="1238" y="18487"/>
                    <a:pt x="1245" y="18496"/>
                  </a:cubicBezTo>
                  <a:cubicBezTo>
                    <a:pt x="1254" y="18506"/>
                    <a:pt x="1260" y="18515"/>
                    <a:pt x="1267" y="18524"/>
                  </a:cubicBezTo>
                  <a:cubicBezTo>
                    <a:pt x="1276" y="18534"/>
                    <a:pt x="1282" y="18543"/>
                    <a:pt x="1289" y="18553"/>
                  </a:cubicBezTo>
                  <a:cubicBezTo>
                    <a:pt x="1295" y="18559"/>
                    <a:pt x="1304" y="18568"/>
                    <a:pt x="1310" y="18578"/>
                  </a:cubicBezTo>
                  <a:cubicBezTo>
                    <a:pt x="1317" y="18587"/>
                    <a:pt x="1323" y="18596"/>
                    <a:pt x="1332" y="18606"/>
                  </a:cubicBezTo>
                  <a:cubicBezTo>
                    <a:pt x="1339" y="18615"/>
                    <a:pt x="1345" y="18625"/>
                    <a:pt x="1354" y="18634"/>
                  </a:cubicBezTo>
                  <a:cubicBezTo>
                    <a:pt x="1361" y="18643"/>
                    <a:pt x="1367" y="18653"/>
                    <a:pt x="1376" y="18662"/>
                  </a:cubicBezTo>
                  <a:cubicBezTo>
                    <a:pt x="1383" y="18669"/>
                    <a:pt x="1389" y="18681"/>
                    <a:pt x="1398" y="18687"/>
                  </a:cubicBezTo>
                  <a:cubicBezTo>
                    <a:pt x="1404" y="18697"/>
                    <a:pt x="1411" y="18706"/>
                    <a:pt x="1417" y="18716"/>
                  </a:cubicBezTo>
                  <a:cubicBezTo>
                    <a:pt x="1426" y="18725"/>
                    <a:pt x="1433" y="18734"/>
                    <a:pt x="1439" y="18744"/>
                  </a:cubicBezTo>
                  <a:cubicBezTo>
                    <a:pt x="1448" y="18753"/>
                    <a:pt x="1455" y="18763"/>
                    <a:pt x="1461" y="18772"/>
                  </a:cubicBezTo>
                  <a:cubicBezTo>
                    <a:pt x="1470" y="18781"/>
                    <a:pt x="1477" y="18791"/>
                    <a:pt x="1483" y="18800"/>
                  </a:cubicBezTo>
                  <a:cubicBezTo>
                    <a:pt x="1492" y="18806"/>
                    <a:pt x="1498" y="18819"/>
                    <a:pt x="1505" y="18825"/>
                  </a:cubicBezTo>
                  <a:cubicBezTo>
                    <a:pt x="1511" y="18835"/>
                    <a:pt x="1520" y="18844"/>
                    <a:pt x="1527" y="18853"/>
                  </a:cubicBezTo>
                  <a:cubicBezTo>
                    <a:pt x="1533" y="18863"/>
                    <a:pt x="1542" y="18872"/>
                    <a:pt x="1549" y="18882"/>
                  </a:cubicBezTo>
                  <a:cubicBezTo>
                    <a:pt x="1555" y="18891"/>
                    <a:pt x="1561" y="18900"/>
                    <a:pt x="1571" y="18910"/>
                  </a:cubicBezTo>
                  <a:cubicBezTo>
                    <a:pt x="1577" y="18919"/>
                    <a:pt x="1583" y="18929"/>
                    <a:pt x="1593" y="18938"/>
                  </a:cubicBezTo>
                  <a:cubicBezTo>
                    <a:pt x="1599" y="18944"/>
                    <a:pt x="1605" y="18957"/>
                    <a:pt x="1614" y="18963"/>
                  </a:cubicBezTo>
                  <a:cubicBezTo>
                    <a:pt x="1621" y="18972"/>
                    <a:pt x="1627" y="18982"/>
                    <a:pt x="1636" y="18991"/>
                  </a:cubicBezTo>
                  <a:cubicBezTo>
                    <a:pt x="1643" y="19001"/>
                    <a:pt x="1649" y="19010"/>
                    <a:pt x="1655" y="19019"/>
                  </a:cubicBezTo>
                  <a:cubicBezTo>
                    <a:pt x="1665" y="19029"/>
                    <a:pt x="1671" y="19038"/>
                    <a:pt x="1677" y="19048"/>
                  </a:cubicBezTo>
                  <a:cubicBezTo>
                    <a:pt x="1687" y="19057"/>
                    <a:pt x="1693" y="19066"/>
                    <a:pt x="1699" y="19076"/>
                  </a:cubicBezTo>
                  <a:cubicBezTo>
                    <a:pt x="1708" y="19082"/>
                    <a:pt x="1715" y="19095"/>
                    <a:pt x="1721" y="19101"/>
                  </a:cubicBezTo>
                  <a:cubicBezTo>
                    <a:pt x="1730" y="19110"/>
                    <a:pt x="1737" y="19120"/>
                    <a:pt x="1743" y="19129"/>
                  </a:cubicBezTo>
                  <a:cubicBezTo>
                    <a:pt x="1749" y="19139"/>
                    <a:pt x="1759" y="19148"/>
                    <a:pt x="1765" y="19157"/>
                  </a:cubicBezTo>
                  <a:cubicBezTo>
                    <a:pt x="1771" y="19167"/>
                    <a:pt x="1777" y="19176"/>
                    <a:pt x="1787" y="19186"/>
                  </a:cubicBezTo>
                  <a:cubicBezTo>
                    <a:pt x="1793" y="19195"/>
                    <a:pt x="1799" y="19204"/>
                    <a:pt x="1809" y="19214"/>
                  </a:cubicBezTo>
                  <a:cubicBezTo>
                    <a:pt x="1815" y="19220"/>
                    <a:pt x="1821" y="19233"/>
                    <a:pt x="1831" y="19239"/>
                  </a:cubicBezTo>
                  <a:cubicBezTo>
                    <a:pt x="1837" y="19248"/>
                    <a:pt x="1843" y="19258"/>
                    <a:pt x="1853" y="19267"/>
                  </a:cubicBezTo>
                  <a:cubicBezTo>
                    <a:pt x="1859" y="19276"/>
                    <a:pt x="1865" y="19286"/>
                    <a:pt x="1871" y="19295"/>
                  </a:cubicBezTo>
                  <a:cubicBezTo>
                    <a:pt x="1881" y="19305"/>
                    <a:pt x="1887" y="19314"/>
                    <a:pt x="1893" y="19323"/>
                  </a:cubicBezTo>
                  <a:cubicBezTo>
                    <a:pt x="1903" y="19333"/>
                    <a:pt x="1909" y="19342"/>
                    <a:pt x="1915" y="19352"/>
                  </a:cubicBezTo>
                  <a:cubicBezTo>
                    <a:pt x="1925" y="19358"/>
                    <a:pt x="1931" y="19370"/>
                    <a:pt x="1937" y="19377"/>
                  </a:cubicBezTo>
                  <a:cubicBezTo>
                    <a:pt x="1947" y="19386"/>
                    <a:pt x="1953" y="19396"/>
                    <a:pt x="1959" y="19405"/>
                  </a:cubicBezTo>
                  <a:cubicBezTo>
                    <a:pt x="1965" y="19414"/>
                    <a:pt x="1975" y="19424"/>
                    <a:pt x="1981" y="19433"/>
                  </a:cubicBezTo>
                  <a:cubicBezTo>
                    <a:pt x="1987" y="19443"/>
                    <a:pt x="1997" y="19452"/>
                    <a:pt x="2003" y="19461"/>
                  </a:cubicBezTo>
                  <a:cubicBezTo>
                    <a:pt x="2009" y="19471"/>
                    <a:pt x="2016" y="19480"/>
                    <a:pt x="2025" y="19490"/>
                  </a:cubicBezTo>
                  <a:cubicBezTo>
                    <a:pt x="2031" y="19499"/>
                    <a:pt x="2038" y="19508"/>
                    <a:pt x="2047" y="19515"/>
                  </a:cubicBezTo>
                  <a:cubicBezTo>
                    <a:pt x="2053" y="19524"/>
                    <a:pt x="2059" y="19533"/>
                    <a:pt x="2069" y="19543"/>
                  </a:cubicBezTo>
                  <a:cubicBezTo>
                    <a:pt x="2075" y="19552"/>
                    <a:pt x="2081" y="19562"/>
                    <a:pt x="2091" y="19571"/>
                  </a:cubicBezTo>
                  <a:cubicBezTo>
                    <a:pt x="2097" y="19580"/>
                    <a:pt x="2103" y="19590"/>
                    <a:pt x="2110" y="19599"/>
                  </a:cubicBezTo>
                  <a:cubicBezTo>
                    <a:pt x="2119" y="19609"/>
                    <a:pt x="2125" y="19618"/>
                    <a:pt x="2132" y="19627"/>
                  </a:cubicBezTo>
                  <a:cubicBezTo>
                    <a:pt x="2141" y="19637"/>
                    <a:pt x="2147" y="19646"/>
                    <a:pt x="2153" y="19653"/>
                  </a:cubicBezTo>
                  <a:cubicBezTo>
                    <a:pt x="2163" y="19662"/>
                    <a:pt x="2169" y="19671"/>
                    <a:pt x="2175" y="19681"/>
                  </a:cubicBezTo>
                  <a:cubicBezTo>
                    <a:pt x="2182" y="19690"/>
                    <a:pt x="2191" y="19700"/>
                    <a:pt x="2197" y="19709"/>
                  </a:cubicBezTo>
                  <a:cubicBezTo>
                    <a:pt x="2204" y="19718"/>
                    <a:pt x="2213" y="19728"/>
                    <a:pt x="2219" y="19737"/>
                  </a:cubicBezTo>
                  <a:cubicBezTo>
                    <a:pt x="2226" y="19747"/>
                    <a:pt x="2232" y="19756"/>
                    <a:pt x="2241" y="19765"/>
                  </a:cubicBezTo>
                  <a:cubicBezTo>
                    <a:pt x="2247" y="19775"/>
                    <a:pt x="2254" y="19784"/>
                    <a:pt x="2263" y="19790"/>
                  </a:cubicBezTo>
                  <a:cubicBezTo>
                    <a:pt x="2269" y="19800"/>
                    <a:pt x="2276" y="19809"/>
                    <a:pt x="2285" y="19819"/>
                  </a:cubicBezTo>
                  <a:cubicBezTo>
                    <a:pt x="2291" y="19828"/>
                    <a:pt x="2298" y="19837"/>
                    <a:pt x="2307" y="19847"/>
                  </a:cubicBezTo>
                  <a:cubicBezTo>
                    <a:pt x="2313" y="19856"/>
                    <a:pt x="2320" y="19866"/>
                    <a:pt x="2326" y="19875"/>
                  </a:cubicBezTo>
                  <a:cubicBezTo>
                    <a:pt x="2335" y="19884"/>
                    <a:pt x="2341" y="19894"/>
                    <a:pt x="2348" y="19903"/>
                  </a:cubicBezTo>
                  <a:cubicBezTo>
                    <a:pt x="2357" y="19909"/>
                    <a:pt x="2363" y="19922"/>
                    <a:pt x="2370" y="19928"/>
                  </a:cubicBezTo>
                  <a:cubicBezTo>
                    <a:pt x="2379" y="19938"/>
                    <a:pt x="2385" y="19947"/>
                    <a:pt x="2392" y="19956"/>
                  </a:cubicBezTo>
                  <a:cubicBezTo>
                    <a:pt x="2401" y="19966"/>
                    <a:pt x="2407" y="19975"/>
                    <a:pt x="2414" y="19985"/>
                  </a:cubicBezTo>
                  <a:cubicBezTo>
                    <a:pt x="2420" y="19994"/>
                    <a:pt x="2429" y="20004"/>
                    <a:pt x="2435" y="20013"/>
                  </a:cubicBezTo>
                  <a:cubicBezTo>
                    <a:pt x="2442" y="20022"/>
                    <a:pt x="2451" y="20032"/>
                    <a:pt x="2457" y="20041"/>
                  </a:cubicBezTo>
                  <a:cubicBezTo>
                    <a:pt x="2464" y="20051"/>
                    <a:pt x="2470" y="20060"/>
                    <a:pt x="2479" y="20066"/>
                  </a:cubicBezTo>
                  <a:cubicBezTo>
                    <a:pt x="2486" y="20076"/>
                    <a:pt x="2492" y="20085"/>
                    <a:pt x="2501" y="20094"/>
                  </a:cubicBezTo>
                  <a:cubicBezTo>
                    <a:pt x="2508" y="20104"/>
                    <a:pt x="2514" y="20113"/>
                    <a:pt x="2523" y="20123"/>
                  </a:cubicBezTo>
                  <a:cubicBezTo>
                    <a:pt x="2530" y="20132"/>
                    <a:pt x="2536" y="20141"/>
                    <a:pt x="2545" y="20151"/>
                  </a:cubicBezTo>
                  <a:cubicBezTo>
                    <a:pt x="2551" y="20160"/>
                    <a:pt x="2558" y="20170"/>
                    <a:pt x="2564" y="20179"/>
                  </a:cubicBezTo>
                  <a:cubicBezTo>
                    <a:pt x="2573" y="20188"/>
                    <a:pt x="2580" y="20198"/>
                    <a:pt x="2586" y="20204"/>
                  </a:cubicBezTo>
                  <a:cubicBezTo>
                    <a:pt x="2595" y="20213"/>
                    <a:pt x="2602" y="20223"/>
                    <a:pt x="2608" y="20232"/>
                  </a:cubicBezTo>
                  <a:cubicBezTo>
                    <a:pt x="2617" y="20242"/>
                    <a:pt x="2624" y="20251"/>
                    <a:pt x="2630" y="20260"/>
                  </a:cubicBezTo>
                  <a:cubicBezTo>
                    <a:pt x="2636" y="20270"/>
                    <a:pt x="2645" y="20279"/>
                    <a:pt x="2652" y="20289"/>
                  </a:cubicBezTo>
                  <a:cubicBezTo>
                    <a:pt x="2658" y="20298"/>
                    <a:pt x="2667" y="20307"/>
                    <a:pt x="2674" y="20317"/>
                  </a:cubicBezTo>
                  <a:cubicBezTo>
                    <a:pt x="2680" y="20326"/>
                    <a:pt x="2686" y="20336"/>
                    <a:pt x="2696" y="20342"/>
                  </a:cubicBezTo>
                  <a:cubicBezTo>
                    <a:pt x="2702" y="20351"/>
                    <a:pt x="2708" y="20361"/>
                    <a:pt x="2718" y="20370"/>
                  </a:cubicBezTo>
                  <a:cubicBezTo>
                    <a:pt x="2724" y="20380"/>
                    <a:pt x="2730" y="20389"/>
                    <a:pt x="2739" y="20398"/>
                  </a:cubicBezTo>
                  <a:cubicBezTo>
                    <a:pt x="2746" y="20408"/>
                    <a:pt x="2752" y="20417"/>
                    <a:pt x="2761" y="20427"/>
                  </a:cubicBezTo>
                  <a:cubicBezTo>
                    <a:pt x="2768" y="20436"/>
                    <a:pt x="2774" y="20445"/>
                    <a:pt x="2780" y="20455"/>
                  </a:cubicBezTo>
                  <a:cubicBezTo>
                    <a:pt x="2790" y="20464"/>
                    <a:pt x="2796" y="20474"/>
                    <a:pt x="2802" y="20480"/>
                  </a:cubicBezTo>
                  <a:cubicBezTo>
                    <a:pt x="2812" y="20489"/>
                    <a:pt x="2818" y="20499"/>
                    <a:pt x="2824" y="20508"/>
                  </a:cubicBezTo>
                  <a:cubicBezTo>
                    <a:pt x="2833" y="20517"/>
                    <a:pt x="2840" y="20527"/>
                    <a:pt x="2846" y="20536"/>
                  </a:cubicBezTo>
                  <a:cubicBezTo>
                    <a:pt x="2855" y="20546"/>
                    <a:pt x="2862" y="20555"/>
                    <a:pt x="2868" y="20564"/>
                  </a:cubicBezTo>
                  <a:cubicBezTo>
                    <a:pt x="2874" y="20574"/>
                    <a:pt x="2884" y="20583"/>
                    <a:pt x="2890" y="20593"/>
                  </a:cubicBezTo>
                  <a:cubicBezTo>
                    <a:pt x="2896" y="20599"/>
                    <a:pt x="2906" y="20611"/>
                    <a:pt x="2912" y="20618"/>
                  </a:cubicBezTo>
                  <a:cubicBezTo>
                    <a:pt x="2918" y="20627"/>
                    <a:pt x="2924" y="20637"/>
                    <a:pt x="2934" y="20646"/>
                  </a:cubicBezTo>
                  <a:cubicBezTo>
                    <a:pt x="2940" y="20655"/>
                    <a:pt x="2946" y="20665"/>
                    <a:pt x="2956" y="20674"/>
                  </a:cubicBezTo>
                  <a:cubicBezTo>
                    <a:pt x="2962" y="20684"/>
                    <a:pt x="2968" y="20693"/>
                    <a:pt x="2978" y="20702"/>
                  </a:cubicBezTo>
                  <a:cubicBezTo>
                    <a:pt x="2984" y="20712"/>
                    <a:pt x="2990" y="20721"/>
                    <a:pt x="3000" y="20731"/>
                  </a:cubicBezTo>
                  <a:cubicBezTo>
                    <a:pt x="3006" y="20737"/>
                    <a:pt x="3012" y="20749"/>
                    <a:pt x="3018" y="20756"/>
                  </a:cubicBezTo>
                  <a:cubicBezTo>
                    <a:pt x="3028" y="20765"/>
                    <a:pt x="3034" y="20774"/>
                    <a:pt x="3040" y="20784"/>
                  </a:cubicBezTo>
                  <a:cubicBezTo>
                    <a:pt x="3050" y="20793"/>
                    <a:pt x="3056" y="20803"/>
                    <a:pt x="3062" y="20812"/>
                  </a:cubicBezTo>
                  <a:cubicBezTo>
                    <a:pt x="3072" y="20821"/>
                    <a:pt x="3078" y="20831"/>
                    <a:pt x="3084" y="20840"/>
                  </a:cubicBezTo>
                  <a:cubicBezTo>
                    <a:pt x="3094" y="20850"/>
                    <a:pt x="3100" y="20859"/>
                    <a:pt x="3106" y="20868"/>
                  </a:cubicBezTo>
                  <a:cubicBezTo>
                    <a:pt x="3112" y="20875"/>
                    <a:pt x="3122" y="20884"/>
                    <a:pt x="3128" y="20894"/>
                  </a:cubicBezTo>
                  <a:cubicBezTo>
                    <a:pt x="3564" y="21439"/>
                    <a:pt x="4225" y="21755"/>
                    <a:pt x="4921" y="21755"/>
                  </a:cubicBezTo>
                  <a:lnTo>
                    <a:pt x="39599" y="21755"/>
                  </a:lnTo>
                  <a:cubicBezTo>
                    <a:pt x="39678" y="21755"/>
                    <a:pt x="39756" y="21755"/>
                    <a:pt x="39834" y="21762"/>
                  </a:cubicBezTo>
                  <a:cubicBezTo>
                    <a:pt x="40643" y="21809"/>
                    <a:pt x="41411" y="22131"/>
                    <a:pt x="42053" y="22630"/>
                  </a:cubicBezTo>
                  <a:lnTo>
                    <a:pt x="46011" y="25701"/>
                  </a:lnTo>
                  <a:cubicBezTo>
                    <a:pt x="46223" y="25822"/>
                    <a:pt x="46447" y="25877"/>
                    <a:pt x="46666" y="25877"/>
                  </a:cubicBezTo>
                  <a:cubicBezTo>
                    <a:pt x="47359" y="25877"/>
                    <a:pt x="47995" y="25322"/>
                    <a:pt x="47995" y="24548"/>
                  </a:cubicBezTo>
                  <a:lnTo>
                    <a:pt x="47995" y="5638"/>
                  </a:lnTo>
                  <a:cubicBezTo>
                    <a:pt x="47998" y="5102"/>
                    <a:pt x="47810" y="4582"/>
                    <a:pt x="47465" y="4168"/>
                  </a:cubicBezTo>
                  <a:cubicBezTo>
                    <a:pt x="47459" y="4159"/>
                    <a:pt x="47450" y="4150"/>
                    <a:pt x="47443" y="4140"/>
                  </a:cubicBezTo>
                  <a:cubicBezTo>
                    <a:pt x="47437" y="4134"/>
                    <a:pt x="47428" y="4121"/>
                    <a:pt x="47421" y="4115"/>
                  </a:cubicBezTo>
                  <a:cubicBezTo>
                    <a:pt x="47415" y="4106"/>
                    <a:pt x="47409" y="4096"/>
                    <a:pt x="47399" y="4087"/>
                  </a:cubicBezTo>
                  <a:cubicBezTo>
                    <a:pt x="47393" y="4078"/>
                    <a:pt x="47387" y="4068"/>
                    <a:pt x="47377" y="4059"/>
                  </a:cubicBezTo>
                  <a:cubicBezTo>
                    <a:pt x="47371" y="4049"/>
                    <a:pt x="47365" y="4040"/>
                    <a:pt x="47355" y="4031"/>
                  </a:cubicBezTo>
                  <a:cubicBezTo>
                    <a:pt x="47349" y="4021"/>
                    <a:pt x="47343" y="4012"/>
                    <a:pt x="47334" y="4002"/>
                  </a:cubicBezTo>
                  <a:cubicBezTo>
                    <a:pt x="47327" y="3996"/>
                    <a:pt x="47321" y="3983"/>
                    <a:pt x="47315" y="3977"/>
                  </a:cubicBezTo>
                  <a:cubicBezTo>
                    <a:pt x="47305" y="3968"/>
                    <a:pt x="47299" y="3958"/>
                    <a:pt x="47293" y="3949"/>
                  </a:cubicBezTo>
                  <a:cubicBezTo>
                    <a:pt x="47283" y="3940"/>
                    <a:pt x="47277" y="3930"/>
                    <a:pt x="47271" y="3921"/>
                  </a:cubicBezTo>
                  <a:cubicBezTo>
                    <a:pt x="47261" y="3911"/>
                    <a:pt x="47255" y="3902"/>
                    <a:pt x="47249" y="3893"/>
                  </a:cubicBezTo>
                  <a:cubicBezTo>
                    <a:pt x="47240" y="3883"/>
                    <a:pt x="47233" y="3874"/>
                    <a:pt x="47227" y="3864"/>
                  </a:cubicBezTo>
                  <a:cubicBezTo>
                    <a:pt x="47221" y="3855"/>
                    <a:pt x="47211" y="3846"/>
                    <a:pt x="47205" y="3836"/>
                  </a:cubicBezTo>
                  <a:cubicBezTo>
                    <a:pt x="47199" y="3830"/>
                    <a:pt x="47189" y="3821"/>
                    <a:pt x="47183" y="3811"/>
                  </a:cubicBezTo>
                  <a:cubicBezTo>
                    <a:pt x="47177" y="3802"/>
                    <a:pt x="47171" y="3792"/>
                    <a:pt x="47161" y="3783"/>
                  </a:cubicBezTo>
                  <a:cubicBezTo>
                    <a:pt x="47155" y="3774"/>
                    <a:pt x="47149" y="3764"/>
                    <a:pt x="47139" y="3755"/>
                  </a:cubicBezTo>
                  <a:cubicBezTo>
                    <a:pt x="47133" y="3745"/>
                    <a:pt x="47127" y="3736"/>
                    <a:pt x="47117" y="3727"/>
                  </a:cubicBezTo>
                  <a:cubicBezTo>
                    <a:pt x="47111" y="3717"/>
                    <a:pt x="47105" y="3708"/>
                    <a:pt x="47095" y="3698"/>
                  </a:cubicBezTo>
                  <a:cubicBezTo>
                    <a:pt x="47089" y="3692"/>
                    <a:pt x="47083" y="3683"/>
                    <a:pt x="47077" y="3673"/>
                  </a:cubicBezTo>
                  <a:cubicBezTo>
                    <a:pt x="47067" y="3664"/>
                    <a:pt x="47061" y="3654"/>
                    <a:pt x="47055" y="3645"/>
                  </a:cubicBezTo>
                  <a:cubicBezTo>
                    <a:pt x="47045" y="3636"/>
                    <a:pt x="47039" y="3626"/>
                    <a:pt x="47033" y="3617"/>
                  </a:cubicBezTo>
                  <a:cubicBezTo>
                    <a:pt x="47023" y="3607"/>
                    <a:pt x="47017" y="3598"/>
                    <a:pt x="47011" y="3589"/>
                  </a:cubicBezTo>
                  <a:cubicBezTo>
                    <a:pt x="47005" y="3582"/>
                    <a:pt x="46995" y="3570"/>
                    <a:pt x="46989" y="3560"/>
                  </a:cubicBezTo>
                  <a:cubicBezTo>
                    <a:pt x="46983" y="3554"/>
                    <a:pt x="46973" y="3545"/>
                    <a:pt x="46967" y="3535"/>
                  </a:cubicBezTo>
                  <a:cubicBezTo>
                    <a:pt x="46961" y="3526"/>
                    <a:pt x="46954" y="3517"/>
                    <a:pt x="46945" y="3507"/>
                  </a:cubicBezTo>
                  <a:cubicBezTo>
                    <a:pt x="46939" y="3498"/>
                    <a:pt x="46932" y="3488"/>
                    <a:pt x="46923" y="3479"/>
                  </a:cubicBezTo>
                  <a:cubicBezTo>
                    <a:pt x="46917" y="3470"/>
                    <a:pt x="46910" y="3460"/>
                    <a:pt x="46901" y="3451"/>
                  </a:cubicBezTo>
                  <a:cubicBezTo>
                    <a:pt x="46895" y="3441"/>
                    <a:pt x="46889" y="3432"/>
                    <a:pt x="46879" y="3423"/>
                  </a:cubicBezTo>
                  <a:cubicBezTo>
                    <a:pt x="46873" y="3416"/>
                    <a:pt x="46867" y="3404"/>
                    <a:pt x="46860" y="3397"/>
                  </a:cubicBezTo>
                  <a:cubicBezTo>
                    <a:pt x="46851" y="3388"/>
                    <a:pt x="46845" y="3379"/>
                    <a:pt x="46838" y="3369"/>
                  </a:cubicBezTo>
                  <a:cubicBezTo>
                    <a:pt x="46829" y="3360"/>
                    <a:pt x="46823" y="3350"/>
                    <a:pt x="46816" y="3341"/>
                  </a:cubicBezTo>
                  <a:cubicBezTo>
                    <a:pt x="46807" y="3332"/>
                    <a:pt x="46801" y="3322"/>
                    <a:pt x="46795" y="3313"/>
                  </a:cubicBezTo>
                  <a:cubicBezTo>
                    <a:pt x="46785" y="3303"/>
                    <a:pt x="46779" y="3294"/>
                    <a:pt x="46773" y="3285"/>
                  </a:cubicBezTo>
                  <a:cubicBezTo>
                    <a:pt x="46766" y="3278"/>
                    <a:pt x="46757" y="3266"/>
                    <a:pt x="46751" y="3260"/>
                  </a:cubicBezTo>
                  <a:cubicBezTo>
                    <a:pt x="46744" y="3250"/>
                    <a:pt x="46735" y="3241"/>
                    <a:pt x="46729" y="3231"/>
                  </a:cubicBezTo>
                  <a:cubicBezTo>
                    <a:pt x="46722" y="3222"/>
                    <a:pt x="46716" y="3213"/>
                    <a:pt x="46707" y="3203"/>
                  </a:cubicBezTo>
                  <a:cubicBezTo>
                    <a:pt x="46701" y="3194"/>
                    <a:pt x="46694" y="3184"/>
                    <a:pt x="46685" y="3175"/>
                  </a:cubicBezTo>
                  <a:cubicBezTo>
                    <a:pt x="46679" y="3166"/>
                    <a:pt x="46672" y="3156"/>
                    <a:pt x="46663" y="3147"/>
                  </a:cubicBezTo>
                  <a:cubicBezTo>
                    <a:pt x="46657" y="3137"/>
                    <a:pt x="46650" y="3128"/>
                    <a:pt x="46644" y="3122"/>
                  </a:cubicBezTo>
                  <a:cubicBezTo>
                    <a:pt x="46635" y="3112"/>
                    <a:pt x="46628" y="3103"/>
                    <a:pt x="46622" y="3093"/>
                  </a:cubicBezTo>
                  <a:cubicBezTo>
                    <a:pt x="46613" y="3084"/>
                    <a:pt x="46607" y="3075"/>
                    <a:pt x="46600" y="3065"/>
                  </a:cubicBezTo>
                  <a:cubicBezTo>
                    <a:pt x="46591" y="3056"/>
                    <a:pt x="46585" y="3046"/>
                    <a:pt x="46578" y="3037"/>
                  </a:cubicBezTo>
                  <a:cubicBezTo>
                    <a:pt x="46569" y="3028"/>
                    <a:pt x="46563" y="3018"/>
                    <a:pt x="46556" y="3009"/>
                  </a:cubicBezTo>
                  <a:cubicBezTo>
                    <a:pt x="46547" y="3003"/>
                    <a:pt x="46541" y="2990"/>
                    <a:pt x="46534" y="2984"/>
                  </a:cubicBezTo>
                  <a:cubicBezTo>
                    <a:pt x="46528" y="2974"/>
                    <a:pt x="46519" y="2965"/>
                    <a:pt x="46513" y="2956"/>
                  </a:cubicBezTo>
                  <a:cubicBezTo>
                    <a:pt x="46506" y="2946"/>
                    <a:pt x="46500" y="2937"/>
                    <a:pt x="46491" y="2927"/>
                  </a:cubicBezTo>
                  <a:cubicBezTo>
                    <a:pt x="46484" y="2918"/>
                    <a:pt x="46478" y="2909"/>
                    <a:pt x="46469" y="2899"/>
                  </a:cubicBezTo>
                  <a:cubicBezTo>
                    <a:pt x="46462" y="2890"/>
                    <a:pt x="46456" y="2880"/>
                    <a:pt x="46447" y="2871"/>
                  </a:cubicBezTo>
                  <a:cubicBezTo>
                    <a:pt x="46440" y="2865"/>
                    <a:pt x="46434" y="2852"/>
                    <a:pt x="46425" y="2846"/>
                  </a:cubicBezTo>
                  <a:cubicBezTo>
                    <a:pt x="46418" y="2837"/>
                    <a:pt x="46412" y="2827"/>
                    <a:pt x="46406" y="2818"/>
                  </a:cubicBezTo>
                  <a:cubicBezTo>
                    <a:pt x="46397" y="2808"/>
                    <a:pt x="46390" y="2799"/>
                    <a:pt x="46384" y="2790"/>
                  </a:cubicBezTo>
                  <a:cubicBezTo>
                    <a:pt x="46375" y="2780"/>
                    <a:pt x="46368" y="2771"/>
                    <a:pt x="46362" y="2761"/>
                  </a:cubicBezTo>
                  <a:cubicBezTo>
                    <a:pt x="46353" y="2752"/>
                    <a:pt x="46346" y="2743"/>
                    <a:pt x="46340" y="2733"/>
                  </a:cubicBezTo>
                  <a:cubicBezTo>
                    <a:pt x="46331" y="2727"/>
                    <a:pt x="46324" y="2714"/>
                    <a:pt x="46318" y="2708"/>
                  </a:cubicBezTo>
                  <a:cubicBezTo>
                    <a:pt x="46312" y="2699"/>
                    <a:pt x="46303" y="2689"/>
                    <a:pt x="46296" y="2680"/>
                  </a:cubicBezTo>
                  <a:cubicBezTo>
                    <a:pt x="46290" y="2670"/>
                    <a:pt x="46284" y="2661"/>
                    <a:pt x="46274" y="2652"/>
                  </a:cubicBezTo>
                  <a:cubicBezTo>
                    <a:pt x="46268" y="2642"/>
                    <a:pt x="46262" y="2633"/>
                    <a:pt x="46252" y="2623"/>
                  </a:cubicBezTo>
                  <a:cubicBezTo>
                    <a:pt x="46246" y="2614"/>
                    <a:pt x="46240" y="2605"/>
                    <a:pt x="46230" y="2598"/>
                  </a:cubicBezTo>
                  <a:cubicBezTo>
                    <a:pt x="46224" y="2589"/>
                    <a:pt x="46218" y="2580"/>
                    <a:pt x="46209" y="2570"/>
                  </a:cubicBezTo>
                  <a:cubicBezTo>
                    <a:pt x="46202" y="2561"/>
                    <a:pt x="46196" y="2551"/>
                    <a:pt x="46187" y="2542"/>
                  </a:cubicBezTo>
                  <a:cubicBezTo>
                    <a:pt x="46180" y="2533"/>
                    <a:pt x="46174" y="2523"/>
                    <a:pt x="46168" y="2514"/>
                  </a:cubicBezTo>
                  <a:cubicBezTo>
                    <a:pt x="46158" y="2504"/>
                    <a:pt x="46152" y="2495"/>
                    <a:pt x="46146" y="2486"/>
                  </a:cubicBezTo>
                  <a:cubicBezTo>
                    <a:pt x="46136" y="2476"/>
                    <a:pt x="46130" y="2467"/>
                    <a:pt x="46124" y="2457"/>
                  </a:cubicBezTo>
                  <a:cubicBezTo>
                    <a:pt x="46115" y="2451"/>
                    <a:pt x="46108" y="2442"/>
                    <a:pt x="46102" y="2432"/>
                  </a:cubicBezTo>
                  <a:cubicBezTo>
                    <a:pt x="46096" y="2423"/>
                    <a:pt x="46086" y="2413"/>
                    <a:pt x="46080" y="2404"/>
                  </a:cubicBezTo>
                  <a:cubicBezTo>
                    <a:pt x="46074" y="2395"/>
                    <a:pt x="46064" y="2385"/>
                    <a:pt x="46058" y="2376"/>
                  </a:cubicBezTo>
                  <a:cubicBezTo>
                    <a:pt x="46052" y="2366"/>
                    <a:pt x="46046" y="2357"/>
                    <a:pt x="46036" y="2348"/>
                  </a:cubicBezTo>
                  <a:cubicBezTo>
                    <a:pt x="46030" y="2338"/>
                    <a:pt x="46024" y="2329"/>
                    <a:pt x="46014" y="2319"/>
                  </a:cubicBezTo>
                  <a:cubicBezTo>
                    <a:pt x="46008" y="2313"/>
                    <a:pt x="46002" y="2301"/>
                    <a:pt x="45992" y="2294"/>
                  </a:cubicBezTo>
                  <a:cubicBezTo>
                    <a:pt x="45986" y="2285"/>
                    <a:pt x="45980" y="2276"/>
                    <a:pt x="45970" y="2266"/>
                  </a:cubicBezTo>
                  <a:cubicBezTo>
                    <a:pt x="45964" y="2257"/>
                    <a:pt x="45958" y="2247"/>
                    <a:pt x="45952" y="2238"/>
                  </a:cubicBezTo>
                  <a:cubicBezTo>
                    <a:pt x="45942" y="2229"/>
                    <a:pt x="45936" y="2219"/>
                    <a:pt x="45930" y="2210"/>
                  </a:cubicBezTo>
                  <a:cubicBezTo>
                    <a:pt x="45920" y="2200"/>
                    <a:pt x="45914" y="2191"/>
                    <a:pt x="45908" y="2182"/>
                  </a:cubicBezTo>
                  <a:cubicBezTo>
                    <a:pt x="45898" y="2175"/>
                    <a:pt x="45892" y="2163"/>
                    <a:pt x="45886" y="2156"/>
                  </a:cubicBezTo>
                  <a:cubicBezTo>
                    <a:pt x="45876" y="2147"/>
                    <a:pt x="45870" y="2138"/>
                    <a:pt x="45864" y="2128"/>
                  </a:cubicBezTo>
                  <a:cubicBezTo>
                    <a:pt x="45858" y="2119"/>
                    <a:pt x="45848" y="2109"/>
                    <a:pt x="45842" y="2100"/>
                  </a:cubicBezTo>
                  <a:cubicBezTo>
                    <a:pt x="45836" y="2091"/>
                    <a:pt x="45826" y="2081"/>
                    <a:pt x="45820" y="2072"/>
                  </a:cubicBezTo>
                  <a:cubicBezTo>
                    <a:pt x="45814" y="2062"/>
                    <a:pt x="45807" y="2053"/>
                    <a:pt x="45798" y="2044"/>
                  </a:cubicBezTo>
                  <a:cubicBezTo>
                    <a:pt x="45792" y="2037"/>
                    <a:pt x="45785" y="2025"/>
                    <a:pt x="45776" y="2019"/>
                  </a:cubicBezTo>
                  <a:cubicBezTo>
                    <a:pt x="45770" y="2009"/>
                    <a:pt x="45764" y="2000"/>
                    <a:pt x="45754" y="1990"/>
                  </a:cubicBezTo>
                  <a:cubicBezTo>
                    <a:pt x="45748" y="1981"/>
                    <a:pt x="45742" y="1972"/>
                    <a:pt x="45735" y="1962"/>
                  </a:cubicBezTo>
                  <a:cubicBezTo>
                    <a:pt x="45726" y="1953"/>
                    <a:pt x="45720" y="1943"/>
                    <a:pt x="45713" y="1934"/>
                  </a:cubicBezTo>
                  <a:cubicBezTo>
                    <a:pt x="45704" y="1925"/>
                    <a:pt x="45698" y="1915"/>
                    <a:pt x="45691" y="1906"/>
                  </a:cubicBezTo>
                  <a:cubicBezTo>
                    <a:pt x="45682" y="1900"/>
                    <a:pt x="45676" y="1887"/>
                    <a:pt x="45670" y="1881"/>
                  </a:cubicBezTo>
                  <a:cubicBezTo>
                    <a:pt x="45660" y="1871"/>
                    <a:pt x="45654" y="1862"/>
                    <a:pt x="45648" y="1853"/>
                  </a:cubicBezTo>
                  <a:cubicBezTo>
                    <a:pt x="45638" y="1843"/>
                    <a:pt x="45632" y="1834"/>
                    <a:pt x="45626" y="1824"/>
                  </a:cubicBezTo>
                  <a:cubicBezTo>
                    <a:pt x="45619" y="1815"/>
                    <a:pt x="45610" y="1806"/>
                    <a:pt x="45604" y="1796"/>
                  </a:cubicBezTo>
                  <a:cubicBezTo>
                    <a:pt x="45597" y="1787"/>
                    <a:pt x="45591" y="1777"/>
                    <a:pt x="45582" y="1768"/>
                  </a:cubicBezTo>
                  <a:cubicBezTo>
                    <a:pt x="45575" y="1762"/>
                    <a:pt x="45569" y="1749"/>
                    <a:pt x="45560" y="1743"/>
                  </a:cubicBezTo>
                  <a:cubicBezTo>
                    <a:pt x="45554" y="1733"/>
                    <a:pt x="45547" y="1724"/>
                    <a:pt x="45538" y="1715"/>
                  </a:cubicBezTo>
                  <a:cubicBezTo>
                    <a:pt x="45532" y="1705"/>
                    <a:pt x="45525" y="1696"/>
                    <a:pt x="45516" y="1686"/>
                  </a:cubicBezTo>
                  <a:cubicBezTo>
                    <a:pt x="45510" y="1677"/>
                    <a:pt x="45503" y="1668"/>
                    <a:pt x="45497" y="1658"/>
                  </a:cubicBezTo>
                  <a:cubicBezTo>
                    <a:pt x="45488" y="1649"/>
                    <a:pt x="45481" y="1639"/>
                    <a:pt x="45475" y="1630"/>
                  </a:cubicBezTo>
                  <a:cubicBezTo>
                    <a:pt x="45466" y="1624"/>
                    <a:pt x="45460" y="1611"/>
                    <a:pt x="45453" y="1605"/>
                  </a:cubicBezTo>
                  <a:cubicBezTo>
                    <a:pt x="45444" y="1596"/>
                    <a:pt x="45438" y="1586"/>
                    <a:pt x="45431" y="1577"/>
                  </a:cubicBezTo>
                  <a:cubicBezTo>
                    <a:pt x="45422" y="1567"/>
                    <a:pt x="45416" y="1558"/>
                    <a:pt x="45409" y="1549"/>
                  </a:cubicBezTo>
                  <a:cubicBezTo>
                    <a:pt x="45403" y="1539"/>
                    <a:pt x="45394" y="1530"/>
                    <a:pt x="45387" y="1520"/>
                  </a:cubicBezTo>
                  <a:cubicBezTo>
                    <a:pt x="45381" y="1511"/>
                    <a:pt x="45375" y="1502"/>
                    <a:pt x="45366" y="1492"/>
                  </a:cubicBezTo>
                  <a:cubicBezTo>
                    <a:pt x="45359" y="1486"/>
                    <a:pt x="45353" y="1473"/>
                    <a:pt x="45344" y="1467"/>
                  </a:cubicBezTo>
                  <a:cubicBezTo>
                    <a:pt x="45337" y="1458"/>
                    <a:pt x="45331" y="1448"/>
                    <a:pt x="45322" y="1439"/>
                  </a:cubicBezTo>
                  <a:cubicBezTo>
                    <a:pt x="45315" y="1429"/>
                    <a:pt x="45309" y="1420"/>
                    <a:pt x="45300" y="1411"/>
                  </a:cubicBezTo>
                  <a:cubicBezTo>
                    <a:pt x="45293" y="1401"/>
                    <a:pt x="45287" y="1392"/>
                    <a:pt x="45281" y="1382"/>
                  </a:cubicBezTo>
                  <a:cubicBezTo>
                    <a:pt x="45272" y="1373"/>
                    <a:pt x="45265" y="1364"/>
                    <a:pt x="45259" y="1354"/>
                  </a:cubicBezTo>
                  <a:cubicBezTo>
                    <a:pt x="45250" y="1345"/>
                    <a:pt x="45243" y="1335"/>
                    <a:pt x="45237" y="1329"/>
                  </a:cubicBezTo>
                  <a:cubicBezTo>
                    <a:pt x="45228" y="1320"/>
                    <a:pt x="45221" y="1310"/>
                    <a:pt x="45215" y="1301"/>
                  </a:cubicBezTo>
                  <a:cubicBezTo>
                    <a:pt x="45206" y="1292"/>
                    <a:pt x="45199" y="1282"/>
                    <a:pt x="45193" y="1273"/>
                  </a:cubicBezTo>
                  <a:cubicBezTo>
                    <a:pt x="45184" y="1263"/>
                    <a:pt x="45178" y="1254"/>
                    <a:pt x="45171" y="1245"/>
                  </a:cubicBezTo>
                  <a:cubicBezTo>
                    <a:pt x="45165" y="1235"/>
                    <a:pt x="45156" y="1226"/>
                    <a:pt x="45149" y="1216"/>
                  </a:cubicBezTo>
                  <a:cubicBezTo>
                    <a:pt x="45143" y="1207"/>
                    <a:pt x="45137" y="1198"/>
                    <a:pt x="45127" y="1191"/>
                  </a:cubicBezTo>
                  <a:cubicBezTo>
                    <a:pt x="45121" y="1182"/>
                    <a:pt x="45115" y="1172"/>
                    <a:pt x="45105" y="1163"/>
                  </a:cubicBezTo>
                  <a:cubicBezTo>
                    <a:pt x="45099" y="1154"/>
                    <a:pt x="45093" y="1144"/>
                    <a:pt x="45083" y="1135"/>
                  </a:cubicBezTo>
                  <a:cubicBezTo>
                    <a:pt x="45077" y="1125"/>
                    <a:pt x="45071" y="1116"/>
                    <a:pt x="45062" y="1107"/>
                  </a:cubicBezTo>
                  <a:cubicBezTo>
                    <a:pt x="45055" y="1097"/>
                    <a:pt x="45049" y="1088"/>
                    <a:pt x="45043" y="1078"/>
                  </a:cubicBezTo>
                  <a:cubicBezTo>
                    <a:pt x="45033" y="1072"/>
                    <a:pt x="45027" y="1060"/>
                    <a:pt x="45021" y="1053"/>
                  </a:cubicBezTo>
                  <a:cubicBezTo>
                    <a:pt x="45011" y="1044"/>
                    <a:pt x="45005" y="1035"/>
                    <a:pt x="44999" y="1025"/>
                  </a:cubicBezTo>
                  <a:cubicBezTo>
                    <a:pt x="44989" y="1016"/>
                    <a:pt x="44983" y="1006"/>
                    <a:pt x="44977" y="997"/>
                  </a:cubicBezTo>
                  <a:cubicBezTo>
                    <a:pt x="44968" y="988"/>
                    <a:pt x="44961" y="978"/>
                    <a:pt x="44955" y="969"/>
                  </a:cubicBezTo>
                  <a:cubicBezTo>
                    <a:pt x="44949" y="959"/>
                    <a:pt x="44939" y="950"/>
                    <a:pt x="44933" y="941"/>
                  </a:cubicBezTo>
                  <a:cubicBezTo>
                    <a:pt x="44927" y="931"/>
                    <a:pt x="44921" y="922"/>
                    <a:pt x="44911" y="916"/>
                  </a:cubicBezTo>
                  <a:cubicBezTo>
                    <a:pt x="44905" y="906"/>
                    <a:pt x="44899" y="897"/>
                    <a:pt x="44889" y="887"/>
                  </a:cubicBezTo>
                  <a:cubicBezTo>
                    <a:pt x="44883" y="878"/>
                    <a:pt x="44877" y="868"/>
                    <a:pt x="44867" y="859"/>
                  </a:cubicBezTo>
                  <a:cubicBezTo>
                    <a:pt x="44432" y="314"/>
                    <a:pt x="43774" y="0"/>
                    <a:pt x="430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37"/>
            <p:cNvSpPr/>
            <p:nvPr/>
          </p:nvSpPr>
          <p:spPr>
            <a:xfrm>
              <a:off x="2424338" y="3424402"/>
              <a:ext cx="674332" cy="332352"/>
            </a:xfrm>
            <a:custGeom>
              <a:avLst/>
              <a:gdLst/>
              <a:ahLst/>
              <a:cxnLst/>
              <a:rect l="l" t="t" r="r" b="b"/>
              <a:pathLst>
                <a:path w="45379" h="22540" extrusionOk="0">
                  <a:moveTo>
                    <a:pt x="2304" y="0"/>
                  </a:moveTo>
                  <a:cubicBezTo>
                    <a:pt x="1032" y="0"/>
                    <a:pt x="1" y="1031"/>
                    <a:pt x="1" y="2300"/>
                  </a:cubicBezTo>
                  <a:lnTo>
                    <a:pt x="1" y="16114"/>
                  </a:lnTo>
                  <a:cubicBezTo>
                    <a:pt x="1" y="17387"/>
                    <a:pt x="1032" y="18418"/>
                    <a:pt x="2304" y="18418"/>
                  </a:cubicBezTo>
                  <a:lnTo>
                    <a:pt x="36979" y="18418"/>
                  </a:lnTo>
                  <a:cubicBezTo>
                    <a:pt x="37058" y="18418"/>
                    <a:pt x="37136" y="18418"/>
                    <a:pt x="37214" y="18424"/>
                  </a:cubicBezTo>
                  <a:cubicBezTo>
                    <a:pt x="38026" y="18471"/>
                    <a:pt x="38794" y="18797"/>
                    <a:pt x="39433" y="19292"/>
                  </a:cubicBezTo>
                  <a:lnTo>
                    <a:pt x="43391" y="22363"/>
                  </a:lnTo>
                  <a:cubicBezTo>
                    <a:pt x="43604" y="22484"/>
                    <a:pt x="43829" y="22539"/>
                    <a:pt x="44048" y="22539"/>
                  </a:cubicBezTo>
                  <a:cubicBezTo>
                    <a:pt x="44742" y="22539"/>
                    <a:pt x="45378" y="21984"/>
                    <a:pt x="45378" y="21210"/>
                  </a:cubicBezTo>
                  <a:lnTo>
                    <a:pt x="45378" y="2300"/>
                  </a:lnTo>
                  <a:cubicBezTo>
                    <a:pt x="45378" y="1028"/>
                    <a:pt x="44347" y="0"/>
                    <a:pt x="43075" y="0"/>
                  </a:cubicBezTo>
                  <a:close/>
                </a:path>
              </a:pathLst>
            </a:custGeom>
            <a:solidFill>
              <a:srgbClr val="D581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37"/>
            <p:cNvSpPr/>
            <p:nvPr/>
          </p:nvSpPr>
          <p:spPr>
            <a:xfrm>
              <a:off x="2516544" y="3496952"/>
              <a:ext cx="494942" cy="23120"/>
            </a:xfrm>
            <a:custGeom>
              <a:avLst/>
              <a:gdLst/>
              <a:ahLst/>
              <a:cxnLst/>
              <a:rect l="l" t="t" r="r" b="b"/>
              <a:pathLst>
                <a:path w="33307" h="1568" extrusionOk="0">
                  <a:moveTo>
                    <a:pt x="778" y="0"/>
                  </a:moveTo>
                  <a:cubicBezTo>
                    <a:pt x="345" y="3"/>
                    <a:pt x="0" y="351"/>
                    <a:pt x="0" y="784"/>
                  </a:cubicBezTo>
                  <a:cubicBezTo>
                    <a:pt x="0" y="1213"/>
                    <a:pt x="345" y="1564"/>
                    <a:pt x="778" y="1567"/>
                  </a:cubicBezTo>
                  <a:lnTo>
                    <a:pt x="32529" y="1567"/>
                  </a:lnTo>
                  <a:cubicBezTo>
                    <a:pt x="32962" y="1564"/>
                    <a:pt x="33307" y="1213"/>
                    <a:pt x="33307" y="784"/>
                  </a:cubicBezTo>
                  <a:cubicBezTo>
                    <a:pt x="33307" y="351"/>
                    <a:pt x="32962" y="3"/>
                    <a:pt x="325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37"/>
            <p:cNvSpPr/>
            <p:nvPr/>
          </p:nvSpPr>
          <p:spPr>
            <a:xfrm>
              <a:off x="2516544" y="3550037"/>
              <a:ext cx="495135" cy="23120"/>
            </a:xfrm>
            <a:custGeom>
              <a:avLst/>
              <a:gdLst/>
              <a:ahLst/>
              <a:cxnLst/>
              <a:rect l="l" t="t" r="r" b="b"/>
              <a:pathLst>
                <a:path w="33320" h="1568" extrusionOk="0">
                  <a:moveTo>
                    <a:pt x="32535" y="1"/>
                  </a:moveTo>
                  <a:cubicBezTo>
                    <a:pt x="32533" y="1"/>
                    <a:pt x="32531" y="1"/>
                    <a:pt x="32529" y="1"/>
                  </a:cubicBezTo>
                  <a:lnTo>
                    <a:pt x="778" y="1"/>
                  </a:lnTo>
                  <a:cubicBezTo>
                    <a:pt x="345" y="4"/>
                    <a:pt x="0" y="355"/>
                    <a:pt x="0" y="784"/>
                  </a:cubicBezTo>
                  <a:cubicBezTo>
                    <a:pt x="0" y="1217"/>
                    <a:pt x="345" y="1565"/>
                    <a:pt x="778" y="1568"/>
                  </a:cubicBezTo>
                  <a:lnTo>
                    <a:pt x="32529" y="1568"/>
                  </a:lnTo>
                  <a:cubicBezTo>
                    <a:pt x="32531" y="1568"/>
                    <a:pt x="32533" y="1568"/>
                    <a:pt x="32535" y="1568"/>
                  </a:cubicBezTo>
                  <a:cubicBezTo>
                    <a:pt x="32968" y="1568"/>
                    <a:pt x="33319" y="1218"/>
                    <a:pt x="33319" y="784"/>
                  </a:cubicBezTo>
                  <a:cubicBezTo>
                    <a:pt x="33319" y="351"/>
                    <a:pt x="32968" y="1"/>
                    <a:pt x="325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37"/>
            <p:cNvSpPr/>
            <p:nvPr/>
          </p:nvSpPr>
          <p:spPr>
            <a:xfrm>
              <a:off x="2806192" y="3603181"/>
              <a:ext cx="205380" cy="23120"/>
            </a:xfrm>
            <a:custGeom>
              <a:avLst/>
              <a:gdLst/>
              <a:ahLst/>
              <a:cxnLst/>
              <a:rect l="l" t="t" r="r" b="b"/>
              <a:pathLst>
                <a:path w="13821" h="1568" extrusionOk="0">
                  <a:moveTo>
                    <a:pt x="784" y="1"/>
                  </a:moveTo>
                  <a:cubicBezTo>
                    <a:pt x="352" y="1"/>
                    <a:pt x="1" y="352"/>
                    <a:pt x="1" y="784"/>
                  </a:cubicBezTo>
                  <a:cubicBezTo>
                    <a:pt x="1" y="1217"/>
                    <a:pt x="352" y="1565"/>
                    <a:pt x="784" y="1568"/>
                  </a:cubicBezTo>
                  <a:lnTo>
                    <a:pt x="13037" y="1568"/>
                  </a:lnTo>
                  <a:cubicBezTo>
                    <a:pt x="13470" y="1565"/>
                    <a:pt x="13821" y="1217"/>
                    <a:pt x="13821" y="784"/>
                  </a:cubicBezTo>
                  <a:cubicBezTo>
                    <a:pt x="13821" y="352"/>
                    <a:pt x="13470" y="1"/>
                    <a:pt x="130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37"/>
            <p:cNvSpPr/>
            <p:nvPr/>
          </p:nvSpPr>
          <p:spPr>
            <a:xfrm>
              <a:off x="2674207" y="4148573"/>
              <a:ext cx="358230" cy="58095"/>
            </a:xfrm>
            <a:custGeom>
              <a:avLst/>
              <a:gdLst/>
              <a:ahLst/>
              <a:cxnLst/>
              <a:rect l="l" t="t" r="r" b="b"/>
              <a:pathLst>
                <a:path w="24107" h="3940" extrusionOk="0">
                  <a:moveTo>
                    <a:pt x="1484" y="473"/>
                  </a:moveTo>
                  <a:lnTo>
                    <a:pt x="1493" y="561"/>
                  </a:lnTo>
                  <a:lnTo>
                    <a:pt x="1534" y="580"/>
                  </a:lnTo>
                  <a:cubicBezTo>
                    <a:pt x="1568" y="511"/>
                    <a:pt x="1568" y="511"/>
                    <a:pt x="1528" y="492"/>
                  </a:cubicBezTo>
                  <a:lnTo>
                    <a:pt x="1484" y="473"/>
                  </a:lnTo>
                  <a:close/>
                  <a:moveTo>
                    <a:pt x="20284" y="461"/>
                  </a:moveTo>
                  <a:cubicBezTo>
                    <a:pt x="20324" y="473"/>
                    <a:pt x="20324" y="473"/>
                    <a:pt x="20302" y="545"/>
                  </a:cubicBezTo>
                  <a:cubicBezTo>
                    <a:pt x="20279" y="614"/>
                    <a:pt x="20225" y="675"/>
                    <a:pt x="20184" y="675"/>
                  </a:cubicBezTo>
                  <a:cubicBezTo>
                    <a:pt x="20181" y="675"/>
                    <a:pt x="20177" y="675"/>
                    <a:pt x="20174" y="674"/>
                  </a:cubicBezTo>
                  <a:cubicBezTo>
                    <a:pt x="20133" y="664"/>
                    <a:pt x="20174" y="514"/>
                    <a:pt x="20284" y="461"/>
                  </a:cubicBezTo>
                  <a:close/>
                  <a:moveTo>
                    <a:pt x="11152" y="533"/>
                  </a:moveTo>
                  <a:cubicBezTo>
                    <a:pt x="11167" y="539"/>
                    <a:pt x="11180" y="545"/>
                    <a:pt x="11196" y="552"/>
                  </a:cubicBezTo>
                  <a:cubicBezTo>
                    <a:pt x="11164" y="614"/>
                    <a:pt x="11133" y="676"/>
                    <a:pt x="11098" y="676"/>
                  </a:cubicBezTo>
                  <a:cubicBezTo>
                    <a:pt x="11094" y="676"/>
                    <a:pt x="11090" y="675"/>
                    <a:pt x="11086" y="674"/>
                  </a:cubicBezTo>
                  <a:lnTo>
                    <a:pt x="11045" y="655"/>
                  </a:lnTo>
                  <a:cubicBezTo>
                    <a:pt x="11070" y="608"/>
                    <a:pt x="11108" y="564"/>
                    <a:pt x="11152" y="533"/>
                  </a:cubicBezTo>
                  <a:close/>
                  <a:moveTo>
                    <a:pt x="767" y="639"/>
                  </a:moveTo>
                  <a:cubicBezTo>
                    <a:pt x="780" y="639"/>
                    <a:pt x="793" y="642"/>
                    <a:pt x="807" y="646"/>
                  </a:cubicBezTo>
                  <a:cubicBezTo>
                    <a:pt x="848" y="655"/>
                    <a:pt x="848" y="655"/>
                    <a:pt x="829" y="730"/>
                  </a:cubicBezTo>
                  <a:cubicBezTo>
                    <a:pt x="829" y="730"/>
                    <a:pt x="777" y="788"/>
                    <a:pt x="740" y="788"/>
                  </a:cubicBezTo>
                  <a:cubicBezTo>
                    <a:pt x="737" y="788"/>
                    <a:pt x="734" y="787"/>
                    <a:pt x="732" y="787"/>
                  </a:cubicBezTo>
                  <a:lnTo>
                    <a:pt x="710" y="702"/>
                  </a:lnTo>
                  <a:cubicBezTo>
                    <a:pt x="720" y="652"/>
                    <a:pt x="742" y="639"/>
                    <a:pt x="767" y="639"/>
                  </a:cubicBezTo>
                  <a:close/>
                  <a:moveTo>
                    <a:pt x="18876" y="609"/>
                  </a:moveTo>
                  <a:cubicBezTo>
                    <a:pt x="18882" y="609"/>
                    <a:pt x="18886" y="618"/>
                    <a:pt x="18889" y="639"/>
                  </a:cubicBezTo>
                  <a:cubicBezTo>
                    <a:pt x="18892" y="693"/>
                    <a:pt x="18886" y="749"/>
                    <a:pt x="18870" y="799"/>
                  </a:cubicBezTo>
                  <a:cubicBezTo>
                    <a:pt x="18870" y="799"/>
                    <a:pt x="18858" y="834"/>
                    <a:pt x="18846" y="834"/>
                  </a:cubicBezTo>
                  <a:cubicBezTo>
                    <a:pt x="18840" y="834"/>
                    <a:pt x="18834" y="825"/>
                    <a:pt x="18829" y="799"/>
                  </a:cubicBezTo>
                  <a:lnTo>
                    <a:pt x="18820" y="724"/>
                  </a:lnTo>
                  <a:cubicBezTo>
                    <a:pt x="18840" y="666"/>
                    <a:pt x="18862" y="609"/>
                    <a:pt x="18876" y="609"/>
                  </a:cubicBezTo>
                  <a:close/>
                  <a:moveTo>
                    <a:pt x="9419" y="824"/>
                  </a:moveTo>
                  <a:cubicBezTo>
                    <a:pt x="9422" y="903"/>
                    <a:pt x="9428" y="978"/>
                    <a:pt x="9394" y="981"/>
                  </a:cubicBezTo>
                  <a:lnTo>
                    <a:pt x="9350" y="906"/>
                  </a:lnTo>
                  <a:lnTo>
                    <a:pt x="9381" y="824"/>
                  </a:lnTo>
                  <a:close/>
                  <a:moveTo>
                    <a:pt x="10290" y="812"/>
                  </a:moveTo>
                  <a:cubicBezTo>
                    <a:pt x="10327" y="821"/>
                    <a:pt x="10327" y="821"/>
                    <a:pt x="10312" y="896"/>
                  </a:cubicBezTo>
                  <a:cubicBezTo>
                    <a:pt x="10296" y="950"/>
                    <a:pt x="10274" y="997"/>
                    <a:pt x="10243" y="1040"/>
                  </a:cubicBezTo>
                  <a:cubicBezTo>
                    <a:pt x="10205" y="1031"/>
                    <a:pt x="10271" y="887"/>
                    <a:pt x="10290" y="812"/>
                  </a:cubicBezTo>
                  <a:close/>
                  <a:moveTo>
                    <a:pt x="1190" y="777"/>
                  </a:moveTo>
                  <a:cubicBezTo>
                    <a:pt x="1202" y="777"/>
                    <a:pt x="1218" y="783"/>
                    <a:pt x="1243" y="793"/>
                  </a:cubicBezTo>
                  <a:cubicBezTo>
                    <a:pt x="1280" y="812"/>
                    <a:pt x="1321" y="827"/>
                    <a:pt x="1286" y="899"/>
                  </a:cubicBezTo>
                  <a:lnTo>
                    <a:pt x="1249" y="881"/>
                  </a:lnTo>
                  <a:cubicBezTo>
                    <a:pt x="1259" y="859"/>
                    <a:pt x="1259" y="849"/>
                    <a:pt x="1254" y="849"/>
                  </a:cubicBezTo>
                  <a:cubicBezTo>
                    <a:pt x="1244" y="849"/>
                    <a:pt x="1213" y="893"/>
                    <a:pt x="1217" y="953"/>
                  </a:cubicBezTo>
                  <a:lnTo>
                    <a:pt x="1155" y="1097"/>
                  </a:lnTo>
                  <a:cubicBezTo>
                    <a:pt x="1120" y="1081"/>
                    <a:pt x="1117" y="997"/>
                    <a:pt x="1145" y="921"/>
                  </a:cubicBezTo>
                  <a:cubicBezTo>
                    <a:pt x="1161" y="811"/>
                    <a:pt x="1164" y="777"/>
                    <a:pt x="1190" y="777"/>
                  </a:cubicBezTo>
                  <a:close/>
                  <a:moveTo>
                    <a:pt x="11390" y="1222"/>
                  </a:moveTo>
                  <a:lnTo>
                    <a:pt x="11418" y="1244"/>
                  </a:lnTo>
                  <a:cubicBezTo>
                    <a:pt x="11380" y="1301"/>
                    <a:pt x="11340" y="1355"/>
                    <a:pt x="11312" y="1355"/>
                  </a:cubicBezTo>
                  <a:cubicBezTo>
                    <a:pt x="11307" y="1355"/>
                    <a:pt x="11303" y="1354"/>
                    <a:pt x="11299" y="1351"/>
                  </a:cubicBezTo>
                  <a:lnTo>
                    <a:pt x="11315" y="1263"/>
                  </a:lnTo>
                  <a:lnTo>
                    <a:pt x="11390" y="1222"/>
                  </a:lnTo>
                  <a:close/>
                  <a:moveTo>
                    <a:pt x="17380" y="1244"/>
                  </a:moveTo>
                  <a:cubicBezTo>
                    <a:pt x="17409" y="1244"/>
                    <a:pt x="17441" y="1288"/>
                    <a:pt x="17441" y="1288"/>
                  </a:cubicBezTo>
                  <a:cubicBezTo>
                    <a:pt x="17441" y="1288"/>
                    <a:pt x="17488" y="1351"/>
                    <a:pt x="17457" y="1373"/>
                  </a:cubicBezTo>
                  <a:cubicBezTo>
                    <a:pt x="17407" y="1348"/>
                    <a:pt x="17366" y="1313"/>
                    <a:pt x="17328" y="1272"/>
                  </a:cubicBezTo>
                  <a:lnTo>
                    <a:pt x="17363" y="1250"/>
                  </a:lnTo>
                  <a:cubicBezTo>
                    <a:pt x="17368" y="1246"/>
                    <a:pt x="17374" y="1244"/>
                    <a:pt x="17380" y="1244"/>
                  </a:cubicBezTo>
                  <a:close/>
                  <a:moveTo>
                    <a:pt x="17194" y="1595"/>
                  </a:moveTo>
                  <a:cubicBezTo>
                    <a:pt x="17205" y="1595"/>
                    <a:pt x="17218" y="1608"/>
                    <a:pt x="17250" y="1642"/>
                  </a:cubicBezTo>
                  <a:lnTo>
                    <a:pt x="17222" y="1667"/>
                  </a:lnTo>
                  <a:lnTo>
                    <a:pt x="17143" y="1633"/>
                  </a:lnTo>
                  <a:lnTo>
                    <a:pt x="17169" y="1611"/>
                  </a:lnTo>
                  <a:cubicBezTo>
                    <a:pt x="17180" y="1601"/>
                    <a:pt x="17187" y="1595"/>
                    <a:pt x="17194" y="1595"/>
                  </a:cubicBezTo>
                  <a:close/>
                  <a:moveTo>
                    <a:pt x="7379" y="1758"/>
                  </a:moveTo>
                  <a:cubicBezTo>
                    <a:pt x="7388" y="1758"/>
                    <a:pt x="7409" y="1775"/>
                    <a:pt x="7394" y="1789"/>
                  </a:cubicBezTo>
                  <a:cubicBezTo>
                    <a:pt x="7372" y="1766"/>
                    <a:pt x="7373" y="1758"/>
                    <a:pt x="7379" y="1758"/>
                  </a:cubicBezTo>
                  <a:close/>
                  <a:moveTo>
                    <a:pt x="17190" y="1753"/>
                  </a:moveTo>
                  <a:cubicBezTo>
                    <a:pt x="17186" y="1753"/>
                    <a:pt x="17184" y="1764"/>
                    <a:pt x="17194" y="1796"/>
                  </a:cubicBezTo>
                  <a:cubicBezTo>
                    <a:pt x="17211" y="1780"/>
                    <a:pt x="17198" y="1753"/>
                    <a:pt x="17190" y="1753"/>
                  </a:cubicBezTo>
                  <a:close/>
                  <a:moveTo>
                    <a:pt x="7184" y="1780"/>
                  </a:moveTo>
                  <a:cubicBezTo>
                    <a:pt x="7241" y="1833"/>
                    <a:pt x="7297" y="1887"/>
                    <a:pt x="7272" y="1912"/>
                  </a:cubicBezTo>
                  <a:lnTo>
                    <a:pt x="7190" y="1883"/>
                  </a:lnTo>
                  <a:lnTo>
                    <a:pt x="7159" y="1805"/>
                  </a:lnTo>
                  <a:lnTo>
                    <a:pt x="7184" y="1780"/>
                  </a:lnTo>
                  <a:close/>
                  <a:moveTo>
                    <a:pt x="16935" y="1842"/>
                  </a:moveTo>
                  <a:cubicBezTo>
                    <a:pt x="16945" y="1842"/>
                    <a:pt x="16958" y="1855"/>
                    <a:pt x="16990" y="1887"/>
                  </a:cubicBezTo>
                  <a:lnTo>
                    <a:pt x="16968" y="1912"/>
                  </a:lnTo>
                  <a:lnTo>
                    <a:pt x="16886" y="1883"/>
                  </a:lnTo>
                  <a:lnTo>
                    <a:pt x="16912" y="1858"/>
                  </a:lnTo>
                  <a:cubicBezTo>
                    <a:pt x="16922" y="1848"/>
                    <a:pt x="16928" y="1842"/>
                    <a:pt x="16935" y="1842"/>
                  </a:cubicBezTo>
                  <a:close/>
                  <a:moveTo>
                    <a:pt x="450" y="1764"/>
                  </a:moveTo>
                  <a:cubicBezTo>
                    <a:pt x="425" y="1808"/>
                    <a:pt x="406" y="1858"/>
                    <a:pt x="396" y="1909"/>
                  </a:cubicBezTo>
                  <a:lnTo>
                    <a:pt x="396" y="1912"/>
                  </a:lnTo>
                  <a:lnTo>
                    <a:pt x="418" y="1915"/>
                  </a:lnTo>
                  <a:cubicBezTo>
                    <a:pt x="419" y="1915"/>
                    <a:pt x="420" y="1915"/>
                    <a:pt x="421" y="1915"/>
                  </a:cubicBezTo>
                  <a:cubicBezTo>
                    <a:pt x="442" y="1915"/>
                    <a:pt x="460" y="1843"/>
                    <a:pt x="475" y="1771"/>
                  </a:cubicBezTo>
                  <a:lnTo>
                    <a:pt x="450" y="1764"/>
                  </a:lnTo>
                  <a:close/>
                  <a:moveTo>
                    <a:pt x="16169" y="1846"/>
                  </a:moveTo>
                  <a:cubicBezTo>
                    <a:pt x="16228" y="1896"/>
                    <a:pt x="16285" y="1949"/>
                    <a:pt x="16263" y="1974"/>
                  </a:cubicBezTo>
                  <a:lnTo>
                    <a:pt x="16185" y="1943"/>
                  </a:lnTo>
                  <a:lnTo>
                    <a:pt x="16147" y="1868"/>
                  </a:lnTo>
                  <a:lnTo>
                    <a:pt x="16169" y="1846"/>
                  </a:lnTo>
                  <a:close/>
                  <a:moveTo>
                    <a:pt x="5856" y="1932"/>
                  </a:moveTo>
                  <a:cubicBezTo>
                    <a:pt x="5850" y="1932"/>
                    <a:pt x="5845" y="1936"/>
                    <a:pt x="5837" y="1943"/>
                  </a:cubicBezTo>
                  <a:cubicBezTo>
                    <a:pt x="5799" y="1981"/>
                    <a:pt x="5799" y="1981"/>
                    <a:pt x="5874" y="2018"/>
                  </a:cubicBezTo>
                  <a:lnTo>
                    <a:pt x="5912" y="1977"/>
                  </a:lnTo>
                  <a:cubicBezTo>
                    <a:pt x="5878" y="1944"/>
                    <a:pt x="5866" y="1932"/>
                    <a:pt x="5856" y="1932"/>
                  </a:cubicBezTo>
                  <a:close/>
                  <a:moveTo>
                    <a:pt x="6947" y="1959"/>
                  </a:moveTo>
                  <a:cubicBezTo>
                    <a:pt x="6965" y="1959"/>
                    <a:pt x="7005" y="1974"/>
                    <a:pt x="7068" y="2012"/>
                  </a:cubicBezTo>
                  <a:cubicBezTo>
                    <a:pt x="7128" y="2062"/>
                    <a:pt x="7128" y="2062"/>
                    <a:pt x="7103" y="2087"/>
                  </a:cubicBezTo>
                  <a:cubicBezTo>
                    <a:pt x="7053" y="2071"/>
                    <a:pt x="7006" y="2043"/>
                    <a:pt x="6965" y="2009"/>
                  </a:cubicBezTo>
                  <a:cubicBezTo>
                    <a:pt x="6933" y="1980"/>
                    <a:pt x="6925" y="1959"/>
                    <a:pt x="6947" y="1959"/>
                  </a:cubicBezTo>
                  <a:close/>
                  <a:moveTo>
                    <a:pt x="16715" y="1981"/>
                  </a:moveTo>
                  <a:cubicBezTo>
                    <a:pt x="16726" y="1981"/>
                    <a:pt x="16743" y="1990"/>
                    <a:pt x="16764" y="2009"/>
                  </a:cubicBezTo>
                  <a:cubicBezTo>
                    <a:pt x="16821" y="2062"/>
                    <a:pt x="16821" y="2062"/>
                    <a:pt x="16799" y="2087"/>
                  </a:cubicBezTo>
                  <a:cubicBezTo>
                    <a:pt x="16778" y="2109"/>
                    <a:pt x="16766" y="2122"/>
                    <a:pt x="16757" y="2122"/>
                  </a:cubicBezTo>
                  <a:cubicBezTo>
                    <a:pt x="16745" y="2122"/>
                    <a:pt x="16736" y="2102"/>
                    <a:pt x="16717" y="2059"/>
                  </a:cubicBezTo>
                  <a:cubicBezTo>
                    <a:pt x="16695" y="2009"/>
                    <a:pt x="16696" y="1981"/>
                    <a:pt x="16715" y="1981"/>
                  </a:cubicBezTo>
                  <a:close/>
                  <a:moveTo>
                    <a:pt x="17092" y="2174"/>
                  </a:moveTo>
                  <a:cubicBezTo>
                    <a:pt x="17100" y="2182"/>
                    <a:pt x="17108" y="2191"/>
                    <a:pt x="17118" y="2200"/>
                  </a:cubicBezTo>
                  <a:cubicBezTo>
                    <a:pt x="17123" y="2202"/>
                    <a:pt x="17127" y="2203"/>
                    <a:pt x="17131" y="2205"/>
                  </a:cubicBezTo>
                  <a:lnTo>
                    <a:pt x="17131" y="2205"/>
                  </a:lnTo>
                  <a:cubicBezTo>
                    <a:pt x="17120" y="2197"/>
                    <a:pt x="17107" y="2187"/>
                    <a:pt x="17092" y="2174"/>
                  </a:cubicBezTo>
                  <a:close/>
                  <a:moveTo>
                    <a:pt x="17131" y="2205"/>
                  </a:moveTo>
                  <a:cubicBezTo>
                    <a:pt x="17151" y="2220"/>
                    <a:pt x="17163" y="2226"/>
                    <a:pt x="17166" y="2226"/>
                  </a:cubicBezTo>
                  <a:cubicBezTo>
                    <a:pt x="17169" y="2226"/>
                    <a:pt x="17158" y="2216"/>
                    <a:pt x="17131" y="2205"/>
                  </a:cubicBezTo>
                  <a:close/>
                  <a:moveTo>
                    <a:pt x="15964" y="2183"/>
                  </a:moveTo>
                  <a:cubicBezTo>
                    <a:pt x="15974" y="2183"/>
                    <a:pt x="15987" y="2196"/>
                    <a:pt x="16022" y="2228"/>
                  </a:cubicBezTo>
                  <a:cubicBezTo>
                    <a:pt x="16022" y="2228"/>
                    <a:pt x="16078" y="2281"/>
                    <a:pt x="16056" y="2303"/>
                  </a:cubicBezTo>
                  <a:lnTo>
                    <a:pt x="15978" y="2272"/>
                  </a:lnTo>
                  <a:cubicBezTo>
                    <a:pt x="15921" y="2216"/>
                    <a:pt x="15943" y="2197"/>
                    <a:pt x="15943" y="2197"/>
                  </a:cubicBezTo>
                  <a:cubicBezTo>
                    <a:pt x="15952" y="2188"/>
                    <a:pt x="15957" y="2183"/>
                    <a:pt x="15964" y="2183"/>
                  </a:cubicBezTo>
                  <a:close/>
                  <a:moveTo>
                    <a:pt x="6300" y="2363"/>
                  </a:moveTo>
                  <a:lnTo>
                    <a:pt x="6300" y="2363"/>
                  </a:lnTo>
                  <a:cubicBezTo>
                    <a:pt x="6323" y="2386"/>
                    <a:pt x="6324" y="2394"/>
                    <a:pt x="6318" y="2394"/>
                  </a:cubicBezTo>
                  <a:cubicBezTo>
                    <a:pt x="6310" y="2394"/>
                    <a:pt x="6287" y="2376"/>
                    <a:pt x="6300" y="2363"/>
                  </a:cubicBezTo>
                  <a:close/>
                  <a:moveTo>
                    <a:pt x="2676" y="2344"/>
                  </a:moveTo>
                  <a:cubicBezTo>
                    <a:pt x="2703" y="2344"/>
                    <a:pt x="2725" y="2350"/>
                    <a:pt x="2734" y="2360"/>
                  </a:cubicBezTo>
                  <a:cubicBezTo>
                    <a:pt x="2756" y="2385"/>
                    <a:pt x="2697" y="2435"/>
                    <a:pt x="2596" y="2438"/>
                  </a:cubicBezTo>
                  <a:cubicBezTo>
                    <a:pt x="2574" y="2413"/>
                    <a:pt x="2552" y="2388"/>
                    <a:pt x="2552" y="2388"/>
                  </a:cubicBezTo>
                  <a:cubicBezTo>
                    <a:pt x="2586" y="2356"/>
                    <a:pt x="2636" y="2344"/>
                    <a:pt x="2676" y="2344"/>
                  </a:cubicBezTo>
                  <a:close/>
                  <a:moveTo>
                    <a:pt x="6730" y="2497"/>
                  </a:moveTo>
                  <a:cubicBezTo>
                    <a:pt x="6756" y="2497"/>
                    <a:pt x="6793" y="2532"/>
                    <a:pt x="6793" y="2532"/>
                  </a:cubicBezTo>
                  <a:cubicBezTo>
                    <a:pt x="6852" y="2585"/>
                    <a:pt x="6771" y="2557"/>
                    <a:pt x="6749" y="2579"/>
                  </a:cubicBezTo>
                  <a:cubicBezTo>
                    <a:pt x="6667" y="2548"/>
                    <a:pt x="6667" y="2548"/>
                    <a:pt x="6714" y="2504"/>
                  </a:cubicBezTo>
                  <a:cubicBezTo>
                    <a:pt x="6718" y="2499"/>
                    <a:pt x="6724" y="2497"/>
                    <a:pt x="6730" y="2497"/>
                  </a:cubicBezTo>
                  <a:close/>
                  <a:moveTo>
                    <a:pt x="2717" y="2544"/>
                  </a:moveTo>
                  <a:cubicBezTo>
                    <a:pt x="2692" y="2544"/>
                    <a:pt x="2656" y="2565"/>
                    <a:pt x="2628" y="2592"/>
                  </a:cubicBezTo>
                  <a:cubicBezTo>
                    <a:pt x="2568" y="2645"/>
                    <a:pt x="2590" y="2670"/>
                    <a:pt x="2634" y="2720"/>
                  </a:cubicBezTo>
                  <a:cubicBezTo>
                    <a:pt x="2641" y="2728"/>
                    <a:pt x="2653" y="2731"/>
                    <a:pt x="2667" y="2731"/>
                  </a:cubicBezTo>
                  <a:cubicBezTo>
                    <a:pt x="2698" y="2731"/>
                    <a:pt x="2737" y="2717"/>
                    <a:pt x="2737" y="2717"/>
                  </a:cubicBezTo>
                  <a:cubicBezTo>
                    <a:pt x="2794" y="2664"/>
                    <a:pt x="2772" y="2639"/>
                    <a:pt x="2750" y="2614"/>
                  </a:cubicBezTo>
                  <a:cubicBezTo>
                    <a:pt x="2758" y="2563"/>
                    <a:pt x="2742" y="2544"/>
                    <a:pt x="2717" y="2544"/>
                  </a:cubicBezTo>
                  <a:close/>
                  <a:moveTo>
                    <a:pt x="5868" y="2631"/>
                  </a:moveTo>
                  <a:cubicBezTo>
                    <a:pt x="5865" y="2631"/>
                    <a:pt x="5863" y="2631"/>
                    <a:pt x="5862" y="2632"/>
                  </a:cubicBezTo>
                  <a:lnTo>
                    <a:pt x="5840" y="2648"/>
                  </a:lnTo>
                  <a:cubicBezTo>
                    <a:pt x="5871" y="2692"/>
                    <a:pt x="5909" y="2730"/>
                    <a:pt x="5953" y="2761"/>
                  </a:cubicBezTo>
                  <a:cubicBezTo>
                    <a:pt x="5975" y="2745"/>
                    <a:pt x="5928" y="2683"/>
                    <a:pt x="5928" y="2683"/>
                  </a:cubicBezTo>
                  <a:cubicBezTo>
                    <a:pt x="5928" y="2683"/>
                    <a:pt x="5889" y="2631"/>
                    <a:pt x="5868" y="2631"/>
                  </a:cubicBezTo>
                  <a:close/>
                  <a:moveTo>
                    <a:pt x="5141" y="2843"/>
                  </a:moveTo>
                  <a:lnTo>
                    <a:pt x="5154" y="2921"/>
                  </a:lnTo>
                  <a:cubicBezTo>
                    <a:pt x="5157" y="2943"/>
                    <a:pt x="5159" y="2952"/>
                    <a:pt x="5159" y="2952"/>
                  </a:cubicBezTo>
                  <a:cubicBezTo>
                    <a:pt x="5159" y="2952"/>
                    <a:pt x="5150" y="2898"/>
                    <a:pt x="5141" y="2843"/>
                  </a:cubicBezTo>
                  <a:close/>
                  <a:moveTo>
                    <a:pt x="6319" y="2888"/>
                  </a:moveTo>
                  <a:cubicBezTo>
                    <a:pt x="6333" y="2888"/>
                    <a:pt x="6351" y="2898"/>
                    <a:pt x="6376" y="2927"/>
                  </a:cubicBezTo>
                  <a:cubicBezTo>
                    <a:pt x="6376" y="2927"/>
                    <a:pt x="6429" y="2987"/>
                    <a:pt x="6404" y="3008"/>
                  </a:cubicBezTo>
                  <a:cubicBezTo>
                    <a:pt x="6400" y="3013"/>
                    <a:pt x="6393" y="3015"/>
                    <a:pt x="6385" y="3015"/>
                  </a:cubicBezTo>
                  <a:cubicBezTo>
                    <a:pt x="6355" y="3015"/>
                    <a:pt x="6307" y="2987"/>
                    <a:pt x="6307" y="2987"/>
                  </a:cubicBezTo>
                  <a:cubicBezTo>
                    <a:pt x="6257" y="2927"/>
                    <a:pt x="6279" y="2908"/>
                    <a:pt x="6279" y="2908"/>
                  </a:cubicBezTo>
                  <a:cubicBezTo>
                    <a:pt x="6291" y="2899"/>
                    <a:pt x="6303" y="2888"/>
                    <a:pt x="6319" y="2888"/>
                  </a:cubicBezTo>
                  <a:close/>
                  <a:moveTo>
                    <a:pt x="5771" y="2964"/>
                  </a:moveTo>
                  <a:cubicBezTo>
                    <a:pt x="5781" y="2964"/>
                    <a:pt x="5788" y="2979"/>
                    <a:pt x="5815" y="3027"/>
                  </a:cubicBezTo>
                  <a:lnTo>
                    <a:pt x="5793" y="3040"/>
                  </a:lnTo>
                  <a:lnTo>
                    <a:pt x="5733" y="2983"/>
                  </a:lnTo>
                  <a:lnTo>
                    <a:pt x="5755" y="2971"/>
                  </a:lnTo>
                  <a:cubicBezTo>
                    <a:pt x="5762" y="2967"/>
                    <a:pt x="5766" y="2964"/>
                    <a:pt x="5771" y="2964"/>
                  </a:cubicBezTo>
                  <a:close/>
                  <a:moveTo>
                    <a:pt x="13059" y="2914"/>
                  </a:moveTo>
                  <a:cubicBezTo>
                    <a:pt x="13065" y="2914"/>
                    <a:pt x="13069" y="2915"/>
                    <a:pt x="13073" y="2918"/>
                  </a:cubicBezTo>
                  <a:cubicBezTo>
                    <a:pt x="13117" y="2955"/>
                    <a:pt x="13117" y="2955"/>
                    <a:pt x="13070" y="3015"/>
                  </a:cubicBezTo>
                  <a:cubicBezTo>
                    <a:pt x="13050" y="3041"/>
                    <a:pt x="13030" y="3049"/>
                    <a:pt x="13011" y="3049"/>
                  </a:cubicBezTo>
                  <a:cubicBezTo>
                    <a:pt x="12985" y="3049"/>
                    <a:pt x="12962" y="3032"/>
                    <a:pt x="12947" y="3021"/>
                  </a:cubicBezTo>
                  <a:cubicBezTo>
                    <a:pt x="12971" y="2954"/>
                    <a:pt x="13028" y="2914"/>
                    <a:pt x="13059" y="2914"/>
                  </a:cubicBezTo>
                  <a:close/>
                  <a:moveTo>
                    <a:pt x="4002" y="2978"/>
                  </a:moveTo>
                  <a:cubicBezTo>
                    <a:pt x="4010" y="2978"/>
                    <a:pt x="4018" y="2981"/>
                    <a:pt x="4025" y="2983"/>
                  </a:cubicBezTo>
                  <a:lnTo>
                    <a:pt x="3994" y="3055"/>
                  </a:lnTo>
                  <a:lnTo>
                    <a:pt x="3934" y="3115"/>
                  </a:lnTo>
                  <a:lnTo>
                    <a:pt x="3934" y="3115"/>
                  </a:lnTo>
                  <a:lnTo>
                    <a:pt x="3947" y="3034"/>
                  </a:lnTo>
                  <a:cubicBezTo>
                    <a:pt x="3969" y="2989"/>
                    <a:pt x="3987" y="2978"/>
                    <a:pt x="4002" y="2978"/>
                  </a:cubicBezTo>
                  <a:close/>
                  <a:moveTo>
                    <a:pt x="5557" y="3023"/>
                  </a:moveTo>
                  <a:cubicBezTo>
                    <a:pt x="5572" y="3023"/>
                    <a:pt x="5606" y="3087"/>
                    <a:pt x="5630" y="3196"/>
                  </a:cubicBezTo>
                  <a:lnTo>
                    <a:pt x="5580" y="3215"/>
                  </a:lnTo>
                  <a:cubicBezTo>
                    <a:pt x="5555" y="3140"/>
                    <a:pt x="5526" y="3068"/>
                    <a:pt x="5548" y="3059"/>
                  </a:cubicBezTo>
                  <a:cubicBezTo>
                    <a:pt x="5547" y="3034"/>
                    <a:pt x="5550" y="3023"/>
                    <a:pt x="5557" y="3023"/>
                  </a:cubicBezTo>
                  <a:close/>
                  <a:moveTo>
                    <a:pt x="23972" y="2942"/>
                  </a:moveTo>
                  <a:cubicBezTo>
                    <a:pt x="23987" y="2942"/>
                    <a:pt x="23969" y="3052"/>
                    <a:pt x="23925" y="3159"/>
                  </a:cubicBezTo>
                  <a:cubicBezTo>
                    <a:pt x="23905" y="3236"/>
                    <a:pt x="23894" y="3274"/>
                    <a:pt x="23891" y="3274"/>
                  </a:cubicBezTo>
                  <a:cubicBezTo>
                    <a:pt x="23887" y="3274"/>
                    <a:pt x="23891" y="3236"/>
                    <a:pt x="23897" y="3159"/>
                  </a:cubicBezTo>
                  <a:cubicBezTo>
                    <a:pt x="23906" y="3082"/>
                    <a:pt x="23912" y="3005"/>
                    <a:pt x="23936" y="3005"/>
                  </a:cubicBezTo>
                  <a:cubicBezTo>
                    <a:pt x="23937" y="3005"/>
                    <a:pt x="23937" y="3005"/>
                    <a:pt x="23938" y="3005"/>
                  </a:cubicBezTo>
                  <a:cubicBezTo>
                    <a:pt x="23955" y="2961"/>
                    <a:pt x="23966" y="2942"/>
                    <a:pt x="23972" y="2942"/>
                  </a:cubicBezTo>
                  <a:close/>
                  <a:moveTo>
                    <a:pt x="4691" y="3028"/>
                  </a:moveTo>
                  <a:cubicBezTo>
                    <a:pt x="4699" y="3028"/>
                    <a:pt x="4690" y="3065"/>
                    <a:pt x="4668" y="3156"/>
                  </a:cubicBezTo>
                  <a:lnTo>
                    <a:pt x="4602" y="3306"/>
                  </a:lnTo>
                  <a:cubicBezTo>
                    <a:pt x="4574" y="3303"/>
                    <a:pt x="4611" y="3228"/>
                    <a:pt x="4649" y="3074"/>
                  </a:cubicBezTo>
                  <a:cubicBezTo>
                    <a:pt x="4672" y="3045"/>
                    <a:pt x="4686" y="3028"/>
                    <a:pt x="4691" y="3028"/>
                  </a:cubicBezTo>
                  <a:close/>
                  <a:moveTo>
                    <a:pt x="4087" y="3146"/>
                  </a:moveTo>
                  <a:lnTo>
                    <a:pt x="4087" y="3146"/>
                  </a:lnTo>
                  <a:cubicBezTo>
                    <a:pt x="4093" y="3146"/>
                    <a:pt x="4078" y="3182"/>
                    <a:pt x="4054" y="3250"/>
                  </a:cubicBezTo>
                  <a:cubicBezTo>
                    <a:pt x="4025" y="3322"/>
                    <a:pt x="4000" y="3397"/>
                    <a:pt x="3913" y="3444"/>
                  </a:cubicBezTo>
                  <a:lnTo>
                    <a:pt x="3856" y="3419"/>
                  </a:lnTo>
                  <a:cubicBezTo>
                    <a:pt x="3856" y="3419"/>
                    <a:pt x="3916" y="3359"/>
                    <a:pt x="3972" y="3300"/>
                  </a:cubicBezTo>
                  <a:cubicBezTo>
                    <a:pt x="4048" y="3195"/>
                    <a:pt x="4081" y="3146"/>
                    <a:pt x="4087" y="3146"/>
                  </a:cubicBezTo>
                  <a:close/>
                  <a:moveTo>
                    <a:pt x="14154" y="3341"/>
                  </a:moveTo>
                  <a:cubicBezTo>
                    <a:pt x="14145" y="3417"/>
                    <a:pt x="14132" y="3494"/>
                    <a:pt x="14105" y="3494"/>
                  </a:cubicBezTo>
                  <a:cubicBezTo>
                    <a:pt x="14105" y="3494"/>
                    <a:pt x="14104" y="3494"/>
                    <a:pt x="14104" y="3494"/>
                  </a:cubicBezTo>
                  <a:cubicBezTo>
                    <a:pt x="14094" y="3494"/>
                    <a:pt x="14082" y="3491"/>
                    <a:pt x="14072" y="3488"/>
                  </a:cubicBezTo>
                  <a:cubicBezTo>
                    <a:pt x="14085" y="3438"/>
                    <a:pt x="14101" y="3388"/>
                    <a:pt x="14126" y="3341"/>
                  </a:cubicBezTo>
                  <a:close/>
                  <a:moveTo>
                    <a:pt x="4881" y="3403"/>
                  </a:moveTo>
                  <a:cubicBezTo>
                    <a:pt x="4881" y="3482"/>
                    <a:pt x="4884" y="3560"/>
                    <a:pt x="4853" y="3563"/>
                  </a:cubicBezTo>
                  <a:lnTo>
                    <a:pt x="4821" y="3563"/>
                  </a:lnTo>
                  <a:cubicBezTo>
                    <a:pt x="4824" y="3510"/>
                    <a:pt x="4834" y="3457"/>
                    <a:pt x="4853" y="3406"/>
                  </a:cubicBezTo>
                  <a:lnTo>
                    <a:pt x="4881" y="3403"/>
                  </a:lnTo>
                  <a:close/>
                  <a:moveTo>
                    <a:pt x="5508" y="3563"/>
                  </a:moveTo>
                  <a:lnTo>
                    <a:pt x="5530" y="3638"/>
                  </a:lnTo>
                  <a:cubicBezTo>
                    <a:pt x="5508" y="3643"/>
                    <a:pt x="5495" y="3683"/>
                    <a:pt x="5483" y="3683"/>
                  </a:cubicBezTo>
                  <a:cubicBezTo>
                    <a:pt x="5478" y="3683"/>
                    <a:pt x="5473" y="3674"/>
                    <a:pt x="5467" y="3651"/>
                  </a:cubicBezTo>
                  <a:cubicBezTo>
                    <a:pt x="5466" y="3651"/>
                    <a:pt x="5465" y="3651"/>
                    <a:pt x="5464" y="3651"/>
                  </a:cubicBezTo>
                  <a:cubicBezTo>
                    <a:pt x="5439" y="3651"/>
                    <a:pt x="5480" y="3569"/>
                    <a:pt x="5508" y="3563"/>
                  </a:cubicBezTo>
                  <a:close/>
                  <a:moveTo>
                    <a:pt x="7713" y="3723"/>
                  </a:moveTo>
                  <a:cubicBezTo>
                    <a:pt x="7704" y="3723"/>
                    <a:pt x="7698" y="3730"/>
                    <a:pt x="7686" y="3742"/>
                  </a:cubicBezTo>
                  <a:cubicBezTo>
                    <a:pt x="7704" y="3792"/>
                    <a:pt x="7733" y="3839"/>
                    <a:pt x="7767" y="3880"/>
                  </a:cubicBezTo>
                  <a:cubicBezTo>
                    <a:pt x="7785" y="3897"/>
                    <a:pt x="7799" y="3906"/>
                    <a:pt x="7809" y="3906"/>
                  </a:cubicBezTo>
                  <a:cubicBezTo>
                    <a:pt x="7830" y="3906"/>
                    <a:pt x="7826" y="3862"/>
                    <a:pt x="7770" y="3767"/>
                  </a:cubicBezTo>
                  <a:cubicBezTo>
                    <a:pt x="7738" y="3736"/>
                    <a:pt x="7724" y="3723"/>
                    <a:pt x="7713" y="3723"/>
                  </a:cubicBezTo>
                  <a:close/>
                  <a:moveTo>
                    <a:pt x="19146" y="0"/>
                  </a:moveTo>
                  <a:lnTo>
                    <a:pt x="19052" y="6"/>
                  </a:lnTo>
                  <a:cubicBezTo>
                    <a:pt x="19008" y="85"/>
                    <a:pt x="18917" y="91"/>
                    <a:pt x="18873" y="94"/>
                  </a:cubicBezTo>
                  <a:cubicBezTo>
                    <a:pt x="18732" y="103"/>
                    <a:pt x="18688" y="110"/>
                    <a:pt x="18745" y="182"/>
                  </a:cubicBezTo>
                  <a:cubicBezTo>
                    <a:pt x="18754" y="260"/>
                    <a:pt x="18767" y="335"/>
                    <a:pt x="18723" y="342"/>
                  </a:cubicBezTo>
                  <a:lnTo>
                    <a:pt x="18710" y="266"/>
                  </a:lnTo>
                  <a:cubicBezTo>
                    <a:pt x="18704" y="229"/>
                    <a:pt x="18670" y="215"/>
                    <a:pt x="18616" y="215"/>
                  </a:cubicBezTo>
                  <a:cubicBezTo>
                    <a:pt x="18557" y="215"/>
                    <a:pt x="18472" y="232"/>
                    <a:pt x="18375" y="254"/>
                  </a:cubicBezTo>
                  <a:cubicBezTo>
                    <a:pt x="18219" y="286"/>
                    <a:pt x="18129" y="319"/>
                    <a:pt x="18065" y="319"/>
                  </a:cubicBezTo>
                  <a:cubicBezTo>
                    <a:pt x="18033" y="319"/>
                    <a:pt x="18008" y="311"/>
                    <a:pt x="17983" y="291"/>
                  </a:cubicBezTo>
                  <a:lnTo>
                    <a:pt x="17968" y="382"/>
                  </a:lnTo>
                  <a:cubicBezTo>
                    <a:pt x="17957" y="433"/>
                    <a:pt x="17938" y="461"/>
                    <a:pt x="17919" y="461"/>
                  </a:cubicBezTo>
                  <a:cubicBezTo>
                    <a:pt x="17905" y="461"/>
                    <a:pt x="17890" y="447"/>
                    <a:pt x="17877" y="417"/>
                  </a:cubicBezTo>
                  <a:cubicBezTo>
                    <a:pt x="17859" y="403"/>
                    <a:pt x="17835" y="396"/>
                    <a:pt x="17809" y="396"/>
                  </a:cubicBezTo>
                  <a:cubicBezTo>
                    <a:pt x="17723" y="396"/>
                    <a:pt x="17607" y="464"/>
                    <a:pt x="17576" y="558"/>
                  </a:cubicBezTo>
                  <a:lnTo>
                    <a:pt x="17494" y="602"/>
                  </a:lnTo>
                  <a:cubicBezTo>
                    <a:pt x="17455" y="565"/>
                    <a:pt x="17415" y="548"/>
                    <a:pt x="17380" y="548"/>
                  </a:cubicBezTo>
                  <a:cubicBezTo>
                    <a:pt x="17308" y="548"/>
                    <a:pt x="17259" y="618"/>
                    <a:pt x="17291" y="721"/>
                  </a:cubicBezTo>
                  <a:cubicBezTo>
                    <a:pt x="17270" y="690"/>
                    <a:pt x="17252" y="679"/>
                    <a:pt x="17234" y="679"/>
                  </a:cubicBezTo>
                  <a:cubicBezTo>
                    <a:pt x="17214" y="679"/>
                    <a:pt x="17195" y="693"/>
                    <a:pt x="17175" y="708"/>
                  </a:cubicBezTo>
                  <a:cubicBezTo>
                    <a:pt x="17150" y="801"/>
                    <a:pt x="17054" y="888"/>
                    <a:pt x="16993" y="888"/>
                  </a:cubicBezTo>
                  <a:cubicBezTo>
                    <a:pt x="16978" y="888"/>
                    <a:pt x="16965" y="883"/>
                    <a:pt x="16955" y="871"/>
                  </a:cubicBezTo>
                  <a:lnTo>
                    <a:pt x="16918" y="896"/>
                  </a:lnTo>
                  <a:cubicBezTo>
                    <a:pt x="16930" y="984"/>
                    <a:pt x="16902" y="1012"/>
                    <a:pt x="16871" y="1040"/>
                  </a:cubicBezTo>
                  <a:cubicBezTo>
                    <a:pt x="16839" y="1069"/>
                    <a:pt x="16808" y="1097"/>
                    <a:pt x="16827" y="1181"/>
                  </a:cubicBezTo>
                  <a:cubicBezTo>
                    <a:pt x="16849" y="1266"/>
                    <a:pt x="16821" y="1294"/>
                    <a:pt x="16821" y="1294"/>
                  </a:cubicBezTo>
                  <a:cubicBezTo>
                    <a:pt x="16817" y="1297"/>
                    <a:pt x="16813" y="1299"/>
                    <a:pt x="16810" y="1299"/>
                  </a:cubicBezTo>
                  <a:cubicBezTo>
                    <a:pt x="16784" y="1299"/>
                    <a:pt x="16765" y="1224"/>
                    <a:pt x="16745" y="1150"/>
                  </a:cubicBezTo>
                  <a:cubicBezTo>
                    <a:pt x="16748" y="1116"/>
                    <a:pt x="16741" y="1100"/>
                    <a:pt x="16731" y="1100"/>
                  </a:cubicBezTo>
                  <a:cubicBezTo>
                    <a:pt x="16706" y="1100"/>
                    <a:pt x="16663" y="1182"/>
                    <a:pt x="16677" y="1319"/>
                  </a:cubicBezTo>
                  <a:cubicBezTo>
                    <a:pt x="16691" y="1418"/>
                    <a:pt x="16698" y="1466"/>
                    <a:pt x="16694" y="1466"/>
                  </a:cubicBezTo>
                  <a:cubicBezTo>
                    <a:pt x="16690" y="1466"/>
                    <a:pt x="16676" y="1425"/>
                    <a:pt x="16648" y="1344"/>
                  </a:cubicBezTo>
                  <a:cubicBezTo>
                    <a:pt x="16630" y="1291"/>
                    <a:pt x="16613" y="1236"/>
                    <a:pt x="16603" y="1236"/>
                  </a:cubicBezTo>
                  <a:cubicBezTo>
                    <a:pt x="16598" y="1236"/>
                    <a:pt x="16595" y="1251"/>
                    <a:pt x="16595" y="1288"/>
                  </a:cubicBezTo>
                  <a:cubicBezTo>
                    <a:pt x="16564" y="1319"/>
                    <a:pt x="16564" y="1369"/>
                    <a:pt x="16595" y="1398"/>
                  </a:cubicBezTo>
                  <a:lnTo>
                    <a:pt x="16514" y="1479"/>
                  </a:lnTo>
                  <a:cubicBezTo>
                    <a:pt x="16404" y="1479"/>
                    <a:pt x="16376" y="1507"/>
                    <a:pt x="16351" y="1536"/>
                  </a:cubicBezTo>
                  <a:cubicBezTo>
                    <a:pt x="16372" y="1585"/>
                    <a:pt x="16380" y="1603"/>
                    <a:pt x="16363" y="1603"/>
                  </a:cubicBezTo>
                  <a:cubicBezTo>
                    <a:pt x="16353" y="1603"/>
                    <a:pt x="16334" y="1596"/>
                    <a:pt x="16304" y="1586"/>
                  </a:cubicBezTo>
                  <a:cubicBezTo>
                    <a:pt x="16284" y="1569"/>
                    <a:pt x="16269" y="1561"/>
                    <a:pt x="16261" y="1561"/>
                  </a:cubicBezTo>
                  <a:cubicBezTo>
                    <a:pt x="16244" y="1561"/>
                    <a:pt x="16259" y="1596"/>
                    <a:pt x="16335" y="1667"/>
                  </a:cubicBezTo>
                  <a:cubicBezTo>
                    <a:pt x="16360" y="1725"/>
                    <a:pt x="16353" y="1754"/>
                    <a:pt x="16316" y="1754"/>
                  </a:cubicBezTo>
                  <a:cubicBezTo>
                    <a:pt x="16302" y="1754"/>
                    <a:pt x="16284" y="1750"/>
                    <a:pt x="16263" y="1742"/>
                  </a:cubicBezTo>
                  <a:cubicBezTo>
                    <a:pt x="16206" y="1691"/>
                    <a:pt x="16172" y="1671"/>
                    <a:pt x="16159" y="1671"/>
                  </a:cubicBezTo>
                  <a:cubicBezTo>
                    <a:pt x="16145" y="1671"/>
                    <a:pt x="16153" y="1691"/>
                    <a:pt x="16181" y="1717"/>
                  </a:cubicBezTo>
                  <a:cubicBezTo>
                    <a:pt x="16216" y="1796"/>
                    <a:pt x="16191" y="1821"/>
                    <a:pt x="16191" y="1821"/>
                  </a:cubicBezTo>
                  <a:cubicBezTo>
                    <a:pt x="16185" y="1816"/>
                    <a:pt x="16178" y="1813"/>
                    <a:pt x="16169" y="1813"/>
                  </a:cubicBezTo>
                  <a:cubicBezTo>
                    <a:pt x="16135" y="1813"/>
                    <a:pt x="16080" y="1851"/>
                    <a:pt x="16015" y="1909"/>
                  </a:cubicBezTo>
                  <a:cubicBezTo>
                    <a:pt x="15975" y="1943"/>
                    <a:pt x="15931" y="1990"/>
                    <a:pt x="15884" y="2037"/>
                  </a:cubicBezTo>
                  <a:lnTo>
                    <a:pt x="15749" y="2172"/>
                  </a:lnTo>
                  <a:cubicBezTo>
                    <a:pt x="15727" y="2191"/>
                    <a:pt x="15761" y="2266"/>
                    <a:pt x="15818" y="2322"/>
                  </a:cubicBezTo>
                  <a:cubicBezTo>
                    <a:pt x="15867" y="2371"/>
                    <a:pt x="15883" y="2388"/>
                    <a:pt x="15878" y="2388"/>
                  </a:cubicBezTo>
                  <a:cubicBezTo>
                    <a:pt x="15873" y="2388"/>
                    <a:pt x="15837" y="2363"/>
                    <a:pt x="15796" y="2344"/>
                  </a:cubicBezTo>
                  <a:cubicBezTo>
                    <a:pt x="15713" y="2277"/>
                    <a:pt x="15661" y="2246"/>
                    <a:pt x="15644" y="2246"/>
                  </a:cubicBezTo>
                  <a:cubicBezTo>
                    <a:pt x="15623" y="2246"/>
                    <a:pt x="15656" y="2294"/>
                    <a:pt x="15755" y="2379"/>
                  </a:cubicBezTo>
                  <a:cubicBezTo>
                    <a:pt x="15822" y="2428"/>
                    <a:pt x="15854" y="2451"/>
                    <a:pt x="15849" y="2451"/>
                  </a:cubicBezTo>
                  <a:cubicBezTo>
                    <a:pt x="15843" y="2451"/>
                    <a:pt x="15807" y="2432"/>
                    <a:pt x="15736" y="2394"/>
                  </a:cubicBezTo>
                  <a:cubicBezTo>
                    <a:pt x="15705" y="2379"/>
                    <a:pt x="15687" y="2370"/>
                    <a:pt x="15679" y="2370"/>
                  </a:cubicBezTo>
                  <a:cubicBezTo>
                    <a:pt x="15667" y="2370"/>
                    <a:pt x="15675" y="2388"/>
                    <a:pt x="15696" y="2432"/>
                  </a:cubicBezTo>
                  <a:cubicBezTo>
                    <a:pt x="15726" y="2464"/>
                    <a:pt x="15732" y="2484"/>
                    <a:pt x="15721" y="2484"/>
                  </a:cubicBezTo>
                  <a:cubicBezTo>
                    <a:pt x="15714" y="2484"/>
                    <a:pt x="15696" y="2473"/>
                    <a:pt x="15674" y="2448"/>
                  </a:cubicBezTo>
                  <a:cubicBezTo>
                    <a:pt x="15628" y="2422"/>
                    <a:pt x="15583" y="2396"/>
                    <a:pt x="15570" y="2396"/>
                  </a:cubicBezTo>
                  <a:cubicBezTo>
                    <a:pt x="15562" y="2396"/>
                    <a:pt x="15565" y="2404"/>
                    <a:pt x="15583" y="2426"/>
                  </a:cubicBezTo>
                  <a:cubicBezTo>
                    <a:pt x="15583" y="2426"/>
                    <a:pt x="15579" y="2430"/>
                    <a:pt x="15568" y="2430"/>
                  </a:cubicBezTo>
                  <a:cubicBezTo>
                    <a:pt x="15555" y="2430"/>
                    <a:pt x="15532" y="2424"/>
                    <a:pt x="15495" y="2401"/>
                  </a:cubicBezTo>
                  <a:cubicBezTo>
                    <a:pt x="15480" y="2390"/>
                    <a:pt x="15469" y="2386"/>
                    <a:pt x="15463" y="2386"/>
                  </a:cubicBezTo>
                  <a:cubicBezTo>
                    <a:pt x="15440" y="2386"/>
                    <a:pt x="15464" y="2442"/>
                    <a:pt x="15489" y="2501"/>
                  </a:cubicBezTo>
                  <a:cubicBezTo>
                    <a:pt x="15509" y="2590"/>
                    <a:pt x="15512" y="2636"/>
                    <a:pt x="15498" y="2636"/>
                  </a:cubicBezTo>
                  <a:cubicBezTo>
                    <a:pt x="15487" y="2636"/>
                    <a:pt x="15465" y="2605"/>
                    <a:pt x="15432" y="2542"/>
                  </a:cubicBezTo>
                  <a:cubicBezTo>
                    <a:pt x="15410" y="2499"/>
                    <a:pt x="15390" y="2481"/>
                    <a:pt x="15375" y="2481"/>
                  </a:cubicBezTo>
                  <a:cubicBezTo>
                    <a:pt x="15342" y="2481"/>
                    <a:pt x="15335" y="2574"/>
                    <a:pt x="15379" y="2670"/>
                  </a:cubicBezTo>
                  <a:cubicBezTo>
                    <a:pt x="15418" y="2754"/>
                    <a:pt x="15434" y="2788"/>
                    <a:pt x="15432" y="2788"/>
                  </a:cubicBezTo>
                  <a:cubicBezTo>
                    <a:pt x="15431" y="2788"/>
                    <a:pt x="15421" y="2772"/>
                    <a:pt x="15404" y="2745"/>
                  </a:cubicBezTo>
                  <a:cubicBezTo>
                    <a:pt x="15370" y="2694"/>
                    <a:pt x="15351" y="2688"/>
                    <a:pt x="15344" y="2688"/>
                  </a:cubicBezTo>
                  <a:cubicBezTo>
                    <a:pt x="15342" y="2688"/>
                    <a:pt x="15342" y="2689"/>
                    <a:pt x="15342" y="2689"/>
                  </a:cubicBezTo>
                  <a:cubicBezTo>
                    <a:pt x="15335" y="2693"/>
                    <a:pt x="15328" y="2698"/>
                    <a:pt x="15320" y="2698"/>
                  </a:cubicBezTo>
                  <a:cubicBezTo>
                    <a:pt x="15306" y="2698"/>
                    <a:pt x="15289" y="2685"/>
                    <a:pt x="15263" y="2642"/>
                  </a:cubicBezTo>
                  <a:cubicBezTo>
                    <a:pt x="15263" y="2642"/>
                    <a:pt x="15248" y="2651"/>
                    <a:pt x="15248" y="2742"/>
                  </a:cubicBezTo>
                  <a:cubicBezTo>
                    <a:pt x="15263" y="2816"/>
                    <a:pt x="15250" y="2847"/>
                    <a:pt x="15225" y="2847"/>
                  </a:cubicBezTo>
                  <a:cubicBezTo>
                    <a:pt x="15194" y="2847"/>
                    <a:pt x="15142" y="2797"/>
                    <a:pt x="15100" y="2720"/>
                  </a:cubicBezTo>
                  <a:lnTo>
                    <a:pt x="15091" y="2805"/>
                  </a:lnTo>
                  <a:cubicBezTo>
                    <a:pt x="15115" y="2902"/>
                    <a:pt x="15123" y="2972"/>
                    <a:pt x="15114" y="2972"/>
                  </a:cubicBezTo>
                  <a:cubicBezTo>
                    <a:pt x="15108" y="2972"/>
                    <a:pt x="15097" y="2949"/>
                    <a:pt x="15078" y="2896"/>
                  </a:cubicBezTo>
                  <a:lnTo>
                    <a:pt x="15053" y="2820"/>
                  </a:lnTo>
                  <a:lnTo>
                    <a:pt x="15053" y="2820"/>
                  </a:lnTo>
                  <a:cubicBezTo>
                    <a:pt x="15067" y="2889"/>
                    <a:pt x="15052" y="2919"/>
                    <a:pt x="15029" y="2919"/>
                  </a:cubicBezTo>
                  <a:cubicBezTo>
                    <a:pt x="15026" y="2919"/>
                    <a:pt x="15022" y="2919"/>
                    <a:pt x="15019" y="2918"/>
                  </a:cubicBezTo>
                  <a:cubicBezTo>
                    <a:pt x="14987" y="2902"/>
                    <a:pt x="14950" y="2852"/>
                    <a:pt x="14931" y="2777"/>
                  </a:cubicBezTo>
                  <a:cubicBezTo>
                    <a:pt x="14913" y="2714"/>
                    <a:pt x="14910" y="2704"/>
                    <a:pt x="14898" y="2704"/>
                  </a:cubicBezTo>
                  <a:cubicBezTo>
                    <a:pt x="14896" y="2704"/>
                    <a:pt x="14893" y="2704"/>
                    <a:pt x="14890" y="2704"/>
                  </a:cubicBezTo>
                  <a:lnTo>
                    <a:pt x="14909" y="2780"/>
                  </a:lnTo>
                  <a:cubicBezTo>
                    <a:pt x="14931" y="2855"/>
                    <a:pt x="14950" y="2930"/>
                    <a:pt x="14928" y="2933"/>
                  </a:cubicBezTo>
                  <a:cubicBezTo>
                    <a:pt x="14923" y="2934"/>
                    <a:pt x="14918" y="2935"/>
                    <a:pt x="14913" y="2935"/>
                  </a:cubicBezTo>
                  <a:cubicBezTo>
                    <a:pt x="14896" y="2935"/>
                    <a:pt x="14880" y="2925"/>
                    <a:pt x="14868" y="2867"/>
                  </a:cubicBezTo>
                  <a:cubicBezTo>
                    <a:pt x="14842" y="2817"/>
                    <a:pt x="14817" y="2765"/>
                    <a:pt x="14810" y="2765"/>
                  </a:cubicBezTo>
                  <a:lnTo>
                    <a:pt x="14810" y="2765"/>
                  </a:lnTo>
                  <a:cubicBezTo>
                    <a:pt x="14807" y="2765"/>
                    <a:pt x="14807" y="2775"/>
                    <a:pt x="14812" y="2799"/>
                  </a:cubicBezTo>
                  <a:cubicBezTo>
                    <a:pt x="14812" y="2799"/>
                    <a:pt x="14812" y="2799"/>
                    <a:pt x="14812" y="2799"/>
                  </a:cubicBezTo>
                  <a:cubicBezTo>
                    <a:pt x="14808" y="2799"/>
                    <a:pt x="14787" y="2796"/>
                    <a:pt x="14759" y="2730"/>
                  </a:cubicBezTo>
                  <a:cubicBezTo>
                    <a:pt x="14740" y="2734"/>
                    <a:pt x="14720" y="2737"/>
                    <a:pt x="14700" y="2737"/>
                  </a:cubicBezTo>
                  <a:cubicBezTo>
                    <a:pt x="14692" y="2737"/>
                    <a:pt x="14685" y="2737"/>
                    <a:pt x="14677" y="2736"/>
                  </a:cubicBezTo>
                  <a:cubicBezTo>
                    <a:pt x="14671" y="2776"/>
                    <a:pt x="14656" y="2796"/>
                    <a:pt x="14643" y="2796"/>
                  </a:cubicBezTo>
                  <a:cubicBezTo>
                    <a:pt x="14630" y="2796"/>
                    <a:pt x="14618" y="2777"/>
                    <a:pt x="14614" y="2739"/>
                  </a:cubicBezTo>
                  <a:cubicBezTo>
                    <a:pt x="14614" y="2739"/>
                    <a:pt x="14574" y="2739"/>
                    <a:pt x="14555" y="2820"/>
                  </a:cubicBezTo>
                  <a:cubicBezTo>
                    <a:pt x="14552" y="2820"/>
                    <a:pt x="14549" y="2820"/>
                    <a:pt x="14546" y="2820"/>
                  </a:cubicBezTo>
                  <a:cubicBezTo>
                    <a:pt x="14508" y="2820"/>
                    <a:pt x="14489" y="2818"/>
                    <a:pt x="14486" y="2745"/>
                  </a:cubicBezTo>
                  <a:cubicBezTo>
                    <a:pt x="14486" y="2706"/>
                    <a:pt x="14486" y="2687"/>
                    <a:pt x="14484" y="2687"/>
                  </a:cubicBezTo>
                  <a:cubicBezTo>
                    <a:pt x="14481" y="2687"/>
                    <a:pt x="14477" y="2707"/>
                    <a:pt x="14467" y="2748"/>
                  </a:cubicBezTo>
                  <a:cubicBezTo>
                    <a:pt x="14467" y="2818"/>
                    <a:pt x="14449" y="2820"/>
                    <a:pt x="14428" y="2820"/>
                  </a:cubicBezTo>
                  <a:cubicBezTo>
                    <a:pt x="14427" y="2820"/>
                    <a:pt x="14425" y="2820"/>
                    <a:pt x="14423" y="2820"/>
                  </a:cubicBezTo>
                  <a:lnTo>
                    <a:pt x="14379" y="2814"/>
                  </a:lnTo>
                  <a:cubicBezTo>
                    <a:pt x="14374" y="2879"/>
                    <a:pt x="14373" y="2890"/>
                    <a:pt x="14361" y="2890"/>
                  </a:cubicBezTo>
                  <a:cubicBezTo>
                    <a:pt x="14358" y="2890"/>
                    <a:pt x="14355" y="2890"/>
                    <a:pt x="14351" y="2889"/>
                  </a:cubicBezTo>
                  <a:cubicBezTo>
                    <a:pt x="14329" y="2886"/>
                    <a:pt x="14267" y="2805"/>
                    <a:pt x="14248" y="2802"/>
                  </a:cubicBezTo>
                  <a:cubicBezTo>
                    <a:pt x="14237" y="2801"/>
                    <a:pt x="14228" y="2801"/>
                    <a:pt x="14220" y="2801"/>
                  </a:cubicBezTo>
                  <a:cubicBezTo>
                    <a:pt x="14182" y="2801"/>
                    <a:pt x="14184" y="2812"/>
                    <a:pt x="14191" y="2877"/>
                  </a:cubicBezTo>
                  <a:cubicBezTo>
                    <a:pt x="14208" y="2877"/>
                    <a:pt x="14208" y="2912"/>
                    <a:pt x="14197" y="2912"/>
                  </a:cubicBezTo>
                  <a:cubicBezTo>
                    <a:pt x="14190" y="2912"/>
                    <a:pt x="14181" y="2903"/>
                    <a:pt x="14169" y="2874"/>
                  </a:cubicBezTo>
                  <a:cubicBezTo>
                    <a:pt x="14148" y="2867"/>
                    <a:pt x="14104" y="2773"/>
                    <a:pt x="14047" y="2758"/>
                  </a:cubicBezTo>
                  <a:cubicBezTo>
                    <a:pt x="14023" y="2752"/>
                    <a:pt x="14007" y="2748"/>
                    <a:pt x="13994" y="2748"/>
                  </a:cubicBezTo>
                  <a:cubicBezTo>
                    <a:pt x="13968" y="2748"/>
                    <a:pt x="13962" y="2765"/>
                    <a:pt x="13947" y="2814"/>
                  </a:cubicBezTo>
                  <a:cubicBezTo>
                    <a:pt x="13935" y="2891"/>
                    <a:pt x="13922" y="2929"/>
                    <a:pt x="13917" y="2929"/>
                  </a:cubicBezTo>
                  <a:cubicBezTo>
                    <a:pt x="13911" y="2929"/>
                    <a:pt x="13912" y="2888"/>
                    <a:pt x="13928" y="2808"/>
                  </a:cubicBezTo>
                  <a:cubicBezTo>
                    <a:pt x="13936" y="2706"/>
                    <a:pt x="13935" y="2664"/>
                    <a:pt x="13926" y="2664"/>
                  </a:cubicBezTo>
                  <a:cubicBezTo>
                    <a:pt x="13921" y="2664"/>
                    <a:pt x="13912" y="2680"/>
                    <a:pt x="13900" y="2708"/>
                  </a:cubicBezTo>
                  <a:cubicBezTo>
                    <a:pt x="13868" y="2755"/>
                    <a:pt x="13858" y="2768"/>
                    <a:pt x="13848" y="2768"/>
                  </a:cubicBezTo>
                  <a:cubicBezTo>
                    <a:pt x="13845" y="2768"/>
                    <a:pt x="13842" y="2767"/>
                    <a:pt x="13837" y="2764"/>
                  </a:cubicBezTo>
                  <a:cubicBezTo>
                    <a:pt x="13853" y="2724"/>
                    <a:pt x="13855" y="2704"/>
                    <a:pt x="13842" y="2704"/>
                  </a:cubicBezTo>
                  <a:cubicBezTo>
                    <a:pt x="13832" y="2704"/>
                    <a:pt x="13812" y="2717"/>
                    <a:pt x="13781" y="2742"/>
                  </a:cubicBezTo>
                  <a:cubicBezTo>
                    <a:pt x="13762" y="2736"/>
                    <a:pt x="13762" y="2736"/>
                    <a:pt x="13793" y="2664"/>
                  </a:cubicBezTo>
                  <a:cubicBezTo>
                    <a:pt x="13784" y="2657"/>
                    <a:pt x="13771" y="2651"/>
                    <a:pt x="13762" y="2645"/>
                  </a:cubicBezTo>
                  <a:cubicBezTo>
                    <a:pt x="13733" y="2676"/>
                    <a:pt x="13706" y="2688"/>
                    <a:pt x="13682" y="2688"/>
                  </a:cubicBezTo>
                  <a:cubicBezTo>
                    <a:pt x="13621" y="2688"/>
                    <a:pt x="13585" y="2602"/>
                    <a:pt x="13605" y="2548"/>
                  </a:cubicBezTo>
                  <a:cubicBezTo>
                    <a:pt x="13605" y="2548"/>
                    <a:pt x="13604" y="2546"/>
                    <a:pt x="13598" y="2546"/>
                  </a:cubicBezTo>
                  <a:cubicBezTo>
                    <a:pt x="13589" y="2546"/>
                    <a:pt x="13568" y="2552"/>
                    <a:pt x="13527" y="2582"/>
                  </a:cubicBezTo>
                  <a:cubicBezTo>
                    <a:pt x="13477" y="2634"/>
                    <a:pt x="13446" y="2658"/>
                    <a:pt x="13435" y="2658"/>
                  </a:cubicBezTo>
                  <a:cubicBezTo>
                    <a:pt x="13421" y="2658"/>
                    <a:pt x="13438" y="2622"/>
                    <a:pt x="13489" y="2554"/>
                  </a:cubicBezTo>
                  <a:cubicBezTo>
                    <a:pt x="13538" y="2489"/>
                    <a:pt x="13562" y="2458"/>
                    <a:pt x="13557" y="2458"/>
                  </a:cubicBezTo>
                  <a:lnTo>
                    <a:pt x="13557" y="2458"/>
                  </a:lnTo>
                  <a:cubicBezTo>
                    <a:pt x="13553" y="2458"/>
                    <a:pt x="13525" y="2485"/>
                    <a:pt x="13471" y="2538"/>
                  </a:cubicBezTo>
                  <a:cubicBezTo>
                    <a:pt x="13457" y="2548"/>
                    <a:pt x="13441" y="2553"/>
                    <a:pt x="13427" y="2553"/>
                  </a:cubicBezTo>
                  <a:cubicBezTo>
                    <a:pt x="13373" y="2553"/>
                    <a:pt x="13334" y="2491"/>
                    <a:pt x="13430" y="2407"/>
                  </a:cubicBezTo>
                  <a:cubicBezTo>
                    <a:pt x="13480" y="2347"/>
                    <a:pt x="13530" y="2288"/>
                    <a:pt x="13530" y="2288"/>
                  </a:cubicBezTo>
                  <a:lnTo>
                    <a:pt x="13530" y="2288"/>
                  </a:lnTo>
                  <a:cubicBezTo>
                    <a:pt x="13495" y="2311"/>
                    <a:pt x="13473" y="2317"/>
                    <a:pt x="13460" y="2317"/>
                  </a:cubicBezTo>
                  <a:cubicBezTo>
                    <a:pt x="13450" y="2317"/>
                    <a:pt x="13446" y="2313"/>
                    <a:pt x="13446" y="2313"/>
                  </a:cubicBezTo>
                  <a:cubicBezTo>
                    <a:pt x="13423" y="2339"/>
                    <a:pt x="13406" y="2350"/>
                    <a:pt x="13390" y="2350"/>
                  </a:cubicBezTo>
                  <a:cubicBezTo>
                    <a:pt x="13370" y="2350"/>
                    <a:pt x="13350" y="2330"/>
                    <a:pt x="13320" y="2300"/>
                  </a:cubicBezTo>
                  <a:cubicBezTo>
                    <a:pt x="13286" y="2269"/>
                    <a:pt x="13151" y="2244"/>
                    <a:pt x="13110" y="2197"/>
                  </a:cubicBezTo>
                  <a:cubicBezTo>
                    <a:pt x="13073" y="2156"/>
                    <a:pt x="13013" y="2090"/>
                    <a:pt x="13051" y="2015"/>
                  </a:cubicBezTo>
                  <a:cubicBezTo>
                    <a:pt x="13030" y="1994"/>
                    <a:pt x="13009" y="1971"/>
                    <a:pt x="12923" y="1971"/>
                  </a:cubicBezTo>
                  <a:cubicBezTo>
                    <a:pt x="12918" y="1971"/>
                    <a:pt x="12912" y="1971"/>
                    <a:pt x="12907" y="1971"/>
                  </a:cubicBezTo>
                  <a:cubicBezTo>
                    <a:pt x="12890" y="1977"/>
                    <a:pt x="12876" y="1980"/>
                    <a:pt x="12863" y="1980"/>
                  </a:cubicBezTo>
                  <a:cubicBezTo>
                    <a:pt x="12814" y="1980"/>
                    <a:pt x="12797" y="1941"/>
                    <a:pt x="12844" y="1899"/>
                  </a:cubicBezTo>
                  <a:lnTo>
                    <a:pt x="12822" y="1874"/>
                  </a:lnTo>
                  <a:cubicBezTo>
                    <a:pt x="12812" y="1875"/>
                    <a:pt x="12803" y="1875"/>
                    <a:pt x="12794" y="1875"/>
                  </a:cubicBezTo>
                  <a:cubicBezTo>
                    <a:pt x="12717" y="1875"/>
                    <a:pt x="12700" y="1852"/>
                    <a:pt x="12700" y="1852"/>
                  </a:cubicBezTo>
                  <a:cubicBezTo>
                    <a:pt x="12749" y="1806"/>
                    <a:pt x="12781" y="1741"/>
                    <a:pt x="12736" y="1741"/>
                  </a:cubicBezTo>
                  <a:cubicBezTo>
                    <a:pt x="12729" y="1741"/>
                    <a:pt x="12720" y="1742"/>
                    <a:pt x="12709" y="1746"/>
                  </a:cubicBezTo>
                  <a:cubicBezTo>
                    <a:pt x="12688" y="1766"/>
                    <a:pt x="12671" y="1774"/>
                    <a:pt x="12656" y="1774"/>
                  </a:cubicBezTo>
                  <a:cubicBezTo>
                    <a:pt x="12631" y="1774"/>
                    <a:pt x="12611" y="1751"/>
                    <a:pt x="12584" y="1717"/>
                  </a:cubicBezTo>
                  <a:cubicBezTo>
                    <a:pt x="12590" y="1670"/>
                    <a:pt x="12402" y="1416"/>
                    <a:pt x="12145" y="1172"/>
                  </a:cubicBezTo>
                  <a:cubicBezTo>
                    <a:pt x="12079" y="1113"/>
                    <a:pt x="12020" y="1053"/>
                    <a:pt x="11954" y="1000"/>
                  </a:cubicBezTo>
                  <a:cubicBezTo>
                    <a:pt x="11885" y="950"/>
                    <a:pt x="11816" y="903"/>
                    <a:pt x="11760" y="865"/>
                  </a:cubicBezTo>
                  <a:cubicBezTo>
                    <a:pt x="11665" y="799"/>
                    <a:pt x="11590" y="760"/>
                    <a:pt x="11561" y="760"/>
                  </a:cubicBezTo>
                  <a:cubicBezTo>
                    <a:pt x="11556" y="760"/>
                    <a:pt x="11552" y="762"/>
                    <a:pt x="11550" y="765"/>
                  </a:cubicBezTo>
                  <a:lnTo>
                    <a:pt x="11431" y="693"/>
                  </a:lnTo>
                  <a:lnTo>
                    <a:pt x="11315" y="621"/>
                  </a:lnTo>
                  <a:cubicBezTo>
                    <a:pt x="11352" y="555"/>
                    <a:pt x="11308" y="508"/>
                    <a:pt x="11239" y="476"/>
                  </a:cubicBezTo>
                  <a:cubicBezTo>
                    <a:pt x="11184" y="462"/>
                    <a:pt x="11127" y="454"/>
                    <a:pt x="11069" y="454"/>
                  </a:cubicBezTo>
                  <a:cubicBezTo>
                    <a:pt x="11039" y="454"/>
                    <a:pt x="11009" y="456"/>
                    <a:pt x="10979" y="461"/>
                  </a:cubicBezTo>
                  <a:cubicBezTo>
                    <a:pt x="10953" y="485"/>
                    <a:pt x="10921" y="497"/>
                    <a:pt x="10888" y="497"/>
                  </a:cubicBezTo>
                  <a:cubicBezTo>
                    <a:pt x="10866" y="497"/>
                    <a:pt x="10843" y="491"/>
                    <a:pt x="10823" y="479"/>
                  </a:cubicBezTo>
                  <a:cubicBezTo>
                    <a:pt x="10862" y="372"/>
                    <a:pt x="10797" y="311"/>
                    <a:pt x="10714" y="311"/>
                  </a:cubicBezTo>
                  <a:cubicBezTo>
                    <a:pt x="10686" y="311"/>
                    <a:pt x="10657" y="318"/>
                    <a:pt x="10628" y="332"/>
                  </a:cubicBezTo>
                  <a:cubicBezTo>
                    <a:pt x="10587" y="399"/>
                    <a:pt x="10556" y="431"/>
                    <a:pt x="10539" y="431"/>
                  </a:cubicBezTo>
                  <a:cubicBezTo>
                    <a:pt x="10520" y="431"/>
                    <a:pt x="10517" y="390"/>
                    <a:pt x="10537" y="310"/>
                  </a:cubicBezTo>
                  <a:cubicBezTo>
                    <a:pt x="10558" y="236"/>
                    <a:pt x="10543" y="192"/>
                    <a:pt x="10507" y="192"/>
                  </a:cubicBezTo>
                  <a:cubicBezTo>
                    <a:pt x="10470" y="192"/>
                    <a:pt x="10410" y="238"/>
                    <a:pt x="10340" y="345"/>
                  </a:cubicBezTo>
                  <a:cubicBezTo>
                    <a:pt x="10314" y="375"/>
                    <a:pt x="10300" y="392"/>
                    <a:pt x="10289" y="392"/>
                  </a:cubicBezTo>
                  <a:cubicBezTo>
                    <a:pt x="10277" y="392"/>
                    <a:pt x="10269" y="370"/>
                    <a:pt x="10252" y="323"/>
                  </a:cubicBezTo>
                  <a:cubicBezTo>
                    <a:pt x="10241" y="223"/>
                    <a:pt x="10220" y="182"/>
                    <a:pt x="10202" y="182"/>
                  </a:cubicBezTo>
                  <a:cubicBezTo>
                    <a:pt x="10191" y="182"/>
                    <a:pt x="10181" y="201"/>
                    <a:pt x="10177" y="232"/>
                  </a:cubicBezTo>
                  <a:cubicBezTo>
                    <a:pt x="10144" y="305"/>
                    <a:pt x="10118" y="341"/>
                    <a:pt x="10096" y="341"/>
                  </a:cubicBezTo>
                  <a:cubicBezTo>
                    <a:pt x="10074" y="341"/>
                    <a:pt x="10057" y="300"/>
                    <a:pt x="10042" y="219"/>
                  </a:cubicBezTo>
                  <a:cubicBezTo>
                    <a:pt x="10006" y="135"/>
                    <a:pt x="9986" y="93"/>
                    <a:pt x="9968" y="93"/>
                  </a:cubicBezTo>
                  <a:cubicBezTo>
                    <a:pt x="9952" y="93"/>
                    <a:pt x="9937" y="132"/>
                    <a:pt x="9911" y="207"/>
                  </a:cubicBezTo>
                  <a:cubicBezTo>
                    <a:pt x="9882" y="278"/>
                    <a:pt x="9831" y="313"/>
                    <a:pt x="9779" y="313"/>
                  </a:cubicBezTo>
                  <a:cubicBezTo>
                    <a:pt x="9723" y="313"/>
                    <a:pt x="9666" y="270"/>
                    <a:pt x="9641" y="188"/>
                  </a:cubicBezTo>
                  <a:cubicBezTo>
                    <a:pt x="9612" y="188"/>
                    <a:pt x="9582" y="156"/>
                    <a:pt x="9566" y="156"/>
                  </a:cubicBezTo>
                  <a:cubicBezTo>
                    <a:pt x="9557" y="156"/>
                    <a:pt x="9552" y="164"/>
                    <a:pt x="9553" y="191"/>
                  </a:cubicBezTo>
                  <a:lnTo>
                    <a:pt x="9506" y="116"/>
                  </a:lnTo>
                  <a:lnTo>
                    <a:pt x="9415" y="119"/>
                  </a:lnTo>
                  <a:lnTo>
                    <a:pt x="9419" y="197"/>
                  </a:lnTo>
                  <a:cubicBezTo>
                    <a:pt x="9416" y="198"/>
                    <a:pt x="9413" y="198"/>
                    <a:pt x="9410" y="198"/>
                  </a:cubicBezTo>
                  <a:cubicBezTo>
                    <a:pt x="9369" y="198"/>
                    <a:pt x="9247" y="167"/>
                    <a:pt x="9080" y="167"/>
                  </a:cubicBezTo>
                  <a:cubicBezTo>
                    <a:pt x="8987" y="167"/>
                    <a:pt x="8881" y="177"/>
                    <a:pt x="8767" y="207"/>
                  </a:cubicBezTo>
                  <a:cubicBezTo>
                    <a:pt x="8601" y="235"/>
                    <a:pt x="8441" y="288"/>
                    <a:pt x="8287" y="364"/>
                  </a:cubicBezTo>
                  <a:cubicBezTo>
                    <a:pt x="8212" y="401"/>
                    <a:pt x="8209" y="426"/>
                    <a:pt x="8247" y="451"/>
                  </a:cubicBezTo>
                  <a:cubicBezTo>
                    <a:pt x="8305" y="524"/>
                    <a:pt x="8304" y="565"/>
                    <a:pt x="8273" y="565"/>
                  </a:cubicBezTo>
                  <a:cubicBezTo>
                    <a:pt x="8249" y="565"/>
                    <a:pt x="8207" y="540"/>
                    <a:pt x="8159" y="486"/>
                  </a:cubicBezTo>
                  <a:cubicBezTo>
                    <a:pt x="8115" y="501"/>
                    <a:pt x="7999" y="476"/>
                    <a:pt x="7914" y="523"/>
                  </a:cubicBezTo>
                  <a:cubicBezTo>
                    <a:pt x="7860" y="554"/>
                    <a:pt x="7806" y="584"/>
                    <a:pt x="7765" y="584"/>
                  </a:cubicBezTo>
                  <a:cubicBezTo>
                    <a:pt x="7742" y="584"/>
                    <a:pt x="7722" y="575"/>
                    <a:pt x="7708" y="552"/>
                  </a:cubicBezTo>
                  <a:lnTo>
                    <a:pt x="7664" y="574"/>
                  </a:lnTo>
                  <a:cubicBezTo>
                    <a:pt x="7657" y="752"/>
                    <a:pt x="7460" y="909"/>
                    <a:pt x="7300" y="931"/>
                  </a:cubicBezTo>
                  <a:cubicBezTo>
                    <a:pt x="7231" y="984"/>
                    <a:pt x="7203" y="1012"/>
                    <a:pt x="7190" y="1128"/>
                  </a:cubicBezTo>
                  <a:cubicBezTo>
                    <a:pt x="7184" y="1202"/>
                    <a:pt x="7182" y="1226"/>
                    <a:pt x="7158" y="1226"/>
                  </a:cubicBezTo>
                  <a:cubicBezTo>
                    <a:pt x="7145" y="1226"/>
                    <a:pt x="7126" y="1219"/>
                    <a:pt x="7096" y="1210"/>
                  </a:cubicBezTo>
                  <a:cubicBezTo>
                    <a:pt x="7087" y="1199"/>
                    <a:pt x="7071" y="1194"/>
                    <a:pt x="7051" y="1194"/>
                  </a:cubicBezTo>
                  <a:cubicBezTo>
                    <a:pt x="7019" y="1194"/>
                    <a:pt x="6978" y="1208"/>
                    <a:pt x="6946" y="1232"/>
                  </a:cubicBezTo>
                  <a:cubicBezTo>
                    <a:pt x="6896" y="1263"/>
                    <a:pt x="6871" y="1319"/>
                    <a:pt x="6924" y="1373"/>
                  </a:cubicBezTo>
                  <a:lnTo>
                    <a:pt x="6843" y="1348"/>
                  </a:lnTo>
                  <a:cubicBezTo>
                    <a:pt x="6831" y="1344"/>
                    <a:pt x="6822" y="1342"/>
                    <a:pt x="6815" y="1342"/>
                  </a:cubicBezTo>
                  <a:cubicBezTo>
                    <a:pt x="6770" y="1342"/>
                    <a:pt x="6797" y="1409"/>
                    <a:pt x="6846" y="1457"/>
                  </a:cubicBezTo>
                  <a:cubicBezTo>
                    <a:pt x="6903" y="1513"/>
                    <a:pt x="6924" y="1547"/>
                    <a:pt x="6902" y="1547"/>
                  </a:cubicBezTo>
                  <a:cubicBezTo>
                    <a:pt x="6881" y="1547"/>
                    <a:pt x="6827" y="1520"/>
                    <a:pt x="6733" y="1457"/>
                  </a:cubicBezTo>
                  <a:cubicBezTo>
                    <a:pt x="6677" y="1404"/>
                    <a:pt x="6642" y="1385"/>
                    <a:pt x="6628" y="1385"/>
                  </a:cubicBezTo>
                  <a:cubicBezTo>
                    <a:pt x="6613" y="1385"/>
                    <a:pt x="6620" y="1405"/>
                    <a:pt x="6648" y="1432"/>
                  </a:cubicBezTo>
                  <a:cubicBezTo>
                    <a:pt x="6673" y="1503"/>
                    <a:pt x="6704" y="1569"/>
                    <a:pt x="6659" y="1569"/>
                  </a:cubicBezTo>
                  <a:cubicBezTo>
                    <a:pt x="6652" y="1569"/>
                    <a:pt x="6644" y="1567"/>
                    <a:pt x="6633" y="1564"/>
                  </a:cubicBezTo>
                  <a:lnTo>
                    <a:pt x="6633" y="1564"/>
                  </a:lnTo>
                  <a:cubicBezTo>
                    <a:pt x="6608" y="1589"/>
                    <a:pt x="6583" y="1614"/>
                    <a:pt x="6698" y="1720"/>
                  </a:cubicBezTo>
                  <a:cubicBezTo>
                    <a:pt x="6758" y="1774"/>
                    <a:pt x="6733" y="1799"/>
                    <a:pt x="6708" y="1824"/>
                  </a:cubicBezTo>
                  <a:cubicBezTo>
                    <a:pt x="6664" y="1793"/>
                    <a:pt x="6633" y="1746"/>
                    <a:pt x="6617" y="1692"/>
                  </a:cubicBezTo>
                  <a:lnTo>
                    <a:pt x="6570" y="1746"/>
                  </a:lnTo>
                  <a:cubicBezTo>
                    <a:pt x="6560" y="1756"/>
                    <a:pt x="6536" y="1762"/>
                    <a:pt x="6508" y="1762"/>
                  </a:cubicBezTo>
                  <a:cubicBezTo>
                    <a:pt x="6467" y="1762"/>
                    <a:pt x="6415" y="1749"/>
                    <a:pt x="6382" y="1717"/>
                  </a:cubicBezTo>
                  <a:cubicBezTo>
                    <a:pt x="6360" y="1710"/>
                    <a:pt x="6342" y="1706"/>
                    <a:pt x="6330" y="1706"/>
                  </a:cubicBezTo>
                  <a:cubicBezTo>
                    <a:pt x="6300" y="1706"/>
                    <a:pt x="6316" y="1733"/>
                    <a:pt x="6416" y="1793"/>
                  </a:cubicBezTo>
                  <a:cubicBezTo>
                    <a:pt x="6532" y="1896"/>
                    <a:pt x="6532" y="1896"/>
                    <a:pt x="6489" y="1943"/>
                  </a:cubicBezTo>
                  <a:cubicBezTo>
                    <a:pt x="6476" y="1957"/>
                    <a:pt x="6464" y="1970"/>
                    <a:pt x="6446" y="1970"/>
                  </a:cubicBezTo>
                  <a:cubicBezTo>
                    <a:pt x="6431" y="1970"/>
                    <a:pt x="6413" y="1962"/>
                    <a:pt x="6388" y="1940"/>
                  </a:cubicBezTo>
                  <a:cubicBezTo>
                    <a:pt x="6358" y="1912"/>
                    <a:pt x="6343" y="1899"/>
                    <a:pt x="6329" y="1899"/>
                  </a:cubicBezTo>
                  <a:cubicBezTo>
                    <a:pt x="6317" y="1899"/>
                    <a:pt x="6306" y="1911"/>
                    <a:pt x="6285" y="1934"/>
                  </a:cubicBezTo>
                  <a:cubicBezTo>
                    <a:pt x="6219" y="2006"/>
                    <a:pt x="6332" y="2222"/>
                    <a:pt x="6420" y="2354"/>
                  </a:cubicBezTo>
                  <a:cubicBezTo>
                    <a:pt x="6479" y="2411"/>
                    <a:pt x="6507" y="2439"/>
                    <a:pt x="6501" y="2439"/>
                  </a:cubicBezTo>
                  <a:cubicBezTo>
                    <a:pt x="6495" y="2439"/>
                    <a:pt x="6461" y="2417"/>
                    <a:pt x="6398" y="2375"/>
                  </a:cubicBezTo>
                  <a:cubicBezTo>
                    <a:pt x="6373" y="2350"/>
                    <a:pt x="6355" y="2342"/>
                    <a:pt x="6340" y="2342"/>
                  </a:cubicBezTo>
                  <a:cubicBezTo>
                    <a:pt x="6324" y="2342"/>
                    <a:pt x="6312" y="2353"/>
                    <a:pt x="6300" y="2363"/>
                  </a:cubicBezTo>
                  <a:cubicBezTo>
                    <a:pt x="6244" y="2310"/>
                    <a:pt x="6266" y="2288"/>
                    <a:pt x="6288" y="2266"/>
                  </a:cubicBezTo>
                  <a:lnTo>
                    <a:pt x="6232" y="2212"/>
                  </a:lnTo>
                  <a:cubicBezTo>
                    <a:pt x="6178" y="2177"/>
                    <a:pt x="6143" y="2159"/>
                    <a:pt x="6126" y="2159"/>
                  </a:cubicBezTo>
                  <a:cubicBezTo>
                    <a:pt x="6101" y="2159"/>
                    <a:pt x="6115" y="2197"/>
                    <a:pt x="6169" y="2275"/>
                  </a:cubicBezTo>
                  <a:cubicBezTo>
                    <a:pt x="6190" y="2320"/>
                    <a:pt x="6198" y="2339"/>
                    <a:pt x="6185" y="2339"/>
                  </a:cubicBezTo>
                  <a:cubicBezTo>
                    <a:pt x="6176" y="2339"/>
                    <a:pt x="6158" y="2331"/>
                    <a:pt x="6128" y="2316"/>
                  </a:cubicBezTo>
                  <a:cubicBezTo>
                    <a:pt x="6080" y="2292"/>
                    <a:pt x="6033" y="2266"/>
                    <a:pt x="6019" y="2266"/>
                  </a:cubicBezTo>
                  <a:cubicBezTo>
                    <a:pt x="6012" y="2266"/>
                    <a:pt x="6015" y="2274"/>
                    <a:pt x="6034" y="2294"/>
                  </a:cubicBezTo>
                  <a:cubicBezTo>
                    <a:pt x="6034" y="2294"/>
                    <a:pt x="6018" y="2308"/>
                    <a:pt x="5989" y="2308"/>
                  </a:cubicBezTo>
                  <a:cubicBezTo>
                    <a:pt x="5972" y="2308"/>
                    <a:pt x="5950" y="2303"/>
                    <a:pt x="5924" y="2288"/>
                  </a:cubicBezTo>
                  <a:cubicBezTo>
                    <a:pt x="5884" y="2319"/>
                    <a:pt x="5868" y="2338"/>
                    <a:pt x="5918" y="2397"/>
                  </a:cubicBezTo>
                  <a:cubicBezTo>
                    <a:pt x="5968" y="2457"/>
                    <a:pt x="5950" y="2473"/>
                    <a:pt x="5931" y="2488"/>
                  </a:cubicBezTo>
                  <a:cubicBezTo>
                    <a:pt x="5909" y="2504"/>
                    <a:pt x="5890" y="2516"/>
                    <a:pt x="5940" y="2579"/>
                  </a:cubicBezTo>
                  <a:cubicBezTo>
                    <a:pt x="5987" y="2639"/>
                    <a:pt x="6015" y="2714"/>
                    <a:pt x="5971" y="2745"/>
                  </a:cubicBezTo>
                  <a:cubicBezTo>
                    <a:pt x="5974" y="2790"/>
                    <a:pt x="5975" y="2814"/>
                    <a:pt x="5963" y="2814"/>
                  </a:cubicBezTo>
                  <a:cubicBezTo>
                    <a:pt x="5950" y="2814"/>
                    <a:pt x="5922" y="2785"/>
                    <a:pt x="5865" y="2726"/>
                  </a:cubicBezTo>
                  <a:cubicBezTo>
                    <a:pt x="5840" y="2691"/>
                    <a:pt x="5823" y="2681"/>
                    <a:pt x="5809" y="2681"/>
                  </a:cubicBezTo>
                  <a:cubicBezTo>
                    <a:pt x="5799" y="2681"/>
                    <a:pt x="5790" y="2687"/>
                    <a:pt x="5780" y="2692"/>
                  </a:cubicBezTo>
                  <a:cubicBezTo>
                    <a:pt x="5780" y="2692"/>
                    <a:pt x="5779" y="2693"/>
                    <a:pt x="5776" y="2693"/>
                  </a:cubicBezTo>
                  <a:cubicBezTo>
                    <a:pt x="5768" y="2693"/>
                    <a:pt x="5746" y="2687"/>
                    <a:pt x="5699" y="2645"/>
                  </a:cubicBezTo>
                  <a:cubicBezTo>
                    <a:pt x="5683" y="2630"/>
                    <a:pt x="5674" y="2624"/>
                    <a:pt x="5671" y="2624"/>
                  </a:cubicBezTo>
                  <a:cubicBezTo>
                    <a:pt x="5661" y="2624"/>
                    <a:pt x="5691" y="2673"/>
                    <a:pt x="5721" y="2723"/>
                  </a:cubicBezTo>
                  <a:lnTo>
                    <a:pt x="5802" y="2855"/>
                  </a:lnTo>
                  <a:cubicBezTo>
                    <a:pt x="5801" y="2856"/>
                    <a:pt x="5800" y="2856"/>
                    <a:pt x="5799" y="2856"/>
                  </a:cubicBezTo>
                  <a:cubicBezTo>
                    <a:pt x="5771" y="2856"/>
                    <a:pt x="5681" y="2742"/>
                    <a:pt x="5642" y="2676"/>
                  </a:cubicBezTo>
                  <a:cubicBezTo>
                    <a:pt x="5596" y="2614"/>
                    <a:pt x="5572" y="2582"/>
                    <a:pt x="5570" y="2582"/>
                  </a:cubicBezTo>
                  <a:lnTo>
                    <a:pt x="5570" y="2582"/>
                  </a:lnTo>
                  <a:cubicBezTo>
                    <a:pt x="5567" y="2582"/>
                    <a:pt x="5586" y="2616"/>
                    <a:pt x="5624" y="2686"/>
                  </a:cubicBezTo>
                  <a:cubicBezTo>
                    <a:pt x="5656" y="2740"/>
                    <a:pt x="5672" y="2800"/>
                    <a:pt x="5641" y="2800"/>
                  </a:cubicBezTo>
                  <a:cubicBezTo>
                    <a:pt x="5633" y="2800"/>
                    <a:pt x="5621" y="2796"/>
                    <a:pt x="5605" y="2786"/>
                  </a:cubicBezTo>
                  <a:cubicBezTo>
                    <a:pt x="5589" y="2796"/>
                    <a:pt x="5573" y="2803"/>
                    <a:pt x="5557" y="2803"/>
                  </a:cubicBezTo>
                  <a:cubicBezTo>
                    <a:pt x="5534" y="2803"/>
                    <a:pt x="5512" y="2789"/>
                    <a:pt x="5495" y="2748"/>
                  </a:cubicBezTo>
                  <a:cubicBezTo>
                    <a:pt x="5480" y="2729"/>
                    <a:pt x="5471" y="2722"/>
                    <a:pt x="5464" y="2722"/>
                  </a:cubicBezTo>
                  <a:cubicBezTo>
                    <a:pt x="5450" y="2722"/>
                    <a:pt x="5454" y="2761"/>
                    <a:pt x="5454" y="2761"/>
                  </a:cubicBezTo>
                  <a:cubicBezTo>
                    <a:pt x="5462" y="2807"/>
                    <a:pt x="5456" y="2830"/>
                    <a:pt x="5433" y="2830"/>
                  </a:cubicBezTo>
                  <a:cubicBezTo>
                    <a:pt x="5417" y="2830"/>
                    <a:pt x="5394" y="2819"/>
                    <a:pt x="5360" y="2799"/>
                  </a:cubicBezTo>
                  <a:cubicBezTo>
                    <a:pt x="5290" y="2736"/>
                    <a:pt x="5256" y="2702"/>
                    <a:pt x="5244" y="2702"/>
                  </a:cubicBezTo>
                  <a:cubicBezTo>
                    <a:pt x="5231" y="2702"/>
                    <a:pt x="5242" y="2739"/>
                    <a:pt x="5260" y="2817"/>
                  </a:cubicBezTo>
                  <a:cubicBezTo>
                    <a:pt x="5271" y="2861"/>
                    <a:pt x="5282" y="2905"/>
                    <a:pt x="5278" y="2905"/>
                  </a:cubicBezTo>
                  <a:cubicBezTo>
                    <a:pt x="5275" y="2905"/>
                    <a:pt x="5265" y="2882"/>
                    <a:pt x="5241" y="2820"/>
                  </a:cubicBezTo>
                  <a:cubicBezTo>
                    <a:pt x="5231" y="2801"/>
                    <a:pt x="5223" y="2793"/>
                    <a:pt x="5217" y="2793"/>
                  </a:cubicBezTo>
                  <a:cubicBezTo>
                    <a:pt x="5200" y="2793"/>
                    <a:pt x="5193" y="2853"/>
                    <a:pt x="5172" y="2914"/>
                  </a:cubicBezTo>
                  <a:cubicBezTo>
                    <a:pt x="5172" y="3021"/>
                    <a:pt x="5182" y="3124"/>
                    <a:pt x="5201" y="3228"/>
                  </a:cubicBezTo>
                  <a:cubicBezTo>
                    <a:pt x="5216" y="3320"/>
                    <a:pt x="5222" y="3359"/>
                    <a:pt x="5210" y="3359"/>
                  </a:cubicBezTo>
                  <a:cubicBezTo>
                    <a:pt x="5202" y="3359"/>
                    <a:pt x="5186" y="3342"/>
                    <a:pt x="5160" y="3312"/>
                  </a:cubicBezTo>
                  <a:cubicBezTo>
                    <a:pt x="5132" y="3312"/>
                    <a:pt x="5094" y="3237"/>
                    <a:pt x="5085" y="3159"/>
                  </a:cubicBezTo>
                  <a:cubicBezTo>
                    <a:pt x="5078" y="3084"/>
                    <a:pt x="5103" y="3081"/>
                    <a:pt x="5103" y="3081"/>
                  </a:cubicBezTo>
                  <a:lnTo>
                    <a:pt x="5128" y="3081"/>
                  </a:lnTo>
                  <a:cubicBezTo>
                    <a:pt x="5116" y="3002"/>
                    <a:pt x="5107" y="2927"/>
                    <a:pt x="5060" y="2927"/>
                  </a:cubicBezTo>
                  <a:cubicBezTo>
                    <a:pt x="5044" y="2889"/>
                    <a:pt x="5031" y="2870"/>
                    <a:pt x="5022" y="2870"/>
                  </a:cubicBezTo>
                  <a:cubicBezTo>
                    <a:pt x="5013" y="2870"/>
                    <a:pt x="5009" y="2890"/>
                    <a:pt x="5012" y="2930"/>
                  </a:cubicBezTo>
                  <a:cubicBezTo>
                    <a:pt x="5002" y="2886"/>
                    <a:pt x="4963" y="2854"/>
                    <a:pt x="4920" y="2854"/>
                  </a:cubicBezTo>
                  <a:cubicBezTo>
                    <a:pt x="4911" y="2854"/>
                    <a:pt x="4902" y="2855"/>
                    <a:pt x="4893" y="2858"/>
                  </a:cubicBezTo>
                  <a:cubicBezTo>
                    <a:pt x="4885" y="2860"/>
                    <a:pt x="4876" y="2861"/>
                    <a:pt x="4867" y="2861"/>
                  </a:cubicBezTo>
                  <a:cubicBezTo>
                    <a:pt x="4817" y="2861"/>
                    <a:pt x="4772" y="2824"/>
                    <a:pt x="4762" y="2773"/>
                  </a:cubicBezTo>
                  <a:cubicBezTo>
                    <a:pt x="4754" y="2773"/>
                    <a:pt x="4747" y="2772"/>
                    <a:pt x="4740" y="2772"/>
                  </a:cubicBezTo>
                  <a:cubicBezTo>
                    <a:pt x="4713" y="2772"/>
                    <a:pt x="4698" y="2783"/>
                    <a:pt x="4693" y="2846"/>
                  </a:cubicBezTo>
                  <a:cubicBezTo>
                    <a:pt x="4686" y="2935"/>
                    <a:pt x="4674" y="2972"/>
                    <a:pt x="4667" y="2972"/>
                  </a:cubicBezTo>
                  <a:cubicBezTo>
                    <a:pt x="4663" y="2972"/>
                    <a:pt x="4661" y="2953"/>
                    <a:pt x="4665" y="2921"/>
                  </a:cubicBezTo>
                  <a:cubicBezTo>
                    <a:pt x="4662" y="2836"/>
                    <a:pt x="4580" y="2786"/>
                    <a:pt x="4524" y="2745"/>
                  </a:cubicBezTo>
                  <a:cubicBezTo>
                    <a:pt x="4498" y="2729"/>
                    <a:pt x="4472" y="2720"/>
                    <a:pt x="4448" y="2720"/>
                  </a:cubicBezTo>
                  <a:cubicBezTo>
                    <a:pt x="4412" y="2720"/>
                    <a:pt x="4379" y="2740"/>
                    <a:pt x="4361" y="2783"/>
                  </a:cubicBezTo>
                  <a:cubicBezTo>
                    <a:pt x="4348" y="2780"/>
                    <a:pt x="4332" y="2777"/>
                    <a:pt x="4320" y="2773"/>
                  </a:cubicBezTo>
                  <a:cubicBezTo>
                    <a:pt x="4314" y="2710"/>
                    <a:pt x="4268" y="2671"/>
                    <a:pt x="4222" y="2671"/>
                  </a:cubicBezTo>
                  <a:cubicBezTo>
                    <a:pt x="4200" y="2671"/>
                    <a:pt x="4178" y="2681"/>
                    <a:pt x="4160" y="2701"/>
                  </a:cubicBezTo>
                  <a:cubicBezTo>
                    <a:pt x="4138" y="2695"/>
                    <a:pt x="4122" y="2686"/>
                    <a:pt x="4107" y="2673"/>
                  </a:cubicBezTo>
                  <a:cubicBezTo>
                    <a:pt x="4107" y="2619"/>
                    <a:pt x="4102" y="2594"/>
                    <a:pt x="4087" y="2594"/>
                  </a:cubicBezTo>
                  <a:cubicBezTo>
                    <a:pt x="4076" y="2594"/>
                    <a:pt x="4059" y="2606"/>
                    <a:pt x="4035" y="2629"/>
                  </a:cubicBezTo>
                  <a:cubicBezTo>
                    <a:pt x="3995" y="2669"/>
                    <a:pt x="3963" y="2713"/>
                    <a:pt x="3962" y="2713"/>
                  </a:cubicBezTo>
                  <a:cubicBezTo>
                    <a:pt x="3961" y="2713"/>
                    <a:pt x="3966" y="2705"/>
                    <a:pt x="3978" y="2686"/>
                  </a:cubicBezTo>
                  <a:cubicBezTo>
                    <a:pt x="4019" y="2614"/>
                    <a:pt x="3981" y="2607"/>
                    <a:pt x="3913" y="2545"/>
                  </a:cubicBezTo>
                  <a:cubicBezTo>
                    <a:pt x="3879" y="2518"/>
                    <a:pt x="3861" y="2504"/>
                    <a:pt x="3849" y="2504"/>
                  </a:cubicBezTo>
                  <a:cubicBezTo>
                    <a:pt x="3834" y="2504"/>
                    <a:pt x="3827" y="2523"/>
                    <a:pt x="3812" y="2563"/>
                  </a:cubicBezTo>
                  <a:cubicBezTo>
                    <a:pt x="3809" y="2564"/>
                    <a:pt x="3806" y="2564"/>
                    <a:pt x="3803" y="2564"/>
                  </a:cubicBezTo>
                  <a:cubicBezTo>
                    <a:pt x="3689" y="2564"/>
                    <a:pt x="3735" y="2506"/>
                    <a:pt x="3787" y="2448"/>
                  </a:cubicBezTo>
                  <a:cubicBezTo>
                    <a:pt x="3845" y="2394"/>
                    <a:pt x="3866" y="2361"/>
                    <a:pt x="3851" y="2361"/>
                  </a:cubicBezTo>
                  <a:cubicBezTo>
                    <a:pt x="3837" y="2361"/>
                    <a:pt x="3786" y="2394"/>
                    <a:pt x="3699" y="2473"/>
                  </a:cubicBezTo>
                  <a:cubicBezTo>
                    <a:pt x="3645" y="2516"/>
                    <a:pt x="3607" y="2532"/>
                    <a:pt x="3586" y="2532"/>
                  </a:cubicBezTo>
                  <a:cubicBezTo>
                    <a:pt x="3560" y="2532"/>
                    <a:pt x="3560" y="2506"/>
                    <a:pt x="3590" y="2473"/>
                  </a:cubicBezTo>
                  <a:cubicBezTo>
                    <a:pt x="3615" y="2444"/>
                    <a:pt x="3632" y="2435"/>
                    <a:pt x="3646" y="2435"/>
                  </a:cubicBezTo>
                  <a:cubicBezTo>
                    <a:pt x="3659" y="2435"/>
                    <a:pt x="3670" y="2444"/>
                    <a:pt x="3681" y="2454"/>
                  </a:cubicBezTo>
                  <a:cubicBezTo>
                    <a:pt x="3681" y="2454"/>
                    <a:pt x="3731" y="2394"/>
                    <a:pt x="3781" y="2335"/>
                  </a:cubicBezTo>
                  <a:cubicBezTo>
                    <a:pt x="3775" y="2329"/>
                    <a:pt x="3771" y="2325"/>
                    <a:pt x="3765" y="2325"/>
                  </a:cubicBezTo>
                  <a:cubicBezTo>
                    <a:pt x="3755" y="2325"/>
                    <a:pt x="3738" y="2335"/>
                    <a:pt x="3693" y="2360"/>
                  </a:cubicBezTo>
                  <a:cubicBezTo>
                    <a:pt x="3693" y="2360"/>
                    <a:pt x="3688" y="2355"/>
                    <a:pt x="3675" y="2355"/>
                  </a:cubicBezTo>
                  <a:cubicBezTo>
                    <a:pt x="3661" y="2355"/>
                    <a:pt x="3638" y="2360"/>
                    <a:pt x="3602" y="2379"/>
                  </a:cubicBezTo>
                  <a:cubicBezTo>
                    <a:pt x="3530" y="2416"/>
                    <a:pt x="3474" y="2476"/>
                    <a:pt x="3442" y="2551"/>
                  </a:cubicBezTo>
                  <a:cubicBezTo>
                    <a:pt x="3423" y="2593"/>
                    <a:pt x="3409" y="2605"/>
                    <a:pt x="3396" y="2605"/>
                  </a:cubicBezTo>
                  <a:cubicBezTo>
                    <a:pt x="3386" y="2605"/>
                    <a:pt x="3377" y="2597"/>
                    <a:pt x="3367" y="2589"/>
                  </a:cubicBezTo>
                  <a:cubicBezTo>
                    <a:pt x="3377" y="2504"/>
                    <a:pt x="3433" y="2432"/>
                    <a:pt x="3511" y="2401"/>
                  </a:cubicBezTo>
                  <a:cubicBezTo>
                    <a:pt x="3514" y="2403"/>
                    <a:pt x="3517" y="2404"/>
                    <a:pt x="3521" y="2404"/>
                  </a:cubicBezTo>
                  <a:cubicBezTo>
                    <a:pt x="3544" y="2404"/>
                    <a:pt x="3591" y="2355"/>
                    <a:pt x="3637" y="2306"/>
                  </a:cubicBezTo>
                  <a:cubicBezTo>
                    <a:pt x="3657" y="2284"/>
                    <a:pt x="3643" y="2274"/>
                    <a:pt x="3611" y="2274"/>
                  </a:cubicBezTo>
                  <a:cubicBezTo>
                    <a:pt x="3599" y="2274"/>
                    <a:pt x="3584" y="2276"/>
                    <a:pt x="3568" y="2278"/>
                  </a:cubicBezTo>
                  <a:cubicBezTo>
                    <a:pt x="3493" y="2285"/>
                    <a:pt x="3417" y="2310"/>
                    <a:pt x="3355" y="2350"/>
                  </a:cubicBezTo>
                  <a:lnTo>
                    <a:pt x="3411" y="2294"/>
                  </a:lnTo>
                  <a:cubicBezTo>
                    <a:pt x="3464" y="2241"/>
                    <a:pt x="3427" y="2197"/>
                    <a:pt x="3386" y="2153"/>
                  </a:cubicBezTo>
                  <a:cubicBezTo>
                    <a:pt x="3362" y="2129"/>
                    <a:pt x="3346" y="2111"/>
                    <a:pt x="3324" y="2111"/>
                  </a:cubicBezTo>
                  <a:cubicBezTo>
                    <a:pt x="3309" y="2111"/>
                    <a:pt x="3291" y="2120"/>
                    <a:pt x="3267" y="2140"/>
                  </a:cubicBezTo>
                  <a:cubicBezTo>
                    <a:pt x="3220" y="2184"/>
                    <a:pt x="3174" y="2228"/>
                    <a:pt x="3147" y="2228"/>
                  </a:cubicBezTo>
                  <a:cubicBezTo>
                    <a:pt x="3141" y="2228"/>
                    <a:pt x="3136" y="2226"/>
                    <a:pt x="3132" y="2222"/>
                  </a:cubicBezTo>
                  <a:lnTo>
                    <a:pt x="3132" y="2222"/>
                  </a:lnTo>
                  <a:cubicBezTo>
                    <a:pt x="3154" y="2247"/>
                    <a:pt x="3095" y="2300"/>
                    <a:pt x="3038" y="2350"/>
                  </a:cubicBezTo>
                  <a:cubicBezTo>
                    <a:pt x="3048" y="2291"/>
                    <a:pt x="3063" y="2231"/>
                    <a:pt x="3088" y="2172"/>
                  </a:cubicBezTo>
                  <a:cubicBezTo>
                    <a:pt x="3160" y="2018"/>
                    <a:pt x="3179" y="1921"/>
                    <a:pt x="3088" y="1818"/>
                  </a:cubicBezTo>
                  <a:cubicBezTo>
                    <a:pt x="3044" y="1764"/>
                    <a:pt x="2976" y="1686"/>
                    <a:pt x="3010" y="1605"/>
                  </a:cubicBezTo>
                  <a:cubicBezTo>
                    <a:pt x="2981" y="1572"/>
                    <a:pt x="2961" y="1550"/>
                    <a:pt x="2936" y="1550"/>
                  </a:cubicBezTo>
                  <a:cubicBezTo>
                    <a:pt x="2921" y="1550"/>
                    <a:pt x="2903" y="1559"/>
                    <a:pt x="2882" y="1579"/>
                  </a:cubicBezTo>
                  <a:lnTo>
                    <a:pt x="2828" y="1523"/>
                  </a:lnTo>
                  <a:cubicBezTo>
                    <a:pt x="2851" y="1464"/>
                    <a:pt x="2829" y="1418"/>
                    <a:pt x="2793" y="1418"/>
                  </a:cubicBezTo>
                  <a:cubicBezTo>
                    <a:pt x="2780" y="1418"/>
                    <a:pt x="2765" y="1424"/>
                    <a:pt x="2750" y="1438"/>
                  </a:cubicBezTo>
                  <a:cubicBezTo>
                    <a:pt x="2739" y="1442"/>
                    <a:pt x="2729" y="1444"/>
                    <a:pt x="2722" y="1444"/>
                  </a:cubicBezTo>
                  <a:cubicBezTo>
                    <a:pt x="2676" y="1444"/>
                    <a:pt x="2696" y="1378"/>
                    <a:pt x="2672" y="1354"/>
                  </a:cubicBezTo>
                  <a:cubicBezTo>
                    <a:pt x="2700" y="1274"/>
                    <a:pt x="2715" y="1233"/>
                    <a:pt x="2707" y="1233"/>
                  </a:cubicBezTo>
                  <a:cubicBezTo>
                    <a:pt x="2699" y="1233"/>
                    <a:pt x="2663" y="1281"/>
                    <a:pt x="2590" y="1382"/>
                  </a:cubicBezTo>
                  <a:cubicBezTo>
                    <a:pt x="2537" y="1438"/>
                    <a:pt x="2531" y="1548"/>
                    <a:pt x="2556" y="1573"/>
                  </a:cubicBezTo>
                  <a:lnTo>
                    <a:pt x="2631" y="1655"/>
                  </a:lnTo>
                  <a:lnTo>
                    <a:pt x="2499" y="1630"/>
                  </a:lnTo>
                  <a:cubicBezTo>
                    <a:pt x="2489" y="1618"/>
                    <a:pt x="2466" y="1612"/>
                    <a:pt x="2439" y="1612"/>
                  </a:cubicBezTo>
                  <a:cubicBezTo>
                    <a:pt x="2399" y="1612"/>
                    <a:pt x="2348" y="1626"/>
                    <a:pt x="2314" y="1658"/>
                  </a:cubicBezTo>
                  <a:cubicBezTo>
                    <a:pt x="2314" y="1658"/>
                    <a:pt x="2279" y="1696"/>
                    <a:pt x="2252" y="1696"/>
                  </a:cubicBezTo>
                  <a:cubicBezTo>
                    <a:pt x="2246" y="1696"/>
                    <a:pt x="2241" y="1694"/>
                    <a:pt x="2236" y="1689"/>
                  </a:cubicBezTo>
                  <a:cubicBezTo>
                    <a:pt x="2236" y="1689"/>
                    <a:pt x="2289" y="1633"/>
                    <a:pt x="2346" y="1576"/>
                  </a:cubicBezTo>
                  <a:cubicBezTo>
                    <a:pt x="2418" y="1545"/>
                    <a:pt x="2484" y="1498"/>
                    <a:pt x="2537" y="1438"/>
                  </a:cubicBezTo>
                  <a:cubicBezTo>
                    <a:pt x="2600" y="1336"/>
                    <a:pt x="2593" y="1230"/>
                    <a:pt x="2543" y="1230"/>
                  </a:cubicBezTo>
                  <a:cubicBezTo>
                    <a:pt x="2526" y="1230"/>
                    <a:pt x="2504" y="1243"/>
                    <a:pt x="2477" y="1272"/>
                  </a:cubicBezTo>
                  <a:cubicBezTo>
                    <a:pt x="2446" y="1244"/>
                    <a:pt x="2446" y="1244"/>
                    <a:pt x="2471" y="1156"/>
                  </a:cubicBezTo>
                  <a:cubicBezTo>
                    <a:pt x="2500" y="1126"/>
                    <a:pt x="2504" y="1103"/>
                    <a:pt x="2480" y="1103"/>
                  </a:cubicBezTo>
                  <a:cubicBezTo>
                    <a:pt x="2460" y="1103"/>
                    <a:pt x="2420" y="1119"/>
                    <a:pt x="2358" y="1160"/>
                  </a:cubicBezTo>
                  <a:cubicBezTo>
                    <a:pt x="2306" y="1193"/>
                    <a:pt x="2271" y="1210"/>
                    <a:pt x="2250" y="1210"/>
                  </a:cubicBezTo>
                  <a:cubicBezTo>
                    <a:pt x="2218" y="1210"/>
                    <a:pt x="2225" y="1167"/>
                    <a:pt x="2267" y="1078"/>
                  </a:cubicBezTo>
                  <a:cubicBezTo>
                    <a:pt x="2295" y="936"/>
                    <a:pt x="2204" y="835"/>
                    <a:pt x="2145" y="835"/>
                  </a:cubicBezTo>
                  <a:cubicBezTo>
                    <a:pt x="2131" y="835"/>
                    <a:pt x="2119" y="840"/>
                    <a:pt x="2111" y="852"/>
                  </a:cubicBezTo>
                  <a:cubicBezTo>
                    <a:pt x="2075" y="900"/>
                    <a:pt x="2039" y="919"/>
                    <a:pt x="2008" y="919"/>
                  </a:cubicBezTo>
                  <a:cubicBezTo>
                    <a:pt x="1958" y="919"/>
                    <a:pt x="1922" y="868"/>
                    <a:pt x="1926" y="812"/>
                  </a:cubicBezTo>
                  <a:cubicBezTo>
                    <a:pt x="1928" y="752"/>
                    <a:pt x="1910" y="722"/>
                    <a:pt x="1874" y="722"/>
                  </a:cubicBezTo>
                  <a:cubicBezTo>
                    <a:pt x="1856" y="722"/>
                    <a:pt x="1835" y="729"/>
                    <a:pt x="1810" y="743"/>
                  </a:cubicBezTo>
                  <a:cubicBezTo>
                    <a:pt x="1843" y="686"/>
                    <a:pt x="1849" y="615"/>
                    <a:pt x="1806" y="615"/>
                  </a:cubicBezTo>
                  <a:cubicBezTo>
                    <a:pt x="1796" y="615"/>
                    <a:pt x="1784" y="619"/>
                    <a:pt x="1769" y="627"/>
                  </a:cubicBezTo>
                  <a:cubicBezTo>
                    <a:pt x="1769" y="627"/>
                    <a:pt x="1765" y="624"/>
                    <a:pt x="1760" y="624"/>
                  </a:cubicBezTo>
                  <a:cubicBezTo>
                    <a:pt x="1749" y="624"/>
                    <a:pt x="1731" y="634"/>
                    <a:pt x="1731" y="696"/>
                  </a:cubicBezTo>
                  <a:lnTo>
                    <a:pt x="1578" y="787"/>
                  </a:lnTo>
                  <a:cubicBezTo>
                    <a:pt x="1615" y="809"/>
                    <a:pt x="1578" y="874"/>
                    <a:pt x="1540" y="943"/>
                  </a:cubicBezTo>
                  <a:cubicBezTo>
                    <a:pt x="1534" y="955"/>
                    <a:pt x="1526" y="960"/>
                    <a:pt x="1517" y="960"/>
                  </a:cubicBezTo>
                  <a:cubicBezTo>
                    <a:pt x="1473" y="960"/>
                    <a:pt x="1410" y="819"/>
                    <a:pt x="1418" y="614"/>
                  </a:cubicBezTo>
                  <a:lnTo>
                    <a:pt x="1393" y="436"/>
                  </a:lnTo>
                  <a:cubicBezTo>
                    <a:pt x="1365" y="508"/>
                    <a:pt x="1333" y="580"/>
                    <a:pt x="1333" y="580"/>
                  </a:cubicBezTo>
                  <a:cubicBezTo>
                    <a:pt x="1293" y="561"/>
                    <a:pt x="1249" y="545"/>
                    <a:pt x="1277" y="473"/>
                  </a:cubicBezTo>
                  <a:cubicBezTo>
                    <a:pt x="1305" y="398"/>
                    <a:pt x="1305" y="398"/>
                    <a:pt x="1261" y="382"/>
                  </a:cubicBezTo>
                  <a:cubicBezTo>
                    <a:pt x="1261" y="382"/>
                    <a:pt x="1256" y="380"/>
                    <a:pt x="1248" y="380"/>
                  </a:cubicBezTo>
                  <a:cubicBezTo>
                    <a:pt x="1233" y="380"/>
                    <a:pt x="1209" y="388"/>
                    <a:pt x="1192" y="436"/>
                  </a:cubicBezTo>
                  <a:cubicBezTo>
                    <a:pt x="1163" y="518"/>
                    <a:pt x="1149" y="554"/>
                    <a:pt x="1141" y="554"/>
                  </a:cubicBezTo>
                  <a:cubicBezTo>
                    <a:pt x="1134" y="554"/>
                    <a:pt x="1130" y="532"/>
                    <a:pt x="1123" y="492"/>
                  </a:cubicBezTo>
                  <a:cubicBezTo>
                    <a:pt x="1129" y="401"/>
                    <a:pt x="1116" y="356"/>
                    <a:pt x="1089" y="356"/>
                  </a:cubicBezTo>
                  <a:cubicBezTo>
                    <a:pt x="1067" y="356"/>
                    <a:pt x="1035" y="387"/>
                    <a:pt x="995" y="451"/>
                  </a:cubicBezTo>
                  <a:cubicBezTo>
                    <a:pt x="973" y="525"/>
                    <a:pt x="962" y="563"/>
                    <a:pt x="957" y="563"/>
                  </a:cubicBezTo>
                  <a:cubicBezTo>
                    <a:pt x="951" y="563"/>
                    <a:pt x="951" y="523"/>
                    <a:pt x="951" y="442"/>
                  </a:cubicBezTo>
                  <a:cubicBezTo>
                    <a:pt x="973" y="367"/>
                    <a:pt x="948" y="279"/>
                    <a:pt x="901" y="266"/>
                  </a:cubicBezTo>
                  <a:lnTo>
                    <a:pt x="882" y="342"/>
                  </a:lnTo>
                  <a:cubicBezTo>
                    <a:pt x="862" y="426"/>
                    <a:pt x="840" y="460"/>
                    <a:pt x="820" y="460"/>
                  </a:cubicBezTo>
                  <a:cubicBezTo>
                    <a:pt x="804" y="460"/>
                    <a:pt x="788" y="436"/>
                    <a:pt x="776" y="398"/>
                  </a:cubicBezTo>
                  <a:cubicBezTo>
                    <a:pt x="787" y="354"/>
                    <a:pt x="775" y="332"/>
                    <a:pt x="744" y="332"/>
                  </a:cubicBezTo>
                  <a:cubicBezTo>
                    <a:pt x="721" y="332"/>
                    <a:pt x="689" y="343"/>
                    <a:pt x="647" y="367"/>
                  </a:cubicBezTo>
                  <a:cubicBezTo>
                    <a:pt x="559" y="345"/>
                    <a:pt x="515" y="345"/>
                    <a:pt x="525" y="266"/>
                  </a:cubicBezTo>
                  <a:cubicBezTo>
                    <a:pt x="536" y="187"/>
                    <a:pt x="541" y="148"/>
                    <a:pt x="536" y="148"/>
                  </a:cubicBezTo>
                  <a:lnTo>
                    <a:pt x="536" y="148"/>
                  </a:lnTo>
                  <a:cubicBezTo>
                    <a:pt x="530" y="148"/>
                    <a:pt x="514" y="186"/>
                    <a:pt x="481" y="260"/>
                  </a:cubicBezTo>
                  <a:cubicBezTo>
                    <a:pt x="455" y="297"/>
                    <a:pt x="443" y="315"/>
                    <a:pt x="427" y="315"/>
                  </a:cubicBezTo>
                  <a:cubicBezTo>
                    <a:pt x="411" y="315"/>
                    <a:pt x="391" y="294"/>
                    <a:pt x="349" y="251"/>
                  </a:cubicBezTo>
                  <a:cubicBezTo>
                    <a:pt x="330" y="207"/>
                    <a:pt x="321" y="186"/>
                    <a:pt x="309" y="186"/>
                  </a:cubicBezTo>
                  <a:cubicBezTo>
                    <a:pt x="299" y="186"/>
                    <a:pt x="286" y="205"/>
                    <a:pt x="262" y="241"/>
                  </a:cubicBezTo>
                  <a:cubicBezTo>
                    <a:pt x="252" y="398"/>
                    <a:pt x="246" y="476"/>
                    <a:pt x="287" y="479"/>
                  </a:cubicBezTo>
                  <a:cubicBezTo>
                    <a:pt x="327" y="483"/>
                    <a:pt x="327" y="483"/>
                    <a:pt x="321" y="561"/>
                  </a:cubicBezTo>
                  <a:lnTo>
                    <a:pt x="240" y="555"/>
                  </a:lnTo>
                  <a:cubicBezTo>
                    <a:pt x="230" y="554"/>
                    <a:pt x="220" y="553"/>
                    <a:pt x="210" y="553"/>
                  </a:cubicBezTo>
                  <a:cubicBezTo>
                    <a:pt x="177" y="553"/>
                    <a:pt x="139" y="562"/>
                    <a:pt x="77" y="617"/>
                  </a:cubicBezTo>
                  <a:cubicBezTo>
                    <a:pt x="12" y="677"/>
                    <a:pt x="1" y="793"/>
                    <a:pt x="40" y="793"/>
                  </a:cubicBezTo>
                  <a:cubicBezTo>
                    <a:pt x="49" y="793"/>
                    <a:pt x="60" y="787"/>
                    <a:pt x="74" y="774"/>
                  </a:cubicBezTo>
                  <a:lnTo>
                    <a:pt x="108" y="856"/>
                  </a:lnTo>
                  <a:cubicBezTo>
                    <a:pt x="105" y="974"/>
                    <a:pt x="120" y="1034"/>
                    <a:pt x="138" y="1034"/>
                  </a:cubicBezTo>
                  <a:cubicBezTo>
                    <a:pt x="156" y="1034"/>
                    <a:pt x="176" y="977"/>
                    <a:pt x="183" y="862"/>
                  </a:cubicBezTo>
                  <a:cubicBezTo>
                    <a:pt x="190" y="733"/>
                    <a:pt x="194" y="675"/>
                    <a:pt x="201" y="675"/>
                  </a:cubicBezTo>
                  <a:cubicBezTo>
                    <a:pt x="206" y="675"/>
                    <a:pt x="213" y="714"/>
                    <a:pt x="224" y="787"/>
                  </a:cubicBezTo>
                  <a:cubicBezTo>
                    <a:pt x="215" y="943"/>
                    <a:pt x="252" y="946"/>
                    <a:pt x="287" y="950"/>
                  </a:cubicBezTo>
                  <a:cubicBezTo>
                    <a:pt x="321" y="953"/>
                    <a:pt x="321" y="953"/>
                    <a:pt x="315" y="1031"/>
                  </a:cubicBezTo>
                  <a:cubicBezTo>
                    <a:pt x="306" y="1106"/>
                    <a:pt x="331" y="1188"/>
                    <a:pt x="365" y="1191"/>
                  </a:cubicBezTo>
                  <a:cubicBezTo>
                    <a:pt x="370" y="1191"/>
                    <a:pt x="375" y="1192"/>
                    <a:pt x="378" y="1192"/>
                  </a:cubicBezTo>
                  <a:cubicBezTo>
                    <a:pt x="397" y="1192"/>
                    <a:pt x="398" y="1181"/>
                    <a:pt x="409" y="1116"/>
                  </a:cubicBezTo>
                  <a:cubicBezTo>
                    <a:pt x="399" y="1084"/>
                    <a:pt x="405" y="1065"/>
                    <a:pt x="416" y="1065"/>
                  </a:cubicBezTo>
                  <a:cubicBezTo>
                    <a:pt x="432" y="1065"/>
                    <a:pt x="458" y="1105"/>
                    <a:pt x="462" y="1203"/>
                  </a:cubicBezTo>
                  <a:cubicBezTo>
                    <a:pt x="472" y="1239"/>
                    <a:pt x="476" y="1260"/>
                    <a:pt x="481" y="1260"/>
                  </a:cubicBezTo>
                  <a:cubicBezTo>
                    <a:pt x="487" y="1260"/>
                    <a:pt x="493" y="1223"/>
                    <a:pt x="509" y="1134"/>
                  </a:cubicBezTo>
                  <a:cubicBezTo>
                    <a:pt x="521" y="1063"/>
                    <a:pt x="543" y="1029"/>
                    <a:pt x="564" y="1029"/>
                  </a:cubicBezTo>
                  <a:cubicBezTo>
                    <a:pt x="588" y="1029"/>
                    <a:pt x="609" y="1074"/>
                    <a:pt x="609" y="1160"/>
                  </a:cubicBezTo>
                  <a:lnTo>
                    <a:pt x="675" y="1175"/>
                  </a:lnTo>
                  <a:cubicBezTo>
                    <a:pt x="677" y="1176"/>
                    <a:pt x="679" y="1176"/>
                    <a:pt x="681" y="1176"/>
                  </a:cubicBezTo>
                  <a:cubicBezTo>
                    <a:pt x="712" y="1176"/>
                    <a:pt x="730" y="1105"/>
                    <a:pt x="747" y="1034"/>
                  </a:cubicBezTo>
                  <a:cubicBezTo>
                    <a:pt x="771" y="946"/>
                    <a:pt x="781" y="908"/>
                    <a:pt x="788" y="908"/>
                  </a:cubicBezTo>
                  <a:cubicBezTo>
                    <a:pt x="793" y="908"/>
                    <a:pt x="797" y="929"/>
                    <a:pt x="804" y="965"/>
                  </a:cubicBezTo>
                  <a:cubicBezTo>
                    <a:pt x="813" y="1019"/>
                    <a:pt x="810" y="1072"/>
                    <a:pt x="798" y="1125"/>
                  </a:cubicBezTo>
                  <a:cubicBezTo>
                    <a:pt x="776" y="1200"/>
                    <a:pt x="810" y="1207"/>
                    <a:pt x="841" y="1219"/>
                  </a:cubicBezTo>
                  <a:cubicBezTo>
                    <a:pt x="856" y="1225"/>
                    <a:pt x="878" y="1234"/>
                    <a:pt x="900" y="1234"/>
                  </a:cubicBezTo>
                  <a:cubicBezTo>
                    <a:pt x="922" y="1234"/>
                    <a:pt x="945" y="1224"/>
                    <a:pt x="960" y="1192"/>
                  </a:cubicBezTo>
                  <a:lnTo>
                    <a:pt x="960" y="1192"/>
                  </a:lnTo>
                  <a:cubicBezTo>
                    <a:pt x="953" y="1211"/>
                    <a:pt x="945" y="1235"/>
                    <a:pt x="935" y="1260"/>
                  </a:cubicBezTo>
                  <a:cubicBezTo>
                    <a:pt x="957" y="1268"/>
                    <a:pt x="951" y="1304"/>
                    <a:pt x="953" y="1304"/>
                  </a:cubicBezTo>
                  <a:cubicBezTo>
                    <a:pt x="954" y="1304"/>
                    <a:pt x="958" y="1296"/>
                    <a:pt x="967" y="1272"/>
                  </a:cubicBezTo>
                  <a:cubicBezTo>
                    <a:pt x="967" y="1272"/>
                    <a:pt x="998" y="1285"/>
                    <a:pt x="1029" y="1382"/>
                  </a:cubicBezTo>
                  <a:cubicBezTo>
                    <a:pt x="1036" y="1407"/>
                    <a:pt x="1052" y="1418"/>
                    <a:pt x="1072" y="1418"/>
                  </a:cubicBezTo>
                  <a:cubicBezTo>
                    <a:pt x="1128" y="1418"/>
                    <a:pt x="1210" y="1331"/>
                    <a:pt x="1189" y="1197"/>
                  </a:cubicBezTo>
                  <a:cubicBezTo>
                    <a:pt x="1176" y="1190"/>
                    <a:pt x="1168" y="1187"/>
                    <a:pt x="1169" y="1187"/>
                  </a:cubicBezTo>
                  <a:lnTo>
                    <a:pt x="1169" y="1187"/>
                  </a:lnTo>
                  <a:cubicBezTo>
                    <a:pt x="1170" y="1187"/>
                    <a:pt x="1186" y="1194"/>
                    <a:pt x="1224" y="1210"/>
                  </a:cubicBezTo>
                  <a:cubicBezTo>
                    <a:pt x="1227" y="1212"/>
                    <a:pt x="1231" y="1213"/>
                    <a:pt x="1235" y="1213"/>
                  </a:cubicBezTo>
                  <a:cubicBezTo>
                    <a:pt x="1263" y="1213"/>
                    <a:pt x="1290" y="1160"/>
                    <a:pt x="1290" y="1160"/>
                  </a:cubicBezTo>
                  <a:cubicBezTo>
                    <a:pt x="1309" y="1122"/>
                    <a:pt x="1327" y="1110"/>
                    <a:pt x="1345" y="1110"/>
                  </a:cubicBezTo>
                  <a:cubicBezTo>
                    <a:pt x="1361" y="1110"/>
                    <a:pt x="1377" y="1119"/>
                    <a:pt x="1393" y="1128"/>
                  </a:cubicBezTo>
                  <a:lnTo>
                    <a:pt x="1318" y="1266"/>
                  </a:lnTo>
                  <a:cubicBezTo>
                    <a:pt x="1229" y="1384"/>
                    <a:pt x="1204" y="1468"/>
                    <a:pt x="1233" y="1468"/>
                  </a:cubicBezTo>
                  <a:cubicBezTo>
                    <a:pt x="1250" y="1468"/>
                    <a:pt x="1286" y="1438"/>
                    <a:pt x="1340" y="1369"/>
                  </a:cubicBezTo>
                  <a:lnTo>
                    <a:pt x="1340" y="1369"/>
                  </a:lnTo>
                  <a:lnTo>
                    <a:pt x="1302" y="1438"/>
                  </a:lnTo>
                  <a:cubicBezTo>
                    <a:pt x="1276" y="1483"/>
                    <a:pt x="1280" y="1506"/>
                    <a:pt x="1317" y="1506"/>
                  </a:cubicBezTo>
                  <a:cubicBezTo>
                    <a:pt x="1334" y="1506"/>
                    <a:pt x="1358" y="1502"/>
                    <a:pt x="1390" y="1492"/>
                  </a:cubicBezTo>
                  <a:cubicBezTo>
                    <a:pt x="1392" y="1493"/>
                    <a:pt x="1394" y="1493"/>
                    <a:pt x="1396" y="1493"/>
                  </a:cubicBezTo>
                  <a:cubicBezTo>
                    <a:pt x="1433" y="1493"/>
                    <a:pt x="1537" y="1391"/>
                    <a:pt x="1578" y="1332"/>
                  </a:cubicBezTo>
                  <a:cubicBezTo>
                    <a:pt x="1604" y="1292"/>
                    <a:pt x="1625" y="1285"/>
                    <a:pt x="1637" y="1285"/>
                  </a:cubicBezTo>
                  <a:cubicBezTo>
                    <a:pt x="1645" y="1285"/>
                    <a:pt x="1650" y="1288"/>
                    <a:pt x="1650" y="1288"/>
                  </a:cubicBezTo>
                  <a:cubicBezTo>
                    <a:pt x="1681" y="1310"/>
                    <a:pt x="1681" y="1310"/>
                    <a:pt x="1637" y="1376"/>
                  </a:cubicBezTo>
                  <a:cubicBezTo>
                    <a:pt x="1582" y="1454"/>
                    <a:pt x="1580" y="1500"/>
                    <a:pt x="1615" y="1500"/>
                  </a:cubicBezTo>
                  <a:cubicBezTo>
                    <a:pt x="1638" y="1500"/>
                    <a:pt x="1675" y="1482"/>
                    <a:pt x="1722" y="1442"/>
                  </a:cubicBezTo>
                  <a:lnTo>
                    <a:pt x="1722" y="1442"/>
                  </a:lnTo>
                  <a:lnTo>
                    <a:pt x="1675" y="1504"/>
                  </a:lnTo>
                  <a:cubicBezTo>
                    <a:pt x="1628" y="1567"/>
                    <a:pt x="1609" y="1648"/>
                    <a:pt x="1791" y="1695"/>
                  </a:cubicBezTo>
                  <a:cubicBezTo>
                    <a:pt x="1891" y="1793"/>
                    <a:pt x="1966" y="1861"/>
                    <a:pt x="1910" y="1918"/>
                  </a:cubicBezTo>
                  <a:cubicBezTo>
                    <a:pt x="1889" y="1942"/>
                    <a:pt x="1913" y="1952"/>
                    <a:pt x="1959" y="1952"/>
                  </a:cubicBezTo>
                  <a:cubicBezTo>
                    <a:pt x="2022" y="1952"/>
                    <a:pt x="2129" y="1932"/>
                    <a:pt x="2220" y="1899"/>
                  </a:cubicBezTo>
                  <a:lnTo>
                    <a:pt x="2220" y="1899"/>
                  </a:lnTo>
                  <a:cubicBezTo>
                    <a:pt x="2164" y="1956"/>
                    <a:pt x="2189" y="1981"/>
                    <a:pt x="2236" y="2031"/>
                  </a:cubicBezTo>
                  <a:cubicBezTo>
                    <a:pt x="2305" y="2106"/>
                    <a:pt x="2305" y="2106"/>
                    <a:pt x="2248" y="2159"/>
                  </a:cubicBezTo>
                  <a:cubicBezTo>
                    <a:pt x="2173" y="2204"/>
                    <a:pt x="2139" y="2224"/>
                    <a:pt x="2150" y="2224"/>
                  </a:cubicBezTo>
                  <a:cubicBezTo>
                    <a:pt x="2158" y="2224"/>
                    <a:pt x="2198" y="2210"/>
                    <a:pt x="2270" y="2184"/>
                  </a:cubicBezTo>
                  <a:cubicBezTo>
                    <a:pt x="2300" y="2167"/>
                    <a:pt x="2324" y="2160"/>
                    <a:pt x="2342" y="2160"/>
                  </a:cubicBezTo>
                  <a:cubicBezTo>
                    <a:pt x="2407" y="2160"/>
                    <a:pt x="2393" y="2257"/>
                    <a:pt x="2302" y="2338"/>
                  </a:cubicBezTo>
                  <a:cubicBezTo>
                    <a:pt x="2245" y="2391"/>
                    <a:pt x="2267" y="2416"/>
                    <a:pt x="2311" y="2466"/>
                  </a:cubicBezTo>
                  <a:cubicBezTo>
                    <a:pt x="2326" y="2462"/>
                    <a:pt x="2339" y="2460"/>
                    <a:pt x="2351" y="2460"/>
                  </a:cubicBezTo>
                  <a:cubicBezTo>
                    <a:pt x="2406" y="2460"/>
                    <a:pt x="2442" y="2501"/>
                    <a:pt x="2480" y="2542"/>
                  </a:cubicBezTo>
                  <a:cubicBezTo>
                    <a:pt x="2511" y="2576"/>
                    <a:pt x="2527" y="2595"/>
                    <a:pt x="2547" y="2595"/>
                  </a:cubicBezTo>
                  <a:cubicBezTo>
                    <a:pt x="2571" y="2595"/>
                    <a:pt x="2600" y="2569"/>
                    <a:pt x="2662" y="2513"/>
                  </a:cubicBezTo>
                  <a:cubicBezTo>
                    <a:pt x="2721" y="2461"/>
                    <a:pt x="2755" y="2442"/>
                    <a:pt x="2781" y="2442"/>
                  </a:cubicBezTo>
                  <a:cubicBezTo>
                    <a:pt x="2806" y="2442"/>
                    <a:pt x="2822" y="2460"/>
                    <a:pt x="2844" y="2485"/>
                  </a:cubicBezTo>
                  <a:cubicBezTo>
                    <a:pt x="2866" y="2510"/>
                    <a:pt x="2888" y="2535"/>
                    <a:pt x="2828" y="2585"/>
                  </a:cubicBezTo>
                  <a:cubicBezTo>
                    <a:pt x="2828" y="2585"/>
                    <a:pt x="2794" y="2664"/>
                    <a:pt x="2816" y="2689"/>
                  </a:cubicBezTo>
                  <a:cubicBezTo>
                    <a:pt x="2841" y="2711"/>
                    <a:pt x="2863" y="2736"/>
                    <a:pt x="2806" y="2789"/>
                  </a:cubicBezTo>
                  <a:cubicBezTo>
                    <a:pt x="2806" y="2789"/>
                    <a:pt x="2772" y="2867"/>
                    <a:pt x="2819" y="2918"/>
                  </a:cubicBezTo>
                  <a:cubicBezTo>
                    <a:pt x="2863" y="2968"/>
                    <a:pt x="2910" y="3015"/>
                    <a:pt x="2856" y="3071"/>
                  </a:cubicBezTo>
                  <a:cubicBezTo>
                    <a:pt x="2866" y="3081"/>
                    <a:pt x="2872" y="3087"/>
                    <a:pt x="2880" y="3087"/>
                  </a:cubicBezTo>
                  <a:cubicBezTo>
                    <a:pt x="2890" y="3087"/>
                    <a:pt x="2903" y="3074"/>
                    <a:pt x="2935" y="3040"/>
                  </a:cubicBezTo>
                  <a:cubicBezTo>
                    <a:pt x="2962" y="3013"/>
                    <a:pt x="2993" y="2990"/>
                    <a:pt x="3023" y="2990"/>
                  </a:cubicBezTo>
                  <a:cubicBezTo>
                    <a:pt x="3056" y="2990"/>
                    <a:pt x="3087" y="3018"/>
                    <a:pt x="3110" y="3096"/>
                  </a:cubicBezTo>
                  <a:cubicBezTo>
                    <a:pt x="3143" y="3131"/>
                    <a:pt x="3190" y="3170"/>
                    <a:pt x="3233" y="3170"/>
                  </a:cubicBezTo>
                  <a:cubicBezTo>
                    <a:pt x="3252" y="3170"/>
                    <a:pt x="3270" y="3162"/>
                    <a:pt x="3286" y="3143"/>
                  </a:cubicBezTo>
                  <a:lnTo>
                    <a:pt x="3286" y="3143"/>
                  </a:lnTo>
                  <a:cubicBezTo>
                    <a:pt x="3311" y="3165"/>
                    <a:pt x="3311" y="3165"/>
                    <a:pt x="3261" y="3225"/>
                  </a:cubicBezTo>
                  <a:cubicBezTo>
                    <a:pt x="3198" y="3304"/>
                    <a:pt x="3201" y="3351"/>
                    <a:pt x="3249" y="3351"/>
                  </a:cubicBezTo>
                  <a:cubicBezTo>
                    <a:pt x="3276" y="3351"/>
                    <a:pt x="3316" y="3337"/>
                    <a:pt x="3367" y="3306"/>
                  </a:cubicBezTo>
                  <a:cubicBezTo>
                    <a:pt x="3385" y="3281"/>
                    <a:pt x="3399" y="3269"/>
                    <a:pt x="3409" y="3269"/>
                  </a:cubicBezTo>
                  <a:cubicBezTo>
                    <a:pt x="3424" y="3269"/>
                    <a:pt x="3429" y="3296"/>
                    <a:pt x="3417" y="3347"/>
                  </a:cubicBezTo>
                  <a:cubicBezTo>
                    <a:pt x="3417" y="3347"/>
                    <a:pt x="3424" y="3352"/>
                    <a:pt x="3437" y="3352"/>
                  </a:cubicBezTo>
                  <a:cubicBezTo>
                    <a:pt x="3453" y="3352"/>
                    <a:pt x="3479" y="3345"/>
                    <a:pt x="3518" y="3319"/>
                  </a:cubicBezTo>
                  <a:cubicBezTo>
                    <a:pt x="3546" y="3298"/>
                    <a:pt x="3562" y="3286"/>
                    <a:pt x="3573" y="3286"/>
                  </a:cubicBezTo>
                  <a:cubicBezTo>
                    <a:pt x="3587" y="3286"/>
                    <a:pt x="3590" y="3310"/>
                    <a:pt x="3599" y="3369"/>
                  </a:cubicBezTo>
                  <a:cubicBezTo>
                    <a:pt x="3558" y="3435"/>
                    <a:pt x="3587" y="3453"/>
                    <a:pt x="3615" y="3469"/>
                  </a:cubicBezTo>
                  <a:cubicBezTo>
                    <a:pt x="3621" y="3468"/>
                    <a:pt x="3628" y="3467"/>
                    <a:pt x="3636" y="3467"/>
                  </a:cubicBezTo>
                  <a:cubicBezTo>
                    <a:pt x="3746" y="3467"/>
                    <a:pt x="4026" y="3579"/>
                    <a:pt x="4035" y="3663"/>
                  </a:cubicBezTo>
                  <a:cubicBezTo>
                    <a:pt x="4074" y="3617"/>
                    <a:pt x="4085" y="3603"/>
                    <a:pt x="4100" y="3603"/>
                  </a:cubicBezTo>
                  <a:cubicBezTo>
                    <a:pt x="4105" y="3603"/>
                    <a:pt x="4111" y="3605"/>
                    <a:pt x="4119" y="3607"/>
                  </a:cubicBezTo>
                  <a:cubicBezTo>
                    <a:pt x="4116" y="3671"/>
                    <a:pt x="4122" y="3698"/>
                    <a:pt x="4133" y="3698"/>
                  </a:cubicBezTo>
                  <a:cubicBezTo>
                    <a:pt x="4151" y="3698"/>
                    <a:pt x="4180" y="3638"/>
                    <a:pt x="4204" y="3547"/>
                  </a:cubicBezTo>
                  <a:lnTo>
                    <a:pt x="4173" y="3541"/>
                  </a:lnTo>
                  <a:lnTo>
                    <a:pt x="4141" y="3532"/>
                  </a:lnTo>
                  <a:cubicBezTo>
                    <a:pt x="4161" y="3469"/>
                    <a:pt x="4187" y="3436"/>
                    <a:pt x="4206" y="3436"/>
                  </a:cubicBezTo>
                  <a:cubicBezTo>
                    <a:pt x="4232" y="3436"/>
                    <a:pt x="4246" y="3498"/>
                    <a:pt x="4213" y="3629"/>
                  </a:cubicBezTo>
                  <a:cubicBezTo>
                    <a:pt x="4210" y="3711"/>
                    <a:pt x="4209" y="3752"/>
                    <a:pt x="4218" y="3752"/>
                  </a:cubicBezTo>
                  <a:cubicBezTo>
                    <a:pt x="4227" y="3752"/>
                    <a:pt x="4244" y="3716"/>
                    <a:pt x="4276" y="3645"/>
                  </a:cubicBezTo>
                  <a:cubicBezTo>
                    <a:pt x="4307" y="3576"/>
                    <a:pt x="4329" y="3542"/>
                    <a:pt x="4344" y="3542"/>
                  </a:cubicBezTo>
                  <a:cubicBezTo>
                    <a:pt x="4361" y="3542"/>
                    <a:pt x="4368" y="3584"/>
                    <a:pt x="4370" y="3670"/>
                  </a:cubicBezTo>
                  <a:cubicBezTo>
                    <a:pt x="4356" y="3747"/>
                    <a:pt x="4350" y="3786"/>
                    <a:pt x="4354" y="3786"/>
                  </a:cubicBezTo>
                  <a:cubicBezTo>
                    <a:pt x="4359" y="3786"/>
                    <a:pt x="4373" y="3749"/>
                    <a:pt x="4401" y="3676"/>
                  </a:cubicBezTo>
                  <a:cubicBezTo>
                    <a:pt x="4464" y="3512"/>
                    <a:pt x="4518" y="3415"/>
                    <a:pt x="4549" y="3415"/>
                  </a:cubicBezTo>
                  <a:cubicBezTo>
                    <a:pt x="4573" y="3415"/>
                    <a:pt x="4583" y="3477"/>
                    <a:pt x="4571" y="3616"/>
                  </a:cubicBezTo>
                  <a:cubicBezTo>
                    <a:pt x="4555" y="3773"/>
                    <a:pt x="4580" y="3855"/>
                    <a:pt x="4615" y="3858"/>
                  </a:cubicBezTo>
                  <a:cubicBezTo>
                    <a:pt x="4615" y="3858"/>
                    <a:pt x="4616" y="3858"/>
                    <a:pt x="4616" y="3858"/>
                  </a:cubicBezTo>
                  <a:cubicBezTo>
                    <a:pt x="4649" y="3858"/>
                    <a:pt x="4655" y="3781"/>
                    <a:pt x="4658" y="3704"/>
                  </a:cubicBezTo>
                  <a:cubicBezTo>
                    <a:pt x="4649" y="3625"/>
                    <a:pt x="4651" y="3586"/>
                    <a:pt x="4663" y="3586"/>
                  </a:cubicBezTo>
                  <a:cubicBezTo>
                    <a:pt x="4674" y="3586"/>
                    <a:pt x="4696" y="3628"/>
                    <a:pt x="4724" y="3710"/>
                  </a:cubicBezTo>
                  <a:cubicBezTo>
                    <a:pt x="4772" y="3845"/>
                    <a:pt x="4818" y="3905"/>
                    <a:pt x="4865" y="3905"/>
                  </a:cubicBezTo>
                  <a:cubicBezTo>
                    <a:pt x="4904" y="3905"/>
                    <a:pt x="4945" y="3863"/>
                    <a:pt x="4987" y="3789"/>
                  </a:cubicBezTo>
                  <a:cubicBezTo>
                    <a:pt x="5049" y="3706"/>
                    <a:pt x="5103" y="3665"/>
                    <a:pt x="5131" y="3665"/>
                  </a:cubicBezTo>
                  <a:cubicBezTo>
                    <a:pt x="5157" y="3665"/>
                    <a:pt x="5159" y="3704"/>
                    <a:pt x="5119" y="3783"/>
                  </a:cubicBezTo>
                  <a:cubicBezTo>
                    <a:pt x="5088" y="3876"/>
                    <a:pt x="5075" y="3915"/>
                    <a:pt x="5082" y="3915"/>
                  </a:cubicBezTo>
                  <a:cubicBezTo>
                    <a:pt x="5087" y="3915"/>
                    <a:pt x="5102" y="3895"/>
                    <a:pt x="5128" y="3861"/>
                  </a:cubicBezTo>
                  <a:cubicBezTo>
                    <a:pt x="5185" y="3861"/>
                    <a:pt x="5241" y="3855"/>
                    <a:pt x="5301" y="3845"/>
                  </a:cubicBezTo>
                  <a:cubicBezTo>
                    <a:pt x="5332" y="3839"/>
                    <a:pt x="5354" y="3754"/>
                    <a:pt x="5338" y="3679"/>
                  </a:cubicBezTo>
                  <a:lnTo>
                    <a:pt x="5338" y="3679"/>
                  </a:lnTo>
                  <a:cubicBezTo>
                    <a:pt x="5373" y="3764"/>
                    <a:pt x="5418" y="3820"/>
                    <a:pt x="5455" y="3820"/>
                  </a:cubicBezTo>
                  <a:cubicBezTo>
                    <a:pt x="5482" y="3820"/>
                    <a:pt x="5505" y="3790"/>
                    <a:pt x="5517" y="3720"/>
                  </a:cubicBezTo>
                  <a:lnTo>
                    <a:pt x="5583" y="3707"/>
                  </a:lnTo>
                  <a:cubicBezTo>
                    <a:pt x="5614" y="3698"/>
                    <a:pt x="5617" y="3701"/>
                    <a:pt x="5624" y="3616"/>
                  </a:cubicBezTo>
                  <a:cubicBezTo>
                    <a:pt x="5626" y="3585"/>
                    <a:pt x="5634" y="3573"/>
                    <a:pt x="5646" y="3573"/>
                  </a:cubicBezTo>
                  <a:cubicBezTo>
                    <a:pt x="5668" y="3573"/>
                    <a:pt x="5704" y="3614"/>
                    <a:pt x="5743" y="3654"/>
                  </a:cubicBezTo>
                  <a:cubicBezTo>
                    <a:pt x="5781" y="3696"/>
                    <a:pt x="5822" y="3737"/>
                    <a:pt x="5836" y="3737"/>
                  </a:cubicBezTo>
                  <a:cubicBezTo>
                    <a:pt x="5842" y="3737"/>
                    <a:pt x="5843" y="3728"/>
                    <a:pt x="5834" y="3704"/>
                  </a:cubicBezTo>
                  <a:cubicBezTo>
                    <a:pt x="5805" y="3629"/>
                    <a:pt x="5837" y="3535"/>
                    <a:pt x="5834" y="3453"/>
                  </a:cubicBezTo>
                  <a:cubicBezTo>
                    <a:pt x="5833" y="3425"/>
                    <a:pt x="5839" y="3413"/>
                    <a:pt x="5848" y="3413"/>
                  </a:cubicBezTo>
                  <a:cubicBezTo>
                    <a:pt x="5866" y="3413"/>
                    <a:pt x="5894" y="3459"/>
                    <a:pt x="5896" y="3513"/>
                  </a:cubicBezTo>
                  <a:cubicBezTo>
                    <a:pt x="5931" y="3582"/>
                    <a:pt x="5931" y="3588"/>
                    <a:pt x="6025" y="3626"/>
                  </a:cubicBezTo>
                  <a:cubicBezTo>
                    <a:pt x="6056" y="3607"/>
                    <a:pt x="6119" y="3573"/>
                    <a:pt x="6078" y="3507"/>
                  </a:cubicBezTo>
                  <a:cubicBezTo>
                    <a:pt x="6050" y="3447"/>
                    <a:pt x="6160" y="3377"/>
                    <a:pt x="6239" y="3377"/>
                  </a:cubicBezTo>
                  <a:cubicBezTo>
                    <a:pt x="6256" y="3377"/>
                    <a:pt x="6272" y="3380"/>
                    <a:pt x="6285" y="3388"/>
                  </a:cubicBezTo>
                  <a:lnTo>
                    <a:pt x="6338" y="3347"/>
                  </a:lnTo>
                  <a:cubicBezTo>
                    <a:pt x="6366" y="3328"/>
                    <a:pt x="6348" y="3247"/>
                    <a:pt x="6373" y="3228"/>
                  </a:cubicBezTo>
                  <a:cubicBezTo>
                    <a:pt x="6373" y="3228"/>
                    <a:pt x="6401" y="3206"/>
                    <a:pt x="6379" y="3128"/>
                  </a:cubicBezTo>
                  <a:cubicBezTo>
                    <a:pt x="6391" y="3118"/>
                    <a:pt x="6403" y="3109"/>
                    <a:pt x="6419" y="3109"/>
                  </a:cubicBezTo>
                  <a:cubicBezTo>
                    <a:pt x="6434" y="3109"/>
                    <a:pt x="6454" y="3119"/>
                    <a:pt x="6479" y="3149"/>
                  </a:cubicBezTo>
                  <a:cubicBezTo>
                    <a:pt x="6438" y="3072"/>
                    <a:pt x="6419" y="3037"/>
                    <a:pt x="6431" y="3037"/>
                  </a:cubicBezTo>
                  <a:cubicBezTo>
                    <a:pt x="6441" y="3037"/>
                    <a:pt x="6472" y="3062"/>
                    <a:pt x="6529" y="3106"/>
                  </a:cubicBezTo>
                  <a:cubicBezTo>
                    <a:pt x="6579" y="3163"/>
                    <a:pt x="6605" y="3192"/>
                    <a:pt x="6609" y="3192"/>
                  </a:cubicBezTo>
                  <a:cubicBezTo>
                    <a:pt x="6615" y="3192"/>
                    <a:pt x="6595" y="3157"/>
                    <a:pt x="6554" y="3084"/>
                  </a:cubicBezTo>
                  <a:cubicBezTo>
                    <a:pt x="6538" y="3035"/>
                    <a:pt x="6531" y="3017"/>
                    <a:pt x="6544" y="3017"/>
                  </a:cubicBezTo>
                  <a:cubicBezTo>
                    <a:pt x="6554" y="3017"/>
                    <a:pt x="6572" y="3026"/>
                    <a:pt x="6604" y="3040"/>
                  </a:cubicBezTo>
                  <a:cubicBezTo>
                    <a:pt x="6626" y="3064"/>
                    <a:pt x="6643" y="3074"/>
                    <a:pt x="6652" y="3074"/>
                  </a:cubicBezTo>
                  <a:cubicBezTo>
                    <a:pt x="6665" y="3074"/>
                    <a:pt x="6661" y="3052"/>
                    <a:pt x="6630" y="3018"/>
                  </a:cubicBezTo>
                  <a:cubicBezTo>
                    <a:pt x="6571" y="2918"/>
                    <a:pt x="6563" y="2830"/>
                    <a:pt x="6604" y="2830"/>
                  </a:cubicBezTo>
                  <a:cubicBezTo>
                    <a:pt x="6620" y="2830"/>
                    <a:pt x="6643" y="2843"/>
                    <a:pt x="6673" y="2874"/>
                  </a:cubicBezTo>
                  <a:cubicBezTo>
                    <a:pt x="6673" y="2874"/>
                    <a:pt x="6698" y="2852"/>
                    <a:pt x="6664" y="2773"/>
                  </a:cubicBezTo>
                  <a:cubicBezTo>
                    <a:pt x="6620" y="2703"/>
                    <a:pt x="6598" y="2669"/>
                    <a:pt x="6603" y="2669"/>
                  </a:cubicBezTo>
                  <a:lnTo>
                    <a:pt x="6603" y="2669"/>
                  </a:lnTo>
                  <a:cubicBezTo>
                    <a:pt x="6608" y="2669"/>
                    <a:pt x="6636" y="2696"/>
                    <a:pt x="6689" y="2748"/>
                  </a:cubicBezTo>
                  <a:cubicBezTo>
                    <a:pt x="6742" y="2783"/>
                    <a:pt x="6778" y="2800"/>
                    <a:pt x="6796" y="2800"/>
                  </a:cubicBezTo>
                  <a:cubicBezTo>
                    <a:pt x="6824" y="2800"/>
                    <a:pt x="6811" y="2759"/>
                    <a:pt x="6758" y="2679"/>
                  </a:cubicBezTo>
                  <a:cubicBezTo>
                    <a:pt x="6758" y="2679"/>
                    <a:pt x="6734" y="2626"/>
                    <a:pt x="6775" y="2626"/>
                  </a:cubicBezTo>
                  <a:cubicBezTo>
                    <a:pt x="6782" y="2626"/>
                    <a:pt x="6792" y="2628"/>
                    <a:pt x="6805" y="2632"/>
                  </a:cubicBezTo>
                  <a:cubicBezTo>
                    <a:pt x="6810" y="2633"/>
                    <a:pt x="6815" y="2633"/>
                    <a:pt x="6820" y="2633"/>
                  </a:cubicBezTo>
                  <a:cubicBezTo>
                    <a:pt x="6925" y="2633"/>
                    <a:pt x="7096" y="2541"/>
                    <a:pt x="6965" y="2466"/>
                  </a:cubicBezTo>
                  <a:lnTo>
                    <a:pt x="7009" y="2416"/>
                  </a:lnTo>
                  <a:cubicBezTo>
                    <a:pt x="7015" y="2416"/>
                    <a:pt x="7021" y="2416"/>
                    <a:pt x="7027" y="2416"/>
                  </a:cubicBezTo>
                  <a:cubicBezTo>
                    <a:pt x="7115" y="2416"/>
                    <a:pt x="7135" y="2393"/>
                    <a:pt x="7103" y="2319"/>
                  </a:cubicBezTo>
                  <a:lnTo>
                    <a:pt x="7065" y="2241"/>
                  </a:lnTo>
                  <a:lnTo>
                    <a:pt x="7065" y="2241"/>
                  </a:lnTo>
                  <a:cubicBezTo>
                    <a:pt x="7110" y="2281"/>
                    <a:pt x="7166" y="2306"/>
                    <a:pt x="7201" y="2306"/>
                  </a:cubicBezTo>
                  <a:cubicBezTo>
                    <a:pt x="7213" y="2306"/>
                    <a:pt x="7223" y="2303"/>
                    <a:pt x="7228" y="2297"/>
                  </a:cubicBezTo>
                  <a:cubicBezTo>
                    <a:pt x="7253" y="2272"/>
                    <a:pt x="7253" y="2272"/>
                    <a:pt x="7194" y="2219"/>
                  </a:cubicBezTo>
                  <a:cubicBezTo>
                    <a:pt x="7112" y="2191"/>
                    <a:pt x="7137" y="2165"/>
                    <a:pt x="7159" y="2140"/>
                  </a:cubicBezTo>
                  <a:cubicBezTo>
                    <a:pt x="7165" y="2135"/>
                    <a:pt x="7175" y="2132"/>
                    <a:pt x="7186" y="2132"/>
                  </a:cubicBezTo>
                  <a:cubicBezTo>
                    <a:pt x="7222" y="2132"/>
                    <a:pt x="7277" y="2157"/>
                    <a:pt x="7322" y="2197"/>
                  </a:cubicBezTo>
                  <a:lnTo>
                    <a:pt x="7344" y="2172"/>
                  </a:lnTo>
                  <a:cubicBezTo>
                    <a:pt x="7270" y="2103"/>
                    <a:pt x="7254" y="2069"/>
                    <a:pt x="7268" y="2069"/>
                  </a:cubicBezTo>
                  <a:cubicBezTo>
                    <a:pt x="7275" y="2069"/>
                    <a:pt x="7290" y="2078"/>
                    <a:pt x="7310" y="2097"/>
                  </a:cubicBezTo>
                  <a:cubicBezTo>
                    <a:pt x="7335" y="2105"/>
                    <a:pt x="7355" y="2109"/>
                    <a:pt x="7371" y="2109"/>
                  </a:cubicBezTo>
                  <a:cubicBezTo>
                    <a:pt x="7407" y="2109"/>
                    <a:pt x="7424" y="2092"/>
                    <a:pt x="7441" y="2075"/>
                  </a:cubicBezTo>
                  <a:cubicBezTo>
                    <a:pt x="7416" y="2052"/>
                    <a:pt x="7416" y="2044"/>
                    <a:pt x="7423" y="2044"/>
                  </a:cubicBezTo>
                  <a:cubicBezTo>
                    <a:pt x="7432" y="2044"/>
                    <a:pt x="7454" y="2060"/>
                    <a:pt x="7441" y="2075"/>
                  </a:cubicBezTo>
                  <a:lnTo>
                    <a:pt x="7498" y="2128"/>
                  </a:lnTo>
                  <a:cubicBezTo>
                    <a:pt x="7514" y="2134"/>
                    <a:pt x="7524" y="2137"/>
                    <a:pt x="7530" y="2137"/>
                  </a:cubicBezTo>
                  <a:cubicBezTo>
                    <a:pt x="7553" y="2137"/>
                    <a:pt x="7508" y="2094"/>
                    <a:pt x="7463" y="2050"/>
                  </a:cubicBezTo>
                  <a:lnTo>
                    <a:pt x="7513" y="2003"/>
                  </a:lnTo>
                  <a:cubicBezTo>
                    <a:pt x="7535" y="1977"/>
                    <a:pt x="7560" y="1952"/>
                    <a:pt x="7482" y="1924"/>
                  </a:cubicBezTo>
                  <a:cubicBezTo>
                    <a:pt x="7426" y="1868"/>
                    <a:pt x="7369" y="1814"/>
                    <a:pt x="7394" y="1789"/>
                  </a:cubicBezTo>
                  <a:lnTo>
                    <a:pt x="7394" y="1789"/>
                  </a:lnTo>
                  <a:cubicBezTo>
                    <a:pt x="7441" y="1834"/>
                    <a:pt x="7486" y="1880"/>
                    <a:pt x="7514" y="1880"/>
                  </a:cubicBezTo>
                  <a:cubicBezTo>
                    <a:pt x="7520" y="1880"/>
                    <a:pt x="7525" y="1878"/>
                    <a:pt x="7529" y="1874"/>
                  </a:cubicBezTo>
                  <a:cubicBezTo>
                    <a:pt x="7534" y="1869"/>
                    <a:pt x="7539" y="1868"/>
                    <a:pt x="7545" y="1868"/>
                  </a:cubicBezTo>
                  <a:cubicBezTo>
                    <a:pt x="7573" y="1868"/>
                    <a:pt x="7610" y="1905"/>
                    <a:pt x="7610" y="1905"/>
                  </a:cubicBezTo>
                  <a:cubicBezTo>
                    <a:pt x="7634" y="1945"/>
                    <a:pt x="7655" y="1960"/>
                    <a:pt x="7672" y="1960"/>
                  </a:cubicBezTo>
                  <a:cubicBezTo>
                    <a:pt x="7713" y="1960"/>
                    <a:pt x="7731" y="1869"/>
                    <a:pt x="7711" y="1811"/>
                  </a:cubicBezTo>
                  <a:cubicBezTo>
                    <a:pt x="7680" y="1718"/>
                    <a:pt x="7676" y="1670"/>
                    <a:pt x="7700" y="1670"/>
                  </a:cubicBezTo>
                  <a:cubicBezTo>
                    <a:pt x="7716" y="1670"/>
                    <a:pt x="7746" y="1694"/>
                    <a:pt x="7789" y="1742"/>
                  </a:cubicBezTo>
                  <a:cubicBezTo>
                    <a:pt x="7813" y="1770"/>
                    <a:pt x="7829" y="1783"/>
                    <a:pt x="7837" y="1783"/>
                  </a:cubicBezTo>
                  <a:cubicBezTo>
                    <a:pt x="7864" y="1783"/>
                    <a:pt x="7811" y="1651"/>
                    <a:pt x="7717" y="1495"/>
                  </a:cubicBezTo>
                  <a:lnTo>
                    <a:pt x="7598" y="1291"/>
                  </a:lnTo>
                  <a:lnTo>
                    <a:pt x="7745" y="1473"/>
                  </a:lnTo>
                  <a:cubicBezTo>
                    <a:pt x="7865" y="1588"/>
                    <a:pt x="7920" y="1643"/>
                    <a:pt x="7945" y="1643"/>
                  </a:cubicBezTo>
                  <a:cubicBezTo>
                    <a:pt x="7967" y="1643"/>
                    <a:pt x="7964" y="1597"/>
                    <a:pt x="7961" y="1507"/>
                  </a:cubicBezTo>
                  <a:cubicBezTo>
                    <a:pt x="7967" y="1449"/>
                    <a:pt x="7970" y="1424"/>
                    <a:pt x="7980" y="1424"/>
                  </a:cubicBezTo>
                  <a:cubicBezTo>
                    <a:pt x="7987" y="1424"/>
                    <a:pt x="7999" y="1439"/>
                    <a:pt x="8018" y="1467"/>
                  </a:cubicBezTo>
                  <a:cubicBezTo>
                    <a:pt x="8038" y="1493"/>
                    <a:pt x="8053" y="1504"/>
                    <a:pt x="8072" y="1504"/>
                  </a:cubicBezTo>
                  <a:cubicBezTo>
                    <a:pt x="8097" y="1504"/>
                    <a:pt x="8127" y="1482"/>
                    <a:pt x="8178" y="1448"/>
                  </a:cubicBezTo>
                  <a:cubicBezTo>
                    <a:pt x="8272" y="1398"/>
                    <a:pt x="8300" y="1382"/>
                    <a:pt x="8262" y="1313"/>
                  </a:cubicBezTo>
                  <a:lnTo>
                    <a:pt x="8325" y="1279"/>
                  </a:lnTo>
                  <a:cubicBezTo>
                    <a:pt x="8358" y="1316"/>
                    <a:pt x="8383" y="1331"/>
                    <a:pt x="8399" y="1331"/>
                  </a:cubicBezTo>
                  <a:cubicBezTo>
                    <a:pt x="8433" y="1331"/>
                    <a:pt x="8422" y="1256"/>
                    <a:pt x="8353" y="1172"/>
                  </a:cubicBezTo>
                  <a:cubicBezTo>
                    <a:pt x="8372" y="1160"/>
                    <a:pt x="8394" y="1150"/>
                    <a:pt x="8419" y="1138"/>
                  </a:cubicBezTo>
                  <a:lnTo>
                    <a:pt x="8453" y="1210"/>
                  </a:lnTo>
                  <a:cubicBezTo>
                    <a:pt x="8465" y="1236"/>
                    <a:pt x="8483" y="1249"/>
                    <a:pt x="8514" y="1249"/>
                  </a:cubicBezTo>
                  <a:cubicBezTo>
                    <a:pt x="8564" y="1249"/>
                    <a:pt x="8652" y="1216"/>
                    <a:pt x="8814" y="1156"/>
                  </a:cubicBezTo>
                  <a:cubicBezTo>
                    <a:pt x="9121" y="1087"/>
                    <a:pt x="9155" y="1081"/>
                    <a:pt x="9130" y="928"/>
                  </a:cubicBezTo>
                  <a:cubicBezTo>
                    <a:pt x="9135" y="844"/>
                    <a:pt x="9149" y="801"/>
                    <a:pt x="9164" y="801"/>
                  </a:cubicBezTo>
                  <a:cubicBezTo>
                    <a:pt x="9178" y="801"/>
                    <a:pt x="9193" y="839"/>
                    <a:pt x="9202" y="915"/>
                  </a:cubicBezTo>
                  <a:cubicBezTo>
                    <a:pt x="9211" y="968"/>
                    <a:pt x="9236" y="1023"/>
                    <a:pt x="9246" y="1023"/>
                  </a:cubicBezTo>
                  <a:cubicBezTo>
                    <a:pt x="9250" y="1023"/>
                    <a:pt x="9252" y="1013"/>
                    <a:pt x="9249" y="990"/>
                  </a:cubicBezTo>
                  <a:cubicBezTo>
                    <a:pt x="9296" y="990"/>
                    <a:pt x="9343" y="1019"/>
                    <a:pt x="9362" y="1062"/>
                  </a:cubicBezTo>
                  <a:cubicBezTo>
                    <a:pt x="9410" y="1124"/>
                    <a:pt x="9442" y="1147"/>
                    <a:pt x="9463" y="1147"/>
                  </a:cubicBezTo>
                  <a:cubicBezTo>
                    <a:pt x="9494" y="1147"/>
                    <a:pt x="9503" y="1099"/>
                    <a:pt x="9503" y="1053"/>
                  </a:cubicBezTo>
                  <a:cubicBezTo>
                    <a:pt x="9485" y="988"/>
                    <a:pt x="9481" y="964"/>
                    <a:pt x="9486" y="964"/>
                  </a:cubicBezTo>
                  <a:lnTo>
                    <a:pt x="9486" y="964"/>
                  </a:lnTo>
                  <a:cubicBezTo>
                    <a:pt x="9493" y="964"/>
                    <a:pt x="9516" y="1008"/>
                    <a:pt x="9538" y="1053"/>
                  </a:cubicBezTo>
                  <a:cubicBezTo>
                    <a:pt x="9564" y="1106"/>
                    <a:pt x="9587" y="1158"/>
                    <a:pt x="9599" y="1158"/>
                  </a:cubicBezTo>
                  <a:cubicBezTo>
                    <a:pt x="9604" y="1158"/>
                    <a:pt x="9607" y="1149"/>
                    <a:pt x="9607" y="1125"/>
                  </a:cubicBezTo>
                  <a:cubicBezTo>
                    <a:pt x="9623" y="1078"/>
                    <a:pt x="9693" y="1042"/>
                    <a:pt x="9752" y="1042"/>
                  </a:cubicBezTo>
                  <a:cubicBezTo>
                    <a:pt x="9804" y="1042"/>
                    <a:pt x="9848" y="1069"/>
                    <a:pt x="9842" y="1141"/>
                  </a:cubicBezTo>
                  <a:cubicBezTo>
                    <a:pt x="9842" y="1141"/>
                    <a:pt x="9876" y="1144"/>
                    <a:pt x="9911" y="1147"/>
                  </a:cubicBezTo>
                  <a:cubicBezTo>
                    <a:pt x="9915" y="1090"/>
                    <a:pt x="9953" y="1078"/>
                    <a:pt x="10000" y="1078"/>
                  </a:cubicBezTo>
                  <a:cubicBezTo>
                    <a:pt x="10017" y="1078"/>
                    <a:pt x="10036" y="1079"/>
                    <a:pt x="10055" y="1081"/>
                  </a:cubicBezTo>
                  <a:cubicBezTo>
                    <a:pt x="10124" y="1087"/>
                    <a:pt x="10155" y="1103"/>
                    <a:pt x="10143" y="1178"/>
                  </a:cubicBezTo>
                  <a:cubicBezTo>
                    <a:pt x="10119" y="1216"/>
                    <a:pt x="10116" y="1235"/>
                    <a:pt x="10132" y="1235"/>
                  </a:cubicBezTo>
                  <a:cubicBezTo>
                    <a:pt x="10145" y="1235"/>
                    <a:pt x="10171" y="1221"/>
                    <a:pt x="10208" y="1194"/>
                  </a:cubicBezTo>
                  <a:cubicBezTo>
                    <a:pt x="10209" y="1194"/>
                    <a:pt x="10210" y="1194"/>
                    <a:pt x="10211" y="1194"/>
                  </a:cubicBezTo>
                  <a:cubicBezTo>
                    <a:pt x="10243" y="1194"/>
                    <a:pt x="10305" y="1068"/>
                    <a:pt x="10340" y="1068"/>
                  </a:cubicBezTo>
                  <a:cubicBezTo>
                    <a:pt x="10341" y="1068"/>
                    <a:pt x="10342" y="1068"/>
                    <a:pt x="10343" y="1069"/>
                  </a:cubicBezTo>
                  <a:cubicBezTo>
                    <a:pt x="10361" y="995"/>
                    <a:pt x="10411" y="933"/>
                    <a:pt x="10448" y="933"/>
                  </a:cubicBezTo>
                  <a:cubicBezTo>
                    <a:pt x="10451" y="933"/>
                    <a:pt x="10454" y="933"/>
                    <a:pt x="10456" y="934"/>
                  </a:cubicBezTo>
                  <a:lnTo>
                    <a:pt x="10434" y="1009"/>
                  </a:lnTo>
                  <a:cubicBezTo>
                    <a:pt x="10415" y="1084"/>
                    <a:pt x="10393" y="1160"/>
                    <a:pt x="10393" y="1160"/>
                  </a:cubicBezTo>
                  <a:cubicBezTo>
                    <a:pt x="10404" y="1162"/>
                    <a:pt x="10414" y="1165"/>
                    <a:pt x="10424" y="1165"/>
                  </a:cubicBezTo>
                  <a:cubicBezTo>
                    <a:pt x="10446" y="1165"/>
                    <a:pt x="10467" y="1152"/>
                    <a:pt x="10484" y="1100"/>
                  </a:cubicBezTo>
                  <a:cubicBezTo>
                    <a:pt x="10494" y="1188"/>
                    <a:pt x="10525" y="1200"/>
                    <a:pt x="10588" y="1228"/>
                  </a:cubicBezTo>
                  <a:cubicBezTo>
                    <a:pt x="10625" y="1243"/>
                    <a:pt x="10662" y="1258"/>
                    <a:pt x="10698" y="1258"/>
                  </a:cubicBezTo>
                  <a:cubicBezTo>
                    <a:pt x="10726" y="1258"/>
                    <a:pt x="10754" y="1250"/>
                    <a:pt x="10782" y="1225"/>
                  </a:cubicBezTo>
                  <a:lnTo>
                    <a:pt x="10782" y="1225"/>
                  </a:lnTo>
                  <a:cubicBezTo>
                    <a:pt x="10762" y="1328"/>
                    <a:pt x="10836" y="1411"/>
                    <a:pt x="10920" y="1411"/>
                  </a:cubicBezTo>
                  <a:cubicBezTo>
                    <a:pt x="10957" y="1411"/>
                    <a:pt x="10995" y="1396"/>
                    <a:pt x="11029" y="1360"/>
                  </a:cubicBezTo>
                  <a:cubicBezTo>
                    <a:pt x="11046" y="1333"/>
                    <a:pt x="11061" y="1321"/>
                    <a:pt x="11072" y="1321"/>
                  </a:cubicBezTo>
                  <a:cubicBezTo>
                    <a:pt x="11088" y="1321"/>
                    <a:pt x="11096" y="1348"/>
                    <a:pt x="11089" y="1398"/>
                  </a:cubicBezTo>
                  <a:cubicBezTo>
                    <a:pt x="11084" y="1446"/>
                    <a:pt x="11080" y="1467"/>
                    <a:pt x="11093" y="1467"/>
                  </a:cubicBezTo>
                  <a:cubicBezTo>
                    <a:pt x="11102" y="1467"/>
                    <a:pt x="11120" y="1455"/>
                    <a:pt x="11152" y="1435"/>
                  </a:cubicBezTo>
                  <a:cubicBezTo>
                    <a:pt x="11165" y="1427"/>
                    <a:pt x="11175" y="1424"/>
                    <a:pt x="11183" y="1424"/>
                  </a:cubicBezTo>
                  <a:cubicBezTo>
                    <a:pt x="11218" y="1424"/>
                    <a:pt x="11205" y="1495"/>
                    <a:pt x="11189" y="1564"/>
                  </a:cubicBezTo>
                  <a:cubicBezTo>
                    <a:pt x="11143" y="1668"/>
                    <a:pt x="11142" y="1708"/>
                    <a:pt x="11172" y="1708"/>
                  </a:cubicBezTo>
                  <a:cubicBezTo>
                    <a:pt x="11184" y="1708"/>
                    <a:pt x="11202" y="1701"/>
                    <a:pt x="11224" y="1689"/>
                  </a:cubicBezTo>
                  <a:cubicBezTo>
                    <a:pt x="11240" y="1684"/>
                    <a:pt x="11257" y="1682"/>
                    <a:pt x="11274" y="1682"/>
                  </a:cubicBezTo>
                  <a:cubicBezTo>
                    <a:pt x="11321" y="1682"/>
                    <a:pt x="11368" y="1701"/>
                    <a:pt x="11402" y="1733"/>
                  </a:cubicBezTo>
                  <a:cubicBezTo>
                    <a:pt x="11503" y="1720"/>
                    <a:pt x="11531" y="1746"/>
                    <a:pt x="11556" y="1664"/>
                  </a:cubicBezTo>
                  <a:cubicBezTo>
                    <a:pt x="11593" y="1626"/>
                    <a:pt x="11637" y="1595"/>
                    <a:pt x="11688" y="1573"/>
                  </a:cubicBezTo>
                  <a:cubicBezTo>
                    <a:pt x="11695" y="1572"/>
                    <a:pt x="11702" y="1572"/>
                    <a:pt x="11708" y="1572"/>
                  </a:cubicBezTo>
                  <a:cubicBezTo>
                    <a:pt x="11769" y="1572"/>
                    <a:pt x="11751" y="1604"/>
                    <a:pt x="11729" y="1604"/>
                  </a:cubicBezTo>
                  <a:cubicBezTo>
                    <a:pt x="11723" y="1604"/>
                    <a:pt x="11718" y="1603"/>
                    <a:pt x="11713" y="1598"/>
                  </a:cubicBezTo>
                  <a:cubicBezTo>
                    <a:pt x="11606" y="1605"/>
                    <a:pt x="11634" y="1630"/>
                    <a:pt x="11606" y="1711"/>
                  </a:cubicBezTo>
                  <a:cubicBezTo>
                    <a:pt x="11587" y="1767"/>
                    <a:pt x="11609" y="1830"/>
                    <a:pt x="11656" y="1865"/>
                  </a:cubicBezTo>
                  <a:cubicBezTo>
                    <a:pt x="11681" y="1890"/>
                    <a:pt x="11728" y="1940"/>
                    <a:pt x="11750" y="1965"/>
                  </a:cubicBezTo>
                  <a:cubicBezTo>
                    <a:pt x="11761" y="2052"/>
                    <a:pt x="11774" y="2091"/>
                    <a:pt x="11799" y="2091"/>
                  </a:cubicBezTo>
                  <a:cubicBezTo>
                    <a:pt x="11811" y="2091"/>
                    <a:pt x="11826" y="2082"/>
                    <a:pt x="11844" y="2065"/>
                  </a:cubicBezTo>
                  <a:lnTo>
                    <a:pt x="11901" y="2012"/>
                  </a:lnTo>
                  <a:lnTo>
                    <a:pt x="11901" y="2012"/>
                  </a:lnTo>
                  <a:cubicBezTo>
                    <a:pt x="11826" y="2128"/>
                    <a:pt x="12002" y="2358"/>
                    <a:pt x="12141" y="2358"/>
                  </a:cubicBezTo>
                  <a:cubicBezTo>
                    <a:pt x="12160" y="2358"/>
                    <a:pt x="12178" y="2353"/>
                    <a:pt x="12195" y="2344"/>
                  </a:cubicBezTo>
                  <a:lnTo>
                    <a:pt x="12195" y="2344"/>
                  </a:lnTo>
                  <a:lnTo>
                    <a:pt x="12136" y="2394"/>
                  </a:lnTo>
                  <a:cubicBezTo>
                    <a:pt x="12079" y="2448"/>
                    <a:pt x="12101" y="2473"/>
                    <a:pt x="12145" y="2523"/>
                  </a:cubicBezTo>
                  <a:cubicBezTo>
                    <a:pt x="12167" y="2548"/>
                    <a:pt x="12314" y="2598"/>
                    <a:pt x="12380" y="2673"/>
                  </a:cubicBezTo>
                  <a:cubicBezTo>
                    <a:pt x="12449" y="2747"/>
                    <a:pt x="12506" y="2808"/>
                    <a:pt x="12552" y="2808"/>
                  </a:cubicBezTo>
                  <a:cubicBezTo>
                    <a:pt x="12567" y="2808"/>
                    <a:pt x="12581" y="2803"/>
                    <a:pt x="12593" y="2789"/>
                  </a:cubicBezTo>
                  <a:lnTo>
                    <a:pt x="12593" y="2789"/>
                  </a:lnTo>
                  <a:cubicBezTo>
                    <a:pt x="12615" y="2814"/>
                    <a:pt x="12615" y="2814"/>
                    <a:pt x="12562" y="2867"/>
                  </a:cubicBezTo>
                  <a:cubicBezTo>
                    <a:pt x="12483" y="2899"/>
                    <a:pt x="12505" y="2924"/>
                    <a:pt x="12527" y="2949"/>
                  </a:cubicBezTo>
                  <a:cubicBezTo>
                    <a:pt x="12531" y="2952"/>
                    <a:pt x="12536" y="2954"/>
                    <a:pt x="12541" y="2954"/>
                  </a:cubicBezTo>
                  <a:cubicBezTo>
                    <a:pt x="12569" y="2954"/>
                    <a:pt x="12614" y="2906"/>
                    <a:pt x="12662" y="2861"/>
                  </a:cubicBezTo>
                  <a:cubicBezTo>
                    <a:pt x="12681" y="2841"/>
                    <a:pt x="12696" y="2831"/>
                    <a:pt x="12708" y="2831"/>
                  </a:cubicBezTo>
                  <a:cubicBezTo>
                    <a:pt x="12728" y="2831"/>
                    <a:pt x="12735" y="2863"/>
                    <a:pt x="12731" y="2927"/>
                  </a:cubicBezTo>
                  <a:cubicBezTo>
                    <a:pt x="12728" y="3016"/>
                    <a:pt x="12800" y="3103"/>
                    <a:pt x="12889" y="3103"/>
                  </a:cubicBezTo>
                  <a:cubicBezTo>
                    <a:pt x="12900" y="3103"/>
                    <a:pt x="12911" y="3102"/>
                    <a:pt x="12922" y="3099"/>
                  </a:cubicBezTo>
                  <a:cubicBezTo>
                    <a:pt x="12947" y="3121"/>
                    <a:pt x="12972" y="3140"/>
                    <a:pt x="12925" y="3203"/>
                  </a:cubicBezTo>
                  <a:cubicBezTo>
                    <a:pt x="12907" y="3261"/>
                    <a:pt x="12907" y="3335"/>
                    <a:pt x="12966" y="3335"/>
                  </a:cubicBezTo>
                  <a:cubicBezTo>
                    <a:pt x="12988" y="3335"/>
                    <a:pt x="13016" y="3326"/>
                    <a:pt x="13054" y="3303"/>
                  </a:cubicBezTo>
                  <a:lnTo>
                    <a:pt x="13054" y="3303"/>
                  </a:lnTo>
                  <a:cubicBezTo>
                    <a:pt x="13079" y="3322"/>
                    <a:pt x="13079" y="3322"/>
                    <a:pt x="13035" y="3388"/>
                  </a:cubicBezTo>
                  <a:cubicBezTo>
                    <a:pt x="13025" y="3440"/>
                    <a:pt x="13006" y="3483"/>
                    <a:pt x="13019" y="3483"/>
                  </a:cubicBezTo>
                  <a:cubicBezTo>
                    <a:pt x="13027" y="3483"/>
                    <a:pt x="13048" y="3466"/>
                    <a:pt x="13091" y="3422"/>
                  </a:cubicBezTo>
                  <a:cubicBezTo>
                    <a:pt x="13111" y="3416"/>
                    <a:pt x="13131" y="3413"/>
                    <a:pt x="13148" y="3413"/>
                  </a:cubicBezTo>
                  <a:cubicBezTo>
                    <a:pt x="13221" y="3413"/>
                    <a:pt x="13274" y="3462"/>
                    <a:pt x="13292" y="3544"/>
                  </a:cubicBezTo>
                  <a:cubicBezTo>
                    <a:pt x="13304" y="3553"/>
                    <a:pt x="13317" y="3560"/>
                    <a:pt x="13331" y="3560"/>
                  </a:cubicBezTo>
                  <a:cubicBezTo>
                    <a:pt x="13348" y="3560"/>
                    <a:pt x="13367" y="3547"/>
                    <a:pt x="13386" y="3507"/>
                  </a:cubicBezTo>
                  <a:cubicBezTo>
                    <a:pt x="13410" y="3458"/>
                    <a:pt x="13435" y="3408"/>
                    <a:pt x="13435" y="3408"/>
                  </a:cubicBezTo>
                  <a:lnTo>
                    <a:pt x="13435" y="3408"/>
                  </a:lnTo>
                  <a:cubicBezTo>
                    <a:pt x="13435" y="3408"/>
                    <a:pt x="13431" y="3417"/>
                    <a:pt x="13421" y="3438"/>
                  </a:cubicBezTo>
                  <a:cubicBezTo>
                    <a:pt x="13401" y="3516"/>
                    <a:pt x="13392" y="3555"/>
                    <a:pt x="13402" y="3555"/>
                  </a:cubicBezTo>
                  <a:cubicBezTo>
                    <a:pt x="13410" y="3555"/>
                    <a:pt x="13433" y="3523"/>
                    <a:pt x="13477" y="3460"/>
                  </a:cubicBezTo>
                  <a:cubicBezTo>
                    <a:pt x="13493" y="3428"/>
                    <a:pt x="13507" y="3413"/>
                    <a:pt x="13515" y="3413"/>
                  </a:cubicBezTo>
                  <a:cubicBezTo>
                    <a:pt x="13525" y="3413"/>
                    <a:pt x="13525" y="3433"/>
                    <a:pt x="13508" y="3472"/>
                  </a:cubicBezTo>
                  <a:cubicBezTo>
                    <a:pt x="13505" y="3557"/>
                    <a:pt x="13536" y="3569"/>
                    <a:pt x="13536" y="3569"/>
                  </a:cubicBezTo>
                  <a:cubicBezTo>
                    <a:pt x="13568" y="3585"/>
                    <a:pt x="13740" y="3576"/>
                    <a:pt x="13894" y="3604"/>
                  </a:cubicBezTo>
                  <a:cubicBezTo>
                    <a:pt x="13992" y="3632"/>
                    <a:pt x="14069" y="3647"/>
                    <a:pt x="14124" y="3647"/>
                  </a:cubicBezTo>
                  <a:cubicBezTo>
                    <a:pt x="14137" y="3647"/>
                    <a:pt x="14149" y="3646"/>
                    <a:pt x="14160" y="3645"/>
                  </a:cubicBezTo>
                  <a:cubicBezTo>
                    <a:pt x="14216" y="3641"/>
                    <a:pt x="14242" y="3623"/>
                    <a:pt x="14245" y="3585"/>
                  </a:cubicBezTo>
                  <a:cubicBezTo>
                    <a:pt x="14263" y="3548"/>
                    <a:pt x="14273" y="3529"/>
                    <a:pt x="14280" y="3529"/>
                  </a:cubicBezTo>
                  <a:cubicBezTo>
                    <a:pt x="14288" y="3529"/>
                    <a:pt x="14295" y="3550"/>
                    <a:pt x="14307" y="3591"/>
                  </a:cubicBezTo>
                  <a:cubicBezTo>
                    <a:pt x="14332" y="3670"/>
                    <a:pt x="14367" y="3673"/>
                    <a:pt x="14398" y="3676"/>
                  </a:cubicBezTo>
                  <a:cubicBezTo>
                    <a:pt x="14430" y="3679"/>
                    <a:pt x="14461" y="3682"/>
                    <a:pt x="14461" y="3761"/>
                  </a:cubicBezTo>
                  <a:cubicBezTo>
                    <a:pt x="14495" y="3682"/>
                    <a:pt x="14495" y="3682"/>
                    <a:pt x="14527" y="3679"/>
                  </a:cubicBezTo>
                  <a:cubicBezTo>
                    <a:pt x="14527" y="3718"/>
                    <a:pt x="14535" y="3737"/>
                    <a:pt x="14547" y="3737"/>
                  </a:cubicBezTo>
                  <a:cubicBezTo>
                    <a:pt x="14559" y="3737"/>
                    <a:pt x="14575" y="3717"/>
                    <a:pt x="14589" y="3676"/>
                  </a:cubicBezTo>
                  <a:cubicBezTo>
                    <a:pt x="14602" y="3598"/>
                    <a:pt x="14608" y="3558"/>
                    <a:pt x="14613" y="3558"/>
                  </a:cubicBezTo>
                  <a:cubicBezTo>
                    <a:pt x="14617" y="3558"/>
                    <a:pt x="14619" y="3598"/>
                    <a:pt x="14624" y="3676"/>
                  </a:cubicBezTo>
                  <a:cubicBezTo>
                    <a:pt x="14626" y="3730"/>
                    <a:pt x="14677" y="3782"/>
                    <a:pt x="14695" y="3782"/>
                  </a:cubicBezTo>
                  <a:cubicBezTo>
                    <a:pt x="14703" y="3782"/>
                    <a:pt x="14704" y="3772"/>
                    <a:pt x="14693" y="3748"/>
                  </a:cubicBezTo>
                  <a:cubicBezTo>
                    <a:pt x="14687" y="3673"/>
                    <a:pt x="14752" y="3667"/>
                    <a:pt x="14774" y="3588"/>
                  </a:cubicBezTo>
                  <a:cubicBezTo>
                    <a:pt x="14777" y="3588"/>
                    <a:pt x="14779" y="3588"/>
                    <a:pt x="14781" y="3588"/>
                  </a:cubicBezTo>
                  <a:cubicBezTo>
                    <a:pt x="14810" y="3588"/>
                    <a:pt x="14838" y="3591"/>
                    <a:pt x="14846" y="3663"/>
                  </a:cubicBezTo>
                  <a:cubicBezTo>
                    <a:pt x="14857" y="3682"/>
                    <a:pt x="14873" y="3689"/>
                    <a:pt x="14891" y="3689"/>
                  </a:cubicBezTo>
                  <a:cubicBezTo>
                    <a:pt x="14952" y="3689"/>
                    <a:pt x="15040" y="3607"/>
                    <a:pt x="15050" y="3544"/>
                  </a:cubicBezTo>
                  <a:cubicBezTo>
                    <a:pt x="15040" y="3505"/>
                    <a:pt x="15043" y="3485"/>
                    <a:pt x="15051" y="3485"/>
                  </a:cubicBezTo>
                  <a:cubicBezTo>
                    <a:pt x="15058" y="3485"/>
                    <a:pt x="15069" y="3502"/>
                    <a:pt x="15078" y="3538"/>
                  </a:cubicBezTo>
                  <a:cubicBezTo>
                    <a:pt x="15092" y="3592"/>
                    <a:pt x="15112" y="3604"/>
                    <a:pt x="15134" y="3604"/>
                  </a:cubicBezTo>
                  <a:cubicBezTo>
                    <a:pt x="15142" y="3604"/>
                    <a:pt x="15151" y="3602"/>
                    <a:pt x="15160" y="3601"/>
                  </a:cubicBezTo>
                  <a:cubicBezTo>
                    <a:pt x="15163" y="3576"/>
                    <a:pt x="15167" y="3565"/>
                    <a:pt x="15172" y="3565"/>
                  </a:cubicBezTo>
                  <a:cubicBezTo>
                    <a:pt x="15183" y="3565"/>
                    <a:pt x="15198" y="3618"/>
                    <a:pt x="15213" y="3670"/>
                  </a:cubicBezTo>
                  <a:cubicBezTo>
                    <a:pt x="15205" y="3722"/>
                    <a:pt x="15216" y="3739"/>
                    <a:pt x="15243" y="3739"/>
                  </a:cubicBezTo>
                  <a:cubicBezTo>
                    <a:pt x="15258" y="3739"/>
                    <a:pt x="15277" y="3734"/>
                    <a:pt x="15301" y="3726"/>
                  </a:cubicBezTo>
                  <a:cubicBezTo>
                    <a:pt x="15310" y="3641"/>
                    <a:pt x="15432" y="3594"/>
                    <a:pt x="15523" y="3560"/>
                  </a:cubicBezTo>
                  <a:cubicBezTo>
                    <a:pt x="15677" y="3494"/>
                    <a:pt x="15664" y="3397"/>
                    <a:pt x="15642" y="3237"/>
                  </a:cubicBezTo>
                  <a:lnTo>
                    <a:pt x="15586" y="3090"/>
                  </a:lnTo>
                  <a:lnTo>
                    <a:pt x="15586" y="3090"/>
                  </a:lnTo>
                  <a:lnTo>
                    <a:pt x="15667" y="3222"/>
                  </a:lnTo>
                  <a:cubicBezTo>
                    <a:pt x="15714" y="3287"/>
                    <a:pt x="15765" y="3350"/>
                    <a:pt x="15818" y="3406"/>
                  </a:cubicBezTo>
                  <a:cubicBezTo>
                    <a:pt x="15849" y="3391"/>
                    <a:pt x="15805" y="3325"/>
                    <a:pt x="15761" y="3259"/>
                  </a:cubicBezTo>
                  <a:cubicBezTo>
                    <a:pt x="15733" y="3214"/>
                    <a:pt x="15737" y="3194"/>
                    <a:pt x="15772" y="3194"/>
                  </a:cubicBezTo>
                  <a:cubicBezTo>
                    <a:pt x="15788" y="3194"/>
                    <a:pt x="15810" y="3198"/>
                    <a:pt x="15840" y="3206"/>
                  </a:cubicBezTo>
                  <a:cubicBezTo>
                    <a:pt x="15866" y="3214"/>
                    <a:pt x="15888" y="3218"/>
                    <a:pt x="15905" y="3218"/>
                  </a:cubicBezTo>
                  <a:cubicBezTo>
                    <a:pt x="15949" y="3218"/>
                    <a:pt x="15959" y="3190"/>
                    <a:pt x="15943" y="3131"/>
                  </a:cubicBezTo>
                  <a:cubicBezTo>
                    <a:pt x="15957" y="3121"/>
                    <a:pt x="15970" y="3111"/>
                    <a:pt x="15992" y="3111"/>
                  </a:cubicBezTo>
                  <a:cubicBezTo>
                    <a:pt x="16010" y="3111"/>
                    <a:pt x="16034" y="3118"/>
                    <a:pt x="16069" y="3137"/>
                  </a:cubicBezTo>
                  <a:cubicBezTo>
                    <a:pt x="16097" y="3118"/>
                    <a:pt x="16097" y="3118"/>
                    <a:pt x="16047" y="3059"/>
                  </a:cubicBezTo>
                  <a:cubicBezTo>
                    <a:pt x="16013" y="3019"/>
                    <a:pt x="16012" y="2996"/>
                    <a:pt x="16037" y="2996"/>
                  </a:cubicBezTo>
                  <a:cubicBezTo>
                    <a:pt x="16049" y="2996"/>
                    <a:pt x="16068" y="3002"/>
                    <a:pt x="16094" y="3015"/>
                  </a:cubicBezTo>
                  <a:cubicBezTo>
                    <a:pt x="16140" y="3050"/>
                    <a:pt x="16180" y="3063"/>
                    <a:pt x="16209" y="3063"/>
                  </a:cubicBezTo>
                  <a:cubicBezTo>
                    <a:pt x="16260" y="3063"/>
                    <a:pt x="16278" y="3022"/>
                    <a:pt x="16244" y="2987"/>
                  </a:cubicBezTo>
                  <a:cubicBezTo>
                    <a:pt x="16191" y="2930"/>
                    <a:pt x="16216" y="2908"/>
                    <a:pt x="16241" y="2886"/>
                  </a:cubicBezTo>
                  <a:cubicBezTo>
                    <a:pt x="16263" y="2864"/>
                    <a:pt x="16288" y="2846"/>
                    <a:pt x="16257" y="2764"/>
                  </a:cubicBezTo>
                  <a:lnTo>
                    <a:pt x="16304" y="2720"/>
                  </a:lnTo>
                  <a:cubicBezTo>
                    <a:pt x="16307" y="2717"/>
                    <a:pt x="16310" y="2715"/>
                    <a:pt x="16313" y="2715"/>
                  </a:cubicBezTo>
                  <a:cubicBezTo>
                    <a:pt x="16333" y="2715"/>
                    <a:pt x="16354" y="2777"/>
                    <a:pt x="16335" y="2799"/>
                  </a:cubicBezTo>
                  <a:lnTo>
                    <a:pt x="16413" y="2830"/>
                  </a:lnTo>
                  <a:cubicBezTo>
                    <a:pt x="16460" y="2783"/>
                    <a:pt x="16482" y="2758"/>
                    <a:pt x="16451" y="2683"/>
                  </a:cubicBezTo>
                  <a:cubicBezTo>
                    <a:pt x="16403" y="2613"/>
                    <a:pt x="16380" y="2580"/>
                    <a:pt x="16386" y="2580"/>
                  </a:cubicBezTo>
                  <a:lnTo>
                    <a:pt x="16386" y="2580"/>
                  </a:lnTo>
                  <a:cubicBezTo>
                    <a:pt x="16391" y="2580"/>
                    <a:pt x="16419" y="2607"/>
                    <a:pt x="16473" y="2657"/>
                  </a:cubicBezTo>
                  <a:cubicBezTo>
                    <a:pt x="16505" y="2688"/>
                    <a:pt x="16545" y="2711"/>
                    <a:pt x="16567" y="2711"/>
                  </a:cubicBezTo>
                  <a:cubicBezTo>
                    <a:pt x="16584" y="2711"/>
                    <a:pt x="16591" y="2698"/>
                    <a:pt x="16576" y="2664"/>
                  </a:cubicBezTo>
                  <a:cubicBezTo>
                    <a:pt x="16528" y="2596"/>
                    <a:pt x="16528" y="2572"/>
                    <a:pt x="16547" y="2572"/>
                  </a:cubicBezTo>
                  <a:cubicBezTo>
                    <a:pt x="16564" y="2572"/>
                    <a:pt x="16597" y="2592"/>
                    <a:pt x="16623" y="2617"/>
                  </a:cubicBezTo>
                  <a:cubicBezTo>
                    <a:pt x="16663" y="2674"/>
                    <a:pt x="16686" y="2705"/>
                    <a:pt x="16697" y="2705"/>
                  </a:cubicBezTo>
                  <a:cubicBezTo>
                    <a:pt x="16710" y="2705"/>
                    <a:pt x="16704" y="2655"/>
                    <a:pt x="16692" y="2542"/>
                  </a:cubicBezTo>
                  <a:cubicBezTo>
                    <a:pt x="16739" y="2491"/>
                    <a:pt x="16771" y="2344"/>
                    <a:pt x="16843" y="2269"/>
                  </a:cubicBezTo>
                  <a:cubicBezTo>
                    <a:pt x="16917" y="2187"/>
                    <a:pt x="16961" y="2139"/>
                    <a:pt x="17020" y="2139"/>
                  </a:cubicBezTo>
                  <a:cubicBezTo>
                    <a:pt x="17033" y="2139"/>
                    <a:pt x="17047" y="2141"/>
                    <a:pt x="17062" y="2147"/>
                  </a:cubicBezTo>
                  <a:cubicBezTo>
                    <a:pt x="17073" y="2157"/>
                    <a:pt x="17083" y="2166"/>
                    <a:pt x="17092" y="2174"/>
                  </a:cubicBezTo>
                  <a:lnTo>
                    <a:pt x="17092" y="2174"/>
                  </a:lnTo>
                  <a:cubicBezTo>
                    <a:pt x="17010" y="2089"/>
                    <a:pt x="17037" y="2065"/>
                    <a:pt x="17103" y="1996"/>
                  </a:cubicBezTo>
                  <a:cubicBezTo>
                    <a:pt x="17231" y="1977"/>
                    <a:pt x="17222" y="1874"/>
                    <a:pt x="17194" y="1796"/>
                  </a:cubicBezTo>
                  <a:lnTo>
                    <a:pt x="17194" y="1796"/>
                  </a:lnTo>
                  <a:cubicBezTo>
                    <a:pt x="17178" y="1811"/>
                    <a:pt x="17159" y="1827"/>
                    <a:pt x="17143" y="1843"/>
                  </a:cubicBezTo>
                  <a:cubicBezTo>
                    <a:pt x="17044" y="1743"/>
                    <a:pt x="17055" y="1713"/>
                    <a:pt x="17140" y="1713"/>
                  </a:cubicBezTo>
                  <a:cubicBezTo>
                    <a:pt x="17149" y="1713"/>
                    <a:pt x="17158" y="1714"/>
                    <a:pt x="17169" y="1714"/>
                  </a:cubicBezTo>
                  <a:cubicBezTo>
                    <a:pt x="17173" y="1710"/>
                    <a:pt x="17177" y="1708"/>
                    <a:pt x="17183" y="1708"/>
                  </a:cubicBezTo>
                  <a:cubicBezTo>
                    <a:pt x="17211" y="1708"/>
                    <a:pt x="17256" y="1758"/>
                    <a:pt x="17300" y="1805"/>
                  </a:cubicBezTo>
                  <a:cubicBezTo>
                    <a:pt x="17345" y="1850"/>
                    <a:pt x="17403" y="1881"/>
                    <a:pt x="17438" y="1881"/>
                  </a:cubicBezTo>
                  <a:cubicBezTo>
                    <a:pt x="17447" y="1881"/>
                    <a:pt x="17455" y="1879"/>
                    <a:pt x="17460" y="1874"/>
                  </a:cubicBezTo>
                  <a:cubicBezTo>
                    <a:pt x="17485" y="1852"/>
                    <a:pt x="17510" y="1830"/>
                    <a:pt x="17432" y="1793"/>
                  </a:cubicBezTo>
                  <a:cubicBezTo>
                    <a:pt x="17379" y="1736"/>
                    <a:pt x="17379" y="1736"/>
                    <a:pt x="17407" y="1711"/>
                  </a:cubicBezTo>
                  <a:cubicBezTo>
                    <a:pt x="17432" y="1689"/>
                    <a:pt x="17457" y="1667"/>
                    <a:pt x="17435" y="1583"/>
                  </a:cubicBezTo>
                  <a:cubicBezTo>
                    <a:pt x="17382" y="1523"/>
                    <a:pt x="17413" y="1501"/>
                    <a:pt x="17444" y="1479"/>
                  </a:cubicBezTo>
                  <a:cubicBezTo>
                    <a:pt x="17464" y="1490"/>
                    <a:pt x="17487" y="1495"/>
                    <a:pt x="17509" y="1495"/>
                  </a:cubicBezTo>
                  <a:cubicBezTo>
                    <a:pt x="17534" y="1495"/>
                    <a:pt x="17558" y="1489"/>
                    <a:pt x="17579" y="1476"/>
                  </a:cubicBezTo>
                  <a:lnTo>
                    <a:pt x="17626" y="1539"/>
                  </a:lnTo>
                  <a:cubicBezTo>
                    <a:pt x="17661" y="1579"/>
                    <a:pt x="17701" y="1614"/>
                    <a:pt x="17748" y="1642"/>
                  </a:cubicBezTo>
                  <a:cubicBezTo>
                    <a:pt x="17773" y="1623"/>
                    <a:pt x="17729" y="1561"/>
                    <a:pt x="17729" y="1561"/>
                  </a:cubicBezTo>
                  <a:cubicBezTo>
                    <a:pt x="17717" y="1545"/>
                    <a:pt x="17748" y="1498"/>
                    <a:pt x="17811" y="1448"/>
                  </a:cubicBezTo>
                  <a:cubicBezTo>
                    <a:pt x="17877" y="1398"/>
                    <a:pt x="17968" y="1338"/>
                    <a:pt x="18065" y="1279"/>
                  </a:cubicBezTo>
                  <a:cubicBezTo>
                    <a:pt x="18269" y="1178"/>
                    <a:pt x="18494" y="1097"/>
                    <a:pt x="18551" y="1097"/>
                  </a:cubicBezTo>
                  <a:cubicBezTo>
                    <a:pt x="18586" y="1121"/>
                    <a:pt x="18623" y="1131"/>
                    <a:pt x="18651" y="1131"/>
                  </a:cubicBezTo>
                  <a:cubicBezTo>
                    <a:pt x="18694" y="1131"/>
                    <a:pt x="18719" y="1107"/>
                    <a:pt x="18688" y="1066"/>
                  </a:cubicBezTo>
                  <a:cubicBezTo>
                    <a:pt x="18670" y="990"/>
                    <a:pt x="18851" y="943"/>
                    <a:pt x="19068" y="943"/>
                  </a:cubicBezTo>
                  <a:cubicBezTo>
                    <a:pt x="19318" y="918"/>
                    <a:pt x="19497" y="953"/>
                    <a:pt x="19503" y="871"/>
                  </a:cubicBezTo>
                  <a:lnTo>
                    <a:pt x="19613" y="881"/>
                  </a:lnTo>
                  <a:cubicBezTo>
                    <a:pt x="19616" y="881"/>
                    <a:pt x="19619" y="881"/>
                    <a:pt x="19622" y="881"/>
                  </a:cubicBezTo>
                  <a:cubicBezTo>
                    <a:pt x="19689" y="881"/>
                    <a:pt x="19761" y="826"/>
                    <a:pt x="19800" y="826"/>
                  </a:cubicBezTo>
                  <a:cubicBezTo>
                    <a:pt x="19804" y="826"/>
                    <a:pt x="19807" y="826"/>
                    <a:pt x="19810" y="827"/>
                  </a:cubicBezTo>
                  <a:cubicBezTo>
                    <a:pt x="19834" y="795"/>
                    <a:pt x="19855" y="780"/>
                    <a:pt x="19866" y="780"/>
                  </a:cubicBezTo>
                  <a:cubicBezTo>
                    <a:pt x="19878" y="780"/>
                    <a:pt x="19876" y="800"/>
                    <a:pt x="19848" y="837"/>
                  </a:cubicBezTo>
                  <a:cubicBezTo>
                    <a:pt x="19832" y="912"/>
                    <a:pt x="19820" y="990"/>
                    <a:pt x="19854" y="1000"/>
                  </a:cubicBezTo>
                  <a:cubicBezTo>
                    <a:pt x="19860" y="1001"/>
                    <a:pt x="19866" y="1002"/>
                    <a:pt x="19872" y="1002"/>
                  </a:cubicBezTo>
                  <a:cubicBezTo>
                    <a:pt x="19927" y="1002"/>
                    <a:pt x="19944" y="933"/>
                    <a:pt x="19961" y="865"/>
                  </a:cubicBezTo>
                  <a:cubicBezTo>
                    <a:pt x="19973" y="802"/>
                    <a:pt x="20000" y="796"/>
                    <a:pt x="20010" y="796"/>
                  </a:cubicBezTo>
                  <a:cubicBezTo>
                    <a:pt x="20013" y="796"/>
                    <a:pt x="20014" y="796"/>
                    <a:pt x="20014" y="796"/>
                  </a:cubicBezTo>
                  <a:cubicBezTo>
                    <a:pt x="20055" y="805"/>
                    <a:pt x="20055" y="805"/>
                    <a:pt x="20033" y="881"/>
                  </a:cubicBezTo>
                  <a:cubicBezTo>
                    <a:pt x="20014" y="959"/>
                    <a:pt x="19995" y="1034"/>
                    <a:pt x="19995" y="1034"/>
                  </a:cubicBezTo>
                  <a:lnTo>
                    <a:pt x="20030" y="1040"/>
                  </a:lnTo>
                  <a:cubicBezTo>
                    <a:pt x="20047" y="980"/>
                    <a:pt x="20073" y="974"/>
                    <a:pt x="20082" y="974"/>
                  </a:cubicBezTo>
                  <a:cubicBezTo>
                    <a:pt x="20085" y="974"/>
                    <a:pt x="20086" y="975"/>
                    <a:pt x="20086" y="975"/>
                  </a:cubicBezTo>
                  <a:cubicBezTo>
                    <a:pt x="20124" y="984"/>
                    <a:pt x="20124" y="984"/>
                    <a:pt x="20080" y="1134"/>
                  </a:cubicBezTo>
                  <a:cubicBezTo>
                    <a:pt x="20055" y="1213"/>
                    <a:pt x="20052" y="1251"/>
                    <a:pt x="20066" y="1251"/>
                  </a:cubicBezTo>
                  <a:cubicBezTo>
                    <a:pt x="20079" y="1251"/>
                    <a:pt x="20107" y="1219"/>
                    <a:pt x="20146" y="1156"/>
                  </a:cubicBezTo>
                  <a:lnTo>
                    <a:pt x="20237" y="1109"/>
                  </a:lnTo>
                  <a:lnTo>
                    <a:pt x="20237" y="1109"/>
                  </a:lnTo>
                  <a:cubicBezTo>
                    <a:pt x="20228" y="1169"/>
                    <a:pt x="20240" y="1190"/>
                    <a:pt x="20261" y="1190"/>
                  </a:cubicBezTo>
                  <a:cubicBezTo>
                    <a:pt x="20296" y="1190"/>
                    <a:pt x="20359" y="1129"/>
                    <a:pt x="20403" y="1094"/>
                  </a:cubicBezTo>
                  <a:lnTo>
                    <a:pt x="20403" y="1094"/>
                  </a:lnTo>
                  <a:cubicBezTo>
                    <a:pt x="20387" y="1180"/>
                    <a:pt x="20389" y="1222"/>
                    <a:pt x="20410" y="1222"/>
                  </a:cubicBezTo>
                  <a:cubicBezTo>
                    <a:pt x="20428" y="1222"/>
                    <a:pt x="20460" y="1194"/>
                    <a:pt x="20506" y="1138"/>
                  </a:cubicBezTo>
                  <a:cubicBezTo>
                    <a:pt x="20519" y="1107"/>
                    <a:pt x="20534" y="1092"/>
                    <a:pt x="20546" y="1092"/>
                  </a:cubicBezTo>
                  <a:cubicBezTo>
                    <a:pt x="20562" y="1092"/>
                    <a:pt x="20574" y="1120"/>
                    <a:pt x="20572" y="1172"/>
                  </a:cubicBezTo>
                  <a:cubicBezTo>
                    <a:pt x="20566" y="1260"/>
                    <a:pt x="20597" y="1279"/>
                    <a:pt x="20660" y="1316"/>
                  </a:cubicBezTo>
                  <a:cubicBezTo>
                    <a:pt x="20670" y="1309"/>
                    <a:pt x="20684" y="1305"/>
                    <a:pt x="20700" y="1305"/>
                  </a:cubicBezTo>
                  <a:cubicBezTo>
                    <a:pt x="20739" y="1305"/>
                    <a:pt x="20794" y="1325"/>
                    <a:pt x="20860" y="1360"/>
                  </a:cubicBezTo>
                  <a:cubicBezTo>
                    <a:pt x="20970" y="1429"/>
                    <a:pt x="21070" y="1507"/>
                    <a:pt x="21167" y="1592"/>
                  </a:cubicBezTo>
                  <a:cubicBezTo>
                    <a:pt x="21376" y="1779"/>
                    <a:pt x="21506" y="1922"/>
                    <a:pt x="21573" y="1922"/>
                  </a:cubicBezTo>
                  <a:cubicBezTo>
                    <a:pt x="21583" y="1922"/>
                    <a:pt x="21592" y="1919"/>
                    <a:pt x="21600" y="1912"/>
                  </a:cubicBezTo>
                  <a:lnTo>
                    <a:pt x="21600" y="1912"/>
                  </a:lnTo>
                  <a:cubicBezTo>
                    <a:pt x="21625" y="1937"/>
                    <a:pt x="21625" y="1937"/>
                    <a:pt x="21590" y="2015"/>
                  </a:cubicBezTo>
                  <a:cubicBezTo>
                    <a:pt x="21560" y="2044"/>
                    <a:pt x="21552" y="2065"/>
                    <a:pt x="21575" y="2065"/>
                  </a:cubicBezTo>
                  <a:cubicBezTo>
                    <a:pt x="21593" y="2065"/>
                    <a:pt x="21633" y="2051"/>
                    <a:pt x="21697" y="2015"/>
                  </a:cubicBezTo>
                  <a:cubicBezTo>
                    <a:pt x="21740" y="2000"/>
                    <a:pt x="21777" y="1977"/>
                    <a:pt x="21783" y="1977"/>
                  </a:cubicBezTo>
                  <a:lnTo>
                    <a:pt x="21783" y="1977"/>
                  </a:lnTo>
                  <a:cubicBezTo>
                    <a:pt x="21788" y="1977"/>
                    <a:pt x="21771" y="1992"/>
                    <a:pt x="21719" y="2040"/>
                  </a:cubicBezTo>
                  <a:cubicBezTo>
                    <a:pt x="21662" y="2093"/>
                    <a:pt x="21706" y="2144"/>
                    <a:pt x="21794" y="2247"/>
                  </a:cubicBezTo>
                  <a:cubicBezTo>
                    <a:pt x="21850" y="2310"/>
                    <a:pt x="21917" y="2387"/>
                    <a:pt x="21971" y="2387"/>
                  </a:cubicBezTo>
                  <a:cubicBezTo>
                    <a:pt x="21984" y="2387"/>
                    <a:pt x="21996" y="2383"/>
                    <a:pt x="22007" y="2372"/>
                  </a:cubicBezTo>
                  <a:cubicBezTo>
                    <a:pt x="22033" y="2372"/>
                    <a:pt x="22052" y="2371"/>
                    <a:pt x="22066" y="2371"/>
                  </a:cubicBezTo>
                  <a:cubicBezTo>
                    <a:pt x="22105" y="2371"/>
                    <a:pt x="22090" y="2376"/>
                    <a:pt x="22029" y="2397"/>
                  </a:cubicBezTo>
                  <a:cubicBezTo>
                    <a:pt x="21903" y="2469"/>
                    <a:pt x="21937" y="2627"/>
                    <a:pt x="22083" y="2627"/>
                  </a:cubicBezTo>
                  <a:cubicBezTo>
                    <a:pt x="22096" y="2627"/>
                    <a:pt x="22111" y="2626"/>
                    <a:pt x="22126" y="2623"/>
                  </a:cubicBezTo>
                  <a:lnTo>
                    <a:pt x="22126" y="2623"/>
                  </a:lnTo>
                  <a:cubicBezTo>
                    <a:pt x="22148" y="2648"/>
                    <a:pt x="22170" y="2670"/>
                    <a:pt x="22114" y="2726"/>
                  </a:cubicBezTo>
                  <a:cubicBezTo>
                    <a:pt x="22136" y="2748"/>
                    <a:pt x="22161" y="2773"/>
                    <a:pt x="22283" y="2792"/>
                  </a:cubicBezTo>
                  <a:cubicBezTo>
                    <a:pt x="22302" y="2817"/>
                    <a:pt x="22399" y="2902"/>
                    <a:pt x="22443" y="2949"/>
                  </a:cubicBezTo>
                  <a:cubicBezTo>
                    <a:pt x="22470" y="2975"/>
                    <a:pt x="22515" y="2980"/>
                    <a:pt x="22547" y="2980"/>
                  </a:cubicBezTo>
                  <a:cubicBezTo>
                    <a:pt x="22570" y="2980"/>
                    <a:pt x="22587" y="2977"/>
                    <a:pt x="22587" y="2977"/>
                  </a:cubicBezTo>
                  <a:cubicBezTo>
                    <a:pt x="22596" y="2984"/>
                    <a:pt x="22605" y="2991"/>
                    <a:pt x="22612" y="2996"/>
                  </a:cubicBezTo>
                  <a:lnTo>
                    <a:pt x="22612" y="2996"/>
                  </a:lnTo>
                  <a:cubicBezTo>
                    <a:pt x="22562" y="3053"/>
                    <a:pt x="22681" y="3162"/>
                    <a:pt x="22863" y="3281"/>
                  </a:cubicBezTo>
                  <a:cubicBezTo>
                    <a:pt x="23044" y="3403"/>
                    <a:pt x="23217" y="3466"/>
                    <a:pt x="23220" y="3551"/>
                  </a:cubicBezTo>
                  <a:cubicBezTo>
                    <a:pt x="23220" y="3551"/>
                    <a:pt x="23223" y="3552"/>
                    <a:pt x="23228" y="3552"/>
                  </a:cubicBezTo>
                  <a:cubicBezTo>
                    <a:pt x="23240" y="3552"/>
                    <a:pt x="23267" y="3546"/>
                    <a:pt x="23305" y="3504"/>
                  </a:cubicBezTo>
                  <a:cubicBezTo>
                    <a:pt x="23348" y="3430"/>
                    <a:pt x="23375" y="3399"/>
                    <a:pt x="23391" y="3399"/>
                  </a:cubicBezTo>
                  <a:cubicBezTo>
                    <a:pt x="23405" y="3399"/>
                    <a:pt x="23411" y="3422"/>
                    <a:pt x="23414" y="3460"/>
                  </a:cubicBezTo>
                  <a:cubicBezTo>
                    <a:pt x="23405" y="3548"/>
                    <a:pt x="23443" y="3596"/>
                    <a:pt x="23488" y="3596"/>
                  </a:cubicBezTo>
                  <a:cubicBezTo>
                    <a:pt x="23524" y="3596"/>
                    <a:pt x="23563" y="3567"/>
                    <a:pt x="23589" y="3504"/>
                  </a:cubicBezTo>
                  <a:lnTo>
                    <a:pt x="23589" y="3504"/>
                  </a:lnTo>
                  <a:cubicBezTo>
                    <a:pt x="23585" y="3525"/>
                    <a:pt x="23580" y="3552"/>
                    <a:pt x="23574" y="3579"/>
                  </a:cubicBezTo>
                  <a:cubicBezTo>
                    <a:pt x="23573" y="3647"/>
                    <a:pt x="23593" y="3677"/>
                    <a:pt x="23621" y="3677"/>
                  </a:cubicBezTo>
                  <a:cubicBezTo>
                    <a:pt x="23658" y="3677"/>
                    <a:pt x="23708" y="3623"/>
                    <a:pt x="23737" y="3535"/>
                  </a:cubicBezTo>
                  <a:cubicBezTo>
                    <a:pt x="23751" y="3594"/>
                    <a:pt x="23767" y="3652"/>
                    <a:pt x="23791" y="3652"/>
                  </a:cubicBezTo>
                  <a:cubicBezTo>
                    <a:pt x="23800" y="3652"/>
                    <a:pt x="23810" y="3644"/>
                    <a:pt x="23822" y="3623"/>
                  </a:cubicBezTo>
                  <a:cubicBezTo>
                    <a:pt x="23853" y="3626"/>
                    <a:pt x="23853" y="3626"/>
                    <a:pt x="23837" y="3779"/>
                  </a:cubicBezTo>
                  <a:cubicBezTo>
                    <a:pt x="23828" y="3858"/>
                    <a:pt x="23822" y="3936"/>
                    <a:pt x="23856" y="3939"/>
                  </a:cubicBezTo>
                  <a:cubicBezTo>
                    <a:pt x="23857" y="3939"/>
                    <a:pt x="23857" y="3939"/>
                    <a:pt x="23858" y="3939"/>
                  </a:cubicBezTo>
                  <a:cubicBezTo>
                    <a:pt x="23891" y="3939"/>
                    <a:pt x="23897" y="3862"/>
                    <a:pt x="23903" y="3786"/>
                  </a:cubicBezTo>
                  <a:lnTo>
                    <a:pt x="23969" y="3792"/>
                  </a:lnTo>
                  <a:cubicBezTo>
                    <a:pt x="23969" y="3792"/>
                    <a:pt x="23969" y="3792"/>
                    <a:pt x="23969" y="3792"/>
                  </a:cubicBezTo>
                  <a:cubicBezTo>
                    <a:pt x="23974" y="3792"/>
                    <a:pt x="24004" y="3789"/>
                    <a:pt x="24007" y="3717"/>
                  </a:cubicBezTo>
                  <a:cubicBezTo>
                    <a:pt x="24009" y="3654"/>
                    <a:pt x="24030" y="3643"/>
                    <a:pt x="24054" y="3643"/>
                  </a:cubicBezTo>
                  <a:cubicBezTo>
                    <a:pt x="24060" y="3643"/>
                    <a:pt x="24066" y="3644"/>
                    <a:pt x="24072" y="3645"/>
                  </a:cubicBezTo>
                  <a:cubicBezTo>
                    <a:pt x="24072" y="3668"/>
                    <a:pt x="24075" y="3678"/>
                    <a:pt x="24078" y="3678"/>
                  </a:cubicBezTo>
                  <a:cubicBezTo>
                    <a:pt x="24085" y="3678"/>
                    <a:pt x="24094" y="3624"/>
                    <a:pt x="24072" y="3566"/>
                  </a:cubicBezTo>
                  <a:cubicBezTo>
                    <a:pt x="24075" y="3489"/>
                    <a:pt x="24075" y="3413"/>
                    <a:pt x="24102" y="3413"/>
                  </a:cubicBezTo>
                  <a:cubicBezTo>
                    <a:pt x="24103" y="3413"/>
                    <a:pt x="24103" y="3413"/>
                    <a:pt x="24104" y="3413"/>
                  </a:cubicBezTo>
                  <a:cubicBezTo>
                    <a:pt x="24104" y="3413"/>
                    <a:pt x="24104" y="3334"/>
                    <a:pt x="24107" y="3256"/>
                  </a:cubicBezTo>
                  <a:cubicBezTo>
                    <a:pt x="24107" y="3102"/>
                    <a:pt x="24104" y="3024"/>
                    <a:pt x="24060" y="2940"/>
                  </a:cubicBezTo>
                  <a:cubicBezTo>
                    <a:pt x="24006" y="2886"/>
                    <a:pt x="23964" y="2835"/>
                    <a:pt x="23936" y="2835"/>
                  </a:cubicBezTo>
                  <a:cubicBezTo>
                    <a:pt x="23916" y="2835"/>
                    <a:pt x="23903" y="2860"/>
                    <a:pt x="23897" y="2924"/>
                  </a:cubicBezTo>
                  <a:cubicBezTo>
                    <a:pt x="23897" y="2924"/>
                    <a:pt x="23867" y="2996"/>
                    <a:pt x="23842" y="2996"/>
                  </a:cubicBezTo>
                  <a:cubicBezTo>
                    <a:pt x="23841" y="2996"/>
                    <a:pt x="23841" y="2996"/>
                    <a:pt x="23840" y="2996"/>
                  </a:cubicBezTo>
                  <a:cubicBezTo>
                    <a:pt x="23815" y="2996"/>
                    <a:pt x="23803" y="2914"/>
                    <a:pt x="23803" y="2914"/>
                  </a:cubicBezTo>
                  <a:cubicBezTo>
                    <a:pt x="23815" y="2836"/>
                    <a:pt x="23737" y="2811"/>
                    <a:pt x="23637" y="2789"/>
                  </a:cubicBezTo>
                  <a:cubicBezTo>
                    <a:pt x="23521" y="2755"/>
                    <a:pt x="23471" y="2720"/>
                    <a:pt x="23483" y="2645"/>
                  </a:cubicBezTo>
                  <a:cubicBezTo>
                    <a:pt x="23499" y="2567"/>
                    <a:pt x="23483" y="2560"/>
                    <a:pt x="23483" y="2560"/>
                  </a:cubicBezTo>
                  <a:cubicBezTo>
                    <a:pt x="23472" y="2584"/>
                    <a:pt x="23455" y="2594"/>
                    <a:pt x="23433" y="2594"/>
                  </a:cubicBezTo>
                  <a:cubicBezTo>
                    <a:pt x="23385" y="2594"/>
                    <a:pt x="23314" y="2547"/>
                    <a:pt x="23232" y="2491"/>
                  </a:cubicBezTo>
                  <a:cubicBezTo>
                    <a:pt x="23133" y="2418"/>
                    <a:pt x="23027" y="2319"/>
                    <a:pt x="22964" y="2319"/>
                  </a:cubicBezTo>
                  <a:cubicBezTo>
                    <a:pt x="22951" y="2319"/>
                    <a:pt x="22940" y="2323"/>
                    <a:pt x="22932" y="2332"/>
                  </a:cubicBezTo>
                  <a:lnTo>
                    <a:pt x="22894" y="2297"/>
                  </a:lnTo>
                  <a:cubicBezTo>
                    <a:pt x="22947" y="2241"/>
                    <a:pt x="22910" y="2209"/>
                    <a:pt x="22872" y="2162"/>
                  </a:cubicBezTo>
                  <a:cubicBezTo>
                    <a:pt x="22860" y="2164"/>
                    <a:pt x="22848" y="2165"/>
                    <a:pt x="22837" y="2165"/>
                  </a:cubicBezTo>
                  <a:cubicBezTo>
                    <a:pt x="22768" y="2165"/>
                    <a:pt x="22737" y="2134"/>
                    <a:pt x="22737" y="2134"/>
                  </a:cubicBezTo>
                  <a:cubicBezTo>
                    <a:pt x="22794" y="2078"/>
                    <a:pt x="22775" y="2059"/>
                    <a:pt x="22734" y="2015"/>
                  </a:cubicBezTo>
                  <a:cubicBezTo>
                    <a:pt x="22711" y="1990"/>
                    <a:pt x="22693" y="1970"/>
                    <a:pt x="22670" y="1970"/>
                  </a:cubicBezTo>
                  <a:cubicBezTo>
                    <a:pt x="22654" y="1970"/>
                    <a:pt x="22637" y="1979"/>
                    <a:pt x="22615" y="1999"/>
                  </a:cubicBezTo>
                  <a:cubicBezTo>
                    <a:pt x="22593" y="1971"/>
                    <a:pt x="22452" y="1811"/>
                    <a:pt x="22436" y="1673"/>
                  </a:cubicBezTo>
                  <a:cubicBezTo>
                    <a:pt x="22454" y="1634"/>
                    <a:pt x="22442" y="1621"/>
                    <a:pt x="22414" y="1621"/>
                  </a:cubicBezTo>
                  <a:cubicBezTo>
                    <a:pt x="22388" y="1621"/>
                    <a:pt x="22348" y="1633"/>
                    <a:pt x="22308" y="1645"/>
                  </a:cubicBezTo>
                  <a:cubicBezTo>
                    <a:pt x="22264" y="1684"/>
                    <a:pt x="22209" y="1708"/>
                    <a:pt x="22174" y="1708"/>
                  </a:cubicBezTo>
                  <a:cubicBezTo>
                    <a:pt x="22161" y="1708"/>
                    <a:pt x="22151" y="1705"/>
                    <a:pt x="22145" y="1699"/>
                  </a:cubicBezTo>
                  <a:lnTo>
                    <a:pt x="22261" y="1592"/>
                  </a:lnTo>
                  <a:cubicBezTo>
                    <a:pt x="22342" y="1567"/>
                    <a:pt x="22342" y="1567"/>
                    <a:pt x="22295" y="1514"/>
                  </a:cubicBezTo>
                  <a:cubicBezTo>
                    <a:pt x="22270" y="1485"/>
                    <a:pt x="22245" y="1457"/>
                    <a:pt x="22245" y="1457"/>
                  </a:cubicBezTo>
                  <a:cubicBezTo>
                    <a:pt x="22236" y="1465"/>
                    <a:pt x="22226" y="1469"/>
                    <a:pt x="22214" y="1469"/>
                  </a:cubicBezTo>
                  <a:cubicBezTo>
                    <a:pt x="22148" y="1469"/>
                    <a:pt x="22040" y="1343"/>
                    <a:pt x="21863" y="1172"/>
                  </a:cubicBezTo>
                  <a:cubicBezTo>
                    <a:pt x="21654" y="968"/>
                    <a:pt x="21528" y="876"/>
                    <a:pt x="21464" y="876"/>
                  </a:cubicBezTo>
                  <a:cubicBezTo>
                    <a:pt x="21446" y="876"/>
                    <a:pt x="21433" y="883"/>
                    <a:pt x="21424" y="896"/>
                  </a:cubicBezTo>
                  <a:cubicBezTo>
                    <a:pt x="21409" y="917"/>
                    <a:pt x="21395" y="928"/>
                    <a:pt x="21381" y="928"/>
                  </a:cubicBezTo>
                  <a:cubicBezTo>
                    <a:pt x="21353" y="928"/>
                    <a:pt x="21326" y="884"/>
                    <a:pt x="21286" y="790"/>
                  </a:cubicBezTo>
                  <a:cubicBezTo>
                    <a:pt x="21212" y="531"/>
                    <a:pt x="21181" y="463"/>
                    <a:pt x="21139" y="463"/>
                  </a:cubicBezTo>
                  <a:cubicBezTo>
                    <a:pt x="21124" y="463"/>
                    <a:pt x="21108" y="471"/>
                    <a:pt x="21089" y="483"/>
                  </a:cubicBezTo>
                  <a:cubicBezTo>
                    <a:pt x="21133" y="508"/>
                    <a:pt x="21092" y="574"/>
                    <a:pt x="21054" y="642"/>
                  </a:cubicBezTo>
                  <a:cubicBezTo>
                    <a:pt x="21018" y="701"/>
                    <a:pt x="20992" y="729"/>
                    <a:pt x="20976" y="729"/>
                  </a:cubicBezTo>
                  <a:cubicBezTo>
                    <a:pt x="20956" y="729"/>
                    <a:pt x="20954" y="683"/>
                    <a:pt x="20973" y="592"/>
                  </a:cubicBezTo>
                  <a:cubicBezTo>
                    <a:pt x="21044" y="477"/>
                    <a:pt x="20650" y="318"/>
                    <a:pt x="20416" y="318"/>
                  </a:cubicBezTo>
                  <a:cubicBezTo>
                    <a:pt x="20339" y="318"/>
                    <a:pt x="20279" y="335"/>
                    <a:pt x="20258" y="376"/>
                  </a:cubicBezTo>
                  <a:lnTo>
                    <a:pt x="20280" y="301"/>
                  </a:lnTo>
                  <a:cubicBezTo>
                    <a:pt x="20302" y="226"/>
                    <a:pt x="20255" y="213"/>
                    <a:pt x="20070" y="166"/>
                  </a:cubicBezTo>
                  <a:lnTo>
                    <a:pt x="19929" y="135"/>
                  </a:lnTo>
                  <a:cubicBezTo>
                    <a:pt x="19919" y="188"/>
                    <a:pt x="19878" y="208"/>
                    <a:pt x="19830" y="208"/>
                  </a:cubicBezTo>
                  <a:cubicBezTo>
                    <a:pt x="19749" y="208"/>
                    <a:pt x="19650" y="150"/>
                    <a:pt x="19654" y="100"/>
                  </a:cubicBezTo>
                  <a:cubicBezTo>
                    <a:pt x="19613" y="19"/>
                    <a:pt x="19613" y="19"/>
                    <a:pt x="19519" y="13"/>
                  </a:cubicBezTo>
                  <a:cubicBezTo>
                    <a:pt x="19469" y="60"/>
                    <a:pt x="19402" y="87"/>
                    <a:pt x="19334" y="87"/>
                  </a:cubicBezTo>
                  <a:cubicBezTo>
                    <a:pt x="19316" y="87"/>
                    <a:pt x="19298" y="85"/>
                    <a:pt x="19281" y="81"/>
                  </a:cubicBezTo>
                  <a:cubicBezTo>
                    <a:pt x="19206" y="75"/>
                    <a:pt x="19146" y="41"/>
                    <a:pt x="19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37"/>
            <p:cNvSpPr/>
            <p:nvPr/>
          </p:nvSpPr>
          <p:spPr>
            <a:xfrm>
              <a:off x="5098472" y="3289582"/>
              <a:ext cx="358230" cy="58110"/>
            </a:xfrm>
            <a:custGeom>
              <a:avLst/>
              <a:gdLst/>
              <a:ahLst/>
              <a:cxnLst/>
              <a:rect l="l" t="t" r="r" b="b"/>
              <a:pathLst>
                <a:path w="24107" h="3941" extrusionOk="0">
                  <a:moveTo>
                    <a:pt x="1481" y="474"/>
                  </a:moveTo>
                  <a:lnTo>
                    <a:pt x="1493" y="562"/>
                  </a:lnTo>
                  <a:lnTo>
                    <a:pt x="1534" y="581"/>
                  </a:lnTo>
                  <a:cubicBezTo>
                    <a:pt x="1568" y="512"/>
                    <a:pt x="1568" y="512"/>
                    <a:pt x="1524" y="493"/>
                  </a:cubicBezTo>
                  <a:lnTo>
                    <a:pt x="1481" y="474"/>
                  </a:lnTo>
                  <a:close/>
                  <a:moveTo>
                    <a:pt x="11151" y="534"/>
                  </a:moveTo>
                  <a:cubicBezTo>
                    <a:pt x="11167" y="540"/>
                    <a:pt x="11180" y="546"/>
                    <a:pt x="11195" y="553"/>
                  </a:cubicBezTo>
                  <a:cubicBezTo>
                    <a:pt x="11162" y="616"/>
                    <a:pt x="11134" y="678"/>
                    <a:pt x="11097" y="678"/>
                  </a:cubicBezTo>
                  <a:cubicBezTo>
                    <a:pt x="11092" y="678"/>
                    <a:pt x="11087" y="677"/>
                    <a:pt x="11083" y="675"/>
                  </a:cubicBezTo>
                  <a:lnTo>
                    <a:pt x="11042" y="659"/>
                  </a:lnTo>
                  <a:cubicBezTo>
                    <a:pt x="11070" y="609"/>
                    <a:pt x="11108" y="568"/>
                    <a:pt x="11151" y="534"/>
                  </a:cubicBezTo>
                  <a:close/>
                  <a:moveTo>
                    <a:pt x="20280" y="462"/>
                  </a:moveTo>
                  <a:cubicBezTo>
                    <a:pt x="20324" y="474"/>
                    <a:pt x="20324" y="474"/>
                    <a:pt x="20302" y="549"/>
                  </a:cubicBezTo>
                  <a:cubicBezTo>
                    <a:pt x="20279" y="617"/>
                    <a:pt x="20222" y="679"/>
                    <a:pt x="20182" y="679"/>
                  </a:cubicBezTo>
                  <a:cubicBezTo>
                    <a:pt x="20179" y="679"/>
                    <a:pt x="20176" y="678"/>
                    <a:pt x="20174" y="678"/>
                  </a:cubicBezTo>
                  <a:cubicBezTo>
                    <a:pt x="20133" y="668"/>
                    <a:pt x="20171" y="515"/>
                    <a:pt x="20280" y="462"/>
                  </a:cubicBezTo>
                  <a:close/>
                  <a:moveTo>
                    <a:pt x="767" y="640"/>
                  </a:moveTo>
                  <a:cubicBezTo>
                    <a:pt x="780" y="640"/>
                    <a:pt x="793" y="643"/>
                    <a:pt x="807" y="647"/>
                  </a:cubicBezTo>
                  <a:cubicBezTo>
                    <a:pt x="847" y="656"/>
                    <a:pt x="847" y="656"/>
                    <a:pt x="829" y="731"/>
                  </a:cubicBezTo>
                  <a:cubicBezTo>
                    <a:pt x="829" y="731"/>
                    <a:pt x="777" y="788"/>
                    <a:pt x="739" y="788"/>
                  </a:cubicBezTo>
                  <a:cubicBezTo>
                    <a:pt x="737" y="788"/>
                    <a:pt x="734" y="788"/>
                    <a:pt x="732" y="788"/>
                  </a:cubicBezTo>
                  <a:lnTo>
                    <a:pt x="710" y="703"/>
                  </a:lnTo>
                  <a:cubicBezTo>
                    <a:pt x="720" y="653"/>
                    <a:pt x="742" y="640"/>
                    <a:pt x="767" y="640"/>
                  </a:cubicBezTo>
                  <a:close/>
                  <a:moveTo>
                    <a:pt x="18876" y="612"/>
                  </a:moveTo>
                  <a:cubicBezTo>
                    <a:pt x="18882" y="612"/>
                    <a:pt x="18886" y="621"/>
                    <a:pt x="18889" y="643"/>
                  </a:cubicBezTo>
                  <a:cubicBezTo>
                    <a:pt x="18892" y="697"/>
                    <a:pt x="18886" y="750"/>
                    <a:pt x="18867" y="800"/>
                  </a:cubicBezTo>
                  <a:cubicBezTo>
                    <a:pt x="18867" y="800"/>
                    <a:pt x="18855" y="836"/>
                    <a:pt x="18844" y="836"/>
                  </a:cubicBezTo>
                  <a:cubicBezTo>
                    <a:pt x="18839" y="836"/>
                    <a:pt x="18833" y="828"/>
                    <a:pt x="18829" y="803"/>
                  </a:cubicBezTo>
                  <a:lnTo>
                    <a:pt x="18820" y="725"/>
                  </a:lnTo>
                  <a:cubicBezTo>
                    <a:pt x="18840" y="669"/>
                    <a:pt x="18862" y="612"/>
                    <a:pt x="18876" y="612"/>
                  </a:cubicBezTo>
                  <a:close/>
                  <a:moveTo>
                    <a:pt x="9418" y="825"/>
                  </a:moveTo>
                  <a:lnTo>
                    <a:pt x="9418" y="825"/>
                  </a:lnTo>
                  <a:cubicBezTo>
                    <a:pt x="9422" y="904"/>
                    <a:pt x="9428" y="982"/>
                    <a:pt x="9393" y="982"/>
                  </a:cubicBezTo>
                  <a:lnTo>
                    <a:pt x="9350" y="907"/>
                  </a:lnTo>
                  <a:lnTo>
                    <a:pt x="9381" y="828"/>
                  </a:lnTo>
                  <a:lnTo>
                    <a:pt x="9418" y="825"/>
                  </a:lnTo>
                  <a:close/>
                  <a:moveTo>
                    <a:pt x="10290" y="813"/>
                  </a:moveTo>
                  <a:cubicBezTo>
                    <a:pt x="10327" y="822"/>
                    <a:pt x="10327" y="822"/>
                    <a:pt x="10308" y="900"/>
                  </a:cubicBezTo>
                  <a:cubicBezTo>
                    <a:pt x="10296" y="951"/>
                    <a:pt x="10271" y="1001"/>
                    <a:pt x="10240" y="1045"/>
                  </a:cubicBezTo>
                  <a:cubicBezTo>
                    <a:pt x="10205" y="1035"/>
                    <a:pt x="10271" y="891"/>
                    <a:pt x="10290" y="813"/>
                  </a:cubicBezTo>
                  <a:close/>
                  <a:moveTo>
                    <a:pt x="1190" y="779"/>
                  </a:moveTo>
                  <a:cubicBezTo>
                    <a:pt x="1202" y="779"/>
                    <a:pt x="1218" y="786"/>
                    <a:pt x="1242" y="797"/>
                  </a:cubicBezTo>
                  <a:cubicBezTo>
                    <a:pt x="1280" y="813"/>
                    <a:pt x="1321" y="828"/>
                    <a:pt x="1286" y="900"/>
                  </a:cubicBezTo>
                  <a:lnTo>
                    <a:pt x="1249" y="885"/>
                  </a:lnTo>
                  <a:cubicBezTo>
                    <a:pt x="1259" y="862"/>
                    <a:pt x="1258" y="852"/>
                    <a:pt x="1254" y="852"/>
                  </a:cubicBezTo>
                  <a:lnTo>
                    <a:pt x="1254" y="852"/>
                  </a:lnTo>
                  <a:cubicBezTo>
                    <a:pt x="1244" y="852"/>
                    <a:pt x="1213" y="897"/>
                    <a:pt x="1217" y="957"/>
                  </a:cubicBezTo>
                  <a:lnTo>
                    <a:pt x="1155" y="1098"/>
                  </a:lnTo>
                  <a:cubicBezTo>
                    <a:pt x="1120" y="1085"/>
                    <a:pt x="1117" y="998"/>
                    <a:pt x="1145" y="925"/>
                  </a:cubicBezTo>
                  <a:cubicBezTo>
                    <a:pt x="1160" y="815"/>
                    <a:pt x="1164" y="779"/>
                    <a:pt x="1190" y="779"/>
                  </a:cubicBezTo>
                  <a:close/>
                  <a:moveTo>
                    <a:pt x="11386" y="1223"/>
                  </a:moveTo>
                  <a:lnTo>
                    <a:pt x="11418" y="1248"/>
                  </a:lnTo>
                  <a:cubicBezTo>
                    <a:pt x="11377" y="1302"/>
                    <a:pt x="11339" y="1356"/>
                    <a:pt x="11311" y="1356"/>
                  </a:cubicBezTo>
                  <a:cubicBezTo>
                    <a:pt x="11307" y="1356"/>
                    <a:pt x="11303" y="1355"/>
                    <a:pt x="11299" y="1352"/>
                  </a:cubicBezTo>
                  <a:lnTo>
                    <a:pt x="11311" y="1264"/>
                  </a:lnTo>
                  <a:lnTo>
                    <a:pt x="11386" y="1223"/>
                  </a:lnTo>
                  <a:close/>
                  <a:moveTo>
                    <a:pt x="17376" y="1245"/>
                  </a:moveTo>
                  <a:cubicBezTo>
                    <a:pt x="17405" y="1245"/>
                    <a:pt x="17438" y="1289"/>
                    <a:pt x="17438" y="1289"/>
                  </a:cubicBezTo>
                  <a:cubicBezTo>
                    <a:pt x="17438" y="1289"/>
                    <a:pt x="17485" y="1352"/>
                    <a:pt x="17457" y="1374"/>
                  </a:cubicBezTo>
                  <a:cubicBezTo>
                    <a:pt x="17407" y="1349"/>
                    <a:pt x="17363" y="1314"/>
                    <a:pt x="17328" y="1273"/>
                  </a:cubicBezTo>
                  <a:lnTo>
                    <a:pt x="17360" y="1251"/>
                  </a:lnTo>
                  <a:cubicBezTo>
                    <a:pt x="17365" y="1247"/>
                    <a:pt x="17370" y="1245"/>
                    <a:pt x="17376" y="1245"/>
                  </a:cubicBezTo>
                  <a:close/>
                  <a:moveTo>
                    <a:pt x="17194" y="1596"/>
                  </a:moveTo>
                  <a:cubicBezTo>
                    <a:pt x="17205" y="1596"/>
                    <a:pt x="17218" y="1610"/>
                    <a:pt x="17250" y="1646"/>
                  </a:cubicBezTo>
                  <a:lnTo>
                    <a:pt x="17222" y="1668"/>
                  </a:lnTo>
                  <a:lnTo>
                    <a:pt x="17140" y="1637"/>
                  </a:lnTo>
                  <a:lnTo>
                    <a:pt x="17168" y="1612"/>
                  </a:lnTo>
                  <a:cubicBezTo>
                    <a:pt x="17179" y="1602"/>
                    <a:pt x="17186" y="1596"/>
                    <a:pt x="17194" y="1596"/>
                  </a:cubicBezTo>
                  <a:close/>
                  <a:moveTo>
                    <a:pt x="7379" y="1759"/>
                  </a:moveTo>
                  <a:cubicBezTo>
                    <a:pt x="7388" y="1759"/>
                    <a:pt x="7409" y="1776"/>
                    <a:pt x="7394" y="1790"/>
                  </a:cubicBezTo>
                  <a:cubicBezTo>
                    <a:pt x="7372" y="1767"/>
                    <a:pt x="7372" y="1759"/>
                    <a:pt x="7379" y="1759"/>
                  </a:cubicBezTo>
                  <a:close/>
                  <a:moveTo>
                    <a:pt x="17190" y="1754"/>
                  </a:moveTo>
                  <a:lnTo>
                    <a:pt x="17190" y="1754"/>
                  </a:lnTo>
                  <a:cubicBezTo>
                    <a:pt x="17186" y="1754"/>
                    <a:pt x="17184" y="1765"/>
                    <a:pt x="17193" y="1797"/>
                  </a:cubicBezTo>
                  <a:cubicBezTo>
                    <a:pt x="17211" y="1781"/>
                    <a:pt x="17197" y="1754"/>
                    <a:pt x="17190" y="1754"/>
                  </a:cubicBezTo>
                  <a:close/>
                  <a:moveTo>
                    <a:pt x="7181" y="1781"/>
                  </a:moveTo>
                  <a:cubicBezTo>
                    <a:pt x="7237" y="1837"/>
                    <a:pt x="7294" y="1891"/>
                    <a:pt x="7269" y="1916"/>
                  </a:cubicBezTo>
                  <a:lnTo>
                    <a:pt x="7187" y="1888"/>
                  </a:lnTo>
                  <a:lnTo>
                    <a:pt x="7156" y="1806"/>
                  </a:lnTo>
                  <a:lnTo>
                    <a:pt x="7181" y="1781"/>
                  </a:lnTo>
                  <a:close/>
                  <a:moveTo>
                    <a:pt x="16932" y="1843"/>
                  </a:moveTo>
                  <a:cubicBezTo>
                    <a:pt x="16942" y="1843"/>
                    <a:pt x="16956" y="1857"/>
                    <a:pt x="16990" y="1891"/>
                  </a:cubicBezTo>
                  <a:lnTo>
                    <a:pt x="16965" y="1916"/>
                  </a:lnTo>
                  <a:lnTo>
                    <a:pt x="16883" y="1888"/>
                  </a:lnTo>
                  <a:lnTo>
                    <a:pt x="16908" y="1859"/>
                  </a:lnTo>
                  <a:cubicBezTo>
                    <a:pt x="16918" y="1849"/>
                    <a:pt x="16924" y="1843"/>
                    <a:pt x="16932" y="1843"/>
                  </a:cubicBezTo>
                  <a:close/>
                  <a:moveTo>
                    <a:pt x="449" y="1765"/>
                  </a:moveTo>
                  <a:cubicBezTo>
                    <a:pt x="424" y="1812"/>
                    <a:pt x="406" y="1859"/>
                    <a:pt x="396" y="1913"/>
                  </a:cubicBezTo>
                  <a:lnTo>
                    <a:pt x="418" y="1919"/>
                  </a:lnTo>
                  <a:cubicBezTo>
                    <a:pt x="419" y="1919"/>
                    <a:pt x="420" y="1919"/>
                    <a:pt x="421" y="1919"/>
                  </a:cubicBezTo>
                  <a:cubicBezTo>
                    <a:pt x="442" y="1919"/>
                    <a:pt x="459" y="1844"/>
                    <a:pt x="475" y="1772"/>
                  </a:cubicBezTo>
                  <a:lnTo>
                    <a:pt x="449" y="1765"/>
                  </a:lnTo>
                  <a:close/>
                  <a:moveTo>
                    <a:pt x="16169" y="1847"/>
                  </a:moveTo>
                  <a:cubicBezTo>
                    <a:pt x="16228" y="1900"/>
                    <a:pt x="16285" y="1950"/>
                    <a:pt x="16263" y="1975"/>
                  </a:cubicBezTo>
                  <a:lnTo>
                    <a:pt x="16181" y="1947"/>
                  </a:lnTo>
                  <a:lnTo>
                    <a:pt x="16147" y="1869"/>
                  </a:lnTo>
                  <a:lnTo>
                    <a:pt x="16169" y="1847"/>
                  </a:lnTo>
                  <a:close/>
                  <a:moveTo>
                    <a:pt x="5853" y="1933"/>
                  </a:moveTo>
                  <a:cubicBezTo>
                    <a:pt x="5848" y="1933"/>
                    <a:pt x="5843" y="1937"/>
                    <a:pt x="5837" y="1944"/>
                  </a:cubicBezTo>
                  <a:cubicBezTo>
                    <a:pt x="5799" y="1985"/>
                    <a:pt x="5799" y="1985"/>
                    <a:pt x="5874" y="2019"/>
                  </a:cubicBezTo>
                  <a:lnTo>
                    <a:pt x="5912" y="1982"/>
                  </a:lnTo>
                  <a:cubicBezTo>
                    <a:pt x="5876" y="1946"/>
                    <a:pt x="5863" y="1933"/>
                    <a:pt x="5853" y="1933"/>
                  </a:cubicBezTo>
                  <a:close/>
                  <a:moveTo>
                    <a:pt x="6947" y="1960"/>
                  </a:moveTo>
                  <a:cubicBezTo>
                    <a:pt x="6965" y="1960"/>
                    <a:pt x="7005" y="1975"/>
                    <a:pt x="7068" y="2013"/>
                  </a:cubicBezTo>
                  <a:cubicBezTo>
                    <a:pt x="7125" y="2066"/>
                    <a:pt x="7125" y="2066"/>
                    <a:pt x="7103" y="2091"/>
                  </a:cubicBezTo>
                  <a:cubicBezTo>
                    <a:pt x="7052" y="2072"/>
                    <a:pt x="7005" y="2044"/>
                    <a:pt x="6965" y="2010"/>
                  </a:cubicBezTo>
                  <a:cubicBezTo>
                    <a:pt x="6933" y="1981"/>
                    <a:pt x="6925" y="1960"/>
                    <a:pt x="6947" y="1960"/>
                  </a:cubicBezTo>
                  <a:close/>
                  <a:moveTo>
                    <a:pt x="16715" y="1985"/>
                  </a:moveTo>
                  <a:cubicBezTo>
                    <a:pt x="16726" y="1985"/>
                    <a:pt x="16743" y="1994"/>
                    <a:pt x="16764" y="2013"/>
                  </a:cubicBezTo>
                  <a:cubicBezTo>
                    <a:pt x="16821" y="2066"/>
                    <a:pt x="16821" y="2066"/>
                    <a:pt x="16795" y="2091"/>
                  </a:cubicBezTo>
                  <a:cubicBezTo>
                    <a:pt x="16775" y="2112"/>
                    <a:pt x="16763" y="2124"/>
                    <a:pt x="16754" y="2124"/>
                  </a:cubicBezTo>
                  <a:cubicBezTo>
                    <a:pt x="16742" y="2124"/>
                    <a:pt x="16735" y="2105"/>
                    <a:pt x="16717" y="2063"/>
                  </a:cubicBezTo>
                  <a:cubicBezTo>
                    <a:pt x="16695" y="2013"/>
                    <a:pt x="16696" y="1985"/>
                    <a:pt x="16715" y="1985"/>
                  </a:cubicBezTo>
                  <a:close/>
                  <a:moveTo>
                    <a:pt x="17091" y="2174"/>
                  </a:moveTo>
                  <a:lnTo>
                    <a:pt x="17091" y="2174"/>
                  </a:lnTo>
                  <a:cubicBezTo>
                    <a:pt x="17099" y="2182"/>
                    <a:pt x="17108" y="2191"/>
                    <a:pt x="17118" y="2201"/>
                  </a:cubicBezTo>
                  <a:cubicBezTo>
                    <a:pt x="17123" y="2203"/>
                    <a:pt x="17127" y="2204"/>
                    <a:pt x="17130" y="2206"/>
                  </a:cubicBezTo>
                  <a:lnTo>
                    <a:pt x="17130" y="2206"/>
                  </a:lnTo>
                  <a:cubicBezTo>
                    <a:pt x="17120" y="2198"/>
                    <a:pt x="17106" y="2188"/>
                    <a:pt x="17091" y="2174"/>
                  </a:cubicBezTo>
                  <a:close/>
                  <a:moveTo>
                    <a:pt x="17130" y="2206"/>
                  </a:moveTo>
                  <a:cubicBezTo>
                    <a:pt x="17151" y="2221"/>
                    <a:pt x="17163" y="2227"/>
                    <a:pt x="17165" y="2227"/>
                  </a:cubicBezTo>
                  <a:cubicBezTo>
                    <a:pt x="17169" y="2227"/>
                    <a:pt x="17158" y="2217"/>
                    <a:pt x="17130" y="2206"/>
                  </a:cubicBezTo>
                  <a:close/>
                  <a:moveTo>
                    <a:pt x="15963" y="2184"/>
                  </a:moveTo>
                  <a:cubicBezTo>
                    <a:pt x="15974" y="2184"/>
                    <a:pt x="15987" y="2197"/>
                    <a:pt x="16021" y="2229"/>
                  </a:cubicBezTo>
                  <a:cubicBezTo>
                    <a:pt x="16021" y="2229"/>
                    <a:pt x="16078" y="2286"/>
                    <a:pt x="16056" y="2304"/>
                  </a:cubicBezTo>
                  <a:lnTo>
                    <a:pt x="15978" y="2273"/>
                  </a:lnTo>
                  <a:cubicBezTo>
                    <a:pt x="15921" y="2220"/>
                    <a:pt x="15943" y="2198"/>
                    <a:pt x="15943" y="2198"/>
                  </a:cubicBezTo>
                  <a:cubicBezTo>
                    <a:pt x="15952" y="2189"/>
                    <a:pt x="15957" y="2184"/>
                    <a:pt x="15963" y="2184"/>
                  </a:cubicBezTo>
                  <a:close/>
                  <a:moveTo>
                    <a:pt x="6300" y="2364"/>
                  </a:moveTo>
                  <a:lnTo>
                    <a:pt x="6300" y="2364"/>
                  </a:lnTo>
                  <a:cubicBezTo>
                    <a:pt x="6322" y="2387"/>
                    <a:pt x="6322" y="2395"/>
                    <a:pt x="6317" y="2395"/>
                  </a:cubicBezTo>
                  <a:cubicBezTo>
                    <a:pt x="6309" y="2395"/>
                    <a:pt x="6287" y="2377"/>
                    <a:pt x="6300" y="2364"/>
                  </a:cubicBezTo>
                  <a:close/>
                  <a:moveTo>
                    <a:pt x="2678" y="2345"/>
                  </a:moveTo>
                  <a:cubicBezTo>
                    <a:pt x="2704" y="2345"/>
                    <a:pt x="2725" y="2351"/>
                    <a:pt x="2734" y="2361"/>
                  </a:cubicBezTo>
                  <a:cubicBezTo>
                    <a:pt x="2756" y="2386"/>
                    <a:pt x="2696" y="2439"/>
                    <a:pt x="2596" y="2439"/>
                  </a:cubicBezTo>
                  <a:lnTo>
                    <a:pt x="2552" y="2389"/>
                  </a:lnTo>
                  <a:cubicBezTo>
                    <a:pt x="2587" y="2359"/>
                    <a:pt x="2638" y="2345"/>
                    <a:pt x="2678" y="2345"/>
                  </a:cubicBezTo>
                  <a:close/>
                  <a:moveTo>
                    <a:pt x="6728" y="2500"/>
                  </a:moveTo>
                  <a:cubicBezTo>
                    <a:pt x="6754" y="2500"/>
                    <a:pt x="6792" y="2536"/>
                    <a:pt x="6792" y="2536"/>
                  </a:cubicBezTo>
                  <a:cubicBezTo>
                    <a:pt x="6849" y="2590"/>
                    <a:pt x="6770" y="2558"/>
                    <a:pt x="6748" y="2580"/>
                  </a:cubicBezTo>
                  <a:cubicBezTo>
                    <a:pt x="6667" y="2552"/>
                    <a:pt x="6667" y="2549"/>
                    <a:pt x="6714" y="2505"/>
                  </a:cubicBezTo>
                  <a:cubicBezTo>
                    <a:pt x="6718" y="2501"/>
                    <a:pt x="6722" y="2500"/>
                    <a:pt x="6728" y="2500"/>
                  </a:cubicBezTo>
                  <a:close/>
                  <a:moveTo>
                    <a:pt x="2714" y="2546"/>
                  </a:moveTo>
                  <a:cubicBezTo>
                    <a:pt x="2689" y="2546"/>
                    <a:pt x="2654" y="2566"/>
                    <a:pt x="2624" y="2593"/>
                  </a:cubicBezTo>
                  <a:cubicBezTo>
                    <a:pt x="2568" y="2646"/>
                    <a:pt x="2590" y="2671"/>
                    <a:pt x="2634" y="2721"/>
                  </a:cubicBezTo>
                  <a:cubicBezTo>
                    <a:pt x="2641" y="2729"/>
                    <a:pt x="2653" y="2732"/>
                    <a:pt x="2667" y="2732"/>
                  </a:cubicBezTo>
                  <a:cubicBezTo>
                    <a:pt x="2698" y="2732"/>
                    <a:pt x="2737" y="2718"/>
                    <a:pt x="2737" y="2718"/>
                  </a:cubicBezTo>
                  <a:cubicBezTo>
                    <a:pt x="2794" y="2665"/>
                    <a:pt x="2772" y="2643"/>
                    <a:pt x="2750" y="2618"/>
                  </a:cubicBezTo>
                  <a:cubicBezTo>
                    <a:pt x="2756" y="2566"/>
                    <a:pt x="2740" y="2546"/>
                    <a:pt x="2714" y="2546"/>
                  </a:cubicBezTo>
                  <a:close/>
                  <a:moveTo>
                    <a:pt x="5867" y="2634"/>
                  </a:moveTo>
                  <a:cubicBezTo>
                    <a:pt x="5864" y="2634"/>
                    <a:pt x="5861" y="2635"/>
                    <a:pt x="5858" y="2637"/>
                  </a:cubicBezTo>
                  <a:lnTo>
                    <a:pt x="5840" y="2649"/>
                  </a:lnTo>
                  <a:cubicBezTo>
                    <a:pt x="5871" y="2693"/>
                    <a:pt x="5909" y="2731"/>
                    <a:pt x="5952" y="2762"/>
                  </a:cubicBezTo>
                  <a:cubicBezTo>
                    <a:pt x="5974" y="2746"/>
                    <a:pt x="5927" y="2684"/>
                    <a:pt x="5927" y="2684"/>
                  </a:cubicBezTo>
                  <a:cubicBezTo>
                    <a:pt x="5927" y="2684"/>
                    <a:pt x="5890" y="2634"/>
                    <a:pt x="5867" y="2634"/>
                  </a:cubicBezTo>
                  <a:close/>
                  <a:moveTo>
                    <a:pt x="5125" y="2768"/>
                  </a:moveTo>
                  <a:lnTo>
                    <a:pt x="5150" y="2922"/>
                  </a:lnTo>
                  <a:cubicBezTo>
                    <a:pt x="5147" y="2901"/>
                    <a:pt x="5142" y="2872"/>
                    <a:pt x="5138" y="2843"/>
                  </a:cubicBezTo>
                  <a:lnTo>
                    <a:pt x="5125" y="2768"/>
                  </a:lnTo>
                  <a:close/>
                  <a:moveTo>
                    <a:pt x="6317" y="2891"/>
                  </a:moveTo>
                  <a:cubicBezTo>
                    <a:pt x="6332" y="2891"/>
                    <a:pt x="6350" y="2901"/>
                    <a:pt x="6376" y="2931"/>
                  </a:cubicBezTo>
                  <a:cubicBezTo>
                    <a:pt x="6376" y="2931"/>
                    <a:pt x="6429" y="2988"/>
                    <a:pt x="6404" y="3009"/>
                  </a:cubicBezTo>
                  <a:cubicBezTo>
                    <a:pt x="6399" y="3014"/>
                    <a:pt x="6392" y="3016"/>
                    <a:pt x="6384" y="3016"/>
                  </a:cubicBezTo>
                  <a:cubicBezTo>
                    <a:pt x="6352" y="3016"/>
                    <a:pt x="6303" y="2988"/>
                    <a:pt x="6303" y="2988"/>
                  </a:cubicBezTo>
                  <a:cubicBezTo>
                    <a:pt x="6256" y="2928"/>
                    <a:pt x="6278" y="2909"/>
                    <a:pt x="6278" y="2909"/>
                  </a:cubicBezTo>
                  <a:cubicBezTo>
                    <a:pt x="6291" y="2900"/>
                    <a:pt x="6302" y="2891"/>
                    <a:pt x="6317" y="2891"/>
                  </a:cubicBezTo>
                  <a:close/>
                  <a:moveTo>
                    <a:pt x="5770" y="2965"/>
                  </a:moveTo>
                  <a:cubicBezTo>
                    <a:pt x="5780" y="2965"/>
                    <a:pt x="5788" y="2980"/>
                    <a:pt x="5815" y="3028"/>
                  </a:cubicBezTo>
                  <a:lnTo>
                    <a:pt x="5793" y="3041"/>
                  </a:lnTo>
                  <a:lnTo>
                    <a:pt x="5733" y="2984"/>
                  </a:lnTo>
                  <a:lnTo>
                    <a:pt x="5755" y="2972"/>
                  </a:lnTo>
                  <a:cubicBezTo>
                    <a:pt x="5762" y="2968"/>
                    <a:pt x="5766" y="2965"/>
                    <a:pt x="5770" y="2965"/>
                  </a:cubicBezTo>
                  <a:close/>
                  <a:moveTo>
                    <a:pt x="13055" y="2917"/>
                  </a:moveTo>
                  <a:cubicBezTo>
                    <a:pt x="13061" y="2917"/>
                    <a:pt x="13066" y="2919"/>
                    <a:pt x="13069" y="2922"/>
                  </a:cubicBezTo>
                  <a:lnTo>
                    <a:pt x="13072" y="2922"/>
                  </a:lnTo>
                  <a:cubicBezTo>
                    <a:pt x="13116" y="2956"/>
                    <a:pt x="13116" y="2956"/>
                    <a:pt x="13069" y="3019"/>
                  </a:cubicBezTo>
                  <a:cubicBezTo>
                    <a:pt x="13051" y="3044"/>
                    <a:pt x="13031" y="3052"/>
                    <a:pt x="13013" y="3052"/>
                  </a:cubicBezTo>
                  <a:cubicBezTo>
                    <a:pt x="12986" y="3052"/>
                    <a:pt x="12962" y="3033"/>
                    <a:pt x="12947" y="3022"/>
                  </a:cubicBezTo>
                  <a:cubicBezTo>
                    <a:pt x="12968" y="2956"/>
                    <a:pt x="13024" y="2917"/>
                    <a:pt x="13055" y="2917"/>
                  </a:cubicBezTo>
                  <a:close/>
                  <a:moveTo>
                    <a:pt x="4000" y="2980"/>
                  </a:moveTo>
                  <a:cubicBezTo>
                    <a:pt x="4009" y="2980"/>
                    <a:pt x="4017" y="2984"/>
                    <a:pt x="4025" y="2988"/>
                  </a:cubicBezTo>
                  <a:lnTo>
                    <a:pt x="3994" y="3056"/>
                  </a:lnTo>
                  <a:lnTo>
                    <a:pt x="3934" y="3119"/>
                  </a:lnTo>
                  <a:lnTo>
                    <a:pt x="3947" y="3035"/>
                  </a:lnTo>
                  <a:cubicBezTo>
                    <a:pt x="3968" y="2991"/>
                    <a:pt x="3985" y="2980"/>
                    <a:pt x="4000" y="2980"/>
                  </a:cubicBezTo>
                  <a:close/>
                  <a:moveTo>
                    <a:pt x="5556" y="3024"/>
                  </a:moveTo>
                  <a:cubicBezTo>
                    <a:pt x="5572" y="3024"/>
                    <a:pt x="5605" y="3089"/>
                    <a:pt x="5630" y="3197"/>
                  </a:cubicBezTo>
                  <a:lnTo>
                    <a:pt x="5580" y="3216"/>
                  </a:lnTo>
                  <a:cubicBezTo>
                    <a:pt x="5554" y="3141"/>
                    <a:pt x="5526" y="3069"/>
                    <a:pt x="5548" y="3060"/>
                  </a:cubicBezTo>
                  <a:cubicBezTo>
                    <a:pt x="5546" y="3036"/>
                    <a:pt x="5550" y="3024"/>
                    <a:pt x="5556" y="3024"/>
                  </a:cubicBezTo>
                  <a:close/>
                  <a:moveTo>
                    <a:pt x="23971" y="2945"/>
                  </a:moveTo>
                  <a:lnTo>
                    <a:pt x="23971" y="2945"/>
                  </a:lnTo>
                  <a:cubicBezTo>
                    <a:pt x="23985" y="2945"/>
                    <a:pt x="23969" y="3054"/>
                    <a:pt x="23925" y="3163"/>
                  </a:cubicBezTo>
                  <a:cubicBezTo>
                    <a:pt x="23905" y="3238"/>
                    <a:pt x="23894" y="3275"/>
                    <a:pt x="23890" y="3275"/>
                  </a:cubicBezTo>
                  <a:cubicBezTo>
                    <a:pt x="23886" y="3275"/>
                    <a:pt x="23889" y="3237"/>
                    <a:pt x="23897" y="3160"/>
                  </a:cubicBezTo>
                  <a:cubicBezTo>
                    <a:pt x="23906" y="3083"/>
                    <a:pt x="23912" y="3006"/>
                    <a:pt x="23936" y="3006"/>
                  </a:cubicBezTo>
                  <a:cubicBezTo>
                    <a:pt x="23936" y="3006"/>
                    <a:pt x="23937" y="3006"/>
                    <a:pt x="23937" y="3006"/>
                  </a:cubicBezTo>
                  <a:cubicBezTo>
                    <a:pt x="23954" y="2963"/>
                    <a:pt x="23965" y="2945"/>
                    <a:pt x="23971" y="2945"/>
                  </a:cubicBezTo>
                  <a:close/>
                  <a:moveTo>
                    <a:pt x="4691" y="3029"/>
                  </a:moveTo>
                  <a:lnTo>
                    <a:pt x="4691" y="3029"/>
                  </a:lnTo>
                  <a:cubicBezTo>
                    <a:pt x="4699" y="3029"/>
                    <a:pt x="4690" y="3066"/>
                    <a:pt x="4668" y="3157"/>
                  </a:cubicBezTo>
                  <a:cubicBezTo>
                    <a:pt x="4636" y="3232"/>
                    <a:pt x="4602" y="3307"/>
                    <a:pt x="4602" y="3307"/>
                  </a:cubicBezTo>
                  <a:cubicBezTo>
                    <a:pt x="4574" y="3307"/>
                    <a:pt x="4611" y="3232"/>
                    <a:pt x="4649" y="3078"/>
                  </a:cubicBezTo>
                  <a:cubicBezTo>
                    <a:pt x="4672" y="3047"/>
                    <a:pt x="4686" y="3029"/>
                    <a:pt x="4691" y="3029"/>
                  </a:cubicBezTo>
                  <a:close/>
                  <a:moveTo>
                    <a:pt x="4087" y="3147"/>
                  </a:moveTo>
                  <a:cubicBezTo>
                    <a:pt x="4092" y="3147"/>
                    <a:pt x="4078" y="3183"/>
                    <a:pt x="4053" y="3251"/>
                  </a:cubicBezTo>
                  <a:cubicBezTo>
                    <a:pt x="4025" y="3323"/>
                    <a:pt x="4000" y="3398"/>
                    <a:pt x="3912" y="3445"/>
                  </a:cubicBezTo>
                  <a:lnTo>
                    <a:pt x="3856" y="3423"/>
                  </a:lnTo>
                  <a:cubicBezTo>
                    <a:pt x="3856" y="3423"/>
                    <a:pt x="3912" y="3360"/>
                    <a:pt x="3972" y="3301"/>
                  </a:cubicBezTo>
                  <a:cubicBezTo>
                    <a:pt x="4048" y="3196"/>
                    <a:pt x="4081" y="3147"/>
                    <a:pt x="4087" y="3147"/>
                  </a:cubicBezTo>
                  <a:close/>
                  <a:moveTo>
                    <a:pt x="14125" y="3342"/>
                  </a:moveTo>
                  <a:lnTo>
                    <a:pt x="14154" y="3345"/>
                  </a:lnTo>
                  <a:cubicBezTo>
                    <a:pt x="14144" y="3419"/>
                    <a:pt x="14132" y="3495"/>
                    <a:pt x="14105" y="3495"/>
                  </a:cubicBezTo>
                  <a:cubicBezTo>
                    <a:pt x="14105" y="3495"/>
                    <a:pt x="14104" y="3495"/>
                    <a:pt x="14103" y="3495"/>
                  </a:cubicBezTo>
                  <a:cubicBezTo>
                    <a:pt x="14091" y="3495"/>
                    <a:pt x="14082" y="3492"/>
                    <a:pt x="14073" y="3489"/>
                  </a:cubicBezTo>
                  <a:lnTo>
                    <a:pt x="14073" y="3489"/>
                  </a:lnTo>
                  <a:cubicBezTo>
                    <a:pt x="14085" y="3437"/>
                    <a:pt x="14101" y="3388"/>
                    <a:pt x="14125" y="3342"/>
                  </a:cubicBezTo>
                  <a:close/>
                  <a:moveTo>
                    <a:pt x="4881" y="3407"/>
                  </a:moveTo>
                  <a:cubicBezTo>
                    <a:pt x="4881" y="3483"/>
                    <a:pt x="4884" y="3561"/>
                    <a:pt x="4852" y="3564"/>
                  </a:cubicBezTo>
                  <a:lnTo>
                    <a:pt x="4821" y="3564"/>
                  </a:lnTo>
                  <a:cubicBezTo>
                    <a:pt x="4824" y="3511"/>
                    <a:pt x="4834" y="3458"/>
                    <a:pt x="4852" y="3407"/>
                  </a:cubicBezTo>
                  <a:close/>
                  <a:moveTo>
                    <a:pt x="5507" y="3564"/>
                  </a:moveTo>
                  <a:lnTo>
                    <a:pt x="5529" y="3639"/>
                  </a:lnTo>
                  <a:cubicBezTo>
                    <a:pt x="5508" y="3644"/>
                    <a:pt x="5494" y="3684"/>
                    <a:pt x="5482" y="3684"/>
                  </a:cubicBezTo>
                  <a:cubicBezTo>
                    <a:pt x="5477" y="3684"/>
                    <a:pt x="5472" y="3675"/>
                    <a:pt x="5467" y="3652"/>
                  </a:cubicBezTo>
                  <a:cubicBezTo>
                    <a:pt x="5466" y="3652"/>
                    <a:pt x="5465" y="3652"/>
                    <a:pt x="5464" y="3652"/>
                  </a:cubicBezTo>
                  <a:cubicBezTo>
                    <a:pt x="5438" y="3652"/>
                    <a:pt x="5480" y="3570"/>
                    <a:pt x="5507" y="3564"/>
                  </a:cubicBezTo>
                  <a:close/>
                  <a:moveTo>
                    <a:pt x="7712" y="3724"/>
                  </a:moveTo>
                  <a:cubicBezTo>
                    <a:pt x="7704" y="3724"/>
                    <a:pt x="7697" y="3731"/>
                    <a:pt x="7685" y="3743"/>
                  </a:cubicBezTo>
                  <a:cubicBezTo>
                    <a:pt x="7704" y="3793"/>
                    <a:pt x="7732" y="3840"/>
                    <a:pt x="7767" y="3881"/>
                  </a:cubicBezTo>
                  <a:cubicBezTo>
                    <a:pt x="7784" y="3898"/>
                    <a:pt x="7799" y="3907"/>
                    <a:pt x="7809" y="3907"/>
                  </a:cubicBezTo>
                  <a:cubicBezTo>
                    <a:pt x="7830" y="3907"/>
                    <a:pt x="7825" y="3863"/>
                    <a:pt x="7767" y="3768"/>
                  </a:cubicBezTo>
                  <a:cubicBezTo>
                    <a:pt x="7736" y="3737"/>
                    <a:pt x="7723" y="3724"/>
                    <a:pt x="7712" y="3724"/>
                  </a:cubicBezTo>
                  <a:close/>
                  <a:moveTo>
                    <a:pt x="19146" y="1"/>
                  </a:moveTo>
                  <a:lnTo>
                    <a:pt x="19052" y="7"/>
                  </a:lnTo>
                  <a:cubicBezTo>
                    <a:pt x="19008" y="89"/>
                    <a:pt x="18917" y="92"/>
                    <a:pt x="18870" y="95"/>
                  </a:cubicBezTo>
                  <a:cubicBezTo>
                    <a:pt x="18732" y="104"/>
                    <a:pt x="18688" y="111"/>
                    <a:pt x="18745" y="183"/>
                  </a:cubicBezTo>
                  <a:cubicBezTo>
                    <a:pt x="18754" y="261"/>
                    <a:pt x="18767" y="336"/>
                    <a:pt x="18723" y="343"/>
                  </a:cubicBezTo>
                  <a:lnTo>
                    <a:pt x="18710" y="267"/>
                  </a:lnTo>
                  <a:cubicBezTo>
                    <a:pt x="18704" y="231"/>
                    <a:pt x="18671" y="217"/>
                    <a:pt x="18618" y="217"/>
                  </a:cubicBezTo>
                  <a:cubicBezTo>
                    <a:pt x="18558" y="217"/>
                    <a:pt x="18473" y="235"/>
                    <a:pt x="18375" y="258"/>
                  </a:cubicBezTo>
                  <a:cubicBezTo>
                    <a:pt x="18219" y="287"/>
                    <a:pt x="18130" y="320"/>
                    <a:pt x="18065" y="320"/>
                  </a:cubicBezTo>
                  <a:cubicBezTo>
                    <a:pt x="18034" y="320"/>
                    <a:pt x="18008" y="312"/>
                    <a:pt x="17983" y="292"/>
                  </a:cubicBezTo>
                  <a:lnTo>
                    <a:pt x="17967" y="383"/>
                  </a:lnTo>
                  <a:cubicBezTo>
                    <a:pt x="17957" y="434"/>
                    <a:pt x="17938" y="462"/>
                    <a:pt x="17918" y="462"/>
                  </a:cubicBezTo>
                  <a:cubicBezTo>
                    <a:pt x="17904" y="462"/>
                    <a:pt x="17890" y="448"/>
                    <a:pt x="17877" y="418"/>
                  </a:cubicBezTo>
                  <a:cubicBezTo>
                    <a:pt x="17859" y="404"/>
                    <a:pt x="17835" y="397"/>
                    <a:pt x="17809" y="397"/>
                  </a:cubicBezTo>
                  <a:cubicBezTo>
                    <a:pt x="17723" y="397"/>
                    <a:pt x="17607" y="465"/>
                    <a:pt x="17576" y="559"/>
                  </a:cubicBezTo>
                  <a:lnTo>
                    <a:pt x="17494" y="603"/>
                  </a:lnTo>
                  <a:cubicBezTo>
                    <a:pt x="17455" y="566"/>
                    <a:pt x="17415" y="549"/>
                    <a:pt x="17380" y="549"/>
                  </a:cubicBezTo>
                  <a:cubicBezTo>
                    <a:pt x="17308" y="549"/>
                    <a:pt x="17259" y="619"/>
                    <a:pt x="17291" y="722"/>
                  </a:cubicBezTo>
                  <a:cubicBezTo>
                    <a:pt x="17270" y="691"/>
                    <a:pt x="17251" y="680"/>
                    <a:pt x="17233" y="680"/>
                  </a:cubicBezTo>
                  <a:cubicBezTo>
                    <a:pt x="17212" y="680"/>
                    <a:pt x="17193" y="694"/>
                    <a:pt x="17175" y="709"/>
                  </a:cubicBezTo>
                  <a:cubicBezTo>
                    <a:pt x="17149" y="802"/>
                    <a:pt x="17054" y="889"/>
                    <a:pt x="16993" y="889"/>
                  </a:cubicBezTo>
                  <a:cubicBezTo>
                    <a:pt x="16978" y="889"/>
                    <a:pt x="16965" y="884"/>
                    <a:pt x="16955" y="872"/>
                  </a:cubicBezTo>
                  <a:lnTo>
                    <a:pt x="16918" y="897"/>
                  </a:lnTo>
                  <a:cubicBezTo>
                    <a:pt x="16927" y="985"/>
                    <a:pt x="16902" y="1013"/>
                    <a:pt x="16871" y="1041"/>
                  </a:cubicBezTo>
                  <a:cubicBezTo>
                    <a:pt x="16839" y="1070"/>
                    <a:pt x="16808" y="1098"/>
                    <a:pt x="16827" y="1182"/>
                  </a:cubicBezTo>
                  <a:cubicBezTo>
                    <a:pt x="16849" y="1267"/>
                    <a:pt x="16821" y="1292"/>
                    <a:pt x="16821" y="1292"/>
                  </a:cubicBezTo>
                  <a:cubicBezTo>
                    <a:pt x="16816" y="1296"/>
                    <a:pt x="16812" y="1298"/>
                    <a:pt x="16808" y="1298"/>
                  </a:cubicBezTo>
                  <a:cubicBezTo>
                    <a:pt x="16783" y="1298"/>
                    <a:pt x="16764" y="1224"/>
                    <a:pt x="16745" y="1151"/>
                  </a:cubicBezTo>
                  <a:cubicBezTo>
                    <a:pt x="16748" y="1117"/>
                    <a:pt x="16741" y="1101"/>
                    <a:pt x="16730" y="1101"/>
                  </a:cubicBezTo>
                  <a:cubicBezTo>
                    <a:pt x="16706" y="1101"/>
                    <a:pt x="16663" y="1183"/>
                    <a:pt x="16676" y="1320"/>
                  </a:cubicBezTo>
                  <a:cubicBezTo>
                    <a:pt x="16691" y="1419"/>
                    <a:pt x="16698" y="1467"/>
                    <a:pt x="16694" y="1467"/>
                  </a:cubicBezTo>
                  <a:cubicBezTo>
                    <a:pt x="16689" y="1467"/>
                    <a:pt x="16675" y="1426"/>
                    <a:pt x="16648" y="1345"/>
                  </a:cubicBezTo>
                  <a:cubicBezTo>
                    <a:pt x="16630" y="1292"/>
                    <a:pt x="16612" y="1237"/>
                    <a:pt x="16603" y="1237"/>
                  </a:cubicBezTo>
                  <a:cubicBezTo>
                    <a:pt x="16598" y="1237"/>
                    <a:pt x="16595" y="1252"/>
                    <a:pt x="16595" y="1289"/>
                  </a:cubicBezTo>
                  <a:cubicBezTo>
                    <a:pt x="16564" y="1320"/>
                    <a:pt x="16564" y="1370"/>
                    <a:pt x="16595" y="1399"/>
                  </a:cubicBezTo>
                  <a:lnTo>
                    <a:pt x="16513" y="1480"/>
                  </a:lnTo>
                  <a:cubicBezTo>
                    <a:pt x="16404" y="1480"/>
                    <a:pt x="16376" y="1508"/>
                    <a:pt x="16350" y="1537"/>
                  </a:cubicBezTo>
                  <a:cubicBezTo>
                    <a:pt x="16372" y="1586"/>
                    <a:pt x="16380" y="1604"/>
                    <a:pt x="16363" y="1604"/>
                  </a:cubicBezTo>
                  <a:cubicBezTo>
                    <a:pt x="16353" y="1604"/>
                    <a:pt x="16334" y="1597"/>
                    <a:pt x="16303" y="1587"/>
                  </a:cubicBezTo>
                  <a:cubicBezTo>
                    <a:pt x="16284" y="1569"/>
                    <a:pt x="16268" y="1560"/>
                    <a:pt x="16260" y="1560"/>
                  </a:cubicBezTo>
                  <a:cubicBezTo>
                    <a:pt x="16244" y="1560"/>
                    <a:pt x="16259" y="1596"/>
                    <a:pt x="16335" y="1665"/>
                  </a:cubicBezTo>
                  <a:cubicBezTo>
                    <a:pt x="16360" y="1725"/>
                    <a:pt x="16353" y="1755"/>
                    <a:pt x="16315" y="1755"/>
                  </a:cubicBezTo>
                  <a:cubicBezTo>
                    <a:pt x="16302" y="1755"/>
                    <a:pt x="16284" y="1751"/>
                    <a:pt x="16263" y="1743"/>
                  </a:cubicBezTo>
                  <a:cubicBezTo>
                    <a:pt x="16206" y="1690"/>
                    <a:pt x="16172" y="1671"/>
                    <a:pt x="16158" y="1671"/>
                  </a:cubicBezTo>
                  <a:cubicBezTo>
                    <a:pt x="16145" y="1671"/>
                    <a:pt x="16153" y="1690"/>
                    <a:pt x="16181" y="1715"/>
                  </a:cubicBezTo>
                  <a:cubicBezTo>
                    <a:pt x="16216" y="1794"/>
                    <a:pt x="16191" y="1822"/>
                    <a:pt x="16191" y="1822"/>
                  </a:cubicBezTo>
                  <a:cubicBezTo>
                    <a:pt x="16185" y="1817"/>
                    <a:pt x="16178" y="1814"/>
                    <a:pt x="16169" y="1814"/>
                  </a:cubicBezTo>
                  <a:cubicBezTo>
                    <a:pt x="16135" y="1814"/>
                    <a:pt x="16080" y="1852"/>
                    <a:pt x="16015" y="1909"/>
                  </a:cubicBezTo>
                  <a:cubicBezTo>
                    <a:pt x="15974" y="1944"/>
                    <a:pt x="15931" y="1991"/>
                    <a:pt x="15884" y="2038"/>
                  </a:cubicBezTo>
                  <a:lnTo>
                    <a:pt x="15749" y="2170"/>
                  </a:lnTo>
                  <a:cubicBezTo>
                    <a:pt x="15727" y="2192"/>
                    <a:pt x="15761" y="2267"/>
                    <a:pt x="15818" y="2323"/>
                  </a:cubicBezTo>
                  <a:cubicBezTo>
                    <a:pt x="15867" y="2372"/>
                    <a:pt x="15883" y="2389"/>
                    <a:pt x="15878" y="2389"/>
                  </a:cubicBezTo>
                  <a:cubicBezTo>
                    <a:pt x="15873" y="2389"/>
                    <a:pt x="15837" y="2364"/>
                    <a:pt x="15796" y="2345"/>
                  </a:cubicBezTo>
                  <a:cubicBezTo>
                    <a:pt x="15713" y="2278"/>
                    <a:pt x="15660" y="2247"/>
                    <a:pt x="15643" y="2247"/>
                  </a:cubicBezTo>
                  <a:cubicBezTo>
                    <a:pt x="15621" y="2247"/>
                    <a:pt x="15654" y="2295"/>
                    <a:pt x="15755" y="2380"/>
                  </a:cubicBezTo>
                  <a:cubicBezTo>
                    <a:pt x="15822" y="2429"/>
                    <a:pt x="15854" y="2452"/>
                    <a:pt x="15848" y="2452"/>
                  </a:cubicBezTo>
                  <a:cubicBezTo>
                    <a:pt x="15843" y="2452"/>
                    <a:pt x="15807" y="2433"/>
                    <a:pt x="15736" y="2395"/>
                  </a:cubicBezTo>
                  <a:cubicBezTo>
                    <a:pt x="15705" y="2380"/>
                    <a:pt x="15687" y="2371"/>
                    <a:pt x="15679" y="2371"/>
                  </a:cubicBezTo>
                  <a:cubicBezTo>
                    <a:pt x="15667" y="2371"/>
                    <a:pt x="15675" y="2389"/>
                    <a:pt x="15695" y="2433"/>
                  </a:cubicBezTo>
                  <a:cubicBezTo>
                    <a:pt x="15724" y="2465"/>
                    <a:pt x="15730" y="2485"/>
                    <a:pt x="15720" y="2485"/>
                  </a:cubicBezTo>
                  <a:cubicBezTo>
                    <a:pt x="15713" y="2485"/>
                    <a:pt x="15696" y="2474"/>
                    <a:pt x="15674" y="2448"/>
                  </a:cubicBezTo>
                  <a:cubicBezTo>
                    <a:pt x="15628" y="2423"/>
                    <a:pt x="15583" y="2397"/>
                    <a:pt x="15570" y="2397"/>
                  </a:cubicBezTo>
                  <a:cubicBezTo>
                    <a:pt x="15562" y="2397"/>
                    <a:pt x="15564" y="2405"/>
                    <a:pt x="15583" y="2427"/>
                  </a:cubicBezTo>
                  <a:cubicBezTo>
                    <a:pt x="15583" y="2427"/>
                    <a:pt x="15579" y="2430"/>
                    <a:pt x="15569" y="2430"/>
                  </a:cubicBezTo>
                  <a:cubicBezTo>
                    <a:pt x="15557" y="2430"/>
                    <a:pt x="15534" y="2425"/>
                    <a:pt x="15495" y="2401"/>
                  </a:cubicBezTo>
                  <a:cubicBezTo>
                    <a:pt x="15480" y="2391"/>
                    <a:pt x="15469" y="2387"/>
                    <a:pt x="15463" y="2387"/>
                  </a:cubicBezTo>
                  <a:cubicBezTo>
                    <a:pt x="15440" y="2387"/>
                    <a:pt x="15464" y="2443"/>
                    <a:pt x="15489" y="2502"/>
                  </a:cubicBezTo>
                  <a:cubicBezTo>
                    <a:pt x="15509" y="2590"/>
                    <a:pt x="15512" y="2635"/>
                    <a:pt x="15499" y="2635"/>
                  </a:cubicBezTo>
                  <a:cubicBezTo>
                    <a:pt x="15488" y="2635"/>
                    <a:pt x="15465" y="2604"/>
                    <a:pt x="15432" y="2539"/>
                  </a:cubicBezTo>
                  <a:cubicBezTo>
                    <a:pt x="15409" y="2497"/>
                    <a:pt x="15389" y="2480"/>
                    <a:pt x="15374" y="2480"/>
                  </a:cubicBezTo>
                  <a:cubicBezTo>
                    <a:pt x="15340" y="2480"/>
                    <a:pt x="15335" y="2575"/>
                    <a:pt x="15379" y="2671"/>
                  </a:cubicBezTo>
                  <a:cubicBezTo>
                    <a:pt x="15418" y="2755"/>
                    <a:pt x="15434" y="2789"/>
                    <a:pt x="15432" y="2789"/>
                  </a:cubicBezTo>
                  <a:cubicBezTo>
                    <a:pt x="15430" y="2789"/>
                    <a:pt x="15421" y="2773"/>
                    <a:pt x="15404" y="2746"/>
                  </a:cubicBezTo>
                  <a:cubicBezTo>
                    <a:pt x="15370" y="2695"/>
                    <a:pt x="15351" y="2689"/>
                    <a:pt x="15344" y="2689"/>
                  </a:cubicBezTo>
                  <a:cubicBezTo>
                    <a:pt x="15342" y="2689"/>
                    <a:pt x="15341" y="2690"/>
                    <a:pt x="15341" y="2690"/>
                  </a:cubicBezTo>
                  <a:cubicBezTo>
                    <a:pt x="15334" y="2694"/>
                    <a:pt x="15327" y="2699"/>
                    <a:pt x="15319" y="2699"/>
                  </a:cubicBezTo>
                  <a:cubicBezTo>
                    <a:pt x="15306" y="2699"/>
                    <a:pt x="15289" y="2686"/>
                    <a:pt x="15263" y="2643"/>
                  </a:cubicBezTo>
                  <a:cubicBezTo>
                    <a:pt x="15263" y="2643"/>
                    <a:pt x="15247" y="2652"/>
                    <a:pt x="15247" y="2743"/>
                  </a:cubicBezTo>
                  <a:cubicBezTo>
                    <a:pt x="15263" y="2817"/>
                    <a:pt x="15250" y="2848"/>
                    <a:pt x="15225" y="2848"/>
                  </a:cubicBezTo>
                  <a:cubicBezTo>
                    <a:pt x="15194" y="2848"/>
                    <a:pt x="15142" y="2798"/>
                    <a:pt x="15100" y="2721"/>
                  </a:cubicBezTo>
                  <a:lnTo>
                    <a:pt x="15091" y="2806"/>
                  </a:lnTo>
                  <a:cubicBezTo>
                    <a:pt x="15115" y="2903"/>
                    <a:pt x="15123" y="2973"/>
                    <a:pt x="15114" y="2973"/>
                  </a:cubicBezTo>
                  <a:cubicBezTo>
                    <a:pt x="15108" y="2973"/>
                    <a:pt x="15096" y="2950"/>
                    <a:pt x="15078" y="2897"/>
                  </a:cubicBezTo>
                  <a:cubicBezTo>
                    <a:pt x="15058" y="2843"/>
                    <a:pt x="15040" y="2792"/>
                    <a:pt x="15040" y="2792"/>
                  </a:cubicBezTo>
                  <a:lnTo>
                    <a:pt x="15040" y="2792"/>
                  </a:lnTo>
                  <a:cubicBezTo>
                    <a:pt x="15040" y="2792"/>
                    <a:pt x="15043" y="2800"/>
                    <a:pt x="15050" y="2821"/>
                  </a:cubicBezTo>
                  <a:cubicBezTo>
                    <a:pt x="15066" y="2890"/>
                    <a:pt x="15052" y="2920"/>
                    <a:pt x="15029" y="2920"/>
                  </a:cubicBezTo>
                  <a:cubicBezTo>
                    <a:pt x="15025" y="2920"/>
                    <a:pt x="15022" y="2920"/>
                    <a:pt x="15019" y="2919"/>
                  </a:cubicBezTo>
                  <a:cubicBezTo>
                    <a:pt x="14987" y="2903"/>
                    <a:pt x="14950" y="2853"/>
                    <a:pt x="14931" y="2778"/>
                  </a:cubicBezTo>
                  <a:cubicBezTo>
                    <a:pt x="14914" y="2716"/>
                    <a:pt x="14910" y="2703"/>
                    <a:pt x="14900" y="2703"/>
                  </a:cubicBezTo>
                  <a:cubicBezTo>
                    <a:pt x="14897" y="2703"/>
                    <a:pt x="14894" y="2704"/>
                    <a:pt x="14890" y="2705"/>
                  </a:cubicBezTo>
                  <a:lnTo>
                    <a:pt x="14909" y="2781"/>
                  </a:lnTo>
                  <a:cubicBezTo>
                    <a:pt x="14931" y="2856"/>
                    <a:pt x="14950" y="2931"/>
                    <a:pt x="14928" y="2934"/>
                  </a:cubicBezTo>
                  <a:cubicBezTo>
                    <a:pt x="14923" y="2935"/>
                    <a:pt x="14918" y="2936"/>
                    <a:pt x="14913" y="2936"/>
                  </a:cubicBezTo>
                  <a:cubicBezTo>
                    <a:pt x="14896" y="2936"/>
                    <a:pt x="14880" y="2926"/>
                    <a:pt x="14868" y="2865"/>
                  </a:cubicBezTo>
                  <a:cubicBezTo>
                    <a:pt x="14842" y="2815"/>
                    <a:pt x="14818" y="2766"/>
                    <a:pt x="14810" y="2766"/>
                  </a:cubicBezTo>
                  <a:lnTo>
                    <a:pt x="14810" y="2766"/>
                  </a:lnTo>
                  <a:cubicBezTo>
                    <a:pt x="14807" y="2766"/>
                    <a:pt x="14807" y="2775"/>
                    <a:pt x="14812" y="2799"/>
                  </a:cubicBezTo>
                  <a:cubicBezTo>
                    <a:pt x="14812" y="2799"/>
                    <a:pt x="14812" y="2799"/>
                    <a:pt x="14811" y="2799"/>
                  </a:cubicBezTo>
                  <a:cubicBezTo>
                    <a:pt x="14808" y="2799"/>
                    <a:pt x="14787" y="2797"/>
                    <a:pt x="14758" y="2731"/>
                  </a:cubicBezTo>
                  <a:cubicBezTo>
                    <a:pt x="14740" y="2735"/>
                    <a:pt x="14720" y="2738"/>
                    <a:pt x="14700" y="2738"/>
                  </a:cubicBezTo>
                  <a:cubicBezTo>
                    <a:pt x="14692" y="2738"/>
                    <a:pt x="14685" y="2738"/>
                    <a:pt x="14677" y="2737"/>
                  </a:cubicBezTo>
                  <a:cubicBezTo>
                    <a:pt x="14671" y="2777"/>
                    <a:pt x="14656" y="2797"/>
                    <a:pt x="14642" y="2797"/>
                  </a:cubicBezTo>
                  <a:cubicBezTo>
                    <a:pt x="14629" y="2797"/>
                    <a:pt x="14617" y="2778"/>
                    <a:pt x="14614" y="2740"/>
                  </a:cubicBezTo>
                  <a:cubicBezTo>
                    <a:pt x="14614" y="2740"/>
                    <a:pt x="14574" y="2740"/>
                    <a:pt x="14555" y="2821"/>
                  </a:cubicBezTo>
                  <a:cubicBezTo>
                    <a:pt x="14552" y="2821"/>
                    <a:pt x="14548" y="2821"/>
                    <a:pt x="14545" y="2821"/>
                  </a:cubicBezTo>
                  <a:cubicBezTo>
                    <a:pt x="14508" y="2821"/>
                    <a:pt x="14489" y="2819"/>
                    <a:pt x="14486" y="2746"/>
                  </a:cubicBezTo>
                  <a:cubicBezTo>
                    <a:pt x="14486" y="2707"/>
                    <a:pt x="14486" y="2687"/>
                    <a:pt x="14483" y="2687"/>
                  </a:cubicBezTo>
                  <a:cubicBezTo>
                    <a:pt x="14481" y="2687"/>
                    <a:pt x="14476" y="2707"/>
                    <a:pt x="14467" y="2746"/>
                  </a:cubicBezTo>
                  <a:cubicBezTo>
                    <a:pt x="14467" y="2819"/>
                    <a:pt x="14448" y="2821"/>
                    <a:pt x="14428" y="2821"/>
                  </a:cubicBezTo>
                  <a:cubicBezTo>
                    <a:pt x="14426" y="2821"/>
                    <a:pt x="14425" y="2821"/>
                    <a:pt x="14423" y="2821"/>
                  </a:cubicBezTo>
                  <a:lnTo>
                    <a:pt x="14379" y="2815"/>
                  </a:lnTo>
                  <a:cubicBezTo>
                    <a:pt x="14374" y="2880"/>
                    <a:pt x="14373" y="2891"/>
                    <a:pt x="14360" y="2891"/>
                  </a:cubicBezTo>
                  <a:cubicBezTo>
                    <a:pt x="14358" y="2891"/>
                    <a:pt x="14355" y="2891"/>
                    <a:pt x="14351" y="2890"/>
                  </a:cubicBezTo>
                  <a:cubicBezTo>
                    <a:pt x="14326" y="2887"/>
                    <a:pt x="14266" y="2806"/>
                    <a:pt x="14248" y="2803"/>
                  </a:cubicBezTo>
                  <a:cubicBezTo>
                    <a:pt x="14237" y="2802"/>
                    <a:pt x="14228" y="2802"/>
                    <a:pt x="14220" y="2802"/>
                  </a:cubicBezTo>
                  <a:cubicBezTo>
                    <a:pt x="14182" y="2802"/>
                    <a:pt x="14183" y="2813"/>
                    <a:pt x="14191" y="2878"/>
                  </a:cubicBezTo>
                  <a:cubicBezTo>
                    <a:pt x="14208" y="2878"/>
                    <a:pt x="14208" y="2913"/>
                    <a:pt x="14196" y="2913"/>
                  </a:cubicBezTo>
                  <a:cubicBezTo>
                    <a:pt x="14190" y="2913"/>
                    <a:pt x="14181" y="2904"/>
                    <a:pt x="14169" y="2875"/>
                  </a:cubicBezTo>
                  <a:cubicBezTo>
                    <a:pt x="14147" y="2868"/>
                    <a:pt x="14103" y="2771"/>
                    <a:pt x="14047" y="2759"/>
                  </a:cubicBezTo>
                  <a:cubicBezTo>
                    <a:pt x="14023" y="2753"/>
                    <a:pt x="14006" y="2749"/>
                    <a:pt x="13994" y="2749"/>
                  </a:cubicBezTo>
                  <a:cubicBezTo>
                    <a:pt x="13968" y="2749"/>
                    <a:pt x="13962" y="2766"/>
                    <a:pt x="13947" y="2815"/>
                  </a:cubicBezTo>
                  <a:cubicBezTo>
                    <a:pt x="13935" y="2892"/>
                    <a:pt x="13922" y="2930"/>
                    <a:pt x="13917" y="2930"/>
                  </a:cubicBezTo>
                  <a:cubicBezTo>
                    <a:pt x="13911" y="2930"/>
                    <a:pt x="13912" y="2889"/>
                    <a:pt x="13928" y="2809"/>
                  </a:cubicBezTo>
                  <a:cubicBezTo>
                    <a:pt x="13936" y="2706"/>
                    <a:pt x="13934" y="2665"/>
                    <a:pt x="13925" y="2665"/>
                  </a:cubicBezTo>
                  <a:cubicBezTo>
                    <a:pt x="13919" y="2665"/>
                    <a:pt x="13911" y="2681"/>
                    <a:pt x="13900" y="2709"/>
                  </a:cubicBezTo>
                  <a:cubicBezTo>
                    <a:pt x="13868" y="2756"/>
                    <a:pt x="13858" y="2769"/>
                    <a:pt x="13848" y="2769"/>
                  </a:cubicBezTo>
                  <a:cubicBezTo>
                    <a:pt x="13845" y="2769"/>
                    <a:pt x="13841" y="2768"/>
                    <a:pt x="13837" y="2765"/>
                  </a:cubicBezTo>
                  <a:cubicBezTo>
                    <a:pt x="13853" y="2725"/>
                    <a:pt x="13855" y="2705"/>
                    <a:pt x="13842" y="2705"/>
                  </a:cubicBezTo>
                  <a:cubicBezTo>
                    <a:pt x="13832" y="2705"/>
                    <a:pt x="13811" y="2718"/>
                    <a:pt x="13781" y="2743"/>
                  </a:cubicBezTo>
                  <a:cubicBezTo>
                    <a:pt x="13762" y="2734"/>
                    <a:pt x="13762" y="2734"/>
                    <a:pt x="13793" y="2665"/>
                  </a:cubicBezTo>
                  <a:cubicBezTo>
                    <a:pt x="13781" y="2658"/>
                    <a:pt x="13771" y="2652"/>
                    <a:pt x="13759" y="2646"/>
                  </a:cubicBezTo>
                  <a:cubicBezTo>
                    <a:pt x="13730" y="2677"/>
                    <a:pt x="13704" y="2689"/>
                    <a:pt x="13681" y="2689"/>
                  </a:cubicBezTo>
                  <a:cubicBezTo>
                    <a:pt x="13620" y="2689"/>
                    <a:pt x="13585" y="2603"/>
                    <a:pt x="13605" y="2549"/>
                  </a:cubicBezTo>
                  <a:cubicBezTo>
                    <a:pt x="13605" y="2549"/>
                    <a:pt x="13603" y="2547"/>
                    <a:pt x="13598" y="2547"/>
                  </a:cubicBezTo>
                  <a:cubicBezTo>
                    <a:pt x="13589" y="2547"/>
                    <a:pt x="13568" y="2553"/>
                    <a:pt x="13527" y="2583"/>
                  </a:cubicBezTo>
                  <a:cubicBezTo>
                    <a:pt x="13477" y="2634"/>
                    <a:pt x="13445" y="2659"/>
                    <a:pt x="13434" y="2659"/>
                  </a:cubicBezTo>
                  <a:cubicBezTo>
                    <a:pt x="13421" y="2659"/>
                    <a:pt x="13438" y="2623"/>
                    <a:pt x="13489" y="2555"/>
                  </a:cubicBezTo>
                  <a:cubicBezTo>
                    <a:pt x="13538" y="2490"/>
                    <a:pt x="13561" y="2459"/>
                    <a:pt x="13557" y="2459"/>
                  </a:cubicBezTo>
                  <a:lnTo>
                    <a:pt x="13557" y="2459"/>
                  </a:lnTo>
                  <a:cubicBezTo>
                    <a:pt x="13553" y="2459"/>
                    <a:pt x="13525" y="2486"/>
                    <a:pt x="13470" y="2539"/>
                  </a:cubicBezTo>
                  <a:cubicBezTo>
                    <a:pt x="13456" y="2549"/>
                    <a:pt x="13441" y="2554"/>
                    <a:pt x="13426" y="2554"/>
                  </a:cubicBezTo>
                  <a:cubicBezTo>
                    <a:pt x="13373" y="2554"/>
                    <a:pt x="13334" y="2492"/>
                    <a:pt x="13430" y="2408"/>
                  </a:cubicBezTo>
                  <a:cubicBezTo>
                    <a:pt x="13480" y="2348"/>
                    <a:pt x="13530" y="2289"/>
                    <a:pt x="13530" y="2289"/>
                  </a:cubicBezTo>
                  <a:lnTo>
                    <a:pt x="13530" y="2289"/>
                  </a:lnTo>
                  <a:cubicBezTo>
                    <a:pt x="13491" y="2312"/>
                    <a:pt x="13469" y="2317"/>
                    <a:pt x="13457" y="2317"/>
                  </a:cubicBezTo>
                  <a:cubicBezTo>
                    <a:pt x="13448" y="2317"/>
                    <a:pt x="13445" y="2314"/>
                    <a:pt x="13445" y="2314"/>
                  </a:cubicBezTo>
                  <a:cubicBezTo>
                    <a:pt x="13422" y="2339"/>
                    <a:pt x="13406" y="2351"/>
                    <a:pt x="13390" y="2351"/>
                  </a:cubicBezTo>
                  <a:cubicBezTo>
                    <a:pt x="13369" y="2351"/>
                    <a:pt x="13350" y="2331"/>
                    <a:pt x="13320" y="2301"/>
                  </a:cubicBezTo>
                  <a:cubicBezTo>
                    <a:pt x="13282" y="2270"/>
                    <a:pt x="13151" y="2245"/>
                    <a:pt x="13110" y="2198"/>
                  </a:cubicBezTo>
                  <a:cubicBezTo>
                    <a:pt x="13069" y="2157"/>
                    <a:pt x="13010" y="2091"/>
                    <a:pt x="13047" y="2016"/>
                  </a:cubicBezTo>
                  <a:cubicBezTo>
                    <a:pt x="13030" y="1995"/>
                    <a:pt x="13009" y="1972"/>
                    <a:pt x="12923" y="1972"/>
                  </a:cubicBezTo>
                  <a:cubicBezTo>
                    <a:pt x="12918" y="1972"/>
                    <a:pt x="12912" y="1972"/>
                    <a:pt x="12906" y="1972"/>
                  </a:cubicBezTo>
                  <a:cubicBezTo>
                    <a:pt x="12891" y="1978"/>
                    <a:pt x="12876" y="1980"/>
                    <a:pt x="12864" y="1980"/>
                  </a:cubicBezTo>
                  <a:cubicBezTo>
                    <a:pt x="12815" y="1980"/>
                    <a:pt x="12796" y="1940"/>
                    <a:pt x="12844" y="1900"/>
                  </a:cubicBezTo>
                  <a:lnTo>
                    <a:pt x="12822" y="1875"/>
                  </a:lnTo>
                  <a:cubicBezTo>
                    <a:pt x="12812" y="1876"/>
                    <a:pt x="12802" y="1876"/>
                    <a:pt x="12794" y="1876"/>
                  </a:cubicBezTo>
                  <a:cubicBezTo>
                    <a:pt x="12717" y="1876"/>
                    <a:pt x="12696" y="1853"/>
                    <a:pt x="12696" y="1853"/>
                  </a:cubicBezTo>
                  <a:cubicBezTo>
                    <a:pt x="12748" y="1807"/>
                    <a:pt x="12781" y="1742"/>
                    <a:pt x="12735" y="1742"/>
                  </a:cubicBezTo>
                  <a:cubicBezTo>
                    <a:pt x="12728" y="1742"/>
                    <a:pt x="12720" y="1743"/>
                    <a:pt x="12709" y="1747"/>
                  </a:cubicBezTo>
                  <a:cubicBezTo>
                    <a:pt x="12688" y="1767"/>
                    <a:pt x="12671" y="1775"/>
                    <a:pt x="12656" y="1775"/>
                  </a:cubicBezTo>
                  <a:cubicBezTo>
                    <a:pt x="12631" y="1775"/>
                    <a:pt x="12611" y="1752"/>
                    <a:pt x="12584" y="1718"/>
                  </a:cubicBezTo>
                  <a:cubicBezTo>
                    <a:pt x="12590" y="1671"/>
                    <a:pt x="12402" y="1417"/>
                    <a:pt x="12145" y="1173"/>
                  </a:cubicBezTo>
                  <a:cubicBezTo>
                    <a:pt x="12079" y="1113"/>
                    <a:pt x="12020" y="1054"/>
                    <a:pt x="11954" y="1001"/>
                  </a:cubicBezTo>
                  <a:cubicBezTo>
                    <a:pt x="11882" y="951"/>
                    <a:pt x="11816" y="904"/>
                    <a:pt x="11759" y="863"/>
                  </a:cubicBezTo>
                  <a:cubicBezTo>
                    <a:pt x="11665" y="800"/>
                    <a:pt x="11590" y="761"/>
                    <a:pt x="11561" y="761"/>
                  </a:cubicBezTo>
                  <a:cubicBezTo>
                    <a:pt x="11555" y="761"/>
                    <a:pt x="11551" y="763"/>
                    <a:pt x="11549" y="766"/>
                  </a:cubicBezTo>
                  <a:lnTo>
                    <a:pt x="11430" y="694"/>
                  </a:lnTo>
                  <a:lnTo>
                    <a:pt x="11311" y="621"/>
                  </a:lnTo>
                  <a:cubicBezTo>
                    <a:pt x="11349" y="556"/>
                    <a:pt x="11308" y="509"/>
                    <a:pt x="11236" y="477"/>
                  </a:cubicBezTo>
                  <a:cubicBezTo>
                    <a:pt x="11180" y="463"/>
                    <a:pt x="11124" y="455"/>
                    <a:pt x="11067" y="455"/>
                  </a:cubicBezTo>
                  <a:cubicBezTo>
                    <a:pt x="11038" y="455"/>
                    <a:pt x="11008" y="457"/>
                    <a:pt x="10979" y="462"/>
                  </a:cubicBezTo>
                  <a:cubicBezTo>
                    <a:pt x="10953" y="486"/>
                    <a:pt x="10921" y="498"/>
                    <a:pt x="10888" y="498"/>
                  </a:cubicBezTo>
                  <a:cubicBezTo>
                    <a:pt x="10866" y="498"/>
                    <a:pt x="10843" y="492"/>
                    <a:pt x="10822" y="480"/>
                  </a:cubicBezTo>
                  <a:cubicBezTo>
                    <a:pt x="10862" y="373"/>
                    <a:pt x="10795" y="312"/>
                    <a:pt x="10712" y="312"/>
                  </a:cubicBezTo>
                  <a:cubicBezTo>
                    <a:pt x="10683" y="312"/>
                    <a:pt x="10653" y="319"/>
                    <a:pt x="10625" y="333"/>
                  </a:cubicBezTo>
                  <a:cubicBezTo>
                    <a:pt x="10585" y="400"/>
                    <a:pt x="10555" y="432"/>
                    <a:pt x="10538" y="432"/>
                  </a:cubicBezTo>
                  <a:cubicBezTo>
                    <a:pt x="10519" y="432"/>
                    <a:pt x="10517" y="391"/>
                    <a:pt x="10537" y="311"/>
                  </a:cubicBezTo>
                  <a:cubicBezTo>
                    <a:pt x="10557" y="237"/>
                    <a:pt x="10542" y="193"/>
                    <a:pt x="10506" y="193"/>
                  </a:cubicBezTo>
                  <a:cubicBezTo>
                    <a:pt x="10468" y="193"/>
                    <a:pt x="10408" y="239"/>
                    <a:pt x="10340" y="346"/>
                  </a:cubicBezTo>
                  <a:cubicBezTo>
                    <a:pt x="10312" y="376"/>
                    <a:pt x="10298" y="393"/>
                    <a:pt x="10288" y="393"/>
                  </a:cubicBezTo>
                  <a:cubicBezTo>
                    <a:pt x="10276" y="393"/>
                    <a:pt x="10269" y="371"/>
                    <a:pt x="10252" y="324"/>
                  </a:cubicBezTo>
                  <a:cubicBezTo>
                    <a:pt x="10241" y="224"/>
                    <a:pt x="10219" y="183"/>
                    <a:pt x="10201" y="183"/>
                  </a:cubicBezTo>
                  <a:cubicBezTo>
                    <a:pt x="10189" y="183"/>
                    <a:pt x="10179" y="202"/>
                    <a:pt x="10174" y="233"/>
                  </a:cubicBezTo>
                  <a:cubicBezTo>
                    <a:pt x="10142" y="306"/>
                    <a:pt x="10117" y="342"/>
                    <a:pt x="10096" y="342"/>
                  </a:cubicBezTo>
                  <a:cubicBezTo>
                    <a:pt x="10074" y="342"/>
                    <a:pt x="10057" y="301"/>
                    <a:pt x="10042" y="220"/>
                  </a:cubicBezTo>
                  <a:cubicBezTo>
                    <a:pt x="10005" y="136"/>
                    <a:pt x="9986" y="94"/>
                    <a:pt x="9968" y="94"/>
                  </a:cubicBezTo>
                  <a:cubicBezTo>
                    <a:pt x="9951" y="94"/>
                    <a:pt x="9935" y="133"/>
                    <a:pt x="9907" y="208"/>
                  </a:cubicBezTo>
                  <a:cubicBezTo>
                    <a:pt x="9881" y="279"/>
                    <a:pt x="9830" y="314"/>
                    <a:pt x="9779" y="314"/>
                  </a:cubicBezTo>
                  <a:cubicBezTo>
                    <a:pt x="9722" y="314"/>
                    <a:pt x="9666" y="271"/>
                    <a:pt x="9641" y="189"/>
                  </a:cubicBezTo>
                  <a:cubicBezTo>
                    <a:pt x="9612" y="189"/>
                    <a:pt x="9582" y="157"/>
                    <a:pt x="9565" y="157"/>
                  </a:cubicBezTo>
                  <a:cubicBezTo>
                    <a:pt x="9557" y="157"/>
                    <a:pt x="9552" y="165"/>
                    <a:pt x="9553" y="192"/>
                  </a:cubicBezTo>
                  <a:lnTo>
                    <a:pt x="9503" y="117"/>
                  </a:lnTo>
                  <a:lnTo>
                    <a:pt x="9412" y="120"/>
                  </a:lnTo>
                  <a:lnTo>
                    <a:pt x="9418" y="198"/>
                  </a:lnTo>
                  <a:cubicBezTo>
                    <a:pt x="9416" y="199"/>
                    <a:pt x="9413" y="199"/>
                    <a:pt x="9410" y="199"/>
                  </a:cubicBezTo>
                  <a:cubicBezTo>
                    <a:pt x="9369" y="199"/>
                    <a:pt x="9246" y="168"/>
                    <a:pt x="9080" y="168"/>
                  </a:cubicBezTo>
                  <a:cubicBezTo>
                    <a:pt x="8987" y="168"/>
                    <a:pt x="8880" y="178"/>
                    <a:pt x="8767" y="208"/>
                  </a:cubicBezTo>
                  <a:cubicBezTo>
                    <a:pt x="8601" y="236"/>
                    <a:pt x="8441" y="289"/>
                    <a:pt x="8287" y="365"/>
                  </a:cubicBezTo>
                  <a:cubicBezTo>
                    <a:pt x="8212" y="402"/>
                    <a:pt x="8209" y="427"/>
                    <a:pt x="8246" y="452"/>
                  </a:cubicBezTo>
                  <a:cubicBezTo>
                    <a:pt x="8305" y="525"/>
                    <a:pt x="8304" y="566"/>
                    <a:pt x="8273" y="566"/>
                  </a:cubicBezTo>
                  <a:cubicBezTo>
                    <a:pt x="8249" y="566"/>
                    <a:pt x="8207" y="541"/>
                    <a:pt x="8159" y="487"/>
                  </a:cubicBezTo>
                  <a:cubicBezTo>
                    <a:pt x="8112" y="502"/>
                    <a:pt x="7996" y="477"/>
                    <a:pt x="7914" y="524"/>
                  </a:cubicBezTo>
                  <a:cubicBezTo>
                    <a:pt x="7860" y="555"/>
                    <a:pt x="7806" y="585"/>
                    <a:pt x="7764" y="585"/>
                  </a:cubicBezTo>
                  <a:cubicBezTo>
                    <a:pt x="7741" y="585"/>
                    <a:pt x="7722" y="576"/>
                    <a:pt x="7707" y="553"/>
                  </a:cubicBezTo>
                  <a:lnTo>
                    <a:pt x="7664" y="574"/>
                  </a:lnTo>
                  <a:cubicBezTo>
                    <a:pt x="7657" y="753"/>
                    <a:pt x="7460" y="910"/>
                    <a:pt x="7297" y="932"/>
                  </a:cubicBezTo>
                  <a:cubicBezTo>
                    <a:pt x="7228" y="985"/>
                    <a:pt x="7200" y="1013"/>
                    <a:pt x="7190" y="1129"/>
                  </a:cubicBezTo>
                  <a:cubicBezTo>
                    <a:pt x="7184" y="1203"/>
                    <a:pt x="7182" y="1227"/>
                    <a:pt x="7158" y="1227"/>
                  </a:cubicBezTo>
                  <a:cubicBezTo>
                    <a:pt x="7145" y="1227"/>
                    <a:pt x="7126" y="1220"/>
                    <a:pt x="7096" y="1211"/>
                  </a:cubicBezTo>
                  <a:cubicBezTo>
                    <a:pt x="7087" y="1200"/>
                    <a:pt x="7070" y="1195"/>
                    <a:pt x="7050" y="1195"/>
                  </a:cubicBezTo>
                  <a:cubicBezTo>
                    <a:pt x="7017" y="1195"/>
                    <a:pt x="6976" y="1208"/>
                    <a:pt x="6943" y="1229"/>
                  </a:cubicBezTo>
                  <a:cubicBezTo>
                    <a:pt x="6896" y="1264"/>
                    <a:pt x="6871" y="1320"/>
                    <a:pt x="6924" y="1374"/>
                  </a:cubicBezTo>
                  <a:lnTo>
                    <a:pt x="6842" y="1349"/>
                  </a:lnTo>
                  <a:cubicBezTo>
                    <a:pt x="6831" y="1345"/>
                    <a:pt x="6821" y="1343"/>
                    <a:pt x="6813" y="1343"/>
                  </a:cubicBezTo>
                  <a:cubicBezTo>
                    <a:pt x="6766" y="1343"/>
                    <a:pt x="6794" y="1410"/>
                    <a:pt x="6842" y="1458"/>
                  </a:cubicBezTo>
                  <a:cubicBezTo>
                    <a:pt x="6902" y="1514"/>
                    <a:pt x="6923" y="1548"/>
                    <a:pt x="6901" y="1548"/>
                  </a:cubicBezTo>
                  <a:cubicBezTo>
                    <a:pt x="6881" y="1548"/>
                    <a:pt x="6826" y="1521"/>
                    <a:pt x="6733" y="1458"/>
                  </a:cubicBezTo>
                  <a:cubicBezTo>
                    <a:pt x="6677" y="1405"/>
                    <a:pt x="6642" y="1386"/>
                    <a:pt x="6627" y="1386"/>
                  </a:cubicBezTo>
                  <a:cubicBezTo>
                    <a:pt x="6613" y="1386"/>
                    <a:pt x="6620" y="1406"/>
                    <a:pt x="6648" y="1433"/>
                  </a:cubicBezTo>
                  <a:cubicBezTo>
                    <a:pt x="6673" y="1504"/>
                    <a:pt x="6704" y="1570"/>
                    <a:pt x="6659" y="1570"/>
                  </a:cubicBezTo>
                  <a:cubicBezTo>
                    <a:pt x="6652" y="1570"/>
                    <a:pt x="6643" y="1568"/>
                    <a:pt x="6632" y="1565"/>
                  </a:cubicBezTo>
                  <a:lnTo>
                    <a:pt x="6632" y="1565"/>
                  </a:lnTo>
                  <a:cubicBezTo>
                    <a:pt x="6607" y="1590"/>
                    <a:pt x="6582" y="1615"/>
                    <a:pt x="6698" y="1721"/>
                  </a:cubicBezTo>
                  <a:cubicBezTo>
                    <a:pt x="6755" y="1775"/>
                    <a:pt x="6733" y="1800"/>
                    <a:pt x="6708" y="1825"/>
                  </a:cubicBezTo>
                  <a:cubicBezTo>
                    <a:pt x="6664" y="1794"/>
                    <a:pt x="6632" y="1747"/>
                    <a:pt x="6617" y="1693"/>
                  </a:cubicBezTo>
                  <a:lnTo>
                    <a:pt x="6570" y="1747"/>
                  </a:lnTo>
                  <a:cubicBezTo>
                    <a:pt x="6560" y="1757"/>
                    <a:pt x="6536" y="1763"/>
                    <a:pt x="6508" y="1763"/>
                  </a:cubicBezTo>
                  <a:cubicBezTo>
                    <a:pt x="6466" y="1763"/>
                    <a:pt x="6415" y="1750"/>
                    <a:pt x="6382" y="1718"/>
                  </a:cubicBezTo>
                  <a:cubicBezTo>
                    <a:pt x="6359" y="1711"/>
                    <a:pt x="6342" y="1707"/>
                    <a:pt x="6330" y="1707"/>
                  </a:cubicBezTo>
                  <a:cubicBezTo>
                    <a:pt x="6300" y="1707"/>
                    <a:pt x="6316" y="1734"/>
                    <a:pt x="6416" y="1794"/>
                  </a:cubicBezTo>
                  <a:cubicBezTo>
                    <a:pt x="6532" y="1897"/>
                    <a:pt x="6532" y="1897"/>
                    <a:pt x="6488" y="1944"/>
                  </a:cubicBezTo>
                  <a:cubicBezTo>
                    <a:pt x="6476" y="1958"/>
                    <a:pt x="6464" y="1971"/>
                    <a:pt x="6446" y="1971"/>
                  </a:cubicBezTo>
                  <a:cubicBezTo>
                    <a:pt x="6431" y="1971"/>
                    <a:pt x="6413" y="1963"/>
                    <a:pt x="6388" y="1941"/>
                  </a:cubicBezTo>
                  <a:cubicBezTo>
                    <a:pt x="6357" y="1913"/>
                    <a:pt x="6342" y="1900"/>
                    <a:pt x="6329" y="1900"/>
                  </a:cubicBezTo>
                  <a:cubicBezTo>
                    <a:pt x="6317" y="1900"/>
                    <a:pt x="6306" y="1912"/>
                    <a:pt x="6285" y="1935"/>
                  </a:cubicBezTo>
                  <a:cubicBezTo>
                    <a:pt x="6219" y="2007"/>
                    <a:pt x="6332" y="2223"/>
                    <a:pt x="6419" y="2354"/>
                  </a:cubicBezTo>
                  <a:cubicBezTo>
                    <a:pt x="6479" y="2412"/>
                    <a:pt x="6507" y="2440"/>
                    <a:pt x="6501" y="2440"/>
                  </a:cubicBezTo>
                  <a:cubicBezTo>
                    <a:pt x="6495" y="2440"/>
                    <a:pt x="6461" y="2418"/>
                    <a:pt x="6397" y="2376"/>
                  </a:cubicBezTo>
                  <a:cubicBezTo>
                    <a:pt x="6371" y="2351"/>
                    <a:pt x="6353" y="2343"/>
                    <a:pt x="6339" y="2343"/>
                  </a:cubicBezTo>
                  <a:cubicBezTo>
                    <a:pt x="6323" y="2343"/>
                    <a:pt x="6312" y="2354"/>
                    <a:pt x="6300" y="2364"/>
                  </a:cubicBezTo>
                  <a:cubicBezTo>
                    <a:pt x="6244" y="2311"/>
                    <a:pt x="6266" y="2289"/>
                    <a:pt x="6285" y="2267"/>
                  </a:cubicBezTo>
                  <a:lnTo>
                    <a:pt x="6231" y="2213"/>
                  </a:lnTo>
                  <a:cubicBezTo>
                    <a:pt x="6177" y="2178"/>
                    <a:pt x="6141" y="2160"/>
                    <a:pt x="6124" y="2160"/>
                  </a:cubicBezTo>
                  <a:cubicBezTo>
                    <a:pt x="6099" y="2160"/>
                    <a:pt x="6115" y="2198"/>
                    <a:pt x="6169" y="2276"/>
                  </a:cubicBezTo>
                  <a:cubicBezTo>
                    <a:pt x="6189" y="2321"/>
                    <a:pt x="6198" y="2340"/>
                    <a:pt x="6185" y="2340"/>
                  </a:cubicBezTo>
                  <a:cubicBezTo>
                    <a:pt x="6176" y="2340"/>
                    <a:pt x="6158" y="2332"/>
                    <a:pt x="6128" y="2317"/>
                  </a:cubicBezTo>
                  <a:cubicBezTo>
                    <a:pt x="6079" y="2293"/>
                    <a:pt x="6031" y="2267"/>
                    <a:pt x="6018" y="2267"/>
                  </a:cubicBezTo>
                  <a:cubicBezTo>
                    <a:pt x="6010" y="2267"/>
                    <a:pt x="6014" y="2275"/>
                    <a:pt x="6034" y="2295"/>
                  </a:cubicBezTo>
                  <a:cubicBezTo>
                    <a:pt x="6034" y="2295"/>
                    <a:pt x="6018" y="2309"/>
                    <a:pt x="5988" y="2309"/>
                  </a:cubicBezTo>
                  <a:cubicBezTo>
                    <a:pt x="5970" y="2309"/>
                    <a:pt x="5948" y="2304"/>
                    <a:pt x="5921" y="2289"/>
                  </a:cubicBezTo>
                  <a:cubicBezTo>
                    <a:pt x="5884" y="2320"/>
                    <a:pt x="5865" y="2339"/>
                    <a:pt x="5918" y="2398"/>
                  </a:cubicBezTo>
                  <a:cubicBezTo>
                    <a:pt x="5968" y="2455"/>
                    <a:pt x="5949" y="2474"/>
                    <a:pt x="5927" y="2489"/>
                  </a:cubicBezTo>
                  <a:cubicBezTo>
                    <a:pt x="5909" y="2505"/>
                    <a:pt x="5890" y="2517"/>
                    <a:pt x="5937" y="2580"/>
                  </a:cubicBezTo>
                  <a:cubicBezTo>
                    <a:pt x="5987" y="2640"/>
                    <a:pt x="6015" y="2715"/>
                    <a:pt x="5971" y="2746"/>
                  </a:cubicBezTo>
                  <a:cubicBezTo>
                    <a:pt x="5974" y="2791"/>
                    <a:pt x="5975" y="2815"/>
                    <a:pt x="5963" y="2815"/>
                  </a:cubicBezTo>
                  <a:cubicBezTo>
                    <a:pt x="5950" y="2815"/>
                    <a:pt x="5922" y="2786"/>
                    <a:pt x="5865" y="2727"/>
                  </a:cubicBezTo>
                  <a:cubicBezTo>
                    <a:pt x="5840" y="2692"/>
                    <a:pt x="5822" y="2681"/>
                    <a:pt x="5808" y="2681"/>
                  </a:cubicBezTo>
                  <a:cubicBezTo>
                    <a:pt x="5797" y="2681"/>
                    <a:pt x="5788" y="2688"/>
                    <a:pt x="5780" y="2693"/>
                  </a:cubicBezTo>
                  <a:cubicBezTo>
                    <a:pt x="5780" y="2693"/>
                    <a:pt x="5779" y="2694"/>
                    <a:pt x="5776" y="2694"/>
                  </a:cubicBezTo>
                  <a:cubicBezTo>
                    <a:pt x="5768" y="2694"/>
                    <a:pt x="5746" y="2688"/>
                    <a:pt x="5699" y="2646"/>
                  </a:cubicBezTo>
                  <a:cubicBezTo>
                    <a:pt x="5683" y="2631"/>
                    <a:pt x="5674" y="2625"/>
                    <a:pt x="5671" y="2625"/>
                  </a:cubicBezTo>
                  <a:lnTo>
                    <a:pt x="5671" y="2625"/>
                  </a:lnTo>
                  <a:cubicBezTo>
                    <a:pt x="5661" y="2625"/>
                    <a:pt x="5691" y="2674"/>
                    <a:pt x="5721" y="2724"/>
                  </a:cubicBezTo>
                  <a:cubicBezTo>
                    <a:pt x="5761" y="2790"/>
                    <a:pt x="5802" y="2856"/>
                    <a:pt x="5802" y="2856"/>
                  </a:cubicBezTo>
                  <a:cubicBezTo>
                    <a:pt x="5801" y="2856"/>
                    <a:pt x="5800" y="2857"/>
                    <a:pt x="5798" y="2857"/>
                  </a:cubicBezTo>
                  <a:cubicBezTo>
                    <a:pt x="5771" y="2857"/>
                    <a:pt x="5678" y="2743"/>
                    <a:pt x="5642" y="2677"/>
                  </a:cubicBezTo>
                  <a:cubicBezTo>
                    <a:pt x="5596" y="2615"/>
                    <a:pt x="5572" y="2583"/>
                    <a:pt x="5569" y="2583"/>
                  </a:cubicBezTo>
                  <a:lnTo>
                    <a:pt x="5569" y="2583"/>
                  </a:lnTo>
                  <a:cubicBezTo>
                    <a:pt x="5567" y="2583"/>
                    <a:pt x="5585" y="2617"/>
                    <a:pt x="5623" y="2687"/>
                  </a:cubicBezTo>
                  <a:cubicBezTo>
                    <a:pt x="5656" y="2741"/>
                    <a:pt x="5672" y="2801"/>
                    <a:pt x="5641" y="2801"/>
                  </a:cubicBezTo>
                  <a:cubicBezTo>
                    <a:pt x="5632" y="2801"/>
                    <a:pt x="5621" y="2797"/>
                    <a:pt x="5605" y="2787"/>
                  </a:cubicBezTo>
                  <a:cubicBezTo>
                    <a:pt x="5589" y="2797"/>
                    <a:pt x="5573" y="2804"/>
                    <a:pt x="5556" y="2804"/>
                  </a:cubicBezTo>
                  <a:cubicBezTo>
                    <a:pt x="5533" y="2804"/>
                    <a:pt x="5510" y="2790"/>
                    <a:pt x="5492" y="2749"/>
                  </a:cubicBezTo>
                  <a:cubicBezTo>
                    <a:pt x="5477" y="2730"/>
                    <a:pt x="5468" y="2723"/>
                    <a:pt x="5462" y="2723"/>
                  </a:cubicBezTo>
                  <a:cubicBezTo>
                    <a:pt x="5448" y="2723"/>
                    <a:pt x="5454" y="2762"/>
                    <a:pt x="5454" y="2762"/>
                  </a:cubicBezTo>
                  <a:cubicBezTo>
                    <a:pt x="5462" y="2808"/>
                    <a:pt x="5456" y="2830"/>
                    <a:pt x="5433" y="2830"/>
                  </a:cubicBezTo>
                  <a:cubicBezTo>
                    <a:pt x="5417" y="2830"/>
                    <a:pt x="5393" y="2820"/>
                    <a:pt x="5360" y="2799"/>
                  </a:cubicBezTo>
                  <a:cubicBezTo>
                    <a:pt x="5290" y="2737"/>
                    <a:pt x="5255" y="2703"/>
                    <a:pt x="5243" y="2703"/>
                  </a:cubicBezTo>
                  <a:cubicBezTo>
                    <a:pt x="5230" y="2703"/>
                    <a:pt x="5241" y="2740"/>
                    <a:pt x="5260" y="2818"/>
                  </a:cubicBezTo>
                  <a:cubicBezTo>
                    <a:pt x="5271" y="2862"/>
                    <a:pt x="5281" y="2906"/>
                    <a:pt x="5276" y="2906"/>
                  </a:cubicBezTo>
                  <a:cubicBezTo>
                    <a:pt x="5273" y="2906"/>
                    <a:pt x="5262" y="2883"/>
                    <a:pt x="5238" y="2821"/>
                  </a:cubicBezTo>
                  <a:cubicBezTo>
                    <a:pt x="5228" y="2802"/>
                    <a:pt x="5220" y="2794"/>
                    <a:pt x="5214" y="2794"/>
                  </a:cubicBezTo>
                  <a:cubicBezTo>
                    <a:pt x="5198" y="2794"/>
                    <a:pt x="5193" y="2854"/>
                    <a:pt x="5172" y="2915"/>
                  </a:cubicBezTo>
                  <a:cubicBezTo>
                    <a:pt x="5172" y="3022"/>
                    <a:pt x="5182" y="3125"/>
                    <a:pt x="5200" y="3229"/>
                  </a:cubicBezTo>
                  <a:cubicBezTo>
                    <a:pt x="5215" y="3321"/>
                    <a:pt x="5221" y="3360"/>
                    <a:pt x="5209" y="3360"/>
                  </a:cubicBezTo>
                  <a:cubicBezTo>
                    <a:pt x="5200" y="3360"/>
                    <a:pt x="5184" y="3343"/>
                    <a:pt x="5156" y="3313"/>
                  </a:cubicBezTo>
                  <a:cubicBezTo>
                    <a:pt x="5128" y="3313"/>
                    <a:pt x="5094" y="3238"/>
                    <a:pt x="5084" y="3160"/>
                  </a:cubicBezTo>
                  <a:cubicBezTo>
                    <a:pt x="5075" y="3085"/>
                    <a:pt x="5100" y="3082"/>
                    <a:pt x="5100" y="3082"/>
                  </a:cubicBezTo>
                  <a:lnTo>
                    <a:pt x="5128" y="3082"/>
                  </a:lnTo>
                  <a:cubicBezTo>
                    <a:pt x="5116" y="3003"/>
                    <a:pt x="5106" y="2928"/>
                    <a:pt x="5059" y="2928"/>
                  </a:cubicBezTo>
                  <a:cubicBezTo>
                    <a:pt x="5044" y="2890"/>
                    <a:pt x="5031" y="2871"/>
                    <a:pt x="5022" y="2871"/>
                  </a:cubicBezTo>
                  <a:cubicBezTo>
                    <a:pt x="5013" y="2871"/>
                    <a:pt x="5009" y="2891"/>
                    <a:pt x="5012" y="2931"/>
                  </a:cubicBezTo>
                  <a:cubicBezTo>
                    <a:pt x="5002" y="2885"/>
                    <a:pt x="4961" y="2853"/>
                    <a:pt x="4915" y="2853"/>
                  </a:cubicBezTo>
                  <a:cubicBezTo>
                    <a:pt x="4908" y="2853"/>
                    <a:pt x="4901" y="2854"/>
                    <a:pt x="4893" y="2856"/>
                  </a:cubicBezTo>
                  <a:cubicBezTo>
                    <a:pt x="4883" y="2859"/>
                    <a:pt x="4873" y="2861"/>
                    <a:pt x="4863" y="2861"/>
                  </a:cubicBezTo>
                  <a:cubicBezTo>
                    <a:pt x="4814" y="2861"/>
                    <a:pt x="4769" y="2824"/>
                    <a:pt x="4762" y="2774"/>
                  </a:cubicBezTo>
                  <a:cubicBezTo>
                    <a:pt x="4753" y="2774"/>
                    <a:pt x="4745" y="2773"/>
                    <a:pt x="4739" y="2773"/>
                  </a:cubicBezTo>
                  <a:cubicBezTo>
                    <a:pt x="4711" y="2773"/>
                    <a:pt x="4698" y="2784"/>
                    <a:pt x="4693" y="2846"/>
                  </a:cubicBezTo>
                  <a:cubicBezTo>
                    <a:pt x="4685" y="2936"/>
                    <a:pt x="4674" y="2973"/>
                    <a:pt x="4667" y="2973"/>
                  </a:cubicBezTo>
                  <a:cubicBezTo>
                    <a:pt x="4662" y="2973"/>
                    <a:pt x="4659" y="2954"/>
                    <a:pt x="4661" y="2922"/>
                  </a:cubicBezTo>
                  <a:cubicBezTo>
                    <a:pt x="4658" y="2837"/>
                    <a:pt x="4580" y="2787"/>
                    <a:pt x="4520" y="2746"/>
                  </a:cubicBezTo>
                  <a:cubicBezTo>
                    <a:pt x="4496" y="2730"/>
                    <a:pt x="4471" y="2721"/>
                    <a:pt x="4447" y="2721"/>
                  </a:cubicBezTo>
                  <a:cubicBezTo>
                    <a:pt x="4412" y="2721"/>
                    <a:pt x="4379" y="2741"/>
                    <a:pt x="4360" y="2784"/>
                  </a:cubicBezTo>
                  <a:cubicBezTo>
                    <a:pt x="4345" y="2781"/>
                    <a:pt x="4332" y="2778"/>
                    <a:pt x="4320" y="2774"/>
                  </a:cubicBezTo>
                  <a:cubicBezTo>
                    <a:pt x="4311" y="2711"/>
                    <a:pt x="4265" y="2672"/>
                    <a:pt x="4219" y="2672"/>
                  </a:cubicBezTo>
                  <a:cubicBezTo>
                    <a:pt x="4197" y="2672"/>
                    <a:pt x="4174" y="2682"/>
                    <a:pt x="4157" y="2702"/>
                  </a:cubicBezTo>
                  <a:cubicBezTo>
                    <a:pt x="4138" y="2696"/>
                    <a:pt x="4119" y="2687"/>
                    <a:pt x="4104" y="2674"/>
                  </a:cubicBezTo>
                  <a:cubicBezTo>
                    <a:pt x="4105" y="2620"/>
                    <a:pt x="4101" y="2595"/>
                    <a:pt x="4085" y="2595"/>
                  </a:cubicBezTo>
                  <a:cubicBezTo>
                    <a:pt x="4074" y="2595"/>
                    <a:pt x="4058" y="2607"/>
                    <a:pt x="4035" y="2630"/>
                  </a:cubicBezTo>
                  <a:cubicBezTo>
                    <a:pt x="3995" y="2670"/>
                    <a:pt x="3961" y="2714"/>
                    <a:pt x="3959" y="2714"/>
                  </a:cubicBezTo>
                  <a:cubicBezTo>
                    <a:pt x="3958" y="2714"/>
                    <a:pt x="3963" y="2706"/>
                    <a:pt x="3975" y="2687"/>
                  </a:cubicBezTo>
                  <a:cubicBezTo>
                    <a:pt x="4016" y="2615"/>
                    <a:pt x="3981" y="2608"/>
                    <a:pt x="3909" y="2546"/>
                  </a:cubicBezTo>
                  <a:cubicBezTo>
                    <a:pt x="3877" y="2519"/>
                    <a:pt x="3860" y="2505"/>
                    <a:pt x="3848" y="2505"/>
                  </a:cubicBezTo>
                  <a:cubicBezTo>
                    <a:pt x="3834" y="2505"/>
                    <a:pt x="3826" y="2524"/>
                    <a:pt x="3809" y="2564"/>
                  </a:cubicBezTo>
                  <a:cubicBezTo>
                    <a:pt x="3806" y="2565"/>
                    <a:pt x="3803" y="2565"/>
                    <a:pt x="3800" y="2565"/>
                  </a:cubicBezTo>
                  <a:cubicBezTo>
                    <a:pt x="3689" y="2565"/>
                    <a:pt x="3735" y="2507"/>
                    <a:pt x="3784" y="2448"/>
                  </a:cubicBezTo>
                  <a:cubicBezTo>
                    <a:pt x="3843" y="2395"/>
                    <a:pt x="3865" y="2362"/>
                    <a:pt x="3849" y="2362"/>
                  </a:cubicBezTo>
                  <a:cubicBezTo>
                    <a:pt x="3834" y="2362"/>
                    <a:pt x="3782" y="2395"/>
                    <a:pt x="3696" y="2474"/>
                  </a:cubicBezTo>
                  <a:cubicBezTo>
                    <a:pt x="3643" y="2517"/>
                    <a:pt x="3605" y="2533"/>
                    <a:pt x="3584" y="2533"/>
                  </a:cubicBezTo>
                  <a:cubicBezTo>
                    <a:pt x="3557" y="2533"/>
                    <a:pt x="3557" y="2507"/>
                    <a:pt x="3586" y="2474"/>
                  </a:cubicBezTo>
                  <a:cubicBezTo>
                    <a:pt x="3613" y="2445"/>
                    <a:pt x="3631" y="2436"/>
                    <a:pt x="3645" y="2436"/>
                  </a:cubicBezTo>
                  <a:cubicBezTo>
                    <a:pt x="3659" y="2436"/>
                    <a:pt x="3668" y="2445"/>
                    <a:pt x="3677" y="2455"/>
                  </a:cubicBezTo>
                  <a:lnTo>
                    <a:pt x="3781" y="2336"/>
                  </a:lnTo>
                  <a:cubicBezTo>
                    <a:pt x="3774" y="2330"/>
                    <a:pt x="3769" y="2326"/>
                    <a:pt x="3762" y="2326"/>
                  </a:cubicBezTo>
                  <a:cubicBezTo>
                    <a:pt x="3752" y="2326"/>
                    <a:pt x="3736" y="2336"/>
                    <a:pt x="3693" y="2361"/>
                  </a:cubicBezTo>
                  <a:cubicBezTo>
                    <a:pt x="3693" y="2361"/>
                    <a:pt x="3688" y="2356"/>
                    <a:pt x="3675" y="2356"/>
                  </a:cubicBezTo>
                  <a:cubicBezTo>
                    <a:pt x="3661" y="2356"/>
                    <a:pt x="3638" y="2361"/>
                    <a:pt x="3602" y="2380"/>
                  </a:cubicBezTo>
                  <a:cubicBezTo>
                    <a:pt x="3530" y="2417"/>
                    <a:pt x="3474" y="2477"/>
                    <a:pt x="3442" y="2552"/>
                  </a:cubicBezTo>
                  <a:cubicBezTo>
                    <a:pt x="3423" y="2593"/>
                    <a:pt x="3409" y="2606"/>
                    <a:pt x="3396" y="2606"/>
                  </a:cubicBezTo>
                  <a:cubicBezTo>
                    <a:pt x="3386" y="2606"/>
                    <a:pt x="3377" y="2598"/>
                    <a:pt x="3367" y="2590"/>
                  </a:cubicBezTo>
                  <a:cubicBezTo>
                    <a:pt x="3376" y="2505"/>
                    <a:pt x="3430" y="2433"/>
                    <a:pt x="3508" y="2401"/>
                  </a:cubicBezTo>
                  <a:cubicBezTo>
                    <a:pt x="3511" y="2404"/>
                    <a:pt x="3515" y="2405"/>
                    <a:pt x="3519" y="2405"/>
                  </a:cubicBezTo>
                  <a:cubicBezTo>
                    <a:pt x="3544" y="2405"/>
                    <a:pt x="3590" y="2356"/>
                    <a:pt x="3637" y="2307"/>
                  </a:cubicBezTo>
                  <a:cubicBezTo>
                    <a:pt x="3655" y="2285"/>
                    <a:pt x="3642" y="2275"/>
                    <a:pt x="3611" y="2275"/>
                  </a:cubicBezTo>
                  <a:cubicBezTo>
                    <a:pt x="3599" y="2275"/>
                    <a:pt x="3584" y="2277"/>
                    <a:pt x="3568" y="2279"/>
                  </a:cubicBezTo>
                  <a:cubicBezTo>
                    <a:pt x="3489" y="2286"/>
                    <a:pt x="3417" y="2311"/>
                    <a:pt x="3351" y="2351"/>
                  </a:cubicBezTo>
                  <a:lnTo>
                    <a:pt x="3408" y="2295"/>
                  </a:lnTo>
                  <a:cubicBezTo>
                    <a:pt x="3464" y="2242"/>
                    <a:pt x="3423" y="2198"/>
                    <a:pt x="3386" y="2154"/>
                  </a:cubicBezTo>
                  <a:cubicBezTo>
                    <a:pt x="3362" y="2130"/>
                    <a:pt x="3345" y="2112"/>
                    <a:pt x="3324" y="2112"/>
                  </a:cubicBezTo>
                  <a:cubicBezTo>
                    <a:pt x="3309" y="2112"/>
                    <a:pt x="3291" y="2121"/>
                    <a:pt x="3267" y="2141"/>
                  </a:cubicBezTo>
                  <a:cubicBezTo>
                    <a:pt x="3220" y="2185"/>
                    <a:pt x="3172" y="2229"/>
                    <a:pt x="3144" y="2229"/>
                  </a:cubicBezTo>
                  <a:cubicBezTo>
                    <a:pt x="3138" y="2229"/>
                    <a:pt x="3133" y="2227"/>
                    <a:pt x="3129" y="2223"/>
                  </a:cubicBezTo>
                  <a:lnTo>
                    <a:pt x="3129" y="2223"/>
                  </a:lnTo>
                  <a:cubicBezTo>
                    <a:pt x="3151" y="2248"/>
                    <a:pt x="3094" y="2301"/>
                    <a:pt x="3038" y="2351"/>
                  </a:cubicBezTo>
                  <a:cubicBezTo>
                    <a:pt x="3044" y="2292"/>
                    <a:pt x="3063" y="2232"/>
                    <a:pt x="3088" y="2173"/>
                  </a:cubicBezTo>
                  <a:cubicBezTo>
                    <a:pt x="3160" y="2019"/>
                    <a:pt x="3179" y="1922"/>
                    <a:pt x="3088" y="1819"/>
                  </a:cubicBezTo>
                  <a:cubicBezTo>
                    <a:pt x="3041" y="1765"/>
                    <a:pt x="2972" y="1687"/>
                    <a:pt x="3007" y="1606"/>
                  </a:cubicBezTo>
                  <a:cubicBezTo>
                    <a:pt x="2979" y="1574"/>
                    <a:pt x="2959" y="1552"/>
                    <a:pt x="2934" y="1552"/>
                  </a:cubicBezTo>
                  <a:cubicBezTo>
                    <a:pt x="2918" y="1552"/>
                    <a:pt x="2901" y="1560"/>
                    <a:pt x="2878" y="1580"/>
                  </a:cubicBezTo>
                  <a:lnTo>
                    <a:pt x="2828" y="1524"/>
                  </a:lnTo>
                  <a:cubicBezTo>
                    <a:pt x="2851" y="1465"/>
                    <a:pt x="2829" y="1419"/>
                    <a:pt x="2793" y="1419"/>
                  </a:cubicBezTo>
                  <a:cubicBezTo>
                    <a:pt x="2780" y="1419"/>
                    <a:pt x="2765" y="1425"/>
                    <a:pt x="2750" y="1439"/>
                  </a:cubicBezTo>
                  <a:cubicBezTo>
                    <a:pt x="2738" y="1443"/>
                    <a:pt x="2729" y="1445"/>
                    <a:pt x="2722" y="1445"/>
                  </a:cubicBezTo>
                  <a:cubicBezTo>
                    <a:pt x="2675" y="1445"/>
                    <a:pt x="2693" y="1379"/>
                    <a:pt x="2671" y="1355"/>
                  </a:cubicBezTo>
                  <a:cubicBezTo>
                    <a:pt x="2700" y="1275"/>
                    <a:pt x="2715" y="1234"/>
                    <a:pt x="2707" y="1234"/>
                  </a:cubicBezTo>
                  <a:lnTo>
                    <a:pt x="2707" y="1234"/>
                  </a:lnTo>
                  <a:cubicBezTo>
                    <a:pt x="2698" y="1234"/>
                    <a:pt x="2663" y="1282"/>
                    <a:pt x="2590" y="1383"/>
                  </a:cubicBezTo>
                  <a:cubicBezTo>
                    <a:pt x="2537" y="1439"/>
                    <a:pt x="2530" y="1549"/>
                    <a:pt x="2555" y="1574"/>
                  </a:cubicBezTo>
                  <a:lnTo>
                    <a:pt x="2631" y="1656"/>
                  </a:lnTo>
                  <a:lnTo>
                    <a:pt x="2499" y="1631"/>
                  </a:lnTo>
                  <a:cubicBezTo>
                    <a:pt x="2489" y="1619"/>
                    <a:pt x="2466" y="1613"/>
                    <a:pt x="2439" y="1613"/>
                  </a:cubicBezTo>
                  <a:cubicBezTo>
                    <a:pt x="2398" y="1613"/>
                    <a:pt x="2348" y="1627"/>
                    <a:pt x="2314" y="1659"/>
                  </a:cubicBezTo>
                  <a:cubicBezTo>
                    <a:pt x="2314" y="1659"/>
                    <a:pt x="2278" y="1697"/>
                    <a:pt x="2250" y="1697"/>
                  </a:cubicBezTo>
                  <a:cubicBezTo>
                    <a:pt x="2244" y="1697"/>
                    <a:pt x="2238" y="1695"/>
                    <a:pt x="2233" y="1690"/>
                  </a:cubicBezTo>
                  <a:lnTo>
                    <a:pt x="2342" y="1577"/>
                  </a:lnTo>
                  <a:cubicBezTo>
                    <a:pt x="2418" y="1546"/>
                    <a:pt x="2483" y="1499"/>
                    <a:pt x="2533" y="1439"/>
                  </a:cubicBezTo>
                  <a:cubicBezTo>
                    <a:pt x="2599" y="1337"/>
                    <a:pt x="2593" y="1231"/>
                    <a:pt x="2542" y="1231"/>
                  </a:cubicBezTo>
                  <a:cubicBezTo>
                    <a:pt x="2524" y="1231"/>
                    <a:pt x="2501" y="1244"/>
                    <a:pt x="2474" y="1273"/>
                  </a:cubicBezTo>
                  <a:cubicBezTo>
                    <a:pt x="2446" y="1245"/>
                    <a:pt x="2446" y="1245"/>
                    <a:pt x="2468" y="1157"/>
                  </a:cubicBezTo>
                  <a:cubicBezTo>
                    <a:pt x="2497" y="1127"/>
                    <a:pt x="2501" y="1104"/>
                    <a:pt x="2477" y="1104"/>
                  </a:cubicBezTo>
                  <a:cubicBezTo>
                    <a:pt x="2457" y="1104"/>
                    <a:pt x="2418" y="1120"/>
                    <a:pt x="2358" y="1161"/>
                  </a:cubicBezTo>
                  <a:cubicBezTo>
                    <a:pt x="2306" y="1194"/>
                    <a:pt x="2271" y="1211"/>
                    <a:pt x="2250" y="1211"/>
                  </a:cubicBezTo>
                  <a:cubicBezTo>
                    <a:pt x="2218" y="1211"/>
                    <a:pt x="2225" y="1168"/>
                    <a:pt x="2267" y="1079"/>
                  </a:cubicBezTo>
                  <a:cubicBezTo>
                    <a:pt x="2295" y="938"/>
                    <a:pt x="2205" y="838"/>
                    <a:pt x="2146" y="838"/>
                  </a:cubicBezTo>
                  <a:cubicBezTo>
                    <a:pt x="2132" y="838"/>
                    <a:pt x="2119" y="844"/>
                    <a:pt x="2110" y="857"/>
                  </a:cubicBezTo>
                  <a:cubicBezTo>
                    <a:pt x="2075" y="903"/>
                    <a:pt x="2039" y="922"/>
                    <a:pt x="2008" y="922"/>
                  </a:cubicBezTo>
                  <a:cubicBezTo>
                    <a:pt x="1956" y="922"/>
                    <a:pt x="1918" y="870"/>
                    <a:pt x="1922" y="813"/>
                  </a:cubicBezTo>
                  <a:cubicBezTo>
                    <a:pt x="1927" y="753"/>
                    <a:pt x="1909" y="723"/>
                    <a:pt x="1872" y="723"/>
                  </a:cubicBezTo>
                  <a:cubicBezTo>
                    <a:pt x="1855" y="723"/>
                    <a:pt x="1833" y="730"/>
                    <a:pt x="1806" y="744"/>
                  </a:cubicBezTo>
                  <a:cubicBezTo>
                    <a:pt x="1842" y="687"/>
                    <a:pt x="1849" y="616"/>
                    <a:pt x="1805" y="616"/>
                  </a:cubicBezTo>
                  <a:cubicBezTo>
                    <a:pt x="1796" y="616"/>
                    <a:pt x="1784" y="620"/>
                    <a:pt x="1769" y="628"/>
                  </a:cubicBezTo>
                  <a:cubicBezTo>
                    <a:pt x="1769" y="628"/>
                    <a:pt x="1765" y="625"/>
                    <a:pt x="1759" y="625"/>
                  </a:cubicBezTo>
                  <a:cubicBezTo>
                    <a:pt x="1747" y="625"/>
                    <a:pt x="1729" y="635"/>
                    <a:pt x="1731" y="697"/>
                  </a:cubicBezTo>
                  <a:lnTo>
                    <a:pt x="1578" y="788"/>
                  </a:lnTo>
                  <a:cubicBezTo>
                    <a:pt x="1615" y="810"/>
                    <a:pt x="1578" y="875"/>
                    <a:pt x="1537" y="944"/>
                  </a:cubicBezTo>
                  <a:cubicBezTo>
                    <a:pt x="1530" y="955"/>
                    <a:pt x="1522" y="961"/>
                    <a:pt x="1514" y="961"/>
                  </a:cubicBezTo>
                  <a:cubicBezTo>
                    <a:pt x="1469" y="961"/>
                    <a:pt x="1407" y="820"/>
                    <a:pt x="1415" y="615"/>
                  </a:cubicBezTo>
                  <a:lnTo>
                    <a:pt x="1393" y="437"/>
                  </a:lnTo>
                  <a:cubicBezTo>
                    <a:pt x="1361" y="509"/>
                    <a:pt x="1333" y="581"/>
                    <a:pt x="1333" y="581"/>
                  </a:cubicBezTo>
                  <a:cubicBezTo>
                    <a:pt x="1289" y="562"/>
                    <a:pt x="1249" y="546"/>
                    <a:pt x="1277" y="474"/>
                  </a:cubicBezTo>
                  <a:cubicBezTo>
                    <a:pt x="1305" y="399"/>
                    <a:pt x="1305" y="399"/>
                    <a:pt x="1261" y="383"/>
                  </a:cubicBezTo>
                  <a:cubicBezTo>
                    <a:pt x="1261" y="383"/>
                    <a:pt x="1256" y="381"/>
                    <a:pt x="1248" y="381"/>
                  </a:cubicBezTo>
                  <a:cubicBezTo>
                    <a:pt x="1233" y="381"/>
                    <a:pt x="1209" y="389"/>
                    <a:pt x="1192" y="437"/>
                  </a:cubicBezTo>
                  <a:cubicBezTo>
                    <a:pt x="1162" y="520"/>
                    <a:pt x="1149" y="556"/>
                    <a:pt x="1141" y="556"/>
                  </a:cubicBezTo>
                  <a:cubicBezTo>
                    <a:pt x="1134" y="556"/>
                    <a:pt x="1130" y="534"/>
                    <a:pt x="1123" y="496"/>
                  </a:cubicBezTo>
                  <a:cubicBezTo>
                    <a:pt x="1127" y="403"/>
                    <a:pt x="1114" y="357"/>
                    <a:pt x="1088" y="357"/>
                  </a:cubicBezTo>
                  <a:cubicBezTo>
                    <a:pt x="1066" y="357"/>
                    <a:pt x="1034" y="389"/>
                    <a:pt x="995" y="452"/>
                  </a:cubicBezTo>
                  <a:cubicBezTo>
                    <a:pt x="972" y="526"/>
                    <a:pt x="961" y="564"/>
                    <a:pt x="955" y="564"/>
                  </a:cubicBezTo>
                  <a:cubicBezTo>
                    <a:pt x="950" y="564"/>
                    <a:pt x="951" y="524"/>
                    <a:pt x="951" y="443"/>
                  </a:cubicBezTo>
                  <a:cubicBezTo>
                    <a:pt x="973" y="368"/>
                    <a:pt x="948" y="280"/>
                    <a:pt x="901" y="267"/>
                  </a:cubicBezTo>
                  <a:lnTo>
                    <a:pt x="882" y="343"/>
                  </a:lnTo>
                  <a:cubicBezTo>
                    <a:pt x="861" y="427"/>
                    <a:pt x="840" y="461"/>
                    <a:pt x="820" y="461"/>
                  </a:cubicBezTo>
                  <a:cubicBezTo>
                    <a:pt x="804" y="461"/>
                    <a:pt x="788" y="437"/>
                    <a:pt x="775" y="399"/>
                  </a:cubicBezTo>
                  <a:cubicBezTo>
                    <a:pt x="786" y="355"/>
                    <a:pt x="775" y="333"/>
                    <a:pt x="743" y="333"/>
                  </a:cubicBezTo>
                  <a:cubicBezTo>
                    <a:pt x="720" y="333"/>
                    <a:pt x="687" y="344"/>
                    <a:pt x="644" y="368"/>
                  </a:cubicBezTo>
                  <a:cubicBezTo>
                    <a:pt x="556" y="346"/>
                    <a:pt x="515" y="346"/>
                    <a:pt x="525" y="267"/>
                  </a:cubicBezTo>
                  <a:cubicBezTo>
                    <a:pt x="536" y="189"/>
                    <a:pt x="541" y="150"/>
                    <a:pt x="535" y="150"/>
                  </a:cubicBezTo>
                  <a:lnTo>
                    <a:pt x="535" y="150"/>
                  </a:lnTo>
                  <a:cubicBezTo>
                    <a:pt x="530" y="150"/>
                    <a:pt x="513" y="187"/>
                    <a:pt x="481" y="261"/>
                  </a:cubicBezTo>
                  <a:cubicBezTo>
                    <a:pt x="455" y="298"/>
                    <a:pt x="442" y="316"/>
                    <a:pt x="427" y="316"/>
                  </a:cubicBezTo>
                  <a:cubicBezTo>
                    <a:pt x="411" y="316"/>
                    <a:pt x="391" y="295"/>
                    <a:pt x="349" y="252"/>
                  </a:cubicBezTo>
                  <a:cubicBezTo>
                    <a:pt x="330" y="209"/>
                    <a:pt x="320" y="188"/>
                    <a:pt x="309" y="188"/>
                  </a:cubicBezTo>
                  <a:cubicBezTo>
                    <a:pt x="298" y="188"/>
                    <a:pt x="286" y="206"/>
                    <a:pt x="261" y="242"/>
                  </a:cubicBezTo>
                  <a:cubicBezTo>
                    <a:pt x="249" y="399"/>
                    <a:pt x="246" y="477"/>
                    <a:pt x="287" y="480"/>
                  </a:cubicBezTo>
                  <a:cubicBezTo>
                    <a:pt x="327" y="484"/>
                    <a:pt x="327" y="484"/>
                    <a:pt x="321" y="562"/>
                  </a:cubicBezTo>
                  <a:lnTo>
                    <a:pt x="240" y="556"/>
                  </a:lnTo>
                  <a:cubicBezTo>
                    <a:pt x="230" y="555"/>
                    <a:pt x="220" y="554"/>
                    <a:pt x="210" y="554"/>
                  </a:cubicBezTo>
                  <a:cubicBezTo>
                    <a:pt x="177" y="554"/>
                    <a:pt x="139" y="563"/>
                    <a:pt x="77" y="618"/>
                  </a:cubicBezTo>
                  <a:cubicBezTo>
                    <a:pt x="12" y="677"/>
                    <a:pt x="1" y="794"/>
                    <a:pt x="40" y="794"/>
                  </a:cubicBezTo>
                  <a:cubicBezTo>
                    <a:pt x="49" y="794"/>
                    <a:pt x="60" y="788"/>
                    <a:pt x="73" y="775"/>
                  </a:cubicBezTo>
                  <a:lnTo>
                    <a:pt x="108" y="857"/>
                  </a:lnTo>
                  <a:cubicBezTo>
                    <a:pt x="105" y="976"/>
                    <a:pt x="120" y="1036"/>
                    <a:pt x="138" y="1036"/>
                  </a:cubicBezTo>
                  <a:cubicBezTo>
                    <a:pt x="155" y="1036"/>
                    <a:pt x="175" y="979"/>
                    <a:pt x="183" y="863"/>
                  </a:cubicBezTo>
                  <a:cubicBezTo>
                    <a:pt x="190" y="734"/>
                    <a:pt x="193" y="676"/>
                    <a:pt x="199" y="676"/>
                  </a:cubicBezTo>
                  <a:cubicBezTo>
                    <a:pt x="204" y="676"/>
                    <a:pt x="211" y="715"/>
                    <a:pt x="224" y="788"/>
                  </a:cubicBezTo>
                  <a:cubicBezTo>
                    <a:pt x="214" y="944"/>
                    <a:pt x="249" y="947"/>
                    <a:pt x="287" y="951"/>
                  </a:cubicBezTo>
                  <a:cubicBezTo>
                    <a:pt x="321" y="954"/>
                    <a:pt x="321" y="954"/>
                    <a:pt x="315" y="1032"/>
                  </a:cubicBezTo>
                  <a:cubicBezTo>
                    <a:pt x="305" y="1110"/>
                    <a:pt x="330" y="1189"/>
                    <a:pt x="365" y="1192"/>
                  </a:cubicBezTo>
                  <a:cubicBezTo>
                    <a:pt x="370" y="1192"/>
                    <a:pt x="374" y="1193"/>
                    <a:pt x="378" y="1193"/>
                  </a:cubicBezTo>
                  <a:cubicBezTo>
                    <a:pt x="397" y="1193"/>
                    <a:pt x="398" y="1182"/>
                    <a:pt x="409" y="1117"/>
                  </a:cubicBezTo>
                  <a:cubicBezTo>
                    <a:pt x="399" y="1085"/>
                    <a:pt x="404" y="1066"/>
                    <a:pt x="415" y="1066"/>
                  </a:cubicBezTo>
                  <a:cubicBezTo>
                    <a:pt x="431" y="1066"/>
                    <a:pt x="458" y="1106"/>
                    <a:pt x="462" y="1204"/>
                  </a:cubicBezTo>
                  <a:cubicBezTo>
                    <a:pt x="470" y="1240"/>
                    <a:pt x="475" y="1261"/>
                    <a:pt x="479" y="1261"/>
                  </a:cubicBezTo>
                  <a:cubicBezTo>
                    <a:pt x="486" y="1261"/>
                    <a:pt x="493" y="1224"/>
                    <a:pt x="509" y="1135"/>
                  </a:cubicBezTo>
                  <a:cubicBezTo>
                    <a:pt x="521" y="1064"/>
                    <a:pt x="543" y="1030"/>
                    <a:pt x="564" y="1030"/>
                  </a:cubicBezTo>
                  <a:cubicBezTo>
                    <a:pt x="588" y="1030"/>
                    <a:pt x="609" y="1075"/>
                    <a:pt x="609" y="1161"/>
                  </a:cubicBezTo>
                  <a:lnTo>
                    <a:pt x="675" y="1176"/>
                  </a:lnTo>
                  <a:cubicBezTo>
                    <a:pt x="677" y="1177"/>
                    <a:pt x="679" y="1177"/>
                    <a:pt x="681" y="1177"/>
                  </a:cubicBezTo>
                  <a:cubicBezTo>
                    <a:pt x="712" y="1177"/>
                    <a:pt x="729" y="1106"/>
                    <a:pt x="747" y="1035"/>
                  </a:cubicBezTo>
                  <a:cubicBezTo>
                    <a:pt x="770" y="949"/>
                    <a:pt x="780" y="912"/>
                    <a:pt x="788" y="912"/>
                  </a:cubicBezTo>
                  <a:cubicBezTo>
                    <a:pt x="793" y="912"/>
                    <a:pt x="797" y="933"/>
                    <a:pt x="804" y="969"/>
                  </a:cubicBezTo>
                  <a:cubicBezTo>
                    <a:pt x="813" y="1019"/>
                    <a:pt x="810" y="1076"/>
                    <a:pt x="797" y="1126"/>
                  </a:cubicBezTo>
                  <a:cubicBezTo>
                    <a:pt x="775" y="1201"/>
                    <a:pt x="810" y="1208"/>
                    <a:pt x="841" y="1220"/>
                  </a:cubicBezTo>
                  <a:cubicBezTo>
                    <a:pt x="856" y="1226"/>
                    <a:pt x="879" y="1236"/>
                    <a:pt x="901" y="1236"/>
                  </a:cubicBezTo>
                  <a:cubicBezTo>
                    <a:pt x="923" y="1236"/>
                    <a:pt x="945" y="1226"/>
                    <a:pt x="960" y="1195"/>
                  </a:cubicBezTo>
                  <a:lnTo>
                    <a:pt x="960" y="1195"/>
                  </a:lnTo>
                  <a:cubicBezTo>
                    <a:pt x="953" y="1213"/>
                    <a:pt x="944" y="1237"/>
                    <a:pt x="935" y="1261"/>
                  </a:cubicBezTo>
                  <a:cubicBezTo>
                    <a:pt x="956" y="1269"/>
                    <a:pt x="950" y="1305"/>
                    <a:pt x="953" y="1305"/>
                  </a:cubicBezTo>
                  <a:cubicBezTo>
                    <a:pt x="954" y="1305"/>
                    <a:pt x="957" y="1297"/>
                    <a:pt x="967" y="1273"/>
                  </a:cubicBezTo>
                  <a:cubicBezTo>
                    <a:pt x="967" y="1273"/>
                    <a:pt x="998" y="1286"/>
                    <a:pt x="1029" y="1383"/>
                  </a:cubicBezTo>
                  <a:cubicBezTo>
                    <a:pt x="1036" y="1409"/>
                    <a:pt x="1052" y="1421"/>
                    <a:pt x="1073" y="1421"/>
                  </a:cubicBezTo>
                  <a:cubicBezTo>
                    <a:pt x="1128" y="1421"/>
                    <a:pt x="1210" y="1331"/>
                    <a:pt x="1189" y="1198"/>
                  </a:cubicBezTo>
                  <a:lnTo>
                    <a:pt x="1189" y="1198"/>
                  </a:lnTo>
                  <a:lnTo>
                    <a:pt x="1224" y="1211"/>
                  </a:lnTo>
                  <a:cubicBezTo>
                    <a:pt x="1227" y="1213"/>
                    <a:pt x="1231" y="1214"/>
                    <a:pt x="1235" y="1214"/>
                  </a:cubicBezTo>
                  <a:cubicBezTo>
                    <a:pt x="1263" y="1214"/>
                    <a:pt x="1289" y="1161"/>
                    <a:pt x="1289" y="1161"/>
                  </a:cubicBezTo>
                  <a:cubicBezTo>
                    <a:pt x="1310" y="1123"/>
                    <a:pt x="1328" y="1112"/>
                    <a:pt x="1346" y="1112"/>
                  </a:cubicBezTo>
                  <a:cubicBezTo>
                    <a:pt x="1362" y="1112"/>
                    <a:pt x="1377" y="1120"/>
                    <a:pt x="1393" y="1129"/>
                  </a:cubicBezTo>
                  <a:cubicBezTo>
                    <a:pt x="1393" y="1129"/>
                    <a:pt x="1355" y="1198"/>
                    <a:pt x="1318" y="1267"/>
                  </a:cubicBezTo>
                  <a:cubicBezTo>
                    <a:pt x="1229" y="1385"/>
                    <a:pt x="1203" y="1470"/>
                    <a:pt x="1232" y="1470"/>
                  </a:cubicBezTo>
                  <a:cubicBezTo>
                    <a:pt x="1250" y="1470"/>
                    <a:pt x="1286" y="1440"/>
                    <a:pt x="1339" y="1370"/>
                  </a:cubicBezTo>
                  <a:cubicBezTo>
                    <a:pt x="1351" y="1351"/>
                    <a:pt x="1356" y="1343"/>
                    <a:pt x="1356" y="1343"/>
                  </a:cubicBezTo>
                  <a:lnTo>
                    <a:pt x="1356" y="1343"/>
                  </a:lnTo>
                  <a:cubicBezTo>
                    <a:pt x="1357" y="1343"/>
                    <a:pt x="1329" y="1391"/>
                    <a:pt x="1302" y="1439"/>
                  </a:cubicBezTo>
                  <a:cubicBezTo>
                    <a:pt x="1274" y="1484"/>
                    <a:pt x="1278" y="1507"/>
                    <a:pt x="1316" y="1507"/>
                  </a:cubicBezTo>
                  <a:cubicBezTo>
                    <a:pt x="1334" y="1507"/>
                    <a:pt x="1358" y="1503"/>
                    <a:pt x="1390" y="1493"/>
                  </a:cubicBezTo>
                  <a:cubicBezTo>
                    <a:pt x="1391" y="1494"/>
                    <a:pt x="1394" y="1494"/>
                    <a:pt x="1396" y="1494"/>
                  </a:cubicBezTo>
                  <a:cubicBezTo>
                    <a:pt x="1432" y="1494"/>
                    <a:pt x="1537" y="1392"/>
                    <a:pt x="1578" y="1333"/>
                  </a:cubicBezTo>
                  <a:cubicBezTo>
                    <a:pt x="1604" y="1293"/>
                    <a:pt x="1625" y="1285"/>
                    <a:pt x="1637" y="1285"/>
                  </a:cubicBezTo>
                  <a:cubicBezTo>
                    <a:pt x="1645" y="1285"/>
                    <a:pt x="1650" y="1289"/>
                    <a:pt x="1650" y="1289"/>
                  </a:cubicBezTo>
                  <a:cubicBezTo>
                    <a:pt x="1681" y="1311"/>
                    <a:pt x="1681" y="1311"/>
                    <a:pt x="1634" y="1377"/>
                  </a:cubicBezTo>
                  <a:cubicBezTo>
                    <a:pt x="1580" y="1455"/>
                    <a:pt x="1579" y="1501"/>
                    <a:pt x="1615" y="1501"/>
                  </a:cubicBezTo>
                  <a:cubicBezTo>
                    <a:pt x="1637" y="1501"/>
                    <a:pt x="1674" y="1483"/>
                    <a:pt x="1722" y="1443"/>
                  </a:cubicBezTo>
                  <a:lnTo>
                    <a:pt x="1722" y="1443"/>
                  </a:lnTo>
                  <a:lnTo>
                    <a:pt x="1675" y="1505"/>
                  </a:lnTo>
                  <a:cubicBezTo>
                    <a:pt x="1628" y="1568"/>
                    <a:pt x="1609" y="1649"/>
                    <a:pt x="1791" y="1696"/>
                  </a:cubicBezTo>
                  <a:cubicBezTo>
                    <a:pt x="1891" y="1794"/>
                    <a:pt x="1966" y="1866"/>
                    <a:pt x="1910" y="1919"/>
                  </a:cubicBezTo>
                  <a:cubicBezTo>
                    <a:pt x="1887" y="1943"/>
                    <a:pt x="1911" y="1953"/>
                    <a:pt x="1959" y="1953"/>
                  </a:cubicBezTo>
                  <a:cubicBezTo>
                    <a:pt x="2023" y="1953"/>
                    <a:pt x="2130" y="1934"/>
                    <a:pt x="2220" y="1903"/>
                  </a:cubicBezTo>
                  <a:lnTo>
                    <a:pt x="2220" y="1903"/>
                  </a:lnTo>
                  <a:cubicBezTo>
                    <a:pt x="2164" y="1956"/>
                    <a:pt x="2189" y="1982"/>
                    <a:pt x="2236" y="2032"/>
                  </a:cubicBezTo>
                  <a:cubicBezTo>
                    <a:pt x="2305" y="2107"/>
                    <a:pt x="2305" y="2107"/>
                    <a:pt x="2248" y="2160"/>
                  </a:cubicBezTo>
                  <a:cubicBezTo>
                    <a:pt x="2173" y="2205"/>
                    <a:pt x="2139" y="2225"/>
                    <a:pt x="2149" y="2225"/>
                  </a:cubicBezTo>
                  <a:cubicBezTo>
                    <a:pt x="2158" y="2225"/>
                    <a:pt x="2198" y="2211"/>
                    <a:pt x="2270" y="2185"/>
                  </a:cubicBezTo>
                  <a:cubicBezTo>
                    <a:pt x="2300" y="2168"/>
                    <a:pt x="2324" y="2161"/>
                    <a:pt x="2341" y="2161"/>
                  </a:cubicBezTo>
                  <a:cubicBezTo>
                    <a:pt x="2406" y="2161"/>
                    <a:pt x="2393" y="2258"/>
                    <a:pt x="2302" y="2339"/>
                  </a:cubicBezTo>
                  <a:cubicBezTo>
                    <a:pt x="2242" y="2392"/>
                    <a:pt x="2267" y="2417"/>
                    <a:pt x="2311" y="2467"/>
                  </a:cubicBezTo>
                  <a:cubicBezTo>
                    <a:pt x="2325" y="2463"/>
                    <a:pt x="2339" y="2461"/>
                    <a:pt x="2351" y="2461"/>
                  </a:cubicBezTo>
                  <a:cubicBezTo>
                    <a:pt x="2406" y="2461"/>
                    <a:pt x="2442" y="2502"/>
                    <a:pt x="2480" y="2543"/>
                  </a:cubicBezTo>
                  <a:cubicBezTo>
                    <a:pt x="2511" y="2579"/>
                    <a:pt x="2527" y="2598"/>
                    <a:pt x="2547" y="2598"/>
                  </a:cubicBezTo>
                  <a:cubicBezTo>
                    <a:pt x="2571" y="2598"/>
                    <a:pt x="2600" y="2572"/>
                    <a:pt x="2662" y="2514"/>
                  </a:cubicBezTo>
                  <a:cubicBezTo>
                    <a:pt x="2721" y="2462"/>
                    <a:pt x="2755" y="2443"/>
                    <a:pt x="2781" y="2443"/>
                  </a:cubicBezTo>
                  <a:cubicBezTo>
                    <a:pt x="2806" y="2443"/>
                    <a:pt x="2822" y="2461"/>
                    <a:pt x="2844" y="2486"/>
                  </a:cubicBezTo>
                  <a:cubicBezTo>
                    <a:pt x="2866" y="2511"/>
                    <a:pt x="2888" y="2536"/>
                    <a:pt x="2828" y="2586"/>
                  </a:cubicBezTo>
                  <a:cubicBezTo>
                    <a:pt x="2828" y="2586"/>
                    <a:pt x="2794" y="2665"/>
                    <a:pt x="2816" y="2690"/>
                  </a:cubicBezTo>
                  <a:cubicBezTo>
                    <a:pt x="2841" y="2715"/>
                    <a:pt x="2863" y="2737"/>
                    <a:pt x="2806" y="2790"/>
                  </a:cubicBezTo>
                  <a:cubicBezTo>
                    <a:pt x="2806" y="2790"/>
                    <a:pt x="2772" y="2868"/>
                    <a:pt x="2819" y="2919"/>
                  </a:cubicBezTo>
                  <a:cubicBezTo>
                    <a:pt x="2863" y="2972"/>
                    <a:pt x="2910" y="3016"/>
                    <a:pt x="2856" y="3072"/>
                  </a:cubicBezTo>
                  <a:cubicBezTo>
                    <a:pt x="2866" y="3082"/>
                    <a:pt x="2872" y="3088"/>
                    <a:pt x="2879" y="3088"/>
                  </a:cubicBezTo>
                  <a:cubicBezTo>
                    <a:pt x="2890" y="3088"/>
                    <a:pt x="2903" y="3075"/>
                    <a:pt x="2935" y="3041"/>
                  </a:cubicBezTo>
                  <a:cubicBezTo>
                    <a:pt x="2961" y="3014"/>
                    <a:pt x="2992" y="2992"/>
                    <a:pt x="3022" y="2992"/>
                  </a:cubicBezTo>
                  <a:cubicBezTo>
                    <a:pt x="3055" y="2992"/>
                    <a:pt x="3087" y="3019"/>
                    <a:pt x="3110" y="3097"/>
                  </a:cubicBezTo>
                  <a:cubicBezTo>
                    <a:pt x="3143" y="3132"/>
                    <a:pt x="3190" y="3171"/>
                    <a:pt x="3233" y="3171"/>
                  </a:cubicBezTo>
                  <a:cubicBezTo>
                    <a:pt x="3252" y="3171"/>
                    <a:pt x="3270" y="3163"/>
                    <a:pt x="3286" y="3144"/>
                  </a:cubicBezTo>
                  <a:lnTo>
                    <a:pt x="3286" y="3144"/>
                  </a:lnTo>
                  <a:cubicBezTo>
                    <a:pt x="3311" y="3166"/>
                    <a:pt x="3311" y="3166"/>
                    <a:pt x="3261" y="3226"/>
                  </a:cubicBezTo>
                  <a:cubicBezTo>
                    <a:pt x="3198" y="3305"/>
                    <a:pt x="3200" y="3352"/>
                    <a:pt x="3249" y="3352"/>
                  </a:cubicBezTo>
                  <a:cubicBezTo>
                    <a:pt x="3276" y="3352"/>
                    <a:pt x="3316" y="3338"/>
                    <a:pt x="3367" y="3307"/>
                  </a:cubicBezTo>
                  <a:cubicBezTo>
                    <a:pt x="3384" y="3282"/>
                    <a:pt x="3399" y="3270"/>
                    <a:pt x="3409" y="3270"/>
                  </a:cubicBezTo>
                  <a:cubicBezTo>
                    <a:pt x="3424" y="3270"/>
                    <a:pt x="3429" y="3298"/>
                    <a:pt x="3417" y="3351"/>
                  </a:cubicBezTo>
                  <a:cubicBezTo>
                    <a:pt x="3417" y="3351"/>
                    <a:pt x="3422" y="3354"/>
                    <a:pt x="3434" y="3354"/>
                  </a:cubicBezTo>
                  <a:cubicBezTo>
                    <a:pt x="3449" y="3354"/>
                    <a:pt x="3476" y="3348"/>
                    <a:pt x="3517" y="3320"/>
                  </a:cubicBezTo>
                  <a:cubicBezTo>
                    <a:pt x="3546" y="3299"/>
                    <a:pt x="3562" y="3287"/>
                    <a:pt x="3573" y="3287"/>
                  </a:cubicBezTo>
                  <a:cubicBezTo>
                    <a:pt x="3587" y="3287"/>
                    <a:pt x="3590" y="3311"/>
                    <a:pt x="3599" y="3370"/>
                  </a:cubicBezTo>
                  <a:cubicBezTo>
                    <a:pt x="3558" y="3436"/>
                    <a:pt x="3586" y="3454"/>
                    <a:pt x="3615" y="3470"/>
                  </a:cubicBezTo>
                  <a:cubicBezTo>
                    <a:pt x="3621" y="3469"/>
                    <a:pt x="3628" y="3468"/>
                    <a:pt x="3636" y="3468"/>
                  </a:cubicBezTo>
                  <a:cubicBezTo>
                    <a:pt x="3745" y="3468"/>
                    <a:pt x="4026" y="3583"/>
                    <a:pt x="4035" y="3668"/>
                  </a:cubicBezTo>
                  <a:cubicBezTo>
                    <a:pt x="4075" y="3617"/>
                    <a:pt x="4085" y="3605"/>
                    <a:pt x="4101" y="3605"/>
                  </a:cubicBezTo>
                  <a:cubicBezTo>
                    <a:pt x="4106" y="3605"/>
                    <a:pt x="4112" y="3607"/>
                    <a:pt x="4119" y="3608"/>
                  </a:cubicBezTo>
                  <a:cubicBezTo>
                    <a:pt x="4115" y="3672"/>
                    <a:pt x="4122" y="3699"/>
                    <a:pt x="4133" y="3699"/>
                  </a:cubicBezTo>
                  <a:cubicBezTo>
                    <a:pt x="4151" y="3699"/>
                    <a:pt x="4179" y="3639"/>
                    <a:pt x="4204" y="3548"/>
                  </a:cubicBezTo>
                  <a:lnTo>
                    <a:pt x="4172" y="3542"/>
                  </a:lnTo>
                  <a:lnTo>
                    <a:pt x="4141" y="3533"/>
                  </a:lnTo>
                  <a:cubicBezTo>
                    <a:pt x="4161" y="3471"/>
                    <a:pt x="4187" y="3438"/>
                    <a:pt x="4206" y="3438"/>
                  </a:cubicBezTo>
                  <a:cubicBezTo>
                    <a:pt x="4232" y="3438"/>
                    <a:pt x="4246" y="3500"/>
                    <a:pt x="4213" y="3633"/>
                  </a:cubicBezTo>
                  <a:cubicBezTo>
                    <a:pt x="4210" y="3714"/>
                    <a:pt x="4209" y="3754"/>
                    <a:pt x="4218" y="3754"/>
                  </a:cubicBezTo>
                  <a:cubicBezTo>
                    <a:pt x="4227" y="3754"/>
                    <a:pt x="4244" y="3719"/>
                    <a:pt x="4276" y="3649"/>
                  </a:cubicBezTo>
                  <a:cubicBezTo>
                    <a:pt x="4307" y="3578"/>
                    <a:pt x="4329" y="3543"/>
                    <a:pt x="4344" y="3543"/>
                  </a:cubicBezTo>
                  <a:cubicBezTo>
                    <a:pt x="4361" y="3543"/>
                    <a:pt x="4368" y="3585"/>
                    <a:pt x="4370" y="3671"/>
                  </a:cubicBezTo>
                  <a:cubicBezTo>
                    <a:pt x="4356" y="3749"/>
                    <a:pt x="4349" y="3787"/>
                    <a:pt x="4354" y="3787"/>
                  </a:cubicBezTo>
                  <a:cubicBezTo>
                    <a:pt x="4359" y="3787"/>
                    <a:pt x="4373" y="3751"/>
                    <a:pt x="4401" y="3680"/>
                  </a:cubicBezTo>
                  <a:cubicBezTo>
                    <a:pt x="4464" y="3515"/>
                    <a:pt x="4518" y="3418"/>
                    <a:pt x="4549" y="3418"/>
                  </a:cubicBezTo>
                  <a:cubicBezTo>
                    <a:pt x="4573" y="3418"/>
                    <a:pt x="4583" y="3480"/>
                    <a:pt x="4570" y="3617"/>
                  </a:cubicBezTo>
                  <a:cubicBezTo>
                    <a:pt x="4552" y="3774"/>
                    <a:pt x="4580" y="3856"/>
                    <a:pt x="4614" y="3859"/>
                  </a:cubicBezTo>
                  <a:cubicBezTo>
                    <a:pt x="4615" y="3859"/>
                    <a:pt x="4616" y="3859"/>
                    <a:pt x="4616" y="3859"/>
                  </a:cubicBezTo>
                  <a:cubicBezTo>
                    <a:pt x="4649" y="3859"/>
                    <a:pt x="4652" y="3782"/>
                    <a:pt x="4658" y="3705"/>
                  </a:cubicBezTo>
                  <a:cubicBezTo>
                    <a:pt x="4649" y="3626"/>
                    <a:pt x="4651" y="3587"/>
                    <a:pt x="4662" y="3587"/>
                  </a:cubicBezTo>
                  <a:cubicBezTo>
                    <a:pt x="4674" y="3587"/>
                    <a:pt x="4695" y="3629"/>
                    <a:pt x="4724" y="3711"/>
                  </a:cubicBezTo>
                  <a:cubicBezTo>
                    <a:pt x="4772" y="3846"/>
                    <a:pt x="4818" y="3906"/>
                    <a:pt x="4865" y="3906"/>
                  </a:cubicBezTo>
                  <a:cubicBezTo>
                    <a:pt x="4904" y="3906"/>
                    <a:pt x="4944" y="3864"/>
                    <a:pt x="4987" y="3790"/>
                  </a:cubicBezTo>
                  <a:cubicBezTo>
                    <a:pt x="5049" y="3707"/>
                    <a:pt x="5103" y="3666"/>
                    <a:pt x="5131" y="3666"/>
                  </a:cubicBezTo>
                  <a:cubicBezTo>
                    <a:pt x="5157" y="3666"/>
                    <a:pt x="5159" y="3705"/>
                    <a:pt x="5119" y="3783"/>
                  </a:cubicBezTo>
                  <a:cubicBezTo>
                    <a:pt x="5088" y="3877"/>
                    <a:pt x="5075" y="3916"/>
                    <a:pt x="5082" y="3916"/>
                  </a:cubicBezTo>
                  <a:cubicBezTo>
                    <a:pt x="5087" y="3916"/>
                    <a:pt x="5102" y="3896"/>
                    <a:pt x="5128" y="3862"/>
                  </a:cubicBezTo>
                  <a:cubicBezTo>
                    <a:pt x="5185" y="3862"/>
                    <a:pt x="5241" y="3856"/>
                    <a:pt x="5301" y="3846"/>
                  </a:cubicBezTo>
                  <a:cubicBezTo>
                    <a:pt x="5332" y="3840"/>
                    <a:pt x="5354" y="3755"/>
                    <a:pt x="5338" y="3680"/>
                  </a:cubicBezTo>
                  <a:lnTo>
                    <a:pt x="5338" y="3680"/>
                  </a:lnTo>
                  <a:cubicBezTo>
                    <a:pt x="5373" y="3765"/>
                    <a:pt x="5417" y="3821"/>
                    <a:pt x="5455" y="3821"/>
                  </a:cubicBezTo>
                  <a:cubicBezTo>
                    <a:pt x="5482" y="3821"/>
                    <a:pt x="5505" y="3791"/>
                    <a:pt x="5517" y="3721"/>
                  </a:cubicBezTo>
                  <a:lnTo>
                    <a:pt x="5583" y="3708"/>
                  </a:lnTo>
                  <a:cubicBezTo>
                    <a:pt x="5614" y="3699"/>
                    <a:pt x="5617" y="3705"/>
                    <a:pt x="5623" y="3617"/>
                  </a:cubicBezTo>
                  <a:cubicBezTo>
                    <a:pt x="5626" y="3587"/>
                    <a:pt x="5634" y="3575"/>
                    <a:pt x="5645" y="3575"/>
                  </a:cubicBezTo>
                  <a:cubicBezTo>
                    <a:pt x="5668" y="3575"/>
                    <a:pt x="5704" y="3616"/>
                    <a:pt x="5742" y="3655"/>
                  </a:cubicBezTo>
                  <a:cubicBezTo>
                    <a:pt x="5781" y="3697"/>
                    <a:pt x="5821" y="3738"/>
                    <a:pt x="5835" y="3738"/>
                  </a:cubicBezTo>
                  <a:cubicBezTo>
                    <a:pt x="5842" y="3738"/>
                    <a:pt x="5843" y="3729"/>
                    <a:pt x="5833" y="3705"/>
                  </a:cubicBezTo>
                  <a:cubicBezTo>
                    <a:pt x="5805" y="3630"/>
                    <a:pt x="5837" y="3536"/>
                    <a:pt x="5833" y="3454"/>
                  </a:cubicBezTo>
                  <a:cubicBezTo>
                    <a:pt x="5832" y="3427"/>
                    <a:pt x="5839" y="3416"/>
                    <a:pt x="5848" y="3416"/>
                  </a:cubicBezTo>
                  <a:cubicBezTo>
                    <a:pt x="5866" y="3416"/>
                    <a:pt x="5894" y="3460"/>
                    <a:pt x="5896" y="3514"/>
                  </a:cubicBezTo>
                  <a:cubicBezTo>
                    <a:pt x="5931" y="3583"/>
                    <a:pt x="5931" y="3589"/>
                    <a:pt x="6025" y="3627"/>
                  </a:cubicBezTo>
                  <a:cubicBezTo>
                    <a:pt x="6056" y="3608"/>
                    <a:pt x="6119" y="3577"/>
                    <a:pt x="6078" y="3508"/>
                  </a:cubicBezTo>
                  <a:cubicBezTo>
                    <a:pt x="6047" y="3448"/>
                    <a:pt x="6158" y="3378"/>
                    <a:pt x="6239" y="3378"/>
                  </a:cubicBezTo>
                  <a:cubicBezTo>
                    <a:pt x="6256" y="3378"/>
                    <a:pt x="6272" y="3381"/>
                    <a:pt x="6285" y="3389"/>
                  </a:cubicBezTo>
                  <a:lnTo>
                    <a:pt x="6338" y="3351"/>
                  </a:lnTo>
                  <a:cubicBezTo>
                    <a:pt x="6366" y="3329"/>
                    <a:pt x="6347" y="3248"/>
                    <a:pt x="6372" y="3229"/>
                  </a:cubicBezTo>
                  <a:cubicBezTo>
                    <a:pt x="6372" y="3229"/>
                    <a:pt x="6401" y="3207"/>
                    <a:pt x="6379" y="3129"/>
                  </a:cubicBezTo>
                  <a:cubicBezTo>
                    <a:pt x="6391" y="3119"/>
                    <a:pt x="6403" y="3110"/>
                    <a:pt x="6418" y="3110"/>
                  </a:cubicBezTo>
                  <a:cubicBezTo>
                    <a:pt x="6434" y="3110"/>
                    <a:pt x="6453" y="3120"/>
                    <a:pt x="6479" y="3150"/>
                  </a:cubicBezTo>
                  <a:cubicBezTo>
                    <a:pt x="6438" y="3073"/>
                    <a:pt x="6419" y="3038"/>
                    <a:pt x="6431" y="3038"/>
                  </a:cubicBezTo>
                  <a:cubicBezTo>
                    <a:pt x="6441" y="3038"/>
                    <a:pt x="6472" y="3063"/>
                    <a:pt x="6529" y="3107"/>
                  </a:cubicBezTo>
                  <a:cubicBezTo>
                    <a:pt x="6579" y="3164"/>
                    <a:pt x="6604" y="3193"/>
                    <a:pt x="6609" y="3193"/>
                  </a:cubicBezTo>
                  <a:cubicBezTo>
                    <a:pt x="6615" y="3193"/>
                    <a:pt x="6595" y="3158"/>
                    <a:pt x="6554" y="3085"/>
                  </a:cubicBezTo>
                  <a:cubicBezTo>
                    <a:pt x="6537" y="3036"/>
                    <a:pt x="6531" y="3018"/>
                    <a:pt x="6544" y="3018"/>
                  </a:cubicBezTo>
                  <a:cubicBezTo>
                    <a:pt x="6553" y="3018"/>
                    <a:pt x="6572" y="3027"/>
                    <a:pt x="6604" y="3041"/>
                  </a:cubicBezTo>
                  <a:cubicBezTo>
                    <a:pt x="6625" y="3065"/>
                    <a:pt x="6642" y="3076"/>
                    <a:pt x="6651" y="3076"/>
                  </a:cubicBezTo>
                  <a:cubicBezTo>
                    <a:pt x="6664" y="3076"/>
                    <a:pt x="6661" y="3054"/>
                    <a:pt x="6629" y="3019"/>
                  </a:cubicBezTo>
                  <a:cubicBezTo>
                    <a:pt x="6571" y="2919"/>
                    <a:pt x="6562" y="2831"/>
                    <a:pt x="6604" y="2831"/>
                  </a:cubicBezTo>
                  <a:cubicBezTo>
                    <a:pt x="6620" y="2831"/>
                    <a:pt x="6643" y="2844"/>
                    <a:pt x="6673" y="2875"/>
                  </a:cubicBezTo>
                  <a:cubicBezTo>
                    <a:pt x="6673" y="2875"/>
                    <a:pt x="6698" y="2853"/>
                    <a:pt x="6664" y="2774"/>
                  </a:cubicBezTo>
                  <a:cubicBezTo>
                    <a:pt x="6619" y="2704"/>
                    <a:pt x="6597" y="2670"/>
                    <a:pt x="6603" y="2670"/>
                  </a:cubicBezTo>
                  <a:lnTo>
                    <a:pt x="6603" y="2670"/>
                  </a:lnTo>
                  <a:cubicBezTo>
                    <a:pt x="6608" y="2670"/>
                    <a:pt x="6635" y="2697"/>
                    <a:pt x="6689" y="2749"/>
                  </a:cubicBezTo>
                  <a:cubicBezTo>
                    <a:pt x="6741" y="2784"/>
                    <a:pt x="6776" y="2801"/>
                    <a:pt x="6794" y="2801"/>
                  </a:cubicBezTo>
                  <a:cubicBezTo>
                    <a:pt x="6823" y="2801"/>
                    <a:pt x="6811" y="2760"/>
                    <a:pt x="6758" y="2680"/>
                  </a:cubicBezTo>
                  <a:cubicBezTo>
                    <a:pt x="6758" y="2680"/>
                    <a:pt x="6734" y="2629"/>
                    <a:pt x="6772" y="2629"/>
                  </a:cubicBezTo>
                  <a:cubicBezTo>
                    <a:pt x="6780" y="2629"/>
                    <a:pt x="6791" y="2631"/>
                    <a:pt x="6805" y="2637"/>
                  </a:cubicBezTo>
                  <a:cubicBezTo>
                    <a:pt x="6809" y="2637"/>
                    <a:pt x="6814" y="2637"/>
                    <a:pt x="6819" y="2637"/>
                  </a:cubicBezTo>
                  <a:cubicBezTo>
                    <a:pt x="6925" y="2637"/>
                    <a:pt x="7097" y="2542"/>
                    <a:pt x="6965" y="2467"/>
                  </a:cubicBezTo>
                  <a:lnTo>
                    <a:pt x="7009" y="2417"/>
                  </a:lnTo>
                  <a:cubicBezTo>
                    <a:pt x="7019" y="2418"/>
                    <a:pt x="7028" y="2418"/>
                    <a:pt x="7036" y="2418"/>
                  </a:cubicBezTo>
                  <a:cubicBezTo>
                    <a:pt x="7116" y="2418"/>
                    <a:pt x="7133" y="2391"/>
                    <a:pt x="7099" y="2320"/>
                  </a:cubicBezTo>
                  <a:lnTo>
                    <a:pt x="7065" y="2242"/>
                  </a:lnTo>
                  <a:lnTo>
                    <a:pt x="7065" y="2242"/>
                  </a:lnTo>
                  <a:cubicBezTo>
                    <a:pt x="7109" y="2282"/>
                    <a:pt x="7166" y="2307"/>
                    <a:pt x="7201" y="2307"/>
                  </a:cubicBezTo>
                  <a:cubicBezTo>
                    <a:pt x="7213" y="2307"/>
                    <a:pt x="7222" y="2304"/>
                    <a:pt x="7228" y="2298"/>
                  </a:cubicBezTo>
                  <a:cubicBezTo>
                    <a:pt x="7253" y="2273"/>
                    <a:pt x="7253" y="2273"/>
                    <a:pt x="7193" y="2220"/>
                  </a:cubicBezTo>
                  <a:cubicBezTo>
                    <a:pt x="7112" y="2195"/>
                    <a:pt x="7137" y="2170"/>
                    <a:pt x="7159" y="2145"/>
                  </a:cubicBezTo>
                  <a:cubicBezTo>
                    <a:pt x="7165" y="2138"/>
                    <a:pt x="7175" y="2135"/>
                    <a:pt x="7187" y="2135"/>
                  </a:cubicBezTo>
                  <a:cubicBezTo>
                    <a:pt x="7222" y="2135"/>
                    <a:pt x="7277" y="2161"/>
                    <a:pt x="7322" y="2201"/>
                  </a:cubicBezTo>
                  <a:lnTo>
                    <a:pt x="7344" y="2176"/>
                  </a:lnTo>
                  <a:cubicBezTo>
                    <a:pt x="7269" y="2105"/>
                    <a:pt x="7254" y="2070"/>
                    <a:pt x="7268" y="2070"/>
                  </a:cubicBezTo>
                  <a:cubicBezTo>
                    <a:pt x="7275" y="2070"/>
                    <a:pt x="7290" y="2080"/>
                    <a:pt x="7309" y="2098"/>
                  </a:cubicBezTo>
                  <a:cubicBezTo>
                    <a:pt x="7335" y="2106"/>
                    <a:pt x="7355" y="2110"/>
                    <a:pt x="7371" y="2110"/>
                  </a:cubicBezTo>
                  <a:cubicBezTo>
                    <a:pt x="7407" y="2110"/>
                    <a:pt x="7424" y="2093"/>
                    <a:pt x="7441" y="2076"/>
                  </a:cubicBezTo>
                  <a:cubicBezTo>
                    <a:pt x="7418" y="2054"/>
                    <a:pt x="7417" y="2046"/>
                    <a:pt x="7423" y="2046"/>
                  </a:cubicBezTo>
                  <a:cubicBezTo>
                    <a:pt x="7432" y="2046"/>
                    <a:pt x="7454" y="2063"/>
                    <a:pt x="7441" y="2076"/>
                  </a:cubicBezTo>
                  <a:lnTo>
                    <a:pt x="7497" y="2132"/>
                  </a:lnTo>
                  <a:cubicBezTo>
                    <a:pt x="7512" y="2137"/>
                    <a:pt x="7522" y="2140"/>
                    <a:pt x="7529" y="2140"/>
                  </a:cubicBezTo>
                  <a:cubicBezTo>
                    <a:pt x="7554" y="2140"/>
                    <a:pt x="7509" y="2097"/>
                    <a:pt x="7463" y="2054"/>
                  </a:cubicBezTo>
                  <a:cubicBezTo>
                    <a:pt x="7463" y="2054"/>
                    <a:pt x="7488" y="2029"/>
                    <a:pt x="7513" y="2003"/>
                  </a:cubicBezTo>
                  <a:cubicBezTo>
                    <a:pt x="7535" y="1978"/>
                    <a:pt x="7560" y="1953"/>
                    <a:pt x="7482" y="1925"/>
                  </a:cubicBezTo>
                  <a:cubicBezTo>
                    <a:pt x="7425" y="1869"/>
                    <a:pt x="7369" y="1815"/>
                    <a:pt x="7394" y="1790"/>
                  </a:cubicBezTo>
                  <a:lnTo>
                    <a:pt x="7394" y="1790"/>
                  </a:lnTo>
                  <a:cubicBezTo>
                    <a:pt x="7441" y="1835"/>
                    <a:pt x="7488" y="1881"/>
                    <a:pt x="7515" y="1881"/>
                  </a:cubicBezTo>
                  <a:cubicBezTo>
                    <a:pt x="7520" y="1881"/>
                    <a:pt x="7525" y="1879"/>
                    <a:pt x="7529" y="1875"/>
                  </a:cubicBezTo>
                  <a:cubicBezTo>
                    <a:pt x="7533" y="1870"/>
                    <a:pt x="7539" y="1869"/>
                    <a:pt x="7545" y="1869"/>
                  </a:cubicBezTo>
                  <a:cubicBezTo>
                    <a:pt x="7572" y="1869"/>
                    <a:pt x="7610" y="1906"/>
                    <a:pt x="7610" y="1906"/>
                  </a:cubicBezTo>
                  <a:cubicBezTo>
                    <a:pt x="7634" y="1946"/>
                    <a:pt x="7655" y="1961"/>
                    <a:pt x="7672" y="1961"/>
                  </a:cubicBezTo>
                  <a:cubicBezTo>
                    <a:pt x="7713" y="1961"/>
                    <a:pt x="7731" y="1870"/>
                    <a:pt x="7711" y="1812"/>
                  </a:cubicBezTo>
                  <a:cubicBezTo>
                    <a:pt x="7679" y="1719"/>
                    <a:pt x="7676" y="1671"/>
                    <a:pt x="7699" y="1671"/>
                  </a:cubicBezTo>
                  <a:cubicBezTo>
                    <a:pt x="7716" y="1671"/>
                    <a:pt x="7746" y="1695"/>
                    <a:pt x="7789" y="1743"/>
                  </a:cubicBezTo>
                  <a:cubicBezTo>
                    <a:pt x="7813" y="1771"/>
                    <a:pt x="7829" y="1784"/>
                    <a:pt x="7837" y="1784"/>
                  </a:cubicBezTo>
                  <a:cubicBezTo>
                    <a:pt x="7863" y="1784"/>
                    <a:pt x="7810" y="1652"/>
                    <a:pt x="7717" y="1496"/>
                  </a:cubicBezTo>
                  <a:lnTo>
                    <a:pt x="7598" y="1292"/>
                  </a:lnTo>
                  <a:lnTo>
                    <a:pt x="7745" y="1474"/>
                  </a:lnTo>
                  <a:cubicBezTo>
                    <a:pt x="7865" y="1589"/>
                    <a:pt x="7921" y="1644"/>
                    <a:pt x="7946" y="1644"/>
                  </a:cubicBezTo>
                  <a:cubicBezTo>
                    <a:pt x="7969" y="1644"/>
                    <a:pt x="7966" y="1598"/>
                    <a:pt x="7961" y="1508"/>
                  </a:cubicBezTo>
                  <a:cubicBezTo>
                    <a:pt x="7967" y="1450"/>
                    <a:pt x="7970" y="1425"/>
                    <a:pt x="7980" y="1425"/>
                  </a:cubicBezTo>
                  <a:cubicBezTo>
                    <a:pt x="7987" y="1425"/>
                    <a:pt x="7998" y="1440"/>
                    <a:pt x="8018" y="1468"/>
                  </a:cubicBezTo>
                  <a:cubicBezTo>
                    <a:pt x="8037" y="1494"/>
                    <a:pt x="8053" y="1505"/>
                    <a:pt x="8071" y="1505"/>
                  </a:cubicBezTo>
                  <a:cubicBezTo>
                    <a:pt x="8097" y="1505"/>
                    <a:pt x="8127" y="1483"/>
                    <a:pt x="8177" y="1449"/>
                  </a:cubicBezTo>
                  <a:cubicBezTo>
                    <a:pt x="8271" y="1399"/>
                    <a:pt x="8300" y="1383"/>
                    <a:pt x="8262" y="1314"/>
                  </a:cubicBezTo>
                  <a:lnTo>
                    <a:pt x="8325" y="1280"/>
                  </a:lnTo>
                  <a:cubicBezTo>
                    <a:pt x="8358" y="1317"/>
                    <a:pt x="8383" y="1332"/>
                    <a:pt x="8399" y="1332"/>
                  </a:cubicBezTo>
                  <a:cubicBezTo>
                    <a:pt x="8433" y="1332"/>
                    <a:pt x="8422" y="1257"/>
                    <a:pt x="8353" y="1173"/>
                  </a:cubicBezTo>
                  <a:cubicBezTo>
                    <a:pt x="8372" y="1161"/>
                    <a:pt x="8397" y="1151"/>
                    <a:pt x="8419" y="1142"/>
                  </a:cubicBezTo>
                  <a:lnTo>
                    <a:pt x="8453" y="1211"/>
                  </a:lnTo>
                  <a:cubicBezTo>
                    <a:pt x="8465" y="1238"/>
                    <a:pt x="8482" y="1251"/>
                    <a:pt x="8513" y="1251"/>
                  </a:cubicBezTo>
                  <a:cubicBezTo>
                    <a:pt x="8564" y="1251"/>
                    <a:pt x="8651" y="1217"/>
                    <a:pt x="8814" y="1157"/>
                  </a:cubicBezTo>
                  <a:cubicBezTo>
                    <a:pt x="9121" y="1088"/>
                    <a:pt x="9155" y="1082"/>
                    <a:pt x="9130" y="929"/>
                  </a:cubicBezTo>
                  <a:cubicBezTo>
                    <a:pt x="9137" y="845"/>
                    <a:pt x="9151" y="802"/>
                    <a:pt x="9165" y="802"/>
                  </a:cubicBezTo>
                  <a:cubicBezTo>
                    <a:pt x="9179" y="802"/>
                    <a:pt x="9193" y="840"/>
                    <a:pt x="9202" y="916"/>
                  </a:cubicBezTo>
                  <a:cubicBezTo>
                    <a:pt x="9211" y="971"/>
                    <a:pt x="9235" y="1024"/>
                    <a:pt x="9246" y="1024"/>
                  </a:cubicBezTo>
                  <a:cubicBezTo>
                    <a:pt x="9250" y="1024"/>
                    <a:pt x="9252" y="1015"/>
                    <a:pt x="9249" y="991"/>
                  </a:cubicBezTo>
                  <a:cubicBezTo>
                    <a:pt x="9299" y="991"/>
                    <a:pt x="9343" y="1019"/>
                    <a:pt x="9365" y="1063"/>
                  </a:cubicBezTo>
                  <a:cubicBezTo>
                    <a:pt x="9413" y="1125"/>
                    <a:pt x="9444" y="1148"/>
                    <a:pt x="9465" y="1148"/>
                  </a:cubicBezTo>
                  <a:cubicBezTo>
                    <a:pt x="9495" y="1148"/>
                    <a:pt x="9503" y="1100"/>
                    <a:pt x="9503" y="1054"/>
                  </a:cubicBezTo>
                  <a:cubicBezTo>
                    <a:pt x="9484" y="989"/>
                    <a:pt x="9481" y="965"/>
                    <a:pt x="9486" y="965"/>
                  </a:cubicBezTo>
                  <a:lnTo>
                    <a:pt x="9486" y="965"/>
                  </a:lnTo>
                  <a:cubicBezTo>
                    <a:pt x="9493" y="965"/>
                    <a:pt x="9516" y="1009"/>
                    <a:pt x="9538" y="1054"/>
                  </a:cubicBezTo>
                  <a:cubicBezTo>
                    <a:pt x="9564" y="1107"/>
                    <a:pt x="9588" y="1160"/>
                    <a:pt x="9599" y="1160"/>
                  </a:cubicBezTo>
                  <a:cubicBezTo>
                    <a:pt x="9604" y="1160"/>
                    <a:pt x="9606" y="1151"/>
                    <a:pt x="9606" y="1129"/>
                  </a:cubicBezTo>
                  <a:cubicBezTo>
                    <a:pt x="9623" y="1082"/>
                    <a:pt x="9695" y="1044"/>
                    <a:pt x="9754" y="1044"/>
                  </a:cubicBezTo>
                  <a:cubicBezTo>
                    <a:pt x="9805" y="1044"/>
                    <a:pt x="9847" y="1071"/>
                    <a:pt x="9842" y="1142"/>
                  </a:cubicBezTo>
                  <a:lnTo>
                    <a:pt x="9910" y="1148"/>
                  </a:lnTo>
                  <a:cubicBezTo>
                    <a:pt x="9915" y="1091"/>
                    <a:pt x="9953" y="1079"/>
                    <a:pt x="10000" y="1079"/>
                  </a:cubicBezTo>
                  <a:cubicBezTo>
                    <a:pt x="10017" y="1079"/>
                    <a:pt x="10036" y="1080"/>
                    <a:pt x="10055" y="1082"/>
                  </a:cubicBezTo>
                  <a:cubicBezTo>
                    <a:pt x="10124" y="1088"/>
                    <a:pt x="10158" y="1104"/>
                    <a:pt x="10142" y="1179"/>
                  </a:cubicBezTo>
                  <a:cubicBezTo>
                    <a:pt x="10118" y="1217"/>
                    <a:pt x="10116" y="1237"/>
                    <a:pt x="10132" y="1237"/>
                  </a:cubicBezTo>
                  <a:cubicBezTo>
                    <a:pt x="10145" y="1237"/>
                    <a:pt x="10171" y="1223"/>
                    <a:pt x="10208" y="1195"/>
                  </a:cubicBezTo>
                  <a:cubicBezTo>
                    <a:pt x="10209" y="1195"/>
                    <a:pt x="10210" y="1195"/>
                    <a:pt x="10211" y="1195"/>
                  </a:cubicBezTo>
                  <a:cubicBezTo>
                    <a:pt x="10243" y="1195"/>
                    <a:pt x="10305" y="1069"/>
                    <a:pt x="10340" y="1069"/>
                  </a:cubicBezTo>
                  <a:cubicBezTo>
                    <a:pt x="10341" y="1069"/>
                    <a:pt x="10342" y="1069"/>
                    <a:pt x="10343" y="1070"/>
                  </a:cubicBezTo>
                  <a:cubicBezTo>
                    <a:pt x="10361" y="996"/>
                    <a:pt x="10411" y="934"/>
                    <a:pt x="10448" y="934"/>
                  </a:cubicBezTo>
                  <a:cubicBezTo>
                    <a:pt x="10451" y="934"/>
                    <a:pt x="10453" y="934"/>
                    <a:pt x="10456" y="935"/>
                  </a:cubicBezTo>
                  <a:lnTo>
                    <a:pt x="10434" y="1010"/>
                  </a:lnTo>
                  <a:cubicBezTo>
                    <a:pt x="10415" y="1085"/>
                    <a:pt x="10393" y="1161"/>
                    <a:pt x="10393" y="1161"/>
                  </a:cubicBezTo>
                  <a:cubicBezTo>
                    <a:pt x="10404" y="1163"/>
                    <a:pt x="10414" y="1166"/>
                    <a:pt x="10425" y="1166"/>
                  </a:cubicBezTo>
                  <a:cubicBezTo>
                    <a:pt x="10447" y="1166"/>
                    <a:pt x="10467" y="1154"/>
                    <a:pt x="10484" y="1104"/>
                  </a:cubicBezTo>
                  <a:cubicBezTo>
                    <a:pt x="10493" y="1189"/>
                    <a:pt x="10525" y="1204"/>
                    <a:pt x="10587" y="1229"/>
                  </a:cubicBezTo>
                  <a:cubicBezTo>
                    <a:pt x="10625" y="1244"/>
                    <a:pt x="10662" y="1259"/>
                    <a:pt x="10698" y="1259"/>
                  </a:cubicBezTo>
                  <a:cubicBezTo>
                    <a:pt x="10726" y="1259"/>
                    <a:pt x="10753" y="1250"/>
                    <a:pt x="10782" y="1226"/>
                  </a:cubicBezTo>
                  <a:lnTo>
                    <a:pt x="10782" y="1226"/>
                  </a:lnTo>
                  <a:cubicBezTo>
                    <a:pt x="10762" y="1330"/>
                    <a:pt x="10837" y="1413"/>
                    <a:pt x="10922" y="1413"/>
                  </a:cubicBezTo>
                  <a:cubicBezTo>
                    <a:pt x="10958" y="1413"/>
                    <a:pt x="10996" y="1399"/>
                    <a:pt x="11029" y="1364"/>
                  </a:cubicBezTo>
                  <a:cubicBezTo>
                    <a:pt x="11046" y="1336"/>
                    <a:pt x="11061" y="1322"/>
                    <a:pt x="11073" y="1322"/>
                  </a:cubicBezTo>
                  <a:cubicBezTo>
                    <a:pt x="11088" y="1322"/>
                    <a:pt x="11096" y="1349"/>
                    <a:pt x="11089" y="1399"/>
                  </a:cubicBezTo>
                  <a:cubicBezTo>
                    <a:pt x="11083" y="1447"/>
                    <a:pt x="11080" y="1468"/>
                    <a:pt x="11092" y="1468"/>
                  </a:cubicBezTo>
                  <a:cubicBezTo>
                    <a:pt x="11102" y="1468"/>
                    <a:pt x="11119" y="1456"/>
                    <a:pt x="11151" y="1436"/>
                  </a:cubicBezTo>
                  <a:cubicBezTo>
                    <a:pt x="11165" y="1428"/>
                    <a:pt x="11175" y="1425"/>
                    <a:pt x="11183" y="1425"/>
                  </a:cubicBezTo>
                  <a:cubicBezTo>
                    <a:pt x="11218" y="1425"/>
                    <a:pt x="11204" y="1496"/>
                    <a:pt x="11189" y="1565"/>
                  </a:cubicBezTo>
                  <a:cubicBezTo>
                    <a:pt x="11142" y="1669"/>
                    <a:pt x="11141" y="1709"/>
                    <a:pt x="11171" y="1709"/>
                  </a:cubicBezTo>
                  <a:cubicBezTo>
                    <a:pt x="11184" y="1709"/>
                    <a:pt x="11202" y="1702"/>
                    <a:pt x="11224" y="1690"/>
                  </a:cubicBezTo>
                  <a:cubicBezTo>
                    <a:pt x="11240" y="1685"/>
                    <a:pt x="11257" y="1683"/>
                    <a:pt x="11273" y="1683"/>
                  </a:cubicBezTo>
                  <a:cubicBezTo>
                    <a:pt x="11321" y="1683"/>
                    <a:pt x="11367" y="1702"/>
                    <a:pt x="11402" y="1734"/>
                  </a:cubicBezTo>
                  <a:cubicBezTo>
                    <a:pt x="11502" y="1725"/>
                    <a:pt x="11531" y="1747"/>
                    <a:pt x="11556" y="1665"/>
                  </a:cubicBezTo>
                  <a:cubicBezTo>
                    <a:pt x="11593" y="1627"/>
                    <a:pt x="11637" y="1596"/>
                    <a:pt x="11687" y="1574"/>
                  </a:cubicBezTo>
                  <a:cubicBezTo>
                    <a:pt x="11693" y="1574"/>
                    <a:pt x="11698" y="1574"/>
                    <a:pt x="11703" y="1574"/>
                  </a:cubicBezTo>
                  <a:cubicBezTo>
                    <a:pt x="11769" y="1574"/>
                    <a:pt x="11752" y="1606"/>
                    <a:pt x="11729" y="1606"/>
                  </a:cubicBezTo>
                  <a:cubicBezTo>
                    <a:pt x="11724" y="1606"/>
                    <a:pt x="11718" y="1604"/>
                    <a:pt x="11712" y="1599"/>
                  </a:cubicBezTo>
                  <a:cubicBezTo>
                    <a:pt x="11606" y="1606"/>
                    <a:pt x="11634" y="1631"/>
                    <a:pt x="11606" y="1715"/>
                  </a:cubicBezTo>
                  <a:cubicBezTo>
                    <a:pt x="11587" y="1768"/>
                    <a:pt x="11609" y="1831"/>
                    <a:pt x="11656" y="1866"/>
                  </a:cubicBezTo>
                  <a:cubicBezTo>
                    <a:pt x="11681" y="1891"/>
                    <a:pt x="11728" y="1941"/>
                    <a:pt x="11750" y="1966"/>
                  </a:cubicBezTo>
                  <a:cubicBezTo>
                    <a:pt x="11761" y="2053"/>
                    <a:pt x="11774" y="2092"/>
                    <a:pt x="11799" y="2092"/>
                  </a:cubicBezTo>
                  <a:cubicBezTo>
                    <a:pt x="11811" y="2092"/>
                    <a:pt x="11826" y="2083"/>
                    <a:pt x="11844" y="2066"/>
                  </a:cubicBezTo>
                  <a:lnTo>
                    <a:pt x="11900" y="2013"/>
                  </a:lnTo>
                  <a:lnTo>
                    <a:pt x="11900" y="2013"/>
                  </a:lnTo>
                  <a:cubicBezTo>
                    <a:pt x="11826" y="2129"/>
                    <a:pt x="12002" y="2359"/>
                    <a:pt x="12141" y="2359"/>
                  </a:cubicBezTo>
                  <a:cubicBezTo>
                    <a:pt x="12160" y="2359"/>
                    <a:pt x="12178" y="2354"/>
                    <a:pt x="12195" y="2345"/>
                  </a:cubicBezTo>
                  <a:lnTo>
                    <a:pt x="12195" y="2345"/>
                  </a:lnTo>
                  <a:lnTo>
                    <a:pt x="12139" y="2398"/>
                  </a:lnTo>
                  <a:cubicBezTo>
                    <a:pt x="12079" y="2448"/>
                    <a:pt x="12101" y="2474"/>
                    <a:pt x="12145" y="2524"/>
                  </a:cubicBezTo>
                  <a:cubicBezTo>
                    <a:pt x="12167" y="2549"/>
                    <a:pt x="12314" y="2599"/>
                    <a:pt x="12380" y="2674"/>
                  </a:cubicBezTo>
                  <a:cubicBezTo>
                    <a:pt x="12449" y="2748"/>
                    <a:pt x="12506" y="2809"/>
                    <a:pt x="12552" y="2809"/>
                  </a:cubicBezTo>
                  <a:cubicBezTo>
                    <a:pt x="12567" y="2809"/>
                    <a:pt x="12580" y="2803"/>
                    <a:pt x="12593" y="2790"/>
                  </a:cubicBezTo>
                  <a:lnTo>
                    <a:pt x="12593" y="2790"/>
                  </a:lnTo>
                  <a:cubicBezTo>
                    <a:pt x="12615" y="2815"/>
                    <a:pt x="12615" y="2815"/>
                    <a:pt x="12562" y="2868"/>
                  </a:cubicBezTo>
                  <a:cubicBezTo>
                    <a:pt x="12483" y="2900"/>
                    <a:pt x="12505" y="2925"/>
                    <a:pt x="12527" y="2950"/>
                  </a:cubicBezTo>
                  <a:cubicBezTo>
                    <a:pt x="12531" y="2953"/>
                    <a:pt x="12536" y="2955"/>
                    <a:pt x="12541" y="2955"/>
                  </a:cubicBezTo>
                  <a:cubicBezTo>
                    <a:pt x="12569" y="2955"/>
                    <a:pt x="12617" y="2907"/>
                    <a:pt x="12662" y="2862"/>
                  </a:cubicBezTo>
                  <a:cubicBezTo>
                    <a:pt x="12681" y="2842"/>
                    <a:pt x="12697" y="2832"/>
                    <a:pt x="12708" y="2832"/>
                  </a:cubicBezTo>
                  <a:cubicBezTo>
                    <a:pt x="12729" y="2832"/>
                    <a:pt x="12737" y="2864"/>
                    <a:pt x="12731" y="2928"/>
                  </a:cubicBezTo>
                  <a:cubicBezTo>
                    <a:pt x="12728" y="3017"/>
                    <a:pt x="12800" y="3104"/>
                    <a:pt x="12889" y="3104"/>
                  </a:cubicBezTo>
                  <a:cubicBezTo>
                    <a:pt x="12900" y="3104"/>
                    <a:pt x="12911" y="3103"/>
                    <a:pt x="12922" y="3100"/>
                  </a:cubicBezTo>
                  <a:cubicBezTo>
                    <a:pt x="12947" y="3122"/>
                    <a:pt x="12972" y="3141"/>
                    <a:pt x="12925" y="3204"/>
                  </a:cubicBezTo>
                  <a:cubicBezTo>
                    <a:pt x="12907" y="3262"/>
                    <a:pt x="12907" y="3336"/>
                    <a:pt x="12966" y="3336"/>
                  </a:cubicBezTo>
                  <a:cubicBezTo>
                    <a:pt x="12987" y="3336"/>
                    <a:pt x="13016" y="3327"/>
                    <a:pt x="13054" y="3304"/>
                  </a:cubicBezTo>
                  <a:lnTo>
                    <a:pt x="13054" y="3304"/>
                  </a:lnTo>
                  <a:cubicBezTo>
                    <a:pt x="13079" y="3323"/>
                    <a:pt x="13079" y="3323"/>
                    <a:pt x="13035" y="3389"/>
                  </a:cubicBezTo>
                  <a:cubicBezTo>
                    <a:pt x="13025" y="3441"/>
                    <a:pt x="13006" y="3486"/>
                    <a:pt x="13019" y="3486"/>
                  </a:cubicBezTo>
                  <a:cubicBezTo>
                    <a:pt x="13027" y="3486"/>
                    <a:pt x="13048" y="3468"/>
                    <a:pt x="13091" y="3423"/>
                  </a:cubicBezTo>
                  <a:cubicBezTo>
                    <a:pt x="13111" y="3418"/>
                    <a:pt x="13129" y="3415"/>
                    <a:pt x="13146" y="3415"/>
                  </a:cubicBezTo>
                  <a:cubicBezTo>
                    <a:pt x="13220" y="3415"/>
                    <a:pt x="13274" y="3462"/>
                    <a:pt x="13292" y="3545"/>
                  </a:cubicBezTo>
                  <a:cubicBezTo>
                    <a:pt x="13304" y="3554"/>
                    <a:pt x="13317" y="3561"/>
                    <a:pt x="13331" y="3561"/>
                  </a:cubicBezTo>
                  <a:cubicBezTo>
                    <a:pt x="13348" y="3561"/>
                    <a:pt x="13366" y="3548"/>
                    <a:pt x="13386" y="3508"/>
                  </a:cubicBezTo>
                  <a:cubicBezTo>
                    <a:pt x="13410" y="3459"/>
                    <a:pt x="13435" y="3409"/>
                    <a:pt x="13435" y="3409"/>
                  </a:cubicBezTo>
                  <a:lnTo>
                    <a:pt x="13435" y="3409"/>
                  </a:lnTo>
                  <a:cubicBezTo>
                    <a:pt x="13435" y="3409"/>
                    <a:pt x="13430" y="3418"/>
                    <a:pt x="13420" y="3439"/>
                  </a:cubicBezTo>
                  <a:cubicBezTo>
                    <a:pt x="13401" y="3519"/>
                    <a:pt x="13392" y="3557"/>
                    <a:pt x="13401" y="3557"/>
                  </a:cubicBezTo>
                  <a:cubicBezTo>
                    <a:pt x="13410" y="3557"/>
                    <a:pt x="13433" y="3524"/>
                    <a:pt x="13477" y="3461"/>
                  </a:cubicBezTo>
                  <a:cubicBezTo>
                    <a:pt x="13493" y="3429"/>
                    <a:pt x="13507" y="3414"/>
                    <a:pt x="13515" y="3414"/>
                  </a:cubicBezTo>
                  <a:cubicBezTo>
                    <a:pt x="13525" y="3414"/>
                    <a:pt x="13525" y="3434"/>
                    <a:pt x="13508" y="3473"/>
                  </a:cubicBezTo>
                  <a:cubicBezTo>
                    <a:pt x="13505" y="3558"/>
                    <a:pt x="13536" y="3570"/>
                    <a:pt x="13536" y="3570"/>
                  </a:cubicBezTo>
                  <a:cubicBezTo>
                    <a:pt x="13568" y="3586"/>
                    <a:pt x="13740" y="3577"/>
                    <a:pt x="13894" y="3605"/>
                  </a:cubicBezTo>
                  <a:cubicBezTo>
                    <a:pt x="13995" y="3633"/>
                    <a:pt x="14072" y="3651"/>
                    <a:pt x="14128" y="3651"/>
                  </a:cubicBezTo>
                  <a:cubicBezTo>
                    <a:pt x="14139" y="3651"/>
                    <a:pt x="14150" y="3650"/>
                    <a:pt x="14160" y="3649"/>
                  </a:cubicBezTo>
                  <a:cubicBezTo>
                    <a:pt x="14216" y="3642"/>
                    <a:pt x="14241" y="3624"/>
                    <a:pt x="14245" y="3586"/>
                  </a:cubicBezTo>
                  <a:cubicBezTo>
                    <a:pt x="14263" y="3549"/>
                    <a:pt x="14272" y="3530"/>
                    <a:pt x="14280" y="3530"/>
                  </a:cubicBezTo>
                  <a:cubicBezTo>
                    <a:pt x="14288" y="3530"/>
                    <a:pt x="14294" y="3551"/>
                    <a:pt x="14307" y="3592"/>
                  </a:cubicBezTo>
                  <a:cubicBezTo>
                    <a:pt x="14332" y="3674"/>
                    <a:pt x="14367" y="3677"/>
                    <a:pt x="14398" y="3677"/>
                  </a:cubicBezTo>
                  <a:cubicBezTo>
                    <a:pt x="14429" y="3680"/>
                    <a:pt x="14461" y="3683"/>
                    <a:pt x="14461" y="3762"/>
                  </a:cubicBezTo>
                  <a:cubicBezTo>
                    <a:pt x="14495" y="3683"/>
                    <a:pt x="14495" y="3683"/>
                    <a:pt x="14527" y="3683"/>
                  </a:cubicBezTo>
                  <a:cubicBezTo>
                    <a:pt x="14527" y="3720"/>
                    <a:pt x="14535" y="3739"/>
                    <a:pt x="14547" y="3739"/>
                  </a:cubicBezTo>
                  <a:cubicBezTo>
                    <a:pt x="14559" y="3739"/>
                    <a:pt x="14575" y="3718"/>
                    <a:pt x="14589" y="3677"/>
                  </a:cubicBezTo>
                  <a:cubicBezTo>
                    <a:pt x="14602" y="3599"/>
                    <a:pt x="14608" y="3559"/>
                    <a:pt x="14612" y="3559"/>
                  </a:cubicBezTo>
                  <a:cubicBezTo>
                    <a:pt x="14617" y="3559"/>
                    <a:pt x="14619" y="3599"/>
                    <a:pt x="14624" y="3677"/>
                  </a:cubicBezTo>
                  <a:cubicBezTo>
                    <a:pt x="14626" y="3732"/>
                    <a:pt x="14678" y="3784"/>
                    <a:pt x="14695" y="3784"/>
                  </a:cubicBezTo>
                  <a:cubicBezTo>
                    <a:pt x="14703" y="3784"/>
                    <a:pt x="14704" y="3775"/>
                    <a:pt x="14693" y="3752"/>
                  </a:cubicBezTo>
                  <a:cubicBezTo>
                    <a:pt x="14686" y="3674"/>
                    <a:pt x="14752" y="3671"/>
                    <a:pt x="14774" y="3589"/>
                  </a:cubicBezTo>
                  <a:cubicBezTo>
                    <a:pt x="14776" y="3589"/>
                    <a:pt x="14779" y="3589"/>
                    <a:pt x="14781" y="3589"/>
                  </a:cubicBezTo>
                  <a:cubicBezTo>
                    <a:pt x="14810" y="3589"/>
                    <a:pt x="14838" y="3592"/>
                    <a:pt x="14846" y="3664"/>
                  </a:cubicBezTo>
                  <a:cubicBezTo>
                    <a:pt x="14856" y="3683"/>
                    <a:pt x="14872" y="3690"/>
                    <a:pt x="14891" y="3690"/>
                  </a:cubicBezTo>
                  <a:cubicBezTo>
                    <a:pt x="14952" y="3690"/>
                    <a:pt x="15040" y="3608"/>
                    <a:pt x="15050" y="3545"/>
                  </a:cubicBezTo>
                  <a:cubicBezTo>
                    <a:pt x="15040" y="3506"/>
                    <a:pt x="15043" y="3486"/>
                    <a:pt x="15051" y="3486"/>
                  </a:cubicBezTo>
                  <a:cubicBezTo>
                    <a:pt x="15058" y="3486"/>
                    <a:pt x="15069" y="3503"/>
                    <a:pt x="15078" y="3539"/>
                  </a:cubicBezTo>
                  <a:cubicBezTo>
                    <a:pt x="15091" y="3594"/>
                    <a:pt x="15110" y="3607"/>
                    <a:pt x="15131" y="3607"/>
                  </a:cubicBezTo>
                  <a:cubicBezTo>
                    <a:pt x="15141" y="3607"/>
                    <a:pt x="15150" y="3605"/>
                    <a:pt x="15160" y="3602"/>
                  </a:cubicBezTo>
                  <a:cubicBezTo>
                    <a:pt x="15162" y="3577"/>
                    <a:pt x="15167" y="3566"/>
                    <a:pt x="15171" y="3566"/>
                  </a:cubicBezTo>
                  <a:cubicBezTo>
                    <a:pt x="15182" y="3566"/>
                    <a:pt x="15198" y="3619"/>
                    <a:pt x="15213" y="3671"/>
                  </a:cubicBezTo>
                  <a:cubicBezTo>
                    <a:pt x="15205" y="3724"/>
                    <a:pt x="15217" y="3741"/>
                    <a:pt x="15245" y="3741"/>
                  </a:cubicBezTo>
                  <a:cubicBezTo>
                    <a:pt x="15259" y="3741"/>
                    <a:pt x="15278" y="3737"/>
                    <a:pt x="15301" y="3730"/>
                  </a:cubicBezTo>
                  <a:cubicBezTo>
                    <a:pt x="15310" y="3642"/>
                    <a:pt x="15432" y="3595"/>
                    <a:pt x="15523" y="3561"/>
                  </a:cubicBezTo>
                  <a:cubicBezTo>
                    <a:pt x="15677" y="3495"/>
                    <a:pt x="15664" y="3398"/>
                    <a:pt x="15642" y="3238"/>
                  </a:cubicBezTo>
                  <a:lnTo>
                    <a:pt x="15586" y="3091"/>
                  </a:lnTo>
                  <a:lnTo>
                    <a:pt x="15667" y="3223"/>
                  </a:lnTo>
                  <a:cubicBezTo>
                    <a:pt x="15714" y="3288"/>
                    <a:pt x="15764" y="3351"/>
                    <a:pt x="15818" y="3407"/>
                  </a:cubicBezTo>
                  <a:cubicBezTo>
                    <a:pt x="15849" y="3392"/>
                    <a:pt x="15805" y="3326"/>
                    <a:pt x="15761" y="3260"/>
                  </a:cubicBezTo>
                  <a:cubicBezTo>
                    <a:pt x="15733" y="3215"/>
                    <a:pt x="15736" y="3195"/>
                    <a:pt x="15772" y="3195"/>
                  </a:cubicBezTo>
                  <a:cubicBezTo>
                    <a:pt x="15788" y="3195"/>
                    <a:pt x="15810" y="3199"/>
                    <a:pt x="15840" y="3207"/>
                  </a:cubicBezTo>
                  <a:cubicBezTo>
                    <a:pt x="15866" y="3215"/>
                    <a:pt x="15888" y="3219"/>
                    <a:pt x="15905" y="3219"/>
                  </a:cubicBezTo>
                  <a:cubicBezTo>
                    <a:pt x="15949" y="3219"/>
                    <a:pt x="15959" y="3191"/>
                    <a:pt x="15943" y="3135"/>
                  </a:cubicBezTo>
                  <a:cubicBezTo>
                    <a:pt x="15957" y="3124"/>
                    <a:pt x="15971" y="3114"/>
                    <a:pt x="15994" y="3114"/>
                  </a:cubicBezTo>
                  <a:cubicBezTo>
                    <a:pt x="16012" y="3114"/>
                    <a:pt x="16035" y="3120"/>
                    <a:pt x="16068" y="3138"/>
                  </a:cubicBezTo>
                  <a:cubicBezTo>
                    <a:pt x="16097" y="3119"/>
                    <a:pt x="16097" y="3119"/>
                    <a:pt x="16046" y="3060"/>
                  </a:cubicBezTo>
                  <a:cubicBezTo>
                    <a:pt x="16013" y="3020"/>
                    <a:pt x="16012" y="2997"/>
                    <a:pt x="16036" y="2997"/>
                  </a:cubicBezTo>
                  <a:cubicBezTo>
                    <a:pt x="16049" y="2997"/>
                    <a:pt x="16068" y="3003"/>
                    <a:pt x="16093" y="3016"/>
                  </a:cubicBezTo>
                  <a:cubicBezTo>
                    <a:pt x="16140" y="3051"/>
                    <a:pt x="16180" y="3064"/>
                    <a:pt x="16209" y="3064"/>
                  </a:cubicBezTo>
                  <a:cubicBezTo>
                    <a:pt x="16260" y="3064"/>
                    <a:pt x="16278" y="3023"/>
                    <a:pt x="16244" y="2988"/>
                  </a:cubicBezTo>
                  <a:cubicBezTo>
                    <a:pt x="16191" y="2931"/>
                    <a:pt x="16216" y="2909"/>
                    <a:pt x="16241" y="2887"/>
                  </a:cubicBezTo>
                  <a:cubicBezTo>
                    <a:pt x="16263" y="2865"/>
                    <a:pt x="16288" y="2846"/>
                    <a:pt x="16256" y="2768"/>
                  </a:cubicBezTo>
                  <a:cubicBezTo>
                    <a:pt x="16278" y="2743"/>
                    <a:pt x="16303" y="2721"/>
                    <a:pt x="16303" y="2721"/>
                  </a:cubicBezTo>
                  <a:cubicBezTo>
                    <a:pt x="16306" y="2718"/>
                    <a:pt x="16310" y="2716"/>
                    <a:pt x="16313" y="2716"/>
                  </a:cubicBezTo>
                  <a:cubicBezTo>
                    <a:pt x="16333" y="2716"/>
                    <a:pt x="16354" y="2778"/>
                    <a:pt x="16335" y="2799"/>
                  </a:cubicBezTo>
                  <a:lnTo>
                    <a:pt x="16413" y="2831"/>
                  </a:lnTo>
                  <a:cubicBezTo>
                    <a:pt x="16460" y="2784"/>
                    <a:pt x="16482" y="2759"/>
                    <a:pt x="16451" y="2684"/>
                  </a:cubicBezTo>
                  <a:cubicBezTo>
                    <a:pt x="16403" y="2614"/>
                    <a:pt x="16380" y="2581"/>
                    <a:pt x="16386" y="2581"/>
                  </a:cubicBezTo>
                  <a:lnTo>
                    <a:pt x="16386" y="2581"/>
                  </a:lnTo>
                  <a:cubicBezTo>
                    <a:pt x="16391" y="2581"/>
                    <a:pt x="16419" y="2608"/>
                    <a:pt x="16473" y="2658"/>
                  </a:cubicBezTo>
                  <a:cubicBezTo>
                    <a:pt x="16505" y="2689"/>
                    <a:pt x="16545" y="2712"/>
                    <a:pt x="16567" y="2712"/>
                  </a:cubicBezTo>
                  <a:cubicBezTo>
                    <a:pt x="16584" y="2712"/>
                    <a:pt x="16591" y="2699"/>
                    <a:pt x="16576" y="2665"/>
                  </a:cubicBezTo>
                  <a:cubicBezTo>
                    <a:pt x="16528" y="2597"/>
                    <a:pt x="16528" y="2573"/>
                    <a:pt x="16547" y="2573"/>
                  </a:cubicBezTo>
                  <a:cubicBezTo>
                    <a:pt x="16564" y="2573"/>
                    <a:pt x="16596" y="2592"/>
                    <a:pt x="16623" y="2618"/>
                  </a:cubicBezTo>
                  <a:cubicBezTo>
                    <a:pt x="16663" y="2675"/>
                    <a:pt x="16686" y="2706"/>
                    <a:pt x="16696" y="2706"/>
                  </a:cubicBezTo>
                  <a:cubicBezTo>
                    <a:pt x="16710" y="2706"/>
                    <a:pt x="16704" y="2656"/>
                    <a:pt x="16692" y="2543"/>
                  </a:cubicBezTo>
                  <a:cubicBezTo>
                    <a:pt x="16739" y="2496"/>
                    <a:pt x="16770" y="2345"/>
                    <a:pt x="16842" y="2270"/>
                  </a:cubicBezTo>
                  <a:cubicBezTo>
                    <a:pt x="16916" y="2188"/>
                    <a:pt x="16961" y="2140"/>
                    <a:pt x="17019" y="2140"/>
                  </a:cubicBezTo>
                  <a:cubicBezTo>
                    <a:pt x="17033" y="2140"/>
                    <a:pt x="17047" y="2142"/>
                    <a:pt x="17062" y="2148"/>
                  </a:cubicBezTo>
                  <a:cubicBezTo>
                    <a:pt x="17072" y="2158"/>
                    <a:pt x="17082" y="2166"/>
                    <a:pt x="17091" y="2174"/>
                  </a:cubicBezTo>
                  <a:lnTo>
                    <a:pt x="17091" y="2174"/>
                  </a:lnTo>
                  <a:cubicBezTo>
                    <a:pt x="17010" y="2090"/>
                    <a:pt x="17034" y="2066"/>
                    <a:pt x="17103" y="1997"/>
                  </a:cubicBezTo>
                  <a:cubicBezTo>
                    <a:pt x="17231" y="1978"/>
                    <a:pt x="17222" y="1875"/>
                    <a:pt x="17193" y="1797"/>
                  </a:cubicBezTo>
                  <a:lnTo>
                    <a:pt x="17193" y="1797"/>
                  </a:lnTo>
                  <a:cubicBezTo>
                    <a:pt x="17178" y="1812"/>
                    <a:pt x="17159" y="1828"/>
                    <a:pt x="17143" y="1844"/>
                  </a:cubicBezTo>
                  <a:cubicBezTo>
                    <a:pt x="17044" y="1744"/>
                    <a:pt x="17055" y="1714"/>
                    <a:pt x="17140" y="1714"/>
                  </a:cubicBezTo>
                  <a:cubicBezTo>
                    <a:pt x="17149" y="1714"/>
                    <a:pt x="17158" y="1715"/>
                    <a:pt x="17168" y="1715"/>
                  </a:cubicBezTo>
                  <a:cubicBezTo>
                    <a:pt x="17172" y="1712"/>
                    <a:pt x="17177" y="1710"/>
                    <a:pt x="17182" y="1710"/>
                  </a:cubicBezTo>
                  <a:cubicBezTo>
                    <a:pt x="17210" y="1710"/>
                    <a:pt x="17255" y="1758"/>
                    <a:pt x="17300" y="1806"/>
                  </a:cubicBezTo>
                  <a:cubicBezTo>
                    <a:pt x="17342" y="1851"/>
                    <a:pt x="17402" y="1882"/>
                    <a:pt x="17438" y="1882"/>
                  </a:cubicBezTo>
                  <a:cubicBezTo>
                    <a:pt x="17447" y="1882"/>
                    <a:pt x="17455" y="1880"/>
                    <a:pt x="17460" y="1875"/>
                  </a:cubicBezTo>
                  <a:cubicBezTo>
                    <a:pt x="17485" y="1853"/>
                    <a:pt x="17510" y="1831"/>
                    <a:pt x="17432" y="1794"/>
                  </a:cubicBezTo>
                  <a:cubicBezTo>
                    <a:pt x="17378" y="1737"/>
                    <a:pt x="17378" y="1737"/>
                    <a:pt x="17407" y="1712"/>
                  </a:cubicBezTo>
                  <a:cubicBezTo>
                    <a:pt x="17432" y="1690"/>
                    <a:pt x="17457" y="1668"/>
                    <a:pt x="17435" y="1584"/>
                  </a:cubicBezTo>
                  <a:cubicBezTo>
                    <a:pt x="17381" y="1524"/>
                    <a:pt x="17413" y="1502"/>
                    <a:pt x="17444" y="1480"/>
                  </a:cubicBezTo>
                  <a:cubicBezTo>
                    <a:pt x="17464" y="1491"/>
                    <a:pt x="17486" y="1496"/>
                    <a:pt x="17509" y="1496"/>
                  </a:cubicBezTo>
                  <a:cubicBezTo>
                    <a:pt x="17533" y="1496"/>
                    <a:pt x="17558" y="1490"/>
                    <a:pt x="17579" y="1477"/>
                  </a:cubicBezTo>
                  <a:lnTo>
                    <a:pt x="17579" y="1477"/>
                  </a:lnTo>
                  <a:cubicBezTo>
                    <a:pt x="17591" y="1494"/>
                    <a:pt x="17609" y="1517"/>
                    <a:pt x="17626" y="1540"/>
                  </a:cubicBezTo>
                  <a:cubicBezTo>
                    <a:pt x="17660" y="1580"/>
                    <a:pt x="17701" y="1615"/>
                    <a:pt x="17748" y="1643"/>
                  </a:cubicBezTo>
                  <a:cubicBezTo>
                    <a:pt x="17773" y="1624"/>
                    <a:pt x="17729" y="1562"/>
                    <a:pt x="17729" y="1562"/>
                  </a:cubicBezTo>
                  <a:cubicBezTo>
                    <a:pt x="17717" y="1546"/>
                    <a:pt x="17748" y="1499"/>
                    <a:pt x="17811" y="1449"/>
                  </a:cubicBezTo>
                  <a:cubicBezTo>
                    <a:pt x="17877" y="1399"/>
                    <a:pt x="17967" y="1339"/>
                    <a:pt x="18065" y="1280"/>
                  </a:cubicBezTo>
                  <a:cubicBezTo>
                    <a:pt x="18268" y="1179"/>
                    <a:pt x="18494" y="1098"/>
                    <a:pt x="18550" y="1098"/>
                  </a:cubicBezTo>
                  <a:cubicBezTo>
                    <a:pt x="18585" y="1122"/>
                    <a:pt x="18622" y="1132"/>
                    <a:pt x="18651" y="1132"/>
                  </a:cubicBezTo>
                  <a:cubicBezTo>
                    <a:pt x="18694" y="1132"/>
                    <a:pt x="18718" y="1108"/>
                    <a:pt x="18688" y="1066"/>
                  </a:cubicBezTo>
                  <a:cubicBezTo>
                    <a:pt x="18673" y="991"/>
                    <a:pt x="18851" y="944"/>
                    <a:pt x="19067" y="944"/>
                  </a:cubicBezTo>
                  <a:cubicBezTo>
                    <a:pt x="19318" y="919"/>
                    <a:pt x="19497" y="954"/>
                    <a:pt x="19503" y="872"/>
                  </a:cubicBezTo>
                  <a:lnTo>
                    <a:pt x="19613" y="882"/>
                  </a:lnTo>
                  <a:cubicBezTo>
                    <a:pt x="19616" y="882"/>
                    <a:pt x="19619" y="882"/>
                    <a:pt x="19622" y="882"/>
                  </a:cubicBezTo>
                  <a:cubicBezTo>
                    <a:pt x="19689" y="882"/>
                    <a:pt x="19761" y="827"/>
                    <a:pt x="19800" y="827"/>
                  </a:cubicBezTo>
                  <a:cubicBezTo>
                    <a:pt x="19804" y="827"/>
                    <a:pt x="19807" y="827"/>
                    <a:pt x="19810" y="828"/>
                  </a:cubicBezTo>
                  <a:cubicBezTo>
                    <a:pt x="19834" y="796"/>
                    <a:pt x="19855" y="781"/>
                    <a:pt x="19866" y="781"/>
                  </a:cubicBezTo>
                  <a:cubicBezTo>
                    <a:pt x="19878" y="781"/>
                    <a:pt x="19876" y="801"/>
                    <a:pt x="19848" y="838"/>
                  </a:cubicBezTo>
                  <a:cubicBezTo>
                    <a:pt x="19832" y="913"/>
                    <a:pt x="19820" y="991"/>
                    <a:pt x="19854" y="1001"/>
                  </a:cubicBezTo>
                  <a:cubicBezTo>
                    <a:pt x="19860" y="1002"/>
                    <a:pt x="19866" y="1003"/>
                    <a:pt x="19871" y="1003"/>
                  </a:cubicBezTo>
                  <a:cubicBezTo>
                    <a:pt x="19926" y="1003"/>
                    <a:pt x="19943" y="934"/>
                    <a:pt x="19961" y="863"/>
                  </a:cubicBezTo>
                  <a:cubicBezTo>
                    <a:pt x="19973" y="803"/>
                    <a:pt x="20000" y="797"/>
                    <a:pt x="20010" y="797"/>
                  </a:cubicBezTo>
                  <a:cubicBezTo>
                    <a:pt x="20012" y="797"/>
                    <a:pt x="20014" y="797"/>
                    <a:pt x="20014" y="797"/>
                  </a:cubicBezTo>
                  <a:cubicBezTo>
                    <a:pt x="20055" y="806"/>
                    <a:pt x="20055" y="806"/>
                    <a:pt x="20033" y="882"/>
                  </a:cubicBezTo>
                  <a:cubicBezTo>
                    <a:pt x="20014" y="960"/>
                    <a:pt x="19995" y="1035"/>
                    <a:pt x="19995" y="1035"/>
                  </a:cubicBezTo>
                  <a:lnTo>
                    <a:pt x="20030" y="1041"/>
                  </a:lnTo>
                  <a:cubicBezTo>
                    <a:pt x="20047" y="981"/>
                    <a:pt x="20073" y="975"/>
                    <a:pt x="20082" y="975"/>
                  </a:cubicBezTo>
                  <a:cubicBezTo>
                    <a:pt x="20085" y="975"/>
                    <a:pt x="20086" y="976"/>
                    <a:pt x="20086" y="976"/>
                  </a:cubicBezTo>
                  <a:cubicBezTo>
                    <a:pt x="20124" y="985"/>
                    <a:pt x="20124" y="985"/>
                    <a:pt x="20080" y="1135"/>
                  </a:cubicBezTo>
                  <a:cubicBezTo>
                    <a:pt x="20055" y="1214"/>
                    <a:pt x="20052" y="1252"/>
                    <a:pt x="20066" y="1252"/>
                  </a:cubicBezTo>
                  <a:cubicBezTo>
                    <a:pt x="20079" y="1252"/>
                    <a:pt x="20107" y="1220"/>
                    <a:pt x="20145" y="1157"/>
                  </a:cubicBezTo>
                  <a:lnTo>
                    <a:pt x="20236" y="1110"/>
                  </a:lnTo>
                  <a:lnTo>
                    <a:pt x="20236" y="1110"/>
                  </a:lnTo>
                  <a:cubicBezTo>
                    <a:pt x="20228" y="1170"/>
                    <a:pt x="20239" y="1191"/>
                    <a:pt x="20260" y="1191"/>
                  </a:cubicBezTo>
                  <a:cubicBezTo>
                    <a:pt x="20296" y="1191"/>
                    <a:pt x="20359" y="1130"/>
                    <a:pt x="20402" y="1095"/>
                  </a:cubicBezTo>
                  <a:lnTo>
                    <a:pt x="20402" y="1095"/>
                  </a:lnTo>
                  <a:cubicBezTo>
                    <a:pt x="20387" y="1181"/>
                    <a:pt x="20388" y="1223"/>
                    <a:pt x="20410" y="1223"/>
                  </a:cubicBezTo>
                  <a:cubicBezTo>
                    <a:pt x="20428" y="1223"/>
                    <a:pt x="20459" y="1195"/>
                    <a:pt x="20506" y="1139"/>
                  </a:cubicBezTo>
                  <a:cubicBezTo>
                    <a:pt x="20519" y="1108"/>
                    <a:pt x="20534" y="1093"/>
                    <a:pt x="20545" y="1093"/>
                  </a:cubicBezTo>
                  <a:cubicBezTo>
                    <a:pt x="20562" y="1093"/>
                    <a:pt x="20573" y="1121"/>
                    <a:pt x="20572" y="1173"/>
                  </a:cubicBezTo>
                  <a:cubicBezTo>
                    <a:pt x="20565" y="1261"/>
                    <a:pt x="20597" y="1280"/>
                    <a:pt x="20659" y="1317"/>
                  </a:cubicBezTo>
                  <a:cubicBezTo>
                    <a:pt x="20670" y="1310"/>
                    <a:pt x="20684" y="1306"/>
                    <a:pt x="20701" y="1306"/>
                  </a:cubicBezTo>
                  <a:cubicBezTo>
                    <a:pt x="20740" y="1306"/>
                    <a:pt x="20796" y="1326"/>
                    <a:pt x="20860" y="1361"/>
                  </a:cubicBezTo>
                  <a:cubicBezTo>
                    <a:pt x="20970" y="1430"/>
                    <a:pt x="21070" y="1508"/>
                    <a:pt x="21170" y="1593"/>
                  </a:cubicBezTo>
                  <a:cubicBezTo>
                    <a:pt x="21377" y="1780"/>
                    <a:pt x="21505" y="1923"/>
                    <a:pt x="21573" y="1923"/>
                  </a:cubicBezTo>
                  <a:cubicBezTo>
                    <a:pt x="21583" y="1923"/>
                    <a:pt x="21592" y="1920"/>
                    <a:pt x="21600" y="1913"/>
                  </a:cubicBezTo>
                  <a:lnTo>
                    <a:pt x="21600" y="1913"/>
                  </a:lnTo>
                  <a:cubicBezTo>
                    <a:pt x="21625" y="1938"/>
                    <a:pt x="21625" y="1938"/>
                    <a:pt x="21590" y="2016"/>
                  </a:cubicBezTo>
                  <a:cubicBezTo>
                    <a:pt x="21559" y="2045"/>
                    <a:pt x="21552" y="2066"/>
                    <a:pt x="21575" y="2066"/>
                  </a:cubicBezTo>
                  <a:cubicBezTo>
                    <a:pt x="21593" y="2066"/>
                    <a:pt x="21633" y="2052"/>
                    <a:pt x="21697" y="2016"/>
                  </a:cubicBezTo>
                  <a:cubicBezTo>
                    <a:pt x="21740" y="2001"/>
                    <a:pt x="21777" y="1978"/>
                    <a:pt x="21783" y="1978"/>
                  </a:cubicBezTo>
                  <a:lnTo>
                    <a:pt x="21783" y="1978"/>
                  </a:lnTo>
                  <a:cubicBezTo>
                    <a:pt x="21788" y="1978"/>
                    <a:pt x="21771" y="1993"/>
                    <a:pt x="21719" y="2041"/>
                  </a:cubicBezTo>
                  <a:cubicBezTo>
                    <a:pt x="21662" y="2094"/>
                    <a:pt x="21706" y="2145"/>
                    <a:pt x="21794" y="2248"/>
                  </a:cubicBezTo>
                  <a:cubicBezTo>
                    <a:pt x="21849" y="2311"/>
                    <a:pt x="21917" y="2388"/>
                    <a:pt x="21971" y="2388"/>
                  </a:cubicBezTo>
                  <a:cubicBezTo>
                    <a:pt x="21984" y="2388"/>
                    <a:pt x="21996" y="2384"/>
                    <a:pt x="22007" y="2373"/>
                  </a:cubicBezTo>
                  <a:cubicBezTo>
                    <a:pt x="22033" y="2372"/>
                    <a:pt x="22052" y="2372"/>
                    <a:pt x="22065" y="2372"/>
                  </a:cubicBezTo>
                  <a:cubicBezTo>
                    <a:pt x="22105" y="2372"/>
                    <a:pt x="22090" y="2377"/>
                    <a:pt x="22029" y="2398"/>
                  </a:cubicBezTo>
                  <a:cubicBezTo>
                    <a:pt x="21903" y="2470"/>
                    <a:pt x="21937" y="2628"/>
                    <a:pt x="22082" y="2628"/>
                  </a:cubicBezTo>
                  <a:cubicBezTo>
                    <a:pt x="22096" y="2628"/>
                    <a:pt x="22111" y="2627"/>
                    <a:pt x="22126" y="2624"/>
                  </a:cubicBezTo>
                  <a:lnTo>
                    <a:pt x="22126" y="2624"/>
                  </a:lnTo>
                  <a:cubicBezTo>
                    <a:pt x="22148" y="2649"/>
                    <a:pt x="22170" y="2671"/>
                    <a:pt x="22114" y="2727"/>
                  </a:cubicBezTo>
                  <a:cubicBezTo>
                    <a:pt x="22135" y="2749"/>
                    <a:pt x="22161" y="2774"/>
                    <a:pt x="22283" y="2793"/>
                  </a:cubicBezTo>
                  <a:cubicBezTo>
                    <a:pt x="22302" y="2818"/>
                    <a:pt x="22399" y="2903"/>
                    <a:pt x="22443" y="2950"/>
                  </a:cubicBezTo>
                  <a:cubicBezTo>
                    <a:pt x="22470" y="2975"/>
                    <a:pt x="22514" y="2981"/>
                    <a:pt x="22547" y="2981"/>
                  </a:cubicBezTo>
                  <a:cubicBezTo>
                    <a:pt x="22570" y="2981"/>
                    <a:pt x="22587" y="2978"/>
                    <a:pt x="22587" y="2978"/>
                  </a:cubicBezTo>
                  <a:cubicBezTo>
                    <a:pt x="22596" y="2985"/>
                    <a:pt x="22605" y="2992"/>
                    <a:pt x="22611" y="2997"/>
                  </a:cubicBezTo>
                  <a:lnTo>
                    <a:pt x="22611" y="2997"/>
                  </a:lnTo>
                  <a:cubicBezTo>
                    <a:pt x="22562" y="3054"/>
                    <a:pt x="22681" y="3163"/>
                    <a:pt x="22862" y="3282"/>
                  </a:cubicBezTo>
                  <a:cubicBezTo>
                    <a:pt x="23044" y="3404"/>
                    <a:pt x="23217" y="3467"/>
                    <a:pt x="23220" y="3552"/>
                  </a:cubicBezTo>
                  <a:cubicBezTo>
                    <a:pt x="23220" y="3552"/>
                    <a:pt x="23222" y="3553"/>
                    <a:pt x="23227" y="3553"/>
                  </a:cubicBezTo>
                  <a:cubicBezTo>
                    <a:pt x="23239" y="3553"/>
                    <a:pt x="23266" y="3546"/>
                    <a:pt x="23304" y="3501"/>
                  </a:cubicBezTo>
                  <a:cubicBezTo>
                    <a:pt x="23348" y="3430"/>
                    <a:pt x="23374" y="3400"/>
                    <a:pt x="23391" y="3400"/>
                  </a:cubicBezTo>
                  <a:cubicBezTo>
                    <a:pt x="23405" y="3400"/>
                    <a:pt x="23411" y="3423"/>
                    <a:pt x="23414" y="3461"/>
                  </a:cubicBezTo>
                  <a:cubicBezTo>
                    <a:pt x="23405" y="3548"/>
                    <a:pt x="23443" y="3597"/>
                    <a:pt x="23487" y="3597"/>
                  </a:cubicBezTo>
                  <a:cubicBezTo>
                    <a:pt x="23523" y="3597"/>
                    <a:pt x="23563" y="3566"/>
                    <a:pt x="23590" y="3501"/>
                  </a:cubicBezTo>
                  <a:cubicBezTo>
                    <a:pt x="23594" y="3480"/>
                    <a:pt x="23596" y="3470"/>
                    <a:pt x="23596" y="3470"/>
                  </a:cubicBezTo>
                  <a:lnTo>
                    <a:pt x="23596" y="3470"/>
                  </a:lnTo>
                  <a:cubicBezTo>
                    <a:pt x="23596" y="3470"/>
                    <a:pt x="23585" y="3524"/>
                    <a:pt x="23574" y="3580"/>
                  </a:cubicBezTo>
                  <a:cubicBezTo>
                    <a:pt x="23573" y="3648"/>
                    <a:pt x="23593" y="3678"/>
                    <a:pt x="23621" y="3678"/>
                  </a:cubicBezTo>
                  <a:cubicBezTo>
                    <a:pt x="23658" y="3678"/>
                    <a:pt x="23708" y="3624"/>
                    <a:pt x="23737" y="3536"/>
                  </a:cubicBezTo>
                  <a:cubicBezTo>
                    <a:pt x="23750" y="3595"/>
                    <a:pt x="23767" y="3653"/>
                    <a:pt x="23791" y="3653"/>
                  </a:cubicBezTo>
                  <a:cubicBezTo>
                    <a:pt x="23800" y="3653"/>
                    <a:pt x="23810" y="3645"/>
                    <a:pt x="23821" y="3624"/>
                  </a:cubicBezTo>
                  <a:cubicBezTo>
                    <a:pt x="23853" y="3627"/>
                    <a:pt x="23853" y="3627"/>
                    <a:pt x="23837" y="3780"/>
                  </a:cubicBezTo>
                  <a:cubicBezTo>
                    <a:pt x="23828" y="3859"/>
                    <a:pt x="23821" y="3937"/>
                    <a:pt x="23856" y="3940"/>
                  </a:cubicBezTo>
                  <a:cubicBezTo>
                    <a:pt x="23857" y="3940"/>
                    <a:pt x="23857" y="3940"/>
                    <a:pt x="23858" y="3940"/>
                  </a:cubicBezTo>
                  <a:cubicBezTo>
                    <a:pt x="23891" y="3940"/>
                    <a:pt x="23897" y="3863"/>
                    <a:pt x="23903" y="3787"/>
                  </a:cubicBezTo>
                  <a:lnTo>
                    <a:pt x="23969" y="3793"/>
                  </a:lnTo>
                  <a:cubicBezTo>
                    <a:pt x="23969" y="3793"/>
                    <a:pt x="23969" y="3793"/>
                    <a:pt x="23969" y="3793"/>
                  </a:cubicBezTo>
                  <a:cubicBezTo>
                    <a:pt x="23974" y="3793"/>
                    <a:pt x="24003" y="3790"/>
                    <a:pt x="24006" y="3718"/>
                  </a:cubicBezTo>
                  <a:cubicBezTo>
                    <a:pt x="24009" y="3655"/>
                    <a:pt x="24030" y="3644"/>
                    <a:pt x="24054" y="3644"/>
                  </a:cubicBezTo>
                  <a:cubicBezTo>
                    <a:pt x="24060" y="3644"/>
                    <a:pt x="24066" y="3645"/>
                    <a:pt x="24072" y="3646"/>
                  </a:cubicBezTo>
                  <a:cubicBezTo>
                    <a:pt x="24072" y="3669"/>
                    <a:pt x="24075" y="3679"/>
                    <a:pt x="24078" y="3679"/>
                  </a:cubicBezTo>
                  <a:cubicBezTo>
                    <a:pt x="24085" y="3679"/>
                    <a:pt x="24094" y="3624"/>
                    <a:pt x="24072" y="3567"/>
                  </a:cubicBezTo>
                  <a:cubicBezTo>
                    <a:pt x="24075" y="3490"/>
                    <a:pt x="24075" y="3414"/>
                    <a:pt x="24102" y="3414"/>
                  </a:cubicBezTo>
                  <a:cubicBezTo>
                    <a:pt x="24102" y="3414"/>
                    <a:pt x="24103" y="3414"/>
                    <a:pt x="24103" y="3414"/>
                  </a:cubicBezTo>
                  <a:lnTo>
                    <a:pt x="24107" y="3257"/>
                  </a:lnTo>
                  <a:cubicBezTo>
                    <a:pt x="24107" y="3103"/>
                    <a:pt x="24103" y="3025"/>
                    <a:pt x="24060" y="2941"/>
                  </a:cubicBezTo>
                  <a:cubicBezTo>
                    <a:pt x="24006" y="2887"/>
                    <a:pt x="23965" y="2836"/>
                    <a:pt x="23937" y="2836"/>
                  </a:cubicBezTo>
                  <a:cubicBezTo>
                    <a:pt x="23918" y="2836"/>
                    <a:pt x="23904" y="2861"/>
                    <a:pt x="23897" y="2925"/>
                  </a:cubicBezTo>
                  <a:cubicBezTo>
                    <a:pt x="23897" y="2925"/>
                    <a:pt x="23867" y="2997"/>
                    <a:pt x="23842" y="2997"/>
                  </a:cubicBezTo>
                  <a:cubicBezTo>
                    <a:pt x="23841" y="2997"/>
                    <a:pt x="23841" y="2997"/>
                    <a:pt x="23840" y="2997"/>
                  </a:cubicBezTo>
                  <a:cubicBezTo>
                    <a:pt x="23815" y="2997"/>
                    <a:pt x="23803" y="2915"/>
                    <a:pt x="23803" y="2915"/>
                  </a:cubicBezTo>
                  <a:cubicBezTo>
                    <a:pt x="23815" y="2837"/>
                    <a:pt x="23737" y="2812"/>
                    <a:pt x="23637" y="2790"/>
                  </a:cubicBezTo>
                  <a:cubicBezTo>
                    <a:pt x="23521" y="2756"/>
                    <a:pt x="23470" y="2721"/>
                    <a:pt x="23483" y="2646"/>
                  </a:cubicBezTo>
                  <a:cubicBezTo>
                    <a:pt x="23499" y="2568"/>
                    <a:pt x="23483" y="2561"/>
                    <a:pt x="23483" y="2561"/>
                  </a:cubicBezTo>
                  <a:cubicBezTo>
                    <a:pt x="23472" y="2585"/>
                    <a:pt x="23455" y="2595"/>
                    <a:pt x="23433" y="2595"/>
                  </a:cubicBezTo>
                  <a:cubicBezTo>
                    <a:pt x="23385" y="2595"/>
                    <a:pt x="23314" y="2548"/>
                    <a:pt x="23232" y="2492"/>
                  </a:cubicBezTo>
                  <a:cubicBezTo>
                    <a:pt x="23133" y="2419"/>
                    <a:pt x="23027" y="2320"/>
                    <a:pt x="22964" y="2320"/>
                  </a:cubicBezTo>
                  <a:cubicBezTo>
                    <a:pt x="22951" y="2320"/>
                    <a:pt x="22940" y="2324"/>
                    <a:pt x="22931" y="2333"/>
                  </a:cubicBezTo>
                  <a:lnTo>
                    <a:pt x="22894" y="2298"/>
                  </a:lnTo>
                  <a:cubicBezTo>
                    <a:pt x="22947" y="2242"/>
                    <a:pt x="22909" y="2210"/>
                    <a:pt x="22872" y="2163"/>
                  </a:cubicBezTo>
                  <a:cubicBezTo>
                    <a:pt x="22859" y="2165"/>
                    <a:pt x="22848" y="2166"/>
                    <a:pt x="22837" y="2166"/>
                  </a:cubicBezTo>
                  <a:cubicBezTo>
                    <a:pt x="22768" y="2166"/>
                    <a:pt x="22737" y="2135"/>
                    <a:pt x="22737" y="2135"/>
                  </a:cubicBezTo>
                  <a:cubicBezTo>
                    <a:pt x="22794" y="2079"/>
                    <a:pt x="22775" y="2060"/>
                    <a:pt x="22734" y="2016"/>
                  </a:cubicBezTo>
                  <a:cubicBezTo>
                    <a:pt x="22711" y="1991"/>
                    <a:pt x="22693" y="1971"/>
                    <a:pt x="22669" y="1971"/>
                  </a:cubicBezTo>
                  <a:cubicBezTo>
                    <a:pt x="22654" y="1971"/>
                    <a:pt x="22637" y="1979"/>
                    <a:pt x="22615" y="2000"/>
                  </a:cubicBezTo>
                  <a:cubicBezTo>
                    <a:pt x="22593" y="1972"/>
                    <a:pt x="22452" y="1812"/>
                    <a:pt x="22436" y="1674"/>
                  </a:cubicBezTo>
                  <a:cubicBezTo>
                    <a:pt x="22454" y="1635"/>
                    <a:pt x="22441" y="1622"/>
                    <a:pt x="22414" y="1622"/>
                  </a:cubicBezTo>
                  <a:cubicBezTo>
                    <a:pt x="22388" y="1622"/>
                    <a:pt x="22348" y="1634"/>
                    <a:pt x="22308" y="1646"/>
                  </a:cubicBezTo>
                  <a:cubicBezTo>
                    <a:pt x="22264" y="1685"/>
                    <a:pt x="22210" y="1709"/>
                    <a:pt x="22175" y="1709"/>
                  </a:cubicBezTo>
                  <a:cubicBezTo>
                    <a:pt x="22162" y="1709"/>
                    <a:pt x="22152" y="1706"/>
                    <a:pt x="22145" y="1700"/>
                  </a:cubicBezTo>
                  <a:lnTo>
                    <a:pt x="22261" y="1593"/>
                  </a:lnTo>
                  <a:cubicBezTo>
                    <a:pt x="22342" y="1568"/>
                    <a:pt x="22342" y="1568"/>
                    <a:pt x="22295" y="1515"/>
                  </a:cubicBezTo>
                  <a:lnTo>
                    <a:pt x="22245" y="1458"/>
                  </a:lnTo>
                  <a:cubicBezTo>
                    <a:pt x="22236" y="1466"/>
                    <a:pt x="22226" y="1470"/>
                    <a:pt x="22214" y="1470"/>
                  </a:cubicBezTo>
                  <a:cubicBezTo>
                    <a:pt x="22147" y="1470"/>
                    <a:pt x="22039" y="1344"/>
                    <a:pt x="21863" y="1173"/>
                  </a:cubicBezTo>
                  <a:cubicBezTo>
                    <a:pt x="21654" y="969"/>
                    <a:pt x="21528" y="877"/>
                    <a:pt x="21464" y="877"/>
                  </a:cubicBezTo>
                  <a:cubicBezTo>
                    <a:pt x="21446" y="877"/>
                    <a:pt x="21433" y="884"/>
                    <a:pt x="21424" y="897"/>
                  </a:cubicBezTo>
                  <a:cubicBezTo>
                    <a:pt x="21408" y="918"/>
                    <a:pt x="21395" y="929"/>
                    <a:pt x="21381" y="929"/>
                  </a:cubicBezTo>
                  <a:cubicBezTo>
                    <a:pt x="21353" y="929"/>
                    <a:pt x="21326" y="885"/>
                    <a:pt x="21286" y="791"/>
                  </a:cubicBezTo>
                  <a:cubicBezTo>
                    <a:pt x="21212" y="532"/>
                    <a:pt x="21180" y="464"/>
                    <a:pt x="21140" y="464"/>
                  </a:cubicBezTo>
                  <a:cubicBezTo>
                    <a:pt x="21126" y="464"/>
                    <a:pt x="21110" y="472"/>
                    <a:pt x="21092" y="484"/>
                  </a:cubicBezTo>
                  <a:cubicBezTo>
                    <a:pt x="21133" y="509"/>
                    <a:pt x="21092" y="574"/>
                    <a:pt x="21054" y="643"/>
                  </a:cubicBezTo>
                  <a:cubicBezTo>
                    <a:pt x="21018" y="702"/>
                    <a:pt x="20991" y="730"/>
                    <a:pt x="20976" y="730"/>
                  </a:cubicBezTo>
                  <a:cubicBezTo>
                    <a:pt x="20956" y="730"/>
                    <a:pt x="20954" y="684"/>
                    <a:pt x="20973" y="593"/>
                  </a:cubicBezTo>
                  <a:cubicBezTo>
                    <a:pt x="21044" y="478"/>
                    <a:pt x="20650" y="319"/>
                    <a:pt x="20416" y="319"/>
                  </a:cubicBezTo>
                  <a:cubicBezTo>
                    <a:pt x="20339" y="319"/>
                    <a:pt x="20279" y="336"/>
                    <a:pt x="20258" y="377"/>
                  </a:cubicBezTo>
                  <a:lnTo>
                    <a:pt x="20258" y="377"/>
                  </a:lnTo>
                  <a:cubicBezTo>
                    <a:pt x="20264" y="358"/>
                    <a:pt x="20271" y="333"/>
                    <a:pt x="20280" y="302"/>
                  </a:cubicBezTo>
                  <a:cubicBezTo>
                    <a:pt x="20302" y="227"/>
                    <a:pt x="20255" y="214"/>
                    <a:pt x="20070" y="170"/>
                  </a:cubicBezTo>
                  <a:lnTo>
                    <a:pt x="19929" y="136"/>
                  </a:lnTo>
                  <a:cubicBezTo>
                    <a:pt x="19919" y="189"/>
                    <a:pt x="19878" y="209"/>
                    <a:pt x="19830" y="209"/>
                  </a:cubicBezTo>
                  <a:cubicBezTo>
                    <a:pt x="19749" y="209"/>
                    <a:pt x="19650" y="151"/>
                    <a:pt x="19653" y="101"/>
                  </a:cubicBezTo>
                  <a:cubicBezTo>
                    <a:pt x="19613" y="20"/>
                    <a:pt x="19613" y="20"/>
                    <a:pt x="19519" y="14"/>
                  </a:cubicBezTo>
                  <a:cubicBezTo>
                    <a:pt x="19469" y="61"/>
                    <a:pt x="19404" y="88"/>
                    <a:pt x="19335" y="88"/>
                  </a:cubicBezTo>
                  <a:cubicBezTo>
                    <a:pt x="19317" y="88"/>
                    <a:pt x="19299" y="86"/>
                    <a:pt x="19281" y="82"/>
                  </a:cubicBezTo>
                  <a:cubicBezTo>
                    <a:pt x="19205" y="76"/>
                    <a:pt x="19146" y="42"/>
                    <a:pt x="19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37"/>
            <p:cNvSpPr/>
            <p:nvPr/>
          </p:nvSpPr>
          <p:spPr>
            <a:xfrm>
              <a:off x="5012374" y="3525030"/>
              <a:ext cx="726446" cy="386348"/>
            </a:xfrm>
            <a:custGeom>
              <a:avLst/>
              <a:gdLst/>
              <a:ahLst/>
              <a:cxnLst/>
              <a:rect l="l" t="t" r="r" b="b"/>
              <a:pathLst>
                <a:path w="48886" h="26202" extrusionOk="0">
                  <a:moveTo>
                    <a:pt x="2348" y="1"/>
                  </a:moveTo>
                  <a:cubicBezTo>
                    <a:pt x="1051" y="1"/>
                    <a:pt x="1" y="1051"/>
                    <a:pt x="1" y="2348"/>
                  </a:cubicBezTo>
                  <a:lnTo>
                    <a:pt x="1" y="21627"/>
                  </a:lnTo>
                  <a:cubicBezTo>
                    <a:pt x="1" y="21937"/>
                    <a:pt x="108" y="22238"/>
                    <a:pt x="302" y="22480"/>
                  </a:cubicBezTo>
                  <a:cubicBezTo>
                    <a:pt x="311" y="22489"/>
                    <a:pt x="317" y="22498"/>
                    <a:pt x="324" y="22508"/>
                  </a:cubicBezTo>
                  <a:cubicBezTo>
                    <a:pt x="333" y="22517"/>
                    <a:pt x="339" y="22523"/>
                    <a:pt x="346" y="22533"/>
                  </a:cubicBezTo>
                  <a:cubicBezTo>
                    <a:pt x="352" y="22542"/>
                    <a:pt x="361" y="22552"/>
                    <a:pt x="368" y="22561"/>
                  </a:cubicBezTo>
                  <a:cubicBezTo>
                    <a:pt x="374" y="22567"/>
                    <a:pt x="383" y="22577"/>
                    <a:pt x="390" y="22586"/>
                  </a:cubicBezTo>
                  <a:cubicBezTo>
                    <a:pt x="396" y="22595"/>
                    <a:pt x="402" y="22605"/>
                    <a:pt x="411" y="22614"/>
                  </a:cubicBezTo>
                  <a:cubicBezTo>
                    <a:pt x="418" y="22621"/>
                    <a:pt x="424" y="22630"/>
                    <a:pt x="433" y="22639"/>
                  </a:cubicBezTo>
                  <a:cubicBezTo>
                    <a:pt x="440" y="22649"/>
                    <a:pt x="446" y="22658"/>
                    <a:pt x="455" y="22668"/>
                  </a:cubicBezTo>
                  <a:cubicBezTo>
                    <a:pt x="462" y="22674"/>
                    <a:pt x="468" y="22683"/>
                    <a:pt x="474" y="22693"/>
                  </a:cubicBezTo>
                  <a:cubicBezTo>
                    <a:pt x="484" y="22702"/>
                    <a:pt x="490" y="22711"/>
                    <a:pt x="496" y="22721"/>
                  </a:cubicBezTo>
                  <a:cubicBezTo>
                    <a:pt x="505" y="22727"/>
                    <a:pt x="512" y="22736"/>
                    <a:pt x="518" y="22746"/>
                  </a:cubicBezTo>
                  <a:cubicBezTo>
                    <a:pt x="527" y="22755"/>
                    <a:pt x="534" y="22765"/>
                    <a:pt x="540" y="22774"/>
                  </a:cubicBezTo>
                  <a:cubicBezTo>
                    <a:pt x="546" y="22780"/>
                    <a:pt x="556" y="22790"/>
                    <a:pt x="562" y="22799"/>
                  </a:cubicBezTo>
                  <a:cubicBezTo>
                    <a:pt x="568" y="22809"/>
                    <a:pt x="578" y="22818"/>
                    <a:pt x="584" y="22827"/>
                  </a:cubicBezTo>
                  <a:cubicBezTo>
                    <a:pt x="590" y="22834"/>
                    <a:pt x="596" y="22843"/>
                    <a:pt x="606" y="22852"/>
                  </a:cubicBezTo>
                  <a:cubicBezTo>
                    <a:pt x="612" y="22862"/>
                    <a:pt x="618" y="22871"/>
                    <a:pt x="628" y="22881"/>
                  </a:cubicBezTo>
                  <a:cubicBezTo>
                    <a:pt x="634" y="22887"/>
                    <a:pt x="640" y="22896"/>
                    <a:pt x="650" y="22906"/>
                  </a:cubicBezTo>
                  <a:cubicBezTo>
                    <a:pt x="656" y="22915"/>
                    <a:pt x="662" y="22925"/>
                    <a:pt x="668" y="22934"/>
                  </a:cubicBezTo>
                  <a:cubicBezTo>
                    <a:pt x="678" y="22940"/>
                    <a:pt x="684" y="22950"/>
                    <a:pt x="690" y="22959"/>
                  </a:cubicBezTo>
                  <a:cubicBezTo>
                    <a:pt x="700" y="22968"/>
                    <a:pt x="706" y="22978"/>
                    <a:pt x="712" y="22984"/>
                  </a:cubicBezTo>
                  <a:cubicBezTo>
                    <a:pt x="719" y="22993"/>
                    <a:pt x="728" y="23003"/>
                    <a:pt x="734" y="23012"/>
                  </a:cubicBezTo>
                  <a:cubicBezTo>
                    <a:pt x="741" y="23022"/>
                    <a:pt x="750" y="23031"/>
                    <a:pt x="756" y="23037"/>
                  </a:cubicBezTo>
                  <a:cubicBezTo>
                    <a:pt x="762" y="23047"/>
                    <a:pt x="772" y="23056"/>
                    <a:pt x="778" y="23066"/>
                  </a:cubicBezTo>
                  <a:cubicBezTo>
                    <a:pt x="784" y="23075"/>
                    <a:pt x="791" y="23084"/>
                    <a:pt x="800" y="23091"/>
                  </a:cubicBezTo>
                  <a:cubicBezTo>
                    <a:pt x="806" y="23100"/>
                    <a:pt x="813" y="23109"/>
                    <a:pt x="822" y="23119"/>
                  </a:cubicBezTo>
                  <a:cubicBezTo>
                    <a:pt x="828" y="23128"/>
                    <a:pt x="835" y="23138"/>
                    <a:pt x="844" y="23144"/>
                  </a:cubicBezTo>
                  <a:cubicBezTo>
                    <a:pt x="850" y="23153"/>
                    <a:pt x="856" y="23163"/>
                    <a:pt x="863" y="23172"/>
                  </a:cubicBezTo>
                  <a:cubicBezTo>
                    <a:pt x="872" y="23181"/>
                    <a:pt x="878" y="23191"/>
                    <a:pt x="885" y="23197"/>
                  </a:cubicBezTo>
                  <a:cubicBezTo>
                    <a:pt x="894" y="23207"/>
                    <a:pt x="900" y="23216"/>
                    <a:pt x="907" y="23225"/>
                  </a:cubicBezTo>
                  <a:cubicBezTo>
                    <a:pt x="913" y="23235"/>
                    <a:pt x="922" y="23244"/>
                    <a:pt x="929" y="23250"/>
                  </a:cubicBezTo>
                  <a:cubicBezTo>
                    <a:pt x="935" y="23260"/>
                    <a:pt x="944" y="23269"/>
                    <a:pt x="950" y="23279"/>
                  </a:cubicBezTo>
                  <a:cubicBezTo>
                    <a:pt x="957" y="23288"/>
                    <a:pt x="966" y="23297"/>
                    <a:pt x="972" y="23304"/>
                  </a:cubicBezTo>
                  <a:cubicBezTo>
                    <a:pt x="979" y="23313"/>
                    <a:pt x="985" y="23322"/>
                    <a:pt x="994" y="23332"/>
                  </a:cubicBezTo>
                  <a:cubicBezTo>
                    <a:pt x="1001" y="23341"/>
                    <a:pt x="1007" y="23351"/>
                    <a:pt x="1016" y="23357"/>
                  </a:cubicBezTo>
                  <a:cubicBezTo>
                    <a:pt x="1023" y="23366"/>
                    <a:pt x="1029" y="23376"/>
                    <a:pt x="1038" y="23385"/>
                  </a:cubicBezTo>
                  <a:cubicBezTo>
                    <a:pt x="1045" y="23395"/>
                    <a:pt x="1051" y="23401"/>
                    <a:pt x="1057" y="23410"/>
                  </a:cubicBezTo>
                  <a:cubicBezTo>
                    <a:pt x="1066" y="23420"/>
                    <a:pt x="1073" y="23429"/>
                    <a:pt x="1079" y="23438"/>
                  </a:cubicBezTo>
                  <a:cubicBezTo>
                    <a:pt x="1088" y="23448"/>
                    <a:pt x="1095" y="23454"/>
                    <a:pt x="1101" y="23464"/>
                  </a:cubicBezTo>
                  <a:cubicBezTo>
                    <a:pt x="1107" y="23473"/>
                    <a:pt x="1117" y="23482"/>
                    <a:pt x="1123" y="23492"/>
                  </a:cubicBezTo>
                  <a:cubicBezTo>
                    <a:pt x="1129" y="23501"/>
                    <a:pt x="1139" y="23507"/>
                    <a:pt x="1145" y="23517"/>
                  </a:cubicBezTo>
                  <a:cubicBezTo>
                    <a:pt x="1151" y="23526"/>
                    <a:pt x="1160" y="23536"/>
                    <a:pt x="1167" y="23545"/>
                  </a:cubicBezTo>
                  <a:cubicBezTo>
                    <a:pt x="1173" y="23554"/>
                    <a:pt x="1179" y="23561"/>
                    <a:pt x="1189" y="23570"/>
                  </a:cubicBezTo>
                  <a:cubicBezTo>
                    <a:pt x="1195" y="23579"/>
                    <a:pt x="1201" y="23589"/>
                    <a:pt x="1211" y="23598"/>
                  </a:cubicBezTo>
                  <a:cubicBezTo>
                    <a:pt x="1217" y="23608"/>
                    <a:pt x="1223" y="23614"/>
                    <a:pt x="1229" y="23623"/>
                  </a:cubicBezTo>
                  <a:cubicBezTo>
                    <a:pt x="1239" y="23633"/>
                    <a:pt x="1245" y="23642"/>
                    <a:pt x="1251" y="23652"/>
                  </a:cubicBezTo>
                  <a:cubicBezTo>
                    <a:pt x="1261" y="23661"/>
                    <a:pt x="1267" y="23667"/>
                    <a:pt x="1273" y="23677"/>
                  </a:cubicBezTo>
                  <a:cubicBezTo>
                    <a:pt x="1283" y="23686"/>
                    <a:pt x="1289" y="23695"/>
                    <a:pt x="1295" y="23705"/>
                  </a:cubicBezTo>
                  <a:cubicBezTo>
                    <a:pt x="1301" y="23714"/>
                    <a:pt x="1311" y="23720"/>
                    <a:pt x="1317" y="23730"/>
                  </a:cubicBezTo>
                  <a:cubicBezTo>
                    <a:pt x="1323" y="23739"/>
                    <a:pt x="1333" y="23749"/>
                    <a:pt x="1339" y="23758"/>
                  </a:cubicBezTo>
                  <a:cubicBezTo>
                    <a:pt x="1345" y="23764"/>
                    <a:pt x="1352" y="23774"/>
                    <a:pt x="1361" y="23783"/>
                  </a:cubicBezTo>
                  <a:cubicBezTo>
                    <a:pt x="1367" y="23793"/>
                    <a:pt x="1374" y="23802"/>
                    <a:pt x="1383" y="23811"/>
                  </a:cubicBezTo>
                  <a:cubicBezTo>
                    <a:pt x="1389" y="23818"/>
                    <a:pt x="1395" y="23827"/>
                    <a:pt x="1405" y="23836"/>
                  </a:cubicBezTo>
                  <a:cubicBezTo>
                    <a:pt x="1411" y="23846"/>
                    <a:pt x="1417" y="23855"/>
                    <a:pt x="1424" y="23865"/>
                  </a:cubicBezTo>
                  <a:cubicBezTo>
                    <a:pt x="1433" y="23871"/>
                    <a:pt x="1439" y="23880"/>
                    <a:pt x="1446" y="23890"/>
                  </a:cubicBezTo>
                  <a:cubicBezTo>
                    <a:pt x="1455" y="23899"/>
                    <a:pt x="1461" y="23909"/>
                    <a:pt x="1468" y="23918"/>
                  </a:cubicBezTo>
                  <a:cubicBezTo>
                    <a:pt x="1477" y="23924"/>
                    <a:pt x="1483" y="23934"/>
                    <a:pt x="1490" y="23943"/>
                  </a:cubicBezTo>
                  <a:cubicBezTo>
                    <a:pt x="1496" y="23952"/>
                    <a:pt x="1505" y="23962"/>
                    <a:pt x="1511" y="23971"/>
                  </a:cubicBezTo>
                  <a:cubicBezTo>
                    <a:pt x="1518" y="23977"/>
                    <a:pt x="1527" y="23987"/>
                    <a:pt x="1533" y="23996"/>
                  </a:cubicBezTo>
                  <a:cubicBezTo>
                    <a:pt x="1540" y="24006"/>
                    <a:pt x="1546" y="24015"/>
                    <a:pt x="1555" y="24024"/>
                  </a:cubicBezTo>
                  <a:cubicBezTo>
                    <a:pt x="1562" y="24031"/>
                    <a:pt x="1568" y="24040"/>
                    <a:pt x="1577" y="24050"/>
                  </a:cubicBezTo>
                  <a:cubicBezTo>
                    <a:pt x="1584" y="24059"/>
                    <a:pt x="1590" y="24068"/>
                    <a:pt x="1599" y="24078"/>
                  </a:cubicBezTo>
                  <a:cubicBezTo>
                    <a:pt x="1605" y="24084"/>
                    <a:pt x="1612" y="24093"/>
                    <a:pt x="1618" y="24103"/>
                  </a:cubicBezTo>
                  <a:cubicBezTo>
                    <a:pt x="1627" y="24112"/>
                    <a:pt x="1634" y="24122"/>
                    <a:pt x="1640" y="24131"/>
                  </a:cubicBezTo>
                  <a:cubicBezTo>
                    <a:pt x="1649" y="24137"/>
                    <a:pt x="1656" y="24147"/>
                    <a:pt x="1662" y="24156"/>
                  </a:cubicBezTo>
                  <a:cubicBezTo>
                    <a:pt x="1671" y="24165"/>
                    <a:pt x="1678" y="24175"/>
                    <a:pt x="1684" y="24184"/>
                  </a:cubicBezTo>
                  <a:cubicBezTo>
                    <a:pt x="1690" y="24191"/>
                    <a:pt x="1699" y="24200"/>
                    <a:pt x="1706" y="24209"/>
                  </a:cubicBezTo>
                  <a:cubicBezTo>
                    <a:pt x="1712" y="24219"/>
                    <a:pt x="1721" y="24228"/>
                    <a:pt x="1728" y="24238"/>
                  </a:cubicBezTo>
                  <a:cubicBezTo>
                    <a:pt x="1734" y="24244"/>
                    <a:pt x="1740" y="24253"/>
                    <a:pt x="1750" y="24263"/>
                  </a:cubicBezTo>
                  <a:cubicBezTo>
                    <a:pt x="1756" y="24272"/>
                    <a:pt x="1762" y="24281"/>
                    <a:pt x="1772" y="24291"/>
                  </a:cubicBezTo>
                  <a:cubicBezTo>
                    <a:pt x="1778" y="24297"/>
                    <a:pt x="1784" y="24307"/>
                    <a:pt x="1793" y="24316"/>
                  </a:cubicBezTo>
                  <a:cubicBezTo>
                    <a:pt x="1800" y="24325"/>
                    <a:pt x="1806" y="24335"/>
                    <a:pt x="1812" y="24341"/>
                  </a:cubicBezTo>
                  <a:cubicBezTo>
                    <a:pt x="1822" y="24350"/>
                    <a:pt x="1828" y="24360"/>
                    <a:pt x="1834" y="24369"/>
                  </a:cubicBezTo>
                  <a:cubicBezTo>
                    <a:pt x="1844" y="24379"/>
                    <a:pt x="1850" y="24388"/>
                    <a:pt x="1856" y="24394"/>
                  </a:cubicBezTo>
                  <a:cubicBezTo>
                    <a:pt x="1866" y="24404"/>
                    <a:pt x="1872" y="24413"/>
                    <a:pt x="1878" y="24422"/>
                  </a:cubicBezTo>
                  <a:cubicBezTo>
                    <a:pt x="1884" y="24432"/>
                    <a:pt x="1894" y="24441"/>
                    <a:pt x="1900" y="24448"/>
                  </a:cubicBezTo>
                  <a:cubicBezTo>
                    <a:pt x="1906" y="24457"/>
                    <a:pt x="1916" y="24466"/>
                    <a:pt x="1922" y="24476"/>
                  </a:cubicBezTo>
                  <a:cubicBezTo>
                    <a:pt x="1928" y="24485"/>
                    <a:pt x="1935" y="24495"/>
                    <a:pt x="1944" y="24501"/>
                  </a:cubicBezTo>
                  <a:cubicBezTo>
                    <a:pt x="1950" y="24510"/>
                    <a:pt x="1956" y="24520"/>
                    <a:pt x="1966" y="24529"/>
                  </a:cubicBezTo>
                  <a:cubicBezTo>
                    <a:pt x="1972" y="24538"/>
                    <a:pt x="1978" y="24548"/>
                    <a:pt x="1988" y="24554"/>
                  </a:cubicBezTo>
                  <a:cubicBezTo>
                    <a:pt x="1994" y="24563"/>
                    <a:pt x="2000" y="24573"/>
                    <a:pt x="2007" y="24582"/>
                  </a:cubicBezTo>
                  <a:cubicBezTo>
                    <a:pt x="2016" y="24592"/>
                    <a:pt x="2022" y="24601"/>
                    <a:pt x="2029" y="24607"/>
                  </a:cubicBezTo>
                  <a:cubicBezTo>
                    <a:pt x="2038" y="24617"/>
                    <a:pt x="2044" y="24626"/>
                    <a:pt x="2050" y="24636"/>
                  </a:cubicBezTo>
                  <a:cubicBezTo>
                    <a:pt x="2060" y="24645"/>
                    <a:pt x="2066" y="24654"/>
                    <a:pt x="2072" y="24661"/>
                  </a:cubicBezTo>
                  <a:cubicBezTo>
                    <a:pt x="2079" y="24670"/>
                    <a:pt x="2088" y="24679"/>
                    <a:pt x="2094" y="24689"/>
                  </a:cubicBezTo>
                  <a:cubicBezTo>
                    <a:pt x="2101" y="24698"/>
                    <a:pt x="2110" y="24708"/>
                    <a:pt x="2116" y="24714"/>
                  </a:cubicBezTo>
                  <a:cubicBezTo>
                    <a:pt x="2123" y="24723"/>
                    <a:pt x="2129" y="24733"/>
                    <a:pt x="2138" y="24742"/>
                  </a:cubicBezTo>
                  <a:cubicBezTo>
                    <a:pt x="2144" y="24752"/>
                    <a:pt x="2151" y="24758"/>
                    <a:pt x="2160" y="24767"/>
                  </a:cubicBezTo>
                  <a:cubicBezTo>
                    <a:pt x="2166" y="24777"/>
                    <a:pt x="2173" y="24786"/>
                    <a:pt x="2182" y="24795"/>
                  </a:cubicBezTo>
                  <a:cubicBezTo>
                    <a:pt x="2188" y="24805"/>
                    <a:pt x="2195" y="24811"/>
                    <a:pt x="2201" y="24820"/>
                  </a:cubicBezTo>
                  <a:cubicBezTo>
                    <a:pt x="2210" y="24830"/>
                    <a:pt x="2217" y="24839"/>
                    <a:pt x="2223" y="24849"/>
                  </a:cubicBezTo>
                  <a:cubicBezTo>
                    <a:pt x="2232" y="24858"/>
                    <a:pt x="2238" y="24864"/>
                    <a:pt x="2245" y="24874"/>
                  </a:cubicBezTo>
                  <a:cubicBezTo>
                    <a:pt x="2251" y="24883"/>
                    <a:pt x="2260" y="24893"/>
                    <a:pt x="2267" y="24902"/>
                  </a:cubicBezTo>
                  <a:cubicBezTo>
                    <a:pt x="2273" y="24911"/>
                    <a:pt x="2282" y="24918"/>
                    <a:pt x="2289" y="24927"/>
                  </a:cubicBezTo>
                  <a:cubicBezTo>
                    <a:pt x="2295" y="24936"/>
                    <a:pt x="2304" y="24946"/>
                    <a:pt x="2311" y="24955"/>
                  </a:cubicBezTo>
                  <a:cubicBezTo>
                    <a:pt x="2317" y="24965"/>
                    <a:pt x="2323" y="24971"/>
                    <a:pt x="2333" y="24980"/>
                  </a:cubicBezTo>
                  <a:cubicBezTo>
                    <a:pt x="2339" y="24990"/>
                    <a:pt x="2345" y="24999"/>
                    <a:pt x="2354" y="25008"/>
                  </a:cubicBezTo>
                  <a:cubicBezTo>
                    <a:pt x="2361" y="25018"/>
                    <a:pt x="2367" y="25024"/>
                    <a:pt x="2376" y="25034"/>
                  </a:cubicBezTo>
                  <a:cubicBezTo>
                    <a:pt x="2383" y="25043"/>
                    <a:pt x="2389" y="25052"/>
                    <a:pt x="2395" y="25062"/>
                  </a:cubicBezTo>
                  <a:cubicBezTo>
                    <a:pt x="2405" y="25071"/>
                    <a:pt x="2411" y="25077"/>
                    <a:pt x="2417" y="25087"/>
                  </a:cubicBezTo>
                  <a:cubicBezTo>
                    <a:pt x="2427" y="25096"/>
                    <a:pt x="2433" y="25106"/>
                    <a:pt x="2439" y="25115"/>
                  </a:cubicBezTo>
                  <a:cubicBezTo>
                    <a:pt x="2445" y="25124"/>
                    <a:pt x="2455" y="25131"/>
                    <a:pt x="2461" y="25140"/>
                  </a:cubicBezTo>
                  <a:cubicBezTo>
                    <a:pt x="2467" y="25150"/>
                    <a:pt x="2477" y="25159"/>
                    <a:pt x="2483" y="25168"/>
                  </a:cubicBezTo>
                  <a:cubicBezTo>
                    <a:pt x="2489" y="25178"/>
                    <a:pt x="2499" y="25184"/>
                    <a:pt x="2505" y="25193"/>
                  </a:cubicBezTo>
                  <a:cubicBezTo>
                    <a:pt x="2511" y="25203"/>
                    <a:pt x="2517" y="25212"/>
                    <a:pt x="2527" y="25222"/>
                  </a:cubicBezTo>
                  <a:cubicBezTo>
                    <a:pt x="2533" y="25228"/>
                    <a:pt x="2539" y="25237"/>
                    <a:pt x="2549" y="25247"/>
                  </a:cubicBezTo>
                  <a:cubicBezTo>
                    <a:pt x="2555" y="25256"/>
                    <a:pt x="2561" y="25265"/>
                    <a:pt x="2568" y="25275"/>
                  </a:cubicBezTo>
                  <a:cubicBezTo>
                    <a:pt x="2577" y="25281"/>
                    <a:pt x="2583" y="25291"/>
                    <a:pt x="2589" y="25300"/>
                  </a:cubicBezTo>
                  <a:cubicBezTo>
                    <a:pt x="2599" y="25309"/>
                    <a:pt x="2605" y="25319"/>
                    <a:pt x="2611" y="25328"/>
                  </a:cubicBezTo>
                  <a:cubicBezTo>
                    <a:pt x="2621" y="25334"/>
                    <a:pt x="2627" y="25344"/>
                    <a:pt x="2633" y="25353"/>
                  </a:cubicBezTo>
                  <a:cubicBezTo>
                    <a:pt x="2640" y="25363"/>
                    <a:pt x="2649" y="25372"/>
                    <a:pt x="2655" y="25381"/>
                  </a:cubicBezTo>
                  <a:cubicBezTo>
                    <a:pt x="2662" y="25388"/>
                    <a:pt x="2671" y="25397"/>
                    <a:pt x="2677" y="25406"/>
                  </a:cubicBezTo>
                  <a:cubicBezTo>
                    <a:pt x="2683" y="25416"/>
                    <a:pt x="2690" y="25425"/>
                    <a:pt x="2699" y="25435"/>
                  </a:cubicBezTo>
                  <a:cubicBezTo>
                    <a:pt x="2705" y="25441"/>
                    <a:pt x="2712" y="25450"/>
                    <a:pt x="2721" y="25460"/>
                  </a:cubicBezTo>
                  <a:cubicBezTo>
                    <a:pt x="2727" y="25469"/>
                    <a:pt x="2734" y="25479"/>
                    <a:pt x="2743" y="25488"/>
                  </a:cubicBezTo>
                  <a:cubicBezTo>
                    <a:pt x="2749" y="25494"/>
                    <a:pt x="2756" y="25504"/>
                    <a:pt x="2762" y="25513"/>
                  </a:cubicBezTo>
                  <a:cubicBezTo>
                    <a:pt x="2771" y="25522"/>
                    <a:pt x="2778" y="25532"/>
                    <a:pt x="2784" y="25541"/>
                  </a:cubicBezTo>
                  <a:cubicBezTo>
                    <a:pt x="2793" y="25547"/>
                    <a:pt x="2799" y="25557"/>
                    <a:pt x="2806" y="25566"/>
                  </a:cubicBezTo>
                  <a:cubicBezTo>
                    <a:pt x="2815" y="25576"/>
                    <a:pt x="2821" y="25585"/>
                    <a:pt x="2828" y="25595"/>
                  </a:cubicBezTo>
                  <a:cubicBezTo>
                    <a:pt x="2834" y="25601"/>
                    <a:pt x="2843" y="25610"/>
                    <a:pt x="2850" y="25620"/>
                  </a:cubicBezTo>
                  <a:cubicBezTo>
                    <a:pt x="2856" y="25629"/>
                    <a:pt x="2865" y="25638"/>
                    <a:pt x="2872" y="25645"/>
                  </a:cubicBezTo>
                  <a:cubicBezTo>
                    <a:pt x="2878" y="25654"/>
                    <a:pt x="2884" y="25663"/>
                    <a:pt x="2893" y="25673"/>
                  </a:cubicBezTo>
                  <a:cubicBezTo>
                    <a:pt x="3157" y="26017"/>
                    <a:pt x="3558" y="26202"/>
                    <a:pt x="3968" y="26202"/>
                  </a:cubicBezTo>
                  <a:cubicBezTo>
                    <a:pt x="4197" y="26202"/>
                    <a:pt x="4428" y="26144"/>
                    <a:pt x="4639" y="26024"/>
                  </a:cubicBezTo>
                  <a:lnTo>
                    <a:pt x="8672" y="22893"/>
                  </a:lnTo>
                  <a:cubicBezTo>
                    <a:pt x="9327" y="22385"/>
                    <a:pt x="10111" y="22053"/>
                    <a:pt x="10935" y="22006"/>
                  </a:cubicBezTo>
                  <a:cubicBezTo>
                    <a:pt x="11016" y="22003"/>
                    <a:pt x="11095" y="22000"/>
                    <a:pt x="11176" y="22000"/>
                  </a:cubicBezTo>
                  <a:lnTo>
                    <a:pt x="46535" y="22000"/>
                  </a:lnTo>
                  <a:cubicBezTo>
                    <a:pt x="47832" y="22000"/>
                    <a:pt x="48885" y="20947"/>
                    <a:pt x="48885" y="19653"/>
                  </a:cubicBezTo>
                  <a:lnTo>
                    <a:pt x="48885" y="5566"/>
                  </a:lnTo>
                  <a:cubicBezTo>
                    <a:pt x="48885" y="5018"/>
                    <a:pt x="48691" y="4485"/>
                    <a:pt x="48337" y="4062"/>
                  </a:cubicBezTo>
                  <a:cubicBezTo>
                    <a:pt x="48331" y="4053"/>
                    <a:pt x="48324" y="4046"/>
                    <a:pt x="48318" y="4037"/>
                  </a:cubicBezTo>
                  <a:cubicBezTo>
                    <a:pt x="48309" y="4028"/>
                    <a:pt x="48302" y="4018"/>
                    <a:pt x="48296" y="4009"/>
                  </a:cubicBezTo>
                  <a:cubicBezTo>
                    <a:pt x="48287" y="3999"/>
                    <a:pt x="48280" y="3993"/>
                    <a:pt x="48274" y="3984"/>
                  </a:cubicBezTo>
                  <a:cubicBezTo>
                    <a:pt x="48265" y="3974"/>
                    <a:pt x="48258" y="3965"/>
                    <a:pt x="48252" y="3956"/>
                  </a:cubicBezTo>
                  <a:cubicBezTo>
                    <a:pt x="48246" y="3946"/>
                    <a:pt x="48237" y="3940"/>
                    <a:pt x="48230" y="3931"/>
                  </a:cubicBezTo>
                  <a:cubicBezTo>
                    <a:pt x="48224" y="3921"/>
                    <a:pt x="48218" y="3912"/>
                    <a:pt x="48208" y="3902"/>
                  </a:cubicBezTo>
                  <a:cubicBezTo>
                    <a:pt x="48202" y="3896"/>
                    <a:pt x="48196" y="3887"/>
                    <a:pt x="48186" y="3877"/>
                  </a:cubicBezTo>
                  <a:cubicBezTo>
                    <a:pt x="48180" y="3868"/>
                    <a:pt x="48174" y="3858"/>
                    <a:pt x="48164" y="3849"/>
                  </a:cubicBezTo>
                  <a:cubicBezTo>
                    <a:pt x="48158" y="3843"/>
                    <a:pt x="48152" y="3833"/>
                    <a:pt x="48146" y="3824"/>
                  </a:cubicBezTo>
                  <a:cubicBezTo>
                    <a:pt x="48136" y="3815"/>
                    <a:pt x="48130" y="3805"/>
                    <a:pt x="48124" y="3796"/>
                  </a:cubicBezTo>
                  <a:cubicBezTo>
                    <a:pt x="48114" y="3789"/>
                    <a:pt x="48108" y="3780"/>
                    <a:pt x="48102" y="3771"/>
                  </a:cubicBezTo>
                  <a:cubicBezTo>
                    <a:pt x="48092" y="3761"/>
                    <a:pt x="48086" y="3752"/>
                    <a:pt x="48080" y="3742"/>
                  </a:cubicBezTo>
                  <a:cubicBezTo>
                    <a:pt x="48074" y="3736"/>
                    <a:pt x="48064" y="3727"/>
                    <a:pt x="48058" y="3717"/>
                  </a:cubicBezTo>
                  <a:cubicBezTo>
                    <a:pt x="48052" y="3708"/>
                    <a:pt x="48042" y="3699"/>
                    <a:pt x="48036" y="3689"/>
                  </a:cubicBezTo>
                  <a:cubicBezTo>
                    <a:pt x="48030" y="3683"/>
                    <a:pt x="48023" y="3674"/>
                    <a:pt x="48014" y="3664"/>
                  </a:cubicBezTo>
                  <a:cubicBezTo>
                    <a:pt x="48008" y="3655"/>
                    <a:pt x="48001" y="3645"/>
                    <a:pt x="47992" y="3636"/>
                  </a:cubicBezTo>
                  <a:cubicBezTo>
                    <a:pt x="47986" y="3630"/>
                    <a:pt x="47980" y="3620"/>
                    <a:pt x="47970" y="3611"/>
                  </a:cubicBezTo>
                  <a:cubicBezTo>
                    <a:pt x="47964" y="3601"/>
                    <a:pt x="47958" y="3592"/>
                    <a:pt x="47951" y="3583"/>
                  </a:cubicBezTo>
                  <a:cubicBezTo>
                    <a:pt x="47942" y="3576"/>
                    <a:pt x="47936" y="3567"/>
                    <a:pt x="47929" y="3558"/>
                  </a:cubicBezTo>
                  <a:cubicBezTo>
                    <a:pt x="47920" y="3548"/>
                    <a:pt x="47914" y="3539"/>
                    <a:pt x="47907" y="3529"/>
                  </a:cubicBezTo>
                  <a:cubicBezTo>
                    <a:pt x="47898" y="3523"/>
                    <a:pt x="47892" y="3514"/>
                    <a:pt x="47886" y="3504"/>
                  </a:cubicBezTo>
                  <a:cubicBezTo>
                    <a:pt x="47876" y="3495"/>
                    <a:pt x="47870" y="3486"/>
                    <a:pt x="47864" y="3476"/>
                  </a:cubicBezTo>
                  <a:cubicBezTo>
                    <a:pt x="47857" y="3470"/>
                    <a:pt x="47848" y="3460"/>
                    <a:pt x="47842" y="3451"/>
                  </a:cubicBezTo>
                  <a:cubicBezTo>
                    <a:pt x="47835" y="3442"/>
                    <a:pt x="47829" y="3432"/>
                    <a:pt x="47820" y="3423"/>
                  </a:cubicBezTo>
                  <a:cubicBezTo>
                    <a:pt x="47813" y="3417"/>
                    <a:pt x="47807" y="3407"/>
                    <a:pt x="47798" y="3398"/>
                  </a:cubicBezTo>
                  <a:cubicBezTo>
                    <a:pt x="47792" y="3388"/>
                    <a:pt x="47785" y="3379"/>
                    <a:pt x="47776" y="3370"/>
                  </a:cubicBezTo>
                  <a:cubicBezTo>
                    <a:pt x="47770" y="3363"/>
                    <a:pt x="47763" y="3354"/>
                    <a:pt x="47757" y="3344"/>
                  </a:cubicBezTo>
                  <a:cubicBezTo>
                    <a:pt x="47748" y="3335"/>
                    <a:pt x="47741" y="3326"/>
                    <a:pt x="47735" y="3319"/>
                  </a:cubicBezTo>
                  <a:cubicBezTo>
                    <a:pt x="47726" y="3310"/>
                    <a:pt x="47719" y="3301"/>
                    <a:pt x="47713" y="3291"/>
                  </a:cubicBezTo>
                  <a:cubicBezTo>
                    <a:pt x="47704" y="3282"/>
                    <a:pt x="47698" y="3272"/>
                    <a:pt x="47691" y="3266"/>
                  </a:cubicBezTo>
                  <a:cubicBezTo>
                    <a:pt x="47685" y="3257"/>
                    <a:pt x="47676" y="3247"/>
                    <a:pt x="47669" y="3238"/>
                  </a:cubicBezTo>
                  <a:cubicBezTo>
                    <a:pt x="47663" y="3229"/>
                    <a:pt x="47654" y="3219"/>
                    <a:pt x="47647" y="3213"/>
                  </a:cubicBezTo>
                  <a:cubicBezTo>
                    <a:pt x="47641" y="3203"/>
                    <a:pt x="47635" y="3194"/>
                    <a:pt x="47625" y="3185"/>
                  </a:cubicBezTo>
                  <a:cubicBezTo>
                    <a:pt x="47619" y="3175"/>
                    <a:pt x="47613" y="3166"/>
                    <a:pt x="47603" y="3160"/>
                  </a:cubicBezTo>
                  <a:cubicBezTo>
                    <a:pt x="47597" y="3150"/>
                    <a:pt x="47591" y="3141"/>
                    <a:pt x="47582" y="3131"/>
                  </a:cubicBezTo>
                  <a:cubicBezTo>
                    <a:pt x="47575" y="3122"/>
                    <a:pt x="47569" y="3113"/>
                    <a:pt x="47563" y="3106"/>
                  </a:cubicBezTo>
                  <a:cubicBezTo>
                    <a:pt x="47553" y="3097"/>
                    <a:pt x="47547" y="3088"/>
                    <a:pt x="47541" y="3078"/>
                  </a:cubicBezTo>
                  <a:cubicBezTo>
                    <a:pt x="47531" y="3069"/>
                    <a:pt x="47525" y="3059"/>
                    <a:pt x="47519" y="3053"/>
                  </a:cubicBezTo>
                  <a:cubicBezTo>
                    <a:pt x="47509" y="3044"/>
                    <a:pt x="47503" y="3034"/>
                    <a:pt x="47497" y="3025"/>
                  </a:cubicBezTo>
                  <a:cubicBezTo>
                    <a:pt x="47488" y="3015"/>
                    <a:pt x="47481" y="3006"/>
                    <a:pt x="47475" y="3000"/>
                  </a:cubicBezTo>
                  <a:cubicBezTo>
                    <a:pt x="47469" y="2990"/>
                    <a:pt x="47459" y="2981"/>
                    <a:pt x="47453" y="2972"/>
                  </a:cubicBezTo>
                  <a:cubicBezTo>
                    <a:pt x="47447" y="2962"/>
                    <a:pt x="47441" y="2953"/>
                    <a:pt x="47431" y="2947"/>
                  </a:cubicBezTo>
                  <a:cubicBezTo>
                    <a:pt x="47425" y="2937"/>
                    <a:pt x="47419" y="2928"/>
                    <a:pt x="47409" y="2918"/>
                  </a:cubicBezTo>
                  <a:cubicBezTo>
                    <a:pt x="47403" y="2909"/>
                    <a:pt x="47397" y="2899"/>
                    <a:pt x="47387" y="2893"/>
                  </a:cubicBezTo>
                  <a:cubicBezTo>
                    <a:pt x="47381" y="2884"/>
                    <a:pt x="47375" y="2874"/>
                    <a:pt x="47368" y="2865"/>
                  </a:cubicBezTo>
                  <a:cubicBezTo>
                    <a:pt x="47359" y="2856"/>
                    <a:pt x="47353" y="2849"/>
                    <a:pt x="47347" y="2840"/>
                  </a:cubicBezTo>
                  <a:cubicBezTo>
                    <a:pt x="47337" y="2831"/>
                    <a:pt x="47331" y="2821"/>
                    <a:pt x="47325" y="2812"/>
                  </a:cubicBezTo>
                  <a:cubicBezTo>
                    <a:pt x="47315" y="2802"/>
                    <a:pt x="47309" y="2796"/>
                    <a:pt x="47303" y="2787"/>
                  </a:cubicBezTo>
                  <a:cubicBezTo>
                    <a:pt x="47296" y="2777"/>
                    <a:pt x="47287" y="2768"/>
                    <a:pt x="47281" y="2758"/>
                  </a:cubicBezTo>
                  <a:cubicBezTo>
                    <a:pt x="47274" y="2749"/>
                    <a:pt x="47265" y="2743"/>
                    <a:pt x="47259" y="2733"/>
                  </a:cubicBezTo>
                  <a:cubicBezTo>
                    <a:pt x="47253" y="2724"/>
                    <a:pt x="47246" y="2715"/>
                    <a:pt x="47237" y="2705"/>
                  </a:cubicBezTo>
                  <a:cubicBezTo>
                    <a:pt x="47231" y="2696"/>
                    <a:pt x="47224" y="2690"/>
                    <a:pt x="47215" y="2680"/>
                  </a:cubicBezTo>
                  <a:cubicBezTo>
                    <a:pt x="47209" y="2671"/>
                    <a:pt x="47202" y="2661"/>
                    <a:pt x="47193" y="2652"/>
                  </a:cubicBezTo>
                  <a:cubicBezTo>
                    <a:pt x="47187" y="2643"/>
                    <a:pt x="47180" y="2636"/>
                    <a:pt x="47174" y="2627"/>
                  </a:cubicBezTo>
                  <a:cubicBezTo>
                    <a:pt x="47165" y="2617"/>
                    <a:pt x="47158" y="2608"/>
                    <a:pt x="47152" y="2599"/>
                  </a:cubicBezTo>
                  <a:cubicBezTo>
                    <a:pt x="47143" y="2589"/>
                    <a:pt x="47137" y="2583"/>
                    <a:pt x="47130" y="2574"/>
                  </a:cubicBezTo>
                  <a:cubicBezTo>
                    <a:pt x="47121" y="2564"/>
                    <a:pt x="47115" y="2555"/>
                    <a:pt x="47108" y="2545"/>
                  </a:cubicBezTo>
                  <a:cubicBezTo>
                    <a:pt x="47102" y="2539"/>
                    <a:pt x="47093" y="2530"/>
                    <a:pt x="47086" y="2520"/>
                  </a:cubicBezTo>
                  <a:cubicBezTo>
                    <a:pt x="47080" y="2511"/>
                    <a:pt x="47071" y="2502"/>
                    <a:pt x="47064" y="2492"/>
                  </a:cubicBezTo>
                  <a:cubicBezTo>
                    <a:pt x="47058" y="2486"/>
                    <a:pt x="47052" y="2476"/>
                    <a:pt x="47043" y="2467"/>
                  </a:cubicBezTo>
                  <a:cubicBezTo>
                    <a:pt x="47036" y="2458"/>
                    <a:pt x="47030" y="2448"/>
                    <a:pt x="47021" y="2439"/>
                  </a:cubicBezTo>
                  <a:cubicBezTo>
                    <a:pt x="47014" y="2433"/>
                    <a:pt x="47008" y="2423"/>
                    <a:pt x="46999" y="2414"/>
                  </a:cubicBezTo>
                  <a:cubicBezTo>
                    <a:pt x="46992" y="2404"/>
                    <a:pt x="46986" y="2395"/>
                    <a:pt x="46980" y="2386"/>
                  </a:cubicBezTo>
                  <a:cubicBezTo>
                    <a:pt x="46970" y="2379"/>
                    <a:pt x="46964" y="2370"/>
                    <a:pt x="46958" y="2360"/>
                  </a:cubicBezTo>
                  <a:cubicBezTo>
                    <a:pt x="46949" y="2351"/>
                    <a:pt x="46942" y="2342"/>
                    <a:pt x="46936" y="2332"/>
                  </a:cubicBezTo>
                  <a:cubicBezTo>
                    <a:pt x="46927" y="2326"/>
                    <a:pt x="46920" y="2317"/>
                    <a:pt x="46914" y="2307"/>
                  </a:cubicBezTo>
                  <a:cubicBezTo>
                    <a:pt x="46908" y="2298"/>
                    <a:pt x="46898" y="2288"/>
                    <a:pt x="46892" y="2279"/>
                  </a:cubicBezTo>
                  <a:cubicBezTo>
                    <a:pt x="46886" y="2273"/>
                    <a:pt x="46876" y="2263"/>
                    <a:pt x="46870" y="2254"/>
                  </a:cubicBezTo>
                  <a:cubicBezTo>
                    <a:pt x="46864" y="2245"/>
                    <a:pt x="46858" y="2235"/>
                    <a:pt x="46848" y="2226"/>
                  </a:cubicBezTo>
                  <a:cubicBezTo>
                    <a:pt x="46842" y="2219"/>
                    <a:pt x="46836" y="2210"/>
                    <a:pt x="46826" y="2201"/>
                  </a:cubicBezTo>
                  <a:cubicBezTo>
                    <a:pt x="46820" y="2191"/>
                    <a:pt x="46814" y="2182"/>
                    <a:pt x="46804" y="2172"/>
                  </a:cubicBezTo>
                  <a:cubicBezTo>
                    <a:pt x="46798" y="2166"/>
                    <a:pt x="46792" y="2157"/>
                    <a:pt x="46786" y="2147"/>
                  </a:cubicBezTo>
                  <a:cubicBezTo>
                    <a:pt x="46776" y="2138"/>
                    <a:pt x="46770" y="2129"/>
                    <a:pt x="46764" y="2119"/>
                  </a:cubicBezTo>
                  <a:cubicBezTo>
                    <a:pt x="46754" y="2113"/>
                    <a:pt x="46748" y="2104"/>
                    <a:pt x="46742" y="2094"/>
                  </a:cubicBezTo>
                  <a:cubicBezTo>
                    <a:pt x="46732" y="2085"/>
                    <a:pt x="46726" y="2075"/>
                    <a:pt x="46720" y="2066"/>
                  </a:cubicBezTo>
                  <a:cubicBezTo>
                    <a:pt x="46713" y="2060"/>
                    <a:pt x="46704" y="2050"/>
                    <a:pt x="46698" y="2041"/>
                  </a:cubicBezTo>
                  <a:cubicBezTo>
                    <a:pt x="46692" y="2031"/>
                    <a:pt x="46682" y="2022"/>
                    <a:pt x="46676" y="2016"/>
                  </a:cubicBezTo>
                  <a:cubicBezTo>
                    <a:pt x="46670" y="2006"/>
                    <a:pt x="46663" y="1997"/>
                    <a:pt x="46654" y="1988"/>
                  </a:cubicBezTo>
                  <a:cubicBezTo>
                    <a:pt x="46648" y="1978"/>
                    <a:pt x="46641" y="1969"/>
                    <a:pt x="46632" y="1962"/>
                  </a:cubicBezTo>
                  <a:cubicBezTo>
                    <a:pt x="46626" y="1953"/>
                    <a:pt x="46619" y="1944"/>
                    <a:pt x="46613" y="1934"/>
                  </a:cubicBezTo>
                  <a:cubicBezTo>
                    <a:pt x="46604" y="1925"/>
                    <a:pt x="46598" y="1915"/>
                    <a:pt x="46591" y="1909"/>
                  </a:cubicBezTo>
                  <a:cubicBezTo>
                    <a:pt x="46582" y="1900"/>
                    <a:pt x="46576" y="1890"/>
                    <a:pt x="46569" y="1881"/>
                  </a:cubicBezTo>
                  <a:cubicBezTo>
                    <a:pt x="46560" y="1872"/>
                    <a:pt x="46554" y="1862"/>
                    <a:pt x="46547" y="1856"/>
                  </a:cubicBezTo>
                  <a:cubicBezTo>
                    <a:pt x="46541" y="1847"/>
                    <a:pt x="46532" y="1837"/>
                    <a:pt x="46525" y="1828"/>
                  </a:cubicBezTo>
                  <a:cubicBezTo>
                    <a:pt x="46519" y="1818"/>
                    <a:pt x="46510" y="1809"/>
                    <a:pt x="46504" y="1803"/>
                  </a:cubicBezTo>
                  <a:cubicBezTo>
                    <a:pt x="46497" y="1793"/>
                    <a:pt x="46491" y="1784"/>
                    <a:pt x="46482" y="1774"/>
                  </a:cubicBezTo>
                  <a:cubicBezTo>
                    <a:pt x="46475" y="1765"/>
                    <a:pt x="46469" y="1756"/>
                    <a:pt x="46460" y="1749"/>
                  </a:cubicBezTo>
                  <a:cubicBezTo>
                    <a:pt x="46453" y="1740"/>
                    <a:pt x="46447" y="1731"/>
                    <a:pt x="46438" y="1721"/>
                  </a:cubicBezTo>
                  <a:cubicBezTo>
                    <a:pt x="46431" y="1712"/>
                    <a:pt x="46425" y="1702"/>
                    <a:pt x="46416" y="1696"/>
                  </a:cubicBezTo>
                  <a:cubicBezTo>
                    <a:pt x="46410" y="1687"/>
                    <a:pt x="46403" y="1677"/>
                    <a:pt x="46397" y="1668"/>
                  </a:cubicBezTo>
                  <a:cubicBezTo>
                    <a:pt x="46388" y="1659"/>
                    <a:pt x="46381" y="1649"/>
                    <a:pt x="46375" y="1643"/>
                  </a:cubicBezTo>
                  <a:cubicBezTo>
                    <a:pt x="46366" y="1633"/>
                    <a:pt x="46359" y="1624"/>
                    <a:pt x="46353" y="1615"/>
                  </a:cubicBezTo>
                  <a:cubicBezTo>
                    <a:pt x="46347" y="1605"/>
                    <a:pt x="46337" y="1596"/>
                    <a:pt x="46331" y="1590"/>
                  </a:cubicBezTo>
                  <a:cubicBezTo>
                    <a:pt x="46325" y="1580"/>
                    <a:pt x="46315" y="1571"/>
                    <a:pt x="46309" y="1561"/>
                  </a:cubicBezTo>
                  <a:cubicBezTo>
                    <a:pt x="46303" y="1552"/>
                    <a:pt x="46297" y="1546"/>
                    <a:pt x="46287" y="1536"/>
                  </a:cubicBezTo>
                  <a:cubicBezTo>
                    <a:pt x="46281" y="1527"/>
                    <a:pt x="46275" y="1517"/>
                    <a:pt x="46265" y="1508"/>
                  </a:cubicBezTo>
                  <a:cubicBezTo>
                    <a:pt x="46259" y="1499"/>
                    <a:pt x="46253" y="1492"/>
                    <a:pt x="46243" y="1483"/>
                  </a:cubicBezTo>
                  <a:cubicBezTo>
                    <a:pt x="46237" y="1474"/>
                    <a:pt x="46231" y="1464"/>
                    <a:pt x="46225" y="1455"/>
                  </a:cubicBezTo>
                  <a:cubicBezTo>
                    <a:pt x="46215" y="1445"/>
                    <a:pt x="46209" y="1439"/>
                    <a:pt x="46203" y="1430"/>
                  </a:cubicBezTo>
                  <a:cubicBezTo>
                    <a:pt x="46193" y="1420"/>
                    <a:pt x="46187" y="1411"/>
                    <a:pt x="46181" y="1402"/>
                  </a:cubicBezTo>
                  <a:cubicBezTo>
                    <a:pt x="46171" y="1392"/>
                    <a:pt x="46165" y="1386"/>
                    <a:pt x="46159" y="1376"/>
                  </a:cubicBezTo>
                  <a:cubicBezTo>
                    <a:pt x="46153" y="1367"/>
                    <a:pt x="46143" y="1358"/>
                    <a:pt x="46137" y="1348"/>
                  </a:cubicBezTo>
                  <a:cubicBezTo>
                    <a:pt x="46131" y="1342"/>
                    <a:pt x="46121" y="1333"/>
                    <a:pt x="46115" y="1323"/>
                  </a:cubicBezTo>
                  <a:cubicBezTo>
                    <a:pt x="46109" y="1314"/>
                    <a:pt x="46102" y="1304"/>
                    <a:pt x="46093" y="1295"/>
                  </a:cubicBezTo>
                  <a:cubicBezTo>
                    <a:pt x="46087" y="1286"/>
                    <a:pt x="46080" y="1279"/>
                    <a:pt x="46071" y="1270"/>
                  </a:cubicBezTo>
                  <a:cubicBezTo>
                    <a:pt x="46065" y="1261"/>
                    <a:pt x="46059" y="1251"/>
                    <a:pt x="46049" y="1242"/>
                  </a:cubicBezTo>
                  <a:cubicBezTo>
                    <a:pt x="46043" y="1235"/>
                    <a:pt x="46037" y="1226"/>
                    <a:pt x="46030" y="1217"/>
                  </a:cubicBezTo>
                  <a:cubicBezTo>
                    <a:pt x="46021" y="1207"/>
                    <a:pt x="46015" y="1198"/>
                    <a:pt x="46008" y="1188"/>
                  </a:cubicBezTo>
                  <a:cubicBezTo>
                    <a:pt x="45999" y="1182"/>
                    <a:pt x="45993" y="1173"/>
                    <a:pt x="45986" y="1163"/>
                  </a:cubicBezTo>
                  <a:cubicBezTo>
                    <a:pt x="45977" y="1154"/>
                    <a:pt x="45971" y="1145"/>
                    <a:pt x="45965" y="1135"/>
                  </a:cubicBezTo>
                  <a:cubicBezTo>
                    <a:pt x="45958" y="1129"/>
                    <a:pt x="45949" y="1119"/>
                    <a:pt x="45943" y="1110"/>
                  </a:cubicBezTo>
                  <a:cubicBezTo>
                    <a:pt x="45936" y="1101"/>
                    <a:pt x="45927" y="1091"/>
                    <a:pt x="45921" y="1082"/>
                  </a:cubicBezTo>
                  <a:cubicBezTo>
                    <a:pt x="45914" y="1076"/>
                    <a:pt x="45908" y="1066"/>
                    <a:pt x="45899" y="1057"/>
                  </a:cubicBezTo>
                  <a:cubicBezTo>
                    <a:pt x="45892" y="1047"/>
                    <a:pt x="45886" y="1038"/>
                    <a:pt x="45877" y="1029"/>
                  </a:cubicBezTo>
                  <a:cubicBezTo>
                    <a:pt x="45870" y="1022"/>
                    <a:pt x="45864" y="1013"/>
                    <a:pt x="45855" y="1004"/>
                  </a:cubicBezTo>
                  <a:cubicBezTo>
                    <a:pt x="45849" y="994"/>
                    <a:pt x="45842" y="985"/>
                    <a:pt x="45836" y="975"/>
                  </a:cubicBezTo>
                  <a:cubicBezTo>
                    <a:pt x="45827" y="969"/>
                    <a:pt x="45820" y="960"/>
                    <a:pt x="45814" y="950"/>
                  </a:cubicBezTo>
                  <a:cubicBezTo>
                    <a:pt x="45805" y="941"/>
                    <a:pt x="45798" y="931"/>
                    <a:pt x="45792" y="922"/>
                  </a:cubicBezTo>
                  <a:cubicBezTo>
                    <a:pt x="45783" y="916"/>
                    <a:pt x="45776" y="906"/>
                    <a:pt x="45770" y="897"/>
                  </a:cubicBezTo>
                  <a:cubicBezTo>
                    <a:pt x="45764" y="888"/>
                    <a:pt x="45755" y="878"/>
                    <a:pt x="45748" y="869"/>
                  </a:cubicBezTo>
                  <a:cubicBezTo>
                    <a:pt x="45303" y="320"/>
                    <a:pt x="44633" y="1"/>
                    <a:pt x="439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37"/>
            <p:cNvSpPr/>
            <p:nvPr/>
          </p:nvSpPr>
          <p:spPr>
            <a:xfrm>
              <a:off x="5019418" y="3528731"/>
              <a:ext cx="674317" cy="332397"/>
            </a:xfrm>
            <a:custGeom>
              <a:avLst/>
              <a:gdLst/>
              <a:ahLst/>
              <a:cxnLst/>
              <a:rect l="l" t="t" r="r" b="b"/>
              <a:pathLst>
                <a:path w="45378" h="22543" extrusionOk="0">
                  <a:moveTo>
                    <a:pt x="2300" y="0"/>
                  </a:moveTo>
                  <a:cubicBezTo>
                    <a:pt x="1031" y="0"/>
                    <a:pt x="0" y="1031"/>
                    <a:pt x="0" y="2304"/>
                  </a:cubicBezTo>
                  <a:lnTo>
                    <a:pt x="0" y="21213"/>
                  </a:lnTo>
                  <a:cubicBezTo>
                    <a:pt x="0" y="21987"/>
                    <a:pt x="636" y="22543"/>
                    <a:pt x="1329" y="22543"/>
                  </a:cubicBezTo>
                  <a:cubicBezTo>
                    <a:pt x="1548" y="22543"/>
                    <a:pt x="1772" y="22487"/>
                    <a:pt x="1984" y="22366"/>
                  </a:cubicBezTo>
                  <a:lnTo>
                    <a:pt x="5942" y="19295"/>
                  </a:lnTo>
                  <a:cubicBezTo>
                    <a:pt x="6584" y="18797"/>
                    <a:pt x="7352" y="18474"/>
                    <a:pt x="8161" y="18427"/>
                  </a:cubicBezTo>
                  <a:cubicBezTo>
                    <a:pt x="8239" y="18421"/>
                    <a:pt x="8317" y="18421"/>
                    <a:pt x="8396" y="18421"/>
                  </a:cubicBezTo>
                  <a:lnTo>
                    <a:pt x="43074" y="18421"/>
                  </a:lnTo>
                  <a:cubicBezTo>
                    <a:pt x="44347" y="18421"/>
                    <a:pt x="45378" y="17390"/>
                    <a:pt x="45378" y="16118"/>
                  </a:cubicBezTo>
                  <a:lnTo>
                    <a:pt x="45378" y="2304"/>
                  </a:lnTo>
                  <a:cubicBezTo>
                    <a:pt x="45378" y="1031"/>
                    <a:pt x="44347" y="0"/>
                    <a:pt x="43074" y="0"/>
                  </a:cubicBezTo>
                  <a:close/>
                </a:path>
              </a:pathLst>
            </a:custGeom>
            <a:solidFill>
              <a:srgbClr val="F4F1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37"/>
            <p:cNvSpPr/>
            <p:nvPr/>
          </p:nvSpPr>
          <p:spPr>
            <a:xfrm>
              <a:off x="5010843" y="3518793"/>
              <a:ext cx="690945" cy="349928"/>
            </a:xfrm>
            <a:custGeom>
              <a:avLst/>
              <a:gdLst/>
              <a:ahLst/>
              <a:cxnLst/>
              <a:rect l="l" t="t" r="r" b="b"/>
              <a:pathLst>
                <a:path w="46497" h="23732" extrusionOk="0">
                  <a:moveTo>
                    <a:pt x="38932" y="1"/>
                  </a:moveTo>
                  <a:cubicBezTo>
                    <a:pt x="38628" y="1"/>
                    <a:pt x="38628" y="1"/>
                    <a:pt x="38778" y="38"/>
                  </a:cubicBezTo>
                  <a:lnTo>
                    <a:pt x="39085" y="38"/>
                  </a:lnTo>
                  <a:cubicBezTo>
                    <a:pt x="39085" y="1"/>
                    <a:pt x="39085" y="1"/>
                    <a:pt x="38932" y="1"/>
                  </a:cubicBezTo>
                  <a:close/>
                  <a:moveTo>
                    <a:pt x="7838" y="207"/>
                  </a:moveTo>
                  <a:lnTo>
                    <a:pt x="7992" y="245"/>
                  </a:lnTo>
                  <a:lnTo>
                    <a:pt x="8142" y="248"/>
                  </a:lnTo>
                  <a:cubicBezTo>
                    <a:pt x="8145" y="211"/>
                    <a:pt x="8145" y="211"/>
                    <a:pt x="7992" y="207"/>
                  </a:cubicBezTo>
                  <a:close/>
                  <a:moveTo>
                    <a:pt x="36030" y="261"/>
                  </a:moveTo>
                  <a:cubicBezTo>
                    <a:pt x="36030" y="298"/>
                    <a:pt x="36180" y="336"/>
                    <a:pt x="36180" y="336"/>
                  </a:cubicBezTo>
                  <a:cubicBezTo>
                    <a:pt x="36331" y="336"/>
                    <a:pt x="36334" y="298"/>
                    <a:pt x="36334" y="298"/>
                  </a:cubicBezTo>
                  <a:cubicBezTo>
                    <a:pt x="36334" y="298"/>
                    <a:pt x="36334" y="261"/>
                    <a:pt x="36183" y="261"/>
                  </a:cubicBezTo>
                  <a:close/>
                  <a:moveTo>
                    <a:pt x="34504" y="370"/>
                  </a:moveTo>
                  <a:cubicBezTo>
                    <a:pt x="34654" y="370"/>
                    <a:pt x="34654" y="370"/>
                    <a:pt x="34654" y="408"/>
                  </a:cubicBezTo>
                  <a:lnTo>
                    <a:pt x="34501" y="408"/>
                  </a:lnTo>
                  <a:lnTo>
                    <a:pt x="34350" y="370"/>
                  </a:lnTo>
                  <a:close/>
                  <a:moveTo>
                    <a:pt x="23683" y="352"/>
                  </a:moveTo>
                  <a:lnTo>
                    <a:pt x="23683" y="389"/>
                  </a:lnTo>
                  <a:lnTo>
                    <a:pt x="23529" y="427"/>
                  </a:lnTo>
                  <a:lnTo>
                    <a:pt x="23379" y="389"/>
                  </a:lnTo>
                  <a:cubicBezTo>
                    <a:pt x="23379" y="352"/>
                    <a:pt x="23532" y="352"/>
                    <a:pt x="23683" y="352"/>
                  </a:cubicBezTo>
                  <a:close/>
                  <a:moveTo>
                    <a:pt x="27879" y="296"/>
                  </a:moveTo>
                  <a:cubicBezTo>
                    <a:pt x="27925" y="296"/>
                    <a:pt x="27887" y="314"/>
                    <a:pt x="27797" y="358"/>
                  </a:cubicBezTo>
                  <a:lnTo>
                    <a:pt x="27490" y="433"/>
                  </a:lnTo>
                  <a:cubicBezTo>
                    <a:pt x="27337" y="433"/>
                    <a:pt x="27490" y="396"/>
                    <a:pt x="27647" y="320"/>
                  </a:cubicBezTo>
                  <a:cubicBezTo>
                    <a:pt x="27773" y="305"/>
                    <a:pt x="27847" y="296"/>
                    <a:pt x="27879" y="296"/>
                  </a:cubicBezTo>
                  <a:close/>
                  <a:moveTo>
                    <a:pt x="33245" y="353"/>
                  </a:moveTo>
                  <a:cubicBezTo>
                    <a:pt x="33342" y="353"/>
                    <a:pt x="33395" y="390"/>
                    <a:pt x="33282" y="446"/>
                  </a:cubicBezTo>
                  <a:lnTo>
                    <a:pt x="32978" y="446"/>
                  </a:lnTo>
                  <a:cubicBezTo>
                    <a:pt x="32978" y="405"/>
                    <a:pt x="32978" y="367"/>
                    <a:pt x="33131" y="367"/>
                  </a:cubicBezTo>
                  <a:cubicBezTo>
                    <a:pt x="33171" y="358"/>
                    <a:pt x="33210" y="353"/>
                    <a:pt x="33245" y="353"/>
                  </a:cubicBezTo>
                  <a:close/>
                  <a:moveTo>
                    <a:pt x="5851" y="392"/>
                  </a:moveTo>
                  <a:cubicBezTo>
                    <a:pt x="6005" y="396"/>
                    <a:pt x="6005" y="396"/>
                    <a:pt x="6005" y="433"/>
                  </a:cubicBezTo>
                  <a:cubicBezTo>
                    <a:pt x="5905" y="455"/>
                    <a:pt x="5801" y="468"/>
                    <a:pt x="5698" y="471"/>
                  </a:cubicBezTo>
                  <a:lnTo>
                    <a:pt x="5547" y="430"/>
                  </a:lnTo>
                  <a:cubicBezTo>
                    <a:pt x="5547" y="392"/>
                    <a:pt x="5701" y="392"/>
                    <a:pt x="5851" y="392"/>
                  </a:cubicBezTo>
                  <a:close/>
                  <a:moveTo>
                    <a:pt x="42494" y="399"/>
                  </a:moveTo>
                  <a:cubicBezTo>
                    <a:pt x="42553" y="399"/>
                    <a:pt x="42642" y="417"/>
                    <a:pt x="42730" y="461"/>
                  </a:cubicBezTo>
                  <a:cubicBezTo>
                    <a:pt x="42727" y="499"/>
                    <a:pt x="42727" y="499"/>
                    <a:pt x="42576" y="499"/>
                  </a:cubicBezTo>
                  <a:cubicBezTo>
                    <a:pt x="42576" y="499"/>
                    <a:pt x="42423" y="461"/>
                    <a:pt x="42426" y="424"/>
                  </a:cubicBezTo>
                  <a:cubicBezTo>
                    <a:pt x="42426" y="408"/>
                    <a:pt x="42452" y="399"/>
                    <a:pt x="42494" y="399"/>
                  </a:cubicBezTo>
                  <a:close/>
                  <a:moveTo>
                    <a:pt x="43645" y="427"/>
                  </a:moveTo>
                  <a:lnTo>
                    <a:pt x="43811" y="433"/>
                  </a:lnTo>
                  <a:cubicBezTo>
                    <a:pt x="43808" y="468"/>
                    <a:pt x="43805" y="503"/>
                    <a:pt x="43676" y="503"/>
                  </a:cubicBezTo>
                  <a:cubicBezTo>
                    <a:pt x="43665" y="503"/>
                    <a:pt x="43654" y="503"/>
                    <a:pt x="43642" y="502"/>
                  </a:cubicBezTo>
                  <a:lnTo>
                    <a:pt x="43492" y="464"/>
                  </a:lnTo>
                  <a:lnTo>
                    <a:pt x="43645" y="427"/>
                  </a:lnTo>
                  <a:close/>
                  <a:moveTo>
                    <a:pt x="7528" y="396"/>
                  </a:moveTo>
                  <a:cubicBezTo>
                    <a:pt x="7681" y="399"/>
                    <a:pt x="7835" y="399"/>
                    <a:pt x="7832" y="436"/>
                  </a:cubicBezTo>
                  <a:lnTo>
                    <a:pt x="7681" y="436"/>
                  </a:lnTo>
                  <a:cubicBezTo>
                    <a:pt x="7681" y="425"/>
                    <a:pt x="7668" y="421"/>
                    <a:pt x="7653" y="421"/>
                  </a:cubicBezTo>
                  <a:cubicBezTo>
                    <a:pt x="7618" y="421"/>
                    <a:pt x="7572" y="447"/>
                    <a:pt x="7678" y="474"/>
                  </a:cubicBezTo>
                  <a:cubicBezTo>
                    <a:pt x="7678" y="511"/>
                    <a:pt x="7678" y="549"/>
                    <a:pt x="7678" y="549"/>
                  </a:cubicBezTo>
                  <a:cubicBezTo>
                    <a:pt x="7525" y="549"/>
                    <a:pt x="7374" y="511"/>
                    <a:pt x="7374" y="474"/>
                  </a:cubicBezTo>
                  <a:cubicBezTo>
                    <a:pt x="7224" y="396"/>
                    <a:pt x="7224" y="396"/>
                    <a:pt x="7528" y="396"/>
                  </a:cubicBezTo>
                  <a:close/>
                  <a:moveTo>
                    <a:pt x="29013" y="474"/>
                  </a:moveTo>
                  <a:cubicBezTo>
                    <a:pt x="29013" y="511"/>
                    <a:pt x="29010" y="549"/>
                    <a:pt x="28860" y="549"/>
                  </a:cubicBezTo>
                  <a:lnTo>
                    <a:pt x="28706" y="549"/>
                  </a:lnTo>
                  <a:cubicBezTo>
                    <a:pt x="28706" y="511"/>
                    <a:pt x="28860" y="474"/>
                    <a:pt x="28860" y="474"/>
                  </a:cubicBezTo>
                  <a:close/>
                  <a:moveTo>
                    <a:pt x="39985" y="496"/>
                  </a:moveTo>
                  <a:cubicBezTo>
                    <a:pt x="40138" y="496"/>
                    <a:pt x="40135" y="533"/>
                    <a:pt x="40135" y="533"/>
                  </a:cubicBezTo>
                  <a:cubicBezTo>
                    <a:pt x="40135" y="546"/>
                    <a:pt x="40118" y="550"/>
                    <a:pt x="40091" y="550"/>
                  </a:cubicBezTo>
                  <a:cubicBezTo>
                    <a:pt x="40035" y="550"/>
                    <a:pt x="39934" y="533"/>
                    <a:pt x="39831" y="533"/>
                  </a:cubicBezTo>
                  <a:cubicBezTo>
                    <a:pt x="39681" y="496"/>
                    <a:pt x="39681" y="496"/>
                    <a:pt x="39985" y="496"/>
                  </a:cubicBezTo>
                  <a:close/>
                  <a:moveTo>
                    <a:pt x="37089" y="490"/>
                  </a:moveTo>
                  <a:cubicBezTo>
                    <a:pt x="37243" y="490"/>
                    <a:pt x="37393" y="490"/>
                    <a:pt x="37393" y="527"/>
                  </a:cubicBezTo>
                  <a:cubicBezTo>
                    <a:pt x="37393" y="527"/>
                    <a:pt x="37393" y="565"/>
                    <a:pt x="37240" y="565"/>
                  </a:cubicBezTo>
                  <a:cubicBezTo>
                    <a:pt x="37136" y="565"/>
                    <a:pt x="37036" y="552"/>
                    <a:pt x="36936" y="527"/>
                  </a:cubicBezTo>
                  <a:cubicBezTo>
                    <a:pt x="36936" y="490"/>
                    <a:pt x="37089" y="490"/>
                    <a:pt x="37089" y="490"/>
                  </a:cubicBezTo>
                  <a:close/>
                  <a:moveTo>
                    <a:pt x="24415" y="413"/>
                  </a:moveTo>
                  <a:cubicBezTo>
                    <a:pt x="24443" y="413"/>
                    <a:pt x="24443" y="432"/>
                    <a:pt x="24441" y="468"/>
                  </a:cubicBezTo>
                  <a:cubicBezTo>
                    <a:pt x="24441" y="505"/>
                    <a:pt x="24441" y="543"/>
                    <a:pt x="24134" y="580"/>
                  </a:cubicBezTo>
                  <a:lnTo>
                    <a:pt x="23830" y="577"/>
                  </a:lnTo>
                  <a:lnTo>
                    <a:pt x="24137" y="502"/>
                  </a:lnTo>
                  <a:cubicBezTo>
                    <a:pt x="24305" y="441"/>
                    <a:pt x="24381" y="413"/>
                    <a:pt x="24415" y="413"/>
                  </a:cubicBezTo>
                  <a:close/>
                  <a:moveTo>
                    <a:pt x="16362" y="527"/>
                  </a:moveTo>
                  <a:cubicBezTo>
                    <a:pt x="16516" y="527"/>
                    <a:pt x="16516" y="565"/>
                    <a:pt x="16209" y="602"/>
                  </a:cubicBezTo>
                  <a:lnTo>
                    <a:pt x="15905" y="602"/>
                  </a:lnTo>
                  <a:cubicBezTo>
                    <a:pt x="15905" y="565"/>
                    <a:pt x="16212" y="527"/>
                    <a:pt x="16362" y="527"/>
                  </a:cubicBezTo>
                  <a:close/>
                  <a:moveTo>
                    <a:pt x="43669" y="599"/>
                  </a:moveTo>
                  <a:cubicBezTo>
                    <a:pt x="43702" y="599"/>
                    <a:pt x="43739" y="616"/>
                    <a:pt x="43667" y="616"/>
                  </a:cubicBezTo>
                  <a:cubicBezTo>
                    <a:pt x="43659" y="616"/>
                    <a:pt x="43650" y="615"/>
                    <a:pt x="43639" y="615"/>
                  </a:cubicBezTo>
                  <a:cubicBezTo>
                    <a:pt x="43639" y="603"/>
                    <a:pt x="43654" y="599"/>
                    <a:pt x="43669" y="599"/>
                  </a:cubicBezTo>
                  <a:close/>
                  <a:moveTo>
                    <a:pt x="32056" y="593"/>
                  </a:moveTo>
                  <a:lnTo>
                    <a:pt x="32056" y="631"/>
                  </a:lnTo>
                  <a:cubicBezTo>
                    <a:pt x="31954" y="631"/>
                    <a:pt x="31852" y="647"/>
                    <a:pt x="31796" y="647"/>
                  </a:cubicBezTo>
                  <a:cubicBezTo>
                    <a:pt x="31768" y="647"/>
                    <a:pt x="31751" y="643"/>
                    <a:pt x="31752" y="631"/>
                  </a:cubicBezTo>
                  <a:cubicBezTo>
                    <a:pt x="31599" y="631"/>
                    <a:pt x="31906" y="593"/>
                    <a:pt x="32056" y="593"/>
                  </a:cubicBezTo>
                  <a:close/>
                  <a:moveTo>
                    <a:pt x="17039" y="588"/>
                  </a:moveTo>
                  <a:cubicBezTo>
                    <a:pt x="16893" y="588"/>
                    <a:pt x="16819" y="614"/>
                    <a:pt x="16817" y="640"/>
                  </a:cubicBezTo>
                  <a:cubicBezTo>
                    <a:pt x="16817" y="678"/>
                    <a:pt x="16970" y="681"/>
                    <a:pt x="17274" y="681"/>
                  </a:cubicBezTo>
                  <a:cubicBezTo>
                    <a:pt x="17378" y="678"/>
                    <a:pt x="17478" y="665"/>
                    <a:pt x="17578" y="643"/>
                  </a:cubicBezTo>
                  <a:cubicBezTo>
                    <a:pt x="17581" y="605"/>
                    <a:pt x="17428" y="605"/>
                    <a:pt x="17274" y="605"/>
                  </a:cubicBezTo>
                  <a:cubicBezTo>
                    <a:pt x="17182" y="593"/>
                    <a:pt x="17103" y="588"/>
                    <a:pt x="17039" y="588"/>
                  </a:cubicBezTo>
                  <a:close/>
                  <a:moveTo>
                    <a:pt x="1907" y="440"/>
                  </a:moveTo>
                  <a:cubicBezTo>
                    <a:pt x="1913" y="440"/>
                    <a:pt x="1917" y="442"/>
                    <a:pt x="1918" y="446"/>
                  </a:cubicBezTo>
                  <a:cubicBezTo>
                    <a:pt x="1925" y="464"/>
                    <a:pt x="1849" y="527"/>
                    <a:pt x="1712" y="640"/>
                  </a:cubicBezTo>
                  <a:cubicBezTo>
                    <a:pt x="1637" y="726"/>
                    <a:pt x="1610" y="763"/>
                    <a:pt x="1592" y="763"/>
                  </a:cubicBezTo>
                  <a:cubicBezTo>
                    <a:pt x="1581" y="763"/>
                    <a:pt x="1573" y="748"/>
                    <a:pt x="1558" y="721"/>
                  </a:cubicBezTo>
                  <a:cubicBezTo>
                    <a:pt x="1542" y="690"/>
                    <a:pt x="1517" y="646"/>
                    <a:pt x="1680" y="571"/>
                  </a:cubicBezTo>
                  <a:cubicBezTo>
                    <a:pt x="1798" y="477"/>
                    <a:pt x="1878" y="440"/>
                    <a:pt x="1907" y="440"/>
                  </a:cubicBezTo>
                  <a:close/>
                  <a:moveTo>
                    <a:pt x="5378" y="960"/>
                  </a:moveTo>
                  <a:cubicBezTo>
                    <a:pt x="5378" y="960"/>
                    <a:pt x="5225" y="997"/>
                    <a:pt x="5225" y="1035"/>
                  </a:cubicBezTo>
                  <a:lnTo>
                    <a:pt x="5375" y="1035"/>
                  </a:lnTo>
                  <a:cubicBezTo>
                    <a:pt x="5529" y="1035"/>
                    <a:pt x="5529" y="997"/>
                    <a:pt x="5532" y="960"/>
                  </a:cubicBezTo>
                  <a:close/>
                  <a:moveTo>
                    <a:pt x="39048" y="1251"/>
                  </a:moveTo>
                  <a:cubicBezTo>
                    <a:pt x="39048" y="1251"/>
                    <a:pt x="38894" y="1289"/>
                    <a:pt x="38894" y="1326"/>
                  </a:cubicBezTo>
                  <a:cubicBezTo>
                    <a:pt x="38893" y="1342"/>
                    <a:pt x="38919" y="1351"/>
                    <a:pt x="38960" y="1351"/>
                  </a:cubicBezTo>
                  <a:cubicBezTo>
                    <a:pt x="39018" y="1351"/>
                    <a:pt x="39108" y="1333"/>
                    <a:pt x="39198" y="1289"/>
                  </a:cubicBezTo>
                  <a:cubicBezTo>
                    <a:pt x="39201" y="1251"/>
                    <a:pt x="39201" y="1251"/>
                    <a:pt x="39048" y="1251"/>
                  </a:cubicBezTo>
                  <a:close/>
                  <a:moveTo>
                    <a:pt x="46071" y="9104"/>
                  </a:moveTo>
                  <a:lnTo>
                    <a:pt x="46108" y="9258"/>
                  </a:lnTo>
                  <a:lnTo>
                    <a:pt x="46108" y="9408"/>
                  </a:lnTo>
                  <a:cubicBezTo>
                    <a:pt x="46071" y="9408"/>
                    <a:pt x="46033" y="9408"/>
                    <a:pt x="46033" y="9255"/>
                  </a:cubicBezTo>
                  <a:lnTo>
                    <a:pt x="46071" y="9104"/>
                  </a:lnTo>
                  <a:close/>
                  <a:moveTo>
                    <a:pt x="46047" y="12844"/>
                  </a:moveTo>
                  <a:cubicBezTo>
                    <a:pt x="46072" y="12844"/>
                    <a:pt x="46114" y="12915"/>
                    <a:pt x="46140" y="12915"/>
                  </a:cubicBezTo>
                  <a:cubicBezTo>
                    <a:pt x="46140" y="13049"/>
                    <a:pt x="46140" y="13066"/>
                    <a:pt x="46114" y="13066"/>
                  </a:cubicBezTo>
                  <a:cubicBezTo>
                    <a:pt x="46111" y="13066"/>
                    <a:pt x="46107" y="13066"/>
                    <a:pt x="46102" y="13065"/>
                  </a:cubicBezTo>
                  <a:cubicBezTo>
                    <a:pt x="46064" y="13065"/>
                    <a:pt x="46027" y="12912"/>
                    <a:pt x="46027" y="12912"/>
                  </a:cubicBezTo>
                  <a:cubicBezTo>
                    <a:pt x="46027" y="12861"/>
                    <a:pt x="46035" y="12844"/>
                    <a:pt x="46047" y="12844"/>
                  </a:cubicBezTo>
                  <a:close/>
                  <a:moveTo>
                    <a:pt x="46324" y="15359"/>
                  </a:moveTo>
                  <a:cubicBezTo>
                    <a:pt x="46362" y="15359"/>
                    <a:pt x="46400" y="15513"/>
                    <a:pt x="46400" y="15513"/>
                  </a:cubicBezTo>
                  <a:lnTo>
                    <a:pt x="46400" y="15667"/>
                  </a:lnTo>
                  <a:cubicBezTo>
                    <a:pt x="46362" y="15667"/>
                    <a:pt x="46324" y="15663"/>
                    <a:pt x="46324" y="15513"/>
                  </a:cubicBezTo>
                  <a:lnTo>
                    <a:pt x="46324" y="15359"/>
                  </a:lnTo>
                  <a:close/>
                  <a:moveTo>
                    <a:pt x="46061" y="17371"/>
                  </a:moveTo>
                  <a:lnTo>
                    <a:pt x="46055" y="17544"/>
                  </a:lnTo>
                  <a:lnTo>
                    <a:pt x="45999" y="17700"/>
                  </a:lnTo>
                  <a:cubicBezTo>
                    <a:pt x="45964" y="17685"/>
                    <a:pt x="45930" y="17669"/>
                    <a:pt x="45983" y="17519"/>
                  </a:cubicBezTo>
                  <a:lnTo>
                    <a:pt x="46061" y="17371"/>
                  </a:lnTo>
                  <a:close/>
                  <a:moveTo>
                    <a:pt x="13140" y="19070"/>
                  </a:moveTo>
                  <a:cubicBezTo>
                    <a:pt x="13132" y="19070"/>
                    <a:pt x="13139" y="19077"/>
                    <a:pt x="13181" y="19089"/>
                  </a:cubicBezTo>
                  <a:lnTo>
                    <a:pt x="13181" y="19089"/>
                  </a:lnTo>
                  <a:cubicBezTo>
                    <a:pt x="13166" y="19076"/>
                    <a:pt x="13147" y="19070"/>
                    <a:pt x="13140" y="19070"/>
                  </a:cubicBezTo>
                  <a:close/>
                  <a:moveTo>
                    <a:pt x="13181" y="19089"/>
                  </a:moveTo>
                  <a:lnTo>
                    <a:pt x="13181" y="19089"/>
                  </a:lnTo>
                  <a:cubicBezTo>
                    <a:pt x="13189" y="19095"/>
                    <a:pt x="13195" y="19103"/>
                    <a:pt x="13199" y="19113"/>
                  </a:cubicBezTo>
                  <a:lnTo>
                    <a:pt x="13199" y="19113"/>
                  </a:lnTo>
                  <a:cubicBezTo>
                    <a:pt x="13202" y="19107"/>
                    <a:pt x="13203" y="19101"/>
                    <a:pt x="13203" y="19095"/>
                  </a:cubicBezTo>
                  <a:cubicBezTo>
                    <a:pt x="13195" y="19093"/>
                    <a:pt x="13188" y="19091"/>
                    <a:pt x="13181" y="19089"/>
                  </a:cubicBezTo>
                  <a:close/>
                  <a:moveTo>
                    <a:pt x="11677" y="19208"/>
                  </a:moveTo>
                  <a:cubicBezTo>
                    <a:pt x="11575" y="19208"/>
                    <a:pt x="11541" y="19224"/>
                    <a:pt x="11575" y="19224"/>
                  </a:cubicBezTo>
                  <a:cubicBezTo>
                    <a:pt x="11592" y="19224"/>
                    <a:pt x="11626" y="19220"/>
                    <a:pt x="11677" y="19208"/>
                  </a:cubicBezTo>
                  <a:close/>
                  <a:moveTo>
                    <a:pt x="11066" y="19242"/>
                  </a:moveTo>
                  <a:lnTo>
                    <a:pt x="11220" y="19245"/>
                  </a:lnTo>
                  <a:lnTo>
                    <a:pt x="11370" y="19283"/>
                  </a:lnTo>
                  <a:lnTo>
                    <a:pt x="11216" y="19283"/>
                  </a:lnTo>
                  <a:cubicBezTo>
                    <a:pt x="11066" y="19283"/>
                    <a:pt x="11066" y="19283"/>
                    <a:pt x="11066" y="19242"/>
                  </a:cubicBezTo>
                  <a:close/>
                  <a:moveTo>
                    <a:pt x="12743" y="19245"/>
                  </a:moveTo>
                  <a:lnTo>
                    <a:pt x="12893" y="19286"/>
                  </a:lnTo>
                  <a:lnTo>
                    <a:pt x="12739" y="19286"/>
                  </a:lnTo>
                  <a:cubicBezTo>
                    <a:pt x="12589" y="19283"/>
                    <a:pt x="12589" y="19283"/>
                    <a:pt x="12589" y="19245"/>
                  </a:cubicBezTo>
                  <a:close/>
                  <a:moveTo>
                    <a:pt x="36058" y="19214"/>
                  </a:moveTo>
                  <a:lnTo>
                    <a:pt x="36058" y="19214"/>
                  </a:lnTo>
                  <a:cubicBezTo>
                    <a:pt x="36209" y="19252"/>
                    <a:pt x="36055" y="19289"/>
                    <a:pt x="35905" y="19289"/>
                  </a:cubicBezTo>
                  <a:cubicBezTo>
                    <a:pt x="35597" y="19289"/>
                    <a:pt x="35597" y="19289"/>
                    <a:pt x="35601" y="19252"/>
                  </a:cubicBezTo>
                  <a:cubicBezTo>
                    <a:pt x="35601" y="19214"/>
                    <a:pt x="35905" y="19214"/>
                    <a:pt x="36058" y="19214"/>
                  </a:cubicBezTo>
                  <a:close/>
                  <a:moveTo>
                    <a:pt x="13808" y="19248"/>
                  </a:moveTo>
                  <a:cubicBezTo>
                    <a:pt x="14112" y="19248"/>
                    <a:pt x="14112" y="19248"/>
                    <a:pt x="13959" y="19286"/>
                  </a:cubicBezTo>
                  <a:cubicBezTo>
                    <a:pt x="13882" y="19305"/>
                    <a:pt x="13806" y="19314"/>
                    <a:pt x="13749" y="19314"/>
                  </a:cubicBezTo>
                  <a:cubicBezTo>
                    <a:pt x="13692" y="19314"/>
                    <a:pt x="13655" y="19305"/>
                    <a:pt x="13655" y="19286"/>
                  </a:cubicBezTo>
                  <a:cubicBezTo>
                    <a:pt x="13658" y="19248"/>
                    <a:pt x="13658" y="19248"/>
                    <a:pt x="13808" y="19248"/>
                  </a:cubicBezTo>
                  <a:close/>
                  <a:moveTo>
                    <a:pt x="29809" y="19239"/>
                  </a:moveTo>
                  <a:cubicBezTo>
                    <a:pt x="29809" y="19280"/>
                    <a:pt x="29656" y="19317"/>
                    <a:pt x="29656" y="19317"/>
                  </a:cubicBezTo>
                  <a:lnTo>
                    <a:pt x="29502" y="19314"/>
                  </a:lnTo>
                  <a:cubicBezTo>
                    <a:pt x="29502" y="19277"/>
                    <a:pt x="29505" y="19239"/>
                    <a:pt x="29656" y="19239"/>
                  </a:cubicBezTo>
                  <a:close/>
                  <a:moveTo>
                    <a:pt x="9693" y="19280"/>
                  </a:moveTo>
                  <a:cubicBezTo>
                    <a:pt x="9693" y="19280"/>
                    <a:pt x="9844" y="19317"/>
                    <a:pt x="9844" y="19355"/>
                  </a:cubicBezTo>
                  <a:lnTo>
                    <a:pt x="9690" y="19355"/>
                  </a:lnTo>
                  <a:cubicBezTo>
                    <a:pt x="9540" y="19355"/>
                    <a:pt x="9540" y="19317"/>
                    <a:pt x="9540" y="19317"/>
                  </a:cubicBezTo>
                  <a:cubicBezTo>
                    <a:pt x="9540" y="19317"/>
                    <a:pt x="9540" y="19280"/>
                    <a:pt x="9693" y="19280"/>
                  </a:cubicBezTo>
                  <a:close/>
                  <a:moveTo>
                    <a:pt x="16851" y="19443"/>
                  </a:moveTo>
                  <a:lnTo>
                    <a:pt x="17001" y="19480"/>
                  </a:lnTo>
                  <a:cubicBezTo>
                    <a:pt x="17001" y="19518"/>
                    <a:pt x="16848" y="19518"/>
                    <a:pt x="16848" y="19518"/>
                  </a:cubicBezTo>
                  <a:cubicBezTo>
                    <a:pt x="16694" y="19518"/>
                    <a:pt x="16694" y="19518"/>
                    <a:pt x="16697" y="19480"/>
                  </a:cubicBezTo>
                  <a:cubicBezTo>
                    <a:pt x="16697" y="19480"/>
                    <a:pt x="16697" y="19443"/>
                    <a:pt x="16851" y="19443"/>
                  </a:cubicBezTo>
                  <a:close/>
                  <a:moveTo>
                    <a:pt x="15021" y="19477"/>
                  </a:moveTo>
                  <a:lnTo>
                    <a:pt x="15171" y="19515"/>
                  </a:lnTo>
                  <a:lnTo>
                    <a:pt x="15018" y="19552"/>
                  </a:lnTo>
                  <a:lnTo>
                    <a:pt x="14867" y="19552"/>
                  </a:lnTo>
                  <a:cubicBezTo>
                    <a:pt x="14867" y="19515"/>
                    <a:pt x="14867" y="19477"/>
                    <a:pt x="15021" y="19477"/>
                  </a:cubicBezTo>
                  <a:close/>
                  <a:moveTo>
                    <a:pt x="4589" y="21676"/>
                  </a:moveTo>
                  <a:cubicBezTo>
                    <a:pt x="4592" y="21676"/>
                    <a:pt x="4596" y="21677"/>
                    <a:pt x="4598" y="21680"/>
                  </a:cubicBezTo>
                  <a:lnTo>
                    <a:pt x="4620" y="21712"/>
                  </a:lnTo>
                  <a:cubicBezTo>
                    <a:pt x="4530" y="21824"/>
                    <a:pt x="4443" y="21933"/>
                    <a:pt x="4410" y="21933"/>
                  </a:cubicBezTo>
                  <a:cubicBezTo>
                    <a:pt x="4406" y="21933"/>
                    <a:pt x="4403" y="21931"/>
                    <a:pt x="4400" y="21928"/>
                  </a:cubicBezTo>
                  <a:cubicBezTo>
                    <a:pt x="4400" y="21928"/>
                    <a:pt x="4378" y="21900"/>
                    <a:pt x="4476" y="21774"/>
                  </a:cubicBezTo>
                  <a:cubicBezTo>
                    <a:pt x="4476" y="21774"/>
                    <a:pt x="4556" y="21676"/>
                    <a:pt x="4589" y="21676"/>
                  </a:cubicBezTo>
                  <a:close/>
                  <a:moveTo>
                    <a:pt x="223" y="21608"/>
                  </a:moveTo>
                  <a:cubicBezTo>
                    <a:pt x="261" y="21611"/>
                    <a:pt x="295" y="21759"/>
                    <a:pt x="301" y="21922"/>
                  </a:cubicBezTo>
                  <a:cubicBezTo>
                    <a:pt x="304" y="21998"/>
                    <a:pt x="293" y="22043"/>
                    <a:pt x="275" y="22043"/>
                  </a:cubicBezTo>
                  <a:cubicBezTo>
                    <a:pt x="272" y="22043"/>
                    <a:pt x="268" y="22041"/>
                    <a:pt x="264" y="22038"/>
                  </a:cubicBezTo>
                  <a:cubicBezTo>
                    <a:pt x="242" y="22022"/>
                    <a:pt x="201" y="21903"/>
                    <a:pt x="185" y="21759"/>
                  </a:cubicBezTo>
                  <a:cubicBezTo>
                    <a:pt x="185" y="21608"/>
                    <a:pt x="185" y="21608"/>
                    <a:pt x="223" y="21608"/>
                  </a:cubicBezTo>
                  <a:close/>
                  <a:moveTo>
                    <a:pt x="41506" y="95"/>
                  </a:moveTo>
                  <a:cubicBezTo>
                    <a:pt x="41447" y="95"/>
                    <a:pt x="41432" y="113"/>
                    <a:pt x="41520" y="157"/>
                  </a:cubicBezTo>
                  <a:cubicBezTo>
                    <a:pt x="41517" y="233"/>
                    <a:pt x="41517" y="233"/>
                    <a:pt x="41213" y="233"/>
                  </a:cubicBezTo>
                  <a:cubicBezTo>
                    <a:pt x="41060" y="233"/>
                    <a:pt x="40906" y="233"/>
                    <a:pt x="40909" y="195"/>
                  </a:cubicBezTo>
                  <a:cubicBezTo>
                    <a:pt x="40909" y="157"/>
                    <a:pt x="40909" y="157"/>
                    <a:pt x="40605" y="154"/>
                  </a:cubicBezTo>
                  <a:cubicBezTo>
                    <a:pt x="40148" y="154"/>
                    <a:pt x="39687" y="267"/>
                    <a:pt x="39534" y="342"/>
                  </a:cubicBezTo>
                  <a:cubicBezTo>
                    <a:pt x="39532" y="380"/>
                    <a:pt x="39531" y="399"/>
                    <a:pt x="39512" y="399"/>
                  </a:cubicBezTo>
                  <a:cubicBezTo>
                    <a:pt x="39493" y="399"/>
                    <a:pt x="39455" y="380"/>
                    <a:pt x="39380" y="342"/>
                  </a:cubicBezTo>
                  <a:cubicBezTo>
                    <a:pt x="39380" y="305"/>
                    <a:pt x="39230" y="305"/>
                    <a:pt x="39076" y="305"/>
                  </a:cubicBezTo>
                  <a:cubicBezTo>
                    <a:pt x="39076" y="317"/>
                    <a:pt x="39059" y="321"/>
                    <a:pt x="39043" y="321"/>
                  </a:cubicBezTo>
                  <a:cubicBezTo>
                    <a:pt x="39009" y="321"/>
                    <a:pt x="38976" y="305"/>
                    <a:pt x="39076" y="305"/>
                  </a:cubicBezTo>
                  <a:cubicBezTo>
                    <a:pt x="39079" y="267"/>
                    <a:pt x="39230" y="267"/>
                    <a:pt x="39383" y="267"/>
                  </a:cubicBezTo>
                  <a:lnTo>
                    <a:pt x="39383" y="229"/>
                  </a:lnTo>
                  <a:cubicBezTo>
                    <a:pt x="39313" y="192"/>
                    <a:pt x="39234" y="173"/>
                    <a:pt x="39156" y="173"/>
                  </a:cubicBezTo>
                  <a:cubicBezTo>
                    <a:pt x="39077" y="173"/>
                    <a:pt x="38998" y="192"/>
                    <a:pt x="38926" y="229"/>
                  </a:cubicBezTo>
                  <a:cubicBezTo>
                    <a:pt x="38850" y="248"/>
                    <a:pt x="38812" y="257"/>
                    <a:pt x="38775" y="257"/>
                  </a:cubicBezTo>
                  <a:cubicBezTo>
                    <a:pt x="38736" y="257"/>
                    <a:pt x="38698" y="247"/>
                    <a:pt x="38622" y="226"/>
                  </a:cubicBezTo>
                  <a:cubicBezTo>
                    <a:pt x="38515" y="200"/>
                    <a:pt x="38409" y="173"/>
                    <a:pt x="38355" y="173"/>
                  </a:cubicBezTo>
                  <a:cubicBezTo>
                    <a:pt x="38332" y="173"/>
                    <a:pt x="38319" y="178"/>
                    <a:pt x="38318" y="189"/>
                  </a:cubicBezTo>
                  <a:cubicBezTo>
                    <a:pt x="38318" y="189"/>
                    <a:pt x="38014" y="189"/>
                    <a:pt x="37863" y="151"/>
                  </a:cubicBezTo>
                  <a:cubicBezTo>
                    <a:pt x="37556" y="151"/>
                    <a:pt x="37406" y="151"/>
                    <a:pt x="37403" y="189"/>
                  </a:cubicBezTo>
                  <a:cubicBezTo>
                    <a:pt x="37403" y="226"/>
                    <a:pt x="37249" y="226"/>
                    <a:pt x="37099" y="226"/>
                  </a:cubicBezTo>
                  <a:cubicBezTo>
                    <a:pt x="37064" y="226"/>
                    <a:pt x="37030" y="225"/>
                    <a:pt x="36997" y="225"/>
                  </a:cubicBezTo>
                  <a:cubicBezTo>
                    <a:pt x="36885" y="225"/>
                    <a:pt x="36794" y="232"/>
                    <a:pt x="36791" y="261"/>
                  </a:cubicBezTo>
                  <a:cubicBezTo>
                    <a:pt x="36791" y="298"/>
                    <a:pt x="36638" y="336"/>
                    <a:pt x="36334" y="336"/>
                  </a:cubicBezTo>
                  <a:cubicBezTo>
                    <a:pt x="36207" y="352"/>
                    <a:pt x="36132" y="361"/>
                    <a:pt x="36078" y="361"/>
                  </a:cubicBezTo>
                  <a:cubicBezTo>
                    <a:pt x="36001" y="361"/>
                    <a:pt x="35964" y="342"/>
                    <a:pt x="35876" y="298"/>
                  </a:cubicBezTo>
                  <a:cubicBezTo>
                    <a:pt x="35876" y="261"/>
                    <a:pt x="35726" y="261"/>
                    <a:pt x="35572" y="261"/>
                  </a:cubicBezTo>
                  <a:cubicBezTo>
                    <a:pt x="35472" y="258"/>
                    <a:pt x="35369" y="245"/>
                    <a:pt x="35268" y="220"/>
                  </a:cubicBezTo>
                  <a:cubicBezTo>
                    <a:pt x="35224" y="209"/>
                    <a:pt x="35193" y="204"/>
                    <a:pt x="35171" y="204"/>
                  </a:cubicBezTo>
                  <a:cubicBezTo>
                    <a:pt x="35118" y="204"/>
                    <a:pt x="35117" y="231"/>
                    <a:pt x="35115" y="258"/>
                  </a:cubicBezTo>
                  <a:lnTo>
                    <a:pt x="35115" y="336"/>
                  </a:lnTo>
                  <a:cubicBezTo>
                    <a:pt x="34961" y="333"/>
                    <a:pt x="34811" y="258"/>
                    <a:pt x="34811" y="220"/>
                  </a:cubicBezTo>
                  <a:cubicBezTo>
                    <a:pt x="34737" y="182"/>
                    <a:pt x="34700" y="164"/>
                    <a:pt x="34682" y="164"/>
                  </a:cubicBezTo>
                  <a:cubicBezTo>
                    <a:pt x="34663" y="164"/>
                    <a:pt x="34662" y="182"/>
                    <a:pt x="34660" y="220"/>
                  </a:cubicBezTo>
                  <a:cubicBezTo>
                    <a:pt x="34658" y="247"/>
                    <a:pt x="34581" y="273"/>
                    <a:pt x="34429" y="273"/>
                  </a:cubicBezTo>
                  <a:cubicBezTo>
                    <a:pt x="34367" y="273"/>
                    <a:pt x="34291" y="269"/>
                    <a:pt x="34203" y="258"/>
                  </a:cubicBezTo>
                  <a:cubicBezTo>
                    <a:pt x="33896" y="258"/>
                    <a:pt x="33592" y="258"/>
                    <a:pt x="33592" y="217"/>
                  </a:cubicBezTo>
                  <a:cubicBezTo>
                    <a:pt x="33542" y="206"/>
                    <a:pt x="33491" y="200"/>
                    <a:pt x="33440" y="200"/>
                  </a:cubicBezTo>
                  <a:cubicBezTo>
                    <a:pt x="33389" y="200"/>
                    <a:pt x="33338" y="206"/>
                    <a:pt x="33288" y="217"/>
                  </a:cubicBezTo>
                  <a:cubicBezTo>
                    <a:pt x="33211" y="236"/>
                    <a:pt x="33135" y="245"/>
                    <a:pt x="33021" y="245"/>
                  </a:cubicBezTo>
                  <a:cubicBezTo>
                    <a:pt x="32907" y="245"/>
                    <a:pt x="32755" y="236"/>
                    <a:pt x="32526" y="217"/>
                  </a:cubicBezTo>
                  <a:cubicBezTo>
                    <a:pt x="32143" y="177"/>
                    <a:pt x="31954" y="158"/>
                    <a:pt x="31859" y="158"/>
                  </a:cubicBezTo>
                  <a:cubicBezTo>
                    <a:pt x="31767" y="158"/>
                    <a:pt x="31766" y="177"/>
                    <a:pt x="31765" y="214"/>
                  </a:cubicBezTo>
                  <a:cubicBezTo>
                    <a:pt x="31765" y="235"/>
                    <a:pt x="31764" y="257"/>
                    <a:pt x="31734" y="257"/>
                  </a:cubicBezTo>
                  <a:cubicBezTo>
                    <a:pt x="31712" y="257"/>
                    <a:pt x="31675" y="246"/>
                    <a:pt x="31611" y="214"/>
                  </a:cubicBezTo>
                  <a:cubicBezTo>
                    <a:pt x="31567" y="203"/>
                    <a:pt x="31523" y="198"/>
                    <a:pt x="31474" y="198"/>
                  </a:cubicBezTo>
                  <a:cubicBezTo>
                    <a:pt x="31358" y="198"/>
                    <a:pt x="31217" y="225"/>
                    <a:pt x="31000" y="251"/>
                  </a:cubicBezTo>
                  <a:cubicBezTo>
                    <a:pt x="30847" y="289"/>
                    <a:pt x="30847" y="364"/>
                    <a:pt x="30843" y="402"/>
                  </a:cubicBezTo>
                  <a:cubicBezTo>
                    <a:pt x="30843" y="446"/>
                    <a:pt x="30843" y="464"/>
                    <a:pt x="30782" y="464"/>
                  </a:cubicBezTo>
                  <a:cubicBezTo>
                    <a:pt x="30739" y="464"/>
                    <a:pt x="30665" y="455"/>
                    <a:pt x="30539" y="439"/>
                  </a:cubicBezTo>
                  <a:cubicBezTo>
                    <a:pt x="30386" y="439"/>
                    <a:pt x="30236" y="402"/>
                    <a:pt x="30236" y="364"/>
                  </a:cubicBezTo>
                  <a:cubicBezTo>
                    <a:pt x="30239" y="327"/>
                    <a:pt x="30389" y="327"/>
                    <a:pt x="30389" y="327"/>
                  </a:cubicBezTo>
                  <a:lnTo>
                    <a:pt x="30543" y="327"/>
                  </a:lnTo>
                  <a:cubicBezTo>
                    <a:pt x="30543" y="289"/>
                    <a:pt x="30546" y="251"/>
                    <a:pt x="30239" y="251"/>
                  </a:cubicBezTo>
                  <a:cubicBezTo>
                    <a:pt x="30162" y="231"/>
                    <a:pt x="30084" y="220"/>
                    <a:pt x="30027" y="220"/>
                  </a:cubicBezTo>
                  <a:cubicBezTo>
                    <a:pt x="29972" y="220"/>
                    <a:pt x="29935" y="230"/>
                    <a:pt x="29935" y="248"/>
                  </a:cubicBezTo>
                  <a:cubicBezTo>
                    <a:pt x="29784" y="211"/>
                    <a:pt x="29480" y="211"/>
                    <a:pt x="29173" y="211"/>
                  </a:cubicBezTo>
                  <a:cubicBezTo>
                    <a:pt x="28869" y="211"/>
                    <a:pt x="28412" y="207"/>
                    <a:pt x="28261" y="170"/>
                  </a:cubicBezTo>
                  <a:cubicBezTo>
                    <a:pt x="27957" y="170"/>
                    <a:pt x="27804" y="170"/>
                    <a:pt x="27804" y="207"/>
                  </a:cubicBezTo>
                  <a:cubicBezTo>
                    <a:pt x="27802" y="252"/>
                    <a:pt x="27748" y="270"/>
                    <a:pt x="27705" y="270"/>
                  </a:cubicBezTo>
                  <a:cubicBezTo>
                    <a:pt x="27674" y="270"/>
                    <a:pt x="27649" y="261"/>
                    <a:pt x="27650" y="245"/>
                  </a:cubicBezTo>
                  <a:cubicBezTo>
                    <a:pt x="27556" y="198"/>
                    <a:pt x="26743" y="164"/>
                    <a:pt x="26111" y="164"/>
                  </a:cubicBezTo>
                  <a:cubicBezTo>
                    <a:pt x="25735" y="164"/>
                    <a:pt x="25423" y="176"/>
                    <a:pt x="25366" y="204"/>
                  </a:cubicBezTo>
                  <a:lnTo>
                    <a:pt x="25058" y="201"/>
                  </a:lnTo>
                  <a:cubicBezTo>
                    <a:pt x="24908" y="182"/>
                    <a:pt x="24604" y="173"/>
                    <a:pt x="24318" y="173"/>
                  </a:cubicBezTo>
                  <a:cubicBezTo>
                    <a:pt x="24033" y="173"/>
                    <a:pt x="23766" y="182"/>
                    <a:pt x="23689" y="201"/>
                  </a:cubicBezTo>
                  <a:lnTo>
                    <a:pt x="23231" y="198"/>
                  </a:lnTo>
                  <a:cubicBezTo>
                    <a:pt x="23079" y="179"/>
                    <a:pt x="22965" y="170"/>
                    <a:pt x="22869" y="170"/>
                  </a:cubicBezTo>
                  <a:cubicBezTo>
                    <a:pt x="22774" y="170"/>
                    <a:pt x="22697" y="179"/>
                    <a:pt x="22620" y="198"/>
                  </a:cubicBezTo>
                  <a:cubicBezTo>
                    <a:pt x="22512" y="225"/>
                    <a:pt x="22480" y="251"/>
                    <a:pt x="22471" y="251"/>
                  </a:cubicBezTo>
                  <a:cubicBezTo>
                    <a:pt x="22467" y="251"/>
                    <a:pt x="22467" y="247"/>
                    <a:pt x="22467" y="236"/>
                  </a:cubicBezTo>
                  <a:cubicBezTo>
                    <a:pt x="22470" y="198"/>
                    <a:pt x="22166" y="198"/>
                    <a:pt x="21555" y="195"/>
                  </a:cubicBezTo>
                  <a:cubicBezTo>
                    <a:pt x="20947" y="195"/>
                    <a:pt x="20947" y="195"/>
                    <a:pt x="21097" y="233"/>
                  </a:cubicBezTo>
                  <a:cubicBezTo>
                    <a:pt x="20918" y="244"/>
                    <a:pt x="20792" y="248"/>
                    <a:pt x="20702" y="248"/>
                  </a:cubicBezTo>
                  <a:cubicBezTo>
                    <a:pt x="20487" y="248"/>
                    <a:pt x="20487" y="222"/>
                    <a:pt x="20489" y="195"/>
                  </a:cubicBezTo>
                  <a:cubicBezTo>
                    <a:pt x="20559" y="161"/>
                    <a:pt x="20534" y="141"/>
                    <a:pt x="20472" y="141"/>
                  </a:cubicBezTo>
                  <a:cubicBezTo>
                    <a:pt x="20397" y="141"/>
                    <a:pt x="20268" y="169"/>
                    <a:pt x="20182" y="233"/>
                  </a:cubicBezTo>
                  <a:cubicBezTo>
                    <a:pt x="20095" y="276"/>
                    <a:pt x="19958" y="293"/>
                    <a:pt x="19856" y="293"/>
                  </a:cubicBezTo>
                  <a:cubicBezTo>
                    <a:pt x="19781" y="293"/>
                    <a:pt x="19725" y="283"/>
                    <a:pt x="19725" y="267"/>
                  </a:cubicBezTo>
                  <a:cubicBezTo>
                    <a:pt x="19725" y="238"/>
                    <a:pt x="19817" y="231"/>
                    <a:pt x="19929" y="231"/>
                  </a:cubicBezTo>
                  <a:cubicBezTo>
                    <a:pt x="19961" y="231"/>
                    <a:pt x="19995" y="232"/>
                    <a:pt x="20029" y="233"/>
                  </a:cubicBezTo>
                  <a:cubicBezTo>
                    <a:pt x="20029" y="233"/>
                    <a:pt x="20032" y="192"/>
                    <a:pt x="20032" y="154"/>
                  </a:cubicBezTo>
                  <a:cubicBezTo>
                    <a:pt x="20015" y="153"/>
                    <a:pt x="19997" y="153"/>
                    <a:pt x="19980" y="153"/>
                  </a:cubicBezTo>
                  <a:cubicBezTo>
                    <a:pt x="19894" y="153"/>
                    <a:pt x="19809" y="166"/>
                    <a:pt x="19728" y="192"/>
                  </a:cubicBezTo>
                  <a:cubicBezTo>
                    <a:pt x="19624" y="195"/>
                    <a:pt x="19521" y="207"/>
                    <a:pt x="19421" y="229"/>
                  </a:cubicBezTo>
                  <a:cubicBezTo>
                    <a:pt x="19267" y="267"/>
                    <a:pt x="19267" y="305"/>
                    <a:pt x="19418" y="342"/>
                  </a:cubicBezTo>
                  <a:cubicBezTo>
                    <a:pt x="19548" y="378"/>
                    <a:pt x="19452" y="380"/>
                    <a:pt x="19325" y="380"/>
                  </a:cubicBezTo>
                  <a:cubicBezTo>
                    <a:pt x="19305" y="380"/>
                    <a:pt x="19285" y="380"/>
                    <a:pt x="19264" y="380"/>
                  </a:cubicBezTo>
                  <a:cubicBezTo>
                    <a:pt x="18960" y="342"/>
                    <a:pt x="18960" y="305"/>
                    <a:pt x="19114" y="267"/>
                  </a:cubicBezTo>
                  <a:cubicBezTo>
                    <a:pt x="19267" y="267"/>
                    <a:pt x="19267" y="229"/>
                    <a:pt x="19270" y="192"/>
                  </a:cubicBezTo>
                  <a:cubicBezTo>
                    <a:pt x="19270" y="185"/>
                    <a:pt x="19245" y="182"/>
                    <a:pt x="19202" y="182"/>
                  </a:cubicBezTo>
                  <a:cubicBezTo>
                    <a:pt x="19010" y="182"/>
                    <a:pt x="18477" y="243"/>
                    <a:pt x="18352" y="305"/>
                  </a:cubicBezTo>
                  <a:lnTo>
                    <a:pt x="18352" y="267"/>
                  </a:lnTo>
                  <a:cubicBezTo>
                    <a:pt x="18355" y="229"/>
                    <a:pt x="18048" y="226"/>
                    <a:pt x="17744" y="226"/>
                  </a:cubicBezTo>
                  <a:cubicBezTo>
                    <a:pt x="17440" y="226"/>
                    <a:pt x="17287" y="226"/>
                    <a:pt x="17287" y="264"/>
                  </a:cubicBezTo>
                  <a:cubicBezTo>
                    <a:pt x="17283" y="302"/>
                    <a:pt x="17283" y="339"/>
                    <a:pt x="17133" y="339"/>
                  </a:cubicBezTo>
                  <a:cubicBezTo>
                    <a:pt x="17283" y="339"/>
                    <a:pt x="17283" y="377"/>
                    <a:pt x="17280" y="414"/>
                  </a:cubicBezTo>
                  <a:cubicBezTo>
                    <a:pt x="17280" y="414"/>
                    <a:pt x="16980" y="377"/>
                    <a:pt x="16826" y="339"/>
                  </a:cubicBezTo>
                  <a:cubicBezTo>
                    <a:pt x="16525" y="264"/>
                    <a:pt x="16221" y="223"/>
                    <a:pt x="15610" y="223"/>
                  </a:cubicBezTo>
                  <a:cubicBezTo>
                    <a:pt x="15306" y="223"/>
                    <a:pt x="14849" y="223"/>
                    <a:pt x="14698" y="182"/>
                  </a:cubicBezTo>
                  <a:cubicBezTo>
                    <a:pt x="14394" y="182"/>
                    <a:pt x="14241" y="182"/>
                    <a:pt x="14241" y="220"/>
                  </a:cubicBezTo>
                  <a:lnTo>
                    <a:pt x="13933" y="220"/>
                  </a:lnTo>
                  <a:cubicBezTo>
                    <a:pt x="13858" y="201"/>
                    <a:pt x="13745" y="192"/>
                    <a:pt x="13650" y="192"/>
                  </a:cubicBezTo>
                  <a:cubicBezTo>
                    <a:pt x="13555" y="192"/>
                    <a:pt x="13479" y="201"/>
                    <a:pt x="13479" y="220"/>
                  </a:cubicBezTo>
                  <a:cubicBezTo>
                    <a:pt x="13429" y="232"/>
                    <a:pt x="13378" y="237"/>
                    <a:pt x="13328" y="237"/>
                  </a:cubicBezTo>
                  <a:cubicBezTo>
                    <a:pt x="13225" y="237"/>
                    <a:pt x="13122" y="219"/>
                    <a:pt x="13022" y="217"/>
                  </a:cubicBezTo>
                  <a:cubicBezTo>
                    <a:pt x="12885" y="183"/>
                    <a:pt x="12810" y="164"/>
                    <a:pt x="12782" y="164"/>
                  </a:cubicBezTo>
                  <a:cubicBezTo>
                    <a:pt x="12748" y="164"/>
                    <a:pt x="12785" y="192"/>
                    <a:pt x="12868" y="254"/>
                  </a:cubicBezTo>
                  <a:cubicBezTo>
                    <a:pt x="12865" y="292"/>
                    <a:pt x="13169" y="333"/>
                    <a:pt x="13322" y="333"/>
                  </a:cubicBezTo>
                  <a:lnTo>
                    <a:pt x="13780" y="333"/>
                  </a:lnTo>
                  <a:lnTo>
                    <a:pt x="13322" y="370"/>
                  </a:lnTo>
                  <a:cubicBezTo>
                    <a:pt x="13169" y="370"/>
                    <a:pt x="12862" y="408"/>
                    <a:pt x="12862" y="446"/>
                  </a:cubicBezTo>
                  <a:cubicBezTo>
                    <a:pt x="12862" y="446"/>
                    <a:pt x="12862" y="483"/>
                    <a:pt x="12708" y="483"/>
                  </a:cubicBezTo>
                  <a:lnTo>
                    <a:pt x="12711" y="408"/>
                  </a:lnTo>
                  <a:cubicBezTo>
                    <a:pt x="12865" y="370"/>
                    <a:pt x="12865" y="333"/>
                    <a:pt x="12865" y="292"/>
                  </a:cubicBezTo>
                  <a:cubicBezTo>
                    <a:pt x="12772" y="246"/>
                    <a:pt x="12563" y="214"/>
                    <a:pt x="12416" y="214"/>
                  </a:cubicBezTo>
                  <a:cubicBezTo>
                    <a:pt x="12325" y="214"/>
                    <a:pt x="12258" y="226"/>
                    <a:pt x="12257" y="254"/>
                  </a:cubicBezTo>
                  <a:cubicBezTo>
                    <a:pt x="12240" y="256"/>
                    <a:pt x="12222" y="256"/>
                    <a:pt x="12205" y="256"/>
                  </a:cubicBezTo>
                  <a:cubicBezTo>
                    <a:pt x="12120" y="256"/>
                    <a:pt x="12036" y="243"/>
                    <a:pt x="11953" y="217"/>
                  </a:cubicBezTo>
                  <a:cubicBezTo>
                    <a:pt x="11954" y="201"/>
                    <a:pt x="11929" y="192"/>
                    <a:pt x="11887" y="192"/>
                  </a:cubicBezTo>
                  <a:cubicBezTo>
                    <a:pt x="11829" y="192"/>
                    <a:pt x="11739" y="210"/>
                    <a:pt x="11649" y="254"/>
                  </a:cubicBezTo>
                  <a:cubicBezTo>
                    <a:pt x="11578" y="292"/>
                    <a:pt x="11499" y="311"/>
                    <a:pt x="11421" y="311"/>
                  </a:cubicBezTo>
                  <a:cubicBezTo>
                    <a:pt x="11342" y="311"/>
                    <a:pt x="11263" y="291"/>
                    <a:pt x="11191" y="251"/>
                  </a:cubicBezTo>
                  <a:cubicBezTo>
                    <a:pt x="11013" y="207"/>
                    <a:pt x="10731" y="189"/>
                    <a:pt x="10527" y="189"/>
                  </a:cubicBezTo>
                  <a:cubicBezTo>
                    <a:pt x="10383" y="189"/>
                    <a:pt x="10278" y="198"/>
                    <a:pt x="10276" y="214"/>
                  </a:cubicBezTo>
                  <a:cubicBezTo>
                    <a:pt x="10276" y="258"/>
                    <a:pt x="10119" y="276"/>
                    <a:pt x="9959" y="276"/>
                  </a:cubicBezTo>
                  <a:cubicBezTo>
                    <a:pt x="9846" y="276"/>
                    <a:pt x="9731" y="267"/>
                    <a:pt x="9668" y="251"/>
                  </a:cubicBezTo>
                  <a:cubicBezTo>
                    <a:pt x="9592" y="231"/>
                    <a:pt x="9513" y="220"/>
                    <a:pt x="9435" y="220"/>
                  </a:cubicBezTo>
                  <a:cubicBezTo>
                    <a:pt x="9360" y="220"/>
                    <a:pt x="9285" y="230"/>
                    <a:pt x="9211" y="248"/>
                  </a:cubicBezTo>
                  <a:cubicBezTo>
                    <a:pt x="9211" y="222"/>
                    <a:pt x="9136" y="195"/>
                    <a:pt x="9037" y="195"/>
                  </a:cubicBezTo>
                  <a:cubicBezTo>
                    <a:pt x="8997" y="195"/>
                    <a:pt x="8952" y="200"/>
                    <a:pt x="8907" y="211"/>
                  </a:cubicBezTo>
                  <a:cubicBezTo>
                    <a:pt x="8907" y="211"/>
                    <a:pt x="8753" y="211"/>
                    <a:pt x="8907" y="248"/>
                  </a:cubicBezTo>
                  <a:lnTo>
                    <a:pt x="8600" y="323"/>
                  </a:lnTo>
                  <a:cubicBezTo>
                    <a:pt x="8750" y="323"/>
                    <a:pt x="8750" y="361"/>
                    <a:pt x="8747" y="399"/>
                  </a:cubicBezTo>
                  <a:cubicBezTo>
                    <a:pt x="8747" y="408"/>
                    <a:pt x="8709" y="413"/>
                    <a:pt x="8647" y="413"/>
                  </a:cubicBezTo>
                  <a:cubicBezTo>
                    <a:pt x="8462" y="413"/>
                    <a:pt x="8064" y="370"/>
                    <a:pt x="7838" y="286"/>
                  </a:cubicBezTo>
                  <a:lnTo>
                    <a:pt x="7534" y="207"/>
                  </a:lnTo>
                  <a:lnTo>
                    <a:pt x="7534" y="283"/>
                  </a:lnTo>
                  <a:cubicBezTo>
                    <a:pt x="7381" y="283"/>
                    <a:pt x="7227" y="283"/>
                    <a:pt x="7230" y="245"/>
                  </a:cubicBezTo>
                  <a:cubicBezTo>
                    <a:pt x="7230" y="207"/>
                    <a:pt x="7230" y="207"/>
                    <a:pt x="7077" y="207"/>
                  </a:cubicBezTo>
                  <a:cubicBezTo>
                    <a:pt x="7077" y="207"/>
                    <a:pt x="6926" y="207"/>
                    <a:pt x="6923" y="245"/>
                  </a:cubicBezTo>
                  <a:cubicBezTo>
                    <a:pt x="6923" y="289"/>
                    <a:pt x="6923" y="307"/>
                    <a:pt x="6892" y="307"/>
                  </a:cubicBezTo>
                  <a:cubicBezTo>
                    <a:pt x="6870" y="307"/>
                    <a:pt x="6833" y="298"/>
                    <a:pt x="6770" y="283"/>
                  </a:cubicBezTo>
                  <a:cubicBezTo>
                    <a:pt x="6699" y="245"/>
                    <a:pt x="6621" y="226"/>
                    <a:pt x="6542" y="226"/>
                  </a:cubicBezTo>
                  <a:cubicBezTo>
                    <a:pt x="6464" y="226"/>
                    <a:pt x="6386" y="245"/>
                    <a:pt x="6315" y="283"/>
                  </a:cubicBezTo>
                  <a:cubicBezTo>
                    <a:pt x="6314" y="320"/>
                    <a:pt x="6313" y="339"/>
                    <a:pt x="6294" y="339"/>
                  </a:cubicBezTo>
                  <a:cubicBezTo>
                    <a:pt x="6274" y="339"/>
                    <a:pt x="6237" y="320"/>
                    <a:pt x="6162" y="283"/>
                  </a:cubicBezTo>
                  <a:cubicBezTo>
                    <a:pt x="6162" y="242"/>
                    <a:pt x="6011" y="204"/>
                    <a:pt x="5858" y="204"/>
                  </a:cubicBezTo>
                  <a:lnTo>
                    <a:pt x="5858" y="242"/>
                  </a:lnTo>
                  <a:cubicBezTo>
                    <a:pt x="5856" y="286"/>
                    <a:pt x="5803" y="304"/>
                    <a:pt x="5729" y="304"/>
                  </a:cubicBezTo>
                  <a:cubicBezTo>
                    <a:pt x="5677" y="304"/>
                    <a:pt x="5614" y="295"/>
                    <a:pt x="5551" y="280"/>
                  </a:cubicBezTo>
                  <a:cubicBezTo>
                    <a:pt x="5552" y="261"/>
                    <a:pt x="5514" y="251"/>
                    <a:pt x="5438" y="251"/>
                  </a:cubicBezTo>
                  <a:cubicBezTo>
                    <a:pt x="5362" y="251"/>
                    <a:pt x="5248" y="261"/>
                    <a:pt x="5096" y="280"/>
                  </a:cubicBezTo>
                  <a:cubicBezTo>
                    <a:pt x="4789" y="280"/>
                    <a:pt x="4639" y="280"/>
                    <a:pt x="4639" y="242"/>
                  </a:cubicBezTo>
                  <a:cubicBezTo>
                    <a:pt x="4640" y="202"/>
                    <a:pt x="4641" y="183"/>
                    <a:pt x="4621" y="183"/>
                  </a:cubicBezTo>
                  <a:cubicBezTo>
                    <a:pt x="4602" y="183"/>
                    <a:pt x="4563" y="202"/>
                    <a:pt x="4485" y="239"/>
                  </a:cubicBezTo>
                  <a:cubicBezTo>
                    <a:pt x="4408" y="258"/>
                    <a:pt x="4370" y="267"/>
                    <a:pt x="4313" y="267"/>
                  </a:cubicBezTo>
                  <a:cubicBezTo>
                    <a:pt x="4256" y="267"/>
                    <a:pt x="4181" y="258"/>
                    <a:pt x="4031" y="239"/>
                  </a:cubicBezTo>
                  <a:cubicBezTo>
                    <a:pt x="3954" y="220"/>
                    <a:pt x="3915" y="211"/>
                    <a:pt x="3877" y="211"/>
                  </a:cubicBezTo>
                  <a:cubicBezTo>
                    <a:pt x="3839" y="211"/>
                    <a:pt x="3800" y="220"/>
                    <a:pt x="3723" y="239"/>
                  </a:cubicBezTo>
                  <a:cubicBezTo>
                    <a:pt x="3723" y="314"/>
                    <a:pt x="3720" y="352"/>
                    <a:pt x="3874" y="352"/>
                  </a:cubicBezTo>
                  <a:cubicBezTo>
                    <a:pt x="4024" y="352"/>
                    <a:pt x="4024" y="352"/>
                    <a:pt x="4024" y="389"/>
                  </a:cubicBezTo>
                  <a:lnTo>
                    <a:pt x="3720" y="389"/>
                  </a:lnTo>
                  <a:cubicBezTo>
                    <a:pt x="3700" y="389"/>
                    <a:pt x="3680" y="389"/>
                    <a:pt x="3659" y="389"/>
                  </a:cubicBezTo>
                  <a:cubicBezTo>
                    <a:pt x="3476" y="389"/>
                    <a:pt x="3293" y="401"/>
                    <a:pt x="3109" y="427"/>
                  </a:cubicBezTo>
                  <a:cubicBezTo>
                    <a:pt x="2861" y="457"/>
                    <a:pt x="2813" y="512"/>
                    <a:pt x="2965" y="512"/>
                  </a:cubicBezTo>
                  <a:cubicBezTo>
                    <a:pt x="3001" y="512"/>
                    <a:pt x="3048" y="509"/>
                    <a:pt x="3106" y="502"/>
                  </a:cubicBezTo>
                  <a:lnTo>
                    <a:pt x="3257" y="540"/>
                  </a:lnTo>
                  <a:cubicBezTo>
                    <a:pt x="3255" y="596"/>
                    <a:pt x="3332" y="625"/>
                    <a:pt x="3409" y="625"/>
                  </a:cubicBezTo>
                  <a:cubicBezTo>
                    <a:pt x="3486" y="625"/>
                    <a:pt x="3562" y="597"/>
                    <a:pt x="3564" y="540"/>
                  </a:cubicBezTo>
                  <a:cubicBezTo>
                    <a:pt x="3565" y="478"/>
                    <a:pt x="3566" y="450"/>
                    <a:pt x="3592" y="450"/>
                  </a:cubicBezTo>
                  <a:cubicBezTo>
                    <a:pt x="3612" y="450"/>
                    <a:pt x="3650" y="468"/>
                    <a:pt x="3717" y="502"/>
                  </a:cubicBezTo>
                  <a:cubicBezTo>
                    <a:pt x="3714" y="580"/>
                    <a:pt x="3868" y="580"/>
                    <a:pt x="4018" y="580"/>
                  </a:cubicBezTo>
                  <a:cubicBezTo>
                    <a:pt x="4172" y="580"/>
                    <a:pt x="4172" y="580"/>
                    <a:pt x="4169" y="618"/>
                  </a:cubicBezTo>
                  <a:cubicBezTo>
                    <a:pt x="4169" y="656"/>
                    <a:pt x="4319" y="693"/>
                    <a:pt x="4472" y="693"/>
                  </a:cubicBezTo>
                  <a:cubicBezTo>
                    <a:pt x="4626" y="693"/>
                    <a:pt x="4626" y="693"/>
                    <a:pt x="4626" y="656"/>
                  </a:cubicBezTo>
                  <a:cubicBezTo>
                    <a:pt x="4564" y="640"/>
                    <a:pt x="4579" y="631"/>
                    <a:pt x="4630" y="631"/>
                  </a:cubicBezTo>
                  <a:cubicBezTo>
                    <a:pt x="4701" y="631"/>
                    <a:pt x="4842" y="649"/>
                    <a:pt x="4930" y="693"/>
                  </a:cubicBezTo>
                  <a:cubicBezTo>
                    <a:pt x="4993" y="710"/>
                    <a:pt x="5030" y="720"/>
                    <a:pt x="5051" y="720"/>
                  </a:cubicBezTo>
                  <a:cubicBezTo>
                    <a:pt x="5081" y="720"/>
                    <a:pt x="5082" y="701"/>
                    <a:pt x="5084" y="656"/>
                  </a:cubicBezTo>
                  <a:cubicBezTo>
                    <a:pt x="5085" y="619"/>
                    <a:pt x="5159" y="601"/>
                    <a:pt x="5251" y="601"/>
                  </a:cubicBezTo>
                  <a:cubicBezTo>
                    <a:pt x="5348" y="601"/>
                    <a:pt x="5464" y="620"/>
                    <a:pt x="5541" y="659"/>
                  </a:cubicBezTo>
                  <a:lnTo>
                    <a:pt x="5845" y="659"/>
                  </a:lnTo>
                  <a:cubicBezTo>
                    <a:pt x="5999" y="659"/>
                    <a:pt x="5999" y="621"/>
                    <a:pt x="5999" y="584"/>
                  </a:cubicBezTo>
                  <a:cubicBezTo>
                    <a:pt x="6000" y="539"/>
                    <a:pt x="6001" y="521"/>
                    <a:pt x="6032" y="521"/>
                  </a:cubicBezTo>
                  <a:cubicBezTo>
                    <a:pt x="6053" y="521"/>
                    <a:pt x="6090" y="530"/>
                    <a:pt x="6152" y="546"/>
                  </a:cubicBezTo>
                  <a:cubicBezTo>
                    <a:pt x="6303" y="584"/>
                    <a:pt x="6303" y="621"/>
                    <a:pt x="6303" y="621"/>
                  </a:cubicBezTo>
                  <a:cubicBezTo>
                    <a:pt x="6303" y="659"/>
                    <a:pt x="6453" y="659"/>
                    <a:pt x="6607" y="659"/>
                  </a:cubicBezTo>
                  <a:cubicBezTo>
                    <a:pt x="6629" y="659"/>
                    <a:pt x="6654" y="659"/>
                    <a:pt x="6680" y="659"/>
                  </a:cubicBezTo>
                  <a:cubicBezTo>
                    <a:pt x="6841" y="659"/>
                    <a:pt x="7064" y="657"/>
                    <a:pt x="7064" y="624"/>
                  </a:cubicBezTo>
                  <a:lnTo>
                    <a:pt x="7064" y="662"/>
                  </a:lnTo>
                  <a:cubicBezTo>
                    <a:pt x="7167" y="662"/>
                    <a:pt x="7199" y="679"/>
                    <a:pt x="7211" y="679"/>
                  </a:cubicBezTo>
                  <a:cubicBezTo>
                    <a:pt x="7216" y="679"/>
                    <a:pt x="7217" y="674"/>
                    <a:pt x="7218" y="662"/>
                  </a:cubicBezTo>
                  <a:cubicBezTo>
                    <a:pt x="7368" y="665"/>
                    <a:pt x="7522" y="678"/>
                    <a:pt x="7672" y="699"/>
                  </a:cubicBezTo>
                  <a:cubicBezTo>
                    <a:pt x="7728" y="706"/>
                    <a:pt x="7789" y="710"/>
                    <a:pt x="7849" y="710"/>
                  </a:cubicBezTo>
                  <a:cubicBezTo>
                    <a:pt x="8114" y="710"/>
                    <a:pt x="8353" y="648"/>
                    <a:pt x="7979" y="587"/>
                  </a:cubicBezTo>
                  <a:lnTo>
                    <a:pt x="8133" y="587"/>
                  </a:lnTo>
                  <a:cubicBezTo>
                    <a:pt x="8286" y="587"/>
                    <a:pt x="8286" y="549"/>
                    <a:pt x="8286" y="549"/>
                  </a:cubicBezTo>
                  <a:cubicBezTo>
                    <a:pt x="8286" y="511"/>
                    <a:pt x="8440" y="511"/>
                    <a:pt x="8593" y="511"/>
                  </a:cubicBezTo>
                  <a:cubicBezTo>
                    <a:pt x="8593" y="511"/>
                    <a:pt x="8590" y="549"/>
                    <a:pt x="8590" y="587"/>
                  </a:cubicBezTo>
                  <a:cubicBezTo>
                    <a:pt x="8499" y="654"/>
                    <a:pt x="8564" y="695"/>
                    <a:pt x="8666" y="695"/>
                  </a:cubicBezTo>
                  <a:cubicBezTo>
                    <a:pt x="8738" y="695"/>
                    <a:pt x="8828" y="675"/>
                    <a:pt x="8893" y="628"/>
                  </a:cubicBezTo>
                  <a:lnTo>
                    <a:pt x="8893" y="628"/>
                  </a:lnTo>
                  <a:cubicBezTo>
                    <a:pt x="8893" y="638"/>
                    <a:pt x="8892" y="652"/>
                    <a:pt x="8891" y="665"/>
                  </a:cubicBezTo>
                  <a:cubicBezTo>
                    <a:pt x="8891" y="684"/>
                    <a:pt x="8930" y="693"/>
                    <a:pt x="9006" y="693"/>
                  </a:cubicBezTo>
                  <a:cubicBezTo>
                    <a:pt x="9082" y="693"/>
                    <a:pt x="9197" y="684"/>
                    <a:pt x="9349" y="665"/>
                  </a:cubicBezTo>
                  <a:cubicBezTo>
                    <a:pt x="9502" y="665"/>
                    <a:pt x="9656" y="590"/>
                    <a:pt x="9659" y="552"/>
                  </a:cubicBezTo>
                  <a:cubicBezTo>
                    <a:pt x="9659" y="515"/>
                    <a:pt x="9812" y="515"/>
                    <a:pt x="9812" y="515"/>
                  </a:cubicBezTo>
                  <a:cubicBezTo>
                    <a:pt x="9963" y="515"/>
                    <a:pt x="9963" y="515"/>
                    <a:pt x="9963" y="552"/>
                  </a:cubicBezTo>
                  <a:cubicBezTo>
                    <a:pt x="9961" y="590"/>
                    <a:pt x="10037" y="609"/>
                    <a:pt x="10132" y="609"/>
                  </a:cubicBezTo>
                  <a:cubicBezTo>
                    <a:pt x="10227" y="609"/>
                    <a:pt x="10342" y="590"/>
                    <a:pt x="10420" y="552"/>
                  </a:cubicBezTo>
                  <a:lnTo>
                    <a:pt x="10420" y="552"/>
                  </a:lnTo>
                  <a:lnTo>
                    <a:pt x="10417" y="593"/>
                  </a:lnTo>
                  <a:cubicBezTo>
                    <a:pt x="10417" y="620"/>
                    <a:pt x="10493" y="646"/>
                    <a:pt x="10807" y="646"/>
                  </a:cubicBezTo>
                  <a:cubicBezTo>
                    <a:pt x="10937" y="646"/>
                    <a:pt x="11108" y="642"/>
                    <a:pt x="11332" y="631"/>
                  </a:cubicBezTo>
                  <a:cubicBezTo>
                    <a:pt x="11940" y="631"/>
                    <a:pt x="12398" y="634"/>
                    <a:pt x="12398" y="671"/>
                  </a:cubicBezTo>
                  <a:cubicBezTo>
                    <a:pt x="12397" y="678"/>
                    <a:pt x="12418" y="681"/>
                    <a:pt x="12453" y="681"/>
                  </a:cubicBezTo>
                  <a:cubicBezTo>
                    <a:pt x="12610" y="681"/>
                    <a:pt x="13065" y="620"/>
                    <a:pt x="13316" y="558"/>
                  </a:cubicBezTo>
                  <a:lnTo>
                    <a:pt x="13316" y="558"/>
                  </a:lnTo>
                  <a:cubicBezTo>
                    <a:pt x="13313" y="596"/>
                    <a:pt x="13467" y="596"/>
                    <a:pt x="13770" y="596"/>
                  </a:cubicBezTo>
                  <a:cubicBezTo>
                    <a:pt x="14228" y="599"/>
                    <a:pt x="14228" y="599"/>
                    <a:pt x="14228" y="637"/>
                  </a:cubicBezTo>
                  <a:cubicBezTo>
                    <a:pt x="14150" y="674"/>
                    <a:pt x="14111" y="693"/>
                    <a:pt x="14129" y="693"/>
                  </a:cubicBezTo>
                  <a:cubicBezTo>
                    <a:pt x="14148" y="693"/>
                    <a:pt x="14225" y="674"/>
                    <a:pt x="14378" y="637"/>
                  </a:cubicBezTo>
                  <a:cubicBezTo>
                    <a:pt x="14438" y="608"/>
                    <a:pt x="14542" y="596"/>
                    <a:pt x="14646" y="596"/>
                  </a:cubicBezTo>
                  <a:cubicBezTo>
                    <a:pt x="14816" y="596"/>
                    <a:pt x="14988" y="628"/>
                    <a:pt x="14986" y="674"/>
                  </a:cubicBezTo>
                  <a:cubicBezTo>
                    <a:pt x="14986" y="712"/>
                    <a:pt x="15140" y="715"/>
                    <a:pt x="15444" y="715"/>
                  </a:cubicBezTo>
                  <a:cubicBezTo>
                    <a:pt x="15597" y="678"/>
                    <a:pt x="15901" y="678"/>
                    <a:pt x="16205" y="678"/>
                  </a:cubicBezTo>
                  <a:cubicBezTo>
                    <a:pt x="16663" y="678"/>
                    <a:pt x="16663" y="678"/>
                    <a:pt x="16666" y="602"/>
                  </a:cubicBezTo>
                  <a:cubicBezTo>
                    <a:pt x="16669" y="527"/>
                    <a:pt x="16820" y="527"/>
                    <a:pt x="17127" y="527"/>
                  </a:cubicBezTo>
                  <a:cubicBezTo>
                    <a:pt x="17277" y="527"/>
                    <a:pt x="17431" y="530"/>
                    <a:pt x="17428" y="568"/>
                  </a:cubicBezTo>
                  <a:cubicBezTo>
                    <a:pt x="17528" y="590"/>
                    <a:pt x="17631" y="602"/>
                    <a:pt x="17732" y="605"/>
                  </a:cubicBezTo>
                  <a:cubicBezTo>
                    <a:pt x="17885" y="605"/>
                    <a:pt x="18039" y="605"/>
                    <a:pt x="18036" y="643"/>
                  </a:cubicBezTo>
                  <a:cubicBezTo>
                    <a:pt x="18164" y="667"/>
                    <a:pt x="18294" y="682"/>
                    <a:pt x="18425" y="682"/>
                  </a:cubicBezTo>
                  <a:cubicBezTo>
                    <a:pt x="18448" y="682"/>
                    <a:pt x="18470" y="682"/>
                    <a:pt x="18493" y="681"/>
                  </a:cubicBezTo>
                  <a:cubicBezTo>
                    <a:pt x="18797" y="684"/>
                    <a:pt x="19101" y="684"/>
                    <a:pt x="19101" y="721"/>
                  </a:cubicBezTo>
                  <a:cubicBezTo>
                    <a:pt x="19252" y="721"/>
                    <a:pt x="19252" y="721"/>
                    <a:pt x="19255" y="684"/>
                  </a:cubicBezTo>
                  <a:cubicBezTo>
                    <a:pt x="19255" y="657"/>
                    <a:pt x="19331" y="631"/>
                    <a:pt x="19591" y="631"/>
                  </a:cubicBezTo>
                  <a:cubicBezTo>
                    <a:pt x="19699" y="631"/>
                    <a:pt x="19838" y="635"/>
                    <a:pt x="20016" y="646"/>
                  </a:cubicBezTo>
                  <a:cubicBezTo>
                    <a:pt x="20060" y="646"/>
                    <a:pt x="20107" y="646"/>
                    <a:pt x="20155" y="646"/>
                  </a:cubicBezTo>
                  <a:cubicBezTo>
                    <a:pt x="20444" y="646"/>
                    <a:pt x="20778" y="644"/>
                    <a:pt x="20781" y="612"/>
                  </a:cubicBezTo>
                  <a:cubicBezTo>
                    <a:pt x="20931" y="612"/>
                    <a:pt x="20931" y="612"/>
                    <a:pt x="20931" y="649"/>
                  </a:cubicBezTo>
                  <a:cubicBezTo>
                    <a:pt x="20930" y="687"/>
                    <a:pt x="21006" y="706"/>
                    <a:pt x="21120" y="706"/>
                  </a:cubicBezTo>
                  <a:cubicBezTo>
                    <a:pt x="21235" y="706"/>
                    <a:pt x="21389" y="687"/>
                    <a:pt x="21542" y="649"/>
                  </a:cubicBezTo>
                  <a:cubicBezTo>
                    <a:pt x="21542" y="631"/>
                    <a:pt x="21581" y="621"/>
                    <a:pt x="21638" y="621"/>
                  </a:cubicBezTo>
                  <a:cubicBezTo>
                    <a:pt x="21695" y="621"/>
                    <a:pt x="21771" y="631"/>
                    <a:pt x="21846" y="649"/>
                  </a:cubicBezTo>
                  <a:cubicBezTo>
                    <a:pt x="21950" y="649"/>
                    <a:pt x="22050" y="637"/>
                    <a:pt x="22150" y="612"/>
                  </a:cubicBezTo>
                  <a:cubicBezTo>
                    <a:pt x="22226" y="593"/>
                    <a:pt x="22264" y="584"/>
                    <a:pt x="22319" y="584"/>
                  </a:cubicBezTo>
                  <a:cubicBezTo>
                    <a:pt x="22377" y="584"/>
                    <a:pt x="22453" y="594"/>
                    <a:pt x="22608" y="615"/>
                  </a:cubicBezTo>
                  <a:cubicBezTo>
                    <a:pt x="22608" y="652"/>
                    <a:pt x="22761" y="652"/>
                    <a:pt x="22912" y="652"/>
                  </a:cubicBezTo>
                  <a:cubicBezTo>
                    <a:pt x="23059" y="634"/>
                    <a:pt x="23521" y="626"/>
                    <a:pt x="23978" y="626"/>
                  </a:cubicBezTo>
                  <a:cubicBezTo>
                    <a:pt x="24475" y="626"/>
                    <a:pt x="24968" y="636"/>
                    <a:pt x="25046" y="656"/>
                  </a:cubicBezTo>
                  <a:cubicBezTo>
                    <a:pt x="25127" y="630"/>
                    <a:pt x="25214" y="616"/>
                    <a:pt x="25301" y="616"/>
                  </a:cubicBezTo>
                  <a:cubicBezTo>
                    <a:pt x="25318" y="616"/>
                    <a:pt x="25336" y="617"/>
                    <a:pt x="25353" y="618"/>
                  </a:cubicBezTo>
                  <a:cubicBezTo>
                    <a:pt x="25410" y="648"/>
                    <a:pt x="25468" y="661"/>
                    <a:pt x="25517" y="661"/>
                  </a:cubicBezTo>
                  <a:cubicBezTo>
                    <a:pt x="25597" y="661"/>
                    <a:pt x="25655" y="629"/>
                    <a:pt x="25657" y="580"/>
                  </a:cubicBezTo>
                  <a:lnTo>
                    <a:pt x="25353" y="580"/>
                  </a:lnTo>
                  <a:cubicBezTo>
                    <a:pt x="25354" y="547"/>
                    <a:pt x="25446" y="528"/>
                    <a:pt x="25546" y="528"/>
                  </a:cubicBezTo>
                  <a:cubicBezTo>
                    <a:pt x="25671" y="528"/>
                    <a:pt x="25809" y="557"/>
                    <a:pt x="25807" y="621"/>
                  </a:cubicBezTo>
                  <a:cubicBezTo>
                    <a:pt x="25883" y="659"/>
                    <a:pt x="25920" y="678"/>
                    <a:pt x="25959" y="678"/>
                  </a:cubicBezTo>
                  <a:cubicBezTo>
                    <a:pt x="25997" y="678"/>
                    <a:pt x="26036" y="659"/>
                    <a:pt x="26115" y="621"/>
                  </a:cubicBezTo>
                  <a:cubicBezTo>
                    <a:pt x="26185" y="584"/>
                    <a:pt x="26263" y="565"/>
                    <a:pt x="26342" y="565"/>
                  </a:cubicBezTo>
                  <a:cubicBezTo>
                    <a:pt x="26421" y="565"/>
                    <a:pt x="26500" y="584"/>
                    <a:pt x="26572" y="621"/>
                  </a:cubicBezTo>
                  <a:cubicBezTo>
                    <a:pt x="26571" y="659"/>
                    <a:pt x="26570" y="678"/>
                    <a:pt x="26589" y="678"/>
                  </a:cubicBezTo>
                  <a:cubicBezTo>
                    <a:pt x="26607" y="678"/>
                    <a:pt x="26646" y="659"/>
                    <a:pt x="26723" y="621"/>
                  </a:cubicBezTo>
                  <a:cubicBezTo>
                    <a:pt x="26896" y="537"/>
                    <a:pt x="27115" y="488"/>
                    <a:pt x="27274" y="488"/>
                  </a:cubicBezTo>
                  <a:cubicBezTo>
                    <a:pt x="27400" y="488"/>
                    <a:pt x="27489" y="519"/>
                    <a:pt x="27487" y="587"/>
                  </a:cubicBezTo>
                  <a:cubicBezTo>
                    <a:pt x="27484" y="662"/>
                    <a:pt x="27634" y="699"/>
                    <a:pt x="27788" y="699"/>
                  </a:cubicBezTo>
                  <a:cubicBezTo>
                    <a:pt x="27938" y="699"/>
                    <a:pt x="27942" y="662"/>
                    <a:pt x="27942" y="624"/>
                  </a:cubicBezTo>
                  <a:cubicBezTo>
                    <a:pt x="27866" y="587"/>
                    <a:pt x="27867" y="568"/>
                    <a:pt x="27924" y="568"/>
                  </a:cubicBezTo>
                  <a:cubicBezTo>
                    <a:pt x="27982" y="568"/>
                    <a:pt x="28095" y="587"/>
                    <a:pt x="28246" y="624"/>
                  </a:cubicBezTo>
                  <a:cubicBezTo>
                    <a:pt x="28497" y="689"/>
                    <a:pt x="28703" y="717"/>
                    <a:pt x="28914" y="717"/>
                  </a:cubicBezTo>
                  <a:cubicBezTo>
                    <a:pt x="29085" y="717"/>
                    <a:pt x="29259" y="699"/>
                    <a:pt x="29465" y="665"/>
                  </a:cubicBezTo>
                  <a:cubicBezTo>
                    <a:pt x="29770" y="627"/>
                    <a:pt x="30037" y="609"/>
                    <a:pt x="30171" y="609"/>
                  </a:cubicBezTo>
                  <a:cubicBezTo>
                    <a:pt x="30304" y="609"/>
                    <a:pt x="30304" y="627"/>
                    <a:pt x="30076" y="665"/>
                  </a:cubicBezTo>
                  <a:cubicBezTo>
                    <a:pt x="29896" y="709"/>
                    <a:pt x="29821" y="727"/>
                    <a:pt x="29852" y="727"/>
                  </a:cubicBezTo>
                  <a:cubicBezTo>
                    <a:pt x="29873" y="727"/>
                    <a:pt x="29947" y="718"/>
                    <a:pt x="30073" y="703"/>
                  </a:cubicBezTo>
                  <a:lnTo>
                    <a:pt x="30834" y="706"/>
                  </a:lnTo>
                  <a:cubicBezTo>
                    <a:pt x="30988" y="706"/>
                    <a:pt x="31141" y="668"/>
                    <a:pt x="31141" y="631"/>
                  </a:cubicBezTo>
                  <a:cubicBezTo>
                    <a:pt x="31234" y="677"/>
                    <a:pt x="31386" y="709"/>
                    <a:pt x="31561" y="709"/>
                  </a:cubicBezTo>
                  <a:cubicBezTo>
                    <a:pt x="31669" y="709"/>
                    <a:pt x="31785" y="697"/>
                    <a:pt x="31903" y="668"/>
                  </a:cubicBezTo>
                  <a:lnTo>
                    <a:pt x="32207" y="668"/>
                  </a:lnTo>
                  <a:cubicBezTo>
                    <a:pt x="32224" y="669"/>
                    <a:pt x="32242" y="670"/>
                    <a:pt x="32259" y="670"/>
                  </a:cubicBezTo>
                  <a:cubicBezTo>
                    <a:pt x="32345" y="670"/>
                    <a:pt x="32430" y="657"/>
                    <a:pt x="32514" y="634"/>
                  </a:cubicBezTo>
                  <a:cubicBezTo>
                    <a:pt x="32559" y="623"/>
                    <a:pt x="32603" y="618"/>
                    <a:pt x="32648" y="618"/>
                  </a:cubicBezTo>
                  <a:cubicBezTo>
                    <a:pt x="32755" y="618"/>
                    <a:pt x="32862" y="645"/>
                    <a:pt x="32968" y="671"/>
                  </a:cubicBezTo>
                  <a:cubicBezTo>
                    <a:pt x="33077" y="698"/>
                    <a:pt x="33184" y="724"/>
                    <a:pt x="33237" y="724"/>
                  </a:cubicBezTo>
                  <a:cubicBezTo>
                    <a:pt x="33259" y="724"/>
                    <a:pt x="33272" y="720"/>
                    <a:pt x="33272" y="709"/>
                  </a:cubicBezTo>
                  <a:cubicBezTo>
                    <a:pt x="33275" y="671"/>
                    <a:pt x="33579" y="634"/>
                    <a:pt x="33733" y="596"/>
                  </a:cubicBezTo>
                  <a:cubicBezTo>
                    <a:pt x="33778" y="585"/>
                    <a:pt x="33823" y="581"/>
                    <a:pt x="33859" y="581"/>
                  </a:cubicBezTo>
                  <a:cubicBezTo>
                    <a:pt x="33948" y="581"/>
                    <a:pt x="33992" y="607"/>
                    <a:pt x="33883" y="634"/>
                  </a:cubicBezTo>
                  <a:cubicBezTo>
                    <a:pt x="33883" y="671"/>
                    <a:pt x="33883" y="671"/>
                    <a:pt x="34187" y="712"/>
                  </a:cubicBezTo>
                  <a:cubicBezTo>
                    <a:pt x="34341" y="712"/>
                    <a:pt x="34645" y="712"/>
                    <a:pt x="34645" y="674"/>
                  </a:cubicBezTo>
                  <a:cubicBezTo>
                    <a:pt x="34646" y="656"/>
                    <a:pt x="34866" y="647"/>
                    <a:pt x="35108" y="647"/>
                  </a:cubicBezTo>
                  <a:cubicBezTo>
                    <a:pt x="35360" y="647"/>
                    <a:pt x="35635" y="657"/>
                    <a:pt x="35713" y="678"/>
                  </a:cubicBezTo>
                  <a:lnTo>
                    <a:pt x="36017" y="678"/>
                  </a:lnTo>
                  <a:cubicBezTo>
                    <a:pt x="36168" y="678"/>
                    <a:pt x="36321" y="640"/>
                    <a:pt x="36475" y="640"/>
                  </a:cubicBezTo>
                  <a:cubicBezTo>
                    <a:pt x="36578" y="637"/>
                    <a:pt x="36682" y="624"/>
                    <a:pt x="36782" y="602"/>
                  </a:cubicBezTo>
                  <a:cubicBezTo>
                    <a:pt x="36932" y="602"/>
                    <a:pt x="37086" y="602"/>
                    <a:pt x="37086" y="640"/>
                  </a:cubicBezTo>
                  <a:cubicBezTo>
                    <a:pt x="37163" y="602"/>
                    <a:pt x="37201" y="584"/>
                    <a:pt x="37239" y="584"/>
                  </a:cubicBezTo>
                  <a:cubicBezTo>
                    <a:pt x="37277" y="584"/>
                    <a:pt x="37315" y="602"/>
                    <a:pt x="37390" y="640"/>
                  </a:cubicBezTo>
                  <a:cubicBezTo>
                    <a:pt x="37388" y="680"/>
                    <a:pt x="37388" y="699"/>
                    <a:pt x="37407" y="699"/>
                  </a:cubicBezTo>
                  <a:cubicBezTo>
                    <a:pt x="37426" y="699"/>
                    <a:pt x="37464" y="680"/>
                    <a:pt x="37540" y="643"/>
                  </a:cubicBezTo>
                  <a:cubicBezTo>
                    <a:pt x="37617" y="624"/>
                    <a:pt x="37656" y="615"/>
                    <a:pt x="37694" y="615"/>
                  </a:cubicBezTo>
                  <a:cubicBezTo>
                    <a:pt x="37732" y="615"/>
                    <a:pt x="37771" y="624"/>
                    <a:pt x="37848" y="643"/>
                  </a:cubicBezTo>
                  <a:cubicBezTo>
                    <a:pt x="37846" y="662"/>
                    <a:pt x="37884" y="671"/>
                    <a:pt x="37922" y="671"/>
                  </a:cubicBezTo>
                  <a:cubicBezTo>
                    <a:pt x="37960" y="671"/>
                    <a:pt x="37998" y="662"/>
                    <a:pt x="37998" y="643"/>
                  </a:cubicBezTo>
                  <a:cubicBezTo>
                    <a:pt x="38095" y="597"/>
                    <a:pt x="38307" y="564"/>
                    <a:pt x="38453" y="564"/>
                  </a:cubicBezTo>
                  <a:cubicBezTo>
                    <a:pt x="38544" y="564"/>
                    <a:pt x="38610" y="577"/>
                    <a:pt x="38609" y="605"/>
                  </a:cubicBezTo>
                  <a:cubicBezTo>
                    <a:pt x="38712" y="605"/>
                    <a:pt x="38816" y="593"/>
                    <a:pt x="38916" y="568"/>
                  </a:cubicBezTo>
                  <a:cubicBezTo>
                    <a:pt x="38993" y="530"/>
                    <a:pt x="39031" y="511"/>
                    <a:pt x="39050" y="511"/>
                  </a:cubicBezTo>
                  <a:cubicBezTo>
                    <a:pt x="39069" y="511"/>
                    <a:pt x="39068" y="530"/>
                    <a:pt x="39067" y="568"/>
                  </a:cubicBezTo>
                  <a:cubicBezTo>
                    <a:pt x="39139" y="607"/>
                    <a:pt x="39219" y="627"/>
                    <a:pt x="39299" y="627"/>
                  </a:cubicBezTo>
                  <a:cubicBezTo>
                    <a:pt x="39377" y="627"/>
                    <a:pt x="39454" y="608"/>
                    <a:pt x="39524" y="571"/>
                  </a:cubicBezTo>
                  <a:cubicBezTo>
                    <a:pt x="39574" y="560"/>
                    <a:pt x="39626" y="555"/>
                    <a:pt x="39678" y="555"/>
                  </a:cubicBezTo>
                  <a:cubicBezTo>
                    <a:pt x="39729" y="555"/>
                    <a:pt x="39781" y="560"/>
                    <a:pt x="39831" y="571"/>
                  </a:cubicBezTo>
                  <a:cubicBezTo>
                    <a:pt x="40006" y="593"/>
                    <a:pt x="40388" y="616"/>
                    <a:pt x="40648" y="616"/>
                  </a:cubicBezTo>
                  <a:cubicBezTo>
                    <a:pt x="40836" y="616"/>
                    <a:pt x="40960" y="604"/>
                    <a:pt x="40897" y="571"/>
                  </a:cubicBezTo>
                  <a:lnTo>
                    <a:pt x="40897" y="571"/>
                  </a:lnTo>
                  <a:lnTo>
                    <a:pt x="41201" y="574"/>
                  </a:lnTo>
                  <a:cubicBezTo>
                    <a:pt x="41353" y="593"/>
                    <a:pt x="41467" y="602"/>
                    <a:pt x="41563" y="602"/>
                  </a:cubicBezTo>
                  <a:cubicBezTo>
                    <a:pt x="41658" y="602"/>
                    <a:pt x="41735" y="593"/>
                    <a:pt x="41812" y="574"/>
                  </a:cubicBezTo>
                  <a:lnTo>
                    <a:pt x="41965" y="537"/>
                  </a:lnTo>
                  <a:lnTo>
                    <a:pt x="41965" y="537"/>
                  </a:lnTo>
                  <a:cubicBezTo>
                    <a:pt x="41962" y="574"/>
                    <a:pt x="42116" y="612"/>
                    <a:pt x="42266" y="612"/>
                  </a:cubicBezTo>
                  <a:cubicBezTo>
                    <a:pt x="42420" y="612"/>
                    <a:pt x="42420" y="612"/>
                    <a:pt x="42420" y="574"/>
                  </a:cubicBezTo>
                  <a:cubicBezTo>
                    <a:pt x="42269" y="537"/>
                    <a:pt x="42423" y="537"/>
                    <a:pt x="42573" y="537"/>
                  </a:cubicBezTo>
                  <a:cubicBezTo>
                    <a:pt x="42727" y="537"/>
                    <a:pt x="42877" y="577"/>
                    <a:pt x="42877" y="615"/>
                  </a:cubicBezTo>
                  <a:lnTo>
                    <a:pt x="43028" y="615"/>
                  </a:lnTo>
                  <a:cubicBezTo>
                    <a:pt x="43030" y="571"/>
                    <a:pt x="43083" y="553"/>
                    <a:pt x="43126" y="553"/>
                  </a:cubicBezTo>
                  <a:cubicBezTo>
                    <a:pt x="43157" y="553"/>
                    <a:pt x="43183" y="562"/>
                    <a:pt x="43181" y="577"/>
                  </a:cubicBezTo>
                  <a:cubicBezTo>
                    <a:pt x="43307" y="603"/>
                    <a:pt x="43434" y="616"/>
                    <a:pt x="43562" y="616"/>
                  </a:cubicBezTo>
                  <a:cubicBezTo>
                    <a:pt x="43588" y="616"/>
                    <a:pt x="43613" y="616"/>
                    <a:pt x="43639" y="615"/>
                  </a:cubicBezTo>
                  <a:lnTo>
                    <a:pt x="43639" y="615"/>
                  </a:lnTo>
                  <a:lnTo>
                    <a:pt x="43636" y="652"/>
                  </a:lnTo>
                  <a:cubicBezTo>
                    <a:pt x="43686" y="667"/>
                    <a:pt x="43720" y="673"/>
                    <a:pt x="43743" y="673"/>
                  </a:cubicBezTo>
                  <a:cubicBezTo>
                    <a:pt x="43790" y="673"/>
                    <a:pt x="43791" y="648"/>
                    <a:pt x="43796" y="621"/>
                  </a:cubicBezTo>
                  <a:lnTo>
                    <a:pt x="43893" y="627"/>
                  </a:lnTo>
                  <a:lnTo>
                    <a:pt x="44103" y="662"/>
                  </a:lnTo>
                  <a:cubicBezTo>
                    <a:pt x="44194" y="680"/>
                    <a:pt x="44283" y="703"/>
                    <a:pt x="44312" y="703"/>
                  </a:cubicBezTo>
                  <a:cubicBezTo>
                    <a:pt x="44332" y="703"/>
                    <a:pt x="44323" y="693"/>
                    <a:pt x="44266" y="662"/>
                  </a:cubicBezTo>
                  <a:cubicBezTo>
                    <a:pt x="44274" y="639"/>
                    <a:pt x="44282" y="612"/>
                    <a:pt x="44332" y="612"/>
                  </a:cubicBezTo>
                  <a:cubicBezTo>
                    <a:pt x="44357" y="612"/>
                    <a:pt x="44393" y="619"/>
                    <a:pt x="44444" y="637"/>
                  </a:cubicBezTo>
                  <a:cubicBezTo>
                    <a:pt x="44447" y="630"/>
                    <a:pt x="44454" y="628"/>
                    <a:pt x="44462" y="628"/>
                  </a:cubicBezTo>
                  <a:cubicBezTo>
                    <a:pt x="44489" y="628"/>
                    <a:pt x="44533" y="655"/>
                    <a:pt x="44512" y="655"/>
                  </a:cubicBezTo>
                  <a:cubicBezTo>
                    <a:pt x="44503" y="655"/>
                    <a:pt x="44482" y="651"/>
                    <a:pt x="44444" y="637"/>
                  </a:cubicBezTo>
                  <a:lnTo>
                    <a:pt x="44444" y="637"/>
                  </a:lnTo>
                  <a:cubicBezTo>
                    <a:pt x="44432" y="671"/>
                    <a:pt x="44419" y="706"/>
                    <a:pt x="44566" y="762"/>
                  </a:cubicBezTo>
                  <a:cubicBezTo>
                    <a:pt x="44714" y="828"/>
                    <a:pt x="44695" y="862"/>
                    <a:pt x="44695" y="862"/>
                  </a:cubicBezTo>
                  <a:cubicBezTo>
                    <a:pt x="44604" y="866"/>
                    <a:pt x="44711" y="913"/>
                    <a:pt x="44842" y="991"/>
                  </a:cubicBezTo>
                  <a:cubicBezTo>
                    <a:pt x="44911" y="1029"/>
                    <a:pt x="44986" y="1069"/>
                    <a:pt x="45049" y="1113"/>
                  </a:cubicBezTo>
                  <a:cubicBezTo>
                    <a:pt x="45118" y="1151"/>
                    <a:pt x="45178" y="1188"/>
                    <a:pt x="45209" y="1210"/>
                  </a:cubicBezTo>
                  <a:cubicBezTo>
                    <a:pt x="45497" y="1364"/>
                    <a:pt x="45591" y="1511"/>
                    <a:pt x="45528" y="1552"/>
                  </a:cubicBezTo>
                  <a:cubicBezTo>
                    <a:pt x="45469" y="1596"/>
                    <a:pt x="45707" y="1796"/>
                    <a:pt x="45876" y="1906"/>
                  </a:cubicBezTo>
                  <a:cubicBezTo>
                    <a:pt x="45936" y="1937"/>
                    <a:pt x="45992" y="1975"/>
                    <a:pt x="46049" y="2016"/>
                  </a:cubicBezTo>
                  <a:lnTo>
                    <a:pt x="45942" y="2053"/>
                  </a:lnTo>
                  <a:cubicBezTo>
                    <a:pt x="45848" y="2260"/>
                    <a:pt x="45876" y="2235"/>
                    <a:pt x="46027" y="2693"/>
                  </a:cubicBezTo>
                  <a:cubicBezTo>
                    <a:pt x="46084" y="2980"/>
                    <a:pt x="46081" y="3007"/>
                    <a:pt x="46054" y="3007"/>
                  </a:cubicBezTo>
                  <a:cubicBezTo>
                    <a:pt x="46052" y="3007"/>
                    <a:pt x="46049" y="3006"/>
                    <a:pt x="46046" y="3006"/>
                  </a:cubicBezTo>
                  <a:cubicBezTo>
                    <a:pt x="46008" y="3006"/>
                    <a:pt x="46008" y="3160"/>
                    <a:pt x="46005" y="3617"/>
                  </a:cubicBezTo>
                  <a:cubicBezTo>
                    <a:pt x="46005" y="4071"/>
                    <a:pt x="46005" y="4225"/>
                    <a:pt x="46042" y="4225"/>
                  </a:cubicBezTo>
                  <a:lnTo>
                    <a:pt x="46042" y="4532"/>
                  </a:lnTo>
                  <a:cubicBezTo>
                    <a:pt x="45981" y="4654"/>
                    <a:pt x="45995" y="4877"/>
                    <a:pt x="46042" y="4877"/>
                  </a:cubicBezTo>
                  <a:cubicBezTo>
                    <a:pt x="46053" y="4877"/>
                    <a:pt x="46066" y="4865"/>
                    <a:pt x="46080" y="4836"/>
                  </a:cubicBezTo>
                  <a:lnTo>
                    <a:pt x="46080" y="5143"/>
                  </a:lnTo>
                  <a:lnTo>
                    <a:pt x="46042" y="5140"/>
                  </a:lnTo>
                  <a:cubicBezTo>
                    <a:pt x="46005" y="5140"/>
                    <a:pt x="46002" y="5444"/>
                    <a:pt x="46002" y="6663"/>
                  </a:cubicBezTo>
                  <a:cubicBezTo>
                    <a:pt x="45999" y="8036"/>
                    <a:pt x="45999" y="8186"/>
                    <a:pt x="46074" y="8189"/>
                  </a:cubicBezTo>
                  <a:cubicBezTo>
                    <a:pt x="46148" y="8341"/>
                    <a:pt x="46149" y="8493"/>
                    <a:pt x="46076" y="8493"/>
                  </a:cubicBezTo>
                  <a:cubicBezTo>
                    <a:pt x="46075" y="8493"/>
                    <a:pt x="46075" y="8493"/>
                    <a:pt x="46074" y="8493"/>
                  </a:cubicBezTo>
                  <a:cubicBezTo>
                    <a:pt x="46036" y="8493"/>
                    <a:pt x="45995" y="8644"/>
                    <a:pt x="46036" y="8647"/>
                  </a:cubicBezTo>
                  <a:cubicBezTo>
                    <a:pt x="46036" y="8647"/>
                    <a:pt x="46033" y="8951"/>
                    <a:pt x="45995" y="9101"/>
                  </a:cubicBezTo>
                  <a:cubicBezTo>
                    <a:pt x="45920" y="9556"/>
                    <a:pt x="45958" y="9709"/>
                    <a:pt x="45995" y="9712"/>
                  </a:cubicBezTo>
                  <a:cubicBezTo>
                    <a:pt x="46017" y="9668"/>
                    <a:pt x="46030" y="9650"/>
                    <a:pt x="46035" y="9650"/>
                  </a:cubicBezTo>
                  <a:lnTo>
                    <a:pt x="46035" y="9650"/>
                  </a:lnTo>
                  <a:cubicBezTo>
                    <a:pt x="46049" y="9650"/>
                    <a:pt x="46022" y="9756"/>
                    <a:pt x="45995" y="9863"/>
                  </a:cubicBezTo>
                  <a:cubicBezTo>
                    <a:pt x="45958" y="10013"/>
                    <a:pt x="45917" y="10167"/>
                    <a:pt x="45955" y="10167"/>
                  </a:cubicBezTo>
                  <a:cubicBezTo>
                    <a:pt x="45992" y="10320"/>
                    <a:pt x="46030" y="11232"/>
                    <a:pt x="45955" y="11232"/>
                  </a:cubicBezTo>
                  <a:cubicBezTo>
                    <a:pt x="45955" y="11232"/>
                    <a:pt x="45955" y="11232"/>
                    <a:pt x="45955" y="11232"/>
                  </a:cubicBezTo>
                  <a:lnTo>
                    <a:pt x="45955" y="11539"/>
                  </a:lnTo>
                  <a:cubicBezTo>
                    <a:pt x="45992" y="11539"/>
                    <a:pt x="45992" y="11843"/>
                    <a:pt x="45989" y="12150"/>
                  </a:cubicBezTo>
                  <a:cubicBezTo>
                    <a:pt x="45989" y="12454"/>
                    <a:pt x="45989" y="12605"/>
                    <a:pt x="45952" y="12605"/>
                  </a:cubicBezTo>
                  <a:cubicBezTo>
                    <a:pt x="45941" y="12564"/>
                    <a:pt x="45934" y="12545"/>
                    <a:pt x="45929" y="12545"/>
                  </a:cubicBezTo>
                  <a:lnTo>
                    <a:pt x="45929" y="12545"/>
                  </a:lnTo>
                  <a:cubicBezTo>
                    <a:pt x="45917" y="12545"/>
                    <a:pt x="45924" y="12686"/>
                    <a:pt x="45952" y="12909"/>
                  </a:cubicBezTo>
                  <a:cubicBezTo>
                    <a:pt x="45952" y="13062"/>
                    <a:pt x="46027" y="13216"/>
                    <a:pt x="46027" y="13369"/>
                  </a:cubicBezTo>
                  <a:cubicBezTo>
                    <a:pt x="46064" y="13369"/>
                    <a:pt x="46102" y="13523"/>
                    <a:pt x="46102" y="13677"/>
                  </a:cubicBezTo>
                  <a:lnTo>
                    <a:pt x="46064" y="13673"/>
                  </a:lnTo>
                  <a:lnTo>
                    <a:pt x="45986" y="13673"/>
                  </a:lnTo>
                  <a:cubicBezTo>
                    <a:pt x="45986" y="13824"/>
                    <a:pt x="45986" y="13977"/>
                    <a:pt x="46024" y="13977"/>
                  </a:cubicBezTo>
                  <a:cubicBezTo>
                    <a:pt x="45986" y="14131"/>
                    <a:pt x="45986" y="14281"/>
                    <a:pt x="45986" y="14585"/>
                  </a:cubicBezTo>
                  <a:cubicBezTo>
                    <a:pt x="45986" y="14892"/>
                    <a:pt x="45986" y="15196"/>
                    <a:pt x="46024" y="15350"/>
                  </a:cubicBezTo>
                  <a:cubicBezTo>
                    <a:pt x="45945" y="15500"/>
                    <a:pt x="45945" y="16416"/>
                    <a:pt x="46021" y="16569"/>
                  </a:cubicBezTo>
                  <a:cubicBezTo>
                    <a:pt x="46055" y="16572"/>
                    <a:pt x="46061" y="16720"/>
                    <a:pt x="46014" y="16876"/>
                  </a:cubicBezTo>
                  <a:cubicBezTo>
                    <a:pt x="45970" y="17030"/>
                    <a:pt x="45970" y="17027"/>
                    <a:pt x="45983" y="17186"/>
                  </a:cubicBezTo>
                  <a:cubicBezTo>
                    <a:pt x="45995" y="17349"/>
                    <a:pt x="45914" y="17497"/>
                    <a:pt x="45823" y="17625"/>
                  </a:cubicBezTo>
                  <a:cubicBezTo>
                    <a:pt x="45710" y="17732"/>
                    <a:pt x="45629" y="17866"/>
                    <a:pt x="45585" y="18014"/>
                  </a:cubicBezTo>
                  <a:cubicBezTo>
                    <a:pt x="45456" y="18296"/>
                    <a:pt x="45221" y="18512"/>
                    <a:pt x="45102" y="18606"/>
                  </a:cubicBezTo>
                  <a:cubicBezTo>
                    <a:pt x="45024" y="18684"/>
                    <a:pt x="44942" y="18756"/>
                    <a:pt x="44852" y="18825"/>
                  </a:cubicBezTo>
                  <a:cubicBezTo>
                    <a:pt x="44824" y="18849"/>
                    <a:pt x="44815" y="18861"/>
                    <a:pt x="44831" y="18861"/>
                  </a:cubicBezTo>
                  <a:cubicBezTo>
                    <a:pt x="44841" y="18861"/>
                    <a:pt x="44860" y="18857"/>
                    <a:pt x="44889" y="18847"/>
                  </a:cubicBezTo>
                  <a:lnTo>
                    <a:pt x="44889" y="18847"/>
                  </a:lnTo>
                  <a:cubicBezTo>
                    <a:pt x="44908" y="18881"/>
                    <a:pt x="44789" y="18995"/>
                    <a:pt x="44783" y="18995"/>
                  </a:cubicBezTo>
                  <a:cubicBezTo>
                    <a:pt x="44783" y="18995"/>
                    <a:pt x="44783" y="18995"/>
                    <a:pt x="44783" y="18995"/>
                  </a:cubicBezTo>
                  <a:cubicBezTo>
                    <a:pt x="44642" y="19086"/>
                    <a:pt x="44563" y="19114"/>
                    <a:pt x="44544" y="19114"/>
                  </a:cubicBezTo>
                  <a:cubicBezTo>
                    <a:pt x="44543" y="19114"/>
                    <a:pt x="44542" y="19114"/>
                    <a:pt x="44541" y="19114"/>
                  </a:cubicBezTo>
                  <a:cubicBezTo>
                    <a:pt x="44527" y="19114"/>
                    <a:pt x="44565" y="19093"/>
                    <a:pt x="44635" y="19064"/>
                  </a:cubicBezTo>
                  <a:cubicBezTo>
                    <a:pt x="44774" y="18976"/>
                    <a:pt x="44806" y="18950"/>
                    <a:pt x="44785" y="18950"/>
                  </a:cubicBezTo>
                  <a:cubicBezTo>
                    <a:pt x="44763" y="18950"/>
                    <a:pt x="44686" y="18977"/>
                    <a:pt x="44607" y="18995"/>
                  </a:cubicBezTo>
                  <a:cubicBezTo>
                    <a:pt x="44447" y="19020"/>
                    <a:pt x="44150" y="19117"/>
                    <a:pt x="43993" y="19126"/>
                  </a:cubicBezTo>
                  <a:cubicBezTo>
                    <a:pt x="43881" y="19149"/>
                    <a:pt x="43691" y="19152"/>
                    <a:pt x="43536" y="19152"/>
                  </a:cubicBezTo>
                  <a:cubicBezTo>
                    <a:pt x="43475" y="19152"/>
                    <a:pt x="43419" y="19151"/>
                    <a:pt x="43376" y="19151"/>
                  </a:cubicBezTo>
                  <a:cubicBezTo>
                    <a:pt x="43147" y="19133"/>
                    <a:pt x="42995" y="19123"/>
                    <a:pt x="42900" y="19123"/>
                  </a:cubicBezTo>
                  <a:cubicBezTo>
                    <a:pt x="42804" y="19123"/>
                    <a:pt x="42766" y="19133"/>
                    <a:pt x="42764" y="19151"/>
                  </a:cubicBezTo>
                  <a:cubicBezTo>
                    <a:pt x="42764" y="19167"/>
                    <a:pt x="42764" y="19179"/>
                    <a:pt x="42764" y="19189"/>
                  </a:cubicBezTo>
                  <a:cubicBezTo>
                    <a:pt x="42688" y="19151"/>
                    <a:pt x="42213" y="19131"/>
                    <a:pt x="41747" y="19131"/>
                  </a:cubicBezTo>
                  <a:cubicBezTo>
                    <a:pt x="41299" y="19131"/>
                    <a:pt x="40859" y="19149"/>
                    <a:pt x="40784" y="19186"/>
                  </a:cubicBezTo>
                  <a:cubicBezTo>
                    <a:pt x="40783" y="19197"/>
                    <a:pt x="40783" y="19201"/>
                    <a:pt x="40783" y="19201"/>
                  </a:cubicBezTo>
                  <a:cubicBezTo>
                    <a:pt x="40782" y="19201"/>
                    <a:pt x="40784" y="19175"/>
                    <a:pt x="40784" y="19148"/>
                  </a:cubicBezTo>
                  <a:cubicBezTo>
                    <a:pt x="40787" y="19111"/>
                    <a:pt x="40633" y="19111"/>
                    <a:pt x="40330" y="19107"/>
                  </a:cubicBezTo>
                  <a:cubicBezTo>
                    <a:pt x="40176" y="19107"/>
                    <a:pt x="39565" y="19145"/>
                    <a:pt x="39107" y="19145"/>
                  </a:cubicBezTo>
                  <a:cubicBezTo>
                    <a:pt x="38971" y="19144"/>
                    <a:pt x="38842" y="19144"/>
                    <a:pt x="38725" y="19144"/>
                  </a:cubicBezTo>
                  <a:cubicBezTo>
                    <a:pt x="38317" y="19144"/>
                    <a:pt x="38042" y="19150"/>
                    <a:pt x="38042" y="19180"/>
                  </a:cubicBezTo>
                  <a:cubicBezTo>
                    <a:pt x="37888" y="19180"/>
                    <a:pt x="37888" y="19180"/>
                    <a:pt x="37888" y="19142"/>
                  </a:cubicBezTo>
                  <a:cubicBezTo>
                    <a:pt x="38042" y="19104"/>
                    <a:pt x="37891" y="19104"/>
                    <a:pt x="37738" y="19104"/>
                  </a:cubicBezTo>
                  <a:cubicBezTo>
                    <a:pt x="37584" y="19104"/>
                    <a:pt x="37584" y="19142"/>
                    <a:pt x="37584" y="19180"/>
                  </a:cubicBezTo>
                  <a:cubicBezTo>
                    <a:pt x="37583" y="19198"/>
                    <a:pt x="37544" y="19208"/>
                    <a:pt x="37468" y="19208"/>
                  </a:cubicBezTo>
                  <a:cubicBezTo>
                    <a:pt x="37392" y="19208"/>
                    <a:pt x="37279" y="19198"/>
                    <a:pt x="37127" y="19180"/>
                  </a:cubicBezTo>
                  <a:cubicBezTo>
                    <a:pt x="36919" y="19159"/>
                    <a:pt x="36711" y="19149"/>
                    <a:pt x="36504" y="19149"/>
                  </a:cubicBezTo>
                  <a:cubicBezTo>
                    <a:pt x="36305" y="19149"/>
                    <a:pt x="36106" y="19158"/>
                    <a:pt x="35908" y="19176"/>
                  </a:cubicBezTo>
                  <a:cubicBezTo>
                    <a:pt x="35754" y="19176"/>
                    <a:pt x="35604" y="19176"/>
                    <a:pt x="35604" y="19139"/>
                  </a:cubicBezTo>
                  <a:cubicBezTo>
                    <a:pt x="35477" y="19109"/>
                    <a:pt x="35347" y="19094"/>
                    <a:pt x="35218" y="19094"/>
                  </a:cubicBezTo>
                  <a:cubicBezTo>
                    <a:pt x="35092" y="19094"/>
                    <a:pt x="34966" y="19108"/>
                    <a:pt x="34842" y="19136"/>
                  </a:cubicBezTo>
                  <a:cubicBezTo>
                    <a:pt x="34689" y="19136"/>
                    <a:pt x="34689" y="19136"/>
                    <a:pt x="34692" y="19098"/>
                  </a:cubicBezTo>
                  <a:cubicBezTo>
                    <a:pt x="34603" y="19076"/>
                    <a:pt x="34567" y="19055"/>
                    <a:pt x="34522" y="19055"/>
                  </a:cubicBezTo>
                  <a:cubicBezTo>
                    <a:pt x="34489" y="19055"/>
                    <a:pt x="34451" y="19066"/>
                    <a:pt x="34385" y="19098"/>
                  </a:cubicBezTo>
                  <a:cubicBezTo>
                    <a:pt x="34211" y="19116"/>
                    <a:pt x="34037" y="19126"/>
                    <a:pt x="33863" y="19126"/>
                  </a:cubicBezTo>
                  <a:cubicBezTo>
                    <a:pt x="33681" y="19126"/>
                    <a:pt x="33500" y="19116"/>
                    <a:pt x="33319" y="19095"/>
                  </a:cubicBezTo>
                  <a:cubicBezTo>
                    <a:pt x="33166" y="19095"/>
                    <a:pt x="33015" y="19095"/>
                    <a:pt x="33012" y="19133"/>
                  </a:cubicBezTo>
                  <a:cubicBezTo>
                    <a:pt x="33012" y="19146"/>
                    <a:pt x="33012" y="19160"/>
                    <a:pt x="33012" y="19170"/>
                  </a:cubicBezTo>
                  <a:cubicBezTo>
                    <a:pt x="32937" y="19133"/>
                    <a:pt x="32899" y="19114"/>
                    <a:pt x="32861" y="19114"/>
                  </a:cubicBezTo>
                  <a:cubicBezTo>
                    <a:pt x="32823" y="19114"/>
                    <a:pt x="32785" y="19133"/>
                    <a:pt x="32708" y="19170"/>
                  </a:cubicBezTo>
                  <a:cubicBezTo>
                    <a:pt x="32707" y="19189"/>
                    <a:pt x="32668" y="19198"/>
                    <a:pt x="32630" y="19198"/>
                  </a:cubicBezTo>
                  <a:cubicBezTo>
                    <a:pt x="32592" y="19198"/>
                    <a:pt x="32555" y="19189"/>
                    <a:pt x="32555" y="19170"/>
                  </a:cubicBezTo>
                  <a:cubicBezTo>
                    <a:pt x="32454" y="19145"/>
                    <a:pt x="32354" y="19133"/>
                    <a:pt x="32251" y="19133"/>
                  </a:cubicBezTo>
                  <a:cubicBezTo>
                    <a:pt x="32100" y="19133"/>
                    <a:pt x="31335" y="19167"/>
                    <a:pt x="30574" y="19167"/>
                  </a:cubicBezTo>
                  <a:cubicBezTo>
                    <a:pt x="30301" y="19166"/>
                    <a:pt x="30066" y="19166"/>
                    <a:pt x="29866" y="19166"/>
                  </a:cubicBezTo>
                  <a:cubicBezTo>
                    <a:pt x="29173" y="19166"/>
                    <a:pt x="28897" y="19172"/>
                    <a:pt x="28897" y="19201"/>
                  </a:cubicBezTo>
                  <a:cubicBezTo>
                    <a:pt x="28821" y="19220"/>
                    <a:pt x="28782" y="19230"/>
                    <a:pt x="28744" y="19230"/>
                  </a:cubicBezTo>
                  <a:cubicBezTo>
                    <a:pt x="28706" y="19230"/>
                    <a:pt x="28669" y="19220"/>
                    <a:pt x="28593" y="19201"/>
                  </a:cubicBezTo>
                  <a:cubicBezTo>
                    <a:pt x="28465" y="19175"/>
                    <a:pt x="28334" y="19159"/>
                    <a:pt x="28203" y="19159"/>
                  </a:cubicBezTo>
                  <a:cubicBezTo>
                    <a:pt x="28181" y="19159"/>
                    <a:pt x="28158" y="19160"/>
                    <a:pt x="28136" y="19161"/>
                  </a:cubicBezTo>
                  <a:cubicBezTo>
                    <a:pt x="27982" y="19161"/>
                    <a:pt x="27832" y="19161"/>
                    <a:pt x="27832" y="19123"/>
                  </a:cubicBezTo>
                  <a:cubicBezTo>
                    <a:pt x="27751" y="19149"/>
                    <a:pt x="27663" y="19162"/>
                    <a:pt x="27577" y="19162"/>
                  </a:cubicBezTo>
                  <a:cubicBezTo>
                    <a:pt x="27559" y="19162"/>
                    <a:pt x="27542" y="19162"/>
                    <a:pt x="27525" y="19161"/>
                  </a:cubicBezTo>
                  <a:cubicBezTo>
                    <a:pt x="27526" y="19142"/>
                    <a:pt x="27489" y="19133"/>
                    <a:pt x="27432" y="19133"/>
                  </a:cubicBezTo>
                  <a:cubicBezTo>
                    <a:pt x="27374" y="19133"/>
                    <a:pt x="27298" y="19142"/>
                    <a:pt x="27221" y="19161"/>
                  </a:cubicBezTo>
                  <a:cubicBezTo>
                    <a:pt x="27144" y="19198"/>
                    <a:pt x="27106" y="19217"/>
                    <a:pt x="27087" y="19217"/>
                  </a:cubicBezTo>
                  <a:cubicBezTo>
                    <a:pt x="27068" y="19217"/>
                    <a:pt x="27069" y="19198"/>
                    <a:pt x="27070" y="19161"/>
                  </a:cubicBezTo>
                  <a:cubicBezTo>
                    <a:pt x="27070" y="19134"/>
                    <a:pt x="26834" y="19105"/>
                    <a:pt x="26758" y="19105"/>
                  </a:cubicBezTo>
                  <a:cubicBezTo>
                    <a:pt x="26728" y="19105"/>
                    <a:pt x="26723" y="19109"/>
                    <a:pt x="26766" y="19120"/>
                  </a:cubicBezTo>
                  <a:cubicBezTo>
                    <a:pt x="26763" y="19158"/>
                    <a:pt x="26459" y="19158"/>
                    <a:pt x="26306" y="19195"/>
                  </a:cubicBezTo>
                  <a:cubicBezTo>
                    <a:pt x="26155" y="19195"/>
                    <a:pt x="26002" y="19195"/>
                    <a:pt x="26002" y="19158"/>
                  </a:cubicBezTo>
                  <a:cubicBezTo>
                    <a:pt x="25957" y="19146"/>
                    <a:pt x="25859" y="19142"/>
                    <a:pt x="25740" y="19142"/>
                  </a:cubicBezTo>
                  <a:cubicBezTo>
                    <a:pt x="25454" y="19142"/>
                    <a:pt x="25044" y="19168"/>
                    <a:pt x="24936" y="19192"/>
                  </a:cubicBezTo>
                  <a:cubicBezTo>
                    <a:pt x="24935" y="19212"/>
                    <a:pt x="24898" y="19221"/>
                    <a:pt x="24861" y="19221"/>
                  </a:cubicBezTo>
                  <a:cubicBezTo>
                    <a:pt x="24822" y="19221"/>
                    <a:pt x="24783" y="19211"/>
                    <a:pt x="24783" y="19192"/>
                  </a:cubicBezTo>
                  <a:cubicBezTo>
                    <a:pt x="24783" y="19154"/>
                    <a:pt x="24632" y="19154"/>
                    <a:pt x="24479" y="19154"/>
                  </a:cubicBezTo>
                  <a:cubicBezTo>
                    <a:pt x="24434" y="19165"/>
                    <a:pt x="24402" y="19170"/>
                    <a:pt x="24380" y="19170"/>
                  </a:cubicBezTo>
                  <a:cubicBezTo>
                    <a:pt x="24325" y="19170"/>
                    <a:pt x="24326" y="19143"/>
                    <a:pt x="24328" y="19117"/>
                  </a:cubicBezTo>
                  <a:cubicBezTo>
                    <a:pt x="24482" y="19079"/>
                    <a:pt x="24328" y="19079"/>
                    <a:pt x="24024" y="19079"/>
                  </a:cubicBezTo>
                  <a:cubicBezTo>
                    <a:pt x="23893" y="19111"/>
                    <a:pt x="23425" y="19114"/>
                    <a:pt x="23008" y="19114"/>
                  </a:cubicBezTo>
                  <a:cubicBezTo>
                    <a:pt x="22938" y="19114"/>
                    <a:pt x="22870" y="19114"/>
                    <a:pt x="22805" y="19114"/>
                  </a:cubicBezTo>
                  <a:cubicBezTo>
                    <a:pt x="22041" y="19114"/>
                    <a:pt x="21887" y="19151"/>
                    <a:pt x="21580" y="19227"/>
                  </a:cubicBezTo>
                  <a:lnTo>
                    <a:pt x="21426" y="19302"/>
                  </a:lnTo>
                  <a:lnTo>
                    <a:pt x="21430" y="19223"/>
                  </a:lnTo>
                  <a:cubicBezTo>
                    <a:pt x="21430" y="19186"/>
                    <a:pt x="21279" y="19111"/>
                    <a:pt x="21279" y="19111"/>
                  </a:cubicBezTo>
                  <a:cubicBezTo>
                    <a:pt x="21129" y="19111"/>
                    <a:pt x="21126" y="19148"/>
                    <a:pt x="21126" y="19186"/>
                  </a:cubicBezTo>
                  <a:cubicBezTo>
                    <a:pt x="21126" y="19205"/>
                    <a:pt x="21087" y="19214"/>
                    <a:pt x="21011" y="19214"/>
                  </a:cubicBezTo>
                  <a:cubicBezTo>
                    <a:pt x="20934" y="19214"/>
                    <a:pt x="20820" y="19205"/>
                    <a:pt x="20668" y="19186"/>
                  </a:cubicBezTo>
                  <a:cubicBezTo>
                    <a:pt x="20516" y="19167"/>
                    <a:pt x="20402" y="19158"/>
                    <a:pt x="20308" y="19158"/>
                  </a:cubicBezTo>
                  <a:cubicBezTo>
                    <a:pt x="20213" y="19158"/>
                    <a:pt x="20137" y="19167"/>
                    <a:pt x="20060" y="19186"/>
                  </a:cubicBezTo>
                  <a:cubicBezTo>
                    <a:pt x="20038" y="19187"/>
                    <a:pt x="20015" y="19187"/>
                    <a:pt x="19993" y="19187"/>
                  </a:cubicBezTo>
                  <a:cubicBezTo>
                    <a:pt x="19862" y="19187"/>
                    <a:pt x="19731" y="19172"/>
                    <a:pt x="19603" y="19145"/>
                  </a:cubicBezTo>
                  <a:cubicBezTo>
                    <a:pt x="19449" y="19145"/>
                    <a:pt x="19449" y="19145"/>
                    <a:pt x="19449" y="19183"/>
                  </a:cubicBezTo>
                  <a:cubicBezTo>
                    <a:pt x="19449" y="19201"/>
                    <a:pt x="19411" y="19211"/>
                    <a:pt x="19353" y="19211"/>
                  </a:cubicBezTo>
                  <a:cubicBezTo>
                    <a:pt x="19296" y="19211"/>
                    <a:pt x="19220" y="19201"/>
                    <a:pt x="19145" y="19183"/>
                  </a:cubicBezTo>
                  <a:cubicBezTo>
                    <a:pt x="19057" y="19139"/>
                    <a:pt x="18863" y="19120"/>
                    <a:pt x="18718" y="19120"/>
                  </a:cubicBezTo>
                  <a:cubicBezTo>
                    <a:pt x="18616" y="19120"/>
                    <a:pt x="18537" y="19129"/>
                    <a:pt x="18537" y="19145"/>
                  </a:cubicBezTo>
                  <a:cubicBezTo>
                    <a:pt x="18534" y="19183"/>
                    <a:pt x="18383" y="19183"/>
                    <a:pt x="18230" y="19183"/>
                  </a:cubicBezTo>
                  <a:cubicBezTo>
                    <a:pt x="18200" y="19181"/>
                    <a:pt x="18171" y="19181"/>
                    <a:pt x="18141" y="19181"/>
                  </a:cubicBezTo>
                  <a:cubicBezTo>
                    <a:pt x="18017" y="19181"/>
                    <a:pt x="17894" y="19192"/>
                    <a:pt x="17772" y="19217"/>
                  </a:cubicBezTo>
                  <a:lnTo>
                    <a:pt x="17468" y="19217"/>
                  </a:lnTo>
                  <a:cubicBezTo>
                    <a:pt x="17315" y="19217"/>
                    <a:pt x="17468" y="19180"/>
                    <a:pt x="17622" y="19180"/>
                  </a:cubicBezTo>
                  <a:lnTo>
                    <a:pt x="17468" y="19142"/>
                  </a:lnTo>
                  <a:cubicBezTo>
                    <a:pt x="17164" y="19142"/>
                    <a:pt x="17011" y="19142"/>
                    <a:pt x="16857" y="19180"/>
                  </a:cubicBezTo>
                  <a:cubicBezTo>
                    <a:pt x="16781" y="19217"/>
                    <a:pt x="16742" y="19236"/>
                    <a:pt x="16723" y="19236"/>
                  </a:cubicBezTo>
                  <a:cubicBezTo>
                    <a:pt x="16705" y="19236"/>
                    <a:pt x="16705" y="19217"/>
                    <a:pt x="16707" y="19180"/>
                  </a:cubicBezTo>
                  <a:cubicBezTo>
                    <a:pt x="16707" y="19153"/>
                    <a:pt x="16629" y="19124"/>
                    <a:pt x="16528" y="19124"/>
                  </a:cubicBezTo>
                  <a:cubicBezTo>
                    <a:pt x="16489" y="19124"/>
                    <a:pt x="16446" y="19128"/>
                    <a:pt x="16403" y="19139"/>
                  </a:cubicBezTo>
                  <a:cubicBezTo>
                    <a:pt x="16338" y="19171"/>
                    <a:pt x="16273" y="19182"/>
                    <a:pt x="16220" y="19182"/>
                  </a:cubicBezTo>
                  <a:cubicBezTo>
                    <a:pt x="16148" y="19182"/>
                    <a:pt x="16097" y="19161"/>
                    <a:pt x="16099" y="19139"/>
                  </a:cubicBezTo>
                  <a:cubicBezTo>
                    <a:pt x="16176" y="19101"/>
                    <a:pt x="16214" y="19082"/>
                    <a:pt x="16157" y="19082"/>
                  </a:cubicBezTo>
                  <a:cubicBezTo>
                    <a:pt x="16100" y="19082"/>
                    <a:pt x="15947" y="19101"/>
                    <a:pt x="15641" y="19139"/>
                  </a:cubicBezTo>
                  <a:cubicBezTo>
                    <a:pt x="15337" y="19139"/>
                    <a:pt x="14726" y="19173"/>
                    <a:pt x="14269" y="19173"/>
                  </a:cubicBezTo>
                  <a:cubicBezTo>
                    <a:pt x="13658" y="19173"/>
                    <a:pt x="13354" y="19173"/>
                    <a:pt x="13203" y="19136"/>
                  </a:cubicBezTo>
                  <a:cubicBezTo>
                    <a:pt x="13204" y="19127"/>
                    <a:pt x="13202" y="19120"/>
                    <a:pt x="13199" y="19113"/>
                  </a:cubicBezTo>
                  <a:lnTo>
                    <a:pt x="13199" y="19113"/>
                  </a:lnTo>
                  <a:cubicBezTo>
                    <a:pt x="13175" y="19168"/>
                    <a:pt x="13037" y="19170"/>
                    <a:pt x="12689" y="19170"/>
                  </a:cubicBezTo>
                  <a:cubicBezTo>
                    <a:pt x="12658" y="19170"/>
                    <a:pt x="12626" y="19170"/>
                    <a:pt x="12592" y="19170"/>
                  </a:cubicBezTo>
                  <a:cubicBezTo>
                    <a:pt x="12458" y="19159"/>
                    <a:pt x="12337" y="19155"/>
                    <a:pt x="12230" y="19155"/>
                  </a:cubicBezTo>
                  <a:cubicBezTo>
                    <a:pt x="11969" y="19155"/>
                    <a:pt x="11786" y="19181"/>
                    <a:pt x="11677" y="19208"/>
                  </a:cubicBezTo>
                  <a:lnTo>
                    <a:pt x="11981" y="19208"/>
                  </a:lnTo>
                  <a:cubicBezTo>
                    <a:pt x="11979" y="19252"/>
                    <a:pt x="11927" y="19270"/>
                    <a:pt x="11823" y="19270"/>
                  </a:cubicBezTo>
                  <a:cubicBezTo>
                    <a:pt x="11749" y="19270"/>
                    <a:pt x="11649" y="19261"/>
                    <a:pt x="11524" y="19245"/>
                  </a:cubicBezTo>
                  <a:cubicBezTo>
                    <a:pt x="11370" y="19245"/>
                    <a:pt x="11373" y="19208"/>
                    <a:pt x="11373" y="19167"/>
                  </a:cubicBezTo>
                  <a:cubicBezTo>
                    <a:pt x="11373" y="19129"/>
                    <a:pt x="11223" y="19092"/>
                    <a:pt x="11069" y="19092"/>
                  </a:cubicBezTo>
                  <a:cubicBezTo>
                    <a:pt x="10919" y="19092"/>
                    <a:pt x="10765" y="19092"/>
                    <a:pt x="10916" y="19129"/>
                  </a:cubicBezTo>
                  <a:cubicBezTo>
                    <a:pt x="10916" y="19167"/>
                    <a:pt x="10916" y="19167"/>
                    <a:pt x="10762" y="19167"/>
                  </a:cubicBezTo>
                  <a:cubicBezTo>
                    <a:pt x="10736" y="19166"/>
                    <a:pt x="10711" y="19165"/>
                    <a:pt x="10685" y="19165"/>
                  </a:cubicBezTo>
                  <a:cubicBezTo>
                    <a:pt x="10557" y="19165"/>
                    <a:pt x="10430" y="19178"/>
                    <a:pt x="10304" y="19205"/>
                  </a:cubicBezTo>
                  <a:cubicBezTo>
                    <a:pt x="10304" y="19242"/>
                    <a:pt x="10151" y="19242"/>
                    <a:pt x="10001" y="19242"/>
                  </a:cubicBezTo>
                  <a:cubicBezTo>
                    <a:pt x="9847" y="19205"/>
                    <a:pt x="9543" y="19201"/>
                    <a:pt x="9543" y="19201"/>
                  </a:cubicBezTo>
                  <a:cubicBezTo>
                    <a:pt x="9543" y="19191"/>
                    <a:pt x="9543" y="19177"/>
                    <a:pt x="9543" y="19164"/>
                  </a:cubicBezTo>
                  <a:cubicBezTo>
                    <a:pt x="9546" y="19126"/>
                    <a:pt x="9396" y="19089"/>
                    <a:pt x="9396" y="19089"/>
                  </a:cubicBezTo>
                  <a:cubicBezTo>
                    <a:pt x="9242" y="19089"/>
                    <a:pt x="9242" y="19126"/>
                    <a:pt x="9242" y="19126"/>
                  </a:cubicBezTo>
                  <a:cubicBezTo>
                    <a:pt x="9242" y="19139"/>
                    <a:pt x="9010" y="19136"/>
                    <a:pt x="8666" y="19161"/>
                  </a:cubicBezTo>
                  <a:cubicBezTo>
                    <a:pt x="8239" y="19201"/>
                    <a:pt x="7819" y="19314"/>
                    <a:pt x="7428" y="19493"/>
                  </a:cubicBezTo>
                  <a:cubicBezTo>
                    <a:pt x="7211" y="19593"/>
                    <a:pt x="7005" y="19709"/>
                    <a:pt x="6807" y="19841"/>
                  </a:cubicBezTo>
                  <a:cubicBezTo>
                    <a:pt x="6613" y="19972"/>
                    <a:pt x="6437" y="20117"/>
                    <a:pt x="6278" y="20239"/>
                  </a:cubicBezTo>
                  <a:cubicBezTo>
                    <a:pt x="5955" y="20489"/>
                    <a:pt x="5704" y="20681"/>
                    <a:pt x="5616" y="20750"/>
                  </a:cubicBezTo>
                  <a:cubicBezTo>
                    <a:pt x="5379" y="20891"/>
                    <a:pt x="5060" y="21132"/>
                    <a:pt x="5105" y="21132"/>
                  </a:cubicBezTo>
                  <a:cubicBezTo>
                    <a:pt x="5110" y="21132"/>
                    <a:pt x="5120" y="21129"/>
                    <a:pt x="5134" y="21123"/>
                  </a:cubicBezTo>
                  <a:lnTo>
                    <a:pt x="5134" y="21123"/>
                  </a:lnTo>
                  <a:cubicBezTo>
                    <a:pt x="5156" y="21154"/>
                    <a:pt x="4551" y="21621"/>
                    <a:pt x="3830" y="22179"/>
                  </a:cubicBezTo>
                  <a:lnTo>
                    <a:pt x="2793" y="22987"/>
                  </a:lnTo>
                  <a:lnTo>
                    <a:pt x="2614" y="23128"/>
                  </a:lnTo>
                  <a:lnTo>
                    <a:pt x="2454" y="23213"/>
                  </a:lnTo>
                  <a:cubicBezTo>
                    <a:pt x="2370" y="23253"/>
                    <a:pt x="2320" y="23272"/>
                    <a:pt x="2323" y="23282"/>
                  </a:cubicBezTo>
                  <a:cubicBezTo>
                    <a:pt x="2285" y="23297"/>
                    <a:pt x="2244" y="23307"/>
                    <a:pt x="2200" y="23313"/>
                  </a:cubicBezTo>
                  <a:cubicBezTo>
                    <a:pt x="2109" y="23334"/>
                    <a:pt x="2015" y="23345"/>
                    <a:pt x="1922" y="23345"/>
                  </a:cubicBezTo>
                  <a:cubicBezTo>
                    <a:pt x="1890" y="23345"/>
                    <a:pt x="1859" y="23344"/>
                    <a:pt x="1828" y="23341"/>
                  </a:cubicBezTo>
                  <a:cubicBezTo>
                    <a:pt x="1492" y="23326"/>
                    <a:pt x="1163" y="23203"/>
                    <a:pt x="1028" y="23094"/>
                  </a:cubicBezTo>
                  <a:cubicBezTo>
                    <a:pt x="906" y="23040"/>
                    <a:pt x="805" y="22954"/>
                    <a:pt x="827" y="22954"/>
                  </a:cubicBezTo>
                  <a:cubicBezTo>
                    <a:pt x="834" y="22954"/>
                    <a:pt x="855" y="22964"/>
                    <a:pt x="894" y="22987"/>
                  </a:cubicBezTo>
                  <a:cubicBezTo>
                    <a:pt x="925" y="22956"/>
                    <a:pt x="941" y="22937"/>
                    <a:pt x="834" y="22815"/>
                  </a:cubicBezTo>
                  <a:cubicBezTo>
                    <a:pt x="676" y="22615"/>
                    <a:pt x="637" y="22573"/>
                    <a:pt x="607" y="22573"/>
                  </a:cubicBezTo>
                  <a:cubicBezTo>
                    <a:pt x="599" y="22573"/>
                    <a:pt x="592" y="22576"/>
                    <a:pt x="583" y="22580"/>
                  </a:cubicBezTo>
                  <a:cubicBezTo>
                    <a:pt x="581" y="22581"/>
                    <a:pt x="579" y="22581"/>
                    <a:pt x="577" y="22581"/>
                  </a:cubicBezTo>
                  <a:cubicBezTo>
                    <a:pt x="538" y="22581"/>
                    <a:pt x="471" y="22439"/>
                    <a:pt x="477" y="22436"/>
                  </a:cubicBezTo>
                  <a:cubicBezTo>
                    <a:pt x="414" y="22273"/>
                    <a:pt x="424" y="22269"/>
                    <a:pt x="458" y="22260"/>
                  </a:cubicBezTo>
                  <a:lnTo>
                    <a:pt x="533" y="22244"/>
                  </a:lnTo>
                  <a:lnTo>
                    <a:pt x="502" y="22085"/>
                  </a:lnTo>
                  <a:cubicBezTo>
                    <a:pt x="501" y="22085"/>
                    <a:pt x="500" y="22085"/>
                    <a:pt x="500" y="22085"/>
                  </a:cubicBezTo>
                  <a:cubicBezTo>
                    <a:pt x="461" y="22085"/>
                    <a:pt x="452" y="21925"/>
                    <a:pt x="452" y="21925"/>
                  </a:cubicBezTo>
                  <a:cubicBezTo>
                    <a:pt x="449" y="21787"/>
                    <a:pt x="451" y="21770"/>
                    <a:pt x="498" y="21770"/>
                  </a:cubicBezTo>
                  <a:cubicBezTo>
                    <a:pt x="505" y="21770"/>
                    <a:pt x="514" y="21771"/>
                    <a:pt x="524" y="21771"/>
                  </a:cubicBezTo>
                  <a:cubicBezTo>
                    <a:pt x="602" y="21771"/>
                    <a:pt x="602" y="21621"/>
                    <a:pt x="527" y="21464"/>
                  </a:cubicBezTo>
                  <a:lnTo>
                    <a:pt x="489" y="21160"/>
                  </a:lnTo>
                  <a:cubicBezTo>
                    <a:pt x="565" y="21010"/>
                    <a:pt x="489" y="20703"/>
                    <a:pt x="452" y="20549"/>
                  </a:cubicBezTo>
                  <a:cubicBezTo>
                    <a:pt x="527" y="20405"/>
                    <a:pt x="527" y="20236"/>
                    <a:pt x="452" y="20091"/>
                  </a:cubicBezTo>
                  <a:cubicBezTo>
                    <a:pt x="414" y="20091"/>
                    <a:pt x="414" y="19938"/>
                    <a:pt x="452" y="19788"/>
                  </a:cubicBezTo>
                  <a:cubicBezTo>
                    <a:pt x="493" y="19637"/>
                    <a:pt x="493" y="19484"/>
                    <a:pt x="493" y="19180"/>
                  </a:cubicBezTo>
                  <a:cubicBezTo>
                    <a:pt x="455" y="19026"/>
                    <a:pt x="458" y="17957"/>
                    <a:pt x="458" y="16738"/>
                  </a:cubicBezTo>
                  <a:cubicBezTo>
                    <a:pt x="458" y="16055"/>
                    <a:pt x="458" y="15482"/>
                    <a:pt x="458" y="15084"/>
                  </a:cubicBezTo>
                  <a:cubicBezTo>
                    <a:pt x="452" y="14683"/>
                    <a:pt x="446" y="14454"/>
                    <a:pt x="427" y="14454"/>
                  </a:cubicBezTo>
                  <a:cubicBezTo>
                    <a:pt x="420" y="14350"/>
                    <a:pt x="433" y="14247"/>
                    <a:pt x="464" y="14150"/>
                  </a:cubicBezTo>
                  <a:cubicBezTo>
                    <a:pt x="502" y="14150"/>
                    <a:pt x="502" y="13999"/>
                    <a:pt x="427" y="13843"/>
                  </a:cubicBezTo>
                  <a:cubicBezTo>
                    <a:pt x="394" y="13708"/>
                    <a:pt x="361" y="13692"/>
                    <a:pt x="404" y="13692"/>
                  </a:cubicBezTo>
                  <a:cubicBezTo>
                    <a:pt x="410" y="13692"/>
                    <a:pt x="417" y="13692"/>
                    <a:pt x="427" y="13692"/>
                  </a:cubicBezTo>
                  <a:cubicBezTo>
                    <a:pt x="464" y="13692"/>
                    <a:pt x="464" y="13388"/>
                    <a:pt x="467" y="12777"/>
                  </a:cubicBezTo>
                  <a:cubicBezTo>
                    <a:pt x="467" y="12320"/>
                    <a:pt x="467" y="11712"/>
                    <a:pt x="430" y="11709"/>
                  </a:cubicBezTo>
                  <a:cubicBezTo>
                    <a:pt x="408" y="11531"/>
                    <a:pt x="399" y="11457"/>
                    <a:pt x="402" y="11457"/>
                  </a:cubicBezTo>
                  <a:lnTo>
                    <a:pt x="402" y="11457"/>
                  </a:lnTo>
                  <a:cubicBezTo>
                    <a:pt x="405" y="11457"/>
                    <a:pt x="414" y="11494"/>
                    <a:pt x="430" y="11558"/>
                  </a:cubicBezTo>
                  <a:cubicBezTo>
                    <a:pt x="437" y="11572"/>
                    <a:pt x="443" y="11578"/>
                    <a:pt x="449" y="11578"/>
                  </a:cubicBezTo>
                  <a:cubicBezTo>
                    <a:pt x="511" y="11578"/>
                    <a:pt x="539" y="10909"/>
                    <a:pt x="471" y="10493"/>
                  </a:cubicBezTo>
                  <a:cubicBezTo>
                    <a:pt x="471" y="10339"/>
                    <a:pt x="471" y="10189"/>
                    <a:pt x="508" y="10189"/>
                  </a:cubicBezTo>
                  <a:cubicBezTo>
                    <a:pt x="508" y="10035"/>
                    <a:pt x="508" y="9885"/>
                    <a:pt x="474" y="9424"/>
                  </a:cubicBezTo>
                  <a:cubicBezTo>
                    <a:pt x="474" y="9274"/>
                    <a:pt x="474" y="8662"/>
                    <a:pt x="474" y="8359"/>
                  </a:cubicBezTo>
                  <a:cubicBezTo>
                    <a:pt x="474" y="8155"/>
                    <a:pt x="461" y="7951"/>
                    <a:pt x="436" y="7747"/>
                  </a:cubicBezTo>
                  <a:cubicBezTo>
                    <a:pt x="438" y="7641"/>
                    <a:pt x="439" y="7533"/>
                    <a:pt x="439" y="7533"/>
                  </a:cubicBezTo>
                  <a:cubicBezTo>
                    <a:pt x="439" y="7533"/>
                    <a:pt x="439" y="7552"/>
                    <a:pt x="439" y="7597"/>
                  </a:cubicBezTo>
                  <a:cubicBezTo>
                    <a:pt x="477" y="7597"/>
                    <a:pt x="477" y="6835"/>
                    <a:pt x="480" y="5767"/>
                  </a:cubicBezTo>
                  <a:cubicBezTo>
                    <a:pt x="480" y="4701"/>
                    <a:pt x="483" y="3786"/>
                    <a:pt x="521" y="3636"/>
                  </a:cubicBezTo>
                  <a:cubicBezTo>
                    <a:pt x="521" y="3532"/>
                    <a:pt x="508" y="3429"/>
                    <a:pt x="483" y="3329"/>
                  </a:cubicBezTo>
                  <a:cubicBezTo>
                    <a:pt x="414" y="3185"/>
                    <a:pt x="402" y="3019"/>
                    <a:pt x="452" y="2865"/>
                  </a:cubicBezTo>
                  <a:cubicBezTo>
                    <a:pt x="493" y="2790"/>
                    <a:pt x="527" y="2595"/>
                    <a:pt x="577" y="2404"/>
                  </a:cubicBezTo>
                  <a:cubicBezTo>
                    <a:pt x="621" y="2213"/>
                    <a:pt x="684" y="2025"/>
                    <a:pt x="687" y="1937"/>
                  </a:cubicBezTo>
                  <a:cubicBezTo>
                    <a:pt x="677" y="1932"/>
                    <a:pt x="672" y="1929"/>
                    <a:pt x="672" y="1929"/>
                  </a:cubicBezTo>
                  <a:lnTo>
                    <a:pt x="672" y="1929"/>
                  </a:lnTo>
                  <a:cubicBezTo>
                    <a:pt x="673" y="1929"/>
                    <a:pt x="696" y="1942"/>
                    <a:pt x="718" y="1953"/>
                  </a:cubicBezTo>
                  <a:cubicBezTo>
                    <a:pt x="784" y="1897"/>
                    <a:pt x="865" y="1768"/>
                    <a:pt x="947" y="1633"/>
                  </a:cubicBezTo>
                  <a:cubicBezTo>
                    <a:pt x="1028" y="1502"/>
                    <a:pt x="1113" y="1367"/>
                    <a:pt x="1144" y="1279"/>
                  </a:cubicBezTo>
                  <a:cubicBezTo>
                    <a:pt x="1282" y="1192"/>
                    <a:pt x="1423" y="1126"/>
                    <a:pt x="1533" y="1003"/>
                  </a:cubicBezTo>
                  <a:cubicBezTo>
                    <a:pt x="1603" y="959"/>
                    <a:pt x="1637" y="939"/>
                    <a:pt x="1658" y="939"/>
                  </a:cubicBezTo>
                  <a:cubicBezTo>
                    <a:pt x="1677" y="939"/>
                    <a:pt x="1686" y="956"/>
                    <a:pt x="1702" y="988"/>
                  </a:cubicBezTo>
                  <a:cubicBezTo>
                    <a:pt x="1714" y="1007"/>
                    <a:pt x="1723" y="1023"/>
                    <a:pt x="1751" y="1023"/>
                  </a:cubicBezTo>
                  <a:cubicBezTo>
                    <a:pt x="1774" y="1023"/>
                    <a:pt x="1810" y="1011"/>
                    <a:pt x="1871" y="982"/>
                  </a:cubicBezTo>
                  <a:cubicBezTo>
                    <a:pt x="2003" y="919"/>
                    <a:pt x="1991" y="881"/>
                    <a:pt x="1975" y="847"/>
                  </a:cubicBezTo>
                  <a:lnTo>
                    <a:pt x="2066" y="815"/>
                  </a:lnTo>
                  <a:cubicBezTo>
                    <a:pt x="2132" y="787"/>
                    <a:pt x="2197" y="765"/>
                    <a:pt x="2266" y="750"/>
                  </a:cubicBezTo>
                  <a:cubicBezTo>
                    <a:pt x="2266" y="750"/>
                    <a:pt x="2414" y="712"/>
                    <a:pt x="2407" y="674"/>
                  </a:cubicBezTo>
                  <a:cubicBezTo>
                    <a:pt x="2401" y="640"/>
                    <a:pt x="2558" y="605"/>
                    <a:pt x="2714" y="599"/>
                  </a:cubicBezTo>
                  <a:cubicBezTo>
                    <a:pt x="2714" y="609"/>
                    <a:pt x="2726" y="613"/>
                    <a:pt x="2739" y="613"/>
                  </a:cubicBezTo>
                  <a:cubicBezTo>
                    <a:pt x="2777" y="613"/>
                    <a:pt x="2832" y="582"/>
                    <a:pt x="2714" y="562"/>
                  </a:cubicBezTo>
                  <a:cubicBezTo>
                    <a:pt x="2711" y="524"/>
                    <a:pt x="2711" y="483"/>
                    <a:pt x="2874" y="477"/>
                  </a:cubicBezTo>
                  <a:cubicBezTo>
                    <a:pt x="2874" y="477"/>
                    <a:pt x="2877" y="439"/>
                    <a:pt x="2877" y="402"/>
                  </a:cubicBezTo>
                  <a:cubicBezTo>
                    <a:pt x="2881" y="330"/>
                    <a:pt x="2887" y="280"/>
                    <a:pt x="2523" y="273"/>
                  </a:cubicBezTo>
                  <a:cubicBezTo>
                    <a:pt x="1793" y="327"/>
                    <a:pt x="1307" y="668"/>
                    <a:pt x="1351" y="715"/>
                  </a:cubicBezTo>
                  <a:lnTo>
                    <a:pt x="1270" y="797"/>
                  </a:lnTo>
                  <a:lnTo>
                    <a:pt x="1091" y="966"/>
                  </a:lnTo>
                  <a:cubicBezTo>
                    <a:pt x="1025" y="1025"/>
                    <a:pt x="953" y="1079"/>
                    <a:pt x="903" y="1126"/>
                  </a:cubicBezTo>
                  <a:lnTo>
                    <a:pt x="812" y="1195"/>
                  </a:lnTo>
                  <a:cubicBezTo>
                    <a:pt x="812" y="1194"/>
                    <a:pt x="811" y="1194"/>
                    <a:pt x="810" y="1194"/>
                  </a:cubicBezTo>
                  <a:cubicBezTo>
                    <a:pt x="787" y="1194"/>
                    <a:pt x="658" y="1319"/>
                    <a:pt x="508" y="1561"/>
                  </a:cubicBezTo>
                  <a:cubicBezTo>
                    <a:pt x="301" y="1893"/>
                    <a:pt x="173" y="2266"/>
                    <a:pt x="126" y="2655"/>
                  </a:cubicBezTo>
                  <a:cubicBezTo>
                    <a:pt x="113" y="2787"/>
                    <a:pt x="107" y="2931"/>
                    <a:pt x="107" y="3031"/>
                  </a:cubicBezTo>
                  <a:cubicBezTo>
                    <a:pt x="107" y="3131"/>
                    <a:pt x="104" y="3225"/>
                    <a:pt x="104" y="3313"/>
                  </a:cubicBezTo>
                  <a:cubicBezTo>
                    <a:pt x="104" y="3485"/>
                    <a:pt x="101" y="3633"/>
                    <a:pt x="101" y="3758"/>
                  </a:cubicBezTo>
                  <a:cubicBezTo>
                    <a:pt x="95" y="4006"/>
                    <a:pt x="85" y="4156"/>
                    <a:pt x="66" y="4231"/>
                  </a:cubicBezTo>
                  <a:cubicBezTo>
                    <a:pt x="41" y="4332"/>
                    <a:pt x="29" y="4432"/>
                    <a:pt x="29" y="4535"/>
                  </a:cubicBezTo>
                  <a:cubicBezTo>
                    <a:pt x="48" y="4535"/>
                    <a:pt x="57" y="4764"/>
                    <a:pt x="60" y="5128"/>
                  </a:cubicBezTo>
                  <a:cubicBezTo>
                    <a:pt x="60" y="5488"/>
                    <a:pt x="60" y="5983"/>
                    <a:pt x="63" y="6519"/>
                  </a:cubicBezTo>
                  <a:cubicBezTo>
                    <a:pt x="63" y="7052"/>
                    <a:pt x="63" y="7584"/>
                    <a:pt x="63" y="7986"/>
                  </a:cubicBezTo>
                  <a:cubicBezTo>
                    <a:pt x="66" y="8384"/>
                    <a:pt x="76" y="8653"/>
                    <a:pt x="95" y="8653"/>
                  </a:cubicBezTo>
                  <a:lnTo>
                    <a:pt x="95" y="8957"/>
                  </a:lnTo>
                  <a:cubicBezTo>
                    <a:pt x="57" y="8957"/>
                    <a:pt x="57" y="9261"/>
                    <a:pt x="57" y="9565"/>
                  </a:cubicBezTo>
                  <a:cubicBezTo>
                    <a:pt x="79" y="9769"/>
                    <a:pt x="91" y="9972"/>
                    <a:pt x="91" y="10176"/>
                  </a:cubicBezTo>
                  <a:cubicBezTo>
                    <a:pt x="54" y="10176"/>
                    <a:pt x="54" y="10327"/>
                    <a:pt x="54" y="10631"/>
                  </a:cubicBezTo>
                  <a:cubicBezTo>
                    <a:pt x="54" y="10938"/>
                    <a:pt x="54" y="11088"/>
                    <a:pt x="91" y="11091"/>
                  </a:cubicBezTo>
                  <a:cubicBezTo>
                    <a:pt x="91" y="11242"/>
                    <a:pt x="88" y="12310"/>
                    <a:pt x="51" y="12765"/>
                  </a:cubicBezTo>
                  <a:cubicBezTo>
                    <a:pt x="13" y="12915"/>
                    <a:pt x="51" y="13069"/>
                    <a:pt x="88" y="13222"/>
                  </a:cubicBezTo>
                  <a:cubicBezTo>
                    <a:pt x="126" y="13225"/>
                    <a:pt x="163" y="13379"/>
                    <a:pt x="163" y="13529"/>
                  </a:cubicBezTo>
                  <a:lnTo>
                    <a:pt x="85" y="13529"/>
                  </a:lnTo>
                  <a:cubicBezTo>
                    <a:pt x="71" y="13465"/>
                    <a:pt x="62" y="13428"/>
                    <a:pt x="57" y="13428"/>
                  </a:cubicBezTo>
                  <a:cubicBezTo>
                    <a:pt x="50" y="13428"/>
                    <a:pt x="49" y="13502"/>
                    <a:pt x="48" y="13680"/>
                  </a:cubicBezTo>
                  <a:cubicBezTo>
                    <a:pt x="48" y="13833"/>
                    <a:pt x="48" y="13984"/>
                    <a:pt x="48" y="13984"/>
                  </a:cubicBezTo>
                  <a:cubicBezTo>
                    <a:pt x="85" y="13987"/>
                    <a:pt x="85" y="14748"/>
                    <a:pt x="82" y="15814"/>
                  </a:cubicBezTo>
                  <a:cubicBezTo>
                    <a:pt x="79" y="17186"/>
                    <a:pt x="79" y="17644"/>
                    <a:pt x="116" y="17644"/>
                  </a:cubicBezTo>
                  <a:cubicBezTo>
                    <a:pt x="154" y="17644"/>
                    <a:pt x="154" y="17798"/>
                    <a:pt x="116" y="18252"/>
                  </a:cubicBezTo>
                  <a:cubicBezTo>
                    <a:pt x="1" y="19164"/>
                    <a:pt x="1" y="19164"/>
                    <a:pt x="38" y="19317"/>
                  </a:cubicBezTo>
                  <a:cubicBezTo>
                    <a:pt x="38" y="19170"/>
                    <a:pt x="73" y="19167"/>
                    <a:pt x="109" y="19167"/>
                  </a:cubicBezTo>
                  <a:cubicBezTo>
                    <a:pt x="110" y="19167"/>
                    <a:pt x="112" y="19167"/>
                    <a:pt x="113" y="19167"/>
                  </a:cubicBezTo>
                  <a:cubicBezTo>
                    <a:pt x="189" y="19170"/>
                    <a:pt x="189" y="19324"/>
                    <a:pt x="113" y="19471"/>
                  </a:cubicBezTo>
                  <a:cubicBezTo>
                    <a:pt x="38" y="19474"/>
                    <a:pt x="69" y="21749"/>
                    <a:pt x="148" y="21918"/>
                  </a:cubicBezTo>
                  <a:cubicBezTo>
                    <a:pt x="167" y="21920"/>
                    <a:pt x="176" y="21921"/>
                    <a:pt x="171" y="21921"/>
                  </a:cubicBezTo>
                  <a:cubicBezTo>
                    <a:pt x="167" y="21921"/>
                    <a:pt x="148" y="21920"/>
                    <a:pt x="110" y="21918"/>
                  </a:cubicBezTo>
                  <a:cubicBezTo>
                    <a:pt x="91" y="21918"/>
                    <a:pt x="85" y="21969"/>
                    <a:pt x="91" y="22125"/>
                  </a:cubicBezTo>
                  <a:cubicBezTo>
                    <a:pt x="123" y="22407"/>
                    <a:pt x="223" y="22674"/>
                    <a:pt x="383" y="22909"/>
                  </a:cubicBezTo>
                  <a:cubicBezTo>
                    <a:pt x="433" y="22987"/>
                    <a:pt x="489" y="23059"/>
                    <a:pt x="555" y="23125"/>
                  </a:cubicBezTo>
                  <a:cubicBezTo>
                    <a:pt x="596" y="23175"/>
                    <a:pt x="643" y="23222"/>
                    <a:pt x="696" y="23263"/>
                  </a:cubicBezTo>
                  <a:cubicBezTo>
                    <a:pt x="734" y="23297"/>
                    <a:pt x="775" y="23332"/>
                    <a:pt x="815" y="23363"/>
                  </a:cubicBezTo>
                  <a:cubicBezTo>
                    <a:pt x="817" y="23361"/>
                    <a:pt x="821" y="23360"/>
                    <a:pt x="825" y="23360"/>
                  </a:cubicBezTo>
                  <a:cubicBezTo>
                    <a:pt x="879" y="23360"/>
                    <a:pt x="1114" y="23523"/>
                    <a:pt x="1389" y="23604"/>
                  </a:cubicBezTo>
                  <a:cubicBezTo>
                    <a:pt x="1683" y="23705"/>
                    <a:pt x="2003" y="23702"/>
                    <a:pt x="2003" y="23720"/>
                  </a:cubicBezTo>
                  <a:cubicBezTo>
                    <a:pt x="2047" y="23727"/>
                    <a:pt x="2092" y="23732"/>
                    <a:pt x="2137" y="23732"/>
                  </a:cubicBezTo>
                  <a:cubicBezTo>
                    <a:pt x="2173" y="23732"/>
                    <a:pt x="2209" y="23729"/>
                    <a:pt x="2244" y="23724"/>
                  </a:cubicBezTo>
                  <a:cubicBezTo>
                    <a:pt x="2323" y="23717"/>
                    <a:pt x="2429" y="23692"/>
                    <a:pt x="2630" y="23614"/>
                  </a:cubicBezTo>
                  <a:lnTo>
                    <a:pt x="2739" y="23548"/>
                  </a:lnTo>
                  <a:cubicBezTo>
                    <a:pt x="2786" y="23523"/>
                    <a:pt x="2833" y="23495"/>
                    <a:pt x="2877" y="23460"/>
                  </a:cubicBezTo>
                  <a:lnTo>
                    <a:pt x="3053" y="23307"/>
                  </a:lnTo>
                  <a:cubicBezTo>
                    <a:pt x="3156" y="23219"/>
                    <a:pt x="3263" y="23134"/>
                    <a:pt x="3363" y="23059"/>
                  </a:cubicBezTo>
                  <a:cubicBezTo>
                    <a:pt x="3547" y="22922"/>
                    <a:pt x="3701" y="22826"/>
                    <a:pt x="3731" y="22826"/>
                  </a:cubicBezTo>
                  <a:cubicBezTo>
                    <a:pt x="3734" y="22826"/>
                    <a:pt x="3735" y="22826"/>
                    <a:pt x="3736" y="22827"/>
                  </a:cubicBezTo>
                  <a:lnTo>
                    <a:pt x="3977" y="22639"/>
                  </a:lnTo>
                  <a:cubicBezTo>
                    <a:pt x="4074" y="22517"/>
                    <a:pt x="4316" y="22329"/>
                    <a:pt x="4435" y="22235"/>
                  </a:cubicBezTo>
                  <a:cubicBezTo>
                    <a:pt x="4727" y="22011"/>
                    <a:pt x="4861" y="21906"/>
                    <a:pt x="4830" y="21906"/>
                  </a:cubicBezTo>
                  <a:cubicBezTo>
                    <a:pt x="4822" y="21906"/>
                    <a:pt x="4804" y="21912"/>
                    <a:pt x="4776" y="21925"/>
                  </a:cubicBezTo>
                  <a:cubicBezTo>
                    <a:pt x="4755" y="21897"/>
                    <a:pt x="4729" y="21865"/>
                    <a:pt x="4852" y="21771"/>
                  </a:cubicBezTo>
                  <a:lnTo>
                    <a:pt x="4874" y="21803"/>
                  </a:lnTo>
                  <a:cubicBezTo>
                    <a:pt x="4875" y="21804"/>
                    <a:pt x="4877" y="21805"/>
                    <a:pt x="4880" y="21805"/>
                  </a:cubicBezTo>
                  <a:cubicBezTo>
                    <a:pt x="4933" y="21805"/>
                    <a:pt x="5284" y="21536"/>
                    <a:pt x="5739" y="21182"/>
                  </a:cubicBezTo>
                  <a:cubicBezTo>
                    <a:pt x="6343" y="20715"/>
                    <a:pt x="6585" y="20530"/>
                    <a:pt x="6726" y="20468"/>
                  </a:cubicBezTo>
                  <a:lnTo>
                    <a:pt x="6823" y="20342"/>
                  </a:lnTo>
                  <a:cubicBezTo>
                    <a:pt x="6896" y="20248"/>
                    <a:pt x="6990" y="20177"/>
                    <a:pt x="7029" y="20177"/>
                  </a:cubicBezTo>
                  <a:cubicBezTo>
                    <a:pt x="7037" y="20177"/>
                    <a:pt x="7042" y="20180"/>
                    <a:pt x="7045" y="20185"/>
                  </a:cubicBezTo>
                  <a:cubicBezTo>
                    <a:pt x="7114" y="20164"/>
                    <a:pt x="7258" y="20079"/>
                    <a:pt x="7421" y="19994"/>
                  </a:cubicBezTo>
                  <a:lnTo>
                    <a:pt x="7888" y="19762"/>
                  </a:lnTo>
                  <a:cubicBezTo>
                    <a:pt x="8014" y="19719"/>
                    <a:pt x="8142" y="19684"/>
                    <a:pt x="8142" y="19684"/>
                  </a:cubicBezTo>
                  <a:cubicBezTo>
                    <a:pt x="8172" y="19691"/>
                    <a:pt x="8210" y="19694"/>
                    <a:pt x="8254" y="19694"/>
                  </a:cubicBezTo>
                  <a:cubicBezTo>
                    <a:pt x="8429" y="19694"/>
                    <a:pt x="8689" y="19644"/>
                    <a:pt x="8794" y="19584"/>
                  </a:cubicBezTo>
                  <a:cubicBezTo>
                    <a:pt x="8799" y="19615"/>
                    <a:pt x="8868" y="19619"/>
                    <a:pt x="8970" y="19619"/>
                  </a:cubicBezTo>
                  <a:cubicBezTo>
                    <a:pt x="9001" y="19619"/>
                    <a:pt x="9036" y="19618"/>
                    <a:pt x="9073" y="19618"/>
                  </a:cubicBezTo>
                  <a:cubicBezTo>
                    <a:pt x="9223" y="19600"/>
                    <a:pt x="9446" y="19590"/>
                    <a:pt x="9634" y="19590"/>
                  </a:cubicBezTo>
                  <a:cubicBezTo>
                    <a:pt x="9830" y="19590"/>
                    <a:pt x="9988" y="19601"/>
                    <a:pt x="9988" y="19621"/>
                  </a:cubicBezTo>
                  <a:lnTo>
                    <a:pt x="10142" y="19621"/>
                  </a:lnTo>
                  <a:cubicBezTo>
                    <a:pt x="10267" y="19595"/>
                    <a:pt x="10394" y="19582"/>
                    <a:pt x="10522" y="19582"/>
                  </a:cubicBezTo>
                  <a:cubicBezTo>
                    <a:pt x="10548" y="19582"/>
                    <a:pt x="10573" y="19583"/>
                    <a:pt x="10599" y="19584"/>
                  </a:cubicBezTo>
                  <a:cubicBezTo>
                    <a:pt x="10625" y="19585"/>
                    <a:pt x="10650" y="19585"/>
                    <a:pt x="10676" y="19585"/>
                  </a:cubicBezTo>
                  <a:cubicBezTo>
                    <a:pt x="10804" y="19585"/>
                    <a:pt x="10931" y="19572"/>
                    <a:pt x="11057" y="19546"/>
                  </a:cubicBezTo>
                  <a:cubicBezTo>
                    <a:pt x="11157" y="19524"/>
                    <a:pt x="11260" y="19512"/>
                    <a:pt x="11364" y="19509"/>
                  </a:cubicBezTo>
                  <a:cubicBezTo>
                    <a:pt x="11514" y="19509"/>
                    <a:pt x="11361" y="19546"/>
                    <a:pt x="11207" y="19584"/>
                  </a:cubicBezTo>
                  <a:cubicBezTo>
                    <a:pt x="11081" y="19599"/>
                    <a:pt x="11086" y="19609"/>
                    <a:pt x="11167" y="19609"/>
                  </a:cubicBezTo>
                  <a:cubicBezTo>
                    <a:pt x="11282" y="19609"/>
                    <a:pt x="11550" y="19590"/>
                    <a:pt x="11818" y="19546"/>
                  </a:cubicBezTo>
                  <a:cubicBezTo>
                    <a:pt x="12046" y="19511"/>
                    <a:pt x="12161" y="19493"/>
                    <a:pt x="12182" y="19493"/>
                  </a:cubicBezTo>
                  <a:cubicBezTo>
                    <a:pt x="12204" y="19493"/>
                    <a:pt x="12127" y="19511"/>
                    <a:pt x="11972" y="19549"/>
                  </a:cubicBezTo>
                  <a:cubicBezTo>
                    <a:pt x="11863" y="19576"/>
                    <a:pt x="11755" y="19603"/>
                    <a:pt x="11809" y="19603"/>
                  </a:cubicBezTo>
                  <a:cubicBezTo>
                    <a:pt x="11831" y="19603"/>
                    <a:pt x="11882" y="19598"/>
                    <a:pt x="11972" y="19587"/>
                  </a:cubicBezTo>
                  <a:cubicBezTo>
                    <a:pt x="11972" y="19587"/>
                    <a:pt x="12276" y="19587"/>
                    <a:pt x="12276" y="19549"/>
                  </a:cubicBezTo>
                  <a:lnTo>
                    <a:pt x="12733" y="19549"/>
                  </a:lnTo>
                  <a:cubicBezTo>
                    <a:pt x="12914" y="19575"/>
                    <a:pt x="13097" y="19587"/>
                    <a:pt x="13280" y="19587"/>
                  </a:cubicBezTo>
                  <a:cubicBezTo>
                    <a:pt x="13300" y="19587"/>
                    <a:pt x="13321" y="19587"/>
                    <a:pt x="13341" y="19587"/>
                  </a:cubicBezTo>
                  <a:cubicBezTo>
                    <a:pt x="13416" y="19569"/>
                    <a:pt x="13455" y="19559"/>
                    <a:pt x="13492" y="19559"/>
                  </a:cubicBezTo>
                  <a:cubicBezTo>
                    <a:pt x="13531" y="19559"/>
                    <a:pt x="13568" y="19569"/>
                    <a:pt x="13645" y="19590"/>
                  </a:cubicBezTo>
                  <a:cubicBezTo>
                    <a:pt x="13645" y="19606"/>
                    <a:pt x="13671" y="19615"/>
                    <a:pt x="13702" y="19615"/>
                  </a:cubicBezTo>
                  <a:cubicBezTo>
                    <a:pt x="13746" y="19615"/>
                    <a:pt x="13799" y="19597"/>
                    <a:pt x="13799" y="19552"/>
                  </a:cubicBezTo>
                  <a:cubicBezTo>
                    <a:pt x="13874" y="19534"/>
                    <a:pt x="13951" y="19524"/>
                    <a:pt x="14027" y="19524"/>
                  </a:cubicBezTo>
                  <a:cubicBezTo>
                    <a:pt x="14104" y="19524"/>
                    <a:pt x="14181" y="19534"/>
                    <a:pt x="14256" y="19552"/>
                  </a:cubicBezTo>
                  <a:cubicBezTo>
                    <a:pt x="14256" y="19597"/>
                    <a:pt x="14308" y="19615"/>
                    <a:pt x="14351" y="19615"/>
                  </a:cubicBezTo>
                  <a:cubicBezTo>
                    <a:pt x="14382" y="19615"/>
                    <a:pt x="14408" y="19606"/>
                    <a:pt x="14410" y="19590"/>
                  </a:cubicBezTo>
                  <a:cubicBezTo>
                    <a:pt x="14510" y="19568"/>
                    <a:pt x="14610" y="19556"/>
                    <a:pt x="14714" y="19552"/>
                  </a:cubicBezTo>
                  <a:cubicBezTo>
                    <a:pt x="14714" y="19571"/>
                    <a:pt x="15055" y="19581"/>
                    <a:pt x="15569" y="19587"/>
                  </a:cubicBezTo>
                  <a:lnTo>
                    <a:pt x="17456" y="19596"/>
                  </a:lnTo>
                  <a:cubicBezTo>
                    <a:pt x="17609" y="19596"/>
                    <a:pt x="17763" y="19559"/>
                    <a:pt x="17763" y="19521"/>
                  </a:cubicBezTo>
                  <a:cubicBezTo>
                    <a:pt x="17764" y="19489"/>
                    <a:pt x="17764" y="19478"/>
                    <a:pt x="17776" y="19478"/>
                  </a:cubicBezTo>
                  <a:cubicBezTo>
                    <a:pt x="17791" y="19478"/>
                    <a:pt x="17828" y="19499"/>
                    <a:pt x="17917" y="19521"/>
                  </a:cubicBezTo>
                  <a:cubicBezTo>
                    <a:pt x="17991" y="19578"/>
                    <a:pt x="18105" y="19607"/>
                    <a:pt x="18181" y="19607"/>
                  </a:cubicBezTo>
                  <a:cubicBezTo>
                    <a:pt x="18255" y="19607"/>
                    <a:pt x="18294" y="19579"/>
                    <a:pt x="18220" y="19521"/>
                  </a:cubicBezTo>
                  <a:cubicBezTo>
                    <a:pt x="18145" y="19484"/>
                    <a:pt x="18108" y="19465"/>
                    <a:pt x="18127" y="19465"/>
                  </a:cubicBezTo>
                  <a:cubicBezTo>
                    <a:pt x="18146" y="19465"/>
                    <a:pt x="18222" y="19484"/>
                    <a:pt x="18374" y="19521"/>
                  </a:cubicBezTo>
                  <a:cubicBezTo>
                    <a:pt x="18449" y="19540"/>
                    <a:pt x="18487" y="19549"/>
                    <a:pt x="18525" y="19549"/>
                  </a:cubicBezTo>
                  <a:cubicBezTo>
                    <a:pt x="18563" y="19549"/>
                    <a:pt x="18601" y="19540"/>
                    <a:pt x="18678" y="19521"/>
                  </a:cubicBezTo>
                  <a:cubicBezTo>
                    <a:pt x="18678" y="19503"/>
                    <a:pt x="18715" y="19493"/>
                    <a:pt x="18752" y="19493"/>
                  </a:cubicBezTo>
                  <a:cubicBezTo>
                    <a:pt x="18791" y="19493"/>
                    <a:pt x="18830" y="19503"/>
                    <a:pt x="18828" y="19524"/>
                  </a:cubicBezTo>
                  <a:cubicBezTo>
                    <a:pt x="18937" y="19551"/>
                    <a:pt x="19044" y="19577"/>
                    <a:pt x="19097" y="19577"/>
                  </a:cubicBezTo>
                  <a:cubicBezTo>
                    <a:pt x="19120" y="19577"/>
                    <a:pt x="19132" y="19573"/>
                    <a:pt x="19132" y="19562"/>
                  </a:cubicBezTo>
                  <a:cubicBezTo>
                    <a:pt x="19236" y="19562"/>
                    <a:pt x="19336" y="19578"/>
                    <a:pt x="19436" y="19599"/>
                  </a:cubicBezTo>
                  <a:cubicBezTo>
                    <a:pt x="19480" y="19610"/>
                    <a:pt x="19525" y="19615"/>
                    <a:pt x="19569" y="19615"/>
                  </a:cubicBezTo>
                  <a:cubicBezTo>
                    <a:pt x="19677" y="19615"/>
                    <a:pt x="19785" y="19588"/>
                    <a:pt x="19894" y="19562"/>
                  </a:cubicBezTo>
                  <a:cubicBezTo>
                    <a:pt x="20122" y="19525"/>
                    <a:pt x="20275" y="19506"/>
                    <a:pt x="20352" y="19506"/>
                  </a:cubicBezTo>
                  <a:cubicBezTo>
                    <a:pt x="20431" y="19506"/>
                    <a:pt x="20431" y="19525"/>
                    <a:pt x="20351" y="19565"/>
                  </a:cubicBezTo>
                  <a:cubicBezTo>
                    <a:pt x="20293" y="19594"/>
                    <a:pt x="20368" y="19606"/>
                    <a:pt x="20491" y="19606"/>
                  </a:cubicBezTo>
                  <a:cubicBezTo>
                    <a:pt x="20691" y="19606"/>
                    <a:pt x="21019" y="19574"/>
                    <a:pt x="21116" y="19527"/>
                  </a:cubicBezTo>
                  <a:cubicBezTo>
                    <a:pt x="21206" y="19483"/>
                    <a:pt x="21243" y="19465"/>
                    <a:pt x="21259" y="19465"/>
                  </a:cubicBezTo>
                  <a:cubicBezTo>
                    <a:pt x="21270" y="19465"/>
                    <a:pt x="21270" y="19474"/>
                    <a:pt x="21270" y="19490"/>
                  </a:cubicBezTo>
                  <a:cubicBezTo>
                    <a:pt x="21267" y="19527"/>
                    <a:pt x="21420" y="19527"/>
                    <a:pt x="21420" y="19527"/>
                  </a:cubicBezTo>
                  <a:cubicBezTo>
                    <a:pt x="21574" y="19527"/>
                    <a:pt x="21724" y="19527"/>
                    <a:pt x="21724" y="19565"/>
                  </a:cubicBezTo>
                  <a:cubicBezTo>
                    <a:pt x="21878" y="19562"/>
                    <a:pt x="22031" y="19549"/>
                    <a:pt x="22182" y="19531"/>
                  </a:cubicBezTo>
                  <a:cubicBezTo>
                    <a:pt x="22299" y="19502"/>
                    <a:pt x="22438" y="19490"/>
                    <a:pt x="22574" y="19490"/>
                  </a:cubicBezTo>
                  <a:cubicBezTo>
                    <a:pt x="22793" y="19490"/>
                    <a:pt x="23004" y="19522"/>
                    <a:pt x="23097" y="19568"/>
                  </a:cubicBezTo>
                  <a:lnTo>
                    <a:pt x="23401" y="19531"/>
                  </a:lnTo>
                  <a:cubicBezTo>
                    <a:pt x="23498" y="19484"/>
                    <a:pt x="23593" y="19452"/>
                    <a:pt x="23651" y="19452"/>
                  </a:cubicBezTo>
                  <a:cubicBezTo>
                    <a:pt x="23687" y="19452"/>
                    <a:pt x="23709" y="19464"/>
                    <a:pt x="23708" y="19493"/>
                  </a:cubicBezTo>
                  <a:lnTo>
                    <a:pt x="23705" y="19531"/>
                  </a:lnTo>
                  <a:cubicBezTo>
                    <a:pt x="23763" y="19502"/>
                    <a:pt x="23885" y="19491"/>
                    <a:pt x="24014" y="19491"/>
                  </a:cubicBezTo>
                  <a:cubicBezTo>
                    <a:pt x="24230" y="19491"/>
                    <a:pt x="24468" y="19524"/>
                    <a:pt x="24466" y="19571"/>
                  </a:cubicBezTo>
                  <a:cubicBezTo>
                    <a:pt x="24466" y="19609"/>
                    <a:pt x="24466" y="19609"/>
                    <a:pt x="24617" y="19609"/>
                  </a:cubicBezTo>
                  <a:lnTo>
                    <a:pt x="24620" y="19571"/>
                  </a:lnTo>
                  <a:cubicBezTo>
                    <a:pt x="24620" y="19534"/>
                    <a:pt x="24623" y="19496"/>
                    <a:pt x="24773" y="19496"/>
                  </a:cubicBezTo>
                  <a:cubicBezTo>
                    <a:pt x="24927" y="19496"/>
                    <a:pt x="25077" y="19496"/>
                    <a:pt x="25077" y="19534"/>
                  </a:cubicBezTo>
                  <a:cubicBezTo>
                    <a:pt x="25183" y="19560"/>
                    <a:pt x="25291" y="19588"/>
                    <a:pt x="25345" y="19588"/>
                  </a:cubicBezTo>
                  <a:cubicBezTo>
                    <a:pt x="25368" y="19588"/>
                    <a:pt x="25381" y="19583"/>
                    <a:pt x="25381" y="19571"/>
                  </a:cubicBezTo>
                  <a:cubicBezTo>
                    <a:pt x="25485" y="19574"/>
                    <a:pt x="25585" y="19587"/>
                    <a:pt x="25685" y="19612"/>
                  </a:cubicBezTo>
                  <a:lnTo>
                    <a:pt x="26293" y="19612"/>
                  </a:lnTo>
                  <a:cubicBezTo>
                    <a:pt x="26370" y="19593"/>
                    <a:pt x="26485" y="19584"/>
                    <a:pt x="26581" y="19584"/>
                  </a:cubicBezTo>
                  <a:cubicBezTo>
                    <a:pt x="26676" y="19584"/>
                    <a:pt x="26752" y="19593"/>
                    <a:pt x="26751" y="19612"/>
                  </a:cubicBezTo>
                  <a:cubicBezTo>
                    <a:pt x="26751" y="19612"/>
                    <a:pt x="26757" y="19612"/>
                    <a:pt x="26768" y="19612"/>
                  </a:cubicBezTo>
                  <a:cubicBezTo>
                    <a:pt x="26835" y="19612"/>
                    <a:pt x="27077" y="19610"/>
                    <a:pt x="27208" y="19578"/>
                  </a:cubicBezTo>
                  <a:cubicBezTo>
                    <a:pt x="27515" y="19578"/>
                    <a:pt x="27666" y="19578"/>
                    <a:pt x="27666" y="19615"/>
                  </a:cubicBezTo>
                  <a:cubicBezTo>
                    <a:pt x="27666" y="19634"/>
                    <a:pt x="27666" y="19643"/>
                    <a:pt x="27685" y="19643"/>
                  </a:cubicBezTo>
                  <a:cubicBezTo>
                    <a:pt x="27704" y="19643"/>
                    <a:pt x="27743" y="19634"/>
                    <a:pt x="27819" y="19615"/>
                  </a:cubicBezTo>
                  <a:cubicBezTo>
                    <a:pt x="27819" y="19578"/>
                    <a:pt x="27973" y="19578"/>
                    <a:pt x="28123" y="19578"/>
                  </a:cubicBezTo>
                  <a:lnTo>
                    <a:pt x="28427" y="19578"/>
                  </a:lnTo>
                  <a:cubicBezTo>
                    <a:pt x="28430" y="19540"/>
                    <a:pt x="28430" y="19540"/>
                    <a:pt x="28581" y="19540"/>
                  </a:cubicBezTo>
                  <a:cubicBezTo>
                    <a:pt x="28734" y="19540"/>
                    <a:pt x="29192" y="19581"/>
                    <a:pt x="29342" y="19581"/>
                  </a:cubicBezTo>
                  <a:cubicBezTo>
                    <a:pt x="29800" y="19581"/>
                    <a:pt x="29800" y="19581"/>
                    <a:pt x="29649" y="19543"/>
                  </a:cubicBezTo>
                  <a:cubicBezTo>
                    <a:pt x="29547" y="19543"/>
                    <a:pt x="29513" y="19526"/>
                    <a:pt x="29592" y="19526"/>
                  </a:cubicBezTo>
                  <a:cubicBezTo>
                    <a:pt x="29631" y="19526"/>
                    <a:pt x="29699" y="19531"/>
                    <a:pt x="29800" y="19543"/>
                  </a:cubicBezTo>
                  <a:cubicBezTo>
                    <a:pt x="29953" y="19543"/>
                    <a:pt x="30411" y="19584"/>
                    <a:pt x="30865" y="19584"/>
                  </a:cubicBezTo>
                  <a:cubicBezTo>
                    <a:pt x="31477" y="19584"/>
                    <a:pt x="31477" y="19584"/>
                    <a:pt x="31477" y="19546"/>
                  </a:cubicBezTo>
                  <a:cubicBezTo>
                    <a:pt x="31401" y="19509"/>
                    <a:pt x="31402" y="19490"/>
                    <a:pt x="31440" y="19490"/>
                  </a:cubicBezTo>
                  <a:cubicBezTo>
                    <a:pt x="31479" y="19490"/>
                    <a:pt x="31555" y="19509"/>
                    <a:pt x="31630" y="19546"/>
                  </a:cubicBezTo>
                  <a:cubicBezTo>
                    <a:pt x="31807" y="19591"/>
                    <a:pt x="31934" y="19610"/>
                    <a:pt x="32007" y="19610"/>
                  </a:cubicBezTo>
                  <a:cubicBezTo>
                    <a:pt x="32059" y="19610"/>
                    <a:pt x="32084" y="19601"/>
                    <a:pt x="32084" y="19584"/>
                  </a:cubicBezTo>
                  <a:cubicBezTo>
                    <a:pt x="32168" y="19560"/>
                    <a:pt x="32253" y="19548"/>
                    <a:pt x="32339" y="19548"/>
                  </a:cubicBezTo>
                  <a:cubicBezTo>
                    <a:pt x="32357" y="19548"/>
                    <a:pt x="32374" y="19548"/>
                    <a:pt x="32392" y="19549"/>
                  </a:cubicBezTo>
                  <a:cubicBezTo>
                    <a:pt x="32392" y="19568"/>
                    <a:pt x="32429" y="19578"/>
                    <a:pt x="32505" y="19578"/>
                  </a:cubicBezTo>
                  <a:cubicBezTo>
                    <a:pt x="32581" y="19578"/>
                    <a:pt x="32696" y="19568"/>
                    <a:pt x="32849" y="19549"/>
                  </a:cubicBezTo>
                  <a:cubicBezTo>
                    <a:pt x="33000" y="19549"/>
                    <a:pt x="33000" y="19549"/>
                    <a:pt x="33000" y="19587"/>
                  </a:cubicBezTo>
                  <a:lnTo>
                    <a:pt x="33304" y="19587"/>
                  </a:lnTo>
                  <a:cubicBezTo>
                    <a:pt x="33430" y="19556"/>
                    <a:pt x="33659" y="19545"/>
                    <a:pt x="33895" y="19545"/>
                  </a:cubicBezTo>
                  <a:cubicBezTo>
                    <a:pt x="34234" y="19545"/>
                    <a:pt x="34588" y="19568"/>
                    <a:pt x="34676" y="19590"/>
                  </a:cubicBezTo>
                  <a:cubicBezTo>
                    <a:pt x="34780" y="19587"/>
                    <a:pt x="34883" y="19574"/>
                    <a:pt x="34983" y="19552"/>
                  </a:cubicBezTo>
                  <a:cubicBezTo>
                    <a:pt x="35060" y="19515"/>
                    <a:pt x="35137" y="19496"/>
                    <a:pt x="35194" y="19496"/>
                  </a:cubicBezTo>
                  <a:cubicBezTo>
                    <a:pt x="35251" y="19496"/>
                    <a:pt x="35289" y="19515"/>
                    <a:pt x="35287" y="19552"/>
                  </a:cubicBezTo>
                  <a:cubicBezTo>
                    <a:pt x="35286" y="19590"/>
                    <a:pt x="35285" y="19609"/>
                    <a:pt x="35304" y="19609"/>
                  </a:cubicBezTo>
                  <a:cubicBezTo>
                    <a:pt x="35322" y="19609"/>
                    <a:pt x="35361" y="19590"/>
                    <a:pt x="35438" y="19552"/>
                  </a:cubicBezTo>
                  <a:cubicBezTo>
                    <a:pt x="35499" y="19537"/>
                    <a:pt x="35658" y="19529"/>
                    <a:pt x="35817" y="19529"/>
                  </a:cubicBezTo>
                  <a:cubicBezTo>
                    <a:pt x="36055" y="19529"/>
                    <a:pt x="36293" y="19548"/>
                    <a:pt x="36199" y="19593"/>
                  </a:cubicBezTo>
                  <a:cubicBezTo>
                    <a:pt x="36199" y="19631"/>
                    <a:pt x="36199" y="19668"/>
                    <a:pt x="36199" y="19668"/>
                  </a:cubicBezTo>
                  <a:cubicBezTo>
                    <a:pt x="36299" y="19646"/>
                    <a:pt x="36400" y="19634"/>
                    <a:pt x="36503" y="19631"/>
                  </a:cubicBezTo>
                  <a:cubicBezTo>
                    <a:pt x="36503" y="19593"/>
                    <a:pt x="36657" y="19593"/>
                    <a:pt x="37114" y="19593"/>
                  </a:cubicBezTo>
                  <a:cubicBezTo>
                    <a:pt x="37126" y="19593"/>
                    <a:pt x="37139" y="19593"/>
                    <a:pt x="37152" y="19593"/>
                  </a:cubicBezTo>
                  <a:cubicBezTo>
                    <a:pt x="37467" y="19593"/>
                    <a:pt x="38041" y="19559"/>
                    <a:pt x="38333" y="19559"/>
                  </a:cubicBezTo>
                  <a:cubicBezTo>
                    <a:pt x="38640" y="19559"/>
                    <a:pt x="39095" y="19562"/>
                    <a:pt x="39248" y="19599"/>
                  </a:cubicBezTo>
                  <a:cubicBezTo>
                    <a:pt x="39452" y="19599"/>
                    <a:pt x="39656" y="19590"/>
                    <a:pt x="39859" y="19562"/>
                  </a:cubicBezTo>
                  <a:cubicBezTo>
                    <a:pt x="39936" y="19543"/>
                    <a:pt x="40051" y="19534"/>
                    <a:pt x="40145" y="19534"/>
                  </a:cubicBezTo>
                  <a:cubicBezTo>
                    <a:pt x="40240" y="19534"/>
                    <a:pt x="40315" y="19543"/>
                    <a:pt x="40314" y="19562"/>
                  </a:cubicBezTo>
                  <a:lnTo>
                    <a:pt x="40467" y="19562"/>
                  </a:lnTo>
                  <a:cubicBezTo>
                    <a:pt x="40621" y="19543"/>
                    <a:pt x="40771" y="19531"/>
                    <a:pt x="40925" y="19527"/>
                  </a:cubicBezTo>
                  <a:cubicBezTo>
                    <a:pt x="40925" y="19554"/>
                    <a:pt x="41000" y="19581"/>
                    <a:pt x="41098" y="19581"/>
                  </a:cubicBezTo>
                  <a:cubicBezTo>
                    <a:pt x="41139" y="19581"/>
                    <a:pt x="41184" y="19576"/>
                    <a:pt x="41229" y="19565"/>
                  </a:cubicBezTo>
                  <a:cubicBezTo>
                    <a:pt x="41232" y="19527"/>
                    <a:pt x="41382" y="19527"/>
                    <a:pt x="41686" y="19527"/>
                  </a:cubicBezTo>
                  <a:cubicBezTo>
                    <a:pt x="41765" y="19537"/>
                    <a:pt x="42135" y="19546"/>
                    <a:pt x="42649" y="19549"/>
                  </a:cubicBezTo>
                  <a:lnTo>
                    <a:pt x="43507" y="19559"/>
                  </a:lnTo>
                  <a:cubicBezTo>
                    <a:pt x="43530" y="19559"/>
                    <a:pt x="43552" y="19559"/>
                    <a:pt x="43574" y="19559"/>
                  </a:cubicBezTo>
                  <a:cubicBezTo>
                    <a:pt x="43733" y="19559"/>
                    <a:pt x="43890" y="19549"/>
                    <a:pt x="44046" y="19527"/>
                  </a:cubicBezTo>
                  <a:cubicBezTo>
                    <a:pt x="44143" y="19518"/>
                    <a:pt x="44241" y="19499"/>
                    <a:pt x="44335" y="19474"/>
                  </a:cubicBezTo>
                  <a:cubicBezTo>
                    <a:pt x="44429" y="19452"/>
                    <a:pt x="44523" y="19424"/>
                    <a:pt x="44613" y="19386"/>
                  </a:cubicBezTo>
                  <a:cubicBezTo>
                    <a:pt x="45284" y="19142"/>
                    <a:pt x="45832" y="18641"/>
                    <a:pt x="46140" y="17995"/>
                  </a:cubicBezTo>
                  <a:cubicBezTo>
                    <a:pt x="46240" y="17788"/>
                    <a:pt x="46312" y="17569"/>
                    <a:pt x="46356" y="17343"/>
                  </a:cubicBezTo>
                  <a:cubicBezTo>
                    <a:pt x="46365" y="17262"/>
                    <a:pt x="46375" y="17196"/>
                    <a:pt x="46378" y="17152"/>
                  </a:cubicBezTo>
                  <a:cubicBezTo>
                    <a:pt x="46384" y="17130"/>
                    <a:pt x="46384" y="17108"/>
                    <a:pt x="46381" y="17083"/>
                  </a:cubicBezTo>
                  <a:cubicBezTo>
                    <a:pt x="46381" y="17083"/>
                    <a:pt x="46387" y="17039"/>
                    <a:pt x="46390" y="16948"/>
                  </a:cubicBezTo>
                  <a:lnTo>
                    <a:pt x="46400" y="16779"/>
                  </a:lnTo>
                  <a:cubicBezTo>
                    <a:pt x="46400" y="16723"/>
                    <a:pt x="46400" y="16657"/>
                    <a:pt x="46400" y="16582"/>
                  </a:cubicBezTo>
                  <a:lnTo>
                    <a:pt x="46400" y="16124"/>
                  </a:lnTo>
                  <a:cubicBezTo>
                    <a:pt x="46400" y="16124"/>
                    <a:pt x="46400" y="16124"/>
                    <a:pt x="46400" y="16124"/>
                  </a:cubicBezTo>
                  <a:cubicBezTo>
                    <a:pt x="46475" y="16124"/>
                    <a:pt x="46440" y="15362"/>
                    <a:pt x="46403" y="14905"/>
                  </a:cubicBezTo>
                  <a:cubicBezTo>
                    <a:pt x="46371" y="14755"/>
                    <a:pt x="46359" y="14601"/>
                    <a:pt x="46365" y="14447"/>
                  </a:cubicBezTo>
                  <a:cubicBezTo>
                    <a:pt x="46440" y="14447"/>
                    <a:pt x="46440" y="13990"/>
                    <a:pt x="46403" y="13686"/>
                  </a:cubicBezTo>
                  <a:cubicBezTo>
                    <a:pt x="46328" y="13531"/>
                    <a:pt x="46331" y="13382"/>
                    <a:pt x="46404" y="13382"/>
                  </a:cubicBezTo>
                  <a:cubicBezTo>
                    <a:pt x="46404" y="13382"/>
                    <a:pt x="46405" y="13382"/>
                    <a:pt x="46406" y="13382"/>
                  </a:cubicBezTo>
                  <a:cubicBezTo>
                    <a:pt x="46481" y="13382"/>
                    <a:pt x="46481" y="13078"/>
                    <a:pt x="46368" y="12771"/>
                  </a:cubicBezTo>
                  <a:cubicBezTo>
                    <a:pt x="46331" y="12617"/>
                    <a:pt x="46331" y="12617"/>
                    <a:pt x="46368" y="12464"/>
                  </a:cubicBezTo>
                  <a:cubicBezTo>
                    <a:pt x="46444" y="12317"/>
                    <a:pt x="46444" y="12163"/>
                    <a:pt x="46406" y="12163"/>
                  </a:cubicBezTo>
                  <a:cubicBezTo>
                    <a:pt x="46331" y="12019"/>
                    <a:pt x="46331" y="11846"/>
                    <a:pt x="46409" y="11705"/>
                  </a:cubicBezTo>
                  <a:cubicBezTo>
                    <a:pt x="46484" y="11401"/>
                    <a:pt x="46484" y="11401"/>
                    <a:pt x="46409" y="11248"/>
                  </a:cubicBezTo>
                  <a:cubicBezTo>
                    <a:pt x="46334" y="11091"/>
                    <a:pt x="46334" y="10483"/>
                    <a:pt x="46409" y="10333"/>
                  </a:cubicBezTo>
                  <a:cubicBezTo>
                    <a:pt x="46412" y="10179"/>
                    <a:pt x="46450" y="10029"/>
                    <a:pt x="46412" y="10029"/>
                  </a:cubicBezTo>
                  <a:lnTo>
                    <a:pt x="46450" y="9878"/>
                  </a:lnTo>
                  <a:lnTo>
                    <a:pt x="46450" y="9571"/>
                  </a:lnTo>
                  <a:lnTo>
                    <a:pt x="46412" y="9571"/>
                  </a:lnTo>
                  <a:cubicBezTo>
                    <a:pt x="46412" y="9418"/>
                    <a:pt x="46453" y="8506"/>
                    <a:pt x="46453" y="7440"/>
                  </a:cubicBezTo>
                  <a:cubicBezTo>
                    <a:pt x="46456" y="6008"/>
                    <a:pt x="46456" y="5575"/>
                    <a:pt x="46433" y="5575"/>
                  </a:cubicBezTo>
                  <a:cubicBezTo>
                    <a:pt x="46429" y="5575"/>
                    <a:pt x="46424" y="5588"/>
                    <a:pt x="46418" y="5610"/>
                  </a:cubicBezTo>
                  <a:cubicBezTo>
                    <a:pt x="46404" y="5638"/>
                    <a:pt x="46393" y="5651"/>
                    <a:pt x="46384" y="5651"/>
                  </a:cubicBezTo>
                  <a:cubicBezTo>
                    <a:pt x="46346" y="5651"/>
                    <a:pt x="46357" y="5425"/>
                    <a:pt x="46418" y="5303"/>
                  </a:cubicBezTo>
                  <a:cubicBezTo>
                    <a:pt x="46422" y="5153"/>
                    <a:pt x="46459" y="4849"/>
                    <a:pt x="46459" y="4545"/>
                  </a:cubicBezTo>
                  <a:cubicBezTo>
                    <a:pt x="46459" y="4239"/>
                    <a:pt x="46459" y="3937"/>
                    <a:pt x="46496" y="3937"/>
                  </a:cubicBezTo>
                  <a:cubicBezTo>
                    <a:pt x="46496" y="3937"/>
                    <a:pt x="46497" y="3937"/>
                    <a:pt x="46497" y="3937"/>
                  </a:cubicBezTo>
                  <a:lnTo>
                    <a:pt x="46497" y="3783"/>
                  </a:lnTo>
                  <a:cubicBezTo>
                    <a:pt x="46459" y="3630"/>
                    <a:pt x="46444" y="3326"/>
                    <a:pt x="46437" y="3000"/>
                  </a:cubicBezTo>
                  <a:cubicBezTo>
                    <a:pt x="46437" y="2639"/>
                    <a:pt x="46378" y="2282"/>
                    <a:pt x="46262" y="1937"/>
                  </a:cubicBezTo>
                  <a:cubicBezTo>
                    <a:pt x="46118" y="1599"/>
                    <a:pt x="46017" y="1430"/>
                    <a:pt x="45754" y="1170"/>
                  </a:cubicBezTo>
                  <a:cubicBezTo>
                    <a:pt x="45619" y="1041"/>
                    <a:pt x="45547" y="988"/>
                    <a:pt x="45494" y="944"/>
                  </a:cubicBezTo>
                  <a:cubicBezTo>
                    <a:pt x="45447" y="894"/>
                    <a:pt x="45400" y="844"/>
                    <a:pt x="45356" y="790"/>
                  </a:cubicBezTo>
                  <a:cubicBezTo>
                    <a:pt x="45372" y="775"/>
                    <a:pt x="45165" y="587"/>
                    <a:pt x="44911" y="458"/>
                  </a:cubicBezTo>
                  <a:cubicBezTo>
                    <a:pt x="44714" y="349"/>
                    <a:pt x="44494" y="288"/>
                    <a:pt x="44412" y="288"/>
                  </a:cubicBezTo>
                  <a:cubicBezTo>
                    <a:pt x="44392" y="288"/>
                    <a:pt x="44380" y="291"/>
                    <a:pt x="44378" y="298"/>
                  </a:cubicBezTo>
                  <a:lnTo>
                    <a:pt x="44209" y="217"/>
                  </a:lnTo>
                  <a:cubicBezTo>
                    <a:pt x="44125" y="183"/>
                    <a:pt x="44037" y="170"/>
                    <a:pt x="43968" y="170"/>
                  </a:cubicBezTo>
                  <a:cubicBezTo>
                    <a:pt x="43890" y="170"/>
                    <a:pt x="43836" y="186"/>
                    <a:pt x="43836" y="207"/>
                  </a:cubicBezTo>
                  <a:cubicBezTo>
                    <a:pt x="43834" y="239"/>
                    <a:pt x="43799" y="255"/>
                    <a:pt x="43748" y="255"/>
                  </a:cubicBezTo>
                  <a:cubicBezTo>
                    <a:pt x="43679" y="255"/>
                    <a:pt x="43581" y="224"/>
                    <a:pt x="43501" y="160"/>
                  </a:cubicBezTo>
                  <a:cubicBezTo>
                    <a:pt x="43501" y="116"/>
                    <a:pt x="43449" y="98"/>
                    <a:pt x="43407" y="98"/>
                  </a:cubicBezTo>
                  <a:cubicBezTo>
                    <a:pt x="43376" y="98"/>
                    <a:pt x="43350" y="107"/>
                    <a:pt x="43350" y="123"/>
                  </a:cubicBezTo>
                  <a:cubicBezTo>
                    <a:pt x="43242" y="149"/>
                    <a:pt x="43133" y="176"/>
                    <a:pt x="43025" y="176"/>
                  </a:cubicBezTo>
                  <a:cubicBezTo>
                    <a:pt x="42980" y="176"/>
                    <a:pt x="42935" y="172"/>
                    <a:pt x="42890" y="160"/>
                  </a:cubicBezTo>
                  <a:cubicBezTo>
                    <a:pt x="42739" y="160"/>
                    <a:pt x="42586" y="160"/>
                    <a:pt x="42583" y="236"/>
                  </a:cubicBezTo>
                  <a:cubicBezTo>
                    <a:pt x="42583" y="273"/>
                    <a:pt x="42429" y="273"/>
                    <a:pt x="42279" y="273"/>
                  </a:cubicBezTo>
                  <a:cubicBezTo>
                    <a:pt x="42279" y="236"/>
                    <a:pt x="42279" y="236"/>
                    <a:pt x="42432" y="198"/>
                  </a:cubicBezTo>
                  <a:lnTo>
                    <a:pt x="42128" y="195"/>
                  </a:lnTo>
                  <a:cubicBezTo>
                    <a:pt x="41975" y="195"/>
                    <a:pt x="41671" y="157"/>
                    <a:pt x="41674" y="120"/>
                  </a:cubicBezTo>
                  <a:cubicBezTo>
                    <a:pt x="41610" y="104"/>
                    <a:pt x="41547" y="95"/>
                    <a:pt x="41506" y="95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37"/>
            <p:cNvSpPr/>
            <p:nvPr/>
          </p:nvSpPr>
          <p:spPr>
            <a:xfrm>
              <a:off x="5112916" y="3603862"/>
              <a:ext cx="396034" cy="23120"/>
            </a:xfrm>
            <a:custGeom>
              <a:avLst/>
              <a:gdLst/>
              <a:ahLst/>
              <a:cxnLst/>
              <a:rect l="l" t="t" r="r" b="b"/>
              <a:pathLst>
                <a:path w="26651" h="1568" extrusionOk="0">
                  <a:moveTo>
                    <a:pt x="782" y="1"/>
                  </a:moveTo>
                  <a:cubicBezTo>
                    <a:pt x="349" y="1"/>
                    <a:pt x="1" y="351"/>
                    <a:pt x="1" y="784"/>
                  </a:cubicBezTo>
                  <a:cubicBezTo>
                    <a:pt x="1" y="1215"/>
                    <a:pt x="349" y="1568"/>
                    <a:pt x="782" y="1568"/>
                  </a:cubicBezTo>
                  <a:cubicBezTo>
                    <a:pt x="784" y="1568"/>
                    <a:pt x="786" y="1568"/>
                    <a:pt x="787" y="1568"/>
                  </a:cubicBezTo>
                  <a:lnTo>
                    <a:pt x="25861" y="1568"/>
                  </a:lnTo>
                  <a:cubicBezTo>
                    <a:pt x="25863" y="1568"/>
                    <a:pt x="25865" y="1568"/>
                    <a:pt x="25867" y="1568"/>
                  </a:cubicBezTo>
                  <a:cubicBezTo>
                    <a:pt x="26300" y="1568"/>
                    <a:pt x="26651" y="1215"/>
                    <a:pt x="26651" y="784"/>
                  </a:cubicBezTo>
                  <a:cubicBezTo>
                    <a:pt x="26651" y="351"/>
                    <a:pt x="26300" y="1"/>
                    <a:pt x="25867" y="1"/>
                  </a:cubicBezTo>
                  <a:cubicBezTo>
                    <a:pt x="25865" y="1"/>
                    <a:pt x="25863" y="1"/>
                    <a:pt x="25861" y="1"/>
                  </a:cubicBezTo>
                  <a:lnTo>
                    <a:pt x="787" y="1"/>
                  </a:lnTo>
                  <a:cubicBezTo>
                    <a:pt x="785" y="1"/>
                    <a:pt x="784" y="1"/>
                    <a:pt x="782" y="1"/>
                  </a:cubicBezTo>
                  <a:close/>
                </a:path>
              </a:pathLst>
            </a:custGeom>
            <a:solidFill>
              <a:srgbClr val="D581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37"/>
            <p:cNvSpPr/>
            <p:nvPr/>
          </p:nvSpPr>
          <p:spPr>
            <a:xfrm>
              <a:off x="5112916" y="3657006"/>
              <a:ext cx="478745" cy="23076"/>
            </a:xfrm>
            <a:custGeom>
              <a:avLst/>
              <a:gdLst/>
              <a:ahLst/>
              <a:cxnLst/>
              <a:rect l="l" t="t" r="r" b="b"/>
              <a:pathLst>
                <a:path w="32217" h="1565" extrusionOk="0">
                  <a:moveTo>
                    <a:pt x="782" y="1"/>
                  </a:moveTo>
                  <a:cubicBezTo>
                    <a:pt x="349" y="1"/>
                    <a:pt x="1" y="351"/>
                    <a:pt x="1" y="781"/>
                  </a:cubicBezTo>
                  <a:cubicBezTo>
                    <a:pt x="1" y="1215"/>
                    <a:pt x="349" y="1565"/>
                    <a:pt x="782" y="1565"/>
                  </a:cubicBezTo>
                  <a:cubicBezTo>
                    <a:pt x="784" y="1565"/>
                    <a:pt x="785" y="1565"/>
                    <a:pt x="787" y="1565"/>
                  </a:cubicBezTo>
                  <a:lnTo>
                    <a:pt x="31427" y="1565"/>
                  </a:lnTo>
                  <a:cubicBezTo>
                    <a:pt x="31429" y="1565"/>
                    <a:pt x="31431" y="1565"/>
                    <a:pt x="31432" y="1565"/>
                  </a:cubicBezTo>
                  <a:cubicBezTo>
                    <a:pt x="31865" y="1565"/>
                    <a:pt x="32216" y="1215"/>
                    <a:pt x="32216" y="781"/>
                  </a:cubicBezTo>
                  <a:cubicBezTo>
                    <a:pt x="32216" y="351"/>
                    <a:pt x="31865" y="1"/>
                    <a:pt x="31432" y="1"/>
                  </a:cubicBezTo>
                  <a:cubicBezTo>
                    <a:pt x="31431" y="1"/>
                    <a:pt x="31429" y="1"/>
                    <a:pt x="31427" y="1"/>
                  </a:cubicBezTo>
                  <a:lnTo>
                    <a:pt x="787" y="1"/>
                  </a:lnTo>
                  <a:cubicBezTo>
                    <a:pt x="785" y="1"/>
                    <a:pt x="784" y="1"/>
                    <a:pt x="782" y="1"/>
                  </a:cubicBezTo>
                  <a:close/>
                </a:path>
              </a:pathLst>
            </a:custGeom>
            <a:solidFill>
              <a:srgbClr val="F4D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37"/>
            <p:cNvSpPr/>
            <p:nvPr/>
          </p:nvSpPr>
          <p:spPr>
            <a:xfrm>
              <a:off x="5112916" y="3710106"/>
              <a:ext cx="329580" cy="23120"/>
            </a:xfrm>
            <a:custGeom>
              <a:avLst/>
              <a:gdLst/>
              <a:ahLst/>
              <a:cxnLst/>
              <a:rect l="l" t="t" r="r" b="b"/>
              <a:pathLst>
                <a:path w="22179" h="1568" extrusionOk="0">
                  <a:moveTo>
                    <a:pt x="782" y="1"/>
                  </a:moveTo>
                  <a:cubicBezTo>
                    <a:pt x="349" y="1"/>
                    <a:pt x="1" y="350"/>
                    <a:pt x="1" y="784"/>
                  </a:cubicBezTo>
                  <a:cubicBezTo>
                    <a:pt x="1" y="1218"/>
                    <a:pt x="349" y="1568"/>
                    <a:pt x="782" y="1568"/>
                  </a:cubicBezTo>
                  <a:cubicBezTo>
                    <a:pt x="784" y="1568"/>
                    <a:pt x="785" y="1568"/>
                    <a:pt x="787" y="1568"/>
                  </a:cubicBezTo>
                  <a:lnTo>
                    <a:pt x="21392" y="1568"/>
                  </a:lnTo>
                  <a:cubicBezTo>
                    <a:pt x="21394" y="1568"/>
                    <a:pt x="21396" y="1568"/>
                    <a:pt x="21398" y="1568"/>
                  </a:cubicBezTo>
                  <a:cubicBezTo>
                    <a:pt x="21828" y="1568"/>
                    <a:pt x="22179" y="1218"/>
                    <a:pt x="22179" y="784"/>
                  </a:cubicBezTo>
                  <a:cubicBezTo>
                    <a:pt x="22179" y="350"/>
                    <a:pt x="21828" y="1"/>
                    <a:pt x="21398" y="1"/>
                  </a:cubicBezTo>
                  <a:cubicBezTo>
                    <a:pt x="21396" y="1"/>
                    <a:pt x="21394" y="1"/>
                    <a:pt x="21392" y="1"/>
                  </a:cubicBezTo>
                  <a:lnTo>
                    <a:pt x="787" y="1"/>
                  </a:lnTo>
                  <a:cubicBezTo>
                    <a:pt x="785" y="1"/>
                    <a:pt x="784" y="1"/>
                    <a:pt x="782" y="1"/>
                  </a:cubicBezTo>
                  <a:close/>
                </a:path>
              </a:pathLst>
            </a:custGeom>
            <a:solidFill>
              <a:srgbClr val="69B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37"/>
            <p:cNvSpPr/>
            <p:nvPr/>
          </p:nvSpPr>
          <p:spPr>
            <a:xfrm>
              <a:off x="5591660" y="3214264"/>
              <a:ext cx="37046" cy="40549"/>
            </a:xfrm>
            <a:custGeom>
              <a:avLst/>
              <a:gdLst/>
              <a:ahLst/>
              <a:cxnLst/>
              <a:rect l="l" t="t" r="r" b="b"/>
              <a:pathLst>
                <a:path w="2493" h="2750" extrusionOk="0">
                  <a:moveTo>
                    <a:pt x="1267" y="0"/>
                  </a:moveTo>
                  <a:cubicBezTo>
                    <a:pt x="1267" y="0"/>
                    <a:pt x="1268" y="7"/>
                    <a:pt x="1271" y="19"/>
                  </a:cubicBezTo>
                  <a:lnTo>
                    <a:pt x="1271" y="19"/>
                  </a:lnTo>
                  <a:cubicBezTo>
                    <a:pt x="1269" y="6"/>
                    <a:pt x="1267" y="0"/>
                    <a:pt x="1267" y="0"/>
                  </a:cubicBezTo>
                  <a:close/>
                  <a:moveTo>
                    <a:pt x="1271" y="19"/>
                  </a:moveTo>
                  <a:lnTo>
                    <a:pt x="1271" y="19"/>
                  </a:lnTo>
                  <a:cubicBezTo>
                    <a:pt x="1272" y="26"/>
                    <a:pt x="1273" y="34"/>
                    <a:pt x="1275" y="45"/>
                  </a:cubicBezTo>
                  <a:lnTo>
                    <a:pt x="1275" y="45"/>
                  </a:lnTo>
                  <a:cubicBezTo>
                    <a:pt x="1274" y="39"/>
                    <a:pt x="1274" y="32"/>
                    <a:pt x="1273" y="25"/>
                  </a:cubicBezTo>
                  <a:cubicBezTo>
                    <a:pt x="1272" y="23"/>
                    <a:pt x="1272" y="21"/>
                    <a:pt x="1271" y="19"/>
                  </a:cubicBezTo>
                  <a:close/>
                  <a:moveTo>
                    <a:pt x="1210" y="147"/>
                  </a:moveTo>
                  <a:cubicBezTo>
                    <a:pt x="1206" y="147"/>
                    <a:pt x="1208" y="164"/>
                    <a:pt x="1209" y="164"/>
                  </a:cubicBezTo>
                  <a:cubicBezTo>
                    <a:pt x="1210" y="164"/>
                    <a:pt x="1210" y="160"/>
                    <a:pt x="1210" y="147"/>
                  </a:cubicBezTo>
                  <a:close/>
                  <a:moveTo>
                    <a:pt x="1267" y="178"/>
                  </a:moveTo>
                  <a:lnTo>
                    <a:pt x="1279" y="216"/>
                  </a:lnTo>
                  <a:lnTo>
                    <a:pt x="1273" y="216"/>
                  </a:lnTo>
                  <a:cubicBezTo>
                    <a:pt x="1267" y="216"/>
                    <a:pt x="1267" y="216"/>
                    <a:pt x="1261" y="178"/>
                  </a:cubicBezTo>
                  <a:close/>
                  <a:moveTo>
                    <a:pt x="1198" y="185"/>
                  </a:moveTo>
                  <a:lnTo>
                    <a:pt x="1210" y="222"/>
                  </a:lnTo>
                  <a:lnTo>
                    <a:pt x="1204" y="222"/>
                  </a:lnTo>
                  <a:cubicBezTo>
                    <a:pt x="1198" y="222"/>
                    <a:pt x="1198" y="222"/>
                    <a:pt x="1192" y="188"/>
                  </a:cubicBezTo>
                  <a:lnTo>
                    <a:pt x="1198" y="185"/>
                  </a:lnTo>
                  <a:close/>
                  <a:moveTo>
                    <a:pt x="1317" y="172"/>
                  </a:moveTo>
                  <a:cubicBezTo>
                    <a:pt x="1329" y="175"/>
                    <a:pt x="1329" y="175"/>
                    <a:pt x="1326" y="213"/>
                  </a:cubicBezTo>
                  <a:cubicBezTo>
                    <a:pt x="1323" y="230"/>
                    <a:pt x="1320" y="240"/>
                    <a:pt x="1317" y="240"/>
                  </a:cubicBezTo>
                  <a:cubicBezTo>
                    <a:pt x="1314" y="240"/>
                    <a:pt x="1312" y="231"/>
                    <a:pt x="1311" y="213"/>
                  </a:cubicBezTo>
                  <a:cubicBezTo>
                    <a:pt x="1308" y="175"/>
                    <a:pt x="1308" y="172"/>
                    <a:pt x="1317" y="172"/>
                  </a:cubicBezTo>
                  <a:close/>
                  <a:moveTo>
                    <a:pt x="1138" y="238"/>
                  </a:moveTo>
                  <a:lnTo>
                    <a:pt x="1138" y="238"/>
                  </a:lnTo>
                  <a:cubicBezTo>
                    <a:pt x="1151" y="260"/>
                    <a:pt x="1160" y="285"/>
                    <a:pt x="1167" y="310"/>
                  </a:cubicBezTo>
                  <a:lnTo>
                    <a:pt x="1160" y="310"/>
                  </a:lnTo>
                  <a:cubicBezTo>
                    <a:pt x="1160" y="310"/>
                    <a:pt x="1160" y="310"/>
                    <a:pt x="1159" y="310"/>
                  </a:cubicBezTo>
                  <a:cubicBezTo>
                    <a:pt x="1153" y="310"/>
                    <a:pt x="1145" y="275"/>
                    <a:pt x="1145" y="275"/>
                  </a:cubicBezTo>
                  <a:cubicBezTo>
                    <a:pt x="1145" y="275"/>
                    <a:pt x="1132" y="241"/>
                    <a:pt x="1138" y="238"/>
                  </a:cubicBezTo>
                  <a:close/>
                  <a:moveTo>
                    <a:pt x="878" y="324"/>
                  </a:moveTo>
                  <a:cubicBezTo>
                    <a:pt x="879" y="324"/>
                    <a:pt x="882" y="327"/>
                    <a:pt x="888" y="338"/>
                  </a:cubicBezTo>
                  <a:lnTo>
                    <a:pt x="906" y="370"/>
                  </a:lnTo>
                  <a:cubicBezTo>
                    <a:pt x="915" y="394"/>
                    <a:pt x="926" y="421"/>
                    <a:pt x="924" y="421"/>
                  </a:cubicBezTo>
                  <a:cubicBezTo>
                    <a:pt x="924" y="421"/>
                    <a:pt x="921" y="417"/>
                    <a:pt x="916" y="407"/>
                  </a:cubicBezTo>
                  <a:cubicBezTo>
                    <a:pt x="900" y="385"/>
                    <a:pt x="891" y="363"/>
                    <a:pt x="881" y="341"/>
                  </a:cubicBezTo>
                  <a:cubicBezTo>
                    <a:pt x="881" y="341"/>
                    <a:pt x="875" y="324"/>
                    <a:pt x="878" y="324"/>
                  </a:cubicBezTo>
                  <a:close/>
                  <a:moveTo>
                    <a:pt x="1433" y="370"/>
                  </a:moveTo>
                  <a:lnTo>
                    <a:pt x="1436" y="410"/>
                  </a:lnTo>
                  <a:cubicBezTo>
                    <a:pt x="1431" y="442"/>
                    <a:pt x="1428" y="445"/>
                    <a:pt x="1427" y="445"/>
                  </a:cubicBezTo>
                  <a:cubicBezTo>
                    <a:pt x="1427" y="445"/>
                    <a:pt x="1427" y="445"/>
                    <a:pt x="1427" y="445"/>
                  </a:cubicBezTo>
                  <a:cubicBezTo>
                    <a:pt x="1423" y="445"/>
                    <a:pt x="1423" y="445"/>
                    <a:pt x="1427" y="407"/>
                  </a:cubicBezTo>
                  <a:cubicBezTo>
                    <a:pt x="1427" y="407"/>
                    <a:pt x="1430" y="370"/>
                    <a:pt x="1433" y="370"/>
                  </a:cubicBezTo>
                  <a:close/>
                  <a:moveTo>
                    <a:pt x="1970" y="419"/>
                  </a:moveTo>
                  <a:cubicBezTo>
                    <a:pt x="1971" y="419"/>
                    <a:pt x="1971" y="419"/>
                    <a:pt x="1972" y="420"/>
                  </a:cubicBezTo>
                  <a:lnTo>
                    <a:pt x="1975" y="426"/>
                  </a:lnTo>
                  <a:cubicBezTo>
                    <a:pt x="1959" y="442"/>
                    <a:pt x="1937" y="457"/>
                    <a:pt x="1919" y="473"/>
                  </a:cubicBezTo>
                  <a:lnTo>
                    <a:pt x="1912" y="470"/>
                  </a:lnTo>
                  <a:cubicBezTo>
                    <a:pt x="1938" y="444"/>
                    <a:pt x="1961" y="419"/>
                    <a:pt x="1970" y="419"/>
                  </a:cubicBezTo>
                  <a:close/>
                  <a:moveTo>
                    <a:pt x="1370" y="404"/>
                  </a:moveTo>
                  <a:lnTo>
                    <a:pt x="1376" y="442"/>
                  </a:lnTo>
                  <a:lnTo>
                    <a:pt x="1370" y="479"/>
                  </a:lnTo>
                  <a:lnTo>
                    <a:pt x="1367" y="479"/>
                  </a:lnTo>
                  <a:cubicBezTo>
                    <a:pt x="1364" y="454"/>
                    <a:pt x="1367" y="426"/>
                    <a:pt x="1370" y="404"/>
                  </a:cubicBezTo>
                  <a:close/>
                  <a:moveTo>
                    <a:pt x="1621" y="505"/>
                  </a:moveTo>
                  <a:lnTo>
                    <a:pt x="1621" y="505"/>
                  </a:lnTo>
                  <a:cubicBezTo>
                    <a:pt x="1619" y="507"/>
                    <a:pt x="1617" y="510"/>
                    <a:pt x="1615" y="514"/>
                  </a:cubicBezTo>
                  <a:cubicBezTo>
                    <a:pt x="1610" y="524"/>
                    <a:pt x="1608" y="528"/>
                    <a:pt x="1608" y="528"/>
                  </a:cubicBezTo>
                  <a:cubicBezTo>
                    <a:pt x="1608" y="528"/>
                    <a:pt x="1614" y="518"/>
                    <a:pt x="1621" y="505"/>
                  </a:cubicBezTo>
                  <a:close/>
                  <a:moveTo>
                    <a:pt x="769" y="561"/>
                  </a:moveTo>
                  <a:cubicBezTo>
                    <a:pt x="797" y="583"/>
                    <a:pt x="825" y="611"/>
                    <a:pt x="841" y="645"/>
                  </a:cubicBezTo>
                  <a:cubicBezTo>
                    <a:pt x="840" y="646"/>
                    <a:pt x="839" y="647"/>
                    <a:pt x="838" y="647"/>
                  </a:cubicBezTo>
                  <a:cubicBezTo>
                    <a:pt x="836" y="647"/>
                    <a:pt x="830" y="642"/>
                    <a:pt x="809" y="623"/>
                  </a:cubicBezTo>
                  <a:cubicBezTo>
                    <a:pt x="784" y="595"/>
                    <a:pt x="762" y="564"/>
                    <a:pt x="769" y="561"/>
                  </a:cubicBezTo>
                  <a:close/>
                  <a:moveTo>
                    <a:pt x="2158" y="638"/>
                  </a:moveTo>
                  <a:cubicBezTo>
                    <a:pt x="2167" y="638"/>
                    <a:pt x="2171" y="645"/>
                    <a:pt x="2172" y="648"/>
                  </a:cubicBezTo>
                  <a:cubicBezTo>
                    <a:pt x="2149" y="669"/>
                    <a:pt x="2119" y="681"/>
                    <a:pt x="2110" y="681"/>
                  </a:cubicBezTo>
                  <a:cubicBezTo>
                    <a:pt x="2108" y="681"/>
                    <a:pt x="2107" y="681"/>
                    <a:pt x="2107" y="680"/>
                  </a:cubicBezTo>
                  <a:lnTo>
                    <a:pt x="2104" y="680"/>
                  </a:lnTo>
                  <a:cubicBezTo>
                    <a:pt x="2097" y="667"/>
                    <a:pt x="2097" y="667"/>
                    <a:pt x="2132" y="648"/>
                  </a:cubicBezTo>
                  <a:cubicBezTo>
                    <a:pt x="2144" y="641"/>
                    <a:pt x="2152" y="638"/>
                    <a:pt x="2158" y="638"/>
                  </a:cubicBezTo>
                  <a:close/>
                  <a:moveTo>
                    <a:pt x="2285" y="1134"/>
                  </a:moveTo>
                  <a:cubicBezTo>
                    <a:pt x="2296" y="1134"/>
                    <a:pt x="2304" y="1136"/>
                    <a:pt x="2304" y="1140"/>
                  </a:cubicBezTo>
                  <a:lnTo>
                    <a:pt x="2266" y="1150"/>
                  </a:lnTo>
                  <a:lnTo>
                    <a:pt x="2229" y="1147"/>
                  </a:lnTo>
                  <a:lnTo>
                    <a:pt x="2229" y="1140"/>
                  </a:lnTo>
                  <a:cubicBezTo>
                    <a:pt x="2250" y="1137"/>
                    <a:pt x="2270" y="1134"/>
                    <a:pt x="2285" y="1134"/>
                  </a:cubicBezTo>
                  <a:close/>
                  <a:moveTo>
                    <a:pt x="2000" y="1228"/>
                  </a:moveTo>
                  <a:cubicBezTo>
                    <a:pt x="2038" y="1228"/>
                    <a:pt x="2078" y="1228"/>
                    <a:pt x="2078" y="1234"/>
                  </a:cubicBezTo>
                  <a:lnTo>
                    <a:pt x="2078" y="1241"/>
                  </a:lnTo>
                  <a:cubicBezTo>
                    <a:pt x="2050" y="1238"/>
                    <a:pt x="2025" y="1238"/>
                    <a:pt x="2000" y="1234"/>
                  </a:cubicBezTo>
                  <a:lnTo>
                    <a:pt x="2000" y="1228"/>
                  </a:lnTo>
                  <a:close/>
                  <a:moveTo>
                    <a:pt x="606" y="1324"/>
                  </a:moveTo>
                  <a:cubicBezTo>
                    <a:pt x="632" y="1324"/>
                    <a:pt x="571" y="1335"/>
                    <a:pt x="505" y="1338"/>
                  </a:cubicBezTo>
                  <a:cubicBezTo>
                    <a:pt x="472" y="1342"/>
                    <a:pt x="454" y="1345"/>
                    <a:pt x="451" y="1345"/>
                  </a:cubicBezTo>
                  <a:cubicBezTo>
                    <a:pt x="449" y="1345"/>
                    <a:pt x="467" y="1341"/>
                    <a:pt x="505" y="1335"/>
                  </a:cubicBezTo>
                  <a:cubicBezTo>
                    <a:pt x="524" y="1328"/>
                    <a:pt x="543" y="1324"/>
                    <a:pt x="562" y="1324"/>
                  </a:cubicBezTo>
                  <a:cubicBezTo>
                    <a:pt x="568" y="1324"/>
                    <a:pt x="574" y="1325"/>
                    <a:pt x="580" y="1325"/>
                  </a:cubicBezTo>
                  <a:cubicBezTo>
                    <a:pt x="593" y="1324"/>
                    <a:pt x="601" y="1324"/>
                    <a:pt x="606" y="1324"/>
                  </a:cubicBezTo>
                  <a:close/>
                  <a:moveTo>
                    <a:pt x="2261" y="1345"/>
                  </a:moveTo>
                  <a:cubicBezTo>
                    <a:pt x="2267" y="1345"/>
                    <a:pt x="2276" y="1346"/>
                    <a:pt x="2292" y="1347"/>
                  </a:cubicBezTo>
                  <a:cubicBezTo>
                    <a:pt x="2317" y="1350"/>
                    <a:pt x="2342" y="1357"/>
                    <a:pt x="2367" y="1366"/>
                  </a:cubicBezTo>
                  <a:cubicBezTo>
                    <a:pt x="2367" y="1367"/>
                    <a:pt x="2365" y="1368"/>
                    <a:pt x="2361" y="1368"/>
                  </a:cubicBezTo>
                  <a:cubicBezTo>
                    <a:pt x="2343" y="1368"/>
                    <a:pt x="2285" y="1356"/>
                    <a:pt x="2254" y="1350"/>
                  </a:cubicBezTo>
                  <a:cubicBezTo>
                    <a:pt x="2254" y="1347"/>
                    <a:pt x="2254" y="1345"/>
                    <a:pt x="2261" y="1345"/>
                  </a:cubicBezTo>
                  <a:close/>
                  <a:moveTo>
                    <a:pt x="2254" y="1513"/>
                  </a:moveTo>
                  <a:cubicBezTo>
                    <a:pt x="2288" y="1523"/>
                    <a:pt x="2326" y="1535"/>
                    <a:pt x="2323" y="1542"/>
                  </a:cubicBezTo>
                  <a:lnTo>
                    <a:pt x="2285" y="1538"/>
                  </a:lnTo>
                  <a:lnTo>
                    <a:pt x="2251" y="1520"/>
                  </a:lnTo>
                  <a:lnTo>
                    <a:pt x="2254" y="1513"/>
                  </a:lnTo>
                  <a:close/>
                  <a:moveTo>
                    <a:pt x="759" y="1545"/>
                  </a:moveTo>
                  <a:lnTo>
                    <a:pt x="734" y="1573"/>
                  </a:lnTo>
                  <a:lnTo>
                    <a:pt x="734" y="1576"/>
                  </a:lnTo>
                  <a:cubicBezTo>
                    <a:pt x="765" y="1554"/>
                    <a:pt x="765" y="1554"/>
                    <a:pt x="762" y="1548"/>
                  </a:cubicBezTo>
                  <a:lnTo>
                    <a:pt x="759" y="1545"/>
                  </a:lnTo>
                  <a:close/>
                  <a:moveTo>
                    <a:pt x="1602" y="1551"/>
                  </a:moveTo>
                  <a:cubicBezTo>
                    <a:pt x="1596" y="1554"/>
                    <a:pt x="1596" y="1554"/>
                    <a:pt x="1618" y="1585"/>
                  </a:cubicBezTo>
                  <a:lnTo>
                    <a:pt x="1621" y="1585"/>
                  </a:lnTo>
                  <a:cubicBezTo>
                    <a:pt x="1605" y="1551"/>
                    <a:pt x="1605" y="1551"/>
                    <a:pt x="1602" y="1551"/>
                  </a:cubicBezTo>
                  <a:close/>
                  <a:moveTo>
                    <a:pt x="564" y="1593"/>
                  </a:moveTo>
                  <a:cubicBezTo>
                    <a:pt x="568" y="1593"/>
                    <a:pt x="570" y="1595"/>
                    <a:pt x="571" y="1598"/>
                  </a:cubicBezTo>
                  <a:cubicBezTo>
                    <a:pt x="574" y="1601"/>
                    <a:pt x="574" y="1601"/>
                    <a:pt x="540" y="1623"/>
                  </a:cubicBezTo>
                  <a:cubicBezTo>
                    <a:pt x="540" y="1623"/>
                    <a:pt x="516" y="1634"/>
                    <a:pt x="506" y="1634"/>
                  </a:cubicBezTo>
                  <a:cubicBezTo>
                    <a:pt x="504" y="1634"/>
                    <a:pt x="503" y="1633"/>
                    <a:pt x="502" y="1632"/>
                  </a:cubicBezTo>
                  <a:lnTo>
                    <a:pt x="530" y="1607"/>
                  </a:lnTo>
                  <a:cubicBezTo>
                    <a:pt x="550" y="1597"/>
                    <a:pt x="559" y="1593"/>
                    <a:pt x="564" y="1593"/>
                  </a:cubicBezTo>
                  <a:close/>
                  <a:moveTo>
                    <a:pt x="600" y="1646"/>
                  </a:moveTo>
                  <a:cubicBezTo>
                    <a:pt x="602" y="1646"/>
                    <a:pt x="604" y="1648"/>
                    <a:pt x="606" y="1651"/>
                  </a:cubicBezTo>
                  <a:cubicBezTo>
                    <a:pt x="609" y="1658"/>
                    <a:pt x="612" y="1661"/>
                    <a:pt x="580" y="1686"/>
                  </a:cubicBezTo>
                  <a:lnTo>
                    <a:pt x="577" y="1679"/>
                  </a:lnTo>
                  <a:cubicBezTo>
                    <a:pt x="588" y="1672"/>
                    <a:pt x="591" y="1669"/>
                    <a:pt x="590" y="1669"/>
                  </a:cubicBezTo>
                  <a:lnTo>
                    <a:pt x="590" y="1669"/>
                  </a:lnTo>
                  <a:cubicBezTo>
                    <a:pt x="587" y="1669"/>
                    <a:pt x="566" y="1682"/>
                    <a:pt x="549" y="1701"/>
                  </a:cubicBezTo>
                  <a:lnTo>
                    <a:pt x="486" y="1748"/>
                  </a:lnTo>
                  <a:cubicBezTo>
                    <a:pt x="483" y="1742"/>
                    <a:pt x="512" y="1714"/>
                    <a:pt x="543" y="1692"/>
                  </a:cubicBezTo>
                  <a:lnTo>
                    <a:pt x="540" y="1692"/>
                  </a:lnTo>
                  <a:cubicBezTo>
                    <a:pt x="581" y="1657"/>
                    <a:pt x="594" y="1646"/>
                    <a:pt x="600" y="1646"/>
                  </a:cubicBezTo>
                  <a:close/>
                  <a:moveTo>
                    <a:pt x="1746" y="1817"/>
                  </a:moveTo>
                  <a:lnTo>
                    <a:pt x="1746" y="1817"/>
                  </a:lnTo>
                  <a:cubicBezTo>
                    <a:pt x="1752" y="1829"/>
                    <a:pt x="1753" y="1833"/>
                    <a:pt x="1752" y="1833"/>
                  </a:cubicBezTo>
                  <a:cubicBezTo>
                    <a:pt x="1750" y="1833"/>
                    <a:pt x="1742" y="1819"/>
                    <a:pt x="1746" y="1817"/>
                  </a:cubicBezTo>
                  <a:close/>
                  <a:moveTo>
                    <a:pt x="928" y="1839"/>
                  </a:moveTo>
                  <a:lnTo>
                    <a:pt x="928" y="1839"/>
                  </a:lnTo>
                  <a:cubicBezTo>
                    <a:pt x="929" y="1839"/>
                    <a:pt x="929" y="1839"/>
                    <a:pt x="929" y="1839"/>
                  </a:cubicBezTo>
                  <a:lnTo>
                    <a:pt x="929" y="1839"/>
                  </a:lnTo>
                  <a:cubicBezTo>
                    <a:pt x="929" y="1839"/>
                    <a:pt x="929" y="1839"/>
                    <a:pt x="928" y="1839"/>
                  </a:cubicBezTo>
                  <a:close/>
                  <a:moveTo>
                    <a:pt x="1445" y="1774"/>
                  </a:moveTo>
                  <a:lnTo>
                    <a:pt x="1449" y="1811"/>
                  </a:lnTo>
                  <a:lnTo>
                    <a:pt x="1455" y="1849"/>
                  </a:lnTo>
                  <a:cubicBezTo>
                    <a:pt x="1455" y="1849"/>
                    <a:pt x="1449" y="1811"/>
                    <a:pt x="1445" y="1774"/>
                  </a:cubicBezTo>
                  <a:close/>
                  <a:moveTo>
                    <a:pt x="2017" y="1844"/>
                  </a:moveTo>
                  <a:cubicBezTo>
                    <a:pt x="2019" y="1844"/>
                    <a:pt x="2030" y="1854"/>
                    <a:pt x="2028" y="1858"/>
                  </a:cubicBezTo>
                  <a:cubicBezTo>
                    <a:pt x="2018" y="1848"/>
                    <a:pt x="2016" y="1844"/>
                    <a:pt x="2017" y="1844"/>
                  </a:cubicBezTo>
                  <a:close/>
                  <a:moveTo>
                    <a:pt x="1956" y="1820"/>
                  </a:moveTo>
                  <a:cubicBezTo>
                    <a:pt x="1981" y="1849"/>
                    <a:pt x="2010" y="1877"/>
                    <a:pt x="2003" y="1880"/>
                  </a:cubicBezTo>
                  <a:lnTo>
                    <a:pt x="1972" y="1855"/>
                  </a:lnTo>
                  <a:lnTo>
                    <a:pt x="1953" y="1824"/>
                  </a:lnTo>
                  <a:lnTo>
                    <a:pt x="1956" y="1820"/>
                  </a:lnTo>
                  <a:close/>
                  <a:moveTo>
                    <a:pt x="1637" y="1817"/>
                  </a:moveTo>
                  <a:lnTo>
                    <a:pt x="1633" y="1820"/>
                  </a:lnTo>
                  <a:cubicBezTo>
                    <a:pt x="1640" y="1846"/>
                    <a:pt x="1652" y="1867"/>
                    <a:pt x="1662" y="1889"/>
                  </a:cubicBezTo>
                  <a:cubicBezTo>
                    <a:pt x="1668" y="1889"/>
                    <a:pt x="1655" y="1852"/>
                    <a:pt x="1655" y="1852"/>
                  </a:cubicBezTo>
                  <a:cubicBezTo>
                    <a:pt x="1655" y="1852"/>
                    <a:pt x="1643" y="1817"/>
                    <a:pt x="1637" y="1817"/>
                  </a:cubicBezTo>
                  <a:close/>
                  <a:moveTo>
                    <a:pt x="73" y="1867"/>
                  </a:moveTo>
                  <a:cubicBezTo>
                    <a:pt x="48" y="1874"/>
                    <a:pt x="23" y="1883"/>
                    <a:pt x="1" y="1896"/>
                  </a:cubicBezTo>
                  <a:lnTo>
                    <a:pt x="7" y="1905"/>
                  </a:lnTo>
                  <a:cubicBezTo>
                    <a:pt x="8" y="1907"/>
                    <a:pt x="9" y="1908"/>
                    <a:pt x="12" y="1908"/>
                  </a:cubicBezTo>
                  <a:cubicBezTo>
                    <a:pt x="23" y="1908"/>
                    <a:pt x="50" y="1892"/>
                    <a:pt x="76" y="1877"/>
                  </a:cubicBezTo>
                  <a:lnTo>
                    <a:pt x="73" y="1867"/>
                  </a:lnTo>
                  <a:close/>
                  <a:moveTo>
                    <a:pt x="1900" y="1832"/>
                  </a:moveTo>
                  <a:cubicBezTo>
                    <a:pt x="1903" y="1832"/>
                    <a:pt x="1917" y="1844"/>
                    <a:pt x="1947" y="1874"/>
                  </a:cubicBezTo>
                  <a:cubicBezTo>
                    <a:pt x="1972" y="1905"/>
                    <a:pt x="1972" y="1905"/>
                    <a:pt x="1966" y="1908"/>
                  </a:cubicBezTo>
                  <a:cubicBezTo>
                    <a:pt x="1947" y="1889"/>
                    <a:pt x="1931" y="1871"/>
                    <a:pt x="1915" y="1852"/>
                  </a:cubicBezTo>
                  <a:lnTo>
                    <a:pt x="1912" y="1852"/>
                  </a:lnTo>
                  <a:cubicBezTo>
                    <a:pt x="1903" y="1839"/>
                    <a:pt x="1898" y="1832"/>
                    <a:pt x="1900" y="1832"/>
                  </a:cubicBezTo>
                  <a:close/>
                  <a:moveTo>
                    <a:pt x="1615" y="1941"/>
                  </a:moveTo>
                  <a:cubicBezTo>
                    <a:pt x="1618" y="1941"/>
                    <a:pt x="1620" y="1948"/>
                    <a:pt x="1627" y="1977"/>
                  </a:cubicBezTo>
                  <a:lnTo>
                    <a:pt x="1621" y="1977"/>
                  </a:lnTo>
                  <a:lnTo>
                    <a:pt x="1605" y="1943"/>
                  </a:lnTo>
                  <a:lnTo>
                    <a:pt x="1612" y="1943"/>
                  </a:lnTo>
                  <a:cubicBezTo>
                    <a:pt x="1613" y="1942"/>
                    <a:pt x="1614" y="1941"/>
                    <a:pt x="1615" y="1941"/>
                  </a:cubicBezTo>
                  <a:close/>
                  <a:moveTo>
                    <a:pt x="1170" y="1933"/>
                  </a:moveTo>
                  <a:cubicBezTo>
                    <a:pt x="1171" y="1933"/>
                    <a:pt x="1172" y="1933"/>
                    <a:pt x="1173" y="1933"/>
                  </a:cubicBezTo>
                  <a:lnTo>
                    <a:pt x="1167" y="1971"/>
                  </a:lnTo>
                  <a:lnTo>
                    <a:pt x="1154" y="2005"/>
                  </a:lnTo>
                  <a:lnTo>
                    <a:pt x="1154" y="1968"/>
                  </a:lnTo>
                  <a:cubicBezTo>
                    <a:pt x="1159" y="1936"/>
                    <a:pt x="1165" y="1933"/>
                    <a:pt x="1170" y="1933"/>
                  </a:cubicBezTo>
                  <a:close/>
                  <a:moveTo>
                    <a:pt x="1869" y="1968"/>
                  </a:moveTo>
                  <a:cubicBezTo>
                    <a:pt x="1876" y="1968"/>
                    <a:pt x="1894" y="1999"/>
                    <a:pt x="1894" y="1999"/>
                  </a:cubicBezTo>
                  <a:cubicBezTo>
                    <a:pt x="1902" y="2011"/>
                    <a:pt x="1903" y="2014"/>
                    <a:pt x="1901" y="2014"/>
                  </a:cubicBezTo>
                  <a:cubicBezTo>
                    <a:pt x="1898" y="2014"/>
                    <a:pt x="1887" y="2005"/>
                    <a:pt x="1882" y="2005"/>
                  </a:cubicBezTo>
                  <a:cubicBezTo>
                    <a:pt x="1882" y="2005"/>
                    <a:pt x="1881" y="2005"/>
                    <a:pt x="1881" y="2005"/>
                  </a:cubicBezTo>
                  <a:cubicBezTo>
                    <a:pt x="1856" y="1974"/>
                    <a:pt x="1856" y="1974"/>
                    <a:pt x="1868" y="1968"/>
                  </a:cubicBezTo>
                  <a:cubicBezTo>
                    <a:pt x="1869" y="1968"/>
                    <a:pt x="1869" y="1968"/>
                    <a:pt x="1869" y="1968"/>
                  </a:cubicBezTo>
                  <a:close/>
                  <a:moveTo>
                    <a:pt x="1558" y="1937"/>
                  </a:moveTo>
                  <a:cubicBezTo>
                    <a:pt x="1562" y="1937"/>
                    <a:pt x="1570" y="1970"/>
                    <a:pt x="1577" y="2024"/>
                  </a:cubicBezTo>
                  <a:lnTo>
                    <a:pt x="1565" y="2027"/>
                  </a:lnTo>
                  <a:cubicBezTo>
                    <a:pt x="1558" y="1990"/>
                    <a:pt x="1552" y="1952"/>
                    <a:pt x="1555" y="1952"/>
                  </a:cubicBezTo>
                  <a:cubicBezTo>
                    <a:pt x="1555" y="1942"/>
                    <a:pt x="1556" y="1937"/>
                    <a:pt x="1558" y="1937"/>
                  </a:cubicBezTo>
                  <a:close/>
                  <a:moveTo>
                    <a:pt x="1345" y="1899"/>
                  </a:moveTo>
                  <a:cubicBezTo>
                    <a:pt x="1347" y="1899"/>
                    <a:pt x="1344" y="1917"/>
                    <a:pt x="1339" y="1961"/>
                  </a:cubicBezTo>
                  <a:lnTo>
                    <a:pt x="1323" y="2037"/>
                  </a:lnTo>
                  <a:cubicBezTo>
                    <a:pt x="1317" y="2037"/>
                    <a:pt x="1326" y="1999"/>
                    <a:pt x="1336" y="1924"/>
                  </a:cubicBezTo>
                  <a:lnTo>
                    <a:pt x="1336" y="1921"/>
                  </a:lnTo>
                  <a:cubicBezTo>
                    <a:pt x="1341" y="1907"/>
                    <a:pt x="1344" y="1899"/>
                    <a:pt x="1345" y="1899"/>
                  </a:cubicBezTo>
                  <a:close/>
                  <a:moveTo>
                    <a:pt x="811" y="1993"/>
                  </a:moveTo>
                  <a:cubicBezTo>
                    <a:pt x="812" y="1993"/>
                    <a:pt x="812" y="1993"/>
                    <a:pt x="812" y="1993"/>
                  </a:cubicBezTo>
                  <a:cubicBezTo>
                    <a:pt x="819" y="1996"/>
                    <a:pt x="800" y="2030"/>
                    <a:pt x="769" y="2055"/>
                  </a:cubicBezTo>
                  <a:lnTo>
                    <a:pt x="756" y="2046"/>
                  </a:lnTo>
                  <a:cubicBezTo>
                    <a:pt x="774" y="2017"/>
                    <a:pt x="803" y="1993"/>
                    <a:pt x="811" y="1993"/>
                  </a:cubicBezTo>
                  <a:close/>
                  <a:moveTo>
                    <a:pt x="1757" y="2019"/>
                  </a:moveTo>
                  <a:cubicBezTo>
                    <a:pt x="1763" y="2019"/>
                    <a:pt x="1769" y="2025"/>
                    <a:pt x="1778" y="2049"/>
                  </a:cubicBezTo>
                  <a:cubicBezTo>
                    <a:pt x="1778" y="2049"/>
                    <a:pt x="1793" y="2087"/>
                    <a:pt x="1787" y="2087"/>
                  </a:cubicBezTo>
                  <a:cubicBezTo>
                    <a:pt x="1787" y="2087"/>
                    <a:pt x="1786" y="2087"/>
                    <a:pt x="1786" y="2087"/>
                  </a:cubicBezTo>
                  <a:cubicBezTo>
                    <a:pt x="1776" y="2087"/>
                    <a:pt x="1759" y="2059"/>
                    <a:pt x="1759" y="2059"/>
                  </a:cubicBezTo>
                  <a:cubicBezTo>
                    <a:pt x="1743" y="2021"/>
                    <a:pt x="1749" y="2021"/>
                    <a:pt x="1749" y="2021"/>
                  </a:cubicBezTo>
                  <a:cubicBezTo>
                    <a:pt x="1752" y="2020"/>
                    <a:pt x="1755" y="2019"/>
                    <a:pt x="1757" y="2019"/>
                  </a:cubicBezTo>
                  <a:close/>
                  <a:moveTo>
                    <a:pt x="1392" y="2074"/>
                  </a:moveTo>
                  <a:cubicBezTo>
                    <a:pt x="1392" y="2111"/>
                    <a:pt x="1395" y="2150"/>
                    <a:pt x="1387" y="2150"/>
                  </a:cubicBezTo>
                  <a:cubicBezTo>
                    <a:pt x="1387" y="2150"/>
                    <a:pt x="1386" y="2150"/>
                    <a:pt x="1386" y="2150"/>
                  </a:cubicBezTo>
                  <a:lnTo>
                    <a:pt x="1380" y="2150"/>
                  </a:lnTo>
                  <a:cubicBezTo>
                    <a:pt x="1380" y="2124"/>
                    <a:pt x="1383" y="2099"/>
                    <a:pt x="1386" y="2074"/>
                  </a:cubicBezTo>
                  <a:close/>
                  <a:moveTo>
                    <a:pt x="814" y="2061"/>
                  </a:moveTo>
                  <a:cubicBezTo>
                    <a:pt x="806" y="2061"/>
                    <a:pt x="791" y="2082"/>
                    <a:pt x="781" y="2103"/>
                  </a:cubicBezTo>
                  <a:cubicBezTo>
                    <a:pt x="762" y="2137"/>
                    <a:pt x="769" y="2140"/>
                    <a:pt x="784" y="2150"/>
                  </a:cubicBezTo>
                  <a:cubicBezTo>
                    <a:pt x="784" y="2150"/>
                    <a:pt x="785" y="2150"/>
                    <a:pt x="785" y="2150"/>
                  </a:cubicBezTo>
                  <a:cubicBezTo>
                    <a:pt x="793" y="2150"/>
                    <a:pt x="816" y="2121"/>
                    <a:pt x="816" y="2121"/>
                  </a:cubicBezTo>
                  <a:cubicBezTo>
                    <a:pt x="831" y="2087"/>
                    <a:pt x="825" y="2084"/>
                    <a:pt x="819" y="2081"/>
                  </a:cubicBezTo>
                  <a:cubicBezTo>
                    <a:pt x="820" y="2067"/>
                    <a:pt x="818" y="2061"/>
                    <a:pt x="814" y="2061"/>
                  </a:cubicBezTo>
                  <a:close/>
                  <a:moveTo>
                    <a:pt x="1193" y="2002"/>
                  </a:moveTo>
                  <a:cubicBezTo>
                    <a:pt x="1194" y="2002"/>
                    <a:pt x="1191" y="2021"/>
                    <a:pt x="1185" y="2055"/>
                  </a:cubicBezTo>
                  <a:cubicBezTo>
                    <a:pt x="1182" y="2093"/>
                    <a:pt x="1170" y="2131"/>
                    <a:pt x="1151" y="2162"/>
                  </a:cubicBezTo>
                  <a:lnTo>
                    <a:pt x="1138" y="2159"/>
                  </a:lnTo>
                  <a:lnTo>
                    <a:pt x="1167" y="2087"/>
                  </a:lnTo>
                  <a:cubicBezTo>
                    <a:pt x="1184" y="2029"/>
                    <a:pt x="1191" y="2002"/>
                    <a:pt x="1193" y="2002"/>
                  </a:cubicBezTo>
                  <a:close/>
                  <a:moveTo>
                    <a:pt x="1549" y="2181"/>
                  </a:moveTo>
                  <a:lnTo>
                    <a:pt x="1552" y="2218"/>
                  </a:lnTo>
                  <a:cubicBezTo>
                    <a:pt x="1548" y="2221"/>
                    <a:pt x="1545" y="2238"/>
                    <a:pt x="1543" y="2238"/>
                  </a:cubicBezTo>
                  <a:cubicBezTo>
                    <a:pt x="1541" y="2238"/>
                    <a:pt x="1540" y="2234"/>
                    <a:pt x="1539" y="2222"/>
                  </a:cubicBezTo>
                  <a:lnTo>
                    <a:pt x="1536" y="2222"/>
                  </a:lnTo>
                  <a:cubicBezTo>
                    <a:pt x="1530" y="2222"/>
                    <a:pt x="1539" y="2184"/>
                    <a:pt x="1549" y="2181"/>
                  </a:cubicBezTo>
                  <a:close/>
                  <a:moveTo>
                    <a:pt x="1432" y="6"/>
                  </a:moveTo>
                  <a:cubicBezTo>
                    <a:pt x="1428" y="6"/>
                    <a:pt x="1419" y="25"/>
                    <a:pt x="1402" y="62"/>
                  </a:cubicBezTo>
                  <a:cubicBezTo>
                    <a:pt x="1387" y="62"/>
                    <a:pt x="1357" y="97"/>
                    <a:pt x="1335" y="97"/>
                  </a:cubicBezTo>
                  <a:cubicBezTo>
                    <a:pt x="1334" y="97"/>
                    <a:pt x="1333" y="97"/>
                    <a:pt x="1333" y="97"/>
                  </a:cubicBezTo>
                  <a:cubicBezTo>
                    <a:pt x="1329" y="97"/>
                    <a:pt x="1325" y="97"/>
                    <a:pt x="1321" y="97"/>
                  </a:cubicBezTo>
                  <a:cubicBezTo>
                    <a:pt x="1300" y="97"/>
                    <a:pt x="1287" y="95"/>
                    <a:pt x="1276" y="62"/>
                  </a:cubicBezTo>
                  <a:cubicBezTo>
                    <a:pt x="1276" y="56"/>
                    <a:pt x="1275" y="50"/>
                    <a:pt x="1275" y="45"/>
                  </a:cubicBezTo>
                  <a:lnTo>
                    <a:pt x="1275" y="45"/>
                  </a:lnTo>
                  <a:cubicBezTo>
                    <a:pt x="1278" y="100"/>
                    <a:pt x="1271" y="100"/>
                    <a:pt x="1251" y="103"/>
                  </a:cubicBezTo>
                  <a:cubicBezTo>
                    <a:pt x="1243" y="94"/>
                    <a:pt x="1237" y="90"/>
                    <a:pt x="1231" y="90"/>
                  </a:cubicBezTo>
                  <a:cubicBezTo>
                    <a:pt x="1217" y="90"/>
                    <a:pt x="1210" y="117"/>
                    <a:pt x="1210" y="147"/>
                  </a:cubicBezTo>
                  <a:lnTo>
                    <a:pt x="1226" y="144"/>
                  </a:lnTo>
                  <a:cubicBezTo>
                    <a:pt x="1234" y="189"/>
                    <a:pt x="1234" y="207"/>
                    <a:pt x="1229" y="207"/>
                  </a:cubicBezTo>
                  <a:cubicBezTo>
                    <a:pt x="1226" y="207"/>
                    <a:pt x="1219" y="199"/>
                    <a:pt x="1210" y="185"/>
                  </a:cubicBezTo>
                  <a:cubicBezTo>
                    <a:pt x="1204" y="185"/>
                    <a:pt x="1198" y="147"/>
                    <a:pt x="1188" y="109"/>
                  </a:cubicBezTo>
                  <a:cubicBezTo>
                    <a:pt x="1182" y="72"/>
                    <a:pt x="1167" y="37"/>
                    <a:pt x="1160" y="37"/>
                  </a:cubicBezTo>
                  <a:cubicBezTo>
                    <a:pt x="1151" y="40"/>
                    <a:pt x="1145" y="40"/>
                    <a:pt x="1160" y="75"/>
                  </a:cubicBezTo>
                  <a:cubicBezTo>
                    <a:pt x="1167" y="113"/>
                    <a:pt x="1167" y="113"/>
                    <a:pt x="1160" y="116"/>
                  </a:cubicBezTo>
                  <a:cubicBezTo>
                    <a:pt x="1154" y="116"/>
                    <a:pt x="1145" y="119"/>
                    <a:pt x="1148" y="156"/>
                  </a:cubicBezTo>
                  <a:cubicBezTo>
                    <a:pt x="1157" y="194"/>
                    <a:pt x="1151" y="197"/>
                    <a:pt x="1141" y="197"/>
                  </a:cubicBezTo>
                  <a:cubicBezTo>
                    <a:pt x="1128" y="168"/>
                    <a:pt x="1115" y="166"/>
                    <a:pt x="1111" y="166"/>
                  </a:cubicBezTo>
                  <a:cubicBezTo>
                    <a:pt x="1111" y="166"/>
                    <a:pt x="1111" y="166"/>
                    <a:pt x="1111" y="166"/>
                  </a:cubicBezTo>
                  <a:lnTo>
                    <a:pt x="1111" y="166"/>
                  </a:lnTo>
                  <a:cubicBezTo>
                    <a:pt x="1108" y="156"/>
                    <a:pt x="1104" y="144"/>
                    <a:pt x="1101" y="131"/>
                  </a:cubicBezTo>
                  <a:cubicBezTo>
                    <a:pt x="1094" y="106"/>
                    <a:pt x="1082" y="81"/>
                    <a:pt x="1072" y="59"/>
                  </a:cubicBezTo>
                  <a:lnTo>
                    <a:pt x="1072" y="59"/>
                  </a:lnTo>
                  <a:cubicBezTo>
                    <a:pt x="1063" y="62"/>
                    <a:pt x="1076" y="97"/>
                    <a:pt x="1076" y="97"/>
                  </a:cubicBezTo>
                  <a:cubicBezTo>
                    <a:pt x="1082" y="128"/>
                    <a:pt x="910" y="191"/>
                    <a:pt x="891" y="207"/>
                  </a:cubicBezTo>
                  <a:cubicBezTo>
                    <a:pt x="878" y="197"/>
                    <a:pt x="868" y="192"/>
                    <a:pt x="861" y="192"/>
                  </a:cubicBezTo>
                  <a:cubicBezTo>
                    <a:pt x="849" y="192"/>
                    <a:pt x="847" y="203"/>
                    <a:pt x="863" y="222"/>
                  </a:cubicBezTo>
                  <a:cubicBezTo>
                    <a:pt x="881" y="254"/>
                    <a:pt x="847" y="272"/>
                    <a:pt x="809" y="294"/>
                  </a:cubicBezTo>
                  <a:cubicBezTo>
                    <a:pt x="765" y="323"/>
                    <a:pt x="734" y="344"/>
                    <a:pt x="756" y="376"/>
                  </a:cubicBezTo>
                  <a:lnTo>
                    <a:pt x="737" y="388"/>
                  </a:lnTo>
                  <a:cubicBezTo>
                    <a:pt x="725" y="395"/>
                    <a:pt x="740" y="435"/>
                    <a:pt x="734" y="438"/>
                  </a:cubicBezTo>
                  <a:cubicBezTo>
                    <a:pt x="744" y="457"/>
                    <a:pt x="747" y="466"/>
                    <a:pt x="745" y="466"/>
                  </a:cubicBezTo>
                  <a:cubicBezTo>
                    <a:pt x="743" y="466"/>
                    <a:pt x="737" y="459"/>
                    <a:pt x="728" y="445"/>
                  </a:cubicBezTo>
                  <a:cubicBezTo>
                    <a:pt x="705" y="419"/>
                    <a:pt x="682" y="391"/>
                    <a:pt x="673" y="391"/>
                  </a:cubicBezTo>
                  <a:cubicBezTo>
                    <a:pt x="673" y="391"/>
                    <a:pt x="672" y="391"/>
                    <a:pt x="671" y="391"/>
                  </a:cubicBezTo>
                  <a:cubicBezTo>
                    <a:pt x="662" y="401"/>
                    <a:pt x="687" y="429"/>
                    <a:pt x="712" y="457"/>
                  </a:cubicBezTo>
                  <a:cubicBezTo>
                    <a:pt x="737" y="485"/>
                    <a:pt x="731" y="492"/>
                    <a:pt x="731" y="492"/>
                  </a:cubicBezTo>
                  <a:cubicBezTo>
                    <a:pt x="730" y="493"/>
                    <a:pt x="730" y="493"/>
                    <a:pt x="729" y="493"/>
                  </a:cubicBezTo>
                  <a:cubicBezTo>
                    <a:pt x="726" y="493"/>
                    <a:pt x="721" y="488"/>
                    <a:pt x="700" y="467"/>
                  </a:cubicBezTo>
                  <a:lnTo>
                    <a:pt x="649" y="410"/>
                  </a:lnTo>
                  <a:lnTo>
                    <a:pt x="643" y="417"/>
                  </a:lnTo>
                  <a:cubicBezTo>
                    <a:pt x="668" y="445"/>
                    <a:pt x="665" y="448"/>
                    <a:pt x="665" y="448"/>
                  </a:cubicBezTo>
                  <a:cubicBezTo>
                    <a:pt x="664" y="449"/>
                    <a:pt x="662" y="451"/>
                    <a:pt x="661" y="451"/>
                  </a:cubicBezTo>
                  <a:cubicBezTo>
                    <a:pt x="656" y="451"/>
                    <a:pt x="646" y="440"/>
                    <a:pt x="606" y="398"/>
                  </a:cubicBezTo>
                  <a:cubicBezTo>
                    <a:pt x="581" y="373"/>
                    <a:pt x="567" y="361"/>
                    <a:pt x="563" y="361"/>
                  </a:cubicBezTo>
                  <a:lnTo>
                    <a:pt x="563" y="361"/>
                  </a:lnTo>
                  <a:cubicBezTo>
                    <a:pt x="558" y="361"/>
                    <a:pt x="568" y="378"/>
                    <a:pt x="593" y="410"/>
                  </a:cubicBezTo>
                  <a:lnTo>
                    <a:pt x="609" y="445"/>
                  </a:lnTo>
                  <a:cubicBezTo>
                    <a:pt x="594" y="433"/>
                    <a:pt x="585" y="428"/>
                    <a:pt x="582" y="428"/>
                  </a:cubicBezTo>
                  <a:lnTo>
                    <a:pt x="582" y="428"/>
                  </a:lnTo>
                  <a:cubicBezTo>
                    <a:pt x="570" y="428"/>
                    <a:pt x="598" y="471"/>
                    <a:pt x="615" y="495"/>
                  </a:cubicBezTo>
                  <a:cubicBezTo>
                    <a:pt x="588" y="474"/>
                    <a:pt x="572" y="463"/>
                    <a:pt x="567" y="463"/>
                  </a:cubicBezTo>
                  <a:lnTo>
                    <a:pt x="567" y="463"/>
                  </a:lnTo>
                  <a:cubicBezTo>
                    <a:pt x="561" y="463"/>
                    <a:pt x="572" y="479"/>
                    <a:pt x="599" y="511"/>
                  </a:cubicBezTo>
                  <a:cubicBezTo>
                    <a:pt x="616" y="525"/>
                    <a:pt x="620" y="533"/>
                    <a:pt x="615" y="533"/>
                  </a:cubicBezTo>
                  <a:cubicBezTo>
                    <a:pt x="612" y="533"/>
                    <a:pt x="603" y="529"/>
                    <a:pt x="590" y="520"/>
                  </a:cubicBezTo>
                  <a:cubicBezTo>
                    <a:pt x="574" y="511"/>
                    <a:pt x="564" y="508"/>
                    <a:pt x="557" y="508"/>
                  </a:cubicBezTo>
                  <a:cubicBezTo>
                    <a:pt x="549" y="508"/>
                    <a:pt x="545" y="512"/>
                    <a:pt x="540" y="517"/>
                  </a:cubicBezTo>
                  <a:cubicBezTo>
                    <a:pt x="562" y="548"/>
                    <a:pt x="527" y="586"/>
                    <a:pt x="493" y="633"/>
                  </a:cubicBezTo>
                  <a:cubicBezTo>
                    <a:pt x="449" y="686"/>
                    <a:pt x="430" y="727"/>
                    <a:pt x="461" y="746"/>
                  </a:cubicBezTo>
                  <a:cubicBezTo>
                    <a:pt x="460" y="748"/>
                    <a:pt x="459" y="750"/>
                    <a:pt x="456" y="750"/>
                  </a:cubicBezTo>
                  <a:cubicBezTo>
                    <a:pt x="452" y="750"/>
                    <a:pt x="443" y="747"/>
                    <a:pt x="421" y="739"/>
                  </a:cubicBezTo>
                  <a:cubicBezTo>
                    <a:pt x="410" y="733"/>
                    <a:pt x="403" y="730"/>
                    <a:pt x="399" y="730"/>
                  </a:cubicBezTo>
                  <a:lnTo>
                    <a:pt x="399" y="730"/>
                  </a:lnTo>
                  <a:cubicBezTo>
                    <a:pt x="393" y="730"/>
                    <a:pt x="404" y="743"/>
                    <a:pt x="446" y="771"/>
                  </a:cubicBezTo>
                  <a:cubicBezTo>
                    <a:pt x="465" y="784"/>
                    <a:pt x="485" y="796"/>
                    <a:pt x="482" y="796"/>
                  </a:cubicBezTo>
                  <a:cubicBezTo>
                    <a:pt x="481" y="796"/>
                    <a:pt x="470" y="791"/>
                    <a:pt x="443" y="777"/>
                  </a:cubicBezTo>
                  <a:cubicBezTo>
                    <a:pt x="432" y="771"/>
                    <a:pt x="424" y="768"/>
                    <a:pt x="418" y="768"/>
                  </a:cubicBezTo>
                  <a:cubicBezTo>
                    <a:pt x="404" y="768"/>
                    <a:pt x="397" y="780"/>
                    <a:pt x="386" y="799"/>
                  </a:cubicBezTo>
                  <a:cubicBezTo>
                    <a:pt x="377" y="818"/>
                    <a:pt x="364" y="846"/>
                    <a:pt x="402" y="858"/>
                  </a:cubicBezTo>
                  <a:cubicBezTo>
                    <a:pt x="417" y="873"/>
                    <a:pt x="424" y="880"/>
                    <a:pt x="422" y="880"/>
                  </a:cubicBezTo>
                  <a:cubicBezTo>
                    <a:pt x="421" y="880"/>
                    <a:pt x="413" y="875"/>
                    <a:pt x="399" y="865"/>
                  </a:cubicBezTo>
                  <a:cubicBezTo>
                    <a:pt x="375" y="853"/>
                    <a:pt x="354" y="848"/>
                    <a:pt x="339" y="848"/>
                  </a:cubicBezTo>
                  <a:cubicBezTo>
                    <a:pt x="309" y="848"/>
                    <a:pt x="301" y="868"/>
                    <a:pt x="342" y="899"/>
                  </a:cubicBezTo>
                  <a:cubicBezTo>
                    <a:pt x="340" y="903"/>
                    <a:pt x="338" y="907"/>
                    <a:pt x="328" y="907"/>
                  </a:cubicBezTo>
                  <a:cubicBezTo>
                    <a:pt x="321" y="907"/>
                    <a:pt x="312" y="906"/>
                    <a:pt x="298" y="902"/>
                  </a:cubicBezTo>
                  <a:lnTo>
                    <a:pt x="298" y="902"/>
                  </a:lnTo>
                  <a:cubicBezTo>
                    <a:pt x="295" y="909"/>
                    <a:pt x="295" y="918"/>
                    <a:pt x="324" y="949"/>
                  </a:cubicBezTo>
                  <a:lnTo>
                    <a:pt x="308" y="999"/>
                  </a:lnTo>
                  <a:cubicBezTo>
                    <a:pt x="305" y="1012"/>
                    <a:pt x="336" y="1034"/>
                    <a:pt x="336" y="1034"/>
                  </a:cubicBezTo>
                  <a:cubicBezTo>
                    <a:pt x="336" y="1036"/>
                    <a:pt x="336" y="1038"/>
                    <a:pt x="335" y="1040"/>
                  </a:cubicBezTo>
                  <a:lnTo>
                    <a:pt x="335" y="1040"/>
                  </a:lnTo>
                  <a:cubicBezTo>
                    <a:pt x="333" y="1040"/>
                    <a:pt x="330" y="1039"/>
                    <a:pt x="328" y="1039"/>
                  </a:cubicBezTo>
                  <a:cubicBezTo>
                    <a:pt x="295" y="1039"/>
                    <a:pt x="291" y="1075"/>
                    <a:pt x="283" y="1122"/>
                  </a:cubicBezTo>
                  <a:cubicBezTo>
                    <a:pt x="270" y="1172"/>
                    <a:pt x="277" y="1216"/>
                    <a:pt x="236" y="1225"/>
                  </a:cubicBezTo>
                  <a:cubicBezTo>
                    <a:pt x="236" y="1225"/>
                    <a:pt x="236" y="1234"/>
                    <a:pt x="273" y="1241"/>
                  </a:cubicBezTo>
                  <a:cubicBezTo>
                    <a:pt x="349" y="1244"/>
                    <a:pt x="349" y="1250"/>
                    <a:pt x="311" y="1260"/>
                  </a:cubicBezTo>
                  <a:cubicBezTo>
                    <a:pt x="236" y="1272"/>
                    <a:pt x="236" y="1303"/>
                    <a:pt x="311" y="1303"/>
                  </a:cubicBezTo>
                  <a:cubicBezTo>
                    <a:pt x="301" y="1304"/>
                    <a:pt x="287" y="1305"/>
                    <a:pt x="273" y="1307"/>
                  </a:cubicBezTo>
                  <a:cubicBezTo>
                    <a:pt x="207" y="1320"/>
                    <a:pt x="233" y="1339"/>
                    <a:pt x="292" y="1339"/>
                  </a:cubicBezTo>
                  <a:cubicBezTo>
                    <a:pt x="300" y="1339"/>
                    <a:pt x="308" y="1339"/>
                    <a:pt x="317" y="1338"/>
                  </a:cubicBezTo>
                  <a:lnTo>
                    <a:pt x="317" y="1338"/>
                  </a:lnTo>
                  <a:cubicBezTo>
                    <a:pt x="280" y="1350"/>
                    <a:pt x="245" y="1366"/>
                    <a:pt x="283" y="1366"/>
                  </a:cubicBezTo>
                  <a:cubicBezTo>
                    <a:pt x="283" y="1372"/>
                    <a:pt x="283" y="1372"/>
                    <a:pt x="208" y="1388"/>
                  </a:cubicBezTo>
                  <a:cubicBezTo>
                    <a:pt x="170" y="1394"/>
                    <a:pt x="135" y="1401"/>
                    <a:pt x="135" y="1410"/>
                  </a:cubicBezTo>
                  <a:cubicBezTo>
                    <a:pt x="135" y="1412"/>
                    <a:pt x="139" y="1413"/>
                    <a:pt x="144" y="1413"/>
                  </a:cubicBezTo>
                  <a:cubicBezTo>
                    <a:pt x="158" y="1413"/>
                    <a:pt x="184" y="1408"/>
                    <a:pt x="211" y="1404"/>
                  </a:cubicBezTo>
                  <a:cubicBezTo>
                    <a:pt x="211" y="1404"/>
                    <a:pt x="211" y="1410"/>
                    <a:pt x="214" y="1419"/>
                  </a:cubicBezTo>
                  <a:cubicBezTo>
                    <a:pt x="214" y="1419"/>
                    <a:pt x="214" y="1422"/>
                    <a:pt x="225" y="1422"/>
                  </a:cubicBezTo>
                  <a:cubicBezTo>
                    <a:pt x="231" y="1422"/>
                    <a:pt x="239" y="1421"/>
                    <a:pt x="251" y="1419"/>
                  </a:cubicBezTo>
                  <a:cubicBezTo>
                    <a:pt x="265" y="1416"/>
                    <a:pt x="273" y="1415"/>
                    <a:pt x="279" y="1415"/>
                  </a:cubicBezTo>
                  <a:cubicBezTo>
                    <a:pt x="289" y="1415"/>
                    <a:pt x="289" y="1419"/>
                    <a:pt x="289" y="1426"/>
                  </a:cubicBezTo>
                  <a:cubicBezTo>
                    <a:pt x="276" y="1429"/>
                    <a:pt x="273" y="1431"/>
                    <a:pt x="277" y="1431"/>
                  </a:cubicBezTo>
                  <a:cubicBezTo>
                    <a:pt x="282" y="1431"/>
                    <a:pt x="305" y="1426"/>
                    <a:pt x="327" y="1416"/>
                  </a:cubicBezTo>
                  <a:cubicBezTo>
                    <a:pt x="356" y="1409"/>
                    <a:pt x="383" y="1402"/>
                    <a:pt x="395" y="1402"/>
                  </a:cubicBezTo>
                  <a:cubicBezTo>
                    <a:pt x="399" y="1402"/>
                    <a:pt x="401" y="1402"/>
                    <a:pt x="402" y="1404"/>
                  </a:cubicBezTo>
                  <a:lnTo>
                    <a:pt x="474" y="1385"/>
                  </a:lnTo>
                  <a:cubicBezTo>
                    <a:pt x="524" y="1375"/>
                    <a:pt x="574" y="1360"/>
                    <a:pt x="621" y="1338"/>
                  </a:cubicBezTo>
                  <a:cubicBezTo>
                    <a:pt x="648" y="1318"/>
                    <a:pt x="677" y="1303"/>
                    <a:pt x="653" y="1303"/>
                  </a:cubicBezTo>
                  <a:cubicBezTo>
                    <a:pt x="646" y="1303"/>
                    <a:pt x="635" y="1304"/>
                    <a:pt x="618" y="1307"/>
                  </a:cubicBezTo>
                  <a:cubicBezTo>
                    <a:pt x="618" y="1307"/>
                    <a:pt x="609" y="1307"/>
                    <a:pt x="599" y="1307"/>
                  </a:cubicBezTo>
                  <a:cubicBezTo>
                    <a:pt x="590" y="1307"/>
                    <a:pt x="580" y="1307"/>
                    <a:pt x="580" y="1303"/>
                  </a:cubicBezTo>
                  <a:cubicBezTo>
                    <a:pt x="577" y="1300"/>
                    <a:pt x="615" y="1291"/>
                    <a:pt x="615" y="1291"/>
                  </a:cubicBezTo>
                  <a:cubicBezTo>
                    <a:pt x="653" y="1285"/>
                    <a:pt x="646" y="1269"/>
                    <a:pt x="653" y="1247"/>
                  </a:cubicBezTo>
                  <a:cubicBezTo>
                    <a:pt x="653" y="1222"/>
                    <a:pt x="653" y="1209"/>
                    <a:pt x="690" y="1206"/>
                  </a:cubicBezTo>
                  <a:cubicBezTo>
                    <a:pt x="728" y="1203"/>
                    <a:pt x="728" y="1200"/>
                    <a:pt x="728" y="1200"/>
                  </a:cubicBezTo>
                  <a:cubicBezTo>
                    <a:pt x="687" y="1197"/>
                    <a:pt x="696" y="1172"/>
                    <a:pt x="700" y="1144"/>
                  </a:cubicBezTo>
                  <a:cubicBezTo>
                    <a:pt x="703" y="1115"/>
                    <a:pt x="718" y="1087"/>
                    <a:pt x="681" y="1078"/>
                  </a:cubicBezTo>
                  <a:cubicBezTo>
                    <a:pt x="681" y="1075"/>
                    <a:pt x="684" y="1068"/>
                    <a:pt x="684" y="1068"/>
                  </a:cubicBezTo>
                  <a:cubicBezTo>
                    <a:pt x="696" y="1072"/>
                    <a:pt x="704" y="1073"/>
                    <a:pt x="710" y="1073"/>
                  </a:cubicBezTo>
                  <a:cubicBezTo>
                    <a:pt x="721" y="1073"/>
                    <a:pt x="723" y="1068"/>
                    <a:pt x="725" y="1062"/>
                  </a:cubicBezTo>
                  <a:cubicBezTo>
                    <a:pt x="690" y="1043"/>
                    <a:pt x="693" y="1034"/>
                    <a:pt x="693" y="1034"/>
                  </a:cubicBezTo>
                  <a:lnTo>
                    <a:pt x="693" y="1034"/>
                  </a:lnTo>
                  <a:cubicBezTo>
                    <a:pt x="709" y="1039"/>
                    <a:pt x="718" y="1041"/>
                    <a:pt x="724" y="1041"/>
                  </a:cubicBezTo>
                  <a:cubicBezTo>
                    <a:pt x="732" y="1041"/>
                    <a:pt x="734" y="1037"/>
                    <a:pt x="737" y="1034"/>
                  </a:cubicBezTo>
                  <a:cubicBezTo>
                    <a:pt x="740" y="1024"/>
                    <a:pt x="743" y="1021"/>
                    <a:pt x="706" y="1009"/>
                  </a:cubicBezTo>
                  <a:cubicBezTo>
                    <a:pt x="714" y="989"/>
                    <a:pt x="736" y="974"/>
                    <a:pt x="757" y="974"/>
                  </a:cubicBezTo>
                  <a:cubicBezTo>
                    <a:pt x="758" y="974"/>
                    <a:pt x="760" y="974"/>
                    <a:pt x="762" y="974"/>
                  </a:cubicBezTo>
                  <a:cubicBezTo>
                    <a:pt x="771" y="977"/>
                    <a:pt x="776" y="978"/>
                    <a:pt x="778" y="978"/>
                  </a:cubicBezTo>
                  <a:cubicBezTo>
                    <a:pt x="786" y="978"/>
                    <a:pt x="762" y="963"/>
                    <a:pt x="737" y="946"/>
                  </a:cubicBezTo>
                  <a:cubicBezTo>
                    <a:pt x="703" y="930"/>
                    <a:pt x="671" y="909"/>
                    <a:pt x="675" y="902"/>
                  </a:cubicBezTo>
                  <a:lnTo>
                    <a:pt x="675" y="902"/>
                  </a:lnTo>
                  <a:lnTo>
                    <a:pt x="743" y="937"/>
                  </a:lnTo>
                  <a:cubicBezTo>
                    <a:pt x="764" y="951"/>
                    <a:pt x="771" y="956"/>
                    <a:pt x="774" y="956"/>
                  </a:cubicBezTo>
                  <a:cubicBezTo>
                    <a:pt x="776" y="956"/>
                    <a:pt x="777" y="955"/>
                    <a:pt x="778" y="952"/>
                  </a:cubicBezTo>
                  <a:lnTo>
                    <a:pt x="784" y="943"/>
                  </a:lnTo>
                  <a:cubicBezTo>
                    <a:pt x="750" y="924"/>
                    <a:pt x="762" y="902"/>
                    <a:pt x="784" y="874"/>
                  </a:cubicBezTo>
                  <a:cubicBezTo>
                    <a:pt x="812" y="840"/>
                    <a:pt x="822" y="827"/>
                    <a:pt x="790" y="802"/>
                  </a:cubicBezTo>
                  <a:cubicBezTo>
                    <a:pt x="770" y="788"/>
                    <a:pt x="766" y="780"/>
                    <a:pt x="776" y="780"/>
                  </a:cubicBezTo>
                  <a:cubicBezTo>
                    <a:pt x="781" y="780"/>
                    <a:pt x="790" y="782"/>
                    <a:pt x="803" y="786"/>
                  </a:cubicBezTo>
                  <a:cubicBezTo>
                    <a:pt x="869" y="814"/>
                    <a:pt x="895" y="826"/>
                    <a:pt x="901" y="826"/>
                  </a:cubicBezTo>
                  <a:cubicBezTo>
                    <a:pt x="905" y="826"/>
                    <a:pt x="898" y="820"/>
                    <a:pt x="888" y="808"/>
                  </a:cubicBezTo>
                  <a:cubicBezTo>
                    <a:pt x="887" y="808"/>
                    <a:pt x="887" y="809"/>
                    <a:pt x="887" y="809"/>
                  </a:cubicBezTo>
                  <a:cubicBezTo>
                    <a:pt x="881" y="809"/>
                    <a:pt x="855" y="785"/>
                    <a:pt x="828" y="764"/>
                  </a:cubicBezTo>
                  <a:cubicBezTo>
                    <a:pt x="796" y="737"/>
                    <a:pt x="783" y="723"/>
                    <a:pt x="787" y="723"/>
                  </a:cubicBezTo>
                  <a:lnTo>
                    <a:pt x="787" y="723"/>
                  </a:lnTo>
                  <a:cubicBezTo>
                    <a:pt x="791" y="723"/>
                    <a:pt x="807" y="733"/>
                    <a:pt x="834" y="755"/>
                  </a:cubicBezTo>
                  <a:cubicBezTo>
                    <a:pt x="847" y="766"/>
                    <a:pt x="858" y="771"/>
                    <a:pt x="867" y="771"/>
                  </a:cubicBezTo>
                  <a:cubicBezTo>
                    <a:pt x="899" y="771"/>
                    <a:pt x="906" y="713"/>
                    <a:pt x="872" y="667"/>
                  </a:cubicBezTo>
                  <a:lnTo>
                    <a:pt x="872" y="667"/>
                  </a:lnTo>
                  <a:lnTo>
                    <a:pt x="897" y="695"/>
                  </a:lnTo>
                  <a:cubicBezTo>
                    <a:pt x="911" y="711"/>
                    <a:pt x="919" y="717"/>
                    <a:pt x="926" y="717"/>
                  </a:cubicBezTo>
                  <a:cubicBezTo>
                    <a:pt x="932" y="717"/>
                    <a:pt x="937" y="713"/>
                    <a:pt x="944" y="708"/>
                  </a:cubicBezTo>
                  <a:lnTo>
                    <a:pt x="953" y="699"/>
                  </a:lnTo>
                  <a:cubicBezTo>
                    <a:pt x="929" y="667"/>
                    <a:pt x="931" y="655"/>
                    <a:pt x="942" y="655"/>
                  </a:cubicBezTo>
                  <a:cubicBezTo>
                    <a:pt x="951" y="655"/>
                    <a:pt x="968" y="665"/>
                    <a:pt x="978" y="680"/>
                  </a:cubicBezTo>
                  <a:cubicBezTo>
                    <a:pt x="999" y="698"/>
                    <a:pt x="1005" y="703"/>
                    <a:pt x="1010" y="703"/>
                  </a:cubicBezTo>
                  <a:cubicBezTo>
                    <a:pt x="1012" y="703"/>
                    <a:pt x="1014" y="703"/>
                    <a:pt x="1016" y="702"/>
                  </a:cubicBezTo>
                  <a:cubicBezTo>
                    <a:pt x="998" y="666"/>
                    <a:pt x="1001" y="653"/>
                    <a:pt x="1012" y="653"/>
                  </a:cubicBezTo>
                  <a:cubicBezTo>
                    <a:pt x="1021" y="653"/>
                    <a:pt x="1037" y="665"/>
                    <a:pt x="1047" y="680"/>
                  </a:cubicBezTo>
                  <a:lnTo>
                    <a:pt x="1054" y="673"/>
                  </a:lnTo>
                  <a:cubicBezTo>
                    <a:pt x="1038" y="639"/>
                    <a:pt x="1047" y="636"/>
                    <a:pt x="1051" y="633"/>
                  </a:cubicBezTo>
                  <a:cubicBezTo>
                    <a:pt x="1063" y="626"/>
                    <a:pt x="1069" y="623"/>
                    <a:pt x="1044" y="595"/>
                  </a:cubicBezTo>
                  <a:cubicBezTo>
                    <a:pt x="1025" y="561"/>
                    <a:pt x="1007" y="529"/>
                    <a:pt x="1010" y="526"/>
                  </a:cubicBezTo>
                  <a:lnTo>
                    <a:pt x="1010" y="526"/>
                  </a:lnTo>
                  <a:lnTo>
                    <a:pt x="1029" y="561"/>
                  </a:lnTo>
                  <a:cubicBezTo>
                    <a:pt x="1041" y="578"/>
                    <a:pt x="1050" y="584"/>
                    <a:pt x="1059" y="584"/>
                  </a:cubicBezTo>
                  <a:cubicBezTo>
                    <a:pt x="1067" y="584"/>
                    <a:pt x="1074" y="580"/>
                    <a:pt x="1082" y="576"/>
                  </a:cubicBezTo>
                  <a:cubicBezTo>
                    <a:pt x="1091" y="571"/>
                    <a:pt x="1098" y="568"/>
                    <a:pt x="1104" y="568"/>
                  </a:cubicBezTo>
                  <a:cubicBezTo>
                    <a:pt x="1114" y="568"/>
                    <a:pt x="1122" y="575"/>
                    <a:pt x="1135" y="595"/>
                  </a:cubicBezTo>
                  <a:lnTo>
                    <a:pt x="1123" y="558"/>
                  </a:lnTo>
                  <a:cubicBezTo>
                    <a:pt x="1116" y="540"/>
                    <a:pt x="1115" y="530"/>
                    <a:pt x="1117" y="530"/>
                  </a:cubicBezTo>
                  <a:lnTo>
                    <a:pt x="1117" y="530"/>
                  </a:lnTo>
                  <a:cubicBezTo>
                    <a:pt x="1119" y="530"/>
                    <a:pt x="1125" y="538"/>
                    <a:pt x="1132" y="554"/>
                  </a:cubicBezTo>
                  <a:cubicBezTo>
                    <a:pt x="1140" y="569"/>
                    <a:pt x="1149" y="577"/>
                    <a:pt x="1155" y="577"/>
                  </a:cubicBezTo>
                  <a:cubicBezTo>
                    <a:pt x="1162" y="577"/>
                    <a:pt x="1167" y="565"/>
                    <a:pt x="1163" y="542"/>
                  </a:cubicBezTo>
                  <a:lnTo>
                    <a:pt x="1173" y="539"/>
                  </a:lnTo>
                  <a:cubicBezTo>
                    <a:pt x="1188" y="572"/>
                    <a:pt x="1198" y="589"/>
                    <a:pt x="1202" y="589"/>
                  </a:cubicBezTo>
                  <a:cubicBezTo>
                    <a:pt x="1207" y="589"/>
                    <a:pt x="1204" y="570"/>
                    <a:pt x="1195" y="532"/>
                  </a:cubicBezTo>
                  <a:lnTo>
                    <a:pt x="1195" y="532"/>
                  </a:lnTo>
                  <a:cubicBezTo>
                    <a:pt x="1205" y="565"/>
                    <a:pt x="1209" y="567"/>
                    <a:pt x="1214" y="567"/>
                  </a:cubicBezTo>
                  <a:cubicBezTo>
                    <a:pt x="1215" y="567"/>
                    <a:pt x="1216" y="567"/>
                    <a:pt x="1217" y="567"/>
                  </a:cubicBezTo>
                  <a:cubicBezTo>
                    <a:pt x="1215" y="547"/>
                    <a:pt x="1220" y="537"/>
                    <a:pt x="1226" y="537"/>
                  </a:cubicBezTo>
                  <a:cubicBezTo>
                    <a:pt x="1231" y="537"/>
                    <a:pt x="1237" y="545"/>
                    <a:pt x="1242" y="561"/>
                  </a:cubicBezTo>
                  <a:lnTo>
                    <a:pt x="1245" y="561"/>
                  </a:lnTo>
                  <a:cubicBezTo>
                    <a:pt x="1242" y="523"/>
                    <a:pt x="1245" y="523"/>
                    <a:pt x="1248" y="520"/>
                  </a:cubicBezTo>
                  <a:cubicBezTo>
                    <a:pt x="1254" y="520"/>
                    <a:pt x="1257" y="520"/>
                    <a:pt x="1254" y="479"/>
                  </a:cubicBezTo>
                  <a:cubicBezTo>
                    <a:pt x="1251" y="442"/>
                    <a:pt x="1257" y="442"/>
                    <a:pt x="1257" y="442"/>
                  </a:cubicBezTo>
                  <a:cubicBezTo>
                    <a:pt x="1264" y="467"/>
                    <a:pt x="1267" y="492"/>
                    <a:pt x="1267" y="517"/>
                  </a:cubicBezTo>
                  <a:cubicBezTo>
                    <a:pt x="1267" y="532"/>
                    <a:pt x="1268" y="542"/>
                    <a:pt x="1271" y="542"/>
                  </a:cubicBezTo>
                  <a:cubicBezTo>
                    <a:pt x="1274" y="542"/>
                    <a:pt x="1277" y="523"/>
                    <a:pt x="1279" y="479"/>
                  </a:cubicBezTo>
                  <a:cubicBezTo>
                    <a:pt x="1279" y="442"/>
                    <a:pt x="1279" y="423"/>
                    <a:pt x="1280" y="423"/>
                  </a:cubicBezTo>
                  <a:cubicBezTo>
                    <a:pt x="1280" y="423"/>
                    <a:pt x="1281" y="442"/>
                    <a:pt x="1282" y="479"/>
                  </a:cubicBezTo>
                  <a:cubicBezTo>
                    <a:pt x="1285" y="506"/>
                    <a:pt x="1285" y="532"/>
                    <a:pt x="1287" y="532"/>
                  </a:cubicBezTo>
                  <a:cubicBezTo>
                    <a:pt x="1287" y="532"/>
                    <a:pt x="1288" y="528"/>
                    <a:pt x="1289" y="517"/>
                  </a:cubicBezTo>
                  <a:cubicBezTo>
                    <a:pt x="1289" y="517"/>
                    <a:pt x="1298" y="517"/>
                    <a:pt x="1292" y="479"/>
                  </a:cubicBezTo>
                  <a:lnTo>
                    <a:pt x="1304" y="476"/>
                  </a:lnTo>
                  <a:cubicBezTo>
                    <a:pt x="1320" y="514"/>
                    <a:pt x="1323" y="514"/>
                    <a:pt x="1326" y="514"/>
                  </a:cubicBezTo>
                  <a:cubicBezTo>
                    <a:pt x="1326" y="494"/>
                    <a:pt x="1327" y="485"/>
                    <a:pt x="1329" y="485"/>
                  </a:cubicBezTo>
                  <a:cubicBezTo>
                    <a:pt x="1330" y="485"/>
                    <a:pt x="1333" y="494"/>
                    <a:pt x="1336" y="511"/>
                  </a:cubicBezTo>
                  <a:cubicBezTo>
                    <a:pt x="1337" y="526"/>
                    <a:pt x="1338" y="535"/>
                    <a:pt x="1339" y="535"/>
                  </a:cubicBezTo>
                  <a:cubicBezTo>
                    <a:pt x="1340" y="535"/>
                    <a:pt x="1339" y="517"/>
                    <a:pt x="1336" y="473"/>
                  </a:cubicBezTo>
                  <a:cubicBezTo>
                    <a:pt x="1337" y="455"/>
                    <a:pt x="1339" y="446"/>
                    <a:pt x="1342" y="446"/>
                  </a:cubicBezTo>
                  <a:cubicBezTo>
                    <a:pt x="1345" y="446"/>
                    <a:pt x="1348" y="456"/>
                    <a:pt x="1351" y="476"/>
                  </a:cubicBezTo>
                  <a:cubicBezTo>
                    <a:pt x="1353" y="520"/>
                    <a:pt x="1355" y="538"/>
                    <a:pt x="1356" y="538"/>
                  </a:cubicBezTo>
                  <a:cubicBezTo>
                    <a:pt x="1356" y="538"/>
                    <a:pt x="1356" y="529"/>
                    <a:pt x="1355" y="514"/>
                  </a:cubicBezTo>
                  <a:cubicBezTo>
                    <a:pt x="1358" y="476"/>
                    <a:pt x="1364" y="476"/>
                    <a:pt x="1364" y="476"/>
                  </a:cubicBezTo>
                  <a:cubicBezTo>
                    <a:pt x="1364" y="517"/>
                    <a:pt x="1402" y="511"/>
                    <a:pt x="1436" y="523"/>
                  </a:cubicBezTo>
                  <a:cubicBezTo>
                    <a:pt x="1445" y="501"/>
                    <a:pt x="1452" y="476"/>
                    <a:pt x="1455" y="451"/>
                  </a:cubicBezTo>
                  <a:cubicBezTo>
                    <a:pt x="1459" y="419"/>
                    <a:pt x="1460" y="408"/>
                    <a:pt x="1460" y="408"/>
                  </a:cubicBezTo>
                  <a:lnTo>
                    <a:pt x="1460" y="408"/>
                  </a:lnTo>
                  <a:cubicBezTo>
                    <a:pt x="1460" y="408"/>
                    <a:pt x="1458" y="429"/>
                    <a:pt x="1458" y="451"/>
                  </a:cubicBezTo>
                  <a:cubicBezTo>
                    <a:pt x="1452" y="508"/>
                    <a:pt x="1450" y="537"/>
                    <a:pt x="1452" y="537"/>
                  </a:cubicBezTo>
                  <a:cubicBezTo>
                    <a:pt x="1454" y="537"/>
                    <a:pt x="1460" y="510"/>
                    <a:pt x="1467" y="454"/>
                  </a:cubicBezTo>
                  <a:cubicBezTo>
                    <a:pt x="1470" y="417"/>
                    <a:pt x="1473" y="398"/>
                    <a:pt x="1474" y="398"/>
                  </a:cubicBezTo>
                  <a:lnTo>
                    <a:pt x="1474" y="398"/>
                  </a:lnTo>
                  <a:cubicBezTo>
                    <a:pt x="1474" y="398"/>
                    <a:pt x="1474" y="417"/>
                    <a:pt x="1470" y="454"/>
                  </a:cubicBezTo>
                  <a:cubicBezTo>
                    <a:pt x="1469" y="473"/>
                    <a:pt x="1468" y="483"/>
                    <a:pt x="1469" y="483"/>
                  </a:cubicBezTo>
                  <a:cubicBezTo>
                    <a:pt x="1471" y="483"/>
                    <a:pt x="1474" y="474"/>
                    <a:pt x="1480" y="457"/>
                  </a:cubicBezTo>
                  <a:cubicBezTo>
                    <a:pt x="1483" y="438"/>
                    <a:pt x="1486" y="429"/>
                    <a:pt x="1487" y="429"/>
                  </a:cubicBezTo>
                  <a:lnTo>
                    <a:pt x="1487" y="429"/>
                  </a:lnTo>
                  <a:cubicBezTo>
                    <a:pt x="1489" y="429"/>
                    <a:pt x="1488" y="438"/>
                    <a:pt x="1483" y="457"/>
                  </a:cubicBezTo>
                  <a:cubicBezTo>
                    <a:pt x="1481" y="484"/>
                    <a:pt x="1479" y="510"/>
                    <a:pt x="1481" y="510"/>
                  </a:cubicBezTo>
                  <a:cubicBezTo>
                    <a:pt x="1482" y="510"/>
                    <a:pt x="1483" y="506"/>
                    <a:pt x="1486" y="495"/>
                  </a:cubicBezTo>
                  <a:lnTo>
                    <a:pt x="1486" y="495"/>
                  </a:lnTo>
                  <a:cubicBezTo>
                    <a:pt x="1486" y="495"/>
                    <a:pt x="1489" y="498"/>
                    <a:pt x="1483" y="536"/>
                  </a:cubicBezTo>
                  <a:cubicBezTo>
                    <a:pt x="1481" y="547"/>
                    <a:pt x="1481" y="552"/>
                    <a:pt x="1482" y="552"/>
                  </a:cubicBezTo>
                  <a:cubicBezTo>
                    <a:pt x="1485" y="552"/>
                    <a:pt x="1494" y="528"/>
                    <a:pt x="1505" y="504"/>
                  </a:cubicBezTo>
                  <a:cubicBezTo>
                    <a:pt x="1520" y="471"/>
                    <a:pt x="1530" y="454"/>
                    <a:pt x="1532" y="454"/>
                  </a:cubicBezTo>
                  <a:lnTo>
                    <a:pt x="1532" y="454"/>
                  </a:lnTo>
                  <a:cubicBezTo>
                    <a:pt x="1534" y="454"/>
                    <a:pt x="1529" y="472"/>
                    <a:pt x="1514" y="507"/>
                  </a:cubicBezTo>
                  <a:cubicBezTo>
                    <a:pt x="1504" y="536"/>
                    <a:pt x="1503" y="548"/>
                    <a:pt x="1507" y="548"/>
                  </a:cubicBezTo>
                  <a:cubicBezTo>
                    <a:pt x="1512" y="548"/>
                    <a:pt x="1530" y="521"/>
                    <a:pt x="1549" y="479"/>
                  </a:cubicBezTo>
                  <a:cubicBezTo>
                    <a:pt x="1565" y="439"/>
                    <a:pt x="1572" y="422"/>
                    <a:pt x="1573" y="422"/>
                  </a:cubicBezTo>
                  <a:lnTo>
                    <a:pt x="1573" y="422"/>
                  </a:lnTo>
                  <a:cubicBezTo>
                    <a:pt x="1573" y="422"/>
                    <a:pt x="1570" y="430"/>
                    <a:pt x="1565" y="445"/>
                  </a:cubicBezTo>
                  <a:cubicBezTo>
                    <a:pt x="1552" y="482"/>
                    <a:pt x="1555" y="482"/>
                    <a:pt x="1555" y="482"/>
                  </a:cubicBezTo>
                  <a:cubicBezTo>
                    <a:pt x="1561" y="485"/>
                    <a:pt x="1565" y="485"/>
                    <a:pt x="1549" y="520"/>
                  </a:cubicBezTo>
                  <a:cubicBezTo>
                    <a:pt x="1549" y="520"/>
                    <a:pt x="1555" y="520"/>
                    <a:pt x="1577" y="492"/>
                  </a:cubicBezTo>
                  <a:cubicBezTo>
                    <a:pt x="1590" y="469"/>
                    <a:pt x="1598" y="459"/>
                    <a:pt x="1602" y="459"/>
                  </a:cubicBezTo>
                  <a:lnTo>
                    <a:pt x="1602" y="459"/>
                  </a:lnTo>
                  <a:cubicBezTo>
                    <a:pt x="1609" y="459"/>
                    <a:pt x="1602" y="494"/>
                    <a:pt x="1583" y="539"/>
                  </a:cubicBezTo>
                  <a:lnTo>
                    <a:pt x="1608" y="511"/>
                  </a:lnTo>
                  <a:cubicBezTo>
                    <a:pt x="1631" y="471"/>
                    <a:pt x="1648" y="444"/>
                    <a:pt x="1650" y="444"/>
                  </a:cubicBezTo>
                  <a:lnTo>
                    <a:pt x="1650" y="444"/>
                  </a:lnTo>
                  <a:cubicBezTo>
                    <a:pt x="1652" y="444"/>
                    <a:pt x="1647" y="455"/>
                    <a:pt x="1633" y="482"/>
                  </a:cubicBezTo>
                  <a:cubicBezTo>
                    <a:pt x="1629" y="490"/>
                    <a:pt x="1625" y="498"/>
                    <a:pt x="1621" y="505"/>
                  </a:cubicBezTo>
                  <a:lnTo>
                    <a:pt x="1621" y="505"/>
                  </a:lnTo>
                  <a:cubicBezTo>
                    <a:pt x="1632" y="489"/>
                    <a:pt x="1639" y="483"/>
                    <a:pt x="1643" y="483"/>
                  </a:cubicBezTo>
                  <a:lnTo>
                    <a:pt x="1643" y="483"/>
                  </a:lnTo>
                  <a:cubicBezTo>
                    <a:pt x="1651" y="483"/>
                    <a:pt x="1642" y="515"/>
                    <a:pt x="1618" y="558"/>
                  </a:cubicBezTo>
                  <a:cubicBezTo>
                    <a:pt x="1596" y="592"/>
                    <a:pt x="1599" y="589"/>
                    <a:pt x="1602" y="592"/>
                  </a:cubicBezTo>
                  <a:lnTo>
                    <a:pt x="1621" y="561"/>
                  </a:lnTo>
                  <a:cubicBezTo>
                    <a:pt x="1639" y="528"/>
                    <a:pt x="1657" y="498"/>
                    <a:pt x="1661" y="498"/>
                  </a:cubicBezTo>
                  <a:cubicBezTo>
                    <a:pt x="1661" y="498"/>
                    <a:pt x="1662" y="498"/>
                    <a:pt x="1662" y="498"/>
                  </a:cubicBezTo>
                  <a:cubicBezTo>
                    <a:pt x="1665" y="501"/>
                    <a:pt x="1671" y="504"/>
                    <a:pt x="1649" y="536"/>
                  </a:cubicBezTo>
                  <a:cubicBezTo>
                    <a:pt x="1638" y="562"/>
                    <a:pt x="1627" y="587"/>
                    <a:pt x="1628" y="587"/>
                  </a:cubicBezTo>
                  <a:cubicBezTo>
                    <a:pt x="1629" y="587"/>
                    <a:pt x="1631" y="583"/>
                    <a:pt x="1637" y="573"/>
                  </a:cubicBezTo>
                  <a:lnTo>
                    <a:pt x="1637" y="573"/>
                  </a:lnTo>
                  <a:cubicBezTo>
                    <a:pt x="1637" y="573"/>
                    <a:pt x="1640" y="576"/>
                    <a:pt x="1624" y="611"/>
                  </a:cubicBezTo>
                  <a:lnTo>
                    <a:pt x="1637" y="620"/>
                  </a:lnTo>
                  <a:cubicBezTo>
                    <a:pt x="1647" y="608"/>
                    <a:pt x="1655" y="602"/>
                    <a:pt x="1658" y="602"/>
                  </a:cubicBezTo>
                  <a:lnTo>
                    <a:pt x="1658" y="602"/>
                  </a:lnTo>
                  <a:cubicBezTo>
                    <a:pt x="1662" y="602"/>
                    <a:pt x="1658" y="612"/>
                    <a:pt x="1646" y="630"/>
                  </a:cubicBezTo>
                  <a:cubicBezTo>
                    <a:pt x="1646" y="630"/>
                    <a:pt x="1646" y="630"/>
                    <a:pt x="1647" y="630"/>
                  </a:cubicBezTo>
                  <a:cubicBezTo>
                    <a:pt x="1649" y="630"/>
                    <a:pt x="1657" y="628"/>
                    <a:pt x="1677" y="605"/>
                  </a:cubicBezTo>
                  <a:lnTo>
                    <a:pt x="1677" y="605"/>
                  </a:lnTo>
                  <a:cubicBezTo>
                    <a:pt x="1684" y="614"/>
                    <a:pt x="1687" y="617"/>
                    <a:pt x="1665" y="645"/>
                  </a:cubicBezTo>
                  <a:cubicBezTo>
                    <a:pt x="1652" y="660"/>
                    <a:pt x="1646" y="667"/>
                    <a:pt x="1646" y="667"/>
                  </a:cubicBezTo>
                  <a:cubicBezTo>
                    <a:pt x="1647" y="667"/>
                    <a:pt x="1654" y="661"/>
                    <a:pt x="1668" y="648"/>
                  </a:cubicBezTo>
                  <a:cubicBezTo>
                    <a:pt x="1683" y="629"/>
                    <a:pt x="1689" y="625"/>
                    <a:pt x="1694" y="625"/>
                  </a:cubicBezTo>
                  <a:cubicBezTo>
                    <a:pt x="1696" y="625"/>
                    <a:pt x="1697" y="625"/>
                    <a:pt x="1699" y="626"/>
                  </a:cubicBezTo>
                  <a:lnTo>
                    <a:pt x="1706" y="633"/>
                  </a:lnTo>
                  <a:cubicBezTo>
                    <a:pt x="1724" y="612"/>
                    <a:pt x="1729" y="606"/>
                    <a:pt x="1732" y="606"/>
                  </a:cubicBezTo>
                  <a:cubicBezTo>
                    <a:pt x="1732" y="606"/>
                    <a:pt x="1733" y="607"/>
                    <a:pt x="1734" y="608"/>
                  </a:cubicBezTo>
                  <a:cubicBezTo>
                    <a:pt x="1737" y="611"/>
                    <a:pt x="1721" y="648"/>
                    <a:pt x="1724" y="652"/>
                  </a:cubicBezTo>
                  <a:cubicBezTo>
                    <a:pt x="1728" y="655"/>
                    <a:pt x="1730" y="657"/>
                    <a:pt x="1732" y="657"/>
                  </a:cubicBezTo>
                  <a:cubicBezTo>
                    <a:pt x="1737" y="657"/>
                    <a:pt x="1742" y="651"/>
                    <a:pt x="1756" y="633"/>
                  </a:cubicBezTo>
                  <a:cubicBezTo>
                    <a:pt x="1754" y="631"/>
                    <a:pt x="1764" y="619"/>
                    <a:pt x="1767" y="619"/>
                  </a:cubicBezTo>
                  <a:lnTo>
                    <a:pt x="1767" y="619"/>
                  </a:lnTo>
                  <a:cubicBezTo>
                    <a:pt x="1769" y="619"/>
                    <a:pt x="1769" y="623"/>
                    <a:pt x="1762" y="636"/>
                  </a:cubicBezTo>
                  <a:cubicBezTo>
                    <a:pt x="1765" y="639"/>
                    <a:pt x="1746" y="677"/>
                    <a:pt x="1753" y="689"/>
                  </a:cubicBezTo>
                  <a:cubicBezTo>
                    <a:pt x="1758" y="696"/>
                    <a:pt x="1761" y="700"/>
                    <a:pt x="1765" y="700"/>
                  </a:cubicBezTo>
                  <a:cubicBezTo>
                    <a:pt x="1771" y="700"/>
                    <a:pt x="1778" y="694"/>
                    <a:pt x="1793" y="680"/>
                  </a:cubicBezTo>
                  <a:cubicBezTo>
                    <a:pt x="1820" y="654"/>
                    <a:pt x="1835" y="642"/>
                    <a:pt x="1837" y="642"/>
                  </a:cubicBezTo>
                  <a:lnTo>
                    <a:pt x="1837" y="642"/>
                  </a:lnTo>
                  <a:cubicBezTo>
                    <a:pt x="1839" y="642"/>
                    <a:pt x="1826" y="657"/>
                    <a:pt x="1796" y="683"/>
                  </a:cubicBezTo>
                  <a:cubicBezTo>
                    <a:pt x="1764" y="719"/>
                    <a:pt x="1754" y="733"/>
                    <a:pt x="1758" y="733"/>
                  </a:cubicBezTo>
                  <a:cubicBezTo>
                    <a:pt x="1760" y="733"/>
                    <a:pt x="1767" y="728"/>
                    <a:pt x="1778" y="720"/>
                  </a:cubicBezTo>
                  <a:cubicBezTo>
                    <a:pt x="1798" y="706"/>
                    <a:pt x="1805" y="701"/>
                    <a:pt x="1808" y="701"/>
                  </a:cubicBezTo>
                  <a:cubicBezTo>
                    <a:pt x="1810" y="701"/>
                    <a:pt x="1811" y="703"/>
                    <a:pt x="1812" y="705"/>
                  </a:cubicBezTo>
                  <a:cubicBezTo>
                    <a:pt x="1795" y="718"/>
                    <a:pt x="1789" y="725"/>
                    <a:pt x="1796" y="725"/>
                  </a:cubicBezTo>
                  <a:cubicBezTo>
                    <a:pt x="1800" y="725"/>
                    <a:pt x="1808" y="722"/>
                    <a:pt x="1821" y="717"/>
                  </a:cubicBezTo>
                  <a:lnTo>
                    <a:pt x="1821" y="717"/>
                  </a:lnTo>
                  <a:cubicBezTo>
                    <a:pt x="1825" y="720"/>
                    <a:pt x="1825" y="720"/>
                    <a:pt x="1793" y="742"/>
                  </a:cubicBezTo>
                  <a:lnTo>
                    <a:pt x="1800" y="752"/>
                  </a:lnTo>
                  <a:cubicBezTo>
                    <a:pt x="1815" y="744"/>
                    <a:pt x="1827" y="740"/>
                    <a:pt x="1834" y="740"/>
                  </a:cubicBezTo>
                  <a:cubicBezTo>
                    <a:pt x="1858" y="740"/>
                    <a:pt x="1845" y="774"/>
                    <a:pt x="1821" y="793"/>
                  </a:cubicBezTo>
                  <a:cubicBezTo>
                    <a:pt x="1821" y="793"/>
                    <a:pt x="1822" y="793"/>
                    <a:pt x="1823" y="793"/>
                  </a:cubicBezTo>
                  <a:cubicBezTo>
                    <a:pt x="1826" y="793"/>
                    <a:pt x="1834" y="791"/>
                    <a:pt x="1859" y="780"/>
                  </a:cubicBezTo>
                  <a:cubicBezTo>
                    <a:pt x="1891" y="764"/>
                    <a:pt x="1908" y="756"/>
                    <a:pt x="1912" y="756"/>
                  </a:cubicBezTo>
                  <a:lnTo>
                    <a:pt x="1912" y="756"/>
                  </a:lnTo>
                  <a:cubicBezTo>
                    <a:pt x="1916" y="756"/>
                    <a:pt x="1901" y="767"/>
                    <a:pt x="1865" y="789"/>
                  </a:cubicBezTo>
                  <a:cubicBezTo>
                    <a:pt x="1832" y="809"/>
                    <a:pt x="1815" y="818"/>
                    <a:pt x="1816" y="818"/>
                  </a:cubicBezTo>
                  <a:cubicBezTo>
                    <a:pt x="1818" y="818"/>
                    <a:pt x="1835" y="809"/>
                    <a:pt x="1868" y="793"/>
                  </a:cubicBezTo>
                  <a:cubicBezTo>
                    <a:pt x="1875" y="790"/>
                    <a:pt x="1880" y="789"/>
                    <a:pt x="1884" y="789"/>
                  </a:cubicBezTo>
                  <a:cubicBezTo>
                    <a:pt x="1904" y="789"/>
                    <a:pt x="1900" y="811"/>
                    <a:pt x="1847" y="836"/>
                  </a:cubicBezTo>
                  <a:lnTo>
                    <a:pt x="1778" y="871"/>
                  </a:lnTo>
                  <a:cubicBezTo>
                    <a:pt x="1795" y="865"/>
                    <a:pt x="1804" y="863"/>
                    <a:pt x="1809" y="863"/>
                  </a:cubicBezTo>
                  <a:cubicBezTo>
                    <a:pt x="1814" y="863"/>
                    <a:pt x="1815" y="865"/>
                    <a:pt x="1815" y="865"/>
                  </a:cubicBezTo>
                  <a:cubicBezTo>
                    <a:pt x="1832" y="856"/>
                    <a:pt x="1840" y="852"/>
                    <a:pt x="1846" y="852"/>
                  </a:cubicBezTo>
                  <a:cubicBezTo>
                    <a:pt x="1852" y="852"/>
                    <a:pt x="1854" y="856"/>
                    <a:pt x="1859" y="865"/>
                  </a:cubicBezTo>
                  <a:cubicBezTo>
                    <a:pt x="1862" y="874"/>
                    <a:pt x="1906" y="874"/>
                    <a:pt x="1909" y="887"/>
                  </a:cubicBezTo>
                  <a:cubicBezTo>
                    <a:pt x="1912" y="896"/>
                    <a:pt x="1915" y="912"/>
                    <a:pt x="1884" y="930"/>
                  </a:cubicBezTo>
                  <a:cubicBezTo>
                    <a:pt x="1884" y="935"/>
                    <a:pt x="1886" y="938"/>
                    <a:pt x="1901" y="938"/>
                  </a:cubicBezTo>
                  <a:cubicBezTo>
                    <a:pt x="1907" y="938"/>
                    <a:pt x="1915" y="938"/>
                    <a:pt x="1925" y="937"/>
                  </a:cubicBezTo>
                  <a:cubicBezTo>
                    <a:pt x="1933" y="935"/>
                    <a:pt x="1940" y="935"/>
                    <a:pt x="1945" y="935"/>
                  </a:cubicBezTo>
                  <a:cubicBezTo>
                    <a:pt x="1962" y="935"/>
                    <a:pt x="1958" y="943"/>
                    <a:pt x="1931" y="952"/>
                  </a:cubicBezTo>
                  <a:lnTo>
                    <a:pt x="1931" y="959"/>
                  </a:lnTo>
                  <a:cubicBezTo>
                    <a:pt x="1939" y="958"/>
                    <a:pt x="1946" y="958"/>
                    <a:pt x="1951" y="958"/>
                  </a:cubicBezTo>
                  <a:cubicBezTo>
                    <a:pt x="1972" y="958"/>
                    <a:pt x="1972" y="962"/>
                    <a:pt x="1972" y="962"/>
                  </a:cubicBezTo>
                  <a:cubicBezTo>
                    <a:pt x="1943" y="972"/>
                    <a:pt x="1914" y="985"/>
                    <a:pt x="1926" y="985"/>
                  </a:cubicBezTo>
                  <a:cubicBezTo>
                    <a:pt x="1928" y="985"/>
                    <a:pt x="1932" y="985"/>
                    <a:pt x="1937" y="984"/>
                  </a:cubicBezTo>
                  <a:cubicBezTo>
                    <a:pt x="1952" y="980"/>
                    <a:pt x="1961" y="978"/>
                    <a:pt x="1967" y="978"/>
                  </a:cubicBezTo>
                  <a:cubicBezTo>
                    <a:pt x="1976" y="978"/>
                    <a:pt x="1976" y="982"/>
                    <a:pt x="1978" y="990"/>
                  </a:cubicBezTo>
                  <a:cubicBezTo>
                    <a:pt x="1947" y="1012"/>
                    <a:pt x="1971" y="1178"/>
                    <a:pt x="2002" y="1178"/>
                  </a:cubicBezTo>
                  <a:cubicBezTo>
                    <a:pt x="2003" y="1178"/>
                    <a:pt x="2003" y="1178"/>
                    <a:pt x="2003" y="1178"/>
                  </a:cubicBezTo>
                  <a:lnTo>
                    <a:pt x="2003" y="1178"/>
                  </a:lnTo>
                  <a:lnTo>
                    <a:pt x="2000" y="1197"/>
                  </a:lnTo>
                  <a:lnTo>
                    <a:pt x="2000" y="1213"/>
                  </a:lnTo>
                  <a:cubicBezTo>
                    <a:pt x="1925" y="1213"/>
                    <a:pt x="1966" y="1238"/>
                    <a:pt x="2000" y="1253"/>
                  </a:cubicBezTo>
                  <a:cubicBezTo>
                    <a:pt x="2038" y="1260"/>
                    <a:pt x="2038" y="1266"/>
                    <a:pt x="2035" y="1269"/>
                  </a:cubicBezTo>
                  <a:cubicBezTo>
                    <a:pt x="2028" y="1269"/>
                    <a:pt x="2022" y="1269"/>
                    <a:pt x="2016" y="1269"/>
                  </a:cubicBezTo>
                  <a:cubicBezTo>
                    <a:pt x="1960" y="1269"/>
                    <a:pt x="1962" y="1283"/>
                    <a:pt x="1994" y="1294"/>
                  </a:cubicBezTo>
                  <a:cubicBezTo>
                    <a:pt x="2044" y="1302"/>
                    <a:pt x="2061" y="1308"/>
                    <a:pt x="2044" y="1308"/>
                  </a:cubicBezTo>
                  <a:cubicBezTo>
                    <a:pt x="2036" y="1308"/>
                    <a:pt x="2019" y="1307"/>
                    <a:pt x="1994" y="1303"/>
                  </a:cubicBezTo>
                  <a:cubicBezTo>
                    <a:pt x="1976" y="1302"/>
                    <a:pt x="1962" y="1301"/>
                    <a:pt x="1953" y="1301"/>
                  </a:cubicBezTo>
                  <a:cubicBezTo>
                    <a:pt x="1924" y="1301"/>
                    <a:pt x="1942" y="1309"/>
                    <a:pt x="2028" y="1328"/>
                  </a:cubicBezTo>
                  <a:cubicBezTo>
                    <a:pt x="2066" y="1338"/>
                    <a:pt x="2066" y="1341"/>
                    <a:pt x="2028" y="1341"/>
                  </a:cubicBezTo>
                  <a:cubicBezTo>
                    <a:pt x="1998" y="1339"/>
                    <a:pt x="1980" y="1338"/>
                    <a:pt x="1971" y="1338"/>
                  </a:cubicBezTo>
                  <a:cubicBezTo>
                    <a:pt x="1955" y="1338"/>
                    <a:pt x="1964" y="1340"/>
                    <a:pt x="1988" y="1344"/>
                  </a:cubicBezTo>
                  <a:cubicBezTo>
                    <a:pt x="2037" y="1355"/>
                    <a:pt x="2052" y="1361"/>
                    <a:pt x="2034" y="1361"/>
                  </a:cubicBezTo>
                  <a:cubicBezTo>
                    <a:pt x="2025" y="1361"/>
                    <a:pt x="2009" y="1360"/>
                    <a:pt x="1984" y="1357"/>
                  </a:cubicBezTo>
                  <a:cubicBezTo>
                    <a:pt x="1962" y="1356"/>
                    <a:pt x="1946" y="1355"/>
                    <a:pt x="1936" y="1355"/>
                  </a:cubicBezTo>
                  <a:cubicBezTo>
                    <a:pt x="1912" y="1355"/>
                    <a:pt x="1927" y="1359"/>
                    <a:pt x="1978" y="1372"/>
                  </a:cubicBezTo>
                  <a:cubicBezTo>
                    <a:pt x="2038" y="1387"/>
                    <a:pt x="2046" y="1404"/>
                    <a:pt x="2009" y="1404"/>
                  </a:cubicBezTo>
                  <a:cubicBezTo>
                    <a:pt x="2000" y="1404"/>
                    <a:pt x="1987" y="1403"/>
                    <a:pt x="1972" y="1401"/>
                  </a:cubicBezTo>
                  <a:cubicBezTo>
                    <a:pt x="1972" y="1404"/>
                    <a:pt x="1934" y="1401"/>
                    <a:pt x="1969" y="1410"/>
                  </a:cubicBezTo>
                  <a:lnTo>
                    <a:pt x="1931" y="1404"/>
                  </a:lnTo>
                  <a:cubicBezTo>
                    <a:pt x="1931" y="1407"/>
                    <a:pt x="1931" y="1410"/>
                    <a:pt x="1928" y="1413"/>
                  </a:cubicBezTo>
                  <a:lnTo>
                    <a:pt x="1966" y="1422"/>
                  </a:lnTo>
                  <a:cubicBezTo>
                    <a:pt x="1962" y="1429"/>
                    <a:pt x="1915" y="1441"/>
                    <a:pt x="1906" y="1466"/>
                  </a:cubicBezTo>
                  <a:cubicBezTo>
                    <a:pt x="1884" y="1507"/>
                    <a:pt x="1878" y="1510"/>
                    <a:pt x="1915" y="1526"/>
                  </a:cubicBezTo>
                  <a:cubicBezTo>
                    <a:pt x="1955" y="1544"/>
                    <a:pt x="1970" y="1555"/>
                    <a:pt x="1962" y="1555"/>
                  </a:cubicBezTo>
                  <a:cubicBezTo>
                    <a:pt x="1957" y="1555"/>
                    <a:pt x="1939" y="1549"/>
                    <a:pt x="1909" y="1535"/>
                  </a:cubicBezTo>
                  <a:cubicBezTo>
                    <a:pt x="1909" y="1536"/>
                    <a:pt x="1908" y="1536"/>
                    <a:pt x="1907" y="1536"/>
                  </a:cubicBezTo>
                  <a:cubicBezTo>
                    <a:pt x="1901" y="1536"/>
                    <a:pt x="1883" y="1530"/>
                    <a:pt x="1874" y="1530"/>
                  </a:cubicBezTo>
                  <a:cubicBezTo>
                    <a:pt x="1871" y="1530"/>
                    <a:pt x="1869" y="1531"/>
                    <a:pt x="1868" y="1532"/>
                  </a:cubicBezTo>
                  <a:cubicBezTo>
                    <a:pt x="1866" y="1535"/>
                    <a:pt x="1863" y="1538"/>
                    <a:pt x="1857" y="1538"/>
                  </a:cubicBezTo>
                  <a:cubicBezTo>
                    <a:pt x="1851" y="1538"/>
                    <a:pt x="1841" y="1534"/>
                    <a:pt x="1825" y="1523"/>
                  </a:cubicBezTo>
                  <a:lnTo>
                    <a:pt x="1821" y="1526"/>
                  </a:lnTo>
                  <a:cubicBezTo>
                    <a:pt x="1868" y="1563"/>
                    <a:pt x="1867" y="1584"/>
                    <a:pt x="1847" y="1584"/>
                  </a:cubicBezTo>
                  <a:cubicBezTo>
                    <a:pt x="1842" y="1584"/>
                    <a:pt x="1835" y="1583"/>
                    <a:pt x="1828" y="1579"/>
                  </a:cubicBezTo>
                  <a:lnTo>
                    <a:pt x="1828" y="1579"/>
                  </a:lnTo>
                  <a:cubicBezTo>
                    <a:pt x="1825" y="1585"/>
                    <a:pt x="1821" y="1589"/>
                    <a:pt x="1843" y="1617"/>
                  </a:cubicBezTo>
                  <a:cubicBezTo>
                    <a:pt x="1854" y="1634"/>
                    <a:pt x="1858" y="1642"/>
                    <a:pt x="1855" y="1642"/>
                  </a:cubicBezTo>
                  <a:cubicBezTo>
                    <a:pt x="1853" y="1642"/>
                    <a:pt x="1845" y="1636"/>
                    <a:pt x="1831" y="1626"/>
                  </a:cubicBezTo>
                  <a:cubicBezTo>
                    <a:pt x="1817" y="1614"/>
                    <a:pt x="1800" y="1605"/>
                    <a:pt x="1793" y="1605"/>
                  </a:cubicBezTo>
                  <a:lnTo>
                    <a:pt x="1793" y="1605"/>
                  </a:lnTo>
                  <a:cubicBezTo>
                    <a:pt x="1785" y="1605"/>
                    <a:pt x="1788" y="1615"/>
                    <a:pt x="1815" y="1642"/>
                  </a:cubicBezTo>
                  <a:lnTo>
                    <a:pt x="1784" y="1617"/>
                  </a:lnTo>
                  <a:cubicBezTo>
                    <a:pt x="1777" y="1610"/>
                    <a:pt x="1773" y="1608"/>
                    <a:pt x="1772" y="1608"/>
                  </a:cubicBezTo>
                  <a:lnTo>
                    <a:pt x="1772" y="1608"/>
                  </a:lnTo>
                  <a:cubicBezTo>
                    <a:pt x="1769" y="1608"/>
                    <a:pt x="1787" y="1630"/>
                    <a:pt x="1806" y="1651"/>
                  </a:cubicBezTo>
                  <a:cubicBezTo>
                    <a:pt x="1829" y="1678"/>
                    <a:pt x="1841" y="1692"/>
                    <a:pt x="1839" y="1692"/>
                  </a:cubicBezTo>
                  <a:cubicBezTo>
                    <a:pt x="1837" y="1692"/>
                    <a:pt x="1816" y="1673"/>
                    <a:pt x="1774" y="1629"/>
                  </a:cubicBezTo>
                  <a:cubicBezTo>
                    <a:pt x="1746" y="1595"/>
                    <a:pt x="1732" y="1582"/>
                    <a:pt x="1731" y="1582"/>
                  </a:cubicBezTo>
                  <a:lnTo>
                    <a:pt x="1731" y="1582"/>
                  </a:lnTo>
                  <a:cubicBezTo>
                    <a:pt x="1730" y="1582"/>
                    <a:pt x="1736" y="1589"/>
                    <a:pt x="1746" y="1601"/>
                  </a:cubicBezTo>
                  <a:cubicBezTo>
                    <a:pt x="1762" y="1624"/>
                    <a:pt x="1778" y="1647"/>
                    <a:pt x="1775" y="1647"/>
                  </a:cubicBezTo>
                  <a:cubicBezTo>
                    <a:pt x="1774" y="1647"/>
                    <a:pt x="1770" y="1643"/>
                    <a:pt x="1762" y="1636"/>
                  </a:cubicBezTo>
                  <a:lnTo>
                    <a:pt x="1762" y="1636"/>
                  </a:lnTo>
                  <a:cubicBezTo>
                    <a:pt x="1759" y="1639"/>
                    <a:pt x="1756" y="1642"/>
                    <a:pt x="1803" y="1698"/>
                  </a:cubicBezTo>
                  <a:cubicBezTo>
                    <a:pt x="1825" y="1730"/>
                    <a:pt x="1821" y="1733"/>
                    <a:pt x="1815" y="1736"/>
                  </a:cubicBezTo>
                  <a:cubicBezTo>
                    <a:pt x="1800" y="1714"/>
                    <a:pt x="1787" y="1695"/>
                    <a:pt x="1774" y="1673"/>
                  </a:cubicBezTo>
                  <a:cubicBezTo>
                    <a:pt x="1775" y="1672"/>
                    <a:pt x="1776" y="1672"/>
                    <a:pt x="1776" y="1672"/>
                  </a:cubicBezTo>
                  <a:lnTo>
                    <a:pt x="1776" y="1672"/>
                  </a:lnTo>
                  <a:cubicBezTo>
                    <a:pt x="1775" y="1672"/>
                    <a:pt x="1773" y="1674"/>
                    <a:pt x="1768" y="1676"/>
                  </a:cubicBezTo>
                  <a:cubicBezTo>
                    <a:pt x="1768" y="1676"/>
                    <a:pt x="1767" y="1677"/>
                    <a:pt x="1767" y="1677"/>
                  </a:cubicBezTo>
                  <a:cubicBezTo>
                    <a:pt x="1759" y="1677"/>
                    <a:pt x="1733" y="1650"/>
                    <a:pt x="1712" y="1623"/>
                  </a:cubicBezTo>
                  <a:cubicBezTo>
                    <a:pt x="1702" y="1610"/>
                    <a:pt x="1696" y="1603"/>
                    <a:pt x="1695" y="1603"/>
                  </a:cubicBezTo>
                  <a:lnTo>
                    <a:pt x="1695" y="1603"/>
                  </a:lnTo>
                  <a:cubicBezTo>
                    <a:pt x="1694" y="1603"/>
                    <a:pt x="1704" y="1619"/>
                    <a:pt x="1731" y="1654"/>
                  </a:cubicBezTo>
                  <a:cubicBezTo>
                    <a:pt x="1774" y="1717"/>
                    <a:pt x="1774" y="1717"/>
                    <a:pt x="1768" y="1720"/>
                  </a:cubicBezTo>
                  <a:cubicBezTo>
                    <a:pt x="1767" y="1721"/>
                    <a:pt x="1766" y="1722"/>
                    <a:pt x="1764" y="1722"/>
                  </a:cubicBezTo>
                  <a:cubicBezTo>
                    <a:pt x="1760" y="1722"/>
                    <a:pt x="1753" y="1717"/>
                    <a:pt x="1740" y="1695"/>
                  </a:cubicBezTo>
                  <a:cubicBezTo>
                    <a:pt x="1723" y="1671"/>
                    <a:pt x="1719" y="1666"/>
                    <a:pt x="1716" y="1666"/>
                  </a:cubicBezTo>
                  <a:cubicBezTo>
                    <a:pt x="1714" y="1666"/>
                    <a:pt x="1713" y="1666"/>
                    <a:pt x="1712" y="1667"/>
                  </a:cubicBezTo>
                  <a:cubicBezTo>
                    <a:pt x="1702" y="1670"/>
                    <a:pt x="1746" y="1773"/>
                    <a:pt x="1778" y="1842"/>
                  </a:cubicBezTo>
                  <a:cubicBezTo>
                    <a:pt x="1797" y="1877"/>
                    <a:pt x="1806" y="1895"/>
                    <a:pt x="1805" y="1895"/>
                  </a:cubicBezTo>
                  <a:cubicBezTo>
                    <a:pt x="1804" y="1895"/>
                    <a:pt x="1793" y="1878"/>
                    <a:pt x="1771" y="1846"/>
                  </a:cubicBezTo>
                  <a:cubicBezTo>
                    <a:pt x="1759" y="1822"/>
                    <a:pt x="1753" y="1816"/>
                    <a:pt x="1749" y="1816"/>
                  </a:cubicBezTo>
                  <a:cubicBezTo>
                    <a:pt x="1748" y="1816"/>
                    <a:pt x="1747" y="1817"/>
                    <a:pt x="1746" y="1817"/>
                  </a:cubicBezTo>
                  <a:cubicBezTo>
                    <a:pt x="1727" y="1783"/>
                    <a:pt x="1731" y="1783"/>
                    <a:pt x="1737" y="1780"/>
                  </a:cubicBezTo>
                  <a:lnTo>
                    <a:pt x="1718" y="1745"/>
                  </a:lnTo>
                  <a:cubicBezTo>
                    <a:pt x="1698" y="1715"/>
                    <a:pt x="1687" y="1699"/>
                    <a:pt x="1685" y="1699"/>
                  </a:cubicBezTo>
                  <a:lnTo>
                    <a:pt x="1685" y="1699"/>
                  </a:lnTo>
                  <a:cubicBezTo>
                    <a:pt x="1682" y="1699"/>
                    <a:pt x="1689" y="1716"/>
                    <a:pt x="1706" y="1752"/>
                  </a:cubicBezTo>
                  <a:cubicBezTo>
                    <a:pt x="1712" y="1771"/>
                    <a:pt x="1715" y="1781"/>
                    <a:pt x="1714" y="1781"/>
                  </a:cubicBezTo>
                  <a:cubicBezTo>
                    <a:pt x="1712" y="1781"/>
                    <a:pt x="1707" y="1773"/>
                    <a:pt x="1696" y="1758"/>
                  </a:cubicBezTo>
                  <a:cubicBezTo>
                    <a:pt x="1683" y="1734"/>
                    <a:pt x="1669" y="1711"/>
                    <a:pt x="1667" y="1711"/>
                  </a:cubicBezTo>
                  <a:lnTo>
                    <a:pt x="1667" y="1711"/>
                  </a:lnTo>
                  <a:cubicBezTo>
                    <a:pt x="1666" y="1711"/>
                    <a:pt x="1668" y="1716"/>
                    <a:pt x="1674" y="1726"/>
                  </a:cubicBezTo>
                  <a:cubicBezTo>
                    <a:pt x="1674" y="1726"/>
                    <a:pt x="1674" y="1727"/>
                    <a:pt x="1673" y="1727"/>
                  </a:cubicBezTo>
                  <a:cubicBezTo>
                    <a:pt x="1671" y="1727"/>
                    <a:pt x="1662" y="1724"/>
                    <a:pt x="1646" y="1698"/>
                  </a:cubicBezTo>
                  <a:cubicBezTo>
                    <a:pt x="1637" y="1698"/>
                    <a:pt x="1633" y="1701"/>
                    <a:pt x="1646" y="1736"/>
                  </a:cubicBezTo>
                  <a:cubicBezTo>
                    <a:pt x="1662" y="1770"/>
                    <a:pt x="1659" y="1770"/>
                    <a:pt x="1652" y="1773"/>
                  </a:cubicBezTo>
                  <a:cubicBezTo>
                    <a:pt x="1649" y="1773"/>
                    <a:pt x="1643" y="1777"/>
                    <a:pt x="1655" y="1811"/>
                  </a:cubicBezTo>
                  <a:cubicBezTo>
                    <a:pt x="1671" y="1846"/>
                    <a:pt x="1677" y="1883"/>
                    <a:pt x="1668" y="1886"/>
                  </a:cubicBezTo>
                  <a:cubicBezTo>
                    <a:pt x="1669" y="1904"/>
                    <a:pt x="1669" y="1914"/>
                    <a:pt x="1667" y="1914"/>
                  </a:cubicBezTo>
                  <a:cubicBezTo>
                    <a:pt x="1664" y="1914"/>
                    <a:pt x="1656" y="1896"/>
                    <a:pt x="1640" y="1855"/>
                  </a:cubicBezTo>
                  <a:cubicBezTo>
                    <a:pt x="1630" y="1828"/>
                    <a:pt x="1626" y="1822"/>
                    <a:pt x="1622" y="1822"/>
                  </a:cubicBezTo>
                  <a:cubicBezTo>
                    <a:pt x="1621" y="1822"/>
                    <a:pt x="1619" y="1823"/>
                    <a:pt x="1618" y="1824"/>
                  </a:cubicBezTo>
                  <a:cubicBezTo>
                    <a:pt x="1618" y="1824"/>
                    <a:pt x="1618" y="1824"/>
                    <a:pt x="1617" y="1824"/>
                  </a:cubicBezTo>
                  <a:cubicBezTo>
                    <a:pt x="1616" y="1824"/>
                    <a:pt x="1609" y="1821"/>
                    <a:pt x="1596" y="1789"/>
                  </a:cubicBezTo>
                  <a:cubicBezTo>
                    <a:pt x="1591" y="1779"/>
                    <a:pt x="1589" y="1775"/>
                    <a:pt x="1589" y="1775"/>
                  </a:cubicBezTo>
                  <a:lnTo>
                    <a:pt x="1589" y="1775"/>
                  </a:lnTo>
                  <a:cubicBezTo>
                    <a:pt x="1587" y="1775"/>
                    <a:pt x="1595" y="1802"/>
                    <a:pt x="1602" y="1827"/>
                  </a:cubicBezTo>
                  <a:lnTo>
                    <a:pt x="1624" y="1899"/>
                  </a:lnTo>
                  <a:cubicBezTo>
                    <a:pt x="1605" y="1867"/>
                    <a:pt x="1590" y="1830"/>
                    <a:pt x="1583" y="1792"/>
                  </a:cubicBezTo>
                  <a:cubicBezTo>
                    <a:pt x="1571" y="1756"/>
                    <a:pt x="1565" y="1738"/>
                    <a:pt x="1564" y="1738"/>
                  </a:cubicBezTo>
                  <a:lnTo>
                    <a:pt x="1564" y="1738"/>
                  </a:lnTo>
                  <a:cubicBezTo>
                    <a:pt x="1563" y="1738"/>
                    <a:pt x="1568" y="1756"/>
                    <a:pt x="1577" y="1792"/>
                  </a:cubicBezTo>
                  <a:cubicBezTo>
                    <a:pt x="1584" y="1819"/>
                    <a:pt x="1589" y="1847"/>
                    <a:pt x="1583" y="1847"/>
                  </a:cubicBezTo>
                  <a:cubicBezTo>
                    <a:pt x="1581" y="1847"/>
                    <a:pt x="1577" y="1843"/>
                    <a:pt x="1571" y="1833"/>
                  </a:cubicBezTo>
                  <a:cubicBezTo>
                    <a:pt x="1569" y="1834"/>
                    <a:pt x="1566" y="1834"/>
                    <a:pt x="1564" y="1834"/>
                  </a:cubicBezTo>
                  <a:cubicBezTo>
                    <a:pt x="1556" y="1834"/>
                    <a:pt x="1547" y="1828"/>
                    <a:pt x="1543" y="1799"/>
                  </a:cubicBezTo>
                  <a:cubicBezTo>
                    <a:pt x="1539" y="1788"/>
                    <a:pt x="1536" y="1784"/>
                    <a:pt x="1535" y="1784"/>
                  </a:cubicBezTo>
                  <a:cubicBezTo>
                    <a:pt x="1532" y="1784"/>
                    <a:pt x="1533" y="1802"/>
                    <a:pt x="1533" y="1802"/>
                  </a:cubicBezTo>
                  <a:cubicBezTo>
                    <a:pt x="1535" y="1822"/>
                    <a:pt x="1534" y="1832"/>
                    <a:pt x="1529" y="1832"/>
                  </a:cubicBezTo>
                  <a:cubicBezTo>
                    <a:pt x="1525" y="1832"/>
                    <a:pt x="1518" y="1824"/>
                    <a:pt x="1508" y="1808"/>
                  </a:cubicBezTo>
                  <a:cubicBezTo>
                    <a:pt x="1489" y="1770"/>
                    <a:pt x="1480" y="1752"/>
                    <a:pt x="1476" y="1752"/>
                  </a:cubicBezTo>
                  <a:lnTo>
                    <a:pt x="1476" y="1752"/>
                  </a:lnTo>
                  <a:cubicBezTo>
                    <a:pt x="1473" y="1752"/>
                    <a:pt x="1475" y="1770"/>
                    <a:pt x="1480" y="1808"/>
                  </a:cubicBezTo>
                  <a:cubicBezTo>
                    <a:pt x="1484" y="1830"/>
                    <a:pt x="1487" y="1851"/>
                    <a:pt x="1487" y="1851"/>
                  </a:cubicBezTo>
                  <a:cubicBezTo>
                    <a:pt x="1486" y="1851"/>
                    <a:pt x="1483" y="1840"/>
                    <a:pt x="1477" y="1808"/>
                  </a:cubicBezTo>
                  <a:cubicBezTo>
                    <a:pt x="1474" y="1797"/>
                    <a:pt x="1472" y="1792"/>
                    <a:pt x="1470" y="1792"/>
                  </a:cubicBezTo>
                  <a:cubicBezTo>
                    <a:pt x="1467" y="1792"/>
                    <a:pt x="1465" y="1819"/>
                    <a:pt x="1458" y="1846"/>
                  </a:cubicBezTo>
                  <a:cubicBezTo>
                    <a:pt x="1461" y="1896"/>
                    <a:pt x="1464" y="1946"/>
                    <a:pt x="1467" y="1996"/>
                  </a:cubicBezTo>
                  <a:cubicBezTo>
                    <a:pt x="1473" y="2042"/>
                    <a:pt x="1475" y="2061"/>
                    <a:pt x="1472" y="2061"/>
                  </a:cubicBezTo>
                  <a:cubicBezTo>
                    <a:pt x="1470" y="2061"/>
                    <a:pt x="1466" y="2052"/>
                    <a:pt x="1458" y="2037"/>
                  </a:cubicBezTo>
                  <a:cubicBezTo>
                    <a:pt x="1452" y="2037"/>
                    <a:pt x="1442" y="1999"/>
                    <a:pt x="1439" y="1961"/>
                  </a:cubicBezTo>
                  <a:cubicBezTo>
                    <a:pt x="1439" y="1924"/>
                    <a:pt x="1442" y="1924"/>
                    <a:pt x="1442" y="1924"/>
                  </a:cubicBezTo>
                  <a:lnTo>
                    <a:pt x="1449" y="1924"/>
                  </a:lnTo>
                  <a:cubicBezTo>
                    <a:pt x="1445" y="1886"/>
                    <a:pt x="1442" y="1849"/>
                    <a:pt x="1433" y="1849"/>
                  </a:cubicBezTo>
                  <a:cubicBezTo>
                    <a:pt x="1428" y="1830"/>
                    <a:pt x="1425" y="1820"/>
                    <a:pt x="1423" y="1820"/>
                  </a:cubicBezTo>
                  <a:cubicBezTo>
                    <a:pt x="1421" y="1820"/>
                    <a:pt x="1420" y="1830"/>
                    <a:pt x="1420" y="1849"/>
                  </a:cubicBezTo>
                  <a:cubicBezTo>
                    <a:pt x="1414" y="1811"/>
                    <a:pt x="1402" y="1811"/>
                    <a:pt x="1392" y="1811"/>
                  </a:cubicBezTo>
                  <a:cubicBezTo>
                    <a:pt x="1383" y="1811"/>
                    <a:pt x="1364" y="1808"/>
                    <a:pt x="1361" y="1770"/>
                  </a:cubicBezTo>
                  <a:cubicBezTo>
                    <a:pt x="1351" y="1770"/>
                    <a:pt x="1345" y="1770"/>
                    <a:pt x="1345" y="1808"/>
                  </a:cubicBezTo>
                  <a:cubicBezTo>
                    <a:pt x="1343" y="1852"/>
                    <a:pt x="1340" y="1870"/>
                    <a:pt x="1339" y="1870"/>
                  </a:cubicBezTo>
                  <a:cubicBezTo>
                    <a:pt x="1338" y="1870"/>
                    <a:pt x="1338" y="1861"/>
                    <a:pt x="1339" y="1846"/>
                  </a:cubicBezTo>
                  <a:cubicBezTo>
                    <a:pt x="1335" y="1798"/>
                    <a:pt x="1309" y="1759"/>
                    <a:pt x="1287" y="1759"/>
                  </a:cubicBezTo>
                  <a:cubicBezTo>
                    <a:pt x="1276" y="1759"/>
                    <a:pt x="1266" y="1770"/>
                    <a:pt x="1261" y="1795"/>
                  </a:cubicBezTo>
                  <a:lnTo>
                    <a:pt x="1248" y="1795"/>
                  </a:lnTo>
                  <a:cubicBezTo>
                    <a:pt x="1246" y="1774"/>
                    <a:pt x="1236" y="1761"/>
                    <a:pt x="1225" y="1761"/>
                  </a:cubicBezTo>
                  <a:cubicBezTo>
                    <a:pt x="1218" y="1761"/>
                    <a:pt x="1209" y="1768"/>
                    <a:pt x="1204" y="1783"/>
                  </a:cubicBezTo>
                  <a:lnTo>
                    <a:pt x="1188" y="1780"/>
                  </a:lnTo>
                  <a:cubicBezTo>
                    <a:pt x="1187" y="1759"/>
                    <a:pt x="1185" y="1748"/>
                    <a:pt x="1182" y="1748"/>
                  </a:cubicBezTo>
                  <a:cubicBezTo>
                    <a:pt x="1179" y="1748"/>
                    <a:pt x="1174" y="1757"/>
                    <a:pt x="1167" y="1773"/>
                  </a:cubicBezTo>
                  <a:cubicBezTo>
                    <a:pt x="1158" y="1800"/>
                    <a:pt x="1150" y="1825"/>
                    <a:pt x="1150" y="1825"/>
                  </a:cubicBezTo>
                  <a:cubicBezTo>
                    <a:pt x="1150" y="1825"/>
                    <a:pt x="1151" y="1821"/>
                    <a:pt x="1154" y="1811"/>
                  </a:cubicBezTo>
                  <a:cubicBezTo>
                    <a:pt x="1160" y="1773"/>
                    <a:pt x="1151" y="1770"/>
                    <a:pt x="1132" y="1764"/>
                  </a:cubicBezTo>
                  <a:cubicBezTo>
                    <a:pt x="1126" y="1761"/>
                    <a:pt x="1121" y="1759"/>
                    <a:pt x="1118" y="1759"/>
                  </a:cubicBezTo>
                  <a:cubicBezTo>
                    <a:pt x="1111" y="1759"/>
                    <a:pt x="1109" y="1768"/>
                    <a:pt x="1107" y="1795"/>
                  </a:cubicBezTo>
                  <a:cubicBezTo>
                    <a:pt x="1098" y="1802"/>
                    <a:pt x="1093" y="1805"/>
                    <a:pt x="1089" y="1805"/>
                  </a:cubicBezTo>
                  <a:cubicBezTo>
                    <a:pt x="1079" y="1805"/>
                    <a:pt x="1088" y="1778"/>
                    <a:pt x="1098" y="1752"/>
                  </a:cubicBezTo>
                  <a:cubicBezTo>
                    <a:pt x="1111" y="1718"/>
                    <a:pt x="1116" y="1700"/>
                    <a:pt x="1113" y="1700"/>
                  </a:cubicBezTo>
                  <a:lnTo>
                    <a:pt x="1113" y="1700"/>
                  </a:lnTo>
                  <a:cubicBezTo>
                    <a:pt x="1110" y="1700"/>
                    <a:pt x="1098" y="1725"/>
                    <a:pt x="1076" y="1783"/>
                  </a:cubicBezTo>
                  <a:cubicBezTo>
                    <a:pt x="1058" y="1821"/>
                    <a:pt x="1047" y="1837"/>
                    <a:pt x="1044" y="1837"/>
                  </a:cubicBezTo>
                  <a:cubicBezTo>
                    <a:pt x="1041" y="1837"/>
                    <a:pt x="1042" y="1828"/>
                    <a:pt x="1047" y="1811"/>
                  </a:cubicBezTo>
                  <a:cubicBezTo>
                    <a:pt x="1058" y="1782"/>
                    <a:pt x="1064" y="1780"/>
                    <a:pt x="1068" y="1780"/>
                  </a:cubicBezTo>
                  <a:cubicBezTo>
                    <a:pt x="1068" y="1780"/>
                    <a:pt x="1069" y="1780"/>
                    <a:pt x="1069" y="1780"/>
                  </a:cubicBezTo>
                  <a:lnTo>
                    <a:pt x="1094" y="1708"/>
                  </a:lnTo>
                  <a:cubicBezTo>
                    <a:pt x="1091" y="1708"/>
                    <a:pt x="1091" y="1708"/>
                    <a:pt x="1072" y="1742"/>
                  </a:cubicBezTo>
                  <a:cubicBezTo>
                    <a:pt x="1072" y="1742"/>
                    <a:pt x="1072" y="1742"/>
                    <a:pt x="1072" y="1742"/>
                  </a:cubicBezTo>
                  <a:cubicBezTo>
                    <a:pt x="1071" y="1742"/>
                    <a:pt x="1066" y="1744"/>
                    <a:pt x="1051" y="1773"/>
                  </a:cubicBezTo>
                  <a:cubicBezTo>
                    <a:pt x="1032" y="1805"/>
                    <a:pt x="1016" y="1842"/>
                    <a:pt x="1010" y="1880"/>
                  </a:cubicBezTo>
                  <a:cubicBezTo>
                    <a:pt x="1003" y="1907"/>
                    <a:pt x="1000" y="1913"/>
                    <a:pt x="996" y="1913"/>
                  </a:cubicBezTo>
                  <a:cubicBezTo>
                    <a:pt x="994" y="1913"/>
                    <a:pt x="993" y="1912"/>
                    <a:pt x="991" y="1911"/>
                  </a:cubicBezTo>
                  <a:cubicBezTo>
                    <a:pt x="994" y="1874"/>
                    <a:pt x="1007" y="1836"/>
                    <a:pt x="1025" y="1805"/>
                  </a:cubicBezTo>
                  <a:cubicBezTo>
                    <a:pt x="1032" y="1805"/>
                    <a:pt x="1044" y="1770"/>
                    <a:pt x="1057" y="1736"/>
                  </a:cubicBezTo>
                  <a:cubicBezTo>
                    <a:pt x="1060" y="1729"/>
                    <a:pt x="1060" y="1726"/>
                    <a:pt x="1059" y="1726"/>
                  </a:cubicBezTo>
                  <a:lnTo>
                    <a:pt x="1059" y="1726"/>
                  </a:lnTo>
                  <a:cubicBezTo>
                    <a:pt x="1053" y="1726"/>
                    <a:pt x="1019" y="1769"/>
                    <a:pt x="990" y="1818"/>
                  </a:cubicBezTo>
                  <a:lnTo>
                    <a:pt x="990" y="1818"/>
                  </a:lnTo>
                  <a:cubicBezTo>
                    <a:pt x="993" y="1811"/>
                    <a:pt x="996" y="1802"/>
                    <a:pt x="1000" y="1792"/>
                  </a:cubicBezTo>
                  <a:cubicBezTo>
                    <a:pt x="1016" y="1758"/>
                    <a:pt x="1007" y="1752"/>
                    <a:pt x="997" y="1745"/>
                  </a:cubicBezTo>
                  <a:cubicBezTo>
                    <a:pt x="995" y="1744"/>
                    <a:pt x="992" y="1743"/>
                    <a:pt x="990" y="1743"/>
                  </a:cubicBezTo>
                  <a:cubicBezTo>
                    <a:pt x="985" y="1743"/>
                    <a:pt x="979" y="1749"/>
                    <a:pt x="966" y="1773"/>
                  </a:cubicBezTo>
                  <a:cubicBezTo>
                    <a:pt x="951" y="1806"/>
                    <a:pt x="936" y="1839"/>
                    <a:pt x="929" y="1839"/>
                  </a:cubicBezTo>
                  <a:cubicBezTo>
                    <a:pt x="929" y="1839"/>
                    <a:pt x="929" y="1839"/>
                    <a:pt x="929" y="1839"/>
                  </a:cubicBezTo>
                  <a:lnTo>
                    <a:pt x="929" y="1839"/>
                  </a:lnTo>
                  <a:cubicBezTo>
                    <a:pt x="933" y="1842"/>
                    <a:pt x="915" y="1875"/>
                    <a:pt x="900" y="1908"/>
                  </a:cubicBezTo>
                  <a:cubicBezTo>
                    <a:pt x="903" y="1883"/>
                    <a:pt x="910" y="1858"/>
                    <a:pt x="919" y="1833"/>
                  </a:cubicBezTo>
                  <a:cubicBezTo>
                    <a:pt x="941" y="1761"/>
                    <a:pt x="950" y="1723"/>
                    <a:pt x="935" y="1711"/>
                  </a:cubicBezTo>
                  <a:cubicBezTo>
                    <a:pt x="925" y="1705"/>
                    <a:pt x="913" y="1695"/>
                    <a:pt x="928" y="1661"/>
                  </a:cubicBezTo>
                  <a:cubicBezTo>
                    <a:pt x="926" y="1658"/>
                    <a:pt x="924" y="1657"/>
                    <a:pt x="922" y="1657"/>
                  </a:cubicBezTo>
                  <a:cubicBezTo>
                    <a:pt x="917" y="1657"/>
                    <a:pt x="911" y="1662"/>
                    <a:pt x="897" y="1683"/>
                  </a:cubicBezTo>
                  <a:lnTo>
                    <a:pt x="888" y="1679"/>
                  </a:lnTo>
                  <a:cubicBezTo>
                    <a:pt x="898" y="1660"/>
                    <a:pt x="900" y="1650"/>
                    <a:pt x="895" y="1650"/>
                  </a:cubicBezTo>
                  <a:lnTo>
                    <a:pt x="895" y="1650"/>
                  </a:lnTo>
                  <a:cubicBezTo>
                    <a:pt x="892" y="1650"/>
                    <a:pt x="885" y="1656"/>
                    <a:pt x="875" y="1670"/>
                  </a:cubicBezTo>
                  <a:cubicBezTo>
                    <a:pt x="868" y="1677"/>
                    <a:pt x="864" y="1680"/>
                    <a:pt x="863" y="1680"/>
                  </a:cubicBezTo>
                  <a:cubicBezTo>
                    <a:pt x="859" y="1680"/>
                    <a:pt x="868" y="1663"/>
                    <a:pt x="866" y="1661"/>
                  </a:cubicBezTo>
                  <a:cubicBezTo>
                    <a:pt x="884" y="1629"/>
                    <a:pt x="895" y="1612"/>
                    <a:pt x="894" y="1612"/>
                  </a:cubicBezTo>
                  <a:lnTo>
                    <a:pt x="894" y="1612"/>
                  </a:lnTo>
                  <a:cubicBezTo>
                    <a:pt x="892" y="1612"/>
                    <a:pt x="876" y="1635"/>
                    <a:pt x="841" y="1686"/>
                  </a:cubicBezTo>
                  <a:cubicBezTo>
                    <a:pt x="822" y="1705"/>
                    <a:pt x="809" y="1730"/>
                    <a:pt x="806" y="1758"/>
                  </a:cubicBezTo>
                  <a:cubicBezTo>
                    <a:pt x="809" y="1761"/>
                    <a:pt x="816" y="1764"/>
                    <a:pt x="819" y="1767"/>
                  </a:cubicBezTo>
                  <a:lnTo>
                    <a:pt x="784" y="1789"/>
                  </a:lnTo>
                  <a:cubicBezTo>
                    <a:pt x="784" y="1788"/>
                    <a:pt x="783" y="1788"/>
                    <a:pt x="782" y="1788"/>
                  </a:cubicBezTo>
                  <a:cubicBezTo>
                    <a:pt x="773" y="1788"/>
                    <a:pt x="744" y="1808"/>
                    <a:pt x="725" y="1836"/>
                  </a:cubicBezTo>
                  <a:cubicBezTo>
                    <a:pt x="725" y="1836"/>
                    <a:pt x="707" y="1862"/>
                    <a:pt x="699" y="1862"/>
                  </a:cubicBezTo>
                  <a:cubicBezTo>
                    <a:pt x="698" y="1862"/>
                    <a:pt x="697" y="1862"/>
                    <a:pt x="696" y="1861"/>
                  </a:cubicBezTo>
                  <a:lnTo>
                    <a:pt x="743" y="1802"/>
                  </a:lnTo>
                  <a:cubicBezTo>
                    <a:pt x="769" y="1777"/>
                    <a:pt x="794" y="1745"/>
                    <a:pt x="816" y="1717"/>
                  </a:cubicBezTo>
                  <a:cubicBezTo>
                    <a:pt x="844" y="1674"/>
                    <a:pt x="859" y="1643"/>
                    <a:pt x="854" y="1643"/>
                  </a:cubicBezTo>
                  <a:lnTo>
                    <a:pt x="854" y="1643"/>
                  </a:lnTo>
                  <a:cubicBezTo>
                    <a:pt x="851" y="1643"/>
                    <a:pt x="841" y="1652"/>
                    <a:pt x="825" y="1673"/>
                  </a:cubicBezTo>
                  <a:cubicBezTo>
                    <a:pt x="822" y="1670"/>
                    <a:pt x="822" y="1667"/>
                    <a:pt x="841" y="1636"/>
                  </a:cubicBezTo>
                  <a:cubicBezTo>
                    <a:pt x="852" y="1623"/>
                    <a:pt x="857" y="1616"/>
                    <a:pt x="855" y="1616"/>
                  </a:cubicBezTo>
                  <a:lnTo>
                    <a:pt x="855" y="1616"/>
                  </a:lnTo>
                  <a:cubicBezTo>
                    <a:pt x="853" y="1616"/>
                    <a:pt x="839" y="1628"/>
                    <a:pt x="809" y="1658"/>
                  </a:cubicBezTo>
                  <a:cubicBezTo>
                    <a:pt x="784" y="1684"/>
                    <a:pt x="770" y="1696"/>
                    <a:pt x="766" y="1696"/>
                  </a:cubicBezTo>
                  <a:cubicBezTo>
                    <a:pt x="762" y="1696"/>
                    <a:pt x="772" y="1680"/>
                    <a:pt x="797" y="1648"/>
                  </a:cubicBezTo>
                  <a:cubicBezTo>
                    <a:pt x="826" y="1606"/>
                    <a:pt x="832" y="1587"/>
                    <a:pt x="824" y="1587"/>
                  </a:cubicBezTo>
                  <a:lnTo>
                    <a:pt x="824" y="1587"/>
                  </a:lnTo>
                  <a:cubicBezTo>
                    <a:pt x="820" y="1587"/>
                    <a:pt x="812" y="1592"/>
                    <a:pt x="803" y="1601"/>
                  </a:cubicBezTo>
                  <a:cubicBezTo>
                    <a:pt x="778" y="1627"/>
                    <a:pt x="763" y="1638"/>
                    <a:pt x="756" y="1638"/>
                  </a:cubicBezTo>
                  <a:cubicBezTo>
                    <a:pt x="750" y="1638"/>
                    <a:pt x="753" y="1626"/>
                    <a:pt x="765" y="1610"/>
                  </a:cubicBezTo>
                  <a:cubicBezTo>
                    <a:pt x="779" y="1595"/>
                    <a:pt x="785" y="1587"/>
                    <a:pt x="781" y="1587"/>
                  </a:cubicBezTo>
                  <a:lnTo>
                    <a:pt x="781" y="1587"/>
                  </a:lnTo>
                  <a:cubicBezTo>
                    <a:pt x="778" y="1587"/>
                    <a:pt x="770" y="1591"/>
                    <a:pt x="756" y="1601"/>
                  </a:cubicBezTo>
                  <a:cubicBezTo>
                    <a:pt x="777" y="1582"/>
                    <a:pt x="796" y="1562"/>
                    <a:pt x="792" y="1562"/>
                  </a:cubicBezTo>
                  <a:lnTo>
                    <a:pt x="792" y="1562"/>
                  </a:lnTo>
                  <a:cubicBezTo>
                    <a:pt x="790" y="1562"/>
                    <a:pt x="786" y="1564"/>
                    <a:pt x="778" y="1570"/>
                  </a:cubicBezTo>
                  <a:cubicBezTo>
                    <a:pt x="778" y="1570"/>
                    <a:pt x="778" y="1569"/>
                    <a:pt x="776" y="1569"/>
                  </a:cubicBezTo>
                  <a:cubicBezTo>
                    <a:pt x="774" y="1569"/>
                    <a:pt x="767" y="1572"/>
                    <a:pt x="750" y="1592"/>
                  </a:cubicBezTo>
                  <a:lnTo>
                    <a:pt x="687" y="1636"/>
                  </a:lnTo>
                  <a:cubicBezTo>
                    <a:pt x="690" y="1639"/>
                    <a:pt x="662" y="1664"/>
                    <a:pt x="631" y="1689"/>
                  </a:cubicBezTo>
                  <a:cubicBezTo>
                    <a:pt x="625" y="1694"/>
                    <a:pt x="621" y="1696"/>
                    <a:pt x="619" y="1696"/>
                  </a:cubicBezTo>
                  <a:cubicBezTo>
                    <a:pt x="610" y="1696"/>
                    <a:pt x="631" y="1655"/>
                    <a:pt x="700" y="1589"/>
                  </a:cubicBezTo>
                  <a:lnTo>
                    <a:pt x="756" y="1535"/>
                  </a:lnTo>
                  <a:lnTo>
                    <a:pt x="696" y="1582"/>
                  </a:lnTo>
                  <a:cubicBezTo>
                    <a:pt x="693" y="1576"/>
                    <a:pt x="690" y="1573"/>
                    <a:pt x="722" y="1551"/>
                  </a:cubicBezTo>
                  <a:cubicBezTo>
                    <a:pt x="753" y="1529"/>
                    <a:pt x="753" y="1529"/>
                    <a:pt x="750" y="1526"/>
                  </a:cubicBezTo>
                  <a:cubicBezTo>
                    <a:pt x="750" y="1526"/>
                    <a:pt x="750" y="1526"/>
                    <a:pt x="749" y="1526"/>
                  </a:cubicBezTo>
                  <a:cubicBezTo>
                    <a:pt x="746" y="1526"/>
                    <a:pt x="739" y="1527"/>
                    <a:pt x="715" y="1542"/>
                  </a:cubicBezTo>
                  <a:cubicBezTo>
                    <a:pt x="681" y="1567"/>
                    <a:pt x="666" y="1577"/>
                    <a:pt x="664" y="1577"/>
                  </a:cubicBezTo>
                  <a:cubicBezTo>
                    <a:pt x="663" y="1577"/>
                    <a:pt x="670" y="1571"/>
                    <a:pt x="684" y="1560"/>
                  </a:cubicBezTo>
                  <a:cubicBezTo>
                    <a:pt x="716" y="1535"/>
                    <a:pt x="730" y="1522"/>
                    <a:pt x="725" y="1522"/>
                  </a:cubicBezTo>
                  <a:lnTo>
                    <a:pt x="725" y="1522"/>
                  </a:lnTo>
                  <a:cubicBezTo>
                    <a:pt x="721" y="1522"/>
                    <a:pt x="704" y="1531"/>
                    <a:pt x="675" y="1548"/>
                  </a:cubicBezTo>
                  <a:cubicBezTo>
                    <a:pt x="644" y="1568"/>
                    <a:pt x="628" y="1578"/>
                    <a:pt x="627" y="1578"/>
                  </a:cubicBezTo>
                  <a:cubicBezTo>
                    <a:pt x="626" y="1578"/>
                    <a:pt x="641" y="1567"/>
                    <a:pt x="671" y="1545"/>
                  </a:cubicBezTo>
                  <a:cubicBezTo>
                    <a:pt x="693" y="1532"/>
                    <a:pt x="715" y="1516"/>
                    <a:pt x="731" y="1498"/>
                  </a:cubicBezTo>
                  <a:lnTo>
                    <a:pt x="731" y="1498"/>
                  </a:lnTo>
                  <a:lnTo>
                    <a:pt x="700" y="1516"/>
                  </a:lnTo>
                  <a:cubicBezTo>
                    <a:pt x="665" y="1538"/>
                    <a:pt x="648" y="1546"/>
                    <a:pt x="644" y="1546"/>
                  </a:cubicBezTo>
                  <a:cubicBezTo>
                    <a:pt x="640" y="1546"/>
                    <a:pt x="647" y="1539"/>
                    <a:pt x="662" y="1529"/>
                  </a:cubicBezTo>
                  <a:cubicBezTo>
                    <a:pt x="682" y="1515"/>
                    <a:pt x="690" y="1508"/>
                    <a:pt x="681" y="1508"/>
                  </a:cubicBezTo>
                  <a:cubicBezTo>
                    <a:pt x="677" y="1508"/>
                    <a:pt x="669" y="1510"/>
                    <a:pt x="656" y="1513"/>
                  </a:cubicBezTo>
                  <a:cubicBezTo>
                    <a:pt x="653" y="1507"/>
                    <a:pt x="649" y="1501"/>
                    <a:pt x="684" y="1482"/>
                  </a:cubicBezTo>
                  <a:cubicBezTo>
                    <a:pt x="718" y="1464"/>
                    <a:pt x="735" y="1456"/>
                    <a:pt x="734" y="1456"/>
                  </a:cubicBezTo>
                  <a:lnTo>
                    <a:pt x="734" y="1456"/>
                  </a:lnTo>
                  <a:cubicBezTo>
                    <a:pt x="734" y="1456"/>
                    <a:pt x="718" y="1464"/>
                    <a:pt x="684" y="1479"/>
                  </a:cubicBezTo>
                  <a:cubicBezTo>
                    <a:pt x="668" y="1484"/>
                    <a:pt x="659" y="1487"/>
                    <a:pt x="656" y="1487"/>
                  </a:cubicBezTo>
                  <a:cubicBezTo>
                    <a:pt x="652" y="1487"/>
                    <a:pt x="659" y="1481"/>
                    <a:pt x="678" y="1466"/>
                  </a:cubicBezTo>
                  <a:cubicBezTo>
                    <a:pt x="695" y="1456"/>
                    <a:pt x="703" y="1451"/>
                    <a:pt x="700" y="1451"/>
                  </a:cubicBezTo>
                  <a:lnTo>
                    <a:pt x="700" y="1451"/>
                  </a:lnTo>
                  <a:cubicBezTo>
                    <a:pt x="699" y="1451"/>
                    <a:pt x="690" y="1454"/>
                    <a:pt x="675" y="1460"/>
                  </a:cubicBezTo>
                  <a:cubicBezTo>
                    <a:pt x="606" y="1491"/>
                    <a:pt x="571" y="1507"/>
                    <a:pt x="574" y="1510"/>
                  </a:cubicBezTo>
                  <a:cubicBezTo>
                    <a:pt x="574" y="1516"/>
                    <a:pt x="574" y="1516"/>
                    <a:pt x="540" y="1532"/>
                  </a:cubicBezTo>
                  <a:lnTo>
                    <a:pt x="537" y="1523"/>
                  </a:lnTo>
                  <a:cubicBezTo>
                    <a:pt x="534" y="1518"/>
                    <a:pt x="534" y="1515"/>
                    <a:pt x="518" y="1515"/>
                  </a:cubicBezTo>
                  <a:cubicBezTo>
                    <a:pt x="512" y="1515"/>
                    <a:pt x="504" y="1516"/>
                    <a:pt x="493" y="1516"/>
                  </a:cubicBezTo>
                  <a:cubicBezTo>
                    <a:pt x="452" y="1520"/>
                    <a:pt x="383" y="1548"/>
                    <a:pt x="424" y="1548"/>
                  </a:cubicBezTo>
                  <a:lnTo>
                    <a:pt x="389" y="1570"/>
                  </a:lnTo>
                  <a:cubicBezTo>
                    <a:pt x="330" y="1595"/>
                    <a:pt x="307" y="1611"/>
                    <a:pt x="317" y="1611"/>
                  </a:cubicBezTo>
                  <a:cubicBezTo>
                    <a:pt x="325" y="1611"/>
                    <a:pt x="352" y="1602"/>
                    <a:pt x="396" y="1582"/>
                  </a:cubicBezTo>
                  <a:cubicBezTo>
                    <a:pt x="450" y="1557"/>
                    <a:pt x="476" y="1546"/>
                    <a:pt x="478" y="1546"/>
                  </a:cubicBezTo>
                  <a:lnTo>
                    <a:pt x="478" y="1546"/>
                  </a:lnTo>
                  <a:cubicBezTo>
                    <a:pt x="481" y="1546"/>
                    <a:pt x="464" y="1555"/>
                    <a:pt x="433" y="1573"/>
                  </a:cubicBezTo>
                  <a:cubicBezTo>
                    <a:pt x="364" y="1604"/>
                    <a:pt x="367" y="1610"/>
                    <a:pt x="371" y="1617"/>
                  </a:cubicBezTo>
                  <a:cubicBezTo>
                    <a:pt x="374" y="1623"/>
                    <a:pt x="374" y="1623"/>
                    <a:pt x="339" y="1639"/>
                  </a:cubicBezTo>
                  <a:cubicBezTo>
                    <a:pt x="305" y="1658"/>
                    <a:pt x="277" y="1679"/>
                    <a:pt x="280" y="1689"/>
                  </a:cubicBezTo>
                  <a:cubicBezTo>
                    <a:pt x="281" y="1691"/>
                    <a:pt x="282" y="1693"/>
                    <a:pt x="284" y="1693"/>
                  </a:cubicBezTo>
                  <a:cubicBezTo>
                    <a:pt x="288" y="1693"/>
                    <a:pt x="296" y="1689"/>
                    <a:pt x="317" y="1679"/>
                  </a:cubicBezTo>
                  <a:cubicBezTo>
                    <a:pt x="327" y="1671"/>
                    <a:pt x="334" y="1667"/>
                    <a:pt x="337" y="1667"/>
                  </a:cubicBezTo>
                  <a:lnTo>
                    <a:pt x="337" y="1667"/>
                  </a:lnTo>
                  <a:cubicBezTo>
                    <a:pt x="342" y="1667"/>
                    <a:pt x="330" y="1682"/>
                    <a:pt x="289" y="1711"/>
                  </a:cubicBezTo>
                  <a:cubicBezTo>
                    <a:pt x="276" y="1723"/>
                    <a:pt x="269" y="1730"/>
                    <a:pt x="272" y="1730"/>
                  </a:cubicBezTo>
                  <a:cubicBezTo>
                    <a:pt x="276" y="1730"/>
                    <a:pt x="292" y="1721"/>
                    <a:pt x="327" y="1701"/>
                  </a:cubicBezTo>
                  <a:cubicBezTo>
                    <a:pt x="353" y="1686"/>
                    <a:pt x="370" y="1679"/>
                    <a:pt x="376" y="1679"/>
                  </a:cubicBezTo>
                  <a:cubicBezTo>
                    <a:pt x="386" y="1679"/>
                    <a:pt x="374" y="1695"/>
                    <a:pt x="336" y="1723"/>
                  </a:cubicBezTo>
                  <a:cubicBezTo>
                    <a:pt x="336" y="1723"/>
                    <a:pt x="339" y="1730"/>
                    <a:pt x="345" y="1736"/>
                  </a:cubicBezTo>
                  <a:cubicBezTo>
                    <a:pt x="346" y="1737"/>
                    <a:pt x="347" y="1737"/>
                    <a:pt x="348" y="1737"/>
                  </a:cubicBezTo>
                  <a:cubicBezTo>
                    <a:pt x="357" y="1737"/>
                    <a:pt x="384" y="1720"/>
                    <a:pt x="414" y="1701"/>
                  </a:cubicBezTo>
                  <a:cubicBezTo>
                    <a:pt x="449" y="1681"/>
                    <a:pt x="464" y="1671"/>
                    <a:pt x="467" y="1671"/>
                  </a:cubicBezTo>
                  <a:lnTo>
                    <a:pt x="467" y="1671"/>
                  </a:lnTo>
                  <a:cubicBezTo>
                    <a:pt x="469" y="1671"/>
                    <a:pt x="462" y="1678"/>
                    <a:pt x="449" y="1689"/>
                  </a:cubicBezTo>
                  <a:cubicBezTo>
                    <a:pt x="430" y="1705"/>
                    <a:pt x="411" y="1720"/>
                    <a:pt x="389" y="1736"/>
                  </a:cubicBezTo>
                  <a:cubicBezTo>
                    <a:pt x="358" y="1758"/>
                    <a:pt x="361" y="1764"/>
                    <a:pt x="367" y="1770"/>
                  </a:cubicBezTo>
                  <a:cubicBezTo>
                    <a:pt x="369" y="1774"/>
                    <a:pt x="373" y="1780"/>
                    <a:pt x="382" y="1780"/>
                  </a:cubicBezTo>
                  <a:cubicBezTo>
                    <a:pt x="389" y="1780"/>
                    <a:pt x="398" y="1777"/>
                    <a:pt x="411" y="1767"/>
                  </a:cubicBezTo>
                  <a:lnTo>
                    <a:pt x="411" y="1767"/>
                  </a:lnTo>
                  <a:cubicBezTo>
                    <a:pt x="403" y="1773"/>
                    <a:pt x="391" y="1781"/>
                    <a:pt x="380" y="1789"/>
                  </a:cubicBezTo>
                  <a:cubicBezTo>
                    <a:pt x="382" y="1793"/>
                    <a:pt x="370" y="1806"/>
                    <a:pt x="370" y="1806"/>
                  </a:cubicBezTo>
                  <a:cubicBezTo>
                    <a:pt x="371" y="1806"/>
                    <a:pt x="374" y="1803"/>
                    <a:pt x="383" y="1795"/>
                  </a:cubicBezTo>
                  <a:lnTo>
                    <a:pt x="383" y="1795"/>
                  </a:lnTo>
                  <a:cubicBezTo>
                    <a:pt x="383" y="1795"/>
                    <a:pt x="389" y="1805"/>
                    <a:pt x="367" y="1839"/>
                  </a:cubicBezTo>
                  <a:cubicBezTo>
                    <a:pt x="361" y="1851"/>
                    <a:pt x="365" y="1857"/>
                    <a:pt x="373" y="1857"/>
                  </a:cubicBezTo>
                  <a:cubicBezTo>
                    <a:pt x="391" y="1857"/>
                    <a:pt x="434" y="1830"/>
                    <a:pt x="465" y="1783"/>
                  </a:cubicBezTo>
                  <a:cubicBezTo>
                    <a:pt x="463" y="1780"/>
                    <a:pt x="462" y="1779"/>
                    <a:pt x="463" y="1779"/>
                  </a:cubicBezTo>
                  <a:lnTo>
                    <a:pt x="463" y="1779"/>
                  </a:lnTo>
                  <a:cubicBezTo>
                    <a:pt x="463" y="1779"/>
                    <a:pt x="465" y="1782"/>
                    <a:pt x="471" y="1789"/>
                  </a:cubicBezTo>
                  <a:cubicBezTo>
                    <a:pt x="471" y="1790"/>
                    <a:pt x="472" y="1790"/>
                    <a:pt x="473" y="1790"/>
                  </a:cubicBezTo>
                  <a:cubicBezTo>
                    <a:pt x="481" y="1790"/>
                    <a:pt x="502" y="1773"/>
                    <a:pt x="502" y="1773"/>
                  </a:cubicBezTo>
                  <a:cubicBezTo>
                    <a:pt x="521" y="1759"/>
                    <a:pt x="529" y="1755"/>
                    <a:pt x="535" y="1755"/>
                  </a:cubicBezTo>
                  <a:cubicBezTo>
                    <a:pt x="538" y="1755"/>
                    <a:pt x="540" y="1757"/>
                    <a:pt x="543" y="1758"/>
                  </a:cubicBezTo>
                  <a:lnTo>
                    <a:pt x="483" y="1808"/>
                  </a:lnTo>
                  <a:cubicBezTo>
                    <a:pt x="427" y="1849"/>
                    <a:pt x="398" y="1879"/>
                    <a:pt x="407" y="1879"/>
                  </a:cubicBezTo>
                  <a:cubicBezTo>
                    <a:pt x="412" y="1879"/>
                    <a:pt x="430" y="1868"/>
                    <a:pt x="465" y="1842"/>
                  </a:cubicBezTo>
                  <a:lnTo>
                    <a:pt x="465" y="1842"/>
                  </a:lnTo>
                  <a:lnTo>
                    <a:pt x="436" y="1867"/>
                  </a:lnTo>
                  <a:cubicBezTo>
                    <a:pt x="418" y="1884"/>
                    <a:pt x="414" y="1893"/>
                    <a:pt x="425" y="1893"/>
                  </a:cubicBezTo>
                  <a:cubicBezTo>
                    <a:pt x="430" y="1893"/>
                    <a:pt x="439" y="1890"/>
                    <a:pt x="452" y="1886"/>
                  </a:cubicBezTo>
                  <a:cubicBezTo>
                    <a:pt x="452" y="1887"/>
                    <a:pt x="453" y="1887"/>
                    <a:pt x="454" y="1887"/>
                  </a:cubicBezTo>
                  <a:cubicBezTo>
                    <a:pt x="465" y="1887"/>
                    <a:pt x="520" y="1844"/>
                    <a:pt x="546" y="1820"/>
                  </a:cubicBezTo>
                  <a:cubicBezTo>
                    <a:pt x="569" y="1800"/>
                    <a:pt x="575" y="1798"/>
                    <a:pt x="577" y="1798"/>
                  </a:cubicBezTo>
                  <a:cubicBezTo>
                    <a:pt x="577" y="1798"/>
                    <a:pt x="577" y="1799"/>
                    <a:pt x="577" y="1799"/>
                  </a:cubicBezTo>
                  <a:cubicBezTo>
                    <a:pt x="584" y="1805"/>
                    <a:pt x="584" y="1805"/>
                    <a:pt x="555" y="1833"/>
                  </a:cubicBezTo>
                  <a:cubicBezTo>
                    <a:pt x="525" y="1862"/>
                    <a:pt x="515" y="1878"/>
                    <a:pt x="523" y="1878"/>
                  </a:cubicBezTo>
                  <a:cubicBezTo>
                    <a:pt x="529" y="1878"/>
                    <a:pt x="546" y="1869"/>
                    <a:pt x="571" y="1849"/>
                  </a:cubicBezTo>
                  <a:lnTo>
                    <a:pt x="571" y="1849"/>
                  </a:lnTo>
                  <a:lnTo>
                    <a:pt x="543" y="1874"/>
                  </a:lnTo>
                  <a:cubicBezTo>
                    <a:pt x="518" y="1902"/>
                    <a:pt x="493" y="1936"/>
                    <a:pt x="549" y="1936"/>
                  </a:cubicBezTo>
                  <a:cubicBezTo>
                    <a:pt x="574" y="1955"/>
                    <a:pt x="590" y="1971"/>
                    <a:pt x="568" y="2002"/>
                  </a:cubicBezTo>
                  <a:cubicBezTo>
                    <a:pt x="562" y="2009"/>
                    <a:pt x="562" y="2012"/>
                    <a:pt x="565" y="2012"/>
                  </a:cubicBezTo>
                  <a:cubicBezTo>
                    <a:pt x="577" y="2012"/>
                    <a:pt x="631" y="1981"/>
                    <a:pt x="671" y="1943"/>
                  </a:cubicBezTo>
                  <a:lnTo>
                    <a:pt x="671" y="1943"/>
                  </a:lnTo>
                  <a:cubicBezTo>
                    <a:pt x="649" y="1971"/>
                    <a:pt x="656" y="1977"/>
                    <a:pt x="668" y="1987"/>
                  </a:cubicBezTo>
                  <a:cubicBezTo>
                    <a:pt x="687" y="1999"/>
                    <a:pt x="687" y="1999"/>
                    <a:pt x="665" y="2030"/>
                  </a:cubicBezTo>
                  <a:cubicBezTo>
                    <a:pt x="640" y="2061"/>
                    <a:pt x="628" y="2075"/>
                    <a:pt x="630" y="2075"/>
                  </a:cubicBezTo>
                  <a:cubicBezTo>
                    <a:pt x="631" y="2075"/>
                    <a:pt x="645" y="2061"/>
                    <a:pt x="671" y="2034"/>
                  </a:cubicBezTo>
                  <a:cubicBezTo>
                    <a:pt x="688" y="2015"/>
                    <a:pt x="698" y="2008"/>
                    <a:pt x="704" y="2008"/>
                  </a:cubicBezTo>
                  <a:lnTo>
                    <a:pt x="704" y="2008"/>
                  </a:lnTo>
                  <a:cubicBezTo>
                    <a:pt x="716" y="2008"/>
                    <a:pt x="705" y="2041"/>
                    <a:pt x="678" y="2084"/>
                  </a:cubicBezTo>
                  <a:cubicBezTo>
                    <a:pt x="659" y="2118"/>
                    <a:pt x="665" y="2121"/>
                    <a:pt x="681" y="2131"/>
                  </a:cubicBezTo>
                  <a:cubicBezTo>
                    <a:pt x="693" y="2117"/>
                    <a:pt x="703" y="2112"/>
                    <a:pt x="711" y="2112"/>
                  </a:cubicBezTo>
                  <a:cubicBezTo>
                    <a:pt x="719" y="2112"/>
                    <a:pt x="726" y="2117"/>
                    <a:pt x="734" y="2121"/>
                  </a:cubicBezTo>
                  <a:cubicBezTo>
                    <a:pt x="741" y="2125"/>
                    <a:pt x="745" y="2128"/>
                    <a:pt x="749" y="2128"/>
                  </a:cubicBezTo>
                  <a:cubicBezTo>
                    <a:pt x="759" y="2128"/>
                    <a:pt x="766" y="2113"/>
                    <a:pt x="790" y="2065"/>
                  </a:cubicBezTo>
                  <a:cubicBezTo>
                    <a:pt x="816" y="2017"/>
                    <a:pt x="826" y="2005"/>
                    <a:pt x="834" y="2005"/>
                  </a:cubicBezTo>
                  <a:cubicBezTo>
                    <a:pt x="838" y="2005"/>
                    <a:pt x="840" y="2007"/>
                    <a:pt x="844" y="2008"/>
                  </a:cubicBezTo>
                  <a:cubicBezTo>
                    <a:pt x="850" y="2012"/>
                    <a:pt x="856" y="2015"/>
                    <a:pt x="841" y="2049"/>
                  </a:cubicBezTo>
                  <a:cubicBezTo>
                    <a:pt x="841" y="2049"/>
                    <a:pt x="831" y="2087"/>
                    <a:pt x="837" y="2090"/>
                  </a:cubicBezTo>
                  <a:cubicBezTo>
                    <a:pt x="844" y="2093"/>
                    <a:pt x="853" y="2096"/>
                    <a:pt x="837" y="2131"/>
                  </a:cubicBezTo>
                  <a:cubicBezTo>
                    <a:pt x="837" y="2131"/>
                    <a:pt x="828" y="2171"/>
                    <a:pt x="844" y="2178"/>
                  </a:cubicBezTo>
                  <a:cubicBezTo>
                    <a:pt x="856" y="2184"/>
                    <a:pt x="872" y="2193"/>
                    <a:pt x="859" y="2228"/>
                  </a:cubicBezTo>
                  <a:cubicBezTo>
                    <a:pt x="861" y="2229"/>
                    <a:pt x="862" y="2229"/>
                    <a:pt x="863" y="2229"/>
                  </a:cubicBezTo>
                  <a:cubicBezTo>
                    <a:pt x="867" y="2229"/>
                    <a:pt x="869" y="2223"/>
                    <a:pt x="881" y="2197"/>
                  </a:cubicBezTo>
                  <a:cubicBezTo>
                    <a:pt x="889" y="2172"/>
                    <a:pt x="901" y="2151"/>
                    <a:pt x="913" y="2151"/>
                  </a:cubicBezTo>
                  <a:cubicBezTo>
                    <a:pt x="919" y="2151"/>
                    <a:pt x="926" y="2158"/>
                    <a:pt x="931" y="2175"/>
                  </a:cubicBezTo>
                  <a:cubicBezTo>
                    <a:pt x="938" y="2177"/>
                    <a:pt x="945" y="2179"/>
                    <a:pt x="952" y="2179"/>
                  </a:cubicBezTo>
                  <a:cubicBezTo>
                    <a:pt x="963" y="2179"/>
                    <a:pt x="974" y="2174"/>
                    <a:pt x="982" y="2153"/>
                  </a:cubicBezTo>
                  <a:lnTo>
                    <a:pt x="982" y="2153"/>
                  </a:lnTo>
                  <a:cubicBezTo>
                    <a:pt x="988" y="2156"/>
                    <a:pt x="988" y="2156"/>
                    <a:pt x="975" y="2190"/>
                  </a:cubicBezTo>
                  <a:cubicBezTo>
                    <a:pt x="964" y="2229"/>
                    <a:pt x="963" y="2248"/>
                    <a:pt x="970" y="2248"/>
                  </a:cubicBezTo>
                  <a:cubicBezTo>
                    <a:pt x="976" y="2248"/>
                    <a:pt x="989" y="2233"/>
                    <a:pt x="1007" y="2203"/>
                  </a:cubicBezTo>
                  <a:cubicBezTo>
                    <a:pt x="1011" y="2185"/>
                    <a:pt x="1016" y="2176"/>
                    <a:pt x="1019" y="2176"/>
                  </a:cubicBezTo>
                  <a:cubicBezTo>
                    <a:pt x="1022" y="2176"/>
                    <a:pt x="1024" y="2186"/>
                    <a:pt x="1022" y="2206"/>
                  </a:cubicBezTo>
                  <a:cubicBezTo>
                    <a:pt x="1022" y="2206"/>
                    <a:pt x="1023" y="2206"/>
                    <a:pt x="1023" y="2206"/>
                  </a:cubicBezTo>
                  <a:cubicBezTo>
                    <a:pt x="1025" y="2206"/>
                    <a:pt x="1032" y="2204"/>
                    <a:pt x="1047" y="2175"/>
                  </a:cubicBezTo>
                  <a:cubicBezTo>
                    <a:pt x="1055" y="2158"/>
                    <a:pt x="1059" y="2149"/>
                    <a:pt x="1062" y="2149"/>
                  </a:cubicBezTo>
                  <a:cubicBezTo>
                    <a:pt x="1065" y="2149"/>
                    <a:pt x="1066" y="2160"/>
                    <a:pt x="1069" y="2181"/>
                  </a:cubicBezTo>
                  <a:cubicBezTo>
                    <a:pt x="1060" y="2215"/>
                    <a:pt x="1069" y="2218"/>
                    <a:pt x="1076" y="2222"/>
                  </a:cubicBezTo>
                  <a:cubicBezTo>
                    <a:pt x="1084" y="2210"/>
                    <a:pt x="1100" y="2204"/>
                    <a:pt x="1117" y="2204"/>
                  </a:cubicBezTo>
                  <a:cubicBezTo>
                    <a:pt x="1148" y="2204"/>
                    <a:pt x="1183" y="2222"/>
                    <a:pt x="1185" y="2247"/>
                  </a:cubicBezTo>
                  <a:cubicBezTo>
                    <a:pt x="1201" y="2209"/>
                    <a:pt x="1201" y="2209"/>
                    <a:pt x="1207" y="2209"/>
                  </a:cubicBezTo>
                  <a:cubicBezTo>
                    <a:pt x="1207" y="2240"/>
                    <a:pt x="1209" y="2252"/>
                    <a:pt x="1212" y="2252"/>
                  </a:cubicBezTo>
                  <a:cubicBezTo>
                    <a:pt x="1216" y="2252"/>
                    <a:pt x="1222" y="2221"/>
                    <a:pt x="1226" y="2175"/>
                  </a:cubicBezTo>
                  <a:lnTo>
                    <a:pt x="1220" y="2175"/>
                  </a:lnTo>
                  <a:lnTo>
                    <a:pt x="1214" y="2171"/>
                  </a:lnTo>
                  <a:cubicBezTo>
                    <a:pt x="1218" y="2138"/>
                    <a:pt x="1224" y="2120"/>
                    <a:pt x="1228" y="2120"/>
                  </a:cubicBezTo>
                  <a:cubicBezTo>
                    <a:pt x="1233" y="2120"/>
                    <a:pt x="1236" y="2149"/>
                    <a:pt x="1229" y="2212"/>
                  </a:cubicBezTo>
                  <a:cubicBezTo>
                    <a:pt x="1229" y="2252"/>
                    <a:pt x="1230" y="2271"/>
                    <a:pt x="1232" y="2271"/>
                  </a:cubicBezTo>
                  <a:cubicBezTo>
                    <a:pt x="1235" y="2271"/>
                    <a:pt x="1239" y="2253"/>
                    <a:pt x="1245" y="2215"/>
                  </a:cubicBezTo>
                  <a:cubicBezTo>
                    <a:pt x="1253" y="2178"/>
                    <a:pt x="1258" y="2160"/>
                    <a:pt x="1262" y="2160"/>
                  </a:cubicBezTo>
                  <a:cubicBezTo>
                    <a:pt x="1266" y="2160"/>
                    <a:pt x="1268" y="2180"/>
                    <a:pt x="1270" y="2218"/>
                  </a:cubicBezTo>
                  <a:cubicBezTo>
                    <a:pt x="1267" y="2256"/>
                    <a:pt x="1265" y="2275"/>
                    <a:pt x="1266" y="2275"/>
                  </a:cubicBezTo>
                  <a:cubicBezTo>
                    <a:pt x="1267" y="2275"/>
                    <a:pt x="1270" y="2257"/>
                    <a:pt x="1276" y="2222"/>
                  </a:cubicBezTo>
                  <a:cubicBezTo>
                    <a:pt x="1292" y="2138"/>
                    <a:pt x="1305" y="2090"/>
                    <a:pt x="1312" y="2090"/>
                  </a:cubicBezTo>
                  <a:cubicBezTo>
                    <a:pt x="1318" y="2090"/>
                    <a:pt x="1320" y="2120"/>
                    <a:pt x="1317" y="2187"/>
                  </a:cubicBezTo>
                  <a:cubicBezTo>
                    <a:pt x="1314" y="2262"/>
                    <a:pt x="1323" y="2300"/>
                    <a:pt x="1329" y="2300"/>
                  </a:cubicBezTo>
                  <a:cubicBezTo>
                    <a:pt x="1339" y="2300"/>
                    <a:pt x="1339" y="2262"/>
                    <a:pt x="1342" y="2225"/>
                  </a:cubicBezTo>
                  <a:cubicBezTo>
                    <a:pt x="1339" y="2187"/>
                    <a:pt x="1339" y="2168"/>
                    <a:pt x="1341" y="2168"/>
                  </a:cubicBezTo>
                  <a:lnTo>
                    <a:pt x="1341" y="2168"/>
                  </a:lnTo>
                  <a:cubicBezTo>
                    <a:pt x="1344" y="2168"/>
                    <a:pt x="1348" y="2187"/>
                    <a:pt x="1355" y="2225"/>
                  </a:cubicBezTo>
                  <a:cubicBezTo>
                    <a:pt x="1368" y="2289"/>
                    <a:pt x="1380" y="2318"/>
                    <a:pt x="1392" y="2318"/>
                  </a:cubicBezTo>
                  <a:cubicBezTo>
                    <a:pt x="1401" y="2318"/>
                    <a:pt x="1411" y="2299"/>
                    <a:pt x="1420" y="2265"/>
                  </a:cubicBezTo>
                  <a:cubicBezTo>
                    <a:pt x="1435" y="2229"/>
                    <a:pt x="1448" y="2209"/>
                    <a:pt x="1454" y="2209"/>
                  </a:cubicBezTo>
                  <a:lnTo>
                    <a:pt x="1454" y="2209"/>
                  </a:lnTo>
                  <a:cubicBezTo>
                    <a:pt x="1460" y="2209"/>
                    <a:pt x="1461" y="2227"/>
                    <a:pt x="1452" y="2265"/>
                  </a:cubicBezTo>
                  <a:cubicBezTo>
                    <a:pt x="1446" y="2310"/>
                    <a:pt x="1444" y="2328"/>
                    <a:pt x="1445" y="2328"/>
                  </a:cubicBezTo>
                  <a:cubicBezTo>
                    <a:pt x="1447" y="2328"/>
                    <a:pt x="1450" y="2319"/>
                    <a:pt x="1455" y="2303"/>
                  </a:cubicBezTo>
                  <a:lnTo>
                    <a:pt x="1499" y="2300"/>
                  </a:lnTo>
                  <a:cubicBezTo>
                    <a:pt x="1505" y="2300"/>
                    <a:pt x="1511" y="2259"/>
                    <a:pt x="1505" y="2222"/>
                  </a:cubicBezTo>
                  <a:lnTo>
                    <a:pt x="1505" y="2222"/>
                  </a:lnTo>
                  <a:cubicBezTo>
                    <a:pt x="1515" y="2268"/>
                    <a:pt x="1528" y="2299"/>
                    <a:pt x="1538" y="2299"/>
                  </a:cubicBezTo>
                  <a:cubicBezTo>
                    <a:pt x="1544" y="2299"/>
                    <a:pt x="1550" y="2287"/>
                    <a:pt x="1552" y="2256"/>
                  </a:cubicBezTo>
                  <a:lnTo>
                    <a:pt x="1568" y="2256"/>
                  </a:lnTo>
                  <a:cubicBezTo>
                    <a:pt x="1574" y="2256"/>
                    <a:pt x="1574" y="2256"/>
                    <a:pt x="1577" y="2218"/>
                  </a:cubicBezTo>
                  <a:cubicBezTo>
                    <a:pt x="1577" y="2207"/>
                    <a:pt x="1579" y="2202"/>
                    <a:pt x="1581" y="2202"/>
                  </a:cubicBezTo>
                  <a:cubicBezTo>
                    <a:pt x="1587" y="2202"/>
                    <a:pt x="1598" y="2226"/>
                    <a:pt x="1608" y="2250"/>
                  </a:cubicBezTo>
                  <a:cubicBezTo>
                    <a:pt x="1617" y="2276"/>
                    <a:pt x="1629" y="2301"/>
                    <a:pt x="1632" y="2301"/>
                  </a:cubicBezTo>
                  <a:cubicBezTo>
                    <a:pt x="1633" y="2301"/>
                    <a:pt x="1633" y="2296"/>
                    <a:pt x="1630" y="2284"/>
                  </a:cubicBezTo>
                  <a:cubicBezTo>
                    <a:pt x="1627" y="2247"/>
                    <a:pt x="1627" y="2206"/>
                    <a:pt x="1630" y="2168"/>
                  </a:cubicBezTo>
                  <a:cubicBezTo>
                    <a:pt x="1630" y="2157"/>
                    <a:pt x="1632" y="2152"/>
                    <a:pt x="1634" y="2152"/>
                  </a:cubicBezTo>
                  <a:cubicBezTo>
                    <a:pt x="1638" y="2152"/>
                    <a:pt x="1646" y="2177"/>
                    <a:pt x="1646" y="2203"/>
                  </a:cubicBezTo>
                  <a:cubicBezTo>
                    <a:pt x="1649" y="2231"/>
                    <a:pt x="1662" y="2256"/>
                    <a:pt x="1680" y="2275"/>
                  </a:cubicBezTo>
                  <a:cubicBezTo>
                    <a:pt x="1690" y="2272"/>
                    <a:pt x="1706" y="2269"/>
                    <a:pt x="1696" y="2234"/>
                  </a:cubicBezTo>
                  <a:cubicBezTo>
                    <a:pt x="1691" y="2212"/>
                    <a:pt x="1704" y="2200"/>
                    <a:pt x="1719" y="2200"/>
                  </a:cubicBezTo>
                  <a:cubicBezTo>
                    <a:pt x="1730" y="2200"/>
                    <a:pt x="1742" y="2206"/>
                    <a:pt x="1749" y="2218"/>
                  </a:cubicBezTo>
                  <a:lnTo>
                    <a:pt x="1765" y="2212"/>
                  </a:lnTo>
                  <a:cubicBezTo>
                    <a:pt x="1774" y="2212"/>
                    <a:pt x="1768" y="2171"/>
                    <a:pt x="1778" y="2171"/>
                  </a:cubicBezTo>
                  <a:cubicBezTo>
                    <a:pt x="1778" y="2171"/>
                    <a:pt x="1784" y="2168"/>
                    <a:pt x="1778" y="2131"/>
                  </a:cubicBezTo>
                  <a:cubicBezTo>
                    <a:pt x="1780" y="2130"/>
                    <a:pt x="1783" y="2129"/>
                    <a:pt x="1785" y="2129"/>
                  </a:cubicBezTo>
                  <a:cubicBezTo>
                    <a:pt x="1791" y="2129"/>
                    <a:pt x="1797" y="2134"/>
                    <a:pt x="1806" y="2159"/>
                  </a:cubicBezTo>
                  <a:cubicBezTo>
                    <a:pt x="1796" y="2122"/>
                    <a:pt x="1792" y="2104"/>
                    <a:pt x="1794" y="2104"/>
                  </a:cubicBezTo>
                  <a:lnTo>
                    <a:pt x="1794" y="2104"/>
                  </a:lnTo>
                  <a:cubicBezTo>
                    <a:pt x="1796" y="2104"/>
                    <a:pt x="1804" y="2122"/>
                    <a:pt x="1821" y="2156"/>
                  </a:cubicBezTo>
                  <a:cubicBezTo>
                    <a:pt x="1835" y="2190"/>
                    <a:pt x="1843" y="2207"/>
                    <a:pt x="1845" y="2207"/>
                  </a:cubicBezTo>
                  <a:cubicBezTo>
                    <a:pt x="1847" y="2207"/>
                    <a:pt x="1842" y="2189"/>
                    <a:pt x="1831" y="2153"/>
                  </a:cubicBezTo>
                  <a:cubicBezTo>
                    <a:pt x="1826" y="2133"/>
                    <a:pt x="1824" y="2124"/>
                    <a:pt x="1826" y="2124"/>
                  </a:cubicBezTo>
                  <a:lnTo>
                    <a:pt x="1826" y="2124"/>
                  </a:lnTo>
                  <a:cubicBezTo>
                    <a:pt x="1827" y="2124"/>
                    <a:pt x="1833" y="2131"/>
                    <a:pt x="1843" y="2146"/>
                  </a:cubicBezTo>
                  <a:cubicBezTo>
                    <a:pt x="1851" y="2164"/>
                    <a:pt x="1858" y="2172"/>
                    <a:pt x="1860" y="2172"/>
                  </a:cubicBezTo>
                  <a:cubicBezTo>
                    <a:pt x="1862" y="2172"/>
                    <a:pt x="1861" y="2164"/>
                    <a:pt x="1853" y="2146"/>
                  </a:cubicBezTo>
                  <a:cubicBezTo>
                    <a:pt x="1837" y="2098"/>
                    <a:pt x="1832" y="2063"/>
                    <a:pt x="1841" y="2063"/>
                  </a:cubicBezTo>
                  <a:lnTo>
                    <a:pt x="1841" y="2063"/>
                  </a:lnTo>
                  <a:cubicBezTo>
                    <a:pt x="1845" y="2063"/>
                    <a:pt x="1853" y="2073"/>
                    <a:pt x="1865" y="2096"/>
                  </a:cubicBezTo>
                  <a:cubicBezTo>
                    <a:pt x="1865" y="2096"/>
                    <a:pt x="1872" y="2093"/>
                    <a:pt x="1859" y="2055"/>
                  </a:cubicBezTo>
                  <a:cubicBezTo>
                    <a:pt x="1845" y="2021"/>
                    <a:pt x="1838" y="2003"/>
                    <a:pt x="1839" y="2003"/>
                  </a:cubicBezTo>
                  <a:lnTo>
                    <a:pt x="1839" y="2003"/>
                  </a:lnTo>
                  <a:cubicBezTo>
                    <a:pt x="1840" y="2003"/>
                    <a:pt x="1850" y="2020"/>
                    <a:pt x="1868" y="2052"/>
                  </a:cubicBezTo>
                  <a:cubicBezTo>
                    <a:pt x="1888" y="2083"/>
                    <a:pt x="1899" y="2098"/>
                    <a:pt x="1903" y="2098"/>
                  </a:cubicBezTo>
                  <a:cubicBezTo>
                    <a:pt x="1907" y="2098"/>
                    <a:pt x="1902" y="2079"/>
                    <a:pt x="1887" y="2043"/>
                  </a:cubicBezTo>
                  <a:cubicBezTo>
                    <a:pt x="1887" y="2043"/>
                    <a:pt x="1881" y="2026"/>
                    <a:pt x="1886" y="2026"/>
                  </a:cubicBezTo>
                  <a:lnTo>
                    <a:pt x="1886" y="2026"/>
                  </a:lnTo>
                  <a:cubicBezTo>
                    <a:pt x="1888" y="2026"/>
                    <a:pt x="1893" y="2029"/>
                    <a:pt x="1900" y="2037"/>
                  </a:cubicBezTo>
                  <a:cubicBezTo>
                    <a:pt x="1914" y="2050"/>
                    <a:pt x="1935" y="2058"/>
                    <a:pt x="1949" y="2058"/>
                  </a:cubicBezTo>
                  <a:cubicBezTo>
                    <a:pt x="1966" y="2058"/>
                    <a:pt x="1972" y="2046"/>
                    <a:pt x="1947" y="2012"/>
                  </a:cubicBezTo>
                  <a:lnTo>
                    <a:pt x="1956" y="2005"/>
                  </a:lnTo>
                  <a:cubicBezTo>
                    <a:pt x="1970" y="2014"/>
                    <a:pt x="1980" y="2019"/>
                    <a:pt x="1985" y="2019"/>
                  </a:cubicBezTo>
                  <a:cubicBezTo>
                    <a:pt x="1992" y="2019"/>
                    <a:pt x="1991" y="2009"/>
                    <a:pt x="1981" y="1987"/>
                  </a:cubicBezTo>
                  <a:lnTo>
                    <a:pt x="1966" y="1952"/>
                  </a:lnTo>
                  <a:lnTo>
                    <a:pt x="1966" y="1952"/>
                  </a:lnTo>
                  <a:cubicBezTo>
                    <a:pt x="1985" y="1980"/>
                    <a:pt x="2010" y="2006"/>
                    <a:pt x="2020" y="2006"/>
                  </a:cubicBezTo>
                  <a:cubicBezTo>
                    <a:pt x="2021" y="2006"/>
                    <a:pt x="2021" y="2006"/>
                    <a:pt x="2022" y="2005"/>
                  </a:cubicBezTo>
                  <a:cubicBezTo>
                    <a:pt x="2028" y="2002"/>
                    <a:pt x="2028" y="2002"/>
                    <a:pt x="2006" y="1971"/>
                  </a:cubicBezTo>
                  <a:cubicBezTo>
                    <a:pt x="1978" y="1946"/>
                    <a:pt x="1984" y="1943"/>
                    <a:pt x="1988" y="1936"/>
                  </a:cubicBezTo>
                  <a:cubicBezTo>
                    <a:pt x="1988" y="1936"/>
                    <a:pt x="1988" y="1936"/>
                    <a:pt x="1989" y="1936"/>
                  </a:cubicBezTo>
                  <a:cubicBezTo>
                    <a:pt x="1997" y="1936"/>
                    <a:pt x="2026" y="1960"/>
                    <a:pt x="2047" y="1990"/>
                  </a:cubicBezTo>
                  <a:lnTo>
                    <a:pt x="2053" y="1983"/>
                  </a:lnTo>
                  <a:cubicBezTo>
                    <a:pt x="2025" y="1949"/>
                    <a:pt x="2016" y="1933"/>
                    <a:pt x="2019" y="1933"/>
                  </a:cubicBezTo>
                  <a:lnTo>
                    <a:pt x="2019" y="1933"/>
                  </a:lnTo>
                  <a:cubicBezTo>
                    <a:pt x="2021" y="1933"/>
                    <a:pt x="2028" y="1940"/>
                    <a:pt x="2038" y="1952"/>
                  </a:cubicBezTo>
                  <a:cubicBezTo>
                    <a:pt x="2055" y="1966"/>
                    <a:pt x="2064" y="1970"/>
                    <a:pt x="2069" y="1970"/>
                  </a:cubicBezTo>
                  <a:cubicBezTo>
                    <a:pt x="2073" y="1970"/>
                    <a:pt x="2076" y="1967"/>
                    <a:pt x="2078" y="1965"/>
                  </a:cubicBezTo>
                  <a:cubicBezTo>
                    <a:pt x="2069" y="1954"/>
                    <a:pt x="2068" y="1951"/>
                    <a:pt x="2069" y="1951"/>
                  </a:cubicBezTo>
                  <a:lnTo>
                    <a:pt x="2069" y="1951"/>
                  </a:lnTo>
                  <a:cubicBezTo>
                    <a:pt x="2071" y="1951"/>
                    <a:pt x="2082" y="1961"/>
                    <a:pt x="2078" y="1965"/>
                  </a:cubicBezTo>
                  <a:lnTo>
                    <a:pt x="2104" y="1993"/>
                  </a:lnTo>
                  <a:cubicBezTo>
                    <a:pt x="2111" y="1998"/>
                    <a:pt x="2116" y="2001"/>
                    <a:pt x="2117" y="2001"/>
                  </a:cubicBezTo>
                  <a:cubicBezTo>
                    <a:pt x="2122" y="2001"/>
                    <a:pt x="2104" y="1980"/>
                    <a:pt x="2085" y="1958"/>
                  </a:cubicBezTo>
                  <a:lnTo>
                    <a:pt x="2094" y="1949"/>
                  </a:lnTo>
                  <a:cubicBezTo>
                    <a:pt x="2100" y="1943"/>
                    <a:pt x="2107" y="1940"/>
                    <a:pt x="2075" y="1918"/>
                  </a:cubicBezTo>
                  <a:cubicBezTo>
                    <a:pt x="2050" y="1889"/>
                    <a:pt x="2022" y="1861"/>
                    <a:pt x="2028" y="1858"/>
                  </a:cubicBezTo>
                  <a:lnTo>
                    <a:pt x="2028" y="1858"/>
                  </a:lnTo>
                  <a:cubicBezTo>
                    <a:pt x="2051" y="1881"/>
                    <a:pt x="2076" y="1906"/>
                    <a:pt x="2083" y="1906"/>
                  </a:cubicBezTo>
                  <a:cubicBezTo>
                    <a:pt x="2084" y="1906"/>
                    <a:pt x="2084" y="1906"/>
                    <a:pt x="2085" y="1905"/>
                  </a:cubicBezTo>
                  <a:cubicBezTo>
                    <a:pt x="2085" y="1905"/>
                    <a:pt x="2086" y="1905"/>
                    <a:pt x="2086" y="1905"/>
                  </a:cubicBezTo>
                  <a:cubicBezTo>
                    <a:pt x="2094" y="1905"/>
                    <a:pt x="2119" y="1927"/>
                    <a:pt x="2119" y="1927"/>
                  </a:cubicBezTo>
                  <a:cubicBezTo>
                    <a:pt x="2135" y="1947"/>
                    <a:pt x="2145" y="1955"/>
                    <a:pt x="2151" y="1955"/>
                  </a:cubicBezTo>
                  <a:cubicBezTo>
                    <a:pt x="2162" y="1955"/>
                    <a:pt x="2156" y="1927"/>
                    <a:pt x="2141" y="1908"/>
                  </a:cubicBezTo>
                  <a:cubicBezTo>
                    <a:pt x="2117" y="1874"/>
                    <a:pt x="2107" y="1858"/>
                    <a:pt x="2112" y="1858"/>
                  </a:cubicBezTo>
                  <a:lnTo>
                    <a:pt x="2112" y="1858"/>
                  </a:lnTo>
                  <a:cubicBezTo>
                    <a:pt x="2116" y="1858"/>
                    <a:pt x="2131" y="1870"/>
                    <a:pt x="2157" y="1893"/>
                  </a:cubicBezTo>
                  <a:cubicBezTo>
                    <a:pt x="2171" y="1904"/>
                    <a:pt x="2178" y="1909"/>
                    <a:pt x="2181" y="1909"/>
                  </a:cubicBezTo>
                  <a:cubicBezTo>
                    <a:pt x="2189" y="1909"/>
                    <a:pt x="2149" y="1861"/>
                    <a:pt x="2085" y="1802"/>
                  </a:cubicBezTo>
                  <a:lnTo>
                    <a:pt x="2003" y="1723"/>
                  </a:lnTo>
                  <a:lnTo>
                    <a:pt x="2091" y="1795"/>
                  </a:lnTo>
                  <a:cubicBezTo>
                    <a:pt x="2155" y="1844"/>
                    <a:pt x="2186" y="1867"/>
                    <a:pt x="2193" y="1867"/>
                  </a:cubicBezTo>
                  <a:cubicBezTo>
                    <a:pt x="2199" y="1867"/>
                    <a:pt x="2188" y="1851"/>
                    <a:pt x="2166" y="1820"/>
                  </a:cubicBezTo>
                  <a:cubicBezTo>
                    <a:pt x="2154" y="1801"/>
                    <a:pt x="2149" y="1793"/>
                    <a:pt x="2152" y="1793"/>
                  </a:cubicBezTo>
                  <a:lnTo>
                    <a:pt x="2152" y="1793"/>
                  </a:lnTo>
                  <a:cubicBezTo>
                    <a:pt x="2154" y="1793"/>
                    <a:pt x="2162" y="1798"/>
                    <a:pt x="2176" y="1808"/>
                  </a:cubicBezTo>
                  <a:cubicBezTo>
                    <a:pt x="2190" y="1820"/>
                    <a:pt x="2199" y="1824"/>
                    <a:pt x="2205" y="1824"/>
                  </a:cubicBezTo>
                  <a:cubicBezTo>
                    <a:pt x="2213" y="1824"/>
                    <a:pt x="2217" y="1818"/>
                    <a:pt x="2226" y="1808"/>
                  </a:cubicBezTo>
                  <a:cubicBezTo>
                    <a:pt x="2241" y="1789"/>
                    <a:pt x="2245" y="1783"/>
                    <a:pt x="2213" y="1764"/>
                  </a:cubicBezTo>
                  <a:cubicBezTo>
                    <a:pt x="2216" y="1758"/>
                    <a:pt x="2219" y="1755"/>
                    <a:pt x="2223" y="1752"/>
                  </a:cubicBezTo>
                  <a:cubicBezTo>
                    <a:pt x="2243" y="1761"/>
                    <a:pt x="2255" y="1764"/>
                    <a:pt x="2260" y="1764"/>
                  </a:cubicBezTo>
                  <a:cubicBezTo>
                    <a:pt x="2273" y="1764"/>
                    <a:pt x="2246" y="1742"/>
                    <a:pt x="2198" y="1720"/>
                  </a:cubicBezTo>
                  <a:lnTo>
                    <a:pt x="2204" y="1708"/>
                  </a:lnTo>
                  <a:lnTo>
                    <a:pt x="2235" y="1726"/>
                  </a:lnTo>
                  <a:cubicBezTo>
                    <a:pt x="2244" y="1731"/>
                    <a:pt x="2251" y="1733"/>
                    <a:pt x="2257" y="1733"/>
                  </a:cubicBezTo>
                  <a:cubicBezTo>
                    <a:pt x="2275" y="1733"/>
                    <a:pt x="2284" y="1716"/>
                    <a:pt x="2307" y="1676"/>
                  </a:cubicBezTo>
                  <a:cubicBezTo>
                    <a:pt x="2339" y="1614"/>
                    <a:pt x="2339" y="1604"/>
                    <a:pt x="2270" y="1579"/>
                  </a:cubicBezTo>
                  <a:cubicBezTo>
                    <a:pt x="2229" y="1559"/>
                    <a:pt x="2213" y="1550"/>
                    <a:pt x="2220" y="1550"/>
                  </a:cubicBezTo>
                  <a:lnTo>
                    <a:pt x="2220" y="1550"/>
                  </a:lnTo>
                  <a:cubicBezTo>
                    <a:pt x="2225" y="1550"/>
                    <a:pt x="2243" y="1554"/>
                    <a:pt x="2273" y="1563"/>
                  </a:cubicBezTo>
                  <a:cubicBezTo>
                    <a:pt x="2296" y="1571"/>
                    <a:pt x="2319" y="1577"/>
                    <a:pt x="2325" y="1577"/>
                  </a:cubicBezTo>
                  <a:cubicBezTo>
                    <a:pt x="2328" y="1577"/>
                    <a:pt x="2325" y="1575"/>
                    <a:pt x="2310" y="1570"/>
                  </a:cubicBezTo>
                  <a:cubicBezTo>
                    <a:pt x="2310" y="1570"/>
                    <a:pt x="2315" y="1560"/>
                    <a:pt x="2345" y="1560"/>
                  </a:cubicBezTo>
                  <a:cubicBezTo>
                    <a:pt x="2349" y="1560"/>
                    <a:pt x="2353" y="1560"/>
                    <a:pt x="2357" y="1560"/>
                  </a:cubicBezTo>
                  <a:cubicBezTo>
                    <a:pt x="2436" y="1560"/>
                    <a:pt x="2404" y="1542"/>
                    <a:pt x="2367" y="1532"/>
                  </a:cubicBezTo>
                  <a:cubicBezTo>
                    <a:pt x="2322" y="1523"/>
                    <a:pt x="2318" y="1520"/>
                    <a:pt x="2330" y="1520"/>
                  </a:cubicBezTo>
                  <a:cubicBezTo>
                    <a:pt x="2339" y="1520"/>
                    <a:pt x="2355" y="1521"/>
                    <a:pt x="2370" y="1523"/>
                  </a:cubicBezTo>
                  <a:cubicBezTo>
                    <a:pt x="2384" y="1524"/>
                    <a:pt x="2398" y="1525"/>
                    <a:pt x="2408" y="1525"/>
                  </a:cubicBezTo>
                  <a:cubicBezTo>
                    <a:pt x="2427" y="1525"/>
                    <a:pt x="2434" y="1522"/>
                    <a:pt x="2411" y="1516"/>
                  </a:cubicBezTo>
                  <a:cubicBezTo>
                    <a:pt x="2380" y="1503"/>
                    <a:pt x="2358" y="1460"/>
                    <a:pt x="2400" y="1460"/>
                  </a:cubicBezTo>
                  <a:cubicBezTo>
                    <a:pt x="2407" y="1460"/>
                    <a:pt x="2414" y="1461"/>
                    <a:pt x="2423" y="1463"/>
                  </a:cubicBezTo>
                  <a:lnTo>
                    <a:pt x="2426" y="1444"/>
                  </a:lnTo>
                  <a:cubicBezTo>
                    <a:pt x="2392" y="1438"/>
                    <a:pt x="2395" y="1422"/>
                    <a:pt x="2398" y="1407"/>
                  </a:cubicBezTo>
                  <a:cubicBezTo>
                    <a:pt x="2400" y="1395"/>
                    <a:pt x="2403" y="1389"/>
                    <a:pt x="2418" y="1389"/>
                  </a:cubicBezTo>
                  <a:cubicBezTo>
                    <a:pt x="2423" y="1389"/>
                    <a:pt x="2430" y="1390"/>
                    <a:pt x="2439" y="1391"/>
                  </a:cubicBezTo>
                  <a:cubicBezTo>
                    <a:pt x="2450" y="1395"/>
                    <a:pt x="2458" y="1397"/>
                    <a:pt x="2463" y="1397"/>
                  </a:cubicBezTo>
                  <a:cubicBezTo>
                    <a:pt x="2473" y="1397"/>
                    <a:pt x="2466" y="1388"/>
                    <a:pt x="2442" y="1372"/>
                  </a:cubicBezTo>
                  <a:cubicBezTo>
                    <a:pt x="2442" y="1366"/>
                    <a:pt x="2370" y="1350"/>
                    <a:pt x="2370" y="1341"/>
                  </a:cubicBezTo>
                  <a:cubicBezTo>
                    <a:pt x="2332" y="1338"/>
                    <a:pt x="2295" y="1328"/>
                    <a:pt x="2295" y="1319"/>
                  </a:cubicBezTo>
                  <a:lnTo>
                    <a:pt x="2295" y="1319"/>
                  </a:lnTo>
                  <a:lnTo>
                    <a:pt x="2332" y="1322"/>
                  </a:lnTo>
                  <a:lnTo>
                    <a:pt x="2407" y="1328"/>
                  </a:lnTo>
                  <a:cubicBezTo>
                    <a:pt x="2411" y="1322"/>
                    <a:pt x="2411" y="1313"/>
                    <a:pt x="2373" y="1310"/>
                  </a:cubicBezTo>
                  <a:cubicBezTo>
                    <a:pt x="2411" y="1307"/>
                    <a:pt x="2414" y="1297"/>
                    <a:pt x="2414" y="1281"/>
                  </a:cubicBezTo>
                  <a:cubicBezTo>
                    <a:pt x="2417" y="1266"/>
                    <a:pt x="2417" y="1250"/>
                    <a:pt x="2379" y="1241"/>
                  </a:cubicBezTo>
                  <a:cubicBezTo>
                    <a:pt x="2455" y="1234"/>
                    <a:pt x="2455" y="1184"/>
                    <a:pt x="2379" y="1181"/>
                  </a:cubicBezTo>
                  <a:cubicBezTo>
                    <a:pt x="2342" y="1181"/>
                    <a:pt x="2342" y="1175"/>
                    <a:pt x="2379" y="1165"/>
                  </a:cubicBezTo>
                  <a:cubicBezTo>
                    <a:pt x="2417" y="1153"/>
                    <a:pt x="2417" y="1153"/>
                    <a:pt x="2379" y="1150"/>
                  </a:cubicBezTo>
                  <a:cubicBezTo>
                    <a:pt x="2342" y="1144"/>
                    <a:pt x="2379" y="1134"/>
                    <a:pt x="2417" y="1122"/>
                  </a:cubicBezTo>
                  <a:cubicBezTo>
                    <a:pt x="2492" y="1106"/>
                    <a:pt x="2492" y="1097"/>
                    <a:pt x="2451" y="1093"/>
                  </a:cubicBezTo>
                  <a:cubicBezTo>
                    <a:pt x="2414" y="1081"/>
                    <a:pt x="2411" y="1065"/>
                    <a:pt x="2411" y="1059"/>
                  </a:cubicBezTo>
                  <a:cubicBezTo>
                    <a:pt x="2385" y="1051"/>
                    <a:pt x="2376" y="1046"/>
                    <a:pt x="2363" y="1046"/>
                  </a:cubicBezTo>
                  <a:cubicBezTo>
                    <a:pt x="2356" y="1046"/>
                    <a:pt x="2347" y="1048"/>
                    <a:pt x="2332" y="1053"/>
                  </a:cubicBezTo>
                  <a:cubicBezTo>
                    <a:pt x="2307" y="1056"/>
                    <a:pt x="2282" y="1059"/>
                    <a:pt x="2257" y="1059"/>
                  </a:cubicBezTo>
                  <a:cubicBezTo>
                    <a:pt x="2230" y="1052"/>
                    <a:pt x="2242" y="1047"/>
                    <a:pt x="2251" y="1047"/>
                  </a:cubicBezTo>
                  <a:cubicBezTo>
                    <a:pt x="2254" y="1047"/>
                    <a:pt x="2257" y="1048"/>
                    <a:pt x="2257" y="1050"/>
                  </a:cubicBezTo>
                  <a:cubicBezTo>
                    <a:pt x="2269" y="1053"/>
                    <a:pt x="2277" y="1054"/>
                    <a:pt x="2284" y="1054"/>
                  </a:cubicBezTo>
                  <a:cubicBezTo>
                    <a:pt x="2299" y="1054"/>
                    <a:pt x="2307" y="1048"/>
                    <a:pt x="2332" y="1037"/>
                  </a:cubicBezTo>
                  <a:cubicBezTo>
                    <a:pt x="2367" y="1024"/>
                    <a:pt x="2367" y="1009"/>
                    <a:pt x="2367" y="999"/>
                  </a:cubicBezTo>
                  <a:cubicBezTo>
                    <a:pt x="2364" y="993"/>
                    <a:pt x="2364" y="977"/>
                    <a:pt x="2360" y="971"/>
                  </a:cubicBezTo>
                  <a:cubicBezTo>
                    <a:pt x="2384" y="948"/>
                    <a:pt x="2390" y="936"/>
                    <a:pt x="2375" y="936"/>
                  </a:cubicBezTo>
                  <a:cubicBezTo>
                    <a:pt x="2370" y="936"/>
                    <a:pt x="2363" y="938"/>
                    <a:pt x="2354" y="940"/>
                  </a:cubicBezTo>
                  <a:lnTo>
                    <a:pt x="2317" y="949"/>
                  </a:lnTo>
                  <a:cubicBezTo>
                    <a:pt x="2382" y="927"/>
                    <a:pt x="2370" y="850"/>
                    <a:pt x="2313" y="850"/>
                  </a:cubicBezTo>
                  <a:cubicBezTo>
                    <a:pt x="2308" y="850"/>
                    <a:pt x="2303" y="850"/>
                    <a:pt x="2297" y="851"/>
                  </a:cubicBezTo>
                  <a:lnTo>
                    <a:pt x="2297" y="851"/>
                  </a:lnTo>
                  <a:cubicBezTo>
                    <a:pt x="2307" y="848"/>
                    <a:pt x="2319" y="844"/>
                    <a:pt x="2332" y="840"/>
                  </a:cubicBezTo>
                  <a:cubicBezTo>
                    <a:pt x="2367" y="827"/>
                    <a:pt x="2364" y="821"/>
                    <a:pt x="2360" y="805"/>
                  </a:cubicBezTo>
                  <a:cubicBezTo>
                    <a:pt x="2357" y="796"/>
                    <a:pt x="2310" y="780"/>
                    <a:pt x="2304" y="758"/>
                  </a:cubicBezTo>
                  <a:cubicBezTo>
                    <a:pt x="2294" y="734"/>
                    <a:pt x="2288" y="715"/>
                    <a:pt x="2270" y="715"/>
                  </a:cubicBezTo>
                  <a:cubicBezTo>
                    <a:pt x="2265" y="715"/>
                    <a:pt x="2259" y="717"/>
                    <a:pt x="2251" y="720"/>
                  </a:cubicBezTo>
                  <a:cubicBezTo>
                    <a:pt x="2248" y="714"/>
                    <a:pt x="2248" y="714"/>
                    <a:pt x="2282" y="699"/>
                  </a:cubicBezTo>
                  <a:cubicBezTo>
                    <a:pt x="2320" y="689"/>
                    <a:pt x="2317" y="683"/>
                    <a:pt x="2313" y="677"/>
                  </a:cubicBezTo>
                  <a:cubicBezTo>
                    <a:pt x="2312" y="675"/>
                    <a:pt x="2310" y="674"/>
                    <a:pt x="2307" y="674"/>
                  </a:cubicBezTo>
                  <a:cubicBezTo>
                    <a:pt x="2294" y="674"/>
                    <a:pt x="2269" y="687"/>
                    <a:pt x="2241" y="702"/>
                  </a:cubicBezTo>
                  <a:cubicBezTo>
                    <a:pt x="2229" y="707"/>
                    <a:pt x="2221" y="710"/>
                    <a:pt x="2217" y="710"/>
                  </a:cubicBezTo>
                  <a:cubicBezTo>
                    <a:pt x="2208" y="710"/>
                    <a:pt x="2213" y="700"/>
                    <a:pt x="2229" y="680"/>
                  </a:cubicBezTo>
                  <a:cubicBezTo>
                    <a:pt x="2256" y="650"/>
                    <a:pt x="2246" y="623"/>
                    <a:pt x="2210" y="623"/>
                  </a:cubicBezTo>
                  <a:cubicBezTo>
                    <a:pt x="2208" y="623"/>
                    <a:pt x="2206" y="623"/>
                    <a:pt x="2204" y="623"/>
                  </a:cubicBezTo>
                  <a:cubicBezTo>
                    <a:pt x="2201" y="617"/>
                    <a:pt x="2198" y="611"/>
                    <a:pt x="2229" y="592"/>
                  </a:cubicBezTo>
                  <a:cubicBezTo>
                    <a:pt x="2252" y="573"/>
                    <a:pt x="2272" y="547"/>
                    <a:pt x="2249" y="547"/>
                  </a:cubicBezTo>
                  <a:cubicBezTo>
                    <a:pt x="2242" y="547"/>
                    <a:pt x="2229" y="550"/>
                    <a:pt x="2210" y="558"/>
                  </a:cubicBezTo>
                  <a:cubicBezTo>
                    <a:pt x="2207" y="551"/>
                    <a:pt x="2207" y="551"/>
                    <a:pt x="2238" y="529"/>
                  </a:cubicBezTo>
                  <a:cubicBezTo>
                    <a:pt x="2256" y="514"/>
                    <a:pt x="2275" y="499"/>
                    <a:pt x="2269" y="499"/>
                  </a:cubicBezTo>
                  <a:lnTo>
                    <a:pt x="2269" y="499"/>
                  </a:lnTo>
                  <a:cubicBezTo>
                    <a:pt x="2266" y="499"/>
                    <a:pt x="2254" y="504"/>
                    <a:pt x="2229" y="517"/>
                  </a:cubicBezTo>
                  <a:cubicBezTo>
                    <a:pt x="2224" y="518"/>
                    <a:pt x="2219" y="518"/>
                    <a:pt x="2215" y="518"/>
                  </a:cubicBezTo>
                  <a:cubicBezTo>
                    <a:pt x="2186" y="518"/>
                    <a:pt x="2182" y="499"/>
                    <a:pt x="2201" y="467"/>
                  </a:cubicBezTo>
                  <a:cubicBezTo>
                    <a:pt x="2198" y="464"/>
                    <a:pt x="2195" y="461"/>
                    <a:pt x="2191" y="461"/>
                  </a:cubicBezTo>
                  <a:cubicBezTo>
                    <a:pt x="2185" y="461"/>
                    <a:pt x="2176" y="464"/>
                    <a:pt x="2160" y="476"/>
                  </a:cubicBezTo>
                  <a:lnTo>
                    <a:pt x="2129" y="498"/>
                  </a:lnTo>
                  <a:cubicBezTo>
                    <a:pt x="2160" y="471"/>
                    <a:pt x="2174" y="459"/>
                    <a:pt x="2171" y="459"/>
                  </a:cubicBezTo>
                  <a:lnTo>
                    <a:pt x="2171" y="459"/>
                  </a:lnTo>
                  <a:cubicBezTo>
                    <a:pt x="2168" y="459"/>
                    <a:pt x="2151" y="468"/>
                    <a:pt x="2122" y="485"/>
                  </a:cubicBezTo>
                  <a:cubicBezTo>
                    <a:pt x="2109" y="495"/>
                    <a:pt x="2101" y="499"/>
                    <a:pt x="2098" y="499"/>
                  </a:cubicBezTo>
                  <a:cubicBezTo>
                    <a:pt x="2094" y="499"/>
                    <a:pt x="2100" y="492"/>
                    <a:pt x="2116" y="479"/>
                  </a:cubicBezTo>
                  <a:cubicBezTo>
                    <a:pt x="2141" y="451"/>
                    <a:pt x="2138" y="445"/>
                    <a:pt x="2138" y="445"/>
                  </a:cubicBezTo>
                  <a:cubicBezTo>
                    <a:pt x="2132" y="438"/>
                    <a:pt x="2078" y="432"/>
                    <a:pt x="2053" y="401"/>
                  </a:cubicBezTo>
                  <a:cubicBezTo>
                    <a:pt x="2029" y="368"/>
                    <a:pt x="2013" y="353"/>
                    <a:pt x="1997" y="353"/>
                  </a:cubicBezTo>
                  <a:cubicBezTo>
                    <a:pt x="1989" y="353"/>
                    <a:pt x="1981" y="358"/>
                    <a:pt x="1972" y="366"/>
                  </a:cubicBezTo>
                  <a:cubicBezTo>
                    <a:pt x="1957" y="377"/>
                    <a:pt x="1949" y="383"/>
                    <a:pt x="1947" y="383"/>
                  </a:cubicBezTo>
                  <a:cubicBezTo>
                    <a:pt x="1945" y="383"/>
                    <a:pt x="1951" y="375"/>
                    <a:pt x="1962" y="357"/>
                  </a:cubicBezTo>
                  <a:cubicBezTo>
                    <a:pt x="1981" y="323"/>
                    <a:pt x="1975" y="319"/>
                    <a:pt x="1969" y="313"/>
                  </a:cubicBezTo>
                  <a:cubicBezTo>
                    <a:pt x="1966" y="307"/>
                    <a:pt x="1959" y="301"/>
                    <a:pt x="1984" y="272"/>
                  </a:cubicBezTo>
                  <a:lnTo>
                    <a:pt x="1984" y="272"/>
                  </a:lnTo>
                  <a:cubicBezTo>
                    <a:pt x="1964" y="289"/>
                    <a:pt x="1957" y="295"/>
                    <a:pt x="1952" y="295"/>
                  </a:cubicBezTo>
                  <a:cubicBezTo>
                    <a:pt x="1950" y="295"/>
                    <a:pt x="1949" y="293"/>
                    <a:pt x="1947" y="291"/>
                  </a:cubicBezTo>
                  <a:cubicBezTo>
                    <a:pt x="1961" y="275"/>
                    <a:pt x="1965" y="266"/>
                    <a:pt x="1961" y="266"/>
                  </a:cubicBezTo>
                  <a:lnTo>
                    <a:pt x="1961" y="266"/>
                  </a:lnTo>
                  <a:cubicBezTo>
                    <a:pt x="1958" y="266"/>
                    <a:pt x="1949" y="271"/>
                    <a:pt x="1937" y="282"/>
                  </a:cubicBezTo>
                  <a:cubicBezTo>
                    <a:pt x="1912" y="308"/>
                    <a:pt x="1898" y="321"/>
                    <a:pt x="1897" y="321"/>
                  </a:cubicBezTo>
                  <a:cubicBezTo>
                    <a:pt x="1895" y="321"/>
                    <a:pt x="1907" y="306"/>
                    <a:pt x="1931" y="275"/>
                  </a:cubicBezTo>
                  <a:cubicBezTo>
                    <a:pt x="1947" y="255"/>
                    <a:pt x="1953" y="224"/>
                    <a:pt x="1949" y="224"/>
                  </a:cubicBezTo>
                  <a:lnTo>
                    <a:pt x="1949" y="224"/>
                  </a:lnTo>
                  <a:cubicBezTo>
                    <a:pt x="1948" y="224"/>
                    <a:pt x="1945" y="228"/>
                    <a:pt x="1941" y="238"/>
                  </a:cubicBezTo>
                  <a:cubicBezTo>
                    <a:pt x="1919" y="266"/>
                    <a:pt x="1906" y="257"/>
                    <a:pt x="1878" y="285"/>
                  </a:cubicBezTo>
                  <a:cubicBezTo>
                    <a:pt x="1872" y="279"/>
                    <a:pt x="1865" y="275"/>
                    <a:pt x="1887" y="244"/>
                  </a:cubicBezTo>
                  <a:cubicBezTo>
                    <a:pt x="1895" y="228"/>
                    <a:pt x="1887" y="221"/>
                    <a:pt x="1873" y="221"/>
                  </a:cubicBezTo>
                  <a:cubicBezTo>
                    <a:pt x="1859" y="221"/>
                    <a:pt x="1838" y="229"/>
                    <a:pt x="1825" y="244"/>
                  </a:cubicBezTo>
                  <a:cubicBezTo>
                    <a:pt x="1816" y="259"/>
                    <a:pt x="1810" y="266"/>
                    <a:pt x="1808" y="266"/>
                  </a:cubicBezTo>
                  <a:cubicBezTo>
                    <a:pt x="1806" y="266"/>
                    <a:pt x="1808" y="257"/>
                    <a:pt x="1818" y="241"/>
                  </a:cubicBezTo>
                  <a:cubicBezTo>
                    <a:pt x="1837" y="207"/>
                    <a:pt x="1831" y="203"/>
                    <a:pt x="1825" y="197"/>
                  </a:cubicBezTo>
                  <a:lnTo>
                    <a:pt x="1825" y="197"/>
                  </a:lnTo>
                  <a:cubicBezTo>
                    <a:pt x="1818" y="206"/>
                    <a:pt x="1814" y="210"/>
                    <a:pt x="1813" y="210"/>
                  </a:cubicBezTo>
                  <a:cubicBezTo>
                    <a:pt x="1810" y="210"/>
                    <a:pt x="1824" y="185"/>
                    <a:pt x="1837" y="163"/>
                  </a:cubicBezTo>
                  <a:cubicBezTo>
                    <a:pt x="1862" y="134"/>
                    <a:pt x="1856" y="128"/>
                    <a:pt x="1840" y="122"/>
                  </a:cubicBezTo>
                  <a:lnTo>
                    <a:pt x="1840" y="122"/>
                  </a:lnTo>
                  <a:cubicBezTo>
                    <a:pt x="1830" y="134"/>
                    <a:pt x="1818" y="138"/>
                    <a:pt x="1807" y="138"/>
                  </a:cubicBezTo>
                  <a:cubicBezTo>
                    <a:pt x="1792" y="138"/>
                    <a:pt x="1778" y="130"/>
                    <a:pt x="1765" y="125"/>
                  </a:cubicBezTo>
                  <a:cubicBezTo>
                    <a:pt x="1758" y="121"/>
                    <a:pt x="1752" y="119"/>
                    <a:pt x="1745" y="119"/>
                  </a:cubicBezTo>
                  <a:cubicBezTo>
                    <a:pt x="1721" y="119"/>
                    <a:pt x="1700" y="148"/>
                    <a:pt x="1668" y="203"/>
                  </a:cubicBezTo>
                  <a:lnTo>
                    <a:pt x="1633" y="269"/>
                  </a:lnTo>
                  <a:lnTo>
                    <a:pt x="1662" y="200"/>
                  </a:lnTo>
                  <a:cubicBezTo>
                    <a:pt x="1674" y="166"/>
                    <a:pt x="1693" y="91"/>
                    <a:pt x="1693" y="91"/>
                  </a:cubicBezTo>
                  <a:cubicBezTo>
                    <a:pt x="1693" y="90"/>
                    <a:pt x="1692" y="90"/>
                    <a:pt x="1692" y="90"/>
                  </a:cubicBezTo>
                  <a:cubicBezTo>
                    <a:pt x="1686" y="90"/>
                    <a:pt x="1674" y="126"/>
                    <a:pt x="1662" y="160"/>
                  </a:cubicBezTo>
                  <a:cubicBezTo>
                    <a:pt x="1656" y="176"/>
                    <a:pt x="1651" y="185"/>
                    <a:pt x="1648" y="185"/>
                  </a:cubicBezTo>
                  <a:cubicBezTo>
                    <a:pt x="1644" y="185"/>
                    <a:pt x="1641" y="174"/>
                    <a:pt x="1640" y="153"/>
                  </a:cubicBezTo>
                  <a:cubicBezTo>
                    <a:pt x="1638" y="131"/>
                    <a:pt x="1635" y="120"/>
                    <a:pt x="1630" y="120"/>
                  </a:cubicBezTo>
                  <a:cubicBezTo>
                    <a:pt x="1626" y="120"/>
                    <a:pt x="1620" y="127"/>
                    <a:pt x="1612" y="141"/>
                  </a:cubicBezTo>
                  <a:cubicBezTo>
                    <a:pt x="1605" y="141"/>
                    <a:pt x="1599" y="138"/>
                    <a:pt x="1599" y="97"/>
                  </a:cubicBezTo>
                  <a:cubicBezTo>
                    <a:pt x="1598" y="96"/>
                    <a:pt x="1596" y="96"/>
                    <a:pt x="1596" y="96"/>
                  </a:cubicBezTo>
                  <a:cubicBezTo>
                    <a:pt x="1592" y="96"/>
                    <a:pt x="1591" y="102"/>
                    <a:pt x="1583" y="131"/>
                  </a:cubicBezTo>
                  <a:cubicBezTo>
                    <a:pt x="1579" y="149"/>
                    <a:pt x="1575" y="158"/>
                    <a:pt x="1573" y="158"/>
                  </a:cubicBezTo>
                  <a:cubicBezTo>
                    <a:pt x="1570" y="158"/>
                    <a:pt x="1569" y="148"/>
                    <a:pt x="1571" y="128"/>
                  </a:cubicBezTo>
                  <a:cubicBezTo>
                    <a:pt x="1577" y="82"/>
                    <a:pt x="1569" y="62"/>
                    <a:pt x="1561" y="62"/>
                  </a:cubicBezTo>
                  <a:cubicBezTo>
                    <a:pt x="1556" y="62"/>
                    <a:pt x="1551" y="70"/>
                    <a:pt x="1549" y="84"/>
                  </a:cubicBezTo>
                  <a:cubicBezTo>
                    <a:pt x="1541" y="117"/>
                    <a:pt x="1535" y="119"/>
                    <a:pt x="1530" y="119"/>
                  </a:cubicBezTo>
                  <a:cubicBezTo>
                    <a:pt x="1529" y="119"/>
                    <a:pt x="1528" y="119"/>
                    <a:pt x="1527" y="119"/>
                  </a:cubicBezTo>
                  <a:cubicBezTo>
                    <a:pt x="1526" y="119"/>
                    <a:pt x="1524" y="119"/>
                    <a:pt x="1523" y="119"/>
                  </a:cubicBezTo>
                  <a:cubicBezTo>
                    <a:pt x="1516" y="119"/>
                    <a:pt x="1509" y="121"/>
                    <a:pt x="1499" y="153"/>
                  </a:cubicBezTo>
                  <a:lnTo>
                    <a:pt x="1483" y="150"/>
                  </a:lnTo>
                  <a:cubicBezTo>
                    <a:pt x="1477" y="147"/>
                    <a:pt x="1489" y="113"/>
                    <a:pt x="1496" y="113"/>
                  </a:cubicBezTo>
                  <a:lnTo>
                    <a:pt x="1496" y="75"/>
                  </a:lnTo>
                  <a:cubicBezTo>
                    <a:pt x="1491" y="74"/>
                    <a:pt x="1487" y="73"/>
                    <a:pt x="1484" y="73"/>
                  </a:cubicBezTo>
                  <a:cubicBezTo>
                    <a:pt x="1475" y="73"/>
                    <a:pt x="1468" y="79"/>
                    <a:pt x="1461" y="106"/>
                  </a:cubicBezTo>
                  <a:cubicBezTo>
                    <a:pt x="1453" y="143"/>
                    <a:pt x="1449" y="162"/>
                    <a:pt x="1448" y="162"/>
                  </a:cubicBezTo>
                  <a:cubicBezTo>
                    <a:pt x="1447" y="162"/>
                    <a:pt x="1449" y="143"/>
                    <a:pt x="1452" y="103"/>
                  </a:cubicBezTo>
                  <a:cubicBezTo>
                    <a:pt x="1456" y="78"/>
                    <a:pt x="1454" y="51"/>
                    <a:pt x="1449" y="51"/>
                  </a:cubicBezTo>
                  <a:cubicBezTo>
                    <a:pt x="1447" y="51"/>
                    <a:pt x="1445" y="55"/>
                    <a:pt x="1442" y="66"/>
                  </a:cubicBezTo>
                  <a:cubicBezTo>
                    <a:pt x="1436" y="97"/>
                    <a:pt x="1431" y="109"/>
                    <a:pt x="1429" y="109"/>
                  </a:cubicBezTo>
                  <a:cubicBezTo>
                    <a:pt x="1425" y="109"/>
                    <a:pt x="1425" y="86"/>
                    <a:pt x="1427" y="62"/>
                  </a:cubicBezTo>
                  <a:cubicBezTo>
                    <a:pt x="1433" y="25"/>
                    <a:pt x="1435" y="6"/>
                    <a:pt x="1432" y="6"/>
                  </a:cubicBezTo>
                  <a:close/>
                  <a:moveTo>
                    <a:pt x="2190" y="2654"/>
                  </a:moveTo>
                  <a:cubicBezTo>
                    <a:pt x="2188" y="2654"/>
                    <a:pt x="2186" y="2655"/>
                    <a:pt x="2182" y="2657"/>
                  </a:cubicBezTo>
                  <a:cubicBezTo>
                    <a:pt x="2185" y="2682"/>
                    <a:pt x="2194" y="2707"/>
                    <a:pt x="2204" y="2729"/>
                  </a:cubicBezTo>
                  <a:cubicBezTo>
                    <a:pt x="2211" y="2742"/>
                    <a:pt x="2217" y="2750"/>
                    <a:pt x="2221" y="2750"/>
                  </a:cubicBezTo>
                  <a:cubicBezTo>
                    <a:pt x="2227" y="2750"/>
                    <a:pt x="2226" y="2730"/>
                    <a:pt x="2210" y="2685"/>
                  </a:cubicBezTo>
                  <a:cubicBezTo>
                    <a:pt x="2199" y="2661"/>
                    <a:pt x="2196" y="2654"/>
                    <a:pt x="2190" y="26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37"/>
            <p:cNvSpPr/>
            <p:nvPr/>
          </p:nvSpPr>
          <p:spPr>
            <a:xfrm>
              <a:off x="3313943" y="3500610"/>
              <a:ext cx="37031" cy="40549"/>
            </a:xfrm>
            <a:custGeom>
              <a:avLst/>
              <a:gdLst/>
              <a:ahLst/>
              <a:cxnLst/>
              <a:rect l="l" t="t" r="r" b="b"/>
              <a:pathLst>
                <a:path w="2492" h="2750" extrusionOk="0">
                  <a:moveTo>
                    <a:pt x="1267" y="0"/>
                  </a:moveTo>
                  <a:lnTo>
                    <a:pt x="1267" y="0"/>
                  </a:lnTo>
                  <a:cubicBezTo>
                    <a:pt x="1266" y="0"/>
                    <a:pt x="1267" y="7"/>
                    <a:pt x="1271" y="19"/>
                  </a:cubicBezTo>
                  <a:lnTo>
                    <a:pt x="1271" y="19"/>
                  </a:lnTo>
                  <a:cubicBezTo>
                    <a:pt x="1269" y="6"/>
                    <a:pt x="1267" y="0"/>
                    <a:pt x="1267" y="0"/>
                  </a:cubicBezTo>
                  <a:close/>
                  <a:moveTo>
                    <a:pt x="1271" y="19"/>
                  </a:moveTo>
                  <a:cubicBezTo>
                    <a:pt x="1272" y="26"/>
                    <a:pt x="1273" y="34"/>
                    <a:pt x="1274" y="45"/>
                  </a:cubicBezTo>
                  <a:lnTo>
                    <a:pt x="1274" y="45"/>
                  </a:lnTo>
                  <a:cubicBezTo>
                    <a:pt x="1274" y="39"/>
                    <a:pt x="1273" y="32"/>
                    <a:pt x="1273" y="25"/>
                  </a:cubicBezTo>
                  <a:cubicBezTo>
                    <a:pt x="1272" y="23"/>
                    <a:pt x="1272" y="21"/>
                    <a:pt x="1271" y="19"/>
                  </a:cubicBezTo>
                  <a:close/>
                  <a:moveTo>
                    <a:pt x="1213" y="144"/>
                  </a:moveTo>
                  <a:cubicBezTo>
                    <a:pt x="1207" y="144"/>
                    <a:pt x="1208" y="161"/>
                    <a:pt x="1210" y="161"/>
                  </a:cubicBezTo>
                  <a:cubicBezTo>
                    <a:pt x="1211" y="161"/>
                    <a:pt x="1212" y="157"/>
                    <a:pt x="1213" y="144"/>
                  </a:cubicBezTo>
                  <a:close/>
                  <a:moveTo>
                    <a:pt x="1267" y="179"/>
                  </a:moveTo>
                  <a:lnTo>
                    <a:pt x="1279" y="213"/>
                  </a:lnTo>
                  <a:lnTo>
                    <a:pt x="1273" y="216"/>
                  </a:lnTo>
                  <a:cubicBezTo>
                    <a:pt x="1267" y="216"/>
                    <a:pt x="1267" y="216"/>
                    <a:pt x="1260" y="179"/>
                  </a:cubicBezTo>
                  <a:close/>
                  <a:moveTo>
                    <a:pt x="1198" y="185"/>
                  </a:moveTo>
                  <a:lnTo>
                    <a:pt x="1213" y="219"/>
                  </a:lnTo>
                  <a:lnTo>
                    <a:pt x="1204" y="222"/>
                  </a:lnTo>
                  <a:cubicBezTo>
                    <a:pt x="1198" y="222"/>
                    <a:pt x="1198" y="222"/>
                    <a:pt x="1191" y="185"/>
                  </a:cubicBezTo>
                  <a:close/>
                  <a:moveTo>
                    <a:pt x="1317" y="172"/>
                  </a:moveTo>
                  <a:cubicBezTo>
                    <a:pt x="1329" y="172"/>
                    <a:pt x="1329" y="172"/>
                    <a:pt x="1326" y="210"/>
                  </a:cubicBezTo>
                  <a:cubicBezTo>
                    <a:pt x="1323" y="229"/>
                    <a:pt x="1320" y="238"/>
                    <a:pt x="1317" y="238"/>
                  </a:cubicBezTo>
                  <a:cubicBezTo>
                    <a:pt x="1314" y="238"/>
                    <a:pt x="1312" y="229"/>
                    <a:pt x="1310" y="210"/>
                  </a:cubicBezTo>
                  <a:cubicBezTo>
                    <a:pt x="1307" y="172"/>
                    <a:pt x="1307" y="172"/>
                    <a:pt x="1317" y="172"/>
                  </a:cubicBezTo>
                  <a:close/>
                  <a:moveTo>
                    <a:pt x="1138" y="238"/>
                  </a:moveTo>
                  <a:lnTo>
                    <a:pt x="1138" y="238"/>
                  </a:lnTo>
                  <a:cubicBezTo>
                    <a:pt x="1151" y="260"/>
                    <a:pt x="1160" y="282"/>
                    <a:pt x="1166" y="307"/>
                  </a:cubicBezTo>
                  <a:lnTo>
                    <a:pt x="1160" y="310"/>
                  </a:lnTo>
                  <a:cubicBezTo>
                    <a:pt x="1154" y="310"/>
                    <a:pt x="1144" y="276"/>
                    <a:pt x="1144" y="276"/>
                  </a:cubicBezTo>
                  <a:cubicBezTo>
                    <a:pt x="1144" y="276"/>
                    <a:pt x="1132" y="238"/>
                    <a:pt x="1138" y="238"/>
                  </a:cubicBezTo>
                  <a:close/>
                  <a:moveTo>
                    <a:pt x="878" y="322"/>
                  </a:moveTo>
                  <a:cubicBezTo>
                    <a:pt x="879" y="322"/>
                    <a:pt x="882" y="325"/>
                    <a:pt x="887" y="335"/>
                  </a:cubicBezTo>
                  <a:lnTo>
                    <a:pt x="906" y="370"/>
                  </a:lnTo>
                  <a:cubicBezTo>
                    <a:pt x="918" y="395"/>
                    <a:pt x="927" y="420"/>
                    <a:pt x="925" y="420"/>
                  </a:cubicBezTo>
                  <a:cubicBezTo>
                    <a:pt x="924" y="420"/>
                    <a:pt x="921" y="416"/>
                    <a:pt x="916" y="407"/>
                  </a:cubicBezTo>
                  <a:cubicBezTo>
                    <a:pt x="903" y="385"/>
                    <a:pt x="891" y="363"/>
                    <a:pt x="881" y="338"/>
                  </a:cubicBezTo>
                  <a:cubicBezTo>
                    <a:pt x="881" y="338"/>
                    <a:pt x="875" y="322"/>
                    <a:pt x="878" y="322"/>
                  </a:cubicBezTo>
                  <a:close/>
                  <a:moveTo>
                    <a:pt x="1432" y="370"/>
                  </a:moveTo>
                  <a:cubicBezTo>
                    <a:pt x="1432" y="370"/>
                    <a:pt x="1433" y="370"/>
                    <a:pt x="1433" y="370"/>
                  </a:cubicBezTo>
                  <a:lnTo>
                    <a:pt x="1436" y="407"/>
                  </a:lnTo>
                  <a:cubicBezTo>
                    <a:pt x="1430" y="445"/>
                    <a:pt x="1426" y="445"/>
                    <a:pt x="1426" y="445"/>
                  </a:cubicBezTo>
                  <a:cubicBezTo>
                    <a:pt x="1423" y="442"/>
                    <a:pt x="1423" y="442"/>
                    <a:pt x="1426" y="404"/>
                  </a:cubicBezTo>
                  <a:cubicBezTo>
                    <a:pt x="1426" y="404"/>
                    <a:pt x="1429" y="370"/>
                    <a:pt x="1432" y="370"/>
                  </a:cubicBezTo>
                  <a:close/>
                  <a:moveTo>
                    <a:pt x="1969" y="419"/>
                  </a:moveTo>
                  <a:cubicBezTo>
                    <a:pt x="1970" y="419"/>
                    <a:pt x="1971" y="419"/>
                    <a:pt x="1972" y="420"/>
                  </a:cubicBezTo>
                  <a:lnTo>
                    <a:pt x="1975" y="423"/>
                  </a:lnTo>
                  <a:cubicBezTo>
                    <a:pt x="1959" y="442"/>
                    <a:pt x="1937" y="457"/>
                    <a:pt x="1918" y="473"/>
                  </a:cubicBezTo>
                  <a:lnTo>
                    <a:pt x="1912" y="467"/>
                  </a:lnTo>
                  <a:cubicBezTo>
                    <a:pt x="1938" y="444"/>
                    <a:pt x="1961" y="419"/>
                    <a:pt x="1969" y="419"/>
                  </a:cubicBezTo>
                  <a:close/>
                  <a:moveTo>
                    <a:pt x="1370" y="401"/>
                  </a:moveTo>
                  <a:lnTo>
                    <a:pt x="1376" y="439"/>
                  </a:lnTo>
                  <a:lnTo>
                    <a:pt x="1373" y="476"/>
                  </a:lnTo>
                  <a:lnTo>
                    <a:pt x="1367" y="476"/>
                  </a:lnTo>
                  <a:cubicBezTo>
                    <a:pt x="1364" y="451"/>
                    <a:pt x="1367" y="426"/>
                    <a:pt x="1370" y="401"/>
                  </a:cubicBezTo>
                  <a:close/>
                  <a:moveTo>
                    <a:pt x="1618" y="508"/>
                  </a:moveTo>
                  <a:cubicBezTo>
                    <a:pt x="1617" y="510"/>
                    <a:pt x="1616" y="512"/>
                    <a:pt x="1614" y="514"/>
                  </a:cubicBezTo>
                  <a:cubicBezTo>
                    <a:pt x="1610" y="524"/>
                    <a:pt x="1608" y="528"/>
                    <a:pt x="1608" y="528"/>
                  </a:cubicBezTo>
                  <a:cubicBezTo>
                    <a:pt x="1608" y="528"/>
                    <a:pt x="1612" y="520"/>
                    <a:pt x="1618" y="508"/>
                  </a:cubicBezTo>
                  <a:close/>
                  <a:moveTo>
                    <a:pt x="768" y="558"/>
                  </a:moveTo>
                  <a:lnTo>
                    <a:pt x="768" y="558"/>
                  </a:lnTo>
                  <a:cubicBezTo>
                    <a:pt x="800" y="583"/>
                    <a:pt x="825" y="611"/>
                    <a:pt x="840" y="645"/>
                  </a:cubicBezTo>
                  <a:cubicBezTo>
                    <a:pt x="840" y="646"/>
                    <a:pt x="839" y="647"/>
                    <a:pt x="838" y="647"/>
                  </a:cubicBezTo>
                  <a:cubicBezTo>
                    <a:pt x="836" y="647"/>
                    <a:pt x="830" y="642"/>
                    <a:pt x="809" y="620"/>
                  </a:cubicBezTo>
                  <a:cubicBezTo>
                    <a:pt x="784" y="595"/>
                    <a:pt x="762" y="564"/>
                    <a:pt x="768" y="558"/>
                  </a:cubicBezTo>
                  <a:close/>
                  <a:moveTo>
                    <a:pt x="2158" y="639"/>
                  </a:moveTo>
                  <a:cubicBezTo>
                    <a:pt x="2167" y="639"/>
                    <a:pt x="2170" y="645"/>
                    <a:pt x="2172" y="649"/>
                  </a:cubicBezTo>
                  <a:cubicBezTo>
                    <a:pt x="2149" y="669"/>
                    <a:pt x="2119" y="682"/>
                    <a:pt x="2110" y="682"/>
                  </a:cubicBezTo>
                  <a:cubicBezTo>
                    <a:pt x="2108" y="682"/>
                    <a:pt x="2106" y="681"/>
                    <a:pt x="2106" y="680"/>
                  </a:cubicBezTo>
                  <a:lnTo>
                    <a:pt x="2103" y="680"/>
                  </a:lnTo>
                  <a:cubicBezTo>
                    <a:pt x="2100" y="667"/>
                    <a:pt x="2100" y="667"/>
                    <a:pt x="2132" y="649"/>
                  </a:cubicBezTo>
                  <a:cubicBezTo>
                    <a:pt x="2144" y="641"/>
                    <a:pt x="2152" y="639"/>
                    <a:pt x="2158" y="639"/>
                  </a:cubicBezTo>
                  <a:close/>
                  <a:moveTo>
                    <a:pt x="2287" y="1134"/>
                  </a:moveTo>
                  <a:cubicBezTo>
                    <a:pt x="2297" y="1134"/>
                    <a:pt x="2304" y="1135"/>
                    <a:pt x="2304" y="1138"/>
                  </a:cubicBezTo>
                  <a:lnTo>
                    <a:pt x="2266" y="1150"/>
                  </a:lnTo>
                  <a:lnTo>
                    <a:pt x="2229" y="1144"/>
                  </a:lnTo>
                  <a:lnTo>
                    <a:pt x="2229" y="1138"/>
                  </a:lnTo>
                  <a:cubicBezTo>
                    <a:pt x="2250" y="1136"/>
                    <a:pt x="2272" y="1134"/>
                    <a:pt x="2287" y="1134"/>
                  </a:cubicBezTo>
                  <a:close/>
                  <a:moveTo>
                    <a:pt x="2054" y="1228"/>
                  </a:moveTo>
                  <a:cubicBezTo>
                    <a:pt x="2069" y="1228"/>
                    <a:pt x="2078" y="1228"/>
                    <a:pt x="2078" y="1232"/>
                  </a:cubicBezTo>
                  <a:lnTo>
                    <a:pt x="2078" y="1238"/>
                  </a:lnTo>
                  <a:cubicBezTo>
                    <a:pt x="2053" y="1238"/>
                    <a:pt x="2025" y="1235"/>
                    <a:pt x="2000" y="1232"/>
                  </a:cubicBezTo>
                  <a:lnTo>
                    <a:pt x="2000" y="1228"/>
                  </a:lnTo>
                  <a:cubicBezTo>
                    <a:pt x="2020" y="1228"/>
                    <a:pt x="2040" y="1228"/>
                    <a:pt x="2054" y="1228"/>
                  </a:cubicBezTo>
                  <a:close/>
                  <a:moveTo>
                    <a:pt x="597" y="1322"/>
                  </a:moveTo>
                  <a:cubicBezTo>
                    <a:pt x="642" y="1322"/>
                    <a:pt x="577" y="1335"/>
                    <a:pt x="508" y="1338"/>
                  </a:cubicBezTo>
                  <a:cubicBezTo>
                    <a:pt x="479" y="1342"/>
                    <a:pt x="461" y="1344"/>
                    <a:pt x="454" y="1344"/>
                  </a:cubicBezTo>
                  <a:cubicBezTo>
                    <a:pt x="444" y="1344"/>
                    <a:pt x="461" y="1339"/>
                    <a:pt x="505" y="1332"/>
                  </a:cubicBezTo>
                  <a:cubicBezTo>
                    <a:pt x="530" y="1326"/>
                    <a:pt x="555" y="1322"/>
                    <a:pt x="580" y="1322"/>
                  </a:cubicBezTo>
                  <a:cubicBezTo>
                    <a:pt x="587" y="1322"/>
                    <a:pt x="593" y="1322"/>
                    <a:pt x="597" y="1322"/>
                  </a:cubicBezTo>
                  <a:close/>
                  <a:moveTo>
                    <a:pt x="2261" y="1345"/>
                  </a:moveTo>
                  <a:cubicBezTo>
                    <a:pt x="2267" y="1345"/>
                    <a:pt x="2276" y="1346"/>
                    <a:pt x="2291" y="1347"/>
                  </a:cubicBezTo>
                  <a:cubicBezTo>
                    <a:pt x="2316" y="1351"/>
                    <a:pt x="2342" y="1357"/>
                    <a:pt x="2367" y="1363"/>
                  </a:cubicBezTo>
                  <a:cubicBezTo>
                    <a:pt x="2367" y="1365"/>
                    <a:pt x="2364" y="1366"/>
                    <a:pt x="2359" y="1366"/>
                  </a:cubicBezTo>
                  <a:cubicBezTo>
                    <a:pt x="2338" y="1366"/>
                    <a:pt x="2284" y="1353"/>
                    <a:pt x="2254" y="1351"/>
                  </a:cubicBezTo>
                  <a:cubicBezTo>
                    <a:pt x="2254" y="1347"/>
                    <a:pt x="2254" y="1345"/>
                    <a:pt x="2261" y="1345"/>
                  </a:cubicBezTo>
                  <a:close/>
                  <a:moveTo>
                    <a:pt x="2254" y="1514"/>
                  </a:moveTo>
                  <a:cubicBezTo>
                    <a:pt x="2288" y="1523"/>
                    <a:pt x="2326" y="1535"/>
                    <a:pt x="2323" y="1542"/>
                  </a:cubicBezTo>
                  <a:lnTo>
                    <a:pt x="2285" y="1535"/>
                  </a:lnTo>
                  <a:lnTo>
                    <a:pt x="2251" y="1520"/>
                  </a:lnTo>
                  <a:lnTo>
                    <a:pt x="2254" y="1514"/>
                  </a:lnTo>
                  <a:close/>
                  <a:moveTo>
                    <a:pt x="759" y="1545"/>
                  </a:moveTo>
                  <a:lnTo>
                    <a:pt x="734" y="1573"/>
                  </a:lnTo>
                  <a:lnTo>
                    <a:pt x="734" y="1576"/>
                  </a:lnTo>
                  <a:cubicBezTo>
                    <a:pt x="765" y="1551"/>
                    <a:pt x="765" y="1551"/>
                    <a:pt x="762" y="1548"/>
                  </a:cubicBezTo>
                  <a:lnTo>
                    <a:pt x="759" y="1545"/>
                  </a:lnTo>
                  <a:close/>
                  <a:moveTo>
                    <a:pt x="1604" y="1550"/>
                  </a:moveTo>
                  <a:cubicBezTo>
                    <a:pt x="1603" y="1550"/>
                    <a:pt x="1603" y="1550"/>
                    <a:pt x="1602" y="1551"/>
                  </a:cubicBezTo>
                  <a:cubicBezTo>
                    <a:pt x="1599" y="1554"/>
                    <a:pt x="1596" y="1554"/>
                    <a:pt x="1618" y="1586"/>
                  </a:cubicBezTo>
                  <a:lnTo>
                    <a:pt x="1624" y="1583"/>
                  </a:lnTo>
                  <a:cubicBezTo>
                    <a:pt x="1609" y="1556"/>
                    <a:pt x="1606" y="1550"/>
                    <a:pt x="1604" y="1550"/>
                  </a:cubicBezTo>
                  <a:close/>
                  <a:moveTo>
                    <a:pt x="563" y="1591"/>
                  </a:moveTo>
                  <a:cubicBezTo>
                    <a:pt x="568" y="1591"/>
                    <a:pt x="569" y="1594"/>
                    <a:pt x="571" y="1595"/>
                  </a:cubicBezTo>
                  <a:cubicBezTo>
                    <a:pt x="574" y="1601"/>
                    <a:pt x="574" y="1601"/>
                    <a:pt x="543" y="1620"/>
                  </a:cubicBezTo>
                  <a:cubicBezTo>
                    <a:pt x="543" y="1620"/>
                    <a:pt x="517" y="1631"/>
                    <a:pt x="506" y="1631"/>
                  </a:cubicBezTo>
                  <a:cubicBezTo>
                    <a:pt x="504" y="1631"/>
                    <a:pt x="502" y="1631"/>
                    <a:pt x="502" y="1630"/>
                  </a:cubicBezTo>
                  <a:lnTo>
                    <a:pt x="530" y="1604"/>
                  </a:lnTo>
                  <a:cubicBezTo>
                    <a:pt x="549" y="1594"/>
                    <a:pt x="558" y="1591"/>
                    <a:pt x="563" y="1591"/>
                  </a:cubicBezTo>
                  <a:close/>
                  <a:moveTo>
                    <a:pt x="1774" y="1670"/>
                  </a:moveTo>
                  <a:cubicBezTo>
                    <a:pt x="1774" y="1671"/>
                    <a:pt x="1775" y="1671"/>
                    <a:pt x="1775" y="1671"/>
                  </a:cubicBezTo>
                  <a:lnTo>
                    <a:pt x="1775" y="1671"/>
                  </a:lnTo>
                  <a:cubicBezTo>
                    <a:pt x="1776" y="1670"/>
                    <a:pt x="1776" y="1670"/>
                    <a:pt x="1774" y="1670"/>
                  </a:cubicBezTo>
                  <a:close/>
                  <a:moveTo>
                    <a:pt x="599" y="1646"/>
                  </a:moveTo>
                  <a:cubicBezTo>
                    <a:pt x="602" y="1646"/>
                    <a:pt x="603" y="1648"/>
                    <a:pt x="605" y="1651"/>
                  </a:cubicBezTo>
                  <a:cubicBezTo>
                    <a:pt x="609" y="1655"/>
                    <a:pt x="612" y="1661"/>
                    <a:pt x="580" y="1683"/>
                  </a:cubicBezTo>
                  <a:lnTo>
                    <a:pt x="577" y="1680"/>
                  </a:lnTo>
                  <a:cubicBezTo>
                    <a:pt x="587" y="1671"/>
                    <a:pt x="591" y="1668"/>
                    <a:pt x="589" y="1668"/>
                  </a:cubicBezTo>
                  <a:lnTo>
                    <a:pt x="589" y="1668"/>
                  </a:lnTo>
                  <a:cubicBezTo>
                    <a:pt x="587" y="1668"/>
                    <a:pt x="566" y="1683"/>
                    <a:pt x="549" y="1702"/>
                  </a:cubicBezTo>
                  <a:lnTo>
                    <a:pt x="489" y="1749"/>
                  </a:lnTo>
                  <a:cubicBezTo>
                    <a:pt x="483" y="1742"/>
                    <a:pt x="511" y="1714"/>
                    <a:pt x="540" y="1689"/>
                  </a:cubicBezTo>
                  <a:cubicBezTo>
                    <a:pt x="579" y="1656"/>
                    <a:pt x="592" y="1646"/>
                    <a:pt x="599" y="1646"/>
                  </a:cubicBezTo>
                  <a:close/>
                  <a:moveTo>
                    <a:pt x="1746" y="1818"/>
                  </a:moveTo>
                  <a:lnTo>
                    <a:pt x="1746" y="1818"/>
                  </a:lnTo>
                  <a:cubicBezTo>
                    <a:pt x="1751" y="1828"/>
                    <a:pt x="1752" y="1831"/>
                    <a:pt x="1752" y="1831"/>
                  </a:cubicBezTo>
                  <a:cubicBezTo>
                    <a:pt x="1750" y="1831"/>
                    <a:pt x="1742" y="1818"/>
                    <a:pt x="1746" y="1818"/>
                  </a:cubicBezTo>
                  <a:close/>
                  <a:moveTo>
                    <a:pt x="1445" y="1771"/>
                  </a:moveTo>
                  <a:lnTo>
                    <a:pt x="1455" y="1846"/>
                  </a:lnTo>
                  <a:lnTo>
                    <a:pt x="1455" y="1846"/>
                  </a:lnTo>
                  <a:cubicBezTo>
                    <a:pt x="1454" y="1836"/>
                    <a:pt x="1453" y="1822"/>
                    <a:pt x="1451" y="1808"/>
                  </a:cubicBezTo>
                  <a:lnTo>
                    <a:pt x="1445" y="1771"/>
                  </a:lnTo>
                  <a:close/>
                  <a:moveTo>
                    <a:pt x="2016" y="1843"/>
                  </a:moveTo>
                  <a:cubicBezTo>
                    <a:pt x="2018" y="1843"/>
                    <a:pt x="2030" y="1853"/>
                    <a:pt x="2028" y="1855"/>
                  </a:cubicBezTo>
                  <a:cubicBezTo>
                    <a:pt x="2018" y="1846"/>
                    <a:pt x="2016" y="1843"/>
                    <a:pt x="2016" y="1843"/>
                  </a:cubicBezTo>
                  <a:close/>
                  <a:moveTo>
                    <a:pt x="1956" y="1818"/>
                  </a:moveTo>
                  <a:cubicBezTo>
                    <a:pt x="1984" y="1846"/>
                    <a:pt x="2009" y="1874"/>
                    <a:pt x="2003" y="1880"/>
                  </a:cubicBezTo>
                  <a:lnTo>
                    <a:pt x="1975" y="1855"/>
                  </a:lnTo>
                  <a:lnTo>
                    <a:pt x="1953" y="1824"/>
                  </a:lnTo>
                  <a:lnTo>
                    <a:pt x="1956" y="1818"/>
                  </a:lnTo>
                  <a:close/>
                  <a:moveTo>
                    <a:pt x="1637" y="1817"/>
                  </a:moveTo>
                  <a:cubicBezTo>
                    <a:pt x="1637" y="1817"/>
                    <a:pt x="1637" y="1817"/>
                    <a:pt x="1636" y="1818"/>
                  </a:cubicBezTo>
                  <a:lnTo>
                    <a:pt x="1633" y="1818"/>
                  </a:lnTo>
                  <a:cubicBezTo>
                    <a:pt x="1640" y="1843"/>
                    <a:pt x="1652" y="1868"/>
                    <a:pt x="1661" y="1890"/>
                  </a:cubicBezTo>
                  <a:cubicBezTo>
                    <a:pt x="1668" y="1886"/>
                    <a:pt x="1655" y="1852"/>
                    <a:pt x="1655" y="1852"/>
                  </a:cubicBezTo>
                  <a:cubicBezTo>
                    <a:pt x="1655" y="1852"/>
                    <a:pt x="1644" y="1817"/>
                    <a:pt x="1637" y="1817"/>
                  </a:cubicBezTo>
                  <a:close/>
                  <a:moveTo>
                    <a:pt x="73" y="1868"/>
                  </a:moveTo>
                  <a:cubicBezTo>
                    <a:pt x="48" y="1874"/>
                    <a:pt x="22" y="1883"/>
                    <a:pt x="1" y="1893"/>
                  </a:cubicBezTo>
                  <a:lnTo>
                    <a:pt x="7" y="1905"/>
                  </a:lnTo>
                  <a:cubicBezTo>
                    <a:pt x="7" y="1907"/>
                    <a:pt x="9" y="1908"/>
                    <a:pt x="11" y="1908"/>
                  </a:cubicBezTo>
                  <a:cubicBezTo>
                    <a:pt x="22" y="1908"/>
                    <a:pt x="50" y="1892"/>
                    <a:pt x="76" y="1877"/>
                  </a:cubicBezTo>
                  <a:lnTo>
                    <a:pt x="73" y="1868"/>
                  </a:lnTo>
                  <a:close/>
                  <a:moveTo>
                    <a:pt x="1900" y="1830"/>
                  </a:moveTo>
                  <a:lnTo>
                    <a:pt x="1900" y="1830"/>
                  </a:lnTo>
                  <a:cubicBezTo>
                    <a:pt x="1903" y="1830"/>
                    <a:pt x="1917" y="1843"/>
                    <a:pt x="1947" y="1874"/>
                  </a:cubicBezTo>
                  <a:cubicBezTo>
                    <a:pt x="1972" y="1902"/>
                    <a:pt x="1972" y="1902"/>
                    <a:pt x="1965" y="1908"/>
                  </a:cubicBezTo>
                  <a:cubicBezTo>
                    <a:pt x="1947" y="1890"/>
                    <a:pt x="1931" y="1871"/>
                    <a:pt x="1915" y="1852"/>
                  </a:cubicBezTo>
                  <a:lnTo>
                    <a:pt x="1912" y="1852"/>
                  </a:lnTo>
                  <a:cubicBezTo>
                    <a:pt x="1902" y="1838"/>
                    <a:pt x="1898" y="1830"/>
                    <a:pt x="1900" y="1830"/>
                  </a:cubicBezTo>
                  <a:close/>
                  <a:moveTo>
                    <a:pt x="1611" y="1940"/>
                  </a:moveTo>
                  <a:cubicBezTo>
                    <a:pt x="1618" y="1940"/>
                    <a:pt x="1618" y="1940"/>
                    <a:pt x="1627" y="1977"/>
                  </a:cubicBezTo>
                  <a:lnTo>
                    <a:pt x="1621" y="1977"/>
                  </a:lnTo>
                  <a:lnTo>
                    <a:pt x="1605" y="1943"/>
                  </a:lnTo>
                  <a:lnTo>
                    <a:pt x="1611" y="1940"/>
                  </a:lnTo>
                  <a:close/>
                  <a:moveTo>
                    <a:pt x="1169" y="1932"/>
                  </a:moveTo>
                  <a:cubicBezTo>
                    <a:pt x="1170" y="1932"/>
                    <a:pt x="1171" y="1933"/>
                    <a:pt x="1173" y="1933"/>
                  </a:cubicBezTo>
                  <a:lnTo>
                    <a:pt x="1166" y="1971"/>
                  </a:lnTo>
                  <a:lnTo>
                    <a:pt x="1154" y="2006"/>
                  </a:lnTo>
                  <a:lnTo>
                    <a:pt x="1154" y="1968"/>
                  </a:lnTo>
                  <a:cubicBezTo>
                    <a:pt x="1161" y="1939"/>
                    <a:pt x="1165" y="1932"/>
                    <a:pt x="1169" y="1932"/>
                  </a:cubicBezTo>
                  <a:close/>
                  <a:moveTo>
                    <a:pt x="1869" y="1968"/>
                  </a:moveTo>
                  <a:cubicBezTo>
                    <a:pt x="1876" y="1968"/>
                    <a:pt x="1893" y="1996"/>
                    <a:pt x="1893" y="1996"/>
                  </a:cubicBezTo>
                  <a:cubicBezTo>
                    <a:pt x="1901" y="2009"/>
                    <a:pt x="1903" y="2012"/>
                    <a:pt x="1901" y="2012"/>
                  </a:cubicBezTo>
                  <a:cubicBezTo>
                    <a:pt x="1898" y="2012"/>
                    <a:pt x="1887" y="2002"/>
                    <a:pt x="1882" y="2002"/>
                  </a:cubicBezTo>
                  <a:cubicBezTo>
                    <a:pt x="1881" y="2002"/>
                    <a:pt x="1881" y="2002"/>
                    <a:pt x="1881" y="2002"/>
                  </a:cubicBezTo>
                  <a:cubicBezTo>
                    <a:pt x="1856" y="1974"/>
                    <a:pt x="1856" y="1974"/>
                    <a:pt x="1868" y="1968"/>
                  </a:cubicBezTo>
                  <a:cubicBezTo>
                    <a:pt x="1869" y="1968"/>
                    <a:pt x="1869" y="1968"/>
                    <a:pt x="1869" y="1968"/>
                  </a:cubicBezTo>
                  <a:close/>
                  <a:moveTo>
                    <a:pt x="1559" y="1936"/>
                  </a:moveTo>
                  <a:cubicBezTo>
                    <a:pt x="1562" y="1936"/>
                    <a:pt x="1570" y="1970"/>
                    <a:pt x="1577" y="2024"/>
                  </a:cubicBezTo>
                  <a:lnTo>
                    <a:pt x="1564" y="2028"/>
                  </a:lnTo>
                  <a:cubicBezTo>
                    <a:pt x="1558" y="1990"/>
                    <a:pt x="1552" y="1952"/>
                    <a:pt x="1558" y="1952"/>
                  </a:cubicBezTo>
                  <a:cubicBezTo>
                    <a:pt x="1557" y="1941"/>
                    <a:pt x="1558" y="1936"/>
                    <a:pt x="1559" y="1936"/>
                  </a:cubicBezTo>
                  <a:close/>
                  <a:moveTo>
                    <a:pt x="1345" y="1896"/>
                  </a:moveTo>
                  <a:cubicBezTo>
                    <a:pt x="1346" y="1896"/>
                    <a:pt x="1344" y="1915"/>
                    <a:pt x="1339" y="1959"/>
                  </a:cubicBezTo>
                  <a:lnTo>
                    <a:pt x="1323" y="2034"/>
                  </a:lnTo>
                  <a:cubicBezTo>
                    <a:pt x="1317" y="2034"/>
                    <a:pt x="1326" y="1996"/>
                    <a:pt x="1336" y="1921"/>
                  </a:cubicBezTo>
                  <a:cubicBezTo>
                    <a:pt x="1341" y="1905"/>
                    <a:pt x="1344" y="1896"/>
                    <a:pt x="1345" y="1896"/>
                  </a:cubicBezTo>
                  <a:close/>
                  <a:moveTo>
                    <a:pt x="809" y="1992"/>
                  </a:moveTo>
                  <a:cubicBezTo>
                    <a:pt x="811" y="1992"/>
                    <a:pt x="812" y="1992"/>
                    <a:pt x="812" y="1993"/>
                  </a:cubicBezTo>
                  <a:cubicBezTo>
                    <a:pt x="818" y="1996"/>
                    <a:pt x="800" y="2028"/>
                    <a:pt x="768" y="2056"/>
                  </a:cubicBezTo>
                  <a:lnTo>
                    <a:pt x="756" y="2046"/>
                  </a:lnTo>
                  <a:cubicBezTo>
                    <a:pt x="773" y="2015"/>
                    <a:pt x="800" y="1992"/>
                    <a:pt x="809" y="1992"/>
                  </a:cubicBezTo>
                  <a:close/>
                  <a:moveTo>
                    <a:pt x="1755" y="2018"/>
                  </a:moveTo>
                  <a:cubicBezTo>
                    <a:pt x="1761" y="2018"/>
                    <a:pt x="1767" y="2020"/>
                    <a:pt x="1777" y="2049"/>
                  </a:cubicBezTo>
                  <a:cubicBezTo>
                    <a:pt x="1777" y="2049"/>
                    <a:pt x="1793" y="2084"/>
                    <a:pt x="1787" y="2087"/>
                  </a:cubicBezTo>
                  <a:cubicBezTo>
                    <a:pt x="1786" y="2087"/>
                    <a:pt x="1786" y="2087"/>
                    <a:pt x="1786" y="2087"/>
                  </a:cubicBezTo>
                  <a:cubicBezTo>
                    <a:pt x="1776" y="2087"/>
                    <a:pt x="1759" y="2056"/>
                    <a:pt x="1759" y="2056"/>
                  </a:cubicBezTo>
                  <a:cubicBezTo>
                    <a:pt x="1746" y="2021"/>
                    <a:pt x="1752" y="2018"/>
                    <a:pt x="1752" y="2018"/>
                  </a:cubicBezTo>
                  <a:cubicBezTo>
                    <a:pt x="1753" y="2018"/>
                    <a:pt x="1754" y="2018"/>
                    <a:pt x="1755" y="2018"/>
                  </a:cubicBezTo>
                  <a:close/>
                  <a:moveTo>
                    <a:pt x="813" y="2059"/>
                  </a:moveTo>
                  <a:cubicBezTo>
                    <a:pt x="805" y="2059"/>
                    <a:pt x="791" y="2080"/>
                    <a:pt x="781" y="2103"/>
                  </a:cubicBezTo>
                  <a:cubicBezTo>
                    <a:pt x="762" y="2137"/>
                    <a:pt x="771" y="2140"/>
                    <a:pt x="784" y="2147"/>
                  </a:cubicBezTo>
                  <a:cubicBezTo>
                    <a:pt x="784" y="2147"/>
                    <a:pt x="785" y="2147"/>
                    <a:pt x="786" y="2147"/>
                  </a:cubicBezTo>
                  <a:cubicBezTo>
                    <a:pt x="796" y="2147"/>
                    <a:pt x="815" y="2122"/>
                    <a:pt x="815" y="2122"/>
                  </a:cubicBezTo>
                  <a:cubicBezTo>
                    <a:pt x="831" y="2087"/>
                    <a:pt x="825" y="2084"/>
                    <a:pt x="818" y="2081"/>
                  </a:cubicBezTo>
                  <a:cubicBezTo>
                    <a:pt x="820" y="2065"/>
                    <a:pt x="817" y="2059"/>
                    <a:pt x="813" y="2059"/>
                  </a:cubicBezTo>
                  <a:close/>
                  <a:moveTo>
                    <a:pt x="1392" y="2075"/>
                  </a:moveTo>
                  <a:cubicBezTo>
                    <a:pt x="1392" y="2112"/>
                    <a:pt x="1395" y="2150"/>
                    <a:pt x="1386" y="2150"/>
                  </a:cubicBezTo>
                  <a:lnTo>
                    <a:pt x="1379" y="2150"/>
                  </a:lnTo>
                  <a:cubicBezTo>
                    <a:pt x="1379" y="2125"/>
                    <a:pt x="1383" y="2100"/>
                    <a:pt x="1386" y="2075"/>
                  </a:cubicBezTo>
                  <a:close/>
                  <a:moveTo>
                    <a:pt x="1193" y="2001"/>
                  </a:moveTo>
                  <a:lnTo>
                    <a:pt x="1193" y="2001"/>
                  </a:lnTo>
                  <a:cubicBezTo>
                    <a:pt x="1194" y="2001"/>
                    <a:pt x="1191" y="2019"/>
                    <a:pt x="1185" y="2053"/>
                  </a:cubicBezTo>
                  <a:cubicBezTo>
                    <a:pt x="1182" y="2090"/>
                    <a:pt x="1169" y="2128"/>
                    <a:pt x="1154" y="2162"/>
                  </a:cubicBezTo>
                  <a:lnTo>
                    <a:pt x="1138" y="2159"/>
                  </a:lnTo>
                  <a:lnTo>
                    <a:pt x="1166" y="2087"/>
                  </a:lnTo>
                  <a:cubicBezTo>
                    <a:pt x="1184" y="2028"/>
                    <a:pt x="1191" y="2001"/>
                    <a:pt x="1193" y="2001"/>
                  </a:cubicBezTo>
                  <a:close/>
                  <a:moveTo>
                    <a:pt x="1549" y="2181"/>
                  </a:moveTo>
                  <a:lnTo>
                    <a:pt x="1552" y="2219"/>
                  </a:lnTo>
                  <a:cubicBezTo>
                    <a:pt x="1548" y="2219"/>
                    <a:pt x="1545" y="2235"/>
                    <a:pt x="1542" y="2235"/>
                  </a:cubicBezTo>
                  <a:cubicBezTo>
                    <a:pt x="1541" y="2235"/>
                    <a:pt x="1540" y="2231"/>
                    <a:pt x="1539" y="2219"/>
                  </a:cubicBezTo>
                  <a:lnTo>
                    <a:pt x="1536" y="2219"/>
                  </a:lnTo>
                  <a:cubicBezTo>
                    <a:pt x="1536" y="2219"/>
                    <a:pt x="1536" y="2219"/>
                    <a:pt x="1535" y="2219"/>
                  </a:cubicBezTo>
                  <a:cubicBezTo>
                    <a:pt x="1531" y="2219"/>
                    <a:pt x="1540" y="2181"/>
                    <a:pt x="1549" y="2181"/>
                  </a:cubicBezTo>
                  <a:close/>
                  <a:moveTo>
                    <a:pt x="1432" y="6"/>
                  </a:moveTo>
                  <a:lnTo>
                    <a:pt x="1432" y="6"/>
                  </a:lnTo>
                  <a:cubicBezTo>
                    <a:pt x="1428" y="6"/>
                    <a:pt x="1419" y="25"/>
                    <a:pt x="1401" y="63"/>
                  </a:cubicBezTo>
                  <a:cubicBezTo>
                    <a:pt x="1386" y="63"/>
                    <a:pt x="1354" y="97"/>
                    <a:pt x="1332" y="97"/>
                  </a:cubicBezTo>
                  <a:cubicBezTo>
                    <a:pt x="1304" y="94"/>
                    <a:pt x="1289" y="100"/>
                    <a:pt x="1276" y="63"/>
                  </a:cubicBezTo>
                  <a:cubicBezTo>
                    <a:pt x="1275" y="56"/>
                    <a:pt x="1275" y="50"/>
                    <a:pt x="1274" y="45"/>
                  </a:cubicBezTo>
                  <a:lnTo>
                    <a:pt x="1274" y="45"/>
                  </a:lnTo>
                  <a:cubicBezTo>
                    <a:pt x="1278" y="100"/>
                    <a:pt x="1271" y="101"/>
                    <a:pt x="1251" y="103"/>
                  </a:cubicBezTo>
                  <a:cubicBezTo>
                    <a:pt x="1243" y="94"/>
                    <a:pt x="1237" y="90"/>
                    <a:pt x="1232" y="90"/>
                  </a:cubicBezTo>
                  <a:cubicBezTo>
                    <a:pt x="1218" y="90"/>
                    <a:pt x="1213" y="117"/>
                    <a:pt x="1213" y="144"/>
                  </a:cubicBezTo>
                  <a:lnTo>
                    <a:pt x="1226" y="144"/>
                  </a:lnTo>
                  <a:cubicBezTo>
                    <a:pt x="1233" y="188"/>
                    <a:pt x="1234" y="206"/>
                    <a:pt x="1230" y="206"/>
                  </a:cubicBezTo>
                  <a:cubicBezTo>
                    <a:pt x="1227" y="206"/>
                    <a:pt x="1221" y="197"/>
                    <a:pt x="1213" y="182"/>
                  </a:cubicBezTo>
                  <a:cubicBezTo>
                    <a:pt x="1204" y="182"/>
                    <a:pt x="1198" y="147"/>
                    <a:pt x="1191" y="110"/>
                  </a:cubicBezTo>
                  <a:cubicBezTo>
                    <a:pt x="1182" y="73"/>
                    <a:pt x="1168" y="37"/>
                    <a:pt x="1161" y="37"/>
                  </a:cubicBezTo>
                  <a:cubicBezTo>
                    <a:pt x="1161" y="37"/>
                    <a:pt x="1160" y="37"/>
                    <a:pt x="1160" y="38"/>
                  </a:cubicBezTo>
                  <a:cubicBezTo>
                    <a:pt x="1151" y="38"/>
                    <a:pt x="1144" y="41"/>
                    <a:pt x="1160" y="75"/>
                  </a:cubicBezTo>
                  <a:cubicBezTo>
                    <a:pt x="1166" y="113"/>
                    <a:pt x="1166" y="113"/>
                    <a:pt x="1160" y="116"/>
                  </a:cubicBezTo>
                  <a:cubicBezTo>
                    <a:pt x="1154" y="116"/>
                    <a:pt x="1144" y="119"/>
                    <a:pt x="1148" y="157"/>
                  </a:cubicBezTo>
                  <a:cubicBezTo>
                    <a:pt x="1157" y="194"/>
                    <a:pt x="1151" y="194"/>
                    <a:pt x="1141" y="197"/>
                  </a:cubicBezTo>
                  <a:cubicBezTo>
                    <a:pt x="1128" y="168"/>
                    <a:pt x="1115" y="166"/>
                    <a:pt x="1111" y="166"/>
                  </a:cubicBezTo>
                  <a:cubicBezTo>
                    <a:pt x="1110" y="166"/>
                    <a:pt x="1110" y="166"/>
                    <a:pt x="1110" y="166"/>
                  </a:cubicBezTo>
                  <a:lnTo>
                    <a:pt x="1101" y="128"/>
                  </a:lnTo>
                  <a:cubicBezTo>
                    <a:pt x="1094" y="103"/>
                    <a:pt x="1085" y="81"/>
                    <a:pt x="1072" y="59"/>
                  </a:cubicBezTo>
                  <a:lnTo>
                    <a:pt x="1072" y="59"/>
                  </a:lnTo>
                  <a:cubicBezTo>
                    <a:pt x="1063" y="59"/>
                    <a:pt x="1075" y="97"/>
                    <a:pt x="1075" y="97"/>
                  </a:cubicBezTo>
                  <a:cubicBezTo>
                    <a:pt x="1085" y="128"/>
                    <a:pt x="909" y="191"/>
                    <a:pt x="891" y="207"/>
                  </a:cubicBezTo>
                  <a:cubicBezTo>
                    <a:pt x="878" y="196"/>
                    <a:pt x="867" y="191"/>
                    <a:pt x="860" y="191"/>
                  </a:cubicBezTo>
                  <a:cubicBezTo>
                    <a:pt x="849" y="191"/>
                    <a:pt x="847" y="202"/>
                    <a:pt x="862" y="219"/>
                  </a:cubicBezTo>
                  <a:cubicBezTo>
                    <a:pt x="881" y="254"/>
                    <a:pt x="847" y="269"/>
                    <a:pt x="809" y="295"/>
                  </a:cubicBezTo>
                  <a:cubicBezTo>
                    <a:pt x="765" y="323"/>
                    <a:pt x="734" y="345"/>
                    <a:pt x="756" y="373"/>
                  </a:cubicBezTo>
                  <a:lnTo>
                    <a:pt x="737" y="385"/>
                  </a:lnTo>
                  <a:cubicBezTo>
                    <a:pt x="724" y="395"/>
                    <a:pt x="740" y="436"/>
                    <a:pt x="734" y="439"/>
                  </a:cubicBezTo>
                  <a:cubicBezTo>
                    <a:pt x="744" y="457"/>
                    <a:pt x="747" y="466"/>
                    <a:pt x="745" y="466"/>
                  </a:cubicBezTo>
                  <a:cubicBezTo>
                    <a:pt x="743" y="466"/>
                    <a:pt x="737" y="458"/>
                    <a:pt x="728" y="442"/>
                  </a:cubicBezTo>
                  <a:cubicBezTo>
                    <a:pt x="705" y="416"/>
                    <a:pt x="682" y="391"/>
                    <a:pt x="676" y="391"/>
                  </a:cubicBezTo>
                  <a:cubicBezTo>
                    <a:pt x="675" y="391"/>
                    <a:pt x="675" y="391"/>
                    <a:pt x="674" y="392"/>
                  </a:cubicBezTo>
                  <a:cubicBezTo>
                    <a:pt x="662" y="401"/>
                    <a:pt x="687" y="429"/>
                    <a:pt x="712" y="457"/>
                  </a:cubicBezTo>
                  <a:cubicBezTo>
                    <a:pt x="737" y="486"/>
                    <a:pt x="731" y="489"/>
                    <a:pt x="731" y="489"/>
                  </a:cubicBezTo>
                  <a:cubicBezTo>
                    <a:pt x="730" y="491"/>
                    <a:pt x="729" y="492"/>
                    <a:pt x="728" y="492"/>
                  </a:cubicBezTo>
                  <a:cubicBezTo>
                    <a:pt x="725" y="492"/>
                    <a:pt x="720" y="486"/>
                    <a:pt x="703" y="467"/>
                  </a:cubicBezTo>
                  <a:lnTo>
                    <a:pt x="649" y="410"/>
                  </a:lnTo>
                  <a:lnTo>
                    <a:pt x="643" y="417"/>
                  </a:lnTo>
                  <a:cubicBezTo>
                    <a:pt x="671" y="442"/>
                    <a:pt x="665" y="448"/>
                    <a:pt x="665" y="448"/>
                  </a:cubicBezTo>
                  <a:cubicBezTo>
                    <a:pt x="663" y="450"/>
                    <a:pt x="662" y="451"/>
                    <a:pt x="660" y="451"/>
                  </a:cubicBezTo>
                  <a:cubicBezTo>
                    <a:pt x="655" y="451"/>
                    <a:pt x="645" y="440"/>
                    <a:pt x="605" y="398"/>
                  </a:cubicBezTo>
                  <a:cubicBezTo>
                    <a:pt x="582" y="373"/>
                    <a:pt x="567" y="360"/>
                    <a:pt x="563" y="360"/>
                  </a:cubicBezTo>
                  <a:cubicBezTo>
                    <a:pt x="559" y="360"/>
                    <a:pt x="568" y="376"/>
                    <a:pt x="593" y="407"/>
                  </a:cubicBezTo>
                  <a:lnTo>
                    <a:pt x="609" y="445"/>
                  </a:lnTo>
                  <a:cubicBezTo>
                    <a:pt x="593" y="433"/>
                    <a:pt x="585" y="428"/>
                    <a:pt x="581" y="428"/>
                  </a:cubicBezTo>
                  <a:cubicBezTo>
                    <a:pt x="570" y="428"/>
                    <a:pt x="598" y="469"/>
                    <a:pt x="615" y="492"/>
                  </a:cubicBezTo>
                  <a:cubicBezTo>
                    <a:pt x="589" y="471"/>
                    <a:pt x="573" y="461"/>
                    <a:pt x="567" y="461"/>
                  </a:cubicBezTo>
                  <a:cubicBezTo>
                    <a:pt x="561" y="461"/>
                    <a:pt x="571" y="477"/>
                    <a:pt x="599" y="511"/>
                  </a:cubicBezTo>
                  <a:cubicBezTo>
                    <a:pt x="615" y="525"/>
                    <a:pt x="620" y="532"/>
                    <a:pt x="615" y="532"/>
                  </a:cubicBezTo>
                  <a:cubicBezTo>
                    <a:pt x="612" y="532"/>
                    <a:pt x="603" y="528"/>
                    <a:pt x="590" y="520"/>
                  </a:cubicBezTo>
                  <a:cubicBezTo>
                    <a:pt x="572" y="511"/>
                    <a:pt x="562" y="507"/>
                    <a:pt x="555" y="507"/>
                  </a:cubicBezTo>
                  <a:cubicBezTo>
                    <a:pt x="548" y="507"/>
                    <a:pt x="544" y="511"/>
                    <a:pt x="540" y="517"/>
                  </a:cubicBezTo>
                  <a:cubicBezTo>
                    <a:pt x="561" y="548"/>
                    <a:pt x="527" y="586"/>
                    <a:pt x="493" y="633"/>
                  </a:cubicBezTo>
                  <a:cubicBezTo>
                    <a:pt x="449" y="686"/>
                    <a:pt x="430" y="727"/>
                    <a:pt x="461" y="746"/>
                  </a:cubicBezTo>
                  <a:cubicBezTo>
                    <a:pt x="460" y="748"/>
                    <a:pt x="459" y="750"/>
                    <a:pt x="456" y="750"/>
                  </a:cubicBezTo>
                  <a:cubicBezTo>
                    <a:pt x="452" y="750"/>
                    <a:pt x="443" y="747"/>
                    <a:pt x="420" y="740"/>
                  </a:cubicBezTo>
                  <a:cubicBezTo>
                    <a:pt x="410" y="733"/>
                    <a:pt x="402" y="730"/>
                    <a:pt x="399" y="730"/>
                  </a:cubicBezTo>
                  <a:cubicBezTo>
                    <a:pt x="393" y="730"/>
                    <a:pt x="406" y="742"/>
                    <a:pt x="449" y="771"/>
                  </a:cubicBezTo>
                  <a:cubicBezTo>
                    <a:pt x="466" y="784"/>
                    <a:pt x="485" y="796"/>
                    <a:pt x="483" y="796"/>
                  </a:cubicBezTo>
                  <a:cubicBezTo>
                    <a:pt x="481" y="796"/>
                    <a:pt x="470" y="791"/>
                    <a:pt x="442" y="777"/>
                  </a:cubicBezTo>
                  <a:cubicBezTo>
                    <a:pt x="432" y="771"/>
                    <a:pt x="424" y="768"/>
                    <a:pt x="417" y="768"/>
                  </a:cubicBezTo>
                  <a:cubicBezTo>
                    <a:pt x="404" y="768"/>
                    <a:pt x="396" y="779"/>
                    <a:pt x="386" y="796"/>
                  </a:cubicBezTo>
                  <a:cubicBezTo>
                    <a:pt x="377" y="818"/>
                    <a:pt x="367" y="843"/>
                    <a:pt x="402" y="859"/>
                  </a:cubicBezTo>
                  <a:cubicBezTo>
                    <a:pt x="417" y="874"/>
                    <a:pt x="424" y="881"/>
                    <a:pt x="422" y="881"/>
                  </a:cubicBezTo>
                  <a:cubicBezTo>
                    <a:pt x="421" y="881"/>
                    <a:pt x="413" y="875"/>
                    <a:pt x="399" y="865"/>
                  </a:cubicBezTo>
                  <a:cubicBezTo>
                    <a:pt x="376" y="853"/>
                    <a:pt x="356" y="848"/>
                    <a:pt x="340" y="848"/>
                  </a:cubicBezTo>
                  <a:cubicBezTo>
                    <a:pt x="310" y="848"/>
                    <a:pt x="301" y="868"/>
                    <a:pt x="342" y="899"/>
                  </a:cubicBezTo>
                  <a:cubicBezTo>
                    <a:pt x="340" y="903"/>
                    <a:pt x="339" y="907"/>
                    <a:pt x="330" y="907"/>
                  </a:cubicBezTo>
                  <a:cubicBezTo>
                    <a:pt x="324" y="907"/>
                    <a:pt x="314" y="905"/>
                    <a:pt x="298" y="899"/>
                  </a:cubicBezTo>
                  <a:lnTo>
                    <a:pt x="298" y="899"/>
                  </a:lnTo>
                  <a:cubicBezTo>
                    <a:pt x="295" y="909"/>
                    <a:pt x="295" y="915"/>
                    <a:pt x="323" y="946"/>
                  </a:cubicBezTo>
                  <a:cubicBezTo>
                    <a:pt x="323" y="956"/>
                    <a:pt x="314" y="984"/>
                    <a:pt x="311" y="996"/>
                  </a:cubicBezTo>
                  <a:cubicBezTo>
                    <a:pt x="305" y="1012"/>
                    <a:pt x="339" y="1034"/>
                    <a:pt x="339" y="1034"/>
                  </a:cubicBezTo>
                  <a:lnTo>
                    <a:pt x="336" y="1040"/>
                  </a:lnTo>
                  <a:cubicBezTo>
                    <a:pt x="333" y="1040"/>
                    <a:pt x="330" y="1040"/>
                    <a:pt x="327" y="1040"/>
                  </a:cubicBezTo>
                  <a:cubicBezTo>
                    <a:pt x="295" y="1040"/>
                    <a:pt x="291" y="1073"/>
                    <a:pt x="283" y="1122"/>
                  </a:cubicBezTo>
                  <a:cubicBezTo>
                    <a:pt x="273" y="1172"/>
                    <a:pt x="276" y="1216"/>
                    <a:pt x="236" y="1225"/>
                  </a:cubicBezTo>
                  <a:cubicBezTo>
                    <a:pt x="236" y="1225"/>
                    <a:pt x="236" y="1232"/>
                    <a:pt x="273" y="1238"/>
                  </a:cubicBezTo>
                  <a:cubicBezTo>
                    <a:pt x="348" y="1244"/>
                    <a:pt x="348" y="1250"/>
                    <a:pt x="311" y="1260"/>
                  </a:cubicBezTo>
                  <a:cubicBezTo>
                    <a:pt x="236" y="1269"/>
                    <a:pt x="236" y="1304"/>
                    <a:pt x="311" y="1304"/>
                  </a:cubicBezTo>
                  <a:lnTo>
                    <a:pt x="273" y="1307"/>
                  </a:lnTo>
                  <a:cubicBezTo>
                    <a:pt x="206" y="1321"/>
                    <a:pt x="236" y="1338"/>
                    <a:pt x="301" y="1338"/>
                  </a:cubicBezTo>
                  <a:cubicBezTo>
                    <a:pt x="306" y="1338"/>
                    <a:pt x="311" y="1338"/>
                    <a:pt x="317" y="1338"/>
                  </a:cubicBezTo>
                  <a:lnTo>
                    <a:pt x="317" y="1338"/>
                  </a:lnTo>
                  <a:cubicBezTo>
                    <a:pt x="279" y="1351"/>
                    <a:pt x="245" y="1363"/>
                    <a:pt x="283" y="1366"/>
                  </a:cubicBezTo>
                  <a:cubicBezTo>
                    <a:pt x="283" y="1373"/>
                    <a:pt x="283" y="1373"/>
                    <a:pt x="211" y="1385"/>
                  </a:cubicBezTo>
                  <a:cubicBezTo>
                    <a:pt x="173" y="1391"/>
                    <a:pt x="135" y="1401"/>
                    <a:pt x="135" y="1407"/>
                  </a:cubicBezTo>
                  <a:cubicBezTo>
                    <a:pt x="136" y="1410"/>
                    <a:pt x="141" y="1412"/>
                    <a:pt x="149" y="1412"/>
                  </a:cubicBezTo>
                  <a:cubicBezTo>
                    <a:pt x="163" y="1412"/>
                    <a:pt x="186" y="1407"/>
                    <a:pt x="211" y="1401"/>
                  </a:cubicBezTo>
                  <a:cubicBezTo>
                    <a:pt x="211" y="1401"/>
                    <a:pt x="214" y="1410"/>
                    <a:pt x="214" y="1416"/>
                  </a:cubicBezTo>
                  <a:cubicBezTo>
                    <a:pt x="214" y="1416"/>
                    <a:pt x="214" y="1421"/>
                    <a:pt x="225" y="1421"/>
                  </a:cubicBezTo>
                  <a:cubicBezTo>
                    <a:pt x="230" y="1421"/>
                    <a:pt x="239" y="1420"/>
                    <a:pt x="251" y="1416"/>
                  </a:cubicBezTo>
                  <a:cubicBezTo>
                    <a:pt x="262" y="1415"/>
                    <a:pt x="270" y="1414"/>
                    <a:pt x="276" y="1414"/>
                  </a:cubicBezTo>
                  <a:cubicBezTo>
                    <a:pt x="289" y="1414"/>
                    <a:pt x="289" y="1418"/>
                    <a:pt x="289" y="1423"/>
                  </a:cubicBezTo>
                  <a:cubicBezTo>
                    <a:pt x="274" y="1427"/>
                    <a:pt x="272" y="1429"/>
                    <a:pt x="279" y="1429"/>
                  </a:cubicBezTo>
                  <a:cubicBezTo>
                    <a:pt x="287" y="1429"/>
                    <a:pt x="307" y="1425"/>
                    <a:pt x="326" y="1416"/>
                  </a:cubicBezTo>
                  <a:cubicBezTo>
                    <a:pt x="356" y="1409"/>
                    <a:pt x="385" y="1402"/>
                    <a:pt x="396" y="1402"/>
                  </a:cubicBezTo>
                  <a:cubicBezTo>
                    <a:pt x="400" y="1402"/>
                    <a:pt x="402" y="1402"/>
                    <a:pt x="402" y="1404"/>
                  </a:cubicBezTo>
                  <a:lnTo>
                    <a:pt x="474" y="1385"/>
                  </a:lnTo>
                  <a:cubicBezTo>
                    <a:pt x="524" y="1376"/>
                    <a:pt x="574" y="1360"/>
                    <a:pt x="621" y="1338"/>
                  </a:cubicBezTo>
                  <a:cubicBezTo>
                    <a:pt x="647" y="1317"/>
                    <a:pt x="675" y="1302"/>
                    <a:pt x="654" y="1302"/>
                  </a:cubicBezTo>
                  <a:cubicBezTo>
                    <a:pt x="647" y="1302"/>
                    <a:pt x="636" y="1304"/>
                    <a:pt x="618" y="1307"/>
                  </a:cubicBezTo>
                  <a:cubicBezTo>
                    <a:pt x="618" y="1307"/>
                    <a:pt x="609" y="1308"/>
                    <a:pt x="599" y="1308"/>
                  </a:cubicBezTo>
                  <a:cubicBezTo>
                    <a:pt x="590" y="1308"/>
                    <a:pt x="580" y="1307"/>
                    <a:pt x="580" y="1304"/>
                  </a:cubicBezTo>
                  <a:cubicBezTo>
                    <a:pt x="577" y="1297"/>
                    <a:pt x="615" y="1288"/>
                    <a:pt x="615" y="1288"/>
                  </a:cubicBezTo>
                  <a:cubicBezTo>
                    <a:pt x="656" y="1285"/>
                    <a:pt x="646" y="1269"/>
                    <a:pt x="652" y="1247"/>
                  </a:cubicBezTo>
                  <a:cubicBezTo>
                    <a:pt x="652" y="1219"/>
                    <a:pt x="652" y="1206"/>
                    <a:pt x="690" y="1203"/>
                  </a:cubicBezTo>
                  <a:cubicBezTo>
                    <a:pt x="728" y="1200"/>
                    <a:pt x="728" y="1197"/>
                    <a:pt x="728" y="1197"/>
                  </a:cubicBezTo>
                  <a:cubicBezTo>
                    <a:pt x="690" y="1197"/>
                    <a:pt x="696" y="1172"/>
                    <a:pt x="703" y="1144"/>
                  </a:cubicBezTo>
                  <a:cubicBezTo>
                    <a:pt x="703" y="1116"/>
                    <a:pt x="718" y="1087"/>
                    <a:pt x="681" y="1078"/>
                  </a:cubicBezTo>
                  <a:cubicBezTo>
                    <a:pt x="681" y="1072"/>
                    <a:pt x="684" y="1069"/>
                    <a:pt x="684" y="1069"/>
                  </a:cubicBezTo>
                  <a:cubicBezTo>
                    <a:pt x="694" y="1071"/>
                    <a:pt x="702" y="1073"/>
                    <a:pt x="707" y="1073"/>
                  </a:cubicBezTo>
                  <a:cubicBezTo>
                    <a:pt x="720" y="1073"/>
                    <a:pt x="722" y="1067"/>
                    <a:pt x="724" y="1062"/>
                  </a:cubicBezTo>
                  <a:cubicBezTo>
                    <a:pt x="690" y="1043"/>
                    <a:pt x="693" y="1034"/>
                    <a:pt x="693" y="1034"/>
                  </a:cubicBezTo>
                  <a:lnTo>
                    <a:pt x="693" y="1034"/>
                  </a:lnTo>
                  <a:cubicBezTo>
                    <a:pt x="709" y="1039"/>
                    <a:pt x="718" y="1041"/>
                    <a:pt x="724" y="1041"/>
                  </a:cubicBezTo>
                  <a:cubicBezTo>
                    <a:pt x="732" y="1041"/>
                    <a:pt x="733" y="1038"/>
                    <a:pt x="737" y="1034"/>
                  </a:cubicBezTo>
                  <a:cubicBezTo>
                    <a:pt x="740" y="1025"/>
                    <a:pt x="743" y="1022"/>
                    <a:pt x="706" y="1006"/>
                  </a:cubicBezTo>
                  <a:cubicBezTo>
                    <a:pt x="717" y="986"/>
                    <a:pt x="736" y="974"/>
                    <a:pt x="755" y="974"/>
                  </a:cubicBezTo>
                  <a:cubicBezTo>
                    <a:pt x="758" y="974"/>
                    <a:pt x="760" y="974"/>
                    <a:pt x="762" y="975"/>
                  </a:cubicBezTo>
                  <a:cubicBezTo>
                    <a:pt x="770" y="977"/>
                    <a:pt x="775" y="978"/>
                    <a:pt x="777" y="978"/>
                  </a:cubicBezTo>
                  <a:cubicBezTo>
                    <a:pt x="787" y="978"/>
                    <a:pt x="762" y="961"/>
                    <a:pt x="737" y="946"/>
                  </a:cubicBezTo>
                  <a:cubicBezTo>
                    <a:pt x="703" y="928"/>
                    <a:pt x="671" y="909"/>
                    <a:pt x="674" y="902"/>
                  </a:cubicBezTo>
                  <a:lnTo>
                    <a:pt x="674" y="902"/>
                  </a:lnTo>
                  <a:lnTo>
                    <a:pt x="743" y="937"/>
                  </a:lnTo>
                  <a:cubicBezTo>
                    <a:pt x="762" y="950"/>
                    <a:pt x="770" y="955"/>
                    <a:pt x="773" y="955"/>
                  </a:cubicBezTo>
                  <a:cubicBezTo>
                    <a:pt x="776" y="955"/>
                    <a:pt x="776" y="953"/>
                    <a:pt x="778" y="949"/>
                  </a:cubicBezTo>
                  <a:lnTo>
                    <a:pt x="784" y="943"/>
                  </a:lnTo>
                  <a:cubicBezTo>
                    <a:pt x="753" y="924"/>
                    <a:pt x="762" y="902"/>
                    <a:pt x="784" y="874"/>
                  </a:cubicBezTo>
                  <a:cubicBezTo>
                    <a:pt x="812" y="837"/>
                    <a:pt x="822" y="824"/>
                    <a:pt x="790" y="802"/>
                  </a:cubicBezTo>
                  <a:cubicBezTo>
                    <a:pt x="772" y="788"/>
                    <a:pt x="767" y="780"/>
                    <a:pt x="776" y="780"/>
                  </a:cubicBezTo>
                  <a:cubicBezTo>
                    <a:pt x="781" y="780"/>
                    <a:pt x="790" y="782"/>
                    <a:pt x="803" y="787"/>
                  </a:cubicBezTo>
                  <a:cubicBezTo>
                    <a:pt x="869" y="814"/>
                    <a:pt x="895" y="826"/>
                    <a:pt x="901" y="826"/>
                  </a:cubicBezTo>
                  <a:cubicBezTo>
                    <a:pt x="904" y="826"/>
                    <a:pt x="898" y="820"/>
                    <a:pt x="887" y="808"/>
                  </a:cubicBezTo>
                  <a:cubicBezTo>
                    <a:pt x="887" y="809"/>
                    <a:pt x="887" y="809"/>
                    <a:pt x="887" y="809"/>
                  </a:cubicBezTo>
                  <a:cubicBezTo>
                    <a:pt x="881" y="809"/>
                    <a:pt x="854" y="785"/>
                    <a:pt x="828" y="761"/>
                  </a:cubicBezTo>
                  <a:cubicBezTo>
                    <a:pt x="796" y="736"/>
                    <a:pt x="783" y="723"/>
                    <a:pt x="787" y="723"/>
                  </a:cubicBezTo>
                  <a:cubicBezTo>
                    <a:pt x="790" y="723"/>
                    <a:pt x="806" y="733"/>
                    <a:pt x="834" y="755"/>
                  </a:cubicBezTo>
                  <a:cubicBezTo>
                    <a:pt x="847" y="765"/>
                    <a:pt x="857" y="770"/>
                    <a:pt x="866" y="770"/>
                  </a:cubicBezTo>
                  <a:cubicBezTo>
                    <a:pt x="898" y="770"/>
                    <a:pt x="906" y="714"/>
                    <a:pt x="872" y="667"/>
                  </a:cubicBezTo>
                  <a:lnTo>
                    <a:pt x="872" y="667"/>
                  </a:lnTo>
                  <a:lnTo>
                    <a:pt x="897" y="696"/>
                  </a:lnTo>
                  <a:cubicBezTo>
                    <a:pt x="913" y="711"/>
                    <a:pt x="921" y="717"/>
                    <a:pt x="927" y="717"/>
                  </a:cubicBezTo>
                  <a:cubicBezTo>
                    <a:pt x="932" y="717"/>
                    <a:pt x="937" y="714"/>
                    <a:pt x="944" y="708"/>
                  </a:cubicBezTo>
                  <a:lnTo>
                    <a:pt x="956" y="696"/>
                  </a:lnTo>
                  <a:cubicBezTo>
                    <a:pt x="930" y="666"/>
                    <a:pt x="931" y="655"/>
                    <a:pt x="941" y="655"/>
                  </a:cubicBezTo>
                  <a:cubicBezTo>
                    <a:pt x="951" y="655"/>
                    <a:pt x="968" y="665"/>
                    <a:pt x="978" y="680"/>
                  </a:cubicBezTo>
                  <a:cubicBezTo>
                    <a:pt x="999" y="698"/>
                    <a:pt x="1005" y="703"/>
                    <a:pt x="1010" y="703"/>
                  </a:cubicBezTo>
                  <a:cubicBezTo>
                    <a:pt x="1012" y="703"/>
                    <a:pt x="1013" y="703"/>
                    <a:pt x="1016" y="702"/>
                  </a:cubicBezTo>
                  <a:cubicBezTo>
                    <a:pt x="998" y="666"/>
                    <a:pt x="1002" y="653"/>
                    <a:pt x="1013" y="653"/>
                  </a:cubicBezTo>
                  <a:cubicBezTo>
                    <a:pt x="1022" y="653"/>
                    <a:pt x="1038" y="665"/>
                    <a:pt x="1047" y="680"/>
                  </a:cubicBezTo>
                  <a:lnTo>
                    <a:pt x="1057" y="674"/>
                  </a:lnTo>
                  <a:cubicBezTo>
                    <a:pt x="1038" y="639"/>
                    <a:pt x="1047" y="633"/>
                    <a:pt x="1050" y="633"/>
                  </a:cubicBezTo>
                  <a:cubicBezTo>
                    <a:pt x="1066" y="627"/>
                    <a:pt x="1069" y="624"/>
                    <a:pt x="1044" y="595"/>
                  </a:cubicBezTo>
                  <a:cubicBezTo>
                    <a:pt x="1025" y="561"/>
                    <a:pt x="1006" y="530"/>
                    <a:pt x="1010" y="526"/>
                  </a:cubicBezTo>
                  <a:lnTo>
                    <a:pt x="1010" y="526"/>
                  </a:lnTo>
                  <a:lnTo>
                    <a:pt x="1032" y="558"/>
                  </a:lnTo>
                  <a:cubicBezTo>
                    <a:pt x="1042" y="578"/>
                    <a:pt x="1051" y="584"/>
                    <a:pt x="1060" y="584"/>
                  </a:cubicBezTo>
                  <a:cubicBezTo>
                    <a:pt x="1067" y="584"/>
                    <a:pt x="1074" y="581"/>
                    <a:pt x="1082" y="577"/>
                  </a:cubicBezTo>
                  <a:cubicBezTo>
                    <a:pt x="1091" y="571"/>
                    <a:pt x="1098" y="568"/>
                    <a:pt x="1105" y="568"/>
                  </a:cubicBezTo>
                  <a:cubicBezTo>
                    <a:pt x="1114" y="568"/>
                    <a:pt x="1122" y="574"/>
                    <a:pt x="1135" y="592"/>
                  </a:cubicBezTo>
                  <a:lnTo>
                    <a:pt x="1122" y="558"/>
                  </a:lnTo>
                  <a:cubicBezTo>
                    <a:pt x="1118" y="539"/>
                    <a:pt x="1116" y="529"/>
                    <a:pt x="1118" y="529"/>
                  </a:cubicBezTo>
                  <a:lnTo>
                    <a:pt x="1118" y="529"/>
                  </a:lnTo>
                  <a:cubicBezTo>
                    <a:pt x="1120" y="529"/>
                    <a:pt x="1124" y="538"/>
                    <a:pt x="1132" y="555"/>
                  </a:cubicBezTo>
                  <a:cubicBezTo>
                    <a:pt x="1142" y="569"/>
                    <a:pt x="1150" y="576"/>
                    <a:pt x="1156" y="576"/>
                  </a:cubicBezTo>
                  <a:cubicBezTo>
                    <a:pt x="1163" y="576"/>
                    <a:pt x="1167" y="565"/>
                    <a:pt x="1163" y="542"/>
                  </a:cubicBezTo>
                  <a:lnTo>
                    <a:pt x="1173" y="539"/>
                  </a:lnTo>
                  <a:cubicBezTo>
                    <a:pt x="1188" y="572"/>
                    <a:pt x="1198" y="589"/>
                    <a:pt x="1203" y="589"/>
                  </a:cubicBezTo>
                  <a:cubicBezTo>
                    <a:pt x="1208" y="589"/>
                    <a:pt x="1206" y="570"/>
                    <a:pt x="1195" y="533"/>
                  </a:cubicBezTo>
                  <a:lnTo>
                    <a:pt x="1195" y="533"/>
                  </a:lnTo>
                  <a:cubicBezTo>
                    <a:pt x="1207" y="567"/>
                    <a:pt x="1213" y="567"/>
                    <a:pt x="1216" y="567"/>
                  </a:cubicBezTo>
                  <a:cubicBezTo>
                    <a:pt x="1215" y="547"/>
                    <a:pt x="1219" y="536"/>
                    <a:pt x="1226" y="536"/>
                  </a:cubicBezTo>
                  <a:cubicBezTo>
                    <a:pt x="1231" y="536"/>
                    <a:pt x="1237" y="544"/>
                    <a:pt x="1242" y="561"/>
                  </a:cubicBezTo>
                  <a:lnTo>
                    <a:pt x="1245" y="561"/>
                  </a:lnTo>
                  <a:cubicBezTo>
                    <a:pt x="1242" y="523"/>
                    <a:pt x="1245" y="520"/>
                    <a:pt x="1251" y="520"/>
                  </a:cubicBezTo>
                  <a:cubicBezTo>
                    <a:pt x="1254" y="520"/>
                    <a:pt x="1257" y="517"/>
                    <a:pt x="1254" y="479"/>
                  </a:cubicBezTo>
                  <a:cubicBezTo>
                    <a:pt x="1251" y="442"/>
                    <a:pt x="1257" y="442"/>
                    <a:pt x="1257" y="442"/>
                  </a:cubicBezTo>
                  <a:cubicBezTo>
                    <a:pt x="1263" y="467"/>
                    <a:pt x="1267" y="492"/>
                    <a:pt x="1267" y="517"/>
                  </a:cubicBezTo>
                  <a:cubicBezTo>
                    <a:pt x="1267" y="533"/>
                    <a:pt x="1269" y="542"/>
                    <a:pt x="1271" y="542"/>
                  </a:cubicBezTo>
                  <a:cubicBezTo>
                    <a:pt x="1275" y="542"/>
                    <a:pt x="1279" y="523"/>
                    <a:pt x="1279" y="479"/>
                  </a:cubicBezTo>
                  <a:cubicBezTo>
                    <a:pt x="1279" y="442"/>
                    <a:pt x="1279" y="423"/>
                    <a:pt x="1280" y="423"/>
                  </a:cubicBezTo>
                  <a:cubicBezTo>
                    <a:pt x="1280" y="423"/>
                    <a:pt x="1281" y="442"/>
                    <a:pt x="1282" y="479"/>
                  </a:cubicBezTo>
                  <a:cubicBezTo>
                    <a:pt x="1284" y="506"/>
                    <a:pt x="1287" y="533"/>
                    <a:pt x="1288" y="533"/>
                  </a:cubicBezTo>
                  <a:cubicBezTo>
                    <a:pt x="1288" y="533"/>
                    <a:pt x="1289" y="528"/>
                    <a:pt x="1289" y="517"/>
                  </a:cubicBezTo>
                  <a:cubicBezTo>
                    <a:pt x="1289" y="517"/>
                    <a:pt x="1298" y="514"/>
                    <a:pt x="1292" y="479"/>
                  </a:cubicBezTo>
                  <a:lnTo>
                    <a:pt x="1307" y="476"/>
                  </a:lnTo>
                  <a:cubicBezTo>
                    <a:pt x="1320" y="514"/>
                    <a:pt x="1323" y="514"/>
                    <a:pt x="1326" y="514"/>
                  </a:cubicBezTo>
                  <a:cubicBezTo>
                    <a:pt x="1328" y="493"/>
                    <a:pt x="1329" y="483"/>
                    <a:pt x="1330" y="483"/>
                  </a:cubicBezTo>
                  <a:cubicBezTo>
                    <a:pt x="1331" y="483"/>
                    <a:pt x="1332" y="492"/>
                    <a:pt x="1336" y="511"/>
                  </a:cubicBezTo>
                  <a:cubicBezTo>
                    <a:pt x="1337" y="526"/>
                    <a:pt x="1338" y="535"/>
                    <a:pt x="1339" y="535"/>
                  </a:cubicBezTo>
                  <a:cubicBezTo>
                    <a:pt x="1340" y="535"/>
                    <a:pt x="1341" y="517"/>
                    <a:pt x="1339" y="473"/>
                  </a:cubicBezTo>
                  <a:cubicBezTo>
                    <a:pt x="1339" y="455"/>
                    <a:pt x="1340" y="445"/>
                    <a:pt x="1342" y="445"/>
                  </a:cubicBezTo>
                  <a:cubicBezTo>
                    <a:pt x="1345" y="445"/>
                    <a:pt x="1348" y="455"/>
                    <a:pt x="1351" y="476"/>
                  </a:cubicBezTo>
                  <a:cubicBezTo>
                    <a:pt x="1353" y="520"/>
                    <a:pt x="1355" y="539"/>
                    <a:pt x="1356" y="539"/>
                  </a:cubicBezTo>
                  <a:cubicBezTo>
                    <a:pt x="1357" y="539"/>
                    <a:pt x="1357" y="529"/>
                    <a:pt x="1357" y="514"/>
                  </a:cubicBezTo>
                  <a:cubicBezTo>
                    <a:pt x="1361" y="476"/>
                    <a:pt x="1364" y="476"/>
                    <a:pt x="1364" y="476"/>
                  </a:cubicBezTo>
                  <a:cubicBezTo>
                    <a:pt x="1364" y="517"/>
                    <a:pt x="1401" y="511"/>
                    <a:pt x="1436" y="523"/>
                  </a:cubicBezTo>
                  <a:cubicBezTo>
                    <a:pt x="1445" y="501"/>
                    <a:pt x="1451" y="476"/>
                    <a:pt x="1455" y="451"/>
                  </a:cubicBezTo>
                  <a:cubicBezTo>
                    <a:pt x="1459" y="419"/>
                    <a:pt x="1460" y="408"/>
                    <a:pt x="1461" y="408"/>
                  </a:cubicBezTo>
                  <a:lnTo>
                    <a:pt x="1461" y="408"/>
                  </a:lnTo>
                  <a:cubicBezTo>
                    <a:pt x="1461" y="408"/>
                    <a:pt x="1460" y="429"/>
                    <a:pt x="1458" y="451"/>
                  </a:cubicBezTo>
                  <a:cubicBezTo>
                    <a:pt x="1451" y="508"/>
                    <a:pt x="1450" y="536"/>
                    <a:pt x="1452" y="536"/>
                  </a:cubicBezTo>
                  <a:cubicBezTo>
                    <a:pt x="1454" y="536"/>
                    <a:pt x="1459" y="508"/>
                    <a:pt x="1467" y="451"/>
                  </a:cubicBezTo>
                  <a:cubicBezTo>
                    <a:pt x="1472" y="414"/>
                    <a:pt x="1474" y="395"/>
                    <a:pt x="1475" y="395"/>
                  </a:cubicBezTo>
                  <a:lnTo>
                    <a:pt x="1475" y="395"/>
                  </a:lnTo>
                  <a:cubicBezTo>
                    <a:pt x="1475" y="395"/>
                    <a:pt x="1473" y="415"/>
                    <a:pt x="1470" y="454"/>
                  </a:cubicBezTo>
                  <a:cubicBezTo>
                    <a:pt x="1470" y="473"/>
                    <a:pt x="1470" y="483"/>
                    <a:pt x="1470" y="483"/>
                  </a:cubicBezTo>
                  <a:cubicBezTo>
                    <a:pt x="1471" y="483"/>
                    <a:pt x="1473" y="473"/>
                    <a:pt x="1480" y="454"/>
                  </a:cubicBezTo>
                  <a:cubicBezTo>
                    <a:pt x="1484" y="436"/>
                    <a:pt x="1487" y="428"/>
                    <a:pt x="1489" y="428"/>
                  </a:cubicBezTo>
                  <a:lnTo>
                    <a:pt x="1489" y="428"/>
                  </a:lnTo>
                  <a:cubicBezTo>
                    <a:pt x="1490" y="428"/>
                    <a:pt x="1489" y="438"/>
                    <a:pt x="1486" y="457"/>
                  </a:cubicBezTo>
                  <a:cubicBezTo>
                    <a:pt x="1484" y="484"/>
                    <a:pt x="1480" y="509"/>
                    <a:pt x="1481" y="509"/>
                  </a:cubicBezTo>
                  <a:cubicBezTo>
                    <a:pt x="1482" y="509"/>
                    <a:pt x="1483" y="505"/>
                    <a:pt x="1486" y="495"/>
                  </a:cubicBezTo>
                  <a:lnTo>
                    <a:pt x="1486" y="495"/>
                  </a:lnTo>
                  <a:cubicBezTo>
                    <a:pt x="1486" y="495"/>
                    <a:pt x="1489" y="495"/>
                    <a:pt x="1483" y="536"/>
                  </a:cubicBezTo>
                  <a:cubicBezTo>
                    <a:pt x="1481" y="547"/>
                    <a:pt x="1481" y="552"/>
                    <a:pt x="1482" y="552"/>
                  </a:cubicBezTo>
                  <a:cubicBezTo>
                    <a:pt x="1485" y="552"/>
                    <a:pt x="1494" y="527"/>
                    <a:pt x="1505" y="501"/>
                  </a:cubicBezTo>
                  <a:cubicBezTo>
                    <a:pt x="1520" y="469"/>
                    <a:pt x="1529" y="453"/>
                    <a:pt x="1532" y="453"/>
                  </a:cubicBezTo>
                  <a:lnTo>
                    <a:pt x="1532" y="453"/>
                  </a:lnTo>
                  <a:cubicBezTo>
                    <a:pt x="1535" y="453"/>
                    <a:pt x="1530" y="471"/>
                    <a:pt x="1517" y="508"/>
                  </a:cubicBezTo>
                  <a:cubicBezTo>
                    <a:pt x="1506" y="536"/>
                    <a:pt x="1504" y="549"/>
                    <a:pt x="1507" y="549"/>
                  </a:cubicBezTo>
                  <a:cubicBezTo>
                    <a:pt x="1512" y="549"/>
                    <a:pt x="1530" y="521"/>
                    <a:pt x="1549" y="479"/>
                  </a:cubicBezTo>
                  <a:cubicBezTo>
                    <a:pt x="1565" y="439"/>
                    <a:pt x="1572" y="422"/>
                    <a:pt x="1572" y="422"/>
                  </a:cubicBezTo>
                  <a:lnTo>
                    <a:pt x="1572" y="422"/>
                  </a:lnTo>
                  <a:cubicBezTo>
                    <a:pt x="1573" y="422"/>
                    <a:pt x="1570" y="431"/>
                    <a:pt x="1564" y="445"/>
                  </a:cubicBezTo>
                  <a:cubicBezTo>
                    <a:pt x="1552" y="479"/>
                    <a:pt x="1555" y="483"/>
                    <a:pt x="1555" y="483"/>
                  </a:cubicBezTo>
                  <a:cubicBezTo>
                    <a:pt x="1561" y="483"/>
                    <a:pt x="1564" y="486"/>
                    <a:pt x="1552" y="520"/>
                  </a:cubicBezTo>
                  <a:cubicBezTo>
                    <a:pt x="1552" y="520"/>
                    <a:pt x="1555" y="520"/>
                    <a:pt x="1577" y="492"/>
                  </a:cubicBezTo>
                  <a:cubicBezTo>
                    <a:pt x="1590" y="469"/>
                    <a:pt x="1598" y="460"/>
                    <a:pt x="1603" y="460"/>
                  </a:cubicBezTo>
                  <a:cubicBezTo>
                    <a:pt x="1611" y="460"/>
                    <a:pt x="1604" y="494"/>
                    <a:pt x="1583" y="539"/>
                  </a:cubicBezTo>
                  <a:lnTo>
                    <a:pt x="1608" y="511"/>
                  </a:lnTo>
                  <a:cubicBezTo>
                    <a:pt x="1631" y="470"/>
                    <a:pt x="1648" y="443"/>
                    <a:pt x="1650" y="443"/>
                  </a:cubicBezTo>
                  <a:lnTo>
                    <a:pt x="1650" y="443"/>
                  </a:lnTo>
                  <a:cubicBezTo>
                    <a:pt x="1651" y="443"/>
                    <a:pt x="1647" y="454"/>
                    <a:pt x="1633" y="479"/>
                  </a:cubicBezTo>
                  <a:cubicBezTo>
                    <a:pt x="1628" y="489"/>
                    <a:pt x="1623" y="499"/>
                    <a:pt x="1618" y="508"/>
                  </a:cubicBezTo>
                  <a:lnTo>
                    <a:pt x="1618" y="508"/>
                  </a:lnTo>
                  <a:cubicBezTo>
                    <a:pt x="1630" y="489"/>
                    <a:pt x="1638" y="481"/>
                    <a:pt x="1642" y="481"/>
                  </a:cubicBezTo>
                  <a:cubicBezTo>
                    <a:pt x="1651" y="481"/>
                    <a:pt x="1642" y="515"/>
                    <a:pt x="1618" y="558"/>
                  </a:cubicBezTo>
                  <a:cubicBezTo>
                    <a:pt x="1599" y="589"/>
                    <a:pt x="1599" y="589"/>
                    <a:pt x="1602" y="592"/>
                  </a:cubicBezTo>
                  <a:lnTo>
                    <a:pt x="1621" y="561"/>
                  </a:lnTo>
                  <a:cubicBezTo>
                    <a:pt x="1639" y="528"/>
                    <a:pt x="1657" y="498"/>
                    <a:pt x="1661" y="498"/>
                  </a:cubicBezTo>
                  <a:cubicBezTo>
                    <a:pt x="1661" y="498"/>
                    <a:pt x="1661" y="498"/>
                    <a:pt x="1661" y="498"/>
                  </a:cubicBezTo>
                  <a:cubicBezTo>
                    <a:pt x="1668" y="501"/>
                    <a:pt x="1671" y="504"/>
                    <a:pt x="1649" y="536"/>
                  </a:cubicBezTo>
                  <a:cubicBezTo>
                    <a:pt x="1638" y="561"/>
                    <a:pt x="1626" y="586"/>
                    <a:pt x="1628" y="586"/>
                  </a:cubicBezTo>
                  <a:cubicBezTo>
                    <a:pt x="1629" y="586"/>
                    <a:pt x="1631" y="582"/>
                    <a:pt x="1636" y="573"/>
                  </a:cubicBezTo>
                  <a:lnTo>
                    <a:pt x="1636" y="573"/>
                  </a:lnTo>
                  <a:cubicBezTo>
                    <a:pt x="1636" y="573"/>
                    <a:pt x="1640" y="577"/>
                    <a:pt x="1624" y="611"/>
                  </a:cubicBezTo>
                  <a:lnTo>
                    <a:pt x="1636" y="620"/>
                  </a:lnTo>
                  <a:cubicBezTo>
                    <a:pt x="1648" y="608"/>
                    <a:pt x="1655" y="602"/>
                    <a:pt x="1658" y="602"/>
                  </a:cubicBezTo>
                  <a:cubicBezTo>
                    <a:pt x="1661" y="602"/>
                    <a:pt x="1658" y="611"/>
                    <a:pt x="1646" y="627"/>
                  </a:cubicBezTo>
                  <a:cubicBezTo>
                    <a:pt x="1646" y="627"/>
                    <a:pt x="1646" y="627"/>
                    <a:pt x="1648" y="627"/>
                  </a:cubicBezTo>
                  <a:cubicBezTo>
                    <a:pt x="1652" y="627"/>
                    <a:pt x="1661" y="624"/>
                    <a:pt x="1680" y="605"/>
                  </a:cubicBezTo>
                  <a:lnTo>
                    <a:pt x="1680" y="605"/>
                  </a:lnTo>
                  <a:cubicBezTo>
                    <a:pt x="1687" y="611"/>
                    <a:pt x="1690" y="617"/>
                    <a:pt x="1665" y="645"/>
                  </a:cubicBezTo>
                  <a:cubicBezTo>
                    <a:pt x="1652" y="660"/>
                    <a:pt x="1645" y="667"/>
                    <a:pt x="1646" y="667"/>
                  </a:cubicBezTo>
                  <a:cubicBezTo>
                    <a:pt x="1647" y="667"/>
                    <a:pt x="1654" y="661"/>
                    <a:pt x="1668" y="649"/>
                  </a:cubicBezTo>
                  <a:cubicBezTo>
                    <a:pt x="1685" y="629"/>
                    <a:pt x="1692" y="625"/>
                    <a:pt x="1695" y="625"/>
                  </a:cubicBezTo>
                  <a:cubicBezTo>
                    <a:pt x="1697" y="625"/>
                    <a:pt x="1698" y="626"/>
                    <a:pt x="1699" y="627"/>
                  </a:cubicBezTo>
                  <a:lnTo>
                    <a:pt x="1705" y="633"/>
                  </a:lnTo>
                  <a:cubicBezTo>
                    <a:pt x="1724" y="612"/>
                    <a:pt x="1729" y="607"/>
                    <a:pt x="1731" y="607"/>
                  </a:cubicBezTo>
                  <a:cubicBezTo>
                    <a:pt x="1732" y="607"/>
                    <a:pt x="1733" y="607"/>
                    <a:pt x="1734" y="608"/>
                  </a:cubicBezTo>
                  <a:cubicBezTo>
                    <a:pt x="1737" y="611"/>
                    <a:pt x="1721" y="649"/>
                    <a:pt x="1724" y="652"/>
                  </a:cubicBezTo>
                  <a:cubicBezTo>
                    <a:pt x="1728" y="655"/>
                    <a:pt x="1730" y="657"/>
                    <a:pt x="1732" y="657"/>
                  </a:cubicBezTo>
                  <a:cubicBezTo>
                    <a:pt x="1737" y="657"/>
                    <a:pt x="1743" y="651"/>
                    <a:pt x="1759" y="633"/>
                  </a:cubicBezTo>
                  <a:cubicBezTo>
                    <a:pt x="1757" y="631"/>
                    <a:pt x="1766" y="619"/>
                    <a:pt x="1768" y="619"/>
                  </a:cubicBezTo>
                  <a:lnTo>
                    <a:pt x="1768" y="619"/>
                  </a:lnTo>
                  <a:cubicBezTo>
                    <a:pt x="1770" y="619"/>
                    <a:pt x="1769" y="623"/>
                    <a:pt x="1762" y="636"/>
                  </a:cubicBezTo>
                  <a:cubicBezTo>
                    <a:pt x="1765" y="639"/>
                    <a:pt x="1746" y="677"/>
                    <a:pt x="1755" y="689"/>
                  </a:cubicBezTo>
                  <a:cubicBezTo>
                    <a:pt x="1760" y="696"/>
                    <a:pt x="1762" y="700"/>
                    <a:pt x="1766" y="700"/>
                  </a:cubicBezTo>
                  <a:cubicBezTo>
                    <a:pt x="1771" y="700"/>
                    <a:pt x="1779" y="694"/>
                    <a:pt x="1796" y="680"/>
                  </a:cubicBezTo>
                  <a:cubicBezTo>
                    <a:pt x="1822" y="654"/>
                    <a:pt x="1836" y="642"/>
                    <a:pt x="1838" y="642"/>
                  </a:cubicBezTo>
                  <a:lnTo>
                    <a:pt x="1838" y="642"/>
                  </a:lnTo>
                  <a:cubicBezTo>
                    <a:pt x="1839" y="642"/>
                    <a:pt x="1827" y="656"/>
                    <a:pt x="1799" y="683"/>
                  </a:cubicBezTo>
                  <a:cubicBezTo>
                    <a:pt x="1766" y="718"/>
                    <a:pt x="1755" y="733"/>
                    <a:pt x="1758" y="733"/>
                  </a:cubicBezTo>
                  <a:cubicBezTo>
                    <a:pt x="1760" y="733"/>
                    <a:pt x="1767" y="727"/>
                    <a:pt x="1777" y="718"/>
                  </a:cubicBezTo>
                  <a:cubicBezTo>
                    <a:pt x="1802" y="704"/>
                    <a:pt x="1809" y="700"/>
                    <a:pt x="1812" y="700"/>
                  </a:cubicBezTo>
                  <a:cubicBezTo>
                    <a:pt x="1813" y="700"/>
                    <a:pt x="1814" y="701"/>
                    <a:pt x="1815" y="702"/>
                  </a:cubicBezTo>
                  <a:cubicBezTo>
                    <a:pt x="1795" y="718"/>
                    <a:pt x="1789" y="725"/>
                    <a:pt x="1796" y="725"/>
                  </a:cubicBezTo>
                  <a:cubicBezTo>
                    <a:pt x="1800" y="725"/>
                    <a:pt x="1808" y="722"/>
                    <a:pt x="1821" y="718"/>
                  </a:cubicBezTo>
                  <a:lnTo>
                    <a:pt x="1821" y="718"/>
                  </a:lnTo>
                  <a:cubicBezTo>
                    <a:pt x="1824" y="721"/>
                    <a:pt x="1824" y="721"/>
                    <a:pt x="1796" y="743"/>
                  </a:cubicBezTo>
                  <a:lnTo>
                    <a:pt x="1799" y="752"/>
                  </a:lnTo>
                  <a:cubicBezTo>
                    <a:pt x="1815" y="744"/>
                    <a:pt x="1827" y="740"/>
                    <a:pt x="1834" y="740"/>
                  </a:cubicBezTo>
                  <a:cubicBezTo>
                    <a:pt x="1858" y="740"/>
                    <a:pt x="1845" y="773"/>
                    <a:pt x="1821" y="790"/>
                  </a:cubicBezTo>
                  <a:cubicBezTo>
                    <a:pt x="1821" y="790"/>
                    <a:pt x="1822" y="791"/>
                    <a:pt x="1826" y="791"/>
                  </a:cubicBezTo>
                  <a:cubicBezTo>
                    <a:pt x="1830" y="791"/>
                    <a:pt x="1840" y="789"/>
                    <a:pt x="1859" y="780"/>
                  </a:cubicBezTo>
                  <a:cubicBezTo>
                    <a:pt x="1891" y="763"/>
                    <a:pt x="1908" y="755"/>
                    <a:pt x="1912" y="755"/>
                  </a:cubicBezTo>
                  <a:cubicBezTo>
                    <a:pt x="1916" y="755"/>
                    <a:pt x="1901" y="766"/>
                    <a:pt x="1865" y="787"/>
                  </a:cubicBezTo>
                  <a:cubicBezTo>
                    <a:pt x="1831" y="808"/>
                    <a:pt x="1814" y="818"/>
                    <a:pt x="1816" y="818"/>
                  </a:cubicBezTo>
                  <a:cubicBezTo>
                    <a:pt x="1818" y="818"/>
                    <a:pt x="1835" y="809"/>
                    <a:pt x="1868" y="793"/>
                  </a:cubicBezTo>
                  <a:cubicBezTo>
                    <a:pt x="1875" y="791"/>
                    <a:pt x="1880" y="789"/>
                    <a:pt x="1884" y="789"/>
                  </a:cubicBezTo>
                  <a:cubicBezTo>
                    <a:pt x="1905" y="789"/>
                    <a:pt x="1903" y="811"/>
                    <a:pt x="1846" y="837"/>
                  </a:cubicBezTo>
                  <a:lnTo>
                    <a:pt x="1777" y="871"/>
                  </a:lnTo>
                  <a:cubicBezTo>
                    <a:pt x="1802" y="863"/>
                    <a:pt x="1811" y="861"/>
                    <a:pt x="1814" y="861"/>
                  </a:cubicBezTo>
                  <a:cubicBezTo>
                    <a:pt x="1815" y="861"/>
                    <a:pt x="1815" y="862"/>
                    <a:pt x="1815" y="862"/>
                  </a:cubicBezTo>
                  <a:cubicBezTo>
                    <a:pt x="1831" y="855"/>
                    <a:pt x="1840" y="851"/>
                    <a:pt x="1846" y="851"/>
                  </a:cubicBezTo>
                  <a:cubicBezTo>
                    <a:pt x="1853" y="851"/>
                    <a:pt x="1855" y="856"/>
                    <a:pt x="1859" y="865"/>
                  </a:cubicBezTo>
                  <a:cubicBezTo>
                    <a:pt x="1862" y="871"/>
                    <a:pt x="1906" y="874"/>
                    <a:pt x="1909" y="887"/>
                  </a:cubicBezTo>
                  <a:cubicBezTo>
                    <a:pt x="1912" y="896"/>
                    <a:pt x="1918" y="912"/>
                    <a:pt x="1884" y="931"/>
                  </a:cubicBezTo>
                  <a:cubicBezTo>
                    <a:pt x="1884" y="935"/>
                    <a:pt x="1886" y="938"/>
                    <a:pt x="1901" y="938"/>
                  </a:cubicBezTo>
                  <a:cubicBezTo>
                    <a:pt x="1907" y="938"/>
                    <a:pt x="1915" y="938"/>
                    <a:pt x="1925" y="937"/>
                  </a:cubicBezTo>
                  <a:cubicBezTo>
                    <a:pt x="1933" y="936"/>
                    <a:pt x="1940" y="935"/>
                    <a:pt x="1944" y="935"/>
                  </a:cubicBezTo>
                  <a:cubicBezTo>
                    <a:pt x="1962" y="935"/>
                    <a:pt x="1958" y="943"/>
                    <a:pt x="1931" y="953"/>
                  </a:cubicBezTo>
                  <a:lnTo>
                    <a:pt x="1934" y="956"/>
                  </a:lnTo>
                  <a:cubicBezTo>
                    <a:pt x="1972" y="956"/>
                    <a:pt x="1972" y="962"/>
                    <a:pt x="1972" y="962"/>
                  </a:cubicBezTo>
                  <a:cubicBezTo>
                    <a:pt x="1942" y="970"/>
                    <a:pt x="1912" y="985"/>
                    <a:pt x="1929" y="985"/>
                  </a:cubicBezTo>
                  <a:cubicBezTo>
                    <a:pt x="1931" y="985"/>
                    <a:pt x="1935" y="985"/>
                    <a:pt x="1940" y="984"/>
                  </a:cubicBezTo>
                  <a:cubicBezTo>
                    <a:pt x="1954" y="979"/>
                    <a:pt x="1962" y="977"/>
                    <a:pt x="1968" y="977"/>
                  </a:cubicBezTo>
                  <a:cubicBezTo>
                    <a:pt x="1975" y="977"/>
                    <a:pt x="1976" y="981"/>
                    <a:pt x="1978" y="987"/>
                  </a:cubicBezTo>
                  <a:cubicBezTo>
                    <a:pt x="1950" y="1012"/>
                    <a:pt x="1971" y="1178"/>
                    <a:pt x="2002" y="1178"/>
                  </a:cubicBezTo>
                  <a:cubicBezTo>
                    <a:pt x="2002" y="1178"/>
                    <a:pt x="2003" y="1178"/>
                    <a:pt x="2003" y="1178"/>
                  </a:cubicBezTo>
                  <a:cubicBezTo>
                    <a:pt x="2003" y="1178"/>
                    <a:pt x="2003" y="1185"/>
                    <a:pt x="2003" y="1194"/>
                  </a:cubicBezTo>
                  <a:lnTo>
                    <a:pt x="2003" y="1210"/>
                  </a:lnTo>
                  <a:cubicBezTo>
                    <a:pt x="1925" y="1213"/>
                    <a:pt x="1965" y="1235"/>
                    <a:pt x="2000" y="1253"/>
                  </a:cubicBezTo>
                  <a:cubicBezTo>
                    <a:pt x="2038" y="1260"/>
                    <a:pt x="2038" y="1263"/>
                    <a:pt x="2038" y="1269"/>
                  </a:cubicBezTo>
                  <a:cubicBezTo>
                    <a:pt x="2029" y="1269"/>
                    <a:pt x="2022" y="1269"/>
                    <a:pt x="2016" y="1269"/>
                  </a:cubicBezTo>
                  <a:cubicBezTo>
                    <a:pt x="1960" y="1269"/>
                    <a:pt x="1963" y="1280"/>
                    <a:pt x="1994" y="1294"/>
                  </a:cubicBezTo>
                  <a:cubicBezTo>
                    <a:pt x="2048" y="1301"/>
                    <a:pt x="2063" y="1306"/>
                    <a:pt x="2039" y="1306"/>
                  </a:cubicBezTo>
                  <a:cubicBezTo>
                    <a:pt x="2030" y="1306"/>
                    <a:pt x="2015" y="1305"/>
                    <a:pt x="1994" y="1304"/>
                  </a:cubicBezTo>
                  <a:cubicBezTo>
                    <a:pt x="1976" y="1302"/>
                    <a:pt x="1962" y="1301"/>
                    <a:pt x="1953" y="1301"/>
                  </a:cubicBezTo>
                  <a:cubicBezTo>
                    <a:pt x="1925" y="1301"/>
                    <a:pt x="1944" y="1310"/>
                    <a:pt x="2028" y="1329"/>
                  </a:cubicBezTo>
                  <a:cubicBezTo>
                    <a:pt x="2066" y="1338"/>
                    <a:pt x="2066" y="1338"/>
                    <a:pt x="2028" y="1338"/>
                  </a:cubicBezTo>
                  <a:cubicBezTo>
                    <a:pt x="2005" y="1336"/>
                    <a:pt x="1989" y="1335"/>
                    <a:pt x="1978" y="1335"/>
                  </a:cubicBezTo>
                  <a:cubicBezTo>
                    <a:pt x="1953" y="1335"/>
                    <a:pt x="1961" y="1340"/>
                    <a:pt x="1987" y="1344"/>
                  </a:cubicBezTo>
                  <a:cubicBezTo>
                    <a:pt x="2036" y="1355"/>
                    <a:pt x="2052" y="1361"/>
                    <a:pt x="2033" y="1361"/>
                  </a:cubicBezTo>
                  <a:cubicBezTo>
                    <a:pt x="2025" y="1361"/>
                    <a:pt x="2008" y="1360"/>
                    <a:pt x="1984" y="1357"/>
                  </a:cubicBezTo>
                  <a:cubicBezTo>
                    <a:pt x="1957" y="1356"/>
                    <a:pt x="1939" y="1355"/>
                    <a:pt x="1930" y="1355"/>
                  </a:cubicBezTo>
                  <a:cubicBezTo>
                    <a:pt x="1915" y="1355"/>
                    <a:pt x="1931" y="1358"/>
                    <a:pt x="1978" y="1373"/>
                  </a:cubicBezTo>
                  <a:cubicBezTo>
                    <a:pt x="2035" y="1387"/>
                    <a:pt x="2045" y="1403"/>
                    <a:pt x="2014" y="1403"/>
                  </a:cubicBezTo>
                  <a:cubicBezTo>
                    <a:pt x="2004" y="1403"/>
                    <a:pt x="1990" y="1401"/>
                    <a:pt x="1972" y="1398"/>
                  </a:cubicBezTo>
                  <a:cubicBezTo>
                    <a:pt x="1972" y="1404"/>
                    <a:pt x="1934" y="1398"/>
                    <a:pt x="1972" y="1407"/>
                  </a:cubicBezTo>
                  <a:lnTo>
                    <a:pt x="1934" y="1404"/>
                  </a:lnTo>
                  <a:cubicBezTo>
                    <a:pt x="1931" y="1407"/>
                    <a:pt x="1931" y="1410"/>
                    <a:pt x="1928" y="1410"/>
                  </a:cubicBezTo>
                  <a:lnTo>
                    <a:pt x="1965" y="1423"/>
                  </a:lnTo>
                  <a:cubicBezTo>
                    <a:pt x="1962" y="1426"/>
                    <a:pt x="1915" y="1438"/>
                    <a:pt x="1906" y="1467"/>
                  </a:cubicBezTo>
                  <a:cubicBezTo>
                    <a:pt x="1884" y="1504"/>
                    <a:pt x="1878" y="1510"/>
                    <a:pt x="1915" y="1526"/>
                  </a:cubicBezTo>
                  <a:cubicBezTo>
                    <a:pt x="1954" y="1544"/>
                    <a:pt x="1969" y="1554"/>
                    <a:pt x="1963" y="1554"/>
                  </a:cubicBezTo>
                  <a:cubicBezTo>
                    <a:pt x="1958" y="1554"/>
                    <a:pt x="1939" y="1548"/>
                    <a:pt x="1909" y="1532"/>
                  </a:cubicBezTo>
                  <a:cubicBezTo>
                    <a:pt x="1909" y="1533"/>
                    <a:pt x="1908" y="1533"/>
                    <a:pt x="1907" y="1533"/>
                  </a:cubicBezTo>
                  <a:cubicBezTo>
                    <a:pt x="1901" y="1533"/>
                    <a:pt x="1886" y="1530"/>
                    <a:pt x="1877" y="1530"/>
                  </a:cubicBezTo>
                  <a:cubicBezTo>
                    <a:pt x="1872" y="1530"/>
                    <a:pt x="1869" y="1531"/>
                    <a:pt x="1868" y="1532"/>
                  </a:cubicBezTo>
                  <a:cubicBezTo>
                    <a:pt x="1865" y="1535"/>
                    <a:pt x="1862" y="1538"/>
                    <a:pt x="1857" y="1538"/>
                  </a:cubicBezTo>
                  <a:cubicBezTo>
                    <a:pt x="1851" y="1538"/>
                    <a:pt x="1841" y="1535"/>
                    <a:pt x="1824" y="1523"/>
                  </a:cubicBezTo>
                  <a:lnTo>
                    <a:pt x="1824" y="1526"/>
                  </a:lnTo>
                  <a:cubicBezTo>
                    <a:pt x="1869" y="1563"/>
                    <a:pt x="1867" y="1584"/>
                    <a:pt x="1847" y="1584"/>
                  </a:cubicBezTo>
                  <a:cubicBezTo>
                    <a:pt x="1842" y="1584"/>
                    <a:pt x="1835" y="1583"/>
                    <a:pt x="1828" y="1579"/>
                  </a:cubicBezTo>
                  <a:lnTo>
                    <a:pt x="1828" y="1579"/>
                  </a:lnTo>
                  <a:cubicBezTo>
                    <a:pt x="1824" y="1586"/>
                    <a:pt x="1821" y="1589"/>
                    <a:pt x="1843" y="1617"/>
                  </a:cubicBezTo>
                  <a:cubicBezTo>
                    <a:pt x="1855" y="1634"/>
                    <a:pt x="1860" y="1642"/>
                    <a:pt x="1857" y="1642"/>
                  </a:cubicBezTo>
                  <a:cubicBezTo>
                    <a:pt x="1854" y="1642"/>
                    <a:pt x="1847" y="1636"/>
                    <a:pt x="1834" y="1626"/>
                  </a:cubicBezTo>
                  <a:cubicBezTo>
                    <a:pt x="1820" y="1614"/>
                    <a:pt x="1802" y="1604"/>
                    <a:pt x="1794" y="1604"/>
                  </a:cubicBezTo>
                  <a:cubicBezTo>
                    <a:pt x="1786" y="1604"/>
                    <a:pt x="1788" y="1614"/>
                    <a:pt x="1815" y="1642"/>
                  </a:cubicBezTo>
                  <a:lnTo>
                    <a:pt x="1787" y="1617"/>
                  </a:lnTo>
                  <a:cubicBezTo>
                    <a:pt x="1779" y="1610"/>
                    <a:pt x="1774" y="1608"/>
                    <a:pt x="1773" y="1608"/>
                  </a:cubicBezTo>
                  <a:lnTo>
                    <a:pt x="1773" y="1608"/>
                  </a:lnTo>
                  <a:cubicBezTo>
                    <a:pt x="1768" y="1608"/>
                    <a:pt x="1787" y="1630"/>
                    <a:pt x="1806" y="1648"/>
                  </a:cubicBezTo>
                  <a:cubicBezTo>
                    <a:pt x="1829" y="1675"/>
                    <a:pt x="1841" y="1690"/>
                    <a:pt x="1839" y="1690"/>
                  </a:cubicBezTo>
                  <a:cubicBezTo>
                    <a:pt x="1836" y="1690"/>
                    <a:pt x="1816" y="1671"/>
                    <a:pt x="1774" y="1626"/>
                  </a:cubicBezTo>
                  <a:cubicBezTo>
                    <a:pt x="1746" y="1594"/>
                    <a:pt x="1733" y="1582"/>
                    <a:pt x="1731" y="1582"/>
                  </a:cubicBezTo>
                  <a:lnTo>
                    <a:pt x="1731" y="1582"/>
                  </a:lnTo>
                  <a:cubicBezTo>
                    <a:pt x="1730" y="1582"/>
                    <a:pt x="1735" y="1589"/>
                    <a:pt x="1746" y="1601"/>
                  </a:cubicBezTo>
                  <a:cubicBezTo>
                    <a:pt x="1762" y="1624"/>
                    <a:pt x="1778" y="1647"/>
                    <a:pt x="1775" y="1647"/>
                  </a:cubicBezTo>
                  <a:cubicBezTo>
                    <a:pt x="1773" y="1647"/>
                    <a:pt x="1769" y="1644"/>
                    <a:pt x="1762" y="1636"/>
                  </a:cubicBezTo>
                  <a:lnTo>
                    <a:pt x="1762" y="1636"/>
                  </a:lnTo>
                  <a:cubicBezTo>
                    <a:pt x="1759" y="1639"/>
                    <a:pt x="1755" y="1639"/>
                    <a:pt x="1802" y="1698"/>
                  </a:cubicBezTo>
                  <a:cubicBezTo>
                    <a:pt x="1824" y="1730"/>
                    <a:pt x="1821" y="1730"/>
                    <a:pt x="1818" y="1733"/>
                  </a:cubicBezTo>
                  <a:cubicBezTo>
                    <a:pt x="1803" y="1714"/>
                    <a:pt x="1787" y="1693"/>
                    <a:pt x="1775" y="1671"/>
                  </a:cubicBezTo>
                  <a:lnTo>
                    <a:pt x="1775" y="1671"/>
                  </a:lnTo>
                  <a:cubicBezTo>
                    <a:pt x="1774" y="1672"/>
                    <a:pt x="1771" y="1673"/>
                    <a:pt x="1768" y="1677"/>
                  </a:cubicBezTo>
                  <a:cubicBezTo>
                    <a:pt x="1765" y="1677"/>
                    <a:pt x="1734" y="1651"/>
                    <a:pt x="1712" y="1620"/>
                  </a:cubicBezTo>
                  <a:cubicBezTo>
                    <a:pt x="1703" y="1609"/>
                    <a:pt x="1697" y="1603"/>
                    <a:pt x="1696" y="1603"/>
                  </a:cubicBezTo>
                  <a:lnTo>
                    <a:pt x="1696" y="1603"/>
                  </a:lnTo>
                  <a:cubicBezTo>
                    <a:pt x="1694" y="1603"/>
                    <a:pt x="1704" y="1618"/>
                    <a:pt x="1730" y="1655"/>
                  </a:cubicBezTo>
                  <a:cubicBezTo>
                    <a:pt x="1774" y="1717"/>
                    <a:pt x="1774" y="1717"/>
                    <a:pt x="1768" y="1720"/>
                  </a:cubicBezTo>
                  <a:cubicBezTo>
                    <a:pt x="1767" y="1721"/>
                    <a:pt x="1766" y="1722"/>
                    <a:pt x="1765" y="1722"/>
                  </a:cubicBezTo>
                  <a:cubicBezTo>
                    <a:pt x="1761" y="1722"/>
                    <a:pt x="1755" y="1717"/>
                    <a:pt x="1740" y="1695"/>
                  </a:cubicBezTo>
                  <a:cubicBezTo>
                    <a:pt x="1723" y="1672"/>
                    <a:pt x="1719" y="1666"/>
                    <a:pt x="1715" y="1666"/>
                  </a:cubicBezTo>
                  <a:cubicBezTo>
                    <a:pt x="1714" y="1666"/>
                    <a:pt x="1713" y="1666"/>
                    <a:pt x="1712" y="1667"/>
                  </a:cubicBezTo>
                  <a:cubicBezTo>
                    <a:pt x="1702" y="1670"/>
                    <a:pt x="1746" y="1774"/>
                    <a:pt x="1777" y="1843"/>
                  </a:cubicBezTo>
                  <a:cubicBezTo>
                    <a:pt x="1796" y="1876"/>
                    <a:pt x="1806" y="1892"/>
                    <a:pt x="1805" y="1892"/>
                  </a:cubicBezTo>
                  <a:cubicBezTo>
                    <a:pt x="1805" y="1892"/>
                    <a:pt x="1794" y="1877"/>
                    <a:pt x="1774" y="1846"/>
                  </a:cubicBezTo>
                  <a:cubicBezTo>
                    <a:pt x="1761" y="1821"/>
                    <a:pt x="1754" y="1816"/>
                    <a:pt x="1750" y="1816"/>
                  </a:cubicBezTo>
                  <a:cubicBezTo>
                    <a:pt x="1748" y="1816"/>
                    <a:pt x="1747" y="1817"/>
                    <a:pt x="1746" y="1818"/>
                  </a:cubicBezTo>
                  <a:cubicBezTo>
                    <a:pt x="1727" y="1783"/>
                    <a:pt x="1734" y="1780"/>
                    <a:pt x="1737" y="1780"/>
                  </a:cubicBezTo>
                  <a:lnTo>
                    <a:pt x="1718" y="1745"/>
                  </a:lnTo>
                  <a:cubicBezTo>
                    <a:pt x="1698" y="1715"/>
                    <a:pt x="1688" y="1699"/>
                    <a:pt x="1686" y="1699"/>
                  </a:cubicBezTo>
                  <a:lnTo>
                    <a:pt x="1686" y="1699"/>
                  </a:lnTo>
                  <a:cubicBezTo>
                    <a:pt x="1684" y="1699"/>
                    <a:pt x="1691" y="1716"/>
                    <a:pt x="1705" y="1752"/>
                  </a:cubicBezTo>
                  <a:cubicBezTo>
                    <a:pt x="1712" y="1769"/>
                    <a:pt x="1715" y="1778"/>
                    <a:pt x="1714" y="1778"/>
                  </a:cubicBezTo>
                  <a:cubicBezTo>
                    <a:pt x="1713" y="1778"/>
                    <a:pt x="1708" y="1770"/>
                    <a:pt x="1699" y="1755"/>
                  </a:cubicBezTo>
                  <a:cubicBezTo>
                    <a:pt x="1684" y="1733"/>
                    <a:pt x="1670" y="1712"/>
                    <a:pt x="1668" y="1712"/>
                  </a:cubicBezTo>
                  <a:lnTo>
                    <a:pt x="1668" y="1712"/>
                  </a:lnTo>
                  <a:cubicBezTo>
                    <a:pt x="1668" y="1712"/>
                    <a:pt x="1669" y="1716"/>
                    <a:pt x="1674" y="1727"/>
                  </a:cubicBezTo>
                  <a:cubicBezTo>
                    <a:pt x="1674" y="1727"/>
                    <a:pt x="1674" y="1727"/>
                    <a:pt x="1673" y="1727"/>
                  </a:cubicBezTo>
                  <a:cubicBezTo>
                    <a:pt x="1671" y="1727"/>
                    <a:pt x="1662" y="1724"/>
                    <a:pt x="1646" y="1695"/>
                  </a:cubicBezTo>
                  <a:lnTo>
                    <a:pt x="1646" y="1695"/>
                  </a:lnTo>
                  <a:cubicBezTo>
                    <a:pt x="1636" y="1698"/>
                    <a:pt x="1633" y="1698"/>
                    <a:pt x="1649" y="1736"/>
                  </a:cubicBezTo>
                  <a:cubicBezTo>
                    <a:pt x="1661" y="1771"/>
                    <a:pt x="1658" y="1771"/>
                    <a:pt x="1652" y="1774"/>
                  </a:cubicBezTo>
                  <a:cubicBezTo>
                    <a:pt x="1649" y="1774"/>
                    <a:pt x="1643" y="1774"/>
                    <a:pt x="1658" y="1811"/>
                  </a:cubicBezTo>
                  <a:cubicBezTo>
                    <a:pt x="1671" y="1846"/>
                    <a:pt x="1680" y="1883"/>
                    <a:pt x="1668" y="1886"/>
                  </a:cubicBezTo>
                  <a:cubicBezTo>
                    <a:pt x="1669" y="1902"/>
                    <a:pt x="1669" y="1912"/>
                    <a:pt x="1667" y="1912"/>
                  </a:cubicBezTo>
                  <a:cubicBezTo>
                    <a:pt x="1664" y="1912"/>
                    <a:pt x="1656" y="1895"/>
                    <a:pt x="1640" y="1855"/>
                  </a:cubicBezTo>
                  <a:cubicBezTo>
                    <a:pt x="1630" y="1829"/>
                    <a:pt x="1626" y="1823"/>
                    <a:pt x="1622" y="1823"/>
                  </a:cubicBezTo>
                  <a:cubicBezTo>
                    <a:pt x="1620" y="1823"/>
                    <a:pt x="1619" y="1823"/>
                    <a:pt x="1618" y="1824"/>
                  </a:cubicBezTo>
                  <a:cubicBezTo>
                    <a:pt x="1618" y="1824"/>
                    <a:pt x="1614" y="1824"/>
                    <a:pt x="1599" y="1789"/>
                  </a:cubicBezTo>
                  <a:cubicBezTo>
                    <a:pt x="1594" y="1779"/>
                    <a:pt x="1592" y="1775"/>
                    <a:pt x="1591" y="1775"/>
                  </a:cubicBezTo>
                  <a:lnTo>
                    <a:pt x="1591" y="1775"/>
                  </a:lnTo>
                  <a:cubicBezTo>
                    <a:pt x="1589" y="1775"/>
                    <a:pt x="1595" y="1800"/>
                    <a:pt x="1602" y="1827"/>
                  </a:cubicBezTo>
                  <a:lnTo>
                    <a:pt x="1624" y="1899"/>
                  </a:lnTo>
                  <a:cubicBezTo>
                    <a:pt x="1605" y="1865"/>
                    <a:pt x="1593" y="1830"/>
                    <a:pt x="1583" y="1792"/>
                  </a:cubicBezTo>
                  <a:cubicBezTo>
                    <a:pt x="1571" y="1756"/>
                    <a:pt x="1564" y="1738"/>
                    <a:pt x="1564" y="1738"/>
                  </a:cubicBezTo>
                  <a:lnTo>
                    <a:pt x="1564" y="1738"/>
                  </a:lnTo>
                  <a:cubicBezTo>
                    <a:pt x="1563" y="1738"/>
                    <a:pt x="1567" y="1756"/>
                    <a:pt x="1577" y="1792"/>
                  </a:cubicBezTo>
                  <a:cubicBezTo>
                    <a:pt x="1584" y="1820"/>
                    <a:pt x="1589" y="1847"/>
                    <a:pt x="1583" y="1847"/>
                  </a:cubicBezTo>
                  <a:cubicBezTo>
                    <a:pt x="1581" y="1847"/>
                    <a:pt x="1577" y="1843"/>
                    <a:pt x="1571" y="1833"/>
                  </a:cubicBezTo>
                  <a:cubicBezTo>
                    <a:pt x="1569" y="1833"/>
                    <a:pt x="1568" y="1833"/>
                    <a:pt x="1567" y="1833"/>
                  </a:cubicBezTo>
                  <a:cubicBezTo>
                    <a:pt x="1558" y="1833"/>
                    <a:pt x="1550" y="1831"/>
                    <a:pt x="1542" y="1799"/>
                  </a:cubicBezTo>
                  <a:cubicBezTo>
                    <a:pt x="1538" y="1788"/>
                    <a:pt x="1536" y="1784"/>
                    <a:pt x="1535" y="1784"/>
                  </a:cubicBezTo>
                  <a:cubicBezTo>
                    <a:pt x="1532" y="1784"/>
                    <a:pt x="1533" y="1802"/>
                    <a:pt x="1533" y="1802"/>
                  </a:cubicBezTo>
                  <a:cubicBezTo>
                    <a:pt x="1535" y="1821"/>
                    <a:pt x="1534" y="1830"/>
                    <a:pt x="1530" y="1830"/>
                  </a:cubicBezTo>
                  <a:cubicBezTo>
                    <a:pt x="1526" y="1830"/>
                    <a:pt x="1519" y="1822"/>
                    <a:pt x="1508" y="1805"/>
                  </a:cubicBezTo>
                  <a:cubicBezTo>
                    <a:pt x="1489" y="1769"/>
                    <a:pt x="1481" y="1751"/>
                    <a:pt x="1478" y="1751"/>
                  </a:cubicBezTo>
                  <a:lnTo>
                    <a:pt x="1478" y="1751"/>
                  </a:lnTo>
                  <a:cubicBezTo>
                    <a:pt x="1475" y="1751"/>
                    <a:pt x="1478" y="1770"/>
                    <a:pt x="1483" y="1808"/>
                  </a:cubicBezTo>
                  <a:cubicBezTo>
                    <a:pt x="1485" y="1830"/>
                    <a:pt x="1487" y="1850"/>
                    <a:pt x="1487" y="1850"/>
                  </a:cubicBezTo>
                  <a:cubicBezTo>
                    <a:pt x="1486" y="1850"/>
                    <a:pt x="1483" y="1839"/>
                    <a:pt x="1477" y="1808"/>
                  </a:cubicBezTo>
                  <a:cubicBezTo>
                    <a:pt x="1474" y="1797"/>
                    <a:pt x="1472" y="1793"/>
                    <a:pt x="1470" y="1793"/>
                  </a:cubicBezTo>
                  <a:cubicBezTo>
                    <a:pt x="1467" y="1793"/>
                    <a:pt x="1465" y="1819"/>
                    <a:pt x="1461" y="1846"/>
                  </a:cubicBezTo>
                  <a:cubicBezTo>
                    <a:pt x="1461" y="1896"/>
                    <a:pt x="1464" y="1946"/>
                    <a:pt x="1470" y="1996"/>
                  </a:cubicBezTo>
                  <a:cubicBezTo>
                    <a:pt x="1474" y="2041"/>
                    <a:pt x="1476" y="2059"/>
                    <a:pt x="1472" y="2059"/>
                  </a:cubicBezTo>
                  <a:cubicBezTo>
                    <a:pt x="1470" y="2059"/>
                    <a:pt x="1465" y="2051"/>
                    <a:pt x="1458" y="2037"/>
                  </a:cubicBezTo>
                  <a:cubicBezTo>
                    <a:pt x="1451" y="2037"/>
                    <a:pt x="1442" y="1999"/>
                    <a:pt x="1442" y="1962"/>
                  </a:cubicBezTo>
                  <a:cubicBezTo>
                    <a:pt x="1439" y="1924"/>
                    <a:pt x="1445" y="1924"/>
                    <a:pt x="1445" y="1924"/>
                  </a:cubicBezTo>
                  <a:lnTo>
                    <a:pt x="1448" y="1921"/>
                  </a:lnTo>
                  <a:cubicBezTo>
                    <a:pt x="1445" y="1885"/>
                    <a:pt x="1442" y="1849"/>
                    <a:pt x="1434" y="1849"/>
                  </a:cubicBezTo>
                  <a:cubicBezTo>
                    <a:pt x="1433" y="1849"/>
                    <a:pt x="1433" y="1849"/>
                    <a:pt x="1433" y="1849"/>
                  </a:cubicBezTo>
                  <a:cubicBezTo>
                    <a:pt x="1428" y="1830"/>
                    <a:pt x="1425" y="1821"/>
                    <a:pt x="1423" y="1821"/>
                  </a:cubicBezTo>
                  <a:cubicBezTo>
                    <a:pt x="1421" y="1821"/>
                    <a:pt x="1420" y="1830"/>
                    <a:pt x="1420" y="1849"/>
                  </a:cubicBezTo>
                  <a:cubicBezTo>
                    <a:pt x="1414" y="1811"/>
                    <a:pt x="1404" y="1811"/>
                    <a:pt x="1392" y="1808"/>
                  </a:cubicBezTo>
                  <a:cubicBezTo>
                    <a:pt x="1383" y="1808"/>
                    <a:pt x="1367" y="1808"/>
                    <a:pt x="1361" y="1771"/>
                  </a:cubicBezTo>
                  <a:cubicBezTo>
                    <a:pt x="1351" y="1771"/>
                    <a:pt x="1345" y="1771"/>
                    <a:pt x="1345" y="1808"/>
                  </a:cubicBezTo>
                  <a:cubicBezTo>
                    <a:pt x="1343" y="1852"/>
                    <a:pt x="1341" y="1870"/>
                    <a:pt x="1340" y="1870"/>
                  </a:cubicBezTo>
                  <a:cubicBezTo>
                    <a:pt x="1339" y="1870"/>
                    <a:pt x="1339" y="1861"/>
                    <a:pt x="1339" y="1846"/>
                  </a:cubicBezTo>
                  <a:cubicBezTo>
                    <a:pt x="1335" y="1797"/>
                    <a:pt x="1309" y="1758"/>
                    <a:pt x="1288" y="1758"/>
                  </a:cubicBezTo>
                  <a:cubicBezTo>
                    <a:pt x="1276" y="1758"/>
                    <a:pt x="1266" y="1769"/>
                    <a:pt x="1260" y="1796"/>
                  </a:cubicBezTo>
                  <a:lnTo>
                    <a:pt x="1251" y="1796"/>
                  </a:lnTo>
                  <a:cubicBezTo>
                    <a:pt x="1247" y="1774"/>
                    <a:pt x="1236" y="1762"/>
                    <a:pt x="1226" y="1762"/>
                  </a:cubicBezTo>
                  <a:cubicBezTo>
                    <a:pt x="1217" y="1762"/>
                    <a:pt x="1209" y="1768"/>
                    <a:pt x="1204" y="1783"/>
                  </a:cubicBezTo>
                  <a:lnTo>
                    <a:pt x="1188" y="1780"/>
                  </a:lnTo>
                  <a:cubicBezTo>
                    <a:pt x="1187" y="1759"/>
                    <a:pt x="1185" y="1749"/>
                    <a:pt x="1182" y="1749"/>
                  </a:cubicBezTo>
                  <a:cubicBezTo>
                    <a:pt x="1178" y="1749"/>
                    <a:pt x="1174" y="1757"/>
                    <a:pt x="1166" y="1774"/>
                  </a:cubicBezTo>
                  <a:cubicBezTo>
                    <a:pt x="1157" y="1798"/>
                    <a:pt x="1150" y="1824"/>
                    <a:pt x="1150" y="1824"/>
                  </a:cubicBezTo>
                  <a:cubicBezTo>
                    <a:pt x="1150" y="1824"/>
                    <a:pt x="1151" y="1819"/>
                    <a:pt x="1154" y="1808"/>
                  </a:cubicBezTo>
                  <a:cubicBezTo>
                    <a:pt x="1163" y="1774"/>
                    <a:pt x="1151" y="1771"/>
                    <a:pt x="1132" y="1764"/>
                  </a:cubicBezTo>
                  <a:cubicBezTo>
                    <a:pt x="1126" y="1761"/>
                    <a:pt x="1121" y="1759"/>
                    <a:pt x="1118" y="1759"/>
                  </a:cubicBezTo>
                  <a:cubicBezTo>
                    <a:pt x="1112" y="1759"/>
                    <a:pt x="1111" y="1767"/>
                    <a:pt x="1107" y="1792"/>
                  </a:cubicBezTo>
                  <a:cubicBezTo>
                    <a:pt x="1099" y="1800"/>
                    <a:pt x="1093" y="1803"/>
                    <a:pt x="1090" y="1803"/>
                  </a:cubicBezTo>
                  <a:cubicBezTo>
                    <a:pt x="1080" y="1803"/>
                    <a:pt x="1088" y="1777"/>
                    <a:pt x="1097" y="1749"/>
                  </a:cubicBezTo>
                  <a:cubicBezTo>
                    <a:pt x="1110" y="1717"/>
                    <a:pt x="1115" y="1699"/>
                    <a:pt x="1113" y="1699"/>
                  </a:cubicBezTo>
                  <a:lnTo>
                    <a:pt x="1113" y="1699"/>
                  </a:lnTo>
                  <a:cubicBezTo>
                    <a:pt x="1111" y="1699"/>
                    <a:pt x="1098" y="1725"/>
                    <a:pt x="1075" y="1783"/>
                  </a:cubicBezTo>
                  <a:cubicBezTo>
                    <a:pt x="1060" y="1821"/>
                    <a:pt x="1049" y="1836"/>
                    <a:pt x="1045" y="1836"/>
                  </a:cubicBezTo>
                  <a:cubicBezTo>
                    <a:pt x="1041" y="1836"/>
                    <a:pt x="1042" y="1827"/>
                    <a:pt x="1047" y="1811"/>
                  </a:cubicBezTo>
                  <a:cubicBezTo>
                    <a:pt x="1057" y="1785"/>
                    <a:pt x="1063" y="1779"/>
                    <a:pt x="1066" y="1779"/>
                  </a:cubicBezTo>
                  <a:cubicBezTo>
                    <a:pt x="1068" y="1779"/>
                    <a:pt x="1068" y="1779"/>
                    <a:pt x="1069" y="1780"/>
                  </a:cubicBezTo>
                  <a:lnTo>
                    <a:pt x="1094" y="1708"/>
                  </a:lnTo>
                  <a:cubicBezTo>
                    <a:pt x="1091" y="1708"/>
                    <a:pt x="1091" y="1708"/>
                    <a:pt x="1072" y="1739"/>
                  </a:cubicBezTo>
                  <a:cubicBezTo>
                    <a:pt x="1072" y="1739"/>
                    <a:pt x="1069" y="1739"/>
                    <a:pt x="1050" y="1771"/>
                  </a:cubicBezTo>
                  <a:cubicBezTo>
                    <a:pt x="1032" y="1805"/>
                    <a:pt x="1019" y="1839"/>
                    <a:pt x="1010" y="1877"/>
                  </a:cubicBezTo>
                  <a:cubicBezTo>
                    <a:pt x="1005" y="1906"/>
                    <a:pt x="1000" y="1913"/>
                    <a:pt x="995" y="1913"/>
                  </a:cubicBezTo>
                  <a:cubicBezTo>
                    <a:pt x="994" y="1913"/>
                    <a:pt x="992" y="1912"/>
                    <a:pt x="991" y="1912"/>
                  </a:cubicBezTo>
                  <a:cubicBezTo>
                    <a:pt x="994" y="1874"/>
                    <a:pt x="1006" y="1836"/>
                    <a:pt x="1025" y="1802"/>
                  </a:cubicBezTo>
                  <a:cubicBezTo>
                    <a:pt x="1026" y="1802"/>
                    <a:pt x="1026" y="1802"/>
                    <a:pt x="1026" y="1802"/>
                  </a:cubicBezTo>
                  <a:cubicBezTo>
                    <a:pt x="1033" y="1802"/>
                    <a:pt x="1045" y="1769"/>
                    <a:pt x="1060" y="1736"/>
                  </a:cubicBezTo>
                  <a:cubicBezTo>
                    <a:pt x="1062" y="1729"/>
                    <a:pt x="1062" y="1726"/>
                    <a:pt x="1060" y="1726"/>
                  </a:cubicBezTo>
                  <a:cubicBezTo>
                    <a:pt x="1052" y="1726"/>
                    <a:pt x="1015" y="1772"/>
                    <a:pt x="988" y="1824"/>
                  </a:cubicBezTo>
                  <a:cubicBezTo>
                    <a:pt x="981" y="1838"/>
                    <a:pt x="977" y="1846"/>
                    <a:pt x="977" y="1846"/>
                  </a:cubicBezTo>
                  <a:cubicBezTo>
                    <a:pt x="977" y="1846"/>
                    <a:pt x="984" y="1830"/>
                    <a:pt x="1000" y="1789"/>
                  </a:cubicBezTo>
                  <a:cubicBezTo>
                    <a:pt x="1016" y="1755"/>
                    <a:pt x="1006" y="1752"/>
                    <a:pt x="997" y="1745"/>
                  </a:cubicBezTo>
                  <a:cubicBezTo>
                    <a:pt x="994" y="1744"/>
                    <a:pt x="992" y="1742"/>
                    <a:pt x="990" y="1742"/>
                  </a:cubicBezTo>
                  <a:cubicBezTo>
                    <a:pt x="984" y="1742"/>
                    <a:pt x="979" y="1749"/>
                    <a:pt x="966" y="1774"/>
                  </a:cubicBezTo>
                  <a:cubicBezTo>
                    <a:pt x="951" y="1804"/>
                    <a:pt x="936" y="1837"/>
                    <a:pt x="929" y="1837"/>
                  </a:cubicBezTo>
                  <a:cubicBezTo>
                    <a:pt x="929" y="1837"/>
                    <a:pt x="928" y="1836"/>
                    <a:pt x="928" y="1836"/>
                  </a:cubicBezTo>
                  <a:lnTo>
                    <a:pt x="928" y="1836"/>
                  </a:lnTo>
                  <a:cubicBezTo>
                    <a:pt x="934" y="1839"/>
                    <a:pt x="919" y="1874"/>
                    <a:pt x="900" y="1908"/>
                  </a:cubicBezTo>
                  <a:cubicBezTo>
                    <a:pt x="903" y="1883"/>
                    <a:pt x="909" y="1858"/>
                    <a:pt x="919" y="1833"/>
                  </a:cubicBezTo>
                  <a:cubicBezTo>
                    <a:pt x="941" y="1758"/>
                    <a:pt x="950" y="1720"/>
                    <a:pt x="934" y="1708"/>
                  </a:cubicBezTo>
                  <a:cubicBezTo>
                    <a:pt x="925" y="1702"/>
                    <a:pt x="912" y="1695"/>
                    <a:pt x="931" y="1661"/>
                  </a:cubicBezTo>
                  <a:cubicBezTo>
                    <a:pt x="928" y="1659"/>
                    <a:pt x="925" y="1657"/>
                    <a:pt x="922" y="1657"/>
                  </a:cubicBezTo>
                  <a:cubicBezTo>
                    <a:pt x="917" y="1657"/>
                    <a:pt x="911" y="1663"/>
                    <a:pt x="897" y="1683"/>
                  </a:cubicBezTo>
                  <a:lnTo>
                    <a:pt x="887" y="1677"/>
                  </a:lnTo>
                  <a:cubicBezTo>
                    <a:pt x="898" y="1659"/>
                    <a:pt x="900" y="1649"/>
                    <a:pt x="896" y="1649"/>
                  </a:cubicBezTo>
                  <a:cubicBezTo>
                    <a:pt x="893" y="1649"/>
                    <a:pt x="886" y="1655"/>
                    <a:pt x="878" y="1667"/>
                  </a:cubicBezTo>
                  <a:cubicBezTo>
                    <a:pt x="870" y="1675"/>
                    <a:pt x="866" y="1678"/>
                    <a:pt x="864" y="1678"/>
                  </a:cubicBezTo>
                  <a:cubicBezTo>
                    <a:pt x="859" y="1678"/>
                    <a:pt x="868" y="1660"/>
                    <a:pt x="865" y="1658"/>
                  </a:cubicBezTo>
                  <a:cubicBezTo>
                    <a:pt x="884" y="1628"/>
                    <a:pt x="894" y="1611"/>
                    <a:pt x="893" y="1611"/>
                  </a:cubicBezTo>
                  <a:lnTo>
                    <a:pt x="893" y="1611"/>
                  </a:lnTo>
                  <a:cubicBezTo>
                    <a:pt x="893" y="1611"/>
                    <a:pt x="876" y="1635"/>
                    <a:pt x="840" y="1686"/>
                  </a:cubicBezTo>
                  <a:cubicBezTo>
                    <a:pt x="822" y="1705"/>
                    <a:pt x="809" y="1730"/>
                    <a:pt x="806" y="1758"/>
                  </a:cubicBezTo>
                  <a:cubicBezTo>
                    <a:pt x="809" y="1761"/>
                    <a:pt x="815" y="1764"/>
                    <a:pt x="818" y="1767"/>
                  </a:cubicBezTo>
                  <a:lnTo>
                    <a:pt x="784" y="1786"/>
                  </a:lnTo>
                  <a:cubicBezTo>
                    <a:pt x="784" y="1786"/>
                    <a:pt x="783" y="1786"/>
                    <a:pt x="783" y="1786"/>
                  </a:cubicBezTo>
                  <a:cubicBezTo>
                    <a:pt x="777" y="1786"/>
                    <a:pt x="748" y="1807"/>
                    <a:pt x="724" y="1836"/>
                  </a:cubicBezTo>
                  <a:cubicBezTo>
                    <a:pt x="724" y="1836"/>
                    <a:pt x="705" y="1862"/>
                    <a:pt x="697" y="1862"/>
                  </a:cubicBezTo>
                  <a:cubicBezTo>
                    <a:pt x="697" y="1862"/>
                    <a:pt x="697" y="1862"/>
                    <a:pt x="696" y="1861"/>
                  </a:cubicBezTo>
                  <a:lnTo>
                    <a:pt x="743" y="1802"/>
                  </a:lnTo>
                  <a:cubicBezTo>
                    <a:pt x="771" y="1774"/>
                    <a:pt x="793" y="1745"/>
                    <a:pt x="815" y="1714"/>
                  </a:cubicBezTo>
                  <a:cubicBezTo>
                    <a:pt x="844" y="1673"/>
                    <a:pt x="859" y="1643"/>
                    <a:pt x="853" y="1643"/>
                  </a:cubicBezTo>
                  <a:cubicBezTo>
                    <a:pt x="850" y="1643"/>
                    <a:pt x="841" y="1651"/>
                    <a:pt x="825" y="1670"/>
                  </a:cubicBezTo>
                  <a:cubicBezTo>
                    <a:pt x="822" y="1667"/>
                    <a:pt x="822" y="1667"/>
                    <a:pt x="840" y="1636"/>
                  </a:cubicBezTo>
                  <a:cubicBezTo>
                    <a:pt x="851" y="1623"/>
                    <a:pt x="857" y="1616"/>
                    <a:pt x="855" y="1616"/>
                  </a:cubicBezTo>
                  <a:lnTo>
                    <a:pt x="855" y="1616"/>
                  </a:lnTo>
                  <a:cubicBezTo>
                    <a:pt x="853" y="1616"/>
                    <a:pt x="839" y="1628"/>
                    <a:pt x="809" y="1658"/>
                  </a:cubicBezTo>
                  <a:cubicBezTo>
                    <a:pt x="784" y="1683"/>
                    <a:pt x="769" y="1695"/>
                    <a:pt x="766" y="1695"/>
                  </a:cubicBezTo>
                  <a:cubicBezTo>
                    <a:pt x="762" y="1695"/>
                    <a:pt x="772" y="1680"/>
                    <a:pt x="797" y="1648"/>
                  </a:cubicBezTo>
                  <a:cubicBezTo>
                    <a:pt x="827" y="1605"/>
                    <a:pt x="833" y="1586"/>
                    <a:pt x="825" y="1586"/>
                  </a:cubicBezTo>
                  <a:cubicBezTo>
                    <a:pt x="822" y="1586"/>
                    <a:pt x="815" y="1590"/>
                    <a:pt x="806" y="1598"/>
                  </a:cubicBezTo>
                  <a:cubicBezTo>
                    <a:pt x="779" y="1626"/>
                    <a:pt x="764" y="1637"/>
                    <a:pt x="757" y="1637"/>
                  </a:cubicBezTo>
                  <a:cubicBezTo>
                    <a:pt x="751" y="1637"/>
                    <a:pt x="754" y="1626"/>
                    <a:pt x="765" y="1611"/>
                  </a:cubicBezTo>
                  <a:cubicBezTo>
                    <a:pt x="779" y="1595"/>
                    <a:pt x="784" y="1587"/>
                    <a:pt x="781" y="1587"/>
                  </a:cubicBezTo>
                  <a:cubicBezTo>
                    <a:pt x="778" y="1587"/>
                    <a:pt x="770" y="1592"/>
                    <a:pt x="756" y="1601"/>
                  </a:cubicBezTo>
                  <a:cubicBezTo>
                    <a:pt x="777" y="1580"/>
                    <a:pt x="796" y="1559"/>
                    <a:pt x="791" y="1559"/>
                  </a:cubicBezTo>
                  <a:cubicBezTo>
                    <a:pt x="790" y="1559"/>
                    <a:pt x="786" y="1561"/>
                    <a:pt x="778" y="1567"/>
                  </a:cubicBezTo>
                  <a:cubicBezTo>
                    <a:pt x="778" y="1567"/>
                    <a:pt x="778" y="1567"/>
                    <a:pt x="777" y="1567"/>
                  </a:cubicBezTo>
                  <a:cubicBezTo>
                    <a:pt x="776" y="1567"/>
                    <a:pt x="770" y="1569"/>
                    <a:pt x="750" y="1592"/>
                  </a:cubicBezTo>
                  <a:cubicBezTo>
                    <a:pt x="750" y="1592"/>
                    <a:pt x="718" y="1614"/>
                    <a:pt x="687" y="1636"/>
                  </a:cubicBezTo>
                  <a:cubicBezTo>
                    <a:pt x="690" y="1639"/>
                    <a:pt x="662" y="1664"/>
                    <a:pt x="634" y="1689"/>
                  </a:cubicBezTo>
                  <a:cubicBezTo>
                    <a:pt x="629" y="1693"/>
                    <a:pt x="625" y="1695"/>
                    <a:pt x="622" y="1695"/>
                  </a:cubicBezTo>
                  <a:cubicBezTo>
                    <a:pt x="611" y="1695"/>
                    <a:pt x="629" y="1653"/>
                    <a:pt x="699" y="1589"/>
                  </a:cubicBezTo>
                  <a:lnTo>
                    <a:pt x="756" y="1535"/>
                  </a:lnTo>
                  <a:lnTo>
                    <a:pt x="696" y="1583"/>
                  </a:lnTo>
                  <a:cubicBezTo>
                    <a:pt x="693" y="1576"/>
                    <a:pt x="690" y="1573"/>
                    <a:pt x="721" y="1551"/>
                  </a:cubicBezTo>
                  <a:cubicBezTo>
                    <a:pt x="753" y="1529"/>
                    <a:pt x="753" y="1529"/>
                    <a:pt x="750" y="1523"/>
                  </a:cubicBezTo>
                  <a:cubicBezTo>
                    <a:pt x="750" y="1523"/>
                    <a:pt x="749" y="1523"/>
                    <a:pt x="749" y="1523"/>
                  </a:cubicBezTo>
                  <a:cubicBezTo>
                    <a:pt x="747" y="1523"/>
                    <a:pt x="739" y="1525"/>
                    <a:pt x="715" y="1542"/>
                  </a:cubicBezTo>
                  <a:cubicBezTo>
                    <a:pt x="681" y="1567"/>
                    <a:pt x="667" y="1578"/>
                    <a:pt x="665" y="1578"/>
                  </a:cubicBezTo>
                  <a:cubicBezTo>
                    <a:pt x="665" y="1578"/>
                    <a:pt x="672" y="1571"/>
                    <a:pt x="684" y="1561"/>
                  </a:cubicBezTo>
                  <a:cubicBezTo>
                    <a:pt x="716" y="1535"/>
                    <a:pt x="730" y="1522"/>
                    <a:pt x="725" y="1522"/>
                  </a:cubicBezTo>
                  <a:cubicBezTo>
                    <a:pt x="721" y="1522"/>
                    <a:pt x="704" y="1531"/>
                    <a:pt x="674" y="1548"/>
                  </a:cubicBezTo>
                  <a:cubicBezTo>
                    <a:pt x="644" y="1568"/>
                    <a:pt x="628" y="1578"/>
                    <a:pt x="627" y="1578"/>
                  </a:cubicBezTo>
                  <a:cubicBezTo>
                    <a:pt x="626" y="1578"/>
                    <a:pt x="641" y="1567"/>
                    <a:pt x="671" y="1545"/>
                  </a:cubicBezTo>
                  <a:cubicBezTo>
                    <a:pt x="696" y="1532"/>
                    <a:pt x="715" y="1517"/>
                    <a:pt x="731" y="1495"/>
                  </a:cubicBezTo>
                  <a:lnTo>
                    <a:pt x="731" y="1495"/>
                  </a:lnTo>
                  <a:lnTo>
                    <a:pt x="699" y="1517"/>
                  </a:lnTo>
                  <a:cubicBezTo>
                    <a:pt x="665" y="1536"/>
                    <a:pt x="648" y="1545"/>
                    <a:pt x="643" y="1545"/>
                  </a:cubicBezTo>
                  <a:cubicBezTo>
                    <a:pt x="640" y="1545"/>
                    <a:pt x="647" y="1538"/>
                    <a:pt x="662" y="1526"/>
                  </a:cubicBezTo>
                  <a:cubicBezTo>
                    <a:pt x="682" y="1514"/>
                    <a:pt x="689" y="1508"/>
                    <a:pt x="682" y="1508"/>
                  </a:cubicBezTo>
                  <a:cubicBezTo>
                    <a:pt x="678" y="1508"/>
                    <a:pt x="669" y="1510"/>
                    <a:pt x="656" y="1514"/>
                  </a:cubicBezTo>
                  <a:cubicBezTo>
                    <a:pt x="652" y="1504"/>
                    <a:pt x="652" y="1501"/>
                    <a:pt x="684" y="1482"/>
                  </a:cubicBezTo>
                  <a:cubicBezTo>
                    <a:pt x="719" y="1465"/>
                    <a:pt x="736" y="1456"/>
                    <a:pt x="735" y="1456"/>
                  </a:cubicBezTo>
                  <a:lnTo>
                    <a:pt x="735" y="1456"/>
                  </a:lnTo>
                  <a:cubicBezTo>
                    <a:pt x="735" y="1456"/>
                    <a:pt x="717" y="1464"/>
                    <a:pt x="684" y="1479"/>
                  </a:cubicBezTo>
                  <a:cubicBezTo>
                    <a:pt x="669" y="1484"/>
                    <a:pt x="661" y="1487"/>
                    <a:pt x="657" y="1487"/>
                  </a:cubicBezTo>
                  <a:cubicBezTo>
                    <a:pt x="653" y="1487"/>
                    <a:pt x="659" y="1481"/>
                    <a:pt x="677" y="1467"/>
                  </a:cubicBezTo>
                  <a:cubicBezTo>
                    <a:pt x="696" y="1456"/>
                    <a:pt x="704" y="1451"/>
                    <a:pt x="701" y="1451"/>
                  </a:cubicBezTo>
                  <a:cubicBezTo>
                    <a:pt x="698" y="1451"/>
                    <a:pt x="690" y="1453"/>
                    <a:pt x="674" y="1457"/>
                  </a:cubicBezTo>
                  <a:cubicBezTo>
                    <a:pt x="605" y="1492"/>
                    <a:pt x="571" y="1507"/>
                    <a:pt x="574" y="1510"/>
                  </a:cubicBezTo>
                  <a:cubicBezTo>
                    <a:pt x="577" y="1517"/>
                    <a:pt x="577" y="1517"/>
                    <a:pt x="543" y="1532"/>
                  </a:cubicBezTo>
                  <a:lnTo>
                    <a:pt x="536" y="1523"/>
                  </a:lnTo>
                  <a:cubicBezTo>
                    <a:pt x="534" y="1518"/>
                    <a:pt x="534" y="1515"/>
                    <a:pt x="517" y="1515"/>
                  </a:cubicBezTo>
                  <a:cubicBezTo>
                    <a:pt x="511" y="1515"/>
                    <a:pt x="503" y="1516"/>
                    <a:pt x="493" y="1517"/>
                  </a:cubicBezTo>
                  <a:cubicBezTo>
                    <a:pt x="454" y="1520"/>
                    <a:pt x="390" y="1545"/>
                    <a:pt x="418" y="1545"/>
                  </a:cubicBezTo>
                  <a:cubicBezTo>
                    <a:pt x="420" y="1545"/>
                    <a:pt x="421" y="1545"/>
                    <a:pt x="424" y="1545"/>
                  </a:cubicBezTo>
                  <a:lnTo>
                    <a:pt x="424" y="1545"/>
                  </a:lnTo>
                  <a:lnTo>
                    <a:pt x="389" y="1567"/>
                  </a:lnTo>
                  <a:cubicBezTo>
                    <a:pt x="330" y="1592"/>
                    <a:pt x="306" y="1608"/>
                    <a:pt x="317" y="1608"/>
                  </a:cubicBezTo>
                  <a:cubicBezTo>
                    <a:pt x="325" y="1608"/>
                    <a:pt x="351" y="1599"/>
                    <a:pt x="395" y="1579"/>
                  </a:cubicBezTo>
                  <a:cubicBezTo>
                    <a:pt x="450" y="1555"/>
                    <a:pt x="476" y="1543"/>
                    <a:pt x="478" y="1543"/>
                  </a:cubicBezTo>
                  <a:lnTo>
                    <a:pt x="478" y="1543"/>
                  </a:lnTo>
                  <a:cubicBezTo>
                    <a:pt x="480" y="1543"/>
                    <a:pt x="464" y="1552"/>
                    <a:pt x="433" y="1570"/>
                  </a:cubicBezTo>
                  <a:cubicBezTo>
                    <a:pt x="364" y="1601"/>
                    <a:pt x="367" y="1608"/>
                    <a:pt x="370" y="1617"/>
                  </a:cubicBezTo>
                  <a:cubicBezTo>
                    <a:pt x="373" y="1623"/>
                    <a:pt x="373" y="1623"/>
                    <a:pt x="339" y="1639"/>
                  </a:cubicBezTo>
                  <a:cubicBezTo>
                    <a:pt x="308" y="1655"/>
                    <a:pt x="276" y="1680"/>
                    <a:pt x="279" y="1689"/>
                  </a:cubicBezTo>
                  <a:cubicBezTo>
                    <a:pt x="281" y="1691"/>
                    <a:pt x="281" y="1693"/>
                    <a:pt x="283" y="1693"/>
                  </a:cubicBezTo>
                  <a:cubicBezTo>
                    <a:pt x="287" y="1693"/>
                    <a:pt x="295" y="1688"/>
                    <a:pt x="317" y="1677"/>
                  </a:cubicBezTo>
                  <a:cubicBezTo>
                    <a:pt x="326" y="1669"/>
                    <a:pt x="333" y="1666"/>
                    <a:pt x="336" y="1666"/>
                  </a:cubicBezTo>
                  <a:cubicBezTo>
                    <a:pt x="342" y="1666"/>
                    <a:pt x="331" y="1681"/>
                    <a:pt x="289" y="1711"/>
                  </a:cubicBezTo>
                  <a:cubicBezTo>
                    <a:pt x="276" y="1722"/>
                    <a:pt x="269" y="1728"/>
                    <a:pt x="271" y="1728"/>
                  </a:cubicBezTo>
                  <a:cubicBezTo>
                    <a:pt x="274" y="1728"/>
                    <a:pt x="290" y="1719"/>
                    <a:pt x="326" y="1698"/>
                  </a:cubicBezTo>
                  <a:cubicBezTo>
                    <a:pt x="352" y="1685"/>
                    <a:pt x="369" y="1679"/>
                    <a:pt x="376" y="1679"/>
                  </a:cubicBezTo>
                  <a:cubicBezTo>
                    <a:pt x="387" y="1679"/>
                    <a:pt x="374" y="1694"/>
                    <a:pt x="336" y="1720"/>
                  </a:cubicBezTo>
                  <a:cubicBezTo>
                    <a:pt x="336" y="1720"/>
                    <a:pt x="339" y="1730"/>
                    <a:pt x="345" y="1736"/>
                  </a:cubicBezTo>
                  <a:cubicBezTo>
                    <a:pt x="346" y="1737"/>
                    <a:pt x="346" y="1737"/>
                    <a:pt x="348" y="1737"/>
                  </a:cubicBezTo>
                  <a:cubicBezTo>
                    <a:pt x="356" y="1737"/>
                    <a:pt x="384" y="1718"/>
                    <a:pt x="414" y="1702"/>
                  </a:cubicBezTo>
                  <a:cubicBezTo>
                    <a:pt x="448" y="1679"/>
                    <a:pt x="464" y="1669"/>
                    <a:pt x="466" y="1669"/>
                  </a:cubicBezTo>
                  <a:lnTo>
                    <a:pt x="466" y="1669"/>
                  </a:lnTo>
                  <a:cubicBezTo>
                    <a:pt x="468" y="1669"/>
                    <a:pt x="461" y="1676"/>
                    <a:pt x="449" y="1689"/>
                  </a:cubicBezTo>
                  <a:cubicBezTo>
                    <a:pt x="430" y="1705"/>
                    <a:pt x="411" y="1720"/>
                    <a:pt x="389" y="1736"/>
                  </a:cubicBezTo>
                  <a:cubicBezTo>
                    <a:pt x="358" y="1755"/>
                    <a:pt x="361" y="1761"/>
                    <a:pt x="367" y="1771"/>
                  </a:cubicBezTo>
                  <a:cubicBezTo>
                    <a:pt x="369" y="1774"/>
                    <a:pt x="373" y="1780"/>
                    <a:pt x="382" y="1780"/>
                  </a:cubicBezTo>
                  <a:cubicBezTo>
                    <a:pt x="388" y="1780"/>
                    <a:pt x="398" y="1777"/>
                    <a:pt x="411" y="1767"/>
                  </a:cubicBezTo>
                  <a:lnTo>
                    <a:pt x="411" y="1767"/>
                  </a:lnTo>
                  <a:lnTo>
                    <a:pt x="380" y="1789"/>
                  </a:lnTo>
                  <a:cubicBezTo>
                    <a:pt x="382" y="1794"/>
                    <a:pt x="369" y="1805"/>
                    <a:pt x="370" y="1805"/>
                  </a:cubicBezTo>
                  <a:cubicBezTo>
                    <a:pt x="371" y="1805"/>
                    <a:pt x="374" y="1803"/>
                    <a:pt x="383" y="1796"/>
                  </a:cubicBezTo>
                  <a:lnTo>
                    <a:pt x="383" y="1796"/>
                  </a:lnTo>
                  <a:cubicBezTo>
                    <a:pt x="383" y="1796"/>
                    <a:pt x="389" y="1802"/>
                    <a:pt x="367" y="1839"/>
                  </a:cubicBezTo>
                  <a:cubicBezTo>
                    <a:pt x="361" y="1851"/>
                    <a:pt x="364" y="1856"/>
                    <a:pt x="372" y="1856"/>
                  </a:cubicBezTo>
                  <a:cubicBezTo>
                    <a:pt x="390" y="1856"/>
                    <a:pt x="434" y="1829"/>
                    <a:pt x="464" y="1783"/>
                  </a:cubicBezTo>
                  <a:cubicBezTo>
                    <a:pt x="463" y="1780"/>
                    <a:pt x="462" y="1779"/>
                    <a:pt x="463" y="1779"/>
                  </a:cubicBezTo>
                  <a:lnTo>
                    <a:pt x="463" y="1779"/>
                  </a:lnTo>
                  <a:cubicBezTo>
                    <a:pt x="463" y="1779"/>
                    <a:pt x="465" y="1782"/>
                    <a:pt x="471" y="1789"/>
                  </a:cubicBezTo>
                  <a:cubicBezTo>
                    <a:pt x="471" y="1790"/>
                    <a:pt x="472" y="1790"/>
                    <a:pt x="473" y="1790"/>
                  </a:cubicBezTo>
                  <a:cubicBezTo>
                    <a:pt x="480" y="1790"/>
                    <a:pt x="502" y="1771"/>
                    <a:pt x="502" y="1771"/>
                  </a:cubicBezTo>
                  <a:cubicBezTo>
                    <a:pt x="520" y="1758"/>
                    <a:pt x="529" y="1753"/>
                    <a:pt x="534" y="1753"/>
                  </a:cubicBezTo>
                  <a:cubicBezTo>
                    <a:pt x="538" y="1753"/>
                    <a:pt x="540" y="1755"/>
                    <a:pt x="543" y="1758"/>
                  </a:cubicBezTo>
                  <a:lnTo>
                    <a:pt x="483" y="1805"/>
                  </a:lnTo>
                  <a:cubicBezTo>
                    <a:pt x="426" y="1848"/>
                    <a:pt x="397" y="1879"/>
                    <a:pt x="407" y="1879"/>
                  </a:cubicBezTo>
                  <a:cubicBezTo>
                    <a:pt x="412" y="1879"/>
                    <a:pt x="430" y="1868"/>
                    <a:pt x="464" y="1843"/>
                  </a:cubicBezTo>
                  <a:lnTo>
                    <a:pt x="464" y="1843"/>
                  </a:lnTo>
                  <a:lnTo>
                    <a:pt x="436" y="1868"/>
                  </a:lnTo>
                  <a:cubicBezTo>
                    <a:pt x="417" y="1884"/>
                    <a:pt x="414" y="1893"/>
                    <a:pt x="425" y="1893"/>
                  </a:cubicBezTo>
                  <a:cubicBezTo>
                    <a:pt x="430" y="1893"/>
                    <a:pt x="439" y="1891"/>
                    <a:pt x="452" y="1886"/>
                  </a:cubicBezTo>
                  <a:cubicBezTo>
                    <a:pt x="452" y="1887"/>
                    <a:pt x="453" y="1887"/>
                    <a:pt x="454" y="1887"/>
                  </a:cubicBezTo>
                  <a:cubicBezTo>
                    <a:pt x="465" y="1887"/>
                    <a:pt x="519" y="1844"/>
                    <a:pt x="546" y="1821"/>
                  </a:cubicBezTo>
                  <a:cubicBezTo>
                    <a:pt x="565" y="1801"/>
                    <a:pt x="573" y="1798"/>
                    <a:pt x="576" y="1798"/>
                  </a:cubicBezTo>
                  <a:cubicBezTo>
                    <a:pt x="577" y="1798"/>
                    <a:pt x="577" y="1799"/>
                    <a:pt x="577" y="1799"/>
                  </a:cubicBezTo>
                  <a:cubicBezTo>
                    <a:pt x="583" y="1805"/>
                    <a:pt x="583" y="1805"/>
                    <a:pt x="555" y="1830"/>
                  </a:cubicBezTo>
                  <a:cubicBezTo>
                    <a:pt x="525" y="1860"/>
                    <a:pt x="515" y="1877"/>
                    <a:pt x="523" y="1877"/>
                  </a:cubicBezTo>
                  <a:cubicBezTo>
                    <a:pt x="529" y="1877"/>
                    <a:pt x="545" y="1867"/>
                    <a:pt x="571" y="1846"/>
                  </a:cubicBezTo>
                  <a:lnTo>
                    <a:pt x="571" y="1846"/>
                  </a:lnTo>
                  <a:lnTo>
                    <a:pt x="543" y="1874"/>
                  </a:lnTo>
                  <a:cubicBezTo>
                    <a:pt x="519" y="1898"/>
                    <a:pt x="497" y="1934"/>
                    <a:pt x="543" y="1934"/>
                  </a:cubicBezTo>
                  <a:cubicBezTo>
                    <a:pt x="545" y="1934"/>
                    <a:pt x="547" y="1934"/>
                    <a:pt x="549" y="1933"/>
                  </a:cubicBezTo>
                  <a:cubicBezTo>
                    <a:pt x="574" y="1955"/>
                    <a:pt x="593" y="1971"/>
                    <a:pt x="568" y="1999"/>
                  </a:cubicBezTo>
                  <a:cubicBezTo>
                    <a:pt x="562" y="2007"/>
                    <a:pt x="563" y="2011"/>
                    <a:pt x="567" y="2011"/>
                  </a:cubicBezTo>
                  <a:cubicBezTo>
                    <a:pt x="581" y="2011"/>
                    <a:pt x="631" y="1980"/>
                    <a:pt x="671" y="1940"/>
                  </a:cubicBezTo>
                  <a:lnTo>
                    <a:pt x="671" y="1940"/>
                  </a:lnTo>
                  <a:cubicBezTo>
                    <a:pt x="649" y="1971"/>
                    <a:pt x="656" y="1977"/>
                    <a:pt x="668" y="1987"/>
                  </a:cubicBezTo>
                  <a:cubicBezTo>
                    <a:pt x="687" y="1999"/>
                    <a:pt x="687" y="1999"/>
                    <a:pt x="665" y="2031"/>
                  </a:cubicBezTo>
                  <a:cubicBezTo>
                    <a:pt x="641" y="2059"/>
                    <a:pt x="629" y="2073"/>
                    <a:pt x="630" y="2073"/>
                  </a:cubicBezTo>
                  <a:cubicBezTo>
                    <a:pt x="632" y="2073"/>
                    <a:pt x="645" y="2060"/>
                    <a:pt x="671" y="2034"/>
                  </a:cubicBezTo>
                  <a:cubicBezTo>
                    <a:pt x="688" y="2014"/>
                    <a:pt x="699" y="2006"/>
                    <a:pt x="704" y="2006"/>
                  </a:cubicBezTo>
                  <a:cubicBezTo>
                    <a:pt x="715" y="2006"/>
                    <a:pt x="705" y="2040"/>
                    <a:pt x="677" y="2084"/>
                  </a:cubicBezTo>
                  <a:cubicBezTo>
                    <a:pt x="659" y="2115"/>
                    <a:pt x="665" y="2122"/>
                    <a:pt x="681" y="2131"/>
                  </a:cubicBezTo>
                  <a:cubicBezTo>
                    <a:pt x="693" y="2117"/>
                    <a:pt x="703" y="2112"/>
                    <a:pt x="711" y="2112"/>
                  </a:cubicBezTo>
                  <a:cubicBezTo>
                    <a:pt x="719" y="2112"/>
                    <a:pt x="726" y="2117"/>
                    <a:pt x="734" y="2122"/>
                  </a:cubicBezTo>
                  <a:cubicBezTo>
                    <a:pt x="740" y="2125"/>
                    <a:pt x="744" y="2127"/>
                    <a:pt x="748" y="2127"/>
                  </a:cubicBezTo>
                  <a:cubicBezTo>
                    <a:pt x="759" y="2127"/>
                    <a:pt x="765" y="2112"/>
                    <a:pt x="790" y="2065"/>
                  </a:cubicBezTo>
                  <a:cubicBezTo>
                    <a:pt x="816" y="2017"/>
                    <a:pt x="826" y="2006"/>
                    <a:pt x="834" y="2006"/>
                  </a:cubicBezTo>
                  <a:cubicBezTo>
                    <a:pt x="837" y="2006"/>
                    <a:pt x="840" y="2007"/>
                    <a:pt x="844" y="2009"/>
                  </a:cubicBezTo>
                  <a:cubicBezTo>
                    <a:pt x="850" y="2012"/>
                    <a:pt x="856" y="2015"/>
                    <a:pt x="840" y="2049"/>
                  </a:cubicBezTo>
                  <a:cubicBezTo>
                    <a:pt x="840" y="2049"/>
                    <a:pt x="831" y="2087"/>
                    <a:pt x="837" y="2090"/>
                  </a:cubicBezTo>
                  <a:cubicBezTo>
                    <a:pt x="844" y="2093"/>
                    <a:pt x="853" y="2096"/>
                    <a:pt x="837" y="2131"/>
                  </a:cubicBezTo>
                  <a:cubicBezTo>
                    <a:pt x="837" y="2131"/>
                    <a:pt x="828" y="2169"/>
                    <a:pt x="844" y="2178"/>
                  </a:cubicBezTo>
                  <a:cubicBezTo>
                    <a:pt x="859" y="2184"/>
                    <a:pt x="872" y="2190"/>
                    <a:pt x="859" y="2225"/>
                  </a:cubicBezTo>
                  <a:cubicBezTo>
                    <a:pt x="861" y="2226"/>
                    <a:pt x="862" y="2226"/>
                    <a:pt x="863" y="2226"/>
                  </a:cubicBezTo>
                  <a:cubicBezTo>
                    <a:pt x="866" y="2226"/>
                    <a:pt x="869" y="2220"/>
                    <a:pt x="881" y="2194"/>
                  </a:cubicBezTo>
                  <a:cubicBezTo>
                    <a:pt x="889" y="2171"/>
                    <a:pt x="901" y="2150"/>
                    <a:pt x="913" y="2150"/>
                  </a:cubicBezTo>
                  <a:cubicBezTo>
                    <a:pt x="920" y="2150"/>
                    <a:pt x="926" y="2156"/>
                    <a:pt x="931" y="2172"/>
                  </a:cubicBezTo>
                  <a:cubicBezTo>
                    <a:pt x="938" y="2174"/>
                    <a:pt x="946" y="2177"/>
                    <a:pt x="953" y="2177"/>
                  </a:cubicBezTo>
                  <a:cubicBezTo>
                    <a:pt x="964" y="2177"/>
                    <a:pt x="974" y="2171"/>
                    <a:pt x="981" y="2150"/>
                  </a:cubicBezTo>
                  <a:lnTo>
                    <a:pt x="981" y="2150"/>
                  </a:lnTo>
                  <a:cubicBezTo>
                    <a:pt x="988" y="2153"/>
                    <a:pt x="988" y="2153"/>
                    <a:pt x="975" y="2190"/>
                  </a:cubicBezTo>
                  <a:cubicBezTo>
                    <a:pt x="964" y="2228"/>
                    <a:pt x="963" y="2248"/>
                    <a:pt x="971" y="2248"/>
                  </a:cubicBezTo>
                  <a:cubicBezTo>
                    <a:pt x="977" y="2248"/>
                    <a:pt x="990" y="2232"/>
                    <a:pt x="1006" y="2200"/>
                  </a:cubicBezTo>
                  <a:cubicBezTo>
                    <a:pt x="1011" y="2184"/>
                    <a:pt x="1015" y="2176"/>
                    <a:pt x="1018" y="2176"/>
                  </a:cubicBezTo>
                  <a:cubicBezTo>
                    <a:pt x="1022" y="2176"/>
                    <a:pt x="1024" y="2186"/>
                    <a:pt x="1022" y="2206"/>
                  </a:cubicBezTo>
                  <a:cubicBezTo>
                    <a:pt x="1022" y="2206"/>
                    <a:pt x="1022" y="2206"/>
                    <a:pt x="1023" y="2206"/>
                  </a:cubicBezTo>
                  <a:cubicBezTo>
                    <a:pt x="1024" y="2206"/>
                    <a:pt x="1031" y="2204"/>
                    <a:pt x="1047" y="2175"/>
                  </a:cubicBezTo>
                  <a:cubicBezTo>
                    <a:pt x="1055" y="2158"/>
                    <a:pt x="1059" y="2148"/>
                    <a:pt x="1062" y="2148"/>
                  </a:cubicBezTo>
                  <a:cubicBezTo>
                    <a:pt x="1064" y="2148"/>
                    <a:pt x="1066" y="2158"/>
                    <a:pt x="1069" y="2178"/>
                  </a:cubicBezTo>
                  <a:cubicBezTo>
                    <a:pt x="1060" y="2216"/>
                    <a:pt x="1069" y="2219"/>
                    <a:pt x="1075" y="2219"/>
                  </a:cubicBezTo>
                  <a:cubicBezTo>
                    <a:pt x="1084" y="2208"/>
                    <a:pt x="1099" y="2204"/>
                    <a:pt x="1115" y="2204"/>
                  </a:cubicBezTo>
                  <a:cubicBezTo>
                    <a:pt x="1147" y="2204"/>
                    <a:pt x="1184" y="2221"/>
                    <a:pt x="1188" y="2244"/>
                  </a:cubicBezTo>
                  <a:cubicBezTo>
                    <a:pt x="1201" y="2209"/>
                    <a:pt x="1201" y="2209"/>
                    <a:pt x="1207" y="2209"/>
                  </a:cubicBezTo>
                  <a:cubicBezTo>
                    <a:pt x="1207" y="2239"/>
                    <a:pt x="1209" y="2251"/>
                    <a:pt x="1212" y="2251"/>
                  </a:cubicBezTo>
                  <a:cubicBezTo>
                    <a:pt x="1216" y="2251"/>
                    <a:pt x="1222" y="2221"/>
                    <a:pt x="1226" y="2175"/>
                  </a:cubicBezTo>
                  <a:lnTo>
                    <a:pt x="1220" y="2172"/>
                  </a:lnTo>
                  <a:lnTo>
                    <a:pt x="1213" y="2172"/>
                  </a:lnTo>
                  <a:cubicBezTo>
                    <a:pt x="1217" y="2138"/>
                    <a:pt x="1223" y="2121"/>
                    <a:pt x="1228" y="2121"/>
                  </a:cubicBezTo>
                  <a:cubicBezTo>
                    <a:pt x="1234" y="2121"/>
                    <a:pt x="1237" y="2149"/>
                    <a:pt x="1232" y="2212"/>
                  </a:cubicBezTo>
                  <a:cubicBezTo>
                    <a:pt x="1231" y="2250"/>
                    <a:pt x="1231" y="2269"/>
                    <a:pt x="1233" y="2269"/>
                  </a:cubicBezTo>
                  <a:cubicBezTo>
                    <a:pt x="1235" y="2269"/>
                    <a:pt x="1240" y="2251"/>
                    <a:pt x="1248" y="2216"/>
                  </a:cubicBezTo>
                  <a:cubicBezTo>
                    <a:pt x="1254" y="2178"/>
                    <a:pt x="1259" y="2160"/>
                    <a:pt x="1262" y="2160"/>
                  </a:cubicBezTo>
                  <a:cubicBezTo>
                    <a:pt x="1266" y="2160"/>
                    <a:pt x="1268" y="2179"/>
                    <a:pt x="1270" y="2219"/>
                  </a:cubicBezTo>
                  <a:cubicBezTo>
                    <a:pt x="1267" y="2256"/>
                    <a:pt x="1265" y="2275"/>
                    <a:pt x="1266" y="2275"/>
                  </a:cubicBezTo>
                  <a:cubicBezTo>
                    <a:pt x="1267" y="2275"/>
                    <a:pt x="1271" y="2256"/>
                    <a:pt x="1279" y="2219"/>
                  </a:cubicBezTo>
                  <a:cubicBezTo>
                    <a:pt x="1293" y="2136"/>
                    <a:pt x="1305" y="2088"/>
                    <a:pt x="1313" y="2088"/>
                  </a:cubicBezTo>
                  <a:cubicBezTo>
                    <a:pt x="1318" y="2088"/>
                    <a:pt x="1321" y="2118"/>
                    <a:pt x="1320" y="2184"/>
                  </a:cubicBezTo>
                  <a:cubicBezTo>
                    <a:pt x="1317" y="2263"/>
                    <a:pt x="1323" y="2300"/>
                    <a:pt x="1329" y="2300"/>
                  </a:cubicBezTo>
                  <a:cubicBezTo>
                    <a:pt x="1339" y="2300"/>
                    <a:pt x="1339" y="2263"/>
                    <a:pt x="1342" y="2225"/>
                  </a:cubicBezTo>
                  <a:cubicBezTo>
                    <a:pt x="1339" y="2187"/>
                    <a:pt x="1339" y="2169"/>
                    <a:pt x="1341" y="2169"/>
                  </a:cubicBezTo>
                  <a:lnTo>
                    <a:pt x="1341" y="2169"/>
                  </a:lnTo>
                  <a:cubicBezTo>
                    <a:pt x="1344" y="2169"/>
                    <a:pt x="1350" y="2187"/>
                    <a:pt x="1357" y="2225"/>
                  </a:cubicBezTo>
                  <a:cubicBezTo>
                    <a:pt x="1370" y="2288"/>
                    <a:pt x="1381" y="2315"/>
                    <a:pt x="1392" y="2315"/>
                  </a:cubicBezTo>
                  <a:cubicBezTo>
                    <a:pt x="1401" y="2315"/>
                    <a:pt x="1410" y="2298"/>
                    <a:pt x="1420" y="2266"/>
                  </a:cubicBezTo>
                  <a:cubicBezTo>
                    <a:pt x="1434" y="2228"/>
                    <a:pt x="1447" y="2208"/>
                    <a:pt x="1454" y="2208"/>
                  </a:cubicBezTo>
                  <a:cubicBezTo>
                    <a:pt x="1461" y="2208"/>
                    <a:pt x="1462" y="2227"/>
                    <a:pt x="1455" y="2266"/>
                  </a:cubicBezTo>
                  <a:cubicBezTo>
                    <a:pt x="1447" y="2310"/>
                    <a:pt x="1444" y="2328"/>
                    <a:pt x="1446" y="2328"/>
                  </a:cubicBezTo>
                  <a:cubicBezTo>
                    <a:pt x="1446" y="2328"/>
                    <a:pt x="1449" y="2319"/>
                    <a:pt x="1455" y="2303"/>
                  </a:cubicBezTo>
                  <a:lnTo>
                    <a:pt x="1499" y="2300"/>
                  </a:lnTo>
                  <a:cubicBezTo>
                    <a:pt x="1505" y="2297"/>
                    <a:pt x="1511" y="2259"/>
                    <a:pt x="1505" y="2222"/>
                  </a:cubicBezTo>
                  <a:lnTo>
                    <a:pt x="1505" y="2222"/>
                  </a:lnTo>
                  <a:cubicBezTo>
                    <a:pt x="1514" y="2268"/>
                    <a:pt x="1527" y="2298"/>
                    <a:pt x="1537" y="2298"/>
                  </a:cubicBezTo>
                  <a:cubicBezTo>
                    <a:pt x="1544" y="2298"/>
                    <a:pt x="1549" y="2286"/>
                    <a:pt x="1552" y="2256"/>
                  </a:cubicBezTo>
                  <a:lnTo>
                    <a:pt x="1567" y="2256"/>
                  </a:lnTo>
                  <a:cubicBezTo>
                    <a:pt x="1574" y="2253"/>
                    <a:pt x="1574" y="2253"/>
                    <a:pt x="1577" y="2216"/>
                  </a:cubicBezTo>
                  <a:cubicBezTo>
                    <a:pt x="1578" y="2204"/>
                    <a:pt x="1580" y="2199"/>
                    <a:pt x="1582" y="2199"/>
                  </a:cubicBezTo>
                  <a:cubicBezTo>
                    <a:pt x="1588" y="2199"/>
                    <a:pt x="1597" y="2224"/>
                    <a:pt x="1608" y="2250"/>
                  </a:cubicBezTo>
                  <a:cubicBezTo>
                    <a:pt x="1619" y="2274"/>
                    <a:pt x="1630" y="2300"/>
                    <a:pt x="1633" y="2300"/>
                  </a:cubicBezTo>
                  <a:cubicBezTo>
                    <a:pt x="1633" y="2300"/>
                    <a:pt x="1633" y="2296"/>
                    <a:pt x="1630" y="2284"/>
                  </a:cubicBezTo>
                  <a:cubicBezTo>
                    <a:pt x="1627" y="2244"/>
                    <a:pt x="1627" y="2206"/>
                    <a:pt x="1630" y="2169"/>
                  </a:cubicBezTo>
                  <a:cubicBezTo>
                    <a:pt x="1630" y="2157"/>
                    <a:pt x="1632" y="2152"/>
                    <a:pt x="1634" y="2152"/>
                  </a:cubicBezTo>
                  <a:cubicBezTo>
                    <a:pt x="1638" y="2152"/>
                    <a:pt x="1646" y="2177"/>
                    <a:pt x="1646" y="2203"/>
                  </a:cubicBezTo>
                  <a:cubicBezTo>
                    <a:pt x="1649" y="2228"/>
                    <a:pt x="1661" y="2253"/>
                    <a:pt x="1680" y="2275"/>
                  </a:cubicBezTo>
                  <a:cubicBezTo>
                    <a:pt x="1690" y="2272"/>
                    <a:pt x="1705" y="2269"/>
                    <a:pt x="1696" y="2231"/>
                  </a:cubicBezTo>
                  <a:cubicBezTo>
                    <a:pt x="1690" y="2211"/>
                    <a:pt x="1703" y="2200"/>
                    <a:pt x="1719" y="2200"/>
                  </a:cubicBezTo>
                  <a:cubicBezTo>
                    <a:pt x="1730" y="2200"/>
                    <a:pt x="1743" y="2206"/>
                    <a:pt x="1752" y="2219"/>
                  </a:cubicBezTo>
                  <a:lnTo>
                    <a:pt x="1768" y="2212"/>
                  </a:lnTo>
                  <a:cubicBezTo>
                    <a:pt x="1774" y="2209"/>
                    <a:pt x="1768" y="2172"/>
                    <a:pt x="1777" y="2169"/>
                  </a:cubicBezTo>
                  <a:cubicBezTo>
                    <a:pt x="1777" y="2169"/>
                    <a:pt x="1784" y="2165"/>
                    <a:pt x="1777" y="2128"/>
                  </a:cubicBezTo>
                  <a:cubicBezTo>
                    <a:pt x="1779" y="2128"/>
                    <a:pt x="1780" y="2128"/>
                    <a:pt x="1782" y="2128"/>
                  </a:cubicBezTo>
                  <a:cubicBezTo>
                    <a:pt x="1789" y="2128"/>
                    <a:pt x="1795" y="2130"/>
                    <a:pt x="1806" y="2159"/>
                  </a:cubicBezTo>
                  <a:cubicBezTo>
                    <a:pt x="1796" y="2122"/>
                    <a:pt x="1791" y="2104"/>
                    <a:pt x="1794" y="2104"/>
                  </a:cubicBezTo>
                  <a:lnTo>
                    <a:pt x="1794" y="2104"/>
                  </a:lnTo>
                  <a:cubicBezTo>
                    <a:pt x="1796" y="2104"/>
                    <a:pt x="1804" y="2121"/>
                    <a:pt x="1821" y="2153"/>
                  </a:cubicBezTo>
                  <a:cubicBezTo>
                    <a:pt x="1837" y="2189"/>
                    <a:pt x="1845" y="2207"/>
                    <a:pt x="1846" y="2207"/>
                  </a:cubicBezTo>
                  <a:cubicBezTo>
                    <a:pt x="1847" y="2207"/>
                    <a:pt x="1842" y="2189"/>
                    <a:pt x="1831" y="2153"/>
                  </a:cubicBezTo>
                  <a:cubicBezTo>
                    <a:pt x="1826" y="2133"/>
                    <a:pt x="1823" y="2124"/>
                    <a:pt x="1826" y="2124"/>
                  </a:cubicBezTo>
                  <a:lnTo>
                    <a:pt x="1826" y="2124"/>
                  </a:lnTo>
                  <a:cubicBezTo>
                    <a:pt x="1828" y="2124"/>
                    <a:pt x="1834" y="2132"/>
                    <a:pt x="1846" y="2147"/>
                  </a:cubicBezTo>
                  <a:cubicBezTo>
                    <a:pt x="1852" y="2163"/>
                    <a:pt x="1858" y="2171"/>
                    <a:pt x="1860" y="2171"/>
                  </a:cubicBezTo>
                  <a:cubicBezTo>
                    <a:pt x="1862" y="2171"/>
                    <a:pt x="1861" y="2161"/>
                    <a:pt x="1853" y="2143"/>
                  </a:cubicBezTo>
                  <a:cubicBezTo>
                    <a:pt x="1836" y="2097"/>
                    <a:pt x="1832" y="2062"/>
                    <a:pt x="1840" y="2062"/>
                  </a:cubicBezTo>
                  <a:cubicBezTo>
                    <a:pt x="1845" y="2062"/>
                    <a:pt x="1853" y="2072"/>
                    <a:pt x="1865" y="2096"/>
                  </a:cubicBezTo>
                  <a:cubicBezTo>
                    <a:pt x="1865" y="2096"/>
                    <a:pt x="1871" y="2093"/>
                    <a:pt x="1862" y="2056"/>
                  </a:cubicBezTo>
                  <a:cubicBezTo>
                    <a:pt x="1848" y="2020"/>
                    <a:pt x="1840" y="2002"/>
                    <a:pt x="1840" y="2002"/>
                  </a:cubicBezTo>
                  <a:lnTo>
                    <a:pt x="1840" y="2002"/>
                  </a:lnTo>
                  <a:cubicBezTo>
                    <a:pt x="1841" y="2002"/>
                    <a:pt x="1849" y="2020"/>
                    <a:pt x="1868" y="2053"/>
                  </a:cubicBezTo>
                  <a:cubicBezTo>
                    <a:pt x="1888" y="2082"/>
                    <a:pt x="1900" y="2097"/>
                    <a:pt x="1904" y="2097"/>
                  </a:cubicBezTo>
                  <a:cubicBezTo>
                    <a:pt x="1909" y="2097"/>
                    <a:pt x="1904" y="2079"/>
                    <a:pt x="1887" y="2043"/>
                  </a:cubicBezTo>
                  <a:cubicBezTo>
                    <a:pt x="1887" y="2043"/>
                    <a:pt x="1881" y="2024"/>
                    <a:pt x="1886" y="2024"/>
                  </a:cubicBezTo>
                  <a:cubicBezTo>
                    <a:pt x="1888" y="2024"/>
                    <a:pt x="1892" y="2028"/>
                    <a:pt x="1900" y="2037"/>
                  </a:cubicBezTo>
                  <a:cubicBezTo>
                    <a:pt x="1914" y="2049"/>
                    <a:pt x="1934" y="2058"/>
                    <a:pt x="1948" y="2058"/>
                  </a:cubicBezTo>
                  <a:cubicBezTo>
                    <a:pt x="1965" y="2058"/>
                    <a:pt x="1973" y="2045"/>
                    <a:pt x="1947" y="2012"/>
                  </a:cubicBezTo>
                  <a:lnTo>
                    <a:pt x="1959" y="2002"/>
                  </a:lnTo>
                  <a:cubicBezTo>
                    <a:pt x="1972" y="2013"/>
                    <a:pt x="1981" y="2018"/>
                    <a:pt x="1985" y="2018"/>
                  </a:cubicBezTo>
                  <a:cubicBezTo>
                    <a:pt x="1992" y="2018"/>
                    <a:pt x="1990" y="2007"/>
                    <a:pt x="1981" y="1987"/>
                  </a:cubicBezTo>
                  <a:lnTo>
                    <a:pt x="1965" y="1952"/>
                  </a:lnTo>
                  <a:lnTo>
                    <a:pt x="1965" y="1952"/>
                  </a:lnTo>
                  <a:cubicBezTo>
                    <a:pt x="1986" y="1982"/>
                    <a:pt x="2012" y="2006"/>
                    <a:pt x="2021" y="2006"/>
                  </a:cubicBezTo>
                  <a:cubicBezTo>
                    <a:pt x="2021" y="2006"/>
                    <a:pt x="2021" y="2006"/>
                    <a:pt x="2022" y="2006"/>
                  </a:cubicBezTo>
                  <a:cubicBezTo>
                    <a:pt x="2031" y="1999"/>
                    <a:pt x="2028" y="1999"/>
                    <a:pt x="2006" y="1971"/>
                  </a:cubicBezTo>
                  <a:cubicBezTo>
                    <a:pt x="1978" y="1946"/>
                    <a:pt x="1984" y="1940"/>
                    <a:pt x="1987" y="1937"/>
                  </a:cubicBezTo>
                  <a:cubicBezTo>
                    <a:pt x="1988" y="1936"/>
                    <a:pt x="1988" y="1936"/>
                    <a:pt x="1989" y="1936"/>
                  </a:cubicBezTo>
                  <a:cubicBezTo>
                    <a:pt x="1997" y="1936"/>
                    <a:pt x="2026" y="1960"/>
                    <a:pt x="2050" y="1987"/>
                  </a:cubicBezTo>
                  <a:lnTo>
                    <a:pt x="2056" y="1984"/>
                  </a:lnTo>
                  <a:cubicBezTo>
                    <a:pt x="2026" y="1947"/>
                    <a:pt x="2016" y="1932"/>
                    <a:pt x="2019" y="1932"/>
                  </a:cubicBezTo>
                  <a:lnTo>
                    <a:pt x="2019" y="1932"/>
                  </a:lnTo>
                  <a:cubicBezTo>
                    <a:pt x="2021" y="1932"/>
                    <a:pt x="2028" y="1938"/>
                    <a:pt x="2038" y="1949"/>
                  </a:cubicBezTo>
                  <a:cubicBezTo>
                    <a:pt x="2056" y="1964"/>
                    <a:pt x="2065" y="1968"/>
                    <a:pt x="2070" y="1968"/>
                  </a:cubicBezTo>
                  <a:cubicBezTo>
                    <a:pt x="2074" y="1968"/>
                    <a:pt x="2076" y="1966"/>
                    <a:pt x="2078" y="1965"/>
                  </a:cubicBezTo>
                  <a:cubicBezTo>
                    <a:pt x="2069" y="1954"/>
                    <a:pt x="2067" y="1951"/>
                    <a:pt x="2069" y="1951"/>
                  </a:cubicBezTo>
                  <a:lnTo>
                    <a:pt x="2069" y="1951"/>
                  </a:lnTo>
                  <a:cubicBezTo>
                    <a:pt x="2071" y="1951"/>
                    <a:pt x="2082" y="1961"/>
                    <a:pt x="2078" y="1965"/>
                  </a:cubicBezTo>
                  <a:lnTo>
                    <a:pt x="2103" y="1993"/>
                  </a:lnTo>
                  <a:cubicBezTo>
                    <a:pt x="2111" y="1999"/>
                    <a:pt x="2115" y="2001"/>
                    <a:pt x="2117" y="2001"/>
                  </a:cubicBezTo>
                  <a:cubicBezTo>
                    <a:pt x="2122" y="2001"/>
                    <a:pt x="2103" y="1980"/>
                    <a:pt x="2085" y="1959"/>
                  </a:cubicBezTo>
                  <a:lnTo>
                    <a:pt x="2094" y="1949"/>
                  </a:lnTo>
                  <a:cubicBezTo>
                    <a:pt x="2100" y="1943"/>
                    <a:pt x="2106" y="1937"/>
                    <a:pt x="2075" y="1915"/>
                  </a:cubicBezTo>
                  <a:cubicBezTo>
                    <a:pt x="2050" y="1890"/>
                    <a:pt x="2022" y="1861"/>
                    <a:pt x="2028" y="1855"/>
                  </a:cubicBezTo>
                  <a:lnTo>
                    <a:pt x="2028" y="1855"/>
                  </a:lnTo>
                  <a:cubicBezTo>
                    <a:pt x="2051" y="1881"/>
                    <a:pt x="2076" y="1906"/>
                    <a:pt x="2083" y="1906"/>
                  </a:cubicBezTo>
                  <a:cubicBezTo>
                    <a:pt x="2084" y="1906"/>
                    <a:pt x="2084" y="1906"/>
                    <a:pt x="2085" y="1905"/>
                  </a:cubicBezTo>
                  <a:cubicBezTo>
                    <a:pt x="2085" y="1905"/>
                    <a:pt x="2086" y="1904"/>
                    <a:pt x="2087" y="1904"/>
                  </a:cubicBezTo>
                  <a:cubicBezTo>
                    <a:pt x="2096" y="1904"/>
                    <a:pt x="2119" y="1927"/>
                    <a:pt x="2119" y="1927"/>
                  </a:cubicBezTo>
                  <a:cubicBezTo>
                    <a:pt x="2135" y="1947"/>
                    <a:pt x="2145" y="1955"/>
                    <a:pt x="2151" y="1955"/>
                  </a:cubicBezTo>
                  <a:cubicBezTo>
                    <a:pt x="2162" y="1955"/>
                    <a:pt x="2155" y="1926"/>
                    <a:pt x="2141" y="1905"/>
                  </a:cubicBezTo>
                  <a:cubicBezTo>
                    <a:pt x="2117" y="1873"/>
                    <a:pt x="2107" y="1856"/>
                    <a:pt x="2112" y="1856"/>
                  </a:cubicBezTo>
                  <a:cubicBezTo>
                    <a:pt x="2117" y="1856"/>
                    <a:pt x="2131" y="1867"/>
                    <a:pt x="2157" y="1890"/>
                  </a:cubicBezTo>
                  <a:cubicBezTo>
                    <a:pt x="2171" y="1902"/>
                    <a:pt x="2179" y="1908"/>
                    <a:pt x="2181" y="1908"/>
                  </a:cubicBezTo>
                  <a:cubicBezTo>
                    <a:pt x="2188" y="1908"/>
                    <a:pt x="2148" y="1860"/>
                    <a:pt x="2088" y="1802"/>
                  </a:cubicBezTo>
                  <a:lnTo>
                    <a:pt x="2003" y="1724"/>
                  </a:lnTo>
                  <a:lnTo>
                    <a:pt x="2091" y="1796"/>
                  </a:lnTo>
                  <a:cubicBezTo>
                    <a:pt x="2155" y="1844"/>
                    <a:pt x="2185" y="1866"/>
                    <a:pt x="2192" y="1866"/>
                  </a:cubicBezTo>
                  <a:cubicBezTo>
                    <a:pt x="2199" y="1866"/>
                    <a:pt x="2188" y="1850"/>
                    <a:pt x="2166" y="1821"/>
                  </a:cubicBezTo>
                  <a:cubicBezTo>
                    <a:pt x="2156" y="1801"/>
                    <a:pt x="2150" y="1793"/>
                    <a:pt x="2152" y="1793"/>
                  </a:cubicBezTo>
                  <a:lnTo>
                    <a:pt x="2152" y="1793"/>
                  </a:lnTo>
                  <a:cubicBezTo>
                    <a:pt x="2154" y="1793"/>
                    <a:pt x="2162" y="1798"/>
                    <a:pt x="2175" y="1808"/>
                  </a:cubicBezTo>
                  <a:cubicBezTo>
                    <a:pt x="2190" y="1818"/>
                    <a:pt x="2198" y="1822"/>
                    <a:pt x="2205" y="1822"/>
                  </a:cubicBezTo>
                  <a:cubicBezTo>
                    <a:pt x="2212" y="1822"/>
                    <a:pt x="2217" y="1817"/>
                    <a:pt x="2226" y="1808"/>
                  </a:cubicBezTo>
                  <a:cubicBezTo>
                    <a:pt x="2241" y="1789"/>
                    <a:pt x="2244" y="1783"/>
                    <a:pt x="2213" y="1761"/>
                  </a:cubicBezTo>
                  <a:cubicBezTo>
                    <a:pt x="2216" y="1758"/>
                    <a:pt x="2219" y="1755"/>
                    <a:pt x="2222" y="1749"/>
                  </a:cubicBezTo>
                  <a:cubicBezTo>
                    <a:pt x="2243" y="1759"/>
                    <a:pt x="2255" y="1763"/>
                    <a:pt x="2260" y="1763"/>
                  </a:cubicBezTo>
                  <a:cubicBezTo>
                    <a:pt x="2273" y="1763"/>
                    <a:pt x="2246" y="1739"/>
                    <a:pt x="2197" y="1717"/>
                  </a:cubicBezTo>
                  <a:lnTo>
                    <a:pt x="2204" y="1705"/>
                  </a:lnTo>
                  <a:lnTo>
                    <a:pt x="2235" y="1724"/>
                  </a:lnTo>
                  <a:cubicBezTo>
                    <a:pt x="2245" y="1729"/>
                    <a:pt x="2252" y="1732"/>
                    <a:pt x="2259" y="1732"/>
                  </a:cubicBezTo>
                  <a:cubicBezTo>
                    <a:pt x="2275" y="1732"/>
                    <a:pt x="2285" y="1714"/>
                    <a:pt x="2307" y="1673"/>
                  </a:cubicBezTo>
                  <a:cubicBezTo>
                    <a:pt x="2338" y="1611"/>
                    <a:pt x="2338" y="1601"/>
                    <a:pt x="2269" y="1576"/>
                  </a:cubicBezTo>
                  <a:cubicBezTo>
                    <a:pt x="2229" y="1558"/>
                    <a:pt x="2212" y="1548"/>
                    <a:pt x="2220" y="1548"/>
                  </a:cubicBezTo>
                  <a:cubicBezTo>
                    <a:pt x="2225" y="1548"/>
                    <a:pt x="2242" y="1553"/>
                    <a:pt x="2273" y="1564"/>
                  </a:cubicBezTo>
                  <a:cubicBezTo>
                    <a:pt x="2296" y="1571"/>
                    <a:pt x="2319" y="1577"/>
                    <a:pt x="2325" y="1577"/>
                  </a:cubicBezTo>
                  <a:cubicBezTo>
                    <a:pt x="2329" y="1577"/>
                    <a:pt x="2326" y="1575"/>
                    <a:pt x="2313" y="1570"/>
                  </a:cubicBezTo>
                  <a:cubicBezTo>
                    <a:pt x="2313" y="1570"/>
                    <a:pt x="2315" y="1559"/>
                    <a:pt x="2340" y="1559"/>
                  </a:cubicBezTo>
                  <a:cubicBezTo>
                    <a:pt x="2345" y="1559"/>
                    <a:pt x="2350" y="1560"/>
                    <a:pt x="2357" y="1561"/>
                  </a:cubicBezTo>
                  <a:cubicBezTo>
                    <a:pt x="2439" y="1561"/>
                    <a:pt x="2404" y="1539"/>
                    <a:pt x="2367" y="1529"/>
                  </a:cubicBezTo>
                  <a:cubicBezTo>
                    <a:pt x="2325" y="1522"/>
                    <a:pt x="2319" y="1520"/>
                    <a:pt x="2328" y="1520"/>
                  </a:cubicBezTo>
                  <a:cubicBezTo>
                    <a:pt x="2335" y="1520"/>
                    <a:pt x="2353" y="1522"/>
                    <a:pt x="2370" y="1523"/>
                  </a:cubicBezTo>
                  <a:cubicBezTo>
                    <a:pt x="2383" y="1524"/>
                    <a:pt x="2398" y="1525"/>
                    <a:pt x="2408" y="1525"/>
                  </a:cubicBezTo>
                  <a:cubicBezTo>
                    <a:pt x="2427" y="1525"/>
                    <a:pt x="2434" y="1523"/>
                    <a:pt x="2410" y="1517"/>
                  </a:cubicBezTo>
                  <a:cubicBezTo>
                    <a:pt x="2380" y="1500"/>
                    <a:pt x="2357" y="1457"/>
                    <a:pt x="2400" y="1457"/>
                  </a:cubicBezTo>
                  <a:cubicBezTo>
                    <a:pt x="2406" y="1457"/>
                    <a:pt x="2414" y="1458"/>
                    <a:pt x="2423" y="1460"/>
                  </a:cubicBezTo>
                  <a:cubicBezTo>
                    <a:pt x="2423" y="1460"/>
                    <a:pt x="2426" y="1454"/>
                    <a:pt x="2429" y="1445"/>
                  </a:cubicBezTo>
                  <a:cubicBezTo>
                    <a:pt x="2392" y="1438"/>
                    <a:pt x="2395" y="1423"/>
                    <a:pt x="2398" y="1407"/>
                  </a:cubicBezTo>
                  <a:cubicBezTo>
                    <a:pt x="2401" y="1394"/>
                    <a:pt x="2403" y="1387"/>
                    <a:pt x="2426" y="1387"/>
                  </a:cubicBezTo>
                  <a:cubicBezTo>
                    <a:pt x="2430" y="1387"/>
                    <a:pt x="2436" y="1388"/>
                    <a:pt x="2442" y="1388"/>
                  </a:cubicBezTo>
                  <a:cubicBezTo>
                    <a:pt x="2454" y="1394"/>
                    <a:pt x="2462" y="1396"/>
                    <a:pt x="2466" y="1396"/>
                  </a:cubicBezTo>
                  <a:cubicBezTo>
                    <a:pt x="2474" y="1396"/>
                    <a:pt x="2467" y="1387"/>
                    <a:pt x="2442" y="1373"/>
                  </a:cubicBezTo>
                  <a:cubicBezTo>
                    <a:pt x="2442" y="1363"/>
                    <a:pt x="2370" y="1347"/>
                    <a:pt x="2370" y="1341"/>
                  </a:cubicBezTo>
                  <a:cubicBezTo>
                    <a:pt x="2332" y="1338"/>
                    <a:pt x="2294" y="1326"/>
                    <a:pt x="2294" y="1319"/>
                  </a:cubicBezTo>
                  <a:lnTo>
                    <a:pt x="2294" y="1319"/>
                  </a:lnTo>
                  <a:lnTo>
                    <a:pt x="2332" y="1322"/>
                  </a:lnTo>
                  <a:lnTo>
                    <a:pt x="2410" y="1329"/>
                  </a:lnTo>
                  <a:cubicBezTo>
                    <a:pt x="2410" y="1319"/>
                    <a:pt x="2410" y="1313"/>
                    <a:pt x="2373" y="1310"/>
                  </a:cubicBezTo>
                  <a:cubicBezTo>
                    <a:pt x="2410" y="1304"/>
                    <a:pt x="2414" y="1297"/>
                    <a:pt x="2414" y="1282"/>
                  </a:cubicBezTo>
                  <a:cubicBezTo>
                    <a:pt x="2417" y="1266"/>
                    <a:pt x="2417" y="1250"/>
                    <a:pt x="2379" y="1241"/>
                  </a:cubicBezTo>
                  <a:cubicBezTo>
                    <a:pt x="2454" y="1235"/>
                    <a:pt x="2454" y="1185"/>
                    <a:pt x="2379" y="1178"/>
                  </a:cubicBezTo>
                  <a:cubicBezTo>
                    <a:pt x="2374" y="1179"/>
                    <a:pt x="2370" y="1179"/>
                    <a:pt x="2366" y="1179"/>
                  </a:cubicBezTo>
                  <a:cubicBezTo>
                    <a:pt x="2342" y="1179"/>
                    <a:pt x="2347" y="1171"/>
                    <a:pt x="2379" y="1163"/>
                  </a:cubicBezTo>
                  <a:cubicBezTo>
                    <a:pt x="2417" y="1153"/>
                    <a:pt x="2417" y="1153"/>
                    <a:pt x="2379" y="1147"/>
                  </a:cubicBezTo>
                  <a:cubicBezTo>
                    <a:pt x="2342" y="1144"/>
                    <a:pt x="2379" y="1131"/>
                    <a:pt x="2417" y="1122"/>
                  </a:cubicBezTo>
                  <a:cubicBezTo>
                    <a:pt x="2492" y="1106"/>
                    <a:pt x="2492" y="1097"/>
                    <a:pt x="2454" y="1094"/>
                  </a:cubicBezTo>
                  <a:cubicBezTo>
                    <a:pt x="2414" y="1081"/>
                    <a:pt x="2410" y="1065"/>
                    <a:pt x="2410" y="1056"/>
                  </a:cubicBezTo>
                  <a:cubicBezTo>
                    <a:pt x="2386" y="1050"/>
                    <a:pt x="2376" y="1046"/>
                    <a:pt x="2365" y="1046"/>
                  </a:cubicBezTo>
                  <a:cubicBezTo>
                    <a:pt x="2357" y="1046"/>
                    <a:pt x="2349" y="1048"/>
                    <a:pt x="2335" y="1053"/>
                  </a:cubicBezTo>
                  <a:cubicBezTo>
                    <a:pt x="2310" y="1056"/>
                    <a:pt x="2282" y="1056"/>
                    <a:pt x="2257" y="1056"/>
                  </a:cubicBezTo>
                  <a:cubicBezTo>
                    <a:pt x="2230" y="1052"/>
                    <a:pt x="2241" y="1047"/>
                    <a:pt x="2250" y="1047"/>
                  </a:cubicBezTo>
                  <a:cubicBezTo>
                    <a:pt x="2254" y="1047"/>
                    <a:pt x="2257" y="1048"/>
                    <a:pt x="2257" y="1050"/>
                  </a:cubicBezTo>
                  <a:cubicBezTo>
                    <a:pt x="2268" y="1052"/>
                    <a:pt x="2276" y="1054"/>
                    <a:pt x="2283" y="1054"/>
                  </a:cubicBezTo>
                  <a:cubicBezTo>
                    <a:pt x="2299" y="1054"/>
                    <a:pt x="2305" y="1046"/>
                    <a:pt x="2332" y="1037"/>
                  </a:cubicBezTo>
                  <a:cubicBezTo>
                    <a:pt x="2370" y="1025"/>
                    <a:pt x="2367" y="1009"/>
                    <a:pt x="2367" y="1000"/>
                  </a:cubicBezTo>
                  <a:cubicBezTo>
                    <a:pt x="2363" y="993"/>
                    <a:pt x="2363" y="978"/>
                    <a:pt x="2360" y="968"/>
                  </a:cubicBezTo>
                  <a:cubicBezTo>
                    <a:pt x="2385" y="944"/>
                    <a:pt x="2390" y="935"/>
                    <a:pt x="2374" y="935"/>
                  </a:cubicBezTo>
                  <a:cubicBezTo>
                    <a:pt x="2369" y="935"/>
                    <a:pt x="2362" y="936"/>
                    <a:pt x="2354" y="937"/>
                  </a:cubicBezTo>
                  <a:lnTo>
                    <a:pt x="2316" y="946"/>
                  </a:lnTo>
                  <a:cubicBezTo>
                    <a:pt x="2383" y="926"/>
                    <a:pt x="2372" y="847"/>
                    <a:pt x="2311" y="847"/>
                  </a:cubicBezTo>
                  <a:cubicBezTo>
                    <a:pt x="2306" y="847"/>
                    <a:pt x="2300" y="848"/>
                    <a:pt x="2294" y="849"/>
                  </a:cubicBezTo>
                  <a:lnTo>
                    <a:pt x="2332" y="840"/>
                  </a:lnTo>
                  <a:cubicBezTo>
                    <a:pt x="2367" y="827"/>
                    <a:pt x="2363" y="818"/>
                    <a:pt x="2360" y="805"/>
                  </a:cubicBezTo>
                  <a:cubicBezTo>
                    <a:pt x="2357" y="796"/>
                    <a:pt x="2310" y="780"/>
                    <a:pt x="2304" y="758"/>
                  </a:cubicBezTo>
                  <a:cubicBezTo>
                    <a:pt x="2294" y="734"/>
                    <a:pt x="2288" y="716"/>
                    <a:pt x="2270" y="716"/>
                  </a:cubicBezTo>
                  <a:cubicBezTo>
                    <a:pt x="2265" y="716"/>
                    <a:pt x="2258" y="717"/>
                    <a:pt x="2251" y="721"/>
                  </a:cubicBezTo>
                  <a:cubicBezTo>
                    <a:pt x="2247" y="714"/>
                    <a:pt x="2247" y="714"/>
                    <a:pt x="2282" y="699"/>
                  </a:cubicBezTo>
                  <a:cubicBezTo>
                    <a:pt x="2320" y="689"/>
                    <a:pt x="2316" y="683"/>
                    <a:pt x="2313" y="674"/>
                  </a:cubicBezTo>
                  <a:cubicBezTo>
                    <a:pt x="2313" y="673"/>
                    <a:pt x="2312" y="672"/>
                    <a:pt x="2310" y="672"/>
                  </a:cubicBezTo>
                  <a:cubicBezTo>
                    <a:pt x="2299" y="672"/>
                    <a:pt x="2270" y="686"/>
                    <a:pt x="2241" y="699"/>
                  </a:cubicBezTo>
                  <a:cubicBezTo>
                    <a:pt x="2229" y="704"/>
                    <a:pt x="2221" y="707"/>
                    <a:pt x="2216" y="707"/>
                  </a:cubicBezTo>
                  <a:cubicBezTo>
                    <a:pt x="2209" y="707"/>
                    <a:pt x="2214" y="698"/>
                    <a:pt x="2232" y="680"/>
                  </a:cubicBezTo>
                  <a:cubicBezTo>
                    <a:pt x="2255" y="651"/>
                    <a:pt x="2246" y="623"/>
                    <a:pt x="2214" y="623"/>
                  </a:cubicBezTo>
                  <a:cubicBezTo>
                    <a:pt x="2210" y="623"/>
                    <a:pt x="2207" y="623"/>
                    <a:pt x="2204" y="624"/>
                  </a:cubicBezTo>
                  <a:cubicBezTo>
                    <a:pt x="2200" y="617"/>
                    <a:pt x="2197" y="611"/>
                    <a:pt x="2229" y="589"/>
                  </a:cubicBezTo>
                  <a:cubicBezTo>
                    <a:pt x="2252" y="571"/>
                    <a:pt x="2271" y="547"/>
                    <a:pt x="2250" y="547"/>
                  </a:cubicBezTo>
                  <a:cubicBezTo>
                    <a:pt x="2243" y="547"/>
                    <a:pt x="2230" y="550"/>
                    <a:pt x="2210" y="558"/>
                  </a:cubicBezTo>
                  <a:cubicBezTo>
                    <a:pt x="2207" y="548"/>
                    <a:pt x="2207" y="548"/>
                    <a:pt x="2238" y="530"/>
                  </a:cubicBezTo>
                  <a:cubicBezTo>
                    <a:pt x="2255" y="512"/>
                    <a:pt x="2274" y="498"/>
                    <a:pt x="2270" y="498"/>
                  </a:cubicBezTo>
                  <a:cubicBezTo>
                    <a:pt x="2267" y="498"/>
                    <a:pt x="2255" y="504"/>
                    <a:pt x="2229" y="517"/>
                  </a:cubicBezTo>
                  <a:cubicBezTo>
                    <a:pt x="2224" y="518"/>
                    <a:pt x="2220" y="518"/>
                    <a:pt x="2216" y="518"/>
                  </a:cubicBezTo>
                  <a:cubicBezTo>
                    <a:pt x="2186" y="518"/>
                    <a:pt x="2181" y="497"/>
                    <a:pt x="2200" y="467"/>
                  </a:cubicBezTo>
                  <a:cubicBezTo>
                    <a:pt x="2198" y="464"/>
                    <a:pt x="2195" y="461"/>
                    <a:pt x="2190" y="461"/>
                  </a:cubicBezTo>
                  <a:cubicBezTo>
                    <a:pt x="2185" y="461"/>
                    <a:pt x="2176" y="465"/>
                    <a:pt x="2160" y="476"/>
                  </a:cubicBezTo>
                  <a:cubicBezTo>
                    <a:pt x="2140" y="492"/>
                    <a:pt x="2118" y="507"/>
                    <a:pt x="2117" y="507"/>
                  </a:cubicBezTo>
                  <a:cubicBezTo>
                    <a:pt x="2117" y="507"/>
                    <a:pt x="2120" y="505"/>
                    <a:pt x="2128" y="498"/>
                  </a:cubicBezTo>
                  <a:cubicBezTo>
                    <a:pt x="2160" y="470"/>
                    <a:pt x="2174" y="457"/>
                    <a:pt x="2171" y="457"/>
                  </a:cubicBezTo>
                  <a:lnTo>
                    <a:pt x="2171" y="457"/>
                  </a:lnTo>
                  <a:cubicBezTo>
                    <a:pt x="2168" y="457"/>
                    <a:pt x="2151" y="467"/>
                    <a:pt x="2122" y="486"/>
                  </a:cubicBezTo>
                  <a:cubicBezTo>
                    <a:pt x="2109" y="495"/>
                    <a:pt x="2100" y="499"/>
                    <a:pt x="2098" y="499"/>
                  </a:cubicBezTo>
                  <a:cubicBezTo>
                    <a:pt x="2094" y="499"/>
                    <a:pt x="2101" y="492"/>
                    <a:pt x="2119" y="479"/>
                  </a:cubicBezTo>
                  <a:cubicBezTo>
                    <a:pt x="2144" y="448"/>
                    <a:pt x="2138" y="442"/>
                    <a:pt x="2138" y="442"/>
                  </a:cubicBezTo>
                  <a:cubicBezTo>
                    <a:pt x="2132" y="436"/>
                    <a:pt x="2078" y="429"/>
                    <a:pt x="2056" y="401"/>
                  </a:cubicBezTo>
                  <a:cubicBezTo>
                    <a:pt x="2032" y="369"/>
                    <a:pt x="2014" y="352"/>
                    <a:pt x="1998" y="352"/>
                  </a:cubicBezTo>
                  <a:cubicBezTo>
                    <a:pt x="1989" y="352"/>
                    <a:pt x="1981" y="357"/>
                    <a:pt x="1972" y="367"/>
                  </a:cubicBezTo>
                  <a:cubicBezTo>
                    <a:pt x="1957" y="377"/>
                    <a:pt x="1950" y="382"/>
                    <a:pt x="1948" y="382"/>
                  </a:cubicBezTo>
                  <a:cubicBezTo>
                    <a:pt x="1945" y="382"/>
                    <a:pt x="1950" y="374"/>
                    <a:pt x="1962" y="357"/>
                  </a:cubicBezTo>
                  <a:cubicBezTo>
                    <a:pt x="1981" y="323"/>
                    <a:pt x="1975" y="316"/>
                    <a:pt x="1969" y="313"/>
                  </a:cubicBezTo>
                  <a:cubicBezTo>
                    <a:pt x="1965" y="307"/>
                    <a:pt x="1959" y="301"/>
                    <a:pt x="1984" y="273"/>
                  </a:cubicBezTo>
                  <a:lnTo>
                    <a:pt x="1984" y="273"/>
                  </a:lnTo>
                  <a:cubicBezTo>
                    <a:pt x="1962" y="288"/>
                    <a:pt x="1955" y="293"/>
                    <a:pt x="1951" y="293"/>
                  </a:cubicBezTo>
                  <a:cubicBezTo>
                    <a:pt x="1950" y="293"/>
                    <a:pt x="1948" y="292"/>
                    <a:pt x="1947" y="291"/>
                  </a:cubicBezTo>
                  <a:cubicBezTo>
                    <a:pt x="1961" y="273"/>
                    <a:pt x="1965" y="263"/>
                    <a:pt x="1960" y="263"/>
                  </a:cubicBezTo>
                  <a:cubicBezTo>
                    <a:pt x="1957" y="263"/>
                    <a:pt x="1949" y="268"/>
                    <a:pt x="1937" y="279"/>
                  </a:cubicBezTo>
                  <a:cubicBezTo>
                    <a:pt x="1911" y="307"/>
                    <a:pt x="1898" y="321"/>
                    <a:pt x="1897" y="321"/>
                  </a:cubicBezTo>
                  <a:cubicBezTo>
                    <a:pt x="1895" y="321"/>
                    <a:pt x="1907" y="306"/>
                    <a:pt x="1931" y="276"/>
                  </a:cubicBezTo>
                  <a:cubicBezTo>
                    <a:pt x="1947" y="252"/>
                    <a:pt x="1953" y="222"/>
                    <a:pt x="1949" y="222"/>
                  </a:cubicBezTo>
                  <a:lnTo>
                    <a:pt x="1949" y="222"/>
                  </a:lnTo>
                  <a:cubicBezTo>
                    <a:pt x="1947" y="222"/>
                    <a:pt x="1944" y="226"/>
                    <a:pt x="1940" y="235"/>
                  </a:cubicBezTo>
                  <a:cubicBezTo>
                    <a:pt x="1918" y="266"/>
                    <a:pt x="1906" y="257"/>
                    <a:pt x="1878" y="282"/>
                  </a:cubicBezTo>
                  <a:cubicBezTo>
                    <a:pt x="1871" y="279"/>
                    <a:pt x="1865" y="276"/>
                    <a:pt x="1887" y="244"/>
                  </a:cubicBezTo>
                  <a:cubicBezTo>
                    <a:pt x="1894" y="227"/>
                    <a:pt x="1887" y="220"/>
                    <a:pt x="1874" y="220"/>
                  </a:cubicBezTo>
                  <a:cubicBezTo>
                    <a:pt x="1859" y="220"/>
                    <a:pt x="1838" y="229"/>
                    <a:pt x="1824" y="244"/>
                  </a:cubicBezTo>
                  <a:cubicBezTo>
                    <a:pt x="1816" y="259"/>
                    <a:pt x="1810" y="266"/>
                    <a:pt x="1808" y="266"/>
                  </a:cubicBezTo>
                  <a:cubicBezTo>
                    <a:pt x="1805" y="266"/>
                    <a:pt x="1808" y="257"/>
                    <a:pt x="1818" y="238"/>
                  </a:cubicBezTo>
                  <a:cubicBezTo>
                    <a:pt x="1837" y="207"/>
                    <a:pt x="1831" y="200"/>
                    <a:pt x="1824" y="197"/>
                  </a:cubicBezTo>
                  <a:lnTo>
                    <a:pt x="1824" y="197"/>
                  </a:lnTo>
                  <a:cubicBezTo>
                    <a:pt x="1818" y="205"/>
                    <a:pt x="1814" y="208"/>
                    <a:pt x="1813" y="208"/>
                  </a:cubicBezTo>
                  <a:cubicBezTo>
                    <a:pt x="1810" y="208"/>
                    <a:pt x="1823" y="186"/>
                    <a:pt x="1837" y="163"/>
                  </a:cubicBezTo>
                  <a:cubicBezTo>
                    <a:pt x="1862" y="132"/>
                    <a:pt x="1856" y="128"/>
                    <a:pt x="1840" y="122"/>
                  </a:cubicBezTo>
                  <a:lnTo>
                    <a:pt x="1840" y="122"/>
                  </a:lnTo>
                  <a:cubicBezTo>
                    <a:pt x="1830" y="134"/>
                    <a:pt x="1819" y="138"/>
                    <a:pt x="1808" y="138"/>
                  </a:cubicBezTo>
                  <a:cubicBezTo>
                    <a:pt x="1793" y="138"/>
                    <a:pt x="1779" y="130"/>
                    <a:pt x="1768" y="122"/>
                  </a:cubicBezTo>
                  <a:cubicBezTo>
                    <a:pt x="1761" y="119"/>
                    <a:pt x="1754" y="117"/>
                    <a:pt x="1748" y="117"/>
                  </a:cubicBezTo>
                  <a:cubicBezTo>
                    <a:pt x="1721" y="117"/>
                    <a:pt x="1701" y="147"/>
                    <a:pt x="1668" y="200"/>
                  </a:cubicBezTo>
                  <a:lnTo>
                    <a:pt x="1636" y="269"/>
                  </a:lnTo>
                  <a:lnTo>
                    <a:pt x="1661" y="200"/>
                  </a:lnTo>
                  <a:cubicBezTo>
                    <a:pt x="1674" y="163"/>
                    <a:pt x="1693" y="91"/>
                    <a:pt x="1693" y="91"/>
                  </a:cubicBezTo>
                  <a:cubicBezTo>
                    <a:pt x="1693" y="91"/>
                    <a:pt x="1692" y="91"/>
                    <a:pt x="1692" y="91"/>
                  </a:cubicBezTo>
                  <a:cubicBezTo>
                    <a:pt x="1685" y="91"/>
                    <a:pt x="1673" y="124"/>
                    <a:pt x="1661" y="160"/>
                  </a:cubicBezTo>
                  <a:cubicBezTo>
                    <a:pt x="1656" y="176"/>
                    <a:pt x="1651" y="183"/>
                    <a:pt x="1648" y="183"/>
                  </a:cubicBezTo>
                  <a:cubicBezTo>
                    <a:pt x="1644" y="183"/>
                    <a:pt x="1641" y="172"/>
                    <a:pt x="1640" y="150"/>
                  </a:cubicBezTo>
                  <a:cubicBezTo>
                    <a:pt x="1640" y="128"/>
                    <a:pt x="1637" y="117"/>
                    <a:pt x="1631" y="117"/>
                  </a:cubicBezTo>
                  <a:cubicBezTo>
                    <a:pt x="1627" y="117"/>
                    <a:pt x="1620" y="125"/>
                    <a:pt x="1611" y="141"/>
                  </a:cubicBezTo>
                  <a:cubicBezTo>
                    <a:pt x="1605" y="138"/>
                    <a:pt x="1599" y="138"/>
                    <a:pt x="1602" y="97"/>
                  </a:cubicBezTo>
                  <a:cubicBezTo>
                    <a:pt x="1600" y="96"/>
                    <a:pt x="1598" y="96"/>
                    <a:pt x="1597" y="96"/>
                  </a:cubicBezTo>
                  <a:cubicBezTo>
                    <a:pt x="1592" y="96"/>
                    <a:pt x="1590" y="102"/>
                    <a:pt x="1583" y="132"/>
                  </a:cubicBezTo>
                  <a:cubicBezTo>
                    <a:pt x="1579" y="149"/>
                    <a:pt x="1575" y="158"/>
                    <a:pt x="1573" y="158"/>
                  </a:cubicBezTo>
                  <a:cubicBezTo>
                    <a:pt x="1570" y="158"/>
                    <a:pt x="1569" y="147"/>
                    <a:pt x="1571" y="125"/>
                  </a:cubicBezTo>
                  <a:cubicBezTo>
                    <a:pt x="1576" y="80"/>
                    <a:pt x="1569" y="61"/>
                    <a:pt x="1562" y="61"/>
                  </a:cubicBezTo>
                  <a:cubicBezTo>
                    <a:pt x="1557" y="61"/>
                    <a:pt x="1551" y="70"/>
                    <a:pt x="1549" y="85"/>
                  </a:cubicBezTo>
                  <a:cubicBezTo>
                    <a:pt x="1543" y="117"/>
                    <a:pt x="1536" y="119"/>
                    <a:pt x="1530" y="119"/>
                  </a:cubicBezTo>
                  <a:cubicBezTo>
                    <a:pt x="1529" y="119"/>
                    <a:pt x="1528" y="119"/>
                    <a:pt x="1527" y="119"/>
                  </a:cubicBezTo>
                  <a:cubicBezTo>
                    <a:pt x="1525" y="118"/>
                    <a:pt x="1524" y="118"/>
                    <a:pt x="1522" y="118"/>
                  </a:cubicBezTo>
                  <a:cubicBezTo>
                    <a:pt x="1516" y="118"/>
                    <a:pt x="1508" y="124"/>
                    <a:pt x="1499" y="150"/>
                  </a:cubicBezTo>
                  <a:lnTo>
                    <a:pt x="1486" y="147"/>
                  </a:lnTo>
                  <a:cubicBezTo>
                    <a:pt x="1477" y="147"/>
                    <a:pt x="1488" y="113"/>
                    <a:pt x="1497" y="113"/>
                  </a:cubicBezTo>
                  <a:cubicBezTo>
                    <a:pt x="1498" y="113"/>
                    <a:pt x="1498" y="113"/>
                    <a:pt x="1499" y="113"/>
                  </a:cubicBezTo>
                  <a:lnTo>
                    <a:pt x="1495" y="72"/>
                  </a:lnTo>
                  <a:cubicBezTo>
                    <a:pt x="1493" y="72"/>
                    <a:pt x="1491" y="72"/>
                    <a:pt x="1489" y="72"/>
                  </a:cubicBezTo>
                  <a:cubicBezTo>
                    <a:pt x="1477" y="72"/>
                    <a:pt x="1469" y="74"/>
                    <a:pt x="1461" y="106"/>
                  </a:cubicBezTo>
                  <a:cubicBezTo>
                    <a:pt x="1453" y="142"/>
                    <a:pt x="1449" y="160"/>
                    <a:pt x="1448" y="160"/>
                  </a:cubicBezTo>
                  <a:cubicBezTo>
                    <a:pt x="1448" y="160"/>
                    <a:pt x="1450" y="141"/>
                    <a:pt x="1455" y="103"/>
                  </a:cubicBezTo>
                  <a:cubicBezTo>
                    <a:pt x="1457" y="76"/>
                    <a:pt x="1454" y="49"/>
                    <a:pt x="1449" y="49"/>
                  </a:cubicBezTo>
                  <a:cubicBezTo>
                    <a:pt x="1447" y="49"/>
                    <a:pt x="1445" y="53"/>
                    <a:pt x="1442" y="63"/>
                  </a:cubicBezTo>
                  <a:cubicBezTo>
                    <a:pt x="1437" y="94"/>
                    <a:pt x="1433" y="106"/>
                    <a:pt x="1430" y="106"/>
                  </a:cubicBezTo>
                  <a:cubicBezTo>
                    <a:pt x="1426" y="106"/>
                    <a:pt x="1425" y="84"/>
                    <a:pt x="1426" y="63"/>
                  </a:cubicBezTo>
                  <a:cubicBezTo>
                    <a:pt x="1433" y="25"/>
                    <a:pt x="1435" y="6"/>
                    <a:pt x="1432" y="6"/>
                  </a:cubicBezTo>
                  <a:close/>
                  <a:moveTo>
                    <a:pt x="2191" y="2654"/>
                  </a:moveTo>
                  <a:cubicBezTo>
                    <a:pt x="2188" y="2654"/>
                    <a:pt x="2186" y="2655"/>
                    <a:pt x="2182" y="2657"/>
                  </a:cubicBezTo>
                  <a:cubicBezTo>
                    <a:pt x="2185" y="2682"/>
                    <a:pt x="2194" y="2708"/>
                    <a:pt x="2204" y="2729"/>
                  </a:cubicBezTo>
                  <a:cubicBezTo>
                    <a:pt x="2211" y="2742"/>
                    <a:pt x="2217" y="2750"/>
                    <a:pt x="2220" y="2750"/>
                  </a:cubicBezTo>
                  <a:cubicBezTo>
                    <a:pt x="2227" y="2750"/>
                    <a:pt x="2226" y="2730"/>
                    <a:pt x="2210" y="2682"/>
                  </a:cubicBezTo>
                  <a:cubicBezTo>
                    <a:pt x="2199" y="2661"/>
                    <a:pt x="2196" y="2654"/>
                    <a:pt x="2191" y="26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37"/>
            <p:cNvSpPr/>
            <p:nvPr/>
          </p:nvSpPr>
          <p:spPr>
            <a:xfrm>
              <a:off x="2954241" y="3936365"/>
              <a:ext cx="37031" cy="40563"/>
            </a:xfrm>
            <a:custGeom>
              <a:avLst/>
              <a:gdLst/>
              <a:ahLst/>
              <a:cxnLst/>
              <a:rect l="l" t="t" r="r" b="b"/>
              <a:pathLst>
                <a:path w="2492" h="2751" extrusionOk="0">
                  <a:moveTo>
                    <a:pt x="1266" y="1"/>
                  </a:moveTo>
                  <a:cubicBezTo>
                    <a:pt x="1266" y="1"/>
                    <a:pt x="1267" y="8"/>
                    <a:pt x="1271" y="20"/>
                  </a:cubicBezTo>
                  <a:lnTo>
                    <a:pt x="1271" y="20"/>
                  </a:lnTo>
                  <a:cubicBezTo>
                    <a:pt x="1269" y="7"/>
                    <a:pt x="1267" y="1"/>
                    <a:pt x="1266" y="1"/>
                  </a:cubicBezTo>
                  <a:close/>
                  <a:moveTo>
                    <a:pt x="1271" y="20"/>
                  </a:moveTo>
                  <a:cubicBezTo>
                    <a:pt x="1272" y="27"/>
                    <a:pt x="1273" y="35"/>
                    <a:pt x="1274" y="46"/>
                  </a:cubicBezTo>
                  <a:lnTo>
                    <a:pt x="1274" y="46"/>
                  </a:lnTo>
                  <a:cubicBezTo>
                    <a:pt x="1274" y="40"/>
                    <a:pt x="1273" y="33"/>
                    <a:pt x="1272" y="26"/>
                  </a:cubicBezTo>
                  <a:cubicBezTo>
                    <a:pt x="1272" y="24"/>
                    <a:pt x="1271" y="22"/>
                    <a:pt x="1271" y="20"/>
                  </a:cubicBezTo>
                  <a:close/>
                  <a:moveTo>
                    <a:pt x="1210" y="145"/>
                  </a:moveTo>
                  <a:cubicBezTo>
                    <a:pt x="1206" y="145"/>
                    <a:pt x="1207" y="161"/>
                    <a:pt x="1208" y="161"/>
                  </a:cubicBezTo>
                  <a:cubicBezTo>
                    <a:pt x="1209" y="161"/>
                    <a:pt x="1210" y="157"/>
                    <a:pt x="1210" y="145"/>
                  </a:cubicBezTo>
                  <a:close/>
                  <a:moveTo>
                    <a:pt x="1266" y="176"/>
                  </a:moveTo>
                  <a:lnTo>
                    <a:pt x="1279" y="214"/>
                  </a:lnTo>
                  <a:lnTo>
                    <a:pt x="1272" y="214"/>
                  </a:lnTo>
                  <a:cubicBezTo>
                    <a:pt x="1271" y="214"/>
                    <a:pt x="1270" y="215"/>
                    <a:pt x="1269" y="215"/>
                  </a:cubicBezTo>
                  <a:cubicBezTo>
                    <a:pt x="1266" y="215"/>
                    <a:pt x="1265" y="208"/>
                    <a:pt x="1260" y="179"/>
                  </a:cubicBezTo>
                  <a:lnTo>
                    <a:pt x="1266" y="176"/>
                  </a:lnTo>
                  <a:close/>
                  <a:moveTo>
                    <a:pt x="1197" y="185"/>
                  </a:moveTo>
                  <a:lnTo>
                    <a:pt x="1213" y="220"/>
                  </a:lnTo>
                  <a:lnTo>
                    <a:pt x="1204" y="223"/>
                  </a:lnTo>
                  <a:cubicBezTo>
                    <a:pt x="1197" y="223"/>
                    <a:pt x="1197" y="223"/>
                    <a:pt x="1191" y="185"/>
                  </a:cubicBezTo>
                  <a:close/>
                  <a:moveTo>
                    <a:pt x="1316" y="173"/>
                  </a:moveTo>
                  <a:cubicBezTo>
                    <a:pt x="1329" y="173"/>
                    <a:pt x="1329" y="173"/>
                    <a:pt x="1326" y="211"/>
                  </a:cubicBezTo>
                  <a:cubicBezTo>
                    <a:pt x="1323" y="229"/>
                    <a:pt x="1319" y="239"/>
                    <a:pt x="1317" y="239"/>
                  </a:cubicBezTo>
                  <a:cubicBezTo>
                    <a:pt x="1314" y="239"/>
                    <a:pt x="1312" y="229"/>
                    <a:pt x="1310" y="211"/>
                  </a:cubicBezTo>
                  <a:cubicBezTo>
                    <a:pt x="1307" y="173"/>
                    <a:pt x="1307" y="173"/>
                    <a:pt x="1316" y="173"/>
                  </a:cubicBezTo>
                  <a:close/>
                  <a:moveTo>
                    <a:pt x="1138" y="236"/>
                  </a:moveTo>
                  <a:cubicBezTo>
                    <a:pt x="1150" y="261"/>
                    <a:pt x="1160" y="283"/>
                    <a:pt x="1166" y="308"/>
                  </a:cubicBezTo>
                  <a:lnTo>
                    <a:pt x="1160" y="311"/>
                  </a:lnTo>
                  <a:cubicBezTo>
                    <a:pt x="1153" y="311"/>
                    <a:pt x="1144" y="276"/>
                    <a:pt x="1144" y="276"/>
                  </a:cubicBezTo>
                  <a:cubicBezTo>
                    <a:pt x="1144" y="276"/>
                    <a:pt x="1131" y="239"/>
                    <a:pt x="1138" y="236"/>
                  </a:cubicBezTo>
                  <a:close/>
                  <a:moveTo>
                    <a:pt x="877" y="323"/>
                  </a:moveTo>
                  <a:cubicBezTo>
                    <a:pt x="878" y="323"/>
                    <a:pt x="881" y="326"/>
                    <a:pt x="887" y="336"/>
                  </a:cubicBezTo>
                  <a:lnTo>
                    <a:pt x="906" y="367"/>
                  </a:lnTo>
                  <a:cubicBezTo>
                    <a:pt x="917" y="395"/>
                    <a:pt x="927" y="420"/>
                    <a:pt x="924" y="420"/>
                  </a:cubicBezTo>
                  <a:cubicBezTo>
                    <a:pt x="923" y="420"/>
                    <a:pt x="920" y="417"/>
                    <a:pt x="915" y="408"/>
                  </a:cubicBezTo>
                  <a:cubicBezTo>
                    <a:pt x="903" y="386"/>
                    <a:pt x="890" y="364"/>
                    <a:pt x="881" y="339"/>
                  </a:cubicBezTo>
                  <a:cubicBezTo>
                    <a:pt x="881" y="339"/>
                    <a:pt x="875" y="323"/>
                    <a:pt x="877" y="323"/>
                  </a:cubicBezTo>
                  <a:close/>
                  <a:moveTo>
                    <a:pt x="1432" y="370"/>
                  </a:moveTo>
                  <a:cubicBezTo>
                    <a:pt x="1432" y="370"/>
                    <a:pt x="1432" y="370"/>
                    <a:pt x="1432" y="370"/>
                  </a:cubicBezTo>
                  <a:lnTo>
                    <a:pt x="1435" y="408"/>
                  </a:lnTo>
                  <a:cubicBezTo>
                    <a:pt x="1432" y="446"/>
                    <a:pt x="1426" y="446"/>
                    <a:pt x="1426" y="446"/>
                  </a:cubicBezTo>
                  <a:cubicBezTo>
                    <a:pt x="1423" y="442"/>
                    <a:pt x="1423" y="442"/>
                    <a:pt x="1426" y="405"/>
                  </a:cubicBezTo>
                  <a:cubicBezTo>
                    <a:pt x="1426" y="405"/>
                    <a:pt x="1429" y="370"/>
                    <a:pt x="1432" y="370"/>
                  </a:cubicBezTo>
                  <a:close/>
                  <a:moveTo>
                    <a:pt x="1970" y="417"/>
                  </a:moveTo>
                  <a:cubicBezTo>
                    <a:pt x="1971" y="417"/>
                    <a:pt x="1971" y="417"/>
                    <a:pt x="1971" y="417"/>
                  </a:cubicBezTo>
                  <a:lnTo>
                    <a:pt x="1978" y="424"/>
                  </a:lnTo>
                  <a:cubicBezTo>
                    <a:pt x="1959" y="442"/>
                    <a:pt x="1937" y="458"/>
                    <a:pt x="1918" y="474"/>
                  </a:cubicBezTo>
                  <a:lnTo>
                    <a:pt x="1912" y="468"/>
                  </a:lnTo>
                  <a:cubicBezTo>
                    <a:pt x="1939" y="444"/>
                    <a:pt x="1962" y="417"/>
                    <a:pt x="1970" y="417"/>
                  </a:cubicBezTo>
                  <a:close/>
                  <a:moveTo>
                    <a:pt x="1370" y="402"/>
                  </a:moveTo>
                  <a:lnTo>
                    <a:pt x="1376" y="439"/>
                  </a:lnTo>
                  <a:lnTo>
                    <a:pt x="1373" y="477"/>
                  </a:lnTo>
                  <a:lnTo>
                    <a:pt x="1366" y="477"/>
                  </a:lnTo>
                  <a:cubicBezTo>
                    <a:pt x="1363" y="452"/>
                    <a:pt x="1366" y="427"/>
                    <a:pt x="1370" y="402"/>
                  </a:cubicBezTo>
                  <a:close/>
                  <a:moveTo>
                    <a:pt x="1618" y="508"/>
                  </a:moveTo>
                  <a:lnTo>
                    <a:pt x="1618" y="508"/>
                  </a:lnTo>
                  <a:cubicBezTo>
                    <a:pt x="1617" y="510"/>
                    <a:pt x="1615" y="512"/>
                    <a:pt x="1614" y="515"/>
                  </a:cubicBezTo>
                  <a:cubicBezTo>
                    <a:pt x="1609" y="525"/>
                    <a:pt x="1608" y="529"/>
                    <a:pt x="1608" y="529"/>
                  </a:cubicBezTo>
                  <a:cubicBezTo>
                    <a:pt x="1608" y="529"/>
                    <a:pt x="1612" y="520"/>
                    <a:pt x="1618" y="508"/>
                  </a:cubicBezTo>
                  <a:close/>
                  <a:moveTo>
                    <a:pt x="768" y="558"/>
                  </a:moveTo>
                  <a:cubicBezTo>
                    <a:pt x="799" y="580"/>
                    <a:pt x="824" y="612"/>
                    <a:pt x="840" y="646"/>
                  </a:cubicBezTo>
                  <a:cubicBezTo>
                    <a:pt x="839" y="647"/>
                    <a:pt x="839" y="648"/>
                    <a:pt x="838" y="648"/>
                  </a:cubicBezTo>
                  <a:cubicBezTo>
                    <a:pt x="835" y="648"/>
                    <a:pt x="830" y="642"/>
                    <a:pt x="809" y="621"/>
                  </a:cubicBezTo>
                  <a:cubicBezTo>
                    <a:pt x="784" y="596"/>
                    <a:pt x="762" y="565"/>
                    <a:pt x="768" y="558"/>
                  </a:cubicBezTo>
                  <a:close/>
                  <a:moveTo>
                    <a:pt x="2157" y="637"/>
                  </a:moveTo>
                  <a:cubicBezTo>
                    <a:pt x="2168" y="637"/>
                    <a:pt x="2173" y="645"/>
                    <a:pt x="2175" y="649"/>
                  </a:cubicBezTo>
                  <a:cubicBezTo>
                    <a:pt x="2149" y="670"/>
                    <a:pt x="2121" y="682"/>
                    <a:pt x="2110" y="682"/>
                  </a:cubicBezTo>
                  <a:cubicBezTo>
                    <a:pt x="2108" y="682"/>
                    <a:pt x="2107" y="682"/>
                    <a:pt x="2106" y="681"/>
                  </a:cubicBezTo>
                  <a:lnTo>
                    <a:pt x="2103" y="681"/>
                  </a:lnTo>
                  <a:cubicBezTo>
                    <a:pt x="2100" y="665"/>
                    <a:pt x="2100" y="665"/>
                    <a:pt x="2131" y="646"/>
                  </a:cubicBezTo>
                  <a:cubicBezTo>
                    <a:pt x="2142" y="640"/>
                    <a:pt x="2150" y="637"/>
                    <a:pt x="2157" y="637"/>
                  </a:cubicBezTo>
                  <a:close/>
                  <a:moveTo>
                    <a:pt x="2286" y="1135"/>
                  </a:moveTo>
                  <a:cubicBezTo>
                    <a:pt x="2297" y="1135"/>
                    <a:pt x="2303" y="1136"/>
                    <a:pt x="2303" y="1138"/>
                  </a:cubicBezTo>
                  <a:lnTo>
                    <a:pt x="2266" y="1148"/>
                  </a:lnTo>
                  <a:lnTo>
                    <a:pt x="2228" y="1144"/>
                  </a:lnTo>
                  <a:lnTo>
                    <a:pt x="2228" y="1138"/>
                  </a:lnTo>
                  <a:cubicBezTo>
                    <a:pt x="2250" y="1136"/>
                    <a:pt x="2272" y="1135"/>
                    <a:pt x="2286" y="1135"/>
                  </a:cubicBezTo>
                  <a:close/>
                  <a:moveTo>
                    <a:pt x="1999" y="1226"/>
                  </a:moveTo>
                  <a:cubicBezTo>
                    <a:pt x="2040" y="1226"/>
                    <a:pt x="2078" y="1226"/>
                    <a:pt x="2078" y="1232"/>
                  </a:cubicBezTo>
                  <a:lnTo>
                    <a:pt x="2078" y="1238"/>
                  </a:lnTo>
                  <a:cubicBezTo>
                    <a:pt x="2053" y="1238"/>
                    <a:pt x="2028" y="1235"/>
                    <a:pt x="1999" y="1232"/>
                  </a:cubicBezTo>
                  <a:lnTo>
                    <a:pt x="1999" y="1226"/>
                  </a:lnTo>
                  <a:close/>
                  <a:moveTo>
                    <a:pt x="603" y="1322"/>
                  </a:moveTo>
                  <a:cubicBezTo>
                    <a:pt x="635" y="1322"/>
                    <a:pt x="572" y="1336"/>
                    <a:pt x="508" y="1339"/>
                  </a:cubicBezTo>
                  <a:cubicBezTo>
                    <a:pt x="478" y="1342"/>
                    <a:pt x="460" y="1344"/>
                    <a:pt x="454" y="1344"/>
                  </a:cubicBezTo>
                  <a:cubicBezTo>
                    <a:pt x="444" y="1344"/>
                    <a:pt x="462" y="1340"/>
                    <a:pt x="508" y="1332"/>
                  </a:cubicBezTo>
                  <a:lnTo>
                    <a:pt x="505" y="1332"/>
                  </a:lnTo>
                  <a:cubicBezTo>
                    <a:pt x="530" y="1326"/>
                    <a:pt x="555" y="1323"/>
                    <a:pt x="580" y="1323"/>
                  </a:cubicBezTo>
                  <a:cubicBezTo>
                    <a:pt x="591" y="1322"/>
                    <a:pt x="598" y="1322"/>
                    <a:pt x="603" y="1322"/>
                  </a:cubicBezTo>
                  <a:close/>
                  <a:moveTo>
                    <a:pt x="2261" y="1346"/>
                  </a:moveTo>
                  <a:cubicBezTo>
                    <a:pt x="2266" y="1346"/>
                    <a:pt x="2275" y="1347"/>
                    <a:pt x="2291" y="1348"/>
                  </a:cubicBezTo>
                  <a:cubicBezTo>
                    <a:pt x="2316" y="1351"/>
                    <a:pt x="2341" y="1358"/>
                    <a:pt x="2366" y="1364"/>
                  </a:cubicBezTo>
                  <a:cubicBezTo>
                    <a:pt x="2366" y="1366"/>
                    <a:pt x="2363" y="1366"/>
                    <a:pt x="2358" y="1366"/>
                  </a:cubicBezTo>
                  <a:cubicBezTo>
                    <a:pt x="2338" y="1366"/>
                    <a:pt x="2284" y="1354"/>
                    <a:pt x="2253" y="1351"/>
                  </a:cubicBezTo>
                  <a:cubicBezTo>
                    <a:pt x="2253" y="1348"/>
                    <a:pt x="2253" y="1346"/>
                    <a:pt x="2261" y="1346"/>
                  </a:cubicBezTo>
                  <a:close/>
                  <a:moveTo>
                    <a:pt x="2253" y="1514"/>
                  </a:moveTo>
                  <a:cubicBezTo>
                    <a:pt x="2288" y="1524"/>
                    <a:pt x="2325" y="1533"/>
                    <a:pt x="2322" y="1542"/>
                  </a:cubicBezTo>
                  <a:lnTo>
                    <a:pt x="2285" y="1536"/>
                  </a:lnTo>
                  <a:lnTo>
                    <a:pt x="2250" y="1520"/>
                  </a:lnTo>
                  <a:lnTo>
                    <a:pt x="2253" y="1514"/>
                  </a:lnTo>
                  <a:close/>
                  <a:moveTo>
                    <a:pt x="759" y="1546"/>
                  </a:moveTo>
                  <a:lnTo>
                    <a:pt x="733" y="1571"/>
                  </a:lnTo>
                  <a:lnTo>
                    <a:pt x="733" y="1577"/>
                  </a:lnTo>
                  <a:cubicBezTo>
                    <a:pt x="765" y="1552"/>
                    <a:pt x="765" y="1552"/>
                    <a:pt x="762" y="1549"/>
                  </a:cubicBezTo>
                  <a:lnTo>
                    <a:pt x="759" y="1546"/>
                  </a:lnTo>
                  <a:close/>
                  <a:moveTo>
                    <a:pt x="1603" y="1551"/>
                  </a:moveTo>
                  <a:cubicBezTo>
                    <a:pt x="1603" y="1551"/>
                    <a:pt x="1602" y="1551"/>
                    <a:pt x="1602" y="1552"/>
                  </a:cubicBezTo>
                  <a:cubicBezTo>
                    <a:pt x="1598" y="1552"/>
                    <a:pt x="1598" y="1552"/>
                    <a:pt x="1617" y="1586"/>
                  </a:cubicBezTo>
                  <a:lnTo>
                    <a:pt x="1623" y="1583"/>
                  </a:lnTo>
                  <a:cubicBezTo>
                    <a:pt x="1609" y="1557"/>
                    <a:pt x="1606" y="1551"/>
                    <a:pt x="1603" y="1551"/>
                  </a:cubicBezTo>
                  <a:close/>
                  <a:moveTo>
                    <a:pt x="563" y="1592"/>
                  </a:moveTo>
                  <a:cubicBezTo>
                    <a:pt x="568" y="1592"/>
                    <a:pt x="569" y="1594"/>
                    <a:pt x="570" y="1596"/>
                  </a:cubicBezTo>
                  <a:cubicBezTo>
                    <a:pt x="574" y="1602"/>
                    <a:pt x="574" y="1602"/>
                    <a:pt x="542" y="1621"/>
                  </a:cubicBezTo>
                  <a:cubicBezTo>
                    <a:pt x="542" y="1621"/>
                    <a:pt x="516" y="1632"/>
                    <a:pt x="506" y="1632"/>
                  </a:cubicBezTo>
                  <a:cubicBezTo>
                    <a:pt x="504" y="1632"/>
                    <a:pt x="502" y="1631"/>
                    <a:pt x="502" y="1630"/>
                  </a:cubicBezTo>
                  <a:lnTo>
                    <a:pt x="530" y="1605"/>
                  </a:lnTo>
                  <a:cubicBezTo>
                    <a:pt x="548" y="1595"/>
                    <a:pt x="558" y="1592"/>
                    <a:pt x="563" y="1592"/>
                  </a:cubicBezTo>
                  <a:close/>
                  <a:moveTo>
                    <a:pt x="1774" y="1671"/>
                  </a:moveTo>
                  <a:cubicBezTo>
                    <a:pt x="1774" y="1671"/>
                    <a:pt x="1774" y="1671"/>
                    <a:pt x="1774" y="1672"/>
                  </a:cubicBezTo>
                  <a:lnTo>
                    <a:pt x="1774" y="1672"/>
                  </a:lnTo>
                  <a:cubicBezTo>
                    <a:pt x="1775" y="1671"/>
                    <a:pt x="1775" y="1671"/>
                    <a:pt x="1774" y="1671"/>
                  </a:cubicBezTo>
                  <a:close/>
                  <a:moveTo>
                    <a:pt x="598" y="1645"/>
                  </a:moveTo>
                  <a:cubicBezTo>
                    <a:pt x="601" y="1645"/>
                    <a:pt x="603" y="1648"/>
                    <a:pt x="605" y="1652"/>
                  </a:cubicBezTo>
                  <a:cubicBezTo>
                    <a:pt x="608" y="1655"/>
                    <a:pt x="611" y="1662"/>
                    <a:pt x="580" y="1683"/>
                  </a:cubicBezTo>
                  <a:lnTo>
                    <a:pt x="577" y="1677"/>
                  </a:lnTo>
                  <a:cubicBezTo>
                    <a:pt x="586" y="1670"/>
                    <a:pt x="590" y="1668"/>
                    <a:pt x="589" y="1668"/>
                  </a:cubicBezTo>
                  <a:lnTo>
                    <a:pt x="589" y="1668"/>
                  </a:lnTo>
                  <a:cubicBezTo>
                    <a:pt x="588" y="1668"/>
                    <a:pt x="566" y="1683"/>
                    <a:pt x="549" y="1702"/>
                  </a:cubicBezTo>
                  <a:lnTo>
                    <a:pt x="489" y="1746"/>
                  </a:lnTo>
                  <a:cubicBezTo>
                    <a:pt x="483" y="1743"/>
                    <a:pt x="511" y="1712"/>
                    <a:pt x="542" y="1690"/>
                  </a:cubicBezTo>
                  <a:lnTo>
                    <a:pt x="539" y="1690"/>
                  </a:lnTo>
                  <a:cubicBezTo>
                    <a:pt x="579" y="1656"/>
                    <a:pt x="592" y="1645"/>
                    <a:pt x="598" y="1645"/>
                  </a:cubicBezTo>
                  <a:close/>
                  <a:moveTo>
                    <a:pt x="1746" y="1818"/>
                  </a:moveTo>
                  <a:cubicBezTo>
                    <a:pt x="1751" y="1829"/>
                    <a:pt x="1752" y="1832"/>
                    <a:pt x="1751" y="1832"/>
                  </a:cubicBezTo>
                  <a:cubicBezTo>
                    <a:pt x="1750" y="1832"/>
                    <a:pt x="1741" y="1818"/>
                    <a:pt x="1746" y="1818"/>
                  </a:cubicBezTo>
                  <a:close/>
                  <a:moveTo>
                    <a:pt x="1445" y="1771"/>
                  </a:moveTo>
                  <a:lnTo>
                    <a:pt x="1445" y="1771"/>
                  </a:lnTo>
                  <a:cubicBezTo>
                    <a:pt x="1451" y="1809"/>
                    <a:pt x="1454" y="1846"/>
                    <a:pt x="1454" y="1846"/>
                  </a:cubicBezTo>
                  <a:lnTo>
                    <a:pt x="1451" y="1809"/>
                  </a:lnTo>
                  <a:lnTo>
                    <a:pt x="1445" y="1771"/>
                  </a:lnTo>
                  <a:close/>
                  <a:moveTo>
                    <a:pt x="2016" y="1844"/>
                  </a:moveTo>
                  <a:lnTo>
                    <a:pt x="2016" y="1844"/>
                  </a:lnTo>
                  <a:cubicBezTo>
                    <a:pt x="2017" y="1844"/>
                    <a:pt x="2030" y="1854"/>
                    <a:pt x="2028" y="1856"/>
                  </a:cubicBezTo>
                  <a:cubicBezTo>
                    <a:pt x="2018" y="1847"/>
                    <a:pt x="2015" y="1844"/>
                    <a:pt x="2016" y="1844"/>
                  </a:cubicBezTo>
                  <a:close/>
                  <a:moveTo>
                    <a:pt x="1956" y="1818"/>
                  </a:moveTo>
                  <a:cubicBezTo>
                    <a:pt x="1984" y="1846"/>
                    <a:pt x="2009" y="1875"/>
                    <a:pt x="2003" y="1881"/>
                  </a:cubicBezTo>
                  <a:lnTo>
                    <a:pt x="1974" y="1856"/>
                  </a:lnTo>
                  <a:lnTo>
                    <a:pt x="1952" y="1824"/>
                  </a:lnTo>
                  <a:lnTo>
                    <a:pt x="1956" y="1818"/>
                  </a:lnTo>
                  <a:close/>
                  <a:moveTo>
                    <a:pt x="1637" y="1818"/>
                  </a:moveTo>
                  <a:cubicBezTo>
                    <a:pt x="1636" y="1818"/>
                    <a:pt x="1636" y="1818"/>
                    <a:pt x="1636" y="1818"/>
                  </a:cubicBezTo>
                  <a:lnTo>
                    <a:pt x="1633" y="1818"/>
                  </a:lnTo>
                  <a:cubicBezTo>
                    <a:pt x="1639" y="1843"/>
                    <a:pt x="1652" y="1865"/>
                    <a:pt x="1661" y="1890"/>
                  </a:cubicBezTo>
                  <a:cubicBezTo>
                    <a:pt x="1667" y="1887"/>
                    <a:pt x="1655" y="1853"/>
                    <a:pt x="1655" y="1853"/>
                  </a:cubicBezTo>
                  <a:cubicBezTo>
                    <a:pt x="1655" y="1853"/>
                    <a:pt x="1643" y="1818"/>
                    <a:pt x="1637" y="1818"/>
                  </a:cubicBezTo>
                  <a:close/>
                  <a:moveTo>
                    <a:pt x="1900" y="1830"/>
                  </a:moveTo>
                  <a:cubicBezTo>
                    <a:pt x="1903" y="1830"/>
                    <a:pt x="1917" y="1843"/>
                    <a:pt x="1946" y="1875"/>
                  </a:cubicBezTo>
                  <a:cubicBezTo>
                    <a:pt x="1971" y="1903"/>
                    <a:pt x="1971" y="1903"/>
                    <a:pt x="1965" y="1906"/>
                  </a:cubicBezTo>
                  <a:cubicBezTo>
                    <a:pt x="1946" y="1890"/>
                    <a:pt x="1931" y="1871"/>
                    <a:pt x="1915" y="1853"/>
                  </a:cubicBezTo>
                  <a:lnTo>
                    <a:pt x="1912" y="1853"/>
                  </a:lnTo>
                  <a:cubicBezTo>
                    <a:pt x="1902" y="1839"/>
                    <a:pt x="1897" y="1830"/>
                    <a:pt x="1900" y="1830"/>
                  </a:cubicBezTo>
                  <a:close/>
                  <a:moveTo>
                    <a:pt x="72" y="1865"/>
                  </a:moveTo>
                  <a:cubicBezTo>
                    <a:pt x="47" y="1871"/>
                    <a:pt x="22" y="1881"/>
                    <a:pt x="0" y="1893"/>
                  </a:cubicBezTo>
                  <a:lnTo>
                    <a:pt x="6" y="1906"/>
                  </a:lnTo>
                  <a:cubicBezTo>
                    <a:pt x="7" y="1908"/>
                    <a:pt x="9" y="1908"/>
                    <a:pt x="11" y="1908"/>
                  </a:cubicBezTo>
                  <a:cubicBezTo>
                    <a:pt x="22" y="1908"/>
                    <a:pt x="50" y="1893"/>
                    <a:pt x="75" y="1875"/>
                  </a:cubicBezTo>
                  <a:lnTo>
                    <a:pt x="72" y="1865"/>
                  </a:lnTo>
                  <a:close/>
                  <a:moveTo>
                    <a:pt x="1611" y="1940"/>
                  </a:moveTo>
                  <a:cubicBezTo>
                    <a:pt x="1617" y="1940"/>
                    <a:pt x="1617" y="1940"/>
                    <a:pt x="1627" y="1978"/>
                  </a:cubicBezTo>
                  <a:lnTo>
                    <a:pt x="1620" y="1978"/>
                  </a:lnTo>
                  <a:lnTo>
                    <a:pt x="1605" y="1944"/>
                  </a:lnTo>
                  <a:lnTo>
                    <a:pt x="1611" y="1940"/>
                  </a:lnTo>
                  <a:close/>
                  <a:moveTo>
                    <a:pt x="1168" y="1933"/>
                  </a:moveTo>
                  <a:cubicBezTo>
                    <a:pt x="1169" y="1933"/>
                    <a:pt x="1171" y="1933"/>
                    <a:pt x="1172" y="1934"/>
                  </a:cubicBezTo>
                  <a:lnTo>
                    <a:pt x="1166" y="1972"/>
                  </a:lnTo>
                  <a:lnTo>
                    <a:pt x="1153" y="2006"/>
                  </a:lnTo>
                  <a:lnTo>
                    <a:pt x="1153" y="1965"/>
                  </a:lnTo>
                  <a:cubicBezTo>
                    <a:pt x="1161" y="1939"/>
                    <a:pt x="1164" y="1933"/>
                    <a:pt x="1168" y="1933"/>
                  </a:cubicBezTo>
                  <a:close/>
                  <a:moveTo>
                    <a:pt x="1869" y="1968"/>
                  </a:moveTo>
                  <a:cubicBezTo>
                    <a:pt x="1876" y="1968"/>
                    <a:pt x="1893" y="1997"/>
                    <a:pt x="1893" y="1997"/>
                  </a:cubicBezTo>
                  <a:cubicBezTo>
                    <a:pt x="1901" y="2009"/>
                    <a:pt x="1902" y="2013"/>
                    <a:pt x="1900" y="2013"/>
                  </a:cubicBezTo>
                  <a:cubicBezTo>
                    <a:pt x="1898" y="2013"/>
                    <a:pt x="1886" y="2003"/>
                    <a:pt x="1881" y="2003"/>
                  </a:cubicBezTo>
                  <a:cubicBezTo>
                    <a:pt x="1881" y="2003"/>
                    <a:pt x="1881" y="2003"/>
                    <a:pt x="1880" y="2003"/>
                  </a:cubicBezTo>
                  <a:cubicBezTo>
                    <a:pt x="1855" y="1975"/>
                    <a:pt x="1855" y="1975"/>
                    <a:pt x="1868" y="1969"/>
                  </a:cubicBezTo>
                  <a:cubicBezTo>
                    <a:pt x="1868" y="1968"/>
                    <a:pt x="1869" y="1968"/>
                    <a:pt x="1869" y="1968"/>
                  </a:cubicBezTo>
                  <a:close/>
                  <a:moveTo>
                    <a:pt x="1558" y="1936"/>
                  </a:moveTo>
                  <a:cubicBezTo>
                    <a:pt x="1561" y="1936"/>
                    <a:pt x="1570" y="1971"/>
                    <a:pt x="1576" y="2025"/>
                  </a:cubicBezTo>
                  <a:lnTo>
                    <a:pt x="1564" y="2028"/>
                  </a:lnTo>
                  <a:cubicBezTo>
                    <a:pt x="1558" y="1991"/>
                    <a:pt x="1551" y="1953"/>
                    <a:pt x="1558" y="1953"/>
                  </a:cubicBezTo>
                  <a:cubicBezTo>
                    <a:pt x="1557" y="1942"/>
                    <a:pt x="1557" y="1936"/>
                    <a:pt x="1558" y="1936"/>
                  </a:cubicBezTo>
                  <a:close/>
                  <a:moveTo>
                    <a:pt x="1345" y="1897"/>
                  </a:moveTo>
                  <a:cubicBezTo>
                    <a:pt x="1347" y="1897"/>
                    <a:pt x="1345" y="1915"/>
                    <a:pt x="1341" y="1959"/>
                  </a:cubicBezTo>
                  <a:lnTo>
                    <a:pt x="1326" y="2034"/>
                  </a:lnTo>
                  <a:cubicBezTo>
                    <a:pt x="1319" y="2034"/>
                    <a:pt x="1326" y="1997"/>
                    <a:pt x="1335" y="1922"/>
                  </a:cubicBezTo>
                  <a:cubicBezTo>
                    <a:pt x="1340" y="1906"/>
                    <a:pt x="1343" y="1897"/>
                    <a:pt x="1345" y="1897"/>
                  </a:cubicBezTo>
                  <a:close/>
                  <a:moveTo>
                    <a:pt x="810" y="1990"/>
                  </a:moveTo>
                  <a:cubicBezTo>
                    <a:pt x="811" y="1990"/>
                    <a:pt x="811" y="1990"/>
                    <a:pt x="812" y="1991"/>
                  </a:cubicBezTo>
                  <a:cubicBezTo>
                    <a:pt x="818" y="1994"/>
                    <a:pt x="799" y="2028"/>
                    <a:pt x="768" y="2053"/>
                  </a:cubicBezTo>
                  <a:lnTo>
                    <a:pt x="755" y="2047"/>
                  </a:lnTo>
                  <a:cubicBezTo>
                    <a:pt x="773" y="2014"/>
                    <a:pt x="802" y="1990"/>
                    <a:pt x="810" y="1990"/>
                  </a:cubicBezTo>
                  <a:close/>
                  <a:moveTo>
                    <a:pt x="1756" y="2017"/>
                  </a:moveTo>
                  <a:cubicBezTo>
                    <a:pt x="1761" y="2017"/>
                    <a:pt x="1767" y="2024"/>
                    <a:pt x="1777" y="2050"/>
                  </a:cubicBezTo>
                  <a:cubicBezTo>
                    <a:pt x="1777" y="2050"/>
                    <a:pt x="1793" y="2085"/>
                    <a:pt x="1786" y="2088"/>
                  </a:cubicBezTo>
                  <a:cubicBezTo>
                    <a:pt x="1786" y="2088"/>
                    <a:pt x="1786" y="2088"/>
                    <a:pt x="1785" y="2088"/>
                  </a:cubicBezTo>
                  <a:cubicBezTo>
                    <a:pt x="1775" y="2088"/>
                    <a:pt x="1758" y="2056"/>
                    <a:pt x="1758" y="2056"/>
                  </a:cubicBezTo>
                  <a:cubicBezTo>
                    <a:pt x="1746" y="2022"/>
                    <a:pt x="1752" y="2019"/>
                    <a:pt x="1752" y="2019"/>
                  </a:cubicBezTo>
                  <a:cubicBezTo>
                    <a:pt x="1753" y="2018"/>
                    <a:pt x="1755" y="2017"/>
                    <a:pt x="1756" y="2017"/>
                  </a:cubicBezTo>
                  <a:close/>
                  <a:moveTo>
                    <a:pt x="813" y="2059"/>
                  </a:moveTo>
                  <a:cubicBezTo>
                    <a:pt x="805" y="2059"/>
                    <a:pt x="791" y="2081"/>
                    <a:pt x="780" y="2103"/>
                  </a:cubicBezTo>
                  <a:cubicBezTo>
                    <a:pt x="762" y="2138"/>
                    <a:pt x="771" y="2141"/>
                    <a:pt x="784" y="2147"/>
                  </a:cubicBezTo>
                  <a:cubicBezTo>
                    <a:pt x="784" y="2147"/>
                    <a:pt x="785" y="2147"/>
                    <a:pt x="785" y="2147"/>
                  </a:cubicBezTo>
                  <a:cubicBezTo>
                    <a:pt x="795" y="2147"/>
                    <a:pt x="815" y="2122"/>
                    <a:pt x="815" y="2122"/>
                  </a:cubicBezTo>
                  <a:cubicBezTo>
                    <a:pt x="831" y="2088"/>
                    <a:pt x="824" y="2085"/>
                    <a:pt x="818" y="2078"/>
                  </a:cubicBezTo>
                  <a:cubicBezTo>
                    <a:pt x="819" y="2065"/>
                    <a:pt x="817" y="2059"/>
                    <a:pt x="813" y="2059"/>
                  </a:cubicBezTo>
                  <a:close/>
                  <a:moveTo>
                    <a:pt x="1392" y="2075"/>
                  </a:moveTo>
                  <a:cubicBezTo>
                    <a:pt x="1392" y="2113"/>
                    <a:pt x="1395" y="2150"/>
                    <a:pt x="1385" y="2150"/>
                  </a:cubicBezTo>
                  <a:lnTo>
                    <a:pt x="1379" y="2150"/>
                  </a:lnTo>
                  <a:cubicBezTo>
                    <a:pt x="1379" y="2125"/>
                    <a:pt x="1382" y="2100"/>
                    <a:pt x="1385" y="2075"/>
                  </a:cubicBezTo>
                  <a:close/>
                  <a:moveTo>
                    <a:pt x="1192" y="2001"/>
                  </a:moveTo>
                  <a:cubicBezTo>
                    <a:pt x="1193" y="2001"/>
                    <a:pt x="1190" y="2019"/>
                    <a:pt x="1185" y="2053"/>
                  </a:cubicBezTo>
                  <a:cubicBezTo>
                    <a:pt x="1182" y="2091"/>
                    <a:pt x="1169" y="2128"/>
                    <a:pt x="1153" y="2163"/>
                  </a:cubicBezTo>
                  <a:lnTo>
                    <a:pt x="1138" y="2157"/>
                  </a:lnTo>
                  <a:cubicBezTo>
                    <a:pt x="1138" y="2157"/>
                    <a:pt x="1150" y="2122"/>
                    <a:pt x="1166" y="2088"/>
                  </a:cubicBezTo>
                  <a:cubicBezTo>
                    <a:pt x="1183" y="2028"/>
                    <a:pt x="1191" y="2001"/>
                    <a:pt x="1192" y="2001"/>
                  </a:cubicBezTo>
                  <a:close/>
                  <a:moveTo>
                    <a:pt x="1548" y="2182"/>
                  </a:moveTo>
                  <a:lnTo>
                    <a:pt x="1554" y="2219"/>
                  </a:lnTo>
                  <a:cubicBezTo>
                    <a:pt x="1548" y="2219"/>
                    <a:pt x="1545" y="2236"/>
                    <a:pt x="1542" y="2236"/>
                  </a:cubicBezTo>
                  <a:cubicBezTo>
                    <a:pt x="1541" y="2236"/>
                    <a:pt x="1540" y="2232"/>
                    <a:pt x="1539" y="2219"/>
                  </a:cubicBezTo>
                  <a:lnTo>
                    <a:pt x="1536" y="2219"/>
                  </a:lnTo>
                  <a:cubicBezTo>
                    <a:pt x="1529" y="2219"/>
                    <a:pt x="1539" y="2182"/>
                    <a:pt x="1548" y="2182"/>
                  </a:cubicBezTo>
                  <a:close/>
                  <a:moveTo>
                    <a:pt x="1431" y="7"/>
                  </a:moveTo>
                  <a:cubicBezTo>
                    <a:pt x="1428" y="7"/>
                    <a:pt x="1418" y="26"/>
                    <a:pt x="1401" y="63"/>
                  </a:cubicBezTo>
                  <a:cubicBezTo>
                    <a:pt x="1385" y="63"/>
                    <a:pt x="1354" y="98"/>
                    <a:pt x="1332" y="98"/>
                  </a:cubicBezTo>
                  <a:cubicBezTo>
                    <a:pt x="1304" y="95"/>
                    <a:pt x="1288" y="101"/>
                    <a:pt x="1276" y="63"/>
                  </a:cubicBezTo>
                  <a:cubicBezTo>
                    <a:pt x="1275" y="57"/>
                    <a:pt x="1274" y="51"/>
                    <a:pt x="1274" y="46"/>
                  </a:cubicBezTo>
                  <a:lnTo>
                    <a:pt x="1274" y="46"/>
                  </a:lnTo>
                  <a:cubicBezTo>
                    <a:pt x="1277" y="101"/>
                    <a:pt x="1270" y="101"/>
                    <a:pt x="1251" y="104"/>
                  </a:cubicBezTo>
                  <a:cubicBezTo>
                    <a:pt x="1243" y="94"/>
                    <a:pt x="1236" y="90"/>
                    <a:pt x="1231" y="90"/>
                  </a:cubicBezTo>
                  <a:cubicBezTo>
                    <a:pt x="1216" y="90"/>
                    <a:pt x="1210" y="118"/>
                    <a:pt x="1210" y="145"/>
                  </a:cubicBezTo>
                  <a:lnTo>
                    <a:pt x="1225" y="145"/>
                  </a:lnTo>
                  <a:cubicBezTo>
                    <a:pt x="1233" y="189"/>
                    <a:pt x="1234" y="207"/>
                    <a:pt x="1229" y="207"/>
                  </a:cubicBezTo>
                  <a:cubicBezTo>
                    <a:pt x="1225" y="207"/>
                    <a:pt x="1219" y="198"/>
                    <a:pt x="1210" y="182"/>
                  </a:cubicBezTo>
                  <a:cubicBezTo>
                    <a:pt x="1204" y="182"/>
                    <a:pt x="1197" y="148"/>
                    <a:pt x="1188" y="110"/>
                  </a:cubicBezTo>
                  <a:cubicBezTo>
                    <a:pt x="1182" y="74"/>
                    <a:pt x="1167" y="38"/>
                    <a:pt x="1160" y="38"/>
                  </a:cubicBezTo>
                  <a:cubicBezTo>
                    <a:pt x="1160" y="38"/>
                    <a:pt x="1160" y="38"/>
                    <a:pt x="1160" y="38"/>
                  </a:cubicBezTo>
                  <a:cubicBezTo>
                    <a:pt x="1150" y="38"/>
                    <a:pt x="1144" y="41"/>
                    <a:pt x="1160" y="76"/>
                  </a:cubicBezTo>
                  <a:cubicBezTo>
                    <a:pt x="1166" y="113"/>
                    <a:pt x="1166" y="113"/>
                    <a:pt x="1160" y="117"/>
                  </a:cubicBezTo>
                  <a:cubicBezTo>
                    <a:pt x="1153" y="117"/>
                    <a:pt x="1144" y="120"/>
                    <a:pt x="1147" y="157"/>
                  </a:cubicBezTo>
                  <a:cubicBezTo>
                    <a:pt x="1157" y="195"/>
                    <a:pt x="1150" y="195"/>
                    <a:pt x="1141" y="198"/>
                  </a:cubicBezTo>
                  <a:cubicBezTo>
                    <a:pt x="1128" y="169"/>
                    <a:pt x="1114" y="167"/>
                    <a:pt x="1111" y="167"/>
                  </a:cubicBezTo>
                  <a:cubicBezTo>
                    <a:pt x="1111" y="167"/>
                    <a:pt x="1111" y="167"/>
                    <a:pt x="1111" y="167"/>
                  </a:cubicBezTo>
                  <a:lnTo>
                    <a:pt x="1111" y="167"/>
                  </a:lnTo>
                  <a:cubicBezTo>
                    <a:pt x="1108" y="157"/>
                    <a:pt x="1104" y="143"/>
                    <a:pt x="1100" y="129"/>
                  </a:cubicBezTo>
                  <a:cubicBezTo>
                    <a:pt x="1094" y="104"/>
                    <a:pt x="1081" y="82"/>
                    <a:pt x="1072" y="60"/>
                  </a:cubicBezTo>
                  <a:lnTo>
                    <a:pt x="1072" y="60"/>
                  </a:lnTo>
                  <a:cubicBezTo>
                    <a:pt x="1062" y="60"/>
                    <a:pt x="1075" y="98"/>
                    <a:pt x="1075" y="98"/>
                  </a:cubicBezTo>
                  <a:cubicBezTo>
                    <a:pt x="1081" y="129"/>
                    <a:pt x="909" y="192"/>
                    <a:pt x="890" y="207"/>
                  </a:cubicBezTo>
                  <a:cubicBezTo>
                    <a:pt x="878" y="196"/>
                    <a:pt x="867" y="192"/>
                    <a:pt x="860" y="192"/>
                  </a:cubicBezTo>
                  <a:cubicBezTo>
                    <a:pt x="849" y="192"/>
                    <a:pt x="847" y="203"/>
                    <a:pt x="862" y="220"/>
                  </a:cubicBezTo>
                  <a:cubicBezTo>
                    <a:pt x="881" y="254"/>
                    <a:pt x="846" y="270"/>
                    <a:pt x="809" y="295"/>
                  </a:cubicBezTo>
                  <a:cubicBezTo>
                    <a:pt x="765" y="323"/>
                    <a:pt x="733" y="345"/>
                    <a:pt x="755" y="377"/>
                  </a:cubicBezTo>
                  <a:lnTo>
                    <a:pt x="737" y="386"/>
                  </a:lnTo>
                  <a:cubicBezTo>
                    <a:pt x="724" y="395"/>
                    <a:pt x="740" y="436"/>
                    <a:pt x="733" y="439"/>
                  </a:cubicBezTo>
                  <a:cubicBezTo>
                    <a:pt x="743" y="457"/>
                    <a:pt x="746" y="467"/>
                    <a:pt x="744" y="467"/>
                  </a:cubicBezTo>
                  <a:cubicBezTo>
                    <a:pt x="742" y="467"/>
                    <a:pt x="736" y="459"/>
                    <a:pt x="727" y="442"/>
                  </a:cubicBezTo>
                  <a:cubicBezTo>
                    <a:pt x="704" y="417"/>
                    <a:pt x="682" y="391"/>
                    <a:pt x="673" y="391"/>
                  </a:cubicBezTo>
                  <a:cubicBezTo>
                    <a:pt x="672" y="391"/>
                    <a:pt x="671" y="392"/>
                    <a:pt x="671" y="392"/>
                  </a:cubicBezTo>
                  <a:cubicBezTo>
                    <a:pt x="661" y="402"/>
                    <a:pt x="686" y="430"/>
                    <a:pt x="712" y="458"/>
                  </a:cubicBezTo>
                  <a:cubicBezTo>
                    <a:pt x="737" y="486"/>
                    <a:pt x="730" y="489"/>
                    <a:pt x="730" y="489"/>
                  </a:cubicBezTo>
                  <a:cubicBezTo>
                    <a:pt x="729" y="491"/>
                    <a:pt x="729" y="493"/>
                    <a:pt x="727" y="493"/>
                  </a:cubicBezTo>
                  <a:cubicBezTo>
                    <a:pt x="724" y="493"/>
                    <a:pt x="718" y="487"/>
                    <a:pt x="699" y="468"/>
                  </a:cubicBezTo>
                  <a:cubicBezTo>
                    <a:pt x="674" y="439"/>
                    <a:pt x="649" y="411"/>
                    <a:pt x="649" y="411"/>
                  </a:cubicBezTo>
                  <a:lnTo>
                    <a:pt x="643" y="417"/>
                  </a:lnTo>
                  <a:cubicBezTo>
                    <a:pt x="668" y="446"/>
                    <a:pt x="664" y="449"/>
                    <a:pt x="664" y="449"/>
                  </a:cubicBezTo>
                  <a:cubicBezTo>
                    <a:pt x="663" y="450"/>
                    <a:pt x="662" y="451"/>
                    <a:pt x="660" y="451"/>
                  </a:cubicBezTo>
                  <a:cubicBezTo>
                    <a:pt x="655" y="451"/>
                    <a:pt x="645" y="441"/>
                    <a:pt x="605" y="399"/>
                  </a:cubicBezTo>
                  <a:cubicBezTo>
                    <a:pt x="580" y="374"/>
                    <a:pt x="566" y="362"/>
                    <a:pt x="562" y="362"/>
                  </a:cubicBezTo>
                  <a:lnTo>
                    <a:pt x="562" y="362"/>
                  </a:lnTo>
                  <a:cubicBezTo>
                    <a:pt x="557" y="362"/>
                    <a:pt x="567" y="378"/>
                    <a:pt x="592" y="408"/>
                  </a:cubicBezTo>
                  <a:lnTo>
                    <a:pt x="608" y="446"/>
                  </a:lnTo>
                  <a:cubicBezTo>
                    <a:pt x="593" y="434"/>
                    <a:pt x="584" y="429"/>
                    <a:pt x="581" y="429"/>
                  </a:cubicBezTo>
                  <a:cubicBezTo>
                    <a:pt x="570" y="429"/>
                    <a:pt x="598" y="469"/>
                    <a:pt x="614" y="493"/>
                  </a:cubicBezTo>
                  <a:cubicBezTo>
                    <a:pt x="589" y="472"/>
                    <a:pt x="573" y="462"/>
                    <a:pt x="567" y="462"/>
                  </a:cubicBezTo>
                  <a:cubicBezTo>
                    <a:pt x="560" y="462"/>
                    <a:pt x="570" y="479"/>
                    <a:pt x="599" y="511"/>
                  </a:cubicBezTo>
                  <a:cubicBezTo>
                    <a:pt x="615" y="526"/>
                    <a:pt x="620" y="533"/>
                    <a:pt x="615" y="533"/>
                  </a:cubicBezTo>
                  <a:cubicBezTo>
                    <a:pt x="612" y="533"/>
                    <a:pt x="603" y="529"/>
                    <a:pt x="589" y="521"/>
                  </a:cubicBezTo>
                  <a:cubicBezTo>
                    <a:pt x="573" y="512"/>
                    <a:pt x="563" y="509"/>
                    <a:pt x="556" y="509"/>
                  </a:cubicBezTo>
                  <a:cubicBezTo>
                    <a:pt x="548" y="509"/>
                    <a:pt x="544" y="513"/>
                    <a:pt x="539" y="518"/>
                  </a:cubicBezTo>
                  <a:cubicBezTo>
                    <a:pt x="561" y="549"/>
                    <a:pt x="527" y="587"/>
                    <a:pt x="492" y="634"/>
                  </a:cubicBezTo>
                  <a:cubicBezTo>
                    <a:pt x="448" y="687"/>
                    <a:pt x="429" y="728"/>
                    <a:pt x="461" y="746"/>
                  </a:cubicBezTo>
                  <a:cubicBezTo>
                    <a:pt x="459" y="749"/>
                    <a:pt x="459" y="751"/>
                    <a:pt x="456" y="751"/>
                  </a:cubicBezTo>
                  <a:cubicBezTo>
                    <a:pt x="451" y="751"/>
                    <a:pt x="442" y="748"/>
                    <a:pt x="420" y="740"/>
                  </a:cubicBezTo>
                  <a:cubicBezTo>
                    <a:pt x="409" y="734"/>
                    <a:pt x="401" y="730"/>
                    <a:pt x="398" y="730"/>
                  </a:cubicBezTo>
                  <a:cubicBezTo>
                    <a:pt x="393" y="730"/>
                    <a:pt x="404" y="743"/>
                    <a:pt x="445" y="772"/>
                  </a:cubicBezTo>
                  <a:cubicBezTo>
                    <a:pt x="464" y="785"/>
                    <a:pt x="484" y="797"/>
                    <a:pt x="482" y="797"/>
                  </a:cubicBezTo>
                  <a:cubicBezTo>
                    <a:pt x="480" y="797"/>
                    <a:pt x="469" y="791"/>
                    <a:pt x="442" y="778"/>
                  </a:cubicBezTo>
                  <a:cubicBezTo>
                    <a:pt x="432" y="772"/>
                    <a:pt x="424" y="769"/>
                    <a:pt x="417" y="769"/>
                  </a:cubicBezTo>
                  <a:cubicBezTo>
                    <a:pt x="404" y="769"/>
                    <a:pt x="396" y="780"/>
                    <a:pt x="386" y="797"/>
                  </a:cubicBezTo>
                  <a:cubicBezTo>
                    <a:pt x="376" y="819"/>
                    <a:pt x="364" y="847"/>
                    <a:pt x="401" y="859"/>
                  </a:cubicBezTo>
                  <a:cubicBezTo>
                    <a:pt x="416" y="874"/>
                    <a:pt x="423" y="881"/>
                    <a:pt x="422" y="881"/>
                  </a:cubicBezTo>
                  <a:cubicBezTo>
                    <a:pt x="421" y="881"/>
                    <a:pt x="413" y="876"/>
                    <a:pt x="398" y="866"/>
                  </a:cubicBezTo>
                  <a:cubicBezTo>
                    <a:pt x="375" y="854"/>
                    <a:pt x="354" y="849"/>
                    <a:pt x="338" y="849"/>
                  </a:cubicBezTo>
                  <a:cubicBezTo>
                    <a:pt x="308" y="849"/>
                    <a:pt x="300" y="869"/>
                    <a:pt x="342" y="900"/>
                  </a:cubicBezTo>
                  <a:cubicBezTo>
                    <a:pt x="340" y="904"/>
                    <a:pt x="338" y="907"/>
                    <a:pt x="330" y="907"/>
                  </a:cubicBezTo>
                  <a:cubicBezTo>
                    <a:pt x="323" y="907"/>
                    <a:pt x="314" y="905"/>
                    <a:pt x="298" y="900"/>
                  </a:cubicBezTo>
                  <a:lnTo>
                    <a:pt x="298" y="900"/>
                  </a:lnTo>
                  <a:cubicBezTo>
                    <a:pt x="295" y="909"/>
                    <a:pt x="295" y="916"/>
                    <a:pt x="323" y="950"/>
                  </a:cubicBezTo>
                  <a:cubicBezTo>
                    <a:pt x="323" y="956"/>
                    <a:pt x="314" y="985"/>
                    <a:pt x="307" y="997"/>
                  </a:cubicBezTo>
                  <a:cubicBezTo>
                    <a:pt x="304" y="1013"/>
                    <a:pt x="335" y="1035"/>
                    <a:pt x="335" y="1035"/>
                  </a:cubicBezTo>
                  <a:lnTo>
                    <a:pt x="335" y="1041"/>
                  </a:lnTo>
                  <a:cubicBezTo>
                    <a:pt x="332" y="1041"/>
                    <a:pt x="329" y="1040"/>
                    <a:pt x="327" y="1040"/>
                  </a:cubicBezTo>
                  <a:cubicBezTo>
                    <a:pt x="294" y="1040"/>
                    <a:pt x="291" y="1073"/>
                    <a:pt x="282" y="1122"/>
                  </a:cubicBezTo>
                  <a:cubicBezTo>
                    <a:pt x="270" y="1173"/>
                    <a:pt x="276" y="1217"/>
                    <a:pt x="235" y="1226"/>
                  </a:cubicBezTo>
                  <a:cubicBezTo>
                    <a:pt x="235" y="1226"/>
                    <a:pt x="235" y="1232"/>
                    <a:pt x="273" y="1242"/>
                  </a:cubicBezTo>
                  <a:cubicBezTo>
                    <a:pt x="348" y="1245"/>
                    <a:pt x="348" y="1251"/>
                    <a:pt x="310" y="1260"/>
                  </a:cubicBezTo>
                  <a:cubicBezTo>
                    <a:pt x="235" y="1270"/>
                    <a:pt x="235" y="1304"/>
                    <a:pt x="310" y="1304"/>
                  </a:cubicBezTo>
                  <a:lnTo>
                    <a:pt x="273" y="1307"/>
                  </a:lnTo>
                  <a:cubicBezTo>
                    <a:pt x="206" y="1322"/>
                    <a:pt x="236" y="1339"/>
                    <a:pt x="300" y="1339"/>
                  </a:cubicBezTo>
                  <a:cubicBezTo>
                    <a:pt x="306" y="1339"/>
                    <a:pt x="311" y="1339"/>
                    <a:pt x="317" y="1339"/>
                  </a:cubicBezTo>
                  <a:lnTo>
                    <a:pt x="317" y="1339"/>
                  </a:lnTo>
                  <a:cubicBezTo>
                    <a:pt x="279" y="1351"/>
                    <a:pt x="245" y="1364"/>
                    <a:pt x="282" y="1367"/>
                  </a:cubicBezTo>
                  <a:cubicBezTo>
                    <a:pt x="282" y="1373"/>
                    <a:pt x="282" y="1373"/>
                    <a:pt x="207" y="1386"/>
                  </a:cubicBezTo>
                  <a:cubicBezTo>
                    <a:pt x="172" y="1392"/>
                    <a:pt x="135" y="1401"/>
                    <a:pt x="135" y="1408"/>
                  </a:cubicBezTo>
                  <a:cubicBezTo>
                    <a:pt x="135" y="1411"/>
                    <a:pt x="139" y="1412"/>
                    <a:pt x="147" y="1412"/>
                  </a:cubicBezTo>
                  <a:cubicBezTo>
                    <a:pt x="161" y="1412"/>
                    <a:pt x="186" y="1408"/>
                    <a:pt x="210" y="1401"/>
                  </a:cubicBezTo>
                  <a:cubicBezTo>
                    <a:pt x="210" y="1401"/>
                    <a:pt x="210" y="1411"/>
                    <a:pt x="213" y="1420"/>
                  </a:cubicBezTo>
                  <a:cubicBezTo>
                    <a:pt x="213" y="1420"/>
                    <a:pt x="213" y="1422"/>
                    <a:pt x="220" y="1422"/>
                  </a:cubicBezTo>
                  <a:cubicBezTo>
                    <a:pt x="226" y="1422"/>
                    <a:pt x="235" y="1421"/>
                    <a:pt x="251" y="1417"/>
                  </a:cubicBezTo>
                  <a:cubicBezTo>
                    <a:pt x="261" y="1415"/>
                    <a:pt x="269" y="1415"/>
                    <a:pt x="274" y="1415"/>
                  </a:cubicBezTo>
                  <a:cubicBezTo>
                    <a:pt x="288" y="1415"/>
                    <a:pt x="288" y="1420"/>
                    <a:pt x="288" y="1426"/>
                  </a:cubicBezTo>
                  <a:cubicBezTo>
                    <a:pt x="275" y="1429"/>
                    <a:pt x="273" y="1430"/>
                    <a:pt x="276" y="1430"/>
                  </a:cubicBezTo>
                  <a:cubicBezTo>
                    <a:pt x="283" y="1430"/>
                    <a:pt x="305" y="1427"/>
                    <a:pt x="326" y="1417"/>
                  </a:cubicBezTo>
                  <a:cubicBezTo>
                    <a:pt x="355" y="1410"/>
                    <a:pt x="384" y="1403"/>
                    <a:pt x="396" y="1403"/>
                  </a:cubicBezTo>
                  <a:cubicBezTo>
                    <a:pt x="399" y="1403"/>
                    <a:pt x="401" y="1403"/>
                    <a:pt x="401" y="1405"/>
                  </a:cubicBezTo>
                  <a:lnTo>
                    <a:pt x="473" y="1386"/>
                  </a:lnTo>
                  <a:cubicBezTo>
                    <a:pt x="523" y="1376"/>
                    <a:pt x="574" y="1361"/>
                    <a:pt x="621" y="1339"/>
                  </a:cubicBezTo>
                  <a:cubicBezTo>
                    <a:pt x="648" y="1319"/>
                    <a:pt x="676" y="1303"/>
                    <a:pt x="652" y="1303"/>
                  </a:cubicBezTo>
                  <a:cubicBezTo>
                    <a:pt x="645" y="1303"/>
                    <a:pt x="634" y="1305"/>
                    <a:pt x="617" y="1307"/>
                  </a:cubicBezTo>
                  <a:cubicBezTo>
                    <a:pt x="617" y="1307"/>
                    <a:pt x="608" y="1308"/>
                    <a:pt x="599" y="1308"/>
                  </a:cubicBezTo>
                  <a:cubicBezTo>
                    <a:pt x="589" y="1308"/>
                    <a:pt x="580" y="1307"/>
                    <a:pt x="580" y="1304"/>
                  </a:cubicBezTo>
                  <a:cubicBezTo>
                    <a:pt x="577" y="1301"/>
                    <a:pt x="614" y="1289"/>
                    <a:pt x="614" y="1289"/>
                  </a:cubicBezTo>
                  <a:cubicBezTo>
                    <a:pt x="652" y="1285"/>
                    <a:pt x="646" y="1270"/>
                    <a:pt x="652" y="1248"/>
                  </a:cubicBezTo>
                  <a:cubicBezTo>
                    <a:pt x="652" y="1220"/>
                    <a:pt x="652" y="1207"/>
                    <a:pt x="690" y="1204"/>
                  </a:cubicBezTo>
                  <a:cubicBezTo>
                    <a:pt x="727" y="1201"/>
                    <a:pt x="727" y="1198"/>
                    <a:pt x="727" y="1198"/>
                  </a:cubicBezTo>
                  <a:cubicBezTo>
                    <a:pt x="686" y="1198"/>
                    <a:pt x="696" y="1173"/>
                    <a:pt x="699" y="1144"/>
                  </a:cubicBezTo>
                  <a:cubicBezTo>
                    <a:pt x="702" y="1116"/>
                    <a:pt x="718" y="1088"/>
                    <a:pt x="680" y="1079"/>
                  </a:cubicBezTo>
                  <a:cubicBezTo>
                    <a:pt x="680" y="1072"/>
                    <a:pt x="683" y="1069"/>
                    <a:pt x="683" y="1069"/>
                  </a:cubicBezTo>
                  <a:cubicBezTo>
                    <a:pt x="695" y="1072"/>
                    <a:pt x="704" y="1074"/>
                    <a:pt x="709" y="1074"/>
                  </a:cubicBezTo>
                  <a:cubicBezTo>
                    <a:pt x="720" y="1074"/>
                    <a:pt x="722" y="1069"/>
                    <a:pt x="724" y="1063"/>
                  </a:cubicBezTo>
                  <a:cubicBezTo>
                    <a:pt x="690" y="1044"/>
                    <a:pt x="693" y="1035"/>
                    <a:pt x="693" y="1035"/>
                  </a:cubicBezTo>
                  <a:lnTo>
                    <a:pt x="693" y="1035"/>
                  </a:lnTo>
                  <a:cubicBezTo>
                    <a:pt x="709" y="1040"/>
                    <a:pt x="718" y="1042"/>
                    <a:pt x="724" y="1042"/>
                  </a:cubicBezTo>
                  <a:cubicBezTo>
                    <a:pt x="731" y="1042"/>
                    <a:pt x="733" y="1038"/>
                    <a:pt x="737" y="1035"/>
                  </a:cubicBezTo>
                  <a:cubicBezTo>
                    <a:pt x="740" y="1025"/>
                    <a:pt x="743" y="1022"/>
                    <a:pt x="705" y="1007"/>
                  </a:cubicBezTo>
                  <a:cubicBezTo>
                    <a:pt x="714" y="987"/>
                    <a:pt x="735" y="975"/>
                    <a:pt x="755" y="975"/>
                  </a:cubicBezTo>
                  <a:cubicBezTo>
                    <a:pt x="757" y="975"/>
                    <a:pt x="759" y="975"/>
                    <a:pt x="762" y="975"/>
                  </a:cubicBezTo>
                  <a:cubicBezTo>
                    <a:pt x="770" y="978"/>
                    <a:pt x="775" y="979"/>
                    <a:pt x="777" y="979"/>
                  </a:cubicBezTo>
                  <a:cubicBezTo>
                    <a:pt x="785" y="979"/>
                    <a:pt x="761" y="964"/>
                    <a:pt x="737" y="947"/>
                  </a:cubicBezTo>
                  <a:cubicBezTo>
                    <a:pt x="702" y="931"/>
                    <a:pt x="671" y="909"/>
                    <a:pt x="674" y="903"/>
                  </a:cubicBezTo>
                  <a:lnTo>
                    <a:pt x="674" y="903"/>
                  </a:lnTo>
                  <a:lnTo>
                    <a:pt x="743" y="938"/>
                  </a:lnTo>
                  <a:cubicBezTo>
                    <a:pt x="762" y="951"/>
                    <a:pt x="769" y="956"/>
                    <a:pt x="773" y="956"/>
                  </a:cubicBezTo>
                  <a:cubicBezTo>
                    <a:pt x="775" y="956"/>
                    <a:pt x="776" y="954"/>
                    <a:pt x="777" y="950"/>
                  </a:cubicBezTo>
                  <a:lnTo>
                    <a:pt x="784" y="944"/>
                  </a:lnTo>
                  <a:cubicBezTo>
                    <a:pt x="752" y="925"/>
                    <a:pt x="762" y="903"/>
                    <a:pt x="784" y="875"/>
                  </a:cubicBezTo>
                  <a:cubicBezTo>
                    <a:pt x="812" y="837"/>
                    <a:pt x="821" y="825"/>
                    <a:pt x="790" y="803"/>
                  </a:cubicBezTo>
                  <a:cubicBezTo>
                    <a:pt x="771" y="788"/>
                    <a:pt x="766" y="781"/>
                    <a:pt x="776" y="781"/>
                  </a:cubicBezTo>
                  <a:cubicBezTo>
                    <a:pt x="781" y="781"/>
                    <a:pt x="789" y="783"/>
                    <a:pt x="802" y="787"/>
                  </a:cubicBezTo>
                  <a:cubicBezTo>
                    <a:pt x="868" y="815"/>
                    <a:pt x="895" y="827"/>
                    <a:pt x="900" y="827"/>
                  </a:cubicBezTo>
                  <a:cubicBezTo>
                    <a:pt x="904" y="827"/>
                    <a:pt x="897" y="821"/>
                    <a:pt x="887" y="809"/>
                  </a:cubicBezTo>
                  <a:cubicBezTo>
                    <a:pt x="887" y="809"/>
                    <a:pt x="887" y="809"/>
                    <a:pt x="886" y="809"/>
                  </a:cubicBezTo>
                  <a:cubicBezTo>
                    <a:pt x="881" y="809"/>
                    <a:pt x="854" y="786"/>
                    <a:pt x="827" y="762"/>
                  </a:cubicBezTo>
                  <a:cubicBezTo>
                    <a:pt x="796" y="737"/>
                    <a:pt x="783" y="724"/>
                    <a:pt x="786" y="724"/>
                  </a:cubicBezTo>
                  <a:lnTo>
                    <a:pt x="786" y="724"/>
                  </a:lnTo>
                  <a:cubicBezTo>
                    <a:pt x="790" y="724"/>
                    <a:pt x="806" y="734"/>
                    <a:pt x="834" y="756"/>
                  </a:cubicBezTo>
                  <a:cubicBezTo>
                    <a:pt x="846" y="766"/>
                    <a:pt x="857" y="771"/>
                    <a:pt x="866" y="771"/>
                  </a:cubicBezTo>
                  <a:cubicBezTo>
                    <a:pt x="898" y="771"/>
                    <a:pt x="906" y="715"/>
                    <a:pt x="871" y="668"/>
                  </a:cubicBezTo>
                  <a:lnTo>
                    <a:pt x="871" y="668"/>
                  </a:lnTo>
                  <a:lnTo>
                    <a:pt x="896" y="696"/>
                  </a:lnTo>
                  <a:cubicBezTo>
                    <a:pt x="910" y="712"/>
                    <a:pt x="919" y="718"/>
                    <a:pt x="926" y="718"/>
                  </a:cubicBezTo>
                  <a:cubicBezTo>
                    <a:pt x="931" y="718"/>
                    <a:pt x="937" y="714"/>
                    <a:pt x="943" y="709"/>
                  </a:cubicBezTo>
                  <a:lnTo>
                    <a:pt x="956" y="696"/>
                  </a:lnTo>
                  <a:cubicBezTo>
                    <a:pt x="930" y="667"/>
                    <a:pt x="931" y="656"/>
                    <a:pt x="941" y="656"/>
                  </a:cubicBezTo>
                  <a:cubicBezTo>
                    <a:pt x="950" y="656"/>
                    <a:pt x="967" y="666"/>
                    <a:pt x="978" y="681"/>
                  </a:cubicBezTo>
                  <a:cubicBezTo>
                    <a:pt x="999" y="699"/>
                    <a:pt x="1004" y="704"/>
                    <a:pt x="1009" y="704"/>
                  </a:cubicBezTo>
                  <a:cubicBezTo>
                    <a:pt x="1011" y="704"/>
                    <a:pt x="1013" y="703"/>
                    <a:pt x="1015" y="703"/>
                  </a:cubicBezTo>
                  <a:cubicBezTo>
                    <a:pt x="998" y="667"/>
                    <a:pt x="1001" y="654"/>
                    <a:pt x="1011" y="654"/>
                  </a:cubicBezTo>
                  <a:cubicBezTo>
                    <a:pt x="1020" y="654"/>
                    <a:pt x="1036" y="665"/>
                    <a:pt x="1047" y="681"/>
                  </a:cubicBezTo>
                  <a:lnTo>
                    <a:pt x="1056" y="674"/>
                  </a:lnTo>
                  <a:cubicBezTo>
                    <a:pt x="1037" y="640"/>
                    <a:pt x="1047" y="634"/>
                    <a:pt x="1050" y="634"/>
                  </a:cubicBezTo>
                  <a:cubicBezTo>
                    <a:pt x="1066" y="627"/>
                    <a:pt x="1069" y="624"/>
                    <a:pt x="1044" y="596"/>
                  </a:cubicBezTo>
                  <a:cubicBezTo>
                    <a:pt x="1025" y="562"/>
                    <a:pt x="1006" y="530"/>
                    <a:pt x="1009" y="527"/>
                  </a:cubicBezTo>
                  <a:lnTo>
                    <a:pt x="1009" y="527"/>
                  </a:lnTo>
                  <a:lnTo>
                    <a:pt x="1031" y="558"/>
                  </a:lnTo>
                  <a:cubicBezTo>
                    <a:pt x="1042" y="578"/>
                    <a:pt x="1051" y="585"/>
                    <a:pt x="1060" y="585"/>
                  </a:cubicBezTo>
                  <a:cubicBezTo>
                    <a:pt x="1066" y="585"/>
                    <a:pt x="1073" y="581"/>
                    <a:pt x="1081" y="577"/>
                  </a:cubicBezTo>
                  <a:cubicBezTo>
                    <a:pt x="1091" y="572"/>
                    <a:pt x="1098" y="568"/>
                    <a:pt x="1104" y="568"/>
                  </a:cubicBezTo>
                  <a:cubicBezTo>
                    <a:pt x="1113" y="568"/>
                    <a:pt x="1122" y="575"/>
                    <a:pt x="1135" y="593"/>
                  </a:cubicBezTo>
                  <a:lnTo>
                    <a:pt x="1122" y="558"/>
                  </a:lnTo>
                  <a:cubicBezTo>
                    <a:pt x="1116" y="539"/>
                    <a:pt x="1114" y="530"/>
                    <a:pt x="1116" y="530"/>
                  </a:cubicBezTo>
                  <a:lnTo>
                    <a:pt x="1116" y="530"/>
                  </a:lnTo>
                  <a:cubicBezTo>
                    <a:pt x="1118" y="530"/>
                    <a:pt x="1124" y="538"/>
                    <a:pt x="1131" y="555"/>
                  </a:cubicBezTo>
                  <a:cubicBezTo>
                    <a:pt x="1140" y="569"/>
                    <a:pt x="1148" y="576"/>
                    <a:pt x="1154" y="576"/>
                  </a:cubicBezTo>
                  <a:cubicBezTo>
                    <a:pt x="1162" y="576"/>
                    <a:pt x="1166" y="565"/>
                    <a:pt x="1163" y="543"/>
                  </a:cubicBezTo>
                  <a:lnTo>
                    <a:pt x="1172" y="540"/>
                  </a:lnTo>
                  <a:cubicBezTo>
                    <a:pt x="1187" y="573"/>
                    <a:pt x="1197" y="589"/>
                    <a:pt x="1202" y="589"/>
                  </a:cubicBezTo>
                  <a:cubicBezTo>
                    <a:pt x="1206" y="589"/>
                    <a:pt x="1204" y="571"/>
                    <a:pt x="1194" y="533"/>
                  </a:cubicBezTo>
                  <a:lnTo>
                    <a:pt x="1194" y="533"/>
                  </a:lnTo>
                  <a:cubicBezTo>
                    <a:pt x="1207" y="568"/>
                    <a:pt x="1210" y="568"/>
                    <a:pt x="1216" y="568"/>
                  </a:cubicBezTo>
                  <a:cubicBezTo>
                    <a:pt x="1214" y="547"/>
                    <a:pt x="1219" y="536"/>
                    <a:pt x="1225" y="536"/>
                  </a:cubicBezTo>
                  <a:cubicBezTo>
                    <a:pt x="1231" y="536"/>
                    <a:pt x="1237" y="544"/>
                    <a:pt x="1241" y="562"/>
                  </a:cubicBezTo>
                  <a:lnTo>
                    <a:pt x="1244" y="562"/>
                  </a:lnTo>
                  <a:cubicBezTo>
                    <a:pt x="1241" y="524"/>
                    <a:pt x="1244" y="521"/>
                    <a:pt x="1247" y="521"/>
                  </a:cubicBezTo>
                  <a:cubicBezTo>
                    <a:pt x="1254" y="521"/>
                    <a:pt x="1257" y="518"/>
                    <a:pt x="1254" y="480"/>
                  </a:cubicBezTo>
                  <a:cubicBezTo>
                    <a:pt x="1251" y="442"/>
                    <a:pt x="1257" y="442"/>
                    <a:pt x="1257" y="442"/>
                  </a:cubicBezTo>
                  <a:cubicBezTo>
                    <a:pt x="1263" y="468"/>
                    <a:pt x="1266" y="493"/>
                    <a:pt x="1266" y="518"/>
                  </a:cubicBezTo>
                  <a:cubicBezTo>
                    <a:pt x="1266" y="533"/>
                    <a:pt x="1268" y="542"/>
                    <a:pt x="1270" y="542"/>
                  </a:cubicBezTo>
                  <a:cubicBezTo>
                    <a:pt x="1273" y="542"/>
                    <a:pt x="1277" y="524"/>
                    <a:pt x="1279" y="480"/>
                  </a:cubicBezTo>
                  <a:cubicBezTo>
                    <a:pt x="1279" y="442"/>
                    <a:pt x="1279" y="424"/>
                    <a:pt x="1279" y="424"/>
                  </a:cubicBezTo>
                  <a:cubicBezTo>
                    <a:pt x="1280" y="424"/>
                    <a:pt x="1280" y="442"/>
                    <a:pt x="1282" y="480"/>
                  </a:cubicBezTo>
                  <a:cubicBezTo>
                    <a:pt x="1284" y="507"/>
                    <a:pt x="1285" y="533"/>
                    <a:pt x="1286" y="533"/>
                  </a:cubicBezTo>
                  <a:cubicBezTo>
                    <a:pt x="1287" y="533"/>
                    <a:pt x="1287" y="529"/>
                    <a:pt x="1288" y="518"/>
                  </a:cubicBezTo>
                  <a:cubicBezTo>
                    <a:pt x="1288" y="518"/>
                    <a:pt x="1298" y="515"/>
                    <a:pt x="1291" y="480"/>
                  </a:cubicBezTo>
                  <a:lnTo>
                    <a:pt x="1304" y="477"/>
                  </a:lnTo>
                  <a:cubicBezTo>
                    <a:pt x="1319" y="515"/>
                    <a:pt x="1323" y="515"/>
                    <a:pt x="1326" y="515"/>
                  </a:cubicBezTo>
                  <a:cubicBezTo>
                    <a:pt x="1326" y="494"/>
                    <a:pt x="1327" y="484"/>
                    <a:pt x="1328" y="484"/>
                  </a:cubicBezTo>
                  <a:cubicBezTo>
                    <a:pt x="1330" y="484"/>
                    <a:pt x="1332" y="493"/>
                    <a:pt x="1335" y="511"/>
                  </a:cubicBezTo>
                  <a:cubicBezTo>
                    <a:pt x="1336" y="527"/>
                    <a:pt x="1338" y="536"/>
                    <a:pt x="1338" y="536"/>
                  </a:cubicBezTo>
                  <a:cubicBezTo>
                    <a:pt x="1339" y="536"/>
                    <a:pt x="1339" y="518"/>
                    <a:pt x="1335" y="474"/>
                  </a:cubicBezTo>
                  <a:cubicBezTo>
                    <a:pt x="1337" y="455"/>
                    <a:pt x="1339" y="446"/>
                    <a:pt x="1342" y="446"/>
                  </a:cubicBezTo>
                  <a:cubicBezTo>
                    <a:pt x="1344" y="446"/>
                    <a:pt x="1348" y="456"/>
                    <a:pt x="1351" y="477"/>
                  </a:cubicBezTo>
                  <a:cubicBezTo>
                    <a:pt x="1353" y="521"/>
                    <a:pt x="1354" y="539"/>
                    <a:pt x="1355" y="539"/>
                  </a:cubicBezTo>
                  <a:cubicBezTo>
                    <a:pt x="1355" y="539"/>
                    <a:pt x="1355" y="530"/>
                    <a:pt x="1354" y="515"/>
                  </a:cubicBezTo>
                  <a:cubicBezTo>
                    <a:pt x="1357" y="477"/>
                    <a:pt x="1363" y="477"/>
                    <a:pt x="1363" y="477"/>
                  </a:cubicBezTo>
                  <a:cubicBezTo>
                    <a:pt x="1363" y="518"/>
                    <a:pt x="1401" y="511"/>
                    <a:pt x="1435" y="524"/>
                  </a:cubicBezTo>
                  <a:cubicBezTo>
                    <a:pt x="1445" y="502"/>
                    <a:pt x="1451" y="477"/>
                    <a:pt x="1454" y="452"/>
                  </a:cubicBezTo>
                  <a:cubicBezTo>
                    <a:pt x="1458" y="420"/>
                    <a:pt x="1459" y="408"/>
                    <a:pt x="1459" y="408"/>
                  </a:cubicBezTo>
                  <a:lnTo>
                    <a:pt x="1459" y="408"/>
                  </a:lnTo>
                  <a:cubicBezTo>
                    <a:pt x="1459" y="408"/>
                    <a:pt x="1457" y="430"/>
                    <a:pt x="1457" y="452"/>
                  </a:cubicBezTo>
                  <a:cubicBezTo>
                    <a:pt x="1451" y="508"/>
                    <a:pt x="1450" y="536"/>
                    <a:pt x="1451" y="536"/>
                  </a:cubicBezTo>
                  <a:cubicBezTo>
                    <a:pt x="1453" y="536"/>
                    <a:pt x="1459" y="508"/>
                    <a:pt x="1467" y="452"/>
                  </a:cubicBezTo>
                  <a:cubicBezTo>
                    <a:pt x="1470" y="415"/>
                    <a:pt x="1472" y="396"/>
                    <a:pt x="1473" y="396"/>
                  </a:cubicBezTo>
                  <a:lnTo>
                    <a:pt x="1473" y="396"/>
                  </a:lnTo>
                  <a:cubicBezTo>
                    <a:pt x="1474" y="396"/>
                    <a:pt x="1473" y="415"/>
                    <a:pt x="1470" y="455"/>
                  </a:cubicBezTo>
                  <a:cubicBezTo>
                    <a:pt x="1468" y="474"/>
                    <a:pt x="1468" y="483"/>
                    <a:pt x="1469" y="483"/>
                  </a:cubicBezTo>
                  <a:cubicBezTo>
                    <a:pt x="1470" y="483"/>
                    <a:pt x="1473" y="474"/>
                    <a:pt x="1479" y="455"/>
                  </a:cubicBezTo>
                  <a:cubicBezTo>
                    <a:pt x="1482" y="437"/>
                    <a:pt x="1485" y="428"/>
                    <a:pt x="1487" y="428"/>
                  </a:cubicBezTo>
                  <a:lnTo>
                    <a:pt x="1487" y="428"/>
                  </a:lnTo>
                  <a:cubicBezTo>
                    <a:pt x="1488" y="428"/>
                    <a:pt x="1487" y="439"/>
                    <a:pt x="1482" y="458"/>
                  </a:cubicBezTo>
                  <a:cubicBezTo>
                    <a:pt x="1480" y="485"/>
                    <a:pt x="1478" y="510"/>
                    <a:pt x="1480" y="510"/>
                  </a:cubicBezTo>
                  <a:cubicBezTo>
                    <a:pt x="1481" y="510"/>
                    <a:pt x="1483" y="506"/>
                    <a:pt x="1486" y="496"/>
                  </a:cubicBezTo>
                  <a:lnTo>
                    <a:pt x="1486" y="496"/>
                  </a:lnTo>
                  <a:cubicBezTo>
                    <a:pt x="1486" y="496"/>
                    <a:pt x="1489" y="496"/>
                    <a:pt x="1482" y="536"/>
                  </a:cubicBezTo>
                  <a:cubicBezTo>
                    <a:pt x="1481" y="548"/>
                    <a:pt x="1480" y="553"/>
                    <a:pt x="1481" y="553"/>
                  </a:cubicBezTo>
                  <a:cubicBezTo>
                    <a:pt x="1484" y="553"/>
                    <a:pt x="1493" y="528"/>
                    <a:pt x="1504" y="502"/>
                  </a:cubicBezTo>
                  <a:cubicBezTo>
                    <a:pt x="1520" y="470"/>
                    <a:pt x="1529" y="453"/>
                    <a:pt x="1531" y="453"/>
                  </a:cubicBezTo>
                  <a:lnTo>
                    <a:pt x="1531" y="453"/>
                  </a:lnTo>
                  <a:cubicBezTo>
                    <a:pt x="1534" y="453"/>
                    <a:pt x="1528" y="471"/>
                    <a:pt x="1514" y="508"/>
                  </a:cubicBezTo>
                  <a:cubicBezTo>
                    <a:pt x="1504" y="537"/>
                    <a:pt x="1502" y="549"/>
                    <a:pt x="1506" y="549"/>
                  </a:cubicBezTo>
                  <a:cubicBezTo>
                    <a:pt x="1512" y="549"/>
                    <a:pt x="1529" y="521"/>
                    <a:pt x="1548" y="480"/>
                  </a:cubicBezTo>
                  <a:cubicBezTo>
                    <a:pt x="1565" y="440"/>
                    <a:pt x="1572" y="423"/>
                    <a:pt x="1572" y="423"/>
                  </a:cubicBezTo>
                  <a:lnTo>
                    <a:pt x="1572" y="423"/>
                  </a:lnTo>
                  <a:cubicBezTo>
                    <a:pt x="1572" y="423"/>
                    <a:pt x="1569" y="431"/>
                    <a:pt x="1564" y="446"/>
                  </a:cubicBezTo>
                  <a:cubicBezTo>
                    <a:pt x="1551" y="480"/>
                    <a:pt x="1554" y="483"/>
                    <a:pt x="1554" y="483"/>
                  </a:cubicBezTo>
                  <a:cubicBezTo>
                    <a:pt x="1561" y="483"/>
                    <a:pt x="1564" y="486"/>
                    <a:pt x="1548" y="521"/>
                  </a:cubicBezTo>
                  <a:cubicBezTo>
                    <a:pt x="1548" y="521"/>
                    <a:pt x="1554" y="521"/>
                    <a:pt x="1576" y="493"/>
                  </a:cubicBezTo>
                  <a:cubicBezTo>
                    <a:pt x="1589" y="470"/>
                    <a:pt x="1598" y="460"/>
                    <a:pt x="1601" y="460"/>
                  </a:cubicBezTo>
                  <a:lnTo>
                    <a:pt x="1601" y="460"/>
                  </a:lnTo>
                  <a:cubicBezTo>
                    <a:pt x="1609" y="460"/>
                    <a:pt x="1601" y="495"/>
                    <a:pt x="1583" y="540"/>
                  </a:cubicBezTo>
                  <a:lnTo>
                    <a:pt x="1608" y="511"/>
                  </a:lnTo>
                  <a:cubicBezTo>
                    <a:pt x="1631" y="471"/>
                    <a:pt x="1648" y="444"/>
                    <a:pt x="1650" y="444"/>
                  </a:cubicBezTo>
                  <a:lnTo>
                    <a:pt x="1650" y="444"/>
                  </a:lnTo>
                  <a:cubicBezTo>
                    <a:pt x="1651" y="444"/>
                    <a:pt x="1646" y="455"/>
                    <a:pt x="1633" y="480"/>
                  </a:cubicBezTo>
                  <a:cubicBezTo>
                    <a:pt x="1627" y="490"/>
                    <a:pt x="1622" y="500"/>
                    <a:pt x="1618" y="508"/>
                  </a:cubicBezTo>
                  <a:lnTo>
                    <a:pt x="1618" y="508"/>
                  </a:lnTo>
                  <a:cubicBezTo>
                    <a:pt x="1630" y="490"/>
                    <a:pt x="1638" y="482"/>
                    <a:pt x="1642" y="482"/>
                  </a:cubicBezTo>
                  <a:cubicBezTo>
                    <a:pt x="1650" y="482"/>
                    <a:pt x="1642" y="516"/>
                    <a:pt x="1617" y="558"/>
                  </a:cubicBezTo>
                  <a:cubicBezTo>
                    <a:pt x="1595" y="590"/>
                    <a:pt x="1598" y="590"/>
                    <a:pt x="1602" y="593"/>
                  </a:cubicBezTo>
                  <a:lnTo>
                    <a:pt x="1620" y="562"/>
                  </a:lnTo>
                  <a:cubicBezTo>
                    <a:pt x="1638" y="529"/>
                    <a:pt x="1656" y="499"/>
                    <a:pt x="1661" y="499"/>
                  </a:cubicBezTo>
                  <a:cubicBezTo>
                    <a:pt x="1661" y="499"/>
                    <a:pt x="1661" y="499"/>
                    <a:pt x="1661" y="499"/>
                  </a:cubicBezTo>
                  <a:cubicBezTo>
                    <a:pt x="1664" y="502"/>
                    <a:pt x="1670" y="505"/>
                    <a:pt x="1649" y="536"/>
                  </a:cubicBezTo>
                  <a:cubicBezTo>
                    <a:pt x="1637" y="561"/>
                    <a:pt x="1626" y="586"/>
                    <a:pt x="1628" y="586"/>
                  </a:cubicBezTo>
                  <a:cubicBezTo>
                    <a:pt x="1628" y="586"/>
                    <a:pt x="1631" y="583"/>
                    <a:pt x="1636" y="574"/>
                  </a:cubicBezTo>
                  <a:lnTo>
                    <a:pt x="1636" y="574"/>
                  </a:lnTo>
                  <a:cubicBezTo>
                    <a:pt x="1636" y="574"/>
                    <a:pt x="1639" y="577"/>
                    <a:pt x="1623" y="612"/>
                  </a:cubicBezTo>
                  <a:lnTo>
                    <a:pt x="1636" y="621"/>
                  </a:lnTo>
                  <a:cubicBezTo>
                    <a:pt x="1647" y="609"/>
                    <a:pt x="1655" y="603"/>
                    <a:pt x="1657" y="603"/>
                  </a:cubicBezTo>
                  <a:lnTo>
                    <a:pt x="1657" y="603"/>
                  </a:lnTo>
                  <a:cubicBezTo>
                    <a:pt x="1661" y="603"/>
                    <a:pt x="1658" y="612"/>
                    <a:pt x="1645" y="627"/>
                  </a:cubicBezTo>
                  <a:cubicBezTo>
                    <a:pt x="1645" y="627"/>
                    <a:pt x="1646" y="628"/>
                    <a:pt x="1648" y="628"/>
                  </a:cubicBezTo>
                  <a:cubicBezTo>
                    <a:pt x="1651" y="628"/>
                    <a:pt x="1659" y="625"/>
                    <a:pt x="1677" y="605"/>
                  </a:cubicBezTo>
                  <a:lnTo>
                    <a:pt x="1677" y="605"/>
                  </a:lnTo>
                  <a:cubicBezTo>
                    <a:pt x="1683" y="612"/>
                    <a:pt x="1686" y="618"/>
                    <a:pt x="1664" y="646"/>
                  </a:cubicBezTo>
                  <a:cubicBezTo>
                    <a:pt x="1651" y="661"/>
                    <a:pt x="1645" y="668"/>
                    <a:pt x="1646" y="668"/>
                  </a:cubicBezTo>
                  <a:cubicBezTo>
                    <a:pt x="1647" y="668"/>
                    <a:pt x="1654" y="661"/>
                    <a:pt x="1667" y="649"/>
                  </a:cubicBezTo>
                  <a:cubicBezTo>
                    <a:pt x="1682" y="630"/>
                    <a:pt x="1689" y="625"/>
                    <a:pt x="1693" y="625"/>
                  </a:cubicBezTo>
                  <a:cubicBezTo>
                    <a:pt x="1695" y="625"/>
                    <a:pt x="1697" y="626"/>
                    <a:pt x="1699" y="627"/>
                  </a:cubicBezTo>
                  <a:cubicBezTo>
                    <a:pt x="1702" y="630"/>
                    <a:pt x="1705" y="634"/>
                    <a:pt x="1705" y="634"/>
                  </a:cubicBezTo>
                  <a:cubicBezTo>
                    <a:pt x="1724" y="612"/>
                    <a:pt x="1728" y="607"/>
                    <a:pt x="1731" y="607"/>
                  </a:cubicBezTo>
                  <a:cubicBezTo>
                    <a:pt x="1732" y="607"/>
                    <a:pt x="1732" y="608"/>
                    <a:pt x="1733" y="609"/>
                  </a:cubicBezTo>
                  <a:cubicBezTo>
                    <a:pt x="1736" y="612"/>
                    <a:pt x="1721" y="649"/>
                    <a:pt x="1724" y="652"/>
                  </a:cubicBezTo>
                  <a:cubicBezTo>
                    <a:pt x="1727" y="656"/>
                    <a:pt x="1729" y="658"/>
                    <a:pt x="1732" y="658"/>
                  </a:cubicBezTo>
                  <a:cubicBezTo>
                    <a:pt x="1736" y="658"/>
                    <a:pt x="1741" y="651"/>
                    <a:pt x="1755" y="634"/>
                  </a:cubicBezTo>
                  <a:cubicBezTo>
                    <a:pt x="1753" y="632"/>
                    <a:pt x="1763" y="620"/>
                    <a:pt x="1767" y="620"/>
                  </a:cubicBezTo>
                  <a:lnTo>
                    <a:pt x="1767" y="620"/>
                  </a:lnTo>
                  <a:cubicBezTo>
                    <a:pt x="1769" y="620"/>
                    <a:pt x="1768" y="624"/>
                    <a:pt x="1761" y="637"/>
                  </a:cubicBezTo>
                  <a:cubicBezTo>
                    <a:pt x="1764" y="640"/>
                    <a:pt x="1746" y="677"/>
                    <a:pt x="1752" y="690"/>
                  </a:cubicBezTo>
                  <a:cubicBezTo>
                    <a:pt x="1757" y="697"/>
                    <a:pt x="1761" y="701"/>
                    <a:pt x="1765" y="701"/>
                  </a:cubicBezTo>
                  <a:cubicBezTo>
                    <a:pt x="1770" y="701"/>
                    <a:pt x="1777" y="695"/>
                    <a:pt x="1793" y="681"/>
                  </a:cubicBezTo>
                  <a:cubicBezTo>
                    <a:pt x="1820" y="655"/>
                    <a:pt x="1835" y="642"/>
                    <a:pt x="1836" y="642"/>
                  </a:cubicBezTo>
                  <a:lnTo>
                    <a:pt x="1836" y="642"/>
                  </a:lnTo>
                  <a:cubicBezTo>
                    <a:pt x="1838" y="642"/>
                    <a:pt x="1825" y="656"/>
                    <a:pt x="1796" y="684"/>
                  </a:cubicBezTo>
                  <a:cubicBezTo>
                    <a:pt x="1765" y="719"/>
                    <a:pt x="1754" y="733"/>
                    <a:pt x="1757" y="733"/>
                  </a:cubicBezTo>
                  <a:cubicBezTo>
                    <a:pt x="1759" y="733"/>
                    <a:pt x="1766" y="728"/>
                    <a:pt x="1777" y="718"/>
                  </a:cubicBezTo>
                  <a:cubicBezTo>
                    <a:pt x="1799" y="705"/>
                    <a:pt x="1806" y="701"/>
                    <a:pt x="1809" y="701"/>
                  </a:cubicBezTo>
                  <a:cubicBezTo>
                    <a:pt x="1810" y="701"/>
                    <a:pt x="1811" y="702"/>
                    <a:pt x="1811" y="703"/>
                  </a:cubicBezTo>
                  <a:cubicBezTo>
                    <a:pt x="1794" y="718"/>
                    <a:pt x="1788" y="725"/>
                    <a:pt x="1795" y="725"/>
                  </a:cubicBezTo>
                  <a:cubicBezTo>
                    <a:pt x="1800" y="725"/>
                    <a:pt x="1808" y="723"/>
                    <a:pt x="1821" y="718"/>
                  </a:cubicBezTo>
                  <a:lnTo>
                    <a:pt x="1821" y="718"/>
                  </a:lnTo>
                  <a:cubicBezTo>
                    <a:pt x="1824" y="721"/>
                    <a:pt x="1824" y="721"/>
                    <a:pt x="1793" y="743"/>
                  </a:cubicBezTo>
                  <a:lnTo>
                    <a:pt x="1799" y="753"/>
                  </a:lnTo>
                  <a:cubicBezTo>
                    <a:pt x="1815" y="744"/>
                    <a:pt x="1826" y="741"/>
                    <a:pt x="1834" y="741"/>
                  </a:cubicBezTo>
                  <a:cubicBezTo>
                    <a:pt x="1858" y="741"/>
                    <a:pt x="1845" y="774"/>
                    <a:pt x="1821" y="790"/>
                  </a:cubicBezTo>
                  <a:cubicBezTo>
                    <a:pt x="1821" y="790"/>
                    <a:pt x="1821" y="792"/>
                    <a:pt x="1825" y="792"/>
                  </a:cubicBezTo>
                  <a:cubicBezTo>
                    <a:pt x="1830" y="792"/>
                    <a:pt x="1839" y="790"/>
                    <a:pt x="1858" y="781"/>
                  </a:cubicBezTo>
                  <a:cubicBezTo>
                    <a:pt x="1891" y="765"/>
                    <a:pt x="1909" y="757"/>
                    <a:pt x="1912" y="757"/>
                  </a:cubicBezTo>
                  <a:lnTo>
                    <a:pt x="1912" y="757"/>
                  </a:lnTo>
                  <a:cubicBezTo>
                    <a:pt x="1915" y="757"/>
                    <a:pt x="1900" y="767"/>
                    <a:pt x="1865" y="787"/>
                  </a:cubicBezTo>
                  <a:cubicBezTo>
                    <a:pt x="1830" y="808"/>
                    <a:pt x="1814" y="819"/>
                    <a:pt x="1816" y="819"/>
                  </a:cubicBezTo>
                  <a:cubicBezTo>
                    <a:pt x="1818" y="819"/>
                    <a:pt x="1835" y="810"/>
                    <a:pt x="1868" y="793"/>
                  </a:cubicBezTo>
                  <a:cubicBezTo>
                    <a:pt x="1874" y="791"/>
                    <a:pt x="1879" y="790"/>
                    <a:pt x="1884" y="790"/>
                  </a:cubicBezTo>
                  <a:cubicBezTo>
                    <a:pt x="1903" y="790"/>
                    <a:pt x="1900" y="812"/>
                    <a:pt x="1846" y="837"/>
                  </a:cubicBezTo>
                  <a:cubicBezTo>
                    <a:pt x="1811" y="853"/>
                    <a:pt x="1777" y="872"/>
                    <a:pt x="1777" y="872"/>
                  </a:cubicBezTo>
                  <a:cubicBezTo>
                    <a:pt x="1800" y="863"/>
                    <a:pt x="1809" y="862"/>
                    <a:pt x="1813" y="862"/>
                  </a:cubicBezTo>
                  <a:cubicBezTo>
                    <a:pt x="1814" y="862"/>
                    <a:pt x="1815" y="862"/>
                    <a:pt x="1815" y="862"/>
                  </a:cubicBezTo>
                  <a:cubicBezTo>
                    <a:pt x="1830" y="855"/>
                    <a:pt x="1839" y="852"/>
                    <a:pt x="1844" y="852"/>
                  </a:cubicBezTo>
                  <a:cubicBezTo>
                    <a:pt x="1851" y="852"/>
                    <a:pt x="1853" y="857"/>
                    <a:pt x="1858" y="866"/>
                  </a:cubicBezTo>
                  <a:cubicBezTo>
                    <a:pt x="1862" y="875"/>
                    <a:pt x="1905" y="875"/>
                    <a:pt x="1909" y="887"/>
                  </a:cubicBezTo>
                  <a:cubicBezTo>
                    <a:pt x="1912" y="897"/>
                    <a:pt x="1915" y="913"/>
                    <a:pt x="1884" y="931"/>
                  </a:cubicBezTo>
                  <a:cubicBezTo>
                    <a:pt x="1884" y="936"/>
                    <a:pt x="1885" y="939"/>
                    <a:pt x="1901" y="939"/>
                  </a:cubicBezTo>
                  <a:cubicBezTo>
                    <a:pt x="1907" y="939"/>
                    <a:pt x="1914" y="938"/>
                    <a:pt x="1924" y="938"/>
                  </a:cubicBezTo>
                  <a:cubicBezTo>
                    <a:pt x="1933" y="936"/>
                    <a:pt x="1939" y="936"/>
                    <a:pt x="1944" y="936"/>
                  </a:cubicBezTo>
                  <a:cubicBezTo>
                    <a:pt x="1961" y="936"/>
                    <a:pt x="1957" y="943"/>
                    <a:pt x="1931" y="953"/>
                  </a:cubicBezTo>
                  <a:lnTo>
                    <a:pt x="1931" y="960"/>
                  </a:lnTo>
                  <a:cubicBezTo>
                    <a:pt x="1939" y="959"/>
                    <a:pt x="1945" y="959"/>
                    <a:pt x="1950" y="959"/>
                  </a:cubicBezTo>
                  <a:cubicBezTo>
                    <a:pt x="1971" y="959"/>
                    <a:pt x="1971" y="963"/>
                    <a:pt x="1971" y="963"/>
                  </a:cubicBezTo>
                  <a:cubicBezTo>
                    <a:pt x="1942" y="973"/>
                    <a:pt x="1913" y="986"/>
                    <a:pt x="1925" y="986"/>
                  </a:cubicBezTo>
                  <a:cubicBezTo>
                    <a:pt x="1928" y="986"/>
                    <a:pt x="1931" y="986"/>
                    <a:pt x="1937" y="985"/>
                  </a:cubicBezTo>
                  <a:cubicBezTo>
                    <a:pt x="1951" y="980"/>
                    <a:pt x="1960" y="978"/>
                    <a:pt x="1966" y="978"/>
                  </a:cubicBezTo>
                  <a:cubicBezTo>
                    <a:pt x="1975" y="978"/>
                    <a:pt x="1976" y="983"/>
                    <a:pt x="1978" y="991"/>
                  </a:cubicBezTo>
                  <a:cubicBezTo>
                    <a:pt x="1947" y="1013"/>
                    <a:pt x="1971" y="1179"/>
                    <a:pt x="2002" y="1179"/>
                  </a:cubicBezTo>
                  <a:cubicBezTo>
                    <a:pt x="2002" y="1179"/>
                    <a:pt x="2002" y="1179"/>
                    <a:pt x="2003" y="1179"/>
                  </a:cubicBezTo>
                  <a:lnTo>
                    <a:pt x="2003" y="1179"/>
                  </a:lnTo>
                  <a:lnTo>
                    <a:pt x="1999" y="1195"/>
                  </a:lnTo>
                  <a:lnTo>
                    <a:pt x="1999" y="1210"/>
                  </a:lnTo>
                  <a:cubicBezTo>
                    <a:pt x="1924" y="1213"/>
                    <a:pt x="1965" y="1235"/>
                    <a:pt x="1999" y="1254"/>
                  </a:cubicBezTo>
                  <a:cubicBezTo>
                    <a:pt x="2037" y="1260"/>
                    <a:pt x="2037" y="1267"/>
                    <a:pt x="2034" y="1270"/>
                  </a:cubicBezTo>
                  <a:cubicBezTo>
                    <a:pt x="2027" y="1270"/>
                    <a:pt x="2021" y="1269"/>
                    <a:pt x="2016" y="1269"/>
                  </a:cubicBezTo>
                  <a:cubicBezTo>
                    <a:pt x="1959" y="1269"/>
                    <a:pt x="1962" y="1283"/>
                    <a:pt x="1993" y="1295"/>
                  </a:cubicBezTo>
                  <a:cubicBezTo>
                    <a:pt x="2047" y="1302"/>
                    <a:pt x="2063" y="1307"/>
                    <a:pt x="2039" y="1307"/>
                  </a:cubicBezTo>
                  <a:cubicBezTo>
                    <a:pt x="2029" y="1307"/>
                    <a:pt x="2014" y="1306"/>
                    <a:pt x="1993" y="1304"/>
                  </a:cubicBezTo>
                  <a:cubicBezTo>
                    <a:pt x="1975" y="1303"/>
                    <a:pt x="1962" y="1302"/>
                    <a:pt x="1953" y="1302"/>
                  </a:cubicBezTo>
                  <a:cubicBezTo>
                    <a:pt x="1923" y="1302"/>
                    <a:pt x="1942" y="1310"/>
                    <a:pt x="2028" y="1329"/>
                  </a:cubicBezTo>
                  <a:cubicBezTo>
                    <a:pt x="2065" y="1339"/>
                    <a:pt x="2065" y="1339"/>
                    <a:pt x="2028" y="1339"/>
                  </a:cubicBezTo>
                  <a:cubicBezTo>
                    <a:pt x="2005" y="1337"/>
                    <a:pt x="1989" y="1336"/>
                    <a:pt x="1978" y="1336"/>
                  </a:cubicBezTo>
                  <a:cubicBezTo>
                    <a:pt x="1953" y="1336"/>
                    <a:pt x="1960" y="1341"/>
                    <a:pt x="1987" y="1345"/>
                  </a:cubicBezTo>
                  <a:cubicBezTo>
                    <a:pt x="2036" y="1356"/>
                    <a:pt x="2052" y="1362"/>
                    <a:pt x="2033" y="1362"/>
                  </a:cubicBezTo>
                  <a:cubicBezTo>
                    <a:pt x="2024" y="1362"/>
                    <a:pt x="2008" y="1361"/>
                    <a:pt x="1984" y="1358"/>
                  </a:cubicBezTo>
                  <a:cubicBezTo>
                    <a:pt x="1956" y="1356"/>
                    <a:pt x="1938" y="1355"/>
                    <a:pt x="1930" y="1355"/>
                  </a:cubicBezTo>
                  <a:cubicBezTo>
                    <a:pt x="1914" y="1355"/>
                    <a:pt x="1931" y="1359"/>
                    <a:pt x="1978" y="1373"/>
                  </a:cubicBezTo>
                  <a:cubicBezTo>
                    <a:pt x="2035" y="1387"/>
                    <a:pt x="2045" y="1404"/>
                    <a:pt x="2013" y="1404"/>
                  </a:cubicBezTo>
                  <a:cubicBezTo>
                    <a:pt x="2003" y="1404"/>
                    <a:pt x="1989" y="1402"/>
                    <a:pt x="1971" y="1398"/>
                  </a:cubicBezTo>
                  <a:cubicBezTo>
                    <a:pt x="1971" y="1405"/>
                    <a:pt x="1934" y="1398"/>
                    <a:pt x="1968" y="1408"/>
                  </a:cubicBezTo>
                  <a:lnTo>
                    <a:pt x="1931" y="1405"/>
                  </a:lnTo>
                  <a:cubicBezTo>
                    <a:pt x="1931" y="1408"/>
                    <a:pt x="1931" y="1411"/>
                    <a:pt x="1927" y="1411"/>
                  </a:cubicBezTo>
                  <a:lnTo>
                    <a:pt x="1965" y="1423"/>
                  </a:lnTo>
                  <a:cubicBezTo>
                    <a:pt x="1962" y="1426"/>
                    <a:pt x="1915" y="1439"/>
                    <a:pt x="1905" y="1467"/>
                  </a:cubicBezTo>
                  <a:cubicBezTo>
                    <a:pt x="1884" y="1505"/>
                    <a:pt x="1877" y="1511"/>
                    <a:pt x="1915" y="1527"/>
                  </a:cubicBezTo>
                  <a:cubicBezTo>
                    <a:pt x="1953" y="1544"/>
                    <a:pt x="1968" y="1555"/>
                    <a:pt x="1962" y="1555"/>
                  </a:cubicBezTo>
                  <a:cubicBezTo>
                    <a:pt x="1957" y="1555"/>
                    <a:pt x="1939" y="1548"/>
                    <a:pt x="1909" y="1533"/>
                  </a:cubicBezTo>
                  <a:cubicBezTo>
                    <a:pt x="1908" y="1533"/>
                    <a:pt x="1907" y="1534"/>
                    <a:pt x="1905" y="1534"/>
                  </a:cubicBezTo>
                  <a:cubicBezTo>
                    <a:pt x="1899" y="1534"/>
                    <a:pt x="1885" y="1531"/>
                    <a:pt x="1876" y="1531"/>
                  </a:cubicBezTo>
                  <a:cubicBezTo>
                    <a:pt x="1872" y="1531"/>
                    <a:pt x="1869" y="1531"/>
                    <a:pt x="1868" y="1533"/>
                  </a:cubicBezTo>
                  <a:cubicBezTo>
                    <a:pt x="1865" y="1536"/>
                    <a:pt x="1862" y="1539"/>
                    <a:pt x="1856" y="1539"/>
                  </a:cubicBezTo>
                  <a:cubicBezTo>
                    <a:pt x="1850" y="1539"/>
                    <a:pt x="1841" y="1535"/>
                    <a:pt x="1824" y="1524"/>
                  </a:cubicBezTo>
                  <a:lnTo>
                    <a:pt x="1821" y="1527"/>
                  </a:lnTo>
                  <a:cubicBezTo>
                    <a:pt x="1868" y="1564"/>
                    <a:pt x="1866" y="1585"/>
                    <a:pt x="1847" y="1585"/>
                  </a:cubicBezTo>
                  <a:cubicBezTo>
                    <a:pt x="1841" y="1585"/>
                    <a:pt x="1835" y="1583"/>
                    <a:pt x="1827" y="1580"/>
                  </a:cubicBezTo>
                  <a:lnTo>
                    <a:pt x="1827" y="1580"/>
                  </a:lnTo>
                  <a:cubicBezTo>
                    <a:pt x="1824" y="1586"/>
                    <a:pt x="1821" y="1589"/>
                    <a:pt x="1843" y="1618"/>
                  </a:cubicBezTo>
                  <a:cubicBezTo>
                    <a:pt x="1853" y="1635"/>
                    <a:pt x="1858" y="1642"/>
                    <a:pt x="1855" y="1642"/>
                  </a:cubicBezTo>
                  <a:cubicBezTo>
                    <a:pt x="1852" y="1642"/>
                    <a:pt x="1845" y="1637"/>
                    <a:pt x="1830" y="1627"/>
                  </a:cubicBezTo>
                  <a:cubicBezTo>
                    <a:pt x="1816" y="1614"/>
                    <a:pt x="1799" y="1604"/>
                    <a:pt x="1792" y="1604"/>
                  </a:cubicBezTo>
                  <a:cubicBezTo>
                    <a:pt x="1785" y="1604"/>
                    <a:pt x="1788" y="1614"/>
                    <a:pt x="1815" y="1643"/>
                  </a:cubicBezTo>
                  <a:lnTo>
                    <a:pt x="1783" y="1618"/>
                  </a:lnTo>
                  <a:cubicBezTo>
                    <a:pt x="1776" y="1611"/>
                    <a:pt x="1772" y="1608"/>
                    <a:pt x="1771" y="1608"/>
                  </a:cubicBezTo>
                  <a:lnTo>
                    <a:pt x="1771" y="1608"/>
                  </a:lnTo>
                  <a:cubicBezTo>
                    <a:pt x="1769" y="1608"/>
                    <a:pt x="1787" y="1628"/>
                    <a:pt x="1805" y="1649"/>
                  </a:cubicBezTo>
                  <a:cubicBezTo>
                    <a:pt x="1829" y="1676"/>
                    <a:pt x="1841" y="1691"/>
                    <a:pt x="1838" y="1691"/>
                  </a:cubicBezTo>
                  <a:cubicBezTo>
                    <a:pt x="1836" y="1691"/>
                    <a:pt x="1815" y="1672"/>
                    <a:pt x="1774" y="1627"/>
                  </a:cubicBezTo>
                  <a:cubicBezTo>
                    <a:pt x="1745" y="1595"/>
                    <a:pt x="1732" y="1582"/>
                    <a:pt x="1730" y="1582"/>
                  </a:cubicBezTo>
                  <a:lnTo>
                    <a:pt x="1730" y="1582"/>
                  </a:lnTo>
                  <a:cubicBezTo>
                    <a:pt x="1729" y="1582"/>
                    <a:pt x="1735" y="1590"/>
                    <a:pt x="1746" y="1602"/>
                  </a:cubicBezTo>
                  <a:cubicBezTo>
                    <a:pt x="1762" y="1625"/>
                    <a:pt x="1777" y="1647"/>
                    <a:pt x="1774" y="1647"/>
                  </a:cubicBezTo>
                  <a:cubicBezTo>
                    <a:pt x="1773" y="1647"/>
                    <a:pt x="1769" y="1644"/>
                    <a:pt x="1761" y="1636"/>
                  </a:cubicBezTo>
                  <a:lnTo>
                    <a:pt x="1761" y="1636"/>
                  </a:lnTo>
                  <a:cubicBezTo>
                    <a:pt x="1758" y="1640"/>
                    <a:pt x="1755" y="1640"/>
                    <a:pt x="1802" y="1699"/>
                  </a:cubicBezTo>
                  <a:cubicBezTo>
                    <a:pt x="1824" y="1730"/>
                    <a:pt x="1821" y="1730"/>
                    <a:pt x="1815" y="1734"/>
                  </a:cubicBezTo>
                  <a:cubicBezTo>
                    <a:pt x="1799" y="1715"/>
                    <a:pt x="1787" y="1693"/>
                    <a:pt x="1774" y="1672"/>
                  </a:cubicBezTo>
                  <a:lnTo>
                    <a:pt x="1774" y="1672"/>
                  </a:lnTo>
                  <a:cubicBezTo>
                    <a:pt x="1773" y="1672"/>
                    <a:pt x="1771" y="1674"/>
                    <a:pt x="1768" y="1677"/>
                  </a:cubicBezTo>
                  <a:cubicBezTo>
                    <a:pt x="1761" y="1677"/>
                    <a:pt x="1733" y="1652"/>
                    <a:pt x="1711" y="1621"/>
                  </a:cubicBezTo>
                  <a:cubicBezTo>
                    <a:pt x="1701" y="1610"/>
                    <a:pt x="1695" y="1604"/>
                    <a:pt x="1694" y="1604"/>
                  </a:cubicBezTo>
                  <a:lnTo>
                    <a:pt x="1694" y="1604"/>
                  </a:lnTo>
                  <a:cubicBezTo>
                    <a:pt x="1693" y="1604"/>
                    <a:pt x="1703" y="1619"/>
                    <a:pt x="1730" y="1655"/>
                  </a:cubicBezTo>
                  <a:cubicBezTo>
                    <a:pt x="1774" y="1715"/>
                    <a:pt x="1774" y="1715"/>
                    <a:pt x="1768" y="1721"/>
                  </a:cubicBezTo>
                  <a:cubicBezTo>
                    <a:pt x="1767" y="1722"/>
                    <a:pt x="1765" y="1723"/>
                    <a:pt x="1764" y="1723"/>
                  </a:cubicBezTo>
                  <a:cubicBezTo>
                    <a:pt x="1760" y="1723"/>
                    <a:pt x="1753" y="1718"/>
                    <a:pt x="1739" y="1696"/>
                  </a:cubicBezTo>
                  <a:cubicBezTo>
                    <a:pt x="1724" y="1671"/>
                    <a:pt x="1719" y="1666"/>
                    <a:pt x="1716" y="1666"/>
                  </a:cubicBezTo>
                  <a:cubicBezTo>
                    <a:pt x="1714" y="1666"/>
                    <a:pt x="1713" y="1667"/>
                    <a:pt x="1711" y="1668"/>
                  </a:cubicBezTo>
                  <a:cubicBezTo>
                    <a:pt x="1702" y="1671"/>
                    <a:pt x="1746" y="1774"/>
                    <a:pt x="1777" y="1843"/>
                  </a:cubicBezTo>
                  <a:cubicBezTo>
                    <a:pt x="1796" y="1877"/>
                    <a:pt x="1805" y="1893"/>
                    <a:pt x="1804" y="1893"/>
                  </a:cubicBezTo>
                  <a:cubicBezTo>
                    <a:pt x="1803" y="1893"/>
                    <a:pt x="1792" y="1877"/>
                    <a:pt x="1771" y="1846"/>
                  </a:cubicBezTo>
                  <a:cubicBezTo>
                    <a:pt x="1760" y="1822"/>
                    <a:pt x="1753" y="1816"/>
                    <a:pt x="1749" y="1816"/>
                  </a:cubicBezTo>
                  <a:cubicBezTo>
                    <a:pt x="1748" y="1816"/>
                    <a:pt x="1747" y="1817"/>
                    <a:pt x="1746" y="1818"/>
                  </a:cubicBezTo>
                  <a:cubicBezTo>
                    <a:pt x="1727" y="1784"/>
                    <a:pt x="1730" y="1781"/>
                    <a:pt x="1736" y="1781"/>
                  </a:cubicBezTo>
                  <a:lnTo>
                    <a:pt x="1717" y="1746"/>
                  </a:lnTo>
                  <a:cubicBezTo>
                    <a:pt x="1698" y="1714"/>
                    <a:pt x="1687" y="1699"/>
                    <a:pt x="1684" y="1699"/>
                  </a:cubicBezTo>
                  <a:lnTo>
                    <a:pt x="1684" y="1699"/>
                  </a:lnTo>
                  <a:cubicBezTo>
                    <a:pt x="1682" y="1699"/>
                    <a:pt x="1689" y="1717"/>
                    <a:pt x="1705" y="1752"/>
                  </a:cubicBezTo>
                  <a:cubicBezTo>
                    <a:pt x="1711" y="1770"/>
                    <a:pt x="1714" y="1779"/>
                    <a:pt x="1713" y="1779"/>
                  </a:cubicBezTo>
                  <a:cubicBezTo>
                    <a:pt x="1712" y="1779"/>
                    <a:pt x="1706" y="1771"/>
                    <a:pt x="1696" y="1756"/>
                  </a:cubicBezTo>
                  <a:cubicBezTo>
                    <a:pt x="1683" y="1734"/>
                    <a:pt x="1668" y="1712"/>
                    <a:pt x="1667" y="1712"/>
                  </a:cubicBezTo>
                  <a:lnTo>
                    <a:pt x="1667" y="1712"/>
                  </a:lnTo>
                  <a:cubicBezTo>
                    <a:pt x="1666" y="1712"/>
                    <a:pt x="1668" y="1717"/>
                    <a:pt x="1674" y="1727"/>
                  </a:cubicBezTo>
                  <a:cubicBezTo>
                    <a:pt x="1674" y="1727"/>
                    <a:pt x="1673" y="1727"/>
                    <a:pt x="1673" y="1727"/>
                  </a:cubicBezTo>
                  <a:cubicBezTo>
                    <a:pt x="1670" y="1727"/>
                    <a:pt x="1661" y="1725"/>
                    <a:pt x="1645" y="1696"/>
                  </a:cubicBezTo>
                  <a:cubicBezTo>
                    <a:pt x="1636" y="1699"/>
                    <a:pt x="1633" y="1699"/>
                    <a:pt x="1645" y="1734"/>
                  </a:cubicBezTo>
                  <a:cubicBezTo>
                    <a:pt x="1661" y="1771"/>
                    <a:pt x="1658" y="1771"/>
                    <a:pt x="1652" y="1771"/>
                  </a:cubicBezTo>
                  <a:cubicBezTo>
                    <a:pt x="1649" y="1774"/>
                    <a:pt x="1642" y="1774"/>
                    <a:pt x="1655" y="1812"/>
                  </a:cubicBezTo>
                  <a:cubicBezTo>
                    <a:pt x="1670" y="1846"/>
                    <a:pt x="1677" y="1884"/>
                    <a:pt x="1667" y="1887"/>
                  </a:cubicBezTo>
                  <a:cubicBezTo>
                    <a:pt x="1669" y="1903"/>
                    <a:pt x="1669" y="1912"/>
                    <a:pt x="1666" y="1912"/>
                  </a:cubicBezTo>
                  <a:cubicBezTo>
                    <a:pt x="1663" y="1912"/>
                    <a:pt x="1655" y="1895"/>
                    <a:pt x="1639" y="1856"/>
                  </a:cubicBezTo>
                  <a:cubicBezTo>
                    <a:pt x="1629" y="1829"/>
                    <a:pt x="1625" y="1823"/>
                    <a:pt x="1621" y="1823"/>
                  </a:cubicBezTo>
                  <a:cubicBezTo>
                    <a:pt x="1620" y="1823"/>
                    <a:pt x="1619" y="1824"/>
                    <a:pt x="1617" y="1824"/>
                  </a:cubicBezTo>
                  <a:cubicBezTo>
                    <a:pt x="1617" y="1824"/>
                    <a:pt x="1611" y="1824"/>
                    <a:pt x="1595" y="1790"/>
                  </a:cubicBezTo>
                  <a:cubicBezTo>
                    <a:pt x="1591" y="1780"/>
                    <a:pt x="1589" y="1776"/>
                    <a:pt x="1588" y="1776"/>
                  </a:cubicBezTo>
                  <a:lnTo>
                    <a:pt x="1588" y="1776"/>
                  </a:lnTo>
                  <a:cubicBezTo>
                    <a:pt x="1587" y="1776"/>
                    <a:pt x="1595" y="1801"/>
                    <a:pt x="1602" y="1828"/>
                  </a:cubicBezTo>
                  <a:cubicBezTo>
                    <a:pt x="1614" y="1865"/>
                    <a:pt x="1623" y="1900"/>
                    <a:pt x="1623" y="1900"/>
                  </a:cubicBezTo>
                  <a:cubicBezTo>
                    <a:pt x="1605" y="1865"/>
                    <a:pt x="1589" y="1831"/>
                    <a:pt x="1583" y="1793"/>
                  </a:cubicBezTo>
                  <a:cubicBezTo>
                    <a:pt x="1570" y="1757"/>
                    <a:pt x="1564" y="1739"/>
                    <a:pt x="1563" y="1739"/>
                  </a:cubicBezTo>
                  <a:lnTo>
                    <a:pt x="1563" y="1739"/>
                  </a:lnTo>
                  <a:cubicBezTo>
                    <a:pt x="1562" y="1739"/>
                    <a:pt x="1567" y="1757"/>
                    <a:pt x="1576" y="1793"/>
                  </a:cubicBezTo>
                  <a:cubicBezTo>
                    <a:pt x="1583" y="1820"/>
                    <a:pt x="1588" y="1847"/>
                    <a:pt x="1582" y="1847"/>
                  </a:cubicBezTo>
                  <a:cubicBezTo>
                    <a:pt x="1580" y="1847"/>
                    <a:pt x="1576" y="1843"/>
                    <a:pt x="1570" y="1834"/>
                  </a:cubicBezTo>
                  <a:cubicBezTo>
                    <a:pt x="1569" y="1834"/>
                    <a:pt x="1567" y="1834"/>
                    <a:pt x="1566" y="1834"/>
                  </a:cubicBezTo>
                  <a:cubicBezTo>
                    <a:pt x="1557" y="1834"/>
                    <a:pt x="1547" y="1832"/>
                    <a:pt x="1542" y="1799"/>
                  </a:cubicBezTo>
                  <a:cubicBezTo>
                    <a:pt x="1538" y="1789"/>
                    <a:pt x="1536" y="1785"/>
                    <a:pt x="1534" y="1785"/>
                  </a:cubicBezTo>
                  <a:cubicBezTo>
                    <a:pt x="1531" y="1785"/>
                    <a:pt x="1533" y="1803"/>
                    <a:pt x="1533" y="1803"/>
                  </a:cubicBezTo>
                  <a:cubicBezTo>
                    <a:pt x="1534" y="1822"/>
                    <a:pt x="1533" y="1831"/>
                    <a:pt x="1529" y="1831"/>
                  </a:cubicBezTo>
                  <a:cubicBezTo>
                    <a:pt x="1525" y="1831"/>
                    <a:pt x="1518" y="1823"/>
                    <a:pt x="1507" y="1806"/>
                  </a:cubicBezTo>
                  <a:cubicBezTo>
                    <a:pt x="1489" y="1770"/>
                    <a:pt x="1479" y="1752"/>
                    <a:pt x="1476" y="1752"/>
                  </a:cubicBezTo>
                  <a:lnTo>
                    <a:pt x="1476" y="1752"/>
                  </a:lnTo>
                  <a:cubicBezTo>
                    <a:pt x="1472" y="1752"/>
                    <a:pt x="1475" y="1770"/>
                    <a:pt x="1479" y="1806"/>
                  </a:cubicBezTo>
                  <a:cubicBezTo>
                    <a:pt x="1483" y="1828"/>
                    <a:pt x="1487" y="1850"/>
                    <a:pt x="1486" y="1850"/>
                  </a:cubicBezTo>
                  <a:cubicBezTo>
                    <a:pt x="1485" y="1850"/>
                    <a:pt x="1483" y="1839"/>
                    <a:pt x="1476" y="1809"/>
                  </a:cubicBezTo>
                  <a:cubicBezTo>
                    <a:pt x="1473" y="1798"/>
                    <a:pt x="1471" y="1793"/>
                    <a:pt x="1470" y="1793"/>
                  </a:cubicBezTo>
                  <a:cubicBezTo>
                    <a:pt x="1466" y="1793"/>
                    <a:pt x="1464" y="1820"/>
                    <a:pt x="1457" y="1846"/>
                  </a:cubicBezTo>
                  <a:cubicBezTo>
                    <a:pt x="1460" y="1897"/>
                    <a:pt x="1464" y="1947"/>
                    <a:pt x="1467" y="1997"/>
                  </a:cubicBezTo>
                  <a:cubicBezTo>
                    <a:pt x="1472" y="2041"/>
                    <a:pt x="1475" y="2059"/>
                    <a:pt x="1472" y="2059"/>
                  </a:cubicBezTo>
                  <a:cubicBezTo>
                    <a:pt x="1470" y="2059"/>
                    <a:pt x="1465" y="2050"/>
                    <a:pt x="1457" y="2034"/>
                  </a:cubicBezTo>
                  <a:cubicBezTo>
                    <a:pt x="1457" y="2035"/>
                    <a:pt x="1457" y="2035"/>
                    <a:pt x="1457" y="2035"/>
                  </a:cubicBezTo>
                  <a:cubicBezTo>
                    <a:pt x="1450" y="2035"/>
                    <a:pt x="1442" y="1998"/>
                    <a:pt x="1439" y="1962"/>
                  </a:cubicBezTo>
                  <a:cubicBezTo>
                    <a:pt x="1435" y="1925"/>
                    <a:pt x="1442" y="1925"/>
                    <a:pt x="1442" y="1925"/>
                  </a:cubicBezTo>
                  <a:lnTo>
                    <a:pt x="1448" y="1922"/>
                  </a:lnTo>
                  <a:cubicBezTo>
                    <a:pt x="1445" y="1885"/>
                    <a:pt x="1442" y="1849"/>
                    <a:pt x="1433" y="1849"/>
                  </a:cubicBezTo>
                  <a:cubicBezTo>
                    <a:pt x="1433" y="1849"/>
                    <a:pt x="1433" y="1849"/>
                    <a:pt x="1432" y="1850"/>
                  </a:cubicBezTo>
                  <a:cubicBezTo>
                    <a:pt x="1428" y="1831"/>
                    <a:pt x="1424" y="1821"/>
                    <a:pt x="1422" y="1821"/>
                  </a:cubicBezTo>
                  <a:cubicBezTo>
                    <a:pt x="1421" y="1821"/>
                    <a:pt x="1420" y="1831"/>
                    <a:pt x="1420" y="1850"/>
                  </a:cubicBezTo>
                  <a:cubicBezTo>
                    <a:pt x="1413" y="1812"/>
                    <a:pt x="1401" y="1812"/>
                    <a:pt x="1392" y="1809"/>
                  </a:cubicBezTo>
                  <a:cubicBezTo>
                    <a:pt x="1382" y="1809"/>
                    <a:pt x="1366" y="1809"/>
                    <a:pt x="1360" y="1771"/>
                  </a:cubicBezTo>
                  <a:cubicBezTo>
                    <a:pt x="1351" y="1771"/>
                    <a:pt x="1345" y="1771"/>
                    <a:pt x="1345" y="1809"/>
                  </a:cubicBezTo>
                  <a:cubicBezTo>
                    <a:pt x="1343" y="1853"/>
                    <a:pt x="1340" y="1871"/>
                    <a:pt x="1338" y="1871"/>
                  </a:cubicBezTo>
                  <a:cubicBezTo>
                    <a:pt x="1337" y="1871"/>
                    <a:pt x="1337" y="1862"/>
                    <a:pt x="1338" y="1846"/>
                  </a:cubicBezTo>
                  <a:cubicBezTo>
                    <a:pt x="1334" y="1797"/>
                    <a:pt x="1309" y="1759"/>
                    <a:pt x="1287" y="1759"/>
                  </a:cubicBezTo>
                  <a:cubicBezTo>
                    <a:pt x="1276" y="1759"/>
                    <a:pt x="1265" y="1770"/>
                    <a:pt x="1260" y="1796"/>
                  </a:cubicBezTo>
                  <a:lnTo>
                    <a:pt x="1247" y="1793"/>
                  </a:lnTo>
                  <a:cubicBezTo>
                    <a:pt x="1246" y="1774"/>
                    <a:pt x="1235" y="1762"/>
                    <a:pt x="1224" y="1762"/>
                  </a:cubicBezTo>
                  <a:cubicBezTo>
                    <a:pt x="1216" y="1762"/>
                    <a:pt x="1208" y="1769"/>
                    <a:pt x="1204" y="1784"/>
                  </a:cubicBezTo>
                  <a:lnTo>
                    <a:pt x="1188" y="1781"/>
                  </a:lnTo>
                  <a:cubicBezTo>
                    <a:pt x="1186" y="1759"/>
                    <a:pt x="1184" y="1749"/>
                    <a:pt x="1180" y="1749"/>
                  </a:cubicBezTo>
                  <a:cubicBezTo>
                    <a:pt x="1176" y="1749"/>
                    <a:pt x="1172" y="1758"/>
                    <a:pt x="1166" y="1774"/>
                  </a:cubicBezTo>
                  <a:cubicBezTo>
                    <a:pt x="1157" y="1799"/>
                    <a:pt x="1150" y="1824"/>
                    <a:pt x="1150" y="1824"/>
                  </a:cubicBezTo>
                  <a:cubicBezTo>
                    <a:pt x="1149" y="1824"/>
                    <a:pt x="1151" y="1820"/>
                    <a:pt x="1153" y="1809"/>
                  </a:cubicBezTo>
                  <a:cubicBezTo>
                    <a:pt x="1160" y="1771"/>
                    <a:pt x="1150" y="1771"/>
                    <a:pt x="1131" y="1765"/>
                  </a:cubicBezTo>
                  <a:cubicBezTo>
                    <a:pt x="1125" y="1762"/>
                    <a:pt x="1121" y="1760"/>
                    <a:pt x="1117" y="1760"/>
                  </a:cubicBezTo>
                  <a:cubicBezTo>
                    <a:pt x="1111" y="1760"/>
                    <a:pt x="1108" y="1768"/>
                    <a:pt x="1106" y="1793"/>
                  </a:cubicBezTo>
                  <a:cubicBezTo>
                    <a:pt x="1098" y="1800"/>
                    <a:pt x="1092" y="1803"/>
                    <a:pt x="1088" y="1803"/>
                  </a:cubicBezTo>
                  <a:cubicBezTo>
                    <a:pt x="1078" y="1803"/>
                    <a:pt x="1088" y="1777"/>
                    <a:pt x="1097" y="1749"/>
                  </a:cubicBezTo>
                  <a:cubicBezTo>
                    <a:pt x="1110" y="1718"/>
                    <a:pt x="1115" y="1700"/>
                    <a:pt x="1113" y="1700"/>
                  </a:cubicBezTo>
                  <a:lnTo>
                    <a:pt x="1113" y="1700"/>
                  </a:lnTo>
                  <a:cubicBezTo>
                    <a:pt x="1110" y="1700"/>
                    <a:pt x="1097" y="1725"/>
                    <a:pt x="1075" y="1781"/>
                  </a:cubicBezTo>
                  <a:cubicBezTo>
                    <a:pt x="1057" y="1821"/>
                    <a:pt x="1047" y="1837"/>
                    <a:pt x="1043" y="1837"/>
                  </a:cubicBezTo>
                  <a:cubicBezTo>
                    <a:pt x="1040" y="1837"/>
                    <a:pt x="1041" y="1827"/>
                    <a:pt x="1047" y="1812"/>
                  </a:cubicBezTo>
                  <a:cubicBezTo>
                    <a:pt x="1056" y="1785"/>
                    <a:pt x="1062" y="1779"/>
                    <a:pt x="1066" y="1779"/>
                  </a:cubicBezTo>
                  <a:cubicBezTo>
                    <a:pt x="1067" y="1779"/>
                    <a:pt x="1068" y="1780"/>
                    <a:pt x="1069" y="1781"/>
                  </a:cubicBezTo>
                  <a:lnTo>
                    <a:pt x="1094" y="1709"/>
                  </a:lnTo>
                  <a:cubicBezTo>
                    <a:pt x="1093" y="1708"/>
                    <a:pt x="1093" y="1708"/>
                    <a:pt x="1092" y="1708"/>
                  </a:cubicBezTo>
                  <a:cubicBezTo>
                    <a:pt x="1090" y="1708"/>
                    <a:pt x="1087" y="1714"/>
                    <a:pt x="1072" y="1740"/>
                  </a:cubicBezTo>
                  <a:cubicBezTo>
                    <a:pt x="1072" y="1740"/>
                    <a:pt x="1069" y="1740"/>
                    <a:pt x="1050" y="1771"/>
                  </a:cubicBezTo>
                  <a:cubicBezTo>
                    <a:pt x="1031" y="1806"/>
                    <a:pt x="1015" y="1840"/>
                    <a:pt x="1009" y="1878"/>
                  </a:cubicBezTo>
                  <a:cubicBezTo>
                    <a:pt x="1001" y="1910"/>
                    <a:pt x="998" y="1912"/>
                    <a:pt x="993" y="1912"/>
                  </a:cubicBezTo>
                  <a:cubicBezTo>
                    <a:pt x="992" y="1912"/>
                    <a:pt x="991" y="1912"/>
                    <a:pt x="990" y="1912"/>
                  </a:cubicBezTo>
                  <a:cubicBezTo>
                    <a:pt x="994" y="1875"/>
                    <a:pt x="1003" y="1837"/>
                    <a:pt x="1025" y="1803"/>
                  </a:cubicBezTo>
                  <a:cubicBezTo>
                    <a:pt x="1025" y="1803"/>
                    <a:pt x="1025" y="1803"/>
                    <a:pt x="1026" y="1803"/>
                  </a:cubicBezTo>
                  <a:cubicBezTo>
                    <a:pt x="1032" y="1803"/>
                    <a:pt x="1044" y="1770"/>
                    <a:pt x="1056" y="1737"/>
                  </a:cubicBezTo>
                  <a:cubicBezTo>
                    <a:pt x="1059" y="1730"/>
                    <a:pt x="1060" y="1726"/>
                    <a:pt x="1058" y="1726"/>
                  </a:cubicBezTo>
                  <a:lnTo>
                    <a:pt x="1058" y="1726"/>
                  </a:lnTo>
                  <a:cubicBezTo>
                    <a:pt x="1052" y="1726"/>
                    <a:pt x="1018" y="1767"/>
                    <a:pt x="989" y="1816"/>
                  </a:cubicBezTo>
                  <a:lnTo>
                    <a:pt x="989" y="1816"/>
                  </a:lnTo>
                  <a:cubicBezTo>
                    <a:pt x="992" y="1808"/>
                    <a:pt x="996" y="1800"/>
                    <a:pt x="1000" y="1790"/>
                  </a:cubicBezTo>
                  <a:cubicBezTo>
                    <a:pt x="1015" y="1756"/>
                    <a:pt x="1006" y="1752"/>
                    <a:pt x="997" y="1746"/>
                  </a:cubicBezTo>
                  <a:cubicBezTo>
                    <a:pt x="994" y="1744"/>
                    <a:pt x="991" y="1743"/>
                    <a:pt x="989" y="1743"/>
                  </a:cubicBezTo>
                  <a:cubicBezTo>
                    <a:pt x="984" y="1743"/>
                    <a:pt x="978" y="1750"/>
                    <a:pt x="965" y="1771"/>
                  </a:cubicBezTo>
                  <a:cubicBezTo>
                    <a:pt x="950" y="1804"/>
                    <a:pt x="935" y="1837"/>
                    <a:pt x="929" y="1837"/>
                  </a:cubicBezTo>
                  <a:cubicBezTo>
                    <a:pt x="928" y="1837"/>
                    <a:pt x="928" y="1837"/>
                    <a:pt x="928" y="1837"/>
                  </a:cubicBezTo>
                  <a:lnTo>
                    <a:pt x="928" y="1837"/>
                  </a:lnTo>
                  <a:cubicBezTo>
                    <a:pt x="934" y="1840"/>
                    <a:pt x="915" y="1875"/>
                    <a:pt x="900" y="1909"/>
                  </a:cubicBezTo>
                  <a:cubicBezTo>
                    <a:pt x="903" y="1884"/>
                    <a:pt x="909" y="1856"/>
                    <a:pt x="918" y="1834"/>
                  </a:cubicBezTo>
                  <a:cubicBezTo>
                    <a:pt x="940" y="1759"/>
                    <a:pt x="950" y="1721"/>
                    <a:pt x="934" y="1709"/>
                  </a:cubicBezTo>
                  <a:cubicBezTo>
                    <a:pt x="925" y="1702"/>
                    <a:pt x="912" y="1696"/>
                    <a:pt x="928" y="1662"/>
                  </a:cubicBezTo>
                  <a:cubicBezTo>
                    <a:pt x="925" y="1659"/>
                    <a:pt x="924" y="1657"/>
                    <a:pt x="921" y="1657"/>
                  </a:cubicBezTo>
                  <a:cubicBezTo>
                    <a:pt x="917" y="1657"/>
                    <a:pt x="910" y="1663"/>
                    <a:pt x="896" y="1683"/>
                  </a:cubicBezTo>
                  <a:lnTo>
                    <a:pt x="887" y="1677"/>
                  </a:lnTo>
                  <a:cubicBezTo>
                    <a:pt x="897" y="1658"/>
                    <a:pt x="899" y="1649"/>
                    <a:pt x="895" y="1649"/>
                  </a:cubicBezTo>
                  <a:cubicBezTo>
                    <a:pt x="892" y="1649"/>
                    <a:pt x="884" y="1655"/>
                    <a:pt x="874" y="1668"/>
                  </a:cubicBezTo>
                  <a:cubicBezTo>
                    <a:pt x="867" y="1676"/>
                    <a:pt x="864" y="1679"/>
                    <a:pt x="862" y="1679"/>
                  </a:cubicBezTo>
                  <a:cubicBezTo>
                    <a:pt x="858" y="1679"/>
                    <a:pt x="867" y="1661"/>
                    <a:pt x="865" y="1658"/>
                  </a:cubicBezTo>
                  <a:cubicBezTo>
                    <a:pt x="882" y="1628"/>
                    <a:pt x="892" y="1612"/>
                    <a:pt x="892" y="1612"/>
                  </a:cubicBezTo>
                  <a:lnTo>
                    <a:pt x="892" y="1612"/>
                  </a:lnTo>
                  <a:cubicBezTo>
                    <a:pt x="891" y="1612"/>
                    <a:pt x="876" y="1635"/>
                    <a:pt x="840" y="1687"/>
                  </a:cubicBezTo>
                  <a:cubicBezTo>
                    <a:pt x="821" y="1705"/>
                    <a:pt x="809" y="1730"/>
                    <a:pt x="806" y="1759"/>
                  </a:cubicBezTo>
                  <a:cubicBezTo>
                    <a:pt x="809" y="1762"/>
                    <a:pt x="815" y="1765"/>
                    <a:pt x="818" y="1768"/>
                  </a:cubicBezTo>
                  <a:lnTo>
                    <a:pt x="784" y="1787"/>
                  </a:lnTo>
                  <a:cubicBezTo>
                    <a:pt x="783" y="1787"/>
                    <a:pt x="783" y="1787"/>
                    <a:pt x="782" y="1787"/>
                  </a:cubicBezTo>
                  <a:cubicBezTo>
                    <a:pt x="773" y="1787"/>
                    <a:pt x="745" y="1808"/>
                    <a:pt x="724" y="1837"/>
                  </a:cubicBezTo>
                  <a:cubicBezTo>
                    <a:pt x="724" y="1837"/>
                    <a:pt x="704" y="1862"/>
                    <a:pt x="697" y="1862"/>
                  </a:cubicBezTo>
                  <a:cubicBezTo>
                    <a:pt x="697" y="1862"/>
                    <a:pt x="696" y="1862"/>
                    <a:pt x="696" y="1862"/>
                  </a:cubicBezTo>
                  <a:lnTo>
                    <a:pt x="743" y="1803"/>
                  </a:lnTo>
                  <a:cubicBezTo>
                    <a:pt x="768" y="1774"/>
                    <a:pt x="793" y="1746"/>
                    <a:pt x="815" y="1715"/>
                  </a:cubicBezTo>
                  <a:cubicBezTo>
                    <a:pt x="844" y="1674"/>
                    <a:pt x="859" y="1643"/>
                    <a:pt x="853" y="1643"/>
                  </a:cubicBezTo>
                  <a:lnTo>
                    <a:pt x="853" y="1643"/>
                  </a:lnTo>
                  <a:cubicBezTo>
                    <a:pt x="850" y="1643"/>
                    <a:pt x="840" y="1652"/>
                    <a:pt x="824" y="1671"/>
                  </a:cubicBezTo>
                  <a:cubicBezTo>
                    <a:pt x="821" y="1668"/>
                    <a:pt x="821" y="1668"/>
                    <a:pt x="840" y="1636"/>
                  </a:cubicBezTo>
                  <a:cubicBezTo>
                    <a:pt x="851" y="1624"/>
                    <a:pt x="857" y="1616"/>
                    <a:pt x="855" y="1616"/>
                  </a:cubicBezTo>
                  <a:lnTo>
                    <a:pt x="855" y="1616"/>
                  </a:lnTo>
                  <a:cubicBezTo>
                    <a:pt x="853" y="1616"/>
                    <a:pt x="838" y="1629"/>
                    <a:pt x="809" y="1658"/>
                  </a:cubicBezTo>
                  <a:cubicBezTo>
                    <a:pt x="783" y="1684"/>
                    <a:pt x="769" y="1696"/>
                    <a:pt x="765" y="1696"/>
                  </a:cubicBezTo>
                  <a:cubicBezTo>
                    <a:pt x="761" y="1696"/>
                    <a:pt x="771" y="1680"/>
                    <a:pt x="796" y="1649"/>
                  </a:cubicBezTo>
                  <a:cubicBezTo>
                    <a:pt x="826" y="1606"/>
                    <a:pt x="831" y="1587"/>
                    <a:pt x="823" y="1587"/>
                  </a:cubicBezTo>
                  <a:cubicBezTo>
                    <a:pt x="820" y="1587"/>
                    <a:pt x="813" y="1591"/>
                    <a:pt x="806" y="1599"/>
                  </a:cubicBezTo>
                  <a:cubicBezTo>
                    <a:pt x="779" y="1625"/>
                    <a:pt x="762" y="1636"/>
                    <a:pt x="756" y="1636"/>
                  </a:cubicBezTo>
                  <a:cubicBezTo>
                    <a:pt x="749" y="1636"/>
                    <a:pt x="752" y="1625"/>
                    <a:pt x="765" y="1611"/>
                  </a:cubicBezTo>
                  <a:cubicBezTo>
                    <a:pt x="779" y="1593"/>
                    <a:pt x="784" y="1585"/>
                    <a:pt x="780" y="1585"/>
                  </a:cubicBezTo>
                  <a:cubicBezTo>
                    <a:pt x="777" y="1585"/>
                    <a:pt x="769" y="1589"/>
                    <a:pt x="755" y="1599"/>
                  </a:cubicBezTo>
                  <a:cubicBezTo>
                    <a:pt x="776" y="1580"/>
                    <a:pt x="796" y="1560"/>
                    <a:pt x="791" y="1560"/>
                  </a:cubicBezTo>
                  <a:lnTo>
                    <a:pt x="791" y="1560"/>
                  </a:lnTo>
                  <a:cubicBezTo>
                    <a:pt x="790" y="1560"/>
                    <a:pt x="785" y="1562"/>
                    <a:pt x="777" y="1567"/>
                  </a:cubicBezTo>
                  <a:cubicBezTo>
                    <a:pt x="777" y="1567"/>
                    <a:pt x="777" y="1567"/>
                    <a:pt x="777" y="1567"/>
                  </a:cubicBezTo>
                  <a:cubicBezTo>
                    <a:pt x="775" y="1567"/>
                    <a:pt x="770" y="1569"/>
                    <a:pt x="749" y="1593"/>
                  </a:cubicBezTo>
                  <a:lnTo>
                    <a:pt x="686" y="1633"/>
                  </a:lnTo>
                  <a:cubicBezTo>
                    <a:pt x="690" y="1640"/>
                    <a:pt x="661" y="1665"/>
                    <a:pt x="633" y="1687"/>
                  </a:cubicBezTo>
                  <a:cubicBezTo>
                    <a:pt x="627" y="1691"/>
                    <a:pt x="623" y="1694"/>
                    <a:pt x="620" y="1694"/>
                  </a:cubicBezTo>
                  <a:cubicBezTo>
                    <a:pt x="609" y="1694"/>
                    <a:pt x="631" y="1653"/>
                    <a:pt x="699" y="1589"/>
                  </a:cubicBezTo>
                  <a:lnTo>
                    <a:pt x="755" y="1536"/>
                  </a:lnTo>
                  <a:lnTo>
                    <a:pt x="696" y="1580"/>
                  </a:lnTo>
                  <a:cubicBezTo>
                    <a:pt x="693" y="1577"/>
                    <a:pt x="690" y="1574"/>
                    <a:pt x="721" y="1552"/>
                  </a:cubicBezTo>
                  <a:cubicBezTo>
                    <a:pt x="752" y="1530"/>
                    <a:pt x="752" y="1530"/>
                    <a:pt x="749" y="1524"/>
                  </a:cubicBezTo>
                  <a:cubicBezTo>
                    <a:pt x="749" y="1524"/>
                    <a:pt x="749" y="1523"/>
                    <a:pt x="748" y="1523"/>
                  </a:cubicBezTo>
                  <a:cubicBezTo>
                    <a:pt x="746" y="1523"/>
                    <a:pt x="739" y="1525"/>
                    <a:pt x="715" y="1542"/>
                  </a:cubicBezTo>
                  <a:cubicBezTo>
                    <a:pt x="681" y="1567"/>
                    <a:pt x="666" y="1578"/>
                    <a:pt x="665" y="1578"/>
                  </a:cubicBezTo>
                  <a:cubicBezTo>
                    <a:pt x="664" y="1578"/>
                    <a:pt x="671" y="1572"/>
                    <a:pt x="683" y="1561"/>
                  </a:cubicBezTo>
                  <a:cubicBezTo>
                    <a:pt x="716" y="1536"/>
                    <a:pt x="730" y="1523"/>
                    <a:pt x="725" y="1523"/>
                  </a:cubicBezTo>
                  <a:cubicBezTo>
                    <a:pt x="721" y="1523"/>
                    <a:pt x="704" y="1532"/>
                    <a:pt x="674" y="1549"/>
                  </a:cubicBezTo>
                  <a:cubicBezTo>
                    <a:pt x="643" y="1569"/>
                    <a:pt x="627" y="1579"/>
                    <a:pt x="627" y="1579"/>
                  </a:cubicBezTo>
                  <a:cubicBezTo>
                    <a:pt x="626" y="1579"/>
                    <a:pt x="640" y="1568"/>
                    <a:pt x="671" y="1546"/>
                  </a:cubicBezTo>
                  <a:cubicBezTo>
                    <a:pt x="693" y="1533"/>
                    <a:pt x="715" y="1514"/>
                    <a:pt x="730" y="1495"/>
                  </a:cubicBezTo>
                  <a:lnTo>
                    <a:pt x="730" y="1495"/>
                  </a:lnTo>
                  <a:lnTo>
                    <a:pt x="699" y="1517"/>
                  </a:lnTo>
                  <a:cubicBezTo>
                    <a:pt x="664" y="1537"/>
                    <a:pt x="647" y="1546"/>
                    <a:pt x="643" y="1546"/>
                  </a:cubicBezTo>
                  <a:cubicBezTo>
                    <a:pt x="639" y="1546"/>
                    <a:pt x="646" y="1539"/>
                    <a:pt x="661" y="1527"/>
                  </a:cubicBezTo>
                  <a:cubicBezTo>
                    <a:pt x="681" y="1515"/>
                    <a:pt x="689" y="1509"/>
                    <a:pt x="681" y="1509"/>
                  </a:cubicBezTo>
                  <a:cubicBezTo>
                    <a:pt x="677" y="1509"/>
                    <a:pt x="669" y="1511"/>
                    <a:pt x="655" y="1514"/>
                  </a:cubicBezTo>
                  <a:cubicBezTo>
                    <a:pt x="652" y="1505"/>
                    <a:pt x="649" y="1502"/>
                    <a:pt x="683" y="1483"/>
                  </a:cubicBezTo>
                  <a:cubicBezTo>
                    <a:pt x="717" y="1465"/>
                    <a:pt x="734" y="1457"/>
                    <a:pt x="734" y="1457"/>
                  </a:cubicBezTo>
                  <a:lnTo>
                    <a:pt x="734" y="1457"/>
                  </a:lnTo>
                  <a:cubicBezTo>
                    <a:pt x="733" y="1457"/>
                    <a:pt x="717" y="1464"/>
                    <a:pt x="683" y="1480"/>
                  </a:cubicBezTo>
                  <a:cubicBezTo>
                    <a:pt x="668" y="1485"/>
                    <a:pt x="659" y="1488"/>
                    <a:pt x="655" y="1488"/>
                  </a:cubicBezTo>
                  <a:cubicBezTo>
                    <a:pt x="651" y="1488"/>
                    <a:pt x="659" y="1482"/>
                    <a:pt x="677" y="1467"/>
                  </a:cubicBezTo>
                  <a:cubicBezTo>
                    <a:pt x="694" y="1455"/>
                    <a:pt x="702" y="1451"/>
                    <a:pt x="700" y="1451"/>
                  </a:cubicBezTo>
                  <a:lnTo>
                    <a:pt x="700" y="1451"/>
                  </a:lnTo>
                  <a:cubicBezTo>
                    <a:pt x="698" y="1451"/>
                    <a:pt x="689" y="1454"/>
                    <a:pt x="674" y="1458"/>
                  </a:cubicBezTo>
                  <a:cubicBezTo>
                    <a:pt x="605" y="1489"/>
                    <a:pt x="570" y="1508"/>
                    <a:pt x="574" y="1511"/>
                  </a:cubicBezTo>
                  <a:cubicBezTo>
                    <a:pt x="574" y="1517"/>
                    <a:pt x="574" y="1517"/>
                    <a:pt x="539" y="1533"/>
                  </a:cubicBezTo>
                  <a:lnTo>
                    <a:pt x="536" y="1524"/>
                  </a:lnTo>
                  <a:cubicBezTo>
                    <a:pt x="534" y="1519"/>
                    <a:pt x="533" y="1515"/>
                    <a:pt x="519" y="1515"/>
                  </a:cubicBezTo>
                  <a:cubicBezTo>
                    <a:pt x="513" y="1515"/>
                    <a:pt x="504" y="1516"/>
                    <a:pt x="492" y="1517"/>
                  </a:cubicBezTo>
                  <a:cubicBezTo>
                    <a:pt x="454" y="1520"/>
                    <a:pt x="390" y="1546"/>
                    <a:pt x="418" y="1546"/>
                  </a:cubicBezTo>
                  <a:cubicBezTo>
                    <a:pt x="419" y="1546"/>
                    <a:pt x="421" y="1546"/>
                    <a:pt x="423" y="1546"/>
                  </a:cubicBezTo>
                  <a:lnTo>
                    <a:pt x="423" y="1546"/>
                  </a:lnTo>
                  <a:lnTo>
                    <a:pt x="389" y="1567"/>
                  </a:lnTo>
                  <a:cubicBezTo>
                    <a:pt x="329" y="1593"/>
                    <a:pt x="306" y="1609"/>
                    <a:pt x="317" y="1609"/>
                  </a:cubicBezTo>
                  <a:cubicBezTo>
                    <a:pt x="325" y="1609"/>
                    <a:pt x="351" y="1600"/>
                    <a:pt x="395" y="1580"/>
                  </a:cubicBezTo>
                  <a:cubicBezTo>
                    <a:pt x="450" y="1555"/>
                    <a:pt x="475" y="1543"/>
                    <a:pt x="478" y="1543"/>
                  </a:cubicBezTo>
                  <a:lnTo>
                    <a:pt x="478" y="1543"/>
                  </a:lnTo>
                  <a:cubicBezTo>
                    <a:pt x="480" y="1543"/>
                    <a:pt x="464" y="1553"/>
                    <a:pt x="433" y="1571"/>
                  </a:cubicBezTo>
                  <a:cubicBezTo>
                    <a:pt x="364" y="1602"/>
                    <a:pt x="367" y="1608"/>
                    <a:pt x="370" y="1614"/>
                  </a:cubicBezTo>
                  <a:cubicBezTo>
                    <a:pt x="373" y="1624"/>
                    <a:pt x="373" y="1624"/>
                    <a:pt x="339" y="1640"/>
                  </a:cubicBezTo>
                  <a:cubicBezTo>
                    <a:pt x="307" y="1655"/>
                    <a:pt x="276" y="1680"/>
                    <a:pt x="279" y="1687"/>
                  </a:cubicBezTo>
                  <a:cubicBezTo>
                    <a:pt x="280" y="1690"/>
                    <a:pt x="281" y="1693"/>
                    <a:pt x="284" y="1693"/>
                  </a:cubicBezTo>
                  <a:cubicBezTo>
                    <a:pt x="288" y="1693"/>
                    <a:pt x="296" y="1688"/>
                    <a:pt x="317" y="1677"/>
                  </a:cubicBezTo>
                  <a:cubicBezTo>
                    <a:pt x="326" y="1669"/>
                    <a:pt x="333" y="1665"/>
                    <a:pt x="336" y="1665"/>
                  </a:cubicBezTo>
                  <a:cubicBezTo>
                    <a:pt x="342" y="1665"/>
                    <a:pt x="331" y="1682"/>
                    <a:pt x="288" y="1712"/>
                  </a:cubicBezTo>
                  <a:cubicBezTo>
                    <a:pt x="276" y="1723"/>
                    <a:pt x="269" y="1729"/>
                    <a:pt x="271" y="1729"/>
                  </a:cubicBezTo>
                  <a:cubicBezTo>
                    <a:pt x="274" y="1729"/>
                    <a:pt x="290" y="1720"/>
                    <a:pt x="326" y="1699"/>
                  </a:cubicBezTo>
                  <a:cubicBezTo>
                    <a:pt x="352" y="1685"/>
                    <a:pt x="368" y="1678"/>
                    <a:pt x="375" y="1678"/>
                  </a:cubicBezTo>
                  <a:cubicBezTo>
                    <a:pt x="386" y="1678"/>
                    <a:pt x="374" y="1694"/>
                    <a:pt x="335" y="1721"/>
                  </a:cubicBezTo>
                  <a:cubicBezTo>
                    <a:pt x="335" y="1721"/>
                    <a:pt x="339" y="1730"/>
                    <a:pt x="345" y="1737"/>
                  </a:cubicBezTo>
                  <a:cubicBezTo>
                    <a:pt x="345" y="1737"/>
                    <a:pt x="346" y="1738"/>
                    <a:pt x="347" y="1738"/>
                  </a:cubicBezTo>
                  <a:cubicBezTo>
                    <a:pt x="355" y="1738"/>
                    <a:pt x="383" y="1719"/>
                    <a:pt x="414" y="1702"/>
                  </a:cubicBezTo>
                  <a:cubicBezTo>
                    <a:pt x="449" y="1679"/>
                    <a:pt x="464" y="1669"/>
                    <a:pt x="466" y="1669"/>
                  </a:cubicBezTo>
                  <a:lnTo>
                    <a:pt x="466" y="1669"/>
                  </a:lnTo>
                  <a:cubicBezTo>
                    <a:pt x="468" y="1669"/>
                    <a:pt x="461" y="1676"/>
                    <a:pt x="448" y="1687"/>
                  </a:cubicBezTo>
                  <a:cubicBezTo>
                    <a:pt x="429" y="1705"/>
                    <a:pt x="411" y="1721"/>
                    <a:pt x="389" y="1737"/>
                  </a:cubicBezTo>
                  <a:cubicBezTo>
                    <a:pt x="357" y="1756"/>
                    <a:pt x="361" y="1762"/>
                    <a:pt x="367" y="1768"/>
                  </a:cubicBezTo>
                  <a:cubicBezTo>
                    <a:pt x="369" y="1774"/>
                    <a:pt x="373" y="1780"/>
                    <a:pt x="382" y="1780"/>
                  </a:cubicBezTo>
                  <a:cubicBezTo>
                    <a:pt x="389" y="1780"/>
                    <a:pt x="398" y="1777"/>
                    <a:pt x="411" y="1768"/>
                  </a:cubicBezTo>
                  <a:lnTo>
                    <a:pt x="411" y="1768"/>
                  </a:lnTo>
                  <a:lnTo>
                    <a:pt x="379" y="1790"/>
                  </a:lnTo>
                  <a:cubicBezTo>
                    <a:pt x="384" y="1794"/>
                    <a:pt x="370" y="1806"/>
                    <a:pt x="371" y="1806"/>
                  </a:cubicBezTo>
                  <a:cubicBezTo>
                    <a:pt x="372" y="1806"/>
                    <a:pt x="376" y="1803"/>
                    <a:pt x="386" y="1796"/>
                  </a:cubicBezTo>
                  <a:lnTo>
                    <a:pt x="386" y="1796"/>
                  </a:lnTo>
                  <a:cubicBezTo>
                    <a:pt x="386" y="1796"/>
                    <a:pt x="389" y="1803"/>
                    <a:pt x="367" y="1840"/>
                  </a:cubicBezTo>
                  <a:cubicBezTo>
                    <a:pt x="361" y="1852"/>
                    <a:pt x="364" y="1857"/>
                    <a:pt x="372" y="1857"/>
                  </a:cubicBezTo>
                  <a:cubicBezTo>
                    <a:pt x="390" y="1857"/>
                    <a:pt x="434" y="1829"/>
                    <a:pt x="467" y="1784"/>
                  </a:cubicBezTo>
                  <a:lnTo>
                    <a:pt x="470" y="1790"/>
                  </a:lnTo>
                  <a:cubicBezTo>
                    <a:pt x="471" y="1791"/>
                    <a:pt x="471" y="1791"/>
                    <a:pt x="472" y="1791"/>
                  </a:cubicBezTo>
                  <a:cubicBezTo>
                    <a:pt x="479" y="1791"/>
                    <a:pt x="502" y="1771"/>
                    <a:pt x="502" y="1771"/>
                  </a:cubicBezTo>
                  <a:cubicBezTo>
                    <a:pt x="520" y="1758"/>
                    <a:pt x="529" y="1754"/>
                    <a:pt x="534" y="1754"/>
                  </a:cubicBezTo>
                  <a:cubicBezTo>
                    <a:pt x="538" y="1754"/>
                    <a:pt x="540" y="1756"/>
                    <a:pt x="542" y="1759"/>
                  </a:cubicBezTo>
                  <a:lnTo>
                    <a:pt x="483" y="1806"/>
                  </a:lnTo>
                  <a:cubicBezTo>
                    <a:pt x="426" y="1849"/>
                    <a:pt x="397" y="1880"/>
                    <a:pt x="406" y="1880"/>
                  </a:cubicBezTo>
                  <a:cubicBezTo>
                    <a:pt x="411" y="1880"/>
                    <a:pt x="430" y="1869"/>
                    <a:pt x="464" y="1843"/>
                  </a:cubicBezTo>
                  <a:lnTo>
                    <a:pt x="464" y="1843"/>
                  </a:lnTo>
                  <a:lnTo>
                    <a:pt x="436" y="1868"/>
                  </a:lnTo>
                  <a:cubicBezTo>
                    <a:pt x="417" y="1885"/>
                    <a:pt x="413" y="1893"/>
                    <a:pt x="424" y="1893"/>
                  </a:cubicBezTo>
                  <a:cubicBezTo>
                    <a:pt x="430" y="1893"/>
                    <a:pt x="439" y="1891"/>
                    <a:pt x="451" y="1887"/>
                  </a:cubicBezTo>
                  <a:cubicBezTo>
                    <a:pt x="452" y="1888"/>
                    <a:pt x="452" y="1888"/>
                    <a:pt x="453" y="1888"/>
                  </a:cubicBezTo>
                  <a:cubicBezTo>
                    <a:pt x="465" y="1888"/>
                    <a:pt x="519" y="1845"/>
                    <a:pt x="545" y="1821"/>
                  </a:cubicBezTo>
                  <a:cubicBezTo>
                    <a:pt x="565" y="1802"/>
                    <a:pt x="572" y="1799"/>
                    <a:pt x="575" y="1799"/>
                  </a:cubicBezTo>
                  <a:cubicBezTo>
                    <a:pt x="576" y="1799"/>
                    <a:pt x="577" y="1799"/>
                    <a:pt x="577" y="1799"/>
                  </a:cubicBezTo>
                  <a:cubicBezTo>
                    <a:pt x="583" y="1806"/>
                    <a:pt x="583" y="1806"/>
                    <a:pt x="555" y="1831"/>
                  </a:cubicBezTo>
                  <a:cubicBezTo>
                    <a:pt x="525" y="1861"/>
                    <a:pt x="515" y="1878"/>
                    <a:pt x="522" y="1878"/>
                  </a:cubicBezTo>
                  <a:cubicBezTo>
                    <a:pt x="528" y="1878"/>
                    <a:pt x="545" y="1868"/>
                    <a:pt x="570" y="1846"/>
                  </a:cubicBezTo>
                  <a:lnTo>
                    <a:pt x="570" y="1846"/>
                  </a:lnTo>
                  <a:lnTo>
                    <a:pt x="542" y="1875"/>
                  </a:lnTo>
                  <a:cubicBezTo>
                    <a:pt x="518" y="1899"/>
                    <a:pt x="497" y="1934"/>
                    <a:pt x="543" y="1934"/>
                  </a:cubicBezTo>
                  <a:cubicBezTo>
                    <a:pt x="544" y="1934"/>
                    <a:pt x="546" y="1934"/>
                    <a:pt x="549" y="1934"/>
                  </a:cubicBezTo>
                  <a:cubicBezTo>
                    <a:pt x="574" y="1956"/>
                    <a:pt x="592" y="1972"/>
                    <a:pt x="567" y="2000"/>
                  </a:cubicBezTo>
                  <a:cubicBezTo>
                    <a:pt x="562" y="2008"/>
                    <a:pt x="562" y="2011"/>
                    <a:pt x="567" y="2011"/>
                  </a:cubicBezTo>
                  <a:cubicBezTo>
                    <a:pt x="581" y="2011"/>
                    <a:pt x="631" y="1980"/>
                    <a:pt x="671" y="1940"/>
                  </a:cubicBezTo>
                  <a:lnTo>
                    <a:pt x="671" y="1940"/>
                  </a:lnTo>
                  <a:cubicBezTo>
                    <a:pt x="649" y="1972"/>
                    <a:pt x="655" y="1978"/>
                    <a:pt x="668" y="1987"/>
                  </a:cubicBezTo>
                  <a:cubicBezTo>
                    <a:pt x="686" y="2000"/>
                    <a:pt x="686" y="2000"/>
                    <a:pt x="664" y="2031"/>
                  </a:cubicBezTo>
                  <a:cubicBezTo>
                    <a:pt x="641" y="2060"/>
                    <a:pt x="629" y="2074"/>
                    <a:pt x="630" y="2074"/>
                  </a:cubicBezTo>
                  <a:cubicBezTo>
                    <a:pt x="631" y="2074"/>
                    <a:pt x="645" y="2061"/>
                    <a:pt x="671" y="2034"/>
                  </a:cubicBezTo>
                  <a:cubicBezTo>
                    <a:pt x="687" y="2015"/>
                    <a:pt x="698" y="2006"/>
                    <a:pt x="704" y="2006"/>
                  </a:cubicBezTo>
                  <a:cubicBezTo>
                    <a:pt x="715" y="2006"/>
                    <a:pt x="704" y="2041"/>
                    <a:pt x="677" y="2085"/>
                  </a:cubicBezTo>
                  <a:cubicBezTo>
                    <a:pt x="658" y="2116"/>
                    <a:pt x="664" y="2122"/>
                    <a:pt x="680" y="2132"/>
                  </a:cubicBezTo>
                  <a:cubicBezTo>
                    <a:pt x="693" y="2117"/>
                    <a:pt x="702" y="2113"/>
                    <a:pt x="710" y="2113"/>
                  </a:cubicBezTo>
                  <a:cubicBezTo>
                    <a:pt x="719" y="2113"/>
                    <a:pt x="726" y="2117"/>
                    <a:pt x="733" y="2122"/>
                  </a:cubicBezTo>
                  <a:cubicBezTo>
                    <a:pt x="739" y="2125"/>
                    <a:pt x="744" y="2127"/>
                    <a:pt x="748" y="2127"/>
                  </a:cubicBezTo>
                  <a:cubicBezTo>
                    <a:pt x="758" y="2127"/>
                    <a:pt x="765" y="2114"/>
                    <a:pt x="790" y="2066"/>
                  </a:cubicBezTo>
                  <a:cubicBezTo>
                    <a:pt x="815" y="2018"/>
                    <a:pt x="825" y="2005"/>
                    <a:pt x="834" y="2005"/>
                  </a:cubicBezTo>
                  <a:cubicBezTo>
                    <a:pt x="837" y="2005"/>
                    <a:pt x="840" y="2007"/>
                    <a:pt x="843" y="2009"/>
                  </a:cubicBezTo>
                  <a:cubicBezTo>
                    <a:pt x="849" y="2012"/>
                    <a:pt x="856" y="2016"/>
                    <a:pt x="840" y="2050"/>
                  </a:cubicBezTo>
                  <a:cubicBezTo>
                    <a:pt x="840" y="2050"/>
                    <a:pt x="831" y="2088"/>
                    <a:pt x="837" y="2091"/>
                  </a:cubicBezTo>
                  <a:cubicBezTo>
                    <a:pt x="846" y="2094"/>
                    <a:pt x="853" y="2097"/>
                    <a:pt x="837" y="2132"/>
                  </a:cubicBezTo>
                  <a:cubicBezTo>
                    <a:pt x="837" y="2132"/>
                    <a:pt x="827" y="2169"/>
                    <a:pt x="843" y="2179"/>
                  </a:cubicBezTo>
                  <a:cubicBezTo>
                    <a:pt x="859" y="2185"/>
                    <a:pt x="871" y="2191"/>
                    <a:pt x="859" y="2226"/>
                  </a:cubicBezTo>
                  <a:cubicBezTo>
                    <a:pt x="860" y="2226"/>
                    <a:pt x="861" y="2227"/>
                    <a:pt x="862" y="2227"/>
                  </a:cubicBezTo>
                  <a:cubicBezTo>
                    <a:pt x="866" y="2227"/>
                    <a:pt x="869" y="2221"/>
                    <a:pt x="881" y="2194"/>
                  </a:cubicBezTo>
                  <a:cubicBezTo>
                    <a:pt x="889" y="2172"/>
                    <a:pt x="901" y="2149"/>
                    <a:pt x="913" y="2149"/>
                  </a:cubicBezTo>
                  <a:cubicBezTo>
                    <a:pt x="919" y="2149"/>
                    <a:pt x="925" y="2156"/>
                    <a:pt x="931" y="2172"/>
                  </a:cubicBezTo>
                  <a:cubicBezTo>
                    <a:pt x="937" y="2175"/>
                    <a:pt x="945" y="2178"/>
                    <a:pt x="953" y="2178"/>
                  </a:cubicBezTo>
                  <a:cubicBezTo>
                    <a:pt x="963" y="2178"/>
                    <a:pt x="974" y="2172"/>
                    <a:pt x="981" y="2150"/>
                  </a:cubicBezTo>
                  <a:lnTo>
                    <a:pt x="981" y="2150"/>
                  </a:lnTo>
                  <a:cubicBezTo>
                    <a:pt x="987" y="2154"/>
                    <a:pt x="987" y="2154"/>
                    <a:pt x="975" y="2191"/>
                  </a:cubicBezTo>
                  <a:cubicBezTo>
                    <a:pt x="963" y="2229"/>
                    <a:pt x="963" y="2249"/>
                    <a:pt x="970" y="2249"/>
                  </a:cubicBezTo>
                  <a:cubicBezTo>
                    <a:pt x="977" y="2249"/>
                    <a:pt x="990" y="2233"/>
                    <a:pt x="1006" y="2201"/>
                  </a:cubicBezTo>
                  <a:cubicBezTo>
                    <a:pt x="1010" y="2184"/>
                    <a:pt x="1015" y="2177"/>
                    <a:pt x="1018" y="2177"/>
                  </a:cubicBezTo>
                  <a:cubicBezTo>
                    <a:pt x="1022" y="2177"/>
                    <a:pt x="1023" y="2187"/>
                    <a:pt x="1022" y="2207"/>
                  </a:cubicBezTo>
                  <a:cubicBezTo>
                    <a:pt x="1022" y="2207"/>
                    <a:pt x="1022" y="2207"/>
                    <a:pt x="1022" y="2207"/>
                  </a:cubicBezTo>
                  <a:cubicBezTo>
                    <a:pt x="1024" y="2207"/>
                    <a:pt x="1031" y="2205"/>
                    <a:pt x="1047" y="2172"/>
                  </a:cubicBezTo>
                  <a:cubicBezTo>
                    <a:pt x="1054" y="2156"/>
                    <a:pt x="1058" y="2147"/>
                    <a:pt x="1061" y="2147"/>
                  </a:cubicBezTo>
                  <a:cubicBezTo>
                    <a:pt x="1064" y="2147"/>
                    <a:pt x="1065" y="2157"/>
                    <a:pt x="1069" y="2179"/>
                  </a:cubicBezTo>
                  <a:cubicBezTo>
                    <a:pt x="1059" y="2216"/>
                    <a:pt x="1069" y="2219"/>
                    <a:pt x="1075" y="2219"/>
                  </a:cubicBezTo>
                  <a:cubicBezTo>
                    <a:pt x="1083" y="2209"/>
                    <a:pt x="1098" y="2204"/>
                    <a:pt x="1115" y="2204"/>
                  </a:cubicBezTo>
                  <a:cubicBezTo>
                    <a:pt x="1147" y="2204"/>
                    <a:pt x="1184" y="2222"/>
                    <a:pt x="1188" y="2244"/>
                  </a:cubicBezTo>
                  <a:cubicBezTo>
                    <a:pt x="1200" y="2210"/>
                    <a:pt x="1200" y="2210"/>
                    <a:pt x="1207" y="2210"/>
                  </a:cubicBezTo>
                  <a:cubicBezTo>
                    <a:pt x="1207" y="2239"/>
                    <a:pt x="1209" y="2252"/>
                    <a:pt x="1211" y="2252"/>
                  </a:cubicBezTo>
                  <a:cubicBezTo>
                    <a:pt x="1216" y="2252"/>
                    <a:pt x="1223" y="2221"/>
                    <a:pt x="1229" y="2175"/>
                  </a:cubicBezTo>
                  <a:lnTo>
                    <a:pt x="1219" y="2172"/>
                  </a:lnTo>
                  <a:lnTo>
                    <a:pt x="1213" y="2172"/>
                  </a:lnTo>
                  <a:cubicBezTo>
                    <a:pt x="1217" y="2139"/>
                    <a:pt x="1223" y="2121"/>
                    <a:pt x="1228" y="2121"/>
                  </a:cubicBezTo>
                  <a:cubicBezTo>
                    <a:pt x="1233" y="2121"/>
                    <a:pt x="1237" y="2150"/>
                    <a:pt x="1232" y="2213"/>
                  </a:cubicBezTo>
                  <a:cubicBezTo>
                    <a:pt x="1232" y="2251"/>
                    <a:pt x="1232" y="2270"/>
                    <a:pt x="1234" y="2270"/>
                  </a:cubicBezTo>
                  <a:cubicBezTo>
                    <a:pt x="1236" y="2270"/>
                    <a:pt x="1240" y="2252"/>
                    <a:pt x="1247" y="2216"/>
                  </a:cubicBezTo>
                  <a:cubicBezTo>
                    <a:pt x="1254" y="2179"/>
                    <a:pt x="1258" y="2160"/>
                    <a:pt x="1262" y="2160"/>
                  </a:cubicBezTo>
                  <a:cubicBezTo>
                    <a:pt x="1265" y="2160"/>
                    <a:pt x="1268" y="2180"/>
                    <a:pt x="1269" y="2219"/>
                  </a:cubicBezTo>
                  <a:cubicBezTo>
                    <a:pt x="1266" y="2257"/>
                    <a:pt x="1265" y="2276"/>
                    <a:pt x="1266" y="2276"/>
                  </a:cubicBezTo>
                  <a:cubicBezTo>
                    <a:pt x="1267" y="2276"/>
                    <a:pt x="1271" y="2257"/>
                    <a:pt x="1279" y="2219"/>
                  </a:cubicBezTo>
                  <a:cubicBezTo>
                    <a:pt x="1293" y="2137"/>
                    <a:pt x="1305" y="2089"/>
                    <a:pt x="1312" y="2089"/>
                  </a:cubicBezTo>
                  <a:cubicBezTo>
                    <a:pt x="1318" y="2089"/>
                    <a:pt x="1321" y="2119"/>
                    <a:pt x="1319" y="2185"/>
                  </a:cubicBezTo>
                  <a:cubicBezTo>
                    <a:pt x="1316" y="2260"/>
                    <a:pt x="1323" y="2301"/>
                    <a:pt x="1329" y="2301"/>
                  </a:cubicBezTo>
                  <a:cubicBezTo>
                    <a:pt x="1338" y="2301"/>
                    <a:pt x="1338" y="2263"/>
                    <a:pt x="1341" y="2226"/>
                  </a:cubicBezTo>
                  <a:cubicBezTo>
                    <a:pt x="1338" y="2186"/>
                    <a:pt x="1338" y="2167"/>
                    <a:pt x="1341" y="2167"/>
                  </a:cubicBezTo>
                  <a:lnTo>
                    <a:pt x="1341" y="2167"/>
                  </a:lnTo>
                  <a:cubicBezTo>
                    <a:pt x="1344" y="2167"/>
                    <a:pt x="1349" y="2186"/>
                    <a:pt x="1357" y="2226"/>
                  </a:cubicBezTo>
                  <a:cubicBezTo>
                    <a:pt x="1369" y="2288"/>
                    <a:pt x="1380" y="2316"/>
                    <a:pt x="1392" y="2316"/>
                  </a:cubicBezTo>
                  <a:cubicBezTo>
                    <a:pt x="1401" y="2316"/>
                    <a:pt x="1410" y="2298"/>
                    <a:pt x="1420" y="2266"/>
                  </a:cubicBezTo>
                  <a:cubicBezTo>
                    <a:pt x="1434" y="2228"/>
                    <a:pt x="1447" y="2209"/>
                    <a:pt x="1454" y="2209"/>
                  </a:cubicBezTo>
                  <a:cubicBezTo>
                    <a:pt x="1461" y="2209"/>
                    <a:pt x="1462" y="2228"/>
                    <a:pt x="1454" y="2266"/>
                  </a:cubicBezTo>
                  <a:cubicBezTo>
                    <a:pt x="1447" y="2310"/>
                    <a:pt x="1444" y="2329"/>
                    <a:pt x="1445" y="2329"/>
                  </a:cubicBezTo>
                  <a:cubicBezTo>
                    <a:pt x="1446" y="2329"/>
                    <a:pt x="1449" y="2320"/>
                    <a:pt x="1454" y="2304"/>
                  </a:cubicBezTo>
                  <a:lnTo>
                    <a:pt x="1498" y="2298"/>
                  </a:lnTo>
                  <a:cubicBezTo>
                    <a:pt x="1504" y="2298"/>
                    <a:pt x="1511" y="2260"/>
                    <a:pt x="1504" y="2222"/>
                  </a:cubicBezTo>
                  <a:lnTo>
                    <a:pt x="1504" y="2222"/>
                  </a:lnTo>
                  <a:cubicBezTo>
                    <a:pt x="1514" y="2268"/>
                    <a:pt x="1527" y="2299"/>
                    <a:pt x="1537" y="2299"/>
                  </a:cubicBezTo>
                  <a:cubicBezTo>
                    <a:pt x="1544" y="2299"/>
                    <a:pt x="1549" y="2286"/>
                    <a:pt x="1551" y="2257"/>
                  </a:cubicBezTo>
                  <a:lnTo>
                    <a:pt x="1567" y="2257"/>
                  </a:lnTo>
                  <a:cubicBezTo>
                    <a:pt x="1573" y="2254"/>
                    <a:pt x="1573" y="2254"/>
                    <a:pt x="1576" y="2216"/>
                  </a:cubicBezTo>
                  <a:cubicBezTo>
                    <a:pt x="1577" y="2205"/>
                    <a:pt x="1579" y="2200"/>
                    <a:pt x="1582" y="2200"/>
                  </a:cubicBezTo>
                  <a:cubicBezTo>
                    <a:pt x="1588" y="2200"/>
                    <a:pt x="1597" y="2225"/>
                    <a:pt x="1608" y="2251"/>
                  </a:cubicBezTo>
                  <a:cubicBezTo>
                    <a:pt x="1619" y="2275"/>
                    <a:pt x="1630" y="2299"/>
                    <a:pt x="1632" y="2299"/>
                  </a:cubicBezTo>
                  <a:cubicBezTo>
                    <a:pt x="1633" y="2299"/>
                    <a:pt x="1632" y="2295"/>
                    <a:pt x="1630" y="2285"/>
                  </a:cubicBezTo>
                  <a:cubicBezTo>
                    <a:pt x="1627" y="2244"/>
                    <a:pt x="1627" y="2207"/>
                    <a:pt x="1630" y="2169"/>
                  </a:cubicBezTo>
                  <a:cubicBezTo>
                    <a:pt x="1630" y="2157"/>
                    <a:pt x="1631" y="2152"/>
                    <a:pt x="1633" y="2152"/>
                  </a:cubicBezTo>
                  <a:cubicBezTo>
                    <a:pt x="1638" y="2152"/>
                    <a:pt x="1645" y="2178"/>
                    <a:pt x="1645" y="2204"/>
                  </a:cubicBezTo>
                  <a:cubicBezTo>
                    <a:pt x="1649" y="2229"/>
                    <a:pt x="1661" y="2254"/>
                    <a:pt x="1680" y="2273"/>
                  </a:cubicBezTo>
                  <a:cubicBezTo>
                    <a:pt x="1689" y="2273"/>
                    <a:pt x="1705" y="2269"/>
                    <a:pt x="1696" y="2232"/>
                  </a:cubicBezTo>
                  <a:cubicBezTo>
                    <a:pt x="1690" y="2212"/>
                    <a:pt x="1703" y="2200"/>
                    <a:pt x="1718" y="2200"/>
                  </a:cubicBezTo>
                  <a:cubicBezTo>
                    <a:pt x="1730" y="2200"/>
                    <a:pt x="1743" y="2206"/>
                    <a:pt x="1752" y="2219"/>
                  </a:cubicBezTo>
                  <a:lnTo>
                    <a:pt x="1768" y="2213"/>
                  </a:lnTo>
                  <a:cubicBezTo>
                    <a:pt x="1774" y="2210"/>
                    <a:pt x="1768" y="2172"/>
                    <a:pt x="1777" y="2169"/>
                  </a:cubicBezTo>
                  <a:cubicBezTo>
                    <a:pt x="1777" y="2169"/>
                    <a:pt x="1783" y="2166"/>
                    <a:pt x="1777" y="2128"/>
                  </a:cubicBezTo>
                  <a:cubicBezTo>
                    <a:pt x="1778" y="2128"/>
                    <a:pt x="1780" y="2128"/>
                    <a:pt x="1781" y="2128"/>
                  </a:cubicBezTo>
                  <a:cubicBezTo>
                    <a:pt x="1788" y="2128"/>
                    <a:pt x="1795" y="2131"/>
                    <a:pt x="1805" y="2160"/>
                  </a:cubicBezTo>
                  <a:cubicBezTo>
                    <a:pt x="1796" y="2123"/>
                    <a:pt x="1791" y="2105"/>
                    <a:pt x="1793" y="2105"/>
                  </a:cubicBezTo>
                  <a:lnTo>
                    <a:pt x="1793" y="2105"/>
                  </a:lnTo>
                  <a:cubicBezTo>
                    <a:pt x="1795" y="2105"/>
                    <a:pt x="1804" y="2121"/>
                    <a:pt x="1821" y="2154"/>
                  </a:cubicBezTo>
                  <a:cubicBezTo>
                    <a:pt x="1835" y="2190"/>
                    <a:pt x="1843" y="2208"/>
                    <a:pt x="1844" y="2208"/>
                  </a:cubicBezTo>
                  <a:cubicBezTo>
                    <a:pt x="1846" y="2208"/>
                    <a:pt x="1841" y="2190"/>
                    <a:pt x="1830" y="2154"/>
                  </a:cubicBezTo>
                  <a:cubicBezTo>
                    <a:pt x="1825" y="2134"/>
                    <a:pt x="1823" y="2124"/>
                    <a:pt x="1825" y="2124"/>
                  </a:cubicBezTo>
                  <a:lnTo>
                    <a:pt x="1825" y="2124"/>
                  </a:lnTo>
                  <a:cubicBezTo>
                    <a:pt x="1827" y="2124"/>
                    <a:pt x="1832" y="2132"/>
                    <a:pt x="1843" y="2147"/>
                  </a:cubicBezTo>
                  <a:cubicBezTo>
                    <a:pt x="1850" y="2164"/>
                    <a:pt x="1856" y="2172"/>
                    <a:pt x="1859" y="2172"/>
                  </a:cubicBezTo>
                  <a:cubicBezTo>
                    <a:pt x="1862" y="2172"/>
                    <a:pt x="1860" y="2162"/>
                    <a:pt x="1852" y="2144"/>
                  </a:cubicBezTo>
                  <a:cubicBezTo>
                    <a:pt x="1836" y="2097"/>
                    <a:pt x="1832" y="2063"/>
                    <a:pt x="1840" y="2063"/>
                  </a:cubicBezTo>
                  <a:cubicBezTo>
                    <a:pt x="1844" y="2063"/>
                    <a:pt x="1853" y="2073"/>
                    <a:pt x="1865" y="2097"/>
                  </a:cubicBezTo>
                  <a:cubicBezTo>
                    <a:pt x="1865" y="2097"/>
                    <a:pt x="1871" y="2094"/>
                    <a:pt x="1862" y="2056"/>
                  </a:cubicBezTo>
                  <a:cubicBezTo>
                    <a:pt x="1847" y="2020"/>
                    <a:pt x="1839" y="2002"/>
                    <a:pt x="1840" y="2002"/>
                  </a:cubicBezTo>
                  <a:lnTo>
                    <a:pt x="1840" y="2002"/>
                  </a:lnTo>
                  <a:cubicBezTo>
                    <a:pt x="1841" y="2002"/>
                    <a:pt x="1849" y="2019"/>
                    <a:pt x="1868" y="2053"/>
                  </a:cubicBezTo>
                  <a:cubicBezTo>
                    <a:pt x="1887" y="2083"/>
                    <a:pt x="1899" y="2098"/>
                    <a:pt x="1903" y="2098"/>
                  </a:cubicBezTo>
                  <a:cubicBezTo>
                    <a:pt x="1907" y="2098"/>
                    <a:pt x="1901" y="2080"/>
                    <a:pt x="1887" y="2044"/>
                  </a:cubicBezTo>
                  <a:cubicBezTo>
                    <a:pt x="1887" y="2044"/>
                    <a:pt x="1880" y="2025"/>
                    <a:pt x="1886" y="2025"/>
                  </a:cubicBezTo>
                  <a:lnTo>
                    <a:pt x="1886" y="2025"/>
                  </a:lnTo>
                  <a:cubicBezTo>
                    <a:pt x="1888" y="2025"/>
                    <a:pt x="1892" y="2028"/>
                    <a:pt x="1899" y="2038"/>
                  </a:cubicBezTo>
                  <a:cubicBezTo>
                    <a:pt x="1913" y="2050"/>
                    <a:pt x="1933" y="2058"/>
                    <a:pt x="1947" y="2058"/>
                  </a:cubicBezTo>
                  <a:cubicBezTo>
                    <a:pt x="1965" y="2058"/>
                    <a:pt x="1972" y="2046"/>
                    <a:pt x="1946" y="2012"/>
                  </a:cubicBezTo>
                  <a:lnTo>
                    <a:pt x="1959" y="2003"/>
                  </a:lnTo>
                  <a:cubicBezTo>
                    <a:pt x="1972" y="2013"/>
                    <a:pt x="1980" y="2018"/>
                    <a:pt x="1985" y="2018"/>
                  </a:cubicBezTo>
                  <a:cubicBezTo>
                    <a:pt x="1992" y="2018"/>
                    <a:pt x="1990" y="2008"/>
                    <a:pt x="1981" y="1987"/>
                  </a:cubicBezTo>
                  <a:lnTo>
                    <a:pt x="1965" y="1953"/>
                  </a:lnTo>
                  <a:lnTo>
                    <a:pt x="1965" y="1953"/>
                  </a:lnTo>
                  <a:cubicBezTo>
                    <a:pt x="1986" y="1983"/>
                    <a:pt x="2012" y="2006"/>
                    <a:pt x="2020" y="2006"/>
                  </a:cubicBezTo>
                  <a:cubicBezTo>
                    <a:pt x="2021" y="2006"/>
                    <a:pt x="2021" y="2006"/>
                    <a:pt x="2021" y="2006"/>
                  </a:cubicBezTo>
                  <a:cubicBezTo>
                    <a:pt x="2028" y="2000"/>
                    <a:pt x="2028" y="2000"/>
                    <a:pt x="2006" y="1972"/>
                  </a:cubicBezTo>
                  <a:cubicBezTo>
                    <a:pt x="1978" y="1947"/>
                    <a:pt x="1984" y="1940"/>
                    <a:pt x="1987" y="1937"/>
                  </a:cubicBezTo>
                  <a:cubicBezTo>
                    <a:pt x="1987" y="1937"/>
                    <a:pt x="1988" y="1937"/>
                    <a:pt x="1988" y="1937"/>
                  </a:cubicBezTo>
                  <a:cubicBezTo>
                    <a:pt x="1997" y="1937"/>
                    <a:pt x="2026" y="1961"/>
                    <a:pt x="2047" y="1987"/>
                  </a:cubicBezTo>
                  <a:lnTo>
                    <a:pt x="2056" y="1984"/>
                  </a:lnTo>
                  <a:cubicBezTo>
                    <a:pt x="2025" y="1948"/>
                    <a:pt x="2016" y="1933"/>
                    <a:pt x="2019" y="1933"/>
                  </a:cubicBezTo>
                  <a:lnTo>
                    <a:pt x="2019" y="1933"/>
                  </a:lnTo>
                  <a:cubicBezTo>
                    <a:pt x="2020" y="1933"/>
                    <a:pt x="2027" y="1939"/>
                    <a:pt x="2037" y="1950"/>
                  </a:cubicBezTo>
                  <a:cubicBezTo>
                    <a:pt x="2056" y="1965"/>
                    <a:pt x="2064" y="1969"/>
                    <a:pt x="2070" y="1969"/>
                  </a:cubicBezTo>
                  <a:cubicBezTo>
                    <a:pt x="2073" y="1969"/>
                    <a:pt x="2075" y="1967"/>
                    <a:pt x="2078" y="1965"/>
                  </a:cubicBezTo>
                  <a:cubicBezTo>
                    <a:pt x="2069" y="1955"/>
                    <a:pt x="2067" y="1951"/>
                    <a:pt x="2068" y="1951"/>
                  </a:cubicBezTo>
                  <a:lnTo>
                    <a:pt x="2068" y="1951"/>
                  </a:lnTo>
                  <a:cubicBezTo>
                    <a:pt x="2071" y="1951"/>
                    <a:pt x="2082" y="1962"/>
                    <a:pt x="2078" y="1965"/>
                  </a:cubicBezTo>
                  <a:lnTo>
                    <a:pt x="2103" y="1994"/>
                  </a:lnTo>
                  <a:cubicBezTo>
                    <a:pt x="2111" y="1999"/>
                    <a:pt x="2115" y="2002"/>
                    <a:pt x="2117" y="2002"/>
                  </a:cubicBezTo>
                  <a:cubicBezTo>
                    <a:pt x="2122" y="2002"/>
                    <a:pt x="2103" y="1980"/>
                    <a:pt x="2084" y="1959"/>
                  </a:cubicBezTo>
                  <a:lnTo>
                    <a:pt x="2094" y="1950"/>
                  </a:lnTo>
                  <a:cubicBezTo>
                    <a:pt x="2100" y="1944"/>
                    <a:pt x="2106" y="1937"/>
                    <a:pt x="2075" y="1915"/>
                  </a:cubicBezTo>
                  <a:cubicBezTo>
                    <a:pt x="2050" y="1890"/>
                    <a:pt x="2021" y="1862"/>
                    <a:pt x="2028" y="1856"/>
                  </a:cubicBezTo>
                  <a:lnTo>
                    <a:pt x="2028" y="1856"/>
                  </a:lnTo>
                  <a:cubicBezTo>
                    <a:pt x="2050" y="1881"/>
                    <a:pt x="2076" y="1907"/>
                    <a:pt x="2083" y="1907"/>
                  </a:cubicBezTo>
                  <a:cubicBezTo>
                    <a:pt x="2083" y="1907"/>
                    <a:pt x="2084" y="1907"/>
                    <a:pt x="2084" y="1906"/>
                  </a:cubicBezTo>
                  <a:cubicBezTo>
                    <a:pt x="2085" y="1905"/>
                    <a:pt x="2086" y="1905"/>
                    <a:pt x="2087" y="1905"/>
                  </a:cubicBezTo>
                  <a:cubicBezTo>
                    <a:pt x="2096" y="1905"/>
                    <a:pt x="2119" y="1928"/>
                    <a:pt x="2119" y="1928"/>
                  </a:cubicBezTo>
                  <a:cubicBezTo>
                    <a:pt x="2134" y="1948"/>
                    <a:pt x="2145" y="1956"/>
                    <a:pt x="2150" y="1956"/>
                  </a:cubicBezTo>
                  <a:cubicBezTo>
                    <a:pt x="2161" y="1956"/>
                    <a:pt x="2155" y="1927"/>
                    <a:pt x="2141" y="1906"/>
                  </a:cubicBezTo>
                  <a:cubicBezTo>
                    <a:pt x="2116" y="1873"/>
                    <a:pt x="2106" y="1857"/>
                    <a:pt x="2112" y="1857"/>
                  </a:cubicBezTo>
                  <a:cubicBezTo>
                    <a:pt x="2116" y="1857"/>
                    <a:pt x="2131" y="1868"/>
                    <a:pt x="2156" y="1890"/>
                  </a:cubicBezTo>
                  <a:cubicBezTo>
                    <a:pt x="2171" y="1903"/>
                    <a:pt x="2178" y="1909"/>
                    <a:pt x="2181" y="1909"/>
                  </a:cubicBezTo>
                  <a:cubicBezTo>
                    <a:pt x="2188" y="1909"/>
                    <a:pt x="2147" y="1861"/>
                    <a:pt x="2084" y="1803"/>
                  </a:cubicBezTo>
                  <a:lnTo>
                    <a:pt x="2003" y="1724"/>
                  </a:lnTo>
                  <a:lnTo>
                    <a:pt x="2090" y="1796"/>
                  </a:lnTo>
                  <a:cubicBezTo>
                    <a:pt x="2154" y="1845"/>
                    <a:pt x="2185" y="1867"/>
                    <a:pt x="2192" y="1867"/>
                  </a:cubicBezTo>
                  <a:cubicBezTo>
                    <a:pt x="2198" y="1867"/>
                    <a:pt x="2187" y="1850"/>
                    <a:pt x="2166" y="1821"/>
                  </a:cubicBezTo>
                  <a:cubicBezTo>
                    <a:pt x="2155" y="1802"/>
                    <a:pt x="2150" y="1794"/>
                    <a:pt x="2152" y="1794"/>
                  </a:cubicBezTo>
                  <a:lnTo>
                    <a:pt x="2152" y="1794"/>
                  </a:lnTo>
                  <a:cubicBezTo>
                    <a:pt x="2154" y="1794"/>
                    <a:pt x="2161" y="1799"/>
                    <a:pt x="2175" y="1809"/>
                  </a:cubicBezTo>
                  <a:cubicBezTo>
                    <a:pt x="2189" y="1819"/>
                    <a:pt x="2198" y="1823"/>
                    <a:pt x="2204" y="1823"/>
                  </a:cubicBezTo>
                  <a:cubicBezTo>
                    <a:pt x="2212" y="1823"/>
                    <a:pt x="2217" y="1817"/>
                    <a:pt x="2225" y="1809"/>
                  </a:cubicBezTo>
                  <a:cubicBezTo>
                    <a:pt x="2241" y="1790"/>
                    <a:pt x="2244" y="1784"/>
                    <a:pt x="2213" y="1762"/>
                  </a:cubicBezTo>
                  <a:cubicBezTo>
                    <a:pt x="2216" y="1759"/>
                    <a:pt x="2219" y="1756"/>
                    <a:pt x="2222" y="1749"/>
                  </a:cubicBezTo>
                  <a:cubicBezTo>
                    <a:pt x="2242" y="1759"/>
                    <a:pt x="2255" y="1764"/>
                    <a:pt x="2260" y="1764"/>
                  </a:cubicBezTo>
                  <a:cubicBezTo>
                    <a:pt x="2272" y="1764"/>
                    <a:pt x="2245" y="1740"/>
                    <a:pt x="2197" y="1718"/>
                  </a:cubicBezTo>
                  <a:lnTo>
                    <a:pt x="2203" y="1705"/>
                  </a:lnTo>
                  <a:lnTo>
                    <a:pt x="2235" y="1724"/>
                  </a:lnTo>
                  <a:cubicBezTo>
                    <a:pt x="2244" y="1730"/>
                    <a:pt x="2252" y="1732"/>
                    <a:pt x="2258" y="1732"/>
                  </a:cubicBezTo>
                  <a:cubicBezTo>
                    <a:pt x="2275" y="1732"/>
                    <a:pt x="2284" y="1714"/>
                    <a:pt x="2307" y="1674"/>
                  </a:cubicBezTo>
                  <a:cubicBezTo>
                    <a:pt x="2338" y="1611"/>
                    <a:pt x="2338" y="1602"/>
                    <a:pt x="2269" y="1577"/>
                  </a:cubicBezTo>
                  <a:cubicBezTo>
                    <a:pt x="2229" y="1559"/>
                    <a:pt x="2212" y="1549"/>
                    <a:pt x="2219" y="1549"/>
                  </a:cubicBezTo>
                  <a:cubicBezTo>
                    <a:pt x="2225" y="1549"/>
                    <a:pt x="2242" y="1554"/>
                    <a:pt x="2272" y="1564"/>
                  </a:cubicBezTo>
                  <a:cubicBezTo>
                    <a:pt x="2295" y="1572"/>
                    <a:pt x="2319" y="1577"/>
                    <a:pt x="2325" y="1577"/>
                  </a:cubicBezTo>
                  <a:cubicBezTo>
                    <a:pt x="2329" y="1577"/>
                    <a:pt x="2326" y="1575"/>
                    <a:pt x="2313" y="1571"/>
                  </a:cubicBezTo>
                  <a:cubicBezTo>
                    <a:pt x="2313" y="1571"/>
                    <a:pt x="2315" y="1560"/>
                    <a:pt x="2339" y="1560"/>
                  </a:cubicBezTo>
                  <a:cubicBezTo>
                    <a:pt x="2344" y="1560"/>
                    <a:pt x="2350" y="1560"/>
                    <a:pt x="2357" y="1561"/>
                  </a:cubicBezTo>
                  <a:cubicBezTo>
                    <a:pt x="2438" y="1561"/>
                    <a:pt x="2404" y="1539"/>
                    <a:pt x="2366" y="1530"/>
                  </a:cubicBezTo>
                  <a:cubicBezTo>
                    <a:pt x="2325" y="1523"/>
                    <a:pt x="2318" y="1521"/>
                    <a:pt x="2328" y="1521"/>
                  </a:cubicBezTo>
                  <a:cubicBezTo>
                    <a:pt x="2335" y="1521"/>
                    <a:pt x="2352" y="1522"/>
                    <a:pt x="2369" y="1524"/>
                  </a:cubicBezTo>
                  <a:cubicBezTo>
                    <a:pt x="2383" y="1525"/>
                    <a:pt x="2397" y="1525"/>
                    <a:pt x="2408" y="1525"/>
                  </a:cubicBezTo>
                  <a:cubicBezTo>
                    <a:pt x="2426" y="1525"/>
                    <a:pt x="2434" y="1523"/>
                    <a:pt x="2410" y="1517"/>
                  </a:cubicBezTo>
                  <a:cubicBezTo>
                    <a:pt x="2380" y="1501"/>
                    <a:pt x="2357" y="1458"/>
                    <a:pt x="2400" y="1458"/>
                  </a:cubicBezTo>
                  <a:cubicBezTo>
                    <a:pt x="2406" y="1458"/>
                    <a:pt x="2414" y="1459"/>
                    <a:pt x="2423" y="1461"/>
                  </a:cubicBezTo>
                  <a:cubicBezTo>
                    <a:pt x="2423" y="1461"/>
                    <a:pt x="2426" y="1455"/>
                    <a:pt x="2429" y="1445"/>
                  </a:cubicBezTo>
                  <a:cubicBezTo>
                    <a:pt x="2391" y="1439"/>
                    <a:pt x="2394" y="1423"/>
                    <a:pt x="2397" y="1408"/>
                  </a:cubicBezTo>
                  <a:cubicBezTo>
                    <a:pt x="2400" y="1395"/>
                    <a:pt x="2403" y="1388"/>
                    <a:pt x="2425" y="1388"/>
                  </a:cubicBezTo>
                  <a:cubicBezTo>
                    <a:pt x="2430" y="1388"/>
                    <a:pt x="2435" y="1388"/>
                    <a:pt x="2441" y="1389"/>
                  </a:cubicBezTo>
                  <a:cubicBezTo>
                    <a:pt x="2453" y="1394"/>
                    <a:pt x="2461" y="1397"/>
                    <a:pt x="2465" y="1397"/>
                  </a:cubicBezTo>
                  <a:cubicBezTo>
                    <a:pt x="2472" y="1397"/>
                    <a:pt x="2464" y="1388"/>
                    <a:pt x="2441" y="1373"/>
                  </a:cubicBezTo>
                  <a:cubicBezTo>
                    <a:pt x="2441" y="1364"/>
                    <a:pt x="2369" y="1348"/>
                    <a:pt x="2369" y="1342"/>
                  </a:cubicBezTo>
                  <a:cubicBezTo>
                    <a:pt x="2332" y="1339"/>
                    <a:pt x="2294" y="1326"/>
                    <a:pt x="2294" y="1320"/>
                  </a:cubicBezTo>
                  <a:lnTo>
                    <a:pt x="2294" y="1320"/>
                  </a:lnTo>
                  <a:lnTo>
                    <a:pt x="2332" y="1323"/>
                  </a:lnTo>
                  <a:lnTo>
                    <a:pt x="2407" y="1329"/>
                  </a:lnTo>
                  <a:cubicBezTo>
                    <a:pt x="2410" y="1320"/>
                    <a:pt x="2410" y="1314"/>
                    <a:pt x="2372" y="1311"/>
                  </a:cubicBezTo>
                  <a:cubicBezTo>
                    <a:pt x="2410" y="1304"/>
                    <a:pt x="2413" y="1298"/>
                    <a:pt x="2413" y="1282"/>
                  </a:cubicBezTo>
                  <a:cubicBezTo>
                    <a:pt x="2416" y="1267"/>
                    <a:pt x="2416" y="1251"/>
                    <a:pt x="2379" y="1242"/>
                  </a:cubicBezTo>
                  <a:cubicBezTo>
                    <a:pt x="2454" y="1235"/>
                    <a:pt x="2454" y="1185"/>
                    <a:pt x="2379" y="1179"/>
                  </a:cubicBezTo>
                  <a:cubicBezTo>
                    <a:pt x="2374" y="1179"/>
                    <a:pt x="2369" y="1180"/>
                    <a:pt x="2366" y="1180"/>
                  </a:cubicBezTo>
                  <a:cubicBezTo>
                    <a:pt x="2342" y="1180"/>
                    <a:pt x="2346" y="1171"/>
                    <a:pt x="2379" y="1163"/>
                  </a:cubicBezTo>
                  <a:cubicBezTo>
                    <a:pt x="2416" y="1154"/>
                    <a:pt x="2416" y="1154"/>
                    <a:pt x="2379" y="1148"/>
                  </a:cubicBezTo>
                  <a:cubicBezTo>
                    <a:pt x="2341" y="1141"/>
                    <a:pt x="2379" y="1132"/>
                    <a:pt x="2416" y="1122"/>
                  </a:cubicBezTo>
                  <a:cubicBezTo>
                    <a:pt x="2492" y="1107"/>
                    <a:pt x="2492" y="1097"/>
                    <a:pt x="2454" y="1094"/>
                  </a:cubicBezTo>
                  <a:cubicBezTo>
                    <a:pt x="2413" y="1082"/>
                    <a:pt x="2410" y="1066"/>
                    <a:pt x="2410" y="1057"/>
                  </a:cubicBezTo>
                  <a:cubicBezTo>
                    <a:pt x="2386" y="1051"/>
                    <a:pt x="2376" y="1047"/>
                    <a:pt x="2364" y="1047"/>
                  </a:cubicBezTo>
                  <a:cubicBezTo>
                    <a:pt x="2356" y="1047"/>
                    <a:pt x="2347" y="1049"/>
                    <a:pt x="2332" y="1054"/>
                  </a:cubicBezTo>
                  <a:cubicBezTo>
                    <a:pt x="2307" y="1057"/>
                    <a:pt x="2282" y="1057"/>
                    <a:pt x="2256" y="1057"/>
                  </a:cubicBezTo>
                  <a:cubicBezTo>
                    <a:pt x="2230" y="1052"/>
                    <a:pt x="2241" y="1048"/>
                    <a:pt x="2250" y="1048"/>
                  </a:cubicBezTo>
                  <a:cubicBezTo>
                    <a:pt x="2253" y="1048"/>
                    <a:pt x="2256" y="1049"/>
                    <a:pt x="2256" y="1050"/>
                  </a:cubicBezTo>
                  <a:cubicBezTo>
                    <a:pt x="2268" y="1053"/>
                    <a:pt x="2276" y="1054"/>
                    <a:pt x="2282" y="1054"/>
                  </a:cubicBezTo>
                  <a:cubicBezTo>
                    <a:pt x="2299" y="1054"/>
                    <a:pt x="2305" y="1047"/>
                    <a:pt x="2332" y="1038"/>
                  </a:cubicBezTo>
                  <a:cubicBezTo>
                    <a:pt x="2366" y="1025"/>
                    <a:pt x="2366" y="1010"/>
                    <a:pt x="2366" y="1000"/>
                  </a:cubicBezTo>
                  <a:cubicBezTo>
                    <a:pt x="2363" y="994"/>
                    <a:pt x="2363" y="978"/>
                    <a:pt x="2360" y="969"/>
                  </a:cubicBezTo>
                  <a:cubicBezTo>
                    <a:pt x="2384" y="945"/>
                    <a:pt x="2390" y="935"/>
                    <a:pt x="2373" y="935"/>
                  </a:cubicBezTo>
                  <a:cubicBezTo>
                    <a:pt x="2369" y="935"/>
                    <a:pt x="2362" y="936"/>
                    <a:pt x="2354" y="938"/>
                  </a:cubicBezTo>
                  <a:cubicBezTo>
                    <a:pt x="2311" y="949"/>
                    <a:pt x="2294" y="953"/>
                    <a:pt x="2294" y="953"/>
                  </a:cubicBezTo>
                  <a:cubicBezTo>
                    <a:pt x="2293" y="953"/>
                    <a:pt x="2302" y="951"/>
                    <a:pt x="2316" y="947"/>
                  </a:cubicBezTo>
                  <a:cubicBezTo>
                    <a:pt x="2382" y="927"/>
                    <a:pt x="2369" y="848"/>
                    <a:pt x="2310" y="848"/>
                  </a:cubicBezTo>
                  <a:cubicBezTo>
                    <a:pt x="2305" y="848"/>
                    <a:pt x="2300" y="849"/>
                    <a:pt x="2294" y="850"/>
                  </a:cubicBezTo>
                  <a:lnTo>
                    <a:pt x="2332" y="840"/>
                  </a:lnTo>
                  <a:cubicBezTo>
                    <a:pt x="2366" y="828"/>
                    <a:pt x="2363" y="819"/>
                    <a:pt x="2360" y="806"/>
                  </a:cubicBezTo>
                  <a:cubicBezTo>
                    <a:pt x="2357" y="797"/>
                    <a:pt x="2310" y="781"/>
                    <a:pt x="2303" y="759"/>
                  </a:cubicBezTo>
                  <a:cubicBezTo>
                    <a:pt x="2294" y="735"/>
                    <a:pt x="2288" y="716"/>
                    <a:pt x="2270" y="716"/>
                  </a:cubicBezTo>
                  <a:cubicBezTo>
                    <a:pt x="2264" y="716"/>
                    <a:pt x="2258" y="718"/>
                    <a:pt x="2250" y="721"/>
                  </a:cubicBezTo>
                  <a:cubicBezTo>
                    <a:pt x="2247" y="715"/>
                    <a:pt x="2247" y="715"/>
                    <a:pt x="2282" y="699"/>
                  </a:cubicBezTo>
                  <a:cubicBezTo>
                    <a:pt x="2319" y="690"/>
                    <a:pt x="2316" y="684"/>
                    <a:pt x="2313" y="674"/>
                  </a:cubicBezTo>
                  <a:cubicBezTo>
                    <a:pt x="2312" y="673"/>
                    <a:pt x="2310" y="673"/>
                    <a:pt x="2308" y="673"/>
                  </a:cubicBezTo>
                  <a:cubicBezTo>
                    <a:pt x="2297" y="673"/>
                    <a:pt x="2270" y="686"/>
                    <a:pt x="2241" y="699"/>
                  </a:cubicBezTo>
                  <a:cubicBezTo>
                    <a:pt x="2228" y="705"/>
                    <a:pt x="2220" y="708"/>
                    <a:pt x="2216" y="708"/>
                  </a:cubicBezTo>
                  <a:cubicBezTo>
                    <a:pt x="2208" y="708"/>
                    <a:pt x="2212" y="699"/>
                    <a:pt x="2228" y="681"/>
                  </a:cubicBezTo>
                  <a:cubicBezTo>
                    <a:pt x="2254" y="652"/>
                    <a:pt x="2246" y="623"/>
                    <a:pt x="2213" y="623"/>
                  </a:cubicBezTo>
                  <a:cubicBezTo>
                    <a:pt x="2210" y="623"/>
                    <a:pt x="2207" y="624"/>
                    <a:pt x="2203" y="624"/>
                  </a:cubicBezTo>
                  <a:cubicBezTo>
                    <a:pt x="2200" y="618"/>
                    <a:pt x="2197" y="612"/>
                    <a:pt x="2228" y="590"/>
                  </a:cubicBezTo>
                  <a:cubicBezTo>
                    <a:pt x="2252" y="571"/>
                    <a:pt x="2272" y="547"/>
                    <a:pt x="2248" y="547"/>
                  </a:cubicBezTo>
                  <a:cubicBezTo>
                    <a:pt x="2240" y="547"/>
                    <a:pt x="2228" y="549"/>
                    <a:pt x="2209" y="555"/>
                  </a:cubicBezTo>
                  <a:cubicBezTo>
                    <a:pt x="2206" y="549"/>
                    <a:pt x="2206" y="549"/>
                    <a:pt x="2238" y="530"/>
                  </a:cubicBezTo>
                  <a:cubicBezTo>
                    <a:pt x="2255" y="513"/>
                    <a:pt x="2274" y="499"/>
                    <a:pt x="2269" y="499"/>
                  </a:cubicBezTo>
                  <a:lnTo>
                    <a:pt x="2269" y="499"/>
                  </a:lnTo>
                  <a:cubicBezTo>
                    <a:pt x="2266" y="499"/>
                    <a:pt x="2255" y="504"/>
                    <a:pt x="2228" y="518"/>
                  </a:cubicBezTo>
                  <a:cubicBezTo>
                    <a:pt x="2224" y="518"/>
                    <a:pt x="2219" y="519"/>
                    <a:pt x="2215" y="519"/>
                  </a:cubicBezTo>
                  <a:cubicBezTo>
                    <a:pt x="2186" y="519"/>
                    <a:pt x="2181" y="498"/>
                    <a:pt x="2200" y="468"/>
                  </a:cubicBezTo>
                  <a:cubicBezTo>
                    <a:pt x="2197" y="465"/>
                    <a:pt x="2195" y="462"/>
                    <a:pt x="2190" y="462"/>
                  </a:cubicBezTo>
                  <a:cubicBezTo>
                    <a:pt x="2185" y="462"/>
                    <a:pt x="2176" y="465"/>
                    <a:pt x="2159" y="477"/>
                  </a:cubicBezTo>
                  <a:lnTo>
                    <a:pt x="2128" y="499"/>
                  </a:lnTo>
                  <a:cubicBezTo>
                    <a:pt x="2160" y="470"/>
                    <a:pt x="2174" y="457"/>
                    <a:pt x="2170" y="457"/>
                  </a:cubicBezTo>
                  <a:lnTo>
                    <a:pt x="2170" y="457"/>
                  </a:lnTo>
                  <a:cubicBezTo>
                    <a:pt x="2167" y="457"/>
                    <a:pt x="2151" y="467"/>
                    <a:pt x="2122" y="486"/>
                  </a:cubicBezTo>
                  <a:cubicBezTo>
                    <a:pt x="2108" y="496"/>
                    <a:pt x="2100" y="500"/>
                    <a:pt x="2097" y="500"/>
                  </a:cubicBezTo>
                  <a:cubicBezTo>
                    <a:pt x="2093" y="500"/>
                    <a:pt x="2099" y="493"/>
                    <a:pt x="2115" y="480"/>
                  </a:cubicBezTo>
                  <a:cubicBezTo>
                    <a:pt x="2144" y="449"/>
                    <a:pt x="2137" y="442"/>
                    <a:pt x="2137" y="442"/>
                  </a:cubicBezTo>
                  <a:cubicBezTo>
                    <a:pt x="2131" y="436"/>
                    <a:pt x="2078" y="430"/>
                    <a:pt x="2056" y="402"/>
                  </a:cubicBezTo>
                  <a:cubicBezTo>
                    <a:pt x="2029" y="369"/>
                    <a:pt x="2012" y="352"/>
                    <a:pt x="1997" y="352"/>
                  </a:cubicBezTo>
                  <a:cubicBezTo>
                    <a:pt x="1988" y="352"/>
                    <a:pt x="1980" y="357"/>
                    <a:pt x="1971" y="367"/>
                  </a:cubicBezTo>
                  <a:cubicBezTo>
                    <a:pt x="1957" y="377"/>
                    <a:pt x="1949" y="383"/>
                    <a:pt x="1947" y="383"/>
                  </a:cubicBezTo>
                  <a:cubicBezTo>
                    <a:pt x="1945" y="383"/>
                    <a:pt x="1950" y="375"/>
                    <a:pt x="1962" y="358"/>
                  </a:cubicBezTo>
                  <a:cubicBezTo>
                    <a:pt x="1981" y="323"/>
                    <a:pt x="1974" y="317"/>
                    <a:pt x="1968" y="314"/>
                  </a:cubicBezTo>
                  <a:cubicBezTo>
                    <a:pt x="1965" y="308"/>
                    <a:pt x="1959" y="301"/>
                    <a:pt x="1984" y="273"/>
                  </a:cubicBezTo>
                  <a:lnTo>
                    <a:pt x="1984" y="273"/>
                  </a:lnTo>
                  <a:cubicBezTo>
                    <a:pt x="1961" y="289"/>
                    <a:pt x="1955" y="294"/>
                    <a:pt x="1951" y="294"/>
                  </a:cubicBezTo>
                  <a:cubicBezTo>
                    <a:pt x="1949" y="294"/>
                    <a:pt x="1948" y="293"/>
                    <a:pt x="1946" y="292"/>
                  </a:cubicBezTo>
                  <a:cubicBezTo>
                    <a:pt x="1961" y="274"/>
                    <a:pt x="1965" y="264"/>
                    <a:pt x="1960" y="264"/>
                  </a:cubicBezTo>
                  <a:cubicBezTo>
                    <a:pt x="1957" y="264"/>
                    <a:pt x="1949" y="269"/>
                    <a:pt x="1937" y="279"/>
                  </a:cubicBezTo>
                  <a:cubicBezTo>
                    <a:pt x="1911" y="307"/>
                    <a:pt x="1897" y="321"/>
                    <a:pt x="1896" y="321"/>
                  </a:cubicBezTo>
                  <a:cubicBezTo>
                    <a:pt x="1895" y="321"/>
                    <a:pt x="1907" y="307"/>
                    <a:pt x="1931" y="276"/>
                  </a:cubicBezTo>
                  <a:cubicBezTo>
                    <a:pt x="1947" y="253"/>
                    <a:pt x="1953" y="223"/>
                    <a:pt x="1948" y="223"/>
                  </a:cubicBezTo>
                  <a:lnTo>
                    <a:pt x="1948" y="223"/>
                  </a:lnTo>
                  <a:cubicBezTo>
                    <a:pt x="1947" y="223"/>
                    <a:pt x="1944" y="227"/>
                    <a:pt x="1940" y="236"/>
                  </a:cubicBezTo>
                  <a:cubicBezTo>
                    <a:pt x="1918" y="267"/>
                    <a:pt x="1905" y="258"/>
                    <a:pt x="1877" y="283"/>
                  </a:cubicBezTo>
                  <a:cubicBezTo>
                    <a:pt x="1871" y="279"/>
                    <a:pt x="1865" y="276"/>
                    <a:pt x="1887" y="245"/>
                  </a:cubicBezTo>
                  <a:cubicBezTo>
                    <a:pt x="1894" y="228"/>
                    <a:pt x="1886" y="220"/>
                    <a:pt x="1874" y="220"/>
                  </a:cubicBezTo>
                  <a:cubicBezTo>
                    <a:pt x="1859" y="220"/>
                    <a:pt x="1837" y="230"/>
                    <a:pt x="1824" y="245"/>
                  </a:cubicBezTo>
                  <a:cubicBezTo>
                    <a:pt x="1815" y="260"/>
                    <a:pt x="1809" y="267"/>
                    <a:pt x="1807" y="267"/>
                  </a:cubicBezTo>
                  <a:cubicBezTo>
                    <a:pt x="1805" y="267"/>
                    <a:pt x="1808" y="257"/>
                    <a:pt x="1818" y="239"/>
                  </a:cubicBezTo>
                  <a:cubicBezTo>
                    <a:pt x="1837" y="207"/>
                    <a:pt x="1830" y="201"/>
                    <a:pt x="1824" y="198"/>
                  </a:cubicBezTo>
                  <a:lnTo>
                    <a:pt x="1824" y="198"/>
                  </a:lnTo>
                  <a:cubicBezTo>
                    <a:pt x="1817" y="206"/>
                    <a:pt x="1814" y="209"/>
                    <a:pt x="1812" y="209"/>
                  </a:cubicBezTo>
                  <a:cubicBezTo>
                    <a:pt x="1809" y="209"/>
                    <a:pt x="1823" y="186"/>
                    <a:pt x="1837" y="160"/>
                  </a:cubicBezTo>
                  <a:cubicBezTo>
                    <a:pt x="1862" y="132"/>
                    <a:pt x="1855" y="129"/>
                    <a:pt x="1840" y="123"/>
                  </a:cubicBezTo>
                  <a:lnTo>
                    <a:pt x="1840" y="123"/>
                  </a:lnTo>
                  <a:cubicBezTo>
                    <a:pt x="1829" y="134"/>
                    <a:pt x="1818" y="139"/>
                    <a:pt x="1808" y="139"/>
                  </a:cubicBezTo>
                  <a:cubicBezTo>
                    <a:pt x="1792" y="139"/>
                    <a:pt x="1777" y="130"/>
                    <a:pt x="1764" y="123"/>
                  </a:cubicBezTo>
                  <a:cubicBezTo>
                    <a:pt x="1758" y="119"/>
                    <a:pt x="1752" y="117"/>
                    <a:pt x="1746" y="117"/>
                  </a:cubicBezTo>
                  <a:cubicBezTo>
                    <a:pt x="1721" y="117"/>
                    <a:pt x="1700" y="148"/>
                    <a:pt x="1667" y="201"/>
                  </a:cubicBezTo>
                  <a:lnTo>
                    <a:pt x="1633" y="270"/>
                  </a:lnTo>
                  <a:lnTo>
                    <a:pt x="1661" y="201"/>
                  </a:lnTo>
                  <a:cubicBezTo>
                    <a:pt x="1674" y="164"/>
                    <a:pt x="1692" y="91"/>
                    <a:pt x="1692" y="91"/>
                  </a:cubicBezTo>
                  <a:cubicBezTo>
                    <a:pt x="1692" y="91"/>
                    <a:pt x="1692" y="91"/>
                    <a:pt x="1692" y="91"/>
                  </a:cubicBezTo>
                  <a:cubicBezTo>
                    <a:pt x="1685" y="91"/>
                    <a:pt x="1673" y="124"/>
                    <a:pt x="1661" y="160"/>
                  </a:cubicBezTo>
                  <a:cubicBezTo>
                    <a:pt x="1655" y="176"/>
                    <a:pt x="1651" y="184"/>
                    <a:pt x="1647" y="184"/>
                  </a:cubicBezTo>
                  <a:cubicBezTo>
                    <a:pt x="1643" y="184"/>
                    <a:pt x="1641" y="173"/>
                    <a:pt x="1639" y="151"/>
                  </a:cubicBezTo>
                  <a:cubicBezTo>
                    <a:pt x="1637" y="129"/>
                    <a:pt x="1635" y="118"/>
                    <a:pt x="1630" y="118"/>
                  </a:cubicBezTo>
                  <a:cubicBezTo>
                    <a:pt x="1626" y="118"/>
                    <a:pt x="1620" y="126"/>
                    <a:pt x="1611" y="142"/>
                  </a:cubicBezTo>
                  <a:cubicBezTo>
                    <a:pt x="1605" y="138"/>
                    <a:pt x="1598" y="135"/>
                    <a:pt x="1598" y="98"/>
                  </a:cubicBezTo>
                  <a:cubicBezTo>
                    <a:pt x="1597" y="97"/>
                    <a:pt x="1596" y="96"/>
                    <a:pt x="1595" y="96"/>
                  </a:cubicBezTo>
                  <a:cubicBezTo>
                    <a:pt x="1592" y="96"/>
                    <a:pt x="1590" y="103"/>
                    <a:pt x="1583" y="132"/>
                  </a:cubicBezTo>
                  <a:cubicBezTo>
                    <a:pt x="1578" y="150"/>
                    <a:pt x="1575" y="159"/>
                    <a:pt x="1572" y="159"/>
                  </a:cubicBezTo>
                  <a:cubicBezTo>
                    <a:pt x="1569" y="159"/>
                    <a:pt x="1569" y="148"/>
                    <a:pt x="1570" y="126"/>
                  </a:cubicBezTo>
                  <a:cubicBezTo>
                    <a:pt x="1576" y="81"/>
                    <a:pt x="1569" y="62"/>
                    <a:pt x="1561" y="62"/>
                  </a:cubicBezTo>
                  <a:cubicBezTo>
                    <a:pt x="1556" y="62"/>
                    <a:pt x="1551" y="70"/>
                    <a:pt x="1548" y="85"/>
                  </a:cubicBezTo>
                  <a:cubicBezTo>
                    <a:pt x="1543" y="117"/>
                    <a:pt x="1535" y="120"/>
                    <a:pt x="1529" y="120"/>
                  </a:cubicBezTo>
                  <a:cubicBezTo>
                    <a:pt x="1528" y="120"/>
                    <a:pt x="1527" y="120"/>
                    <a:pt x="1526" y="120"/>
                  </a:cubicBezTo>
                  <a:cubicBezTo>
                    <a:pt x="1524" y="119"/>
                    <a:pt x="1522" y="118"/>
                    <a:pt x="1520" y="118"/>
                  </a:cubicBezTo>
                  <a:cubicBezTo>
                    <a:pt x="1514" y="118"/>
                    <a:pt x="1508" y="125"/>
                    <a:pt x="1498" y="151"/>
                  </a:cubicBezTo>
                  <a:lnTo>
                    <a:pt x="1486" y="148"/>
                  </a:lnTo>
                  <a:cubicBezTo>
                    <a:pt x="1477" y="148"/>
                    <a:pt x="1488" y="113"/>
                    <a:pt x="1494" y="113"/>
                  </a:cubicBezTo>
                  <a:cubicBezTo>
                    <a:pt x="1494" y="113"/>
                    <a:pt x="1495" y="113"/>
                    <a:pt x="1495" y="113"/>
                  </a:cubicBezTo>
                  <a:lnTo>
                    <a:pt x="1495" y="73"/>
                  </a:lnTo>
                  <a:cubicBezTo>
                    <a:pt x="1493" y="73"/>
                    <a:pt x="1491" y="73"/>
                    <a:pt x="1489" y="73"/>
                  </a:cubicBezTo>
                  <a:cubicBezTo>
                    <a:pt x="1477" y="73"/>
                    <a:pt x="1469" y="75"/>
                    <a:pt x="1460" y="107"/>
                  </a:cubicBezTo>
                  <a:cubicBezTo>
                    <a:pt x="1453" y="143"/>
                    <a:pt x="1449" y="161"/>
                    <a:pt x="1448" y="161"/>
                  </a:cubicBezTo>
                  <a:cubicBezTo>
                    <a:pt x="1446" y="161"/>
                    <a:pt x="1448" y="142"/>
                    <a:pt x="1451" y="104"/>
                  </a:cubicBezTo>
                  <a:cubicBezTo>
                    <a:pt x="1456" y="77"/>
                    <a:pt x="1454" y="50"/>
                    <a:pt x="1449" y="50"/>
                  </a:cubicBezTo>
                  <a:cubicBezTo>
                    <a:pt x="1447" y="50"/>
                    <a:pt x="1444" y="54"/>
                    <a:pt x="1442" y="63"/>
                  </a:cubicBezTo>
                  <a:cubicBezTo>
                    <a:pt x="1435" y="95"/>
                    <a:pt x="1431" y="107"/>
                    <a:pt x="1428" y="107"/>
                  </a:cubicBezTo>
                  <a:cubicBezTo>
                    <a:pt x="1424" y="107"/>
                    <a:pt x="1424" y="85"/>
                    <a:pt x="1426" y="63"/>
                  </a:cubicBezTo>
                  <a:cubicBezTo>
                    <a:pt x="1432" y="26"/>
                    <a:pt x="1435" y="7"/>
                    <a:pt x="1431" y="7"/>
                  </a:cubicBezTo>
                  <a:close/>
                  <a:moveTo>
                    <a:pt x="2190" y="2655"/>
                  </a:moveTo>
                  <a:cubicBezTo>
                    <a:pt x="2188" y="2655"/>
                    <a:pt x="2185" y="2656"/>
                    <a:pt x="2181" y="2658"/>
                  </a:cubicBezTo>
                  <a:cubicBezTo>
                    <a:pt x="2184" y="2683"/>
                    <a:pt x="2194" y="2708"/>
                    <a:pt x="2203" y="2730"/>
                  </a:cubicBezTo>
                  <a:cubicBezTo>
                    <a:pt x="2210" y="2743"/>
                    <a:pt x="2216" y="2750"/>
                    <a:pt x="2220" y="2750"/>
                  </a:cubicBezTo>
                  <a:cubicBezTo>
                    <a:pt x="2226" y="2750"/>
                    <a:pt x="2225" y="2730"/>
                    <a:pt x="2209" y="2683"/>
                  </a:cubicBezTo>
                  <a:cubicBezTo>
                    <a:pt x="2199" y="2661"/>
                    <a:pt x="2195" y="2655"/>
                    <a:pt x="2190" y="265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37"/>
            <p:cNvSpPr/>
            <p:nvPr/>
          </p:nvSpPr>
          <p:spPr>
            <a:xfrm>
              <a:off x="5100255" y="3447408"/>
              <a:ext cx="22201" cy="25951"/>
            </a:xfrm>
            <a:custGeom>
              <a:avLst/>
              <a:gdLst/>
              <a:ahLst/>
              <a:cxnLst/>
              <a:rect l="l" t="t" r="r" b="b"/>
              <a:pathLst>
                <a:path w="1494" h="1760" extrusionOk="0">
                  <a:moveTo>
                    <a:pt x="806" y="0"/>
                  </a:moveTo>
                  <a:lnTo>
                    <a:pt x="806" y="0"/>
                  </a:lnTo>
                  <a:cubicBezTo>
                    <a:pt x="805" y="0"/>
                    <a:pt x="806" y="7"/>
                    <a:pt x="808" y="19"/>
                  </a:cubicBezTo>
                  <a:lnTo>
                    <a:pt x="808" y="19"/>
                  </a:lnTo>
                  <a:cubicBezTo>
                    <a:pt x="807" y="6"/>
                    <a:pt x="806" y="0"/>
                    <a:pt x="806" y="0"/>
                  </a:cubicBezTo>
                  <a:close/>
                  <a:moveTo>
                    <a:pt x="808" y="19"/>
                  </a:moveTo>
                  <a:cubicBezTo>
                    <a:pt x="809" y="29"/>
                    <a:pt x="811" y="44"/>
                    <a:pt x="812" y="63"/>
                  </a:cubicBezTo>
                  <a:cubicBezTo>
                    <a:pt x="812" y="64"/>
                    <a:pt x="813" y="65"/>
                    <a:pt x="813" y="67"/>
                  </a:cubicBezTo>
                  <a:lnTo>
                    <a:pt x="813" y="67"/>
                  </a:lnTo>
                  <a:cubicBezTo>
                    <a:pt x="813" y="56"/>
                    <a:pt x="811" y="43"/>
                    <a:pt x="809" y="25"/>
                  </a:cubicBezTo>
                  <a:cubicBezTo>
                    <a:pt x="809" y="23"/>
                    <a:pt x="808" y="21"/>
                    <a:pt x="808" y="19"/>
                  </a:cubicBezTo>
                  <a:close/>
                  <a:moveTo>
                    <a:pt x="787" y="141"/>
                  </a:moveTo>
                  <a:cubicBezTo>
                    <a:pt x="785" y="141"/>
                    <a:pt x="787" y="158"/>
                    <a:pt x="788" y="158"/>
                  </a:cubicBezTo>
                  <a:cubicBezTo>
                    <a:pt x="788" y="158"/>
                    <a:pt x="788" y="153"/>
                    <a:pt x="787" y="141"/>
                  </a:cubicBezTo>
                  <a:close/>
                  <a:moveTo>
                    <a:pt x="818" y="175"/>
                  </a:moveTo>
                  <a:lnTo>
                    <a:pt x="825" y="213"/>
                  </a:lnTo>
                  <a:lnTo>
                    <a:pt x="822" y="213"/>
                  </a:lnTo>
                  <a:cubicBezTo>
                    <a:pt x="818" y="213"/>
                    <a:pt x="818" y="213"/>
                    <a:pt x="815" y="175"/>
                  </a:cubicBezTo>
                  <a:close/>
                  <a:moveTo>
                    <a:pt x="787" y="179"/>
                  </a:moveTo>
                  <a:lnTo>
                    <a:pt x="796" y="216"/>
                  </a:lnTo>
                  <a:lnTo>
                    <a:pt x="793" y="216"/>
                  </a:lnTo>
                  <a:cubicBezTo>
                    <a:pt x="790" y="216"/>
                    <a:pt x="790" y="216"/>
                    <a:pt x="784" y="179"/>
                  </a:cubicBezTo>
                  <a:close/>
                  <a:moveTo>
                    <a:pt x="840" y="175"/>
                  </a:moveTo>
                  <a:cubicBezTo>
                    <a:pt x="847" y="175"/>
                    <a:pt x="847" y="175"/>
                    <a:pt x="843" y="213"/>
                  </a:cubicBezTo>
                  <a:lnTo>
                    <a:pt x="847" y="213"/>
                  </a:lnTo>
                  <a:cubicBezTo>
                    <a:pt x="845" y="232"/>
                    <a:pt x="844" y="241"/>
                    <a:pt x="843" y="241"/>
                  </a:cubicBezTo>
                  <a:cubicBezTo>
                    <a:pt x="843" y="241"/>
                    <a:pt x="842" y="232"/>
                    <a:pt x="840" y="213"/>
                  </a:cubicBezTo>
                  <a:cubicBezTo>
                    <a:pt x="837" y="175"/>
                    <a:pt x="837" y="175"/>
                    <a:pt x="840" y="175"/>
                  </a:cubicBezTo>
                  <a:close/>
                  <a:moveTo>
                    <a:pt x="765" y="219"/>
                  </a:moveTo>
                  <a:cubicBezTo>
                    <a:pt x="765" y="222"/>
                    <a:pt x="774" y="255"/>
                    <a:pt x="786" y="292"/>
                  </a:cubicBezTo>
                  <a:lnTo>
                    <a:pt x="786" y="292"/>
                  </a:lnTo>
                  <a:lnTo>
                    <a:pt x="784" y="295"/>
                  </a:lnTo>
                  <a:cubicBezTo>
                    <a:pt x="781" y="282"/>
                    <a:pt x="774" y="269"/>
                    <a:pt x="771" y="257"/>
                  </a:cubicBezTo>
                  <a:cubicBezTo>
                    <a:pt x="771" y="257"/>
                    <a:pt x="762" y="222"/>
                    <a:pt x="765" y="219"/>
                  </a:cubicBezTo>
                  <a:close/>
                  <a:moveTo>
                    <a:pt x="1135" y="282"/>
                  </a:moveTo>
                  <a:lnTo>
                    <a:pt x="1138" y="285"/>
                  </a:lnTo>
                  <a:lnTo>
                    <a:pt x="1082" y="335"/>
                  </a:lnTo>
                  <a:cubicBezTo>
                    <a:pt x="1097" y="316"/>
                    <a:pt x="1116" y="298"/>
                    <a:pt x="1135" y="282"/>
                  </a:cubicBezTo>
                  <a:close/>
                  <a:moveTo>
                    <a:pt x="639" y="246"/>
                  </a:moveTo>
                  <a:cubicBezTo>
                    <a:pt x="639" y="246"/>
                    <a:pt x="642" y="250"/>
                    <a:pt x="649" y="260"/>
                  </a:cubicBezTo>
                  <a:lnTo>
                    <a:pt x="668" y="291"/>
                  </a:lnTo>
                  <a:cubicBezTo>
                    <a:pt x="679" y="316"/>
                    <a:pt x="692" y="340"/>
                    <a:pt x="691" y="340"/>
                  </a:cubicBezTo>
                  <a:cubicBezTo>
                    <a:pt x="691" y="340"/>
                    <a:pt x="689" y="336"/>
                    <a:pt x="684" y="326"/>
                  </a:cubicBezTo>
                  <a:cubicBezTo>
                    <a:pt x="684" y="326"/>
                    <a:pt x="662" y="295"/>
                    <a:pt x="646" y="260"/>
                  </a:cubicBezTo>
                  <a:cubicBezTo>
                    <a:pt x="646" y="260"/>
                    <a:pt x="638" y="246"/>
                    <a:pt x="639" y="246"/>
                  </a:cubicBezTo>
                  <a:close/>
                  <a:moveTo>
                    <a:pt x="879" y="389"/>
                  </a:moveTo>
                  <a:lnTo>
                    <a:pt x="878" y="407"/>
                  </a:lnTo>
                  <a:cubicBezTo>
                    <a:pt x="878" y="401"/>
                    <a:pt x="879" y="395"/>
                    <a:pt x="879" y="389"/>
                  </a:cubicBezTo>
                  <a:close/>
                  <a:moveTo>
                    <a:pt x="1237" y="382"/>
                  </a:moveTo>
                  <a:cubicBezTo>
                    <a:pt x="1242" y="382"/>
                    <a:pt x="1243" y="384"/>
                    <a:pt x="1245" y="385"/>
                  </a:cubicBezTo>
                  <a:cubicBezTo>
                    <a:pt x="1223" y="401"/>
                    <a:pt x="1201" y="410"/>
                    <a:pt x="1176" y="420"/>
                  </a:cubicBezTo>
                  <a:cubicBezTo>
                    <a:pt x="1172" y="414"/>
                    <a:pt x="1172" y="414"/>
                    <a:pt x="1207" y="395"/>
                  </a:cubicBezTo>
                  <a:cubicBezTo>
                    <a:pt x="1224" y="385"/>
                    <a:pt x="1233" y="382"/>
                    <a:pt x="1237" y="382"/>
                  </a:cubicBezTo>
                  <a:close/>
                  <a:moveTo>
                    <a:pt x="878" y="407"/>
                  </a:moveTo>
                  <a:cubicBezTo>
                    <a:pt x="875" y="445"/>
                    <a:pt x="875" y="445"/>
                    <a:pt x="875" y="445"/>
                  </a:cubicBezTo>
                  <a:cubicBezTo>
                    <a:pt x="875" y="432"/>
                    <a:pt x="875" y="420"/>
                    <a:pt x="878" y="407"/>
                  </a:cubicBezTo>
                  <a:close/>
                  <a:moveTo>
                    <a:pt x="858" y="451"/>
                  </a:moveTo>
                  <a:lnTo>
                    <a:pt x="858" y="451"/>
                  </a:lnTo>
                  <a:cubicBezTo>
                    <a:pt x="858" y="451"/>
                    <a:pt x="859" y="459"/>
                    <a:pt x="859" y="476"/>
                  </a:cubicBezTo>
                  <a:lnTo>
                    <a:pt x="859" y="476"/>
                  </a:lnTo>
                  <a:cubicBezTo>
                    <a:pt x="858" y="459"/>
                    <a:pt x="858" y="451"/>
                    <a:pt x="858" y="451"/>
                  </a:cubicBezTo>
                  <a:close/>
                  <a:moveTo>
                    <a:pt x="630" y="404"/>
                  </a:moveTo>
                  <a:lnTo>
                    <a:pt x="630" y="404"/>
                  </a:lnTo>
                  <a:cubicBezTo>
                    <a:pt x="658" y="429"/>
                    <a:pt x="682" y="456"/>
                    <a:pt x="704" y="486"/>
                  </a:cubicBezTo>
                  <a:lnTo>
                    <a:pt x="704" y="486"/>
                  </a:lnTo>
                  <a:cubicBezTo>
                    <a:pt x="701" y="484"/>
                    <a:pt x="695" y="478"/>
                    <a:pt x="677" y="461"/>
                  </a:cubicBezTo>
                  <a:cubicBezTo>
                    <a:pt x="662" y="445"/>
                    <a:pt x="643" y="426"/>
                    <a:pt x="630" y="404"/>
                  </a:cubicBezTo>
                  <a:close/>
                  <a:moveTo>
                    <a:pt x="881" y="488"/>
                  </a:moveTo>
                  <a:cubicBezTo>
                    <a:pt x="878" y="495"/>
                    <a:pt x="878" y="495"/>
                    <a:pt x="878" y="495"/>
                  </a:cubicBezTo>
                  <a:cubicBezTo>
                    <a:pt x="879" y="493"/>
                    <a:pt x="880" y="490"/>
                    <a:pt x="881" y="488"/>
                  </a:cubicBezTo>
                  <a:close/>
                  <a:moveTo>
                    <a:pt x="888" y="490"/>
                  </a:moveTo>
                  <a:cubicBezTo>
                    <a:pt x="886" y="494"/>
                    <a:pt x="883" y="498"/>
                    <a:pt x="881" y="501"/>
                  </a:cubicBezTo>
                  <a:cubicBezTo>
                    <a:pt x="883" y="497"/>
                    <a:pt x="886" y="494"/>
                    <a:pt x="888" y="490"/>
                  </a:cubicBezTo>
                  <a:close/>
                  <a:moveTo>
                    <a:pt x="881" y="451"/>
                  </a:moveTo>
                  <a:lnTo>
                    <a:pt x="881" y="451"/>
                  </a:lnTo>
                  <a:cubicBezTo>
                    <a:pt x="877" y="478"/>
                    <a:pt x="871" y="504"/>
                    <a:pt x="871" y="504"/>
                  </a:cubicBezTo>
                  <a:cubicBezTo>
                    <a:pt x="871" y="504"/>
                    <a:pt x="872" y="500"/>
                    <a:pt x="874" y="491"/>
                  </a:cubicBezTo>
                  <a:lnTo>
                    <a:pt x="874" y="491"/>
                  </a:lnTo>
                  <a:cubicBezTo>
                    <a:pt x="874" y="493"/>
                    <a:pt x="873" y="497"/>
                    <a:pt x="870" y="506"/>
                  </a:cubicBezTo>
                  <a:lnTo>
                    <a:pt x="870" y="506"/>
                  </a:lnTo>
                  <a:cubicBezTo>
                    <a:pt x="869" y="510"/>
                    <a:pt x="868" y="514"/>
                    <a:pt x="867" y="517"/>
                  </a:cubicBezTo>
                  <a:lnTo>
                    <a:pt x="867" y="517"/>
                  </a:lnTo>
                  <a:cubicBezTo>
                    <a:pt x="869" y="504"/>
                    <a:pt x="872" y="483"/>
                    <a:pt x="878" y="451"/>
                  </a:cubicBezTo>
                  <a:lnTo>
                    <a:pt x="878" y="451"/>
                  </a:lnTo>
                  <a:cubicBezTo>
                    <a:pt x="875" y="470"/>
                    <a:pt x="873" y="479"/>
                    <a:pt x="874" y="479"/>
                  </a:cubicBezTo>
                  <a:cubicBezTo>
                    <a:pt x="874" y="479"/>
                    <a:pt x="876" y="470"/>
                    <a:pt x="881" y="451"/>
                  </a:cubicBezTo>
                  <a:close/>
                  <a:moveTo>
                    <a:pt x="882" y="405"/>
                  </a:moveTo>
                  <a:lnTo>
                    <a:pt x="882" y="405"/>
                  </a:lnTo>
                  <a:cubicBezTo>
                    <a:pt x="883" y="405"/>
                    <a:pt x="880" y="426"/>
                    <a:pt x="878" y="448"/>
                  </a:cubicBezTo>
                  <a:cubicBezTo>
                    <a:pt x="872" y="484"/>
                    <a:pt x="868" y="507"/>
                    <a:pt x="867" y="519"/>
                  </a:cubicBezTo>
                  <a:lnTo>
                    <a:pt x="867" y="519"/>
                  </a:lnTo>
                  <a:cubicBezTo>
                    <a:pt x="866" y="520"/>
                    <a:pt x="866" y="521"/>
                    <a:pt x="865" y="522"/>
                  </a:cubicBezTo>
                  <a:lnTo>
                    <a:pt x="865" y="522"/>
                  </a:lnTo>
                  <a:cubicBezTo>
                    <a:pt x="866" y="516"/>
                    <a:pt x="872" y="484"/>
                    <a:pt x="875" y="448"/>
                  </a:cubicBezTo>
                  <a:cubicBezTo>
                    <a:pt x="880" y="416"/>
                    <a:pt x="882" y="405"/>
                    <a:pt x="882" y="405"/>
                  </a:cubicBezTo>
                  <a:close/>
                  <a:moveTo>
                    <a:pt x="867" y="520"/>
                  </a:moveTo>
                  <a:lnTo>
                    <a:pt x="867" y="520"/>
                  </a:lnTo>
                  <a:cubicBezTo>
                    <a:pt x="867" y="521"/>
                    <a:pt x="867" y="522"/>
                    <a:pt x="866" y="523"/>
                  </a:cubicBezTo>
                  <a:lnTo>
                    <a:pt x="866" y="523"/>
                  </a:lnTo>
                  <a:cubicBezTo>
                    <a:pt x="866" y="522"/>
                    <a:pt x="866" y="522"/>
                    <a:pt x="867" y="521"/>
                  </a:cubicBezTo>
                  <a:lnTo>
                    <a:pt x="867" y="521"/>
                  </a:lnTo>
                  <a:cubicBezTo>
                    <a:pt x="867" y="521"/>
                    <a:pt x="867" y="520"/>
                    <a:pt x="867" y="520"/>
                  </a:cubicBezTo>
                  <a:close/>
                  <a:moveTo>
                    <a:pt x="881" y="501"/>
                  </a:moveTo>
                  <a:lnTo>
                    <a:pt x="881" y="501"/>
                  </a:lnTo>
                  <a:cubicBezTo>
                    <a:pt x="871" y="518"/>
                    <a:pt x="867" y="526"/>
                    <a:pt x="865" y="530"/>
                  </a:cubicBezTo>
                  <a:lnTo>
                    <a:pt x="865" y="530"/>
                  </a:lnTo>
                  <a:lnTo>
                    <a:pt x="881" y="501"/>
                  </a:lnTo>
                  <a:close/>
                  <a:moveTo>
                    <a:pt x="865" y="530"/>
                  </a:moveTo>
                  <a:lnTo>
                    <a:pt x="862" y="536"/>
                  </a:lnTo>
                  <a:cubicBezTo>
                    <a:pt x="864" y="534"/>
                    <a:pt x="864" y="534"/>
                    <a:pt x="865" y="530"/>
                  </a:cubicBezTo>
                  <a:close/>
                  <a:moveTo>
                    <a:pt x="934" y="396"/>
                  </a:moveTo>
                  <a:lnTo>
                    <a:pt x="934" y="396"/>
                  </a:lnTo>
                  <a:cubicBezTo>
                    <a:pt x="934" y="396"/>
                    <a:pt x="929" y="407"/>
                    <a:pt x="916" y="432"/>
                  </a:cubicBezTo>
                  <a:cubicBezTo>
                    <a:pt x="906" y="451"/>
                    <a:pt x="906" y="448"/>
                    <a:pt x="897" y="467"/>
                  </a:cubicBezTo>
                  <a:cubicBezTo>
                    <a:pt x="911" y="442"/>
                    <a:pt x="918" y="432"/>
                    <a:pt x="919" y="432"/>
                  </a:cubicBezTo>
                  <a:lnTo>
                    <a:pt x="919" y="432"/>
                  </a:lnTo>
                  <a:cubicBezTo>
                    <a:pt x="921" y="432"/>
                    <a:pt x="909" y="455"/>
                    <a:pt x="888" y="490"/>
                  </a:cubicBezTo>
                  <a:lnTo>
                    <a:pt x="888" y="490"/>
                  </a:lnTo>
                  <a:cubicBezTo>
                    <a:pt x="905" y="463"/>
                    <a:pt x="922" y="439"/>
                    <a:pt x="922" y="439"/>
                  </a:cubicBezTo>
                  <a:lnTo>
                    <a:pt x="922" y="439"/>
                  </a:lnTo>
                  <a:cubicBezTo>
                    <a:pt x="922" y="439"/>
                    <a:pt x="922" y="442"/>
                    <a:pt x="903" y="473"/>
                  </a:cubicBezTo>
                  <a:cubicBezTo>
                    <a:pt x="890" y="495"/>
                    <a:pt x="875" y="519"/>
                    <a:pt x="875" y="519"/>
                  </a:cubicBezTo>
                  <a:cubicBezTo>
                    <a:pt x="875" y="519"/>
                    <a:pt x="877" y="515"/>
                    <a:pt x="883" y="507"/>
                  </a:cubicBezTo>
                  <a:lnTo>
                    <a:pt x="883" y="507"/>
                  </a:lnTo>
                  <a:lnTo>
                    <a:pt x="862" y="539"/>
                  </a:lnTo>
                  <a:cubicBezTo>
                    <a:pt x="873" y="525"/>
                    <a:pt x="879" y="518"/>
                    <a:pt x="880" y="518"/>
                  </a:cubicBezTo>
                  <a:lnTo>
                    <a:pt x="880" y="518"/>
                  </a:lnTo>
                  <a:cubicBezTo>
                    <a:pt x="881" y="518"/>
                    <a:pt x="875" y="526"/>
                    <a:pt x="862" y="542"/>
                  </a:cubicBezTo>
                  <a:lnTo>
                    <a:pt x="887" y="511"/>
                  </a:lnTo>
                  <a:lnTo>
                    <a:pt x="887" y="511"/>
                  </a:lnTo>
                  <a:cubicBezTo>
                    <a:pt x="887" y="514"/>
                    <a:pt x="887" y="514"/>
                    <a:pt x="865" y="542"/>
                  </a:cubicBezTo>
                  <a:cubicBezTo>
                    <a:pt x="861" y="548"/>
                    <a:pt x="857" y="553"/>
                    <a:pt x="854" y="556"/>
                  </a:cubicBezTo>
                  <a:lnTo>
                    <a:pt x="854" y="556"/>
                  </a:lnTo>
                  <a:cubicBezTo>
                    <a:pt x="852" y="549"/>
                    <a:pt x="848" y="537"/>
                    <a:pt x="843" y="521"/>
                  </a:cubicBezTo>
                  <a:lnTo>
                    <a:pt x="843" y="521"/>
                  </a:lnTo>
                  <a:cubicBezTo>
                    <a:pt x="847" y="530"/>
                    <a:pt x="851" y="539"/>
                    <a:pt x="853" y="548"/>
                  </a:cubicBezTo>
                  <a:cubicBezTo>
                    <a:pt x="848" y="530"/>
                    <a:pt x="847" y="520"/>
                    <a:pt x="847" y="520"/>
                  </a:cubicBezTo>
                  <a:lnTo>
                    <a:pt x="847" y="520"/>
                  </a:lnTo>
                  <a:cubicBezTo>
                    <a:pt x="848" y="520"/>
                    <a:pt x="851" y="530"/>
                    <a:pt x="856" y="548"/>
                  </a:cubicBezTo>
                  <a:lnTo>
                    <a:pt x="859" y="548"/>
                  </a:lnTo>
                  <a:cubicBezTo>
                    <a:pt x="850" y="511"/>
                    <a:pt x="850" y="511"/>
                    <a:pt x="850" y="511"/>
                  </a:cubicBezTo>
                  <a:cubicBezTo>
                    <a:pt x="850" y="498"/>
                    <a:pt x="847" y="486"/>
                    <a:pt x="843" y="473"/>
                  </a:cubicBezTo>
                  <a:cubicBezTo>
                    <a:pt x="840" y="464"/>
                    <a:pt x="840" y="451"/>
                    <a:pt x="840" y="439"/>
                  </a:cubicBezTo>
                  <a:lnTo>
                    <a:pt x="840" y="439"/>
                  </a:lnTo>
                  <a:cubicBezTo>
                    <a:pt x="840" y="439"/>
                    <a:pt x="847" y="476"/>
                    <a:pt x="853" y="511"/>
                  </a:cubicBezTo>
                  <a:cubicBezTo>
                    <a:pt x="855" y="527"/>
                    <a:pt x="857" y="536"/>
                    <a:pt x="857" y="536"/>
                  </a:cubicBezTo>
                  <a:cubicBezTo>
                    <a:pt x="857" y="536"/>
                    <a:pt x="855" y="518"/>
                    <a:pt x="850" y="476"/>
                  </a:cubicBezTo>
                  <a:lnTo>
                    <a:pt x="850" y="476"/>
                  </a:lnTo>
                  <a:cubicBezTo>
                    <a:pt x="852" y="490"/>
                    <a:pt x="854" y="504"/>
                    <a:pt x="856" y="514"/>
                  </a:cubicBezTo>
                  <a:cubicBezTo>
                    <a:pt x="856" y="501"/>
                    <a:pt x="853" y="489"/>
                    <a:pt x="853" y="476"/>
                  </a:cubicBezTo>
                  <a:lnTo>
                    <a:pt x="853" y="476"/>
                  </a:lnTo>
                  <a:cubicBezTo>
                    <a:pt x="859" y="514"/>
                    <a:pt x="859" y="514"/>
                    <a:pt x="859" y="514"/>
                  </a:cubicBezTo>
                  <a:cubicBezTo>
                    <a:pt x="858" y="495"/>
                    <a:pt x="858" y="486"/>
                    <a:pt x="858" y="486"/>
                  </a:cubicBezTo>
                  <a:lnTo>
                    <a:pt x="858" y="486"/>
                  </a:lnTo>
                  <a:cubicBezTo>
                    <a:pt x="859" y="486"/>
                    <a:pt x="860" y="490"/>
                    <a:pt x="861" y="497"/>
                  </a:cubicBezTo>
                  <a:lnTo>
                    <a:pt x="861" y="497"/>
                  </a:lnTo>
                  <a:cubicBezTo>
                    <a:pt x="861" y="505"/>
                    <a:pt x="862" y="511"/>
                    <a:pt x="862" y="517"/>
                  </a:cubicBezTo>
                  <a:cubicBezTo>
                    <a:pt x="862" y="516"/>
                    <a:pt x="862" y="515"/>
                    <a:pt x="862" y="514"/>
                  </a:cubicBezTo>
                  <a:lnTo>
                    <a:pt x="862" y="514"/>
                  </a:lnTo>
                  <a:cubicBezTo>
                    <a:pt x="862" y="514"/>
                    <a:pt x="862" y="514"/>
                    <a:pt x="862" y="514"/>
                  </a:cubicBezTo>
                  <a:cubicBezTo>
                    <a:pt x="862" y="479"/>
                    <a:pt x="862" y="479"/>
                    <a:pt x="862" y="479"/>
                  </a:cubicBezTo>
                  <a:cubicBezTo>
                    <a:pt x="862" y="519"/>
                    <a:pt x="865" y="517"/>
                    <a:pt x="865" y="523"/>
                  </a:cubicBezTo>
                  <a:lnTo>
                    <a:pt x="865" y="523"/>
                  </a:lnTo>
                  <a:cubicBezTo>
                    <a:pt x="863" y="529"/>
                    <a:pt x="863" y="532"/>
                    <a:pt x="863" y="532"/>
                  </a:cubicBezTo>
                  <a:cubicBezTo>
                    <a:pt x="863" y="532"/>
                    <a:pt x="864" y="528"/>
                    <a:pt x="866" y="522"/>
                  </a:cubicBezTo>
                  <a:lnTo>
                    <a:pt x="866" y="522"/>
                  </a:lnTo>
                  <a:cubicBezTo>
                    <a:pt x="866" y="523"/>
                    <a:pt x="866" y="524"/>
                    <a:pt x="866" y="525"/>
                  </a:cubicBezTo>
                  <a:lnTo>
                    <a:pt x="866" y="525"/>
                  </a:lnTo>
                  <a:cubicBezTo>
                    <a:pt x="866" y="525"/>
                    <a:pt x="866" y="526"/>
                    <a:pt x="865" y="526"/>
                  </a:cubicBezTo>
                  <a:cubicBezTo>
                    <a:pt x="865" y="526"/>
                    <a:pt x="865" y="528"/>
                    <a:pt x="865" y="528"/>
                  </a:cubicBezTo>
                  <a:cubicBezTo>
                    <a:pt x="865" y="528"/>
                    <a:pt x="865" y="527"/>
                    <a:pt x="866" y="526"/>
                  </a:cubicBezTo>
                  <a:lnTo>
                    <a:pt x="866" y="526"/>
                  </a:lnTo>
                  <a:cubicBezTo>
                    <a:pt x="865" y="528"/>
                    <a:pt x="865" y="529"/>
                    <a:pt x="865" y="530"/>
                  </a:cubicBezTo>
                  <a:cubicBezTo>
                    <a:pt x="865" y="530"/>
                    <a:pt x="866" y="528"/>
                    <a:pt x="866" y="524"/>
                  </a:cubicBezTo>
                  <a:lnTo>
                    <a:pt x="866" y="524"/>
                  </a:lnTo>
                  <a:cubicBezTo>
                    <a:pt x="867" y="523"/>
                    <a:pt x="867" y="520"/>
                    <a:pt x="868" y="517"/>
                  </a:cubicBezTo>
                  <a:lnTo>
                    <a:pt x="868" y="517"/>
                  </a:lnTo>
                  <a:cubicBezTo>
                    <a:pt x="873" y="504"/>
                    <a:pt x="880" y="483"/>
                    <a:pt x="890" y="457"/>
                  </a:cubicBezTo>
                  <a:lnTo>
                    <a:pt x="890" y="457"/>
                  </a:lnTo>
                  <a:cubicBezTo>
                    <a:pt x="888" y="468"/>
                    <a:pt x="885" y="478"/>
                    <a:pt x="881" y="488"/>
                  </a:cubicBezTo>
                  <a:lnTo>
                    <a:pt x="881" y="488"/>
                  </a:lnTo>
                  <a:cubicBezTo>
                    <a:pt x="883" y="483"/>
                    <a:pt x="887" y="475"/>
                    <a:pt x="894" y="461"/>
                  </a:cubicBezTo>
                  <a:cubicBezTo>
                    <a:pt x="904" y="435"/>
                    <a:pt x="909" y="425"/>
                    <a:pt x="910" y="425"/>
                  </a:cubicBezTo>
                  <a:lnTo>
                    <a:pt x="910" y="425"/>
                  </a:lnTo>
                  <a:cubicBezTo>
                    <a:pt x="912" y="425"/>
                    <a:pt x="900" y="456"/>
                    <a:pt x="878" y="498"/>
                  </a:cubicBezTo>
                  <a:lnTo>
                    <a:pt x="897" y="467"/>
                  </a:lnTo>
                  <a:cubicBezTo>
                    <a:pt x="918" y="424"/>
                    <a:pt x="933" y="396"/>
                    <a:pt x="934" y="396"/>
                  </a:cubicBezTo>
                  <a:close/>
                  <a:moveTo>
                    <a:pt x="693" y="521"/>
                  </a:moveTo>
                  <a:cubicBezTo>
                    <a:pt x="694" y="521"/>
                    <a:pt x="709" y="533"/>
                    <a:pt x="737" y="558"/>
                  </a:cubicBezTo>
                  <a:cubicBezTo>
                    <a:pt x="707" y="534"/>
                    <a:pt x="693" y="521"/>
                    <a:pt x="693" y="521"/>
                  </a:cubicBezTo>
                  <a:close/>
                  <a:moveTo>
                    <a:pt x="869" y="592"/>
                  </a:moveTo>
                  <a:lnTo>
                    <a:pt x="869" y="592"/>
                  </a:lnTo>
                  <a:cubicBezTo>
                    <a:pt x="860" y="595"/>
                    <a:pt x="853" y="600"/>
                    <a:pt x="843" y="605"/>
                  </a:cubicBezTo>
                  <a:lnTo>
                    <a:pt x="869" y="592"/>
                  </a:lnTo>
                  <a:close/>
                  <a:moveTo>
                    <a:pt x="1331" y="573"/>
                  </a:moveTo>
                  <a:cubicBezTo>
                    <a:pt x="1330" y="573"/>
                    <a:pt x="1330" y="573"/>
                    <a:pt x="1329" y="573"/>
                  </a:cubicBezTo>
                  <a:cubicBezTo>
                    <a:pt x="1307" y="583"/>
                    <a:pt x="1282" y="586"/>
                    <a:pt x="1254" y="586"/>
                  </a:cubicBezTo>
                  <a:cubicBezTo>
                    <a:pt x="1254" y="585"/>
                    <a:pt x="1253" y="585"/>
                    <a:pt x="1251" y="585"/>
                  </a:cubicBezTo>
                  <a:cubicBezTo>
                    <a:pt x="1243" y="585"/>
                    <a:pt x="1227" y="589"/>
                    <a:pt x="1257" y="589"/>
                  </a:cubicBezTo>
                  <a:lnTo>
                    <a:pt x="1329" y="580"/>
                  </a:lnTo>
                  <a:cubicBezTo>
                    <a:pt x="1332" y="579"/>
                    <a:pt x="1335" y="578"/>
                    <a:pt x="1338" y="578"/>
                  </a:cubicBezTo>
                  <a:lnTo>
                    <a:pt x="1338" y="578"/>
                  </a:lnTo>
                  <a:cubicBezTo>
                    <a:pt x="1353" y="589"/>
                    <a:pt x="1368" y="602"/>
                    <a:pt x="1381" y="616"/>
                  </a:cubicBezTo>
                  <a:lnTo>
                    <a:pt x="1381" y="616"/>
                  </a:lnTo>
                  <a:cubicBezTo>
                    <a:pt x="1389" y="614"/>
                    <a:pt x="1398" y="613"/>
                    <a:pt x="1408" y="611"/>
                  </a:cubicBezTo>
                  <a:cubicBezTo>
                    <a:pt x="1483" y="598"/>
                    <a:pt x="1483" y="595"/>
                    <a:pt x="1445" y="595"/>
                  </a:cubicBezTo>
                  <a:cubicBezTo>
                    <a:pt x="1408" y="589"/>
                    <a:pt x="1408" y="583"/>
                    <a:pt x="1408" y="577"/>
                  </a:cubicBezTo>
                  <a:cubicBezTo>
                    <a:pt x="1397" y="575"/>
                    <a:pt x="1386" y="574"/>
                    <a:pt x="1375" y="574"/>
                  </a:cubicBezTo>
                  <a:cubicBezTo>
                    <a:pt x="1363" y="574"/>
                    <a:pt x="1350" y="575"/>
                    <a:pt x="1338" y="578"/>
                  </a:cubicBezTo>
                  <a:lnTo>
                    <a:pt x="1338" y="578"/>
                  </a:lnTo>
                  <a:cubicBezTo>
                    <a:pt x="1336" y="576"/>
                    <a:pt x="1333" y="575"/>
                    <a:pt x="1331" y="573"/>
                  </a:cubicBezTo>
                  <a:close/>
                  <a:moveTo>
                    <a:pt x="810" y="622"/>
                  </a:moveTo>
                  <a:cubicBezTo>
                    <a:pt x="810" y="622"/>
                    <a:pt x="811" y="622"/>
                    <a:pt x="811" y="622"/>
                  </a:cubicBezTo>
                  <a:cubicBezTo>
                    <a:pt x="811" y="622"/>
                    <a:pt x="810" y="622"/>
                    <a:pt x="810" y="622"/>
                  </a:cubicBezTo>
                  <a:close/>
                  <a:moveTo>
                    <a:pt x="1381" y="616"/>
                  </a:moveTo>
                  <a:cubicBezTo>
                    <a:pt x="1356" y="620"/>
                    <a:pt x="1341" y="624"/>
                    <a:pt x="1370" y="627"/>
                  </a:cubicBezTo>
                  <a:cubicBezTo>
                    <a:pt x="1380" y="627"/>
                    <a:pt x="1387" y="627"/>
                    <a:pt x="1392" y="627"/>
                  </a:cubicBezTo>
                  <a:lnTo>
                    <a:pt x="1392" y="627"/>
                  </a:lnTo>
                  <a:cubicBezTo>
                    <a:pt x="1388" y="623"/>
                    <a:pt x="1385" y="619"/>
                    <a:pt x="1381" y="616"/>
                  </a:cubicBezTo>
                  <a:close/>
                  <a:moveTo>
                    <a:pt x="1392" y="627"/>
                  </a:moveTo>
                  <a:cubicBezTo>
                    <a:pt x="1392" y="627"/>
                    <a:pt x="1393" y="628"/>
                    <a:pt x="1394" y="629"/>
                  </a:cubicBezTo>
                  <a:lnTo>
                    <a:pt x="1394" y="629"/>
                  </a:lnTo>
                  <a:cubicBezTo>
                    <a:pt x="1400" y="628"/>
                    <a:pt x="1400" y="627"/>
                    <a:pt x="1392" y="627"/>
                  </a:cubicBezTo>
                  <a:close/>
                  <a:moveTo>
                    <a:pt x="1298" y="624"/>
                  </a:moveTo>
                  <a:cubicBezTo>
                    <a:pt x="1273" y="624"/>
                    <a:pt x="1248" y="624"/>
                    <a:pt x="1223" y="627"/>
                  </a:cubicBezTo>
                  <a:lnTo>
                    <a:pt x="1223" y="630"/>
                  </a:lnTo>
                  <a:lnTo>
                    <a:pt x="1260" y="630"/>
                  </a:lnTo>
                  <a:lnTo>
                    <a:pt x="1298" y="624"/>
                  </a:lnTo>
                  <a:close/>
                  <a:moveTo>
                    <a:pt x="1394" y="629"/>
                  </a:moveTo>
                  <a:cubicBezTo>
                    <a:pt x="1389" y="630"/>
                    <a:pt x="1381" y="631"/>
                    <a:pt x="1370" y="633"/>
                  </a:cubicBezTo>
                  <a:cubicBezTo>
                    <a:pt x="1332" y="639"/>
                    <a:pt x="1332" y="642"/>
                    <a:pt x="1370" y="642"/>
                  </a:cubicBezTo>
                  <a:cubicBezTo>
                    <a:pt x="1386" y="642"/>
                    <a:pt x="1398" y="644"/>
                    <a:pt x="1407" y="646"/>
                  </a:cubicBezTo>
                  <a:lnTo>
                    <a:pt x="1407" y="646"/>
                  </a:lnTo>
                  <a:cubicBezTo>
                    <a:pt x="1403" y="640"/>
                    <a:pt x="1398" y="634"/>
                    <a:pt x="1394" y="629"/>
                  </a:cubicBezTo>
                  <a:close/>
                  <a:moveTo>
                    <a:pt x="1407" y="646"/>
                  </a:moveTo>
                  <a:lnTo>
                    <a:pt x="1407" y="646"/>
                  </a:lnTo>
                  <a:cubicBezTo>
                    <a:pt x="1412" y="652"/>
                    <a:pt x="1416" y="658"/>
                    <a:pt x="1421" y="664"/>
                  </a:cubicBezTo>
                  <a:lnTo>
                    <a:pt x="1421" y="664"/>
                  </a:lnTo>
                  <a:cubicBezTo>
                    <a:pt x="1431" y="658"/>
                    <a:pt x="1427" y="650"/>
                    <a:pt x="1407" y="646"/>
                  </a:cubicBezTo>
                  <a:close/>
                  <a:moveTo>
                    <a:pt x="994" y="667"/>
                  </a:moveTo>
                  <a:lnTo>
                    <a:pt x="994" y="671"/>
                  </a:lnTo>
                  <a:lnTo>
                    <a:pt x="1069" y="671"/>
                  </a:lnTo>
                  <a:cubicBezTo>
                    <a:pt x="1044" y="667"/>
                    <a:pt x="1019" y="667"/>
                    <a:pt x="994" y="667"/>
                  </a:cubicBezTo>
                  <a:close/>
                  <a:moveTo>
                    <a:pt x="699" y="669"/>
                  </a:moveTo>
                  <a:cubicBezTo>
                    <a:pt x="698" y="669"/>
                    <a:pt x="693" y="670"/>
                    <a:pt x="685" y="672"/>
                  </a:cubicBezTo>
                  <a:lnTo>
                    <a:pt x="685" y="672"/>
                  </a:lnTo>
                  <a:cubicBezTo>
                    <a:pt x="695" y="670"/>
                    <a:pt x="699" y="669"/>
                    <a:pt x="699" y="669"/>
                  </a:cubicBezTo>
                  <a:close/>
                  <a:moveTo>
                    <a:pt x="635" y="677"/>
                  </a:moveTo>
                  <a:lnTo>
                    <a:pt x="635" y="677"/>
                  </a:lnTo>
                  <a:cubicBezTo>
                    <a:pt x="634" y="678"/>
                    <a:pt x="633" y="678"/>
                    <a:pt x="632" y="679"/>
                  </a:cubicBezTo>
                  <a:lnTo>
                    <a:pt x="632" y="679"/>
                  </a:lnTo>
                  <a:lnTo>
                    <a:pt x="618" y="680"/>
                  </a:lnTo>
                  <a:lnTo>
                    <a:pt x="635" y="677"/>
                  </a:lnTo>
                  <a:close/>
                  <a:moveTo>
                    <a:pt x="650" y="678"/>
                  </a:moveTo>
                  <a:lnTo>
                    <a:pt x="650" y="678"/>
                  </a:lnTo>
                  <a:cubicBezTo>
                    <a:pt x="652" y="678"/>
                    <a:pt x="647" y="680"/>
                    <a:pt x="638" y="682"/>
                  </a:cubicBezTo>
                  <a:lnTo>
                    <a:pt x="638" y="682"/>
                  </a:lnTo>
                  <a:cubicBezTo>
                    <a:pt x="639" y="681"/>
                    <a:pt x="639" y="680"/>
                    <a:pt x="640" y="680"/>
                  </a:cubicBezTo>
                  <a:lnTo>
                    <a:pt x="640" y="680"/>
                  </a:lnTo>
                  <a:cubicBezTo>
                    <a:pt x="646" y="679"/>
                    <a:pt x="649" y="678"/>
                    <a:pt x="650" y="678"/>
                  </a:cubicBezTo>
                  <a:close/>
                  <a:moveTo>
                    <a:pt x="641" y="684"/>
                  </a:moveTo>
                  <a:cubicBezTo>
                    <a:pt x="632" y="689"/>
                    <a:pt x="627" y="691"/>
                    <a:pt x="626" y="691"/>
                  </a:cubicBezTo>
                  <a:cubicBezTo>
                    <a:pt x="625" y="691"/>
                    <a:pt x="627" y="690"/>
                    <a:pt x="631" y="687"/>
                  </a:cubicBezTo>
                  <a:lnTo>
                    <a:pt x="631" y="687"/>
                  </a:lnTo>
                  <a:lnTo>
                    <a:pt x="641" y="684"/>
                  </a:lnTo>
                  <a:close/>
                  <a:moveTo>
                    <a:pt x="916" y="696"/>
                  </a:moveTo>
                  <a:cubicBezTo>
                    <a:pt x="916" y="697"/>
                    <a:pt x="917" y="699"/>
                    <a:pt x="918" y="702"/>
                  </a:cubicBezTo>
                  <a:lnTo>
                    <a:pt x="918" y="702"/>
                  </a:lnTo>
                  <a:cubicBezTo>
                    <a:pt x="918" y="702"/>
                    <a:pt x="919" y="702"/>
                    <a:pt x="919" y="702"/>
                  </a:cubicBezTo>
                  <a:lnTo>
                    <a:pt x="919" y="702"/>
                  </a:lnTo>
                  <a:cubicBezTo>
                    <a:pt x="919" y="702"/>
                    <a:pt x="920" y="703"/>
                    <a:pt x="920" y="703"/>
                  </a:cubicBezTo>
                  <a:lnTo>
                    <a:pt x="920" y="703"/>
                  </a:lnTo>
                  <a:cubicBezTo>
                    <a:pt x="918" y="699"/>
                    <a:pt x="917" y="699"/>
                    <a:pt x="916" y="696"/>
                  </a:cubicBezTo>
                  <a:close/>
                  <a:moveTo>
                    <a:pt x="921" y="702"/>
                  </a:moveTo>
                  <a:lnTo>
                    <a:pt x="924" y="705"/>
                  </a:lnTo>
                  <a:lnTo>
                    <a:pt x="924" y="705"/>
                  </a:lnTo>
                  <a:cubicBezTo>
                    <a:pt x="923" y="705"/>
                    <a:pt x="923" y="705"/>
                    <a:pt x="923" y="704"/>
                  </a:cubicBezTo>
                  <a:lnTo>
                    <a:pt x="923" y="704"/>
                  </a:lnTo>
                  <a:cubicBezTo>
                    <a:pt x="921" y="703"/>
                    <a:pt x="921" y="702"/>
                    <a:pt x="921" y="702"/>
                  </a:cubicBezTo>
                  <a:close/>
                  <a:moveTo>
                    <a:pt x="627" y="682"/>
                  </a:moveTo>
                  <a:lnTo>
                    <a:pt x="627" y="682"/>
                  </a:lnTo>
                  <a:cubicBezTo>
                    <a:pt x="625" y="683"/>
                    <a:pt x="624" y="684"/>
                    <a:pt x="622" y="685"/>
                  </a:cubicBezTo>
                  <a:lnTo>
                    <a:pt x="622" y="685"/>
                  </a:lnTo>
                  <a:cubicBezTo>
                    <a:pt x="602" y="689"/>
                    <a:pt x="574" y="694"/>
                    <a:pt x="546" y="699"/>
                  </a:cubicBezTo>
                  <a:cubicBezTo>
                    <a:pt x="510" y="705"/>
                    <a:pt x="491" y="708"/>
                    <a:pt x="489" y="708"/>
                  </a:cubicBezTo>
                  <a:cubicBezTo>
                    <a:pt x="487" y="708"/>
                    <a:pt x="506" y="704"/>
                    <a:pt x="546" y="696"/>
                  </a:cubicBezTo>
                  <a:cubicBezTo>
                    <a:pt x="583" y="689"/>
                    <a:pt x="621" y="683"/>
                    <a:pt x="621" y="683"/>
                  </a:cubicBezTo>
                  <a:cubicBezTo>
                    <a:pt x="623" y="683"/>
                    <a:pt x="625" y="682"/>
                    <a:pt x="627" y="682"/>
                  </a:cubicBezTo>
                  <a:close/>
                  <a:moveTo>
                    <a:pt x="925" y="705"/>
                  </a:moveTo>
                  <a:lnTo>
                    <a:pt x="925" y="705"/>
                  </a:lnTo>
                  <a:cubicBezTo>
                    <a:pt x="926" y="706"/>
                    <a:pt x="927" y="707"/>
                    <a:pt x="929" y="709"/>
                  </a:cubicBezTo>
                  <a:lnTo>
                    <a:pt x="929" y="709"/>
                  </a:lnTo>
                  <a:cubicBezTo>
                    <a:pt x="928" y="708"/>
                    <a:pt x="928" y="708"/>
                    <a:pt x="928" y="708"/>
                  </a:cubicBezTo>
                  <a:lnTo>
                    <a:pt x="928" y="708"/>
                  </a:lnTo>
                  <a:lnTo>
                    <a:pt x="925" y="705"/>
                  </a:lnTo>
                  <a:close/>
                  <a:moveTo>
                    <a:pt x="693" y="686"/>
                  </a:moveTo>
                  <a:lnTo>
                    <a:pt x="665" y="714"/>
                  </a:lnTo>
                  <a:cubicBezTo>
                    <a:pt x="693" y="689"/>
                    <a:pt x="693" y="689"/>
                    <a:pt x="693" y="689"/>
                  </a:cubicBezTo>
                  <a:lnTo>
                    <a:pt x="693" y="686"/>
                  </a:lnTo>
                  <a:close/>
                  <a:moveTo>
                    <a:pt x="926" y="709"/>
                  </a:moveTo>
                  <a:lnTo>
                    <a:pt x="928" y="710"/>
                  </a:lnTo>
                  <a:lnTo>
                    <a:pt x="927" y="709"/>
                  </a:lnTo>
                  <a:lnTo>
                    <a:pt x="927" y="709"/>
                  </a:lnTo>
                  <a:lnTo>
                    <a:pt x="927" y="709"/>
                  </a:lnTo>
                  <a:cubicBezTo>
                    <a:pt x="928" y="710"/>
                    <a:pt x="929" y="711"/>
                    <a:pt x="929" y="711"/>
                  </a:cubicBezTo>
                  <a:cubicBezTo>
                    <a:pt x="929" y="711"/>
                    <a:pt x="928" y="710"/>
                    <a:pt x="928" y="710"/>
                  </a:cubicBezTo>
                  <a:lnTo>
                    <a:pt x="928" y="710"/>
                  </a:lnTo>
                  <a:cubicBezTo>
                    <a:pt x="929" y="711"/>
                    <a:pt x="930" y="712"/>
                    <a:pt x="931" y="713"/>
                  </a:cubicBezTo>
                  <a:lnTo>
                    <a:pt x="931" y="713"/>
                  </a:lnTo>
                  <a:lnTo>
                    <a:pt x="928" y="710"/>
                  </a:lnTo>
                  <a:lnTo>
                    <a:pt x="939" y="724"/>
                  </a:lnTo>
                  <a:lnTo>
                    <a:pt x="939" y="724"/>
                  </a:lnTo>
                  <a:cubicBezTo>
                    <a:pt x="933" y="717"/>
                    <a:pt x="929" y="712"/>
                    <a:pt x="926" y="709"/>
                  </a:cubicBezTo>
                  <a:close/>
                  <a:moveTo>
                    <a:pt x="680" y="673"/>
                  </a:moveTo>
                  <a:lnTo>
                    <a:pt x="652" y="693"/>
                  </a:lnTo>
                  <a:cubicBezTo>
                    <a:pt x="619" y="717"/>
                    <a:pt x="604" y="727"/>
                    <a:pt x="603" y="727"/>
                  </a:cubicBezTo>
                  <a:cubicBezTo>
                    <a:pt x="602" y="727"/>
                    <a:pt x="609" y="721"/>
                    <a:pt x="621" y="711"/>
                  </a:cubicBezTo>
                  <a:cubicBezTo>
                    <a:pt x="638" y="699"/>
                    <a:pt x="646" y="694"/>
                    <a:pt x="644" y="694"/>
                  </a:cubicBezTo>
                  <a:lnTo>
                    <a:pt x="644" y="694"/>
                  </a:lnTo>
                  <a:cubicBezTo>
                    <a:pt x="643" y="694"/>
                    <a:pt x="635" y="698"/>
                    <a:pt x="621" y="705"/>
                  </a:cubicBezTo>
                  <a:cubicBezTo>
                    <a:pt x="618" y="702"/>
                    <a:pt x="618" y="702"/>
                    <a:pt x="645" y="683"/>
                  </a:cubicBezTo>
                  <a:lnTo>
                    <a:pt x="645" y="683"/>
                  </a:lnTo>
                  <a:lnTo>
                    <a:pt x="655" y="680"/>
                  </a:lnTo>
                  <a:cubicBezTo>
                    <a:pt x="664" y="677"/>
                    <a:pt x="673" y="675"/>
                    <a:pt x="680" y="673"/>
                  </a:cubicBezTo>
                  <a:close/>
                  <a:moveTo>
                    <a:pt x="1256" y="721"/>
                  </a:moveTo>
                  <a:cubicBezTo>
                    <a:pt x="1251" y="721"/>
                    <a:pt x="1251" y="722"/>
                    <a:pt x="1251" y="724"/>
                  </a:cubicBezTo>
                  <a:cubicBezTo>
                    <a:pt x="1285" y="730"/>
                    <a:pt x="1323" y="733"/>
                    <a:pt x="1361" y="736"/>
                  </a:cubicBezTo>
                  <a:cubicBezTo>
                    <a:pt x="1361" y="736"/>
                    <a:pt x="1326" y="727"/>
                    <a:pt x="1288" y="724"/>
                  </a:cubicBezTo>
                  <a:cubicBezTo>
                    <a:pt x="1270" y="722"/>
                    <a:pt x="1260" y="721"/>
                    <a:pt x="1256" y="721"/>
                  </a:cubicBezTo>
                  <a:close/>
                  <a:moveTo>
                    <a:pt x="959" y="724"/>
                  </a:moveTo>
                  <a:cubicBezTo>
                    <a:pt x="992" y="742"/>
                    <a:pt x="1009" y="751"/>
                    <a:pt x="1010" y="751"/>
                  </a:cubicBezTo>
                  <a:cubicBezTo>
                    <a:pt x="1011" y="751"/>
                    <a:pt x="995" y="741"/>
                    <a:pt x="959" y="724"/>
                  </a:cubicBezTo>
                  <a:close/>
                  <a:moveTo>
                    <a:pt x="930" y="718"/>
                  </a:moveTo>
                  <a:cubicBezTo>
                    <a:pt x="932" y="721"/>
                    <a:pt x="934" y="725"/>
                    <a:pt x="937" y="730"/>
                  </a:cubicBezTo>
                  <a:cubicBezTo>
                    <a:pt x="953" y="756"/>
                    <a:pt x="958" y="758"/>
                    <a:pt x="959" y="758"/>
                  </a:cubicBezTo>
                  <a:cubicBezTo>
                    <a:pt x="959" y="758"/>
                    <a:pt x="959" y="758"/>
                    <a:pt x="959" y="758"/>
                  </a:cubicBezTo>
                  <a:cubicBezTo>
                    <a:pt x="949" y="746"/>
                    <a:pt x="940" y="731"/>
                    <a:pt x="930" y="718"/>
                  </a:cubicBezTo>
                  <a:close/>
                  <a:moveTo>
                    <a:pt x="977" y="766"/>
                  </a:moveTo>
                  <a:lnTo>
                    <a:pt x="977" y="766"/>
                  </a:lnTo>
                  <a:cubicBezTo>
                    <a:pt x="978" y="767"/>
                    <a:pt x="979" y="768"/>
                    <a:pt x="979" y="768"/>
                  </a:cubicBezTo>
                  <a:cubicBezTo>
                    <a:pt x="979" y="768"/>
                    <a:pt x="978" y="767"/>
                    <a:pt x="977" y="766"/>
                  </a:cubicBezTo>
                  <a:close/>
                  <a:moveTo>
                    <a:pt x="532" y="779"/>
                  </a:moveTo>
                  <a:cubicBezTo>
                    <a:pt x="533" y="779"/>
                    <a:pt x="533" y="779"/>
                    <a:pt x="533" y="780"/>
                  </a:cubicBezTo>
                  <a:cubicBezTo>
                    <a:pt x="536" y="783"/>
                    <a:pt x="536" y="783"/>
                    <a:pt x="505" y="805"/>
                  </a:cubicBezTo>
                  <a:cubicBezTo>
                    <a:pt x="505" y="805"/>
                    <a:pt x="478" y="821"/>
                    <a:pt x="474" y="821"/>
                  </a:cubicBezTo>
                  <a:cubicBezTo>
                    <a:pt x="474" y="821"/>
                    <a:pt x="474" y="821"/>
                    <a:pt x="474" y="821"/>
                  </a:cubicBezTo>
                  <a:lnTo>
                    <a:pt x="502" y="796"/>
                  </a:lnTo>
                  <a:cubicBezTo>
                    <a:pt x="524" y="783"/>
                    <a:pt x="531" y="779"/>
                    <a:pt x="532" y="779"/>
                  </a:cubicBezTo>
                  <a:close/>
                  <a:moveTo>
                    <a:pt x="1267" y="799"/>
                  </a:moveTo>
                  <a:lnTo>
                    <a:pt x="1263" y="802"/>
                  </a:lnTo>
                  <a:lnTo>
                    <a:pt x="1298" y="815"/>
                  </a:lnTo>
                  <a:lnTo>
                    <a:pt x="1335" y="824"/>
                  </a:lnTo>
                  <a:cubicBezTo>
                    <a:pt x="1314" y="812"/>
                    <a:pt x="1292" y="805"/>
                    <a:pt x="1267" y="799"/>
                  </a:cubicBezTo>
                  <a:close/>
                  <a:moveTo>
                    <a:pt x="532" y="821"/>
                  </a:moveTo>
                  <a:cubicBezTo>
                    <a:pt x="532" y="821"/>
                    <a:pt x="529" y="824"/>
                    <a:pt x="521" y="830"/>
                  </a:cubicBezTo>
                  <a:lnTo>
                    <a:pt x="521" y="831"/>
                  </a:lnTo>
                  <a:lnTo>
                    <a:pt x="521" y="831"/>
                  </a:lnTo>
                  <a:cubicBezTo>
                    <a:pt x="528" y="825"/>
                    <a:pt x="532" y="821"/>
                    <a:pt x="532" y="821"/>
                  </a:cubicBezTo>
                  <a:close/>
                  <a:moveTo>
                    <a:pt x="981" y="827"/>
                  </a:moveTo>
                  <a:cubicBezTo>
                    <a:pt x="981" y="829"/>
                    <a:pt x="989" y="843"/>
                    <a:pt x="990" y="843"/>
                  </a:cubicBezTo>
                  <a:cubicBezTo>
                    <a:pt x="990" y="843"/>
                    <a:pt x="988" y="839"/>
                    <a:pt x="981" y="827"/>
                  </a:cubicBezTo>
                  <a:close/>
                  <a:moveTo>
                    <a:pt x="964" y="858"/>
                  </a:moveTo>
                  <a:cubicBezTo>
                    <a:pt x="964" y="862"/>
                    <a:pt x="965" y="867"/>
                    <a:pt x="966" y="871"/>
                  </a:cubicBezTo>
                  <a:cubicBezTo>
                    <a:pt x="966" y="867"/>
                    <a:pt x="965" y="862"/>
                    <a:pt x="964" y="858"/>
                  </a:cubicBezTo>
                  <a:close/>
                  <a:moveTo>
                    <a:pt x="546" y="802"/>
                  </a:moveTo>
                  <a:cubicBezTo>
                    <a:pt x="547" y="802"/>
                    <a:pt x="548" y="804"/>
                    <a:pt x="549" y="805"/>
                  </a:cubicBezTo>
                  <a:cubicBezTo>
                    <a:pt x="549" y="808"/>
                    <a:pt x="552" y="808"/>
                    <a:pt x="524" y="834"/>
                  </a:cubicBezTo>
                  <a:lnTo>
                    <a:pt x="521" y="831"/>
                  </a:lnTo>
                  <a:lnTo>
                    <a:pt x="521" y="831"/>
                  </a:lnTo>
                  <a:cubicBezTo>
                    <a:pt x="513" y="837"/>
                    <a:pt x="503" y="846"/>
                    <a:pt x="492" y="855"/>
                  </a:cubicBezTo>
                  <a:lnTo>
                    <a:pt x="436" y="906"/>
                  </a:lnTo>
                  <a:cubicBezTo>
                    <a:pt x="449" y="884"/>
                    <a:pt x="467" y="865"/>
                    <a:pt x="489" y="849"/>
                  </a:cubicBezTo>
                  <a:cubicBezTo>
                    <a:pt x="531" y="812"/>
                    <a:pt x="542" y="802"/>
                    <a:pt x="546" y="802"/>
                  </a:cubicBezTo>
                  <a:close/>
                  <a:moveTo>
                    <a:pt x="953" y="912"/>
                  </a:moveTo>
                  <a:lnTo>
                    <a:pt x="966" y="946"/>
                  </a:lnTo>
                  <a:lnTo>
                    <a:pt x="969" y="946"/>
                  </a:lnTo>
                  <a:cubicBezTo>
                    <a:pt x="956" y="912"/>
                    <a:pt x="956" y="912"/>
                    <a:pt x="956" y="912"/>
                  </a:cubicBezTo>
                  <a:close/>
                  <a:moveTo>
                    <a:pt x="1146" y="933"/>
                  </a:moveTo>
                  <a:cubicBezTo>
                    <a:pt x="1146" y="933"/>
                    <a:pt x="1148" y="936"/>
                    <a:pt x="1157" y="946"/>
                  </a:cubicBezTo>
                  <a:cubicBezTo>
                    <a:pt x="1159" y="944"/>
                    <a:pt x="1148" y="933"/>
                    <a:pt x="1146" y="933"/>
                  </a:cubicBezTo>
                  <a:close/>
                  <a:moveTo>
                    <a:pt x="1100" y="896"/>
                  </a:moveTo>
                  <a:lnTo>
                    <a:pt x="1097" y="899"/>
                  </a:lnTo>
                  <a:lnTo>
                    <a:pt x="1119" y="928"/>
                  </a:lnTo>
                  <a:lnTo>
                    <a:pt x="1147" y="956"/>
                  </a:lnTo>
                  <a:cubicBezTo>
                    <a:pt x="1135" y="934"/>
                    <a:pt x="1116" y="915"/>
                    <a:pt x="1100" y="896"/>
                  </a:cubicBezTo>
                  <a:close/>
                  <a:moveTo>
                    <a:pt x="1068" y="888"/>
                  </a:moveTo>
                  <a:cubicBezTo>
                    <a:pt x="1067" y="888"/>
                    <a:pt x="1072" y="895"/>
                    <a:pt x="1082" y="909"/>
                  </a:cubicBezTo>
                  <a:lnTo>
                    <a:pt x="1132" y="965"/>
                  </a:lnTo>
                  <a:cubicBezTo>
                    <a:pt x="1132" y="965"/>
                    <a:pt x="1132" y="965"/>
                    <a:pt x="1110" y="934"/>
                  </a:cubicBezTo>
                  <a:cubicBezTo>
                    <a:pt x="1081" y="901"/>
                    <a:pt x="1069" y="888"/>
                    <a:pt x="1068" y="888"/>
                  </a:cubicBezTo>
                  <a:close/>
                  <a:moveTo>
                    <a:pt x="785" y="895"/>
                  </a:moveTo>
                  <a:cubicBezTo>
                    <a:pt x="786" y="895"/>
                    <a:pt x="786" y="896"/>
                    <a:pt x="787" y="896"/>
                  </a:cubicBezTo>
                  <a:lnTo>
                    <a:pt x="781" y="934"/>
                  </a:lnTo>
                  <a:lnTo>
                    <a:pt x="771" y="968"/>
                  </a:lnTo>
                  <a:lnTo>
                    <a:pt x="774" y="931"/>
                  </a:lnTo>
                  <a:cubicBezTo>
                    <a:pt x="782" y="901"/>
                    <a:pt x="783" y="895"/>
                    <a:pt x="785" y="895"/>
                  </a:cubicBezTo>
                  <a:close/>
                  <a:moveTo>
                    <a:pt x="854" y="846"/>
                  </a:moveTo>
                  <a:cubicBezTo>
                    <a:pt x="854" y="846"/>
                    <a:pt x="852" y="856"/>
                    <a:pt x="850" y="871"/>
                  </a:cubicBezTo>
                  <a:cubicBezTo>
                    <a:pt x="847" y="909"/>
                    <a:pt x="843" y="946"/>
                    <a:pt x="843" y="984"/>
                  </a:cubicBezTo>
                  <a:lnTo>
                    <a:pt x="853" y="909"/>
                  </a:lnTo>
                  <a:cubicBezTo>
                    <a:pt x="855" y="865"/>
                    <a:pt x="855" y="846"/>
                    <a:pt x="854" y="846"/>
                  </a:cubicBezTo>
                  <a:close/>
                  <a:moveTo>
                    <a:pt x="934" y="900"/>
                  </a:moveTo>
                  <a:cubicBezTo>
                    <a:pt x="934" y="900"/>
                    <a:pt x="933" y="905"/>
                    <a:pt x="934" y="915"/>
                  </a:cubicBezTo>
                  <a:cubicBezTo>
                    <a:pt x="937" y="940"/>
                    <a:pt x="941" y="962"/>
                    <a:pt x="947" y="987"/>
                  </a:cubicBezTo>
                  <a:lnTo>
                    <a:pt x="953" y="987"/>
                  </a:lnTo>
                  <a:cubicBezTo>
                    <a:pt x="944" y="933"/>
                    <a:pt x="937" y="900"/>
                    <a:pt x="934" y="900"/>
                  </a:cubicBezTo>
                  <a:close/>
                  <a:moveTo>
                    <a:pt x="1141" y="1003"/>
                  </a:moveTo>
                  <a:cubicBezTo>
                    <a:pt x="1142" y="1004"/>
                    <a:pt x="1143" y="1006"/>
                    <a:pt x="1144" y="1008"/>
                  </a:cubicBezTo>
                  <a:lnTo>
                    <a:pt x="1144" y="1008"/>
                  </a:lnTo>
                  <a:lnTo>
                    <a:pt x="1141" y="1003"/>
                  </a:lnTo>
                  <a:close/>
                  <a:moveTo>
                    <a:pt x="1088" y="990"/>
                  </a:moveTo>
                  <a:cubicBezTo>
                    <a:pt x="1088" y="990"/>
                    <a:pt x="1088" y="990"/>
                    <a:pt x="1088" y="990"/>
                  </a:cubicBezTo>
                  <a:cubicBezTo>
                    <a:pt x="1082" y="990"/>
                    <a:pt x="1082" y="993"/>
                    <a:pt x="1104" y="1025"/>
                  </a:cubicBezTo>
                  <a:cubicBezTo>
                    <a:pt x="1104" y="1025"/>
                    <a:pt x="1104" y="1024"/>
                    <a:pt x="1104" y="1024"/>
                  </a:cubicBezTo>
                  <a:cubicBezTo>
                    <a:pt x="1107" y="1024"/>
                    <a:pt x="1116" y="1036"/>
                    <a:pt x="1117" y="1036"/>
                  </a:cubicBezTo>
                  <a:cubicBezTo>
                    <a:pt x="1118" y="1036"/>
                    <a:pt x="1116" y="1032"/>
                    <a:pt x="1110" y="1022"/>
                  </a:cubicBezTo>
                  <a:cubicBezTo>
                    <a:pt x="1110" y="1022"/>
                    <a:pt x="1093" y="990"/>
                    <a:pt x="1088" y="990"/>
                  </a:cubicBezTo>
                  <a:close/>
                  <a:moveTo>
                    <a:pt x="1212" y="1027"/>
                  </a:moveTo>
                  <a:cubicBezTo>
                    <a:pt x="1212" y="1027"/>
                    <a:pt x="1214" y="1030"/>
                    <a:pt x="1223" y="1040"/>
                  </a:cubicBezTo>
                  <a:cubicBezTo>
                    <a:pt x="1225" y="1038"/>
                    <a:pt x="1214" y="1027"/>
                    <a:pt x="1212" y="1027"/>
                  </a:cubicBezTo>
                  <a:close/>
                  <a:moveTo>
                    <a:pt x="599" y="1015"/>
                  </a:moveTo>
                  <a:cubicBezTo>
                    <a:pt x="590" y="1037"/>
                    <a:pt x="577" y="1059"/>
                    <a:pt x="558" y="1078"/>
                  </a:cubicBezTo>
                  <a:lnTo>
                    <a:pt x="552" y="1075"/>
                  </a:lnTo>
                  <a:cubicBezTo>
                    <a:pt x="565" y="1050"/>
                    <a:pt x="580" y="1031"/>
                    <a:pt x="599" y="1015"/>
                  </a:cubicBezTo>
                  <a:close/>
                  <a:moveTo>
                    <a:pt x="1035" y="1009"/>
                  </a:moveTo>
                  <a:cubicBezTo>
                    <a:pt x="1035" y="1009"/>
                    <a:pt x="1031" y="1009"/>
                    <a:pt x="1044" y="1047"/>
                  </a:cubicBezTo>
                  <a:cubicBezTo>
                    <a:pt x="1044" y="1047"/>
                    <a:pt x="1063" y="1078"/>
                    <a:pt x="1066" y="1078"/>
                  </a:cubicBezTo>
                  <a:cubicBezTo>
                    <a:pt x="1069" y="1078"/>
                    <a:pt x="1053" y="1043"/>
                    <a:pt x="1053" y="1043"/>
                  </a:cubicBezTo>
                  <a:cubicBezTo>
                    <a:pt x="1041" y="1009"/>
                    <a:pt x="1038" y="1009"/>
                    <a:pt x="1035" y="1009"/>
                  </a:cubicBezTo>
                  <a:close/>
                  <a:moveTo>
                    <a:pt x="789" y="959"/>
                  </a:moveTo>
                  <a:cubicBezTo>
                    <a:pt x="790" y="959"/>
                    <a:pt x="786" y="978"/>
                    <a:pt x="781" y="1012"/>
                  </a:cubicBezTo>
                  <a:cubicBezTo>
                    <a:pt x="774" y="1050"/>
                    <a:pt x="768" y="1087"/>
                    <a:pt x="756" y="1122"/>
                  </a:cubicBezTo>
                  <a:cubicBezTo>
                    <a:pt x="753" y="1122"/>
                    <a:pt x="746" y="1119"/>
                    <a:pt x="746" y="1119"/>
                  </a:cubicBezTo>
                  <a:lnTo>
                    <a:pt x="768" y="1047"/>
                  </a:lnTo>
                  <a:cubicBezTo>
                    <a:pt x="782" y="987"/>
                    <a:pt x="788" y="959"/>
                    <a:pt x="789" y="959"/>
                  </a:cubicBezTo>
                  <a:close/>
                  <a:moveTo>
                    <a:pt x="66" y="1094"/>
                  </a:moveTo>
                  <a:cubicBezTo>
                    <a:pt x="44" y="1103"/>
                    <a:pt x="22" y="1116"/>
                    <a:pt x="0" y="1131"/>
                  </a:cubicBezTo>
                  <a:lnTo>
                    <a:pt x="4" y="1134"/>
                  </a:lnTo>
                  <a:cubicBezTo>
                    <a:pt x="4" y="1135"/>
                    <a:pt x="5" y="1135"/>
                    <a:pt x="6" y="1135"/>
                  </a:cubicBezTo>
                  <a:cubicBezTo>
                    <a:pt x="14" y="1135"/>
                    <a:pt x="42" y="1116"/>
                    <a:pt x="69" y="1100"/>
                  </a:cubicBezTo>
                  <a:lnTo>
                    <a:pt x="66" y="1094"/>
                  </a:lnTo>
                  <a:close/>
                  <a:moveTo>
                    <a:pt x="585" y="1074"/>
                  </a:moveTo>
                  <a:lnTo>
                    <a:pt x="585" y="1074"/>
                  </a:lnTo>
                  <a:cubicBezTo>
                    <a:pt x="581" y="1074"/>
                    <a:pt x="568" y="1097"/>
                    <a:pt x="555" y="1119"/>
                  </a:cubicBezTo>
                  <a:cubicBezTo>
                    <a:pt x="539" y="1153"/>
                    <a:pt x="543" y="1156"/>
                    <a:pt x="549" y="1159"/>
                  </a:cubicBezTo>
                  <a:cubicBezTo>
                    <a:pt x="549" y="1160"/>
                    <a:pt x="549" y="1160"/>
                    <a:pt x="550" y="1160"/>
                  </a:cubicBezTo>
                  <a:cubicBezTo>
                    <a:pt x="557" y="1160"/>
                    <a:pt x="574" y="1131"/>
                    <a:pt x="574" y="1131"/>
                  </a:cubicBezTo>
                  <a:cubicBezTo>
                    <a:pt x="590" y="1097"/>
                    <a:pt x="586" y="1094"/>
                    <a:pt x="583" y="1090"/>
                  </a:cubicBezTo>
                  <a:cubicBezTo>
                    <a:pt x="586" y="1079"/>
                    <a:pt x="586" y="1074"/>
                    <a:pt x="585" y="1074"/>
                  </a:cubicBezTo>
                  <a:close/>
                  <a:moveTo>
                    <a:pt x="895" y="9"/>
                  </a:moveTo>
                  <a:cubicBezTo>
                    <a:pt x="893" y="9"/>
                    <a:pt x="887" y="28"/>
                    <a:pt x="878" y="66"/>
                  </a:cubicBezTo>
                  <a:cubicBezTo>
                    <a:pt x="869" y="66"/>
                    <a:pt x="854" y="100"/>
                    <a:pt x="845" y="100"/>
                  </a:cubicBezTo>
                  <a:cubicBezTo>
                    <a:pt x="844" y="100"/>
                    <a:pt x="844" y="100"/>
                    <a:pt x="843" y="100"/>
                  </a:cubicBezTo>
                  <a:cubicBezTo>
                    <a:pt x="828" y="100"/>
                    <a:pt x="822" y="100"/>
                    <a:pt x="813" y="67"/>
                  </a:cubicBezTo>
                  <a:lnTo>
                    <a:pt x="813" y="67"/>
                  </a:lnTo>
                  <a:cubicBezTo>
                    <a:pt x="815" y="100"/>
                    <a:pt x="810" y="101"/>
                    <a:pt x="803" y="103"/>
                  </a:cubicBezTo>
                  <a:cubicBezTo>
                    <a:pt x="797" y="92"/>
                    <a:pt x="793" y="88"/>
                    <a:pt x="791" y="88"/>
                  </a:cubicBezTo>
                  <a:cubicBezTo>
                    <a:pt x="784" y="88"/>
                    <a:pt x="785" y="114"/>
                    <a:pt x="787" y="141"/>
                  </a:cubicBezTo>
                  <a:lnTo>
                    <a:pt x="793" y="141"/>
                  </a:lnTo>
                  <a:cubicBezTo>
                    <a:pt x="801" y="185"/>
                    <a:pt x="803" y="203"/>
                    <a:pt x="800" y="203"/>
                  </a:cubicBezTo>
                  <a:cubicBezTo>
                    <a:pt x="799" y="203"/>
                    <a:pt x="795" y="194"/>
                    <a:pt x="790" y="179"/>
                  </a:cubicBezTo>
                  <a:cubicBezTo>
                    <a:pt x="781" y="153"/>
                    <a:pt x="774" y="128"/>
                    <a:pt x="771" y="103"/>
                  </a:cubicBezTo>
                  <a:cubicBezTo>
                    <a:pt x="768" y="78"/>
                    <a:pt x="762" y="53"/>
                    <a:pt x="749" y="31"/>
                  </a:cubicBezTo>
                  <a:cubicBezTo>
                    <a:pt x="743" y="31"/>
                    <a:pt x="740" y="34"/>
                    <a:pt x="753" y="69"/>
                  </a:cubicBezTo>
                  <a:cubicBezTo>
                    <a:pt x="762" y="106"/>
                    <a:pt x="762" y="106"/>
                    <a:pt x="756" y="106"/>
                  </a:cubicBezTo>
                  <a:cubicBezTo>
                    <a:pt x="753" y="106"/>
                    <a:pt x="749" y="110"/>
                    <a:pt x="756" y="147"/>
                  </a:cubicBezTo>
                  <a:cubicBezTo>
                    <a:pt x="765" y="182"/>
                    <a:pt x="762" y="182"/>
                    <a:pt x="759" y="185"/>
                  </a:cubicBezTo>
                  <a:cubicBezTo>
                    <a:pt x="748" y="153"/>
                    <a:pt x="740" y="150"/>
                    <a:pt x="737" y="150"/>
                  </a:cubicBezTo>
                  <a:cubicBezTo>
                    <a:pt x="737" y="150"/>
                    <a:pt x="737" y="150"/>
                    <a:pt x="737" y="150"/>
                  </a:cubicBezTo>
                  <a:cubicBezTo>
                    <a:pt x="731" y="128"/>
                    <a:pt x="734" y="132"/>
                    <a:pt x="727" y="113"/>
                  </a:cubicBezTo>
                  <a:cubicBezTo>
                    <a:pt x="721" y="88"/>
                    <a:pt x="712" y="66"/>
                    <a:pt x="702" y="41"/>
                  </a:cubicBezTo>
                  <a:lnTo>
                    <a:pt x="702" y="41"/>
                  </a:lnTo>
                  <a:cubicBezTo>
                    <a:pt x="696" y="44"/>
                    <a:pt x="709" y="78"/>
                    <a:pt x="709" y="78"/>
                  </a:cubicBezTo>
                  <a:cubicBezTo>
                    <a:pt x="718" y="113"/>
                    <a:pt x="630" y="141"/>
                    <a:pt x="618" y="147"/>
                  </a:cubicBezTo>
                  <a:cubicBezTo>
                    <a:pt x="608" y="135"/>
                    <a:pt x="601" y="129"/>
                    <a:pt x="597" y="129"/>
                  </a:cubicBezTo>
                  <a:cubicBezTo>
                    <a:pt x="591" y="129"/>
                    <a:pt x="593" y="139"/>
                    <a:pt x="605" y="157"/>
                  </a:cubicBezTo>
                  <a:cubicBezTo>
                    <a:pt x="624" y="188"/>
                    <a:pt x="605" y="194"/>
                    <a:pt x="586" y="207"/>
                  </a:cubicBezTo>
                  <a:cubicBezTo>
                    <a:pt x="565" y="219"/>
                    <a:pt x="549" y="232"/>
                    <a:pt x="571" y="260"/>
                  </a:cubicBezTo>
                  <a:lnTo>
                    <a:pt x="561" y="266"/>
                  </a:lnTo>
                  <a:cubicBezTo>
                    <a:pt x="555" y="269"/>
                    <a:pt x="574" y="304"/>
                    <a:pt x="571" y="304"/>
                  </a:cubicBezTo>
                  <a:cubicBezTo>
                    <a:pt x="582" y="320"/>
                    <a:pt x="588" y="329"/>
                    <a:pt x="587" y="329"/>
                  </a:cubicBezTo>
                  <a:cubicBezTo>
                    <a:pt x="587" y="329"/>
                    <a:pt x="581" y="322"/>
                    <a:pt x="571" y="307"/>
                  </a:cubicBezTo>
                  <a:cubicBezTo>
                    <a:pt x="547" y="280"/>
                    <a:pt x="523" y="254"/>
                    <a:pt x="518" y="254"/>
                  </a:cubicBezTo>
                  <a:cubicBezTo>
                    <a:pt x="518" y="254"/>
                    <a:pt x="518" y="254"/>
                    <a:pt x="518" y="254"/>
                  </a:cubicBezTo>
                  <a:cubicBezTo>
                    <a:pt x="511" y="257"/>
                    <a:pt x="536" y="285"/>
                    <a:pt x="561" y="313"/>
                  </a:cubicBezTo>
                  <a:cubicBezTo>
                    <a:pt x="586" y="342"/>
                    <a:pt x="583" y="345"/>
                    <a:pt x="583" y="345"/>
                  </a:cubicBezTo>
                  <a:cubicBezTo>
                    <a:pt x="583" y="345"/>
                    <a:pt x="583" y="345"/>
                    <a:pt x="555" y="316"/>
                  </a:cubicBezTo>
                  <a:lnTo>
                    <a:pt x="505" y="263"/>
                  </a:lnTo>
                  <a:lnTo>
                    <a:pt x="502" y="263"/>
                  </a:lnTo>
                  <a:cubicBezTo>
                    <a:pt x="527" y="291"/>
                    <a:pt x="524" y="295"/>
                    <a:pt x="524" y="295"/>
                  </a:cubicBezTo>
                  <a:cubicBezTo>
                    <a:pt x="523" y="295"/>
                    <a:pt x="523" y="296"/>
                    <a:pt x="522" y="296"/>
                  </a:cubicBezTo>
                  <a:cubicBezTo>
                    <a:pt x="519" y="296"/>
                    <a:pt x="511" y="287"/>
                    <a:pt x="471" y="241"/>
                  </a:cubicBezTo>
                  <a:cubicBezTo>
                    <a:pt x="445" y="216"/>
                    <a:pt x="431" y="203"/>
                    <a:pt x="429" y="203"/>
                  </a:cubicBezTo>
                  <a:lnTo>
                    <a:pt x="429" y="203"/>
                  </a:lnTo>
                  <a:cubicBezTo>
                    <a:pt x="426" y="203"/>
                    <a:pt x="438" y="218"/>
                    <a:pt x="464" y="248"/>
                  </a:cubicBezTo>
                  <a:lnTo>
                    <a:pt x="483" y="279"/>
                  </a:lnTo>
                  <a:cubicBezTo>
                    <a:pt x="467" y="265"/>
                    <a:pt x="460" y="259"/>
                    <a:pt x="457" y="259"/>
                  </a:cubicBezTo>
                  <a:lnTo>
                    <a:pt x="457" y="259"/>
                  </a:lnTo>
                  <a:cubicBezTo>
                    <a:pt x="451" y="259"/>
                    <a:pt x="481" y="296"/>
                    <a:pt x="499" y="316"/>
                  </a:cubicBezTo>
                  <a:cubicBezTo>
                    <a:pt x="472" y="293"/>
                    <a:pt x="457" y="281"/>
                    <a:pt x="455" y="281"/>
                  </a:cubicBezTo>
                  <a:lnTo>
                    <a:pt x="455" y="281"/>
                  </a:lnTo>
                  <a:cubicBezTo>
                    <a:pt x="452" y="281"/>
                    <a:pt x="465" y="295"/>
                    <a:pt x="492" y="323"/>
                  </a:cubicBezTo>
                  <a:cubicBezTo>
                    <a:pt x="508" y="337"/>
                    <a:pt x="514" y="344"/>
                    <a:pt x="511" y="344"/>
                  </a:cubicBezTo>
                  <a:cubicBezTo>
                    <a:pt x="509" y="344"/>
                    <a:pt x="500" y="339"/>
                    <a:pt x="486" y="329"/>
                  </a:cubicBezTo>
                  <a:cubicBezTo>
                    <a:pt x="467" y="314"/>
                    <a:pt x="458" y="309"/>
                    <a:pt x="454" y="309"/>
                  </a:cubicBezTo>
                  <a:cubicBezTo>
                    <a:pt x="451" y="309"/>
                    <a:pt x="450" y="311"/>
                    <a:pt x="449" y="313"/>
                  </a:cubicBezTo>
                  <a:cubicBezTo>
                    <a:pt x="474" y="342"/>
                    <a:pt x="455" y="357"/>
                    <a:pt x="436" y="382"/>
                  </a:cubicBezTo>
                  <a:cubicBezTo>
                    <a:pt x="414" y="407"/>
                    <a:pt x="405" y="426"/>
                    <a:pt x="439" y="445"/>
                  </a:cubicBezTo>
                  <a:cubicBezTo>
                    <a:pt x="438" y="446"/>
                    <a:pt x="438" y="447"/>
                    <a:pt x="436" y="447"/>
                  </a:cubicBezTo>
                  <a:cubicBezTo>
                    <a:pt x="433" y="447"/>
                    <a:pt x="425" y="443"/>
                    <a:pt x="402" y="432"/>
                  </a:cubicBezTo>
                  <a:cubicBezTo>
                    <a:pt x="388" y="425"/>
                    <a:pt x="380" y="421"/>
                    <a:pt x="378" y="421"/>
                  </a:cubicBezTo>
                  <a:lnTo>
                    <a:pt x="378" y="421"/>
                  </a:lnTo>
                  <a:cubicBezTo>
                    <a:pt x="375" y="421"/>
                    <a:pt x="389" y="431"/>
                    <a:pt x="430" y="454"/>
                  </a:cubicBezTo>
                  <a:cubicBezTo>
                    <a:pt x="441" y="462"/>
                    <a:pt x="453" y="469"/>
                    <a:pt x="460" y="474"/>
                  </a:cubicBezTo>
                  <a:lnTo>
                    <a:pt x="460" y="474"/>
                  </a:lnTo>
                  <a:cubicBezTo>
                    <a:pt x="454" y="470"/>
                    <a:pt x="445" y="465"/>
                    <a:pt x="430" y="457"/>
                  </a:cubicBezTo>
                  <a:cubicBezTo>
                    <a:pt x="415" y="451"/>
                    <a:pt x="406" y="448"/>
                    <a:pt x="400" y="448"/>
                  </a:cubicBezTo>
                  <a:cubicBezTo>
                    <a:pt x="392" y="448"/>
                    <a:pt x="388" y="453"/>
                    <a:pt x="383" y="461"/>
                  </a:cubicBezTo>
                  <a:cubicBezTo>
                    <a:pt x="377" y="470"/>
                    <a:pt x="370" y="483"/>
                    <a:pt x="408" y="498"/>
                  </a:cubicBezTo>
                  <a:cubicBezTo>
                    <a:pt x="424" y="508"/>
                    <a:pt x="431" y="512"/>
                    <a:pt x="431" y="512"/>
                  </a:cubicBezTo>
                  <a:cubicBezTo>
                    <a:pt x="431" y="512"/>
                    <a:pt x="422" y="508"/>
                    <a:pt x="405" y="498"/>
                  </a:cubicBezTo>
                  <a:cubicBezTo>
                    <a:pt x="374" y="484"/>
                    <a:pt x="349" y="478"/>
                    <a:pt x="335" y="478"/>
                  </a:cubicBezTo>
                  <a:cubicBezTo>
                    <a:pt x="318" y="478"/>
                    <a:pt x="321" y="488"/>
                    <a:pt x="358" y="508"/>
                  </a:cubicBezTo>
                  <a:cubicBezTo>
                    <a:pt x="358" y="509"/>
                    <a:pt x="357" y="511"/>
                    <a:pt x="352" y="511"/>
                  </a:cubicBezTo>
                  <a:cubicBezTo>
                    <a:pt x="347" y="511"/>
                    <a:pt x="337" y="509"/>
                    <a:pt x="320" y="504"/>
                  </a:cubicBezTo>
                  <a:lnTo>
                    <a:pt x="320" y="504"/>
                  </a:lnTo>
                  <a:cubicBezTo>
                    <a:pt x="317" y="508"/>
                    <a:pt x="317" y="511"/>
                    <a:pt x="348" y="533"/>
                  </a:cubicBezTo>
                  <a:cubicBezTo>
                    <a:pt x="348" y="536"/>
                    <a:pt x="342" y="548"/>
                    <a:pt x="342" y="555"/>
                  </a:cubicBezTo>
                  <a:cubicBezTo>
                    <a:pt x="339" y="564"/>
                    <a:pt x="373" y="577"/>
                    <a:pt x="373" y="577"/>
                  </a:cubicBezTo>
                  <a:cubicBezTo>
                    <a:pt x="373" y="578"/>
                    <a:pt x="373" y="579"/>
                    <a:pt x="373" y="580"/>
                  </a:cubicBezTo>
                  <a:lnTo>
                    <a:pt x="373" y="580"/>
                  </a:lnTo>
                  <a:cubicBezTo>
                    <a:pt x="367" y="579"/>
                    <a:pt x="362" y="578"/>
                    <a:pt x="358" y="578"/>
                  </a:cubicBezTo>
                  <a:cubicBezTo>
                    <a:pt x="332" y="578"/>
                    <a:pt x="329" y="593"/>
                    <a:pt x="326" y="614"/>
                  </a:cubicBezTo>
                  <a:cubicBezTo>
                    <a:pt x="320" y="639"/>
                    <a:pt x="320" y="661"/>
                    <a:pt x="282" y="667"/>
                  </a:cubicBezTo>
                  <a:cubicBezTo>
                    <a:pt x="282" y="667"/>
                    <a:pt x="282" y="671"/>
                    <a:pt x="320" y="674"/>
                  </a:cubicBezTo>
                  <a:cubicBezTo>
                    <a:pt x="395" y="674"/>
                    <a:pt x="395" y="677"/>
                    <a:pt x="358" y="683"/>
                  </a:cubicBezTo>
                  <a:cubicBezTo>
                    <a:pt x="286" y="689"/>
                    <a:pt x="280" y="702"/>
                    <a:pt x="336" y="702"/>
                  </a:cubicBezTo>
                  <a:cubicBezTo>
                    <a:pt x="342" y="702"/>
                    <a:pt x="348" y="702"/>
                    <a:pt x="355" y="702"/>
                  </a:cubicBezTo>
                  <a:lnTo>
                    <a:pt x="355" y="702"/>
                  </a:lnTo>
                  <a:lnTo>
                    <a:pt x="317" y="705"/>
                  </a:lnTo>
                  <a:cubicBezTo>
                    <a:pt x="263" y="714"/>
                    <a:pt x="269" y="721"/>
                    <a:pt x="304" y="721"/>
                  </a:cubicBezTo>
                  <a:cubicBezTo>
                    <a:pt x="318" y="721"/>
                    <a:pt x="336" y="720"/>
                    <a:pt x="358" y="718"/>
                  </a:cubicBezTo>
                  <a:lnTo>
                    <a:pt x="358" y="718"/>
                  </a:lnTo>
                  <a:cubicBezTo>
                    <a:pt x="325" y="726"/>
                    <a:pt x="293" y="734"/>
                    <a:pt x="309" y="734"/>
                  </a:cubicBezTo>
                  <a:cubicBezTo>
                    <a:pt x="311" y="734"/>
                    <a:pt x="315" y="734"/>
                    <a:pt x="320" y="733"/>
                  </a:cubicBezTo>
                  <a:lnTo>
                    <a:pt x="320" y="733"/>
                  </a:lnTo>
                  <a:cubicBezTo>
                    <a:pt x="320" y="736"/>
                    <a:pt x="320" y="736"/>
                    <a:pt x="245" y="752"/>
                  </a:cubicBezTo>
                  <a:cubicBezTo>
                    <a:pt x="220" y="752"/>
                    <a:pt x="195" y="758"/>
                    <a:pt x="173" y="771"/>
                  </a:cubicBezTo>
                  <a:cubicBezTo>
                    <a:pt x="198" y="771"/>
                    <a:pt x="223" y="768"/>
                    <a:pt x="248" y="758"/>
                  </a:cubicBezTo>
                  <a:cubicBezTo>
                    <a:pt x="248" y="758"/>
                    <a:pt x="248" y="765"/>
                    <a:pt x="248" y="768"/>
                  </a:cubicBezTo>
                  <a:cubicBezTo>
                    <a:pt x="248" y="768"/>
                    <a:pt x="248" y="770"/>
                    <a:pt x="255" y="770"/>
                  </a:cubicBezTo>
                  <a:cubicBezTo>
                    <a:pt x="260" y="770"/>
                    <a:pt x="270" y="769"/>
                    <a:pt x="286" y="765"/>
                  </a:cubicBezTo>
                  <a:cubicBezTo>
                    <a:pt x="303" y="760"/>
                    <a:pt x="312" y="759"/>
                    <a:pt x="317" y="759"/>
                  </a:cubicBezTo>
                  <a:cubicBezTo>
                    <a:pt x="323" y="759"/>
                    <a:pt x="323" y="761"/>
                    <a:pt x="323" y="765"/>
                  </a:cubicBezTo>
                  <a:cubicBezTo>
                    <a:pt x="311" y="767"/>
                    <a:pt x="307" y="768"/>
                    <a:pt x="308" y="768"/>
                  </a:cubicBezTo>
                  <a:cubicBezTo>
                    <a:pt x="311" y="768"/>
                    <a:pt x="336" y="764"/>
                    <a:pt x="361" y="755"/>
                  </a:cubicBezTo>
                  <a:cubicBezTo>
                    <a:pt x="383" y="746"/>
                    <a:pt x="408" y="743"/>
                    <a:pt x="433" y="740"/>
                  </a:cubicBezTo>
                  <a:lnTo>
                    <a:pt x="508" y="721"/>
                  </a:lnTo>
                  <a:lnTo>
                    <a:pt x="609" y="693"/>
                  </a:lnTo>
                  <a:lnTo>
                    <a:pt x="609" y="693"/>
                  </a:lnTo>
                  <a:cubicBezTo>
                    <a:pt x="590" y="704"/>
                    <a:pt x="571" y="717"/>
                    <a:pt x="552" y="730"/>
                  </a:cubicBezTo>
                  <a:cubicBezTo>
                    <a:pt x="552" y="733"/>
                    <a:pt x="552" y="733"/>
                    <a:pt x="521" y="752"/>
                  </a:cubicBezTo>
                  <a:lnTo>
                    <a:pt x="521" y="746"/>
                  </a:lnTo>
                  <a:cubicBezTo>
                    <a:pt x="520" y="745"/>
                    <a:pt x="519" y="744"/>
                    <a:pt x="517" y="744"/>
                  </a:cubicBezTo>
                  <a:cubicBezTo>
                    <a:pt x="514" y="744"/>
                    <a:pt x="506" y="747"/>
                    <a:pt x="483" y="755"/>
                  </a:cubicBezTo>
                  <a:cubicBezTo>
                    <a:pt x="454" y="766"/>
                    <a:pt x="404" y="792"/>
                    <a:pt x="411" y="792"/>
                  </a:cubicBezTo>
                  <a:cubicBezTo>
                    <a:pt x="412" y="792"/>
                    <a:pt x="415" y="792"/>
                    <a:pt x="420" y="790"/>
                  </a:cubicBezTo>
                  <a:lnTo>
                    <a:pt x="420" y="790"/>
                  </a:lnTo>
                  <a:lnTo>
                    <a:pt x="389" y="812"/>
                  </a:lnTo>
                  <a:cubicBezTo>
                    <a:pt x="337" y="840"/>
                    <a:pt x="314" y="856"/>
                    <a:pt x="318" y="856"/>
                  </a:cubicBezTo>
                  <a:cubicBezTo>
                    <a:pt x="322" y="856"/>
                    <a:pt x="347" y="844"/>
                    <a:pt x="392" y="818"/>
                  </a:cubicBezTo>
                  <a:cubicBezTo>
                    <a:pt x="445" y="787"/>
                    <a:pt x="469" y="773"/>
                    <a:pt x="470" y="773"/>
                  </a:cubicBezTo>
                  <a:lnTo>
                    <a:pt x="470" y="773"/>
                  </a:lnTo>
                  <a:cubicBezTo>
                    <a:pt x="471" y="773"/>
                    <a:pt x="455" y="783"/>
                    <a:pt x="427" y="802"/>
                  </a:cubicBezTo>
                  <a:cubicBezTo>
                    <a:pt x="361" y="840"/>
                    <a:pt x="364" y="843"/>
                    <a:pt x="364" y="846"/>
                  </a:cubicBezTo>
                  <a:cubicBezTo>
                    <a:pt x="367" y="852"/>
                    <a:pt x="367" y="852"/>
                    <a:pt x="333" y="871"/>
                  </a:cubicBezTo>
                  <a:cubicBezTo>
                    <a:pt x="311" y="884"/>
                    <a:pt x="292" y="899"/>
                    <a:pt x="273" y="918"/>
                  </a:cubicBezTo>
                  <a:cubicBezTo>
                    <a:pt x="274" y="919"/>
                    <a:pt x="275" y="920"/>
                    <a:pt x="276" y="920"/>
                  </a:cubicBezTo>
                  <a:cubicBezTo>
                    <a:pt x="279" y="920"/>
                    <a:pt x="285" y="916"/>
                    <a:pt x="308" y="902"/>
                  </a:cubicBezTo>
                  <a:cubicBezTo>
                    <a:pt x="318" y="893"/>
                    <a:pt x="325" y="888"/>
                    <a:pt x="327" y="888"/>
                  </a:cubicBezTo>
                  <a:lnTo>
                    <a:pt x="327" y="888"/>
                  </a:lnTo>
                  <a:cubicBezTo>
                    <a:pt x="329" y="888"/>
                    <a:pt x="316" y="901"/>
                    <a:pt x="279" y="931"/>
                  </a:cubicBezTo>
                  <a:cubicBezTo>
                    <a:pt x="267" y="942"/>
                    <a:pt x="260" y="948"/>
                    <a:pt x="261" y="948"/>
                  </a:cubicBezTo>
                  <a:cubicBezTo>
                    <a:pt x="263" y="948"/>
                    <a:pt x="279" y="938"/>
                    <a:pt x="314" y="915"/>
                  </a:cubicBezTo>
                  <a:cubicBezTo>
                    <a:pt x="341" y="895"/>
                    <a:pt x="356" y="885"/>
                    <a:pt x="360" y="885"/>
                  </a:cubicBezTo>
                  <a:lnTo>
                    <a:pt x="360" y="885"/>
                  </a:lnTo>
                  <a:cubicBezTo>
                    <a:pt x="363" y="885"/>
                    <a:pt x="349" y="899"/>
                    <a:pt x="317" y="924"/>
                  </a:cubicBezTo>
                  <a:lnTo>
                    <a:pt x="323" y="934"/>
                  </a:lnTo>
                  <a:cubicBezTo>
                    <a:pt x="323" y="934"/>
                    <a:pt x="323" y="934"/>
                    <a:pt x="324" y="934"/>
                  </a:cubicBezTo>
                  <a:cubicBezTo>
                    <a:pt x="327" y="934"/>
                    <a:pt x="357" y="914"/>
                    <a:pt x="386" y="893"/>
                  </a:cubicBezTo>
                  <a:cubicBezTo>
                    <a:pt x="420" y="868"/>
                    <a:pt x="434" y="857"/>
                    <a:pt x="435" y="857"/>
                  </a:cubicBezTo>
                  <a:lnTo>
                    <a:pt x="435" y="857"/>
                  </a:lnTo>
                  <a:cubicBezTo>
                    <a:pt x="436" y="857"/>
                    <a:pt x="429" y="863"/>
                    <a:pt x="417" y="874"/>
                  </a:cubicBezTo>
                  <a:lnTo>
                    <a:pt x="358" y="921"/>
                  </a:lnTo>
                  <a:cubicBezTo>
                    <a:pt x="329" y="943"/>
                    <a:pt x="329" y="946"/>
                    <a:pt x="333" y="953"/>
                  </a:cubicBezTo>
                  <a:cubicBezTo>
                    <a:pt x="334" y="954"/>
                    <a:pt x="335" y="956"/>
                    <a:pt x="339" y="956"/>
                  </a:cubicBezTo>
                  <a:cubicBezTo>
                    <a:pt x="344" y="956"/>
                    <a:pt x="352" y="953"/>
                    <a:pt x="370" y="940"/>
                  </a:cubicBezTo>
                  <a:lnTo>
                    <a:pt x="370" y="940"/>
                  </a:lnTo>
                  <a:lnTo>
                    <a:pt x="339" y="962"/>
                  </a:lnTo>
                  <a:cubicBezTo>
                    <a:pt x="341" y="964"/>
                    <a:pt x="329" y="976"/>
                    <a:pt x="329" y="976"/>
                  </a:cubicBezTo>
                  <a:cubicBezTo>
                    <a:pt x="330" y="976"/>
                    <a:pt x="333" y="973"/>
                    <a:pt x="342" y="965"/>
                  </a:cubicBezTo>
                  <a:lnTo>
                    <a:pt x="342" y="965"/>
                  </a:lnTo>
                  <a:cubicBezTo>
                    <a:pt x="342" y="965"/>
                    <a:pt x="345" y="968"/>
                    <a:pt x="320" y="1000"/>
                  </a:cubicBezTo>
                  <a:cubicBezTo>
                    <a:pt x="314" y="1008"/>
                    <a:pt x="313" y="1012"/>
                    <a:pt x="317" y="1012"/>
                  </a:cubicBezTo>
                  <a:cubicBezTo>
                    <a:pt x="327" y="1012"/>
                    <a:pt x="373" y="979"/>
                    <a:pt x="410" y="935"/>
                  </a:cubicBezTo>
                  <a:lnTo>
                    <a:pt x="410" y="935"/>
                  </a:lnTo>
                  <a:cubicBezTo>
                    <a:pt x="410" y="936"/>
                    <a:pt x="411" y="936"/>
                    <a:pt x="411" y="937"/>
                  </a:cubicBezTo>
                  <a:cubicBezTo>
                    <a:pt x="411" y="937"/>
                    <a:pt x="411" y="937"/>
                    <a:pt x="412" y="937"/>
                  </a:cubicBezTo>
                  <a:cubicBezTo>
                    <a:pt x="417" y="937"/>
                    <a:pt x="442" y="915"/>
                    <a:pt x="442" y="915"/>
                  </a:cubicBezTo>
                  <a:cubicBezTo>
                    <a:pt x="461" y="898"/>
                    <a:pt x="469" y="894"/>
                    <a:pt x="472" y="894"/>
                  </a:cubicBezTo>
                  <a:cubicBezTo>
                    <a:pt x="473" y="894"/>
                    <a:pt x="474" y="895"/>
                    <a:pt x="474" y="896"/>
                  </a:cubicBezTo>
                  <a:lnTo>
                    <a:pt x="417" y="946"/>
                  </a:lnTo>
                  <a:cubicBezTo>
                    <a:pt x="366" y="991"/>
                    <a:pt x="338" y="1021"/>
                    <a:pt x="342" y="1021"/>
                  </a:cubicBezTo>
                  <a:cubicBezTo>
                    <a:pt x="345" y="1021"/>
                    <a:pt x="361" y="1008"/>
                    <a:pt x="395" y="978"/>
                  </a:cubicBezTo>
                  <a:lnTo>
                    <a:pt x="395" y="978"/>
                  </a:lnTo>
                  <a:cubicBezTo>
                    <a:pt x="380" y="993"/>
                    <a:pt x="383" y="990"/>
                    <a:pt x="370" y="1006"/>
                  </a:cubicBezTo>
                  <a:cubicBezTo>
                    <a:pt x="354" y="1020"/>
                    <a:pt x="348" y="1027"/>
                    <a:pt x="352" y="1027"/>
                  </a:cubicBezTo>
                  <a:cubicBezTo>
                    <a:pt x="355" y="1027"/>
                    <a:pt x="363" y="1023"/>
                    <a:pt x="377" y="1015"/>
                  </a:cubicBezTo>
                  <a:cubicBezTo>
                    <a:pt x="408" y="993"/>
                    <a:pt x="436" y="968"/>
                    <a:pt x="461" y="940"/>
                  </a:cubicBezTo>
                  <a:cubicBezTo>
                    <a:pt x="484" y="920"/>
                    <a:pt x="490" y="918"/>
                    <a:pt x="492" y="918"/>
                  </a:cubicBezTo>
                  <a:cubicBezTo>
                    <a:pt x="492" y="918"/>
                    <a:pt x="492" y="918"/>
                    <a:pt x="492" y="918"/>
                  </a:cubicBezTo>
                  <a:cubicBezTo>
                    <a:pt x="492" y="921"/>
                    <a:pt x="492" y="921"/>
                    <a:pt x="467" y="946"/>
                  </a:cubicBezTo>
                  <a:cubicBezTo>
                    <a:pt x="438" y="975"/>
                    <a:pt x="427" y="991"/>
                    <a:pt x="431" y="991"/>
                  </a:cubicBezTo>
                  <a:cubicBezTo>
                    <a:pt x="435" y="991"/>
                    <a:pt x="449" y="980"/>
                    <a:pt x="474" y="956"/>
                  </a:cubicBezTo>
                  <a:lnTo>
                    <a:pt x="474" y="956"/>
                  </a:lnTo>
                  <a:lnTo>
                    <a:pt x="449" y="984"/>
                  </a:lnTo>
                  <a:cubicBezTo>
                    <a:pt x="428" y="1005"/>
                    <a:pt x="407" y="1032"/>
                    <a:pt x="424" y="1032"/>
                  </a:cubicBezTo>
                  <a:cubicBezTo>
                    <a:pt x="427" y="1032"/>
                    <a:pt x="432" y="1031"/>
                    <a:pt x="439" y="1028"/>
                  </a:cubicBezTo>
                  <a:lnTo>
                    <a:pt x="439" y="1028"/>
                  </a:lnTo>
                  <a:cubicBezTo>
                    <a:pt x="452" y="1040"/>
                    <a:pt x="461" y="1047"/>
                    <a:pt x="436" y="1078"/>
                  </a:cubicBezTo>
                  <a:cubicBezTo>
                    <a:pt x="432" y="1084"/>
                    <a:pt x="430" y="1086"/>
                    <a:pt x="432" y="1086"/>
                  </a:cubicBezTo>
                  <a:cubicBezTo>
                    <a:pt x="438" y="1086"/>
                    <a:pt x="484" y="1048"/>
                    <a:pt x="524" y="1003"/>
                  </a:cubicBezTo>
                  <a:lnTo>
                    <a:pt x="524" y="1003"/>
                  </a:lnTo>
                  <a:cubicBezTo>
                    <a:pt x="502" y="1034"/>
                    <a:pt x="502" y="1037"/>
                    <a:pt x="508" y="1040"/>
                  </a:cubicBezTo>
                  <a:cubicBezTo>
                    <a:pt x="518" y="1050"/>
                    <a:pt x="518" y="1050"/>
                    <a:pt x="499" y="1081"/>
                  </a:cubicBezTo>
                  <a:cubicBezTo>
                    <a:pt x="475" y="1111"/>
                    <a:pt x="463" y="1126"/>
                    <a:pt x="464" y="1126"/>
                  </a:cubicBezTo>
                  <a:cubicBezTo>
                    <a:pt x="464" y="1126"/>
                    <a:pt x="477" y="1111"/>
                    <a:pt x="502" y="1081"/>
                  </a:cubicBezTo>
                  <a:cubicBezTo>
                    <a:pt x="517" y="1060"/>
                    <a:pt x="526" y="1051"/>
                    <a:pt x="529" y="1051"/>
                  </a:cubicBezTo>
                  <a:lnTo>
                    <a:pt x="529" y="1051"/>
                  </a:lnTo>
                  <a:cubicBezTo>
                    <a:pt x="534" y="1051"/>
                    <a:pt x="520" y="1082"/>
                    <a:pt x="496" y="1125"/>
                  </a:cubicBezTo>
                  <a:cubicBezTo>
                    <a:pt x="474" y="1156"/>
                    <a:pt x="477" y="1159"/>
                    <a:pt x="486" y="1166"/>
                  </a:cubicBezTo>
                  <a:cubicBezTo>
                    <a:pt x="500" y="1146"/>
                    <a:pt x="508" y="1141"/>
                    <a:pt x="514" y="1141"/>
                  </a:cubicBezTo>
                  <a:cubicBezTo>
                    <a:pt x="517" y="1141"/>
                    <a:pt x="520" y="1143"/>
                    <a:pt x="524" y="1144"/>
                  </a:cubicBezTo>
                  <a:cubicBezTo>
                    <a:pt x="526" y="1145"/>
                    <a:pt x="528" y="1146"/>
                    <a:pt x="529" y="1146"/>
                  </a:cubicBezTo>
                  <a:cubicBezTo>
                    <a:pt x="535" y="1146"/>
                    <a:pt x="541" y="1135"/>
                    <a:pt x="568" y="1084"/>
                  </a:cubicBezTo>
                  <a:cubicBezTo>
                    <a:pt x="599" y="1030"/>
                    <a:pt x="606" y="1021"/>
                    <a:pt x="610" y="1021"/>
                  </a:cubicBezTo>
                  <a:cubicBezTo>
                    <a:pt x="610" y="1021"/>
                    <a:pt x="611" y="1021"/>
                    <a:pt x="612" y="1022"/>
                  </a:cubicBezTo>
                  <a:cubicBezTo>
                    <a:pt x="615" y="1025"/>
                    <a:pt x="618" y="1025"/>
                    <a:pt x="602" y="1059"/>
                  </a:cubicBezTo>
                  <a:cubicBezTo>
                    <a:pt x="602" y="1059"/>
                    <a:pt x="590" y="1097"/>
                    <a:pt x="593" y="1097"/>
                  </a:cubicBezTo>
                  <a:cubicBezTo>
                    <a:pt x="596" y="1100"/>
                    <a:pt x="599" y="1100"/>
                    <a:pt x="583" y="1134"/>
                  </a:cubicBezTo>
                  <a:cubicBezTo>
                    <a:pt x="583" y="1134"/>
                    <a:pt x="574" y="1172"/>
                    <a:pt x="580" y="1175"/>
                  </a:cubicBezTo>
                  <a:cubicBezTo>
                    <a:pt x="590" y="1181"/>
                    <a:pt x="596" y="1185"/>
                    <a:pt x="583" y="1219"/>
                  </a:cubicBezTo>
                  <a:cubicBezTo>
                    <a:pt x="584" y="1220"/>
                    <a:pt x="585" y="1220"/>
                    <a:pt x="585" y="1220"/>
                  </a:cubicBezTo>
                  <a:cubicBezTo>
                    <a:pt x="587" y="1220"/>
                    <a:pt x="589" y="1214"/>
                    <a:pt x="599" y="1188"/>
                  </a:cubicBezTo>
                  <a:cubicBezTo>
                    <a:pt x="609" y="1163"/>
                    <a:pt x="620" y="1140"/>
                    <a:pt x="627" y="1140"/>
                  </a:cubicBezTo>
                  <a:cubicBezTo>
                    <a:pt x="630" y="1140"/>
                    <a:pt x="632" y="1146"/>
                    <a:pt x="633" y="1159"/>
                  </a:cubicBezTo>
                  <a:cubicBezTo>
                    <a:pt x="635" y="1160"/>
                    <a:pt x="638" y="1161"/>
                    <a:pt x="640" y="1161"/>
                  </a:cubicBezTo>
                  <a:cubicBezTo>
                    <a:pt x="647" y="1161"/>
                    <a:pt x="656" y="1156"/>
                    <a:pt x="665" y="1131"/>
                  </a:cubicBezTo>
                  <a:cubicBezTo>
                    <a:pt x="668" y="1131"/>
                    <a:pt x="668" y="1131"/>
                    <a:pt x="655" y="1169"/>
                  </a:cubicBezTo>
                  <a:cubicBezTo>
                    <a:pt x="644" y="1206"/>
                    <a:pt x="641" y="1225"/>
                    <a:pt x="645" y="1225"/>
                  </a:cubicBezTo>
                  <a:cubicBezTo>
                    <a:pt x="648" y="1225"/>
                    <a:pt x="657" y="1208"/>
                    <a:pt x="671" y="1175"/>
                  </a:cubicBezTo>
                  <a:cubicBezTo>
                    <a:pt x="677" y="1157"/>
                    <a:pt x="681" y="1148"/>
                    <a:pt x="683" y="1148"/>
                  </a:cubicBezTo>
                  <a:lnTo>
                    <a:pt x="683" y="1148"/>
                  </a:lnTo>
                  <a:cubicBezTo>
                    <a:pt x="684" y="1148"/>
                    <a:pt x="684" y="1159"/>
                    <a:pt x="680" y="1178"/>
                  </a:cubicBezTo>
                  <a:cubicBezTo>
                    <a:pt x="680" y="1178"/>
                    <a:pt x="684" y="1178"/>
                    <a:pt x="699" y="1144"/>
                  </a:cubicBezTo>
                  <a:cubicBezTo>
                    <a:pt x="705" y="1127"/>
                    <a:pt x="709" y="1118"/>
                    <a:pt x="710" y="1118"/>
                  </a:cubicBezTo>
                  <a:lnTo>
                    <a:pt x="710" y="1118"/>
                  </a:lnTo>
                  <a:cubicBezTo>
                    <a:pt x="711" y="1118"/>
                    <a:pt x="710" y="1128"/>
                    <a:pt x="709" y="1147"/>
                  </a:cubicBezTo>
                  <a:cubicBezTo>
                    <a:pt x="699" y="1185"/>
                    <a:pt x="706" y="1185"/>
                    <a:pt x="709" y="1188"/>
                  </a:cubicBezTo>
                  <a:cubicBezTo>
                    <a:pt x="714" y="1172"/>
                    <a:pt x="725" y="1166"/>
                    <a:pt x="736" y="1166"/>
                  </a:cubicBezTo>
                  <a:cubicBezTo>
                    <a:pt x="753" y="1166"/>
                    <a:pt x="769" y="1180"/>
                    <a:pt x="765" y="1200"/>
                  </a:cubicBezTo>
                  <a:cubicBezTo>
                    <a:pt x="774" y="1166"/>
                    <a:pt x="774" y="1166"/>
                    <a:pt x="781" y="1166"/>
                  </a:cubicBezTo>
                  <a:cubicBezTo>
                    <a:pt x="778" y="1194"/>
                    <a:pt x="778" y="1207"/>
                    <a:pt x="780" y="1207"/>
                  </a:cubicBezTo>
                  <a:cubicBezTo>
                    <a:pt x="782" y="1207"/>
                    <a:pt x="787" y="1175"/>
                    <a:pt x="793" y="1128"/>
                  </a:cubicBezTo>
                  <a:lnTo>
                    <a:pt x="784" y="1128"/>
                  </a:lnTo>
                  <a:cubicBezTo>
                    <a:pt x="788" y="1094"/>
                    <a:pt x="792" y="1076"/>
                    <a:pt x="795" y="1076"/>
                  </a:cubicBezTo>
                  <a:lnTo>
                    <a:pt x="795" y="1076"/>
                  </a:lnTo>
                  <a:cubicBezTo>
                    <a:pt x="797" y="1076"/>
                    <a:pt x="797" y="1104"/>
                    <a:pt x="790" y="1166"/>
                  </a:cubicBezTo>
                  <a:cubicBezTo>
                    <a:pt x="789" y="1205"/>
                    <a:pt x="788" y="1225"/>
                    <a:pt x="789" y="1225"/>
                  </a:cubicBezTo>
                  <a:cubicBezTo>
                    <a:pt x="790" y="1225"/>
                    <a:pt x="793" y="1206"/>
                    <a:pt x="800" y="1169"/>
                  </a:cubicBezTo>
                  <a:cubicBezTo>
                    <a:pt x="804" y="1132"/>
                    <a:pt x="807" y="1113"/>
                    <a:pt x="809" y="1113"/>
                  </a:cubicBezTo>
                  <a:cubicBezTo>
                    <a:pt x="811" y="1113"/>
                    <a:pt x="812" y="1132"/>
                    <a:pt x="812" y="1172"/>
                  </a:cubicBezTo>
                  <a:cubicBezTo>
                    <a:pt x="809" y="1210"/>
                    <a:pt x="807" y="1228"/>
                    <a:pt x="808" y="1228"/>
                  </a:cubicBezTo>
                  <a:cubicBezTo>
                    <a:pt x="808" y="1228"/>
                    <a:pt x="811" y="1210"/>
                    <a:pt x="815" y="1172"/>
                  </a:cubicBezTo>
                  <a:cubicBezTo>
                    <a:pt x="825" y="1092"/>
                    <a:pt x="833" y="1044"/>
                    <a:pt x="836" y="1039"/>
                  </a:cubicBezTo>
                  <a:lnTo>
                    <a:pt x="836" y="1039"/>
                  </a:lnTo>
                  <a:cubicBezTo>
                    <a:pt x="837" y="1040"/>
                    <a:pt x="838" y="1041"/>
                    <a:pt x="838" y="1042"/>
                  </a:cubicBezTo>
                  <a:lnTo>
                    <a:pt x="838" y="1042"/>
                  </a:lnTo>
                  <a:cubicBezTo>
                    <a:pt x="838" y="1040"/>
                    <a:pt x="837" y="1039"/>
                    <a:pt x="837" y="1039"/>
                  </a:cubicBezTo>
                  <a:cubicBezTo>
                    <a:pt x="837" y="1039"/>
                    <a:pt x="837" y="1039"/>
                    <a:pt x="836" y="1039"/>
                  </a:cubicBezTo>
                  <a:lnTo>
                    <a:pt x="836" y="1039"/>
                  </a:lnTo>
                  <a:cubicBezTo>
                    <a:pt x="790" y="964"/>
                    <a:pt x="773" y="872"/>
                    <a:pt x="793" y="780"/>
                  </a:cubicBezTo>
                  <a:cubicBezTo>
                    <a:pt x="803" y="743"/>
                    <a:pt x="800" y="743"/>
                    <a:pt x="793" y="740"/>
                  </a:cubicBezTo>
                  <a:cubicBezTo>
                    <a:pt x="793" y="739"/>
                    <a:pt x="792" y="738"/>
                    <a:pt x="792" y="738"/>
                  </a:cubicBezTo>
                  <a:cubicBezTo>
                    <a:pt x="790" y="738"/>
                    <a:pt x="788" y="745"/>
                    <a:pt x="781" y="774"/>
                  </a:cubicBezTo>
                  <a:cubicBezTo>
                    <a:pt x="776" y="782"/>
                    <a:pt x="773" y="786"/>
                    <a:pt x="772" y="786"/>
                  </a:cubicBezTo>
                  <a:cubicBezTo>
                    <a:pt x="769" y="786"/>
                    <a:pt x="778" y="759"/>
                    <a:pt x="787" y="733"/>
                  </a:cubicBezTo>
                  <a:cubicBezTo>
                    <a:pt x="797" y="701"/>
                    <a:pt x="802" y="683"/>
                    <a:pt x="802" y="683"/>
                  </a:cubicBezTo>
                  <a:lnTo>
                    <a:pt x="802" y="683"/>
                  </a:lnTo>
                  <a:cubicBezTo>
                    <a:pt x="801" y="683"/>
                    <a:pt x="792" y="709"/>
                    <a:pt x="771" y="768"/>
                  </a:cubicBezTo>
                  <a:cubicBezTo>
                    <a:pt x="757" y="809"/>
                    <a:pt x="749" y="826"/>
                    <a:pt x="747" y="826"/>
                  </a:cubicBezTo>
                  <a:cubicBezTo>
                    <a:pt x="745" y="826"/>
                    <a:pt x="747" y="817"/>
                    <a:pt x="753" y="802"/>
                  </a:cubicBezTo>
                  <a:cubicBezTo>
                    <a:pt x="766" y="770"/>
                    <a:pt x="768" y="768"/>
                    <a:pt x="768" y="768"/>
                  </a:cubicBezTo>
                  <a:cubicBezTo>
                    <a:pt x="768" y="768"/>
                    <a:pt x="768" y="768"/>
                    <a:pt x="768" y="768"/>
                  </a:cubicBezTo>
                  <a:lnTo>
                    <a:pt x="793" y="696"/>
                  </a:lnTo>
                  <a:lnTo>
                    <a:pt x="793" y="696"/>
                  </a:lnTo>
                  <a:cubicBezTo>
                    <a:pt x="787" y="705"/>
                    <a:pt x="784" y="718"/>
                    <a:pt x="781" y="730"/>
                  </a:cubicBezTo>
                  <a:cubicBezTo>
                    <a:pt x="774" y="740"/>
                    <a:pt x="768" y="752"/>
                    <a:pt x="765" y="765"/>
                  </a:cubicBezTo>
                  <a:cubicBezTo>
                    <a:pt x="749" y="799"/>
                    <a:pt x="734" y="834"/>
                    <a:pt x="724" y="871"/>
                  </a:cubicBezTo>
                  <a:cubicBezTo>
                    <a:pt x="712" y="906"/>
                    <a:pt x="709" y="906"/>
                    <a:pt x="709" y="906"/>
                  </a:cubicBezTo>
                  <a:cubicBezTo>
                    <a:pt x="718" y="868"/>
                    <a:pt x="731" y="834"/>
                    <a:pt x="746" y="799"/>
                  </a:cubicBezTo>
                  <a:cubicBezTo>
                    <a:pt x="759" y="774"/>
                    <a:pt x="768" y="752"/>
                    <a:pt x="774" y="727"/>
                  </a:cubicBezTo>
                  <a:cubicBezTo>
                    <a:pt x="777" y="720"/>
                    <a:pt x="779" y="718"/>
                    <a:pt x="778" y="718"/>
                  </a:cubicBezTo>
                  <a:lnTo>
                    <a:pt x="778" y="718"/>
                  </a:lnTo>
                  <a:cubicBezTo>
                    <a:pt x="777" y="718"/>
                    <a:pt x="750" y="771"/>
                    <a:pt x="724" y="827"/>
                  </a:cubicBezTo>
                  <a:lnTo>
                    <a:pt x="740" y="793"/>
                  </a:lnTo>
                  <a:cubicBezTo>
                    <a:pt x="756" y="758"/>
                    <a:pt x="753" y="755"/>
                    <a:pt x="749" y="755"/>
                  </a:cubicBezTo>
                  <a:cubicBezTo>
                    <a:pt x="749" y="754"/>
                    <a:pt x="748" y="754"/>
                    <a:pt x="748" y="754"/>
                  </a:cubicBezTo>
                  <a:cubicBezTo>
                    <a:pt x="745" y="754"/>
                    <a:pt x="743" y="760"/>
                    <a:pt x="731" y="787"/>
                  </a:cubicBezTo>
                  <a:cubicBezTo>
                    <a:pt x="721" y="808"/>
                    <a:pt x="709" y="830"/>
                    <a:pt x="696" y="852"/>
                  </a:cubicBezTo>
                  <a:cubicBezTo>
                    <a:pt x="687" y="877"/>
                    <a:pt x="674" y="899"/>
                    <a:pt x="665" y="921"/>
                  </a:cubicBezTo>
                  <a:cubicBezTo>
                    <a:pt x="665" y="921"/>
                    <a:pt x="674" y="884"/>
                    <a:pt x="690" y="849"/>
                  </a:cubicBezTo>
                  <a:cubicBezTo>
                    <a:pt x="709" y="815"/>
                    <a:pt x="724" y="780"/>
                    <a:pt x="734" y="743"/>
                  </a:cubicBezTo>
                  <a:cubicBezTo>
                    <a:pt x="734" y="740"/>
                    <a:pt x="731" y="736"/>
                    <a:pt x="749" y="705"/>
                  </a:cubicBezTo>
                  <a:cubicBezTo>
                    <a:pt x="749" y="704"/>
                    <a:pt x="748" y="704"/>
                    <a:pt x="747" y="704"/>
                  </a:cubicBezTo>
                  <a:cubicBezTo>
                    <a:pt x="745" y="704"/>
                    <a:pt x="741" y="709"/>
                    <a:pt x="724" y="733"/>
                  </a:cubicBezTo>
                  <a:cubicBezTo>
                    <a:pt x="734" y="717"/>
                    <a:pt x="739" y="708"/>
                    <a:pt x="738" y="708"/>
                  </a:cubicBezTo>
                  <a:lnTo>
                    <a:pt x="738" y="708"/>
                  </a:lnTo>
                  <a:cubicBezTo>
                    <a:pt x="737" y="708"/>
                    <a:pt x="732" y="715"/>
                    <a:pt x="721" y="730"/>
                  </a:cubicBezTo>
                  <a:cubicBezTo>
                    <a:pt x="714" y="739"/>
                    <a:pt x="712" y="742"/>
                    <a:pt x="711" y="742"/>
                  </a:cubicBezTo>
                  <a:cubicBezTo>
                    <a:pt x="709" y="742"/>
                    <a:pt x="718" y="727"/>
                    <a:pt x="718" y="727"/>
                  </a:cubicBezTo>
                  <a:cubicBezTo>
                    <a:pt x="738" y="699"/>
                    <a:pt x="749" y="683"/>
                    <a:pt x="749" y="683"/>
                  </a:cubicBezTo>
                  <a:lnTo>
                    <a:pt x="749" y="683"/>
                  </a:lnTo>
                  <a:cubicBezTo>
                    <a:pt x="748" y="683"/>
                    <a:pt x="732" y="706"/>
                    <a:pt x="696" y="755"/>
                  </a:cubicBezTo>
                  <a:cubicBezTo>
                    <a:pt x="677" y="774"/>
                    <a:pt x="665" y="796"/>
                    <a:pt x="652" y="821"/>
                  </a:cubicBezTo>
                  <a:cubicBezTo>
                    <a:pt x="655" y="821"/>
                    <a:pt x="655" y="824"/>
                    <a:pt x="659" y="824"/>
                  </a:cubicBezTo>
                  <a:lnTo>
                    <a:pt x="630" y="852"/>
                  </a:lnTo>
                  <a:cubicBezTo>
                    <a:pt x="612" y="868"/>
                    <a:pt x="596" y="887"/>
                    <a:pt x="580" y="906"/>
                  </a:cubicBezTo>
                  <a:cubicBezTo>
                    <a:pt x="580" y="906"/>
                    <a:pt x="560" y="934"/>
                    <a:pt x="556" y="934"/>
                  </a:cubicBezTo>
                  <a:cubicBezTo>
                    <a:pt x="555" y="934"/>
                    <a:pt x="555" y="934"/>
                    <a:pt x="555" y="934"/>
                  </a:cubicBezTo>
                  <a:lnTo>
                    <a:pt x="602" y="874"/>
                  </a:lnTo>
                  <a:cubicBezTo>
                    <a:pt x="627" y="846"/>
                    <a:pt x="649" y="815"/>
                    <a:pt x="671" y="787"/>
                  </a:cubicBezTo>
                  <a:cubicBezTo>
                    <a:pt x="699" y="747"/>
                    <a:pt x="718" y="718"/>
                    <a:pt x="716" y="718"/>
                  </a:cubicBezTo>
                  <a:lnTo>
                    <a:pt x="716" y="718"/>
                  </a:lnTo>
                  <a:cubicBezTo>
                    <a:pt x="715" y="718"/>
                    <a:pt x="707" y="727"/>
                    <a:pt x="690" y="749"/>
                  </a:cubicBezTo>
                  <a:cubicBezTo>
                    <a:pt x="690" y="749"/>
                    <a:pt x="690" y="749"/>
                    <a:pt x="712" y="718"/>
                  </a:cubicBezTo>
                  <a:lnTo>
                    <a:pt x="712" y="718"/>
                  </a:lnTo>
                  <a:cubicBezTo>
                    <a:pt x="705" y="725"/>
                    <a:pt x="697" y="734"/>
                    <a:pt x="687" y="746"/>
                  </a:cubicBezTo>
                  <a:cubicBezTo>
                    <a:pt x="662" y="773"/>
                    <a:pt x="649" y="787"/>
                    <a:pt x="648" y="787"/>
                  </a:cubicBezTo>
                  <a:cubicBezTo>
                    <a:pt x="646" y="787"/>
                    <a:pt x="658" y="772"/>
                    <a:pt x="684" y="743"/>
                  </a:cubicBezTo>
                  <a:cubicBezTo>
                    <a:pt x="713" y="705"/>
                    <a:pt x="723" y="690"/>
                    <a:pt x="720" y="690"/>
                  </a:cubicBezTo>
                  <a:lnTo>
                    <a:pt x="720" y="690"/>
                  </a:lnTo>
                  <a:cubicBezTo>
                    <a:pt x="718" y="690"/>
                    <a:pt x="712" y="696"/>
                    <a:pt x="702" y="705"/>
                  </a:cubicBezTo>
                  <a:cubicBezTo>
                    <a:pt x="675" y="736"/>
                    <a:pt x="661" y="748"/>
                    <a:pt x="658" y="748"/>
                  </a:cubicBezTo>
                  <a:cubicBezTo>
                    <a:pt x="656" y="748"/>
                    <a:pt x="661" y="740"/>
                    <a:pt x="674" y="727"/>
                  </a:cubicBezTo>
                  <a:cubicBezTo>
                    <a:pt x="687" y="712"/>
                    <a:pt x="693" y="705"/>
                    <a:pt x="693" y="705"/>
                  </a:cubicBezTo>
                  <a:lnTo>
                    <a:pt x="693" y="705"/>
                  </a:lnTo>
                  <a:cubicBezTo>
                    <a:pt x="692" y="705"/>
                    <a:pt x="685" y="712"/>
                    <a:pt x="671" y="724"/>
                  </a:cubicBezTo>
                  <a:cubicBezTo>
                    <a:pt x="689" y="706"/>
                    <a:pt x="709" y="686"/>
                    <a:pt x="708" y="686"/>
                  </a:cubicBezTo>
                  <a:lnTo>
                    <a:pt x="708" y="686"/>
                  </a:lnTo>
                  <a:cubicBezTo>
                    <a:pt x="707" y="686"/>
                    <a:pt x="704" y="689"/>
                    <a:pt x="696" y="696"/>
                  </a:cubicBezTo>
                  <a:cubicBezTo>
                    <a:pt x="696" y="696"/>
                    <a:pt x="696" y="696"/>
                    <a:pt x="668" y="721"/>
                  </a:cubicBezTo>
                  <a:lnTo>
                    <a:pt x="612" y="771"/>
                  </a:lnTo>
                  <a:cubicBezTo>
                    <a:pt x="596" y="790"/>
                    <a:pt x="577" y="805"/>
                    <a:pt x="558" y="821"/>
                  </a:cubicBezTo>
                  <a:cubicBezTo>
                    <a:pt x="552" y="827"/>
                    <a:pt x="548" y="830"/>
                    <a:pt x="547" y="830"/>
                  </a:cubicBezTo>
                  <a:cubicBezTo>
                    <a:pt x="542" y="830"/>
                    <a:pt x="568" y="795"/>
                    <a:pt x="633" y="736"/>
                  </a:cubicBezTo>
                  <a:lnTo>
                    <a:pt x="690" y="683"/>
                  </a:lnTo>
                  <a:lnTo>
                    <a:pt x="633" y="733"/>
                  </a:lnTo>
                  <a:cubicBezTo>
                    <a:pt x="630" y="730"/>
                    <a:pt x="630" y="730"/>
                    <a:pt x="659" y="705"/>
                  </a:cubicBezTo>
                  <a:cubicBezTo>
                    <a:pt x="690" y="683"/>
                    <a:pt x="690" y="683"/>
                    <a:pt x="690" y="680"/>
                  </a:cubicBezTo>
                  <a:lnTo>
                    <a:pt x="690" y="680"/>
                  </a:lnTo>
                  <a:cubicBezTo>
                    <a:pt x="690" y="680"/>
                    <a:pt x="687" y="680"/>
                    <a:pt x="659" y="702"/>
                  </a:cubicBezTo>
                  <a:cubicBezTo>
                    <a:pt x="624" y="729"/>
                    <a:pt x="610" y="741"/>
                    <a:pt x="609" y="741"/>
                  </a:cubicBezTo>
                  <a:cubicBezTo>
                    <a:pt x="608" y="741"/>
                    <a:pt x="615" y="734"/>
                    <a:pt x="627" y="724"/>
                  </a:cubicBezTo>
                  <a:cubicBezTo>
                    <a:pt x="657" y="700"/>
                    <a:pt x="672" y="688"/>
                    <a:pt x="672" y="688"/>
                  </a:cubicBezTo>
                  <a:lnTo>
                    <a:pt x="672" y="688"/>
                  </a:lnTo>
                  <a:cubicBezTo>
                    <a:pt x="671" y="688"/>
                    <a:pt x="656" y="699"/>
                    <a:pt x="627" y="721"/>
                  </a:cubicBezTo>
                  <a:cubicBezTo>
                    <a:pt x="596" y="742"/>
                    <a:pt x="581" y="753"/>
                    <a:pt x="580" y="753"/>
                  </a:cubicBezTo>
                  <a:cubicBezTo>
                    <a:pt x="579" y="753"/>
                    <a:pt x="594" y="741"/>
                    <a:pt x="624" y="718"/>
                  </a:cubicBezTo>
                  <a:cubicBezTo>
                    <a:pt x="650" y="699"/>
                    <a:pt x="674" y="679"/>
                    <a:pt x="681" y="673"/>
                  </a:cubicBezTo>
                  <a:lnTo>
                    <a:pt x="681" y="673"/>
                  </a:lnTo>
                  <a:cubicBezTo>
                    <a:pt x="683" y="672"/>
                    <a:pt x="684" y="672"/>
                    <a:pt x="685" y="672"/>
                  </a:cubicBezTo>
                  <a:lnTo>
                    <a:pt x="685" y="672"/>
                  </a:lnTo>
                  <a:cubicBezTo>
                    <a:pt x="684" y="672"/>
                    <a:pt x="683" y="672"/>
                    <a:pt x="682" y="672"/>
                  </a:cubicBezTo>
                  <a:lnTo>
                    <a:pt x="682" y="672"/>
                  </a:lnTo>
                  <a:cubicBezTo>
                    <a:pt x="683" y="671"/>
                    <a:pt x="684" y="671"/>
                    <a:pt x="684" y="671"/>
                  </a:cubicBezTo>
                  <a:lnTo>
                    <a:pt x="684" y="671"/>
                  </a:lnTo>
                  <a:lnTo>
                    <a:pt x="681" y="672"/>
                  </a:lnTo>
                  <a:lnTo>
                    <a:pt x="681" y="672"/>
                  </a:lnTo>
                  <a:cubicBezTo>
                    <a:pt x="675" y="674"/>
                    <a:pt x="666" y="675"/>
                    <a:pt x="655" y="677"/>
                  </a:cubicBezTo>
                  <a:lnTo>
                    <a:pt x="643" y="678"/>
                  </a:lnTo>
                  <a:lnTo>
                    <a:pt x="643" y="678"/>
                  </a:lnTo>
                  <a:cubicBezTo>
                    <a:pt x="644" y="677"/>
                    <a:pt x="646" y="676"/>
                    <a:pt x="647" y="675"/>
                  </a:cubicBezTo>
                  <a:lnTo>
                    <a:pt x="647" y="675"/>
                  </a:lnTo>
                  <a:lnTo>
                    <a:pt x="655" y="674"/>
                  </a:lnTo>
                  <a:cubicBezTo>
                    <a:pt x="693" y="667"/>
                    <a:pt x="693" y="667"/>
                    <a:pt x="696" y="664"/>
                  </a:cubicBezTo>
                  <a:cubicBezTo>
                    <a:pt x="699" y="661"/>
                    <a:pt x="699" y="661"/>
                    <a:pt x="737" y="661"/>
                  </a:cubicBezTo>
                  <a:lnTo>
                    <a:pt x="759" y="661"/>
                  </a:lnTo>
                  <a:cubicBezTo>
                    <a:pt x="749" y="661"/>
                    <a:pt x="734" y="658"/>
                    <a:pt x="740" y="658"/>
                  </a:cubicBezTo>
                  <a:cubicBezTo>
                    <a:pt x="740" y="655"/>
                    <a:pt x="746" y="652"/>
                    <a:pt x="709" y="642"/>
                  </a:cubicBezTo>
                  <a:lnTo>
                    <a:pt x="712" y="642"/>
                  </a:lnTo>
                  <a:cubicBezTo>
                    <a:pt x="733" y="648"/>
                    <a:pt x="742" y="649"/>
                    <a:pt x="746" y="649"/>
                  </a:cubicBezTo>
                  <a:cubicBezTo>
                    <a:pt x="749" y="649"/>
                    <a:pt x="749" y="649"/>
                    <a:pt x="749" y="649"/>
                  </a:cubicBezTo>
                  <a:cubicBezTo>
                    <a:pt x="712" y="636"/>
                    <a:pt x="715" y="636"/>
                    <a:pt x="715" y="636"/>
                  </a:cubicBezTo>
                  <a:lnTo>
                    <a:pt x="715" y="636"/>
                  </a:lnTo>
                  <a:cubicBezTo>
                    <a:pt x="749" y="645"/>
                    <a:pt x="749" y="645"/>
                    <a:pt x="753" y="645"/>
                  </a:cubicBezTo>
                  <a:cubicBezTo>
                    <a:pt x="753" y="645"/>
                    <a:pt x="753" y="642"/>
                    <a:pt x="718" y="630"/>
                  </a:cubicBezTo>
                  <a:cubicBezTo>
                    <a:pt x="718" y="630"/>
                    <a:pt x="720" y="628"/>
                    <a:pt x="726" y="628"/>
                  </a:cubicBezTo>
                  <a:cubicBezTo>
                    <a:pt x="731" y="628"/>
                    <a:pt x="742" y="630"/>
                    <a:pt x="759" y="636"/>
                  </a:cubicBezTo>
                  <a:cubicBezTo>
                    <a:pt x="769" y="641"/>
                    <a:pt x="773" y="643"/>
                    <a:pt x="774" y="643"/>
                  </a:cubicBezTo>
                  <a:cubicBezTo>
                    <a:pt x="775" y="643"/>
                    <a:pt x="752" y="631"/>
                    <a:pt x="727" y="617"/>
                  </a:cubicBezTo>
                  <a:cubicBezTo>
                    <a:pt x="706" y="608"/>
                    <a:pt x="684" y="595"/>
                    <a:pt x="662" y="583"/>
                  </a:cubicBezTo>
                  <a:lnTo>
                    <a:pt x="662" y="583"/>
                  </a:lnTo>
                  <a:lnTo>
                    <a:pt x="731" y="617"/>
                  </a:lnTo>
                  <a:cubicBezTo>
                    <a:pt x="762" y="633"/>
                    <a:pt x="762" y="633"/>
                    <a:pt x="765" y="633"/>
                  </a:cubicBezTo>
                  <a:cubicBezTo>
                    <a:pt x="734" y="614"/>
                    <a:pt x="734" y="608"/>
                    <a:pt x="743" y="602"/>
                  </a:cubicBezTo>
                  <a:cubicBezTo>
                    <a:pt x="753" y="595"/>
                    <a:pt x="753" y="592"/>
                    <a:pt x="724" y="570"/>
                  </a:cubicBezTo>
                  <a:cubicBezTo>
                    <a:pt x="708" y="557"/>
                    <a:pt x="700" y="551"/>
                    <a:pt x="701" y="551"/>
                  </a:cubicBezTo>
                  <a:lnTo>
                    <a:pt x="701" y="551"/>
                  </a:lnTo>
                  <a:cubicBezTo>
                    <a:pt x="703" y="551"/>
                    <a:pt x="711" y="555"/>
                    <a:pt x="727" y="564"/>
                  </a:cubicBezTo>
                  <a:cubicBezTo>
                    <a:pt x="784" y="603"/>
                    <a:pt x="807" y="620"/>
                    <a:pt x="810" y="622"/>
                  </a:cubicBezTo>
                  <a:lnTo>
                    <a:pt x="810" y="622"/>
                  </a:lnTo>
                  <a:cubicBezTo>
                    <a:pt x="809" y="621"/>
                    <a:pt x="802" y="616"/>
                    <a:pt x="793" y="608"/>
                  </a:cubicBezTo>
                  <a:cubicBezTo>
                    <a:pt x="793" y="608"/>
                    <a:pt x="765" y="583"/>
                    <a:pt x="737" y="558"/>
                  </a:cubicBezTo>
                  <a:lnTo>
                    <a:pt x="737" y="558"/>
                  </a:lnTo>
                  <a:cubicBezTo>
                    <a:pt x="756" y="573"/>
                    <a:pt x="768" y="580"/>
                    <a:pt x="773" y="580"/>
                  </a:cubicBezTo>
                  <a:cubicBezTo>
                    <a:pt x="782" y="580"/>
                    <a:pt x="768" y="556"/>
                    <a:pt x="741" y="523"/>
                  </a:cubicBezTo>
                  <a:lnTo>
                    <a:pt x="741" y="523"/>
                  </a:lnTo>
                  <a:cubicBezTo>
                    <a:pt x="743" y="525"/>
                    <a:pt x="747" y="528"/>
                    <a:pt x="759" y="542"/>
                  </a:cubicBezTo>
                  <a:cubicBezTo>
                    <a:pt x="779" y="565"/>
                    <a:pt x="785" y="567"/>
                    <a:pt x="788" y="567"/>
                  </a:cubicBezTo>
                  <a:cubicBezTo>
                    <a:pt x="789" y="567"/>
                    <a:pt x="790" y="567"/>
                    <a:pt x="790" y="567"/>
                  </a:cubicBezTo>
                  <a:cubicBezTo>
                    <a:pt x="793" y="564"/>
                    <a:pt x="793" y="564"/>
                    <a:pt x="793" y="564"/>
                  </a:cubicBezTo>
                  <a:cubicBezTo>
                    <a:pt x="771" y="538"/>
                    <a:pt x="765" y="528"/>
                    <a:pt x="768" y="528"/>
                  </a:cubicBezTo>
                  <a:lnTo>
                    <a:pt x="768" y="528"/>
                  </a:lnTo>
                  <a:cubicBezTo>
                    <a:pt x="771" y="528"/>
                    <a:pt x="787" y="543"/>
                    <a:pt x="800" y="561"/>
                  </a:cubicBezTo>
                  <a:cubicBezTo>
                    <a:pt x="825" y="589"/>
                    <a:pt x="825" y="589"/>
                    <a:pt x="828" y="589"/>
                  </a:cubicBezTo>
                  <a:cubicBezTo>
                    <a:pt x="809" y="562"/>
                    <a:pt x="804" y="552"/>
                    <a:pt x="806" y="552"/>
                  </a:cubicBezTo>
                  <a:lnTo>
                    <a:pt x="806" y="552"/>
                  </a:lnTo>
                  <a:cubicBezTo>
                    <a:pt x="809" y="552"/>
                    <a:pt x="823" y="568"/>
                    <a:pt x="834" y="586"/>
                  </a:cubicBezTo>
                  <a:lnTo>
                    <a:pt x="837" y="586"/>
                  </a:lnTo>
                  <a:cubicBezTo>
                    <a:pt x="815" y="551"/>
                    <a:pt x="818" y="551"/>
                    <a:pt x="818" y="551"/>
                  </a:cubicBezTo>
                  <a:cubicBezTo>
                    <a:pt x="822" y="551"/>
                    <a:pt x="825" y="551"/>
                    <a:pt x="803" y="520"/>
                  </a:cubicBezTo>
                  <a:cubicBezTo>
                    <a:pt x="790" y="498"/>
                    <a:pt x="778" y="476"/>
                    <a:pt x="765" y="454"/>
                  </a:cubicBezTo>
                  <a:lnTo>
                    <a:pt x="765" y="454"/>
                  </a:lnTo>
                  <a:lnTo>
                    <a:pt x="784" y="486"/>
                  </a:lnTo>
                  <a:cubicBezTo>
                    <a:pt x="806" y="517"/>
                    <a:pt x="809" y="517"/>
                    <a:pt x="812" y="517"/>
                  </a:cubicBezTo>
                  <a:cubicBezTo>
                    <a:pt x="814" y="516"/>
                    <a:pt x="815" y="516"/>
                    <a:pt x="816" y="516"/>
                  </a:cubicBezTo>
                  <a:cubicBezTo>
                    <a:pt x="821" y="516"/>
                    <a:pt x="826" y="522"/>
                    <a:pt x="840" y="548"/>
                  </a:cubicBezTo>
                  <a:lnTo>
                    <a:pt x="825" y="514"/>
                  </a:lnTo>
                  <a:cubicBezTo>
                    <a:pt x="817" y="497"/>
                    <a:pt x="814" y="488"/>
                    <a:pt x="814" y="488"/>
                  </a:cubicBezTo>
                  <a:lnTo>
                    <a:pt x="814" y="488"/>
                  </a:lnTo>
                  <a:cubicBezTo>
                    <a:pt x="815" y="488"/>
                    <a:pt x="820" y="497"/>
                    <a:pt x="828" y="514"/>
                  </a:cubicBezTo>
                  <a:cubicBezTo>
                    <a:pt x="835" y="531"/>
                    <a:pt x="840" y="539"/>
                    <a:pt x="841" y="539"/>
                  </a:cubicBezTo>
                  <a:cubicBezTo>
                    <a:pt x="843" y="539"/>
                    <a:pt x="840" y="530"/>
                    <a:pt x="834" y="511"/>
                  </a:cubicBezTo>
                  <a:lnTo>
                    <a:pt x="837" y="511"/>
                  </a:lnTo>
                  <a:cubicBezTo>
                    <a:pt x="845" y="533"/>
                    <a:pt x="850" y="549"/>
                    <a:pt x="853" y="557"/>
                  </a:cubicBezTo>
                  <a:lnTo>
                    <a:pt x="853" y="557"/>
                  </a:lnTo>
                  <a:cubicBezTo>
                    <a:pt x="849" y="563"/>
                    <a:pt x="846" y="566"/>
                    <a:pt x="847" y="566"/>
                  </a:cubicBezTo>
                  <a:cubicBezTo>
                    <a:pt x="847" y="566"/>
                    <a:pt x="849" y="563"/>
                    <a:pt x="854" y="558"/>
                  </a:cubicBezTo>
                  <a:lnTo>
                    <a:pt x="854" y="558"/>
                  </a:lnTo>
                  <a:cubicBezTo>
                    <a:pt x="855" y="563"/>
                    <a:pt x="856" y="565"/>
                    <a:pt x="856" y="565"/>
                  </a:cubicBezTo>
                  <a:cubicBezTo>
                    <a:pt x="857" y="565"/>
                    <a:pt x="856" y="562"/>
                    <a:pt x="854" y="558"/>
                  </a:cubicBezTo>
                  <a:lnTo>
                    <a:pt x="854" y="558"/>
                  </a:lnTo>
                  <a:cubicBezTo>
                    <a:pt x="857" y="554"/>
                    <a:pt x="861" y="550"/>
                    <a:pt x="865" y="545"/>
                  </a:cubicBezTo>
                  <a:cubicBezTo>
                    <a:pt x="884" y="519"/>
                    <a:pt x="889" y="517"/>
                    <a:pt x="890" y="517"/>
                  </a:cubicBezTo>
                  <a:cubicBezTo>
                    <a:pt x="890" y="517"/>
                    <a:pt x="890" y="517"/>
                    <a:pt x="890" y="517"/>
                  </a:cubicBezTo>
                  <a:cubicBezTo>
                    <a:pt x="897" y="508"/>
                    <a:pt x="906" y="498"/>
                    <a:pt x="916" y="492"/>
                  </a:cubicBezTo>
                  <a:lnTo>
                    <a:pt x="916" y="492"/>
                  </a:lnTo>
                  <a:cubicBezTo>
                    <a:pt x="909" y="501"/>
                    <a:pt x="900" y="514"/>
                    <a:pt x="894" y="523"/>
                  </a:cubicBezTo>
                  <a:cubicBezTo>
                    <a:pt x="894" y="523"/>
                    <a:pt x="894" y="523"/>
                    <a:pt x="919" y="498"/>
                  </a:cubicBezTo>
                  <a:cubicBezTo>
                    <a:pt x="919" y="498"/>
                    <a:pt x="931" y="486"/>
                    <a:pt x="932" y="486"/>
                  </a:cubicBezTo>
                  <a:lnTo>
                    <a:pt x="932" y="486"/>
                  </a:lnTo>
                  <a:cubicBezTo>
                    <a:pt x="933" y="486"/>
                    <a:pt x="930" y="489"/>
                    <a:pt x="922" y="498"/>
                  </a:cubicBezTo>
                  <a:cubicBezTo>
                    <a:pt x="912" y="508"/>
                    <a:pt x="903" y="520"/>
                    <a:pt x="897" y="533"/>
                  </a:cubicBezTo>
                  <a:cubicBezTo>
                    <a:pt x="897" y="533"/>
                    <a:pt x="897" y="534"/>
                    <a:pt x="897" y="534"/>
                  </a:cubicBezTo>
                  <a:cubicBezTo>
                    <a:pt x="899" y="534"/>
                    <a:pt x="905" y="529"/>
                    <a:pt x="928" y="511"/>
                  </a:cubicBezTo>
                  <a:lnTo>
                    <a:pt x="928" y="511"/>
                  </a:lnTo>
                  <a:cubicBezTo>
                    <a:pt x="894" y="541"/>
                    <a:pt x="881" y="553"/>
                    <a:pt x="881" y="553"/>
                  </a:cubicBezTo>
                  <a:cubicBezTo>
                    <a:pt x="882" y="553"/>
                    <a:pt x="889" y="548"/>
                    <a:pt x="900" y="539"/>
                  </a:cubicBezTo>
                  <a:cubicBezTo>
                    <a:pt x="926" y="521"/>
                    <a:pt x="930" y="518"/>
                    <a:pt x="931" y="517"/>
                  </a:cubicBezTo>
                  <a:lnTo>
                    <a:pt x="931" y="517"/>
                  </a:lnTo>
                  <a:cubicBezTo>
                    <a:pt x="915" y="528"/>
                    <a:pt x="908" y="534"/>
                    <a:pt x="909" y="534"/>
                  </a:cubicBezTo>
                  <a:cubicBezTo>
                    <a:pt x="911" y="534"/>
                    <a:pt x="919" y="529"/>
                    <a:pt x="934" y="520"/>
                  </a:cubicBezTo>
                  <a:lnTo>
                    <a:pt x="934" y="520"/>
                  </a:lnTo>
                  <a:cubicBezTo>
                    <a:pt x="934" y="523"/>
                    <a:pt x="934" y="523"/>
                    <a:pt x="903" y="545"/>
                  </a:cubicBezTo>
                  <a:lnTo>
                    <a:pt x="903" y="548"/>
                  </a:lnTo>
                  <a:cubicBezTo>
                    <a:pt x="926" y="532"/>
                    <a:pt x="937" y="526"/>
                    <a:pt x="940" y="526"/>
                  </a:cubicBezTo>
                  <a:lnTo>
                    <a:pt x="940" y="526"/>
                  </a:lnTo>
                  <a:cubicBezTo>
                    <a:pt x="946" y="526"/>
                    <a:pt x="928" y="544"/>
                    <a:pt x="906" y="558"/>
                  </a:cubicBezTo>
                  <a:cubicBezTo>
                    <a:pt x="919" y="551"/>
                    <a:pt x="931" y="545"/>
                    <a:pt x="941" y="539"/>
                  </a:cubicBezTo>
                  <a:cubicBezTo>
                    <a:pt x="972" y="521"/>
                    <a:pt x="989" y="512"/>
                    <a:pt x="990" y="512"/>
                  </a:cubicBezTo>
                  <a:lnTo>
                    <a:pt x="990" y="512"/>
                  </a:lnTo>
                  <a:cubicBezTo>
                    <a:pt x="991" y="512"/>
                    <a:pt x="975" y="522"/>
                    <a:pt x="941" y="542"/>
                  </a:cubicBezTo>
                  <a:cubicBezTo>
                    <a:pt x="909" y="561"/>
                    <a:pt x="894" y="570"/>
                    <a:pt x="894" y="570"/>
                  </a:cubicBezTo>
                  <a:cubicBezTo>
                    <a:pt x="894" y="570"/>
                    <a:pt x="911" y="561"/>
                    <a:pt x="944" y="542"/>
                  </a:cubicBezTo>
                  <a:cubicBezTo>
                    <a:pt x="954" y="537"/>
                    <a:pt x="961" y="535"/>
                    <a:pt x="964" y="535"/>
                  </a:cubicBezTo>
                  <a:cubicBezTo>
                    <a:pt x="970" y="535"/>
                    <a:pt x="958" y="547"/>
                    <a:pt x="912" y="570"/>
                  </a:cubicBezTo>
                  <a:lnTo>
                    <a:pt x="869" y="592"/>
                  </a:lnTo>
                  <a:lnTo>
                    <a:pt x="869" y="592"/>
                  </a:lnTo>
                  <a:cubicBezTo>
                    <a:pt x="872" y="591"/>
                    <a:pt x="875" y="590"/>
                    <a:pt x="878" y="589"/>
                  </a:cubicBezTo>
                  <a:cubicBezTo>
                    <a:pt x="902" y="578"/>
                    <a:pt x="909" y="575"/>
                    <a:pt x="911" y="575"/>
                  </a:cubicBezTo>
                  <a:cubicBezTo>
                    <a:pt x="912" y="575"/>
                    <a:pt x="912" y="576"/>
                    <a:pt x="912" y="577"/>
                  </a:cubicBezTo>
                  <a:cubicBezTo>
                    <a:pt x="912" y="577"/>
                    <a:pt x="913" y="577"/>
                    <a:pt x="914" y="577"/>
                  </a:cubicBezTo>
                  <a:cubicBezTo>
                    <a:pt x="916" y="577"/>
                    <a:pt x="922" y="576"/>
                    <a:pt x="929" y="574"/>
                  </a:cubicBezTo>
                  <a:lnTo>
                    <a:pt x="929" y="574"/>
                  </a:lnTo>
                  <a:cubicBezTo>
                    <a:pt x="880" y="609"/>
                    <a:pt x="839" y="658"/>
                    <a:pt x="813" y="716"/>
                  </a:cubicBezTo>
                  <a:lnTo>
                    <a:pt x="813" y="716"/>
                  </a:lnTo>
                  <a:cubicBezTo>
                    <a:pt x="813" y="716"/>
                    <a:pt x="813" y="716"/>
                    <a:pt x="813" y="716"/>
                  </a:cubicBezTo>
                  <a:lnTo>
                    <a:pt x="813" y="716"/>
                  </a:lnTo>
                  <a:cubicBezTo>
                    <a:pt x="812" y="716"/>
                    <a:pt x="809" y="725"/>
                    <a:pt x="803" y="743"/>
                  </a:cubicBezTo>
                  <a:cubicBezTo>
                    <a:pt x="806" y="734"/>
                    <a:pt x="809" y="725"/>
                    <a:pt x="813" y="716"/>
                  </a:cubicBezTo>
                  <a:lnTo>
                    <a:pt x="813" y="716"/>
                  </a:lnTo>
                  <a:cubicBezTo>
                    <a:pt x="813" y="719"/>
                    <a:pt x="812" y="729"/>
                    <a:pt x="809" y="746"/>
                  </a:cubicBezTo>
                  <a:lnTo>
                    <a:pt x="815" y="746"/>
                  </a:lnTo>
                  <a:cubicBezTo>
                    <a:pt x="818" y="730"/>
                    <a:pt x="821" y="722"/>
                    <a:pt x="823" y="722"/>
                  </a:cubicBezTo>
                  <a:cubicBezTo>
                    <a:pt x="826" y="722"/>
                    <a:pt x="828" y="732"/>
                    <a:pt x="828" y="752"/>
                  </a:cubicBezTo>
                  <a:lnTo>
                    <a:pt x="831" y="752"/>
                  </a:lnTo>
                  <a:cubicBezTo>
                    <a:pt x="834" y="725"/>
                    <a:pt x="838" y="713"/>
                    <a:pt x="841" y="713"/>
                  </a:cubicBezTo>
                  <a:cubicBezTo>
                    <a:pt x="846" y="713"/>
                    <a:pt x="850" y="748"/>
                    <a:pt x="850" y="796"/>
                  </a:cubicBezTo>
                  <a:cubicBezTo>
                    <a:pt x="850" y="811"/>
                    <a:pt x="850" y="821"/>
                    <a:pt x="851" y="821"/>
                  </a:cubicBezTo>
                  <a:cubicBezTo>
                    <a:pt x="852" y="821"/>
                    <a:pt x="853" y="802"/>
                    <a:pt x="853" y="758"/>
                  </a:cubicBezTo>
                  <a:cubicBezTo>
                    <a:pt x="856" y="721"/>
                    <a:pt x="856" y="721"/>
                    <a:pt x="859" y="721"/>
                  </a:cubicBezTo>
                  <a:cubicBezTo>
                    <a:pt x="859" y="758"/>
                    <a:pt x="865" y="761"/>
                    <a:pt x="869" y="761"/>
                  </a:cubicBezTo>
                  <a:cubicBezTo>
                    <a:pt x="869" y="761"/>
                    <a:pt x="872" y="765"/>
                    <a:pt x="878" y="802"/>
                  </a:cubicBezTo>
                  <a:cubicBezTo>
                    <a:pt x="876" y="783"/>
                    <a:pt x="876" y="774"/>
                    <a:pt x="876" y="774"/>
                  </a:cubicBezTo>
                  <a:lnTo>
                    <a:pt x="876" y="774"/>
                  </a:lnTo>
                  <a:cubicBezTo>
                    <a:pt x="876" y="774"/>
                    <a:pt x="878" y="783"/>
                    <a:pt x="881" y="802"/>
                  </a:cubicBezTo>
                  <a:cubicBezTo>
                    <a:pt x="887" y="827"/>
                    <a:pt x="890" y="852"/>
                    <a:pt x="890" y="877"/>
                  </a:cubicBezTo>
                  <a:lnTo>
                    <a:pt x="887" y="877"/>
                  </a:lnTo>
                  <a:cubicBezTo>
                    <a:pt x="887" y="877"/>
                    <a:pt x="884" y="877"/>
                    <a:pt x="887" y="915"/>
                  </a:cubicBezTo>
                  <a:cubicBezTo>
                    <a:pt x="887" y="940"/>
                    <a:pt x="894" y="965"/>
                    <a:pt x="900" y="990"/>
                  </a:cubicBezTo>
                  <a:cubicBezTo>
                    <a:pt x="904" y="1006"/>
                    <a:pt x="906" y="1015"/>
                    <a:pt x="907" y="1015"/>
                  </a:cubicBezTo>
                  <a:cubicBezTo>
                    <a:pt x="908" y="1015"/>
                    <a:pt x="905" y="997"/>
                    <a:pt x="900" y="953"/>
                  </a:cubicBezTo>
                  <a:cubicBezTo>
                    <a:pt x="897" y="915"/>
                    <a:pt x="890" y="840"/>
                    <a:pt x="887" y="802"/>
                  </a:cubicBezTo>
                  <a:cubicBezTo>
                    <a:pt x="887" y="794"/>
                    <a:pt x="887" y="789"/>
                    <a:pt x="887" y="786"/>
                  </a:cubicBezTo>
                  <a:lnTo>
                    <a:pt x="887" y="786"/>
                  </a:lnTo>
                  <a:cubicBezTo>
                    <a:pt x="887" y="766"/>
                    <a:pt x="886" y="749"/>
                    <a:pt x="887" y="749"/>
                  </a:cubicBezTo>
                  <a:lnTo>
                    <a:pt x="887" y="749"/>
                  </a:lnTo>
                  <a:cubicBezTo>
                    <a:pt x="888" y="749"/>
                    <a:pt x="889" y="754"/>
                    <a:pt x="890" y="765"/>
                  </a:cubicBezTo>
                  <a:cubicBezTo>
                    <a:pt x="886" y="727"/>
                    <a:pt x="883" y="708"/>
                    <a:pt x="885" y="708"/>
                  </a:cubicBezTo>
                  <a:lnTo>
                    <a:pt x="885" y="708"/>
                  </a:lnTo>
                  <a:cubicBezTo>
                    <a:pt x="886" y="708"/>
                    <a:pt x="890" y="727"/>
                    <a:pt x="900" y="765"/>
                  </a:cubicBezTo>
                  <a:cubicBezTo>
                    <a:pt x="905" y="783"/>
                    <a:pt x="908" y="793"/>
                    <a:pt x="909" y="793"/>
                  </a:cubicBezTo>
                  <a:cubicBezTo>
                    <a:pt x="910" y="793"/>
                    <a:pt x="909" y="783"/>
                    <a:pt x="906" y="765"/>
                  </a:cubicBezTo>
                  <a:lnTo>
                    <a:pt x="906" y="765"/>
                  </a:lnTo>
                  <a:cubicBezTo>
                    <a:pt x="916" y="802"/>
                    <a:pt x="919" y="802"/>
                    <a:pt x="922" y="802"/>
                  </a:cubicBezTo>
                  <a:cubicBezTo>
                    <a:pt x="925" y="812"/>
                    <a:pt x="927" y="816"/>
                    <a:pt x="928" y="816"/>
                  </a:cubicBezTo>
                  <a:cubicBezTo>
                    <a:pt x="929" y="816"/>
                    <a:pt x="922" y="791"/>
                    <a:pt x="916" y="765"/>
                  </a:cubicBezTo>
                  <a:cubicBezTo>
                    <a:pt x="906" y="729"/>
                    <a:pt x="901" y="711"/>
                    <a:pt x="902" y="711"/>
                  </a:cubicBezTo>
                  <a:lnTo>
                    <a:pt x="902" y="711"/>
                  </a:lnTo>
                  <a:cubicBezTo>
                    <a:pt x="902" y="711"/>
                    <a:pt x="908" y="729"/>
                    <a:pt x="919" y="765"/>
                  </a:cubicBezTo>
                  <a:cubicBezTo>
                    <a:pt x="928" y="802"/>
                    <a:pt x="937" y="837"/>
                    <a:pt x="953" y="874"/>
                  </a:cubicBezTo>
                  <a:lnTo>
                    <a:pt x="931" y="802"/>
                  </a:lnTo>
                  <a:cubicBezTo>
                    <a:pt x="922" y="775"/>
                    <a:pt x="915" y="750"/>
                    <a:pt x="916" y="750"/>
                  </a:cubicBezTo>
                  <a:lnTo>
                    <a:pt x="916" y="750"/>
                  </a:lnTo>
                  <a:cubicBezTo>
                    <a:pt x="916" y="750"/>
                    <a:pt x="918" y="755"/>
                    <a:pt x="922" y="765"/>
                  </a:cubicBezTo>
                  <a:cubicBezTo>
                    <a:pt x="925" y="777"/>
                    <a:pt x="928" y="790"/>
                    <a:pt x="934" y="802"/>
                  </a:cubicBezTo>
                  <a:cubicBezTo>
                    <a:pt x="934" y="802"/>
                    <a:pt x="934" y="802"/>
                    <a:pt x="935" y="802"/>
                  </a:cubicBezTo>
                  <a:cubicBezTo>
                    <a:pt x="935" y="802"/>
                    <a:pt x="939" y="804"/>
                    <a:pt x="950" y="837"/>
                  </a:cubicBezTo>
                  <a:cubicBezTo>
                    <a:pt x="964" y="878"/>
                    <a:pt x="971" y="895"/>
                    <a:pt x="971" y="895"/>
                  </a:cubicBezTo>
                  <a:cubicBezTo>
                    <a:pt x="972" y="895"/>
                    <a:pt x="970" y="886"/>
                    <a:pt x="966" y="871"/>
                  </a:cubicBezTo>
                  <a:cubicBezTo>
                    <a:pt x="966" y="871"/>
                    <a:pt x="953" y="837"/>
                    <a:pt x="941" y="799"/>
                  </a:cubicBezTo>
                  <a:lnTo>
                    <a:pt x="941" y="799"/>
                  </a:lnTo>
                  <a:lnTo>
                    <a:pt x="956" y="834"/>
                  </a:lnTo>
                  <a:cubicBezTo>
                    <a:pt x="958" y="842"/>
                    <a:pt x="962" y="850"/>
                    <a:pt x="964" y="858"/>
                  </a:cubicBezTo>
                  <a:lnTo>
                    <a:pt x="964" y="858"/>
                  </a:lnTo>
                  <a:cubicBezTo>
                    <a:pt x="960" y="837"/>
                    <a:pt x="955" y="817"/>
                    <a:pt x="947" y="799"/>
                  </a:cubicBezTo>
                  <a:cubicBezTo>
                    <a:pt x="931" y="765"/>
                    <a:pt x="934" y="765"/>
                    <a:pt x="934" y="765"/>
                  </a:cubicBezTo>
                  <a:cubicBezTo>
                    <a:pt x="934" y="765"/>
                    <a:pt x="937" y="765"/>
                    <a:pt x="922" y="730"/>
                  </a:cubicBezTo>
                  <a:cubicBezTo>
                    <a:pt x="910" y="701"/>
                    <a:pt x="907" y="694"/>
                    <a:pt x="908" y="694"/>
                  </a:cubicBezTo>
                  <a:lnTo>
                    <a:pt x="908" y="694"/>
                  </a:lnTo>
                  <a:cubicBezTo>
                    <a:pt x="908" y="694"/>
                    <a:pt x="909" y="695"/>
                    <a:pt x="909" y="696"/>
                  </a:cubicBezTo>
                  <a:cubicBezTo>
                    <a:pt x="912" y="705"/>
                    <a:pt x="919" y="718"/>
                    <a:pt x="925" y="730"/>
                  </a:cubicBezTo>
                  <a:cubicBezTo>
                    <a:pt x="920" y="720"/>
                    <a:pt x="918" y="716"/>
                    <a:pt x="919" y="716"/>
                  </a:cubicBezTo>
                  <a:lnTo>
                    <a:pt x="919" y="716"/>
                  </a:lnTo>
                  <a:cubicBezTo>
                    <a:pt x="919" y="716"/>
                    <a:pt x="930" y="739"/>
                    <a:pt x="944" y="761"/>
                  </a:cubicBezTo>
                  <a:cubicBezTo>
                    <a:pt x="953" y="779"/>
                    <a:pt x="958" y="787"/>
                    <a:pt x="958" y="787"/>
                  </a:cubicBezTo>
                  <a:cubicBezTo>
                    <a:pt x="959" y="787"/>
                    <a:pt x="955" y="779"/>
                    <a:pt x="947" y="761"/>
                  </a:cubicBezTo>
                  <a:lnTo>
                    <a:pt x="947" y="761"/>
                  </a:lnTo>
                  <a:lnTo>
                    <a:pt x="966" y="796"/>
                  </a:lnTo>
                  <a:cubicBezTo>
                    <a:pt x="966" y="796"/>
                    <a:pt x="963" y="796"/>
                    <a:pt x="981" y="827"/>
                  </a:cubicBezTo>
                  <a:cubicBezTo>
                    <a:pt x="981" y="827"/>
                    <a:pt x="984" y="827"/>
                    <a:pt x="1003" y="862"/>
                  </a:cubicBezTo>
                  <a:cubicBezTo>
                    <a:pt x="974" y="805"/>
                    <a:pt x="932" y="730"/>
                    <a:pt x="919" y="704"/>
                  </a:cubicBezTo>
                  <a:lnTo>
                    <a:pt x="919" y="704"/>
                  </a:lnTo>
                  <a:cubicBezTo>
                    <a:pt x="920" y="704"/>
                    <a:pt x="920" y="705"/>
                    <a:pt x="920" y="705"/>
                  </a:cubicBezTo>
                  <a:lnTo>
                    <a:pt x="920" y="705"/>
                  </a:lnTo>
                  <a:cubicBezTo>
                    <a:pt x="920" y="704"/>
                    <a:pt x="919" y="703"/>
                    <a:pt x="919" y="703"/>
                  </a:cubicBezTo>
                  <a:lnTo>
                    <a:pt x="919" y="703"/>
                  </a:lnTo>
                  <a:cubicBezTo>
                    <a:pt x="919" y="702"/>
                    <a:pt x="918" y="702"/>
                    <a:pt x="918" y="702"/>
                  </a:cubicBezTo>
                  <a:lnTo>
                    <a:pt x="918" y="702"/>
                  </a:lnTo>
                  <a:cubicBezTo>
                    <a:pt x="918" y="702"/>
                    <a:pt x="918" y="702"/>
                    <a:pt x="918" y="702"/>
                  </a:cubicBezTo>
                  <a:lnTo>
                    <a:pt x="918" y="702"/>
                  </a:lnTo>
                  <a:cubicBezTo>
                    <a:pt x="917" y="701"/>
                    <a:pt x="916" y="700"/>
                    <a:pt x="916" y="699"/>
                  </a:cubicBezTo>
                  <a:cubicBezTo>
                    <a:pt x="910" y="690"/>
                    <a:pt x="909" y="688"/>
                    <a:pt x="909" y="688"/>
                  </a:cubicBezTo>
                  <a:lnTo>
                    <a:pt x="909" y="688"/>
                  </a:lnTo>
                  <a:cubicBezTo>
                    <a:pt x="909" y="688"/>
                    <a:pt x="911" y="690"/>
                    <a:pt x="912" y="690"/>
                  </a:cubicBezTo>
                  <a:cubicBezTo>
                    <a:pt x="912" y="690"/>
                    <a:pt x="912" y="690"/>
                    <a:pt x="912" y="689"/>
                  </a:cubicBezTo>
                  <a:cubicBezTo>
                    <a:pt x="915" y="693"/>
                    <a:pt x="917" y="696"/>
                    <a:pt x="919" y="699"/>
                  </a:cubicBezTo>
                  <a:lnTo>
                    <a:pt x="919" y="699"/>
                  </a:lnTo>
                  <a:cubicBezTo>
                    <a:pt x="919" y="699"/>
                    <a:pt x="919" y="699"/>
                    <a:pt x="919" y="699"/>
                  </a:cubicBezTo>
                  <a:lnTo>
                    <a:pt x="919" y="699"/>
                  </a:lnTo>
                  <a:lnTo>
                    <a:pt x="919" y="699"/>
                  </a:lnTo>
                  <a:lnTo>
                    <a:pt x="919" y="699"/>
                  </a:lnTo>
                  <a:cubicBezTo>
                    <a:pt x="919" y="699"/>
                    <a:pt x="919" y="699"/>
                    <a:pt x="919" y="699"/>
                  </a:cubicBezTo>
                  <a:lnTo>
                    <a:pt x="919" y="699"/>
                  </a:lnTo>
                  <a:cubicBezTo>
                    <a:pt x="920" y="700"/>
                    <a:pt x="920" y="701"/>
                    <a:pt x="921" y="702"/>
                  </a:cubicBezTo>
                  <a:lnTo>
                    <a:pt x="921" y="702"/>
                  </a:lnTo>
                  <a:cubicBezTo>
                    <a:pt x="921" y="701"/>
                    <a:pt x="921" y="701"/>
                    <a:pt x="921" y="701"/>
                  </a:cubicBezTo>
                  <a:lnTo>
                    <a:pt x="921" y="701"/>
                  </a:lnTo>
                  <a:cubicBezTo>
                    <a:pt x="921" y="701"/>
                    <a:pt x="922" y="702"/>
                    <a:pt x="922" y="702"/>
                  </a:cubicBezTo>
                  <a:lnTo>
                    <a:pt x="922" y="702"/>
                  </a:lnTo>
                  <a:cubicBezTo>
                    <a:pt x="922" y="703"/>
                    <a:pt x="923" y="703"/>
                    <a:pt x="923" y="704"/>
                  </a:cubicBezTo>
                  <a:lnTo>
                    <a:pt x="923" y="704"/>
                  </a:lnTo>
                  <a:cubicBezTo>
                    <a:pt x="923" y="703"/>
                    <a:pt x="923" y="703"/>
                    <a:pt x="923" y="703"/>
                  </a:cubicBezTo>
                  <a:lnTo>
                    <a:pt x="923" y="703"/>
                  </a:lnTo>
                  <a:lnTo>
                    <a:pt x="926" y="707"/>
                  </a:lnTo>
                  <a:lnTo>
                    <a:pt x="926" y="707"/>
                  </a:lnTo>
                  <a:cubicBezTo>
                    <a:pt x="926" y="707"/>
                    <a:pt x="926" y="706"/>
                    <a:pt x="926" y="706"/>
                  </a:cubicBezTo>
                  <a:lnTo>
                    <a:pt x="926" y="706"/>
                  </a:lnTo>
                  <a:cubicBezTo>
                    <a:pt x="927" y="708"/>
                    <a:pt x="928" y="709"/>
                    <a:pt x="928" y="710"/>
                  </a:cubicBezTo>
                  <a:lnTo>
                    <a:pt x="928" y="710"/>
                  </a:lnTo>
                  <a:lnTo>
                    <a:pt x="928" y="709"/>
                  </a:lnTo>
                  <a:lnTo>
                    <a:pt x="928" y="709"/>
                  </a:lnTo>
                  <a:cubicBezTo>
                    <a:pt x="928" y="710"/>
                    <a:pt x="928" y="710"/>
                    <a:pt x="928" y="710"/>
                  </a:cubicBezTo>
                  <a:lnTo>
                    <a:pt x="928" y="710"/>
                  </a:lnTo>
                  <a:cubicBezTo>
                    <a:pt x="928" y="710"/>
                    <a:pt x="928" y="709"/>
                    <a:pt x="927" y="709"/>
                  </a:cubicBezTo>
                  <a:lnTo>
                    <a:pt x="927" y="709"/>
                  </a:lnTo>
                  <a:lnTo>
                    <a:pt x="928" y="709"/>
                  </a:lnTo>
                  <a:lnTo>
                    <a:pt x="928" y="709"/>
                  </a:lnTo>
                  <a:cubicBezTo>
                    <a:pt x="927" y="708"/>
                    <a:pt x="926" y="707"/>
                    <a:pt x="925" y="706"/>
                  </a:cubicBezTo>
                  <a:lnTo>
                    <a:pt x="925" y="706"/>
                  </a:lnTo>
                  <a:cubicBezTo>
                    <a:pt x="925" y="706"/>
                    <a:pt x="925" y="706"/>
                    <a:pt x="926" y="706"/>
                  </a:cubicBezTo>
                  <a:lnTo>
                    <a:pt x="926" y="706"/>
                  </a:lnTo>
                  <a:cubicBezTo>
                    <a:pt x="925" y="705"/>
                    <a:pt x="924" y="705"/>
                    <a:pt x="923" y="704"/>
                  </a:cubicBezTo>
                  <a:lnTo>
                    <a:pt x="923" y="704"/>
                  </a:lnTo>
                  <a:cubicBezTo>
                    <a:pt x="924" y="704"/>
                    <a:pt x="924" y="705"/>
                    <a:pt x="925" y="706"/>
                  </a:cubicBezTo>
                  <a:lnTo>
                    <a:pt x="925" y="706"/>
                  </a:lnTo>
                  <a:cubicBezTo>
                    <a:pt x="925" y="706"/>
                    <a:pt x="924" y="705"/>
                    <a:pt x="924" y="705"/>
                  </a:cubicBezTo>
                  <a:lnTo>
                    <a:pt x="924" y="705"/>
                  </a:lnTo>
                  <a:cubicBezTo>
                    <a:pt x="925" y="706"/>
                    <a:pt x="925" y="707"/>
                    <a:pt x="926" y="708"/>
                  </a:cubicBezTo>
                  <a:lnTo>
                    <a:pt x="926" y="708"/>
                  </a:lnTo>
                  <a:cubicBezTo>
                    <a:pt x="926" y="708"/>
                    <a:pt x="925" y="707"/>
                    <a:pt x="925" y="707"/>
                  </a:cubicBezTo>
                  <a:lnTo>
                    <a:pt x="925" y="707"/>
                  </a:lnTo>
                  <a:lnTo>
                    <a:pt x="924" y="705"/>
                  </a:lnTo>
                  <a:lnTo>
                    <a:pt x="924" y="705"/>
                  </a:lnTo>
                  <a:cubicBezTo>
                    <a:pt x="924" y="705"/>
                    <a:pt x="924" y="705"/>
                    <a:pt x="924" y="705"/>
                  </a:cubicBezTo>
                  <a:lnTo>
                    <a:pt x="924" y="705"/>
                  </a:lnTo>
                  <a:cubicBezTo>
                    <a:pt x="923" y="704"/>
                    <a:pt x="922" y="703"/>
                    <a:pt x="921" y="702"/>
                  </a:cubicBezTo>
                  <a:lnTo>
                    <a:pt x="921" y="702"/>
                  </a:lnTo>
                  <a:cubicBezTo>
                    <a:pt x="921" y="702"/>
                    <a:pt x="921" y="702"/>
                    <a:pt x="921" y="702"/>
                  </a:cubicBezTo>
                  <a:lnTo>
                    <a:pt x="921" y="702"/>
                  </a:lnTo>
                  <a:lnTo>
                    <a:pt x="919" y="699"/>
                  </a:lnTo>
                  <a:lnTo>
                    <a:pt x="919" y="699"/>
                  </a:lnTo>
                  <a:cubicBezTo>
                    <a:pt x="920" y="701"/>
                    <a:pt x="921" y="702"/>
                    <a:pt x="922" y="704"/>
                  </a:cubicBezTo>
                  <a:lnTo>
                    <a:pt x="922" y="704"/>
                  </a:lnTo>
                  <a:cubicBezTo>
                    <a:pt x="922" y="704"/>
                    <a:pt x="921" y="703"/>
                    <a:pt x="920" y="703"/>
                  </a:cubicBezTo>
                  <a:lnTo>
                    <a:pt x="920" y="703"/>
                  </a:lnTo>
                  <a:cubicBezTo>
                    <a:pt x="921" y="704"/>
                    <a:pt x="922" y="705"/>
                    <a:pt x="923" y="707"/>
                  </a:cubicBezTo>
                  <a:lnTo>
                    <a:pt x="923" y="707"/>
                  </a:lnTo>
                  <a:cubicBezTo>
                    <a:pt x="922" y="706"/>
                    <a:pt x="921" y="706"/>
                    <a:pt x="920" y="705"/>
                  </a:cubicBezTo>
                  <a:lnTo>
                    <a:pt x="920" y="705"/>
                  </a:lnTo>
                  <a:cubicBezTo>
                    <a:pt x="924" y="709"/>
                    <a:pt x="927" y="713"/>
                    <a:pt x="930" y="718"/>
                  </a:cubicBezTo>
                  <a:lnTo>
                    <a:pt x="930" y="718"/>
                  </a:lnTo>
                  <a:cubicBezTo>
                    <a:pt x="927" y="713"/>
                    <a:pt x="925" y="709"/>
                    <a:pt x="923" y="707"/>
                  </a:cubicBezTo>
                  <a:lnTo>
                    <a:pt x="923" y="707"/>
                  </a:lnTo>
                  <a:cubicBezTo>
                    <a:pt x="924" y="708"/>
                    <a:pt x="925" y="708"/>
                    <a:pt x="925" y="708"/>
                  </a:cubicBezTo>
                  <a:lnTo>
                    <a:pt x="925" y="708"/>
                  </a:lnTo>
                  <a:lnTo>
                    <a:pt x="925" y="708"/>
                  </a:lnTo>
                  <a:cubicBezTo>
                    <a:pt x="933" y="719"/>
                    <a:pt x="939" y="727"/>
                    <a:pt x="941" y="727"/>
                  </a:cubicBezTo>
                  <a:cubicBezTo>
                    <a:pt x="963" y="758"/>
                    <a:pt x="963" y="758"/>
                    <a:pt x="984" y="790"/>
                  </a:cubicBezTo>
                  <a:cubicBezTo>
                    <a:pt x="984" y="790"/>
                    <a:pt x="988" y="787"/>
                    <a:pt x="966" y="758"/>
                  </a:cubicBezTo>
                  <a:lnTo>
                    <a:pt x="939" y="724"/>
                  </a:lnTo>
                  <a:lnTo>
                    <a:pt x="939" y="724"/>
                  </a:lnTo>
                  <a:cubicBezTo>
                    <a:pt x="940" y="726"/>
                    <a:pt x="942" y="728"/>
                    <a:pt x="944" y="730"/>
                  </a:cubicBezTo>
                  <a:cubicBezTo>
                    <a:pt x="961" y="748"/>
                    <a:pt x="972" y="761"/>
                    <a:pt x="977" y="766"/>
                  </a:cubicBezTo>
                  <a:lnTo>
                    <a:pt x="977" y="766"/>
                  </a:lnTo>
                  <a:cubicBezTo>
                    <a:pt x="971" y="760"/>
                    <a:pt x="957" y="743"/>
                    <a:pt x="934" y="716"/>
                  </a:cubicBezTo>
                  <a:lnTo>
                    <a:pt x="934" y="716"/>
                  </a:lnTo>
                  <a:cubicBezTo>
                    <a:pt x="937" y="719"/>
                    <a:pt x="940" y="723"/>
                    <a:pt x="944" y="727"/>
                  </a:cubicBezTo>
                  <a:lnTo>
                    <a:pt x="933" y="715"/>
                  </a:lnTo>
                  <a:lnTo>
                    <a:pt x="933" y="715"/>
                  </a:lnTo>
                  <a:lnTo>
                    <a:pt x="932" y="714"/>
                  </a:lnTo>
                  <a:lnTo>
                    <a:pt x="932" y="714"/>
                  </a:lnTo>
                  <a:cubicBezTo>
                    <a:pt x="931" y="713"/>
                    <a:pt x="930" y="711"/>
                    <a:pt x="928" y="710"/>
                  </a:cubicBezTo>
                  <a:lnTo>
                    <a:pt x="928" y="710"/>
                  </a:lnTo>
                  <a:lnTo>
                    <a:pt x="929" y="710"/>
                  </a:lnTo>
                  <a:lnTo>
                    <a:pt x="933" y="715"/>
                  </a:lnTo>
                  <a:lnTo>
                    <a:pt x="933" y="715"/>
                  </a:lnTo>
                  <a:lnTo>
                    <a:pt x="947" y="727"/>
                  </a:lnTo>
                  <a:lnTo>
                    <a:pt x="931" y="711"/>
                  </a:lnTo>
                  <a:lnTo>
                    <a:pt x="931" y="711"/>
                  </a:lnTo>
                  <a:lnTo>
                    <a:pt x="931" y="711"/>
                  </a:lnTo>
                  <a:cubicBezTo>
                    <a:pt x="937" y="716"/>
                    <a:pt x="942" y="720"/>
                    <a:pt x="942" y="720"/>
                  </a:cubicBezTo>
                  <a:cubicBezTo>
                    <a:pt x="942" y="720"/>
                    <a:pt x="942" y="719"/>
                    <a:pt x="941" y="718"/>
                  </a:cubicBezTo>
                  <a:cubicBezTo>
                    <a:pt x="939" y="718"/>
                    <a:pt x="937" y="715"/>
                    <a:pt x="932" y="712"/>
                  </a:cubicBezTo>
                  <a:lnTo>
                    <a:pt x="932" y="712"/>
                  </a:lnTo>
                  <a:lnTo>
                    <a:pt x="959" y="724"/>
                  </a:lnTo>
                  <a:cubicBezTo>
                    <a:pt x="928" y="705"/>
                    <a:pt x="928" y="708"/>
                    <a:pt x="931" y="705"/>
                  </a:cubicBezTo>
                  <a:lnTo>
                    <a:pt x="931" y="705"/>
                  </a:lnTo>
                  <a:cubicBezTo>
                    <a:pt x="934" y="705"/>
                    <a:pt x="964" y="712"/>
                    <a:pt x="973" y="712"/>
                  </a:cubicBezTo>
                  <a:cubicBezTo>
                    <a:pt x="974" y="712"/>
                    <a:pt x="975" y="712"/>
                    <a:pt x="975" y="711"/>
                  </a:cubicBezTo>
                  <a:lnTo>
                    <a:pt x="937" y="702"/>
                  </a:lnTo>
                  <a:lnTo>
                    <a:pt x="941" y="702"/>
                  </a:lnTo>
                  <a:lnTo>
                    <a:pt x="975" y="711"/>
                  </a:lnTo>
                  <a:cubicBezTo>
                    <a:pt x="961" y="706"/>
                    <a:pt x="959" y="705"/>
                    <a:pt x="961" y="705"/>
                  </a:cubicBezTo>
                  <a:cubicBezTo>
                    <a:pt x="965" y="705"/>
                    <a:pt x="978" y="708"/>
                    <a:pt x="978" y="708"/>
                  </a:cubicBezTo>
                  <a:cubicBezTo>
                    <a:pt x="1007" y="716"/>
                    <a:pt x="1024" y="719"/>
                    <a:pt x="1031" y="719"/>
                  </a:cubicBezTo>
                  <a:cubicBezTo>
                    <a:pt x="1041" y="719"/>
                    <a:pt x="1024" y="711"/>
                    <a:pt x="978" y="702"/>
                  </a:cubicBezTo>
                  <a:cubicBezTo>
                    <a:pt x="942" y="694"/>
                    <a:pt x="924" y="691"/>
                    <a:pt x="925" y="691"/>
                  </a:cubicBezTo>
                  <a:lnTo>
                    <a:pt x="925" y="691"/>
                  </a:lnTo>
                  <a:cubicBezTo>
                    <a:pt x="925" y="691"/>
                    <a:pt x="944" y="694"/>
                    <a:pt x="981" y="699"/>
                  </a:cubicBezTo>
                  <a:cubicBezTo>
                    <a:pt x="1014" y="704"/>
                    <a:pt x="1033" y="707"/>
                    <a:pt x="1037" y="707"/>
                  </a:cubicBezTo>
                  <a:cubicBezTo>
                    <a:pt x="1042" y="707"/>
                    <a:pt x="1024" y="703"/>
                    <a:pt x="981" y="696"/>
                  </a:cubicBezTo>
                  <a:cubicBezTo>
                    <a:pt x="963" y="694"/>
                    <a:pt x="954" y="693"/>
                    <a:pt x="959" y="693"/>
                  </a:cubicBezTo>
                  <a:cubicBezTo>
                    <a:pt x="965" y="693"/>
                    <a:pt x="984" y="694"/>
                    <a:pt x="1022" y="699"/>
                  </a:cubicBezTo>
                  <a:cubicBezTo>
                    <a:pt x="1036" y="701"/>
                    <a:pt x="1045" y="702"/>
                    <a:pt x="1049" y="702"/>
                  </a:cubicBezTo>
                  <a:cubicBezTo>
                    <a:pt x="1054" y="702"/>
                    <a:pt x="1045" y="700"/>
                    <a:pt x="1022" y="696"/>
                  </a:cubicBezTo>
                  <a:cubicBezTo>
                    <a:pt x="953" y="686"/>
                    <a:pt x="926" y="682"/>
                    <a:pt x="933" y="682"/>
                  </a:cubicBezTo>
                  <a:cubicBezTo>
                    <a:pt x="937" y="682"/>
                    <a:pt x="955" y="684"/>
                    <a:pt x="984" y="686"/>
                  </a:cubicBezTo>
                  <a:cubicBezTo>
                    <a:pt x="1018" y="690"/>
                    <a:pt x="1037" y="692"/>
                    <a:pt x="1041" y="692"/>
                  </a:cubicBezTo>
                  <a:cubicBezTo>
                    <a:pt x="1045" y="692"/>
                    <a:pt x="1027" y="690"/>
                    <a:pt x="988" y="686"/>
                  </a:cubicBezTo>
                  <a:cubicBezTo>
                    <a:pt x="960" y="682"/>
                    <a:pt x="953" y="679"/>
                    <a:pt x="980" y="679"/>
                  </a:cubicBezTo>
                  <a:cubicBezTo>
                    <a:pt x="990" y="679"/>
                    <a:pt x="1005" y="679"/>
                    <a:pt x="1025" y="680"/>
                  </a:cubicBezTo>
                  <a:cubicBezTo>
                    <a:pt x="1025" y="680"/>
                    <a:pt x="1028" y="677"/>
                    <a:pt x="991" y="674"/>
                  </a:cubicBezTo>
                  <a:cubicBezTo>
                    <a:pt x="953" y="671"/>
                    <a:pt x="916" y="664"/>
                    <a:pt x="991" y="664"/>
                  </a:cubicBezTo>
                  <a:cubicBezTo>
                    <a:pt x="991" y="664"/>
                    <a:pt x="991" y="661"/>
                    <a:pt x="991" y="658"/>
                  </a:cubicBezTo>
                  <a:lnTo>
                    <a:pt x="994" y="655"/>
                  </a:lnTo>
                  <a:lnTo>
                    <a:pt x="994" y="655"/>
                  </a:lnTo>
                  <a:cubicBezTo>
                    <a:pt x="993" y="655"/>
                    <a:pt x="992" y="655"/>
                    <a:pt x="991" y="655"/>
                  </a:cubicBezTo>
                  <a:cubicBezTo>
                    <a:pt x="959" y="655"/>
                    <a:pt x="957" y="611"/>
                    <a:pt x="991" y="595"/>
                  </a:cubicBezTo>
                  <a:cubicBezTo>
                    <a:pt x="991" y="594"/>
                    <a:pt x="991" y="593"/>
                    <a:pt x="988" y="593"/>
                  </a:cubicBezTo>
                  <a:cubicBezTo>
                    <a:pt x="984" y="593"/>
                    <a:pt x="975" y="595"/>
                    <a:pt x="956" y="602"/>
                  </a:cubicBezTo>
                  <a:cubicBezTo>
                    <a:pt x="947" y="604"/>
                    <a:pt x="942" y="605"/>
                    <a:pt x="941" y="605"/>
                  </a:cubicBezTo>
                  <a:cubicBezTo>
                    <a:pt x="937" y="605"/>
                    <a:pt x="965" y="595"/>
                    <a:pt x="991" y="586"/>
                  </a:cubicBezTo>
                  <a:lnTo>
                    <a:pt x="991" y="586"/>
                  </a:lnTo>
                  <a:cubicBezTo>
                    <a:pt x="991" y="586"/>
                    <a:pt x="990" y="586"/>
                    <a:pt x="956" y="592"/>
                  </a:cubicBezTo>
                  <a:lnTo>
                    <a:pt x="953" y="592"/>
                  </a:lnTo>
                  <a:cubicBezTo>
                    <a:pt x="974" y="585"/>
                    <a:pt x="983" y="581"/>
                    <a:pt x="980" y="581"/>
                  </a:cubicBezTo>
                  <a:lnTo>
                    <a:pt x="980" y="581"/>
                  </a:lnTo>
                  <a:cubicBezTo>
                    <a:pt x="977" y="581"/>
                    <a:pt x="968" y="584"/>
                    <a:pt x="953" y="589"/>
                  </a:cubicBezTo>
                  <a:cubicBezTo>
                    <a:pt x="932" y="595"/>
                    <a:pt x="923" y="596"/>
                    <a:pt x="919" y="596"/>
                  </a:cubicBezTo>
                  <a:cubicBezTo>
                    <a:pt x="916" y="596"/>
                    <a:pt x="916" y="595"/>
                    <a:pt x="916" y="595"/>
                  </a:cubicBezTo>
                  <a:cubicBezTo>
                    <a:pt x="953" y="580"/>
                    <a:pt x="950" y="577"/>
                    <a:pt x="950" y="573"/>
                  </a:cubicBezTo>
                  <a:cubicBezTo>
                    <a:pt x="950" y="572"/>
                    <a:pt x="948" y="572"/>
                    <a:pt x="946" y="572"/>
                  </a:cubicBezTo>
                  <a:cubicBezTo>
                    <a:pt x="942" y="572"/>
                    <a:pt x="935" y="573"/>
                    <a:pt x="929" y="574"/>
                  </a:cubicBezTo>
                  <a:lnTo>
                    <a:pt x="929" y="574"/>
                  </a:lnTo>
                  <a:cubicBezTo>
                    <a:pt x="987" y="533"/>
                    <a:pt x="1057" y="510"/>
                    <a:pt x="1130" y="510"/>
                  </a:cubicBezTo>
                  <a:cubicBezTo>
                    <a:pt x="1165" y="510"/>
                    <a:pt x="1200" y="515"/>
                    <a:pt x="1235" y="526"/>
                  </a:cubicBezTo>
                  <a:cubicBezTo>
                    <a:pt x="1270" y="537"/>
                    <a:pt x="1302" y="553"/>
                    <a:pt x="1331" y="573"/>
                  </a:cubicBezTo>
                  <a:lnTo>
                    <a:pt x="1331" y="573"/>
                  </a:lnTo>
                  <a:cubicBezTo>
                    <a:pt x="1367" y="564"/>
                    <a:pt x="1367" y="555"/>
                    <a:pt x="1367" y="551"/>
                  </a:cubicBezTo>
                  <a:cubicBezTo>
                    <a:pt x="1367" y="545"/>
                    <a:pt x="1364" y="539"/>
                    <a:pt x="1364" y="536"/>
                  </a:cubicBezTo>
                  <a:cubicBezTo>
                    <a:pt x="1386" y="521"/>
                    <a:pt x="1394" y="515"/>
                    <a:pt x="1386" y="515"/>
                  </a:cubicBezTo>
                  <a:cubicBezTo>
                    <a:pt x="1382" y="515"/>
                    <a:pt x="1374" y="517"/>
                    <a:pt x="1361" y="520"/>
                  </a:cubicBezTo>
                  <a:lnTo>
                    <a:pt x="1323" y="526"/>
                  </a:lnTo>
                  <a:cubicBezTo>
                    <a:pt x="1385" y="511"/>
                    <a:pt x="1389" y="474"/>
                    <a:pt x="1348" y="474"/>
                  </a:cubicBezTo>
                  <a:cubicBezTo>
                    <a:pt x="1340" y="474"/>
                    <a:pt x="1329" y="476"/>
                    <a:pt x="1317" y="479"/>
                  </a:cubicBezTo>
                  <a:lnTo>
                    <a:pt x="1351" y="467"/>
                  </a:lnTo>
                  <a:cubicBezTo>
                    <a:pt x="1389" y="454"/>
                    <a:pt x="1386" y="451"/>
                    <a:pt x="1382" y="442"/>
                  </a:cubicBezTo>
                  <a:cubicBezTo>
                    <a:pt x="1382" y="439"/>
                    <a:pt x="1342" y="436"/>
                    <a:pt x="1339" y="423"/>
                  </a:cubicBezTo>
                  <a:cubicBezTo>
                    <a:pt x="1335" y="413"/>
                    <a:pt x="1332" y="406"/>
                    <a:pt x="1321" y="406"/>
                  </a:cubicBezTo>
                  <a:cubicBezTo>
                    <a:pt x="1316" y="406"/>
                    <a:pt x="1307" y="408"/>
                    <a:pt x="1295" y="414"/>
                  </a:cubicBezTo>
                  <a:cubicBezTo>
                    <a:pt x="1295" y="410"/>
                    <a:pt x="1295" y="410"/>
                    <a:pt x="1326" y="395"/>
                  </a:cubicBezTo>
                  <a:cubicBezTo>
                    <a:pt x="1364" y="382"/>
                    <a:pt x="1361" y="379"/>
                    <a:pt x="1361" y="373"/>
                  </a:cubicBezTo>
                  <a:lnTo>
                    <a:pt x="1361" y="373"/>
                  </a:lnTo>
                  <a:cubicBezTo>
                    <a:pt x="1335" y="379"/>
                    <a:pt x="1314" y="389"/>
                    <a:pt x="1292" y="401"/>
                  </a:cubicBezTo>
                  <a:cubicBezTo>
                    <a:pt x="1277" y="409"/>
                    <a:pt x="1268" y="413"/>
                    <a:pt x="1265" y="413"/>
                  </a:cubicBezTo>
                  <a:cubicBezTo>
                    <a:pt x="1261" y="413"/>
                    <a:pt x="1267" y="406"/>
                    <a:pt x="1285" y="392"/>
                  </a:cubicBezTo>
                  <a:cubicBezTo>
                    <a:pt x="1309" y="373"/>
                    <a:pt x="1311" y="359"/>
                    <a:pt x="1294" y="359"/>
                  </a:cubicBezTo>
                  <a:cubicBezTo>
                    <a:pt x="1289" y="359"/>
                    <a:pt x="1282" y="360"/>
                    <a:pt x="1273" y="363"/>
                  </a:cubicBezTo>
                  <a:cubicBezTo>
                    <a:pt x="1273" y="360"/>
                    <a:pt x="1270" y="357"/>
                    <a:pt x="1304" y="338"/>
                  </a:cubicBezTo>
                  <a:cubicBezTo>
                    <a:pt x="1325" y="322"/>
                    <a:pt x="1345" y="304"/>
                    <a:pt x="1335" y="304"/>
                  </a:cubicBezTo>
                  <a:cubicBezTo>
                    <a:pt x="1330" y="304"/>
                    <a:pt x="1318" y="308"/>
                    <a:pt x="1295" y="320"/>
                  </a:cubicBezTo>
                  <a:cubicBezTo>
                    <a:pt x="1292" y="316"/>
                    <a:pt x="1292" y="316"/>
                    <a:pt x="1323" y="295"/>
                  </a:cubicBezTo>
                  <a:cubicBezTo>
                    <a:pt x="1342" y="281"/>
                    <a:pt x="1361" y="268"/>
                    <a:pt x="1358" y="268"/>
                  </a:cubicBezTo>
                  <a:lnTo>
                    <a:pt x="1358" y="268"/>
                  </a:lnTo>
                  <a:cubicBezTo>
                    <a:pt x="1357" y="268"/>
                    <a:pt x="1346" y="273"/>
                    <a:pt x="1320" y="288"/>
                  </a:cubicBezTo>
                  <a:cubicBezTo>
                    <a:pt x="1309" y="292"/>
                    <a:pt x="1301" y="294"/>
                    <a:pt x="1295" y="294"/>
                  </a:cubicBezTo>
                  <a:cubicBezTo>
                    <a:pt x="1281" y="294"/>
                    <a:pt x="1284" y="282"/>
                    <a:pt x="1304" y="260"/>
                  </a:cubicBezTo>
                  <a:cubicBezTo>
                    <a:pt x="1303" y="259"/>
                    <a:pt x="1302" y="258"/>
                    <a:pt x="1300" y="258"/>
                  </a:cubicBezTo>
                  <a:cubicBezTo>
                    <a:pt x="1296" y="258"/>
                    <a:pt x="1288" y="262"/>
                    <a:pt x="1270" y="276"/>
                  </a:cubicBezTo>
                  <a:lnTo>
                    <a:pt x="1238" y="298"/>
                  </a:lnTo>
                  <a:cubicBezTo>
                    <a:pt x="1269" y="273"/>
                    <a:pt x="1284" y="262"/>
                    <a:pt x="1282" y="262"/>
                  </a:cubicBezTo>
                  <a:lnTo>
                    <a:pt x="1282" y="262"/>
                  </a:lnTo>
                  <a:cubicBezTo>
                    <a:pt x="1281" y="262"/>
                    <a:pt x="1265" y="272"/>
                    <a:pt x="1235" y="291"/>
                  </a:cubicBezTo>
                  <a:cubicBezTo>
                    <a:pt x="1221" y="302"/>
                    <a:pt x="1213" y="306"/>
                    <a:pt x="1211" y="306"/>
                  </a:cubicBezTo>
                  <a:cubicBezTo>
                    <a:pt x="1210" y="306"/>
                    <a:pt x="1217" y="300"/>
                    <a:pt x="1232" y="288"/>
                  </a:cubicBezTo>
                  <a:cubicBezTo>
                    <a:pt x="1260" y="263"/>
                    <a:pt x="1257" y="260"/>
                    <a:pt x="1257" y="260"/>
                  </a:cubicBezTo>
                  <a:cubicBezTo>
                    <a:pt x="1254" y="257"/>
                    <a:pt x="1213" y="263"/>
                    <a:pt x="1201" y="248"/>
                  </a:cubicBezTo>
                  <a:cubicBezTo>
                    <a:pt x="1192" y="234"/>
                    <a:pt x="1185" y="226"/>
                    <a:pt x="1175" y="226"/>
                  </a:cubicBezTo>
                  <a:cubicBezTo>
                    <a:pt x="1168" y="226"/>
                    <a:pt x="1159" y="231"/>
                    <a:pt x="1147" y="244"/>
                  </a:cubicBezTo>
                  <a:cubicBezTo>
                    <a:pt x="1134" y="256"/>
                    <a:pt x="1127" y="262"/>
                    <a:pt x="1126" y="262"/>
                  </a:cubicBezTo>
                  <a:cubicBezTo>
                    <a:pt x="1125" y="262"/>
                    <a:pt x="1131" y="255"/>
                    <a:pt x="1144" y="238"/>
                  </a:cubicBezTo>
                  <a:cubicBezTo>
                    <a:pt x="1166" y="207"/>
                    <a:pt x="1163" y="204"/>
                    <a:pt x="1160" y="204"/>
                  </a:cubicBezTo>
                  <a:cubicBezTo>
                    <a:pt x="1157" y="200"/>
                    <a:pt x="1157" y="197"/>
                    <a:pt x="1179" y="166"/>
                  </a:cubicBezTo>
                  <a:lnTo>
                    <a:pt x="1179" y="166"/>
                  </a:lnTo>
                  <a:cubicBezTo>
                    <a:pt x="1160" y="187"/>
                    <a:pt x="1155" y="192"/>
                    <a:pt x="1153" y="192"/>
                  </a:cubicBezTo>
                  <a:cubicBezTo>
                    <a:pt x="1152" y="192"/>
                    <a:pt x="1151" y="192"/>
                    <a:pt x="1151" y="191"/>
                  </a:cubicBezTo>
                  <a:cubicBezTo>
                    <a:pt x="1164" y="176"/>
                    <a:pt x="1169" y="168"/>
                    <a:pt x="1167" y="168"/>
                  </a:cubicBezTo>
                  <a:lnTo>
                    <a:pt x="1167" y="168"/>
                  </a:lnTo>
                  <a:cubicBezTo>
                    <a:pt x="1165" y="168"/>
                    <a:pt x="1157" y="173"/>
                    <a:pt x="1144" y="185"/>
                  </a:cubicBezTo>
                  <a:cubicBezTo>
                    <a:pt x="1120" y="213"/>
                    <a:pt x="1107" y="227"/>
                    <a:pt x="1106" y="227"/>
                  </a:cubicBezTo>
                  <a:cubicBezTo>
                    <a:pt x="1106" y="227"/>
                    <a:pt x="1117" y="212"/>
                    <a:pt x="1141" y="182"/>
                  </a:cubicBezTo>
                  <a:cubicBezTo>
                    <a:pt x="1160" y="161"/>
                    <a:pt x="1171" y="135"/>
                    <a:pt x="1169" y="135"/>
                  </a:cubicBezTo>
                  <a:lnTo>
                    <a:pt x="1169" y="135"/>
                  </a:lnTo>
                  <a:cubicBezTo>
                    <a:pt x="1168" y="135"/>
                    <a:pt x="1165" y="139"/>
                    <a:pt x="1160" y="147"/>
                  </a:cubicBezTo>
                  <a:cubicBezTo>
                    <a:pt x="1135" y="179"/>
                    <a:pt x="1129" y="172"/>
                    <a:pt x="1104" y="200"/>
                  </a:cubicBezTo>
                  <a:cubicBezTo>
                    <a:pt x="1100" y="200"/>
                    <a:pt x="1100" y="197"/>
                    <a:pt x="1119" y="166"/>
                  </a:cubicBezTo>
                  <a:cubicBezTo>
                    <a:pt x="1126" y="153"/>
                    <a:pt x="1125" y="148"/>
                    <a:pt x="1120" y="148"/>
                  </a:cubicBezTo>
                  <a:cubicBezTo>
                    <a:pt x="1112" y="148"/>
                    <a:pt x="1092" y="162"/>
                    <a:pt x="1078" y="182"/>
                  </a:cubicBezTo>
                  <a:cubicBezTo>
                    <a:pt x="1069" y="197"/>
                    <a:pt x="1064" y="205"/>
                    <a:pt x="1063" y="205"/>
                  </a:cubicBezTo>
                  <a:cubicBezTo>
                    <a:pt x="1062" y="205"/>
                    <a:pt x="1066" y="196"/>
                    <a:pt x="1075" y="179"/>
                  </a:cubicBezTo>
                  <a:cubicBezTo>
                    <a:pt x="1097" y="147"/>
                    <a:pt x="1094" y="144"/>
                    <a:pt x="1091" y="141"/>
                  </a:cubicBezTo>
                  <a:lnTo>
                    <a:pt x="1091" y="141"/>
                  </a:lnTo>
                  <a:cubicBezTo>
                    <a:pt x="1085" y="150"/>
                    <a:pt x="1082" y="154"/>
                    <a:pt x="1081" y="154"/>
                  </a:cubicBezTo>
                  <a:cubicBezTo>
                    <a:pt x="1080" y="154"/>
                    <a:pt x="1093" y="131"/>
                    <a:pt x="1107" y="106"/>
                  </a:cubicBezTo>
                  <a:cubicBezTo>
                    <a:pt x="1129" y="75"/>
                    <a:pt x="1125" y="75"/>
                    <a:pt x="1116" y="69"/>
                  </a:cubicBezTo>
                  <a:lnTo>
                    <a:pt x="1116" y="69"/>
                  </a:lnTo>
                  <a:cubicBezTo>
                    <a:pt x="1103" y="87"/>
                    <a:pt x="1093" y="93"/>
                    <a:pt x="1085" y="93"/>
                  </a:cubicBezTo>
                  <a:cubicBezTo>
                    <a:pt x="1079" y="93"/>
                    <a:pt x="1074" y="90"/>
                    <a:pt x="1069" y="88"/>
                  </a:cubicBezTo>
                  <a:cubicBezTo>
                    <a:pt x="1066" y="86"/>
                    <a:pt x="1064" y="85"/>
                    <a:pt x="1061" y="85"/>
                  </a:cubicBezTo>
                  <a:cubicBezTo>
                    <a:pt x="1045" y="85"/>
                    <a:pt x="1026" y="116"/>
                    <a:pt x="997" y="175"/>
                  </a:cubicBezTo>
                  <a:lnTo>
                    <a:pt x="1031" y="69"/>
                  </a:lnTo>
                  <a:lnTo>
                    <a:pt x="1031" y="69"/>
                  </a:lnTo>
                  <a:cubicBezTo>
                    <a:pt x="1019" y="88"/>
                    <a:pt x="1010" y="113"/>
                    <a:pt x="1003" y="138"/>
                  </a:cubicBezTo>
                  <a:cubicBezTo>
                    <a:pt x="997" y="155"/>
                    <a:pt x="993" y="163"/>
                    <a:pt x="991" y="163"/>
                  </a:cubicBezTo>
                  <a:cubicBezTo>
                    <a:pt x="989" y="163"/>
                    <a:pt x="989" y="154"/>
                    <a:pt x="991" y="135"/>
                  </a:cubicBezTo>
                  <a:cubicBezTo>
                    <a:pt x="994" y="113"/>
                    <a:pt x="995" y="103"/>
                    <a:pt x="992" y="103"/>
                  </a:cubicBezTo>
                  <a:lnTo>
                    <a:pt x="992" y="103"/>
                  </a:lnTo>
                  <a:cubicBezTo>
                    <a:pt x="990" y="103"/>
                    <a:pt x="986" y="112"/>
                    <a:pt x="978" y="128"/>
                  </a:cubicBezTo>
                  <a:cubicBezTo>
                    <a:pt x="975" y="125"/>
                    <a:pt x="972" y="125"/>
                    <a:pt x="978" y="88"/>
                  </a:cubicBezTo>
                  <a:cubicBezTo>
                    <a:pt x="977" y="87"/>
                    <a:pt x="977" y="86"/>
                    <a:pt x="976" y="86"/>
                  </a:cubicBezTo>
                  <a:cubicBezTo>
                    <a:pt x="975" y="86"/>
                    <a:pt x="973" y="93"/>
                    <a:pt x="966" y="122"/>
                  </a:cubicBezTo>
                  <a:cubicBezTo>
                    <a:pt x="961" y="140"/>
                    <a:pt x="958" y="149"/>
                    <a:pt x="957" y="149"/>
                  </a:cubicBezTo>
                  <a:cubicBezTo>
                    <a:pt x="955" y="149"/>
                    <a:pt x="956" y="139"/>
                    <a:pt x="959" y="119"/>
                  </a:cubicBezTo>
                  <a:cubicBezTo>
                    <a:pt x="967" y="74"/>
                    <a:pt x="965" y="56"/>
                    <a:pt x="962" y="56"/>
                  </a:cubicBezTo>
                  <a:lnTo>
                    <a:pt x="962" y="56"/>
                  </a:lnTo>
                  <a:cubicBezTo>
                    <a:pt x="959" y="56"/>
                    <a:pt x="956" y="64"/>
                    <a:pt x="953" y="78"/>
                  </a:cubicBezTo>
                  <a:cubicBezTo>
                    <a:pt x="944" y="116"/>
                    <a:pt x="941" y="116"/>
                    <a:pt x="937" y="116"/>
                  </a:cubicBezTo>
                  <a:cubicBezTo>
                    <a:pt x="937" y="115"/>
                    <a:pt x="936" y="115"/>
                    <a:pt x="935" y="115"/>
                  </a:cubicBezTo>
                  <a:cubicBezTo>
                    <a:pt x="933" y="115"/>
                    <a:pt x="929" y="121"/>
                    <a:pt x="922" y="150"/>
                  </a:cubicBezTo>
                  <a:lnTo>
                    <a:pt x="916" y="147"/>
                  </a:lnTo>
                  <a:cubicBezTo>
                    <a:pt x="913" y="147"/>
                    <a:pt x="918" y="113"/>
                    <a:pt x="924" y="113"/>
                  </a:cubicBezTo>
                  <a:cubicBezTo>
                    <a:pt x="924" y="113"/>
                    <a:pt x="925" y="113"/>
                    <a:pt x="925" y="113"/>
                  </a:cubicBezTo>
                  <a:lnTo>
                    <a:pt x="925" y="72"/>
                  </a:lnTo>
                  <a:cubicBezTo>
                    <a:pt x="916" y="72"/>
                    <a:pt x="912" y="72"/>
                    <a:pt x="906" y="106"/>
                  </a:cubicBezTo>
                  <a:cubicBezTo>
                    <a:pt x="900" y="144"/>
                    <a:pt x="897" y="163"/>
                    <a:pt x="897" y="163"/>
                  </a:cubicBezTo>
                  <a:cubicBezTo>
                    <a:pt x="897" y="163"/>
                    <a:pt x="900" y="144"/>
                    <a:pt x="903" y="106"/>
                  </a:cubicBezTo>
                  <a:cubicBezTo>
                    <a:pt x="905" y="80"/>
                    <a:pt x="904" y="53"/>
                    <a:pt x="901" y="53"/>
                  </a:cubicBezTo>
                  <a:cubicBezTo>
                    <a:pt x="900" y="53"/>
                    <a:pt x="899" y="58"/>
                    <a:pt x="897" y="69"/>
                  </a:cubicBezTo>
                  <a:cubicBezTo>
                    <a:pt x="893" y="100"/>
                    <a:pt x="891" y="111"/>
                    <a:pt x="889" y="111"/>
                  </a:cubicBezTo>
                  <a:cubicBezTo>
                    <a:pt x="888" y="111"/>
                    <a:pt x="889" y="88"/>
                    <a:pt x="890" y="66"/>
                  </a:cubicBezTo>
                  <a:cubicBezTo>
                    <a:pt x="895" y="28"/>
                    <a:pt x="897" y="9"/>
                    <a:pt x="895" y="9"/>
                  </a:cubicBezTo>
                  <a:close/>
                  <a:moveTo>
                    <a:pt x="1421" y="664"/>
                  </a:moveTo>
                  <a:cubicBezTo>
                    <a:pt x="1412" y="669"/>
                    <a:pt x="1395" y="673"/>
                    <a:pt x="1370" y="674"/>
                  </a:cubicBezTo>
                  <a:cubicBezTo>
                    <a:pt x="1408" y="677"/>
                    <a:pt x="1404" y="686"/>
                    <a:pt x="1404" y="696"/>
                  </a:cubicBezTo>
                  <a:cubicBezTo>
                    <a:pt x="1404" y="702"/>
                    <a:pt x="1401" y="708"/>
                    <a:pt x="1364" y="708"/>
                  </a:cubicBezTo>
                  <a:cubicBezTo>
                    <a:pt x="1401" y="711"/>
                    <a:pt x="1401" y="714"/>
                    <a:pt x="1401" y="718"/>
                  </a:cubicBezTo>
                  <a:lnTo>
                    <a:pt x="1326" y="711"/>
                  </a:lnTo>
                  <a:lnTo>
                    <a:pt x="1288" y="708"/>
                  </a:lnTo>
                  <a:lnTo>
                    <a:pt x="1288" y="708"/>
                  </a:lnTo>
                  <a:cubicBezTo>
                    <a:pt x="1310" y="718"/>
                    <a:pt x="1335" y="724"/>
                    <a:pt x="1361" y="724"/>
                  </a:cubicBezTo>
                  <a:cubicBezTo>
                    <a:pt x="1361" y="727"/>
                    <a:pt x="1436" y="740"/>
                    <a:pt x="1436" y="743"/>
                  </a:cubicBezTo>
                  <a:cubicBezTo>
                    <a:pt x="1459" y="752"/>
                    <a:pt x="1467" y="757"/>
                    <a:pt x="1461" y="757"/>
                  </a:cubicBezTo>
                  <a:cubicBezTo>
                    <a:pt x="1457" y="757"/>
                    <a:pt x="1449" y="756"/>
                    <a:pt x="1436" y="752"/>
                  </a:cubicBezTo>
                  <a:cubicBezTo>
                    <a:pt x="1426" y="751"/>
                    <a:pt x="1418" y="751"/>
                    <a:pt x="1412" y="751"/>
                  </a:cubicBezTo>
                  <a:cubicBezTo>
                    <a:pt x="1397" y="751"/>
                    <a:pt x="1395" y="754"/>
                    <a:pt x="1395" y="758"/>
                  </a:cubicBezTo>
                  <a:cubicBezTo>
                    <a:pt x="1392" y="768"/>
                    <a:pt x="1389" y="774"/>
                    <a:pt x="1426" y="783"/>
                  </a:cubicBezTo>
                  <a:cubicBezTo>
                    <a:pt x="1426" y="787"/>
                    <a:pt x="1423" y="790"/>
                    <a:pt x="1423" y="790"/>
                  </a:cubicBezTo>
                  <a:cubicBezTo>
                    <a:pt x="1411" y="787"/>
                    <a:pt x="1401" y="787"/>
                    <a:pt x="1394" y="787"/>
                  </a:cubicBezTo>
                  <a:cubicBezTo>
                    <a:pt x="1362" y="787"/>
                    <a:pt x="1388" y="808"/>
                    <a:pt x="1417" y="821"/>
                  </a:cubicBezTo>
                  <a:cubicBezTo>
                    <a:pt x="1431" y="824"/>
                    <a:pt x="1434" y="826"/>
                    <a:pt x="1431" y="826"/>
                  </a:cubicBezTo>
                  <a:cubicBezTo>
                    <a:pt x="1426" y="826"/>
                    <a:pt x="1402" y="822"/>
                    <a:pt x="1376" y="818"/>
                  </a:cubicBezTo>
                  <a:cubicBezTo>
                    <a:pt x="1357" y="815"/>
                    <a:pt x="1339" y="812"/>
                    <a:pt x="1334" y="812"/>
                  </a:cubicBezTo>
                  <a:cubicBezTo>
                    <a:pt x="1329" y="812"/>
                    <a:pt x="1339" y="815"/>
                    <a:pt x="1376" y="824"/>
                  </a:cubicBezTo>
                  <a:cubicBezTo>
                    <a:pt x="1404" y="831"/>
                    <a:pt x="1430" y="841"/>
                    <a:pt x="1410" y="841"/>
                  </a:cubicBezTo>
                  <a:cubicBezTo>
                    <a:pt x="1404" y="841"/>
                    <a:pt x="1391" y="840"/>
                    <a:pt x="1370" y="837"/>
                  </a:cubicBezTo>
                  <a:cubicBezTo>
                    <a:pt x="1357" y="835"/>
                    <a:pt x="1349" y="834"/>
                    <a:pt x="1343" y="834"/>
                  </a:cubicBezTo>
                  <a:cubicBezTo>
                    <a:pt x="1331" y="834"/>
                    <a:pt x="1329" y="837"/>
                    <a:pt x="1329" y="837"/>
                  </a:cubicBezTo>
                  <a:cubicBezTo>
                    <a:pt x="1341" y="841"/>
                    <a:pt x="1345" y="843"/>
                    <a:pt x="1343" y="843"/>
                  </a:cubicBezTo>
                  <a:cubicBezTo>
                    <a:pt x="1340" y="843"/>
                    <a:pt x="1317" y="836"/>
                    <a:pt x="1292" y="827"/>
                  </a:cubicBezTo>
                  <a:cubicBezTo>
                    <a:pt x="1259" y="816"/>
                    <a:pt x="1241" y="810"/>
                    <a:pt x="1238" y="810"/>
                  </a:cubicBezTo>
                  <a:lnTo>
                    <a:pt x="1238" y="810"/>
                  </a:lnTo>
                  <a:cubicBezTo>
                    <a:pt x="1234" y="810"/>
                    <a:pt x="1251" y="818"/>
                    <a:pt x="1288" y="834"/>
                  </a:cubicBezTo>
                  <a:cubicBezTo>
                    <a:pt x="1361" y="859"/>
                    <a:pt x="1361" y="865"/>
                    <a:pt x="1342" y="896"/>
                  </a:cubicBezTo>
                  <a:cubicBezTo>
                    <a:pt x="1332" y="914"/>
                    <a:pt x="1327" y="923"/>
                    <a:pt x="1317" y="923"/>
                  </a:cubicBezTo>
                  <a:cubicBezTo>
                    <a:pt x="1310" y="923"/>
                    <a:pt x="1302" y="919"/>
                    <a:pt x="1288" y="912"/>
                  </a:cubicBezTo>
                  <a:lnTo>
                    <a:pt x="1257" y="893"/>
                  </a:lnTo>
                  <a:lnTo>
                    <a:pt x="1254" y="899"/>
                  </a:lnTo>
                  <a:cubicBezTo>
                    <a:pt x="1298" y="922"/>
                    <a:pt x="1325" y="941"/>
                    <a:pt x="1319" y="941"/>
                  </a:cubicBezTo>
                  <a:cubicBezTo>
                    <a:pt x="1316" y="941"/>
                    <a:pt x="1304" y="936"/>
                    <a:pt x="1282" y="924"/>
                  </a:cubicBezTo>
                  <a:lnTo>
                    <a:pt x="1276" y="931"/>
                  </a:lnTo>
                  <a:cubicBezTo>
                    <a:pt x="1310" y="949"/>
                    <a:pt x="1307" y="953"/>
                    <a:pt x="1298" y="962"/>
                  </a:cubicBezTo>
                  <a:cubicBezTo>
                    <a:pt x="1295" y="966"/>
                    <a:pt x="1293" y="969"/>
                    <a:pt x="1288" y="969"/>
                  </a:cubicBezTo>
                  <a:cubicBezTo>
                    <a:pt x="1283" y="969"/>
                    <a:pt x="1274" y="965"/>
                    <a:pt x="1257" y="953"/>
                  </a:cubicBezTo>
                  <a:cubicBezTo>
                    <a:pt x="1243" y="942"/>
                    <a:pt x="1236" y="935"/>
                    <a:pt x="1236" y="935"/>
                  </a:cubicBezTo>
                  <a:lnTo>
                    <a:pt x="1236" y="935"/>
                  </a:lnTo>
                  <a:cubicBezTo>
                    <a:pt x="1235" y="935"/>
                    <a:pt x="1241" y="942"/>
                    <a:pt x="1254" y="956"/>
                  </a:cubicBezTo>
                  <a:cubicBezTo>
                    <a:pt x="1277" y="981"/>
                    <a:pt x="1290" y="995"/>
                    <a:pt x="1286" y="995"/>
                  </a:cubicBezTo>
                  <a:cubicBezTo>
                    <a:pt x="1282" y="995"/>
                    <a:pt x="1252" y="972"/>
                    <a:pt x="1185" y="921"/>
                  </a:cubicBezTo>
                  <a:lnTo>
                    <a:pt x="1185" y="921"/>
                  </a:lnTo>
                  <a:cubicBezTo>
                    <a:pt x="1247" y="977"/>
                    <a:pt x="1291" y="1022"/>
                    <a:pt x="1287" y="1022"/>
                  </a:cubicBezTo>
                  <a:cubicBezTo>
                    <a:pt x="1286" y="1022"/>
                    <a:pt x="1278" y="1016"/>
                    <a:pt x="1263" y="1003"/>
                  </a:cubicBezTo>
                  <a:cubicBezTo>
                    <a:pt x="1237" y="979"/>
                    <a:pt x="1222" y="967"/>
                    <a:pt x="1219" y="967"/>
                  </a:cubicBezTo>
                  <a:lnTo>
                    <a:pt x="1219" y="967"/>
                  </a:lnTo>
                  <a:cubicBezTo>
                    <a:pt x="1216" y="967"/>
                    <a:pt x="1227" y="982"/>
                    <a:pt x="1254" y="1012"/>
                  </a:cubicBezTo>
                  <a:cubicBezTo>
                    <a:pt x="1270" y="1030"/>
                    <a:pt x="1280" y="1051"/>
                    <a:pt x="1274" y="1051"/>
                  </a:cubicBezTo>
                  <a:cubicBezTo>
                    <a:pt x="1270" y="1051"/>
                    <a:pt x="1260" y="1043"/>
                    <a:pt x="1241" y="1022"/>
                  </a:cubicBezTo>
                  <a:cubicBezTo>
                    <a:pt x="1241" y="1022"/>
                    <a:pt x="1219" y="996"/>
                    <a:pt x="1214" y="996"/>
                  </a:cubicBezTo>
                  <a:cubicBezTo>
                    <a:pt x="1214" y="996"/>
                    <a:pt x="1213" y="996"/>
                    <a:pt x="1213" y="996"/>
                  </a:cubicBezTo>
                  <a:cubicBezTo>
                    <a:pt x="1191" y="981"/>
                    <a:pt x="1173" y="965"/>
                    <a:pt x="1157" y="946"/>
                  </a:cubicBezTo>
                  <a:lnTo>
                    <a:pt x="1157" y="946"/>
                  </a:lnTo>
                  <a:cubicBezTo>
                    <a:pt x="1173" y="965"/>
                    <a:pt x="1188" y="984"/>
                    <a:pt x="1207" y="1003"/>
                  </a:cubicBezTo>
                  <a:cubicBezTo>
                    <a:pt x="1235" y="1028"/>
                    <a:pt x="1232" y="1028"/>
                    <a:pt x="1229" y="1031"/>
                  </a:cubicBezTo>
                  <a:cubicBezTo>
                    <a:pt x="1229" y="1034"/>
                    <a:pt x="1226" y="1037"/>
                    <a:pt x="1226" y="1037"/>
                  </a:cubicBezTo>
                  <a:cubicBezTo>
                    <a:pt x="1244" y="1058"/>
                    <a:pt x="1262" y="1078"/>
                    <a:pt x="1260" y="1078"/>
                  </a:cubicBezTo>
                  <a:cubicBezTo>
                    <a:pt x="1259" y="1078"/>
                    <a:pt x="1255" y="1075"/>
                    <a:pt x="1248" y="1069"/>
                  </a:cubicBezTo>
                  <a:lnTo>
                    <a:pt x="1223" y="1040"/>
                  </a:lnTo>
                  <a:cubicBezTo>
                    <a:pt x="1222" y="1040"/>
                    <a:pt x="1221" y="1040"/>
                    <a:pt x="1221" y="1040"/>
                  </a:cubicBezTo>
                  <a:cubicBezTo>
                    <a:pt x="1217" y="1040"/>
                    <a:pt x="1211" y="1038"/>
                    <a:pt x="1188" y="1018"/>
                  </a:cubicBezTo>
                  <a:cubicBezTo>
                    <a:pt x="1178" y="1006"/>
                    <a:pt x="1171" y="999"/>
                    <a:pt x="1171" y="999"/>
                  </a:cubicBezTo>
                  <a:lnTo>
                    <a:pt x="1171" y="999"/>
                  </a:lnTo>
                  <a:cubicBezTo>
                    <a:pt x="1169" y="999"/>
                    <a:pt x="1180" y="1013"/>
                    <a:pt x="1210" y="1047"/>
                  </a:cubicBezTo>
                  <a:lnTo>
                    <a:pt x="1207" y="1050"/>
                  </a:lnTo>
                  <a:cubicBezTo>
                    <a:pt x="1191" y="1031"/>
                    <a:pt x="1172" y="1012"/>
                    <a:pt x="1154" y="996"/>
                  </a:cubicBezTo>
                  <a:lnTo>
                    <a:pt x="1154" y="996"/>
                  </a:lnTo>
                  <a:cubicBezTo>
                    <a:pt x="1151" y="996"/>
                    <a:pt x="1147" y="1000"/>
                    <a:pt x="1172" y="1028"/>
                  </a:cubicBezTo>
                  <a:cubicBezTo>
                    <a:pt x="1198" y="1056"/>
                    <a:pt x="1198" y="1056"/>
                    <a:pt x="1194" y="1059"/>
                  </a:cubicBezTo>
                  <a:cubicBezTo>
                    <a:pt x="1174" y="1045"/>
                    <a:pt x="1157" y="1028"/>
                    <a:pt x="1144" y="1008"/>
                  </a:cubicBezTo>
                  <a:lnTo>
                    <a:pt x="1144" y="1008"/>
                  </a:lnTo>
                  <a:lnTo>
                    <a:pt x="1160" y="1034"/>
                  </a:lnTo>
                  <a:cubicBezTo>
                    <a:pt x="1172" y="1051"/>
                    <a:pt x="1175" y="1060"/>
                    <a:pt x="1172" y="1060"/>
                  </a:cubicBezTo>
                  <a:cubicBezTo>
                    <a:pt x="1170" y="1060"/>
                    <a:pt x="1162" y="1053"/>
                    <a:pt x="1151" y="1040"/>
                  </a:cubicBezTo>
                  <a:lnTo>
                    <a:pt x="1144" y="1047"/>
                  </a:lnTo>
                  <a:cubicBezTo>
                    <a:pt x="1165" y="1075"/>
                    <a:pt x="1167" y="1085"/>
                    <a:pt x="1160" y="1085"/>
                  </a:cubicBezTo>
                  <a:cubicBezTo>
                    <a:pt x="1153" y="1085"/>
                    <a:pt x="1136" y="1072"/>
                    <a:pt x="1122" y="1056"/>
                  </a:cubicBezTo>
                  <a:cubicBezTo>
                    <a:pt x="1115" y="1046"/>
                    <a:pt x="1112" y="1043"/>
                    <a:pt x="1110" y="1043"/>
                  </a:cubicBezTo>
                  <a:lnTo>
                    <a:pt x="1110" y="1043"/>
                  </a:lnTo>
                  <a:cubicBezTo>
                    <a:pt x="1107" y="1043"/>
                    <a:pt x="1113" y="1059"/>
                    <a:pt x="1113" y="1059"/>
                  </a:cubicBezTo>
                  <a:cubicBezTo>
                    <a:pt x="1131" y="1093"/>
                    <a:pt x="1138" y="1110"/>
                    <a:pt x="1136" y="1110"/>
                  </a:cubicBezTo>
                  <a:cubicBezTo>
                    <a:pt x="1134" y="1110"/>
                    <a:pt x="1123" y="1094"/>
                    <a:pt x="1104" y="1062"/>
                  </a:cubicBezTo>
                  <a:cubicBezTo>
                    <a:pt x="1087" y="1030"/>
                    <a:pt x="1078" y="1013"/>
                    <a:pt x="1077" y="1013"/>
                  </a:cubicBezTo>
                  <a:lnTo>
                    <a:pt x="1077" y="1013"/>
                  </a:lnTo>
                  <a:cubicBezTo>
                    <a:pt x="1077" y="1013"/>
                    <a:pt x="1085" y="1031"/>
                    <a:pt x="1100" y="1065"/>
                  </a:cubicBezTo>
                  <a:cubicBezTo>
                    <a:pt x="1116" y="1100"/>
                    <a:pt x="1113" y="1100"/>
                    <a:pt x="1113" y="1100"/>
                  </a:cubicBezTo>
                  <a:cubicBezTo>
                    <a:pt x="1100" y="1076"/>
                    <a:pt x="1094" y="1066"/>
                    <a:pt x="1091" y="1066"/>
                  </a:cubicBezTo>
                  <a:lnTo>
                    <a:pt x="1091" y="1066"/>
                  </a:lnTo>
                  <a:cubicBezTo>
                    <a:pt x="1087" y="1066"/>
                    <a:pt x="1097" y="1097"/>
                    <a:pt x="1113" y="1141"/>
                  </a:cubicBezTo>
                  <a:cubicBezTo>
                    <a:pt x="1121" y="1159"/>
                    <a:pt x="1124" y="1168"/>
                    <a:pt x="1123" y="1168"/>
                  </a:cubicBezTo>
                  <a:cubicBezTo>
                    <a:pt x="1122" y="1168"/>
                    <a:pt x="1117" y="1160"/>
                    <a:pt x="1110" y="1144"/>
                  </a:cubicBezTo>
                  <a:cubicBezTo>
                    <a:pt x="1101" y="1127"/>
                    <a:pt x="1096" y="1118"/>
                    <a:pt x="1095" y="1118"/>
                  </a:cubicBezTo>
                  <a:lnTo>
                    <a:pt x="1095" y="1118"/>
                  </a:lnTo>
                  <a:cubicBezTo>
                    <a:pt x="1093" y="1118"/>
                    <a:pt x="1096" y="1128"/>
                    <a:pt x="1100" y="1147"/>
                  </a:cubicBezTo>
                  <a:cubicBezTo>
                    <a:pt x="1115" y="1181"/>
                    <a:pt x="1121" y="1199"/>
                    <a:pt x="1120" y="1199"/>
                  </a:cubicBezTo>
                  <a:cubicBezTo>
                    <a:pt x="1119" y="1199"/>
                    <a:pt x="1111" y="1181"/>
                    <a:pt x="1097" y="1147"/>
                  </a:cubicBezTo>
                  <a:cubicBezTo>
                    <a:pt x="1082" y="1113"/>
                    <a:pt x="1074" y="1096"/>
                    <a:pt x="1073" y="1096"/>
                  </a:cubicBezTo>
                  <a:lnTo>
                    <a:pt x="1073" y="1096"/>
                  </a:lnTo>
                  <a:cubicBezTo>
                    <a:pt x="1072" y="1096"/>
                    <a:pt x="1078" y="1114"/>
                    <a:pt x="1091" y="1150"/>
                  </a:cubicBezTo>
                  <a:cubicBezTo>
                    <a:pt x="1075" y="1116"/>
                    <a:pt x="1072" y="1116"/>
                    <a:pt x="1069" y="1116"/>
                  </a:cubicBezTo>
                  <a:cubicBezTo>
                    <a:pt x="1078" y="1153"/>
                    <a:pt x="1075" y="1153"/>
                    <a:pt x="1075" y="1153"/>
                  </a:cubicBezTo>
                  <a:cubicBezTo>
                    <a:pt x="1069" y="1156"/>
                    <a:pt x="1078" y="1191"/>
                    <a:pt x="1075" y="1194"/>
                  </a:cubicBezTo>
                  <a:lnTo>
                    <a:pt x="1066" y="1197"/>
                  </a:lnTo>
                  <a:cubicBezTo>
                    <a:pt x="1059" y="1181"/>
                    <a:pt x="1049" y="1173"/>
                    <a:pt x="1043" y="1173"/>
                  </a:cubicBezTo>
                  <a:cubicBezTo>
                    <a:pt x="1037" y="1173"/>
                    <a:pt x="1033" y="1179"/>
                    <a:pt x="1035" y="1191"/>
                  </a:cubicBezTo>
                  <a:lnTo>
                    <a:pt x="1035" y="1191"/>
                  </a:lnTo>
                  <a:cubicBezTo>
                    <a:pt x="1026" y="1189"/>
                    <a:pt x="1017" y="1186"/>
                    <a:pt x="1009" y="1183"/>
                  </a:cubicBezTo>
                  <a:lnTo>
                    <a:pt x="1009" y="1183"/>
                  </a:lnTo>
                  <a:cubicBezTo>
                    <a:pt x="1013" y="1203"/>
                    <a:pt x="1021" y="1223"/>
                    <a:pt x="1031" y="1241"/>
                  </a:cubicBezTo>
                  <a:cubicBezTo>
                    <a:pt x="1038" y="1241"/>
                    <a:pt x="1047" y="1238"/>
                    <a:pt x="1038" y="1203"/>
                  </a:cubicBezTo>
                  <a:cubicBezTo>
                    <a:pt x="1036" y="1199"/>
                    <a:pt x="1035" y="1195"/>
                    <a:pt x="1035" y="1191"/>
                  </a:cubicBezTo>
                  <a:lnTo>
                    <a:pt x="1035" y="1191"/>
                  </a:lnTo>
                  <a:cubicBezTo>
                    <a:pt x="1038" y="1192"/>
                    <a:pt x="1041" y="1193"/>
                    <a:pt x="1044" y="1194"/>
                  </a:cubicBezTo>
                  <a:cubicBezTo>
                    <a:pt x="1073" y="1201"/>
                    <a:pt x="1102" y="1205"/>
                    <a:pt x="1131" y="1205"/>
                  </a:cubicBezTo>
                  <a:cubicBezTo>
                    <a:pt x="1282" y="1205"/>
                    <a:pt x="1422" y="1105"/>
                    <a:pt x="1464" y="953"/>
                  </a:cubicBezTo>
                  <a:cubicBezTo>
                    <a:pt x="1494" y="850"/>
                    <a:pt x="1475" y="746"/>
                    <a:pt x="1421" y="664"/>
                  </a:cubicBezTo>
                  <a:close/>
                  <a:moveTo>
                    <a:pt x="993" y="1118"/>
                  </a:moveTo>
                  <a:lnTo>
                    <a:pt x="993" y="1118"/>
                  </a:lnTo>
                  <a:cubicBezTo>
                    <a:pt x="992" y="1118"/>
                    <a:pt x="992" y="1123"/>
                    <a:pt x="994" y="1134"/>
                  </a:cubicBezTo>
                  <a:cubicBezTo>
                    <a:pt x="995" y="1148"/>
                    <a:pt x="996" y="1163"/>
                    <a:pt x="997" y="1178"/>
                  </a:cubicBezTo>
                  <a:lnTo>
                    <a:pt x="997" y="1178"/>
                  </a:lnTo>
                  <a:cubicBezTo>
                    <a:pt x="990" y="1175"/>
                    <a:pt x="983" y="1172"/>
                    <a:pt x="976" y="1168"/>
                  </a:cubicBezTo>
                  <a:lnTo>
                    <a:pt x="976" y="1168"/>
                  </a:lnTo>
                  <a:cubicBezTo>
                    <a:pt x="979" y="1178"/>
                    <a:pt x="983" y="1194"/>
                    <a:pt x="988" y="1210"/>
                  </a:cubicBezTo>
                  <a:cubicBezTo>
                    <a:pt x="996" y="1236"/>
                    <a:pt x="1005" y="1261"/>
                    <a:pt x="1008" y="1261"/>
                  </a:cubicBezTo>
                  <a:cubicBezTo>
                    <a:pt x="1008" y="1261"/>
                    <a:pt x="1008" y="1257"/>
                    <a:pt x="1006" y="1247"/>
                  </a:cubicBezTo>
                  <a:cubicBezTo>
                    <a:pt x="1001" y="1225"/>
                    <a:pt x="998" y="1201"/>
                    <a:pt x="997" y="1178"/>
                  </a:cubicBezTo>
                  <a:lnTo>
                    <a:pt x="997" y="1178"/>
                  </a:lnTo>
                  <a:cubicBezTo>
                    <a:pt x="1001" y="1180"/>
                    <a:pt x="1005" y="1181"/>
                    <a:pt x="1009" y="1183"/>
                  </a:cubicBezTo>
                  <a:lnTo>
                    <a:pt x="1009" y="1183"/>
                  </a:lnTo>
                  <a:cubicBezTo>
                    <a:pt x="1008" y="1178"/>
                    <a:pt x="1007" y="1173"/>
                    <a:pt x="1006" y="1169"/>
                  </a:cubicBezTo>
                  <a:cubicBezTo>
                    <a:pt x="1002" y="1143"/>
                    <a:pt x="995" y="1118"/>
                    <a:pt x="993" y="1118"/>
                  </a:cubicBezTo>
                  <a:close/>
                  <a:moveTo>
                    <a:pt x="872" y="1025"/>
                  </a:moveTo>
                  <a:cubicBezTo>
                    <a:pt x="872" y="1025"/>
                    <a:pt x="869" y="1052"/>
                    <a:pt x="869" y="1084"/>
                  </a:cubicBezTo>
                  <a:lnTo>
                    <a:pt x="869" y="1084"/>
                  </a:lnTo>
                  <a:cubicBezTo>
                    <a:pt x="857" y="1071"/>
                    <a:pt x="847" y="1057"/>
                    <a:pt x="838" y="1042"/>
                  </a:cubicBezTo>
                  <a:lnTo>
                    <a:pt x="838" y="1042"/>
                  </a:lnTo>
                  <a:cubicBezTo>
                    <a:pt x="840" y="1052"/>
                    <a:pt x="839" y="1082"/>
                    <a:pt x="837" y="1138"/>
                  </a:cubicBezTo>
                  <a:cubicBezTo>
                    <a:pt x="834" y="1213"/>
                    <a:pt x="837" y="1250"/>
                    <a:pt x="840" y="1250"/>
                  </a:cubicBezTo>
                  <a:cubicBezTo>
                    <a:pt x="847" y="1225"/>
                    <a:pt x="850" y="1200"/>
                    <a:pt x="847" y="1175"/>
                  </a:cubicBezTo>
                  <a:cubicBezTo>
                    <a:pt x="847" y="1138"/>
                    <a:pt x="847" y="1119"/>
                    <a:pt x="849" y="1119"/>
                  </a:cubicBezTo>
                  <a:cubicBezTo>
                    <a:pt x="850" y="1119"/>
                    <a:pt x="853" y="1138"/>
                    <a:pt x="856" y="1175"/>
                  </a:cubicBezTo>
                  <a:cubicBezTo>
                    <a:pt x="861" y="1239"/>
                    <a:pt x="868" y="1268"/>
                    <a:pt x="875" y="1268"/>
                  </a:cubicBezTo>
                  <a:cubicBezTo>
                    <a:pt x="881" y="1268"/>
                    <a:pt x="886" y="1249"/>
                    <a:pt x="890" y="1216"/>
                  </a:cubicBezTo>
                  <a:cubicBezTo>
                    <a:pt x="897" y="1178"/>
                    <a:pt x="902" y="1159"/>
                    <a:pt x="905" y="1159"/>
                  </a:cubicBezTo>
                  <a:cubicBezTo>
                    <a:pt x="908" y="1159"/>
                    <a:pt x="909" y="1178"/>
                    <a:pt x="906" y="1216"/>
                  </a:cubicBezTo>
                  <a:cubicBezTo>
                    <a:pt x="904" y="1260"/>
                    <a:pt x="904" y="1278"/>
                    <a:pt x="904" y="1278"/>
                  </a:cubicBezTo>
                  <a:cubicBezTo>
                    <a:pt x="905" y="1278"/>
                    <a:pt x="907" y="1269"/>
                    <a:pt x="909" y="1253"/>
                  </a:cubicBezTo>
                  <a:lnTo>
                    <a:pt x="931" y="1253"/>
                  </a:lnTo>
                  <a:cubicBezTo>
                    <a:pt x="936" y="1235"/>
                    <a:pt x="937" y="1215"/>
                    <a:pt x="935" y="1196"/>
                  </a:cubicBezTo>
                  <a:lnTo>
                    <a:pt x="935" y="1196"/>
                  </a:lnTo>
                  <a:cubicBezTo>
                    <a:pt x="942" y="1231"/>
                    <a:pt x="949" y="1254"/>
                    <a:pt x="954" y="1254"/>
                  </a:cubicBezTo>
                  <a:cubicBezTo>
                    <a:pt x="957" y="1254"/>
                    <a:pt x="959" y="1241"/>
                    <a:pt x="959" y="1213"/>
                  </a:cubicBezTo>
                  <a:lnTo>
                    <a:pt x="969" y="1213"/>
                  </a:lnTo>
                  <a:cubicBezTo>
                    <a:pt x="972" y="1213"/>
                    <a:pt x="972" y="1213"/>
                    <a:pt x="969" y="1175"/>
                  </a:cubicBezTo>
                  <a:cubicBezTo>
                    <a:pt x="969" y="1171"/>
                    <a:pt x="969" y="1167"/>
                    <a:pt x="969" y="1165"/>
                  </a:cubicBezTo>
                  <a:lnTo>
                    <a:pt x="969" y="1165"/>
                  </a:lnTo>
                  <a:cubicBezTo>
                    <a:pt x="971" y="1166"/>
                    <a:pt x="974" y="1167"/>
                    <a:pt x="976" y="1168"/>
                  </a:cubicBezTo>
                  <a:lnTo>
                    <a:pt x="976" y="1168"/>
                  </a:lnTo>
                  <a:cubicBezTo>
                    <a:pt x="974" y="1163"/>
                    <a:pt x="972" y="1159"/>
                    <a:pt x="971" y="1159"/>
                  </a:cubicBezTo>
                  <a:cubicBezTo>
                    <a:pt x="970" y="1159"/>
                    <a:pt x="970" y="1161"/>
                    <a:pt x="969" y="1165"/>
                  </a:cubicBezTo>
                  <a:lnTo>
                    <a:pt x="969" y="1165"/>
                  </a:lnTo>
                  <a:cubicBezTo>
                    <a:pt x="965" y="1163"/>
                    <a:pt x="961" y="1160"/>
                    <a:pt x="957" y="1158"/>
                  </a:cubicBezTo>
                  <a:lnTo>
                    <a:pt x="957" y="1158"/>
                  </a:lnTo>
                  <a:lnTo>
                    <a:pt x="959" y="1175"/>
                  </a:lnTo>
                  <a:cubicBezTo>
                    <a:pt x="955" y="1175"/>
                    <a:pt x="955" y="1192"/>
                    <a:pt x="954" y="1192"/>
                  </a:cubicBezTo>
                  <a:cubicBezTo>
                    <a:pt x="953" y="1192"/>
                    <a:pt x="952" y="1188"/>
                    <a:pt x="950" y="1175"/>
                  </a:cubicBezTo>
                  <a:cubicBezTo>
                    <a:pt x="948" y="1175"/>
                    <a:pt x="948" y="1164"/>
                    <a:pt x="949" y="1154"/>
                  </a:cubicBezTo>
                  <a:lnTo>
                    <a:pt x="949" y="1154"/>
                  </a:lnTo>
                  <a:cubicBezTo>
                    <a:pt x="952" y="1155"/>
                    <a:pt x="954" y="1156"/>
                    <a:pt x="957" y="1158"/>
                  </a:cubicBezTo>
                  <a:lnTo>
                    <a:pt x="957" y="1158"/>
                  </a:lnTo>
                  <a:lnTo>
                    <a:pt x="953" y="1138"/>
                  </a:lnTo>
                  <a:cubicBezTo>
                    <a:pt x="952" y="1138"/>
                    <a:pt x="950" y="1145"/>
                    <a:pt x="949" y="1154"/>
                  </a:cubicBezTo>
                  <a:lnTo>
                    <a:pt x="949" y="1154"/>
                  </a:lnTo>
                  <a:cubicBezTo>
                    <a:pt x="921" y="1136"/>
                    <a:pt x="895" y="1114"/>
                    <a:pt x="873" y="1089"/>
                  </a:cubicBezTo>
                  <a:lnTo>
                    <a:pt x="873" y="1089"/>
                  </a:lnTo>
                  <a:cubicBezTo>
                    <a:pt x="872" y="1093"/>
                    <a:pt x="872" y="1096"/>
                    <a:pt x="872" y="1100"/>
                  </a:cubicBezTo>
                  <a:lnTo>
                    <a:pt x="869" y="1100"/>
                  </a:lnTo>
                  <a:cubicBezTo>
                    <a:pt x="869" y="1095"/>
                    <a:pt x="869" y="1089"/>
                    <a:pt x="869" y="1084"/>
                  </a:cubicBezTo>
                  <a:lnTo>
                    <a:pt x="869" y="1084"/>
                  </a:lnTo>
                  <a:cubicBezTo>
                    <a:pt x="870" y="1086"/>
                    <a:pt x="871" y="1087"/>
                    <a:pt x="873" y="1089"/>
                  </a:cubicBezTo>
                  <a:lnTo>
                    <a:pt x="873" y="1089"/>
                  </a:lnTo>
                  <a:cubicBezTo>
                    <a:pt x="875" y="1068"/>
                    <a:pt x="875" y="1046"/>
                    <a:pt x="875" y="1025"/>
                  </a:cubicBezTo>
                  <a:close/>
                  <a:moveTo>
                    <a:pt x="1426" y="1666"/>
                  </a:moveTo>
                  <a:cubicBezTo>
                    <a:pt x="1424" y="1666"/>
                    <a:pt x="1422" y="1666"/>
                    <a:pt x="1420" y="1667"/>
                  </a:cubicBezTo>
                  <a:cubicBezTo>
                    <a:pt x="1426" y="1692"/>
                    <a:pt x="1436" y="1714"/>
                    <a:pt x="1445" y="1739"/>
                  </a:cubicBezTo>
                  <a:cubicBezTo>
                    <a:pt x="1452" y="1752"/>
                    <a:pt x="1458" y="1759"/>
                    <a:pt x="1461" y="1759"/>
                  </a:cubicBezTo>
                  <a:cubicBezTo>
                    <a:pt x="1466" y="1759"/>
                    <a:pt x="1463" y="1740"/>
                    <a:pt x="1445" y="1695"/>
                  </a:cubicBezTo>
                  <a:cubicBezTo>
                    <a:pt x="1433" y="1672"/>
                    <a:pt x="1430" y="1666"/>
                    <a:pt x="1426" y="16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37"/>
            <p:cNvSpPr/>
            <p:nvPr/>
          </p:nvSpPr>
          <p:spPr>
            <a:xfrm>
              <a:off x="5150402" y="4034426"/>
              <a:ext cx="22082" cy="25951"/>
            </a:xfrm>
            <a:custGeom>
              <a:avLst/>
              <a:gdLst/>
              <a:ahLst/>
              <a:cxnLst/>
              <a:rect l="l" t="t" r="r" b="b"/>
              <a:pathLst>
                <a:path w="1486" h="1760" extrusionOk="0">
                  <a:moveTo>
                    <a:pt x="702" y="41"/>
                  </a:moveTo>
                  <a:cubicBezTo>
                    <a:pt x="696" y="44"/>
                    <a:pt x="708" y="78"/>
                    <a:pt x="708" y="78"/>
                  </a:cubicBezTo>
                  <a:cubicBezTo>
                    <a:pt x="712" y="92"/>
                    <a:pt x="701" y="104"/>
                    <a:pt x="686" y="114"/>
                  </a:cubicBezTo>
                  <a:lnTo>
                    <a:pt x="686" y="114"/>
                  </a:lnTo>
                  <a:cubicBezTo>
                    <a:pt x="704" y="122"/>
                    <a:pt x="720" y="131"/>
                    <a:pt x="735" y="142"/>
                  </a:cubicBezTo>
                  <a:lnTo>
                    <a:pt x="735" y="142"/>
                  </a:lnTo>
                  <a:cubicBezTo>
                    <a:pt x="733" y="129"/>
                    <a:pt x="733" y="129"/>
                    <a:pt x="727" y="113"/>
                  </a:cubicBezTo>
                  <a:cubicBezTo>
                    <a:pt x="721" y="88"/>
                    <a:pt x="712" y="66"/>
                    <a:pt x="702" y="41"/>
                  </a:cubicBezTo>
                  <a:close/>
                  <a:moveTo>
                    <a:pt x="787" y="141"/>
                  </a:moveTo>
                  <a:cubicBezTo>
                    <a:pt x="785" y="141"/>
                    <a:pt x="787" y="158"/>
                    <a:pt x="788" y="158"/>
                  </a:cubicBezTo>
                  <a:cubicBezTo>
                    <a:pt x="788" y="158"/>
                    <a:pt x="788" y="154"/>
                    <a:pt x="787" y="141"/>
                  </a:cubicBezTo>
                  <a:close/>
                  <a:moveTo>
                    <a:pt x="735" y="142"/>
                  </a:moveTo>
                  <a:cubicBezTo>
                    <a:pt x="736" y="144"/>
                    <a:pt x="736" y="147"/>
                    <a:pt x="737" y="150"/>
                  </a:cubicBezTo>
                  <a:cubicBezTo>
                    <a:pt x="737" y="150"/>
                    <a:pt x="737" y="150"/>
                    <a:pt x="737" y="150"/>
                  </a:cubicBezTo>
                  <a:cubicBezTo>
                    <a:pt x="739" y="150"/>
                    <a:pt x="748" y="153"/>
                    <a:pt x="759" y="185"/>
                  </a:cubicBezTo>
                  <a:cubicBezTo>
                    <a:pt x="761" y="182"/>
                    <a:pt x="764" y="182"/>
                    <a:pt x="758" y="159"/>
                  </a:cubicBezTo>
                  <a:lnTo>
                    <a:pt x="758" y="159"/>
                  </a:lnTo>
                  <a:cubicBezTo>
                    <a:pt x="751" y="153"/>
                    <a:pt x="743" y="147"/>
                    <a:pt x="735" y="142"/>
                  </a:cubicBezTo>
                  <a:close/>
                  <a:moveTo>
                    <a:pt x="795" y="192"/>
                  </a:moveTo>
                  <a:cubicBezTo>
                    <a:pt x="797" y="199"/>
                    <a:pt x="799" y="203"/>
                    <a:pt x="800" y="203"/>
                  </a:cubicBezTo>
                  <a:cubicBezTo>
                    <a:pt x="801" y="203"/>
                    <a:pt x="801" y="202"/>
                    <a:pt x="801" y="199"/>
                  </a:cubicBezTo>
                  <a:lnTo>
                    <a:pt x="801" y="199"/>
                  </a:lnTo>
                  <a:cubicBezTo>
                    <a:pt x="799" y="197"/>
                    <a:pt x="797" y="195"/>
                    <a:pt x="795" y="192"/>
                  </a:cubicBezTo>
                  <a:close/>
                  <a:moveTo>
                    <a:pt x="818" y="176"/>
                  </a:moveTo>
                  <a:lnTo>
                    <a:pt x="824" y="213"/>
                  </a:lnTo>
                  <a:lnTo>
                    <a:pt x="821" y="213"/>
                  </a:lnTo>
                  <a:cubicBezTo>
                    <a:pt x="821" y="213"/>
                    <a:pt x="821" y="213"/>
                    <a:pt x="815" y="176"/>
                  </a:cubicBezTo>
                  <a:close/>
                  <a:moveTo>
                    <a:pt x="749" y="31"/>
                  </a:moveTo>
                  <a:cubicBezTo>
                    <a:pt x="746" y="31"/>
                    <a:pt x="740" y="35"/>
                    <a:pt x="752" y="69"/>
                  </a:cubicBezTo>
                  <a:cubicBezTo>
                    <a:pt x="762" y="107"/>
                    <a:pt x="762" y="107"/>
                    <a:pt x="759" y="107"/>
                  </a:cubicBezTo>
                  <a:cubicBezTo>
                    <a:pt x="752" y="107"/>
                    <a:pt x="749" y="110"/>
                    <a:pt x="755" y="147"/>
                  </a:cubicBezTo>
                  <a:cubicBezTo>
                    <a:pt x="757" y="152"/>
                    <a:pt x="758" y="155"/>
                    <a:pt x="758" y="159"/>
                  </a:cubicBezTo>
                  <a:lnTo>
                    <a:pt x="758" y="159"/>
                  </a:lnTo>
                  <a:cubicBezTo>
                    <a:pt x="767" y="166"/>
                    <a:pt x="776" y="173"/>
                    <a:pt x="784" y="181"/>
                  </a:cubicBezTo>
                  <a:lnTo>
                    <a:pt x="784" y="181"/>
                  </a:lnTo>
                  <a:cubicBezTo>
                    <a:pt x="784" y="181"/>
                    <a:pt x="784" y="180"/>
                    <a:pt x="784" y="179"/>
                  </a:cubicBezTo>
                  <a:lnTo>
                    <a:pt x="787" y="179"/>
                  </a:lnTo>
                  <a:lnTo>
                    <a:pt x="789" y="186"/>
                  </a:lnTo>
                  <a:lnTo>
                    <a:pt x="789" y="186"/>
                  </a:lnTo>
                  <a:cubicBezTo>
                    <a:pt x="787" y="184"/>
                    <a:pt x="786" y="183"/>
                    <a:pt x="784" y="181"/>
                  </a:cubicBezTo>
                  <a:lnTo>
                    <a:pt x="784" y="181"/>
                  </a:lnTo>
                  <a:cubicBezTo>
                    <a:pt x="790" y="216"/>
                    <a:pt x="790" y="216"/>
                    <a:pt x="793" y="216"/>
                  </a:cubicBezTo>
                  <a:lnTo>
                    <a:pt x="796" y="216"/>
                  </a:lnTo>
                  <a:lnTo>
                    <a:pt x="789" y="186"/>
                  </a:lnTo>
                  <a:lnTo>
                    <a:pt x="789" y="186"/>
                  </a:lnTo>
                  <a:cubicBezTo>
                    <a:pt x="791" y="188"/>
                    <a:pt x="793" y="190"/>
                    <a:pt x="795" y="192"/>
                  </a:cubicBezTo>
                  <a:lnTo>
                    <a:pt x="795" y="192"/>
                  </a:lnTo>
                  <a:cubicBezTo>
                    <a:pt x="793" y="189"/>
                    <a:pt x="792" y="184"/>
                    <a:pt x="790" y="179"/>
                  </a:cubicBezTo>
                  <a:cubicBezTo>
                    <a:pt x="781" y="154"/>
                    <a:pt x="774" y="129"/>
                    <a:pt x="771" y="103"/>
                  </a:cubicBezTo>
                  <a:cubicBezTo>
                    <a:pt x="768" y="78"/>
                    <a:pt x="762" y="53"/>
                    <a:pt x="749" y="31"/>
                  </a:cubicBezTo>
                  <a:close/>
                  <a:moveTo>
                    <a:pt x="840" y="176"/>
                  </a:moveTo>
                  <a:cubicBezTo>
                    <a:pt x="846" y="176"/>
                    <a:pt x="846" y="176"/>
                    <a:pt x="846" y="213"/>
                  </a:cubicBezTo>
                  <a:cubicBezTo>
                    <a:pt x="846" y="232"/>
                    <a:pt x="846" y="241"/>
                    <a:pt x="844" y="241"/>
                  </a:cubicBezTo>
                  <a:cubicBezTo>
                    <a:pt x="843" y="241"/>
                    <a:pt x="842" y="232"/>
                    <a:pt x="840" y="213"/>
                  </a:cubicBezTo>
                  <a:cubicBezTo>
                    <a:pt x="837" y="176"/>
                    <a:pt x="837" y="176"/>
                    <a:pt x="840" y="176"/>
                  </a:cubicBezTo>
                  <a:close/>
                  <a:moveTo>
                    <a:pt x="765" y="219"/>
                  </a:moveTo>
                  <a:cubicBezTo>
                    <a:pt x="762" y="223"/>
                    <a:pt x="771" y="257"/>
                    <a:pt x="771" y="257"/>
                  </a:cubicBezTo>
                  <a:cubicBezTo>
                    <a:pt x="774" y="270"/>
                    <a:pt x="781" y="282"/>
                    <a:pt x="784" y="295"/>
                  </a:cubicBezTo>
                  <a:lnTo>
                    <a:pt x="787" y="295"/>
                  </a:lnTo>
                  <a:lnTo>
                    <a:pt x="765" y="219"/>
                  </a:lnTo>
                  <a:close/>
                  <a:moveTo>
                    <a:pt x="1138" y="282"/>
                  </a:moveTo>
                  <a:lnTo>
                    <a:pt x="1138" y="285"/>
                  </a:lnTo>
                  <a:lnTo>
                    <a:pt x="1085" y="335"/>
                  </a:lnTo>
                  <a:lnTo>
                    <a:pt x="1081" y="335"/>
                  </a:lnTo>
                  <a:cubicBezTo>
                    <a:pt x="1097" y="317"/>
                    <a:pt x="1116" y="298"/>
                    <a:pt x="1138" y="282"/>
                  </a:cubicBezTo>
                  <a:close/>
                  <a:moveTo>
                    <a:pt x="640" y="247"/>
                  </a:moveTo>
                  <a:lnTo>
                    <a:pt x="640" y="247"/>
                  </a:lnTo>
                  <a:cubicBezTo>
                    <a:pt x="639" y="247"/>
                    <a:pt x="645" y="260"/>
                    <a:pt x="646" y="260"/>
                  </a:cubicBezTo>
                  <a:cubicBezTo>
                    <a:pt x="646" y="260"/>
                    <a:pt x="646" y="260"/>
                    <a:pt x="646" y="260"/>
                  </a:cubicBezTo>
                  <a:cubicBezTo>
                    <a:pt x="661" y="295"/>
                    <a:pt x="683" y="326"/>
                    <a:pt x="683" y="326"/>
                  </a:cubicBezTo>
                  <a:cubicBezTo>
                    <a:pt x="689" y="336"/>
                    <a:pt x="691" y="340"/>
                    <a:pt x="691" y="340"/>
                  </a:cubicBezTo>
                  <a:cubicBezTo>
                    <a:pt x="691" y="340"/>
                    <a:pt x="679" y="316"/>
                    <a:pt x="668" y="292"/>
                  </a:cubicBezTo>
                  <a:lnTo>
                    <a:pt x="649" y="260"/>
                  </a:lnTo>
                  <a:cubicBezTo>
                    <a:pt x="643" y="250"/>
                    <a:pt x="640" y="247"/>
                    <a:pt x="640" y="247"/>
                  </a:cubicBezTo>
                  <a:close/>
                  <a:moveTo>
                    <a:pt x="1238" y="382"/>
                  </a:moveTo>
                  <a:cubicBezTo>
                    <a:pt x="1242" y="382"/>
                    <a:pt x="1243" y="384"/>
                    <a:pt x="1244" y="386"/>
                  </a:cubicBezTo>
                  <a:cubicBezTo>
                    <a:pt x="1222" y="401"/>
                    <a:pt x="1200" y="411"/>
                    <a:pt x="1175" y="420"/>
                  </a:cubicBezTo>
                  <a:cubicBezTo>
                    <a:pt x="1175" y="414"/>
                    <a:pt x="1175" y="414"/>
                    <a:pt x="1207" y="395"/>
                  </a:cubicBezTo>
                  <a:cubicBezTo>
                    <a:pt x="1225" y="385"/>
                    <a:pt x="1234" y="382"/>
                    <a:pt x="1238" y="382"/>
                  </a:cubicBezTo>
                  <a:close/>
                  <a:moveTo>
                    <a:pt x="880" y="374"/>
                  </a:moveTo>
                  <a:lnTo>
                    <a:pt x="880" y="374"/>
                  </a:lnTo>
                  <a:cubicBezTo>
                    <a:pt x="877" y="398"/>
                    <a:pt x="875" y="422"/>
                    <a:pt x="875" y="445"/>
                  </a:cubicBezTo>
                  <a:cubicBezTo>
                    <a:pt x="875" y="445"/>
                    <a:pt x="875" y="445"/>
                    <a:pt x="881" y="407"/>
                  </a:cubicBezTo>
                  <a:lnTo>
                    <a:pt x="881" y="379"/>
                  </a:lnTo>
                  <a:lnTo>
                    <a:pt x="881" y="379"/>
                  </a:lnTo>
                  <a:cubicBezTo>
                    <a:pt x="881" y="377"/>
                    <a:pt x="880" y="376"/>
                    <a:pt x="880" y="374"/>
                  </a:cubicBezTo>
                  <a:close/>
                  <a:moveTo>
                    <a:pt x="912" y="441"/>
                  </a:moveTo>
                  <a:cubicBezTo>
                    <a:pt x="908" y="447"/>
                    <a:pt x="903" y="455"/>
                    <a:pt x="897" y="467"/>
                  </a:cubicBezTo>
                  <a:lnTo>
                    <a:pt x="912" y="441"/>
                  </a:lnTo>
                  <a:close/>
                  <a:moveTo>
                    <a:pt x="840" y="439"/>
                  </a:moveTo>
                  <a:cubicBezTo>
                    <a:pt x="840" y="451"/>
                    <a:pt x="840" y="463"/>
                    <a:pt x="846" y="472"/>
                  </a:cubicBezTo>
                  <a:lnTo>
                    <a:pt x="846" y="472"/>
                  </a:lnTo>
                  <a:cubicBezTo>
                    <a:pt x="843" y="453"/>
                    <a:pt x="840" y="439"/>
                    <a:pt x="840" y="439"/>
                  </a:cubicBezTo>
                  <a:close/>
                  <a:moveTo>
                    <a:pt x="853" y="476"/>
                  </a:moveTo>
                  <a:cubicBezTo>
                    <a:pt x="853" y="481"/>
                    <a:pt x="854" y="485"/>
                    <a:pt x="855" y="489"/>
                  </a:cubicBezTo>
                  <a:lnTo>
                    <a:pt x="855" y="489"/>
                  </a:lnTo>
                  <a:cubicBezTo>
                    <a:pt x="854" y="485"/>
                    <a:pt x="854" y="481"/>
                    <a:pt x="853" y="476"/>
                  </a:cubicBezTo>
                  <a:close/>
                  <a:moveTo>
                    <a:pt x="630" y="404"/>
                  </a:moveTo>
                  <a:lnTo>
                    <a:pt x="630" y="404"/>
                  </a:lnTo>
                  <a:cubicBezTo>
                    <a:pt x="646" y="426"/>
                    <a:pt x="661" y="445"/>
                    <a:pt x="680" y="461"/>
                  </a:cubicBezTo>
                  <a:cubicBezTo>
                    <a:pt x="705" y="489"/>
                    <a:pt x="705" y="489"/>
                    <a:pt x="708" y="489"/>
                  </a:cubicBezTo>
                  <a:cubicBezTo>
                    <a:pt x="683" y="458"/>
                    <a:pt x="658" y="429"/>
                    <a:pt x="630" y="404"/>
                  </a:cubicBezTo>
                  <a:close/>
                  <a:moveTo>
                    <a:pt x="846" y="472"/>
                  </a:moveTo>
                  <a:lnTo>
                    <a:pt x="846" y="472"/>
                  </a:lnTo>
                  <a:cubicBezTo>
                    <a:pt x="847" y="478"/>
                    <a:pt x="848" y="484"/>
                    <a:pt x="849" y="491"/>
                  </a:cubicBezTo>
                  <a:lnTo>
                    <a:pt x="849" y="491"/>
                  </a:lnTo>
                  <a:cubicBezTo>
                    <a:pt x="849" y="485"/>
                    <a:pt x="848" y="479"/>
                    <a:pt x="846" y="473"/>
                  </a:cubicBezTo>
                  <a:cubicBezTo>
                    <a:pt x="846" y="473"/>
                    <a:pt x="846" y="473"/>
                    <a:pt x="846" y="472"/>
                  </a:cubicBezTo>
                  <a:close/>
                  <a:moveTo>
                    <a:pt x="881" y="488"/>
                  </a:moveTo>
                  <a:lnTo>
                    <a:pt x="881" y="488"/>
                  </a:lnTo>
                  <a:cubicBezTo>
                    <a:pt x="878" y="495"/>
                    <a:pt x="878" y="495"/>
                    <a:pt x="878" y="495"/>
                  </a:cubicBezTo>
                  <a:cubicBezTo>
                    <a:pt x="879" y="493"/>
                    <a:pt x="880" y="490"/>
                    <a:pt x="881" y="488"/>
                  </a:cubicBezTo>
                  <a:close/>
                  <a:moveTo>
                    <a:pt x="970" y="474"/>
                  </a:moveTo>
                  <a:cubicBezTo>
                    <a:pt x="971" y="474"/>
                    <a:pt x="957" y="487"/>
                    <a:pt x="928" y="511"/>
                  </a:cubicBezTo>
                  <a:cubicBezTo>
                    <a:pt x="956" y="486"/>
                    <a:pt x="970" y="474"/>
                    <a:pt x="970" y="474"/>
                  </a:cubicBezTo>
                  <a:close/>
                  <a:moveTo>
                    <a:pt x="840" y="511"/>
                  </a:moveTo>
                  <a:cubicBezTo>
                    <a:pt x="842" y="517"/>
                    <a:pt x="844" y="522"/>
                    <a:pt x="846" y="528"/>
                  </a:cubicBezTo>
                  <a:lnTo>
                    <a:pt x="846" y="528"/>
                  </a:lnTo>
                  <a:cubicBezTo>
                    <a:pt x="844" y="523"/>
                    <a:pt x="842" y="517"/>
                    <a:pt x="840" y="511"/>
                  </a:cubicBezTo>
                  <a:close/>
                  <a:moveTo>
                    <a:pt x="863" y="530"/>
                  </a:moveTo>
                  <a:cubicBezTo>
                    <a:pt x="863" y="530"/>
                    <a:pt x="863" y="530"/>
                    <a:pt x="863" y="530"/>
                  </a:cubicBezTo>
                  <a:lnTo>
                    <a:pt x="863" y="530"/>
                  </a:lnTo>
                  <a:cubicBezTo>
                    <a:pt x="863" y="531"/>
                    <a:pt x="862" y="532"/>
                    <a:pt x="862" y="532"/>
                  </a:cubicBezTo>
                  <a:cubicBezTo>
                    <a:pt x="862" y="532"/>
                    <a:pt x="863" y="531"/>
                    <a:pt x="863" y="530"/>
                  </a:cubicBezTo>
                  <a:close/>
                  <a:moveTo>
                    <a:pt x="864" y="537"/>
                  </a:moveTo>
                  <a:lnTo>
                    <a:pt x="862" y="539"/>
                  </a:lnTo>
                  <a:lnTo>
                    <a:pt x="862" y="542"/>
                  </a:lnTo>
                  <a:cubicBezTo>
                    <a:pt x="863" y="541"/>
                    <a:pt x="863" y="540"/>
                    <a:pt x="864" y="539"/>
                  </a:cubicBezTo>
                  <a:lnTo>
                    <a:pt x="864" y="539"/>
                  </a:lnTo>
                  <a:cubicBezTo>
                    <a:pt x="864" y="541"/>
                    <a:pt x="864" y="542"/>
                    <a:pt x="864" y="542"/>
                  </a:cubicBezTo>
                  <a:cubicBezTo>
                    <a:pt x="864" y="542"/>
                    <a:pt x="864" y="541"/>
                    <a:pt x="864" y="539"/>
                  </a:cubicBezTo>
                  <a:lnTo>
                    <a:pt x="864" y="539"/>
                  </a:lnTo>
                  <a:cubicBezTo>
                    <a:pt x="864" y="539"/>
                    <a:pt x="864" y="539"/>
                    <a:pt x="864" y="539"/>
                  </a:cubicBezTo>
                  <a:lnTo>
                    <a:pt x="864" y="539"/>
                  </a:lnTo>
                  <a:cubicBezTo>
                    <a:pt x="864" y="539"/>
                    <a:pt x="864" y="538"/>
                    <a:pt x="864" y="537"/>
                  </a:cubicBezTo>
                  <a:close/>
                  <a:moveTo>
                    <a:pt x="849" y="520"/>
                  </a:moveTo>
                  <a:lnTo>
                    <a:pt x="849" y="520"/>
                  </a:lnTo>
                  <a:cubicBezTo>
                    <a:pt x="848" y="520"/>
                    <a:pt x="850" y="530"/>
                    <a:pt x="856" y="548"/>
                  </a:cubicBezTo>
                  <a:cubicBezTo>
                    <a:pt x="852" y="542"/>
                    <a:pt x="849" y="535"/>
                    <a:pt x="846" y="528"/>
                  </a:cubicBezTo>
                  <a:lnTo>
                    <a:pt x="846" y="528"/>
                  </a:lnTo>
                  <a:cubicBezTo>
                    <a:pt x="850" y="539"/>
                    <a:pt x="853" y="548"/>
                    <a:pt x="855" y="554"/>
                  </a:cubicBezTo>
                  <a:lnTo>
                    <a:pt x="855" y="554"/>
                  </a:lnTo>
                  <a:cubicBezTo>
                    <a:pt x="856" y="551"/>
                    <a:pt x="857" y="548"/>
                    <a:pt x="858" y="546"/>
                  </a:cubicBezTo>
                  <a:lnTo>
                    <a:pt x="858" y="546"/>
                  </a:lnTo>
                  <a:cubicBezTo>
                    <a:pt x="858" y="547"/>
                    <a:pt x="859" y="548"/>
                    <a:pt x="859" y="548"/>
                  </a:cubicBezTo>
                  <a:cubicBezTo>
                    <a:pt x="859" y="548"/>
                    <a:pt x="858" y="547"/>
                    <a:pt x="858" y="546"/>
                  </a:cubicBezTo>
                  <a:lnTo>
                    <a:pt x="858" y="546"/>
                  </a:lnTo>
                  <a:cubicBezTo>
                    <a:pt x="858" y="546"/>
                    <a:pt x="858" y="546"/>
                    <a:pt x="858" y="546"/>
                  </a:cubicBezTo>
                  <a:lnTo>
                    <a:pt x="858" y="546"/>
                  </a:lnTo>
                  <a:cubicBezTo>
                    <a:pt x="854" y="529"/>
                    <a:pt x="850" y="520"/>
                    <a:pt x="849" y="520"/>
                  </a:cubicBezTo>
                  <a:close/>
                  <a:moveTo>
                    <a:pt x="864" y="595"/>
                  </a:moveTo>
                  <a:lnTo>
                    <a:pt x="864" y="595"/>
                  </a:lnTo>
                  <a:cubicBezTo>
                    <a:pt x="858" y="598"/>
                    <a:pt x="852" y="601"/>
                    <a:pt x="846" y="605"/>
                  </a:cubicBezTo>
                  <a:lnTo>
                    <a:pt x="864" y="595"/>
                  </a:lnTo>
                  <a:close/>
                  <a:moveTo>
                    <a:pt x="1298" y="624"/>
                  </a:moveTo>
                  <a:lnTo>
                    <a:pt x="1260" y="630"/>
                  </a:lnTo>
                  <a:lnTo>
                    <a:pt x="1222" y="630"/>
                  </a:lnTo>
                  <a:lnTo>
                    <a:pt x="1222" y="627"/>
                  </a:lnTo>
                  <a:cubicBezTo>
                    <a:pt x="1247" y="624"/>
                    <a:pt x="1273" y="624"/>
                    <a:pt x="1298" y="624"/>
                  </a:cubicBezTo>
                  <a:close/>
                  <a:moveTo>
                    <a:pt x="546" y="84"/>
                  </a:moveTo>
                  <a:cubicBezTo>
                    <a:pt x="399" y="84"/>
                    <a:pt x="265" y="181"/>
                    <a:pt x="223" y="329"/>
                  </a:cubicBezTo>
                  <a:cubicBezTo>
                    <a:pt x="190" y="450"/>
                    <a:pt x="226" y="574"/>
                    <a:pt x="309" y="657"/>
                  </a:cubicBezTo>
                  <a:lnTo>
                    <a:pt x="309" y="657"/>
                  </a:lnTo>
                  <a:cubicBezTo>
                    <a:pt x="321" y="647"/>
                    <a:pt x="322" y="632"/>
                    <a:pt x="326" y="617"/>
                  </a:cubicBezTo>
                  <a:cubicBezTo>
                    <a:pt x="332" y="596"/>
                    <a:pt x="335" y="579"/>
                    <a:pt x="360" y="579"/>
                  </a:cubicBezTo>
                  <a:cubicBezTo>
                    <a:pt x="364" y="579"/>
                    <a:pt x="368" y="579"/>
                    <a:pt x="373" y="580"/>
                  </a:cubicBezTo>
                  <a:lnTo>
                    <a:pt x="373" y="577"/>
                  </a:lnTo>
                  <a:cubicBezTo>
                    <a:pt x="373" y="577"/>
                    <a:pt x="339" y="564"/>
                    <a:pt x="342" y="558"/>
                  </a:cubicBezTo>
                  <a:lnTo>
                    <a:pt x="348" y="533"/>
                  </a:lnTo>
                  <a:cubicBezTo>
                    <a:pt x="317" y="511"/>
                    <a:pt x="317" y="508"/>
                    <a:pt x="320" y="505"/>
                  </a:cubicBezTo>
                  <a:lnTo>
                    <a:pt x="320" y="505"/>
                  </a:lnTo>
                  <a:cubicBezTo>
                    <a:pt x="337" y="509"/>
                    <a:pt x="347" y="511"/>
                    <a:pt x="352" y="511"/>
                  </a:cubicBezTo>
                  <a:cubicBezTo>
                    <a:pt x="357" y="511"/>
                    <a:pt x="357" y="509"/>
                    <a:pt x="357" y="508"/>
                  </a:cubicBezTo>
                  <a:cubicBezTo>
                    <a:pt x="322" y="489"/>
                    <a:pt x="319" y="479"/>
                    <a:pt x="335" y="479"/>
                  </a:cubicBezTo>
                  <a:cubicBezTo>
                    <a:pt x="349" y="479"/>
                    <a:pt x="375" y="486"/>
                    <a:pt x="405" y="501"/>
                  </a:cubicBezTo>
                  <a:cubicBezTo>
                    <a:pt x="421" y="509"/>
                    <a:pt x="430" y="513"/>
                    <a:pt x="431" y="513"/>
                  </a:cubicBezTo>
                  <a:cubicBezTo>
                    <a:pt x="432" y="513"/>
                    <a:pt x="424" y="508"/>
                    <a:pt x="408" y="498"/>
                  </a:cubicBezTo>
                  <a:cubicBezTo>
                    <a:pt x="373" y="483"/>
                    <a:pt x="379" y="470"/>
                    <a:pt x="383" y="461"/>
                  </a:cubicBezTo>
                  <a:cubicBezTo>
                    <a:pt x="388" y="453"/>
                    <a:pt x="391" y="448"/>
                    <a:pt x="400" y="448"/>
                  </a:cubicBezTo>
                  <a:cubicBezTo>
                    <a:pt x="406" y="448"/>
                    <a:pt x="415" y="451"/>
                    <a:pt x="430" y="458"/>
                  </a:cubicBezTo>
                  <a:cubicBezTo>
                    <a:pt x="457" y="473"/>
                    <a:pt x="467" y="479"/>
                    <a:pt x="467" y="479"/>
                  </a:cubicBezTo>
                  <a:cubicBezTo>
                    <a:pt x="467" y="479"/>
                    <a:pt x="448" y="467"/>
                    <a:pt x="430" y="454"/>
                  </a:cubicBezTo>
                  <a:cubicBezTo>
                    <a:pt x="391" y="431"/>
                    <a:pt x="376" y="421"/>
                    <a:pt x="378" y="421"/>
                  </a:cubicBezTo>
                  <a:lnTo>
                    <a:pt x="378" y="421"/>
                  </a:lnTo>
                  <a:cubicBezTo>
                    <a:pt x="380" y="421"/>
                    <a:pt x="388" y="425"/>
                    <a:pt x="401" y="433"/>
                  </a:cubicBezTo>
                  <a:cubicBezTo>
                    <a:pt x="425" y="443"/>
                    <a:pt x="433" y="447"/>
                    <a:pt x="436" y="447"/>
                  </a:cubicBezTo>
                  <a:cubicBezTo>
                    <a:pt x="437" y="447"/>
                    <a:pt x="438" y="446"/>
                    <a:pt x="439" y="445"/>
                  </a:cubicBezTo>
                  <a:cubicBezTo>
                    <a:pt x="405" y="426"/>
                    <a:pt x="417" y="407"/>
                    <a:pt x="439" y="382"/>
                  </a:cubicBezTo>
                  <a:cubicBezTo>
                    <a:pt x="455" y="357"/>
                    <a:pt x="473" y="342"/>
                    <a:pt x="448" y="313"/>
                  </a:cubicBezTo>
                  <a:cubicBezTo>
                    <a:pt x="451" y="311"/>
                    <a:pt x="452" y="310"/>
                    <a:pt x="455" y="310"/>
                  </a:cubicBezTo>
                  <a:cubicBezTo>
                    <a:pt x="460" y="310"/>
                    <a:pt x="468" y="315"/>
                    <a:pt x="486" y="329"/>
                  </a:cubicBezTo>
                  <a:cubicBezTo>
                    <a:pt x="500" y="339"/>
                    <a:pt x="508" y="344"/>
                    <a:pt x="511" y="344"/>
                  </a:cubicBezTo>
                  <a:cubicBezTo>
                    <a:pt x="514" y="344"/>
                    <a:pt x="508" y="337"/>
                    <a:pt x="492" y="323"/>
                  </a:cubicBezTo>
                  <a:cubicBezTo>
                    <a:pt x="464" y="295"/>
                    <a:pt x="452" y="281"/>
                    <a:pt x="454" y="281"/>
                  </a:cubicBezTo>
                  <a:lnTo>
                    <a:pt x="454" y="281"/>
                  </a:lnTo>
                  <a:cubicBezTo>
                    <a:pt x="457" y="281"/>
                    <a:pt x="472" y="293"/>
                    <a:pt x="499" y="317"/>
                  </a:cubicBezTo>
                  <a:cubicBezTo>
                    <a:pt x="480" y="296"/>
                    <a:pt x="451" y="260"/>
                    <a:pt x="457" y="260"/>
                  </a:cubicBezTo>
                  <a:cubicBezTo>
                    <a:pt x="459" y="260"/>
                    <a:pt x="467" y="265"/>
                    <a:pt x="483" y="279"/>
                  </a:cubicBezTo>
                  <a:lnTo>
                    <a:pt x="464" y="248"/>
                  </a:lnTo>
                  <a:cubicBezTo>
                    <a:pt x="438" y="218"/>
                    <a:pt x="426" y="203"/>
                    <a:pt x="429" y="203"/>
                  </a:cubicBezTo>
                  <a:lnTo>
                    <a:pt x="429" y="203"/>
                  </a:lnTo>
                  <a:cubicBezTo>
                    <a:pt x="431" y="203"/>
                    <a:pt x="445" y="216"/>
                    <a:pt x="470" y="241"/>
                  </a:cubicBezTo>
                  <a:cubicBezTo>
                    <a:pt x="513" y="287"/>
                    <a:pt x="522" y="296"/>
                    <a:pt x="525" y="296"/>
                  </a:cubicBezTo>
                  <a:cubicBezTo>
                    <a:pt x="526" y="296"/>
                    <a:pt x="526" y="295"/>
                    <a:pt x="527" y="295"/>
                  </a:cubicBezTo>
                  <a:cubicBezTo>
                    <a:pt x="527" y="295"/>
                    <a:pt x="527" y="292"/>
                    <a:pt x="502" y="263"/>
                  </a:cubicBezTo>
                  <a:lnTo>
                    <a:pt x="505" y="263"/>
                  </a:lnTo>
                  <a:lnTo>
                    <a:pt x="558" y="317"/>
                  </a:lnTo>
                  <a:cubicBezTo>
                    <a:pt x="583" y="345"/>
                    <a:pt x="583" y="345"/>
                    <a:pt x="583" y="345"/>
                  </a:cubicBezTo>
                  <a:cubicBezTo>
                    <a:pt x="583" y="345"/>
                    <a:pt x="586" y="342"/>
                    <a:pt x="561" y="313"/>
                  </a:cubicBezTo>
                  <a:cubicBezTo>
                    <a:pt x="536" y="285"/>
                    <a:pt x="511" y="257"/>
                    <a:pt x="517" y="254"/>
                  </a:cubicBezTo>
                  <a:cubicBezTo>
                    <a:pt x="517" y="254"/>
                    <a:pt x="518" y="254"/>
                    <a:pt x="518" y="254"/>
                  </a:cubicBezTo>
                  <a:cubicBezTo>
                    <a:pt x="523" y="254"/>
                    <a:pt x="547" y="280"/>
                    <a:pt x="571" y="307"/>
                  </a:cubicBezTo>
                  <a:cubicBezTo>
                    <a:pt x="581" y="322"/>
                    <a:pt x="587" y="329"/>
                    <a:pt x="588" y="329"/>
                  </a:cubicBezTo>
                  <a:cubicBezTo>
                    <a:pt x="590" y="329"/>
                    <a:pt x="585" y="321"/>
                    <a:pt x="574" y="304"/>
                  </a:cubicBezTo>
                  <a:cubicBezTo>
                    <a:pt x="574" y="304"/>
                    <a:pt x="555" y="270"/>
                    <a:pt x="561" y="266"/>
                  </a:cubicBezTo>
                  <a:lnTo>
                    <a:pt x="571" y="260"/>
                  </a:lnTo>
                  <a:cubicBezTo>
                    <a:pt x="549" y="232"/>
                    <a:pt x="564" y="219"/>
                    <a:pt x="586" y="207"/>
                  </a:cubicBezTo>
                  <a:cubicBezTo>
                    <a:pt x="608" y="194"/>
                    <a:pt x="624" y="188"/>
                    <a:pt x="605" y="157"/>
                  </a:cubicBezTo>
                  <a:cubicBezTo>
                    <a:pt x="593" y="139"/>
                    <a:pt x="591" y="129"/>
                    <a:pt x="597" y="129"/>
                  </a:cubicBezTo>
                  <a:cubicBezTo>
                    <a:pt x="601" y="129"/>
                    <a:pt x="610" y="135"/>
                    <a:pt x="621" y="147"/>
                  </a:cubicBezTo>
                  <a:cubicBezTo>
                    <a:pt x="627" y="144"/>
                    <a:pt x="662" y="131"/>
                    <a:pt x="686" y="114"/>
                  </a:cubicBezTo>
                  <a:lnTo>
                    <a:pt x="686" y="114"/>
                  </a:lnTo>
                  <a:cubicBezTo>
                    <a:pt x="668" y="106"/>
                    <a:pt x="648" y="99"/>
                    <a:pt x="627" y="94"/>
                  </a:cubicBezTo>
                  <a:cubicBezTo>
                    <a:pt x="600" y="87"/>
                    <a:pt x="573" y="84"/>
                    <a:pt x="546" y="84"/>
                  </a:cubicBezTo>
                  <a:close/>
                  <a:moveTo>
                    <a:pt x="994" y="668"/>
                  </a:moveTo>
                  <a:cubicBezTo>
                    <a:pt x="1019" y="668"/>
                    <a:pt x="1044" y="668"/>
                    <a:pt x="1069" y="671"/>
                  </a:cubicBezTo>
                  <a:lnTo>
                    <a:pt x="994" y="671"/>
                  </a:lnTo>
                  <a:lnTo>
                    <a:pt x="994" y="668"/>
                  </a:lnTo>
                  <a:close/>
                  <a:moveTo>
                    <a:pt x="309" y="657"/>
                  </a:moveTo>
                  <a:cubicBezTo>
                    <a:pt x="303" y="662"/>
                    <a:pt x="295" y="665"/>
                    <a:pt x="282" y="668"/>
                  </a:cubicBezTo>
                  <a:cubicBezTo>
                    <a:pt x="282" y="668"/>
                    <a:pt x="282" y="671"/>
                    <a:pt x="320" y="674"/>
                  </a:cubicBezTo>
                  <a:cubicBezTo>
                    <a:pt x="323" y="674"/>
                    <a:pt x="325" y="674"/>
                    <a:pt x="328" y="674"/>
                  </a:cubicBezTo>
                  <a:lnTo>
                    <a:pt x="328" y="674"/>
                  </a:lnTo>
                  <a:cubicBezTo>
                    <a:pt x="321" y="668"/>
                    <a:pt x="315" y="663"/>
                    <a:pt x="309" y="657"/>
                  </a:cubicBezTo>
                  <a:close/>
                  <a:moveTo>
                    <a:pt x="699" y="670"/>
                  </a:moveTo>
                  <a:cubicBezTo>
                    <a:pt x="700" y="670"/>
                    <a:pt x="691" y="672"/>
                    <a:pt x="679" y="674"/>
                  </a:cubicBezTo>
                  <a:lnTo>
                    <a:pt x="679" y="674"/>
                  </a:lnTo>
                  <a:cubicBezTo>
                    <a:pt x="680" y="674"/>
                    <a:pt x="681" y="673"/>
                    <a:pt x="681" y="673"/>
                  </a:cubicBezTo>
                  <a:lnTo>
                    <a:pt x="681" y="673"/>
                  </a:lnTo>
                  <a:cubicBezTo>
                    <a:pt x="681" y="673"/>
                    <a:pt x="681" y="673"/>
                    <a:pt x="681" y="673"/>
                  </a:cubicBezTo>
                  <a:lnTo>
                    <a:pt x="681" y="673"/>
                  </a:lnTo>
                  <a:lnTo>
                    <a:pt x="683" y="671"/>
                  </a:lnTo>
                  <a:lnTo>
                    <a:pt x="683" y="671"/>
                  </a:lnTo>
                  <a:cubicBezTo>
                    <a:pt x="683" y="671"/>
                    <a:pt x="683" y="671"/>
                    <a:pt x="681" y="673"/>
                  </a:cubicBezTo>
                  <a:lnTo>
                    <a:pt x="681" y="673"/>
                  </a:lnTo>
                  <a:cubicBezTo>
                    <a:pt x="693" y="671"/>
                    <a:pt x="698" y="670"/>
                    <a:pt x="699" y="670"/>
                  </a:cubicBezTo>
                  <a:close/>
                  <a:moveTo>
                    <a:pt x="638" y="677"/>
                  </a:moveTo>
                  <a:lnTo>
                    <a:pt x="618" y="680"/>
                  </a:lnTo>
                  <a:lnTo>
                    <a:pt x="618" y="680"/>
                  </a:lnTo>
                  <a:lnTo>
                    <a:pt x="634" y="679"/>
                  </a:lnTo>
                  <a:lnTo>
                    <a:pt x="634" y="679"/>
                  </a:lnTo>
                  <a:cubicBezTo>
                    <a:pt x="633" y="680"/>
                    <a:pt x="631" y="681"/>
                    <a:pt x="629" y="682"/>
                  </a:cubicBezTo>
                  <a:lnTo>
                    <a:pt x="629" y="682"/>
                  </a:lnTo>
                  <a:cubicBezTo>
                    <a:pt x="634" y="681"/>
                    <a:pt x="638" y="680"/>
                    <a:pt x="642" y="680"/>
                  </a:cubicBezTo>
                  <a:lnTo>
                    <a:pt x="642" y="680"/>
                  </a:lnTo>
                  <a:cubicBezTo>
                    <a:pt x="641" y="680"/>
                    <a:pt x="640" y="681"/>
                    <a:pt x="639" y="681"/>
                  </a:cubicBezTo>
                  <a:lnTo>
                    <a:pt x="639" y="681"/>
                  </a:lnTo>
                  <a:cubicBezTo>
                    <a:pt x="648" y="680"/>
                    <a:pt x="652" y="679"/>
                    <a:pt x="650" y="679"/>
                  </a:cubicBezTo>
                  <a:cubicBezTo>
                    <a:pt x="649" y="679"/>
                    <a:pt x="647" y="679"/>
                    <a:pt x="642" y="680"/>
                  </a:cubicBezTo>
                  <a:lnTo>
                    <a:pt x="642" y="680"/>
                  </a:lnTo>
                  <a:cubicBezTo>
                    <a:pt x="642" y="679"/>
                    <a:pt x="643" y="679"/>
                    <a:pt x="644" y="678"/>
                  </a:cubicBezTo>
                  <a:lnTo>
                    <a:pt x="644" y="678"/>
                  </a:lnTo>
                  <a:lnTo>
                    <a:pt x="634" y="679"/>
                  </a:lnTo>
                  <a:lnTo>
                    <a:pt x="634" y="679"/>
                  </a:lnTo>
                  <a:cubicBezTo>
                    <a:pt x="636" y="678"/>
                    <a:pt x="637" y="677"/>
                    <a:pt x="638" y="677"/>
                  </a:cubicBezTo>
                  <a:close/>
                  <a:moveTo>
                    <a:pt x="328" y="674"/>
                  </a:moveTo>
                  <a:lnTo>
                    <a:pt x="328" y="674"/>
                  </a:lnTo>
                  <a:cubicBezTo>
                    <a:pt x="332" y="678"/>
                    <a:pt x="337" y="681"/>
                    <a:pt x="341" y="685"/>
                  </a:cubicBezTo>
                  <a:lnTo>
                    <a:pt x="341" y="685"/>
                  </a:lnTo>
                  <a:cubicBezTo>
                    <a:pt x="346" y="684"/>
                    <a:pt x="352" y="684"/>
                    <a:pt x="357" y="683"/>
                  </a:cubicBezTo>
                  <a:cubicBezTo>
                    <a:pt x="394" y="677"/>
                    <a:pt x="395" y="674"/>
                    <a:pt x="328" y="674"/>
                  </a:cubicBezTo>
                  <a:close/>
                  <a:moveTo>
                    <a:pt x="924" y="691"/>
                  </a:moveTo>
                  <a:cubicBezTo>
                    <a:pt x="923" y="691"/>
                    <a:pt x="937" y="694"/>
                    <a:pt x="966" y="700"/>
                  </a:cubicBezTo>
                  <a:lnTo>
                    <a:pt x="966" y="700"/>
                  </a:lnTo>
                  <a:cubicBezTo>
                    <a:pt x="940" y="694"/>
                    <a:pt x="926" y="691"/>
                    <a:pt x="924" y="691"/>
                  </a:cubicBezTo>
                  <a:close/>
                  <a:moveTo>
                    <a:pt x="921" y="704"/>
                  </a:moveTo>
                  <a:cubicBezTo>
                    <a:pt x="921" y="704"/>
                    <a:pt x="921" y="704"/>
                    <a:pt x="921" y="704"/>
                  </a:cubicBezTo>
                  <a:lnTo>
                    <a:pt x="921" y="704"/>
                  </a:lnTo>
                  <a:cubicBezTo>
                    <a:pt x="921" y="704"/>
                    <a:pt x="921" y="704"/>
                    <a:pt x="921" y="704"/>
                  </a:cubicBezTo>
                  <a:lnTo>
                    <a:pt x="921" y="704"/>
                  </a:lnTo>
                  <a:cubicBezTo>
                    <a:pt x="921" y="704"/>
                    <a:pt x="921" y="704"/>
                    <a:pt x="921" y="704"/>
                  </a:cubicBezTo>
                  <a:close/>
                  <a:moveTo>
                    <a:pt x="921" y="704"/>
                  </a:moveTo>
                  <a:cubicBezTo>
                    <a:pt x="921" y="704"/>
                    <a:pt x="921" y="704"/>
                    <a:pt x="921" y="704"/>
                  </a:cubicBezTo>
                  <a:lnTo>
                    <a:pt x="921" y="704"/>
                  </a:lnTo>
                  <a:cubicBezTo>
                    <a:pt x="922" y="705"/>
                    <a:pt x="922" y="705"/>
                    <a:pt x="922" y="705"/>
                  </a:cubicBezTo>
                  <a:lnTo>
                    <a:pt x="922" y="705"/>
                  </a:lnTo>
                  <a:cubicBezTo>
                    <a:pt x="922" y="705"/>
                    <a:pt x="921" y="705"/>
                    <a:pt x="921" y="704"/>
                  </a:cubicBezTo>
                  <a:close/>
                  <a:moveTo>
                    <a:pt x="922" y="705"/>
                  </a:moveTo>
                  <a:lnTo>
                    <a:pt x="922" y="705"/>
                  </a:lnTo>
                  <a:lnTo>
                    <a:pt x="922" y="705"/>
                  </a:lnTo>
                  <a:cubicBezTo>
                    <a:pt x="922" y="705"/>
                    <a:pt x="922" y="705"/>
                    <a:pt x="922" y="705"/>
                  </a:cubicBezTo>
                  <a:lnTo>
                    <a:pt x="922" y="705"/>
                  </a:lnTo>
                  <a:cubicBezTo>
                    <a:pt x="922" y="705"/>
                    <a:pt x="922" y="705"/>
                    <a:pt x="922" y="706"/>
                  </a:cubicBezTo>
                  <a:lnTo>
                    <a:pt x="922" y="706"/>
                  </a:lnTo>
                  <a:lnTo>
                    <a:pt x="922" y="705"/>
                  </a:lnTo>
                  <a:lnTo>
                    <a:pt x="922" y="705"/>
                  </a:lnTo>
                  <a:cubicBezTo>
                    <a:pt x="922" y="706"/>
                    <a:pt x="922" y="706"/>
                    <a:pt x="922" y="706"/>
                  </a:cubicBezTo>
                  <a:cubicBezTo>
                    <a:pt x="922" y="706"/>
                    <a:pt x="922" y="705"/>
                    <a:pt x="922" y="705"/>
                  </a:cubicBezTo>
                  <a:lnTo>
                    <a:pt x="922" y="705"/>
                  </a:lnTo>
                  <a:cubicBezTo>
                    <a:pt x="922" y="705"/>
                    <a:pt x="922" y="706"/>
                    <a:pt x="922" y="706"/>
                  </a:cubicBezTo>
                  <a:lnTo>
                    <a:pt x="922" y="706"/>
                  </a:lnTo>
                  <a:cubicBezTo>
                    <a:pt x="922" y="706"/>
                    <a:pt x="922" y="706"/>
                    <a:pt x="922" y="706"/>
                  </a:cubicBezTo>
                  <a:lnTo>
                    <a:pt x="922" y="706"/>
                  </a:lnTo>
                  <a:lnTo>
                    <a:pt x="922" y="705"/>
                  </a:lnTo>
                  <a:lnTo>
                    <a:pt x="922" y="705"/>
                  </a:lnTo>
                  <a:cubicBezTo>
                    <a:pt x="922" y="705"/>
                    <a:pt x="922" y="705"/>
                    <a:pt x="922" y="705"/>
                  </a:cubicBezTo>
                  <a:close/>
                  <a:moveTo>
                    <a:pt x="639" y="681"/>
                  </a:moveTo>
                  <a:cubicBezTo>
                    <a:pt x="635" y="682"/>
                    <a:pt x="630" y="683"/>
                    <a:pt x="624" y="685"/>
                  </a:cubicBezTo>
                  <a:lnTo>
                    <a:pt x="624" y="685"/>
                  </a:lnTo>
                  <a:cubicBezTo>
                    <a:pt x="626" y="684"/>
                    <a:pt x="627" y="683"/>
                    <a:pt x="629" y="682"/>
                  </a:cubicBezTo>
                  <a:lnTo>
                    <a:pt x="629" y="682"/>
                  </a:lnTo>
                  <a:cubicBezTo>
                    <a:pt x="626" y="682"/>
                    <a:pt x="624" y="683"/>
                    <a:pt x="621" y="683"/>
                  </a:cubicBezTo>
                  <a:cubicBezTo>
                    <a:pt x="621" y="683"/>
                    <a:pt x="583" y="690"/>
                    <a:pt x="546" y="696"/>
                  </a:cubicBezTo>
                  <a:cubicBezTo>
                    <a:pt x="507" y="704"/>
                    <a:pt x="489" y="708"/>
                    <a:pt x="490" y="708"/>
                  </a:cubicBezTo>
                  <a:cubicBezTo>
                    <a:pt x="492" y="708"/>
                    <a:pt x="510" y="705"/>
                    <a:pt x="546" y="699"/>
                  </a:cubicBezTo>
                  <a:cubicBezTo>
                    <a:pt x="575" y="694"/>
                    <a:pt x="604" y="689"/>
                    <a:pt x="624" y="685"/>
                  </a:cubicBezTo>
                  <a:lnTo>
                    <a:pt x="624" y="685"/>
                  </a:lnTo>
                  <a:cubicBezTo>
                    <a:pt x="620" y="687"/>
                    <a:pt x="615" y="690"/>
                    <a:pt x="611" y="692"/>
                  </a:cubicBezTo>
                  <a:lnTo>
                    <a:pt x="611" y="692"/>
                  </a:lnTo>
                  <a:lnTo>
                    <a:pt x="634" y="686"/>
                  </a:lnTo>
                  <a:lnTo>
                    <a:pt x="634" y="686"/>
                  </a:lnTo>
                  <a:cubicBezTo>
                    <a:pt x="628" y="691"/>
                    <a:pt x="625" y="694"/>
                    <a:pt x="626" y="694"/>
                  </a:cubicBezTo>
                  <a:cubicBezTo>
                    <a:pt x="626" y="694"/>
                    <a:pt x="632" y="690"/>
                    <a:pt x="644" y="683"/>
                  </a:cubicBezTo>
                  <a:lnTo>
                    <a:pt x="644" y="683"/>
                  </a:lnTo>
                  <a:lnTo>
                    <a:pt x="634" y="686"/>
                  </a:lnTo>
                  <a:lnTo>
                    <a:pt x="634" y="686"/>
                  </a:lnTo>
                  <a:cubicBezTo>
                    <a:pt x="635" y="685"/>
                    <a:pt x="637" y="683"/>
                    <a:pt x="639" y="681"/>
                  </a:cubicBezTo>
                  <a:close/>
                  <a:moveTo>
                    <a:pt x="926" y="708"/>
                  </a:moveTo>
                  <a:lnTo>
                    <a:pt x="926" y="709"/>
                  </a:lnTo>
                  <a:lnTo>
                    <a:pt x="926" y="709"/>
                  </a:lnTo>
                  <a:cubicBezTo>
                    <a:pt x="928" y="710"/>
                    <a:pt x="930" y="712"/>
                    <a:pt x="932" y="714"/>
                  </a:cubicBezTo>
                  <a:lnTo>
                    <a:pt x="932" y="714"/>
                  </a:lnTo>
                  <a:cubicBezTo>
                    <a:pt x="930" y="713"/>
                    <a:pt x="929" y="712"/>
                    <a:pt x="928" y="710"/>
                  </a:cubicBezTo>
                  <a:lnTo>
                    <a:pt x="928" y="710"/>
                  </a:lnTo>
                  <a:cubicBezTo>
                    <a:pt x="927" y="710"/>
                    <a:pt x="927" y="709"/>
                    <a:pt x="926" y="708"/>
                  </a:cubicBezTo>
                  <a:close/>
                  <a:moveTo>
                    <a:pt x="693" y="686"/>
                  </a:moveTo>
                  <a:lnTo>
                    <a:pt x="693" y="690"/>
                  </a:lnTo>
                  <a:cubicBezTo>
                    <a:pt x="696" y="690"/>
                    <a:pt x="696" y="690"/>
                    <a:pt x="668" y="715"/>
                  </a:cubicBezTo>
                  <a:lnTo>
                    <a:pt x="665" y="715"/>
                  </a:lnTo>
                  <a:lnTo>
                    <a:pt x="693" y="686"/>
                  </a:lnTo>
                  <a:close/>
                  <a:moveTo>
                    <a:pt x="937" y="716"/>
                  </a:moveTo>
                  <a:lnTo>
                    <a:pt x="944" y="721"/>
                  </a:lnTo>
                  <a:cubicBezTo>
                    <a:pt x="944" y="721"/>
                    <a:pt x="944" y="721"/>
                    <a:pt x="944" y="721"/>
                  </a:cubicBezTo>
                  <a:cubicBezTo>
                    <a:pt x="944" y="721"/>
                    <a:pt x="941" y="719"/>
                    <a:pt x="937" y="716"/>
                  </a:cubicBezTo>
                  <a:close/>
                  <a:moveTo>
                    <a:pt x="678" y="675"/>
                  </a:moveTo>
                  <a:cubicBezTo>
                    <a:pt x="671" y="676"/>
                    <a:pt x="663" y="678"/>
                    <a:pt x="655" y="680"/>
                  </a:cubicBezTo>
                  <a:lnTo>
                    <a:pt x="645" y="683"/>
                  </a:lnTo>
                  <a:lnTo>
                    <a:pt x="645" y="683"/>
                  </a:lnTo>
                  <a:cubicBezTo>
                    <a:pt x="646" y="682"/>
                    <a:pt x="648" y="681"/>
                    <a:pt x="649" y="680"/>
                  </a:cubicBezTo>
                  <a:lnTo>
                    <a:pt x="649" y="680"/>
                  </a:lnTo>
                  <a:cubicBezTo>
                    <a:pt x="647" y="681"/>
                    <a:pt x="645" y="682"/>
                    <a:pt x="644" y="683"/>
                  </a:cubicBezTo>
                  <a:lnTo>
                    <a:pt x="644" y="683"/>
                  </a:lnTo>
                  <a:lnTo>
                    <a:pt x="645" y="683"/>
                  </a:lnTo>
                  <a:lnTo>
                    <a:pt x="645" y="683"/>
                  </a:lnTo>
                  <a:cubicBezTo>
                    <a:pt x="618" y="702"/>
                    <a:pt x="621" y="702"/>
                    <a:pt x="621" y="705"/>
                  </a:cubicBezTo>
                  <a:cubicBezTo>
                    <a:pt x="635" y="698"/>
                    <a:pt x="643" y="694"/>
                    <a:pt x="644" y="694"/>
                  </a:cubicBezTo>
                  <a:lnTo>
                    <a:pt x="644" y="694"/>
                  </a:lnTo>
                  <a:cubicBezTo>
                    <a:pt x="646" y="694"/>
                    <a:pt x="639" y="700"/>
                    <a:pt x="624" y="711"/>
                  </a:cubicBezTo>
                  <a:cubicBezTo>
                    <a:pt x="610" y="722"/>
                    <a:pt x="603" y="728"/>
                    <a:pt x="603" y="728"/>
                  </a:cubicBezTo>
                  <a:cubicBezTo>
                    <a:pt x="604" y="728"/>
                    <a:pt x="620" y="718"/>
                    <a:pt x="655" y="693"/>
                  </a:cubicBezTo>
                  <a:lnTo>
                    <a:pt x="678" y="675"/>
                  </a:lnTo>
                  <a:close/>
                  <a:moveTo>
                    <a:pt x="1255" y="722"/>
                  </a:moveTo>
                  <a:cubicBezTo>
                    <a:pt x="1260" y="722"/>
                    <a:pt x="1269" y="722"/>
                    <a:pt x="1288" y="724"/>
                  </a:cubicBezTo>
                  <a:cubicBezTo>
                    <a:pt x="1326" y="727"/>
                    <a:pt x="1363" y="737"/>
                    <a:pt x="1363" y="737"/>
                  </a:cubicBezTo>
                  <a:cubicBezTo>
                    <a:pt x="1326" y="733"/>
                    <a:pt x="1288" y="730"/>
                    <a:pt x="1251" y="724"/>
                  </a:cubicBezTo>
                  <a:cubicBezTo>
                    <a:pt x="1251" y="722"/>
                    <a:pt x="1251" y="722"/>
                    <a:pt x="1255" y="722"/>
                  </a:cubicBezTo>
                  <a:close/>
                  <a:moveTo>
                    <a:pt x="929" y="711"/>
                  </a:moveTo>
                  <a:lnTo>
                    <a:pt x="933" y="713"/>
                  </a:lnTo>
                  <a:lnTo>
                    <a:pt x="933" y="713"/>
                  </a:lnTo>
                  <a:lnTo>
                    <a:pt x="950" y="730"/>
                  </a:lnTo>
                  <a:cubicBezTo>
                    <a:pt x="962" y="743"/>
                    <a:pt x="969" y="749"/>
                    <a:pt x="968" y="749"/>
                  </a:cubicBezTo>
                  <a:cubicBezTo>
                    <a:pt x="968" y="749"/>
                    <a:pt x="961" y="743"/>
                    <a:pt x="947" y="730"/>
                  </a:cubicBezTo>
                  <a:lnTo>
                    <a:pt x="946" y="729"/>
                  </a:lnTo>
                  <a:lnTo>
                    <a:pt x="946" y="729"/>
                  </a:lnTo>
                  <a:cubicBezTo>
                    <a:pt x="945" y="728"/>
                    <a:pt x="944" y="727"/>
                    <a:pt x="943" y="726"/>
                  </a:cubicBezTo>
                  <a:lnTo>
                    <a:pt x="943" y="726"/>
                  </a:lnTo>
                  <a:cubicBezTo>
                    <a:pt x="944" y="727"/>
                    <a:pt x="945" y="729"/>
                    <a:pt x="947" y="730"/>
                  </a:cubicBezTo>
                  <a:cubicBezTo>
                    <a:pt x="943" y="725"/>
                    <a:pt x="939" y="721"/>
                    <a:pt x="935" y="717"/>
                  </a:cubicBezTo>
                  <a:lnTo>
                    <a:pt x="935" y="717"/>
                  </a:lnTo>
                  <a:cubicBezTo>
                    <a:pt x="933" y="715"/>
                    <a:pt x="931" y="713"/>
                    <a:pt x="929" y="711"/>
                  </a:cubicBezTo>
                  <a:close/>
                  <a:moveTo>
                    <a:pt x="708" y="686"/>
                  </a:moveTo>
                  <a:lnTo>
                    <a:pt x="708" y="686"/>
                  </a:lnTo>
                  <a:cubicBezTo>
                    <a:pt x="710" y="686"/>
                    <a:pt x="691" y="706"/>
                    <a:pt x="671" y="724"/>
                  </a:cubicBezTo>
                  <a:cubicBezTo>
                    <a:pt x="684" y="713"/>
                    <a:pt x="691" y="707"/>
                    <a:pt x="692" y="707"/>
                  </a:cubicBezTo>
                  <a:lnTo>
                    <a:pt x="692" y="707"/>
                  </a:lnTo>
                  <a:cubicBezTo>
                    <a:pt x="694" y="707"/>
                    <a:pt x="688" y="715"/>
                    <a:pt x="674" y="730"/>
                  </a:cubicBezTo>
                  <a:lnTo>
                    <a:pt x="674" y="730"/>
                  </a:lnTo>
                  <a:cubicBezTo>
                    <a:pt x="678" y="729"/>
                    <a:pt x="682" y="727"/>
                    <a:pt x="686" y="725"/>
                  </a:cubicBezTo>
                  <a:lnTo>
                    <a:pt x="686" y="725"/>
                  </a:lnTo>
                  <a:cubicBezTo>
                    <a:pt x="669" y="743"/>
                    <a:pt x="660" y="750"/>
                    <a:pt x="659" y="750"/>
                  </a:cubicBezTo>
                  <a:cubicBezTo>
                    <a:pt x="657" y="750"/>
                    <a:pt x="663" y="743"/>
                    <a:pt x="674" y="730"/>
                  </a:cubicBezTo>
                  <a:cubicBezTo>
                    <a:pt x="674" y="730"/>
                    <a:pt x="674" y="730"/>
                    <a:pt x="674" y="730"/>
                  </a:cubicBezTo>
                  <a:lnTo>
                    <a:pt x="674" y="730"/>
                  </a:lnTo>
                  <a:cubicBezTo>
                    <a:pt x="665" y="734"/>
                    <a:pt x="656" y="737"/>
                    <a:pt x="646" y="740"/>
                  </a:cubicBezTo>
                  <a:lnTo>
                    <a:pt x="646" y="740"/>
                  </a:lnTo>
                  <a:lnTo>
                    <a:pt x="668" y="721"/>
                  </a:lnTo>
                  <a:cubicBezTo>
                    <a:pt x="696" y="696"/>
                    <a:pt x="696" y="696"/>
                    <a:pt x="696" y="696"/>
                  </a:cubicBezTo>
                  <a:cubicBezTo>
                    <a:pt x="704" y="689"/>
                    <a:pt x="707" y="686"/>
                    <a:pt x="708" y="686"/>
                  </a:cubicBezTo>
                  <a:close/>
                  <a:moveTo>
                    <a:pt x="341" y="685"/>
                  </a:moveTo>
                  <a:cubicBezTo>
                    <a:pt x="291" y="691"/>
                    <a:pt x="286" y="703"/>
                    <a:pt x="327" y="703"/>
                  </a:cubicBezTo>
                  <a:cubicBezTo>
                    <a:pt x="335" y="703"/>
                    <a:pt x="344" y="703"/>
                    <a:pt x="354" y="702"/>
                  </a:cubicBezTo>
                  <a:lnTo>
                    <a:pt x="354" y="702"/>
                  </a:lnTo>
                  <a:lnTo>
                    <a:pt x="317" y="705"/>
                  </a:lnTo>
                  <a:cubicBezTo>
                    <a:pt x="265" y="714"/>
                    <a:pt x="270" y="722"/>
                    <a:pt x="304" y="722"/>
                  </a:cubicBezTo>
                  <a:cubicBezTo>
                    <a:pt x="318" y="722"/>
                    <a:pt x="336" y="720"/>
                    <a:pt x="357" y="718"/>
                  </a:cubicBezTo>
                  <a:lnTo>
                    <a:pt x="357" y="718"/>
                  </a:lnTo>
                  <a:cubicBezTo>
                    <a:pt x="325" y="726"/>
                    <a:pt x="292" y="734"/>
                    <a:pt x="309" y="734"/>
                  </a:cubicBezTo>
                  <a:cubicBezTo>
                    <a:pt x="311" y="734"/>
                    <a:pt x="315" y="734"/>
                    <a:pt x="320" y="733"/>
                  </a:cubicBezTo>
                  <a:lnTo>
                    <a:pt x="320" y="733"/>
                  </a:lnTo>
                  <a:cubicBezTo>
                    <a:pt x="320" y="740"/>
                    <a:pt x="320" y="740"/>
                    <a:pt x="248" y="752"/>
                  </a:cubicBezTo>
                  <a:cubicBezTo>
                    <a:pt x="223" y="752"/>
                    <a:pt x="198" y="758"/>
                    <a:pt x="173" y="771"/>
                  </a:cubicBezTo>
                  <a:cubicBezTo>
                    <a:pt x="198" y="771"/>
                    <a:pt x="223" y="768"/>
                    <a:pt x="248" y="762"/>
                  </a:cubicBezTo>
                  <a:cubicBezTo>
                    <a:pt x="248" y="762"/>
                    <a:pt x="248" y="765"/>
                    <a:pt x="248" y="768"/>
                  </a:cubicBezTo>
                  <a:cubicBezTo>
                    <a:pt x="248" y="768"/>
                    <a:pt x="248" y="770"/>
                    <a:pt x="255" y="770"/>
                  </a:cubicBezTo>
                  <a:cubicBezTo>
                    <a:pt x="260" y="770"/>
                    <a:pt x="269" y="769"/>
                    <a:pt x="285" y="765"/>
                  </a:cubicBezTo>
                  <a:cubicBezTo>
                    <a:pt x="302" y="760"/>
                    <a:pt x="312" y="759"/>
                    <a:pt x="317" y="759"/>
                  </a:cubicBezTo>
                  <a:cubicBezTo>
                    <a:pt x="323" y="759"/>
                    <a:pt x="323" y="761"/>
                    <a:pt x="323" y="765"/>
                  </a:cubicBezTo>
                  <a:cubicBezTo>
                    <a:pt x="310" y="768"/>
                    <a:pt x="306" y="769"/>
                    <a:pt x="308" y="769"/>
                  </a:cubicBezTo>
                  <a:cubicBezTo>
                    <a:pt x="310" y="769"/>
                    <a:pt x="336" y="764"/>
                    <a:pt x="361" y="755"/>
                  </a:cubicBezTo>
                  <a:cubicBezTo>
                    <a:pt x="383" y="746"/>
                    <a:pt x="408" y="743"/>
                    <a:pt x="433" y="740"/>
                  </a:cubicBezTo>
                  <a:lnTo>
                    <a:pt x="441" y="737"/>
                  </a:lnTo>
                  <a:lnTo>
                    <a:pt x="441" y="737"/>
                  </a:lnTo>
                  <a:cubicBezTo>
                    <a:pt x="444" y="738"/>
                    <a:pt x="446" y="739"/>
                    <a:pt x="448" y="740"/>
                  </a:cubicBezTo>
                  <a:cubicBezTo>
                    <a:pt x="464" y="745"/>
                    <a:pt x="480" y="748"/>
                    <a:pt x="496" y="751"/>
                  </a:cubicBezTo>
                  <a:lnTo>
                    <a:pt x="496" y="751"/>
                  </a:lnTo>
                  <a:cubicBezTo>
                    <a:pt x="509" y="746"/>
                    <a:pt x="514" y="746"/>
                    <a:pt x="517" y="746"/>
                  </a:cubicBezTo>
                  <a:cubicBezTo>
                    <a:pt x="519" y="746"/>
                    <a:pt x="519" y="746"/>
                    <a:pt x="520" y="746"/>
                  </a:cubicBezTo>
                  <a:lnTo>
                    <a:pt x="520" y="752"/>
                  </a:lnTo>
                  <a:cubicBezTo>
                    <a:pt x="552" y="733"/>
                    <a:pt x="552" y="733"/>
                    <a:pt x="552" y="730"/>
                  </a:cubicBezTo>
                  <a:cubicBezTo>
                    <a:pt x="571" y="717"/>
                    <a:pt x="591" y="704"/>
                    <a:pt x="611" y="692"/>
                  </a:cubicBezTo>
                  <a:lnTo>
                    <a:pt x="611" y="692"/>
                  </a:lnTo>
                  <a:lnTo>
                    <a:pt x="508" y="721"/>
                  </a:lnTo>
                  <a:lnTo>
                    <a:pt x="441" y="737"/>
                  </a:lnTo>
                  <a:lnTo>
                    <a:pt x="441" y="737"/>
                  </a:lnTo>
                  <a:cubicBezTo>
                    <a:pt x="404" y="725"/>
                    <a:pt x="371" y="707"/>
                    <a:pt x="341" y="685"/>
                  </a:cubicBezTo>
                  <a:close/>
                  <a:moveTo>
                    <a:pt x="721" y="691"/>
                  </a:moveTo>
                  <a:cubicBezTo>
                    <a:pt x="723" y="691"/>
                    <a:pt x="717" y="699"/>
                    <a:pt x="704" y="716"/>
                  </a:cubicBezTo>
                  <a:lnTo>
                    <a:pt x="704" y="716"/>
                  </a:lnTo>
                  <a:cubicBezTo>
                    <a:pt x="716" y="710"/>
                    <a:pt x="728" y="703"/>
                    <a:pt x="740" y="695"/>
                  </a:cubicBezTo>
                  <a:lnTo>
                    <a:pt x="740" y="695"/>
                  </a:lnTo>
                  <a:cubicBezTo>
                    <a:pt x="732" y="706"/>
                    <a:pt x="717" y="726"/>
                    <a:pt x="696" y="755"/>
                  </a:cubicBezTo>
                  <a:cubicBezTo>
                    <a:pt x="695" y="756"/>
                    <a:pt x="694" y="758"/>
                    <a:pt x="694" y="759"/>
                  </a:cubicBezTo>
                  <a:lnTo>
                    <a:pt x="694" y="759"/>
                  </a:lnTo>
                  <a:cubicBezTo>
                    <a:pt x="710" y="735"/>
                    <a:pt x="720" y="720"/>
                    <a:pt x="718" y="720"/>
                  </a:cubicBezTo>
                  <a:lnTo>
                    <a:pt x="718" y="720"/>
                  </a:lnTo>
                  <a:cubicBezTo>
                    <a:pt x="717" y="720"/>
                    <a:pt x="708" y="729"/>
                    <a:pt x="690" y="749"/>
                  </a:cubicBezTo>
                  <a:cubicBezTo>
                    <a:pt x="690" y="749"/>
                    <a:pt x="690" y="749"/>
                    <a:pt x="712" y="718"/>
                  </a:cubicBezTo>
                  <a:lnTo>
                    <a:pt x="712" y="718"/>
                  </a:lnTo>
                  <a:cubicBezTo>
                    <a:pt x="705" y="725"/>
                    <a:pt x="697" y="734"/>
                    <a:pt x="687" y="746"/>
                  </a:cubicBezTo>
                  <a:cubicBezTo>
                    <a:pt x="662" y="773"/>
                    <a:pt x="649" y="787"/>
                    <a:pt x="647" y="787"/>
                  </a:cubicBezTo>
                  <a:cubicBezTo>
                    <a:pt x="646" y="787"/>
                    <a:pt x="658" y="772"/>
                    <a:pt x="683" y="743"/>
                  </a:cubicBezTo>
                  <a:cubicBezTo>
                    <a:pt x="692" y="732"/>
                    <a:pt x="699" y="724"/>
                    <a:pt x="704" y="716"/>
                  </a:cubicBezTo>
                  <a:lnTo>
                    <a:pt x="704" y="716"/>
                  </a:lnTo>
                  <a:cubicBezTo>
                    <a:pt x="698" y="719"/>
                    <a:pt x="692" y="722"/>
                    <a:pt x="686" y="725"/>
                  </a:cubicBezTo>
                  <a:lnTo>
                    <a:pt x="686" y="725"/>
                  </a:lnTo>
                  <a:cubicBezTo>
                    <a:pt x="691" y="720"/>
                    <a:pt x="696" y="715"/>
                    <a:pt x="702" y="708"/>
                  </a:cubicBezTo>
                  <a:cubicBezTo>
                    <a:pt x="713" y="697"/>
                    <a:pt x="720" y="691"/>
                    <a:pt x="721" y="691"/>
                  </a:cubicBezTo>
                  <a:close/>
                  <a:moveTo>
                    <a:pt x="922" y="706"/>
                  </a:moveTo>
                  <a:lnTo>
                    <a:pt x="926" y="710"/>
                  </a:lnTo>
                  <a:lnTo>
                    <a:pt x="926" y="710"/>
                  </a:lnTo>
                  <a:cubicBezTo>
                    <a:pt x="925" y="709"/>
                    <a:pt x="925" y="708"/>
                    <a:pt x="924" y="708"/>
                  </a:cubicBezTo>
                  <a:lnTo>
                    <a:pt x="924" y="708"/>
                  </a:lnTo>
                  <a:cubicBezTo>
                    <a:pt x="925" y="708"/>
                    <a:pt x="925" y="708"/>
                    <a:pt x="925" y="709"/>
                  </a:cubicBezTo>
                  <a:lnTo>
                    <a:pt x="925" y="709"/>
                  </a:lnTo>
                  <a:cubicBezTo>
                    <a:pt x="925" y="708"/>
                    <a:pt x="925" y="708"/>
                    <a:pt x="924" y="707"/>
                  </a:cubicBezTo>
                  <a:lnTo>
                    <a:pt x="924" y="707"/>
                  </a:lnTo>
                  <a:lnTo>
                    <a:pt x="925" y="708"/>
                  </a:lnTo>
                  <a:lnTo>
                    <a:pt x="925" y="708"/>
                  </a:lnTo>
                  <a:cubicBezTo>
                    <a:pt x="926" y="708"/>
                    <a:pt x="926" y="709"/>
                    <a:pt x="927" y="710"/>
                  </a:cubicBezTo>
                  <a:lnTo>
                    <a:pt x="927" y="710"/>
                  </a:lnTo>
                  <a:cubicBezTo>
                    <a:pt x="926" y="709"/>
                    <a:pt x="926" y="709"/>
                    <a:pt x="925" y="709"/>
                  </a:cubicBezTo>
                  <a:lnTo>
                    <a:pt x="925" y="709"/>
                  </a:lnTo>
                  <a:cubicBezTo>
                    <a:pt x="926" y="709"/>
                    <a:pt x="926" y="710"/>
                    <a:pt x="927" y="710"/>
                  </a:cubicBezTo>
                  <a:lnTo>
                    <a:pt x="927" y="710"/>
                  </a:lnTo>
                  <a:lnTo>
                    <a:pt x="926" y="710"/>
                  </a:lnTo>
                  <a:lnTo>
                    <a:pt x="926" y="710"/>
                  </a:lnTo>
                  <a:cubicBezTo>
                    <a:pt x="926" y="710"/>
                    <a:pt x="927" y="711"/>
                    <a:pt x="927" y="711"/>
                  </a:cubicBezTo>
                  <a:lnTo>
                    <a:pt x="927" y="711"/>
                  </a:lnTo>
                  <a:cubicBezTo>
                    <a:pt x="933" y="719"/>
                    <a:pt x="944" y="733"/>
                    <a:pt x="965" y="758"/>
                  </a:cubicBezTo>
                  <a:cubicBezTo>
                    <a:pt x="987" y="790"/>
                    <a:pt x="987" y="790"/>
                    <a:pt x="987" y="790"/>
                  </a:cubicBezTo>
                  <a:lnTo>
                    <a:pt x="940" y="730"/>
                  </a:lnTo>
                  <a:cubicBezTo>
                    <a:pt x="938" y="728"/>
                    <a:pt x="931" y="718"/>
                    <a:pt x="922" y="706"/>
                  </a:cubicBezTo>
                  <a:close/>
                  <a:moveTo>
                    <a:pt x="533" y="779"/>
                  </a:moveTo>
                  <a:cubicBezTo>
                    <a:pt x="535" y="779"/>
                    <a:pt x="535" y="779"/>
                    <a:pt x="536" y="780"/>
                  </a:cubicBezTo>
                  <a:cubicBezTo>
                    <a:pt x="536" y="784"/>
                    <a:pt x="536" y="784"/>
                    <a:pt x="505" y="805"/>
                  </a:cubicBezTo>
                  <a:cubicBezTo>
                    <a:pt x="505" y="805"/>
                    <a:pt x="478" y="821"/>
                    <a:pt x="474" y="821"/>
                  </a:cubicBezTo>
                  <a:cubicBezTo>
                    <a:pt x="474" y="821"/>
                    <a:pt x="473" y="821"/>
                    <a:pt x="473" y="821"/>
                  </a:cubicBezTo>
                  <a:lnTo>
                    <a:pt x="502" y="796"/>
                  </a:lnTo>
                  <a:cubicBezTo>
                    <a:pt x="524" y="783"/>
                    <a:pt x="530" y="779"/>
                    <a:pt x="533" y="779"/>
                  </a:cubicBezTo>
                  <a:close/>
                  <a:moveTo>
                    <a:pt x="852" y="801"/>
                  </a:moveTo>
                  <a:lnTo>
                    <a:pt x="852" y="801"/>
                  </a:lnTo>
                  <a:cubicBezTo>
                    <a:pt x="852" y="815"/>
                    <a:pt x="851" y="822"/>
                    <a:pt x="851" y="822"/>
                  </a:cubicBezTo>
                  <a:cubicBezTo>
                    <a:pt x="851" y="822"/>
                    <a:pt x="851" y="814"/>
                    <a:pt x="852" y="801"/>
                  </a:cubicBezTo>
                  <a:close/>
                  <a:moveTo>
                    <a:pt x="1266" y="799"/>
                  </a:moveTo>
                  <a:cubicBezTo>
                    <a:pt x="1291" y="805"/>
                    <a:pt x="1313" y="812"/>
                    <a:pt x="1338" y="824"/>
                  </a:cubicBezTo>
                  <a:lnTo>
                    <a:pt x="1301" y="815"/>
                  </a:lnTo>
                  <a:lnTo>
                    <a:pt x="1266" y="802"/>
                  </a:lnTo>
                  <a:lnTo>
                    <a:pt x="1266" y="799"/>
                  </a:lnTo>
                  <a:close/>
                  <a:moveTo>
                    <a:pt x="532" y="822"/>
                  </a:moveTo>
                  <a:cubicBezTo>
                    <a:pt x="532" y="822"/>
                    <a:pt x="529" y="824"/>
                    <a:pt x="520" y="831"/>
                  </a:cubicBezTo>
                  <a:lnTo>
                    <a:pt x="521" y="831"/>
                  </a:lnTo>
                  <a:lnTo>
                    <a:pt x="521" y="831"/>
                  </a:lnTo>
                  <a:cubicBezTo>
                    <a:pt x="528" y="825"/>
                    <a:pt x="532" y="822"/>
                    <a:pt x="532" y="822"/>
                  </a:cubicBezTo>
                  <a:close/>
                  <a:moveTo>
                    <a:pt x="690" y="680"/>
                  </a:moveTo>
                  <a:cubicBezTo>
                    <a:pt x="690" y="683"/>
                    <a:pt x="690" y="683"/>
                    <a:pt x="661" y="705"/>
                  </a:cubicBezTo>
                  <a:cubicBezTo>
                    <a:pt x="630" y="730"/>
                    <a:pt x="633" y="730"/>
                    <a:pt x="633" y="733"/>
                  </a:cubicBezTo>
                  <a:lnTo>
                    <a:pt x="690" y="686"/>
                  </a:lnTo>
                  <a:lnTo>
                    <a:pt x="633" y="737"/>
                  </a:lnTo>
                  <a:cubicBezTo>
                    <a:pt x="630" y="740"/>
                    <a:pt x="627" y="743"/>
                    <a:pt x="623" y="746"/>
                  </a:cubicBezTo>
                  <a:lnTo>
                    <a:pt x="623" y="746"/>
                  </a:lnTo>
                  <a:cubicBezTo>
                    <a:pt x="631" y="744"/>
                    <a:pt x="639" y="742"/>
                    <a:pt x="646" y="740"/>
                  </a:cubicBezTo>
                  <a:lnTo>
                    <a:pt x="646" y="740"/>
                  </a:lnTo>
                  <a:lnTo>
                    <a:pt x="611" y="771"/>
                  </a:lnTo>
                  <a:cubicBezTo>
                    <a:pt x="596" y="790"/>
                    <a:pt x="577" y="805"/>
                    <a:pt x="558" y="824"/>
                  </a:cubicBezTo>
                  <a:cubicBezTo>
                    <a:pt x="552" y="830"/>
                    <a:pt x="548" y="832"/>
                    <a:pt x="547" y="832"/>
                  </a:cubicBezTo>
                  <a:cubicBezTo>
                    <a:pt x="542" y="832"/>
                    <a:pt x="567" y="801"/>
                    <a:pt x="623" y="746"/>
                  </a:cubicBezTo>
                  <a:lnTo>
                    <a:pt x="623" y="746"/>
                  </a:lnTo>
                  <a:cubicBezTo>
                    <a:pt x="610" y="749"/>
                    <a:pt x="597" y="751"/>
                    <a:pt x="583" y="753"/>
                  </a:cubicBezTo>
                  <a:lnTo>
                    <a:pt x="583" y="753"/>
                  </a:lnTo>
                  <a:cubicBezTo>
                    <a:pt x="587" y="750"/>
                    <a:pt x="602" y="739"/>
                    <a:pt x="627" y="721"/>
                  </a:cubicBezTo>
                  <a:cubicBezTo>
                    <a:pt x="656" y="699"/>
                    <a:pt x="671" y="688"/>
                    <a:pt x="672" y="688"/>
                  </a:cubicBezTo>
                  <a:lnTo>
                    <a:pt x="672" y="688"/>
                  </a:lnTo>
                  <a:cubicBezTo>
                    <a:pt x="673" y="688"/>
                    <a:pt x="659" y="700"/>
                    <a:pt x="630" y="724"/>
                  </a:cubicBezTo>
                  <a:cubicBezTo>
                    <a:pt x="618" y="735"/>
                    <a:pt x="611" y="741"/>
                    <a:pt x="612" y="741"/>
                  </a:cubicBezTo>
                  <a:cubicBezTo>
                    <a:pt x="612" y="741"/>
                    <a:pt x="626" y="729"/>
                    <a:pt x="658" y="702"/>
                  </a:cubicBezTo>
                  <a:cubicBezTo>
                    <a:pt x="689" y="680"/>
                    <a:pt x="690" y="680"/>
                    <a:pt x="690" y="680"/>
                  </a:cubicBezTo>
                  <a:close/>
                  <a:moveTo>
                    <a:pt x="940" y="799"/>
                  </a:moveTo>
                  <a:cubicBezTo>
                    <a:pt x="953" y="837"/>
                    <a:pt x="969" y="871"/>
                    <a:pt x="969" y="871"/>
                  </a:cubicBezTo>
                  <a:cubicBezTo>
                    <a:pt x="965" y="859"/>
                    <a:pt x="962" y="846"/>
                    <a:pt x="956" y="834"/>
                  </a:cubicBezTo>
                  <a:lnTo>
                    <a:pt x="944" y="799"/>
                  </a:lnTo>
                  <a:close/>
                  <a:moveTo>
                    <a:pt x="546" y="804"/>
                  </a:moveTo>
                  <a:cubicBezTo>
                    <a:pt x="547" y="804"/>
                    <a:pt x="548" y="805"/>
                    <a:pt x="549" y="805"/>
                  </a:cubicBezTo>
                  <a:cubicBezTo>
                    <a:pt x="549" y="809"/>
                    <a:pt x="552" y="809"/>
                    <a:pt x="524" y="834"/>
                  </a:cubicBezTo>
                  <a:lnTo>
                    <a:pt x="521" y="831"/>
                  </a:lnTo>
                  <a:lnTo>
                    <a:pt x="521" y="831"/>
                  </a:lnTo>
                  <a:cubicBezTo>
                    <a:pt x="513" y="837"/>
                    <a:pt x="503" y="846"/>
                    <a:pt x="492" y="856"/>
                  </a:cubicBezTo>
                  <a:lnTo>
                    <a:pt x="436" y="906"/>
                  </a:lnTo>
                  <a:cubicBezTo>
                    <a:pt x="452" y="884"/>
                    <a:pt x="467" y="865"/>
                    <a:pt x="489" y="849"/>
                  </a:cubicBezTo>
                  <a:cubicBezTo>
                    <a:pt x="532" y="811"/>
                    <a:pt x="542" y="804"/>
                    <a:pt x="546" y="804"/>
                  </a:cubicBezTo>
                  <a:close/>
                  <a:moveTo>
                    <a:pt x="678" y="781"/>
                  </a:moveTo>
                  <a:lnTo>
                    <a:pt x="678" y="781"/>
                  </a:lnTo>
                  <a:cubicBezTo>
                    <a:pt x="669" y="794"/>
                    <a:pt x="661" y="808"/>
                    <a:pt x="655" y="821"/>
                  </a:cubicBezTo>
                  <a:cubicBezTo>
                    <a:pt x="655" y="824"/>
                    <a:pt x="658" y="824"/>
                    <a:pt x="658" y="824"/>
                  </a:cubicBezTo>
                  <a:lnTo>
                    <a:pt x="633" y="852"/>
                  </a:lnTo>
                  <a:cubicBezTo>
                    <a:pt x="611" y="868"/>
                    <a:pt x="596" y="887"/>
                    <a:pt x="580" y="906"/>
                  </a:cubicBezTo>
                  <a:cubicBezTo>
                    <a:pt x="580" y="906"/>
                    <a:pt x="560" y="934"/>
                    <a:pt x="555" y="934"/>
                  </a:cubicBezTo>
                  <a:cubicBezTo>
                    <a:pt x="555" y="934"/>
                    <a:pt x="555" y="934"/>
                    <a:pt x="555" y="934"/>
                  </a:cubicBezTo>
                  <a:cubicBezTo>
                    <a:pt x="555" y="934"/>
                    <a:pt x="580" y="906"/>
                    <a:pt x="602" y="874"/>
                  </a:cubicBezTo>
                  <a:cubicBezTo>
                    <a:pt x="627" y="846"/>
                    <a:pt x="649" y="815"/>
                    <a:pt x="674" y="787"/>
                  </a:cubicBezTo>
                  <a:cubicBezTo>
                    <a:pt x="675" y="785"/>
                    <a:pt x="677" y="783"/>
                    <a:pt x="678" y="781"/>
                  </a:cubicBezTo>
                  <a:close/>
                  <a:moveTo>
                    <a:pt x="956" y="912"/>
                  </a:moveTo>
                  <a:cubicBezTo>
                    <a:pt x="959" y="912"/>
                    <a:pt x="959" y="912"/>
                    <a:pt x="969" y="946"/>
                  </a:cubicBezTo>
                  <a:lnTo>
                    <a:pt x="965" y="946"/>
                  </a:lnTo>
                  <a:lnTo>
                    <a:pt x="953" y="912"/>
                  </a:lnTo>
                  <a:close/>
                  <a:moveTo>
                    <a:pt x="1146" y="933"/>
                  </a:moveTo>
                  <a:cubicBezTo>
                    <a:pt x="1148" y="933"/>
                    <a:pt x="1159" y="944"/>
                    <a:pt x="1157" y="946"/>
                  </a:cubicBezTo>
                  <a:cubicBezTo>
                    <a:pt x="1148" y="937"/>
                    <a:pt x="1146" y="933"/>
                    <a:pt x="1146" y="933"/>
                  </a:cubicBezTo>
                  <a:close/>
                  <a:moveTo>
                    <a:pt x="1100" y="896"/>
                  </a:moveTo>
                  <a:cubicBezTo>
                    <a:pt x="1119" y="915"/>
                    <a:pt x="1135" y="934"/>
                    <a:pt x="1147" y="956"/>
                  </a:cubicBezTo>
                  <a:lnTo>
                    <a:pt x="1122" y="928"/>
                  </a:lnTo>
                  <a:lnTo>
                    <a:pt x="1097" y="899"/>
                  </a:lnTo>
                  <a:lnTo>
                    <a:pt x="1100" y="896"/>
                  </a:lnTo>
                  <a:close/>
                  <a:moveTo>
                    <a:pt x="1068" y="888"/>
                  </a:moveTo>
                  <a:cubicBezTo>
                    <a:pt x="1069" y="888"/>
                    <a:pt x="1081" y="902"/>
                    <a:pt x="1110" y="934"/>
                  </a:cubicBezTo>
                  <a:cubicBezTo>
                    <a:pt x="1135" y="965"/>
                    <a:pt x="1135" y="965"/>
                    <a:pt x="1132" y="965"/>
                  </a:cubicBezTo>
                  <a:lnTo>
                    <a:pt x="1081" y="909"/>
                  </a:lnTo>
                  <a:cubicBezTo>
                    <a:pt x="1072" y="895"/>
                    <a:pt x="1067" y="888"/>
                    <a:pt x="1068" y="888"/>
                  </a:cubicBezTo>
                  <a:close/>
                  <a:moveTo>
                    <a:pt x="787" y="896"/>
                  </a:moveTo>
                  <a:cubicBezTo>
                    <a:pt x="787" y="896"/>
                    <a:pt x="787" y="896"/>
                    <a:pt x="787" y="896"/>
                  </a:cubicBezTo>
                  <a:lnTo>
                    <a:pt x="781" y="934"/>
                  </a:lnTo>
                  <a:lnTo>
                    <a:pt x="771" y="968"/>
                  </a:lnTo>
                  <a:lnTo>
                    <a:pt x="774" y="931"/>
                  </a:lnTo>
                  <a:cubicBezTo>
                    <a:pt x="782" y="899"/>
                    <a:pt x="786" y="896"/>
                    <a:pt x="787" y="896"/>
                  </a:cubicBezTo>
                  <a:close/>
                  <a:moveTo>
                    <a:pt x="854" y="847"/>
                  </a:moveTo>
                  <a:cubicBezTo>
                    <a:pt x="855" y="847"/>
                    <a:pt x="854" y="866"/>
                    <a:pt x="853" y="912"/>
                  </a:cubicBezTo>
                  <a:lnTo>
                    <a:pt x="843" y="987"/>
                  </a:lnTo>
                  <a:cubicBezTo>
                    <a:pt x="843" y="946"/>
                    <a:pt x="846" y="909"/>
                    <a:pt x="850" y="871"/>
                  </a:cubicBezTo>
                  <a:cubicBezTo>
                    <a:pt x="852" y="856"/>
                    <a:pt x="854" y="847"/>
                    <a:pt x="854" y="847"/>
                  </a:cubicBezTo>
                  <a:close/>
                  <a:moveTo>
                    <a:pt x="934" y="900"/>
                  </a:moveTo>
                  <a:cubicBezTo>
                    <a:pt x="936" y="900"/>
                    <a:pt x="944" y="933"/>
                    <a:pt x="953" y="987"/>
                  </a:cubicBezTo>
                  <a:lnTo>
                    <a:pt x="947" y="987"/>
                  </a:lnTo>
                  <a:cubicBezTo>
                    <a:pt x="940" y="965"/>
                    <a:pt x="937" y="940"/>
                    <a:pt x="934" y="915"/>
                  </a:cubicBezTo>
                  <a:cubicBezTo>
                    <a:pt x="933" y="905"/>
                    <a:pt x="933" y="900"/>
                    <a:pt x="934" y="900"/>
                  </a:cubicBezTo>
                  <a:close/>
                  <a:moveTo>
                    <a:pt x="1088" y="990"/>
                  </a:moveTo>
                  <a:cubicBezTo>
                    <a:pt x="1092" y="990"/>
                    <a:pt x="1110" y="1022"/>
                    <a:pt x="1110" y="1022"/>
                  </a:cubicBezTo>
                  <a:cubicBezTo>
                    <a:pt x="1116" y="1032"/>
                    <a:pt x="1118" y="1036"/>
                    <a:pt x="1117" y="1036"/>
                  </a:cubicBezTo>
                  <a:cubicBezTo>
                    <a:pt x="1116" y="1036"/>
                    <a:pt x="1107" y="1025"/>
                    <a:pt x="1104" y="1025"/>
                  </a:cubicBezTo>
                  <a:cubicBezTo>
                    <a:pt x="1104" y="1025"/>
                    <a:pt x="1103" y="1025"/>
                    <a:pt x="1103" y="1025"/>
                  </a:cubicBezTo>
                  <a:cubicBezTo>
                    <a:pt x="1081" y="993"/>
                    <a:pt x="1081" y="993"/>
                    <a:pt x="1088" y="990"/>
                  </a:cubicBezTo>
                  <a:cubicBezTo>
                    <a:pt x="1088" y="990"/>
                    <a:pt x="1088" y="990"/>
                    <a:pt x="1088" y="990"/>
                  </a:cubicBezTo>
                  <a:close/>
                  <a:moveTo>
                    <a:pt x="599" y="1015"/>
                  </a:moveTo>
                  <a:cubicBezTo>
                    <a:pt x="589" y="1037"/>
                    <a:pt x="577" y="1059"/>
                    <a:pt x="561" y="1078"/>
                  </a:cubicBezTo>
                  <a:lnTo>
                    <a:pt x="555" y="1075"/>
                  </a:lnTo>
                  <a:cubicBezTo>
                    <a:pt x="564" y="1053"/>
                    <a:pt x="580" y="1031"/>
                    <a:pt x="599" y="1015"/>
                  </a:cubicBezTo>
                  <a:close/>
                  <a:moveTo>
                    <a:pt x="1034" y="1009"/>
                  </a:moveTo>
                  <a:cubicBezTo>
                    <a:pt x="1038" y="1009"/>
                    <a:pt x="1041" y="1009"/>
                    <a:pt x="1056" y="1044"/>
                  </a:cubicBezTo>
                  <a:cubicBezTo>
                    <a:pt x="1056" y="1044"/>
                    <a:pt x="1069" y="1078"/>
                    <a:pt x="1066" y="1078"/>
                  </a:cubicBezTo>
                  <a:cubicBezTo>
                    <a:pt x="1066" y="1078"/>
                    <a:pt x="1065" y="1078"/>
                    <a:pt x="1065" y="1078"/>
                  </a:cubicBezTo>
                  <a:cubicBezTo>
                    <a:pt x="1061" y="1078"/>
                    <a:pt x="1047" y="1047"/>
                    <a:pt x="1047" y="1047"/>
                  </a:cubicBezTo>
                  <a:cubicBezTo>
                    <a:pt x="1031" y="1009"/>
                    <a:pt x="1034" y="1009"/>
                    <a:pt x="1034" y="1009"/>
                  </a:cubicBezTo>
                  <a:close/>
                  <a:moveTo>
                    <a:pt x="875" y="1025"/>
                  </a:moveTo>
                  <a:cubicBezTo>
                    <a:pt x="878" y="1050"/>
                    <a:pt x="875" y="1075"/>
                    <a:pt x="871" y="1100"/>
                  </a:cubicBezTo>
                  <a:lnTo>
                    <a:pt x="868" y="1100"/>
                  </a:lnTo>
                  <a:cubicBezTo>
                    <a:pt x="868" y="1062"/>
                    <a:pt x="871" y="1025"/>
                    <a:pt x="871" y="1025"/>
                  </a:cubicBezTo>
                  <a:close/>
                  <a:moveTo>
                    <a:pt x="789" y="960"/>
                  </a:moveTo>
                  <a:lnTo>
                    <a:pt x="789" y="960"/>
                  </a:lnTo>
                  <a:cubicBezTo>
                    <a:pt x="789" y="960"/>
                    <a:pt x="786" y="978"/>
                    <a:pt x="781" y="1012"/>
                  </a:cubicBezTo>
                  <a:cubicBezTo>
                    <a:pt x="777" y="1050"/>
                    <a:pt x="768" y="1088"/>
                    <a:pt x="755" y="1122"/>
                  </a:cubicBezTo>
                  <a:lnTo>
                    <a:pt x="749" y="1119"/>
                  </a:lnTo>
                  <a:cubicBezTo>
                    <a:pt x="749" y="1119"/>
                    <a:pt x="759" y="1084"/>
                    <a:pt x="768" y="1047"/>
                  </a:cubicBezTo>
                  <a:cubicBezTo>
                    <a:pt x="782" y="987"/>
                    <a:pt x="788" y="960"/>
                    <a:pt x="789" y="960"/>
                  </a:cubicBezTo>
                  <a:close/>
                  <a:moveTo>
                    <a:pt x="66" y="1094"/>
                  </a:moveTo>
                  <a:cubicBezTo>
                    <a:pt x="44" y="1103"/>
                    <a:pt x="22" y="1116"/>
                    <a:pt x="3" y="1131"/>
                  </a:cubicBezTo>
                  <a:lnTo>
                    <a:pt x="0" y="1131"/>
                  </a:lnTo>
                  <a:lnTo>
                    <a:pt x="3" y="1135"/>
                  </a:lnTo>
                  <a:cubicBezTo>
                    <a:pt x="4" y="1135"/>
                    <a:pt x="5" y="1136"/>
                    <a:pt x="6" y="1136"/>
                  </a:cubicBezTo>
                  <a:cubicBezTo>
                    <a:pt x="14" y="1136"/>
                    <a:pt x="42" y="1117"/>
                    <a:pt x="69" y="1100"/>
                  </a:cubicBezTo>
                  <a:lnTo>
                    <a:pt x="66" y="1094"/>
                  </a:lnTo>
                  <a:close/>
                  <a:moveTo>
                    <a:pt x="585" y="1074"/>
                  </a:moveTo>
                  <a:cubicBezTo>
                    <a:pt x="581" y="1074"/>
                    <a:pt x="568" y="1097"/>
                    <a:pt x="555" y="1119"/>
                  </a:cubicBezTo>
                  <a:cubicBezTo>
                    <a:pt x="539" y="1153"/>
                    <a:pt x="542" y="1156"/>
                    <a:pt x="549" y="1160"/>
                  </a:cubicBezTo>
                  <a:cubicBezTo>
                    <a:pt x="549" y="1160"/>
                    <a:pt x="549" y="1160"/>
                    <a:pt x="550" y="1160"/>
                  </a:cubicBezTo>
                  <a:cubicBezTo>
                    <a:pt x="557" y="1160"/>
                    <a:pt x="574" y="1131"/>
                    <a:pt x="574" y="1131"/>
                  </a:cubicBezTo>
                  <a:cubicBezTo>
                    <a:pt x="589" y="1097"/>
                    <a:pt x="586" y="1094"/>
                    <a:pt x="583" y="1091"/>
                  </a:cubicBezTo>
                  <a:cubicBezTo>
                    <a:pt x="586" y="1079"/>
                    <a:pt x="586" y="1074"/>
                    <a:pt x="585" y="1074"/>
                  </a:cubicBezTo>
                  <a:close/>
                  <a:moveTo>
                    <a:pt x="953" y="1138"/>
                  </a:moveTo>
                  <a:lnTo>
                    <a:pt x="959" y="1175"/>
                  </a:lnTo>
                  <a:cubicBezTo>
                    <a:pt x="957" y="1175"/>
                    <a:pt x="956" y="1192"/>
                    <a:pt x="954" y="1192"/>
                  </a:cubicBezTo>
                  <a:cubicBezTo>
                    <a:pt x="953" y="1192"/>
                    <a:pt x="952" y="1188"/>
                    <a:pt x="950" y="1175"/>
                  </a:cubicBezTo>
                  <a:cubicBezTo>
                    <a:pt x="947" y="1175"/>
                    <a:pt x="950" y="1138"/>
                    <a:pt x="953" y="1138"/>
                  </a:cubicBezTo>
                  <a:close/>
                  <a:moveTo>
                    <a:pt x="806" y="0"/>
                  </a:moveTo>
                  <a:cubicBezTo>
                    <a:pt x="805" y="0"/>
                    <a:pt x="806" y="10"/>
                    <a:pt x="809" y="25"/>
                  </a:cubicBezTo>
                  <a:cubicBezTo>
                    <a:pt x="818" y="100"/>
                    <a:pt x="815" y="100"/>
                    <a:pt x="802" y="103"/>
                  </a:cubicBezTo>
                  <a:cubicBezTo>
                    <a:pt x="798" y="92"/>
                    <a:pt x="794" y="88"/>
                    <a:pt x="792" y="88"/>
                  </a:cubicBezTo>
                  <a:cubicBezTo>
                    <a:pt x="786" y="88"/>
                    <a:pt x="785" y="115"/>
                    <a:pt x="787" y="141"/>
                  </a:cubicBezTo>
                  <a:lnTo>
                    <a:pt x="793" y="141"/>
                  </a:lnTo>
                  <a:cubicBezTo>
                    <a:pt x="798" y="173"/>
                    <a:pt x="801" y="192"/>
                    <a:pt x="801" y="199"/>
                  </a:cubicBezTo>
                  <a:lnTo>
                    <a:pt x="801" y="199"/>
                  </a:lnTo>
                  <a:cubicBezTo>
                    <a:pt x="844" y="248"/>
                    <a:pt x="872" y="309"/>
                    <a:pt x="880" y="374"/>
                  </a:cubicBezTo>
                  <a:lnTo>
                    <a:pt x="880" y="374"/>
                  </a:lnTo>
                  <a:cubicBezTo>
                    <a:pt x="880" y="373"/>
                    <a:pt x="881" y="371"/>
                    <a:pt x="881" y="370"/>
                  </a:cubicBezTo>
                  <a:lnTo>
                    <a:pt x="881" y="379"/>
                  </a:lnTo>
                  <a:lnTo>
                    <a:pt x="881" y="379"/>
                  </a:lnTo>
                  <a:cubicBezTo>
                    <a:pt x="882" y="389"/>
                    <a:pt x="883" y="399"/>
                    <a:pt x="883" y="410"/>
                  </a:cubicBezTo>
                  <a:lnTo>
                    <a:pt x="883" y="410"/>
                  </a:lnTo>
                  <a:cubicBezTo>
                    <a:pt x="883" y="407"/>
                    <a:pt x="884" y="406"/>
                    <a:pt x="884" y="406"/>
                  </a:cubicBezTo>
                  <a:lnTo>
                    <a:pt x="884" y="406"/>
                  </a:lnTo>
                  <a:cubicBezTo>
                    <a:pt x="884" y="406"/>
                    <a:pt x="883" y="409"/>
                    <a:pt x="883" y="413"/>
                  </a:cubicBezTo>
                  <a:lnTo>
                    <a:pt x="883" y="413"/>
                  </a:lnTo>
                  <a:cubicBezTo>
                    <a:pt x="883" y="415"/>
                    <a:pt x="883" y="417"/>
                    <a:pt x="883" y="419"/>
                  </a:cubicBezTo>
                  <a:lnTo>
                    <a:pt x="883" y="419"/>
                  </a:lnTo>
                  <a:cubicBezTo>
                    <a:pt x="886" y="403"/>
                    <a:pt x="887" y="395"/>
                    <a:pt x="888" y="395"/>
                  </a:cubicBezTo>
                  <a:lnTo>
                    <a:pt x="888" y="395"/>
                  </a:lnTo>
                  <a:cubicBezTo>
                    <a:pt x="888" y="395"/>
                    <a:pt x="886" y="410"/>
                    <a:pt x="882" y="440"/>
                  </a:cubicBezTo>
                  <a:lnTo>
                    <a:pt x="882" y="440"/>
                  </a:lnTo>
                  <a:cubicBezTo>
                    <a:pt x="882" y="442"/>
                    <a:pt x="882" y="443"/>
                    <a:pt x="882" y="445"/>
                  </a:cubicBezTo>
                  <a:lnTo>
                    <a:pt x="882" y="445"/>
                  </a:lnTo>
                  <a:cubicBezTo>
                    <a:pt x="884" y="431"/>
                    <a:pt x="886" y="423"/>
                    <a:pt x="887" y="423"/>
                  </a:cubicBezTo>
                  <a:lnTo>
                    <a:pt x="887" y="423"/>
                  </a:lnTo>
                  <a:cubicBezTo>
                    <a:pt x="887" y="423"/>
                    <a:pt x="886" y="432"/>
                    <a:pt x="882" y="448"/>
                  </a:cubicBezTo>
                  <a:lnTo>
                    <a:pt x="882" y="448"/>
                  </a:lnTo>
                  <a:cubicBezTo>
                    <a:pt x="882" y="447"/>
                    <a:pt x="882" y="446"/>
                    <a:pt x="882" y="445"/>
                  </a:cubicBezTo>
                  <a:lnTo>
                    <a:pt x="882" y="445"/>
                  </a:lnTo>
                  <a:cubicBezTo>
                    <a:pt x="882" y="447"/>
                    <a:pt x="881" y="449"/>
                    <a:pt x="881" y="451"/>
                  </a:cubicBezTo>
                  <a:cubicBezTo>
                    <a:pt x="881" y="450"/>
                    <a:pt x="881" y="449"/>
                    <a:pt x="882" y="448"/>
                  </a:cubicBezTo>
                  <a:lnTo>
                    <a:pt x="882" y="448"/>
                  </a:lnTo>
                  <a:cubicBezTo>
                    <a:pt x="880" y="463"/>
                    <a:pt x="878" y="477"/>
                    <a:pt x="875" y="492"/>
                  </a:cubicBezTo>
                  <a:cubicBezTo>
                    <a:pt x="886" y="456"/>
                    <a:pt x="892" y="438"/>
                    <a:pt x="892" y="438"/>
                  </a:cubicBezTo>
                  <a:lnTo>
                    <a:pt x="892" y="438"/>
                  </a:lnTo>
                  <a:cubicBezTo>
                    <a:pt x="893" y="438"/>
                    <a:pt x="887" y="456"/>
                    <a:pt x="875" y="492"/>
                  </a:cubicBezTo>
                  <a:cubicBezTo>
                    <a:pt x="873" y="497"/>
                    <a:pt x="872" y="502"/>
                    <a:pt x="870" y="506"/>
                  </a:cubicBezTo>
                  <a:lnTo>
                    <a:pt x="870" y="506"/>
                  </a:lnTo>
                  <a:lnTo>
                    <a:pt x="874" y="491"/>
                  </a:lnTo>
                  <a:lnTo>
                    <a:pt x="874" y="491"/>
                  </a:lnTo>
                  <a:cubicBezTo>
                    <a:pt x="872" y="501"/>
                    <a:pt x="871" y="505"/>
                    <a:pt x="871" y="505"/>
                  </a:cubicBezTo>
                  <a:cubicBezTo>
                    <a:pt x="870" y="505"/>
                    <a:pt x="876" y="478"/>
                    <a:pt x="881" y="451"/>
                  </a:cubicBezTo>
                  <a:cubicBezTo>
                    <a:pt x="881" y="447"/>
                    <a:pt x="882" y="443"/>
                    <a:pt x="882" y="440"/>
                  </a:cubicBezTo>
                  <a:lnTo>
                    <a:pt x="882" y="440"/>
                  </a:lnTo>
                  <a:cubicBezTo>
                    <a:pt x="883" y="433"/>
                    <a:pt x="883" y="426"/>
                    <a:pt x="883" y="419"/>
                  </a:cubicBezTo>
                  <a:lnTo>
                    <a:pt x="883" y="419"/>
                  </a:lnTo>
                  <a:cubicBezTo>
                    <a:pt x="882" y="428"/>
                    <a:pt x="880" y="438"/>
                    <a:pt x="878" y="451"/>
                  </a:cubicBezTo>
                  <a:cubicBezTo>
                    <a:pt x="880" y="436"/>
                    <a:pt x="882" y="421"/>
                    <a:pt x="883" y="413"/>
                  </a:cubicBezTo>
                  <a:lnTo>
                    <a:pt x="883" y="413"/>
                  </a:lnTo>
                  <a:cubicBezTo>
                    <a:pt x="883" y="412"/>
                    <a:pt x="883" y="411"/>
                    <a:pt x="883" y="410"/>
                  </a:cubicBezTo>
                  <a:lnTo>
                    <a:pt x="883" y="410"/>
                  </a:lnTo>
                  <a:cubicBezTo>
                    <a:pt x="882" y="415"/>
                    <a:pt x="880" y="427"/>
                    <a:pt x="878" y="448"/>
                  </a:cubicBezTo>
                  <a:cubicBezTo>
                    <a:pt x="872" y="484"/>
                    <a:pt x="866" y="516"/>
                    <a:pt x="865" y="523"/>
                  </a:cubicBezTo>
                  <a:lnTo>
                    <a:pt x="865" y="523"/>
                  </a:lnTo>
                  <a:cubicBezTo>
                    <a:pt x="866" y="521"/>
                    <a:pt x="866" y="520"/>
                    <a:pt x="867" y="518"/>
                  </a:cubicBezTo>
                  <a:lnTo>
                    <a:pt x="867" y="518"/>
                  </a:lnTo>
                  <a:cubicBezTo>
                    <a:pt x="867" y="519"/>
                    <a:pt x="866" y="521"/>
                    <a:pt x="866" y="522"/>
                  </a:cubicBezTo>
                  <a:lnTo>
                    <a:pt x="866" y="522"/>
                  </a:lnTo>
                  <a:cubicBezTo>
                    <a:pt x="866" y="522"/>
                    <a:pt x="866" y="522"/>
                    <a:pt x="866" y="521"/>
                  </a:cubicBezTo>
                  <a:lnTo>
                    <a:pt x="866" y="521"/>
                  </a:lnTo>
                  <a:cubicBezTo>
                    <a:pt x="866" y="522"/>
                    <a:pt x="866" y="522"/>
                    <a:pt x="866" y="523"/>
                  </a:cubicBezTo>
                  <a:lnTo>
                    <a:pt x="866" y="523"/>
                  </a:lnTo>
                  <a:lnTo>
                    <a:pt x="867" y="520"/>
                  </a:lnTo>
                  <a:lnTo>
                    <a:pt x="867" y="520"/>
                  </a:lnTo>
                  <a:cubicBezTo>
                    <a:pt x="867" y="521"/>
                    <a:pt x="866" y="521"/>
                    <a:pt x="866" y="521"/>
                  </a:cubicBezTo>
                  <a:lnTo>
                    <a:pt x="866" y="521"/>
                  </a:lnTo>
                  <a:cubicBezTo>
                    <a:pt x="866" y="520"/>
                    <a:pt x="867" y="519"/>
                    <a:pt x="867" y="517"/>
                  </a:cubicBezTo>
                  <a:lnTo>
                    <a:pt x="867" y="517"/>
                  </a:lnTo>
                  <a:cubicBezTo>
                    <a:pt x="867" y="517"/>
                    <a:pt x="867" y="518"/>
                    <a:pt x="867" y="518"/>
                  </a:cubicBezTo>
                  <a:lnTo>
                    <a:pt x="867" y="518"/>
                  </a:lnTo>
                  <a:cubicBezTo>
                    <a:pt x="868" y="505"/>
                    <a:pt x="872" y="482"/>
                    <a:pt x="878" y="451"/>
                  </a:cubicBezTo>
                  <a:lnTo>
                    <a:pt x="878" y="451"/>
                  </a:lnTo>
                  <a:cubicBezTo>
                    <a:pt x="872" y="483"/>
                    <a:pt x="869" y="505"/>
                    <a:pt x="867" y="517"/>
                  </a:cubicBezTo>
                  <a:lnTo>
                    <a:pt x="867" y="517"/>
                  </a:lnTo>
                  <a:cubicBezTo>
                    <a:pt x="868" y="514"/>
                    <a:pt x="869" y="510"/>
                    <a:pt x="870" y="506"/>
                  </a:cubicBezTo>
                  <a:lnTo>
                    <a:pt x="870" y="506"/>
                  </a:lnTo>
                  <a:lnTo>
                    <a:pt x="867" y="520"/>
                  </a:lnTo>
                  <a:lnTo>
                    <a:pt x="867" y="520"/>
                  </a:lnTo>
                  <a:cubicBezTo>
                    <a:pt x="871" y="507"/>
                    <a:pt x="879" y="485"/>
                    <a:pt x="890" y="458"/>
                  </a:cubicBezTo>
                  <a:cubicBezTo>
                    <a:pt x="895" y="443"/>
                    <a:pt x="900" y="432"/>
                    <a:pt x="903" y="423"/>
                  </a:cubicBezTo>
                  <a:lnTo>
                    <a:pt x="903" y="423"/>
                  </a:lnTo>
                  <a:lnTo>
                    <a:pt x="890" y="461"/>
                  </a:lnTo>
                  <a:cubicBezTo>
                    <a:pt x="888" y="468"/>
                    <a:pt x="885" y="478"/>
                    <a:pt x="881" y="488"/>
                  </a:cubicBezTo>
                  <a:lnTo>
                    <a:pt x="881" y="488"/>
                  </a:lnTo>
                  <a:cubicBezTo>
                    <a:pt x="883" y="483"/>
                    <a:pt x="887" y="474"/>
                    <a:pt x="893" y="461"/>
                  </a:cubicBezTo>
                  <a:cubicBezTo>
                    <a:pt x="905" y="437"/>
                    <a:pt x="910" y="426"/>
                    <a:pt x="911" y="426"/>
                  </a:cubicBezTo>
                  <a:lnTo>
                    <a:pt x="911" y="426"/>
                  </a:lnTo>
                  <a:cubicBezTo>
                    <a:pt x="913" y="426"/>
                    <a:pt x="901" y="457"/>
                    <a:pt x="881" y="498"/>
                  </a:cubicBezTo>
                  <a:lnTo>
                    <a:pt x="897" y="467"/>
                  </a:lnTo>
                  <a:cubicBezTo>
                    <a:pt x="918" y="427"/>
                    <a:pt x="933" y="398"/>
                    <a:pt x="934" y="398"/>
                  </a:cubicBezTo>
                  <a:lnTo>
                    <a:pt x="934" y="398"/>
                  </a:lnTo>
                  <a:cubicBezTo>
                    <a:pt x="934" y="398"/>
                    <a:pt x="929" y="409"/>
                    <a:pt x="915" y="436"/>
                  </a:cubicBezTo>
                  <a:lnTo>
                    <a:pt x="912" y="441"/>
                  </a:lnTo>
                  <a:lnTo>
                    <a:pt x="912" y="441"/>
                  </a:lnTo>
                  <a:cubicBezTo>
                    <a:pt x="916" y="435"/>
                    <a:pt x="918" y="432"/>
                    <a:pt x="919" y="432"/>
                  </a:cubicBezTo>
                  <a:lnTo>
                    <a:pt x="919" y="432"/>
                  </a:lnTo>
                  <a:cubicBezTo>
                    <a:pt x="921" y="432"/>
                    <a:pt x="907" y="462"/>
                    <a:pt x="881" y="501"/>
                  </a:cubicBezTo>
                  <a:cubicBezTo>
                    <a:pt x="903" y="470"/>
                    <a:pt x="922" y="439"/>
                    <a:pt x="922" y="439"/>
                  </a:cubicBezTo>
                  <a:lnTo>
                    <a:pt x="922" y="439"/>
                  </a:lnTo>
                  <a:cubicBezTo>
                    <a:pt x="922" y="439"/>
                    <a:pt x="922" y="442"/>
                    <a:pt x="903" y="473"/>
                  </a:cubicBezTo>
                  <a:cubicBezTo>
                    <a:pt x="889" y="496"/>
                    <a:pt x="874" y="520"/>
                    <a:pt x="875" y="520"/>
                  </a:cubicBezTo>
                  <a:cubicBezTo>
                    <a:pt x="875" y="520"/>
                    <a:pt x="878" y="517"/>
                    <a:pt x="884" y="508"/>
                  </a:cubicBezTo>
                  <a:lnTo>
                    <a:pt x="884" y="508"/>
                  </a:lnTo>
                  <a:lnTo>
                    <a:pt x="864" y="536"/>
                  </a:lnTo>
                  <a:lnTo>
                    <a:pt x="864" y="536"/>
                  </a:lnTo>
                  <a:cubicBezTo>
                    <a:pt x="864" y="535"/>
                    <a:pt x="864" y="534"/>
                    <a:pt x="864" y="533"/>
                  </a:cubicBezTo>
                  <a:lnTo>
                    <a:pt x="864" y="533"/>
                  </a:lnTo>
                  <a:cubicBezTo>
                    <a:pt x="866" y="531"/>
                    <a:pt x="869" y="525"/>
                    <a:pt x="881" y="501"/>
                  </a:cubicBezTo>
                  <a:lnTo>
                    <a:pt x="881" y="501"/>
                  </a:lnTo>
                  <a:lnTo>
                    <a:pt x="864" y="532"/>
                  </a:lnTo>
                  <a:lnTo>
                    <a:pt x="864" y="532"/>
                  </a:lnTo>
                  <a:cubicBezTo>
                    <a:pt x="864" y="531"/>
                    <a:pt x="864" y="531"/>
                    <a:pt x="864" y="530"/>
                  </a:cubicBezTo>
                  <a:lnTo>
                    <a:pt x="864" y="530"/>
                  </a:lnTo>
                  <a:cubicBezTo>
                    <a:pt x="864" y="529"/>
                    <a:pt x="865" y="528"/>
                    <a:pt x="865" y="527"/>
                  </a:cubicBezTo>
                  <a:lnTo>
                    <a:pt x="866" y="523"/>
                  </a:lnTo>
                  <a:lnTo>
                    <a:pt x="866" y="523"/>
                  </a:lnTo>
                  <a:cubicBezTo>
                    <a:pt x="865" y="528"/>
                    <a:pt x="865" y="530"/>
                    <a:pt x="865" y="530"/>
                  </a:cubicBezTo>
                  <a:cubicBezTo>
                    <a:pt x="865" y="530"/>
                    <a:pt x="865" y="527"/>
                    <a:pt x="866" y="523"/>
                  </a:cubicBezTo>
                  <a:lnTo>
                    <a:pt x="866" y="523"/>
                  </a:lnTo>
                  <a:lnTo>
                    <a:pt x="866" y="523"/>
                  </a:lnTo>
                  <a:lnTo>
                    <a:pt x="866" y="523"/>
                  </a:lnTo>
                  <a:cubicBezTo>
                    <a:pt x="866" y="523"/>
                    <a:pt x="866" y="522"/>
                    <a:pt x="866" y="522"/>
                  </a:cubicBezTo>
                  <a:lnTo>
                    <a:pt x="866" y="522"/>
                  </a:lnTo>
                  <a:cubicBezTo>
                    <a:pt x="865" y="524"/>
                    <a:pt x="865" y="526"/>
                    <a:pt x="864" y="528"/>
                  </a:cubicBezTo>
                  <a:lnTo>
                    <a:pt x="864" y="528"/>
                  </a:lnTo>
                  <a:cubicBezTo>
                    <a:pt x="864" y="527"/>
                    <a:pt x="864" y="527"/>
                    <a:pt x="864" y="527"/>
                  </a:cubicBezTo>
                  <a:lnTo>
                    <a:pt x="864" y="527"/>
                  </a:lnTo>
                  <a:cubicBezTo>
                    <a:pt x="864" y="526"/>
                    <a:pt x="865" y="524"/>
                    <a:pt x="865" y="523"/>
                  </a:cubicBezTo>
                  <a:lnTo>
                    <a:pt x="865" y="523"/>
                  </a:lnTo>
                  <a:cubicBezTo>
                    <a:pt x="865" y="523"/>
                    <a:pt x="865" y="523"/>
                    <a:pt x="865" y="523"/>
                  </a:cubicBezTo>
                  <a:cubicBezTo>
                    <a:pt x="865" y="523"/>
                    <a:pt x="865" y="523"/>
                    <a:pt x="865" y="523"/>
                  </a:cubicBezTo>
                  <a:lnTo>
                    <a:pt x="865" y="523"/>
                  </a:lnTo>
                  <a:cubicBezTo>
                    <a:pt x="865" y="523"/>
                    <a:pt x="865" y="523"/>
                    <a:pt x="865" y="523"/>
                  </a:cubicBezTo>
                  <a:lnTo>
                    <a:pt x="865" y="523"/>
                  </a:lnTo>
                  <a:cubicBezTo>
                    <a:pt x="865" y="520"/>
                    <a:pt x="864" y="519"/>
                    <a:pt x="863" y="513"/>
                  </a:cubicBezTo>
                  <a:lnTo>
                    <a:pt x="863" y="513"/>
                  </a:lnTo>
                  <a:cubicBezTo>
                    <a:pt x="863" y="504"/>
                    <a:pt x="863" y="493"/>
                    <a:pt x="862" y="480"/>
                  </a:cubicBezTo>
                  <a:cubicBezTo>
                    <a:pt x="860" y="460"/>
                    <a:pt x="859" y="451"/>
                    <a:pt x="858" y="451"/>
                  </a:cubicBezTo>
                  <a:lnTo>
                    <a:pt x="858" y="451"/>
                  </a:lnTo>
                  <a:cubicBezTo>
                    <a:pt x="857" y="451"/>
                    <a:pt x="857" y="460"/>
                    <a:pt x="859" y="476"/>
                  </a:cubicBezTo>
                  <a:cubicBezTo>
                    <a:pt x="860" y="492"/>
                    <a:pt x="861" y="505"/>
                    <a:pt x="862" y="514"/>
                  </a:cubicBezTo>
                  <a:lnTo>
                    <a:pt x="862" y="514"/>
                  </a:lnTo>
                  <a:cubicBezTo>
                    <a:pt x="862" y="514"/>
                    <a:pt x="860" y="514"/>
                    <a:pt x="855" y="489"/>
                  </a:cubicBezTo>
                  <a:lnTo>
                    <a:pt x="855" y="489"/>
                  </a:lnTo>
                  <a:cubicBezTo>
                    <a:pt x="856" y="497"/>
                    <a:pt x="856" y="505"/>
                    <a:pt x="856" y="513"/>
                  </a:cubicBezTo>
                  <a:lnTo>
                    <a:pt x="856" y="513"/>
                  </a:lnTo>
                  <a:cubicBezTo>
                    <a:pt x="854" y="504"/>
                    <a:pt x="852" y="492"/>
                    <a:pt x="850" y="476"/>
                  </a:cubicBezTo>
                  <a:lnTo>
                    <a:pt x="850" y="476"/>
                  </a:lnTo>
                  <a:cubicBezTo>
                    <a:pt x="852" y="490"/>
                    <a:pt x="854" y="504"/>
                    <a:pt x="856" y="514"/>
                  </a:cubicBezTo>
                  <a:cubicBezTo>
                    <a:pt x="856" y="514"/>
                    <a:pt x="856" y="513"/>
                    <a:pt x="856" y="513"/>
                  </a:cubicBezTo>
                  <a:lnTo>
                    <a:pt x="856" y="513"/>
                  </a:lnTo>
                  <a:cubicBezTo>
                    <a:pt x="859" y="529"/>
                    <a:pt x="860" y="536"/>
                    <a:pt x="859" y="536"/>
                  </a:cubicBezTo>
                  <a:cubicBezTo>
                    <a:pt x="859" y="536"/>
                    <a:pt x="857" y="527"/>
                    <a:pt x="853" y="511"/>
                  </a:cubicBezTo>
                  <a:cubicBezTo>
                    <a:pt x="851" y="504"/>
                    <a:pt x="850" y="497"/>
                    <a:pt x="849" y="491"/>
                  </a:cubicBezTo>
                  <a:lnTo>
                    <a:pt x="849" y="491"/>
                  </a:lnTo>
                  <a:cubicBezTo>
                    <a:pt x="850" y="497"/>
                    <a:pt x="850" y="504"/>
                    <a:pt x="850" y="511"/>
                  </a:cubicBezTo>
                  <a:cubicBezTo>
                    <a:pt x="850" y="511"/>
                    <a:pt x="850" y="511"/>
                    <a:pt x="858" y="546"/>
                  </a:cubicBezTo>
                  <a:lnTo>
                    <a:pt x="858" y="546"/>
                  </a:lnTo>
                  <a:cubicBezTo>
                    <a:pt x="860" y="541"/>
                    <a:pt x="862" y="537"/>
                    <a:pt x="863" y="532"/>
                  </a:cubicBezTo>
                  <a:lnTo>
                    <a:pt x="863" y="532"/>
                  </a:lnTo>
                  <a:cubicBezTo>
                    <a:pt x="863" y="533"/>
                    <a:pt x="863" y="533"/>
                    <a:pt x="863" y="533"/>
                  </a:cubicBezTo>
                  <a:lnTo>
                    <a:pt x="863" y="533"/>
                  </a:lnTo>
                  <a:lnTo>
                    <a:pt x="862" y="536"/>
                  </a:lnTo>
                  <a:cubicBezTo>
                    <a:pt x="863" y="535"/>
                    <a:pt x="863" y="535"/>
                    <a:pt x="864" y="534"/>
                  </a:cubicBezTo>
                  <a:lnTo>
                    <a:pt x="864" y="534"/>
                  </a:lnTo>
                  <a:cubicBezTo>
                    <a:pt x="864" y="535"/>
                    <a:pt x="864" y="536"/>
                    <a:pt x="864" y="537"/>
                  </a:cubicBezTo>
                  <a:lnTo>
                    <a:pt x="864" y="537"/>
                  </a:lnTo>
                  <a:lnTo>
                    <a:pt x="864" y="536"/>
                  </a:lnTo>
                  <a:lnTo>
                    <a:pt x="864" y="536"/>
                  </a:lnTo>
                  <a:cubicBezTo>
                    <a:pt x="864" y="537"/>
                    <a:pt x="864" y="538"/>
                    <a:pt x="864" y="539"/>
                  </a:cubicBezTo>
                  <a:lnTo>
                    <a:pt x="864" y="539"/>
                  </a:lnTo>
                  <a:cubicBezTo>
                    <a:pt x="874" y="525"/>
                    <a:pt x="879" y="519"/>
                    <a:pt x="880" y="519"/>
                  </a:cubicBezTo>
                  <a:lnTo>
                    <a:pt x="880" y="519"/>
                  </a:lnTo>
                  <a:cubicBezTo>
                    <a:pt x="881" y="519"/>
                    <a:pt x="876" y="527"/>
                    <a:pt x="865" y="542"/>
                  </a:cubicBezTo>
                  <a:lnTo>
                    <a:pt x="887" y="511"/>
                  </a:lnTo>
                  <a:lnTo>
                    <a:pt x="887" y="511"/>
                  </a:lnTo>
                  <a:cubicBezTo>
                    <a:pt x="887" y="514"/>
                    <a:pt x="887" y="514"/>
                    <a:pt x="865" y="545"/>
                  </a:cubicBezTo>
                  <a:cubicBezTo>
                    <a:pt x="887" y="517"/>
                    <a:pt x="890" y="517"/>
                    <a:pt x="890" y="517"/>
                  </a:cubicBezTo>
                  <a:lnTo>
                    <a:pt x="890" y="520"/>
                  </a:lnTo>
                  <a:cubicBezTo>
                    <a:pt x="897" y="508"/>
                    <a:pt x="906" y="498"/>
                    <a:pt x="915" y="492"/>
                  </a:cubicBezTo>
                  <a:lnTo>
                    <a:pt x="915" y="492"/>
                  </a:lnTo>
                  <a:cubicBezTo>
                    <a:pt x="909" y="501"/>
                    <a:pt x="900" y="514"/>
                    <a:pt x="893" y="523"/>
                  </a:cubicBezTo>
                  <a:cubicBezTo>
                    <a:pt x="893" y="523"/>
                    <a:pt x="893" y="523"/>
                    <a:pt x="922" y="498"/>
                  </a:cubicBezTo>
                  <a:lnTo>
                    <a:pt x="922" y="498"/>
                  </a:lnTo>
                  <a:cubicBezTo>
                    <a:pt x="912" y="508"/>
                    <a:pt x="903" y="520"/>
                    <a:pt x="897" y="533"/>
                  </a:cubicBezTo>
                  <a:cubicBezTo>
                    <a:pt x="897" y="534"/>
                    <a:pt x="898" y="534"/>
                    <a:pt x="899" y="534"/>
                  </a:cubicBezTo>
                  <a:cubicBezTo>
                    <a:pt x="902" y="534"/>
                    <a:pt x="907" y="529"/>
                    <a:pt x="928" y="511"/>
                  </a:cubicBezTo>
                  <a:lnTo>
                    <a:pt x="928" y="511"/>
                  </a:lnTo>
                  <a:cubicBezTo>
                    <a:pt x="895" y="542"/>
                    <a:pt x="881" y="554"/>
                    <a:pt x="881" y="554"/>
                  </a:cubicBezTo>
                  <a:cubicBezTo>
                    <a:pt x="881" y="554"/>
                    <a:pt x="888" y="548"/>
                    <a:pt x="900" y="539"/>
                  </a:cubicBezTo>
                  <a:cubicBezTo>
                    <a:pt x="931" y="517"/>
                    <a:pt x="931" y="517"/>
                    <a:pt x="931" y="517"/>
                  </a:cubicBezTo>
                  <a:lnTo>
                    <a:pt x="931" y="517"/>
                  </a:lnTo>
                  <a:cubicBezTo>
                    <a:pt x="916" y="530"/>
                    <a:pt x="909" y="536"/>
                    <a:pt x="910" y="536"/>
                  </a:cubicBezTo>
                  <a:cubicBezTo>
                    <a:pt x="911" y="536"/>
                    <a:pt x="919" y="531"/>
                    <a:pt x="934" y="520"/>
                  </a:cubicBezTo>
                  <a:lnTo>
                    <a:pt x="934" y="520"/>
                  </a:lnTo>
                  <a:cubicBezTo>
                    <a:pt x="934" y="523"/>
                    <a:pt x="934" y="523"/>
                    <a:pt x="903" y="545"/>
                  </a:cubicBezTo>
                  <a:lnTo>
                    <a:pt x="903" y="548"/>
                  </a:lnTo>
                  <a:cubicBezTo>
                    <a:pt x="926" y="533"/>
                    <a:pt x="937" y="528"/>
                    <a:pt x="940" y="528"/>
                  </a:cubicBezTo>
                  <a:cubicBezTo>
                    <a:pt x="946" y="528"/>
                    <a:pt x="929" y="544"/>
                    <a:pt x="909" y="558"/>
                  </a:cubicBezTo>
                  <a:cubicBezTo>
                    <a:pt x="918" y="552"/>
                    <a:pt x="931" y="548"/>
                    <a:pt x="940" y="539"/>
                  </a:cubicBezTo>
                  <a:cubicBezTo>
                    <a:pt x="972" y="521"/>
                    <a:pt x="988" y="512"/>
                    <a:pt x="990" y="512"/>
                  </a:cubicBezTo>
                  <a:lnTo>
                    <a:pt x="990" y="512"/>
                  </a:lnTo>
                  <a:cubicBezTo>
                    <a:pt x="992" y="512"/>
                    <a:pt x="976" y="523"/>
                    <a:pt x="944" y="542"/>
                  </a:cubicBezTo>
                  <a:cubicBezTo>
                    <a:pt x="910" y="561"/>
                    <a:pt x="893" y="571"/>
                    <a:pt x="894" y="571"/>
                  </a:cubicBezTo>
                  <a:cubicBezTo>
                    <a:pt x="895" y="571"/>
                    <a:pt x="911" y="562"/>
                    <a:pt x="944" y="545"/>
                  </a:cubicBezTo>
                  <a:cubicBezTo>
                    <a:pt x="954" y="539"/>
                    <a:pt x="962" y="536"/>
                    <a:pt x="964" y="536"/>
                  </a:cubicBezTo>
                  <a:cubicBezTo>
                    <a:pt x="969" y="536"/>
                    <a:pt x="956" y="548"/>
                    <a:pt x="912" y="570"/>
                  </a:cubicBezTo>
                  <a:lnTo>
                    <a:pt x="864" y="595"/>
                  </a:lnTo>
                  <a:lnTo>
                    <a:pt x="864" y="595"/>
                  </a:lnTo>
                  <a:cubicBezTo>
                    <a:pt x="869" y="594"/>
                    <a:pt x="873" y="592"/>
                    <a:pt x="878" y="589"/>
                  </a:cubicBezTo>
                  <a:cubicBezTo>
                    <a:pt x="902" y="578"/>
                    <a:pt x="909" y="575"/>
                    <a:pt x="911" y="575"/>
                  </a:cubicBezTo>
                  <a:cubicBezTo>
                    <a:pt x="912" y="575"/>
                    <a:pt x="912" y="576"/>
                    <a:pt x="912" y="577"/>
                  </a:cubicBezTo>
                  <a:cubicBezTo>
                    <a:pt x="912" y="577"/>
                    <a:pt x="913" y="577"/>
                    <a:pt x="914" y="577"/>
                  </a:cubicBezTo>
                  <a:cubicBezTo>
                    <a:pt x="919" y="577"/>
                    <a:pt x="937" y="572"/>
                    <a:pt x="946" y="572"/>
                  </a:cubicBezTo>
                  <a:cubicBezTo>
                    <a:pt x="948" y="572"/>
                    <a:pt x="950" y="572"/>
                    <a:pt x="950" y="574"/>
                  </a:cubicBezTo>
                  <a:cubicBezTo>
                    <a:pt x="950" y="577"/>
                    <a:pt x="953" y="580"/>
                    <a:pt x="918" y="595"/>
                  </a:cubicBezTo>
                  <a:cubicBezTo>
                    <a:pt x="918" y="597"/>
                    <a:pt x="918" y="597"/>
                    <a:pt x="920" y="597"/>
                  </a:cubicBezTo>
                  <a:cubicBezTo>
                    <a:pt x="923" y="597"/>
                    <a:pt x="931" y="595"/>
                    <a:pt x="953" y="589"/>
                  </a:cubicBezTo>
                  <a:cubicBezTo>
                    <a:pt x="969" y="584"/>
                    <a:pt x="979" y="581"/>
                    <a:pt x="981" y="581"/>
                  </a:cubicBezTo>
                  <a:cubicBezTo>
                    <a:pt x="984" y="581"/>
                    <a:pt x="975" y="585"/>
                    <a:pt x="956" y="592"/>
                  </a:cubicBezTo>
                  <a:lnTo>
                    <a:pt x="956" y="595"/>
                  </a:lnTo>
                  <a:cubicBezTo>
                    <a:pt x="990" y="586"/>
                    <a:pt x="991" y="586"/>
                    <a:pt x="991" y="586"/>
                  </a:cubicBezTo>
                  <a:lnTo>
                    <a:pt x="991" y="586"/>
                  </a:lnTo>
                  <a:cubicBezTo>
                    <a:pt x="964" y="596"/>
                    <a:pt x="937" y="605"/>
                    <a:pt x="941" y="605"/>
                  </a:cubicBezTo>
                  <a:cubicBezTo>
                    <a:pt x="942" y="605"/>
                    <a:pt x="947" y="604"/>
                    <a:pt x="956" y="602"/>
                  </a:cubicBezTo>
                  <a:cubicBezTo>
                    <a:pt x="978" y="596"/>
                    <a:pt x="986" y="594"/>
                    <a:pt x="990" y="594"/>
                  </a:cubicBezTo>
                  <a:cubicBezTo>
                    <a:pt x="992" y="594"/>
                    <a:pt x="993" y="594"/>
                    <a:pt x="994" y="595"/>
                  </a:cubicBezTo>
                  <a:cubicBezTo>
                    <a:pt x="957" y="611"/>
                    <a:pt x="959" y="655"/>
                    <a:pt x="990" y="655"/>
                  </a:cubicBezTo>
                  <a:cubicBezTo>
                    <a:pt x="991" y="655"/>
                    <a:pt x="993" y="655"/>
                    <a:pt x="994" y="655"/>
                  </a:cubicBezTo>
                  <a:lnTo>
                    <a:pt x="994" y="658"/>
                  </a:lnTo>
                  <a:lnTo>
                    <a:pt x="991" y="664"/>
                  </a:lnTo>
                  <a:cubicBezTo>
                    <a:pt x="915" y="668"/>
                    <a:pt x="953" y="671"/>
                    <a:pt x="991" y="677"/>
                  </a:cubicBezTo>
                  <a:cubicBezTo>
                    <a:pt x="1028" y="677"/>
                    <a:pt x="1028" y="680"/>
                    <a:pt x="1025" y="680"/>
                  </a:cubicBezTo>
                  <a:cubicBezTo>
                    <a:pt x="1005" y="679"/>
                    <a:pt x="990" y="679"/>
                    <a:pt x="980" y="679"/>
                  </a:cubicBezTo>
                  <a:cubicBezTo>
                    <a:pt x="952" y="679"/>
                    <a:pt x="960" y="682"/>
                    <a:pt x="987" y="686"/>
                  </a:cubicBezTo>
                  <a:cubicBezTo>
                    <a:pt x="1034" y="690"/>
                    <a:pt x="1050" y="693"/>
                    <a:pt x="1039" y="693"/>
                  </a:cubicBezTo>
                  <a:cubicBezTo>
                    <a:pt x="1031" y="693"/>
                    <a:pt x="1013" y="692"/>
                    <a:pt x="984" y="690"/>
                  </a:cubicBezTo>
                  <a:cubicBezTo>
                    <a:pt x="952" y="687"/>
                    <a:pt x="933" y="685"/>
                    <a:pt x="932" y="685"/>
                  </a:cubicBezTo>
                  <a:lnTo>
                    <a:pt x="932" y="685"/>
                  </a:lnTo>
                  <a:cubicBezTo>
                    <a:pt x="930" y="685"/>
                    <a:pt x="958" y="688"/>
                    <a:pt x="1022" y="699"/>
                  </a:cubicBezTo>
                  <a:cubicBezTo>
                    <a:pt x="1044" y="703"/>
                    <a:pt x="1053" y="704"/>
                    <a:pt x="1049" y="704"/>
                  </a:cubicBezTo>
                  <a:cubicBezTo>
                    <a:pt x="1047" y="704"/>
                    <a:pt x="1037" y="703"/>
                    <a:pt x="1022" y="702"/>
                  </a:cubicBezTo>
                  <a:cubicBezTo>
                    <a:pt x="980" y="697"/>
                    <a:pt x="962" y="695"/>
                    <a:pt x="960" y="695"/>
                  </a:cubicBezTo>
                  <a:cubicBezTo>
                    <a:pt x="958" y="695"/>
                    <a:pt x="967" y="696"/>
                    <a:pt x="984" y="699"/>
                  </a:cubicBezTo>
                  <a:cubicBezTo>
                    <a:pt x="1023" y="706"/>
                    <a:pt x="1041" y="709"/>
                    <a:pt x="1038" y="709"/>
                  </a:cubicBezTo>
                  <a:cubicBezTo>
                    <a:pt x="1035" y="709"/>
                    <a:pt x="1016" y="706"/>
                    <a:pt x="981" y="702"/>
                  </a:cubicBezTo>
                  <a:cubicBezTo>
                    <a:pt x="976" y="701"/>
                    <a:pt x="971" y="700"/>
                    <a:pt x="966" y="700"/>
                  </a:cubicBezTo>
                  <a:lnTo>
                    <a:pt x="966" y="700"/>
                  </a:lnTo>
                  <a:cubicBezTo>
                    <a:pt x="970" y="700"/>
                    <a:pt x="974" y="701"/>
                    <a:pt x="978" y="702"/>
                  </a:cubicBezTo>
                  <a:cubicBezTo>
                    <a:pt x="1024" y="712"/>
                    <a:pt x="1040" y="719"/>
                    <a:pt x="1030" y="719"/>
                  </a:cubicBezTo>
                  <a:cubicBezTo>
                    <a:pt x="1024" y="719"/>
                    <a:pt x="1006" y="716"/>
                    <a:pt x="978" y="708"/>
                  </a:cubicBezTo>
                  <a:cubicBezTo>
                    <a:pt x="978" y="708"/>
                    <a:pt x="966" y="706"/>
                    <a:pt x="962" y="706"/>
                  </a:cubicBezTo>
                  <a:cubicBezTo>
                    <a:pt x="959" y="706"/>
                    <a:pt x="960" y="707"/>
                    <a:pt x="975" y="711"/>
                  </a:cubicBezTo>
                  <a:lnTo>
                    <a:pt x="940" y="702"/>
                  </a:lnTo>
                  <a:lnTo>
                    <a:pt x="937" y="702"/>
                  </a:lnTo>
                  <a:lnTo>
                    <a:pt x="975" y="715"/>
                  </a:lnTo>
                  <a:cubicBezTo>
                    <a:pt x="975" y="715"/>
                    <a:pt x="945" y="708"/>
                    <a:pt x="936" y="708"/>
                  </a:cubicBezTo>
                  <a:cubicBezTo>
                    <a:pt x="935" y="708"/>
                    <a:pt x="934" y="708"/>
                    <a:pt x="934" y="708"/>
                  </a:cubicBezTo>
                  <a:cubicBezTo>
                    <a:pt x="928" y="708"/>
                    <a:pt x="928" y="708"/>
                    <a:pt x="962" y="724"/>
                  </a:cubicBezTo>
                  <a:cubicBezTo>
                    <a:pt x="996" y="743"/>
                    <a:pt x="1012" y="753"/>
                    <a:pt x="1011" y="753"/>
                  </a:cubicBezTo>
                  <a:cubicBezTo>
                    <a:pt x="1010" y="753"/>
                    <a:pt x="993" y="744"/>
                    <a:pt x="959" y="727"/>
                  </a:cubicBezTo>
                  <a:lnTo>
                    <a:pt x="928" y="708"/>
                  </a:lnTo>
                  <a:lnTo>
                    <a:pt x="928" y="708"/>
                  </a:lnTo>
                  <a:cubicBezTo>
                    <a:pt x="927" y="707"/>
                    <a:pt x="926" y="706"/>
                    <a:pt x="925" y="705"/>
                  </a:cubicBezTo>
                  <a:lnTo>
                    <a:pt x="925" y="705"/>
                  </a:lnTo>
                  <a:lnTo>
                    <a:pt x="928" y="708"/>
                  </a:lnTo>
                  <a:cubicBezTo>
                    <a:pt x="928" y="708"/>
                    <a:pt x="927" y="708"/>
                    <a:pt x="926" y="707"/>
                  </a:cubicBezTo>
                  <a:lnTo>
                    <a:pt x="926" y="707"/>
                  </a:lnTo>
                  <a:cubicBezTo>
                    <a:pt x="925" y="706"/>
                    <a:pt x="923" y="704"/>
                    <a:pt x="922" y="702"/>
                  </a:cubicBezTo>
                  <a:cubicBezTo>
                    <a:pt x="920" y="701"/>
                    <a:pt x="920" y="700"/>
                    <a:pt x="920" y="700"/>
                  </a:cubicBezTo>
                  <a:lnTo>
                    <a:pt x="920" y="700"/>
                  </a:lnTo>
                  <a:cubicBezTo>
                    <a:pt x="920" y="700"/>
                    <a:pt x="920" y="700"/>
                    <a:pt x="920" y="701"/>
                  </a:cubicBezTo>
                  <a:lnTo>
                    <a:pt x="920" y="701"/>
                  </a:lnTo>
                  <a:cubicBezTo>
                    <a:pt x="919" y="700"/>
                    <a:pt x="919" y="699"/>
                    <a:pt x="918" y="699"/>
                  </a:cubicBezTo>
                  <a:lnTo>
                    <a:pt x="918" y="699"/>
                  </a:lnTo>
                  <a:cubicBezTo>
                    <a:pt x="919" y="699"/>
                    <a:pt x="919" y="700"/>
                    <a:pt x="920" y="701"/>
                  </a:cubicBezTo>
                  <a:lnTo>
                    <a:pt x="920" y="701"/>
                  </a:lnTo>
                  <a:cubicBezTo>
                    <a:pt x="920" y="701"/>
                    <a:pt x="920" y="701"/>
                    <a:pt x="920" y="701"/>
                  </a:cubicBezTo>
                  <a:lnTo>
                    <a:pt x="920" y="701"/>
                  </a:lnTo>
                  <a:cubicBezTo>
                    <a:pt x="920" y="701"/>
                    <a:pt x="920" y="701"/>
                    <a:pt x="920" y="701"/>
                  </a:cubicBezTo>
                  <a:lnTo>
                    <a:pt x="920" y="701"/>
                  </a:lnTo>
                  <a:cubicBezTo>
                    <a:pt x="920" y="701"/>
                    <a:pt x="920" y="701"/>
                    <a:pt x="920" y="701"/>
                  </a:cubicBezTo>
                  <a:lnTo>
                    <a:pt x="920" y="701"/>
                  </a:lnTo>
                  <a:cubicBezTo>
                    <a:pt x="920" y="701"/>
                    <a:pt x="921" y="702"/>
                    <a:pt x="922" y="704"/>
                  </a:cubicBezTo>
                  <a:lnTo>
                    <a:pt x="922" y="704"/>
                  </a:lnTo>
                  <a:cubicBezTo>
                    <a:pt x="922" y="704"/>
                    <a:pt x="923" y="705"/>
                    <a:pt x="923" y="705"/>
                  </a:cubicBezTo>
                  <a:lnTo>
                    <a:pt x="923" y="705"/>
                  </a:lnTo>
                  <a:cubicBezTo>
                    <a:pt x="923" y="705"/>
                    <a:pt x="923" y="705"/>
                    <a:pt x="923" y="705"/>
                  </a:cubicBezTo>
                  <a:lnTo>
                    <a:pt x="923" y="705"/>
                  </a:lnTo>
                  <a:cubicBezTo>
                    <a:pt x="923" y="705"/>
                    <a:pt x="923" y="705"/>
                    <a:pt x="923" y="705"/>
                  </a:cubicBezTo>
                  <a:lnTo>
                    <a:pt x="923" y="705"/>
                  </a:lnTo>
                  <a:cubicBezTo>
                    <a:pt x="924" y="706"/>
                    <a:pt x="924" y="707"/>
                    <a:pt x="924" y="707"/>
                  </a:cubicBezTo>
                  <a:lnTo>
                    <a:pt x="924" y="707"/>
                  </a:lnTo>
                  <a:lnTo>
                    <a:pt x="923" y="706"/>
                  </a:lnTo>
                  <a:lnTo>
                    <a:pt x="923" y="706"/>
                  </a:lnTo>
                  <a:cubicBezTo>
                    <a:pt x="923" y="706"/>
                    <a:pt x="922" y="705"/>
                    <a:pt x="922" y="704"/>
                  </a:cubicBezTo>
                  <a:lnTo>
                    <a:pt x="922" y="704"/>
                  </a:lnTo>
                  <a:cubicBezTo>
                    <a:pt x="922" y="705"/>
                    <a:pt x="922" y="705"/>
                    <a:pt x="923" y="705"/>
                  </a:cubicBezTo>
                  <a:lnTo>
                    <a:pt x="923" y="705"/>
                  </a:lnTo>
                  <a:cubicBezTo>
                    <a:pt x="922" y="704"/>
                    <a:pt x="921" y="704"/>
                    <a:pt x="921" y="704"/>
                  </a:cubicBezTo>
                  <a:lnTo>
                    <a:pt x="921" y="704"/>
                  </a:lnTo>
                  <a:cubicBezTo>
                    <a:pt x="921" y="704"/>
                    <a:pt x="921" y="704"/>
                    <a:pt x="921" y="704"/>
                  </a:cubicBezTo>
                  <a:lnTo>
                    <a:pt x="921" y="704"/>
                  </a:lnTo>
                  <a:cubicBezTo>
                    <a:pt x="921" y="704"/>
                    <a:pt x="921" y="704"/>
                    <a:pt x="921" y="704"/>
                  </a:cubicBezTo>
                  <a:lnTo>
                    <a:pt x="921" y="704"/>
                  </a:lnTo>
                  <a:cubicBezTo>
                    <a:pt x="921" y="704"/>
                    <a:pt x="921" y="704"/>
                    <a:pt x="921" y="704"/>
                  </a:cubicBezTo>
                  <a:lnTo>
                    <a:pt x="921" y="704"/>
                  </a:lnTo>
                  <a:cubicBezTo>
                    <a:pt x="921" y="704"/>
                    <a:pt x="921" y="704"/>
                    <a:pt x="921" y="704"/>
                  </a:cubicBezTo>
                  <a:lnTo>
                    <a:pt x="921" y="704"/>
                  </a:lnTo>
                  <a:cubicBezTo>
                    <a:pt x="918" y="700"/>
                    <a:pt x="915" y="696"/>
                    <a:pt x="912" y="693"/>
                  </a:cubicBezTo>
                  <a:lnTo>
                    <a:pt x="912" y="693"/>
                  </a:lnTo>
                  <a:cubicBezTo>
                    <a:pt x="913" y="694"/>
                    <a:pt x="914" y="696"/>
                    <a:pt x="915" y="699"/>
                  </a:cubicBezTo>
                  <a:cubicBezTo>
                    <a:pt x="916" y="699"/>
                    <a:pt x="916" y="699"/>
                    <a:pt x="916" y="700"/>
                  </a:cubicBezTo>
                  <a:lnTo>
                    <a:pt x="916" y="700"/>
                  </a:lnTo>
                  <a:cubicBezTo>
                    <a:pt x="916" y="700"/>
                    <a:pt x="916" y="699"/>
                    <a:pt x="915" y="699"/>
                  </a:cubicBezTo>
                  <a:lnTo>
                    <a:pt x="915" y="699"/>
                  </a:lnTo>
                  <a:lnTo>
                    <a:pt x="919" y="704"/>
                  </a:lnTo>
                  <a:lnTo>
                    <a:pt x="919" y="704"/>
                  </a:lnTo>
                  <a:cubicBezTo>
                    <a:pt x="918" y="702"/>
                    <a:pt x="917" y="701"/>
                    <a:pt x="916" y="700"/>
                  </a:cubicBezTo>
                  <a:lnTo>
                    <a:pt x="916" y="700"/>
                  </a:lnTo>
                  <a:cubicBezTo>
                    <a:pt x="932" y="719"/>
                    <a:pt x="947" y="740"/>
                    <a:pt x="959" y="762"/>
                  </a:cubicBezTo>
                  <a:cubicBezTo>
                    <a:pt x="959" y="762"/>
                    <a:pt x="956" y="762"/>
                    <a:pt x="937" y="730"/>
                  </a:cubicBezTo>
                  <a:lnTo>
                    <a:pt x="919" y="704"/>
                  </a:lnTo>
                  <a:lnTo>
                    <a:pt x="919" y="704"/>
                  </a:lnTo>
                  <a:cubicBezTo>
                    <a:pt x="931" y="724"/>
                    <a:pt x="972" y="803"/>
                    <a:pt x="1003" y="862"/>
                  </a:cubicBezTo>
                  <a:cubicBezTo>
                    <a:pt x="987" y="833"/>
                    <a:pt x="985" y="830"/>
                    <a:pt x="982" y="830"/>
                  </a:cubicBezTo>
                  <a:cubicBezTo>
                    <a:pt x="982" y="830"/>
                    <a:pt x="982" y="831"/>
                    <a:pt x="981" y="831"/>
                  </a:cubicBezTo>
                  <a:cubicBezTo>
                    <a:pt x="965" y="796"/>
                    <a:pt x="965" y="796"/>
                    <a:pt x="965" y="796"/>
                  </a:cubicBezTo>
                  <a:lnTo>
                    <a:pt x="950" y="762"/>
                  </a:lnTo>
                  <a:cubicBezTo>
                    <a:pt x="931" y="729"/>
                    <a:pt x="922" y="712"/>
                    <a:pt x="921" y="712"/>
                  </a:cubicBezTo>
                  <a:lnTo>
                    <a:pt x="921" y="712"/>
                  </a:lnTo>
                  <a:cubicBezTo>
                    <a:pt x="921" y="712"/>
                    <a:pt x="929" y="729"/>
                    <a:pt x="947" y="762"/>
                  </a:cubicBezTo>
                  <a:cubicBezTo>
                    <a:pt x="954" y="779"/>
                    <a:pt x="958" y="787"/>
                    <a:pt x="958" y="787"/>
                  </a:cubicBezTo>
                  <a:cubicBezTo>
                    <a:pt x="958" y="787"/>
                    <a:pt x="953" y="779"/>
                    <a:pt x="944" y="762"/>
                  </a:cubicBezTo>
                  <a:cubicBezTo>
                    <a:pt x="938" y="750"/>
                    <a:pt x="931" y="737"/>
                    <a:pt x="927" y="729"/>
                  </a:cubicBezTo>
                  <a:lnTo>
                    <a:pt x="927" y="729"/>
                  </a:lnTo>
                  <a:cubicBezTo>
                    <a:pt x="927" y="729"/>
                    <a:pt x="927" y="730"/>
                    <a:pt x="928" y="730"/>
                  </a:cubicBezTo>
                  <a:cubicBezTo>
                    <a:pt x="922" y="720"/>
                    <a:pt x="920" y="716"/>
                    <a:pt x="920" y="716"/>
                  </a:cubicBezTo>
                  <a:lnTo>
                    <a:pt x="920" y="716"/>
                  </a:lnTo>
                  <a:cubicBezTo>
                    <a:pt x="920" y="716"/>
                    <a:pt x="923" y="721"/>
                    <a:pt x="927" y="729"/>
                  </a:cubicBezTo>
                  <a:lnTo>
                    <a:pt x="927" y="729"/>
                  </a:lnTo>
                  <a:cubicBezTo>
                    <a:pt x="918" y="717"/>
                    <a:pt x="912" y="708"/>
                    <a:pt x="909" y="696"/>
                  </a:cubicBezTo>
                  <a:lnTo>
                    <a:pt x="909" y="696"/>
                  </a:lnTo>
                  <a:cubicBezTo>
                    <a:pt x="909" y="696"/>
                    <a:pt x="906" y="696"/>
                    <a:pt x="922" y="730"/>
                  </a:cubicBezTo>
                  <a:cubicBezTo>
                    <a:pt x="937" y="765"/>
                    <a:pt x="934" y="765"/>
                    <a:pt x="934" y="765"/>
                  </a:cubicBezTo>
                  <a:cubicBezTo>
                    <a:pt x="934" y="765"/>
                    <a:pt x="931" y="765"/>
                    <a:pt x="947" y="799"/>
                  </a:cubicBezTo>
                  <a:cubicBezTo>
                    <a:pt x="956" y="821"/>
                    <a:pt x="965" y="846"/>
                    <a:pt x="969" y="871"/>
                  </a:cubicBezTo>
                  <a:cubicBezTo>
                    <a:pt x="971" y="887"/>
                    <a:pt x="973" y="896"/>
                    <a:pt x="972" y="896"/>
                  </a:cubicBezTo>
                  <a:cubicBezTo>
                    <a:pt x="970" y="896"/>
                    <a:pt x="964" y="879"/>
                    <a:pt x="950" y="837"/>
                  </a:cubicBezTo>
                  <a:cubicBezTo>
                    <a:pt x="937" y="802"/>
                    <a:pt x="934" y="802"/>
                    <a:pt x="934" y="802"/>
                  </a:cubicBezTo>
                  <a:cubicBezTo>
                    <a:pt x="928" y="790"/>
                    <a:pt x="925" y="777"/>
                    <a:pt x="922" y="765"/>
                  </a:cubicBezTo>
                  <a:cubicBezTo>
                    <a:pt x="918" y="755"/>
                    <a:pt x="916" y="751"/>
                    <a:pt x="916" y="751"/>
                  </a:cubicBezTo>
                  <a:lnTo>
                    <a:pt x="916" y="751"/>
                  </a:lnTo>
                  <a:cubicBezTo>
                    <a:pt x="916" y="751"/>
                    <a:pt x="924" y="776"/>
                    <a:pt x="931" y="802"/>
                  </a:cubicBezTo>
                  <a:lnTo>
                    <a:pt x="953" y="874"/>
                  </a:lnTo>
                  <a:cubicBezTo>
                    <a:pt x="940" y="840"/>
                    <a:pt x="928" y="802"/>
                    <a:pt x="918" y="765"/>
                  </a:cubicBezTo>
                  <a:cubicBezTo>
                    <a:pt x="907" y="729"/>
                    <a:pt x="902" y="711"/>
                    <a:pt x="902" y="711"/>
                  </a:cubicBezTo>
                  <a:lnTo>
                    <a:pt x="902" y="711"/>
                  </a:lnTo>
                  <a:cubicBezTo>
                    <a:pt x="901" y="711"/>
                    <a:pt x="906" y="729"/>
                    <a:pt x="915" y="765"/>
                  </a:cubicBezTo>
                  <a:cubicBezTo>
                    <a:pt x="924" y="791"/>
                    <a:pt x="930" y="818"/>
                    <a:pt x="928" y="818"/>
                  </a:cubicBezTo>
                  <a:cubicBezTo>
                    <a:pt x="927" y="818"/>
                    <a:pt x="925" y="813"/>
                    <a:pt x="922" y="802"/>
                  </a:cubicBezTo>
                  <a:cubicBezTo>
                    <a:pt x="918" y="802"/>
                    <a:pt x="915" y="802"/>
                    <a:pt x="909" y="765"/>
                  </a:cubicBezTo>
                  <a:cubicBezTo>
                    <a:pt x="906" y="752"/>
                    <a:pt x="905" y="748"/>
                    <a:pt x="904" y="748"/>
                  </a:cubicBezTo>
                  <a:lnTo>
                    <a:pt x="904" y="748"/>
                  </a:lnTo>
                  <a:cubicBezTo>
                    <a:pt x="903" y="748"/>
                    <a:pt x="906" y="765"/>
                    <a:pt x="906" y="765"/>
                  </a:cubicBezTo>
                  <a:cubicBezTo>
                    <a:pt x="909" y="784"/>
                    <a:pt x="910" y="793"/>
                    <a:pt x="909" y="793"/>
                  </a:cubicBezTo>
                  <a:cubicBezTo>
                    <a:pt x="907" y="793"/>
                    <a:pt x="904" y="784"/>
                    <a:pt x="900" y="765"/>
                  </a:cubicBezTo>
                  <a:cubicBezTo>
                    <a:pt x="890" y="727"/>
                    <a:pt x="886" y="708"/>
                    <a:pt x="884" y="708"/>
                  </a:cubicBezTo>
                  <a:lnTo>
                    <a:pt x="884" y="708"/>
                  </a:lnTo>
                  <a:cubicBezTo>
                    <a:pt x="883" y="708"/>
                    <a:pt x="886" y="727"/>
                    <a:pt x="890" y="765"/>
                  </a:cubicBezTo>
                  <a:cubicBezTo>
                    <a:pt x="888" y="754"/>
                    <a:pt x="887" y="749"/>
                    <a:pt x="887" y="749"/>
                  </a:cubicBezTo>
                  <a:lnTo>
                    <a:pt x="887" y="749"/>
                  </a:lnTo>
                  <a:cubicBezTo>
                    <a:pt x="886" y="749"/>
                    <a:pt x="886" y="760"/>
                    <a:pt x="887" y="774"/>
                  </a:cubicBezTo>
                  <a:lnTo>
                    <a:pt x="887" y="774"/>
                  </a:lnTo>
                  <a:lnTo>
                    <a:pt x="881" y="727"/>
                  </a:lnTo>
                  <a:lnTo>
                    <a:pt x="884" y="765"/>
                  </a:lnTo>
                  <a:cubicBezTo>
                    <a:pt x="885" y="773"/>
                    <a:pt x="886" y="777"/>
                    <a:pt x="887" y="781"/>
                  </a:cubicBezTo>
                  <a:lnTo>
                    <a:pt x="887" y="781"/>
                  </a:lnTo>
                  <a:cubicBezTo>
                    <a:pt x="887" y="788"/>
                    <a:pt x="887" y="795"/>
                    <a:pt x="887" y="802"/>
                  </a:cubicBezTo>
                  <a:cubicBezTo>
                    <a:pt x="893" y="840"/>
                    <a:pt x="900" y="915"/>
                    <a:pt x="903" y="953"/>
                  </a:cubicBezTo>
                  <a:cubicBezTo>
                    <a:pt x="906" y="997"/>
                    <a:pt x="908" y="1015"/>
                    <a:pt x="907" y="1015"/>
                  </a:cubicBezTo>
                  <a:cubicBezTo>
                    <a:pt x="906" y="1015"/>
                    <a:pt x="904" y="1006"/>
                    <a:pt x="900" y="990"/>
                  </a:cubicBezTo>
                  <a:cubicBezTo>
                    <a:pt x="893" y="965"/>
                    <a:pt x="890" y="940"/>
                    <a:pt x="887" y="915"/>
                  </a:cubicBezTo>
                  <a:cubicBezTo>
                    <a:pt x="887" y="878"/>
                    <a:pt x="887" y="878"/>
                    <a:pt x="887" y="878"/>
                  </a:cubicBezTo>
                  <a:lnTo>
                    <a:pt x="890" y="878"/>
                  </a:lnTo>
                  <a:cubicBezTo>
                    <a:pt x="890" y="852"/>
                    <a:pt x="887" y="827"/>
                    <a:pt x="881" y="802"/>
                  </a:cubicBezTo>
                  <a:cubicBezTo>
                    <a:pt x="878" y="784"/>
                    <a:pt x="876" y="774"/>
                    <a:pt x="876" y="774"/>
                  </a:cubicBezTo>
                  <a:lnTo>
                    <a:pt x="876" y="774"/>
                  </a:lnTo>
                  <a:cubicBezTo>
                    <a:pt x="875" y="774"/>
                    <a:pt x="876" y="784"/>
                    <a:pt x="878" y="802"/>
                  </a:cubicBezTo>
                  <a:cubicBezTo>
                    <a:pt x="875" y="765"/>
                    <a:pt x="871" y="762"/>
                    <a:pt x="868" y="762"/>
                  </a:cubicBezTo>
                  <a:cubicBezTo>
                    <a:pt x="865" y="762"/>
                    <a:pt x="859" y="762"/>
                    <a:pt x="859" y="724"/>
                  </a:cubicBezTo>
                  <a:cubicBezTo>
                    <a:pt x="858" y="723"/>
                    <a:pt x="858" y="723"/>
                    <a:pt x="857" y="723"/>
                  </a:cubicBezTo>
                  <a:cubicBezTo>
                    <a:pt x="856" y="723"/>
                    <a:pt x="855" y="729"/>
                    <a:pt x="853" y="758"/>
                  </a:cubicBezTo>
                  <a:cubicBezTo>
                    <a:pt x="853" y="772"/>
                    <a:pt x="853" y="782"/>
                    <a:pt x="852" y="791"/>
                  </a:cubicBezTo>
                  <a:lnTo>
                    <a:pt x="852" y="791"/>
                  </a:lnTo>
                  <a:cubicBezTo>
                    <a:pt x="850" y="747"/>
                    <a:pt x="846" y="714"/>
                    <a:pt x="841" y="714"/>
                  </a:cubicBezTo>
                  <a:cubicBezTo>
                    <a:pt x="837" y="714"/>
                    <a:pt x="834" y="725"/>
                    <a:pt x="831" y="752"/>
                  </a:cubicBezTo>
                  <a:lnTo>
                    <a:pt x="828" y="752"/>
                  </a:lnTo>
                  <a:cubicBezTo>
                    <a:pt x="828" y="733"/>
                    <a:pt x="827" y="722"/>
                    <a:pt x="825" y="722"/>
                  </a:cubicBezTo>
                  <a:cubicBezTo>
                    <a:pt x="823" y="722"/>
                    <a:pt x="820" y="731"/>
                    <a:pt x="815" y="749"/>
                  </a:cubicBezTo>
                  <a:lnTo>
                    <a:pt x="809" y="746"/>
                  </a:lnTo>
                  <a:cubicBezTo>
                    <a:pt x="812" y="727"/>
                    <a:pt x="814" y="717"/>
                    <a:pt x="813" y="717"/>
                  </a:cubicBezTo>
                  <a:lnTo>
                    <a:pt x="813" y="717"/>
                  </a:lnTo>
                  <a:cubicBezTo>
                    <a:pt x="813" y="717"/>
                    <a:pt x="810" y="726"/>
                    <a:pt x="806" y="743"/>
                  </a:cubicBezTo>
                  <a:cubicBezTo>
                    <a:pt x="797" y="769"/>
                    <a:pt x="789" y="795"/>
                    <a:pt x="789" y="795"/>
                  </a:cubicBezTo>
                  <a:cubicBezTo>
                    <a:pt x="789" y="795"/>
                    <a:pt x="790" y="790"/>
                    <a:pt x="793" y="780"/>
                  </a:cubicBezTo>
                  <a:cubicBezTo>
                    <a:pt x="802" y="743"/>
                    <a:pt x="799" y="743"/>
                    <a:pt x="796" y="740"/>
                  </a:cubicBezTo>
                  <a:cubicBezTo>
                    <a:pt x="795" y="739"/>
                    <a:pt x="794" y="738"/>
                    <a:pt x="793" y="738"/>
                  </a:cubicBezTo>
                  <a:cubicBezTo>
                    <a:pt x="789" y="738"/>
                    <a:pt x="788" y="745"/>
                    <a:pt x="781" y="774"/>
                  </a:cubicBezTo>
                  <a:cubicBezTo>
                    <a:pt x="775" y="783"/>
                    <a:pt x="773" y="786"/>
                    <a:pt x="772" y="786"/>
                  </a:cubicBezTo>
                  <a:cubicBezTo>
                    <a:pt x="769" y="786"/>
                    <a:pt x="778" y="761"/>
                    <a:pt x="787" y="733"/>
                  </a:cubicBezTo>
                  <a:cubicBezTo>
                    <a:pt x="798" y="701"/>
                    <a:pt x="804" y="683"/>
                    <a:pt x="803" y="683"/>
                  </a:cubicBezTo>
                  <a:lnTo>
                    <a:pt x="803" y="683"/>
                  </a:lnTo>
                  <a:cubicBezTo>
                    <a:pt x="802" y="683"/>
                    <a:pt x="792" y="709"/>
                    <a:pt x="771" y="768"/>
                  </a:cubicBezTo>
                  <a:cubicBezTo>
                    <a:pt x="757" y="809"/>
                    <a:pt x="749" y="826"/>
                    <a:pt x="747" y="826"/>
                  </a:cubicBezTo>
                  <a:cubicBezTo>
                    <a:pt x="746" y="826"/>
                    <a:pt x="749" y="817"/>
                    <a:pt x="755" y="802"/>
                  </a:cubicBezTo>
                  <a:cubicBezTo>
                    <a:pt x="766" y="770"/>
                    <a:pt x="768" y="768"/>
                    <a:pt x="770" y="768"/>
                  </a:cubicBezTo>
                  <a:cubicBezTo>
                    <a:pt x="770" y="768"/>
                    <a:pt x="771" y="768"/>
                    <a:pt x="771" y="768"/>
                  </a:cubicBezTo>
                  <a:lnTo>
                    <a:pt x="796" y="696"/>
                  </a:lnTo>
                  <a:lnTo>
                    <a:pt x="796" y="696"/>
                  </a:lnTo>
                  <a:cubicBezTo>
                    <a:pt x="790" y="708"/>
                    <a:pt x="784" y="718"/>
                    <a:pt x="781" y="730"/>
                  </a:cubicBezTo>
                  <a:cubicBezTo>
                    <a:pt x="774" y="743"/>
                    <a:pt x="768" y="752"/>
                    <a:pt x="765" y="765"/>
                  </a:cubicBezTo>
                  <a:cubicBezTo>
                    <a:pt x="749" y="799"/>
                    <a:pt x="737" y="834"/>
                    <a:pt x="724" y="871"/>
                  </a:cubicBezTo>
                  <a:cubicBezTo>
                    <a:pt x="712" y="906"/>
                    <a:pt x="712" y="906"/>
                    <a:pt x="708" y="906"/>
                  </a:cubicBezTo>
                  <a:cubicBezTo>
                    <a:pt x="718" y="868"/>
                    <a:pt x="730" y="834"/>
                    <a:pt x="746" y="799"/>
                  </a:cubicBezTo>
                  <a:cubicBezTo>
                    <a:pt x="759" y="777"/>
                    <a:pt x="768" y="752"/>
                    <a:pt x="777" y="730"/>
                  </a:cubicBezTo>
                  <a:cubicBezTo>
                    <a:pt x="780" y="723"/>
                    <a:pt x="781" y="720"/>
                    <a:pt x="780" y="720"/>
                  </a:cubicBezTo>
                  <a:lnTo>
                    <a:pt x="780" y="720"/>
                  </a:lnTo>
                  <a:cubicBezTo>
                    <a:pt x="778" y="720"/>
                    <a:pt x="752" y="775"/>
                    <a:pt x="724" y="827"/>
                  </a:cubicBezTo>
                  <a:lnTo>
                    <a:pt x="740" y="793"/>
                  </a:lnTo>
                  <a:cubicBezTo>
                    <a:pt x="755" y="758"/>
                    <a:pt x="752" y="755"/>
                    <a:pt x="749" y="755"/>
                  </a:cubicBezTo>
                  <a:cubicBezTo>
                    <a:pt x="749" y="755"/>
                    <a:pt x="749" y="754"/>
                    <a:pt x="749" y="754"/>
                  </a:cubicBezTo>
                  <a:cubicBezTo>
                    <a:pt x="747" y="754"/>
                    <a:pt x="742" y="760"/>
                    <a:pt x="730" y="787"/>
                  </a:cubicBezTo>
                  <a:cubicBezTo>
                    <a:pt x="721" y="809"/>
                    <a:pt x="708" y="831"/>
                    <a:pt x="696" y="852"/>
                  </a:cubicBezTo>
                  <a:cubicBezTo>
                    <a:pt x="687" y="878"/>
                    <a:pt x="677" y="899"/>
                    <a:pt x="665" y="921"/>
                  </a:cubicBezTo>
                  <a:cubicBezTo>
                    <a:pt x="665" y="921"/>
                    <a:pt x="677" y="887"/>
                    <a:pt x="693" y="852"/>
                  </a:cubicBezTo>
                  <a:cubicBezTo>
                    <a:pt x="708" y="818"/>
                    <a:pt x="724" y="780"/>
                    <a:pt x="734" y="743"/>
                  </a:cubicBezTo>
                  <a:cubicBezTo>
                    <a:pt x="734" y="740"/>
                    <a:pt x="730" y="737"/>
                    <a:pt x="749" y="705"/>
                  </a:cubicBezTo>
                  <a:cubicBezTo>
                    <a:pt x="749" y="705"/>
                    <a:pt x="749" y="705"/>
                    <a:pt x="749" y="705"/>
                  </a:cubicBezTo>
                  <a:cubicBezTo>
                    <a:pt x="748" y="705"/>
                    <a:pt x="743" y="707"/>
                    <a:pt x="727" y="733"/>
                  </a:cubicBezTo>
                  <a:lnTo>
                    <a:pt x="724" y="733"/>
                  </a:lnTo>
                  <a:cubicBezTo>
                    <a:pt x="736" y="717"/>
                    <a:pt x="740" y="708"/>
                    <a:pt x="739" y="708"/>
                  </a:cubicBezTo>
                  <a:lnTo>
                    <a:pt x="739" y="708"/>
                  </a:lnTo>
                  <a:cubicBezTo>
                    <a:pt x="738" y="708"/>
                    <a:pt x="731" y="715"/>
                    <a:pt x="721" y="730"/>
                  </a:cubicBezTo>
                  <a:cubicBezTo>
                    <a:pt x="714" y="739"/>
                    <a:pt x="711" y="742"/>
                    <a:pt x="711" y="742"/>
                  </a:cubicBezTo>
                  <a:cubicBezTo>
                    <a:pt x="709" y="742"/>
                    <a:pt x="718" y="727"/>
                    <a:pt x="718" y="727"/>
                  </a:cubicBezTo>
                  <a:cubicBezTo>
                    <a:pt x="728" y="712"/>
                    <a:pt x="736" y="701"/>
                    <a:pt x="741" y="694"/>
                  </a:cubicBezTo>
                  <a:lnTo>
                    <a:pt x="741" y="694"/>
                  </a:lnTo>
                  <a:cubicBezTo>
                    <a:pt x="741" y="694"/>
                    <a:pt x="740" y="694"/>
                    <a:pt x="740" y="695"/>
                  </a:cubicBezTo>
                  <a:lnTo>
                    <a:pt x="740" y="695"/>
                  </a:lnTo>
                  <a:cubicBezTo>
                    <a:pt x="746" y="687"/>
                    <a:pt x="748" y="683"/>
                    <a:pt x="748" y="683"/>
                  </a:cubicBezTo>
                  <a:lnTo>
                    <a:pt x="748" y="683"/>
                  </a:lnTo>
                  <a:cubicBezTo>
                    <a:pt x="749" y="683"/>
                    <a:pt x="746" y="687"/>
                    <a:pt x="741" y="694"/>
                  </a:cubicBezTo>
                  <a:lnTo>
                    <a:pt x="741" y="694"/>
                  </a:lnTo>
                  <a:cubicBezTo>
                    <a:pt x="790" y="660"/>
                    <a:pt x="830" y="613"/>
                    <a:pt x="854" y="555"/>
                  </a:cubicBezTo>
                  <a:lnTo>
                    <a:pt x="854" y="555"/>
                  </a:lnTo>
                  <a:cubicBezTo>
                    <a:pt x="857" y="562"/>
                    <a:pt x="858" y="565"/>
                    <a:pt x="859" y="565"/>
                  </a:cubicBezTo>
                  <a:cubicBezTo>
                    <a:pt x="859" y="565"/>
                    <a:pt x="857" y="561"/>
                    <a:pt x="855" y="554"/>
                  </a:cubicBezTo>
                  <a:lnTo>
                    <a:pt x="855" y="554"/>
                  </a:lnTo>
                  <a:cubicBezTo>
                    <a:pt x="855" y="554"/>
                    <a:pt x="855" y="555"/>
                    <a:pt x="854" y="555"/>
                  </a:cubicBezTo>
                  <a:lnTo>
                    <a:pt x="854" y="555"/>
                  </a:lnTo>
                  <a:cubicBezTo>
                    <a:pt x="851" y="546"/>
                    <a:pt x="845" y="532"/>
                    <a:pt x="837" y="511"/>
                  </a:cubicBezTo>
                  <a:lnTo>
                    <a:pt x="834" y="511"/>
                  </a:lnTo>
                  <a:cubicBezTo>
                    <a:pt x="840" y="530"/>
                    <a:pt x="843" y="539"/>
                    <a:pt x="841" y="539"/>
                  </a:cubicBezTo>
                  <a:cubicBezTo>
                    <a:pt x="840" y="539"/>
                    <a:pt x="835" y="531"/>
                    <a:pt x="828" y="514"/>
                  </a:cubicBezTo>
                  <a:cubicBezTo>
                    <a:pt x="820" y="497"/>
                    <a:pt x="815" y="488"/>
                    <a:pt x="814" y="488"/>
                  </a:cubicBezTo>
                  <a:lnTo>
                    <a:pt x="814" y="488"/>
                  </a:lnTo>
                  <a:cubicBezTo>
                    <a:pt x="813" y="488"/>
                    <a:pt x="817" y="497"/>
                    <a:pt x="824" y="514"/>
                  </a:cubicBezTo>
                  <a:lnTo>
                    <a:pt x="840" y="548"/>
                  </a:lnTo>
                  <a:cubicBezTo>
                    <a:pt x="826" y="522"/>
                    <a:pt x="822" y="516"/>
                    <a:pt x="819" y="516"/>
                  </a:cubicBezTo>
                  <a:cubicBezTo>
                    <a:pt x="818" y="516"/>
                    <a:pt x="816" y="516"/>
                    <a:pt x="815" y="517"/>
                  </a:cubicBezTo>
                  <a:cubicBezTo>
                    <a:pt x="809" y="517"/>
                    <a:pt x="806" y="517"/>
                    <a:pt x="787" y="486"/>
                  </a:cubicBezTo>
                  <a:lnTo>
                    <a:pt x="765" y="454"/>
                  </a:lnTo>
                  <a:lnTo>
                    <a:pt x="765" y="454"/>
                  </a:lnTo>
                  <a:cubicBezTo>
                    <a:pt x="777" y="476"/>
                    <a:pt x="790" y="498"/>
                    <a:pt x="802" y="520"/>
                  </a:cubicBezTo>
                  <a:cubicBezTo>
                    <a:pt x="824" y="552"/>
                    <a:pt x="824" y="552"/>
                    <a:pt x="821" y="552"/>
                  </a:cubicBezTo>
                  <a:cubicBezTo>
                    <a:pt x="821" y="552"/>
                    <a:pt x="818" y="552"/>
                    <a:pt x="837" y="586"/>
                  </a:cubicBezTo>
                  <a:lnTo>
                    <a:pt x="834" y="586"/>
                  </a:lnTo>
                  <a:cubicBezTo>
                    <a:pt x="823" y="568"/>
                    <a:pt x="809" y="552"/>
                    <a:pt x="806" y="552"/>
                  </a:cubicBezTo>
                  <a:lnTo>
                    <a:pt x="806" y="552"/>
                  </a:lnTo>
                  <a:cubicBezTo>
                    <a:pt x="804" y="552"/>
                    <a:pt x="808" y="562"/>
                    <a:pt x="828" y="589"/>
                  </a:cubicBezTo>
                  <a:cubicBezTo>
                    <a:pt x="824" y="589"/>
                    <a:pt x="824" y="589"/>
                    <a:pt x="802" y="561"/>
                  </a:cubicBezTo>
                  <a:cubicBezTo>
                    <a:pt x="789" y="544"/>
                    <a:pt x="772" y="528"/>
                    <a:pt x="768" y="528"/>
                  </a:cubicBezTo>
                  <a:lnTo>
                    <a:pt x="768" y="528"/>
                  </a:lnTo>
                  <a:cubicBezTo>
                    <a:pt x="765" y="528"/>
                    <a:pt x="771" y="538"/>
                    <a:pt x="793" y="564"/>
                  </a:cubicBezTo>
                  <a:lnTo>
                    <a:pt x="790" y="567"/>
                  </a:lnTo>
                  <a:cubicBezTo>
                    <a:pt x="789" y="567"/>
                    <a:pt x="789" y="567"/>
                    <a:pt x="788" y="567"/>
                  </a:cubicBezTo>
                  <a:cubicBezTo>
                    <a:pt x="785" y="567"/>
                    <a:pt x="779" y="565"/>
                    <a:pt x="759" y="542"/>
                  </a:cubicBezTo>
                  <a:lnTo>
                    <a:pt x="734" y="514"/>
                  </a:lnTo>
                  <a:lnTo>
                    <a:pt x="734" y="514"/>
                  </a:lnTo>
                  <a:cubicBezTo>
                    <a:pt x="765" y="552"/>
                    <a:pt x="783" y="580"/>
                    <a:pt x="773" y="580"/>
                  </a:cubicBezTo>
                  <a:cubicBezTo>
                    <a:pt x="769" y="580"/>
                    <a:pt x="758" y="573"/>
                    <a:pt x="740" y="558"/>
                  </a:cubicBezTo>
                  <a:cubicBezTo>
                    <a:pt x="711" y="533"/>
                    <a:pt x="695" y="521"/>
                    <a:pt x="694" y="521"/>
                  </a:cubicBezTo>
                  <a:lnTo>
                    <a:pt x="694" y="521"/>
                  </a:lnTo>
                  <a:cubicBezTo>
                    <a:pt x="692" y="521"/>
                    <a:pt x="706" y="534"/>
                    <a:pt x="737" y="558"/>
                  </a:cubicBezTo>
                  <a:cubicBezTo>
                    <a:pt x="765" y="583"/>
                    <a:pt x="793" y="608"/>
                    <a:pt x="793" y="608"/>
                  </a:cubicBezTo>
                  <a:cubicBezTo>
                    <a:pt x="802" y="616"/>
                    <a:pt x="808" y="621"/>
                    <a:pt x="810" y="622"/>
                  </a:cubicBezTo>
                  <a:lnTo>
                    <a:pt x="810" y="622"/>
                  </a:lnTo>
                  <a:cubicBezTo>
                    <a:pt x="807" y="620"/>
                    <a:pt x="784" y="603"/>
                    <a:pt x="727" y="564"/>
                  </a:cubicBezTo>
                  <a:cubicBezTo>
                    <a:pt x="713" y="555"/>
                    <a:pt x="704" y="551"/>
                    <a:pt x="703" y="551"/>
                  </a:cubicBezTo>
                  <a:lnTo>
                    <a:pt x="703" y="551"/>
                  </a:lnTo>
                  <a:cubicBezTo>
                    <a:pt x="700" y="551"/>
                    <a:pt x="707" y="557"/>
                    <a:pt x="724" y="570"/>
                  </a:cubicBezTo>
                  <a:cubicBezTo>
                    <a:pt x="755" y="592"/>
                    <a:pt x="752" y="595"/>
                    <a:pt x="743" y="602"/>
                  </a:cubicBezTo>
                  <a:cubicBezTo>
                    <a:pt x="737" y="608"/>
                    <a:pt x="734" y="614"/>
                    <a:pt x="765" y="633"/>
                  </a:cubicBezTo>
                  <a:cubicBezTo>
                    <a:pt x="762" y="633"/>
                    <a:pt x="762" y="633"/>
                    <a:pt x="730" y="617"/>
                  </a:cubicBezTo>
                  <a:lnTo>
                    <a:pt x="661" y="583"/>
                  </a:lnTo>
                  <a:lnTo>
                    <a:pt x="661" y="583"/>
                  </a:lnTo>
                  <a:cubicBezTo>
                    <a:pt x="683" y="595"/>
                    <a:pt x="705" y="608"/>
                    <a:pt x="727" y="617"/>
                  </a:cubicBezTo>
                  <a:cubicBezTo>
                    <a:pt x="752" y="631"/>
                    <a:pt x="775" y="643"/>
                    <a:pt x="774" y="643"/>
                  </a:cubicBezTo>
                  <a:cubicBezTo>
                    <a:pt x="773" y="643"/>
                    <a:pt x="769" y="641"/>
                    <a:pt x="759" y="636"/>
                  </a:cubicBezTo>
                  <a:cubicBezTo>
                    <a:pt x="741" y="630"/>
                    <a:pt x="731" y="628"/>
                    <a:pt x="725" y="628"/>
                  </a:cubicBezTo>
                  <a:cubicBezTo>
                    <a:pt x="719" y="628"/>
                    <a:pt x="718" y="630"/>
                    <a:pt x="718" y="630"/>
                  </a:cubicBezTo>
                  <a:cubicBezTo>
                    <a:pt x="755" y="643"/>
                    <a:pt x="752" y="646"/>
                    <a:pt x="752" y="646"/>
                  </a:cubicBezTo>
                  <a:cubicBezTo>
                    <a:pt x="751" y="646"/>
                    <a:pt x="751" y="646"/>
                    <a:pt x="749" y="646"/>
                  </a:cubicBezTo>
                  <a:cubicBezTo>
                    <a:pt x="745" y="646"/>
                    <a:pt x="738" y="645"/>
                    <a:pt x="715" y="636"/>
                  </a:cubicBezTo>
                  <a:lnTo>
                    <a:pt x="715" y="636"/>
                  </a:lnTo>
                  <a:cubicBezTo>
                    <a:pt x="715" y="636"/>
                    <a:pt x="712" y="636"/>
                    <a:pt x="749" y="649"/>
                  </a:cubicBezTo>
                  <a:cubicBezTo>
                    <a:pt x="749" y="649"/>
                    <a:pt x="749" y="649"/>
                    <a:pt x="746" y="649"/>
                  </a:cubicBezTo>
                  <a:cubicBezTo>
                    <a:pt x="742" y="649"/>
                    <a:pt x="732" y="648"/>
                    <a:pt x="712" y="643"/>
                  </a:cubicBezTo>
                  <a:lnTo>
                    <a:pt x="712" y="643"/>
                  </a:lnTo>
                  <a:cubicBezTo>
                    <a:pt x="746" y="652"/>
                    <a:pt x="740" y="655"/>
                    <a:pt x="743" y="658"/>
                  </a:cubicBezTo>
                  <a:cubicBezTo>
                    <a:pt x="734" y="658"/>
                    <a:pt x="749" y="661"/>
                    <a:pt x="759" y="661"/>
                  </a:cubicBezTo>
                  <a:lnTo>
                    <a:pt x="737" y="661"/>
                  </a:lnTo>
                  <a:cubicBezTo>
                    <a:pt x="699" y="661"/>
                    <a:pt x="699" y="661"/>
                    <a:pt x="696" y="664"/>
                  </a:cubicBezTo>
                  <a:cubicBezTo>
                    <a:pt x="693" y="667"/>
                    <a:pt x="696" y="668"/>
                    <a:pt x="661" y="673"/>
                  </a:cubicBezTo>
                  <a:lnTo>
                    <a:pt x="661" y="673"/>
                  </a:lnTo>
                  <a:cubicBezTo>
                    <a:pt x="685" y="658"/>
                    <a:pt x="696" y="651"/>
                    <a:pt x="696" y="651"/>
                  </a:cubicBezTo>
                  <a:lnTo>
                    <a:pt x="696" y="651"/>
                  </a:lnTo>
                  <a:cubicBezTo>
                    <a:pt x="695" y="651"/>
                    <a:pt x="683" y="658"/>
                    <a:pt x="660" y="673"/>
                  </a:cubicBezTo>
                  <a:lnTo>
                    <a:pt x="660" y="673"/>
                  </a:lnTo>
                  <a:cubicBezTo>
                    <a:pt x="658" y="673"/>
                    <a:pt x="657" y="674"/>
                    <a:pt x="655" y="674"/>
                  </a:cubicBezTo>
                  <a:lnTo>
                    <a:pt x="647" y="675"/>
                  </a:lnTo>
                  <a:lnTo>
                    <a:pt x="647" y="675"/>
                  </a:lnTo>
                  <a:cubicBezTo>
                    <a:pt x="648" y="675"/>
                    <a:pt x="648" y="674"/>
                    <a:pt x="649" y="674"/>
                  </a:cubicBezTo>
                  <a:cubicBezTo>
                    <a:pt x="665" y="664"/>
                    <a:pt x="673" y="659"/>
                    <a:pt x="672" y="659"/>
                  </a:cubicBezTo>
                  <a:lnTo>
                    <a:pt x="672" y="659"/>
                  </a:lnTo>
                  <a:cubicBezTo>
                    <a:pt x="672" y="659"/>
                    <a:pt x="664" y="663"/>
                    <a:pt x="649" y="671"/>
                  </a:cubicBezTo>
                  <a:cubicBezTo>
                    <a:pt x="645" y="673"/>
                    <a:pt x="642" y="675"/>
                    <a:pt x="638" y="677"/>
                  </a:cubicBezTo>
                  <a:lnTo>
                    <a:pt x="638" y="677"/>
                  </a:lnTo>
                  <a:lnTo>
                    <a:pt x="647" y="675"/>
                  </a:lnTo>
                  <a:lnTo>
                    <a:pt x="647" y="675"/>
                  </a:lnTo>
                  <a:cubicBezTo>
                    <a:pt x="646" y="676"/>
                    <a:pt x="645" y="677"/>
                    <a:pt x="644" y="678"/>
                  </a:cubicBezTo>
                  <a:lnTo>
                    <a:pt x="644" y="678"/>
                  </a:lnTo>
                  <a:lnTo>
                    <a:pt x="654" y="677"/>
                  </a:lnTo>
                  <a:lnTo>
                    <a:pt x="654" y="677"/>
                  </a:lnTo>
                  <a:cubicBezTo>
                    <a:pt x="652" y="678"/>
                    <a:pt x="651" y="679"/>
                    <a:pt x="649" y="680"/>
                  </a:cubicBezTo>
                  <a:cubicBezTo>
                    <a:pt x="651" y="679"/>
                    <a:pt x="652" y="678"/>
                    <a:pt x="654" y="677"/>
                  </a:cubicBezTo>
                  <a:lnTo>
                    <a:pt x="654" y="677"/>
                  </a:lnTo>
                  <a:lnTo>
                    <a:pt x="655" y="677"/>
                  </a:lnTo>
                  <a:cubicBezTo>
                    <a:pt x="666" y="675"/>
                    <a:pt x="674" y="674"/>
                    <a:pt x="681" y="673"/>
                  </a:cubicBezTo>
                  <a:lnTo>
                    <a:pt x="681" y="673"/>
                  </a:lnTo>
                  <a:lnTo>
                    <a:pt x="678" y="675"/>
                  </a:lnTo>
                  <a:lnTo>
                    <a:pt x="678" y="675"/>
                  </a:lnTo>
                  <a:cubicBezTo>
                    <a:pt x="679" y="675"/>
                    <a:pt x="679" y="675"/>
                    <a:pt x="679" y="674"/>
                  </a:cubicBezTo>
                  <a:lnTo>
                    <a:pt x="679" y="674"/>
                  </a:lnTo>
                  <a:cubicBezTo>
                    <a:pt x="670" y="682"/>
                    <a:pt x="649" y="701"/>
                    <a:pt x="627" y="718"/>
                  </a:cubicBezTo>
                  <a:cubicBezTo>
                    <a:pt x="601" y="738"/>
                    <a:pt x="586" y="750"/>
                    <a:pt x="583" y="753"/>
                  </a:cubicBezTo>
                  <a:lnTo>
                    <a:pt x="583" y="753"/>
                  </a:lnTo>
                  <a:cubicBezTo>
                    <a:pt x="583" y="753"/>
                    <a:pt x="583" y="753"/>
                    <a:pt x="583" y="753"/>
                  </a:cubicBezTo>
                  <a:lnTo>
                    <a:pt x="583" y="753"/>
                  </a:lnTo>
                  <a:cubicBezTo>
                    <a:pt x="583" y="753"/>
                    <a:pt x="582" y="753"/>
                    <a:pt x="582" y="753"/>
                  </a:cubicBezTo>
                  <a:cubicBezTo>
                    <a:pt x="582" y="753"/>
                    <a:pt x="582" y="753"/>
                    <a:pt x="583" y="753"/>
                  </a:cubicBezTo>
                  <a:lnTo>
                    <a:pt x="583" y="753"/>
                  </a:lnTo>
                  <a:cubicBezTo>
                    <a:pt x="571" y="754"/>
                    <a:pt x="560" y="755"/>
                    <a:pt x="548" y="755"/>
                  </a:cubicBezTo>
                  <a:cubicBezTo>
                    <a:pt x="531" y="755"/>
                    <a:pt x="514" y="753"/>
                    <a:pt x="496" y="751"/>
                  </a:cubicBezTo>
                  <a:lnTo>
                    <a:pt x="496" y="751"/>
                  </a:lnTo>
                  <a:cubicBezTo>
                    <a:pt x="493" y="752"/>
                    <a:pt x="488" y="753"/>
                    <a:pt x="483" y="755"/>
                  </a:cubicBezTo>
                  <a:cubicBezTo>
                    <a:pt x="454" y="766"/>
                    <a:pt x="404" y="792"/>
                    <a:pt x="411" y="792"/>
                  </a:cubicBezTo>
                  <a:cubicBezTo>
                    <a:pt x="412" y="792"/>
                    <a:pt x="415" y="792"/>
                    <a:pt x="420" y="790"/>
                  </a:cubicBezTo>
                  <a:lnTo>
                    <a:pt x="420" y="790"/>
                  </a:lnTo>
                  <a:lnTo>
                    <a:pt x="389" y="812"/>
                  </a:lnTo>
                  <a:cubicBezTo>
                    <a:pt x="337" y="840"/>
                    <a:pt x="314" y="856"/>
                    <a:pt x="319" y="856"/>
                  </a:cubicBezTo>
                  <a:cubicBezTo>
                    <a:pt x="324" y="856"/>
                    <a:pt x="348" y="844"/>
                    <a:pt x="392" y="818"/>
                  </a:cubicBezTo>
                  <a:cubicBezTo>
                    <a:pt x="444" y="788"/>
                    <a:pt x="469" y="773"/>
                    <a:pt x="470" y="773"/>
                  </a:cubicBezTo>
                  <a:lnTo>
                    <a:pt x="470" y="773"/>
                  </a:lnTo>
                  <a:cubicBezTo>
                    <a:pt x="471" y="773"/>
                    <a:pt x="455" y="784"/>
                    <a:pt x="426" y="802"/>
                  </a:cubicBezTo>
                  <a:cubicBezTo>
                    <a:pt x="361" y="840"/>
                    <a:pt x="364" y="843"/>
                    <a:pt x="364" y="849"/>
                  </a:cubicBezTo>
                  <a:cubicBezTo>
                    <a:pt x="367" y="852"/>
                    <a:pt x="367" y="852"/>
                    <a:pt x="336" y="871"/>
                  </a:cubicBezTo>
                  <a:cubicBezTo>
                    <a:pt x="310" y="884"/>
                    <a:pt x="292" y="899"/>
                    <a:pt x="276" y="918"/>
                  </a:cubicBezTo>
                  <a:cubicBezTo>
                    <a:pt x="276" y="919"/>
                    <a:pt x="276" y="920"/>
                    <a:pt x="277" y="920"/>
                  </a:cubicBezTo>
                  <a:cubicBezTo>
                    <a:pt x="279" y="920"/>
                    <a:pt x="285" y="916"/>
                    <a:pt x="307" y="903"/>
                  </a:cubicBezTo>
                  <a:cubicBezTo>
                    <a:pt x="319" y="893"/>
                    <a:pt x="327" y="888"/>
                    <a:pt x="329" y="888"/>
                  </a:cubicBezTo>
                  <a:lnTo>
                    <a:pt x="329" y="888"/>
                  </a:lnTo>
                  <a:cubicBezTo>
                    <a:pt x="332" y="888"/>
                    <a:pt x="318" y="902"/>
                    <a:pt x="279" y="931"/>
                  </a:cubicBezTo>
                  <a:cubicBezTo>
                    <a:pt x="267" y="942"/>
                    <a:pt x="260" y="948"/>
                    <a:pt x="261" y="948"/>
                  </a:cubicBezTo>
                  <a:cubicBezTo>
                    <a:pt x="263" y="948"/>
                    <a:pt x="279" y="938"/>
                    <a:pt x="314" y="915"/>
                  </a:cubicBezTo>
                  <a:cubicBezTo>
                    <a:pt x="342" y="895"/>
                    <a:pt x="358" y="886"/>
                    <a:pt x="361" y="886"/>
                  </a:cubicBezTo>
                  <a:lnTo>
                    <a:pt x="361" y="886"/>
                  </a:lnTo>
                  <a:cubicBezTo>
                    <a:pt x="364" y="886"/>
                    <a:pt x="349" y="899"/>
                    <a:pt x="317" y="925"/>
                  </a:cubicBezTo>
                  <a:cubicBezTo>
                    <a:pt x="317" y="925"/>
                    <a:pt x="320" y="931"/>
                    <a:pt x="323" y="934"/>
                  </a:cubicBezTo>
                  <a:cubicBezTo>
                    <a:pt x="323" y="934"/>
                    <a:pt x="323" y="934"/>
                    <a:pt x="323" y="934"/>
                  </a:cubicBezTo>
                  <a:cubicBezTo>
                    <a:pt x="327" y="934"/>
                    <a:pt x="356" y="914"/>
                    <a:pt x="386" y="893"/>
                  </a:cubicBezTo>
                  <a:cubicBezTo>
                    <a:pt x="420" y="868"/>
                    <a:pt x="434" y="857"/>
                    <a:pt x="435" y="857"/>
                  </a:cubicBezTo>
                  <a:lnTo>
                    <a:pt x="435" y="857"/>
                  </a:lnTo>
                  <a:cubicBezTo>
                    <a:pt x="436" y="857"/>
                    <a:pt x="429" y="864"/>
                    <a:pt x="417" y="874"/>
                  </a:cubicBezTo>
                  <a:lnTo>
                    <a:pt x="357" y="921"/>
                  </a:lnTo>
                  <a:cubicBezTo>
                    <a:pt x="329" y="943"/>
                    <a:pt x="332" y="946"/>
                    <a:pt x="332" y="953"/>
                  </a:cubicBezTo>
                  <a:cubicBezTo>
                    <a:pt x="334" y="954"/>
                    <a:pt x="335" y="956"/>
                    <a:pt x="339" y="956"/>
                  </a:cubicBezTo>
                  <a:cubicBezTo>
                    <a:pt x="344" y="956"/>
                    <a:pt x="352" y="953"/>
                    <a:pt x="370" y="940"/>
                  </a:cubicBezTo>
                  <a:lnTo>
                    <a:pt x="370" y="940"/>
                  </a:lnTo>
                  <a:lnTo>
                    <a:pt x="339" y="962"/>
                  </a:lnTo>
                  <a:cubicBezTo>
                    <a:pt x="341" y="964"/>
                    <a:pt x="329" y="976"/>
                    <a:pt x="329" y="976"/>
                  </a:cubicBezTo>
                  <a:cubicBezTo>
                    <a:pt x="329" y="976"/>
                    <a:pt x="333" y="973"/>
                    <a:pt x="342" y="965"/>
                  </a:cubicBezTo>
                  <a:lnTo>
                    <a:pt x="342" y="965"/>
                  </a:lnTo>
                  <a:cubicBezTo>
                    <a:pt x="342" y="965"/>
                    <a:pt x="345" y="968"/>
                    <a:pt x="320" y="1003"/>
                  </a:cubicBezTo>
                  <a:cubicBezTo>
                    <a:pt x="314" y="1011"/>
                    <a:pt x="314" y="1014"/>
                    <a:pt x="318" y="1014"/>
                  </a:cubicBezTo>
                  <a:cubicBezTo>
                    <a:pt x="328" y="1014"/>
                    <a:pt x="373" y="981"/>
                    <a:pt x="411" y="934"/>
                  </a:cubicBezTo>
                  <a:lnTo>
                    <a:pt x="411" y="934"/>
                  </a:lnTo>
                  <a:cubicBezTo>
                    <a:pt x="412" y="935"/>
                    <a:pt x="413" y="936"/>
                    <a:pt x="414" y="937"/>
                  </a:cubicBezTo>
                  <a:cubicBezTo>
                    <a:pt x="414" y="938"/>
                    <a:pt x="414" y="938"/>
                    <a:pt x="415" y="938"/>
                  </a:cubicBezTo>
                  <a:cubicBezTo>
                    <a:pt x="420" y="938"/>
                    <a:pt x="442" y="918"/>
                    <a:pt x="442" y="918"/>
                  </a:cubicBezTo>
                  <a:cubicBezTo>
                    <a:pt x="463" y="900"/>
                    <a:pt x="470" y="895"/>
                    <a:pt x="472" y="895"/>
                  </a:cubicBezTo>
                  <a:cubicBezTo>
                    <a:pt x="473" y="895"/>
                    <a:pt x="473" y="896"/>
                    <a:pt x="473" y="896"/>
                  </a:cubicBezTo>
                  <a:lnTo>
                    <a:pt x="420" y="946"/>
                  </a:lnTo>
                  <a:cubicBezTo>
                    <a:pt x="367" y="992"/>
                    <a:pt x="338" y="1022"/>
                    <a:pt x="343" y="1022"/>
                  </a:cubicBezTo>
                  <a:cubicBezTo>
                    <a:pt x="346" y="1022"/>
                    <a:pt x="359" y="1013"/>
                    <a:pt x="383" y="993"/>
                  </a:cubicBezTo>
                  <a:lnTo>
                    <a:pt x="383" y="993"/>
                  </a:lnTo>
                  <a:cubicBezTo>
                    <a:pt x="380" y="996"/>
                    <a:pt x="377" y="999"/>
                    <a:pt x="370" y="1006"/>
                  </a:cubicBezTo>
                  <a:cubicBezTo>
                    <a:pt x="354" y="1020"/>
                    <a:pt x="348" y="1028"/>
                    <a:pt x="352" y="1028"/>
                  </a:cubicBezTo>
                  <a:cubicBezTo>
                    <a:pt x="355" y="1028"/>
                    <a:pt x="363" y="1023"/>
                    <a:pt x="376" y="1015"/>
                  </a:cubicBezTo>
                  <a:cubicBezTo>
                    <a:pt x="408" y="993"/>
                    <a:pt x="436" y="968"/>
                    <a:pt x="464" y="943"/>
                  </a:cubicBezTo>
                  <a:cubicBezTo>
                    <a:pt x="485" y="920"/>
                    <a:pt x="490" y="918"/>
                    <a:pt x="492" y="918"/>
                  </a:cubicBezTo>
                  <a:cubicBezTo>
                    <a:pt x="492" y="918"/>
                    <a:pt x="492" y="918"/>
                    <a:pt x="492" y="918"/>
                  </a:cubicBezTo>
                  <a:cubicBezTo>
                    <a:pt x="492" y="921"/>
                    <a:pt x="492" y="921"/>
                    <a:pt x="467" y="946"/>
                  </a:cubicBezTo>
                  <a:cubicBezTo>
                    <a:pt x="438" y="975"/>
                    <a:pt x="427" y="991"/>
                    <a:pt x="431" y="991"/>
                  </a:cubicBezTo>
                  <a:cubicBezTo>
                    <a:pt x="435" y="991"/>
                    <a:pt x="449" y="980"/>
                    <a:pt x="473" y="956"/>
                  </a:cubicBezTo>
                  <a:lnTo>
                    <a:pt x="473" y="956"/>
                  </a:lnTo>
                  <a:lnTo>
                    <a:pt x="448" y="984"/>
                  </a:lnTo>
                  <a:cubicBezTo>
                    <a:pt x="428" y="1005"/>
                    <a:pt x="407" y="1032"/>
                    <a:pt x="423" y="1032"/>
                  </a:cubicBezTo>
                  <a:cubicBezTo>
                    <a:pt x="427" y="1032"/>
                    <a:pt x="432" y="1031"/>
                    <a:pt x="439" y="1028"/>
                  </a:cubicBezTo>
                  <a:lnTo>
                    <a:pt x="439" y="1028"/>
                  </a:lnTo>
                  <a:cubicBezTo>
                    <a:pt x="452" y="1040"/>
                    <a:pt x="461" y="1047"/>
                    <a:pt x="436" y="1078"/>
                  </a:cubicBezTo>
                  <a:cubicBezTo>
                    <a:pt x="431" y="1085"/>
                    <a:pt x="430" y="1088"/>
                    <a:pt x="432" y="1088"/>
                  </a:cubicBezTo>
                  <a:cubicBezTo>
                    <a:pt x="439" y="1088"/>
                    <a:pt x="484" y="1047"/>
                    <a:pt x="524" y="1003"/>
                  </a:cubicBezTo>
                  <a:lnTo>
                    <a:pt x="524" y="1003"/>
                  </a:lnTo>
                  <a:cubicBezTo>
                    <a:pt x="502" y="1034"/>
                    <a:pt x="505" y="1037"/>
                    <a:pt x="511" y="1044"/>
                  </a:cubicBezTo>
                  <a:cubicBezTo>
                    <a:pt x="520" y="1050"/>
                    <a:pt x="520" y="1050"/>
                    <a:pt x="499" y="1081"/>
                  </a:cubicBezTo>
                  <a:cubicBezTo>
                    <a:pt x="475" y="1111"/>
                    <a:pt x="463" y="1126"/>
                    <a:pt x="464" y="1126"/>
                  </a:cubicBezTo>
                  <a:cubicBezTo>
                    <a:pt x="464" y="1126"/>
                    <a:pt x="477" y="1111"/>
                    <a:pt x="502" y="1081"/>
                  </a:cubicBezTo>
                  <a:cubicBezTo>
                    <a:pt x="517" y="1060"/>
                    <a:pt x="525" y="1051"/>
                    <a:pt x="528" y="1051"/>
                  </a:cubicBezTo>
                  <a:lnTo>
                    <a:pt x="528" y="1051"/>
                  </a:lnTo>
                  <a:cubicBezTo>
                    <a:pt x="534" y="1051"/>
                    <a:pt x="520" y="1082"/>
                    <a:pt x="495" y="1125"/>
                  </a:cubicBezTo>
                  <a:cubicBezTo>
                    <a:pt x="473" y="1156"/>
                    <a:pt x="480" y="1160"/>
                    <a:pt x="486" y="1166"/>
                  </a:cubicBezTo>
                  <a:cubicBezTo>
                    <a:pt x="500" y="1146"/>
                    <a:pt x="509" y="1141"/>
                    <a:pt x="515" y="1141"/>
                  </a:cubicBezTo>
                  <a:cubicBezTo>
                    <a:pt x="519" y="1141"/>
                    <a:pt x="521" y="1143"/>
                    <a:pt x="524" y="1144"/>
                  </a:cubicBezTo>
                  <a:cubicBezTo>
                    <a:pt x="527" y="1146"/>
                    <a:pt x="529" y="1148"/>
                    <a:pt x="531" y="1148"/>
                  </a:cubicBezTo>
                  <a:cubicBezTo>
                    <a:pt x="538" y="1148"/>
                    <a:pt x="545" y="1134"/>
                    <a:pt x="571" y="1084"/>
                  </a:cubicBezTo>
                  <a:cubicBezTo>
                    <a:pt x="599" y="1030"/>
                    <a:pt x="606" y="1021"/>
                    <a:pt x="611" y="1021"/>
                  </a:cubicBezTo>
                  <a:cubicBezTo>
                    <a:pt x="612" y="1021"/>
                    <a:pt x="613" y="1021"/>
                    <a:pt x="614" y="1022"/>
                  </a:cubicBezTo>
                  <a:cubicBezTo>
                    <a:pt x="618" y="1025"/>
                    <a:pt x="621" y="1025"/>
                    <a:pt x="602" y="1059"/>
                  </a:cubicBezTo>
                  <a:cubicBezTo>
                    <a:pt x="602" y="1059"/>
                    <a:pt x="589" y="1097"/>
                    <a:pt x="593" y="1097"/>
                  </a:cubicBezTo>
                  <a:cubicBezTo>
                    <a:pt x="596" y="1100"/>
                    <a:pt x="602" y="1100"/>
                    <a:pt x="586" y="1135"/>
                  </a:cubicBezTo>
                  <a:cubicBezTo>
                    <a:pt x="586" y="1135"/>
                    <a:pt x="574" y="1172"/>
                    <a:pt x="580" y="1178"/>
                  </a:cubicBezTo>
                  <a:cubicBezTo>
                    <a:pt x="589" y="1182"/>
                    <a:pt x="596" y="1185"/>
                    <a:pt x="583" y="1219"/>
                  </a:cubicBezTo>
                  <a:cubicBezTo>
                    <a:pt x="584" y="1220"/>
                    <a:pt x="584" y="1220"/>
                    <a:pt x="585" y="1220"/>
                  </a:cubicBezTo>
                  <a:cubicBezTo>
                    <a:pt x="587" y="1220"/>
                    <a:pt x="590" y="1214"/>
                    <a:pt x="602" y="1188"/>
                  </a:cubicBezTo>
                  <a:cubicBezTo>
                    <a:pt x="610" y="1163"/>
                    <a:pt x="620" y="1140"/>
                    <a:pt x="627" y="1140"/>
                  </a:cubicBezTo>
                  <a:cubicBezTo>
                    <a:pt x="630" y="1140"/>
                    <a:pt x="632" y="1146"/>
                    <a:pt x="633" y="1160"/>
                  </a:cubicBezTo>
                  <a:cubicBezTo>
                    <a:pt x="636" y="1160"/>
                    <a:pt x="639" y="1161"/>
                    <a:pt x="641" y="1161"/>
                  </a:cubicBezTo>
                  <a:cubicBezTo>
                    <a:pt x="648" y="1161"/>
                    <a:pt x="656" y="1156"/>
                    <a:pt x="665" y="1131"/>
                  </a:cubicBezTo>
                  <a:cubicBezTo>
                    <a:pt x="668" y="1131"/>
                    <a:pt x="668" y="1131"/>
                    <a:pt x="658" y="1169"/>
                  </a:cubicBezTo>
                  <a:cubicBezTo>
                    <a:pt x="645" y="1206"/>
                    <a:pt x="642" y="1225"/>
                    <a:pt x="647" y="1225"/>
                  </a:cubicBezTo>
                  <a:cubicBezTo>
                    <a:pt x="650" y="1225"/>
                    <a:pt x="660" y="1209"/>
                    <a:pt x="674" y="1175"/>
                  </a:cubicBezTo>
                  <a:cubicBezTo>
                    <a:pt x="679" y="1157"/>
                    <a:pt x="682" y="1149"/>
                    <a:pt x="683" y="1149"/>
                  </a:cubicBezTo>
                  <a:lnTo>
                    <a:pt x="683" y="1149"/>
                  </a:lnTo>
                  <a:cubicBezTo>
                    <a:pt x="684" y="1149"/>
                    <a:pt x="684" y="1159"/>
                    <a:pt x="680" y="1178"/>
                  </a:cubicBezTo>
                  <a:cubicBezTo>
                    <a:pt x="680" y="1178"/>
                    <a:pt x="687" y="1178"/>
                    <a:pt x="699" y="1144"/>
                  </a:cubicBezTo>
                  <a:cubicBezTo>
                    <a:pt x="705" y="1127"/>
                    <a:pt x="708" y="1118"/>
                    <a:pt x="710" y="1118"/>
                  </a:cubicBezTo>
                  <a:lnTo>
                    <a:pt x="710" y="1118"/>
                  </a:lnTo>
                  <a:cubicBezTo>
                    <a:pt x="711" y="1118"/>
                    <a:pt x="710" y="1128"/>
                    <a:pt x="708" y="1147"/>
                  </a:cubicBezTo>
                  <a:cubicBezTo>
                    <a:pt x="702" y="1185"/>
                    <a:pt x="705" y="1185"/>
                    <a:pt x="708" y="1188"/>
                  </a:cubicBezTo>
                  <a:cubicBezTo>
                    <a:pt x="714" y="1174"/>
                    <a:pt x="726" y="1167"/>
                    <a:pt x="738" y="1167"/>
                  </a:cubicBezTo>
                  <a:cubicBezTo>
                    <a:pt x="755" y="1167"/>
                    <a:pt x="772" y="1180"/>
                    <a:pt x="768" y="1200"/>
                  </a:cubicBezTo>
                  <a:cubicBezTo>
                    <a:pt x="777" y="1166"/>
                    <a:pt x="777" y="1166"/>
                    <a:pt x="781" y="1166"/>
                  </a:cubicBezTo>
                  <a:cubicBezTo>
                    <a:pt x="778" y="1195"/>
                    <a:pt x="778" y="1207"/>
                    <a:pt x="779" y="1207"/>
                  </a:cubicBezTo>
                  <a:cubicBezTo>
                    <a:pt x="781" y="1207"/>
                    <a:pt x="787" y="1175"/>
                    <a:pt x="793" y="1128"/>
                  </a:cubicBezTo>
                  <a:lnTo>
                    <a:pt x="784" y="1128"/>
                  </a:lnTo>
                  <a:cubicBezTo>
                    <a:pt x="788" y="1094"/>
                    <a:pt x="792" y="1076"/>
                    <a:pt x="795" y="1076"/>
                  </a:cubicBezTo>
                  <a:lnTo>
                    <a:pt x="795" y="1076"/>
                  </a:lnTo>
                  <a:cubicBezTo>
                    <a:pt x="798" y="1076"/>
                    <a:pt x="798" y="1104"/>
                    <a:pt x="793" y="1166"/>
                  </a:cubicBezTo>
                  <a:cubicBezTo>
                    <a:pt x="790" y="1205"/>
                    <a:pt x="789" y="1225"/>
                    <a:pt x="790" y="1225"/>
                  </a:cubicBezTo>
                  <a:cubicBezTo>
                    <a:pt x="792" y="1225"/>
                    <a:pt x="795" y="1206"/>
                    <a:pt x="799" y="1169"/>
                  </a:cubicBezTo>
                  <a:cubicBezTo>
                    <a:pt x="806" y="1132"/>
                    <a:pt x="809" y="1113"/>
                    <a:pt x="810" y="1113"/>
                  </a:cubicBezTo>
                  <a:cubicBezTo>
                    <a:pt x="812" y="1113"/>
                    <a:pt x="812" y="1133"/>
                    <a:pt x="812" y="1172"/>
                  </a:cubicBezTo>
                  <a:cubicBezTo>
                    <a:pt x="809" y="1210"/>
                    <a:pt x="807" y="1229"/>
                    <a:pt x="808" y="1229"/>
                  </a:cubicBezTo>
                  <a:cubicBezTo>
                    <a:pt x="808" y="1229"/>
                    <a:pt x="810" y="1210"/>
                    <a:pt x="815" y="1172"/>
                  </a:cubicBezTo>
                  <a:cubicBezTo>
                    <a:pt x="826" y="1088"/>
                    <a:pt x="833" y="1039"/>
                    <a:pt x="837" y="1039"/>
                  </a:cubicBezTo>
                  <a:cubicBezTo>
                    <a:pt x="839" y="1039"/>
                    <a:pt x="840" y="1070"/>
                    <a:pt x="837" y="1138"/>
                  </a:cubicBezTo>
                  <a:cubicBezTo>
                    <a:pt x="834" y="1213"/>
                    <a:pt x="837" y="1250"/>
                    <a:pt x="840" y="1250"/>
                  </a:cubicBezTo>
                  <a:cubicBezTo>
                    <a:pt x="846" y="1225"/>
                    <a:pt x="850" y="1200"/>
                    <a:pt x="846" y="1175"/>
                  </a:cubicBezTo>
                  <a:cubicBezTo>
                    <a:pt x="846" y="1138"/>
                    <a:pt x="847" y="1119"/>
                    <a:pt x="849" y="1119"/>
                  </a:cubicBezTo>
                  <a:cubicBezTo>
                    <a:pt x="850" y="1119"/>
                    <a:pt x="853" y="1138"/>
                    <a:pt x="856" y="1175"/>
                  </a:cubicBezTo>
                  <a:cubicBezTo>
                    <a:pt x="863" y="1239"/>
                    <a:pt x="870" y="1268"/>
                    <a:pt x="876" y="1268"/>
                  </a:cubicBezTo>
                  <a:cubicBezTo>
                    <a:pt x="881" y="1268"/>
                    <a:pt x="886" y="1250"/>
                    <a:pt x="890" y="1216"/>
                  </a:cubicBezTo>
                  <a:cubicBezTo>
                    <a:pt x="897" y="1178"/>
                    <a:pt x="903" y="1160"/>
                    <a:pt x="906" y="1160"/>
                  </a:cubicBezTo>
                  <a:lnTo>
                    <a:pt x="906" y="1160"/>
                  </a:lnTo>
                  <a:cubicBezTo>
                    <a:pt x="910" y="1160"/>
                    <a:pt x="911" y="1178"/>
                    <a:pt x="906" y="1216"/>
                  </a:cubicBezTo>
                  <a:cubicBezTo>
                    <a:pt x="904" y="1260"/>
                    <a:pt x="903" y="1278"/>
                    <a:pt x="904" y="1278"/>
                  </a:cubicBezTo>
                  <a:cubicBezTo>
                    <a:pt x="905" y="1278"/>
                    <a:pt x="906" y="1269"/>
                    <a:pt x="909" y="1254"/>
                  </a:cubicBezTo>
                  <a:lnTo>
                    <a:pt x="931" y="1254"/>
                  </a:lnTo>
                  <a:cubicBezTo>
                    <a:pt x="937" y="1229"/>
                    <a:pt x="937" y="1200"/>
                    <a:pt x="934" y="1178"/>
                  </a:cubicBezTo>
                  <a:lnTo>
                    <a:pt x="934" y="1178"/>
                  </a:lnTo>
                  <a:cubicBezTo>
                    <a:pt x="942" y="1223"/>
                    <a:pt x="950" y="1254"/>
                    <a:pt x="954" y="1254"/>
                  </a:cubicBezTo>
                  <a:cubicBezTo>
                    <a:pt x="957" y="1254"/>
                    <a:pt x="959" y="1242"/>
                    <a:pt x="959" y="1213"/>
                  </a:cubicBezTo>
                  <a:lnTo>
                    <a:pt x="969" y="1213"/>
                  </a:lnTo>
                  <a:cubicBezTo>
                    <a:pt x="972" y="1213"/>
                    <a:pt x="972" y="1213"/>
                    <a:pt x="969" y="1175"/>
                  </a:cubicBezTo>
                  <a:cubicBezTo>
                    <a:pt x="969" y="1164"/>
                    <a:pt x="969" y="1160"/>
                    <a:pt x="971" y="1160"/>
                  </a:cubicBezTo>
                  <a:cubicBezTo>
                    <a:pt x="974" y="1160"/>
                    <a:pt x="982" y="1185"/>
                    <a:pt x="991" y="1210"/>
                  </a:cubicBezTo>
                  <a:cubicBezTo>
                    <a:pt x="997" y="1236"/>
                    <a:pt x="1005" y="1262"/>
                    <a:pt x="1007" y="1262"/>
                  </a:cubicBezTo>
                  <a:cubicBezTo>
                    <a:pt x="1008" y="1262"/>
                    <a:pt x="1008" y="1257"/>
                    <a:pt x="1006" y="1247"/>
                  </a:cubicBezTo>
                  <a:cubicBezTo>
                    <a:pt x="997" y="1210"/>
                    <a:pt x="1000" y="1172"/>
                    <a:pt x="994" y="1135"/>
                  </a:cubicBezTo>
                  <a:cubicBezTo>
                    <a:pt x="993" y="1123"/>
                    <a:pt x="993" y="1118"/>
                    <a:pt x="994" y="1118"/>
                  </a:cubicBezTo>
                  <a:cubicBezTo>
                    <a:pt x="997" y="1118"/>
                    <a:pt x="1004" y="1143"/>
                    <a:pt x="1006" y="1169"/>
                  </a:cubicBezTo>
                  <a:cubicBezTo>
                    <a:pt x="1009" y="1194"/>
                    <a:pt x="1019" y="1219"/>
                    <a:pt x="1031" y="1241"/>
                  </a:cubicBezTo>
                  <a:cubicBezTo>
                    <a:pt x="1038" y="1241"/>
                    <a:pt x="1047" y="1238"/>
                    <a:pt x="1038" y="1203"/>
                  </a:cubicBezTo>
                  <a:cubicBezTo>
                    <a:pt x="1033" y="1183"/>
                    <a:pt x="1036" y="1173"/>
                    <a:pt x="1043" y="1173"/>
                  </a:cubicBezTo>
                  <a:cubicBezTo>
                    <a:pt x="1050" y="1173"/>
                    <a:pt x="1058" y="1181"/>
                    <a:pt x="1066" y="1197"/>
                  </a:cubicBezTo>
                  <a:lnTo>
                    <a:pt x="1075" y="1194"/>
                  </a:lnTo>
                  <a:cubicBezTo>
                    <a:pt x="1078" y="1191"/>
                    <a:pt x="1072" y="1156"/>
                    <a:pt x="1075" y="1153"/>
                  </a:cubicBezTo>
                  <a:cubicBezTo>
                    <a:pt x="1075" y="1153"/>
                    <a:pt x="1078" y="1153"/>
                    <a:pt x="1069" y="1116"/>
                  </a:cubicBezTo>
                  <a:cubicBezTo>
                    <a:pt x="1072" y="1116"/>
                    <a:pt x="1075" y="1116"/>
                    <a:pt x="1091" y="1150"/>
                  </a:cubicBezTo>
                  <a:cubicBezTo>
                    <a:pt x="1078" y="1114"/>
                    <a:pt x="1072" y="1096"/>
                    <a:pt x="1073" y="1096"/>
                  </a:cubicBezTo>
                  <a:lnTo>
                    <a:pt x="1073" y="1096"/>
                  </a:lnTo>
                  <a:cubicBezTo>
                    <a:pt x="1074" y="1096"/>
                    <a:pt x="1082" y="1113"/>
                    <a:pt x="1097" y="1147"/>
                  </a:cubicBezTo>
                  <a:cubicBezTo>
                    <a:pt x="1113" y="1182"/>
                    <a:pt x="1121" y="1199"/>
                    <a:pt x="1121" y="1199"/>
                  </a:cubicBezTo>
                  <a:cubicBezTo>
                    <a:pt x="1122" y="1199"/>
                    <a:pt x="1116" y="1182"/>
                    <a:pt x="1103" y="1147"/>
                  </a:cubicBezTo>
                  <a:cubicBezTo>
                    <a:pt x="1097" y="1128"/>
                    <a:pt x="1094" y="1118"/>
                    <a:pt x="1095" y="1118"/>
                  </a:cubicBezTo>
                  <a:lnTo>
                    <a:pt x="1095" y="1118"/>
                  </a:lnTo>
                  <a:cubicBezTo>
                    <a:pt x="1096" y="1118"/>
                    <a:pt x="1100" y="1127"/>
                    <a:pt x="1110" y="1144"/>
                  </a:cubicBezTo>
                  <a:cubicBezTo>
                    <a:pt x="1117" y="1160"/>
                    <a:pt x="1122" y="1168"/>
                    <a:pt x="1123" y="1168"/>
                  </a:cubicBezTo>
                  <a:cubicBezTo>
                    <a:pt x="1124" y="1168"/>
                    <a:pt x="1121" y="1159"/>
                    <a:pt x="1113" y="1141"/>
                  </a:cubicBezTo>
                  <a:cubicBezTo>
                    <a:pt x="1097" y="1097"/>
                    <a:pt x="1087" y="1066"/>
                    <a:pt x="1091" y="1066"/>
                  </a:cubicBezTo>
                  <a:lnTo>
                    <a:pt x="1091" y="1066"/>
                  </a:lnTo>
                  <a:cubicBezTo>
                    <a:pt x="1093" y="1066"/>
                    <a:pt x="1100" y="1076"/>
                    <a:pt x="1113" y="1100"/>
                  </a:cubicBezTo>
                  <a:cubicBezTo>
                    <a:pt x="1113" y="1100"/>
                    <a:pt x="1116" y="1100"/>
                    <a:pt x="1103" y="1066"/>
                  </a:cubicBezTo>
                  <a:cubicBezTo>
                    <a:pt x="1087" y="1031"/>
                    <a:pt x="1079" y="1013"/>
                    <a:pt x="1079" y="1013"/>
                  </a:cubicBezTo>
                  <a:lnTo>
                    <a:pt x="1079" y="1013"/>
                  </a:lnTo>
                  <a:cubicBezTo>
                    <a:pt x="1079" y="1013"/>
                    <a:pt x="1088" y="1030"/>
                    <a:pt x="1106" y="1062"/>
                  </a:cubicBezTo>
                  <a:cubicBezTo>
                    <a:pt x="1125" y="1095"/>
                    <a:pt x="1135" y="1110"/>
                    <a:pt x="1137" y="1110"/>
                  </a:cubicBezTo>
                  <a:cubicBezTo>
                    <a:pt x="1139" y="1110"/>
                    <a:pt x="1132" y="1093"/>
                    <a:pt x="1116" y="1059"/>
                  </a:cubicBezTo>
                  <a:cubicBezTo>
                    <a:pt x="1116" y="1059"/>
                    <a:pt x="1108" y="1043"/>
                    <a:pt x="1111" y="1043"/>
                  </a:cubicBezTo>
                  <a:lnTo>
                    <a:pt x="1111" y="1043"/>
                  </a:lnTo>
                  <a:cubicBezTo>
                    <a:pt x="1112" y="1043"/>
                    <a:pt x="1115" y="1046"/>
                    <a:pt x="1122" y="1056"/>
                  </a:cubicBezTo>
                  <a:cubicBezTo>
                    <a:pt x="1135" y="1073"/>
                    <a:pt x="1153" y="1086"/>
                    <a:pt x="1160" y="1086"/>
                  </a:cubicBezTo>
                  <a:cubicBezTo>
                    <a:pt x="1167" y="1086"/>
                    <a:pt x="1165" y="1075"/>
                    <a:pt x="1144" y="1047"/>
                  </a:cubicBezTo>
                  <a:lnTo>
                    <a:pt x="1150" y="1040"/>
                  </a:lnTo>
                  <a:cubicBezTo>
                    <a:pt x="1163" y="1053"/>
                    <a:pt x="1171" y="1060"/>
                    <a:pt x="1174" y="1060"/>
                  </a:cubicBezTo>
                  <a:cubicBezTo>
                    <a:pt x="1177" y="1060"/>
                    <a:pt x="1173" y="1051"/>
                    <a:pt x="1163" y="1034"/>
                  </a:cubicBezTo>
                  <a:lnTo>
                    <a:pt x="1141" y="1003"/>
                  </a:lnTo>
                  <a:lnTo>
                    <a:pt x="1141" y="1003"/>
                  </a:lnTo>
                  <a:cubicBezTo>
                    <a:pt x="1157" y="1025"/>
                    <a:pt x="1172" y="1044"/>
                    <a:pt x="1194" y="1059"/>
                  </a:cubicBezTo>
                  <a:cubicBezTo>
                    <a:pt x="1197" y="1056"/>
                    <a:pt x="1197" y="1056"/>
                    <a:pt x="1172" y="1028"/>
                  </a:cubicBezTo>
                  <a:cubicBezTo>
                    <a:pt x="1147" y="1000"/>
                    <a:pt x="1150" y="997"/>
                    <a:pt x="1153" y="997"/>
                  </a:cubicBezTo>
                  <a:lnTo>
                    <a:pt x="1153" y="997"/>
                  </a:lnTo>
                  <a:cubicBezTo>
                    <a:pt x="1172" y="1012"/>
                    <a:pt x="1191" y="1031"/>
                    <a:pt x="1207" y="1050"/>
                  </a:cubicBezTo>
                  <a:lnTo>
                    <a:pt x="1210" y="1050"/>
                  </a:lnTo>
                  <a:cubicBezTo>
                    <a:pt x="1182" y="1014"/>
                    <a:pt x="1171" y="999"/>
                    <a:pt x="1171" y="999"/>
                  </a:cubicBezTo>
                  <a:lnTo>
                    <a:pt x="1171" y="999"/>
                  </a:lnTo>
                  <a:cubicBezTo>
                    <a:pt x="1172" y="999"/>
                    <a:pt x="1178" y="1006"/>
                    <a:pt x="1188" y="1019"/>
                  </a:cubicBezTo>
                  <a:cubicBezTo>
                    <a:pt x="1211" y="1039"/>
                    <a:pt x="1217" y="1041"/>
                    <a:pt x="1220" y="1041"/>
                  </a:cubicBezTo>
                  <a:cubicBezTo>
                    <a:pt x="1221" y="1041"/>
                    <a:pt x="1222" y="1040"/>
                    <a:pt x="1222" y="1040"/>
                  </a:cubicBezTo>
                  <a:cubicBezTo>
                    <a:pt x="1214" y="1031"/>
                    <a:pt x="1211" y="1027"/>
                    <a:pt x="1212" y="1027"/>
                  </a:cubicBezTo>
                  <a:lnTo>
                    <a:pt x="1212" y="1027"/>
                  </a:lnTo>
                  <a:cubicBezTo>
                    <a:pt x="1213" y="1027"/>
                    <a:pt x="1224" y="1038"/>
                    <a:pt x="1222" y="1040"/>
                  </a:cubicBezTo>
                  <a:lnTo>
                    <a:pt x="1247" y="1069"/>
                  </a:lnTo>
                  <a:cubicBezTo>
                    <a:pt x="1255" y="1076"/>
                    <a:pt x="1259" y="1078"/>
                    <a:pt x="1260" y="1078"/>
                  </a:cubicBezTo>
                  <a:cubicBezTo>
                    <a:pt x="1262" y="1078"/>
                    <a:pt x="1244" y="1058"/>
                    <a:pt x="1226" y="1037"/>
                  </a:cubicBezTo>
                  <a:lnTo>
                    <a:pt x="1232" y="1031"/>
                  </a:lnTo>
                  <a:cubicBezTo>
                    <a:pt x="1235" y="1028"/>
                    <a:pt x="1238" y="1028"/>
                    <a:pt x="1207" y="1003"/>
                  </a:cubicBezTo>
                  <a:cubicBezTo>
                    <a:pt x="1188" y="984"/>
                    <a:pt x="1172" y="965"/>
                    <a:pt x="1157" y="946"/>
                  </a:cubicBezTo>
                  <a:lnTo>
                    <a:pt x="1157" y="946"/>
                  </a:lnTo>
                  <a:cubicBezTo>
                    <a:pt x="1175" y="965"/>
                    <a:pt x="1191" y="981"/>
                    <a:pt x="1213" y="997"/>
                  </a:cubicBezTo>
                  <a:cubicBezTo>
                    <a:pt x="1213" y="996"/>
                    <a:pt x="1213" y="996"/>
                    <a:pt x="1214" y="996"/>
                  </a:cubicBezTo>
                  <a:cubicBezTo>
                    <a:pt x="1219" y="996"/>
                    <a:pt x="1241" y="1022"/>
                    <a:pt x="1241" y="1022"/>
                  </a:cubicBezTo>
                  <a:cubicBezTo>
                    <a:pt x="1260" y="1043"/>
                    <a:pt x="1270" y="1051"/>
                    <a:pt x="1274" y="1051"/>
                  </a:cubicBezTo>
                  <a:cubicBezTo>
                    <a:pt x="1280" y="1051"/>
                    <a:pt x="1269" y="1030"/>
                    <a:pt x="1254" y="1012"/>
                  </a:cubicBezTo>
                  <a:cubicBezTo>
                    <a:pt x="1227" y="982"/>
                    <a:pt x="1216" y="967"/>
                    <a:pt x="1219" y="967"/>
                  </a:cubicBezTo>
                  <a:lnTo>
                    <a:pt x="1219" y="967"/>
                  </a:lnTo>
                  <a:cubicBezTo>
                    <a:pt x="1222" y="967"/>
                    <a:pt x="1237" y="979"/>
                    <a:pt x="1263" y="1003"/>
                  </a:cubicBezTo>
                  <a:cubicBezTo>
                    <a:pt x="1278" y="1016"/>
                    <a:pt x="1286" y="1022"/>
                    <a:pt x="1287" y="1022"/>
                  </a:cubicBezTo>
                  <a:cubicBezTo>
                    <a:pt x="1291" y="1022"/>
                    <a:pt x="1247" y="977"/>
                    <a:pt x="1185" y="921"/>
                  </a:cubicBezTo>
                  <a:lnTo>
                    <a:pt x="1185" y="921"/>
                  </a:lnTo>
                  <a:cubicBezTo>
                    <a:pt x="1251" y="972"/>
                    <a:pt x="1282" y="995"/>
                    <a:pt x="1286" y="995"/>
                  </a:cubicBezTo>
                  <a:cubicBezTo>
                    <a:pt x="1290" y="995"/>
                    <a:pt x="1277" y="981"/>
                    <a:pt x="1254" y="956"/>
                  </a:cubicBezTo>
                  <a:cubicBezTo>
                    <a:pt x="1241" y="942"/>
                    <a:pt x="1235" y="936"/>
                    <a:pt x="1236" y="936"/>
                  </a:cubicBezTo>
                  <a:lnTo>
                    <a:pt x="1236" y="936"/>
                  </a:lnTo>
                  <a:cubicBezTo>
                    <a:pt x="1237" y="936"/>
                    <a:pt x="1244" y="942"/>
                    <a:pt x="1260" y="953"/>
                  </a:cubicBezTo>
                  <a:cubicBezTo>
                    <a:pt x="1276" y="965"/>
                    <a:pt x="1284" y="969"/>
                    <a:pt x="1289" y="969"/>
                  </a:cubicBezTo>
                  <a:cubicBezTo>
                    <a:pt x="1294" y="969"/>
                    <a:pt x="1297" y="966"/>
                    <a:pt x="1301" y="962"/>
                  </a:cubicBezTo>
                  <a:cubicBezTo>
                    <a:pt x="1307" y="953"/>
                    <a:pt x="1310" y="950"/>
                    <a:pt x="1279" y="931"/>
                  </a:cubicBezTo>
                  <a:lnTo>
                    <a:pt x="1282" y="925"/>
                  </a:lnTo>
                  <a:cubicBezTo>
                    <a:pt x="1304" y="936"/>
                    <a:pt x="1316" y="941"/>
                    <a:pt x="1319" y="941"/>
                  </a:cubicBezTo>
                  <a:cubicBezTo>
                    <a:pt x="1324" y="941"/>
                    <a:pt x="1297" y="922"/>
                    <a:pt x="1254" y="899"/>
                  </a:cubicBezTo>
                  <a:cubicBezTo>
                    <a:pt x="1254" y="899"/>
                    <a:pt x="1254" y="896"/>
                    <a:pt x="1257" y="893"/>
                  </a:cubicBezTo>
                  <a:lnTo>
                    <a:pt x="1288" y="912"/>
                  </a:lnTo>
                  <a:cubicBezTo>
                    <a:pt x="1301" y="919"/>
                    <a:pt x="1310" y="923"/>
                    <a:pt x="1317" y="923"/>
                  </a:cubicBezTo>
                  <a:cubicBezTo>
                    <a:pt x="1327" y="923"/>
                    <a:pt x="1333" y="914"/>
                    <a:pt x="1345" y="896"/>
                  </a:cubicBezTo>
                  <a:cubicBezTo>
                    <a:pt x="1360" y="865"/>
                    <a:pt x="1360" y="859"/>
                    <a:pt x="1288" y="834"/>
                  </a:cubicBezTo>
                  <a:cubicBezTo>
                    <a:pt x="1251" y="818"/>
                    <a:pt x="1235" y="810"/>
                    <a:pt x="1239" y="810"/>
                  </a:cubicBezTo>
                  <a:cubicBezTo>
                    <a:pt x="1242" y="810"/>
                    <a:pt x="1260" y="816"/>
                    <a:pt x="1291" y="827"/>
                  </a:cubicBezTo>
                  <a:cubicBezTo>
                    <a:pt x="1316" y="836"/>
                    <a:pt x="1342" y="843"/>
                    <a:pt x="1344" y="843"/>
                  </a:cubicBezTo>
                  <a:cubicBezTo>
                    <a:pt x="1346" y="843"/>
                    <a:pt x="1342" y="841"/>
                    <a:pt x="1329" y="837"/>
                  </a:cubicBezTo>
                  <a:cubicBezTo>
                    <a:pt x="1329" y="837"/>
                    <a:pt x="1330" y="834"/>
                    <a:pt x="1342" y="834"/>
                  </a:cubicBezTo>
                  <a:cubicBezTo>
                    <a:pt x="1348" y="834"/>
                    <a:pt x="1357" y="835"/>
                    <a:pt x="1370" y="837"/>
                  </a:cubicBezTo>
                  <a:cubicBezTo>
                    <a:pt x="1390" y="840"/>
                    <a:pt x="1403" y="841"/>
                    <a:pt x="1410" y="841"/>
                  </a:cubicBezTo>
                  <a:cubicBezTo>
                    <a:pt x="1430" y="841"/>
                    <a:pt x="1404" y="831"/>
                    <a:pt x="1376" y="824"/>
                  </a:cubicBezTo>
                  <a:cubicBezTo>
                    <a:pt x="1340" y="815"/>
                    <a:pt x="1331" y="812"/>
                    <a:pt x="1336" y="812"/>
                  </a:cubicBezTo>
                  <a:cubicBezTo>
                    <a:pt x="1342" y="812"/>
                    <a:pt x="1360" y="815"/>
                    <a:pt x="1379" y="818"/>
                  </a:cubicBezTo>
                  <a:cubicBezTo>
                    <a:pt x="1403" y="822"/>
                    <a:pt x="1427" y="826"/>
                    <a:pt x="1431" y="826"/>
                  </a:cubicBezTo>
                  <a:cubicBezTo>
                    <a:pt x="1434" y="826"/>
                    <a:pt x="1431" y="825"/>
                    <a:pt x="1417" y="821"/>
                  </a:cubicBezTo>
                  <a:cubicBezTo>
                    <a:pt x="1388" y="808"/>
                    <a:pt x="1362" y="787"/>
                    <a:pt x="1396" y="787"/>
                  </a:cubicBezTo>
                  <a:cubicBezTo>
                    <a:pt x="1403" y="787"/>
                    <a:pt x="1413" y="788"/>
                    <a:pt x="1426" y="790"/>
                  </a:cubicBezTo>
                  <a:cubicBezTo>
                    <a:pt x="1426" y="790"/>
                    <a:pt x="1426" y="787"/>
                    <a:pt x="1426" y="784"/>
                  </a:cubicBezTo>
                  <a:cubicBezTo>
                    <a:pt x="1389" y="774"/>
                    <a:pt x="1392" y="768"/>
                    <a:pt x="1395" y="758"/>
                  </a:cubicBezTo>
                  <a:cubicBezTo>
                    <a:pt x="1397" y="754"/>
                    <a:pt x="1398" y="751"/>
                    <a:pt x="1413" y="751"/>
                  </a:cubicBezTo>
                  <a:cubicBezTo>
                    <a:pt x="1418" y="751"/>
                    <a:pt x="1425" y="751"/>
                    <a:pt x="1436" y="752"/>
                  </a:cubicBezTo>
                  <a:cubicBezTo>
                    <a:pt x="1450" y="756"/>
                    <a:pt x="1458" y="757"/>
                    <a:pt x="1462" y="757"/>
                  </a:cubicBezTo>
                  <a:cubicBezTo>
                    <a:pt x="1468" y="757"/>
                    <a:pt x="1459" y="753"/>
                    <a:pt x="1436" y="743"/>
                  </a:cubicBezTo>
                  <a:cubicBezTo>
                    <a:pt x="1436" y="740"/>
                    <a:pt x="1363" y="727"/>
                    <a:pt x="1363" y="724"/>
                  </a:cubicBezTo>
                  <a:cubicBezTo>
                    <a:pt x="1338" y="724"/>
                    <a:pt x="1313" y="718"/>
                    <a:pt x="1288" y="708"/>
                  </a:cubicBezTo>
                  <a:lnTo>
                    <a:pt x="1288" y="708"/>
                  </a:lnTo>
                  <a:lnTo>
                    <a:pt x="1326" y="711"/>
                  </a:lnTo>
                  <a:lnTo>
                    <a:pt x="1401" y="718"/>
                  </a:lnTo>
                  <a:cubicBezTo>
                    <a:pt x="1401" y="715"/>
                    <a:pt x="1401" y="711"/>
                    <a:pt x="1363" y="708"/>
                  </a:cubicBezTo>
                  <a:cubicBezTo>
                    <a:pt x="1404" y="708"/>
                    <a:pt x="1404" y="702"/>
                    <a:pt x="1404" y="696"/>
                  </a:cubicBezTo>
                  <a:cubicBezTo>
                    <a:pt x="1407" y="686"/>
                    <a:pt x="1407" y="677"/>
                    <a:pt x="1370" y="674"/>
                  </a:cubicBezTo>
                  <a:cubicBezTo>
                    <a:pt x="1445" y="671"/>
                    <a:pt x="1445" y="643"/>
                    <a:pt x="1370" y="643"/>
                  </a:cubicBezTo>
                  <a:cubicBezTo>
                    <a:pt x="1332" y="643"/>
                    <a:pt x="1332" y="639"/>
                    <a:pt x="1370" y="633"/>
                  </a:cubicBezTo>
                  <a:cubicBezTo>
                    <a:pt x="1407" y="627"/>
                    <a:pt x="1407" y="627"/>
                    <a:pt x="1370" y="627"/>
                  </a:cubicBezTo>
                  <a:cubicBezTo>
                    <a:pt x="1332" y="624"/>
                    <a:pt x="1370" y="617"/>
                    <a:pt x="1407" y="611"/>
                  </a:cubicBezTo>
                  <a:cubicBezTo>
                    <a:pt x="1486" y="599"/>
                    <a:pt x="1486" y="595"/>
                    <a:pt x="1445" y="595"/>
                  </a:cubicBezTo>
                  <a:cubicBezTo>
                    <a:pt x="1407" y="589"/>
                    <a:pt x="1407" y="583"/>
                    <a:pt x="1407" y="577"/>
                  </a:cubicBezTo>
                  <a:cubicBezTo>
                    <a:pt x="1397" y="575"/>
                    <a:pt x="1386" y="575"/>
                    <a:pt x="1375" y="575"/>
                  </a:cubicBezTo>
                  <a:cubicBezTo>
                    <a:pt x="1360" y="575"/>
                    <a:pt x="1345" y="576"/>
                    <a:pt x="1332" y="580"/>
                  </a:cubicBezTo>
                  <a:lnTo>
                    <a:pt x="1257" y="589"/>
                  </a:lnTo>
                  <a:cubicBezTo>
                    <a:pt x="1227" y="589"/>
                    <a:pt x="1245" y="585"/>
                    <a:pt x="1253" y="585"/>
                  </a:cubicBezTo>
                  <a:cubicBezTo>
                    <a:pt x="1255" y="585"/>
                    <a:pt x="1257" y="585"/>
                    <a:pt x="1257" y="586"/>
                  </a:cubicBezTo>
                  <a:cubicBezTo>
                    <a:pt x="1282" y="586"/>
                    <a:pt x="1307" y="583"/>
                    <a:pt x="1329" y="574"/>
                  </a:cubicBezTo>
                  <a:cubicBezTo>
                    <a:pt x="1367" y="564"/>
                    <a:pt x="1367" y="555"/>
                    <a:pt x="1367" y="552"/>
                  </a:cubicBezTo>
                  <a:cubicBezTo>
                    <a:pt x="1367" y="545"/>
                    <a:pt x="1363" y="539"/>
                    <a:pt x="1363" y="536"/>
                  </a:cubicBezTo>
                  <a:cubicBezTo>
                    <a:pt x="1386" y="522"/>
                    <a:pt x="1394" y="515"/>
                    <a:pt x="1386" y="515"/>
                  </a:cubicBezTo>
                  <a:cubicBezTo>
                    <a:pt x="1382" y="515"/>
                    <a:pt x="1373" y="517"/>
                    <a:pt x="1360" y="520"/>
                  </a:cubicBezTo>
                  <a:lnTo>
                    <a:pt x="1326" y="527"/>
                  </a:lnTo>
                  <a:cubicBezTo>
                    <a:pt x="1385" y="511"/>
                    <a:pt x="1389" y="474"/>
                    <a:pt x="1348" y="474"/>
                  </a:cubicBezTo>
                  <a:cubicBezTo>
                    <a:pt x="1340" y="474"/>
                    <a:pt x="1329" y="476"/>
                    <a:pt x="1316" y="480"/>
                  </a:cubicBezTo>
                  <a:lnTo>
                    <a:pt x="1351" y="467"/>
                  </a:lnTo>
                  <a:cubicBezTo>
                    <a:pt x="1389" y="454"/>
                    <a:pt x="1385" y="451"/>
                    <a:pt x="1382" y="442"/>
                  </a:cubicBezTo>
                  <a:cubicBezTo>
                    <a:pt x="1382" y="439"/>
                    <a:pt x="1342" y="436"/>
                    <a:pt x="1338" y="423"/>
                  </a:cubicBezTo>
                  <a:cubicBezTo>
                    <a:pt x="1334" y="413"/>
                    <a:pt x="1332" y="406"/>
                    <a:pt x="1321" y="406"/>
                  </a:cubicBezTo>
                  <a:cubicBezTo>
                    <a:pt x="1315" y="406"/>
                    <a:pt x="1307" y="408"/>
                    <a:pt x="1295" y="414"/>
                  </a:cubicBezTo>
                  <a:cubicBezTo>
                    <a:pt x="1295" y="411"/>
                    <a:pt x="1295" y="411"/>
                    <a:pt x="1329" y="395"/>
                  </a:cubicBezTo>
                  <a:cubicBezTo>
                    <a:pt x="1363" y="382"/>
                    <a:pt x="1363" y="379"/>
                    <a:pt x="1360" y="373"/>
                  </a:cubicBezTo>
                  <a:lnTo>
                    <a:pt x="1360" y="373"/>
                  </a:lnTo>
                  <a:cubicBezTo>
                    <a:pt x="1335" y="379"/>
                    <a:pt x="1313" y="389"/>
                    <a:pt x="1291" y="401"/>
                  </a:cubicBezTo>
                  <a:cubicBezTo>
                    <a:pt x="1277" y="409"/>
                    <a:pt x="1268" y="413"/>
                    <a:pt x="1265" y="413"/>
                  </a:cubicBezTo>
                  <a:cubicBezTo>
                    <a:pt x="1261" y="413"/>
                    <a:pt x="1267" y="406"/>
                    <a:pt x="1285" y="392"/>
                  </a:cubicBezTo>
                  <a:cubicBezTo>
                    <a:pt x="1309" y="373"/>
                    <a:pt x="1311" y="359"/>
                    <a:pt x="1294" y="359"/>
                  </a:cubicBezTo>
                  <a:cubicBezTo>
                    <a:pt x="1289" y="359"/>
                    <a:pt x="1282" y="361"/>
                    <a:pt x="1273" y="364"/>
                  </a:cubicBezTo>
                  <a:cubicBezTo>
                    <a:pt x="1273" y="360"/>
                    <a:pt x="1269" y="357"/>
                    <a:pt x="1304" y="339"/>
                  </a:cubicBezTo>
                  <a:cubicBezTo>
                    <a:pt x="1325" y="322"/>
                    <a:pt x="1344" y="304"/>
                    <a:pt x="1335" y="304"/>
                  </a:cubicBezTo>
                  <a:cubicBezTo>
                    <a:pt x="1330" y="304"/>
                    <a:pt x="1317" y="308"/>
                    <a:pt x="1295" y="320"/>
                  </a:cubicBezTo>
                  <a:cubicBezTo>
                    <a:pt x="1291" y="317"/>
                    <a:pt x="1291" y="317"/>
                    <a:pt x="1323" y="295"/>
                  </a:cubicBezTo>
                  <a:cubicBezTo>
                    <a:pt x="1342" y="281"/>
                    <a:pt x="1361" y="268"/>
                    <a:pt x="1358" y="268"/>
                  </a:cubicBezTo>
                  <a:lnTo>
                    <a:pt x="1358" y="268"/>
                  </a:lnTo>
                  <a:cubicBezTo>
                    <a:pt x="1356" y="268"/>
                    <a:pt x="1345" y="274"/>
                    <a:pt x="1320" y="288"/>
                  </a:cubicBezTo>
                  <a:cubicBezTo>
                    <a:pt x="1309" y="292"/>
                    <a:pt x="1301" y="294"/>
                    <a:pt x="1296" y="294"/>
                  </a:cubicBezTo>
                  <a:cubicBezTo>
                    <a:pt x="1282" y="294"/>
                    <a:pt x="1286" y="283"/>
                    <a:pt x="1304" y="260"/>
                  </a:cubicBezTo>
                  <a:cubicBezTo>
                    <a:pt x="1303" y="259"/>
                    <a:pt x="1302" y="258"/>
                    <a:pt x="1300" y="258"/>
                  </a:cubicBezTo>
                  <a:cubicBezTo>
                    <a:pt x="1297" y="258"/>
                    <a:pt x="1290" y="262"/>
                    <a:pt x="1269" y="276"/>
                  </a:cubicBezTo>
                  <a:lnTo>
                    <a:pt x="1238" y="298"/>
                  </a:lnTo>
                  <a:cubicBezTo>
                    <a:pt x="1269" y="273"/>
                    <a:pt x="1284" y="262"/>
                    <a:pt x="1282" y="262"/>
                  </a:cubicBezTo>
                  <a:lnTo>
                    <a:pt x="1282" y="262"/>
                  </a:lnTo>
                  <a:cubicBezTo>
                    <a:pt x="1281" y="262"/>
                    <a:pt x="1265" y="272"/>
                    <a:pt x="1235" y="292"/>
                  </a:cubicBezTo>
                  <a:cubicBezTo>
                    <a:pt x="1220" y="302"/>
                    <a:pt x="1213" y="306"/>
                    <a:pt x="1211" y="306"/>
                  </a:cubicBezTo>
                  <a:cubicBezTo>
                    <a:pt x="1210" y="306"/>
                    <a:pt x="1217" y="300"/>
                    <a:pt x="1232" y="288"/>
                  </a:cubicBezTo>
                  <a:cubicBezTo>
                    <a:pt x="1260" y="263"/>
                    <a:pt x="1257" y="260"/>
                    <a:pt x="1257" y="260"/>
                  </a:cubicBezTo>
                  <a:cubicBezTo>
                    <a:pt x="1254" y="257"/>
                    <a:pt x="1213" y="263"/>
                    <a:pt x="1204" y="248"/>
                  </a:cubicBezTo>
                  <a:cubicBezTo>
                    <a:pt x="1193" y="234"/>
                    <a:pt x="1185" y="226"/>
                    <a:pt x="1176" y="226"/>
                  </a:cubicBezTo>
                  <a:cubicBezTo>
                    <a:pt x="1168" y="226"/>
                    <a:pt x="1160" y="232"/>
                    <a:pt x="1150" y="245"/>
                  </a:cubicBezTo>
                  <a:cubicBezTo>
                    <a:pt x="1137" y="256"/>
                    <a:pt x="1130" y="263"/>
                    <a:pt x="1129" y="263"/>
                  </a:cubicBezTo>
                  <a:cubicBezTo>
                    <a:pt x="1127" y="263"/>
                    <a:pt x="1133" y="255"/>
                    <a:pt x="1144" y="238"/>
                  </a:cubicBezTo>
                  <a:cubicBezTo>
                    <a:pt x="1166" y="207"/>
                    <a:pt x="1163" y="204"/>
                    <a:pt x="1160" y="204"/>
                  </a:cubicBezTo>
                  <a:cubicBezTo>
                    <a:pt x="1160" y="201"/>
                    <a:pt x="1157" y="198"/>
                    <a:pt x="1182" y="166"/>
                  </a:cubicBezTo>
                  <a:lnTo>
                    <a:pt x="1182" y="166"/>
                  </a:lnTo>
                  <a:cubicBezTo>
                    <a:pt x="1161" y="187"/>
                    <a:pt x="1155" y="193"/>
                    <a:pt x="1153" y="193"/>
                  </a:cubicBezTo>
                  <a:cubicBezTo>
                    <a:pt x="1152" y="193"/>
                    <a:pt x="1151" y="192"/>
                    <a:pt x="1150" y="191"/>
                  </a:cubicBezTo>
                  <a:cubicBezTo>
                    <a:pt x="1164" y="176"/>
                    <a:pt x="1169" y="168"/>
                    <a:pt x="1167" y="168"/>
                  </a:cubicBezTo>
                  <a:lnTo>
                    <a:pt x="1167" y="168"/>
                  </a:lnTo>
                  <a:cubicBezTo>
                    <a:pt x="1165" y="168"/>
                    <a:pt x="1157" y="174"/>
                    <a:pt x="1144" y="185"/>
                  </a:cubicBezTo>
                  <a:cubicBezTo>
                    <a:pt x="1119" y="213"/>
                    <a:pt x="1108" y="227"/>
                    <a:pt x="1107" y="227"/>
                  </a:cubicBezTo>
                  <a:cubicBezTo>
                    <a:pt x="1107" y="227"/>
                    <a:pt x="1119" y="212"/>
                    <a:pt x="1141" y="182"/>
                  </a:cubicBezTo>
                  <a:cubicBezTo>
                    <a:pt x="1159" y="161"/>
                    <a:pt x="1171" y="136"/>
                    <a:pt x="1168" y="136"/>
                  </a:cubicBezTo>
                  <a:lnTo>
                    <a:pt x="1168" y="136"/>
                  </a:lnTo>
                  <a:cubicBezTo>
                    <a:pt x="1168" y="136"/>
                    <a:pt x="1165" y="139"/>
                    <a:pt x="1160" y="147"/>
                  </a:cubicBezTo>
                  <a:cubicBezTo>
                    <a:pt x="1135" y="179"/>
                    <a:pt x="1128" y="172"/>
                    <a:pt x="1103" y="201"/>
                  </a:cubicBezTo>
                  <a:cubicBezTo>
                    <a:pt x="1103" y="201"/>
                    <a:pt x="1100" y="198"/>
                    <a:pt x="1122" y="166"/>
                  </a:cubicBezTo>
                  <a:cubicBezTo>
                    <a:pt x="1128" y="153"/>
                    <a:pt x="1127" y="148"/>
                    <a:pt x="1122" y="148"/>
                  </a:cubicBezTo>
                  <a:cubicBezTo>
                    <a:pt x="1113" y="148"/>
                    <a:pt x="1094" y="162"/>
                    <a:pt x="1078" y="182"/>
                  </a:cubicBezTo>
                  <a:cubicBezTo>
                    <a:pt x="1069" y="197"/>
                    <a:pt x="1064" y="205"/>
                    <a:pt x="1063" y="205"/>
                  </a:cubicBezTo>
                  <a:cubicBezTo>
                    <a:pt x="1062" y="205"/>
                    <a:pt x="1067" y="196"/>
                    <a:pt x="1078" y="179"/>
                  </a:cubicBezTo>
                  <a:cubicBezTo>
                    <a:pt x="1097" y="147"/>
                    <a:pt x="1094" y="144"/>
                    <a:pt x="1091" y="141"/>
                  </a:cubicBezTo>
                  <a:lnTo>
                    <a:pt x="1091" y="141"/>
                  </a:lnTo>
                  <a:cubicBezTo>
                    <a:pt x="1084" y="150"/>
                    <a:pt x="1082" y="154"/>
                    <a:pt x="1081" y="154"/>
                  </a:cubicBezTo>
                  <a:cubicBezTo>
                    <a:pt x="1080" y="154"/>
                    <a:pt x="1093" y="131"/>
                    <a:pt x="1106" y="107"/>
                  </a:cubicBezTo>
                  <a:cubicBezTo>
                    <a:pt x="1128" y="75"/>
                    <a:pt x="1125" y="75"/>
                    <a:pt x="1116" y="69"/>
                  </a:cubicBezTo>
                  <a:lnTo>
                    <a:pt x="1116" y="69"/>
                  </a:lnTo>
                  <a:cubicBezTo>
                    <a:pt x="1103" y="88"/>
                    <a:pt x="1093" y="93"/>
                    <a:pt x="1085" y="93"/>
                  </a:cubicBezTo>
                  <a:cubicBezTo>
                    <a:pt x="1079" y="93"/>
                    <a:pt x="1074" y="90"/>
                    <a:pt x="1069" y="88"/>
                  </a:cubicBezTo>
                  <a:cubicBezTo>
                    <a:pt x="1066" y="86"/>
                    <a:pt x="1063" y="85"/>
                    <a:pt x="1061" y="85"/>
                  </a:cubicBezTo>
                  <a:cubicBezTo>
                    <a:pt x="1044" y="85"/>
                    <a:pt x="1027" y="117"/>
                    <a:pt x="1000" y="176"/>
                  </a:cubicBezTo>
                  <a:lnTo>
                    <a:pt x="969" y="248"/>
                  </a:lnTo>
                  <a:lnTo>
                    <a:pt x="969" y="248"/>
                  </a:lnTo>
                  <a:lnTo>
                    <a:pt x="997" y="176"/>
                  </a:lnTo>
                  <a:lnTo>
                    <a:pt x="1031" y="69"/>
                  </a:lnTo>
                  <a:lnTo>
                    <a:pt x="1031" y="69"/>
                  </a:lnTo>
                  <a:cubicBezTo>
                    <a:pt x="1019" y="88"/>
                    <a:pt x="1009" y="113"/>
                    <a:pt x="1003" y="138"/>
                  </a:cubicBezTo>
                  <a:cubicBezTo>
                    <a:pt x="997" y="155"/>
                    <a:pt x="993" y="163"/>
                    <a:pt x="991" y="163"/>
                  </a:cubicBezTo>
                  <a:cubicBezTo>
                    <a:pt x="990" y="163"/>
                    <a:pt x="990" y="154"/>
                    <a:pt x="994" y="135"/>
                  </a:cubicBezTo>
                  <a:cubicBezTo>
                    <a:pt x="995" y="114"/>
                    <a:pt x="995" y="103"/>
                    <a:pt x="993" y="103"/>
                  </a:cubicBezTo>
                  <a:cubicBezTo>
                    <a:pt x="990" y="103"/>
                    <a:pt x="985" y="112"/>
                    <a:pt x="978" y="129"/>
                  </a:cubicBezTo>
                  <a:cubicBezTo>
                    <a:pt x="975" y="125"/>
                    <a:pt x="972" y="125"/>
                    <a:pt x="978" y="88"/>
                  </a:cubicBezTo>
                  <a:cubicBezTo>
                    <a:pt x="977" y="87"/>
                    <a:pt x="977" y="87"/>
                    <a:pt x="976" y="87"/>
                  </a:cubicBezTo>
                  <a:cubicBezTo>
                    <a:pt x="974" y="87"/>
                    <a:pt x="973" y="93"/>
                    <a:pt x="965" y="122"/>
                  </a:cubicBezTo>
                  <a:cubicBezTo>
                    <a:pt x="961" y="140"/>
                    <a:pt x="958" y="149"/>
                    <a:pt x="957" y="149"/>
                  </a:cubicBezTo>
                  <a:cubicBezTo>
                    <a:pt x="955" y="149"/>
                    <a:pt x="956" y="139"/>
                    <a:pt x="959" y="119"/>
                  </a:cubicBezTo>
                  <a:cubicBezTo>
                    <a:pt x="967" y="74"/>
                    <a:pt x="965" y="56"/>
                    <a:pt x="962" y="56"/>
                  </a:cubicBezTo>
                  <a:lnTo>
                    <a:pt x="962" y="56"/>
                  </a:lnTo>
                  <a:cubicBezTo>
                    <a:pt x="959" y="56"/>
                    <a:pt x="955" y="65"/>
                    <a:pt x="953" y="78"/>
                  </a:cubicBezTo>
                  <a:cubicBezTo>
                    <a:pt x="947" y="116"/>
                    <a:pt x="940" y="116"/>
                    <a:pt x="937" y="116"/>
                  </a:cubicBezTo>
                  <a:cubicBezTo>
                    <a:pt x="937" y="115"/>
                    <a:pt x="936" y="115"/>
                    <a:pt x="935" y="115"/>
                  </a:cubicBezTo>
                  <a:cubicBezTo>
                    <a:pt x="932" y="115"/>
                    <a:pt x="929" y="121"/>
                    <a:pt x="922" y="150"/>
                  </a:cubicBezTo>
                  <a:lnTo>
                    <a:pt x="915" y="147"/>
                  </a:lnTo>
                  <a:cubicBezTo>
                    <a:pt x="912" y="147"/>
                    <a:pt x="918" y="113"/>
                    <a:pt x="924" y="113"/>
                  </a:cubicBezTo>
                  <a:cubicBezTo>
                    <a:pt x="924" y="113"/>
                    <a:pt x="924" y="113"/>
                    <a:pt x="925" y="113"/>
                  </a:cubicBezTo>
                  <a:lnTo>
                    <a:pt x="925" y="72"/>
                  </a:lnTo>
                  <a:cubicBezTo>
                    <a:pt x="918" y="72"/>
                    <a:pt x="912" y="72"/>
                    <a:pt x="906" y="107"/>
                  </a:cubicBezTo>
                  <a:cubicBezTo>
                    <a:pt x="901" y="144"/>
                    <a:pt x="899" y="163"/>
                    <a:pt x="898" y="163"/>
                  </a:cubicBezTo>
                  <a:cubicBezTo>
                    <a:pt x="898" y="163"/>
                    <a:pt x="900" y="144"/>
                    <a:pt x="903" y="107"/>
                  </a:cubicBezTo>
                  <a:cubicBezTo>
                    <a:pt x="905" y="80"/>
                    <a:pt x="906" y="53"/>
                    <a:pt x="903" y="53"/>
                  </a:cubicBezTo>
                  <a:cubicBezTo>
                    <a:pt x="901" y="53"/>
                    <a:pt x="899" y="58"/>
                    <a:pt x="897" y="69"/>
                  </a:cubicBezTo>
                  <a:cubicBezTo>
                    <a:pt x="894" y="100"/>
                    <a:pt x="892" y="111"/>
                    <a:pt x="891" y="111"/>
                  </a:cubicBezTo>
                  <a:cubicBezTo>
                    <a:pt x="889" y="111"/>
                    <a:pt x="888" y="88"/>
                    <a:pt x="890" y="66"/>
                  </a:cubicBezTo>
                  <a:cubicBezTo>
                    <a:pt x="895" y="28"/>
                    <a:pt x="897" y="9"/>
                    <a:pt x="895" y="9"/>
                  </a:cubicBezTo>
                  <a:lnTo>
                    <a:pt x="895" y="9"/>
                  </a:lnTo>
                  <a:cubicBezTo>
                    <a:pt x="893" y="9"/>
                    <a:pt x="887" y="28"/>
                    <a:pt x="878" y="66"/>
                  </a:cubicBezTo>
                  <a:cubicBezTo>
                    <a:pt x="869" y="66"/>
                    <a:pt x="857" y="101"/>
                    <a:pt x="845" y="101"/>
                  </a:cubicBezTo>
                  <a:cubicBezTo>
                    <a:pt x="844" y="101"/>
                    <a:pt x="844" y="100"/>
                    <a:pt x="843" y="100"/>
                  </a:cubicBezTo>
                  <a:cubicBezTo>
                    <a:pt x="828" y="100"/>
                    <a:pt x="821" y="100"/>
                    <a:pt x="815" y="63"/>
                  </a:cubicBezTo>
                  <a:cubicBezTo>
                    <a:pt x="810" y="19"/>
                    <a:pt x="806" y="0"/>
                    <a:pt x="806" y="0"/>
                  </a:cubicBezTo>
                  <a:close/>
                  <a:moveTo>
                    <a:pt x="1425" y="1666"/>
                  </a:moveTo>
                  <a:cubicBezTo>
                    <a:pt x="1424" y="1666"/>
                    <a:pt x="1422" y="1667"/>
                    <a:pt x="1420" y="1667"/>
                  </a:cubicBezTo>
                  <a:cubicBezTo>
                    <a:pt x="1426" y="1692"/>
                    <a:pt x="1436" y="1717"/>
                    <a:pt x="1448" y="1739"/>
                  </a:cubicBezTo>
                  <a:cubicBezTo>
                    <a:pt x="1454" y="1752"/>
                    <a:pt x="1459" y="1760"/>
                    <a:pt x="1461" y="1760"/>
                  </a:cubicBezTo>
                  <a:cubicBezTo>
                    <a:pt x="1465" y="1760"/>
                    <a:pt x="1462" y="1740"/>
                    <a:pt x="1445" y="1695"/>
                  </a:cubicBezTo>
                  <a:cubicBezTo>
                    <a:pt x="1433" y="1672"/>
                    <a:pt x="1430" y="1666"/>
                    <a:pt x="1425" y="16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37"/>
            <p:cNvSpPr/>
            <p:nvPr/>
          </p:nvSpPr>
          <p:spPr>
            <a:xfrm>
              <a:off x="4840793" y="3708735"/>
              <a:ext cx="37031" cy="40549"/>
            </a:xfrm>
            <a:custGeom>
              <a:avLst/>
              <a:gdLst/>
              <a:ahLst/>
              <a:cxnLst/>
              <a:rect l="l" t="t" r="r" b="b"/>
              <a:pathLst>
                <a:path w="2492" h="2750" extrusionOk="0">
                  <a:moveTo>
                    <a:pt x="1267" y="0"/>
                  </a:moveTo>
                  <a:lnTo>
                    <a:pt x="1267" y="0"/>
                  </a:lnTo>
                  <a:cubicBezTo>
                    <a:pt x="1266" y="0"/>
                    <a:pt x="1267" y="7"/>
                    <a:pt x="1271" y="19"/>
                  </a:cubicBezTo>
                  <a:lnTo>
                    <a:pt x="1271" y="19"/>
                  </a:lnTo>
                  <a:cubicBezTo>
                    <a:pt x="1269" y="6"/>
                    <a:pt x="1267" y="0"/>
                    <a:pt x="1267" y="0"/>
                  </a:cubicBezTo>
                  <a:close/>
                  <a:moveTo>
                    <a:pt x="1271" y="19"/>
                  </a:moveTo>
                  <a:cubicBezTo>
                    <a:pt x="1272" y="26"/>
                    <a:pt x="1273" y="34"/>
                    <a:pt x="1274" y="45"/>
                  </a:cubicBezTo>
                  <a:lnTo>
                    <a:pt x="1274" y="45"/>
                  </a:lnTo>
                  <a:cubicBezTo>
                    <a:pt x="1274" y="39"/>
                    <a:pt x="1273" y="32"/>
                    <a:pt x="1273" y="25"/>
                  </a:cubicBezTo>
                  <a:cubicBezTo>
                    <a:pt x="1272" y="23"/>
                    <a:pt x="1272" y="21"/>
                    <a:pt x="1271" y="19"/>
                  </a:cubicBezTo>
                  <a:close/>
                  <a:moveTo>
                    <a:pt x="1213" y="144"/>
                  </a:moveTo>
                  <a:cubicBezTo>
                    <a:pt x="1207" y="144"/>
                    <a:pt x="1208" y="161"/>
                    <a:pt x="1210" y="161"/>
                  </a:cubicBezTo>
                  <a:cubicBezTo>
                    <a:pt x="1211" y="161"/>
                    <a:pt x="1212" y="157"/>
                    <a:pt x="1213" y="144"/>
                  </a:cubicBezTo>
                  <a:close/>
                  <a:moveTo>
                    <a:pt x="1267" y="179"/>
                  </a:moveTo>
                  <a:lnTo>
                    <a:pt x="1279" y="213"/>
                  </a:lnTo>
                  <a:lnTo>
                    <a:pt x="1273" y="216"/>
                  </a:lnTo>
                  <a:cubicBezTo>
                    <a:pt x="1267" y="216"/>
                    <a:pt x="1267" y="216"/>
                    <a:pt x="1260" y="179"/>
                  </a:cubicBezTo>
                  <a:close/>
                  <a:moveTo>
                    <a:pt x="1198" y="185"/>
                  </a:moveTo>
                  <a:lnTo>
                    <a:pt x="1213" y="219"/>
                  </a:lnTo>
                  <a:lnTo>
                    <a:pt x="1204" y="222"/>
                  </a:lnTo>
                  <a:cubicBezTo>
                    <a:pt x="1198" y="222"/>
                    <a:pt x="1198" y="222"/>
                    <a:pt x="1191" y="185"/>
                  </a:cubicBezTo>
                  <a:close/>
                  <a:moveTo>
                    <a:pt x="1317" y="172"/>
                  </a:moveTo>
                  <a:cubicBezTo>
                    <a:pt x="1329" y="172"/>
                    <a:pt x="1329" y="172"/>
                    <a:pt x="1326" y="210"/>
                  </a:cubicBezTo>
                  <a:cubicBezTo>
                    <a:pt x="1323" y="229"/>
                    <a:pt x="1320" y="238"/>
                    <a:pt x="1317" y="238"/>
                  </a:cubicBezTo>
                  <a:cubicBezTo>
                    <a:pt x="1314" y="238"/>
                    <a:pt x="1312" y="229"/>
                    <a:pt x="1310" y="210"/>
                  </a:cubicBezTo>
                  <a:cubicBezTo>
                    <a:pt x="1307" y="172"/>
                    <a:pt x="1307" y="172"/>
                    <a:pt x="1317" y="172"/>
                  </a:cubicBezTo>
                  <a:close/>
                  <a:moveTo>
                    <a:pt x="1138" y="238"/>
                  </a:moveTo>
                  <a:lnTo>
                    <a:pt x="1138" y="238"/>
                  </a:lnTo>
                  <a:cubicBezTo>
                    <a:pt x="1151" y="260"/>
                    <a:pt x="1160" y="282"/>
                    <a:pt x="1166" y="307"/>
                  </a:cubicBezTo>
                  <a:lnTo>
                    <a:pt x="1160" y="310"/>
                  </a:lnTo>
                  <a:cubicBezTo>
                    <a:pt x="1154" y="310"/>
                    <a:pt x="1144" y="276"/>
                    <a:pt x="1144" y="276"/>
                  </a:cubicBezTo>
                  <a:cubicBezTo>
                    <a:pt x="1144" y="276"/>
                    <a:pt x="1132" y="238"/>
                    <a:pt x="1138" y="238"/>
                  </a:cubicBezTo>
                  <a:close/>
                  <a:moveTo>
                    <a:pt x="878" y="322"/>
                  </a:moveTo>
                  <a:cubicBezTo>
                    <a:pt x="879" y="322"/>
                    <a:pt x="882" y="325"/>
                    <a:pt x="887" y="335"/>
                  </a:cubicBezTo>
                  <a:lnTo>
                    <a:pt x="906" y="370"/>
                  </a:lnTo>
                  <a:cubicBezTo>
                    <a:pt x="918" y="395"/>
                    <a:pt x="927" y="420"/>
                    <a:pt x="925" y="420"/>
                  </a:cubicBezTo>
                  <a:cubicBezTo>
                    <a:pt x="924" y="420"/>
                    <a:pt x="921" y="416"/>
                    <a:pt x="916" y="407"/>
                  </a:cubicBezTo>
                  <a:cubicBezTo>
                    <a:pt x="903" y="385"/>
                    <a:pt x="891" y="363"/>
                    <a:pt x="881" y="338"/>
                  </a:cubicBezTo>
                  <a:cubicBezTo>
                    <a:pt x="881" y="338"/>
                    <a:pt x="875" y="322"/>
                    <a:pt x="878" y="322"/>
                  </a:cubicBezTo>
                  <a:close/>
                  <a:moveTo>
                    <a:pt x="1432" y="370"/>
                  </a:moveTo>
                  <a:cubicBezTo>
                    <a:pt x="1432" y="370"/>
                    <a:pt x="1433" y="370"/>
                    <a:pt x="1433" y="370"/>
                  </a:cubicBezTo>
                  <a:lnTo>
                    <a:pt x="1436" y="407"/>
                  </a:lnTo>
                  <a:cubicBezTo>
                    <a:pt x="1430" y="445"/>
                    <a:pt x="1426" y="445"/>
                    <a:pt x="1426" y="445"/>
                  </a:cubicBezTo>
                  <a:cubicBezTo>
                    <a:pt x="1423" y="442"/>
                    <a:pt x="1423" y="442"/>
                    <a:pt x="1426" y="404"/>
                  </a:cubicBezTo>
                  <a:cubicBezTo>
                    <a:pt x="1426" y="404"/>
                    <a:pt x="1429" y="370"/>
                    <a:pt x="1432" y="370"/>
                  </a:cubicBezTo>
                  <a:close/>
                  <a:moveTo>
                    <a:pt x="1969" y="419"/>
                  </a:moveTo>
                  <a:cubicBezTo>
                    <a:pt x="1970" y="419"/>
                    <a:pt x="1971" y="419"/>
                    <a:pt x="1972" y="420"/>
                  </a:cubicBezTo>
                  <a:lnTo>
                    <a:pt x="1975" y="423"/>
                  </a:lnTo>
                  <a:cubicBezTo>
                    <a:pt x="1959" y="442"/>
                    <a:pt x="1937" y="457"/>
                    <a:pt x="1918" y="473"/>
                  </a:cubicBezTo>
                  <a:lnTo>
                    <a:pt x="1912" y="467"/>
                  </a:lnTo>
                  <a:cubicBezTo>
                    <a:pt x="1938" y="444"/>
                    <a:pt x="1961" y="419"/>
                    <a:pt x="1969" y="419"/>
                  </a:cubicBezTo>
                  <a:close/>
                  <a:moveTo>
                    <a:pt x="1370" y="401"/>
                  </a:moveTo>
                  <a:lnTo>
                    <a:pt x="1376" y="439"/>
                  </a:lnTo>
                  <a:lnTo>
                    <a:pt x="1373" y="476"/>
                  </a:lnTo>
                  <a:lnTo>
                    <a:pt x="1367" y="476"/>
                  </a:lnTo>
                  <a:cubicBezTo>
                    <a:pt x="1364" y="451"/>
                    <a:pt x="1367" y="426"/>
                    <a:pt x="1370" y="401"/>
                  </a:cubicBezTo>
                  <a:close/>
                  <a:moveTo>
                    <a:pt x="1618" y="508"/>
                  </a:moveTo>
                  <a:cubicBezTo>
                    <a:pt x="1617" y="510"/>
                    <a:pt x="1616" y="512"/>
                    <a:pt x="1614" y="514"/>
                  </a:cubicBezTo>
                  <a:cubicBezTo>
                    <a:pt x="1610" y="524"/>
                    <a:pt x="1608" y="528"/>
                    <a:pt x="1608" y="528"/>
                  </a:cubicBezTo>
                  <a:cubicBezTo>
                    <a:pt x="1608" y="528"/>
                    <a:pt x="1612" y="520"/>
                    <a:pt x="1618" y="508"/>
                  </a:cubicBezTo>
                  <a:close/>
                  <a:moveTo>
                    <a:pt x="768" y="558"/>
                  </a:moveTo>
                  <a:lnTo>
                    <a:pt x="768" y="558"/>
                  </a:lnTo>
                  <a:cubicBezTo>
                    <a:pt x="800" y="583"/>
                    <a:pt x="825" y="611"/>
                    <a:pt x="840" y="645"/>
                  </a:cubicBezTo>
                  <a:cubicBezTo>
                    <a:pt x="840" y="646"/>
                    <a:pt x="839" y="647"/>
                    <a:pt x="838" y="647"/>
                  </a:cubicBezTo>
                  <a:cubicBezTo>
                    <a:pt x="836" y="647"/>
                    <a:pt x="830" y="642"/>
                    <a:pt x="809" y="620"/>
                  </a:cubicBezTo>
                  <a:cubicBezTo>
                    <a:pt x="784" y="595"/>
                    <a:pt x="762" y="564"/>
                    <a:pt x="768" y="558"/>
                  </a:cubicBezTo>
                  <a:close/>
                  <a:moveTo>
                    <a:pt x="2158" y="639"/>
                  </a:moveTo>
                  <a:cubicBezTo>
                    <a:pt x="2167" y="639"/>
                    <a:pt x="2170" y="645"/>
                    <a:pt x="2172" y="649"/>
                  </a:cubicBezTo>
                  <a:cubicBezTo>
                    <a:pt x="2149" y="669"/>
                    <a:pt x="2119" y="682"/>
                    <a:pt x="2110" y="682"/>
                  </a:cubicBezTo>
                  <a:cubicBezTo>
                    <a:pt x="2108" y="682"/>
                    <a:pt x="2106" y="681"/>
                    <a:pt x="2106" y="680"/>
                  </a:cubicBezTo>
                  <a:lnTo>
                    <a:pt x="2103" y="680"/>
                  </a:lnTo>
                  <a:cubicBezTo>
                    <a:pt x="2100" y="667"/>
                    <a:pt x="2100" y="667"/>
                    <a:pt x="2132" y="649"/>
                  </a:cubicBezTo>
                  <a:cubicBezTo>
                    <a:pt x="2144" y="641"/>
                    <a:pt x="2152" y="639"/>
                    <a:pt x="2158" y="639"/>
                  </a:cubicBezTo>
                  <a:close/>
                  <a:moveTo>
                    <a:pt x="2287" y="1134"/>
                  </a:moveTo>
                  <a:cubicBezTo>
                    <a:pt x="2297" y="1134"/>
                    <a:pt x="2304" y="1135"/>
                    <a:pt x="2304" y="1138"/>
                  </a:cubicBezTo>
                  <a:lnTo>
                    <a:pt x="2266" y="1150"/>
                  </a:lnTo>
                  <a:lnTo>
                    <a:pt x="2229" y="1144"/>
                  </a:lnTo>
                  <a:lnTo>
                    <a:pt x="2229" y="1138"/>
                  </a:lnTo>
                  <a:cubicBezTo>
                    <a:pt x="2250" y="1136"/>
                    <a:pt x="2272" y="1134"/>
                    <a:pt x="2287" y="1134"/>
                  </a:cubicBezTo>
                  <a:close/>
                  <a:moveTo>
                    <a:pt x="2054" y="1228"/>
                  </a:moveTo>
                  <a:cubicBezTo>
                    <a:pt x="2069" y="1228"/>
                    <a:pt x="2078" y="1228"/>
                    <a:pt x="2078" y="1232"/>
                  </a:cubicBezTo>
                  <a:lnTo>
                    <a:pt x="2078" y="1238"/>
                  </a:lnTo>
                  <a:cubicBezTo>
                    <a:pt x="2053" y="1238"/>
                    <a:pt x="2025" y="1235"/>
                    <a:pt x="2000" y="1232"/>
                  </a:cubicBezTo>
                  <a:lnTo>
                    <a:pt x="2000" y="1228"/>
                  </a:lnTo>
                  <a:cubicBezTo>
                    <a:pt x="2020" y="1228"/>
                    <a:pt x="2040" y="1228"/>
                    <a:pt x="2054" y="1228"/>
                  </a:cubicBezTo>
                  <a:close/>
                  <a:moveTo>
                    <a:pt x="597" y="1322"/>
                  </a:moveTo>
                  <a:cubicBezTo>
                    <a:pt x="642" y="1322"/>
                    <a:pt x="577" y="1335"/>
                    <a:pt x="508" y="1338"/>
                  </a:cubicBezTo>
                  <a:cubicBezTo>
                    <a:pt x="479" y="1342"/>
                    <a:pt x="461" y="1344"/>
                    <a:pt x="454" y="1344"/>
                  </a:cubicBezTo>
                  <a:cubicBezTo>
                    <a:pt x="444" y="1344"/>
                    <a:pt x="461" y="1339"/>
                    <a:pt x="505" y="1332"/>
                  </a:cubicBezTo>
                  <a:cubicBezTo>
                    <a:pt x="530" y="1326"/>
                    <a:pt x="555" y="1322"/>
                    <a:pt x="580" y="1322"/>
                  </a:cubicBezTo>
                  <a:cubicBezTo>
                    <a:pt x="587" y="1322"/>
                    <a:pt x="593" y="1322"/>
                    <a:pt x="597" y="1322"/>
                  </a:cubicBezTo>
                  <a:close/>
                  <a:moveTo>
                    <a:pt x="2261" y="1345"/>
                  </a:moveTo>
                  <a:cubicBezTo>
                    <a:pt x="2267" y="1345"/>
                    <a:pt x="2276" y="1346"/>
                    <a:pt x="2291" y="1347"/>
                  </a:cubicBezTo>
                  <a:cubicBezTo>
                    <a:pt x="2316" y="1351"/>
                    <a:pt x="2342" y="1357"/>
                    <a:pt x="2367" y="1363"/>
                  </a:cubicBezTo>
                  <a:cubicBezTo>
                    <a:pt x="2367" y="1365"/>
                    <a:pt x="2364" y="1366"/>
                    <a:pt x="2359" y="1366"/>
                  </a:cubicBezTo>
                  <a:cubicBezTo>
                    <a:pt x="2338" y="1366"/>
                    <a:pt x="2284" y="1353"/>
                    <a:pt x="2254" y="1351"/>
                  </a:cubicBezTo>
                  <a:cubicBezTo>
                    <a:pt x="2254" y="1347"/>
                    <a:pt x="2254" y="1345"/>
                    <a:pt x="2261" y="1345"/>
                  </a:cubicBezTo>
                  <a:close/>
                  <a:moveTo>
                    <a:pt x="2254" y="1514"/>
                  </a:moveTo>
                  <a:cubicBezTo>
                    <a:pt x="2288" y="1523"/>
                    <a:pt x="2326" y="1535"/>
                    <a:pt x="2323" y="1542"/>
                  </a:cubicBezTo>
                  <a:lnTo>
                    <a:pt x="2285" y="1535"/>
                  </a:lnTo>
                  <a:lnTo>
                    <a:pt x="2251" y="1520"/>
                  </a:lnTo>
                  <a:lnTo>
                    <a:pt x="2254" y="1514"/>
                  </a:lnTo>
                  <a:close/>
                  <a:moveTo>
                    <a:pt x="759" y="1545"/>
                  </a:moveTo>
                  <a:lnTo>
                    <a:pt x="734" y="1573"/>
                  </a:lnTo>
                  <a:lnTo>
                    <a:pt x="734" y="1576"/>
                  </a:lnTo>
                  <a:cubicBezTo>
                    <a:pt x="765" y="1551"/>
                    <a:pt x="765" y="1551"/>
                    <a:pt x="762" y="1548"/>
                  </a:cubicBezTo>
                  <a:lnTo>
                    <a:pt x="759" y="1545"/>
                  </a:lnTo>
                  <a:close/>
                  <a:moveTo>
                    <a:pt x="1604" y="1550"/>
                  </a:moveTo>
                  <a:cubicBezTo>
                    <a:pt x="1603" y="1550"/>
                    <a:pt x="1603" y="1550"/>
                    <a:pt x="1602" y="1551"/>
                  </a:cubicBezTo>
                  <a:cubicBezTo>
                    <a:pt x="1599" y="1554"/>
                    <a:pt x="1596" y="1554"/>
                    <a:pt x="1618" y="1586"/>
                  </a:cubicBezTo>
                  <a:lnTo>
                    <a:pt x="1624" y="1583"/>
                  </a:lnTo>
                  <a:cubicBezTo>
                    <a:pt x="1609" y="1556"/>
                    <a:pt x="1606" y="1550"/>
                    <a:pt x="1604" y="1550"/>
                  </a:cubicBezTo>
                  <a:close/>
                  <a:moveTo>
                    <a:pt x="563" y="1591"/>
                  </a:moveTo>
                  <a:cubicBezTo>
                    <a:pt x="568" y="1591"/>
                    <a:pt x="569" y="1594"/>
                    <a:pt x="571" y="1595"/>
                  </a:cubicBezTo>
                  <a:cubicBezTo>
                    <a:pt x="574" y="1601"/>
                    <a:pt x="574" y="1601"/>
                    <a:pt x="543" y="1620"/>
                  </a:cubicBezTo>
                  <a:cubicBezTo>
                    <a:pt x="543" y="1620"/>
                    <a:pt x="517" y="1631"/>
                    <a:pt x="506" y="1631"/>
                  </a:cubicBezTo>
                  <a:cubicBezTo>
                    <a:pt x="504" y="1631"/>
                    <a:pt x="502" y="1631"/>
                    <a:pt x="502" y="1630"/>
                  </a:cubicBezTo>
                  <a:lnTo>
                    <a:pt x="530" y="1604"/>
                  </a:lnTo>
                  <a:cubicBezTo>
                    <a:pt x="549" y="1594"/>
                    <a:pt x="558" y="1591"/>
                    <a:pt x="563" y="1591"/>
                  </a:cubicBezTo>
                  <a:close/>
                  <a:moveTo>
                    <a:pt x="1774" y="1670"/>
                  </a:moveTo>
                  <a:cubicBezTo>
                    <a:pt x="1774" y="1671"/>
                    <a:pt x="1775" y="1671"/>
                    <a:pt x="1775" y="1671"/>
                  </a:cubicBezTo>
                  <a:lnTo>
                    <a:pt x="1775" y="1671"/>
                  </a:lnTo>
                  <a:cubicBezTo>
                    <a:pt x="1776" y="1670"/>
                    <a:pt x="1776" y="1670"/>
                    <a:pt x="1774" y="1670"/>
                  </a:cubicBezTo>
                  <a:close/>
                  <a:moveTo>
                    <a:pt x="599" y="1646"/>
                  </a:moveTo>
                  <a:cubicBezTo>
                    <a:pt x="602" y="1646"/>
                    <a:pt x="603" y="1648"/>
                    <a:pt x="605" y="1651"/>
                  </a:cubicBezTo>
                  <a:cubicBezTo>
                    <a:pt x="609" y="1655"/>
                    <a:pt x="612" y="1661"/>
                    <a:pt x="580" y="1683"/>
                  </a:cubicBezTo>
                  <a:lnTo>
                    <a:pt x="577" y="1680"/>
                  </a:lnTo>
                  <a:cubicBezTo>
                    <a:pt x="587" y="1671"/>
                    <a:pt x="591" y="1668"/>
                    <a:pt x="589" y="1668"/>
                  </a:cubicBezTo>
                  <a:lnTo>
                    <a:pt x="589" y="1668"/>
                  </a:lnTo>
                  <a:cubicBezTo>
                    <a:pt x="587" y="1668"/>
                    <a:pt x="566" y="1683"/>
                    <a:pt x="549" y="1702"/>
                  </a:cubicBezTo>
                  <a:lnTo>
                    <a:pt x="489" y="1749"/>
                  </a:lnTo>
                  <a:cubicBezTo>
                    <a:pt x="483" y="1742"/>
                    <a:pt x="511" y="1714"/>
                    <a:pt x="540" y="1689"/>
                  </a:cubicBezTo>
                  <a:cubicBezTo>
                    <a:pt x="579" y="1656"/>
                    <a:pt x="592" y="1646"/>
                    <a:pt x="599" y="1646"/>
                  </a:cubicBezTo>
                  <a:close/>
                  <a:moveTo>
                    <a:pt x="1746" y="1818"/>
                  </a:moveTo>
                  <a:lnTo>
                    <a:pt x="1746" y="1818"/>
                  </a:lnTo>
                  <a:cubicBezTo>
                    <a:pt x="1751" y="1828"/>
                    <a:pt x="1752" y="1831"/>
                    <a:pt x="1752" y="1831"/>
                  </a:cubicBezTo>
                  <a:cubicBezTo>
                    <a:pt x="1750" y="1831"/>
                    <a:pt x="1742" y="1818"/>
                    <a:pt x="1746" y="1818"/>
                  </a:cubicBezTo>
                  <a:close/>
                  <a:moveTo>
                    <a:pt x="1445" y="1771"/>
                  </a:moveTo>
                  <a:lnTo>
                    <a:pt x="1455" y="1846"/>
                  </a:lnTo>
                  <a:lnTo>
                    <a:pt x="1455" y="1846"/>
                  </a:lnTo>
                  <a:cubicBezTo>
                    <a:pt x="1454" y="1836"/>
                    <a:pt x="1453" y="1822"/>
                    <a:pt x="1451" y="1808"/>
                  </a:cubicBezTo>
                  <a:lnTo>
                    <a:pt x="1445" y="1771"/>
                  </a:lnTo>
                  <a:close/>
                  <a:moveTo>
                    <a:pt x="2016" y="1843"/>
                  </a:moveTo>
                  <a:cubicBezTo>
                    <a:pt x="2018" y="1843"/>
                    <a:pt x="2030" y="1853"/>
                    <a:pt x="2028" y="1855"/>
                  </a:cubicBezTo>
                  <a:cubicBezTo>
                    <a:pt x="2018" y="1846"/>
                    <a:pt x="2016" y="1843"/>
                    <a:pt x="2016" y="1843"/>
                  </a:cubicBezTo>
                  <a:close/>
                  <a:moveTo>
                    <a:pt x="1956" y="1818"/>
                  </a:moveTo>
                  <a:cubicBezTo>
                    <a:pt x="1984" y="1846"/>
                    <a:pt x="2009" y="1874"/>
                    <a:pt x="2003" y="1880"/>
                  </a:cubicBezTo>
                  <a:lnTo>
                    <a:pt x="1975" y="1855"/>
                  </a:lnTo>
                  <a:lnTo>
                    <a:pt x="1953" y="1824"/>
                  </a:lnTo>
                  <a:lnTo>
                    <a:pt x="1956" y="1818"/>
                  </a:lnTo>
                  <a:close/>
                  <a:moveTo>
                    <a:pt x="1637" y="1817"/>
                  </a:moveTo>
                  <a:cubicBezTo>
                    <a:pt x="1637" y="1817"/>
                    <a:pt x="1637" y="1817"/>
                    <a:pt x="1636" y="1818"/>
                  </a:cubicBezTo>
                  <a:lnTo>
                    <a:pt x="1633" y="1818"/>
                  </a:lnTo>
                  <a:cubicBezTo>
                    <a:pt x="1640" y="1843"/>
                    <a:pt x="1652" y="1868"/>
                    <a:pt x="1661" y="1890"/>
                  </a:cubicBezTo>
                  <a:cubicBezTo>
                    <a:pt x="1668" y="1886"/>
                    <a:pt x="1655" y="1852"/>
                    <a:pt x="1655" y="1852"/>
                  </a:cubicBezTo>
                  <a:cubicBezTo>
                    <a:pt x="1655" y="1852"/>
                    <a:pt x="1644" y="1817"/>
                    <a:pt x="1637" y="1817"/>
                  </a:cubicBezTo>
                  <a:close/>
                  <a:moveTo>
                    <a:pt x="73" y="1868"/>
                  </a:moveTo>
                  <a:cubicBezTo>
                    <a:pt x="48" y="1874"/>
                    <a:pt x="22" y="1883"/>
                    <a:pt x="1" y="1893"/>
                  </a:cubicBezTo>
                  <a:lnTo>
                    <a:pt x="7" y="1905"/>
                  </a:lnTo>
                  <a:cubicBezTo>
                    <a:pt x="7" y="1907"/>
                    <a:pt x="9" y="1908"/>
                    <a:pt x="11" y="1908"/>
                  </a:cubicBezTo>
                  <a:cubicBezTo>
                    <a:pt x="22" y="1908"/>
                    <a:pt x="50" y="1892"/>
                    <a:pt x="76" y="1877"/>
                  </a:cubicBezTo>
                  <a:lnTo>
                    <a:pt x="73" y="1868"/>
                  </a:lnTo>
                  <a:close/>
                  <a:moveTo>
                    <a:pt x="1900" y="1830"/>
                  </a:moveTo>
                  <a:lnTo>
                    <a:pt x="1900" y="1830"/>
                  </a:lnTo>
                  <a:cubicBezTo>
                    <a:pt x="1903" y="1830"/>
                    <a:pt x="1917" y="1843"/>
                    <a:pt x="1947" y="1874"/>
                  </a:cubicBezTo>
                  <a:cubicBezTo>
                    <a:pt x="1972" y="1902"/>
                    <a:pt x="1972" y="1902"/>
                    <a:pt x="1965" y="1908"/>
                  </a:cubicBezTo>
                  <a:cubicBezTo>
                    <a:pt x="1947" y="1890"/>
                    <a:pt x="1931" y="1871"/>
                    <a:pt x="1915" y="1852"/>
                  </a:cubicBezTo>
                  <a:lnTo>
                    <a:pt x="1912" y="1852"/>
                  </a:lnTo>
                  <a:cubicBezTo>
                    <a:pt x="1902" y="1838"/>
                    <a:pt x="1898" y="1830"/>
                    <a:pt x="1900" y="1830"/>
                  </a:cubicBezTo>
                  <a:close/>
                  <a:moveTo>
                    <a:pt x="1611" y="1940"/>
                  </a:moveTo>
                  <a:cubicBezTo>
                    <a:pt x="1618" y="1940"/>
                    <a:pt x="1618" y="1940"/>
                    <a:pt x="1627" y="1977"/>
                  </a:cubicBezTo>
                  <a:lnTo>
                    <a:pt x="1621" y="1977"/>
                  </a:lnTo>
                  <a:lnTo>
                    <a:pt x="1605" y="1943"/>
                  </a:lnTo>
                  <a:lnTo>
                    <a:pt x="1611" y="1940"/>
                  </a:lnTo>
                  <a:close/>
                  <a:moveTo>
                    <a:pt x="1169" y="1932"/>
                  </a:moveTo>
                  <a:cubicBezTo>
                    <a:pt x="1170" y="1932"/>
                    <a:pt x="1171" y="1933"/>
                    <a:pt x="1173" y="1933"/>
                  </a:cubicBezTo>
                  <a:lnTo>
                    <a:pt x="1166" y="1971"/>
                  </a:lnTo>
                  <a:lnTo>
                    <a:pt x="1154" y="2006"/>
                  </a:lnTo>
                  <a:lnTo>
                    <a:pt x="1154" y="1968"/>
                  </a:lnTo>
                  <a:cubicBezTo>
                    <a:pt x="1161" y="1939"/>
                    <a:pt x="1165" y="1932"/>
                    <a:pt x="1169" y="1932"/>
                  </a:cubicBezTo>
                  <a:close/>
                  <a:moveTo>
                    <a:pt x="1869" y="1968"/>
                  </a:moveTo>
                  <a:cubicBezTo>
                    <a:pt x="1876" y="1968"/>
                    <a:pt x="1893" y="1996"/>
                    <a:pt x="1893" y="1996"/>
                  </a:cubicBezTo>
                  <a:cubicBezTo>
                    <a:pt x="1901" y="2009"/>
                    <a:pt x="1903" y="2012"/>
                    <a:pt x="1901" y="2012"/>
                  </a:cubicBezTo>
                  <a:cubicBezTo>
                    <a:pt x="1898" y="2012"/>
                    <a:pt x="1887" y="2002"/>
                    <a:pt x="1882" y="2002"/>
                  </a:cubicBezTo>
                  <a:cubicBezTo>
                    <a:pt x="1881" y="2002"/>
                    <a:pt x="1881" y="2002"/>
                    <a:pt x="1881" y="2002"/>
                  </a:cubicBezTo>
                  <a:cubicBezTo>
                    <a:pt x="1856" y="1974"/>
                    <a:pt x="1856" y="1974"/>
                    <a:pt x="1868" y="1968"/>
                  </a:cubicBezTo>
                  <a:cubicBezTo>
                    <a:pt x="1869" y="1968"/>
                    <a:pt x="1869" y="1968"/>
                    <a:pt x="1869" y="1968"/>
                  </a:cubicBezTo>
                  <a:close/>
                  <a:moveTo>
                    <a:pt x="1559" y="1936"/>
                  </a:moveTo>
                  <a:cubicBezTo>
                    <a:pt x="1562" y="1936"/>
                    <a:pt x="1570" y="1970"/>
                    <a:pt x="1577" y="2024"/>
                  </a:cubicBezTo>
                  <a:lnTo>
                    <a:pt x="1564" y="2028"/>
                  </a:lnTo>
                  <a:cubicBezTo>
                    <a:pt x="1558" y="1990"/>
                    <a:pt x="1552" y="1952"/>
                    <a:pt x="1558" y="1952"/>
                  </a:cubicBezTo>
                  <a:cubicBezTo>
                    <a:pt x="1557" y="1941"/>
                    <a:pt x="1558" y="1936"/>
                    <a:pt x="1559" y="1936"/>
                  </a:cubicBezTo>
                  <a:close/>
                  <a:moveTo>
                    <a:pt x="1345" y="1896"/>
                  </a:moveTo>
                  <a:cubicBezTo>
                    <a:pt x="1346" y="1896"/>
                    <a:pt x="1344" y="1915"/>
                    <a:pt x="1339" y="1959"/>
                  </a:cubicBezTo>
                  <a:lnTo>
                    <a:pt x="1323" y="2034"/>
                  </a:lnTo>
                  <a:cubicBezTo>
                    <a:pt x="1317" y="2034"/>
                    <a:pt x="1326" y="1996"/>
                    <a:pt x="1336" y="1921"/>
                  </a:cubicBezTo>
                  <a:cubicBezTo>
                    <a:pt x="1341" y="1905"/>
                    <a:pt x="1344" y="1896"/>
                    <a:pt x="1345" y="1896"/>
                  </a:cubicBezTo>
                  <a:close/>
                  <a:moveTo>
                    <a:pt x="809" y="1992"/>
                  </a:moveTo>
                  <a:cubicBezTo>
                    <a:pt x="811" y="1992"/>
                    <a:pt x="812" y="1992"/>
                    <a:pt x="812" y="1993"/>
                  </a:cubicBezTo>
                  <a:cubicBezTo>
                    <a:pt x="818" y="1996"/>
                    <a:pt x="800" y="2028"/>
                    <a:pt x="768" y="2056"/>
                  </a:cubicBezTo>
                  <a:lnTo>
                    <a:pt x="756" y="2046"/>
                  </a:lnTo>
                  <a:cubicBezTo>
                    <a:pt x="773" y="2015"/>
                    <a:pt x="800" y="1992"/>
                    <a:pt x="809" y="1992"/>
                  </a:cubicBezTo>
                  <a:close/>
                  <a:moveTo>
                    <a:pt x="1755" y="2018"/>
                  </a:moveTo>
                  <a:cubicBezTo>
                    <a:pt x="1761" y="2018"/>
                    <a:pt x="1767" y="2020"/>
                    <a:pt x="1777" y="2049"/>
                  </a:cubicBezTo>
                  <a:cubicBezTo>
                    <a:pt x="1777" y="2049"/>
                    <a:pt x="1793" y="2084"/>
                    <a:pt x="1787" y="2087"/>
                  </a:cubicBezTo>
                  <a:cubicBezTo>
                    <a:pt x="1786" y="2087"/>
                    <a:pt x="1786" y="2087"/>
                    <a:pt x="1786" y="2087"/>
                  </a:cubicBezTo>
                  <a:cubicBezTo>
                    <a:pt x="1776" y="2087"/>
                    <a:pt x="1759" y="2056"/>
                    <a:pt x="1759" y="2056"/>
                  </a:cubicBezTo>
                  <a:cubicBezTo>
                    <a:pt x="1746" y="2021"/>
                    <a:pt x="1752" y="2018"/>
                    <a:pt x="1752" y="2018"/>
                  </a:cubicBezTo>
                  <a:cubicBezTo>
                    <a:pt x="1753" y="2018"/>
                    <a:pt x="1754" y="2018"/>
                    <a:pt x="1755" y="2018"/>
                  </a:cubicBezTo>
                  <a:close/>
                  <a:moveTo>
                    <a:pt x="813" y="2059"/>
                  </a:moveTo>
                  <a:cubicBezTo>
                    <a:pt x="805" y="2059"/>
                    <a:pt x="791" y="2080"/>
                    <a:pt x="781" y="2103"/>
                  </a:cubicBezTo>
                  <a:cubicBezTo>
                    <a:pt x="762" y="2137"/>
                    <a:pt x="771" y="2140"/>
                    <a:pt x="784" y="2147"/>
                  </a:cubicBezTo>
                  <a:cubicBezTo>
                    <a:pt x="784" y="2147"/>
                    <a:pt x="785" y="2147"/>
                    <a:pt x="786" y="2147"/>
                  </a:cubicBezTo>
                  <a:cubicBezTo>
                    <a:pt x="796" y="2147"/>
                    <a:pt x="815" y="2122"/>
                    <a:pt x="815" y="2122"/>
                  </a:cubicBezTo>
                  <a:cubicBezTo>
                    <a:pt x="831" y="2087"/>
                    <a:pt x="825" y="2084"/>
                    <a:pt x="818" y="2081"/>
                  </a:cubicBezTo>
                  <a:cubicBezTo>
                    <a:pt x="820" y="2065"/>
                    <a:pt x="817" y="2059"/>
                    <a:pt x="813" y="2059"/>
                  </a:cubicBezTo>
                  <a:close/>
                  <a:moveTo>
                    <a:pt x="1392" y="2075"/>
                  </a:moveTo>
                  <a:cubicBezTo>
                    <a:pt x="1392" y="2112"/>
                    <a:pt x="1395" y="2150"/>
                    <a:pt x="1386" y="2150"/>
                  </a:cubicBezTo>
                  <a:lnTo>
                    <a:pt x="1379" y="2150"/>
                  </a:lnTo>
                  <a:cubicBezTo>
                    <a:pt x="1379" y="2125"/>
                    <a:pt x="1383" y="2100"/>
                    <a:pt x="1386" y="2075"/>
                  </a:cubicBezTo>
                  <a:close/>
                  <a:moveTo>
                    <a:pt x="1193" y="2001"/>
                  </a:moveTo>
                  <a:lnTo>
                    <a:pt x="1193" y="2001"/>
                  </a:lnTo>
                  <a:cubicBezTo>
                    <a:pt x="1194" y="2001"/>
                    <a:pt x="1191" y="2019"/>
                    <a:pt x="1185" y="2053"/>
                  </a:cubicBezTo>
                  <a:cubicBezTo>
                    <a:pt x="1182" y="2090"/>
                    <a:pt x="1169" y="2128"/>
                    <a:pt x="1154" y="2162"/>
                  </a:cubicBezTo>
                  <a:lnTo>
                    <a:pt x="1138" y="2159"/>
                  </a:lnTo>
                  <a:lnTo>
                    <a:pt x="1166" y="2087"/>
                  </a:lnTo>
                  <a:cubicBezTo>
                    <a:pt x="1184" y="2028"/>
                    <a:pt x="1191" y="2001"/>
                    <a:pt x="1193" y="2001"/>
                  </a:cubicBezTo>
                  <a:close/>
                  <a:moveTo>
                    <a:pt x="1549" y="2181"/>
                  </a:moveTo>
                  <a:lnTo>
                    <a:pt x="1552" y="2219"/>
                  </a:lnTo>
                  <a:cubicBezTo>
                    <a:pt x="1548" y="2219"/>
                    <a:pt x="1545" y="2235"/>
                    <a:pt x="1542" y="2235"/>
                  </a:cubicBezTo>
                  <a:cubicBezTo>
                    <a:pt x="1541" y="2235"/>
                    <a:pt x="1540" y="2231"/>
                    <a:pt x="1539" y="2219"/>
                  </a:cubicBezTo>
                  <a:lnTo>
                    <a:pt x="1536" y="2219"/>
                  </a:lnTo>
                  <a:cubicBezTo>
                    <a:pt x="1536" y="2219"/>
                    <a:pt x="1536" y="2219"/>
                    <a:pt x="1535" y="2219"/>
                  </a:cubicBezTo>
                  <a:cubicBezTo>
                    <a:pt x="1531" y="2219"/>
                    <a:pt x="1540" y="2181"/>
                    <a:pt x="1549" y="2181"/>
                  </a:cubicBezTo>
                  <a:close/>
                  <a:moveTo>
                    <a:pt x="1432" y="6"/>
                  </a:moveTo>
                  <a:lnTo>
                    <a:pt x="1432" y="6"/>
                  </a:lnTo>
                  <a:cubicBezTo>
                    <a:pt x="1428" y="6"/>
                    <a:pt x="1419" y="25"/>
                    <a:pt x="1401" y="63"/>
                  </a:cubicBezTo>
                  <a:cubicBezTo>
                    <a:pt x="1386" y="63"/>
                    <a:pt x="1354" y="97"/>
                    <a:pt x="1332" y="97"/>
                  </a:cubicBezTo>
                  <a:cubicBezTo>
                    <a:pt x="1304" y="94"/>
                    <a:pt x="1289" y="100"/>
                    <a:pt x="1276" y="63"/>
                  </a:cubicBezTo>
                  <a:cubicBezTo>
                    <a:pt x="1275" y="56"/>
                    <a:pt x="1275" y="50"/>
                    <a:pt x="1274" y="45"/>
                  </a:cubicBezTo>
                  <a:lnTo>
                    <a:pt x="1274" y="45"/>
                  </a:lnTo>
                  <a:cubicBezTo>
                    <a:pt x="1278" y="100"/>
                    <a:pt x="1271" y="101"/>
                    <a:pt x="1251" y="103"/>
                  </a:cubicBezTo>
                  <a:cubicBezTo>
                    <a:pt x="1243" y="94"/>
                    <a:pt x="1237" y="90"/>
                    <a:pt x="1232" y="90"/>
                  </a:cubicBezTo>
                  <a:cubicBezTo>
                    <a:pt x="1218" y="90"/>
                    <a:pt x="1213" y="117"/>
                    <a:pt x="1213" y="144"/>
                  </a:cubicBezTo>
                  <a:lnTo>
                    <a:pt x="1226" y="144"/>
                  </a:lnTo>
                  <a:cubicBezTo>
                    <a:pt x="1233" y="188"/>
                    <a:pt x="1234" y="206"/>
                    <a:pt x="1230" y="206"/>
                  </a:cubicBezTo>
                  <a:cubicBezTo>
                    <a:pt x="1227" y="206"/>
                    <a:pt x="1221" y="197"/>
                    <a:pt x="1213" y="182"/>
                  </a:cubicBezTo>
                  <a:cubicBezTo>
                    <a:pt x="1204" y="182"/>
                    <a:pt x="1198" y="147"/>
                    <a:pt x="1191" y="110"/>
                  </a:cubicBezTo>
                  <a:cubicBezTo>
                    <a:pt x="1182" y="73"/>
                    <a:pt x="1168" y="37"/>
                    <a:pt x="1161" y="37"/>
                  </a:cubicBezTo>
                  <a:cubicBezTo>
                    <a:pt x="1161" y="37"/>
                    <a:pt x="1160" y="37"/>
                    <a:pt x="1160" y="38"/>
                  </a:cubicBezTo>
                  <a:cubicBezTo>
                    <a:pt x="1151" y="38"/>
                    <a:pt x="1144" y="41"/>
                    <a:pt x="1160" y="75"/>
                  </a:cubicBezTo>
                  <a:cubicBezTo>
                    <a:pt x="1166" y="113"/>
                    <a:pt x="1166" y="113"/>
                    <a:pt x="1160" y="116"/>
                  </a:cubicBezTo>
                  <a:cubicBezTo>
                    <a:pt x="1154" y="116"/>
                    <a:pt x="1144" y="119"/>
                    <a:pt x="1148" y="157"/>
                  </a:cubicBezTo>
                  <a:cubicBezTo>
                    <a:pt x="1157" y="194"/>
                    <a:pt x="1151" y="194"/>
                    <a:pt x="1141" y="197"/>
                  </a:cubicBezTo>
                  <a:cubicBezTo>
                    <a:pt x="1128" y="168"/>
                    <a:pt x="1115" y="166"/>
                    <a:pt x="1111" y="166"/>
                  </a:cubicBezTo>
                  <a:cubicBezTo>
                    <a:pt x="1110" y="166"/>
                    <a:pt x="1110" y="166"/>
                    <a:pt x="1110" y="166"/>
                  </a:cubicBezTo>
                  <a:lnTo>
                    <a:pt x="1101" y="128"/>
                  </a:lnTo>
                  <a:cubicBezTo>
                    <a:pt x="1094" y="103"/>
                    <a:pt x="1085" y="81"/>
                    <a:pt x="1072" y="59"/>
                  </a:cubicBezTo>
                  <a:lnTo>
                    <a:pt x="1072" y="59"/>
                  </a:lnTo>
                  <a:cubicBezTo>
                    <a:pt x="1063" y="59"/>
                    <a:pt x="1075" y="97"/>
                    <a:pt x="1075" y="97"/>
                  </a:cubicBezTo>
                  <a:cubicBezTo>
                    <a:pt x="1085" y="128"/>
                    <a:pt x="909" y="191"/>
                    <a:pt x="891" y="207"/>
                  </a:cubicBezTo>
                  <a:cubicBezTo>
                    <a:pt x="878" y="196"/>
                    <a:pt x="867" y="191"/>
                    <a:pt x="860" y="191"/>
                  </a:cubicBezTo>
                  <a:cubicBezTo>
                    <a:pt x="849" y="191"/>
                    <a:pt x="847" y="202"/>
                    <a:pt x="862" y="219"/>
                  </a:cubicBezTo>
                  <a:cubicBezTo>
                    <a:pt x="881" y="254"/>
                    <a:pt x="847" y="269"/>
                    <a:pt x="809" y="295"/>
                  </a:cubicBezTo>
                  <a:cubicBezTo>
                    <a:pt x="765" y="323"/>
                    <a:pt x="734" y="345"/>
                    <a:pt x="756" y="373"/>
                  </a:cubicBezTo>
                  <a:lnTo>
                    <a:pt x="737" y="385"/>
                  </a:lnTo>
                  <a:cubicBezTo>
                    <a:pt x="724" y="395"/>
                    <a:pt x="740" y="436"/>
                    <a:pt x="734" y="439"/>
                  </a:cubicBezTo>
                  <a:cubicBezTo>
                    <a:pt x="744" y="457"/>
                    <a:pt x="747" y="466"/>
                    <a:pt x="745" y="466"/>
                  </a:cubicBezTo>
                  <a:cubicBezTo>
                    <a:pt x="743" y="466"/>
                    <a:pt x="737" y="458"/>
                    <a:pt x="728" y="442"/>
                  </a:cubicBezTo>
                  <a:cubicBezTo>
                    <a:pt x="705" y="416"/>
                    <a:pt x="682" y="391"/>
                    <a:pt x="676" y="391"/>
                  </a:cubicBezTo>
                  <a:cubicBezTo>
                    <a:pt x="675" y="391"/>
                    <a:pt x="675" y="391"/>
                    <a:pt x="674" y="392"/>
                  </a:cubicBezTo>
                  <a:cubicBezTo>
                    <a:pt x="662" y="401"/>
                    <a:pt x="687" y="429"/>
                    <a:pt x="712" y="457"/>
                  </a:cubicBezTo>
                  <a:cubicBezTo>
                    <a:pt x="737" y="486"/>
                    <a:pt x="731" y="489"/>
                    <a:pt x="731" y="489"/>
                  </a:cubicBezTo>
                  <a:cubicBezTo>
                    <a:pt x="730" y="491"/>
                    <a:pt x="729" y="492"/>
                    <a:pt x="728" y="492"/>
                  </a:cubicBezTo>
                  <a:cubicBezTo>
                    <a:pt x="725" y="492"/>
                    <a:pt x="720" y="486"/>
                    <a:pt x="703" y="467"/>
                  </a:cubicBezTo>
                  <a:lnTo>
                    <a:pt x="649" y="410"/>
                  </a:lnTo>
                  <a:lnTo>
                    <a:pt x="643" y="417"/>
                  </a:lnTo>
                  <a:cubicBezTo>
                    <a:pt x="671" y="442"/>
                    <a:pt x="665" y="448"/>
                    <a:pt x="665" y="448"/>
                  </a:cubicBezTo>
                  <a:cubicBezTo>
                    <a:pt x="663" y="450"/>
                    <a:pt x="662" y="451"/>
                    <a:pt x="660" y="451"/>
                  </a:cubicBezTo>
                  <a:cubicBezTo>
                    <a:pt x="655" y="451"/>
                    <a:pt x="645" y="440"/>
                    <a:pt x="605" y="398"/>
                  </a:cubicBezTo>
                  <a:cubicBezTo>
                    <a:pt x="582" y="373"/>
                    <a:pt x="567" y="360"/>
                    <a:pt x="563" y="360"/>
                  </a:cubicBezTo>
                  <a:cubicBezTo>
                    <a:pt x="559" y="360"/>
                    <a:pt x="568" y="376"/>
                    <a:pt x="593" y="407"/>
                  </a:cubicBezTo>
                  <a:lnTo>
                    <a:pt x="609" y="445"/>
                  </a:lnTo>
                  <a:cubicBezTo>
                    <a:pt x="593" y="433"/>
                    <a:pt x="585" y="428"/>
                    <a:pt x="581" y="428"/>
                  </a:cubicBezTo>
                  <a:cubicBezTo>
                    <a:pt x="570" y="428"/>
                    <a:pt x="598" y="469"/>
                    <a:pt x="615" y="492"/>
                  </a:cubicBezTo>
                  <a:cubicBezTo>
                    <a:pt x="589" y="471"/>
                    <a:pt x="573" y="461"/>
                    <a:pt x="567" y="461"/>
                  </a:cubicBezTo>
                  <a:cubicBezTo>
                    <a:pt x="561" y="461"/>
                    <a:pt x="571" y="477"/>
                    <a:pt x="599" y="511"/>
                  </a:cubicBezTo>
                  <a:cubicBezTo>
                    <a:pt x="615" y="525"/>
                    <a:pt x="620" y="532"/>
                    <a:pt x="615" y="532"/>
                  </a:cubicBezTo>
                  <a:cubicBezTo>
                    <a:pt x="612" y="532"/>
                    <a:pt x="603" y="528"/>
                    <a:pt x="590" y="520"/>
                  </a:cubicBezTo>
                  <a:cubicBezTo>
                    <a:pt x="572" y="511"/>
                    <a:pt x="562" y="507"/>
                    <a:pt x="555" y="507"/>
                  </a:cubicBezTo>
                  <a:cubicBezTo>
                    <a:pt x="548" y="507"/>
                    <a:pt x="544" y="511"/>
                    <a:pt x="540" y="517"/>
                  </a:cubicBezTo>
                  <a:cubicBezTo>
                    <a:pt x="561" y="548"/>
                    <a:pt x="527" y="586"/>
                    <a:pt x="493" y="633"/>
                  </a:cubicBezTo>
                  <a:cubicBezTo>
                    <a:pt x="449" y="686"/>
                    <a:pt x="430" y="727"/>
                    <a:pt x="461" y="746"/>
                  </a:cubicBezTo>
                  <a:cubicBezTo>
                    <a:pt x="460" y="748"/>
                    <a:pt x="459" y="750"/>
                    <a:pt x="456" y="750"/>
                  </a:cubicBezTo>
                  <a:cubicBezTo>
                    <a:pt x="452" y="750"/>
                    <a:pt x="443" y="747"/>
                    <a:pt x="420" y="740"/>
                  </a:cubicBezTo>
                  <a:cubicBezTo>
                    <a:pt x="410" y="733"/>
                    <a:pt x="402" y="730"/>
                    <a:pt x="399" y="730"/>
                  </a:cubicBezTo>
                  <a:cubicBezTo>
                    <a:pt x="393" y="730"/>
                    <a:pt x="406" y="742"/>
                    <a:pt x="449" y="771"/>
                  </a:cubicBezTo>
                  <a:cubicBezTo>
                    <a:pt x="466" y="784"/>
                    <a:pt x="485" y="796"/>
                    <a:pt x="483" y="796"/>
                  </a:cubicBezTo>
                  <a:cubicBezTo>
                    <a:pt x="481" y="796"/>
                    <a:pt x="470" y="791"/>
                    <a:pt x="442" y="777"/>
                  </a:cubicBezTo>
                  <a:cubicBezTo>
                    <a:pt x="432" y="771"/>
                    <a:pt x="424" y="768"/>
                    <a:pt x="417" y="768"/>
                  </a:cubicBezTo>
                  <a:cubicBezTo>
                    <a:pt x="404" y="768"/>
                    <a:pt x="396" y="779"/>
                    <a:pt x="386" y="796"/>
                  </a:cubicBezTo>
                  <a:cubicBezTo>
                    <a:pt x="377" y="818"/>
                    <a:pt x="367" y="843"/>
                    <a:pt x="402" y="859"/>
                  </a:cubicBezTo>
                  <a:cubicBezTo>
                    <a:pt x="417" y="874"/>
                    <a:pt x="424" y="881"/>
                    <a:pt x="422" y="881"/>
                  </a:cubicBezTo>
                  <a:cubicBezTo>
                    <a:pt x="421" y="881"/>
                    <a:pt x="413" y="875"/>
                    <a:pt x="399" y="865"/>
                  </a:cubicBezTo>
                  <a:cubicBezTo>
                    <a:pt x="376" y="853"/>
                    <a:pt x="356" y="848"/>
                    <a:pt x="340" y="848"/>
                  </a:cubicBezTo>
                  <a:cubicBezTo>
                    <a:pt x="310" y="848"/>
                    <a:pt x="301" y="868"/>
                    <a:pt x="342" y="899"/>
                  </a:cubicBezTo>
                  <a:cubicBezTo>
                    <a:pt x="340" y="903"/>
                    <a:pt x="339" y="907"/>
                    <a:pt x="330" y="907"/>
                  </a:cubicBezTo>
                  <a:cubicBezTo>
                    <a:pt x="324" y="907"/>
                    <a:pt x="314" y="905"/>
                    <a:pt x="298" y="899"/>
                  </a:cubicBezTo>
                  <a:lnTo>
                    <a:pt x="298" y="899"/>
                  </a:lnTo>
                  <a:cubicBezTo>
                    <a:pt x="295" y="909"/>
                    <a:pt x="295" y="915"/>
                    <a:pt x="323" y="946"/>
                  </a:cubicBezTo>
                  <a:cubicBezTo>
                    <a:pt x="323" y="956"/>
                    <a:pt x="314" y="984"/>
                    <a:pt x="311" y="996"/>
                  </a:cubicBezTo>
                  <a:cubicBezTo>
                    <a:pt x="305" y="1012"/>
                    <a:pt x="339" y="1034"/>
                    <a:pt x="339" y="1034"/>
                  </a:cubicBezTo>
                  <a:lnTo>
                    <a:pt x="336" y="1040"/>
                  </a:lnTo>
                  <a:cubicBezTo>
                    <a:pt x="333" y="1040"/>
                    <a:pt x="330" y="1040"/>
                    <a:pt x="327" y="1040"/>
                  </a:cubicBezTo>
                  <a:cubicBezTo>
                    <a:pt x="295" y="1040"/>
                    <a:pt x="291" y="1073"/>
                    <a:pt x="283" y="1122"/>
                  </a:cubicBezTo>
                  <a:cubicBezTo>
                    <a:pt x="273" y="1172"/>
                    <a:pt x="276" y="1216"/>
                    <a:pt x="236" y="1225"/>
                  </a:cubicBezTo>
                  <a:cubicBezTo>
                    <a:pt x="236" y="1225"/>
                    <a:pt x="236" y="1232"/>
                    <a:pt x="273" y="1238"/>
                  </a:cubicBezTo>
                  <a:cubicBezTo>
                    <a:pt x="348" y="1244"/>
                    <a:pt x="348" y="1250"/>
                    <a:pt x="311" y="1260"/>
                  </a:cubicBezTo>
                  <a:cubicBezTo>
                    <a:pt x="236" y="1269"/>
                    <a:pt x="236" y="1304"/>
                    <a:pt x="311" y="1304"/>
                  </a:cubicBezTo>
                  <a:lnTo>
                    <a:pt x="273" y="1307"/>
                  </a:lnTo>
                  <a:cubicBezTo>
                    <a:pt x="206" y="1321"/>
                    <a:pt x="236" y="1338"/>
                    <a:pt x="301" y="1338"/>
                  </a:cubicBezTo>
                  <a:cubicBezTo>
                    <a:pt x="306" y="1338"/>
                    <a:pt x="311" y="1338"/>
                    <a:pt x="317" y="1338"/>
                  </a:cubicBezTo>
                  <a:lnTo>
                    <a:pt x="317" y="1338"/>
                  </a:lnTo>
                  <a:cubicBezTo>
                    <a:pt x="279" y="1351"/>
                    <a:pt x="245" y="1363"/>
                    <a:pt x="283" y="1366"/>
                  </a:cubicBezTo>
                  <a:cubicBezTo>
                    <a:pt x="283" y="1373"/>
                    <a:pt x="283" y="1373"/>
                    <a:pt x="211" y="1385"/>
                  </a:cubicBezTo>
                  <a:cubicBezTo>
                    <a:pt x="173" y="1391"/>
                    <a:pt x="135" y="1401"/>
                    <a:pt x="135" y="1407"/>
                  </a:cubicBezTo>
                  <a:cubicBezTo>
                    <a:pt x="136" y="1410"/>
                    <a:pt x="141" y="1412"/>
                    <a:pt x="149" y="1412"/>
                  </a:cubicBezTo>
                  <a:cubicBezTo>
                    <a:pt x="163" y="1412"/>
                    <a:pt x="186" y="1407"/>
                    <a:pt x="211" y="1401"/>
                  </a:cubicBezTo>
                  <a:cubicBezTo>
                    <a:pt x="211" y="1401"/>
                    <a:pt x="214" y="1410"/>
                    <a:pt x="214" y="1416"/>
                  </a:cubicBezTo>
                  <a:cubicBezTo>
                    <a:pt x="214" y="1416"/>
                    <a:pt x="214" y="1421"/>
                    <a:pt x="225" y="1421"/>
                  </a:cubicBezTo>
                  <a:cubicBezTo>
                    <a:pt x="230" y="1421"/>
                    <a:pt x="239" y="1420"/>
                    <a:pt x="251" y="1416"/>
                  </a:cubicBezTo>
                  <a:cubicBezTo>
                    <a:pt x="262" y="1415"/>
                    <a:pt x="270" y="1414"/>
                    <a:pt x="276" y="1414"/>
                  </a:cubicBezTo>
                  <a:cubicBezTo>
                    <a:pt x="289" y="1414"/>
                    <a:pt x="289" y="1418"/>
                    <a:pt x="289" y="1423"/>
                  </a:cubicBezTo>
                  <a:cubicBezTo>
                    <a:pt x="274" y="1427"/>
                    <a:pt x="272" y="1429"/>
                    <a:pt x="279" y="1429"/>
                  </a:cubicBezTo>
                  <a:cubicBezTo>
                    <a:pt x="287" y="1429"/>
                    <a:pt x="307" y="1425"/>
                    <a:pt x="326" y="1416"/>
                  </a:cubicBezTo>
                  <a:cubicBezTo>
                    <a:pt x="356" y="1409"/>
                    <a:pt x="385" y="1402"/>
                    <a:pt x="396" y="1402"/>
                  </a:cubicBezTo>
                  <a:cubicBezTo>
                    <a:pt x="400" y="1402"/>
                    <a:pt x="402" y="1402"/>
                    <a:pt x="402" y="1404"/>
                  </a:cubicBezTo>
                  <a:lnTo>
                    <a:pt x="474" y="1385"/>
                  </a:lnTo>
                  <a:cubicBezTo>
                    <a:pt x="524" y="1376"/>
                    <a:pt x="574" y="1360"/>
                    <a:pt x="621" y="1338"/>
                  </a:cubicBezTo>
                  <a:cubicBezTo>
                    <a:pt x="647" y="1317"/>
                    <a:pt x="675" y="1302"/>
                    <a:pt x="654" y="1302"/>
                  </a:cubicBezTo>
                  <a:cubicBezTo>
                    <a:pt x="647" y="1302"/>
                    <a:pt x="636" y="1304"/>
                    <a:pt x="618" y="1307"/>
                  </a:cubicBezTo>
                  <a:cubicBezTo>
                    <a:pt x="618" y="1307"/>
                    <a:pt x="609" y="1308"/>
                    <a:pt x="599" y="1308"/>
                  </a:cubicBezTo>
                  <a:cubicBezTo>
                    <a:pt x="590" y="1308"/>
                    <a:pt x="580" y="1307"/>
                    <a:pt x="580" y="1304"/>
                  </a:cubicBezTo>
                  <a:cubicBezTo>
                    <a:pt x="577" y="1297"/>
                    <a:pt x="615" y="1288"/>
                    <a:pt x="615" y="1288"/>
                  </a:cubicBezTo>
                  <a:cubicBezTo>
                    <a:pt x="656" y="1285"/>
                    <a:pt x="646" y="1269"/>
                    <a:pt x="652" y="1247"/>
                  </a:cubicBezTo>
                  <a:cubicBezTo>
                    <a:pt x="652" y="1219"/>
                    <a:pt x="652" y="1206"/>
                    <a:pt x="690" y="1203"/>
                  </a:cubicBezTo>
                  <a:cubicBezTo>
                    <a:pt x="728" y="1200"/>
                    <a:pt x="728" y="1197"/>
                    <a:pt x="728" y="1197"/>
                  </a:cubicBezTo>
                  <a:cubicBezTo>
                    <a:pt x="690" y="1197"/>
                    <a:pt x="696" y="1172"/>
                    <a:pt x="703" y="1144"/>
                  </a:cubicBezTo>
                  <a:cubicBezTo>
                    <a:pt x="703" y="1116"/>
                    <a:pt x="718" y="1087"/>
                    <a:pt x="681" y="1078"/>
                  </a:cubicBezTo>
                  <a:cubicBezTo>
                    <a:pt x="681" y="1072"/>
                    <a:pt x="684" y="1069"/>
                    <a:pt x="684" y="1069"/>
                  </a:cubicBezTo>
                  <a:cubicBezTo>
                    <a:pt x="694" y="1071"/>
                    <a:pt x="702" y="1073"/>
                    <a:pt x="707" y="1073"/>
                  </a:cubicBezTo>
                  <a:cubicBezTo>
                    <a:pt x="720" y="1073"/>
                    <a:pt x="722" y="1067"/>
                    <a:pt x="724" y="1062"/>
                  </a:cubicBezTo>
                  <a:cubicBezTo>
                    <a:pt x="690" y="1043"/>
                    <a:pt x="693" y="1034"/>
                    <a:pt x="693" y="1034"/>
                  </a:cubicBezTo>
                  <a:lnTo>
                    <a:pt x="693" y="1034"/>
                  </a:lnTo>
                  <a:cubicBezTo>
                    <a:pt x="709" y="1039"/>
                    <a:pt x="718" y="1041"/>
                    <a:pt x="724" y="1041"/>
                  </a:cubicBezTo>
                  <a:cubicBezTo>
                    <a:pt x="732" y="1041"/>
                    <a:pt x="733" y="1038"/>
                    <a:pt x="737" y="1034"/>
                  </a:cubicBezTo>
                  <a:cubicBezTo>
                    <a:pt x="740" y="1025"/>
                    <a:pt x="743" y="1022"/>
                    <a:pt x="706" y="1006"/>
                  </a:cubicBezTo>
                  <a:cubicBezTo>
                    <a:pt x="717" y="986"/>
                    <a:pt x="736" y="974"/>
                    <a:pt x="755" y="974"/>
                  </a:cubicBezTo>
                  <a:cubicBezTo>
                    <a:pt x="758" y="974"/>
                    <a:pt x="760" y="974"/>
                    <a:pt x="762" y="975"/>
                  </a:cubicBezTo>
                  <a:cubicBezTo>
                    <a:pt x="770" y="977"/>
                    <a:pt x="775" y="978"/>
                    <a:pt x="777" y="978"/>
                  </a:cubicBezTo>
                  <a:cubicBezTo>
                    <a:pt x="787" y="978"/>
                    <a:pt x="762" y="961"/>
                    <a:pt x="737" y="946"/>
                  </a:cubicBezTo>
                  <a:cubicBezTo>
                    <a:pt x="703" y="928"/>
                    <a:pt x="671" y="909"/>
                    <a:pt x="674" y="902"/>
                  </a:cubicBezTo>
                  <a:lnTo>
                    <a:pt x="674" y="902"/>
                  </a:lnTo>
                  <a:lnTo>
                    <a:pt x="743" y="937"/>
                  </a:lnTo>
                  <a:cubicBezTo>
                    <a:pt x="762" y="950"/>
                    <a:pt x="770" y="955"/>
                    <a:pt x="773" y="955"/>
                  </a:cubicBezTo>
                  <a:cubicBezTo>
                    <a:pt x="776" y="955"/>
                    <a:pt x="776" y="953"/>
                    <a:pt x="778" y="949"/>
                  </a:cubicBezTo>
                  <a:lnTo>
                    <a:pt x="784" y="943"/>
                  </a:lnTo>
                  <a:cubicBezTo>
                    <a:pt x="753" y="924"/>
                    <a:pt x="762" y="902"/>
                    <a:pt x="784" y="874"/>
                  </a:cubicBezTo>
                  <a:cubicBezTo>
                    <a:pt x="812" y="837"/>
                    <a:pt x="822" y="824"/>
                    <a:pt x="790" y="802"/>
                  </a:cubicBezTo>
                  <a:cubicBezTo>
                    <a:pt x="772" y="788"/>
                    <a:pt x="767" y="780"/>
                    <a:pt x="776" y="780"/>
                  </a:cubicBezTo>
                  <a:cubicBezTo>
                    <a:pt x="781" y="780"/>
                    <a:pt x="790" y="782"/>
                    <a:pt x="803" y="787"/>
                  </a:cubicBezTo>
                  <a:cubicBezTo>
                    <a:pt x="869" y="814"/>
                    <a:pt x="895" y="826"/>
                    <a:pt x="901" y="826"/>
                  </a:cubicBezTo>
                  <a:cubicBezTo>
                    <a:pt x="904" y="826"/>
                    <a:pt x="898" y="820"/>
                    <a:pt x="887" y="808"/>
                  </a:cubicBezTo>
                  <a:cubicBezTo>
                    <a:pt x="887" y="809"/>
                    <a:pt x="887" y="809"/>
                    <a:pt x="887" y="809"/>
                  </a:cubicBezTo>
                  <a:cubicBezTo>
                    <a:pt x="881" y="809"/>
                    <a:pt x="854" y="785"/>
                    <a:pt x="828" y="761"/>
                  </a:cubicBezTo>
                  <a:cubicBezTo>
                    <a:pt x="796" y="736"/>
                    <a:pt x="783" y="723"/>
                    <a:pt x="787" y="723"/>
                  </a:cubicBezTo>
                  <a:cubicBezTo>
                    <a:pt x="790" y="723"/>
                    <a:pt x="806" y="733"/>
                    <a:pt x="834" y="755"/>
                  </a:cubicBezTo>
                  <a:cubicBezTo>
                    <a:pt x="847" y="765"/>
                    <a:pt x="857" y="770"/>
                    <a:pt x="866" y="770"/>
                  </a:cubicBezTo>
                  <a:cubicBezTo>
                    <a:pt x="898" y="770"/>
                    <a:pt x="906" y="714"/>
                    <a:pt x="872" y="667"/>
                  </a:cubicBezTo>
                  <a:lnTo>
                    <a:pt x="872" y="667"/>
                  </a:lnTo>
                  <a:lnTo>
                    <a:pt x="897" y="696"/>
                  </a:lnTo>
                  <a:cubicBezTo>
                    <a:pt x="913" y="711"/>
                    <a:pt x="921" y="717"/>
                    <a:pt x="927" y="717"/>
                  </a:cubicBezTo>
                  <a:cubicBezTo>
                    <a:pt x="932" y="717"/>
                    <a:pt x="937" y="714"/>
                    <a:pt x="944" y="708"/>
                  </a:cubicBezTo>
                  <a:lnTo>
                    <a:pt x="956" y="696"/>
                  </a:lnTo>
                  <a:cubicBezTo>
                    <a:pt x="930" y="666"/>
                    <a:pt x="931" y="655"/>
                    <a:pt x="941" y="655"/>
                  </a:cubicBezTo>
                  <a:cubicBezTo>
                    <a:pt x="951" y="655"/>
                    <a:pt x="968" y="665"/>
                    <a:pt x="978" y="680"/>
                  </a:cubicBezTo>
                  <a:cubicBezTo>
                    <a:pt x="999" y="698"/>
                    <a:pt x="1005" y="703"/>
                    <a:pt x="1010" y="703"/>
                  </a:cubicBezTo>
                  <a:cubicBezTo>
                    <a:pt x="1012" y="703"/>
                    <a:pt x="1013" y="703"/>
                    <a:pt x="1016" y="702"/>
                  </a:cubicBezTo>
                  <a:cubicBezTo>
                    <a:pt x="998" y="666"/>
                    <a:pt x="1002" y="653"/>
                    <a:pt x="1013" y="653"/>
                  </a:cubicBezTo>
                  <a:cubicBezTo>
                    <a:pt x="1022" y="653"/>
                    <a:pt x="1038" y="665"/>
                    <a:pt x="1047" y="680"/>
                  </a:cubicBezTo>
                  <a:lnTo>
                    <a:pt x="1057" y="674"/>
                  </a:lnTo>
                  <a:cubicBezTo>
                    <a:pt x="1038" y="639"/>
                    <a:pt x="1047" y="633"/>
                    <a:pt x="1050" y="633"/>
                  </a:cubicBezTo>
                  <a:cubicBezTo>
                    <a:pt x="1066" y="627"/>
                    <a:pt x="1069" y="624"/>
                    <a:pt x="1044" y="595"/>
                  </a:cubicBezTo>
                  <a:cubicBezTo>
                    <a:pt x="1025" y="561"/>
                    <a:pt x="1006" y="530"/>
                    <a:pt x="1010" y="526"/>
                  </a:cubicBezTo>
                  <a:lnTo>
                    <a:pt x="1010" y="526"/>
                  </a:lnTo>
                  <a:lnTo>
                    <a:pt x="1032" y="558"/>
                  </a:lnTo>
                  <a:cubicBezTo>
                    <a:pt x="1042" y="578"/>
                    <a:pt x="1051" y="584"/>
                    <a:pt x="1060" y="584"/>
                  </a:cubicBezTo>
                  <a:cubicBezTo>
                    <a:pt x="1067" y="584"/>
                    <a:pt x="1074" y="581"/>
                    <a:pt x="1082" y="577"/>
                  </a:cubicBezTo>
                  <a:cubicBezTo>
                    <a:pt x="1091" y="571"/>
                    <a:pt x="1098" y="568"/>
                    <a:pt x="1105" y="568"/>
                  </a:cubicBezTo>
                  <a:cubicBezTo>
                    <a:pt x="1114" y="568"/>
                    <a:pt x="1122" y="574"/>
                    <a:pt x="1135" y="592"/>
                  </a:cubicBezTo>
                  <a:lnTo>
                    <a:pt x="1122" y="558"/>
                  </a:lnTo>
                  <a:cubicBezTo>
                    <a:pt x="1118" y="539"/>
                    <a:pt x="1116" y="529"/>
                    <a:pt x="1118" y="529"/>
                  </a:cubicBezTo>
                  <a:lnTo>
                    <a:pt x="1118" y="529"/>
                  </a:lnTo>
                  <a:cubicBezTo>
                    <a:pt x="1120" y="529"/>
                    <a:pt x="1124" y="538"/>
                    <a:pt x="1132" y="555"/>
                  </a:cubicBezTo>
                  <a:cubicBezTo>
                    <a:pt x="1142" y="569"/>
                    <a:pt x="1150" y="576"/>
                    <a:pt x="1156" y="576"/>
                  </a:cubicBezTo>
                  <a:cubicBezTo>
                    <a:pt x="1163" y="576"/>
                    <a:pt x="1167" y="565"/>
                    <a:pt x="1163" y="542"/>
                  </a:cubicBezTo>
                  <a:lnTo>
                    <a:pt x="1173" y="539"/>
                  </a:lnTo>
                  <a:cubicBezTo>
                    <a:pt x="1188" y="572"/>
                    <a:pt x="1198" y="589"/>
                    <a:pt x="1203" y="589"/>
                  </a:cubicBezTo>
                  <a:cubicBezTo>
                    <a:pt x="1208" y="589"/>
                    <a:pt x="1206" y="570"/>
                    <a:pt x="1195" y="533"/>
                  </a:cubicBezTo>
                  <a:lnTo>
                    <a:pt x="1195" y="533"/>
                  </a:lnTo>
                  <a:cubicBezTo>
                    <a:pt x="1207" y="567"/>
                    <a:pt x="1213" y="567"/>
                    <a:pt x="1216" y="567"/>
                  </a:cubicBezTo>
                  <a:cubicBezTo>
                    <a:pt x="1215" y="547"/>
                    <a:pt x="1219" y="536"/>
                    <a:pt x="1226" y="536"/>
                  </a:cubicBezTo>
                  <a:cubicBezTo>
                    <a:pt x="1231" y="536"/>
                    <a:pt x="1237" y="544"/>
                    <a:pt x="1242" y="561"/>
                  </a:cubicBezTo>
                  <a:lnTo>
                    <a:pt x="1245" y="561"/>
                  </a:lnTo>
                  <a:cubicBezTo>
                    <a:pt x="1242" y="523"/>
                    <a:pt x="1245" y="520"/>
                    <a:pt x="1251" y="520"/>
                  </a:cubicBezTo>
                  <a:cubicBezTo>
                    <a:pt x="1254" y="520"/>
                    <a:pt x="1257" y="517"/>
                    <a:pt x="1254" y="479"/>
                  </a:cubicBezTo>
                  <a:cubicBezTo>
                    <a:pt x="1251" y="442"/>
                    <a:pt x="1257" y="442"/>
                    <a:pt x="1257" y="442"/>
                  </a:cubicBezTo>
                  <a:cubicBezTo>
                    <a:pt x="1263" y="467"/>
                    <a:pt x="1267" y="492"/>
                    <a:pt x="1267" y="517"/>
                  </a:cubicBezTo>
                  <a:cubicBezTo>
                    <a:pt x="1267" y="533"/>
                    <a:pt x="1269" y="542"/>
                    <a:pt x="1271" y="542"/>
                  </a:cubicBezTo>
                  <a:cubicBezTo>
                    <a:pt x="1275" y="542"/>
                    <a:pt x="1279" y="523"/>
                    <a:pt x="1279" y="479"/>
                  </a:cubicBezTo>
                  <a:cubicBezTo>
                    <a:pt x="1279" y="442"/>
                    <a:pt x="1279" y="423"/>
                    <a:pt x="1280" y="423"/>
                  </a:cubicBezTo>
                  <a:cubicBezTo>
                    <a:pt x="1280" y="423"/>
                    <a:pt x="1281" y="442"/>
                    <a:pt x="1282" y="479"/>
                  </a:cubicBezTo>
                  <a:cubicBezTo>
                    <a:pt x="1284" y="506"/>
                    <a:pt x="1287" y="533"/>
                    <a:pt x="1288" y="533"/>
                  </a:cubicBezTo>
                  <a:cubicBezTo>
                    <a:pt x="1288" y="533"/>
                    <a:pt x="1289" y="528"/>
                    <a:pt x="1289" y="517"/>
                  </a:cubicBezTo>
                  <a:cubicBezTo>
                    <a:pt x="1289" y="517"/>
                    <a:pt x="1298" y="514"/>
                    <a:pt x="1292" y="479"/>
                  </a:cubicBezTo>
                  <a:lnTo>
                    <a:pt x="1307" y="476"/>
                  </a:lnTo>
                  <a:cubicBezTo>
                    <a:pt x="1320" y="514"/>
                    <a:pt x="1323" y="514"/>
                    <a:pt x="1326" y="514"/>
                  </a:cubicBezTo>
                  <a:cubicBezTo>
                    <a:pt x="1328" y="493"/>
                    <a:pt x="1329" y="483"/>
                    <a:pt x="1330" y="483"/>
                  </a:cubicBezTo>
                  <a:cubicBezTo>
                    <a:pt x="1331" y="483"/>
                    <a:pt x="1332" y="492"/>
                    <a:pt x="1336" y="511"/>
                  </a:cubicBezTo>
                  <a:cubicBezTo>
                    <a:pt x="1337" y="526"/>
                    <a:pt x="1338" y="535"/>
                    <a:pt x="1339" y="535"/>
                  </a:cubicBezTo>
                  <a:cubicBezTo>
                    <a:pt x="1340" y="535"/>
                    <a:pt x="1341" y="517"/>
                    <a:pt x="1339" y="473"/>
                  </a:cubicBezTo>
                  <a:cubicBezTo>
                    <a:pt x="1339" y="455"/>
                    <a:pt x="1340" y="445"/>
                    <a:pt x="1342" y="445"/>
                  </a:cubicBezTo>
                  <a:cubicBezTo>
                    <a:pt x="1345" y="445"/>
                    <a:pt x="1348" y="455"/>
                    <a:pt x="1351" y="476"/>
                  </a:cubicBezTo>
                  <a:cubicBezTo>
                    <a:pt x="1353" y="520"/>
                    <a:pt x="1355" y="539"/>
                    <a:pt x="1356" y="539"/>
                  </a:cubicBezTo>
                  <a:cubicBezTo>
                    <a:pt x="1357" y="539"/>
                    <a:pt x="1357" y="529"/>
                    <a:pt x="1357" y="514"/>
                  </a:cubicBezTo>
                  <a:cubicBezTo>
                    <a:pt x="1361" y="476"/>
                    <a:pt x="1364" y="476"/>
                    <a:pt x="1364" y="476"/>
                  </a:cubicBezTo>
                  <a:cubicBezTo>
                    <a:pt x="1364" y="517"/>
                    <a:pt x="1401" y="511"/>
                    <a:pt x="1436" y="523"/>
                  </a:cubicBezTo>
                  <a:cubicBezTo>
                    <a:pt x="1445" y="501"/>
                    <a:pt x="1451" y="476"/>
                    <a:pt x="1455" y="451"/>
                  </a:cubicBezTo>
                  <a:cubicBezTo>
                    <a:pt x="1459" y="419"/>
                    <a:pt x="1460" y="408"/>
                    <a:pt x="1461" y="408"/>
                  </a:cubicBezTo>
                  <a:lnTo>
                    <a:pt x="1461" y="408"/>
                  </a:lnTo>
                  <a:cubicBezTo>
                    <a:pt x="1461" y="408"/>
                    <a:pt x="1460" y="429"/>
                    <a:pt x="1458" y="451"/>
                  </a:cubicBezTo>
                  <a:cubicBezTo>
                    <a:pt x="1451" y="508"/>
                    <a:pt x="1450" y="536"/>
                    <a:pt x="1452" y="536"/>
                  </a:cubicBezTo>
                  <a:cubicBezTo>
                    <a:pt x="1454" y="536"/>
                    <a:pt x="1459" y="508"/>
                    <a:pt x="1467" y="451"/>
                  </a:cubicBezTo>
                  <a:cubicBezTo>
                    <a:pt x="1472" y="414"/>
                    <a:pt x="1474" y="395"/>
                    <a:pt x="1475" y="395"/>
                  </a:cubicBezTo>
                  <a:lnTo>
                    <a:pt x="1475" y="395"/>
                  </a:lnTo>
                  <a:cubicBezTo>
                    <a:pt x="1475" y="395"/>
                    <a:pt x="1473" y="415"/>
                    <a:pt x="1470" y="454"/>
                  </a:cubicBezTo>
                  <a:cubicBezTo>
                    <a:pt x="1470" y="473"/>
                    <a:pt x="1470" y="483"/>
                    <a:pt x="1470" y="483"/>
                  </a:cubicBezTo>
                  <a:cubicBezTo>
                    <a:pt x="1471" y="483"/>
                    <a:pt x="1473" y="473"/>
                    <a:pt x="1480" y="454"/>
                  </a:cubicBezTo>
                  <a:cubicBezTo>
                    <a:pt x="1484" y="436"/>
                    <a:pt x="1487" y="428"/>
                    <a:pt x="1489" y="428"/>
                  </a:cubicBezTo>
                  <a:lnTo>
                    <a:pt x="1489" y="428"/>
                  </a:lnTo>
                  <a:cubicBezTo>
                    <a:pt x="1490" y="428"/>
                    <a:pt x="1489" y="438"/>
                    <a:pt x="1486" y="457"/>
                  </a:cubicBezTo>
                  <a:cubicBezTo>
                    <a:pt x="1484" y="484"/>
                    <a:pt x="1480" y="509"/>
                    <a:pt x="1481" y="509"/>
                  </a:cubicBezTo>
                  <a:cubicBezTo>
                    <a:pt x="1482" y="509"/>
                    <a:pt x="1483" y="505"/>
                    <a:pt x="1486" y="495"/>
                  </a:cubicBezTo>
                  <a:lnTo>
                    <a:pt x="1486" y="495"/>
                  </a:lnTo>
                  <a:cubicBezTo>
                    <a:pt x="1486" y="495"/>
                    <a:pt x="1489" y="495"/>
                    <a:pt x="1483" y="536"/>
                  </a:cubicBezTo>
                  <a:cubicBezTo>
                    <a:pt x="1481" y="547"/>
                    <a:pt x="1481" y="552"/>
                    <a:pt x="1482" y="552"/>
                  </a:cubicBezTo>
                  <a:cubicBezTo>
                    <a:pt x="1485" y="552"/>
                    <a:pt x="1494" y="527"/>
                    <a:pt x="1505" y="501"/>
                  </a:cubicBezTo>
                  <a:cubicBezTo>
                    <a:pt x="1520" y="469"/>
                    <a:pt x="1529" y="453"/>
                    <a:pt x="1532" y="453"/>
                  </a:cubicBezTo>
                  <a:lnTo>
                    <a:pt x="1532" y="453"/>
                  </a:lnTo>
                  <a:cubicBezTo>
                    <a:pt x="1535" y="453"/>
                    <a:pt x="1530" y="471"/>
                    <a:pt x="1517" y="508"/>
                  </a:cubicBezTo>
                  <a:cubicBezTo>
                    <a:pt x="1506" y="536"/>
                    <a:pt x="1504" y="549"/>
                    <a:pt x="1507" y="549"/>
                  </a:cubicBezTo>
                  <a:cubicBezTo>
                    <a:pt x="1512" y="549"/>
                    <a:pt x="1530" y="521"/>
                    <a:pt x="1549" y="479"/>
                  </a:cubicBezTo>
                  <a:cubicBezTo>
                    <a:pt x="1565" y="439"/>
                    <a:pt x="1572" y="422"/>
                    <a:pt x="1572" y="422"/>
                  </a:cubicBezTo>
                  <a:lnTo>
                    <a:pt x="1572" y="422"/>
                  </a:lnTo>
                  <a:cubicBezTo>
                    <a:pt x="1573" y="422"/>
                    <a:pt x="1570" y="431"/>
                    <a:pt x="1564" y="445"/>
                  </a:cubicBezTo>
                  <a:cubicBezTo>
                    <a:pt x="1552" y="479"/>
                    <a:pt x="1555" y="483"/>
                    <a:pt x="1555" y="483"/>
                  </a:cubicBezTo>
                  <a:cubicBezTo>
                    <a:pt x="1561" y="483"/>
                    <a:pt x="1564" y="486"/>
                    <a:pt x="1552" y="520"/>
                  </a:cubicBezTo>
                  <a:cubicBezTo>
                    <a:pt x="1552" y="520"/>
                    <a:pt x="1555" y="520"/>
                    <a:pt x="1577" y="492"/>
                  </a:cubicBezTo>
                  <a:cubicBezTo>
                    <a:pt x="1590" y="469"/>
                    <a:pt x="1598" y="460"/>
                    <a:pt x="1603" y="460"/>
                  </a:cubicBezTo>
                  <a:cubicBezTo>
                    <a:pt x="1611" y="460"/>
                    <a:pt x="1604" y="494"/>
                    <a:pt x="1583" y="539"/>
                  </a:cubicBezTo>
                  <a:lnTo>
                    <a:pt x="1608" y="511"/>
                  </a:lnTo>
                  <a:cubicBezTo>
                    <a:pt x="1631" y="470"/>
                    <a:pt x="1648" y="443"/>
                    <a:pt x="1650" y="443"/>
                  </a:cubicBezTo>
                  <a:lnTo>
                    <a:pt x="1650" y="443"/>
                  </a:lnTo>
                  <a:cubicBezTo>
                    <a:pt x="1651" y="443"/>
                    <a:pt x="1647" y="454"/>
                    <a:pt x="1633" y="479"/>
                  </a:cubicBezTo>
                  <a:cubicBezTo>
                    <a:pt x="1628" y="489"/>
                    <a:pt x="1623" y="499"/>
                    <a:pt x="1618" y="508"/>
                  </a:cubicBezTo>
                  <a:lnTo>
                    <a:pt x="1618" y="508"/>
                  </a:lnTo>
                  <a:cubicBezTo>
                    <a:pt x="1630" y="489"/>
                    <a:pt x="1638" y="481"/>
                    <a:pt x="1642" y="481"/>
                  </a:cubicBezTo>
                  <a:cubicBezTo>
                    <a:pt x="1651" y="481"/>
                    <a:pt x="1642" y="515"/>
                    <a:pt x="1618" y="558"/>
                  </a:cubicBezTo>
                  <a:cubicBezTo>
                    <a:pt x="1599" y="589"/>
                    <a:pt x="1599" y="589"/>
                    <a:pt x="1602" y="592"/>
                  </a:cubicBezTo>
                  <a:lnTo>
                    <a:pt x="1621" y="561"/>
                  </a:lnTo>
                  <a:cubicBezTo>
                    <a:pt x="1639" y="528"/>
                    <a:pt x="1657" y="498"/>
                    <a:pt x="1661" y="498"/>
                  </a:cubicBezTo>
                  <a:cubicBezTo>
                    <a:pt x="1661" y="498"/>
                    <a:pt x="1661" y="498"/>
                    <a:pt x="1661" y="498"/>
                  </a:cubicBezTo>
                  <a:cubicBezTo>
                    <a:pt x="1668" y="501"/>
                    <a:pt x="1671" y="504"/>
                    <a:pt x="1649" y="536"/>
                  </a:cubicBezTo>
                  <a:cubicBezTo>
                    <a:pt x="1638" y="561"/>
                    <a:pt x="1626" y="586"/>
                    <a:pt x="1628" y="586"/>
                  </a:cubicBezTo>
                  <a:cubicBezTo>
                    <a:pt x="1629" y="586"/>
                    <a:pt x="1631" y="582"/>
                    <a:pt x="1636" y="573"/>
                  </a:cubicBezTo>
                  <a:lnTo>
                    <a:pt x="1636" y="573"/>
                  </a:lnTo>
                  <a:cubicBezTo>
                    <a:pt x="1636" y="573"/>
                    <a:pt x="1640" y="577"/>
                    <a:pt x="1624" y="611"/>
                  </a:cubicBezTo>
                  <a:lnTo>
                    <a:pt x="1636" y="620"/>
                  </a:lnTo>
                  <a:cubicBezTo>
                    <a:pt x="1648" y="608"/>
                    <a:pt x="1655" y="602"/>
                    <a:pt x="1658" y="602"/>
                  </a:cubicBezTo>
                  <a:cubicBezTo>
                    <a:pt x="1661" y="602"/>
                    <a:pt x="1658" y="611"/>
                    <a:pt x="1646" y="627"/>
                  </a:cubicBezTo>
                  <a:cubicBezTo>
                    <a:pt x="1646" y="627"/>
                    <a:pt x="1646" y="627"/>
                    <a:pt x="1648" y="627"/>
                  </a:cubicBezTo>
                  <a:cubicBezTo>
                    <a:pt x="1652" y="627"/>
                    <a:pt x="1661" y="624"/>
                    <a:pt x="1680" y="605"/>
                  </a:cubicBezTo>
                  <a:lnTo>
                    <a:pt x="1680" y="605"/>
                  </a:lnTo>
                  <a:cubicBezTo>
                    <a:pt x="1687" y="611"/>
                    <a:pt x="1690" y="617"/>
                    <a:pt x="1665" y="645"/>
                  </a:cubicBezTo>
                  <a:cubicBezTo>
                    <a:pt x="1652" y="660"/>
                    <a:pt x="1645" y="667"/>
                    <a:pt x="1646" y="667"/>
                  </a:cubicBezTo>
                  <a:cubicBezTo>
                    <a:pt x="1647" y="667"/>
                    <a:pt x="1654" y="661"/>
                    <a:pt x="1668" y="649"/>
                  </a:cubicBezTo>
                  <a:cubicBezTo>
                    <a:pt x="1685" y="629"/>
                    <a:pt x="1692" y="625"/>
                    <a:pt x="1695" y="625"/>
                  </a:cubicBezTo>
                  <a:cubicBezTo>
                    <a:pt x="1697" y="625"/>
                    <a:pt x="1698" y="626"/>
                    <a:pt x="1699" y="627"/>
                  </a:cubicBezTo>
                  <a:lnTo>
                    <a:pt x="1705" y="633"/>
                  </a:lnTo>
                  <a:cubicBezTo>
                    <a:pt x="1724" y="612"/>
                    <a:pt x="1729" y="607"/>
                    <a:pt x="1731" y="607"/>
                  </a:cubicBezTo>
                  <a:cubicBezTo>
                    <a:pt x="1732" y="607"/>
                    <a:pt x="1733" y="607"/>
                    <a:pt x="1734" y="608"/>
                  </a:cubicBezTo>
                  <a:cubicBezTo>
                    <a:pt x="1737" y="611"/>
                    <a:pt x="1721" y="649"/>
                    <a:pt x="1724" y="652"/>
                  </a:cubicBezTo>
                  <a:cubicBezTo>
                    <a:pt x="1728" y="655"/>
                    <a:pt x="1730" y="657"/>
                    <a:pt x="1732" y="657"/>
                  </a:cubicBezTo>
                  <a:cubicBezTo>
                    <a:pt x="1737" y="657"/>
                    <a:pt x="1743" y="651"/>
                    <a:pt x="1759" y="633"/>
                  </a:cubicBezTo>
                  <a:cubicBezTo>
                    <a:pt x="1757" y="631"/>
                    <a:pt x="1766" y="619"/>
                    <a:pt x="1768" y="619"/>
                  </a:cubicBezTo>
                  <a:lnTo>
                    <a:pt x="1768" y="619"/>
                  </a:lnTo>
                  <a:cubicBezTo>
                    <a:pt x="1770" y="619"/>
                    <a:pt x="1769" y="623"/>
                    <a:pt x="1762" y="636"/>
                  </a:cubicBezTo>
                  <a:cubicBezTo>
                    <a:pt x="1765" y="639"/>
                    <a:pt x="1746" y="677"/>
                    <a:pt x="1755" y="689"/>
                  </a:cubicBezTo>
                  <a:cubicBezTo>
                    <a:pt x="1760" y="696"/>
                    <a:pt x="1762" y="700"/>
                    <a:pt x="1766" y="700"/>
                  </a:cubicBezTo>
                  <a:cubicBezTo>
                    <a:pt x="1771" y="700"/>
                    <a:pt x="1779" y="694"/>
                    <a:pt x="1796" y="680"/>
                  </a:cubicBezTo>
                  <a:cubicBezTo>
                    <a:pt x="1822" y="654"/>
                    <a:pt x="1836" y="642"/>
                    <a:pt x="1838" y="642"/>
                  </a:cubicBezTo>
                  <a:lnTo>
                    <a:pt x="1838" y="642"/>
                  </a:lnTo>
                  <a:cubicBezTo>
                    <a:pt x="1839" y="642"/>
                    <a:pt x="1827" y="656"/>
                    <a:pt x="1799" y="683"/>
                  </a:cubicBezTo>
                  <a:cubicBezTo>
                    <a:pt x="1766" y="718"/>
                    <a:pt x="1755" y="733"/>
                    <a:pt x="1758" y="733"/>
                  </a:cubicBezTo>
                  <a:cubicBezTo>
                    <a:pt x="1760" y="733"/>
                    <a:pt x="1767" y="727"/>
                    <a:pt x="1777" y="718"/>
                  </a:cubicBezTo>
                  <a:cubicBezTo>
                    <a:pt x="1802" y="704"/>
                    <a:pt x="1809" y="700"/>
                    <a:pt x="1812" y="700"/>
                  </a:cubicBezTo>
                  <a:cubicBezTo>
                    <a:pt x="1813" y="700"/>
                    <a:pt x="1814" y="701"/>
                    <a:pt x="1815" y="702"/>
                  </a:cubicBezTo>
                  <a:cubicBezTo>
                    <a:pt x="1795" y="718"/>
                    <a:pt x="1789" y="725"/>
                    <a:pt x="1796" y="725"/>
                  </a:cubicBezTo>
                  <a:cubicBezTo>
                    <a:pt x="1800" y="725"/>
                    <a:pt x="1808" y="722"/>
                    <a:pt x="1821" y="718"/>
                  </a:cubicBezTo>
                  <a:lnTo>
                    <a:pt x="1821" y="718"/>
                  </a:lnTo>
                  <a:cubicBezTo>
                    <a:pt x="1824" y="721"/>
                    <a:pt x="1824" y="721"/>
                    <a:pt x="1796" y="743"/>
                  </a:cubicBezTo>
                  <a:lnTo>
                    <a:pt x="1799" y="752"/>
                  </a:lnTo>
                  <a:cubicBezTo>
                    <a:pt x="1815" y="744"/>
                    <a:pt x="1827" y="740"/>
                    <a:pt x="1834" y="740"/>
                  </a:cubicBezTo>
                  <a:cubicBezTo>
                    <a:pt x="1858" y="740"/>
                    <a:pt x="1845" y="773"/>
                    <a:pt x="1821" y="790"/>
                  </a:cubicBezTo>
                  <a:cubicBezTo>
                    <a:pt x="1821" y="790"/>
                    <a:pt x="1822" y="791"/>
                    <a:pt x="1826" y="791"/>
                  </a:cubicBezTo>
                  <a:cubicBezTo>
                    <a:pt x="1830" y="791"/>
                    <a:pt x="1840" y="789"/>
                    <a:pt x="1859" y="780"/>
                  </a:cubicBezTo>
                  <a:cubicBezTo>
                    <a:pt x="1891" y="763"/>
                    <a:pt x="1908" y="755"/>
                    <a:pt x="1912" y="755"/>
                  </a:cubicBezTo>
                  <a:cubicBezTo>
                    <a:pt x="1916" y="755"/>
                    <a:pt x="1901" y="766"/>
                    <a:pt x="1865" y="787"/>
                  </a:cubicBezTo>
                  <a:cubicBezTo>
                    <a:pt x="1831" y="808"/>
                    <a:pt x="1814" y="818"/>
                    <a:pt x="1816" y="818"/>
                  </a:cubicBezTo>
                  <a:cubicBezTo>
                    <a:pt x="1818" y="818"/>
                    <a:pt x="1835" y="809"/>
                    <a:pt x="1868" y="793"/>
                  </a:cubicBezTo>
                  <a:cubicBezTo>
                    <a:pt x="1875" y="791"/>
                    <a:pt x="1880" y="789"/>
                    <a:pt x="1884" y="789"/>
                  </a:cubicBezTo>
                  <a:cubicBezTo>
                    <a:pt x="1905" y="789"/>
                    <a:pt x="1903" y="811"/>
                    <a:pt x="1846" y="837"/>
                  </a:cubicBezTo>
                  <a:lnTo>
                    <a:pt x="1777" y="871"/>
                  </a:lnTo>
                  <a:cubicBezTo>
                    <a:pt x="1802" y="863"/>
                    <a:pt x="1811" y="861"/>
                    <a:pt x="1814" y="861"/>
                  </a:cubicBezTo>
                  <a:cubicBezTo>
                    <a:pt x="1815" y="861"/>
                    <a:pt x="1815" y="862"/>
                    <a:pt x="1815" y="862"/>
                  </a:cubicBezTo>
                  <a:cubicBezTo>
                    <a:pt x="1831" y="855"/>
                    <a:pt x="1840" y="851"/>
                    <a:pt x="1846" y="851"/>
                  </a:cubicBezTo>
                  <a:cubicBezTo>
                    <a:pt x="1853" y="851"/>
                    <a:pt x="1855" y="856"/>
                    <a:pt x="1859" y="865"/>
                  </a:cubicBezTo>
                  <a:cubicBezTo>
                    <a:pt x="1862" y="871"/>
                    <a:pt x="1906" y="874"/>
                    <a:pt x="1909" y="887"/>
                  </a:cubicBezTo>
                  <a:cubicBezTo>
                    <a:pt x="1912" y="896"/>
                    <a:pt x="1918" y="912"/>
                    <a:pt x="1884" y="931"/>
                  </a:cubicBezTo>
                  <a:cubicBezTo>
                    <a:pt x="1884" y="935"/>
                    <a:pt x="1886" y="938"/>
                    <a:pt x="1901" y="938"/>
                  </a:cubicBezTo>
                  <a:cubicBezTo>
                    <a:pt x="1907" y="938"/>
                    <a:pt x="1915" y="938"/>
                    <a:pt x="1925" y="937"/>
                  </a:cubicBezTo>
                  <a:cubicBezTo>
                    <a:pt x="1933" y="936"/>
                    <a:pt x="1940" y="935"/>
                    <a:pt x="1944" y="935"/>
                  </a:cubicBezTo>
                  <a:cubicBezTo>
                    <a:pt x="1962" y="935"/>
                    <a:pt x="1958" y="943"/>
                    <a:pt x="1931" y="953"/>
                  </a:cubicBezTo>
                  <a:lnTo>
                    <a:pt x="1934" y="956"/>
                  </a:lnTo>
                  <a:cubicBezTo>
                    <a:pt x="1972" y="956"/>
                    <a:pt x="1972" y="962"/>
                    <a:pt x="1972" y="962"/>
                  </a:cubicBezTo>
                  <a:cubicBezTo>
                    <a:pt x="1942" y="970"/>
                    <a:pt x="1912" y="985"/>
                    <a:pt x="1929" y="985"/>
                  </a:cubicBezTo>
                  <a:cubicBezTo>
                    <a:pt x="1931" y="985"/>
                    <a:pt x="1935" y="985"/>
                    <a:pt x="1940" y="984"/>
                  </a:cubicBezTo>
                  <a:cubicBezTo>
                    <a:pt x="1954" y="979"/>
                    <a:pt x="1962" y="977"/>
                    <a:pt x="1968" y="977"/>
                  </a:cubicBezTo>
                  <a:cubicBezTo>
                    <a:pt x="1975" y="977"/>
                    <a:pt x="1976" y="981"/>
                    <a:pt x="1978" y="987"/>
                  </a:cubicBezTo>
                  <a:cubicBezTo>
                    <a:pt x="1950" y="1012"/>
                    <a:pt x="1971" y="1178"/>
                    <a:pt x="2002" y="1178"/>
                  </a:cubicBezTo>
                  <a:cubicBezTo>
                    <a:pt x="2002" y="1178"/>
                    <a:pt x="2003" y="1178"/>
                    <a:pt x="2003" y="1178"/>
                  </a:cubicBezTo>
                  <a:cubicBezTo>
                    <a:pt x="2003" y="1178"/>
                    <a:pt x="2003" y="1185"/>
                    <a:pt x="2003" y="1194"/>
                  </a:cubicBezTo>
                  <a:lnTo>
                    <a:pt x="2003" y="1210"/>
                  </a:lnTo>
                  <a:cubicBezTo>
                    <a:pt x="1925" y="1213"/>
                    <a:pt x="1965" y="1235"/>
                    <a:pt x="2000" y="1253"/>
                  </a:cubicBezTo>
                  <a:cubicBezTo>
                    <a:pt x="2038" y="1260"/>
                    <a:pt x="2038" y="1263"/>
                    <a:pt x="2038" y="1269"/>
                  </a:cubicBezTo>
                  <a:cubicBezTo>
                    <a:pt x="2029" y="1269"/>
                    <a:pt x="2022" y="1269"/>
                    <a:pt x="2016" y="1269"/>
                  </a:cubicBezTo>
                  <a:cubicBezTo>
                    <a:pt x="1960" y="1269"/>
                    <a:pt x="1963" y="1280"/>
                    <a:pt x="1994" y="1294"/>
                  </a:cubicBezTo>
                  <a:cubicBezTo>
                    <a:pt x="2048" y="1301"/>
                    <a:pt x="2063" y="1306"/>
                    <a:pt x="2039" y="1306"/>
                  </a:cubicBezTo>
                  <a:cubicBezTo>
                    <a:pt x="2030" y="1306"/>
                    <a:pt x="2015" y="1305"/>
                    <a:pt x="1994" y="1304"/>
                  </a:cubicBezTo>
                  <a:cubicBezTo>
                    <a:pt x="1976" y="1302"/>
                    <a:pt x="1962" y="1301"/>
                    <a:pt x="1953" y="1301"/>
                  </a:cubicBezTo>
                  <a:cubicBezTo>
                    <a:pt x="1925" y="1301"/>
                    <a:pt x="1944" y="1310"/>
                    <a:pt x="2028" y="1329"/>
                  </a:cubicBezTo>
                  <a:cubicBezTo>
                    <a:pt x="2066" y="1338"/>
                    <a:pt x="2066" y="1338"/>
                    <a:pt x="2028" y="1338"/>
                  </a:cubicBezTo>
                  <a:cubicBezTo>
                    <a:pt x="2005" y="1336"/>
                    <a:pt x="1989" y="1335"/>
                    <a:pt x="1978" y="1335"/>
                  </a:cubicBezTo>
                  <a:cubicBezTo>
                    <a:pt x="1953" y="1335"/>
                    <a:pt x="1961" y="1340"/>
                    <a:pt x="1987" y="1344"/>
                  </a:cubicBezTo>
                  <a:cubicBezTo>
                    <a:pt x="2036" y="1355"/>
                    <a:pt x="2052" y="1361"/>
                    <a:pt x="2033" y="1361"/>
                  </a:cubicBezTo>
                  <a:cubicBezTo>
                    <a:pt x="2025" y="1361"/>
                    <a:pt x="2008" y="1360"/>
                    <a:pt x="1984" y="1357"/>
                  </a:cubicBezTo>
                  <a:cubicBezTo>
                    <a:pt x="1957" y="1356"/>
                    <a:pt x="1939" y="1355"/>
                    <a:pt x="1930" y="1355"/>
                  </a:cubicBezTo>
                  <a:cubicBezTo>
                    <a:pt x="1915" y="1355"/>
                    <a:pt x="1931" y="1358"/>
                    <a:pt x="1978" y="1373"/>
                  </a:cubicBezTo>
                  <a:cubicBezTo>
                    <a:pt x="2035" y="1387"/>
                    <a:pt x="2045" y="1403"/>
                    <a:pt x="2014" y="1403"/>
                  </a:cubicBezTo>
                  <a:cubicBezTo>
                    <a:pt x="2004" y="1403"/>
                    <a:pt x="1990" y="1401"/>
                    <a:pt x="1972" y="1398"/>
                  </a:cubicBezTo>
                  <a:cubicBezTo>
                    <a:pt x="1972" y="1404"/>
                    <a:pt x="1934" y="1398"/>
                    <a:pt x="1972" y="1407"/>
                  </a:cubicBezTo>
                  <a:lnTo>
                    <a:pt x="1934" y="1404"/>
                  </a:lnTo>
                  <a:cubicBezTo>
                    <a:pt x="1931" y="1407"/>
                    <a:pt x="1931" y="1410"/>
                    <a:pt x="1928" y="1410"/>
                  </a:cubicBezTo>
                  <a:lnTo>
                    <a:pt x="1965" y="1423"/>
                  </a:lnTo>
                  <a:cubicBezTo>
                    <a:pt x="1962" y="1426"/>
                    <a:pt x="1915" y="1438"/>
                    <a:pt x="1906" y="1467"/>
                  </a:cubicBezTo>
                  <a:cubicBezTo>
                    <a:pt x="1884" y="1504"/>
                    <a:pt x="1878" y="1510"/>
                    <a:pt x="1915" y="1526"/>
                  </a:cubicBezTo>
                  <a:cubicBezTo>
                    <a:pt x="1954" y="1544"/>
                    <a:pt x="1969" y="1554"/>
                    <a:pt x="1963" y="1554"/>
                  </a:cubicBezTo>
                  <a:cubicBezTo>
                    <a:pt x="1958" y="1554"/>
                    <a:pt x="1939" y="1548"/>
                    <a:pt x="1909" y="1532"/>
                  </a:cubicBezTo>
                  <a:cubicBezTo>
                    <a:pt x="1909" y="1533"/>
                    <a:pt x="1908" y="1533"/>
                    <a:pt x="1907" y="1533"/>
                  </a:cubicBezTo>
                  <a:cubicBezTo>
                    <a:pt x="1901" y="1533"/>
                    <a:pt x="1886" y="1530"/>
                    <a:pt x="1877" y="1530"/>
                  </a:cubicBezTo>
                  <a:cubicBezTo>
                    <a:pt x="1872" y="1530"/>
                    <a:pt x="1869" y="1531"/>
                    <a:pt x="1868" y="1532"/>
                  </a:cubicBezTo>
                  <a:cubicBezTo>
                    <a:pt x="1865" y="1535"/>
                    <a:pt x="1862" y="1538"/>
                    <a:pt x="1857" y="1538"/>
                  </a:cubicBezTo>
                  <a:cubicBezTo>
                    <a:pt x="1851" y="1538"/>
                    <a:pt x="1841" y="1535"/>
                    <a:pt x="1824" y="1523"/>
                  </a:cubicBezTo>
                  <a:lnTo>
                    <a:pt x="1824" y="1526"/>
                  </a:lnTo>
                  <a:cubicBezTo>
                    <a:pt x="1869" y="1563"/>
                    <a:pt x="1867" y="1584"/>
                    <a:pt x="1847" y="1584"/>
                  </a:cubicBezTo>
                  <a:cubicBezTo>
                    <a:pt x="1842" y="1584"/>
                    <a:pt x="1835" y="1583"/>
                    <a:pt x="1828" y="1579"/>
                  </a:cubicBezTo>
                  <a:lnTo>
                    <a:pt x="1828" y="1579"/>
                  </a:lnTo>
                  <a:cubicBezTo>
                    <a:pt x="1824" y="1586"/>
                    <a:pt x="1821" y="1589"/>
                    <a:pt x="1843" y="1617"/>
                  </a:cubicBezTo>
                  <a:cubicBezTo>
                    <a:pt x="1855" y="1634"/>
                    <a:pt x="1860" y="1642"/>
                    <a:pt x="1857" y="1642"/>
                  </a:cubicBezTo>
                  <a:cubicBezTo>
                    <a:pt x="1854" y="1642"/>
                    <a:pt x="1847" y="1636"/>
                    <a:pt x="1834" y="1626"/>
                  </a:cubicBezTo>
                  <a:cubicBezTo>
                    <a:pt x="1820" y="1614"/>
                    <a:pt x="1802" y="1604"/>
                    <a:pt x="1794" y="1604"/>
                  </a:cubicBezTo>
                  <a:cubicBezTo>
                    <a:pt x="1786" y="1604"/>
                    <a:pt x="1788" y="1614"/>
                    <a:pt x="1815" y="1642"/>
                  </a:cubicBezTo>
                  <a:lnTo>
                    <a:pt x="1787" y="1617"/>
                  </a:lnTo>
                  <a:cubicBezTo>
                    <a:pt x="1779" y="1610"/>
                    <a:pt x="1774" y="1608"/>
                    <a:pt x="1773" y="1608"/>
                  </a:cubicBezTo>
                  <a:lnTo>
                    <a:pt x="1773" y="1608"/>
                  </a:lnTo>
                  <a:cubicBezTo>
                    <a:pt x="1768" y="1608"/>
                    <a:pt x="1787" y="1630"/>
                    <a:pt x="1806" y="1648"/>
                  </a:cubicBezTo>
                  <a:cubicBezTo>
                    <a:pt x="1829" y="1675"/>
                    <a:pt x="1841" y="1690"/>
                    <a:pt x="1839" y="1690"/>
                  </a:cubicBezTo>
                  <a:cubicBezTo>
                    <a:pt x="1836" y="1690"/>
                    <a:pt x="1816" y="1671"/>
                    <a:pt x="1774" y="1626"/>
                  </a:cubicBezTo>
                  <a:cubicBezTo>
                    <a:pt x="1746" y="1594"/>
                    <a:pt x="1733" y="1582"/>
                    <a:pt x="1731" y="1582"/>
                  </a:cubicBezTo>
                  <a:lnTo>
                    <a:pt x="1731" y="1582"/>
                  </a:lnTo>
                  <a:cubicBezTo>
                    <a:pt x="1730" y="1582"/>
                    <a:pt x="1735" y="1589"/>
                    <a:pt x="1746" y="1601"/>
                  </a:cubicBezTo>
                  <a:cubicBezTo>
                    <a:pt x="1762" y="1624"/>
                    <a:pt x="1778" y="1647"/>
                    <a:pt x="1775" y="1647"/>
                  </a:cubicBezTo>
                  <a:cubicBezTo>
                    <a:pt x="1773" y="1647"/>
                    <a:pt x="1769" y="1644"/>
                    <a:pt x="1762" y="1636"/>
                  </a:cubicBezTo>
                  <a:lnTo>
                    <a:pt x="1762" y="1636"/>
                  </a:lnTo>
                  <a:cubicBezTo>
                    <a:pt x="1759" y="1639"/>
                    <a:pt x="1755" y="1639"/>
                    <a:pt x="1802" y="1698"/>
                  </a:cubicBezTo>
                  <a:cubicBezTo>
                    <a:pt x="1824" y="1730"/>
                    <a:pt x="1821" y="1730"/>
                    <a:pt x="1818" y="1733"/>
                  </a:cubicBezTo>
                  <a:cubicBezTo>
                    <a:pt x="1803" y="1714"/>
                    <a:pt x="1787" y="1693"/>
                    <a:pt x="1775" y="1671"/>
                  </a:cubicBezTo>
                  <a:lnTo>
                    <a:pt x="1775" y="1671"/>
                  </a:lnTo>
                  <a:cubicBezTo>
                    <a:pt x="1774" y="1672"/>
                    <a:pt x="1771" y="1673"/>
                    <a:pt x="1768" y="1677"/>
                  </a:cubicBezTo>
                  <a:cubicBezTo>
                    <a:pt x="1765" y="1677"/>
                    <a:pt x="1734" y="1651"/>
                    <a:pt x="1712" y="1620"/>
                  </a:cubicBezTo>
                  <a:cubicBezTo>
                    <a:pt x="1703" y="1609"/>
                    <a:pt x="1697" y="1603"/>
                    <a:pt x="1696" y="1603"/>
                  </a:cubicBezTo>
                  <a:lnTo>
                    <a:pt x="1696" y="1603"/>
                  </a:lnTo>
                  <a:cubicBezTo>
                    <a:pt x="1694" y="1603"/>
                    <a:pt x="1704" y="1618"/>
                    <a:pt x="1730" y="1655"/>
                  </a:cubicBezTo>
                  <a:cubicBezTo>
                    <a:pt x="1774" y="1717"/>
                    <a:pt x="1774" y="1717"/>
                    <a:pt x="1768" y="1720"/>
                  </a:cubicBezTo>
                  <a:cubicBezTo>
                    <a:pt x="1767" y="1721"/>
                    <a:pt x="1766" y="1722"/>
                    <a:pt x="1765" y="1722"/>
                  </a:cubicBezTo>
                  <a:cubicBezTo>
                    <a:pt x="1761" y="1722"/>
                    <a:pt x="1755" y="1717"/>
                    <a:pt x="1740" y="1695"/>
                  </a:cubicBezTo>
                  <a:cubicBezTo>
                    <a:pt x="1723" y="1672"/>
                    <a:pt x="1719" y="1666"/>
                    <a:pt x="1715" y="1666"/>
                  </a:cubicBezTo>
                  <a:cubicBezTo>
                    <a:pt x="1714" y="1666"/>
                    <a:pt x="1713" y="1666"/>
                    <a:pt x="1712" y="1667"/>
                  </a:cubicBezTo>
                  <a:cubicBezTo>
                    <a:pt x="1702" y="1670"/>
                    <a:pt x="1746" y="1774"/>
                    <a:pt x="1777" y="1843"/>
                  </a:cubicBezTo>
                  <a:cubicBezTo>
                    <a:pt x="1796" y="1876"/>
                    <a:pt x="1806" y="1892"/>
                    <a:pt x="1805" y="1892"/>
                  </a:cubicBezTo>
                  <a:cubicBezTo>
                    <a:pt x="1805" y="1892"/>
                    <a:pt x="1794" y="1877"/>
                    <a:pt x="1774" y="1846"/>
                  </a:cubicBezTo>
                  <a:cubicBezTo>
                    <a:pt x="1761" y="1821"/>
                    <a:pt x="1754" y="1816"/>
                    <a:pt x="1750" y="1816"/>
                  </a:cubicBezTo>
                  <a:cubicBezTo>
                    <a:pt x="1748" y="1816"/>
                    <a:pt x="1747" y="1817"/>
                    <a:pt x="1746" y="1818"/>
                  </a:cubicBezTo>
                  <a:cubicBezTo>
                    <a:pt x="1727" y="1783"/>
                    <a:pt x="1734" y="1780"/>
                    <a:pt x="1737" y="1780"/>
                  </a:cubicBezTo>
                  <a:lnTo>
                    <a:pt x="1718" y="1745"/>
                  </a:lnTo>
                  <a:cubicBezTo>
                    <a:pt x="1698" y="1715"/>
                    <a:pt x="1688" y="1699"/>
                    <a:pt x="1686" y="1699"/>
                  </a:cubicBezTo>
                  <a:lnTo>
                    <a:pt x="1686" y="1699"/>
                  </a:lnTo>
                  <a:cubicBezTo>
                    <a:pt x="1684" y="1699"/>
                    <a:pt x="1691" y="1716"/>
                    <a:pt x="1705" y="1752"/>
                  </a:cubicBezTo>
                  <a:cubicBezTo>
                    <a:pt x="1712" y="1769"/>
                    <a:pt x="1715" y="1778"/>
                    <a:pt x="1714" y="1778"/>
                  </a:cubicBezTo>
                  <a:cubicBezTo>
                    <a:pt x="1713" y="1778"/>
                    <a:pt x="1708" y="1770"/>
                    <a:pt x="1699" y="1755"/>
                  </a:cubicBezTo>
                  <a:cubicBezTo>
                    <a:pt x="1684" y="1733"/>
                    <a:pt x="1670" y="1712"/>
                    <a:pt x="1668" y="1712"/>
                  </a:cubicBezTo>
                  <a:lnTo>
                    <a:pt x="1668" y="1712"/>
                  </a:lnTo>
                  <a:cubicBezTo>
                    <a:pt x="1668" y="1712"/>
                    <a:pt x="1669" y="1716"/>
                    <a:pt x="1674" y="1727"/>
                  </a:cubicBezTo>
                  <a:cubicBezTo>
                    <a:pt x="1674" y="1727"/>
                    <a:pt x="1674" y="1727"/>
                    <a:pt x="1673" y="1727"/>
                  </a:cubicBezTo>
                  <a:cubicBezTo>
                    <a:pt x="1671" y="1727"/>
                    <a:pt x="1662" y="1724"/>
                    <a:pt x="1646" y="1695"/>
                  </a:cubicBezTo>
                  <a:lnTo>
                    <a:pt x="1646" y="1695"/>
                  </a:lnTo>
                  <a:cubicBezTo>
                    <a:pt x="1636" y="1698"/>
                    <a:pt x="1633" y="1698"/>
                    <a:pt x="1649" y="1736"/>
                  </a:cubicBezTo>
                  <a:cubicBezTo>
                    <a:pt x="1661" y="1771"/>
                    <a:pt x="1658" y="1771"/>
                    <a:pt x="1652" y="1774"/>
                  </a:cubicBezTo>
                  <a:cubicBezTo>
                    <a:pt x="1649" y="1774"/>
                    <a:pt x="1643" y="1774"/>
                    <a:pt x="1658" y="1811"/>
                  </a:cubicBezTo>
                  <a:cubicBezTo>
                    <a:pt x="1671" y="1846"/>
                    <a:pt x="1680" y="1883"/>
                    <a:pt x="1668" y="1886"/>
                  </a:cubicBezTo>
                  <a:cubicBezTo>
                    <a:pt x="1669" y="1902"/>
                    <a:pt x="1669" y="1912"/>
                    <a:pt x="1667" y="1912"/>
                  </a:cubicBezTo>
                  <a:cubicBezTo>
                    <a:pt x="1664" y="1912"/>
                    <a:pt x="1656" y="1895"/>
                    <a:pt x="1640" y="1855"/>
                  </a:cubicBezTo>
                  <a:cubicBezTo>
                    <a:pt x="1630" y="1829"/>
                    <a:pt x="1626" y="1823"/>
                    <a:pt x="1622" y="1823"/>
                  </a:cubicBezTo>
                  <a:cubicBezTo>
                    <a:pt x="1620" y="1823"/>
                    <a:pt x="1619" y="1823"/>
                    <a:pt x="1618" y="1824"/>
                  </a:cubicBezTo>
                  <a:cubicBezTo>
                    <a:pt x="1618" y="1824"/>
                    <a:pt x="1614" y="1824"/>
                    <a:pt x="1599" y="1789"/>
                  </a:cubicBezTo>
                  <a:cubicBezTo>
                    <a:pt x="1594" y="1779"/>
                    <a:pt x="1592" y="1775"/>
                    <a:pt x="1591" y="1775"/>
                  </a:cubicBezTo>
                  <a:lnTo>
                    <a:pt x="1591" y="1775"/>
                  </a:lnTo>
                  <a:cubicBezTo>
                    <a:pt x="1589" y="1775"/>
                    <a:pt x="1595" y="1800"/>
                    <a:pt x="1602" y="1827"/>
                  </a:cubicBezTo>
                  <a:lnTo>
                    <a:pt x="1624" y="1899"/>
                  </a:lnTo>
                  <a:cubicBezTo>
                    <a:pt x="1605" y="1865"/>
                    <a:pt x="1593" y="1830"/>
                    <a:pt x="1583" y="1792"/>
                  </a:cubicBezTo>
                  <a:cubicBezTo>
                    <a:pt x="1571" y="1756"/>
                    <a:pt x="1564" y="1738"/>
                    <a:pt x="1564" y="1738"/>
                  </a:cubicBezTo>
                  <a:lnTo>
                    <a:pt x="1564" y="1738"/>
                  </a:lnTo>
                  <a:cubicBezTo>
                    <a:pt x="1563" y="1738"/>
                    <a:pt x="1567" y="1756"/>
                    <a:pt x="1577" y="1792"/>
                  </a:cubicBezTo>
                  <a:cubicBezTo>
                    <a:pt x="1584" y="1820"/>
                    <a:pt x="1589" y="1847"/>
                    <a:pt x="1583" y="1847"/>
                  </a:cubicBezTo>
                  <a:cubicBezTo>
                    <a:pt x="1581" y="1847"/>
                    <a:pt x="1577" y="1843"/>
                    <a:pt x="1571" y="1833"/>
                  </a:cubicBezTo>
                  <a:cubicBezTo>
                    <a:pt x="1569" y="1833"/>
                    <a:pt x="1568" y="1833"/>
                    <a:pt x="1567" y="1833"/>
                  </a:cubicBezTo>
                  <a:cubicBezTo>
                    <a:pt x="1558" y="1833"/>
                    <a:pt x="1550" y="1831"/>
                    <a:pt x="1542" y="1799"/>
                  </a:cubicBezTo>
                  <a:cubicBezTo>
                    <a:pt x="1538" y="1788"/>
                    <a:pt x="1536" y="1784"/>
                    <a:pt x="1535" y="1784"/>
                  </a:cubicBezTo>
                  <a:cubicBezTo>
                    <a:pt x="1532" y="1784"/>
                    <a:pt x="1533" y="1802"/>
                    <a:pt x="1533" y="1802"/>
                  </a:cubicBezTo>
                  <a:cubicBezTo>
                    <a:pt x="1535" y="1821"/>
                    <a:pt x="1534" y="1830"/>
                    <a:pt x="1530" y="1830"/>
                  </a:cubicBezTo>
                  <a:cubicBezTo>
                    <a:pt x="1526" y="1830"/>
                    <a:pt x="1519" y="1822"/>
                    <a:pt x="1508" y="1805"/>
                  </a:cubicBezTo>
                  <a:cubicBezTo>
                    <a:pt x="1489" y="1769"/>
                    <a:pt x="1481" y="1751"/>
                    <a:pt x="1478" y="1751"/>
                  </a:cubicBezTo>
                  <a:lnTo>
                    <a:pt x="1478" y="1751"/>
                  </a:lnTo>
                  <a:cubicBezTo>
                    <a:pt x="1475" y="1751"/>
                    <a:pt x="1478" y="1770"/>
                    <a:pt x="1483" y="1808"/>
                  </a:cubicBezTo>
                  <a:cubicBezTo>
                    <a:pt x="1485" y="1830"/>
                    <a:pt x="1487" y="1850"/>
                    <a:pt x="1487" y="1850"/>
                  </a:cubicBezTo>
                  <a:cubicBezTo>
                    <a:pt x="1486" y="1850"/>
                    <a:pt x="1483" y="1839"/>
                    <a:pt x="1477" y="1808"/>
                  </a:cubicBezTo>
                  <a:cubicBezTo>
                    <a:pt x="1474" y="1797"/>
                    <a:pt x="1472" y="1793"/>
                    <a:pt x="1470" y="1793"/>
                  </a:cubicBezTo>
                  <a:cubicBezTo>
                    <a:pt x="1467" y="1793"/>
                    <a:pt x="1465" y="1819"/>
                    <a:pt x="1461" y="1846"/>
                  </a:cubicBezTo>
                  <a:cubicBezTo>
                    <a:pt x="1461" y="1896"/>
                    <a:pt x="1464" y="1946"/>
                    <a:pt x="1470" y="1996"/>
                  </a:cubicBezTo>
                  <a:cubicBezTo>
                    <a:pt x="1474" y="2041"/>
                    <a:pt x="1476" y="2059"/>
                    <a:pt x="1472" y="2059"/>
                  </a:cubicBezTo>
                  <a:cubicBezTo>
                    <a:pt x="1470" y="2059"/>
                    <a:pt x="1465" y="2051"/>
                    <a:pt x="1458" y="2037"/>
                  </a:cubicBezTo>
                  <a:cubicBezTo>
                    <a:pt x="1451" y="2037"/>
                    <a:pt x="1442" y="1999"/>
                    <a:pt x="1442" y="1962"/>
                  </a:cubicBezTo>
                  <a:cubicBezTo>
                    <a:pt x="1439" y="1924"/>
                    <a:pt x="1445" y="1924"/>
                    <a:pt x="1445" y="1924"/>
                  </a:cubicBezTo>
                  <a:lnTo>
                    <a:pt x="1448" y="1921"/>
                  </a:lnTo>
                  <a:cubicBezTo>
                    <a:pt x="1445" y="1885"/>
                    <a:pt x="1442" y="1849"/>
                    <a:pt x="1434" y="1849"/>
                  </a:cubicBezTo>
                  <a:cubicBezTo>
                    <a:pt x="1433" y="1849"/>
                    <a:pt x="1433" y="1849"/>
                    <a:pt x="1433" y="1849"/>
                  </a:cubicBezTo>
                  <a:cubicBezTo>
                    <a:pt x="1428" y="1830"/>
                    <a:pt x="1425" y="1821"/>
                    <a:pt x="1423" y="1821"/>
                  </a:cubicBezTo>
                  <a:cubicBezTo>
                    <a:pt x="1421" y="1821"/>
                    <a:pt x="1420" y="1830"/>
                    <a:pt x="1420" y="1849"/>
                  </a:cubicBezTo>
                  <a:cubicBezTo>
                    <a:pt x="1414" y="1811"/>
                    <a:pt x="1404" y="1811"/>
                    <a:pt x="1392" y="1808"/>
                  </a:cubicBezTo>
                  <a:cubicBezTo>
                    <a:pt x="1383" y="1808"/>
                    <a:pt x="1367" y="1808"/>
                    <a:pt x="1361" y="1771"/>
                  </a:cubicBezTo>
                  <a:cubicBezTo>
                    <a:pt x="1351" y="1771"/>
                    <a:pt x="1345" y="1771"/>
                    <a:pt x="1345" y="1808"/>
                  </a:cubicBezTo>
                  <a:cubicBezTo>
                    <a:pt x="1343" y="1852"/>
                    <a:pt x="1341" y="1870"/>
                    <a:pt x="1340" y="1870"/>
                  </a:cubicBezTo>
                  <a:cubicBezTo>
                    <a:pt x="1339" y="1870"/>
                    <a:pt x="1339" y="1861"/>
                    <a:pt x="1339" y="1846"/>
                  </a:cubicBezTo>
                  <a:cubicBezTo>
                    <a:pt x="1335" y="1797"/>
                    <a:pt x="1309" y="1758"/>
                    <a:pt x="1288" y="1758"/>
                  </a:cubicBezTo>
                  <a:cubicBezTo>
                    <a:pt x="1276" y="1758"/>
                    <a:pt x="1266" y="1769"/>
                    <a:pt x="1260" y="1796"/>
                  </a:cubicBezTo>
                  <a:lnTo>
                    <a:pt x="1251" y="1796"/>
                  </a:lnTo>
                  <a:cubicBezTo>
                    <a:pt x="1247" y="1774"/>
                    <a:pt x="1236" y="1762"/>
                    <a:pt x="1226" y="1762"/>
                  </a:cubicBezTo>
                  <a:cubicBezTo>
                    <a:pt x="1217" y="1762"/>
                    <a:pt x="1209" y="1768"/>
                    <a:pt x="1204" y="1783"/>
                  </a:cubicBezTo>
                  <a:lnTo>
                    <a:pt x="1188" y="1780"/>
                  </a:lnTo>
                  <a:cubicBezTo>
                    <a:pt x="1187" y="1759"/>
                    <a:pt x="1185" y="1749"/>
                    <a:pt x="1182" y="1749"/>
                  </a:cubicBezTo>
                  <a:cubicBezTo>
                    <a:pt x="1178" y="1749"/>
                    <a:pt x="1174" y="1757"/>
                    <a:pt x="1166" y="1774"/>
                  </a:cubicBezTo>
                  <a:cubicBezTo>
                    <a:pt x="1157" y="1798"/>
                    <a:pt x="1150" y="1824"/>
                    <a:pt x="1150" y="1824"/>
                  </a:cubicBezTo>
                  <a:cubicBezTo>
                    <a:pt x="1150" y="1824"/>
                    <a:pt x="1151" y="1819"/>
                    <a:pt x="1154" y="1808"/>
                  </a:cubicBezTo>
                  <a:cubicBezTo>
                    <a:pt x="1163" y="1774"/>
                    <a:pt x="1151" y="1771"/>
                    <a:pt x="1132" y="1764"/>
                  </a:cubicBezTo>
                  <a:cubicBezTo>
                    <a:pt x="1126" y="1761"/>
                    <a:pt x="1121" y="1759"/>
                    <a:pt x="1118" y="1759"/>
                  </a:cubicBezTo>
                  <a:cubicBezTo>
                    <a:pt x="1112" y="1759"/>
                    <a:pt x="1111" y="1767"/>
                    <a:pt x="1107" y="1792"/>
                  </a:cubicBezTo>
                  <a:cubicBezTo>
                    <a:pt x="1099" y="1800"/>
                    <a:pt x="1093" y="1803"/>
                    <a:pt x="1090" y="1803"/>
                  </a:cubicBezTo>
                  <a:cubicBezTo>
                    <a:pt x="1080" y="1803"/>
                    <a:pt x="1088" y="1777"/>
                    <a:pt x="1097" y="1749"/>
                  </a:cubicBezTo>
                  <a:cubicBezTo>
                    <a:pt x="1110" y="1717"/>
                    <a:pt x="1115" y="1699"/>
                    <a:pt x="1113" y="1699"/>
                  </a:cubicBezTo>
                  <a:lnTo>
                    <a:pt x="1113" y="1699"/>
                  </a:lnTo>
                  <a:cubicBezTo>
                    <a:pt x="1111" y="1699"/>
                    <a:pt x="1098" y="1725"/>
                    <a:pt x="1075" y="1783"/>
                  </a:cubicBezTo>
                  <a:cubicBezTo>
                    <a:pt x="1060" y="1821"/>
                    <a:pt x="1049" y="1836"/>
                    <a:pt x="1045" y="1836"/>
                  </a:cubicBezTo>
                  <a:cubicBezTo>
                    <a:pt x="1041" y="1836"/>
                    <a:pt x="1042" y="1827"/>
                    <a:pt x="1047" y="1811"/>
                  </a:cubicBezTo>
                  <a:cubicBezTo>
                    <a:pt x="1057" y="1785"/>
                    <a:pt x="1063" y="1779"/>
                    <a:pt x="1066" y="1779"/>
                  </a:cubicBezTo>
                  <a:cubicBezTo>
                    <a:pt x="1068" y="1779"/>
                    <a:pt x="1068" y="1779"/>
                    <a:pt x="1069" y="1780"/>
                  </a:cubicBezTo>
                  <a:lnTo>
                    <a:pt x="1094" y="1708"/>
                  </a:lnTo>
                  <a:cubicBezTo>
                    <a:pt x="1091" y="1708"/>
                    <a:pt x="1091" y="1708"/>
                    <a:pt x="1072" y="1739"/>
                  </a:cubicBezTo>
                  <a:cubicBezTo>
                    <a:pt x="1072" y="1739"/>
                    <a:pt x="1069" y="1739"/>
                    <a:pt x="1050" y="1771"/>
                  </a:cubicBezTo>
                  <a:cubicBezTo>
                    <a:pt x="1032" y="1805"/>
                    <a:pt x="1019" y="1839"/>
                    <a:pt x="1010" y="1877"/>
                  </a:cubicBezTo>
                  <a:cubicBezTo>
                    <a:pt x="1005" y="1906"/>
                    <a:pt x="1000" y="1913"/>
                    <a:pt x="995" y="1913"/>
                  </a:cubicBezTo>
                  <a:cubicBezTo>
                    <a:pt x="994" y="1913"/>
                    <a:pt x="992" y="1912"/>
                    <a:pt x="991" y="1912"/>
                  </a:cubicBezTo>
                  <a:cubicBezTo>
                    <a:pt x="994" y="1874"/>
                    <a:pt x="1006" y="1836"/>
                    <a:pt x="1025" y="1802"/>
                  </a:cubicBezTo>
                  <a:cubicBezTo>
                    <a:pt x="1026" y="1802"/>
                    <a:pt x="1026" y="1802"/>
                    <a:pt x="1026" y="1802"/>
                  </a:cubicBezTo>
                  <a:cubicBezTo>
                    <a:pt x="1033" y="1802"/>
                    <a:pt x="1045" y="1769"/>
                    <a:pt x="1060" y="1736"/>
                  </a:cubicBezTo>
                  <a:cubicBezTo>
                    <a:pt x="1062" y="1729"/>
                    <a:pt x="1062" y="1726"/>
                    <a:pt x="1060" y="1726"/>
                  </a:cubicBezTo>
                  <a:cubicBezTo>
                    <a:pt x="1052" y="1726"/>
                    <a:pt x="1015" y="1772"/>
                    <a:pt x="988" y="1824"/>
                  </a:cubicBezTo>
                  <a:cubicBezTo>
                    <a:pt x="981" y="1838"/>
                    <a:pt x="977" y="1846"/>
                    <a:pt x="977" y="1846"/>
                  </a:cubicBezTo>
                  <a:cubicBezTo>
                    <a:pt x="977" y="1846"/>
                    <a:pt x="984" y="1830"/>
                    <a:pt x="1000" y="1789"/>
                  </a:cubicBezTo>
                  <a:cubicBezTo>
                    <a:pt x="1016" y="1755"/>
                    <a:pt x="1006" y="1752"/>
                    <a:pt x="997" y="1745"/>
                  </a:cubicBezTo>
                  <a:cubicBezTo>
                    <a:pt x="994" y="1744"/>
                    <a:pt x="992" y="1742"/>
                    <a:pt x="990" y="1742"/>
                  </a:cubicBezTo>
                  <a:cubicBezTo>
                    <a:pt x="984" y="1742"/>
                    <a:pt x="979" y="1749"/>
                    <a:pt x="966" y="1774"/>
                  </a:cubicBezTo>
                  <a:cubicBezTo>
                    <a:pt x="951" y="1804"/>
                    <a:pt x="936" y="1837"/>
                    <a:pt x="929" y="1837"/>
                  </a:cubicBezTo>
                  <a:cubicBezTo>
                    <a:pt x="929" y="1837"/>
                    <a:pt x="928" y="1836"/>
                    <a:pt x="928" y="1836"/>
                  </a:cubicBezTo>
                  <a:lnTo>
                    <a:pt x="928" y="1836"/>
                  </a:lnTo>
                  <a:cubicBezTo>
                    <a:pt x="934" y="1839"/>
                    <a:pt x="919" y="1874"/>
                    <a:pt x="900" y="1908"/>
                  </a:cubicBezTo>
                  <a:cubicBezTo>
                    <a:pt x="903" y="1883"/>
                    <a:pt x="909" y="1858"/>
                    <a:pt x="919" y="1833"/>
                  </a:cubicBezTo>
                  <a:cubicBezTo>
                    <a:pt x="941" y="1758"/>
                    <a:pt x="950" y="1720"/>
                    <a:pt x="934" y="1708"/>
                  </a:cubicBezTo>
                  <a:cubicBezTo>
                    <a:pt x="925" y="1702"/>
                    <a:pt x="912" y="1695"/>
                    <a:pt x="931" y="1661"/>
                  </a:cubicBezTo>
                  <a:cubicBezTo>
                    <a:pt x="928" y="1659"/>
                    <a:pt x="925" y="1657"/>
                    <a:pt x="922" y="1657"/>
                  </a:cubicBezTo>
                  <a:cubicBezTo>
                    <a:pt x="917" y="1657"/>
                    <a:pt x="911" y="1663"/>
                    <a:pt x="897" y="1683"/>
                  </a:cubicBezTo>
                  <a:lnTo>
                    <a:pt x="887" y="1677"/>
                  </a:lnTo>
                  <a:cubicBezTo>
                    <a:pt x="898" y="1659"/>
                    <a:pt x="900" y="1649"/>
                    <a:pt x="896" y="1649"/>
                  </a:cubicBezTo>
                  <a:cubicBezTo>
                    <a:pt x="893" y="1649"/>
                    <a:pt x="886" y="1655"/>
                    <a:pt x="878" y="1667"/>
                  </a:cubicBezTo>
                  <a:cubicBezTo>
                    <a:pt x="870" y="1675"/>
                    <a:pt x="866" y="1678"/>
                    <a:pt x="864" y="1678"/>
                  </a:cubicBezTo>
                  <a:cubicBezTo>
                    <a:pt x="859" y="1678"/>
                    <a:pt x="868" y="1660"/>
                    <a:pt x="865" y="1658"/>
                  </a:cubicBezTo>
                  <a:cubicBezTo>
                    <a:pt x="884" y="1628"/>
                    <a:pt x="894" y="1611"/>
                    <a:pt x="893" y="1611"/>
                  </a:cubicBezTo>
                  <a:lnTo>
                    <a:pt x="893" y="1611"/>
                  </a:lnTo>
                  <a:cubicBezTo>
                    <a:pt x="893" y="1611"/>
                    <a:pt x="876" y="1635"/>
                    <a:pt x="840" y="1686"/>
                  </a:cubicBezTo>
                  <a:cubicBezTo>
                    <a:pt x="822" y="1705"/>
                    <a:pt x="809" y="1730"/>
                    <a:pt x="806" y="1758"/>
                  </a:cubicBezTo>
                  <a:cubicBezTo>
                    <a:pt x="809" y="1761"/>
                    <a:pt x="815" y="1764"/>
                    <a:pt x="818" y="1767"/>
                  </a:cubicBezTo>
                  <a:lnTo>
                    <a:pt x="784" y="1786"/>
                  </a:lnTo>
                  <a:cubicBezTo>
                    <a:pt x="784" y="1786"/>
                    <a:pt x="783" y="1786"/>
                    <a:pt x="783" y="1786"/>
                  </a:cubicBezTo>
                  <a:cubicBezTo>
                    <a:pt x="777" y="1786"/>
                    <a:pt x="748" y="1807"/>
                    <a:pt x="724" y="1836"/>
                  </a:cubicBezTo>
                  <a:cubicBezTo>
                    <a:pt x="724" y="1836"/>
                    <a:pt x="705" y="1862"/>
                    <a:pt x="697" y="1862"/>
                  </a:cubicBezTo>
                  <a:cubicBezTo>
                    <a:pt x="697" y="1862"/>
                    <a:pt x="697" y="1862"/>
                    <a:pt x="696" y="1861"/>
                  </a:cubicBezTo>
                  <a:lnTo>
                    <a:pt x="743" y="1802"/>
                  </a:lnTo>
                  <a:cubicBezTo>
                    <a:pt x="771" y="1774"/>
                    <a:pt x="793" y="1745"/>
                    <a:pt x="815" y="1714"/>
                  </a:cubicBezTo>
                  <a:cubicBezTo>
                    <a:pt x="844" y="1673"/>
                    <a:pt x="859" y="1643"/>
                    <a:pt x="853" y="1643"/>
                  </a:cubicBezTo>
                  <a:cubicBezTo>
                    <a:pt x="850" y="1643"/>
                    <a:pt x="841" y="1651"/>
                    <a:pt x="825" y="1670"/>
                  </a:cubicBezTo>
                  <a:cubicBezTo>
                    <a:pt x="822" y="1667"/>
                    <a:pt x="822" y="1667"/>
                    <a:pt x="840" y="1636"/>
                  </a:cubicBezTo>
                  <a:cubicBezTo>
                    <a:pt x="851" y="1623"/>
                    <a:pt x="857" y="1616"/>
                    <a:pt x="855" y="1616"/>
                  </a:cubicBezTo>
                  <a:lnTo>
                    <a:pt x="855" y="1616"/>
                  </a:lnTo>
                  <a:cubicBezTo>
                    <a:pt x="853" y="1616"/>
                    <a:pt x="839" y="1628"/>
                    <a:pt x="809" y="1658"/>
                  </a:cubicBezTo>
                  <a:cubicBezTo>
                    <a:pt x="784" y="1683"/>
                    <a:pt x="769" y="1695"/>
                    <a:pt x="766" y="1695"/>
                  </a:cubicBezTo>
                  <a:cubicBezTo>
                    <a:pt x="762" y="1695"/>
                    <a:pt x="772" y="1680"/>
                    <a:pt x="797" y="1648"/>
                  </a:cubicBezTo>
                  <a:cubicBezTo>
                    <a:pt x="827" y="1605"/>
                    <a:pt x="833" y="1586"/>
                    <a:pt x="825" y="1586"/>
                  </a:cubicBezTo>
                  <a:cubicBezTo>
                    <a:pt x="822" y="1586"/>
                    <a:pt x="815" y="1590"/>
                    <a:pt x="806" y="1598"/>
                  </a:cubicBezTo>
                  <a:cubicBezTo>
                    <a:pt x="779" y="1626"/>
                    <a:pt x="764" y="1637"/>
                    <a:pt x="757" y="1637"/>
                  </a:cubicBezTo>
                  <a:cubicBezTo>
                    <a:pt x="751" y="1637"/>
                    <a:pt x="754" y="1626"/>
                    <a:pt x="765" y="1611"/>
                  </a:cubicBezTo>
                  <a:cubicBezTo>
                    <a:pt x="779" y="1595"/>
                    <a:pt x="784" y="1587"/>
                    <a:pt x="781" y="1587"/>
                  </a:cubicBezTo>
                  <a:cubicBezTo>
                    <a:pt x="778" y="1587"/>
                    <a:pt x="770" y="1592"/>
                    <a:pt x="756" y="1601"/>
                  </a:cubicBezTo>
                  <a:cubicBezTo>
                    <a:pt x="777" y="1580"/>
                    <a:pt x="796" y="1559"/>
                    <a:pt x="791" y="1559"/>
                  </a:cubicBezTo>
                  <a:cubicBezTo>
                    <a:pt x="790" y="1559"/>
                    <a:pt x="786" y="1561"/>
                    <a:pt x="778" y="1567"/>
                  </a:cubicBezTo>
                  <a:cubicBezTo>
                    <a:pt x="778" y="1567"/>
                    <a:pt x="778" y="1567"/>
                    <a:pt x="777" y="1567"/>
                  </a:cubicBezTo>
                  <a:cubicBezTo>
                    <a:pt x="776" y="1567"/>
                    <a:pt x="770" y="1569"/>
                    <a:pt x="750" y="1592"/>
                  </a:cubicBezTo>
                  <a:cubicBezTo>
                    <a:pt x="750" y="1592"/>
                    <a:pt x="718" y="1614"/>
                    <a:pt x="687" y="1636"/>
                  </a:cubicBezTo>
                  <a:cubicBezTo>
                    <a:pt x="690" y="1639"/>
                    <a:pt x="662" y="1664"/>
                    <a:pt x="634" y="1689"/>
                  </a:cubicBezTo>
                  <a:cubicBezTo>
                    <a:pt x="629" y="1693"/>
                    <a:pt x="625" y="1695"/>
                    <a:pt x="622" y="1695"/>
                  </a:cubicBezTo>
                  <a:cubicBezTo>
                    <a:pt x="611" y="1695"/>
                    <a:pt x="629" y="1653"/>
                    <a:pt x="699" y="1589"/>
                  </a:cubicBezTo>
                  <a:lnTo>
                    <a:pt x="756" y="1535"/>
                  </a:lnTo>
                  <a:lnTo>
                    <a:pt x="696" y="1583"/>
                  </a:lnTo>
                  <a:cubicBezTo>
                    <a:pt x="693" y="1576"/>
                    <a:pt x="690" y="1573"/>
                    <a:pt x="721" y="1551"/>
                  </a:cubicBezTo>
                  <a:cubicBezTo>
                    <a:pt x="753" y="1529"/>
                    <a:pt x="753" y="1529"/>
                    <a:pt x="750" y="1523"/>
                  </a:cubicBezTo>
                  <a:cubicBezTo>
                    <a:pt x="750" y="1523"/>
                    <a:pt x="749" y="1523"/>
                    <a:pt x="749" y="1523"/>
                  </a:cubicBezTo>
                  <a:cubicBezTo>
                    <a:pt x="747" y="1523"/>
                    <a:pt x="739" y="1525"/>
                    <a:pt x="715" y="1542"/>
                  </a:cubicBezTo>
                  <a:cubicBezTo>
                    <a:pt x="681" y="1567"/>
                    <a:pt x="667" y="1578"/>
                    <a:pt x="665" y="1578"/>
                  </a:cubicBezTo>
                  <a:cubicBezTo>
                    <a:pt x="665" y="1578"/>
                    <a:pt x="672" y="1571"/>
                    <a:pt x="684" y="1561"/>
                  </a:cubicBezTo>
                  <a:cubicBezTo>
                    <a:pt x="716" y="1535"/>
                    <a:pt x="730" y="1522"/>
                    <a:pt x="725" y="1522"/>
                  </a:cubicBezTo>
                  <a:cubicBezTo>
                    <a:pt x="721" y="1522"/>
                    <a:pt x="704" y="1531"/>
                    <a:pt x="674" y="1548"/>
                  </a:cubicBezTo>
                  <a:cubicBezTo>
                    <a:pt x="644" y="1568"/>
                    <a:pt x="628" y="1578"/>
                    <a:pt x="627" y="1578"/>
                  </a:cubicBezTo>
                  <a:cubicBezTo>
                    <a:pt x="626" y="1578"/>
                    <a:pt x="641" y="1567"/>
                    <a:pt x="671" y="1545"/>
                  </a:cubicBezTo>
                  <a:cubicBezTo>
                    <a:pt x="696" y="1532"/>
                    <a:pt x="715" y="1517"/>
                    <a:pt x="731" y="1495"/>
                  </a:cubicBezTo>
                  <a:lnTo>
                    <a:pt x="731" y="1495"/>
                  </a:lnTo>
                  <a:lnTo>
                    <a:pt x="699" y="1517"/>
                  </a:lnTo>
                  <a:cubicBezTo>
                    <a:pt x="665" y="1536"/>
                    <a:pt x="648" y="1545"/>
                    <a:pt x="643" y="1545"/>
                  </a:cubicBezTo>
                  <a:cubicBezTo>
                    <a:pt x="640" y="1545"/>
                    <a:pt x="647" y="1538"/>
                    <a:pt x="662" y="1526"/>
                  </a:cubicBezTo>
                  <a:cubicBezTo>
                    <a:pt x="682" y="1514"/>
                    <a:pt x="689" y="1508"/>
                    <a:pt x="682" y="1508"/>
                  </a:cubicBezTo>
                  <a:cubicBezTo>
                    <a:pt x="678" y="1508"/>
                    <a:pt x="669" y="1510"/>
                    <a:pt x="656" y="1514"/>
                  </a:cubicBezTo>
                  <a:cubicBezTo>
                    <a:pt x="652" y="1504"/>
                    <a:pt x="652" y="1501"/>
                    <a:pt x="684" y="1482"/>
                  </a:cubicBezTo>
                  <a:cubicBezTo>
                    <a:pt x="719" y="1465"/>
                    <a:pt x="736" y="1456"/>
                    <a:pt x="735" y="1456"/>
                  </a:cubicBezTo>
                  <a:lnTo>
                    <a:pt x="735" y="1456"/>
                  </a:lnTo>
                  <a:cubicBezTo>
                    <a:pt x="735" y="1456"/>
                    <a:pt x="717" y="1464"/>
                    <a:pt x="684" y="1479"/>
                  </a:cubicBezTo>
                  <a:cubicBezTo>
                    <a:pt x="669" y="1484"/>
                    <a:pt x="661" y="1487"/>
                    <a:pt x="657" y="1487"/>
                  </a:cubicBezTo>
                  <a:cubicBezTo>
                    <a:pt x="653" y="1487"/>
                    <a:pt x="659" y="1481"/>
                    <a:pt x="677" y="1467"/>
                  </a:cubicBezTo>
                  <a:cubicBezTo>
                    <a:pt x="696" y="1456"/>
                    <a:pt x="704" y="1451"/>
                    <a:pt x="701" y="1451"/>
                  </a:cubicBezTo>
                  <a:cubicBezTo>
                    <a:pt x="698" y="1451"/>
                    <a:pt x="690" y="1453"/>
                    <a:pt x="674" y="1457"/>
                  </a:cubicBezTo>
                  <a:cubicBezTo>
                    <a:pt x="605" y="1492"/>
                    <a:pt x="571" y="1507"/>
                    <a:pt x="574" y="1510"/>
                  </a:cubicBezTo>
                  <a:cubicBezTo>
                    <a:pt x="577" y="1517"/>
                    <a:pt x="577" y="1517"/>
                    <a:pt x="543" y="1532"/>
                  </a:cubicBezTo>
                  <a:lnTo>
                    <a:pt x="536" y="1523"/>
                  </a:lnTo>
                  <a:cubicBezTo>
                    <a:pt x="534" y="1518"/>
                    <a:pt x="534" y="1515"/>
                    <a:pt x="517" y="1515"/>
                  </a:cubicBezTo>
                  <a:cubicBezTo>
                    <a:pt x="511" y="1515"/>
                    <a:pt x="503" y="1516"/>
                    <a:pt x="493" y="1517"/>
                  </a:cubicBezTo>
                  <a:cubicBezTo>
                    <a:pt x="454" y="1520"/>
                    <a:pt x="390" y="1545"/>
                    <a:pt x="418" y="1545"/>
                  </a:cubicBezTo>
                  <a:cubicBezTo>
                    <a:pt x="420" y="1545"/>
                    <a:pt x="421" y="1545"/>
                    <a:pt x="424" y="1545"/>
                  </a:cubicBezTo>
                  <a:lnTo>
                    <a:pt x="424" y="1545"/>
                  </a:lnTo>
                  <a:lnTo>
                    <a:pt x="389" y="1567"/>
                  </a:lnTo>
                  <a:cubicBezTo>
                    <a:pt x="330" y="1592"/>
                    <a:pt x="306" y="1608"/>
                    <a:pt x="317" y="1608"/>
                  </a:cubicBezTo>
                  <a:cubicBezTo>
                    <a:pt x="325" y="1608"/>
                    <a:pt x="351" y="1599"/>
                    <a:pt x="395" y="1579"/>
                  </a:cubicBezTo>
                  <a:cubicBezTo>
                    <a:pt x="450" y="1555"/>
                    <a:pt x="476" y="1543"/>
                    <a:pt x="478" y="1543"/>
                  </a:cubicBezTo>
                  <a:lnTo>
                    <a:pt x="478" y="1543"/>
                  </a:lnTo>
                  <a:cubicBezTo>
                    <a:pt x="480" y="1543"/>
                    <a:pt x="464" y="1552"/>
                    <a:pt x="433" y="1570"/>
                  </a:cubicBezTo>
                  <a:cubicBezTo>
                    <a:pt x="364" y="1601"/>
                    <a:pt x="367" y="1608"/>
                    <a:pt x="370" y="1617"/>
                  </a:cubicBezTo>
                  <a:cubicBezTo>
                    <a:pt x="373" y="1623"/>
                    <a:pt x="373" y="1623"/>
                    <a:pt x="339" y="1639"/>
                  </a:cubicBezTo>
                  <a:cubicBezTo>
                    <a:pt x="308" y="1655"/>
                    <a:pt x="276" y="1680"/>
                    <a:pt x="279" y="1689"/>
                  </a:cubicBezTo>
                  <a:cubicBezTo>
                    <a:pt x="281" y="1691"/>
                    <a:pt x="281" y="1693"/>
                    <a:pt x="283" y="1693"/>
                  </a:cubicBezTo>
                  <a:cubicBezTo>
                    <a:pt x="287" y="1693"/>
                    <a:pt x="295" y="1688"/>
                    <a:pt x="317" y="1677"/>
                  </a:cubicBezTo>
                  <a:cubicBezTo>
                    <a:pt x="326" y="1669"/>
                    <a:pt x="333" y="1666"/>
                    <a:pt x="336" y="1666"/>
                  </a:cubicBezTo>
                  <a:cubicBezTo>
                    <a:pt x="342" y="1666"/>
                    <a:pt x="331" y="1681"/>
                    <a:pt x="289" y="1711"/>
                  </a:cubicBezTo>
                  <a:cubicBezTo>
                    <a:pt x="276" y="1722"/>
                    <a:pt x="269" y="1728"/>
                    <a:pt x="271" y="1728"/>
                  </a:cubicBezTo>
                  <a:cubicBezTo>
                    <a:pt x="274" y="1728"/>
                    <a:pt x="290" y="1719"/>
                    <a:pt x="326" y="1698"/>
                  </a:cubicBezTo>
                  <a:cubicBezTo>
                    <a:pt x="352" y="1685"/>
                    <a:pt x="369" y="1679"/>
                    <a:pt x="376" y="1679"/>
                  </a:cubicBezTo>
                  <a:cubicBezTo>
                    <a:pt x="387" y="1679"/>
                    <a:pt x="374" y="1694"/>
                    <a:pt x="336" y="1720"/>
                  </a:cubicBezTo>
                  <a:cubicBezTo>
                    <a:pt x="336" y="1720"/>
                    <a:pt x="339" y="1730"/>
                    <a:pt x="345" y="1736"/>
                  </a:cubicBezTo>
                  <a:cubicBezTo>
                    <a:pt x="346" y="1737"/>
                    <a:pt x="346" y="1737"/>
                    <a:pt x="348" y="1737"/>
                  </a:cubicBezTo>
                  <a:cubicBezTo>
                    <a:pt x="356" y="1737"/>
                    <a:pt x="384" y="1718"/>
                    <a:pt x="414" y="1702"/>
                  </a:cubicBezTo>
                  <a:cubicBezTo>
                    <a:pt x="448" y="1679"/>
                    <a:pt x="464" y="1669"/>
                    <a:pt x="466" y="1669"/>
                  </a:cubicBezTo>
                  <a:lnTo>
                    <a:pt x="466" y="1669"/>
                  </a:lnTo>
                  <a:cubicBezTo>
                    <a:pt x="468" y="1669"/>
                    <a:pt x="461" y="1676"/>
                    <a:pt x="449" y="1689"/>
                  </a:cubicBezTo>
                  <a:cubicBezTo>
                    <a:pt x="430" y="1705"/>
                    <a:pt x="411" y="1720"/>
                    <a:pt x="389" y="1736"/>
                  </a:cubicBezTo>
                  <a:cubicBezTo>
                    <a:pt x="358" y="1755"/>
                    <a:pt x="361" y="1761"/>
                    <a:pt x="367" y="1771"/>
                  </a:cubicBezTo>
                  <a:cubicBezTo>
                    <a:pt x="369" y="1774"/>
                    <a:pt x="373" y="1780"/>
                    <a:pt x="382" y="1780"/>
                  </a:cubicBezTo>
                  <a:cubicBezTo>
                    <a:pt x="388" y="1780"/>
                    <a:pt x="398" y="1777"/>
                    <a:pt x="411" y="1767"/>
                  </a:cubicBezTo>
                  <a:lnTo>
                    <a:pt x="411" y="1767"/>
                  </a:lnTo>
                  <a:lnTo>
                    <a:pt x="380" y="1789"/>
                  </a:lnTo>
                  <a:cubicBezTo>
                    <a:pt x="382" y="1794"/>
                    <a:pt x="369" y="1805"/>
                    <a:pt x="370" y="1805"/>
                  </a:cubicBezTo>
                  <a:cubicBezTo>
                    <a:pt x="371" y="1805"/>
                    <a:pt x="374" y="1803"/>
                    <a:pt x="383" y="1796"/>
                  </a:cubicBezTo>
                  <a:lnTo>
                    <a:pt x="383" y="1796"/>
                  </a:lnTo>
                  <a:cubicBezTo>
                    <a:pt x="383" y="1796"/>
                    <a:pt x="389" y="1802"/>
                    <a:pt x="367" y="1839"/>
                  </a:cubicBezTo>
                  <a:cubicBezTo>
                    <a:pt x="361" y="1851"/>
                    <a:pt x="364" y="1856"/>
                    <a:pt x="372" y="1856"/>
                  </a:cubicBezTo>
                  <a:cubicBezTo>
                    <a:pt x="390" y="1856"/>
                    <a:pt x="434" y="1829"/>
                    <a:pt x="464" y="1783"/>
                  </a:cubicBezTo>
                  <a:cubicBezTo>
                    <a:pt x="463" y="1780"/>
                    <a:pt x="462" y="1779"/>
                    <a:pt x="463" y="1779"/>
                  </a:cubicBezTo>
                  <a:lnTo>
                    <a:pt x="463" y="1779"/>
                  </a:lnTo>
                  <a:cubicBezTo>
                    <a:pt x="463" y="1779"/>
                    <a:pt x="465" y="1782"/>
                    <a:pt x="471" y="1789"/>
                  </a:cubicBezTo>
                  <a:cubicBezTo>
                    <a:pt x="471" y="1790"/>
                    <a:pt x="472" y="1790"/>
                    <a:pt x="473" y="1790"/>
                  </a:cubicBezTo>
                  <a:cubicBezTo>
                    <a:pt x="480" y="1790"/>
                    <a:pt x="502" y="1771"/>
                    <a:pt x="502" y="1771"/>
                  </a:cubicBezTo>
                  <a:cubicBezTo>
                    <a:pt x="520" y="1758"/>
                    <a:pt x="529" y="1753"/>
                    <a:pt x="534" y="1753"/>
                  </a:cubicBezTo>
                  <a:cubicBezTo>
                    <a:pt x="538" y="1753"/>
                    <a:pt x="540" y="1755"/>
                    <a:pt x="543" y="1758"/>
                  </a:cubicBezTo>
                  <a:lnTo>
                    <a:pt x="483" y="1805"/>
                  </a:lnTo>
                  <a:cubicBezTo>
                    <a:pt x="426" y="1848"/>
                    <a:pt x="397" y="1879"/>
                    <a:pt x="407" y="1879"/>
                  </a:cubicBezTo>
                  <a:cubicBezTo>
                    <a:pt x="412" y="1879"/>
                    <a:pt x="430" y="1868"/>
                    <a:pt x="464" y="1843"/>
                  </a:cubicBezTo>
                  <a:lnTo>
                    <a:pt x="464" y="1843"/>
                  </a:lnTo>
                  <a:lnTo>
                    <a:pt x="436" y="1868"/>
                  </a:lnTo>
                  <a:cubicBezTo>
                    <a:pt x="417" y="1884"/>
                    <a:pt x="414" y="1893"/>
                    <a:pt x="425" y="1893"/>
                  </a:cubicBezTo>
                  <a:cubicBezTo>
                    <a:pt x="430" y="1893"/>
                    <a:pt x="439" y="1891"/>
                    <a:pt x="452" y="1886"/>
                  </a:cubicBezTo>
                  <a:cubicBezTo>
                    <a:pt x="452" y="1887"/>
                    <a:pt x="453" y="1887"/>
                    <a:pt x="454" y="1887"/>
                  </a:cubicBezTo>
                  <a:cubicBezTo>
                    <a:pt x="465" y="1887"/>
                    <a:pt x="519" y="1844"/>
                    <a:pt x="546" y="1821"/>
                  </a:cubicBezTo>
                  <a:cubicBezTo>
                    <a:pt x="565" y="1801"/>
                    <a:pt x="573" y="1798"/>
                    <a:pt x="576" y="1798"/>
                  </a:cubicBezTo>
                  <a:cubicBezTo>
                    <a:pt x="577" y="1798"/>
                    <a:pt x="577" y="1799"/>
                    <a:pt x="577" y="1799"/>
                  </a:cubicBezTo>
                  <a:cubicBezTo>
                    <a:pt x="583" y="1805"/>
                    <a:pt x="583" y="1805"/>
                    <a:pt x="555" y="1830"/>
                  </a:cubicBezTo>
                  <a:cubicBezTo>
                    <a:pt x="525" y="1860"/>
                    <a:pt x="515" y="1877"/>
                    <a:pt x="523" y="1877"/>
                  </a:cubicBezTo>
                  <a:cubicBezTo>
                    <a:pt x="529" y="1877"/>
                    <a:pt x="545" y="1867"/>
                    <a:pt x="571" y="1846"/>
                  </a:cubicBezTo>
                  <a:lnTo>
                    <a:pt x="571" y="1846"/>
                  </a:lnTo>
                  <a:lnTo>
                    <a:pt x="543" y="1874"/>
                  </a:lnTo>
                  <a:cubicBezTo>
                    <a:pt x="519" y="1898"/>
                    <a:pt x="497" y="1934"/>
                    <a:pt x="543" y="1934"/>
                  </a:cubicBezTo>
                  <a:cubicBezTo>
                    <a:pt x="545" y="1934"/>
                    <a:pt x="547" y="1934"/>
                    <a:pt x="549" y="1933"/>
                  </a:cubicBezTo>
                  <a:cubicBezTo>
                    <a:pt x="574" y="1955"/>
                    <a:pt x="593" y="1971"/>
                    <a:pt x="568" y="1999"/>
                  </a:cubicBezTo>
                  <a:cubicBezTo>
                    <a:pt x="562" y="2007"/>
                    <a:pt x="563" y="2011"/>
                    <a:pt x="567" y="2011"/>
                  </a:cubicBezTo>
                  <a:cubicBezTo>
                    <a:pt x="581" y="2011"/>
                    <a:pt x="631" y="1980"/>
                    <a:pt x="671" y="1940"/>
                  </a:cubicBezTo>
                  <a:lnTo>
                    <a:pt x="671" y="1940"/>
                  </a:lnTo>
                  <a:cubicBezTo>
                    <a:pt x="649" y="1971"/>
                    <a:pt x="656" y="1977"/>
                    <a:pt x="668" y="1987"/>
                  </a:cubicBezTo>
                  <a:cubicBezTo>
                    <a:pt x="687" y="1999"/>
                    <a:pt x="687" y="1999"/>
                    <a:pt x="665" y="2031"/>
                  </a:cubicBezTo>
                  <a:cubicBezTo>
                    <a:pt x="641" y="2059"/>
                    <a:pt x="629" y="2073"/>
                    <a:pt x="630" y="2073"/>
                  </a:cubicBezTo>
                  <a:cubicBezTo>
                    <a:pt x="632" y="2073"/>
                    <a:pt x="645" y="2060"/>
                    <a:pt x="671" y="2034"/>
                  </a:cubicBezTo>
                  <a:cubicBezTo>
                    <a:pt x="688" y="2014"/>
                    <a:pt x="699" y="2006"/>
                    <a:pt x="704" y="2006"/>
                  </a:cubicBezTo>
                  <a:cubicBezTo>
                    <a:pt x="715" y="2006"/>
                    <a:pt x="705" y="2040"/>
                    <a:pt x="677" y="2084"/>
                  </a:cubicBezTo>
                  <a:cubicBezTo>
                    <a:pt x="659" y="2115"/>
                    <a:pt x="665" y="2122"/>
                    <a:pt x="681" y="2131"/>
                  </a:cubicBezTo>
                  <a:cubicBezTo>
                    <a:pt x="693" y="2117"/>
                    <a:pt x="703" y="2112"/>
                    <a:pt x="711" y="2112"/>
                  </a:cubicBezTo>
                  <a:cubicBezTo>
                    <a:pt x="719" y="2112"/>
                    <a:pt x="726" y="2117"/>
                    <a:pt x="734" y="2122"/>
                  </a:cubicBezTo>
                  <a:cubicBezTo>
                    <a:pt x="740" y="2125"/>
                    <a:pt x="744" y="2127"/>
                    <a:pt x="748" y="2127"/>
                  </a:cubicBezTo>
                  <a:cubicBezTo>
                    <a:pt x="759" y="2127"/>
                    <a:pt x="765" y="2112"/>
                    <a:pt x="790" y="2065"/>
                  </a:cubicBezTo>
                  <a:cubicBezTo>
                    <a:pt x="816" y="2017"/>
                    <a:pt x="826" y="2006"/>
                    <a:pt x="834" y="2006"/>
                  </a:cubicBezTo>
                  <a:cubicBezTo>
                    <a:pt x="837" y="2006"/>
                    <a:pt x="840" y="2007"/>
                    <a:pt x="844" y="2009"/>
                  </a:cubicBezTo>
                  <a:cubicBezTo>
                    <a:pt x="850" y="2012"/>
                    <a:pt x="856" y="2015"/>
                    <a:pt x="840" y="2049"/>
                  </a:cubicBezTo>
                  <a:cubicBezTo>
                    <a:pt x="840" y="2049"/>
                    <a:pt x="831" y="2087"/>
                    <a:pt x="837" y="2090"/>
                  </a:cubicBezTo>
                  <a:cubicBezTo>
                    <a:pt x="844" y="2093"/>
                    <a:pt x="853" y="2096"/>
                    <a:pt x="837" y="2131"/>
                  </a:cubicBezTo>
                  <a:cubicBezTo>
                    <a:pt x="837" y="2131"/>
                    <a:pt x="828" y="2169"/>
                    <a:pt x="844" y="2178"/>
                  </a:cubicBezTo>
                  <a:cubicBezTo>
                    <a:pt x="859" y="2184"/>
                    <a:pt x="872" y="2190"/>
                    <a:pt x="859" y="2225"/>
                  </a:cubicBezTo>
                  <a:cubicBezTo>
                    <a:pt x="861" y="2226"/>
                    <a:pt x="862" y="2226"/>
                    <a:pt x="863" y="2226"/>
                  </a:cubicBezTo>
                  <a:cubicBezTo>
                    <a:pt x="866" y="2226"/>
                    <a:pt x="869" y="2220"/>
                    <a:pt x="881" y="2194"/>
                  </a:cubicBezTo>
                  <a:cubicBezTo>
                    <a:pt x="889" y="2171"/>
                    <a:pt x="901" y="2150"/>
                    <a:pt x="913" y="2150"/>
                  </a:cubicBezTo>
                  <a:cubicBezTo>
                    <a:pt x="920" y="2150"/>
                    <a:pt x="926" y="2156"/>
                    <a:pt x="931" y="2172"/>
                  </a:cubicBezTo>
                  <a:cubicBezTo>
                    <a:pt x="938" y="2174"/>
                    <a:pt x="946" y="2177"/>
                    <a:pt x="953" y="2177"/>
                  </a:cubicBezTo>
                  <a:cubicBezTo>
                    <a:pt x="964" y="2177"/>
                    <a:pt x="974" y="2171"/>
                    <a:pt x="981" y="2150"/>
                  </a:cubicBezTo>
                  <a:lnTo>
                    <a:pt x="981" y="2150"/>
                  </a:lnTo>
                  <a:cubicBezTo>
                    <a:pt x="988" y="2153"/>
                    <a:pt x="988" y="2153"/>
                    <a:pt x="975" y="2190"/>
                  </a:cubicBezTo>
                  <a:cubicBezTo>
                    <a:pt x="964" y="2228"/>
                    <a:pt x="963" y="2248"/>
                    <a:pt x="971" y="2248"/>
                  </a:cubicBezTo>
                  <a:cubicBezTo>
                    <a:pt x="977" y="2248"/>
                    <a:pt x="990" y="2232"/>
                    <a:pt x="1006" y="2200"/>
                  </a:cubicBezTo>
                  <a:cubicBezTo>
                    <a:pt x="1011" y="2184"/>
                    <a:pt x="1015" y="2176"/>
                    <a:pt x="1018" y="2176"/>
                  </a:cubicBezTo>
                  <a:cubicBezTo>
                    <a:pt x="1022" y="2176"/>
                    <a:pt x="1024" y="2186"/>
                    <a:pt x="1022" y="2206"/>
                  </a:cubicBezTo>
                  <a:cubicBezTo>
                    <a:pt x="1022" y="2206"/>
                    <a:pt x="1022" y="2206"/>
                    <a:pt x="1023" y="2206"/>
                  </a:cubicBezTo>
                  <a:cubicBezTo>
                    <a:pt x="1024" y="2206"/>
                    <a:pt x="1031" y="2204"/>
                    <a:pt x="1047" y="2175"/>
                  </a:cubicBezTo>
                  <a:cubicBezTo>
                    <a:pt x="1055" y="2158"/>
                    <a:pt x="1059" y="2148"/>
                    <a:pt x="1062" y="2148"/>
                  </a:cubicBezTo>
                  <a:cubicBezTo>
                    <a:pt x="1064" y="2148"/>
                    <a:pt x="1066" y="2158"/>
                    <a:pt x="1069" y="2178"/>
                  </a:cubicBezTo>
                  <a:cubicBezTo>
                    <a:pt x="1060" y="2216"/>
                    <a:pt x="1069" y="2219"/>
                    <a:pt x="1075" y="2219"/>
                  </a:cubicBezTo>
                  <a:cubicBezTo>
                    <a:pt x="1084" y="2208"/>
                    <a:pt x="1099" y="2204"/>
                    <a:pt x="1115" y="2204"/>
                  </a:cubicBezTo>
                  <a:cubicBezTo>
                    <a:pt x="1147" y="2204"/>
                    <a:pt x="1184" y="2221"/>
                    <a:pt x="1188" y="2244"/>
                  </a:cubicBezTo>
                  <a:cubicBezTo>
                    <a:pt x="1201" y="2209"/>
                    <a:pt x="1201" y="2209"/>
                    <a:pt x="1207" y="2209"/>
                  </a:cubicBezTo>
                  <a:cubicBezTo>
                    <a:pt x="1207" y="2239"/>
                    <a:pt x="1209" y="2251"/>
                    <a:pt x="1212" y="2251"/>
                  </a:cubicBezTo>
                  <a:cubicBezTo>
                    <a:pt x="1216" y="2251"/>
                    <a:pt x="1222" y="2221"/>
                    <a:pt x="1226" y="2175"/>
                  </a:cubicBezTo>
                  <a:lnTo>
                    <a:pt x="1220" y="2172"/>
                  </a:lnTo>
                  <a:lnTo>
                    <a:pt x="1213" y="2172"/>
                  </a:lnTo>
                  <a:cubicBezTo>
                    <a:pt x="1217" y="2138"/>
                    <a:pt x="1223" y="2121"/>
                    <a:pt x="1228" y="2121"/>
                  </a:cubicBezTo>
                  <a:cubicBezTo>
                    <a:pt x="1234" y="2121"/>
                    <a:pt x="1237" y="2149"/>
                    <a:pt x="1232" y="2212"/>
                  </a:cubicBezTo>
                  <a:cubicBezTo>
                    <a:pt x="1231" y="2250"/>
                    <a:pt x="1231" y="2269"/>
                    <a:pt x="1233" y="2269"/>
                  </a:cubicBezTo>
                  <a:cubicBezTo>
                    <a:pt x="1235" y="2269"/>
                    <a:pt x="1240" y="2251"/>
                    <a:pt x="1248" y="2216"/>
                  </a:cubicBezTo>
                  <a:cubicBezTo>
                    <a:pt x="1254" y="2178"/>
                    <a:pt x="1259" y="2160"/>
                    <a:pt x="1262" y="2160"/>
                  </a:cubicBezTo>
                  <a:cubicBezTo>
                    <a:pt x="1266" y="2160"/>
                    <a:pt x="1268" y="2179"/>
                    <a:pt x="1270" y="2219"/>
                  </a:cubicBezTo>
                  <a:cubicBezTo>
                    <a:pt x="1267" y="2256"/>
                    <a:pt x="1265" y="2275"/>
                    <a:pt x="1266" y="2275"/>
                  </a:cubicBezTo>
                  <a:cubicBezTo>
                    <a:pt x="1267" y="2275"/>
                    <a:pt x="1271" y="2256"/>
                    <a:pt x="1279" y="2219"/>
                  </a:cubicBezTo>
                  <a:cubicBezTo>
                    <a:pt x="1293" y="2136"/>
                    <a:pt x="1305" y="2088"/>
                    <a:pt x="1313" y="2088"/>
                  </a:cubicBezTo>
                  <a:cubicBezTo>
                    <a:pt x="1318" y="2088"/>
                    <a:pt x="1321" y="2118"/>
                    <a:pt x="1320" y="2184"/>
                  </a:cubicBezTo>
                  <a:cubicBezTo>
                    <a:pt x="1317" y="2263"/>
                    <a:pt x="1323" y="2300"/>
                    <a:pt x="1329" y="2300"/>
                  </a:cubicBezTo>
                  <a:cubicBezTo>
                    <a:pt x="1339" y="2300"/>
                    <a:pt x="1339" y="2263"/>
                    <a:pt x="1342" y="2225"/>
                  </a:cubicBezTo>
                  <a:cubicBezTo>
                    <a:pt x="1339" y="2187"/>
                    <a:pt x="1339" y="2169"/>
                    <a:pt x="1341" y="2169"/>
                  </a:cubicBezTo>
                  <a:lnTo>
                    <a:pt x="1341" y="2169"/>
                  </a:lnTo>
                  <a:cubicBezTo>
                    <a:pt x="1344" y="2169"/>
                    <a:pt x="1350" y="2187"/>
                    <a:pt x="1357" y="2225"/>
                  </a:cubicBezTo>
                  <a:cubicBezTo>
                    <a:pt x="1370" y="2288"/>
                    <a:pt x="1381" y="2315"/>
                    <a:pt x="1392" y="2315"/>
                  </a:cubicBezTo>
                  <a:cubicBezTo>
                    <a:pt x="1401" y="2315"/>
                    <a:pt x="1410" y="2298"/>
                    <a:pt x="1420" y="2266"/>
                  </a:cubicBezTo>
                  <a:cubicBezTo>
                    <a:pt x="1434" y="2228"/>
                    <a:pt x="1447" y="2208"/>
                    <a:pt x="1454" y="2208"/>
                  </a:cubicBezTo>
                  <a:cubicBezTo>
                    <a:pt x="1461" y="2208"/>
                    <a:pt x="1462" y="2227"/>
                    <a:pt x="1455" y="2266"/>
                  </a:cubicBezTo>
                  <a:cubicBezTo>
                    <a:pt x="1447" y="2310"/>
                    <a:pt x="1444" y="2328"/>
                    <a:pt x="1446" y="2328"/>
                  </a:cubicBezTo>
                  <a:cubicBezTo>
                    <a:pt x="1446" y="2328"/>
                    <a:pt x="1449" y="2319"/>
                    <a:pt x="1455" y="2303"/>
                  </a:cubicBezTo>
                  <a:lnTo>
                    <a:pt x="1499" y="2300"/>
                  </a:lnTo>
                  <a:cubicBezTo>
                    <a:pt x="1505" y="2297"/>
                    <a:pt x="1511" y="2259"/>
                    <a:pt x="1505" y="2222"/>
                  </a:cubicBezTo>
                  <a:lnTo>
                    <a:pt x="1505" y="2222"/>
                  </a:lnTo>
                  <a:cubicBezTo>
                    <a:pt x="1514" y="2268"/>
                    <a:pt x="1527" y="2298"/>
                    <a:pt x="1537" y="2298"/>
                  </a:cubicBezTo>
                  <a:cubicBezTo>
                    <a:pt x="1544" y="2298"/>
                    <a:pt x="1549" y="2286"/>
                    <a:pt x="1552" y="2256"/>
                  </a:cubicBezTo>
                  <a:lnTo>
                    <a:pt x="1567" y="2256"/>
                  </a:lnTo>
                  <a:cubicBezTo>
                    <a:pt x="1574" y="2253"/>
                    <a:pt x="1574" y="2253"/>
                    <a:pt x="1577" y="2216"/>
                  </a:cubicBezTo>
                  <a:cubicBezTo>
                    <a:pt x="1578" y="2204"/>
                    <a:pt x="1580" y="2199"/>
                    <a:pt x="1582" y="2199"/>
                  </a:cubicBezTo>
                  <a:cubicBezTo>
                    <a:pt x="1588" y="2199"/>
                    <a:pt x="1597" y="2224"/>
                    <a:pt x="1608" y="2250"/>
                  </a:cubicBezTo>
                  <a:cubicBezTo>
                    <a:pt x="1619" y="2274"/>
                    <a:pt x="1630" y="2300"/>
                    <a:pt x="1633" y="2300"/>
                  </a:cubicBezTo>
                  <a:cubicBezTo>
                    <a:pt x="1633" y="2300"/>
                    <a:pt x="1633" y="2296"/>
                    <a:pt x="1630" y="2284"/>
                  </a:cubicBezTo>
                  <a:cubicBezTo>
                    <a:pt x="1627" y="2244"/>
                    <a:pt x="1627" y="2206"/>
                    <a:pt x="1630" y="2169"/>
                  </a:cubicBezTo>
                  <a:cubicBezTo>
                    <a:pt x="1630" y="2157"/>
                    <a:pt x="1632" y="2152"/>
                    <a:pt x="1634" y="2152"/>
                  </a:cubicBezTo>
                  <a:cubicBezTo>
                    <a:pt x="1638" y="2152"/>
                    <a:pt x="1646" y="2177"/>
                    <a:pt x="1646" y="2203"/>
                  </a:cubicBezTo>
                  <a:cubicBezTo>
                    <a:pt x="1649" y="2228"/>
                    <a:pt x="1661" y="2253"/>
                    <a:pt x="1680" y="2275"/>
                  </a:cubicBezTo>
                  <a:cubicBezTo>
                    <a:pt x="1690" y="2272"/>
                    <a:pt x="1705" y="2269"/>
                    <a:pt x="1696" y="2231"/>
                  </a:cubicBezTo>
                  <a:cubicBezTo>
                    <a:pt x="1690" y="2211"/>
                    <a:pt x="1703" y="2200"/>
                    <a:pt x="1719" y="2200"/>
                  </a:cubicBezTo>
                  <a:cubicBezTo>
                    <a:pt x="1730" y="2200"/>
                    <a:pt x="1743" y="2206"/>
                    <a:pt x="1752" y="2219"/>
                  </a:cubicBezTo>
                  <a:lnTo>
                    <a:pt x="1768" y="2212"/>
                  </a:lnTo>
                  <a:cubicBezTo>
                    <a:pt x="1774" y="2209"/>
                    <a:pt x="1768" y="2172"/>
                    <a:pt x="1777" y="2169"/>
                  </a:cubicBezTo>
                  <a:cubicBezTo>
                    <a:pt x="1777" y="2169"/>
                    <a:pt x="1784" y="2165"/>
                    <a:pt x="1777" y="2128"/>
                  </a:cubicBezTo>
                  <a:cubicBezTo>
                    <a:pt x="1779" y="2128"/>
                    <a:pt x="1780" y="2128"/>
                    <a:pt x="1782" y="2128"/>
                  </a:cubicBezTo>
                  <a:cubicBezTo>
                    <a:pt x="1789" y="2128"/>
                    <a:pt x="1795" y="2130"/>
                    <a:pt x="1806" y="2159"/>
                  </a:cubicBezTo>
                  <a:cubicBezTo>
                    <a:pt x="1796" y="2122"/>
                    <a:pt x="1791" y="2104"/>
                    <a:pt x="1794" y="2104"/>
                  </a:cubicBezTo>
                  <a:lnTo>
                    <a:pt x="1794" y="2104"/>
                  </a:lnTo>
                  <a:cubicBezTo>
                    <a:pt x="1796" y="2104"/>
                    <a:pt x="1804" y="2121"/>
                    <a:pt x="1821" y="2153"/>
                  </a:cubicBezTo>
                  <a:cubicBezTo>
                    <a:pt x="1837" y="2189"/>
                    <a:pt x="1845" y="2207"/>
                    <a:pt x="1846" y="2207"/>
                  </a:cubicBezTo>
                  <a:cubicBezTo>
                    <a:pt x="1847" y="2207"/>
                    <a:pt x="1842" y="2189"/>
                    <a:pt x="1831" y="2153"/>
                  </a:cubicBezTo>
                  <a:cubicBezTo>
                    <a:pt x="1826" y="2133"/>
                    <a:pt x="1823" y="2124"/>
                    <a:pt x="1826" y="2124"/>
                  </a:cubicBezTo>
                  <a:lnTo>
                    <a:pt x="1826" y="2124"/>
                  </a:lnTo>
                  <a:cubicBezTo>
                    <a:pt x="1828" y="2124"/>
                    <a:pt x="1834" y="2132"/>
                    <a:pt x="1846" y="2147"/>
                  </a:cubicBezTo>
                  <a:cubicBezTo>
                    <a:pt x="1852" y="2163"/>
                    <a:pt x="1858" y="2171"/>
                    <a:pt x="1860" y="2171"/>
                  </a:cubicBezTo>
                  <a:cubicBezTo>
                    <a:pt x="1862" y="2171"/>
                    <a:pt x="1861" y="2161"/>
                    <a:pt x="1853" y="2143"/>
                  </a:cubicBezTo>
                  <a:cubicBezTo>
                    <a:pt x="1836" y="2097"/>
                    <a:pt x="1832" y="2062"/>
                    <a:pt x="1840" y="2062"/>
                  </a:cubicBezTo>
                  <a:cubicBezTo>
                    <a:pt x="1845" y="2062"/>
                    <a:pt x="1853" y="2072"/>
                    <a:pt x="1865" y="2096"/>
                  </a:cubicBezTo>
                  <a:cubicBezTo>
                    <a:pt x="1865" y="2096"/>
                    <a:pt x="1871" y="2093"/>
                    <a:pt x="1862" y="2056"/>
                  </a:cubicBezTo>
                  <a:cubicBezTo>
                    <a:pt x="1848" y="2020"/>
                    <a:pt x="1840" y="2002"/>
                    <a:pt x="1840" y="2002"/>
                  </a:cubicBezTo>
                  <a:lnTo>
                    <a:pt x="1840" y="2002"/>
                  </a:lnTo>
                  <a:cubicBezTo>
                    <a:pt x="1841" y="2002"/>
                    <a:pt x="1849" y="2020"/>
                    <a:pt x="1868" y="2053"/>
                  </a:cubicBezTo>
                  <a:cubicBezTo>
                    <a:pt x="1888" y="2082"/>
                    <a:pt x="1900" y="2097"/>
                    <a:pt x="1904" y="2097"/>
                  </a:cubicBezTo>
                  <a:cubicBezTo>
                    <a:pt x="1909" y="2097"/>
                    <a:pt x="1904" y="2079"/>
                    <a:pt x="1887" y="2043"/>
                  </a:cubicBezTo>
                  <a:cubicBezTo>
                    <a:pt x="1887" y="2043"/>
                    <a:pt x="1881" y="2024"/>
                    <a:pt x="1886" y="2024"/>
                  </a:cubicBezTo>
                  <a:cubicBezTo>
                    <a:pt x="1888" y="2024"/>
                    <a:pt x="1892" y="2028"/>
                    <a:pt x="1900" y="2037"/>
                  </a:cubicBezTo>
                  <a:cubicBezTo>
                    <a:pt x="1914" y="2049"/>
                    <a:pt x="1934" y="2058"/>
                    <a:pt x="1948" y="2058"/>
                  </a:cubicBezTo>
                  <a:cubicBezTo>
                    <a:pt x="1965" y="2058"/>
                    <a:pt x="1973" y="2045"/>
                    <a:pt x="1947" y="2012"/>
                  </a:cubicBezTo>
                  <a:lnTo>
                    <a:pt x="1959" y="2002"/>
                  </a:lnTo>
                  <a:cubicBezTo>
                    <a:pt x="1972" y="2013"/>
                    <a:pt x="1981" y="2018"/>
                    <a:pt x="1985" y="2018"/>
                  </a:cubicBezTo>
                  <a:cubicBezTo>
                    <a:pt x="1992" y="2018"/>
                    <a:pt x="1990" y="2007"/>
                    <a:pt x="1981" y="1987"/>
                  </a:cubicBezTo>
                  <a:lnTo>
                    <a:pt x="1965" y="1952"/>
                  </a:lnTo>
                  <a:lnTo>
                    <a:pt x="1965" y="1952"/>
                  </a:lnTo>
                  <a:cubicBezTo>
                    <a:pt x="1986" y="1982"/>
                    <a:pt x="2012" y="2006"/>
                    <a:pt x="2021" y="2006"/>
                  </a:cubicBezTo>
                  <a:cubicBezTo>
                    <a:pt x="2021" y="2006"/>
                    <a:pt x="2021" y="2006"/>
                    <a:pt x="2022" y="2006"/>
                  </a:cubicBezTo>
                  <a:cubicBezTo>
                    <a:pt x="2031" y="1999"/>
                    <a:pt x="2028" y="1999"/>
                    <a:pt x="2006" y="1971"/>
                  </a:cubicBezTo>
                  <a:cubicBezTo>
                    <a:pt x="1978" y="1946"/>
                    <a:pt x="1984" y="1940"/>
                    <a:pt x="1987" y="1937"/>
                  </a:cubicBezTo>
                  <a:cubicBezTo>
                    <a:pt x="1988" y="1936"/>
                    <a:pt x="1988" y="1936"/>
                    <a:pt x="1989" y="1936"/>
                  </a:cubicBezTo>
                  <a:cubicBezTo>
                    <a:pt x="1997" y="1936"/>
                    <a:pt x="2026" y="1960"/>
                    <a:pt x="2050" y="1987"/>
                  </a:cubicBezTo>
                  <a:lnTo>
                    <a:pt x="2056" y="1984"/>
                  </a:lnTo>
                  <a:cubicBezTo>
                    <a:pt x="2026" y="1947"/>
                    <a:pt x="2016" y="1932"/>
                    <a:pt x="2019" y="1932"/>
                  </a:cubicBezTo>
                  <a:lnTo>
                    <a:pt x="2019" y="1932"/>
                  </a:lnTo>
                  <a:cubicBezTo>
                    <a:pt x="2021" y="1932"/>
                    <a:pt x="2028" y="1938"/>
                    <a:pt x="2038" y="1949"/>
                  </a:cubicBezTo>
                  <a:cubicBezTo>
                    <a:pt x="2056" y="1964"/>
                    <a:pt x="2065" y="1968"/>
                    <a:pt x="2070" y="1968"/>
                  </a:cubicBezTo>
                  <a:cubicBezTo>
                    <a:pt x="2074" y="1968"/>
                    <a:pt x="2076" y="1966"/>
                    <a:pt x="2078" y="1965"/>
                  </a:cubicBezTo>
                  <a:cubicBezTo>
                    <a:pt x="2069" y="1954"/>
                    <a:pt x="2067" y="1951"/>
                    <a:pt x="2069" y="1951"/>
                  </a:cubicBezTo>
                  <a:lnTo>
                    <a:pt x="2069" y="1951"/>
                  </a:lnTo>
                  <a:cubicBezTo>
                    <a:pt x="2071" y="1951"/>
                    <a:pt x="2082" y="1961"/>
                    <a:pt x="2078" y="1965"/>
                  </a:cubicBezTo>
                  <a:lnTo>
                    <a:pt x="2103" y="1993"/>
                  </a:lnTo>
                  <a:cubicBezTo>
                    <a:pt x="2111" y="1999"/>
                    <a:pt x="2115" y="2001"/>
                    <a:pt x="2117" y="2001"/>
                  </a:cubicBezTo>
                  <a:cubicBezTo>
                    <a:pt x="2122" y="2001"/>
                    <a:pt x="2103" y="1980"/>
                    <a:pt x="2085" y="1959"/>
                  </a:cubicBezTo>
                  <a:lnTo>
                    <a:pt x="2094" y="1949"/>
                  </a:lnTo>
                  <a:cubicBezTo>
                    <a:pt x="2100" y="1943"/>
                    <a:pt x="2106" y="1937"/>
                    <a:pt x="2075" y="1915"/>
                  </a:cubicBezTo>
                  <a:cubicBezTo>
                    <a:pt x="2050" y="1890"/>
                    <a:pt x="2022" y="1861"/>
                    <a:pt x="2028" y="1855"/>
                  </a:cubicBezTo>
                  <a:lnTo>
                    <a:pt x="2028" y="1855"/>
                  </a:lnTo>
                  <a:cubicBezTo>
                    <a:pt x="2051" y="1881"/>
                    <a:pt x="2076" y="1906"/>
                    <a:pt x="2083" y="1906"/>
                  </a:cubicBezTo>
                  <a:cubicBezTo>
                    <a:pt x="2084" y="1906"/>
                    <a:pt x="2084" y="1906"/>
                    <a:pt x="2085" y="1905"/>
                  </a:cubicBezTo>
                  <a:cubicBezTo>
                    <a:pt x="2085" y="1905"/>
                    <a:pt x="2086" y="1904"/>
                    <a:pt x="2087" y="1904"/>
                  </a:cubicBezTo>
                  <a:cubicBezTo>
                    <a:pt x="2096" y="1904"/>
                    <a:pt x="2119" y="1927"/>
                    <a:pt x="2119" y="1927"/>
                  </a:cubicBezTo>
                  <a:cubicBezTo>
                    <a:pt x="2135" y="1947"/>
                    <a:pt x="2145" y="1955"/>
                    <a:pt x="2151" y="1955"/>
                  </a:cubicBezTo>
                  <a:cubicBezTo>
                    <a:pt x="2162" y="1955"/>
                    <a:pt x="2155" y="1926"/>
                    <a:pt x="2141" y="1905"/>
                  </a:cubicBezTo>
                  <a:cubicBezTo>
                    <a:pt x="2117" y="1873"/>
                    <a:pt x="2107" y="1856"/>
                    <a:pt x="2112" y="1856"/>
                  </a:cubicBezTo>
                  <a:cubicBezTo>
                    <a:pt x="2117" y="1856"/>
                    <a:pt x="2131" y="1867"/>
                    <a:pt x="2157" y="1890"/>
                  </a:cubicBezTo>
                  <a:cubicBezTo>
                    <a:pt x="2171" y="1902"/>
                    <a:pt x="2179" y="1908"/>
                    <a:pt x="2181" y="1908"/>
                  </a:cubicBezTo>
                  <a:cubicBezTo>
                    <a:pt x="2188" y="1908"/>
                    <a:pt x="2148" y="1860"/>
                    <a:pt x="2088" y="1802"/>
                  </a:cubicBezTo>
                  <a:lnTo>
                    <a:pt x="2003" y="1724"/>
                  </a:lnTo>
                  <a:lnTo>
                    <a:pt x="2091" y="1796"/>
                  </a:lnTo>
                  <a:cubicBezTo>
                    <a:pt x="2155" y="1844"/>
                    <a:pt x="2185" y="1866"/>
                    <a:pt x="2192" y="1866"/>
                  </a:cubicBezTo>
                  <a:cubicBezTo>
                    <a:pt x="2199" y="1866"/>
                    <a:pt x="2188" y="1850"/>
                    <a:pt x="2166" y="1821"/>
                  </a:cubicBezTo>
                  <a:cubicBezTo>
                    <a:pt x="2156" y="1801"/>
                    <a:pt x="2150" y="1793"/>
                    <a:pt x="2152" y="1793"/>
                  </a:cubicBezTo>
                  <a:lnTo>
                    <a:pt x="2152" y="1793"/>
                  </a:lnTo>
                  <a:cubicBezTo>
                    <a:pt x="2154" y="1793"/>
                    <a:pt x="2162" y="1798"/>
                    <a:pt x="2175" y="1808"/>
                  </a:cubicBezTo>
                  <a:cubicBezTo>
                    <a:pt x="2190" y="1818"/>
                    <a:pt x="2198" y="1822"/>
                    <a:pt x="2205" y="1822"/>
                  </a:cubicBezTo>
                  <a:cubicBezTo>
                    <a:pt x="2212" y="1822"/>
                    <a:pt x="2217" y="1817"/>
                    <a:pt x="2226" y="1808"/>
                  </a:cubicBezTo>
                  <a:cubicBezTo>
                    <a:pt x="2241" y="1789"/>
                    <a:pt x="2244" y="1783"/>
                    <a:pt x="2213" y="1761"/>
                  </a:cubicBezTo>
                  <a:cubicBezTo>
                    <a:pt x="2216" y="1758"/>
                    <a:pt x="2219" y="1755"/>
                    <a:pt x="2222" y="1749"/>
                  </a:cubicBezTo>
                  <a:cubicBezTo>
                    <a:pt x="2243" y="1759"/>
                    <a:pt x="2255" y="1763"/>
                    <a:pt x="2260" y="1763"/>
                  </a:cubicBezTo>
                  <a:cubicBezTo>
                    <a:pt x="2273" y="1763"/>
                    <a:pt x="2246" y="1739"/>
                    <a:pt x="2197" y="1717"/>
                  </a:cubicBezTo>
                  <a:lnTo>
                    <a:pt x="2204" y="1705"/>
                  </a:lnTo>
                  <a:lnTo>
                    <a:pt x="2235" y="1724"/>
                  </a:lnTo>
                  <a:cubicBezTo>
                    <a:pt x="2245" y="1729"/>
                    <a:pt x="2252" y="1732"/>
                    <a:pt x="2259" y="1732"/>
                  </a:cubicBezTo>
                  <a:cubicBezTo>
                    <a:pt x="2275" y="1732"/>
                    <a:pt x="2285" y="1714"/>
                    <a:pt x="2307" y="1673"/>
                  </a:cubicBezTo>
                  <a:cubicBezTo>
                    <a:pt x="2338" y="1611"/>
                    <a:pt x="2338" y="1601"/>
                    <a:pt x="2269" y="1576"/>
                  </a:cubicBezTo>
                  <a:cubicBezTo>
                    <a:pt x="2229" y="1558"/>
                    <a:pt x="2212" y="1548"/>
                    <a:pt x="2220" y="1548"/>
                  </a:cubicBezTo>
                  <a:cubicBezTo>
                    <a:pt x="2225" y="1548"/>
                    <a:pt x="2242" y="1553"/>
                    <a:pt x="2273" y="1564"/>
                  </a:cubicBezTo>
                  <a:cubicBezTo>
                    <a:pt x="2296" y="1571"/>
                    <a:pt x="2319" y="1577"/>
                    <a:pt x="2325" y="1577"/>
                  </a:cubicBezTo>
                  <a:cubicBezTo>
                    <a:pt x="2329" y="1577"/>
                    <a:pt x="2326" y="1575"/>
                    <a:pt x="2313" y="1570"/>
                  </a:cubicBezTo>
                  <a:cubicBezTo>
                    <a:pt x="2313" y="1570"/>
                    <a:pt x="2315" y="1559"/>
                    <a:pt x="2340" y="1559"/>
                  </a:cubicBezTo>
                  <a:cubicBezTo>
                    <a:pt x="2345" y="1559"/>
                    <a:pt x="2350" y="1560"/>
                    <a:pt x="2357" y="1561"/>
                  </a:cubicBezTo>
                  <a:cubicBezTo>
                    <a:pt x="2439" y="1561"/>
                    <a:pt x="2404" y="1539"/>
                    <a:pt x="2367" y="1529"/>
                  </a:cubicBezTo>
                  <a:cubicBezTo>
                    <a:pt x="2325" y="1522"/>
                    <a:pt x="2319" y="1520"/>
                    <a:pt x="2328" y="1520"/>
                  </a:cubicBezTo>
                  <a:cubicBezTo>
                    <a:pt x="2335" y="1520"/>
                    <a:pt x="2353" y="1522"/>
                    <a:pt x="2370" y="1523"/>
                  </a:cubicBezTo>
                  <a:cubicBezTo>
                    <a:pt x="2383" y="1524"/>
                    <a:pt x="2398" y="1525"/>
                    <a:pt x="2408" y="1525"/>
                  </a:cubicBezTo>
                  <a:cubicBezTo>
                    <a:pt x="2427" y="1525"/>
                    <a:pt x="2434" y="1523"/>
                    <a:pt x="2410" y="1517"/>
                  </a:cubicBezTo>
                  <a:cubicBezTo>
                    <a:pt x="2380" y="1500"/>
                    <a:pt x="2357" y="1457"/>
                    <a:pt x="2400" y="1457"/>
                  </a:cubicBezTo>
                  <a:cubicBezTo>
                    <a:pt x="2406" y="1457"/>
                    <a:pt x="2414" y="1458"/>
                    <a:pt x="2423" y="1460"/>
                  </a:cubicBezTo>
                  <a:cubicBezTo>
                    <a:pt x="2423" y="1460"/>
                    <a:pt x="2426" y="1454"/>
                    <a:pt x="2429" y="1445"/>
                  </a:cubicBezTo>
                  <a:cubicBezTo>
                    <a:pt x="2392" y="1438"/>
                    <a:pt x="2395" y="1423"/>
                    <a:pt x="2398" y="1407"/>
                  </a:cubicBezTo>
                  <a:cubicBezTo>
                    <a:pt x="2401" y="1394"/>
                    <a:pt x="2403" y="1387"/>
                    <a:pt x="2426" y="1387"/>
                  </a:cubicBezTo>
                  <a:cubicBezTo>
                    <a:pt x="2430" y="1387"/>
                    <a:pt x="2436" y="1388"/>
                    <a:pt x="2442" y="1388"/>
                  </a:cubicBezTo>
                  <a:cubicBezTo>
                    <a:pt x="2454" y="1394"/>
                    <a:pt x="2462" y="1396"/>
                    <a:pt x="2466" y="1396"/>
                  </a:cubicBezTo>
                  <a:cubicBezTo>
                    <a:pt x="2474" y="1396"/>
                    <a:pt x="2467" y="1387"/>
                    <a:pt x="2442" y="1373"/>
                  </a:cubicBezTo>
                  <a:cubicBezTo>
                    <a:pt x="2442" y="1363"/>
                    <a:pt x="2370" y="1347"/>
                    <a:pt x="2370" y="1341"/>
                  </a:cubicBezTo>
                  <a:cubicBezTo>
                    <a:pt x="2332" y="1338"/>
                    <a:pt x="2294" y="1326"/>
                    <a:pt x="2294" y="1319"/>
                  </a:cubicBezTo>
                  <a:lnTo>
                    <a:pt x="2294" y="1319"/>
                  </a:lnTo>
                  <a:lnTo>
                    <a:pt x="2332" y="1322"/>
                  </a:lnTo>
                  <a:lnTo>
                    <a:pt x="2410" y="1329"/>
                  </a:lnTo>
                  <a:cubicBezTo>
                    <a:pt x="2410" y="1319"/>
                    <a:pt x="2410" y="1313"/>
                    <a:pt x="2373" y="1310"/>
                  </a:cubicBezTo>
                  <a:cubicBezTo>
                    <a:pt x="2410" y="1304"/>
                    <a:pt x="2414" y="1297"/>
                    <a:pt x="2414" y="1282"/>
                  </a:cubicBezTo>
                  <a:cubicBezTo>
                    <a:pt x="2417" y="1266"/>
                    <a:pt x="2417" y="1250"/>
                    <a:pt x="2379" y="1241"/>
                  </a:cubicBezTo>
                  <a:cubicBezTo>
                    <a:pt x="2454" y="1235"/>
                    <a:pt x="2454" y="1185"/>
                    <a:pt x="2379" y="1178"/>
                  </a:cubicBezTo>
                  <a:cubicBezTo>
                    <a:pt x="2374" y="1179"/>
                    <a:pt x="2370" y="1179"/>
                    <a:pt x="2366" y="1179"/>
                  </a:cubicBezTo>
                  <a:cubicBezTo>
                    <a:pt x="2342" y="1179"/>
                    <a:pt x="2347" y="1171"/>
                    <a:pt x="2379" y="1163"/>
                  </a:cubicBezTo>
                  <a:cubicBezTo>
                    <a:pt x="2417" y="1153"/>
                    <a:pt x="2417" y="1153"/>
                    <a:pt x="2379" y="1147"/>
                  </a:cubicBezTo>
                  <a:cubicBezTo>
                    <a:pt x="2342" y="1144"/>
                    <a:pt x="2379" y="1131"/>
                    <a:pt x="2417" y="1122"/>
                  </a:cubicBezTo>
                  <a:cubicBezTo>
                    <a:pt x="2492" y="1106"/>
                    <a:pt x="2492" y="1097"/>
                    <a:pt x="2454" y="1094"/>
                  </a:cubicBezTo>
                  <a:cubicBezTo>
                    <a:pt x="2414" y="1081"/>
                    <a:pt x="2410" y="1065"/>
                    <a:pt x="2410" y="1056"/>
                  </a:cubicBezTo>
                  <a:cubicBezTo>
                    <a:pt x="2386" y="1050"/>
                    <a:pt x="2376" y="1046"/>
                    <a:pt x="2365" y="1046"/>
                  </a:cubicBezTo>
                  <a:cubicBezTo>
                    <a:pt x="2357" y="1046"/>
                    <a:pt x="2349" y="1048"/>
                    <a:pt x="2335" y="1053"/>
                  </a:cubicBezTo>
                  <a:cubicBezTo>
                    <a:pt x="2310" y="1056"/>
                    <a:pt x="2282" y="1056"/>
                    <a:pt x="2257" y="1056"/>
                  </a:cubicBezTo>
                  <a:cubicBezTo>
                    <a:pt x="2230" y="1052"/>
                    <a:pt x="2241" y="1047"/>
                    <a:pt x="2250" y="1047"/>
                  </a:cubicBezTo>
                  <a:cubicBezTo>
                    <a:pt x="2254" y="1047"/>
                    <a:pt x="2257" y="1048"/>
                    <a:pt x="2257" y="1050"/>
                  </a:cubicBezTo>
                  <a:cubicBezTo>
                    <a:pt x="2268" y="1052"/>
                    <a:pt x="2276" y="1054"/>
                    <a:pt x="2283" y="1054"/>
                  </a:cubicBezTo>
                  <a:cubicBezTo>
                    <a:pt x="2299" y="1054"/>
                    <a:pt x="2305" y="1046"/>
                    <a:pt x="2332" y="1037"/>
                  </a:cubicBezTo>
                  <a:cubicBezTo>
                    <a:pt x="2370" y="1025"/>
                    <a:pt x="2367" y="1009"/>
                    <a:pt x="2367" y="1000"/>
                  </a:cubicBezTo>
                  <a:cubicBezTo>
                    <a:pt x="2363" y="993"/>
                    <a:pt x="2363" y="978"/>
                    <a:pt x="2360" y="968"/>
                  </a:cubicBezTo>
                  <a:cubicBezTo>
                    <a:pt x="2385" y="944"/>
                    <a:pt x="2390" y="935"/>
                    <a:pt x="2374" y="935"/>
                  </a:cubicBezTo>
                  <a:cubicBezTo>
                    <a:pt x="2369" y="935"/>
                    <a:pt x="2362" y="936"/>
                    <a:pt x="2354" y="937"/>
                  </a:cubicBezTo>
                  <a:lnTo>
                    <a:pt x="2316" y="946"/>
                  </a:lnTo>
                  <a:cubicBezTo>
                    <a:pt x="2383" y="926"/>
                    <a:pt x="2372" y="847"/>
                    <a:pt x="2311" y="847"/>
                  </a:cubicBezTo>
                  <a:cubicBezTo>
                    <a:pt x="2306" y="847"/>
                    <a:pt x="2300" y="848"/>
                    <a:pt x="2294" y="849"/>
                  </a:cubicBezTo>
                  <a:lnTo>
                    <a:pt x="2332" y="840"/>
                  </a:lnTo>
                  <a:cubicBezTo>
                    <a:pt x="2367" y="827"/>
                    <a:pt x="2363" y="818"/>
                    <a:pt x="2360" y="805"/>
                  </a:cubicBezTo>
                  <a:cubicBezTo>
                    <a:pt x="2357" y="796"/>
                    <a:pt x="2310" y="780"/>
                    <a:pt x="2304" y="758"/>
                  </a:cubicBezTo>
                  <a:cubicBezTo>
                    <a:pt x="2294" y="734"/>
                    <a:pt x="2288" y="716"/>
                    <a:pt x="2270" y="716"/>
                  </a:cubicBezTo>
                  <a:cubicBezTo>
                    <a:pt x="2265" y="716"/>
                    <a:pt x="2258" y="717"/>
                    <a:pt x="2251" y="721"/>
                  </a:cubicBezTo>
                  <a:cubicBezTo>
                    <a:pt x="2247" y="714"/>
                    <a:pt x="2247" y="714"/>
                    <a:pt x="2282" y="699"/>
                  </a:cubicBezTo>
                  <a:cubicBezTo>
                    <a:pt x="2320" y="689"/>
                    <a:pt x="2316" y="683"/>
                    <a:pt x="2313" y="674"/>
                  </a:cubicBezTo>
                  <a:cubicBezTo>
                    <a:pt x="2313" y="673"/>
                    <a:pt x="2312" y="672"/>
                    <a:pt x="2310" y="672"/>
                  </a:cubicBezTo>
                  <a:cubicBezTo>
                    <a:pt x="2299" y="672"/>
                    <a:pt x="2270" y="686"/>
                    <a:pt x="2241" y="699"/>
                  </a:cubicBezTo>
                  <a:cubicBezTo>
                    <a:pt x="2229" y="704"/>
                    <a:pt x="2221" y="707"/>
                    <a:pt x="2216" y="707"/>
                  </a:cubicBezTo>
                  <a:cubicBezTo>
                    <a:pt x="2209" y="707"/>
                    <a:pt x="2214" y="698"/>
                    <a:pt x="2232" y="680"/>
                  </a:cubicBezTo>
                  <a:cubicBezTo>
                    <a:pt x="2255" y="651"/>
                    <a:pt x="2246" y="623"/>
                    <a:pt x="2214" y="623"/>
                  </a:cubicBezTo>
                  <a:cubicBezTo>
                    <a:pt x="2210" y="623"/>
                    <a:pt x="2207" y="623"/>
                    <a:pt x="2204" y="624"/>
                  </a:cubicBezTo>
                  <a:cubicBezTo>
                    <a:pt x="2200" y="617"/>
                    <a:pt x="2197" y="611"/>
                    <a:pt x="2229" y="589"/>
                  </a:cubicBezTo>
                  <a:cubicBezTo>
                    <a:pt x="2252" y="571"/>
                    <a:pt x="2271" y="547"/>
                    <a:pt x="2250" y="547"/>
                  </a:cubicBezTo>
                  <a:cubicBezTo>
                    <a:pt x="2243" y="547"/>
                    <a:pt x="2230" y="550"/>
                    <a:pt x="2210" y="558"/>
                  </a:cubicBezTo>
                  <a:cubicBezTo>
                    <a:pt x="2207" y="548"/>
                    <a:pt x="2207" y="548"/>
                    <a:pt x="2238" y="530"/>
                  </a:cubicBezTo>
                  <a:cubicBezTo>
                    <a:pt x="2255" y="512"/>
                    <a:pt x="2274" y="498"/>
                    <a:pt x="2270" y="498"/>
                  </a:cubicBezTo>
                  <a:cubicBezTo>
                    <a:pt x="2267" y="498"/>
                    <a:pt x="2255" y="504"/>
                    <a:pt x="2229" y="517"/>
                  </a:cubicBezTo>
                  <a:cubicBezTo>
                    <a:pt x="2224" y="518"/>
                    <a:pt x="2220" y="518"/>
                    <a:pt x="2216" y="518"/>
                  </a:cubicBezTo>
                  <a:cubicBezTo>
                    <a:pt x="2186" y="518"/>
                    <a:pt x="2181" y="497"/>
                    <a:pt x="2200" y="467"/>
                  </a:cubicBezTo>
                  <a:cubicBezTo>
                    <a:pt x="2198" y="464"/>
                    <a:pt x="2195" y="461"/>
                    <a:pt x="2190" y="461"/>
                  </a:cubicBezTo>
                  <a:cubicBezTo>
                    <a:pt x="2185" y="461"/>
                    <a:pt x="2176" y="465"/>
                    <a:pt x="2160" y="476"/>
                  </a:cubicBezTo>
                  <a:cubicBezTo>
                    <a:pt x="2140" y="492"/>
                    <a:pt x="2118" y="507"/>
                    <a:pt x="2117" y="507"/>
                  </a:cubicBezTo>
                  <a:cubicBezTo>
                    <a:pt x="2117" y="507"/>
                    <a:pt x="2120" y="505"/>
                    <a:pt x="2128" y="498"/>
                  </a:cubicBezTo>
                  <a:cubicBezTo>
                    <a:pt x="2160" y="470"/>
                    <a:pt x="2174" y="457"/>
                    <a:pt x="2171" y="457"/>
                  </a:cubicBezTo>
                  <a:lnTo>
                    <a:pt x="2171" y="457"/>
                  </a:lnTo>
                  <a:cubicBezTo>
                    <a:pt x="2168" y="457"/>
                    <a:pt x="2151" y="467"/>
                    <a:pt x="2122" y="486"/>
                  </a:cubicBezTo>
                  <a:cubicBezTo>
                    <a:pt x="2109" y="495"/>
                    <a:pt x="2100" y="499"/>
                    <a:pt x="2098" y="499"/>
                  </a:cubicBezTo>
                  <a:cubicBezTo>
                    <a:pt x="2094" y="499"/>
                    <a:pt x="2101" y="492"/>
                    <a:pt x="2119" y="479"/>
                  </a:cubicBezTo>
                  <a:cubicBezTo>
                    <a:pt x="2144" y="448"/>
                    <a:pt x="2138" y="442"/>
                    <a:pt x="2138" y="442"/>
                  </a:cubicBezTo>
                  <a:cubicBezTo>
                    <a:pt x="2132" y="436"/>
                    <a:pt x="2078" y="429"/>
                    <a:pt x="2056" y="401"/>
                  </a:cubicBezTo>
                  <a:cubicBezTo>
                    <a:pt x="2032" y="369"/>
                    <a:pt x="2014" y="352"/>
                    <a:pt x="1998" y="352"/>
                  </a:cubicBezTo>
                  <a:cubicBezTo>
                    <a:pt x="1989" y="352"/>
                    <a:pt x="1981" y="357"/>
                    <a:pt x="1972" y="367"/>
                  </a:cubicBezTo>
                  <a:cubicBezTo>
                    <a:pt x="1957" y="377"/>
                    <a:pt x="1950" y="382"/>
                    <a:pt x="1948" y="382"/>
                  </a:cubicBezTo>
                  <a:cubicBezTo>
                    <a:pt x="1945" y="382"/>
                    <a:pt x="1950" y="374"/>
                    <a:pt x="1962" y="357"/>
                  </a:cubicBezTo>
                  <a:cubicBezTo>
                    <a:pt x="1981" y="323"/>
                    <a:pt x="1975" y="316"/>
                    <a:pt x="1969" y="313"/>
                  </a:cubicBezTo>
                  <a:cubicBezTo>
                    <a:pt x="1965" y="307"/>
                    <a:pt x="1959" y="301"/>
                    <a:pt x="1984" y="273"/>
                  </a:cubicBezTo>
                  <a:lnTo>
                    <a:pt x="1984" y="273"/>
                  </a:lnTo>
                  <a:cubicBezTo>
                    <a:pt x="1962" y="288"/>
                    <a:pt x="1955" y="293"/>
                    <a:pt x="1951" y="293"/>
                  </a:cubicBezTo>
                  <a:cubicBezTo>
                    <a:pt x="1950" y="293"/>
                    <a:pt x="1948" y="292"/>
                    <a:pt x="1947" y="291"/>
                  </a:cubicBezTo>
                  <a:cubicBezTo>
                    <a:pt x="1961" y="273"/>
                    <a:pt x="1965" y="263"/>
                    <a:pt x="1960" y="263"/>
                  </a:cubicBezTo>
                  <a:cubicBezTo>
                    <a:pt x="1957" y="263"/>
                    <a:pt x="1949" y="268"/>
                    <a:pt x="1937" y="279"/>
                  </a:cubicBezTo>
                  <a:cubicBezTo>
                    <a:pt x="1911" y="307"/>
                    <a:pt x="1898" y="321"/>
                    <a:pt x="1897" y="321"/>
                  </a:cubicBezTo>
                  <a:cubicBezTo>
                    <a:pt x="1895" y="321"/>
                    <a:pt x="1907" y="306"/>
                    <a:pt x="1931" y="276"/>
                  </a:cubicBezTo>
                  <a:cubicBezTo>
                    <a:pt x="1947" y="252"/>
                    <a:pt x="1953" y="222"/>
                    <a:pt x="1949" y="222"/>
                  </a:cubicBezTo>
                  <a:lnTo>
                    <a:pt x="1949" y="222"/>
                  </a:lnTo>
                  <a:cubicBezTo>
                    <a:pt x="1947" y="222"/>
                    <a:pt x="1944" y="226"/>
                    <a:pt x="1940" y="235"/>
                  </a:cubicBezTo>
                  <a:cubicBezTo>
                    <a:pt x="1918" y="266"/>
                    <a:pt x="1906" y="257"/>
                    <a:pt x="1878" y="282"/>
                  </a:cubicBezTo>
                  <a:cubicBezTo>
                    <a:pt x="1871" y="279"/>
                    <a:pt x="1865" y="276"/>
                    <a:pt x="1887" y="244"/>
                  </a:cubicBezTo>
                  <a:cubicBezTo>
                    <a:pt x="1894" y="227"/>
                    <a:pt x="1887" y="220"/>
                    <a:pt x="1874" y="220"/>
                  </a:cubicBezTo>
                  <a:cubicBezTo>
                    <a:pt x="1859" y="220"/>
                    <a:pt x="1838" y="229"/>
                    <a:pt x="1824" y="244"/>
                  </a:cubicBezTo>
                  <a:cubicBezTo>
                    <a:pt x="1816" y="259"/>
                    <a:pt x="1810" y="266"/>
                    <a:pt x="1808" y="266"/>
                  </a:cubicBezTo>
                  <a:cubicBezTo>
                    <a:pt x="1805" y="266"/>
                    <a:pt x="1808" y="257"/>
                    <a:pt x="1818" y="238"/>
                  </a:cubicBezTo>
                  <a:cubicBezTo>
                    <a:pt x="1837" y="207"/>
                    <a:pt x="1831" y="200"/>
                    <a:pt x="1824" y="197"/>
                  </a:cubicBezTo>
                  <a:lnTo>
                    <a:pt x="1824" y="197"/>
                  </a:lnTo>
                  <a:cubicBezTo>
                    <a:pt x="1818" y="205"/>
                    <a:pt x="1814" y="208"/>
                    <a:pt x="1813" y="208"/>
                  </a:cubicBezTo>
                  <a:cubicBezTo>
                    <a:pt x="1810" y="208"/>
                    <a:pt x="1823" y="186"/>
                    <a:pt x="1837" y="163"/>
                  </a:cubicBezTo>
                  <a:cubicBezTo>
                    <a:pt x="1862" y="132"/>
                    <a:pt x="1856" y="128"/>
                    <a:pt x="1840" y="122"/>
                  </a:cubicBezTo>
                  <a:lnTo>
                    <a:pt x="1840" y="122"/>
                  </a:lnTo>
                  <a:cubicBezTo>
                    <a:pt x="1830" y="134"/>
                    <a:pt x="1819" y="138"/>
                    <a:pt x="1808" y="138"/>
                  </a:cubicBezTo>
                  <a:cubicBezTo>
                    <a:pt x="1793" y="138"/>
                    <a:pt x="1779" y="130"/>
                    <a:pt x="1768" y="122"/>
                  </a:cubicBezTo>
                  <a:cubicBezTo>
                    <a:pt x="1761" y="119"/>
                    <a:pt x="1754" y="117"/>
                    <a:pt x="1748" y="117"/>
                  </a:cubicBezTo>
                  <a:cubicBezTo>
                    <a:pt x="1721" y="117"/>
                    <a:pt x="1701" y="147"/>
                    <a:pt x="1668" y="200"/>
                  </a:cubicBezTo>
                  <a:lnTo>
                    <a:pt x="1636" y="269"/>
                  </a:lnTo>
                  <a:lnTo>
                    <a:pt x="1661" y="200"/>
                  </a:lnTo>
                  <a:cubicBezTo>
                    <a:pt x="1674" y="163"/>
                    <a:pt x="1693" y="91"/>
                    <a:pt x="1693" y="91"/>
                  </a:cubicBezTo>
                  <a:cubicBezTo>
                    <a:pt x="1693" y="91"/>
                    <a:pt x="1692" y="91"/>
                    <a:pt x="1692" y="91"/>
                  </a:cubicBezTo>
                  <a:cubicBezTo>
                    <a:pt x="1685" y="91"/>
                    <a:pt x="1673" y="124"/>
                    <a:pt x="1661" y="160"/>
                  </a:cubicBezTo>
                  <a:cubicBezTo>
                    <a:pt x="1656" y="176"/>
                    <a:pt x="1651" y="183"/>
                    <a:pt x="1648" y="183"/>
                  </a:cubicBezTo>
                  <a:cubicBezTo>
                    <a:pt x="1644" y="183"/>
                    <a:pt x="1641" y="172"/>
                    <a:pt x="1640" y="150"/>
                  </a:cubicBezTo>
                  <a:cubicBezTo>
                    <a:pt x="1640" y="128"/>
                    <a:pt x="1637" y="117"/>
                    <a:pt x="1631" y="117"/>
                  </a:cubicBezTo>
                  <a:cubicBezTo>
                    <a:pt x="1627" y="117"/>
                    <a:pt x="1620" y="125"/>
                    <a:pt x="1611" y="141"/>
                  </a:cubicBezTo>
                  <a:cubicBezTo>
                    <a:pt x="1605" y="138"/>
                    <a:pt x="1599" y="138"/>
                    <a:pt x="1602" y="97"/>
                  </a:cubicBezTo>
                  <a:cubicBezTo>
                    <a:pt x="1600" y="96"/>
                    <a:pt x="1598" y="96"/>
                    <a:pt x="1597" y="96"/>
                  </a:cubicBezTo>
                  <a:cubicBezTo>
                    <a:pt x="1592" y="96"/>
                    <a:pt x="1590" y="102"/>
                    <a:pt x="1583" y="132"/>
                  </a:cubicBezTo>
                  <a:cubicBezTo>
                    <a:pt x="1579" y="149"/>
                    <a:pt x="1575" y="158"/>
                    <a:pt x="1573" y="158"/>
                  </a:cubicBezTo>
                  <a:cubicBezTo>
                    <a:pt x="1570" y="158"/>
                    <a:pt x="1569" y="147"/>
                    <a:pt x="1571" y="125"/>
                  </a:cubicBezTo>
                  <a:cubicBezTo>
                    <a:pt x="1576" y="80"/>
                    <a:pt x="1569" y="61"/>
                    <a:pt x="1562" y="61"/>
                  </a:cubicBezTo>
                  <a:cubicBezTo>
                    <a:pt x="1557" y="61"/>
                    <a:pt x="1551" y="70"/>
                    <a:pt x="1549" y="85"/>
                  </a:cubicBezTo>
                  <a:cubicBezTo>
                    <a:pt x="1543" y="117"/>
                    <a:pt x="1536" y="119"/>
                    <a:pt x="1530" y="119"/>
                  </a:cubicBezTo>
                  <a:cubicBezTo>
                    <a:pt x="1529" y="119"/>
                    <a:pt x="1528" y="119"/>
                    <a:pt x="1527" y="119"/>
                  </a:cubicBezTo>
                  <a:cubicBezTo>
                    <a:pt x="1525" y="118"/>
                    <a:pt x="1524" y="118"/>
                    <a:pt x="1522" y="118"/>
                  </a:cubicBezTo>
                  <a:cubicBezTo>
                    <a:pt x="1516" y="118"/>
                    <a:pt x="1508" y="124"/>
                    <a:pt x="1499" y="150"/>
                  </a:cubicBezTo>
                  <a:lnTo>
                    <a:pt x="1486" y="147"/>
                  </a:lnTo>
                  <a:cubicBezTo>
                    <a:pt x="1477" y="147"/>
                    <a:pt x="1488" y="113"/>
                    <a:pt x="1497" y="113"/>
                  </a:cubicBezTo>
                  <a:cubicBezTo>
                    <a:pt x="1498" y="113"/>
                    <a:pt x="1498" y="113"/>
                    <a:pt x="1499" y="113"/>
                  </a:cubicBezTo>
                  <a:lnTo>
                    <a:pt x="1495" y="72"/>
                  </a:lnTo>
                  <a:cubicBezTo>
                    <a:pt x="1493" y="72"/>
                    <a:pt x="1491" y="72"/>
                    <a:pt x="1489" y="72"/>
                  </a:cubicBezTo>
                  <a:cubicBezTo>
                    <a:pt x="1477" y="72"/>
                    <a:pt x="1469" y="74"/>
                    <a:pt x="1461" y="106"/>
                  </a:cubicBezTo>
                  <a:cubicBezTo>
                    <a:pt x="1453" y="142"/>
                    <a:pt x="1449" y="160"/>
                    <a:pt x="1448" y="160"/>
                  </a:cubicBezTo>
                  <a:cubicBezTo>
                    <a:pt x="1448" y="160"/>
                    <a:pt x="1450" y="141"/>
                    <a:pt x="1455" y="103"/>
                  </a:cubicBezTo>
                  <a:cubicBezTo>
                    <a:pt x="1457" y="76"/>
                    <a:pt x="1454" y="49"/>
                    <a:pt x="1449" y="49"/>
                  </a:cubicBezTo>
                  <a:cubicBezTo>
                    <a:pt x="1447" y="49"/>
                    <a:pt x="1445" y="53"/>
                    <a:pt x="1442" y="63"/>
                  </a:cubicBezTo>
                  <a:cubicBezTo>
                    <a:pt x="1437" y="94"/>
                    <a:pt x="1433" y="106"/>
                    <a:pt x="1430" y="106"/>
                  </a:cubicBezTo>
                  <a:cubicBezTo>
                    <a:pt x="1426" y="106"/>
                    <a:pt x="1425" y="84"/>
                    <a:pt x="1426" y="63"/>
                  </a:cubicBezTo>
                  <a:cubicBezTo>
                    <a:pt x="1433" y="25"/>
                    <a:pt x="1435" y="6"/>
                    <a:pt x="1432" y="6"/>
                  </a:cubicBezTo>
                  <a:close/>
                  <a:moveTo>
                    <a:pt x="2191" y="2654"/>
                  </a:moveTo>
                  <a:cubicBezTo>
                    <a:pt x="2188" y="2654"/>
                    <a:pt x="2186" y="2655"/>
                    <a:pt x="2182" y="2657"/>
                  </a:cubicBezTo>
                  <a:cubicBezTo>
                    <a:pt x="2185" y="2682"/>
                    <a:pt x="2194" y="2708"/>
                    <a:pt x="2204" y="2729"/>
                  </a:cubicBezTo>
                  <a:cubicBezTo>
                    <a:pt x="2211" y="2742"/>
                    <a:pt x="2217" y="2750"/>
                    <a:pt x="2220" y="2750"/>
                  </a:cubicBezTo>
                  <a:cubicBezTo>
                    <a:pt x="2227" y="2750"/>
                    <a:pt x="2226" y="2730"/>
                    <a:pt x="2210" y="2682"/>
                  </a:cubicBezTo>
                  <a:cubicBezTo>
                    <a:pt x="2199" y="2661"/>
                    <a:pt x="2196" y="2654"/>
                    <a:pt x="2191" y="26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37"/>
            <p:cNvSpPr/>
            <p:nvPr/>
          </p:nvSpPr>
          <p:spPr>
            <a:xfrm>
              <a:off x="4866097" y="4374695"/>
              <a:ext cx="358230" cy="58110"/>
            </a:xfrm>
            <a:custGeom>
              <a:avLst/>
              <a:gdLst/>
              <a:ahLst/>
              <a:cxnLst/>
              <a:rect l="l" t="t" r="r" b="b"/>
              <a:pathLst>
                <a:path w="24107" h="3941" extrusionOk="0">
                  <a:moveTo>
                    <a:pt x="1481" y="474"/>
                  </a:moveTo>
                  <a:lnTo>
                    <a:pt x="1493" y="562"/>
                  </a:lnTo>
                  <a:lnTo>
                    <a:pt x="1534" y="581"/>
                  </a:lnTo>
                  <a:cubicBezTo>
                    <a:pt x="1568" y="512"/>
                    <a:pt x="1568" y="512"/>
                    <a:pt x="1524" y="493"/>
                  </a:cubicBezTo>
                  <a:lnTo>
                    <a:pt x="1481" y="474"/>
                  </a:lnTo>
                  <a:close/>
                  <a:moveTo>
                    <a:pt x="11151" y="534"/>
                  </a:moveTo>
                  <a:cubicBezTo>
                    <a:pt x="11167" y="540"/>
                    <a:pt x="11180" y="546"/>
                    <a:pt x="11195" y="553"/>
                  </a:cubicBezTo>
                  <a:cubicBezTo>
                    <a:pt x="11162" y="616"/>
                    <a:pt x="11134" y="678"/>
                    <a:pt x="11097" y="678"/>
                  </a:cubicBezTo>
                  <a:cubicBezTo>
                    <a:pt x="11092" y="678"/>
                    <a:pt x="11087" y="677"/>
                    <a:pt x="11083" y="675"/>
                  </a:cubicBezTo>
                  <a:lnTo>
                    <a:pt x="11042" y="659"/>
                  </a:lnTo>
                  <a:cubicBezTo>
                    <a:pt x="11070" y="609"/>
                    <a:pt x="11108" y="568"/>
                    <a:pt x="11151" y="534"/>
                  </a:cubicBezTo>
                  <a:close/>
                  <a:moveTo>
                    <a:pt x="20280" y="462"/>
                  </a:moveTo>
                  <a:cubicBezTo>
                    <a:pt x="20324" y="474"/>
                    <a:pt x="20324" y="474"/>
                    <a:pt x="20302" y="549"/>
                  </a:cubicBezTo>
                  <a:cubicBezTo>
                    <a:pt x="20279" y="617"/>
                    <a:pt x="20222" y="679"/>
                    <a:pt x="20182" y="679"/>
                  </a:cubicBezTo>
                  <a:cubicBezTo>
                    <a:pt x="20179" y="679"/>
                    <a:pt x="20176" y="678"/>
                    <a:pt x="20174" y="678"/>
                  </a:cubicBezTo>
                  <a:cubicBezTo>
                    <a:pt x="20133" y="668"/>
                    <a:pt x="20171" y="515"/>
                    <a:pt x="20280" y="462"/>
                  </a:cubicBezTo>
                  <a:close/>
                  <a:moveTo>
                    <a:pt x="767" y="640"/>
                  </a:moveTo>
                  <a:cubicBezTo>
                    <a:pt x="780" y="640"/>
                    <a:pt x="793" y="643"/>
                    <a:pt x="807" y="647"/>
                  </a:cubicBezTo>
                  <a:cubicBezTo>
                    <a:pt x="847" y="656"/>
                    <a:pt x="847" y="656"/>
                    <a:pt x="829" y="731"/>
                  </a:cubicBezTo>
                  <a:cubicBezTo>
                    <a:pt x="829" y="731"/>
                    <a:pt x="777" y="788"/>
                    <a:pt x="739" y="788"/>
                  </a:cubicBezTo>
                  <a:cubicBezTo>
                    <a:pt x="737" y="788"/>
                    <a:pt x="734" y="788"/>
                    <a:pt x="732" y="788"/>
                  </a:cubicBezTo>
                  <a:lnTo>
                    <a:pt x="710" y="703"/>
                  </a:lnTo>
                  <a:cubicBezTo>
                    <a:pt x="720" y="653"/>
                    <a:pt x="742" y="640"/>
                    <a:pt x="767" y="640"/>
                  </a:cubicBezTo>
                  <a:close/>
                  <a:moveTo>
                    <a:pt x="18876" y="612"/>
                  </a:moveTo>
                  <a:cubicBezTo>
                    <a:pt x="18882" y="612"/>
                    <a:pt x="18886" y="621"/>
                    <a:pt x="18889" y="643"/>
                  </a:cubicBezTo>
                  <a:cubicBezTo>
                    <a:pt x="18892" y="697"/>
                    <a:pt x="18886" y="750"/>
                    <a:pt x="18867" y="800"/>
                  </a:cubicBezTo>
                  <a:cubicBezTo>
                    <a:pt x="18867" y="800"/>
                    <a:pt x="18855" y="836"/>
                    <a:pt x="18844" y="836"/>
                  </a:cubicBezTo>
                  <a:cubicBezTo>
                    <a:pt x="18839" y="836"/>
                    <a:pt x="18833" y="828"/>
                    <a:pt x="18829" y="803"/>
                  </a:cubicBezTo>
                  <a:lnTo>
                    <a:pt x="18820" y="725"/>
                  </a:lnTo>
                  <a:cubicBezTo>
                    <a:pt x="18840" y="669"/>
                    <a:pt x="18862" y="612"/>
                    <a:pt x="18876" y="612"/>
                  </a:cubicBezTo>
                  <a:close/>
                  <a:moveTo>
                    <a:pt x="9418" y="825"/>
                  </a:moveTo>
                  <a:lnTo>
                    <a:pt x="9418" y="825"/>
                  </a:lnTo>
                  <a:cubicBezTo>
                    <a:pt x="9422" y="904"/>
                    <a:pt x="9428" y="982"/>
                    <a:pt x="9393" y="982"/>
                  </a:cubicBezTo>
                  <a:lnTo>
                    <a:pt x="9350" y="907"/>
                  </a:lnTo>
                  <a:lnTo>
                    <a:pt x="9381" y="828"/>
                  </a:lnTo>
                  <a:lnTo>
                    <a:pt x="9418" y="825"/>
                  </a:lnTo>
                  <a:close/>
                  <a:moveTo>
                    <a:pt x="10290" y="813"/>
                  </a:moveTo>
                  <a:cubicBezTo>
                    <a:pt x="10327" y="822"/>
                    <a:pt x="10327" y="822"/>
                    <a:pt x="10308" y="900"/>
                  </a:cubicBezTo>
                  <a:cubicBezTo>
                    <a:pt x="10296" y="951"/>
                    <a:pt x="10271" y="1001"/>
                    <a:pt x="10240" y="1045"/>
                  </a:cubicBezTo>
                  <a:cubicBezTo>
                    <a:pt x="10205" y="1035"/>
                    <a:pt x="10271" y="891"/>
                    <a:pt x="10290" y="813"/>
                  </a:cubicBezTo>
                  <a:close/>
                  <a:moveTo>
                    <a:pt x="1190" y="779"/>
                  </a:moveTo>
                  <a:cubicBezTo>
                    <a:pt x="1202" y="779"/>
                    <a:pt x="1218" y="786"/>
                    <a:pt x="1242" y="797"/>
                  </a:cubicBezTo>
                  <a:cubicBezTo>
                    <a:pt x="1280" y="813"/>
                    <a:pt x="1321" y="828"/>
                    <a:pt x="1286" y="900"/>
                  </a:cubicBezTo>
                  <a:lnTo>
                    <a:pt x="1249" y="885"/>
                  </a:lnTo>
                  <a:cubicBezTo>
                    <a:pt x="1259" y="862"/>
                    <a:pt x="1258" y="852"/>
                    <a:pt x="1254" y="852"/>
                  </a:cubicBezTo>
                  <a:lnTo>
                    <a:pt x="1254" y="852"/>
                  </a:lnTo>
                  <a:cubicBezTo>
                    <a:pt x="1244" y="852"/>
                    <a:pt x="1213" y="897"/>
                    <a:pt x="1217" y="957"/>
                  </a:cubicBezTo>
                  <a:lnTo>
                    <a:pt x="1155" y="1098"/>
                  </a:lnTo>
                  <a:cubicBezTo>
                    <a:pt x="1120" y="1085"/>
                    <a:pt x="1117" y="998"/>
                    <a:pt x="1145" y="925"/>
                  </a:cubicBezTo>
                  <a:cubicBezTo>
                    <a:pt x="1160" y="815"/>
                    <a:pt x="1164" y="779"/>
                    <a:pt x="1190" y="779"/>
                  </a:cubicBezTo>
                  <a:close/>
                  <a:moveTo>
                    <a:pt x="11386" y="1223"/>
                  </a:moveTo>
                  <a:lnTo>
                    <a:pt x="11418" y="1248"/>
                  </a:lnTo>
                  <a:cubicBezTo>
                    <a:pt x="11377" y="1302"/>
                    <a:pt x="11339" y="1356"/>
                    <a:pt x="11311" y="1356"/>
                  </a:cubicBezTo>
                  <a:cubicBezTo>
                    <a:pt x="11307" y="1356"/>
                    <a:pt x="11303" y="1355"/>
                    <a:pt x="11299" y="1352"/>
                  </a:cubicBezTo>
                  <a:lnTo>
                    <a:pt x="11311" y="1264"/>
                  </a:lnTo>
                  <a:lnTo>
                    <a:pt x="11386" y="1223"/>
                  </a:lnTo>
                  <a:close/>
                  <a:moveTo>
                    <a:pt x="17376" y="1245"/>
                  </a:moveTo>
                  <a:cubicBezTo>
                    <a:pt x="17405" y="1245"/>
                    <a:pt x="17438" y="1289"/>
                    <a:pt x="17438" y="1289"/>
                  </a:cubicBezTo>
                  <a:cubicBezTo>
                    <a:pt x="17438" y="1289"/>
                    <a:pt x="17485" y="1352"/>
                    <a:pt x="17457" y="1374"/>
                  </a:cubicBezTo>
                  <a:cubicBezTo>
                    <a:pt x="17407" y="1349"/>
                    <a:pt x="17363" y="1314"/>
                    <a:pt x="17328" y="1273"/>
                  </a:cubicBezTo>
                  <a:lnTo>
                    <a:pt x="17360" y="1251"/>
                  </a:lnTo>
                  <a:cubicBezTo>
                    <a:pt x="17365" y="1247"/>
                    <a:pt x="17370" y="1245"/>
                    <a:pt x="17376" y="1245"/>
                  </a:cubicBezTo>
                  <a:close/>
                  <a:moveTo>
                    <a:pt x="17194" y="1596"/>
                  </a:moveTo>
                  <a:cubicBezTo>
                    <a:pt x="17205" y="1596"/>
                    <a:pt x="17218" y="1610"/>
                    <a:pt x="17250" y="1646"/>
                  </a:cubicBezTo>
                  <a:lnTo>
                    <a:pt x="17222" y="1668"/>
                  </a:lnTo>
                  <a:lnTo>
                    <a:pt x="17140" y="1637"/>
                  </a:lnTo>
                  <a:lnTo>
                    <a:pt x="17168" y="1612"/>
                  </a:lnTo>
                  <a:cubicBezTo>
                    <a:pt x="17179" y="1602"/>
                    <a:pt x="17186" y="1596"/>
                    <a:pt x="17194" y="1596"/>
                  </a:cubicBezTo>
                  <a:close/>
                  <a:moveTo>
                    <a:pt x="7379" y="1759"/>
                  </a:moveTo>
                  <a:cubicBezTo>
                    <a:pt x="7388" y="1759"/>
                    <a:pt x="7409" y="1776"/>
                    <a:pt x="7394" y="1790"/>
                  </a:cubicBezTo>
                  <a:cubicBezTo>
                    <a:pt x="7372" y="1767"/>
                    <a:pt x="7372" y="1759"/>
                    <a:pt x="7379" y="1759"/>
                  </a:cubicBezTo>
                  <a:close/>
                  <a:moveTo>
                    <a:pt x="17190" y="1754"/>
                  </a:moveTo>
                  <a:lnTo>
                    <a:pt x="17190" y="1754"/>
                  </a:lnTo>
                  <a:cubicBezTo>
                    <a:pt x="17186" y="1754"/>
                    <a:pt x="17184" y="1765"/>
                    <a:pt x="17193" y="1797"/>
                  </a:cubicBezTo>
                  <a:cubicBezTo>
                    <a:pt x="17211" y="1781"/>
                    <a:pt x="17197" y="1754"/>
                    <a:pt x="17190" y="1754"/>
                  </a:cubicBezTo>
                  <a:close/>
                  <a:moveTo>
                    <a:pt x="7181" y="1781"/>
                  </a:moveTo>
                  <a:cubicBezTo>
                    <a:pt x="7237" y="1837"/>
                    <a:pt x="7294" y="1891"/>
                    <a:pt x="7269" y="1916"/>
                  </a:cubicBezTo>
                  <a:lnTo>
                    <a:pt x="7187" y="1888"/>
                  </a:lnTo>
                  <a:lnTo>
                    <a:pt x="7156" y="1806"/>
                  </a:lnTo>
                  <a:lnTo>
                    <a:pt x="7181" y="1781"/>
                  </a:lnTo>
                  <a:close/>
                  <a:moveTo>
                    <a:pt x="16932" y="1843"/>
                  </a:moveTo>
                  <a:cubicBezTo>
                    <a:pt x="16942" y="1843"/>
                    <a:pt x="16956" y="1857"/>
                    <a:pt x="16990" y="1891"/>
                  </a:cubicBezTo>
                  <a:lnTo>
                    <a:pt x="16965" y="1916"/>
                  </a:lnTo>
                  <a:lnTo>
                    <a:pt x="16883" y="1888"/>
                  </a:lnTo>
                  <a:lnTo>
                    <a:pt x="16908" y="1859"/>
                  </a:lnTo>
                  <a:cubicBezTo>
                    <a:pt x="16918" y="1849"/>
                    <a:pt x="16924" y="1843"/>
                    <a:pt x="16932" y="1843"/>
                  </a:cubicBezTo>
                  <a:close/>
                  <a:moveTo>
                    <a:pt x="449" y="1765"/>
                  </a:moveTo>
                  <a:cubicBezTo>
                    <a:pt x="424" y="1812"/>
                    <a:pt x="406" y="1859"/>
                    <a:pt x="396" y="1913"/>
                  </a:cubicBezTo>
                  <a:lnTo>
                    <a:pt x="418" y="1919"/>
                  </a:lnTo>
                  <a:cubicBezTo>
                    <a:pt x="419" y="1919"/>
                    <a:pt x="420" y="1919"/>
                    <a:pt x="421" y="1919"/>
                  </a:cubicBezTo>
                  <a:cubicBezTo>
                    <a:pt x="442" y="1919"/>
                    <a:pt x="459" y="1844"/>
                    <a:pt x="475" y="1772"/>
                  </a:cubicBezTo>
                  <a:lnTo>
                    <a:pt x="449" y="1765"/>
                  </a:lnTo>
                  <a:close/>
                  <a:moveTo>
                    <a:pt x="16169" y="1847"/>
                  </a:moveTo>
                  <a:cubicBezTo>
                    <a:pt x="16228" y="1900"/>
                    <a:pt x="16285" y="1950"/>
                    <a:pt x="16263" y="1975"/>
                  </a:cubicBezTo>
                  <a:lnTo>
                    <a:pt x="16181" y="1947"/>
                  </a:lnTo>
                  <a:lnTo>
                    <a:pt x="16147" y="1869"/>
                  </a:lnTo>
                  <a:lnTo>
                    <a:pt x="16169" y="1847"/>
                  </a:lnTo>
                  <a:close/>
                  <a:moveTo>
                    <a:pt x="5853" y="1933"/>
                  </a:moveTo>
                  <a:cubicBezTo>
                    <a:pt x="5848" y="1933"/>
                    <a:pt x="5843" y="1937"/>
                    <a:pt x="5837" y="1944"/>
                  </a:cubicBezTo>
                  <a:cubicBezTo>
                    <a:pt x="5799" y="1985"/>
                    <a:pt x="5799" y="1985"/>
                    <a:pt x="5874" y="2019"/>
                  </a:cubicBezTo>
                  <a:lnTo>
                    <a:pt x="5912" y="1982"/>
                  </a:lnTo>
                  <a:cubicBezTo>
                    <a:pt x="5876" y="1946"/>
                    <a:pt x="5863" y="1933"/>
                    <a:pt x="5853" y="1933"/>
                  </a:cubicBezTo>
                  <a:close/>
                  <a:moveTo>
                    <a:pt x="6947" y="1960"/>
                  </a:moveTo>
                  <a:cubicBezTo>
                    <a:pt x="6965" y="1960"/>
                    <a:pt x="7005" y="1975"/>
                    <a:pt x="7068" y="2013"/>
                  </a:cubicBezTo>
                  <a:cubicBezTo>
                    <a:pt x="7125" y="2066"/>
                    <a:pt x="7125" y="2066"/>
                    <a:pt x="7103" y="2091"/>
                  </a:cubicBezTo>
                  <a:cubicBezTo>
                    <a:pt x="7052" y="2072"/>
                    <a:pt x="7005" y="2044"/>
                    <a:pt x="6965" y="2010"/>
                  </a:cubicBezTo>
                  <a:cubicBezTo>
                    <a:pt x="6933" y="1981"/>
                    <a:pt x="6925" y="1960"/>
                    <a:pt x="6947" y="1960"/>
                  </a:cubicBezTo>
                  <a:close/>
                  <a:moveTo>
                    <a:pt x="16715" y="1985"/>
                  </a:moveTo>
                  <a:cubicBezTo>
                    <a:pt x="16726" y="1985"/>
                    <a:pt x="16743" y="1994"/>
                    <a:pt x="16764" y="2013"/>
                  </a:cubicBezTo>
                  <a:cubicBezTo>
                    <a:pt x="16821" y="2066"/>
                    <a:pt x="16821" y="2066"/>
                    <a:pt x="16795" y="2091"/>
                  </a:cubicBezTo>
                  <a:cubicBezTo>
                    <a:pt x="16775" y="2112"/>
                    <a:pt x="16763" y="2124"/>
                    <a:pt x="16754" y="2124"/>
                  </a:cubicBezTo>
                  <a:cubicBezTo>
                    <a:pt x="16742" y="2124"/>
                    <a:pt x="16735" y="2105"/>
                    <a:pt x="16717" y="2063"/>
                  </a:cubicBezTo>
                  <a:cubicBezTo>
                    <a:pt x="16695" y="2013"/>
                    <a:pt x="16696" y="1985"/>
                    <a:pt x="16715" y="1985"/>
                  </a:cubicBezTo>
                  <a:close/>
                  <a:moveTo>
                    <a:pt x="17091" y="2174"/>
                  </a:moveTo>
                  <a:lnTo>
                    <a:pt x="17091" y="2174"/>
                  </a:lnTo>
                  <a:cubicBezTo>
                    <a:pt x="17099" y="2182"/>
                    <a:pt x="17108" y="2191"/>
                    <a:pt x="17118" y="2201"/>
                  </a:cubicBezTo>
                  <a:cubicBezTo>
                    <a:pt x="17123" y="2203"/>
                    <a:pt x="17127" y="2204"/>
                    <a:pt x="17130" y="2206"/>
                  </a:cubicBezTo>
                  <a:lnTo>
                    <a:pt x="17130" y="2206"/>
                  </a:lnTo>
                  <a:cubicBezTo>
                    <a:pt x="17120" y="2198"/>
                    <a:pt x="17106" y="2188"/>
                    <a:pt x="17091" y="2174"/>
                  </a:cubicBezTo>
                  <a:close/>
                  <a:moveTo>
                    <a:pt x="17130" y="2206"/>
                  </a:moveTo>
                  <a:cubicBezTo>
                    <a:pt x="17151" y="2221"/>
                    <a:pt x="17163" y="2227"/>
                    <a:pt x="17165" y="2227"/>
                  </a:cubicBezTo>
                  <a:cubicBezTo>
                    <a:pt x="17169" y="2227"/>
                    <a:pt x="17158" y="2217"/>
                    <a:pt x="17130" y="2206"/>
                  </a:cubicBezTo>
                  <a:close/>
                  <a:moveTo>
                    <a:pt x="15963" y="2184"/>
                  </a:moveTo>
                  <a:cubicBezTo>
                    <a:pt x="15974" y="2184"/>
                    <a:pt x="15987" y="2197"/>
                    <a:pt x="16021" y="2229"/>
                  </a:cubicBezTo>
                  <a:cubicBezTo>
                    <a:pt x="16021" y="2229"/>
                    <a:pt x="16078" y="2286"/>
                    <a:pt x="16056" y="2304"/>
                  </a:cubicBezTo>
                  <a:lnTo>
                    <a:pt x="15978" y="2273"/>
                  </a:lnTo>
                  <a:cubicBezTo>
                    <a:pt x="15921" y="2220"/>
                    <a:pt x="15943" y="2198"/>
                    <a:pt x="15943" y="2198"/>
                  </a:cubicBezTo>
                  <a:cubicBezTo>
                    <a:pt x="15952" y="2189"/>
                    <a:pt x="15957" y="2184"/>
                    <a:pt x="15963" y="2184"/>
                  </a:cubicBezTo>
                  <a:close/>
                  <a:moveTo>
                    <a:pt x="6300" y="2364"/>
                  </a:moveTo>
                  <a:lnTo>
                    <a:pt x="6300" y="2364"/>
                  </a:lnTo>
                  <a:cubicBezTo>
                    <a:pt x="6322" y="2387"/>
                    <a:pt x="6322" y="2395"/>
                    <a:pt x="6317" y="2395"/>
                  </a:cubicBezTo>
                  <a:cubicBezTo>
                    <a:pt x="6309" y="2395"/>
                    <a:pt x="6287" y="2377"/>
                    <a:pt x="6300" y="2364"/>
                  </a:cubicBezTo>
                  <a:close/>
                  <a:moveTo>
                    <a:pt x="2678" y="2345"/>
                  </a:moveTo>
                  <a:cubicBezTo>
                    <a:pt x="2704" y="2345"/>
                    <a:pt x="2725" y="2351"/>
                    <a:pt x="2734" y="2361"/>
                  </a:cubicBezTo>
                  <a:cubicBezTo>
                    <a:pt x="2756" y="2386"/>
                    <a:pt x="2696" y="2439"/>
                    <a:pt x="2596" y="2439"/>
                  </a:cubicBezTo>
                  <a:lnTo>
                    <a:pt x="2552" y="2389"/>
                  </a:lnTo>
                  <a:cubicBezTo>
                    <a:pt x="2587" y="2359"/>
                    <a:pt x="2638" y="2345"/>
                    <a:pt x="2678" y="2345"/>
                  </a:cubicBezTo>
                  <a:close/>
                  <a:moveTo>
                    <a:pt x="6728" y="2500"/>
                  </a:moveTo>
                  <a:cubicBezTo>
                    <a:pt x="6754" y="2500"/>
                    <a:pt x="6792" y="2536"/>
                    <a:pt x="6792" y="2536"/>
                  </a:cubicBezTo>
                  <a:cubicBezTo>
                    <a:pt x="6849" y="2590"/>
                    <a:pt x="6770" y="2558"/>
                    <a:pt x="6748" y="2580"/>
                  </a:cubicBezTo>
                  <a:cubicBezTo>
                    <a:pt x="6667" y="2552"/>
                    <a:pt x="6667" y="2549"/>
                    <a:pt x="6714" y="2505"/>
                  </a:cubicBezTo>
                  <a:cubicBezTo>
                    <a:pt x="6718" y="2501"/>
                    <a:pt x="6722" y="2500"/>
                    <a:pt x="6728" y="2500"/>
                  </a:cubicBezTo>
                  <a:close/>
                  <a:moveTo>
                    <a:pt x="2714" y="2546"/>
                  </a:moveTo>
                  <a:cubicBezTo>
                    <a:pt x="2689" y="2546"/>
                    <a:pt x="2654" y="2566"/>
                    <a:pt x="2624" y="2593"/>
                  </a:cubicBezTo>
                  <a:cubicBezTo>
                    <a:pt x="2568" y="2646"/>
                    <a:pt x="2590" y="2671"/>
                    <a:pt x="2634" y="2721"/>
                  </a:cubicBezTo>
                  <a:cubicBezTo>
                    <a:pt x="2641" y="2729"/>
                    <a:pt x="2653" y="2732"/>
                    <a:pt x="2667" y="2732"/>
                  </a:cubicBezTo>
                  <a:cubicBezTo>
                    <a:pt x="2698" y="2732"/>
                    <a:pt x="2737" y="2718"/>
                    <a:pt x="2737" y="2718"/>
                  </a:cubicBezTo>
                  <a:cubicBezTo>
                    <a:pt x="2794" y="2665"/>
                    <a:pt x="2772" y="2643"/>
                    <a:pt x="2750" y="2618"/>
                  </a:cubicBezTo>
                  <a:cubicBezTo>
                    <a:pt x="2756" y="2566"/>
                    <a:pt x="2740" y="2546"/>
                    <a:pt x="2714" y="2546"/>
                  </a:cubicBezTo>
                  <a:close/>
                  <a:moveTo>
                    <a:pt x="5867" y="2634"/>
                  </a:moveTo>
                  <a:cubicBezTo>
                    <a:pt x="5864" y="2634"/>
                    <a:pt x="5861" y="2635"/>
                    <a:pt x="5858" y="2637"/>
                  </a:cubicBezTo>
                  <a:lnTo>
                    <a:pt x="5840" y="2649"/>
                  </a:lnTo>
                  <a:cubicBezTo>
                    <a:pt x="5871" y="2693"/>
                    <a:pt x="5909" y="2731"/>
                    <a:pt x="5952" y="2762"/>
                  </a:cubicBezTo>
                  <a:cubicBezTo>
                    <a:pt x="5974" y="2746"/>
                    <a:pt x="5927" y="2684"/>
                    <a:pt x="5927" y="2684"/>
                  </a:cubicBezTo>
                  <a:cubicBezTo>
                    <a:pt x="5927" y="2684"/>
                    <a:pt x="5890" y="2634"/>
                    <a:pt x="5867" y="2634"/>
                  </a:cubicBezTo>
                  <a:close/>
                  <a:moveTo>
                    <a:pt x="5125" y="2768"/>
                  </a:moveTo>
                  <a:lnTo>
                    <a:pt x="5150" y="2922"/>
                  </a:lnTo>
                  <a:cubicBezTo>
                    <a:pt x="5147" y="2901"/>
                    <a:pt x="5142" y="2872"/>
                    <a:pt x="5138" y="2843"/>
                  </a:cubicBezTo>
                  <a:lnTo>
                    <a:pt x="5125" y="2768"/>
                  </a:lnTo>
                  <a:close/>
                  <a:moveTo>
                    <a:pt x="6317" y="2891"/>
                  </a:moveTo>
                  <a:cubicBezTo>
                    <a:pt x="6332" y="2891"/>
                    <a:pt x="6350" y="2901"/>
                    <a:pt x="6376" y="2931"/>
                  </a:cubicBezTo>
                  <a:cubicBezTo>
                    <a:pt x="6376" y="2931"/>
                    <a:pt x="6429" y="2988"/>
                    <a:pt x="6404" y="3009"/>
                  </a:cubicBezTo>
                  <a:cubicBezTo>
                    <a:pt x="6399" y="3014"/>
                    <a:pt x="6392" y="3016"/>
                    <a:pt x="6384" y="3016"/>
                  </a:cubicBezTo>
                  <a:cubicBezTo>
                    <a:pt x="6352" y="3016"/>
                    <a:pt x="6303" y="2988"/>
                    <a:pt x="6303" y="2988"/>
                  </a:cubicBezTo>
                  <a:cubicBezTo>
                    <a:pt x="6256" y="2928"/>
                    <a:pt x="6278" y="2909"/>
                    <a:pt x="6278" y="2909"/>
                  </a:cubicBezTo>
                  <a:cubicBezTo>
                    <a:pt x="6291" y="2900"/>
                    <a:pt x="6302" y="2891"/>
                    <a:pt x="6317" y="2891"/>
                  </a:cubicBezTo>
                  <a:close/>
                  <a:moveTo>
                    <a:pt x="5770" y="2965"/>
                  </a:moveTo>
                  <a:cubicBezTo>
                    <a:pt x="5780" y="2965"/>
                    <a:pt x="5788" y="2980"/>
                    <a:pt x="5815" y="3028"/>
                  </a:cubicBezTo>
                  <a:lnTo>
                    <a:pt x="5793" y="3041"/>
                  </a:lnTo>
                  <a:lnTo>
                    <a:pt x="5733" y="2984"/>
                  </a:lnTo>
                  <a:lnTo>
                    <a:pt x="5755" y="2972"/>
                  </a:lnTo>
                  <a:cubicBezTo>
                    <a:pt x="5762" y="2968"/>
                    <a:pt x="5766" y="2965"/>
                    <a:pt x="5770" y="2965"/>
                  </a:cubicBezTo>
                  <a:close/>
                  <a:moveTo>
                    <a:pt x="13055" y="2917"/>
                  </a:moveTo>
                  <a:cubicBezTo>
                    <a:pt x="13061" y="2917"/>
                    <a:pt x="13066" y="2919"/>
                    <a:pt x="13069" y="2922"/>
                  </a:cubicBezTo>
                  <a:lnTo>
                    <a:pt x="13072" y="2922"/>
                  </a:lnTo>
                  <a:cubicBezTo>
                    <a:pt x="13116" y="2956"/>
                    <a:pt x="13116" y="2956"/>
                    <a:pt x="13069" y="3019"/>
                  </a:cubicBezTo>
                  <a:cubicBezTo>
                    <a:pt x="13051" y="3044"/>
                    <a:pt x="13031" y="3052"/>
                    <a:pt x="13013" y="3052"/>
                  </a:cubicBezTo>
                  <a:cubicBezTo>
                    <a:pt x="12986" y="3052"/>
                    <a:pt x="12962" y="3033"/>
                    <a:pt x="12947" y="3022"/>
                  </a:cubicBezTo>
                  <a:cubicBezTo>
                    <a:pt x="12968" y="2956"/>
                    <a:pt x="13024" y="2917"/>
                    <a:pt x="13055" y="2917"/>
                  </a:cubicBezTo>
                  <a:close/>
                  <a:moveTo>
                    <a:pt x="4000" y="2980"/>
                  </a:moveTo>
                  <a:cubicBezTo>
                    <a:pt x="4009" y="2980"/>
                    <a:pt x="4017" y="2984"/>
                    <a:pt x="4025" y="2988"/>
                  </a:cubicBezTo>
                  <a:lnTo>
                    <a:pt x="3994" y="3056"/>
                  </a:lnTo>
                  <a:lnTo>
                    <a:pt x="3934" y="3119"/>
                  </a:lnTo>
                  <a:lnTo>
                    <a:pt x="3947" y="3035"/>
                  </a:lnTo>
                  <a:cubicBezTo>
                    <a:pt x="3968" y="2991"/>
                    <a:pt x="3985" y="2980"/>
                    <a:pt x="4000" y="2980"/>
                  </a:cubicBezTo>
                  <a:close/>
                  <a:moveTo>
                    <a:pt x="5556" y="3024"/>
                  </a:moveTo>
                  <a:cubicBezTo>
                    <a:pt x="5572" y="3024"/>
                    <a:pt x="5605" y="3089"/>
                    <a:pt x="5630" y="3197"/>
                  </a:cubicBezTo>
                  <a:lnTo>
                    <a:pt x="5580" y="3216"/>
                  </a:lnTo>
                  <a:cubicBezTo>
                    <a:pt x="5554" y="3141"/>
                    <a:pt x="5526" y="3069"/>
                    <a:pt x="5548" y="3060"/>
                  </a:cubicBezTo>
                  <a:cubicBezTo>
                    <a:pt x="5546" y="3036"/>
                    <a:pt x="5550" y="3024"/>
                    <a:pt x="5556" y="3024"/>
                  </a:cubicBezTo>
                  <a:close/>
                  <a:moveTo>
                    <a:pt x="23971" y="2945"/>
                  </a:moveTo>
                  <a:lnTo>
                    <a:pt x="23971" y="2945"/>
                  </a:lnTo>
                  <a:cubicBezTo>
                    <a:pt x="23985" y="2945"/>
                    <a:pt x="23969" y="3054"/>
                    <a:pt x="23925" y="3163"/>
                  </a:cubicBezTo>
                  <a:cubicBezTo>
                    <a:pt x="23905" y="3238"/>
                    <a:pt x="23894" y="3275"/>
                    <a:pt x="23890" y="3275"/>
                  </a:cubicBezTo>
                  <a:cubicBezTo>
                    <a:pt x="23886" y="3275"/>
                    <a:pt x="23889" y="3237"/>
                    <a:pt x="23897" y="3160"/>
                  </a:cubicBezTo>
                  <a:cubicBezTo>
                    <a:pt x="23906" y="3083"/>
                    <a:pt x="23912" y="3006"/>
                    <a:pt x="23936" y="3006"/>
                  </a:cubicBezTo>
                  <a:cubicBezTo>
                    <a:pt x="23936" y="3006"/>
                    <a:pt x="23937" y="3006"/>
                    <a:pt x="23937" y="3006"/>
                  </a:cubicBezTo>
                  <a:cubicBezTo>
                    <a:pt x="23954" y="2963"/>
                    <a:pt x="23965" y="2945"/>
                    <a:pt x="23971" y="2945"/>
                  </a:cubicBezTo>
                  <a:close/>
                  <a:moveTo>
                    <a:pt x="4691" y="3029"/>
                  </a:moveTo>
                  <a:lnTo>
                    <a:pt x="4691" y="3029"/>
                  </a:lnTo>
                  <a:cubicBezTo>
                    <a:pt x="4699" y="3029"/>
                    <a:pt x="4690" y="3066"/>
                    <a:pt x="4668" y="3157"/>
                  </a:cubicBezTo>
                  <a:cubicBezTo>
                    <a:pt x="4636" y="3232"/>
                    <a:pt x="4602" y="3307"/>
                    <a:pt x="4602" y="3307"/>
                  </a:cubicBezTo>
                  <a:cubicBezTo>
                    <a:pt x="4574" y="3307"/>
                    <a:pt x="4611" y="3232"/>
                    <a:pt x="4649" y="3078"/>
                  </a:cubicBezTo>
                  <a:cubicBezTo>
                    <a:pt x="4672" y="3047"/>
                    <a:pt x="4686" y="3029"/>
                    <a:pt x="4691" y="3029"/>
                  </a:cubicBezTo>
                  <a:close/>
                  <a:moveTo>
                    <a:pt x="4087" y="3147"/>
                  </a:moveTo>
                  <a:cubicBezTo>
                    <a:pt x="4092" y="3147"/>
                    <a:pt x="4078" y="3183"/>
                    <a:pt x="4053" y="3251"/>
                  </a:cubicBezTo>
                  <a:cubicBezTo>
                    <a:pt x="4025" y="3323"/>
                    <a:pt x="4000" y="3398"/>
                    <a:pt x="3912" y="3445"/>
                  </a:cubicBezTo>
                  <a:lnTo>
                    <a:pt x="3856" y="3423"/>
                  </a:lnTo>
                  <a:cubicBezTo>
                    <a:pt x="3856" y="3423"/>
                    <a:pt x="3912" y="3360"/>
                    <a:pt x="3972" y="3301"/>
                  </a:cubicBezTo>
                  <a:cubicBezTo>
                    <a:pt x="4048" y="3196"/>
                    <a:pt x="4081" y="3147"/>
                    <a:pt x="4087" y="3147"/>
                  </a:cubicBezTo>
                  <a:close/>
                  <a:moveTo>
                    <a:pt x="14125" y="3342"/>
                  </a:moveTo>
                  <a:lnTo>
                    <a:pt x="14154" y="3345"/>
                  </a:lnTo>
                  <a:cubicBezTo>
                    <a:pt x="14144" y="3419"/>
                    <a:pt x="14132" y="3495"/>
                    <a:pt x="14105" y="3495"/>
                  </a:cubicBezTo>
                  <a:cubicBezTo>
                    <a:pt x="14105" y="3495"/>
                    <a:pt x="14104" y="3495"/>
                    <a:pt x="14103" y="3495"/>
                  </a:cubicBezTo>
                  <a:cubicBezTo>
                    <a:pt x="14091" y="3495"/>
                    <a:pt x="14082" y="3492"/>
                    <a:pt x="14073" y="3489"/>
                  </a:cubicBezTo>
                  <a:lnTo>
                    <a:pt x="14073" y="3489"/>
                  </a:lnTo>
                  <a:cubicBezTo>
                    <a:pt x="14085" y="3437"/>
                    <a:pt x="14101" y="3388"/>
                    <a:pt x="14125" y="3342"/>
                  </a:cubicBezTo>
                  <a:close/>
                  <a:moveTo>
                    <a:pt x="4881" y="3407"/>
                  </a:moveTo>
                  <a:cubicBezTo>
                    <a:pt x="4881" y="3483"/>
                    <a:pt x="4884" y="3561"/>
                    <a:pt x="4852" y="3564"/>
                  </a:cubicBezTo>
                  <a:lnTo>
                    <a:pt x="4821" y="3564"/>
                  </a:lnTo>
                  <a:cubicBezTo>
                    <a:pt x="4824" y="3511"/>
                    <a:pt x="4834" y="3458"/>
                    <a:pt x="4852" y="3407"/>
                  </a:cubicBezTo>
                  <a:close/>
                  <a:moveTo>
                    <a:pt x="5507" y="3564"/>
                  </a:moveTo>
                  <a:lnTo>
                    <a:pt x="5529" y="3639"/>
                  </a:lnTo>
                  <a:cubicBezTo>
                    <a:pt x="5508" y="3644"/>
                    <a:pt x="5494" y="3684"/>
                    <a:pt x="5482" y="3684"/>
                  </a:cubicBezTo>
                  <a:cubicBezTo>
                    <a:pt x="5477" y="3684"/>
                    <a:pt x="5472" y="3675"/>
                    <a:pt x="5467" y="3652"/>
                  </a:cubicBezTo>
                  <a:cubicBezTo>
                    <a:pt x="5466" y="3652"/>
                    <a:pt x="5465" y="3652"/>
                    <a:pt x="5464" y="3652"/>
                  </a:cubicBezTo>
                  <a:cubicBezTo>
                    <a:pt x="5438" y="3652"/>
                    <a:pt x="5480" y="3570"/>
                    <a:pt x="5507" y="3564"/>
                  </a:cubicBezTo>
                  <a:close/>
                  <a:moveTo>
                    <a:pt x="7712" y="3724"/>
                  </a:moveTo>
                  <a:cubicBezTo>
                    <a:pt x="7704" y="3724"/>
                    <a:pt x="7697" y="3731"/>
                    <a:pt x="7685" y="3743"/>
                  </a:cubicBezTo>
                  <a:cubicBezTo>
                    <a:pt x="7704" y="3793"/>
                    <a:pt x="7732" y="3840"/>
                    <a:pt x="7767" y="3881"/>
                  </a:cubicBezTo>
                  <a:cubicBezTo>
                    <a:pt x="7784" y="3898"/>
                    <a:pt x="7799" y="3907"/>
                    <a:pt x="7809" y="3907"/>
                  </a:cubicBezTo>
                  <a:cubicBezTo>
                    <a:pt x="7830" y="3907"/>
                    <a:pt x="7825" y="3863"/>
                    <a:pt x="7767" y="3768"/>
                  </a:cubicBezTo>
                  <a:cubicBezTo>
                    <a:pt x="7736" y="3737"/>
                    <a:pt x="7723" y="3724"/>
                    <a:pt x="7712" y="3724"/>
                  </a:cubicBezTo>
                  <a:close/>
                  <a:moveTo>
                    <a:pt x="19146" y="1"/>
                  </a:moveTo>
                  <a:lnTo>
                    <a:pt x="19052" y="7"/>
                  </a:lnTo>
                  <a:cubicBezTo>
                    <a:pt x="19008" y="89"/>
                    <a:pt x="18917" y="92"/>
                    <a:pt x="18870" y="95"/>
                  </a:cubicBezTo>
                  <a:cubicBezTo>
                    <a:pt x="18732" y="104"/>
                    <a:pt x="18688" y="111"/>
                    <a:pt x="18745" y="183"/>
                  </a:cubicBezTo>
                  <a:cubicBezTo>
                    <a:pt x="18754" y="261"/>
                    <a:pt x="18767" y="336"/>
                    <a:pt x="18723" y="343"/>
                  </a:cubicBezTo>
                  <a:lnTo>
                    <a:pt x="18710" y="267"/>
                  </a:lnTo>
                  <a:cubicBezTo>
                    <a:pt x="18704" y="231"/>
                    <a:pt x="18671" y="217"/>
                    <a:pt x="18618" y="217"/>
                  </a:cubicBezTo>
                  <a:cubicBezTo>
                    <a:pt x="18558" y="217"/>
                    <a:pt x="18473" y="235"/>
                    <a:pt x="18375" y="258"/>
                  </a:cubicBezTo>
                  <a:cubicBezTo>
                    <a:pt x="18219" y="287"/>
                    <a:pt x="18130" y="320"/>
                    <a:pt x="18065" y="320"/>
                  </a:cubicBezTo>
                  <a:cubicBezTo>
                    <a:pt x="18034" y="320"/>
                    <a:pt x="18008" y="312"/>
                    <a:pt x="17983" y="292"/>
                  </a:cubicBezTo>
                  <a:lnTo>
                    <a:pt x="17967" y="383"/>
                  </a:lnTo>
                  <a:cubicBezTo>
                    <a:pt x="17957" y="434"/>
                    <a:pt x="17938" y="462"/>
                    <a:pt x="17918" y="462"/>
                  </a:cubicBezTo>
                  <a:cubicBezTo>
                    <a:pt x="17904" y="462"/>
                    <a:pt x="17890" y="448"/>
                    <a:pt x="17877" y="418"/>
                  </a:cubicBezTo>
                  <a:cubicBezTo>
                    <a:pt x="17859" y="404"/>
                    <a:pt x="17835" y="397"/>
                    <a:pt x="17809" y="397"/>
                  </a:cubicBezTo>
                  <a:cubicBezTo>
                    <a:pt x="17723" y="397"/>
                    <a:pt x="17607" y="465"/>
                    <a:pt x="17576" y="559"/>
                  </a:cubicBezTo>
                  <a:lnTo>
                    <a:pt x="17494" y="603"/>
                  </a:lnTo>
                  <a:cubicBezTo>
                    <a:pt x="17455" y="566"/>
                    <a:pt x="17415" y="549"/>
                    <a:pt x="17380" y="549"/>
                  </a:cubicBezTo>
                  <a:cubicBezTo>
                    <a:pt x="17308" y="549"/>
                    <a:pt x="17259" y="619"/>
                    <a:pt x="17291" y="722"/>
                  </a:cubicBezTo>
                  <a:cubicBezTo>
                    <a:pt x="17270" y="691"/>
                    <a:pt x="17251" y="680"/>
                    <a:pt x="17233" y="680"/>
                  </a:cubicBezTo>
                  <a:cubicBezTo>
                    <a:pt x="17212" y="680"/>
                    <a:pt x="17193" y="694"/>
                    <a:pt x="17175" y="709"/>
                  </a:cubicBezTo>
                  <a:cubicBezTo>
                    <a:pt x="17149" y="802"/>
                    <a:pt x="17054" y="889"/>
                    <a:pt x="16993" y="889"/>
                  </a:cubicBezTo>
                  <a:cubicBezTo>
                    <a:pt x="16978" y="889"/>
                    <a:pt x="16965" y="884"/>
                    <a:pt x="16955" y="872"/>
                  </a:cubicBezTo>
                  <a:lnTo>
                    <a:pt x="16918" y="897"/>
                  </a:lnTo>
                  <a:cubicBezTo>
                    <a:pt x="16927" y="985"/>
                    <a:pt x="16902" y="1013"/>
                    <a:pt x="16871" y="1041"/>
                  </a:cubicBezTo>
                  <a:cubicBezTo>
                    <a:pt x="16839" y="1070"/>
                    <a:pt x="16808" y="1098"/>
                    <a:pt x="16827" y="1182"/>
                  </a:cubicBezTo>
                  <a:cubicBezTo>
                    <a:pt x="16849" y="1267"/>
                    <a:pt x="16821" y="1292"/>
                    <a:pt x="16821" y="1292"/>
                  </a:cubicBezTo>
                  <a:cubicBezTo>
                    <a:pt x="16816" y="1296"/>
                    <a:pt x="16812" y="1298"/>
                    <a:pt x="16808" y="1298"/>
                  </a:cubicBezTo>
                  <a:cubicBezTo>
                    <a:pt x="16783" y="1298"/>
                    <a:pt x="16764" y="1224"/>
                    <a:pt x="16745" y="1151"/>
                  </a:cubicBezTo>
                  <a:cubicBezTo>
                    <a:pt x="16748" y="1117"/>
                    <a:pt x="16741" y="1101"/>
                    <a:pt x="16730" y="1101"/>
                  </a:cubicBezTo>
                  <a:cubicBezTo>
                    <a:pt x="16706" y="1101"/>
                    <a:pt x="16663" y="1183"/>
                    <a:pt x="16676" y="1320"/>
                  </a:cubicBezTo>
                  <a:cubicBezTo>
                    <a:pt x="16691" y="1419"/>
                    <a:pt x="16698" y="1467"/>
                    <a:pt x="16694" y="1467"/>
                  </a:cubicBezTo>
                  <a:cubicBezTo>
                    <a:pt x="16689" y="1467"/>
                    <a:pt x="16675" y="1426"/>
                    <a:pt x="16648" y="1345"/>
                  </a:cubicBezTo>
                  <a:cubicBezTo>
                    <a:pt x="16630" y="1292"/>
                    <a:pt x="16612" y="1237"/>
                    <a:pt x="16603" y="1237"/>
                  </a:cubicBezTo>
                  <a:cubicBezTo>
                    <a:pt x="16598" y="1237"/>
                    <a:pt x="16595" y="1252"/>
                    <a:pt x="16595" y="1289"/>
                  </a:cubicBezTo>
                  <a:cubicBezTo>
                    <a:pt x="16564" y="1320"/>
                    <a:pt x="16564" y="1370"/>
                    <a:pt x="16595" y="1399"/>
                  </a:cubicBezTo>
                  <a:lnTo>
                    <a:pt x="16513" y="1480"/>
                  </a:lnTo>
                  <a:cubicBezTo>
                    <a:pt x="16404" y="1480"/>
                    <a:pt x="16376" y="1508"/>
                    <a:pt x="16350" y="1537"/>
                  </a:cubicBezTo>
                  <a:cubicBezTo>
                    <a:pt x="16372" y="1586"/>
                    <a:pt x="16380" y="1604"/>
                    <a:pt x="16363" y="1604"/>
                  </a:cubicBezTo>
                  <a:cubicBezTo>
                    <a:pt x="16353" y="1604"/>
                    <a:pt x="16334" y="1597"/>
                    <a:pt x="16303" y="1587"/>
                  </a:cubicBezTo>
                  <a:cubicBezTo>
                    <a:pt x="16284" y="1569"/>
                    <a:pt x="16268" y="1560"/>
                    <a:pt x="16260" y="1560"/>
                  </a:cubicBezTo>
                  <a:cubicBezTo>
                    <a:pt x="16244" y="1560"/>
                    <a:pt x="16259" y="1596"/>
                    <a:pt x="16335" y="1665"/>
                  </a:cubicBezTo>
                  <a:cubicBezTo>
                    <a:pt x="16360" y="1725"/>
                    <a:pt x="16353" y="1755"/>
                    <a:pt x="16315" y="1755"/>
                  </a:cubicBezTo>
                  <a:cubicBezTo>
                    <a:pt x="16302" y="1755"/>
                    <a:pt x="16284" y="1751"/>
                    <a:pt x="16263" y="1743"/>
                  </a:cubicBezTo>
                  <a:cubicBezTo>
                    <a:pt x="16206" y="1690"/>
                    <a:pt x="16172" y="1671"/>
                    <a:pt x="16158" y="1671"/>
                  </a:cubicBezTo>
                  <a:cubicBezTo>
                    <a:pt x="16145" y="1671"/>
                    <a:pt x="16153" y="1690"/>
                    <a:pt x="16181" y="1715"/>
                  </a:cubicBezTo>
                  <a:cubicBezTo>
                    <a:pt x="16216" y="1794"/>
                    <a:pt x="16191" y="1822"/>
                    <a:pt x="16191" y="1822"/>
                  </a:cubicBezTo>
                  <a:cubicBezTo>
                    <a:pt x="16185" y="1817"/>
                    <a:pt x="16178" y="1814"/>
                    <a:pt x="16169" y="1814"/>
                  </a:cubicBezTo>
                  <a:cubicBezTo>
                    <a:pt x="16135" y="1814"/>
                    <a:pt x="16080" y="1852"/>
                    <a:pt x="16015" y="1909"/>
                  </a:cubicBezTo>
                  <a:cubicBezTo>
                    <a:pt x="15974" y="1944"/>
                    <a:pt x="15931" y="1991"/>
                    <a:pt x="15884" y="2038"/>
                  </a:cubicBezTo>
                  <a:lnTo>
                    <a:pt x="15749" y="2170"/>
                  </a:lnTo>
                  <a:cubicBezTo>
                    <a:pt x="15727" y="2192"/>
                    <a:pt x="15761" y="2267"/>
                    <a:pt x="15818" y="2323"/>
                  </a:cubicBezTo>
                  <a:cubicBezTo>
                    <a:pt x="15867" y="2372"/>
                    <a:pt x="15883" y="2389"/>
                    <a:pt x="15878" y="2389"/>
                  </a:cubicBezTo>
                  <a:cubicBezTo>
                    <a:pt x="15873" y="2389"/>
                    <a:pt x="15837" y="2364"/>
                    <a:pt x="15796" y="2345"/>
                  </a:cubicBezTo>
                  <a:cubicBezTo>
                    <a:pt x="15713" y="2278"/>
                    <a:pt x="15660" y="2247"/>
                    <a:pt x="15643" y="2247"/>
                  </a:cubicBezTo>
                  <a:cubicBezTo>
                    <a:pt x="15621" y="2247"/>
                    <a:pt x="15654" y="2295"/>
                    <a:pt x="15755" y="2380"/>
                  </a:cubicBezTo>
                  <a:cubicBezTo>
                    <a:pt x="15822" y="2429"/>
                    <a:pt x="15854" y="2452"/>
                    <a:pt x="15848" y="2452"/>
                  </a:cubicBezTo>
                  <a:cubicBezTo>
                    <a:pt x="15843" y="2452"/>
                    <a:pt x="15807" y="2433"/>
                    <a:pt x="15736" y="2395"/>
                  </a:cubicBezTo>
                  <a:cubicBezTo>
                    <a:pt x="15705" y="2380"/>
                    <a:pt x="15687" y="2371"/>
                    <a:pt x="15679" y="2371"/>
                  </a:cubicBezTo>
                  <a:cubicBezTo>
                    <a:pt x="15667" y="2371"/>
                    <a:pt x="15675" y="2389"/>
                    <a:pt x="15695" y="2433"/>
                  </a:cubicBezTo>
                  <a:cubicBezTo>
                    <a:pt x="15724" y="2465"/>
                    <a:pt x="15730" y="2485"/>
                    <a:pt x="15720" y="2485"/>
                  </a:cubicBezTo>
                  <a:cubicBezTo>
                    <a:pt x="15713" y="2485"/>
                    <a:pt x="15696" y="2474"/>
                    <a:pt x="15674" y="2448"/>
                  </a:cubicBezTo>
                  <a:cubicBezTo>
                    <a:pt x="15628" y="2423"/>
                    <a:pt x="15583" y="2397"/>
                    <a:pt x="15570" y="2397"/>
                  </a:cubicBezTo>
                  <a:cubicBezTo>
                    <a:pt x="15562" y="2397"/>
                    <a:pt x="15564" y="2405"/>
                    <a:pt x="15583" y="2427"/>
                  </a:cubicBezTo>
                  <a:cubicBezTo>
                    <a:pt x="15583" y="2427"/>
                    <a:pt x="15579" y="2430"/>
                    <a:pt x="15569" y="2430"/>
                  </a:cubicBezTo>
                  <a:cubicBezTo>
                    <a:pt x="15557" y="2430"/>
                    <a:pt x="15534" y="2425"/>
                    <a:pt x="15495" y="2401"/>
                  </a:cubicBezTo>
                  <a:cubicBezTo>
                    <a:pt x="15480" y="2391"/>
                    <a:pt x="15469" y="2387"/>
                    <a:pt x="15463" y="2387"/>
                  </a:cubicBezTo>
                  <a:cubicBezTo>
                    <a:pt x="15440" y="2387"/>
                    <a:pt x="15464" y="2443"/>
                    <a:pt x="15489" y="2502"/>
                  </a:cubicBezTo>
                  <a:cubicBezTo>
                    <a:pt x="15509" y="2590"/>
                    <a:pt x="15512" y="2635"/>
                    <a:pt x="15499" y="2635"/>
                  </a:cubicBezTo>
                  <a:cubicBezTo>
                    <a:pt x="15488" y="2635"/>
                    <a:pt x="15465" y="2604"/>
                    <a:pt x="15432" y="2539"/>
                  </a:cubicBezTo>
                  <a:cubicBezTo>
                    <a:pt x="15409" y="2497"/>
                    <a:pt x="15389" y="2480"/>
                    <a:pt x="15374" y="2480"/>
                  </a:cubicBezTo>
                  <a:cubicBezTo>
                    <a:pt x="15340" y="2480"/>
                    <a:pt x="15335" y="2575"/>
                    <a:pt x="15379" y="2671"/>
                  </a:cubicBezTo>
                  <a:cubicBezTo>
                    <a:pt x="15418" y="2755"/>
                    <a:pt x="15434" y="2789"/>
                    <a:pt x="15432" y="2789"/>
                  </a:cubicBezTo>
                  <a:cubicBezTo>
                    <a:pt x="15430" y="2789"/>
                    <a:pt x="15421" y="2773"/>
                    <a:pt x="15404" y="2746"/>
                  </a:cubicBezTo>
                  <a:cubicBezTo>
                    <a:pt x="15370" y="2695"/>
                    <a:pt x="15351" y="2689"/>
                    <a:pt x="15344" y="2689"/>
                  </a:cubicBezTo>
                  <a:cubicBezTo>
                    <a:pt x="15342" y="2689"/>
                    <a:pt x="15341" y="2690"/>
                    <a:pt x="15341" y="2690"/>
                  </a:cubicBezTo>
                  <a:cubicBezTo>
                    <a:pt x="15334" y="2694"/>
                    <a:pt x="15327" y="2699"/>
                    <a:pt x="15319" y="2699"/>
                  </a:cubicBezTo>
                  <a:cubicBezTo>
                    <a:pt x="15306" y="2699"/>
                    <a:pt x="15289" y="2686"/>
                    <a:pt x="15263" y="2643"/>
                  </a:cubicBezTo>
                  <a:cubicBezTo>
                    <a:pt x="15263" y="2643"/>
                    <a:pt x="15247" y="2652"/>
                    <a:pt x="15247" y="2743"/>
                  </a:cubicBezTo>
                  <a:cubicBezTo>
                    <a:pt x="15263" y="2817"/>
                    <a:pt x="15250" y="2848"/>
                    <a:pt x="15225" y="2848"/>
                  </a:cubicBezTo>
                  <a:cubicBezTo>
                    <a:pt x="15194" y="2848"/>
                    <a:pt x="15142" y="2798"/>
                    <a:pt x="15100" y="2721"/>
                  </a:cubicBezTo>
                  <a:lnTo>
                    <a:pt x="15091" y="2806"/>
                  </a:lnTo>
                  <a:cubicBezTo>
                    <a:pt x="15115" y="2903"/>
                    <a:pt x="15123" y="2973"/>
                    <a:pt x="15114" y="2973"/>
                  </a:cubicBezTo>
                  <a:cubicBezTo>
                    <a:pt x="15108" y="2973"/>
                    <a:pt x="15096" y="2950"/>
                    <a:pt x="15078" y="2897"/>
                  </a:cubicBezTo>
                  <a:cubicBezTo>
                    <a:pt x="15058" y="2843"/>
                    <a:pt x="15040" y="2792"/>
                    <a:pt x="15040" y="2792"/>
                  </a:cubicBezTo>
                  <a:lnTo>
                    <a:pt x="15040" y="2792"/>
                  </a:lnTo>
                  <a:cubicBezTo>
                    <a:pt x="15040" y="2792"/>
                    <a:pt x="15043" y="2800"/>
                    <a:pt x="15050" y="2821"/>
                  </a:cubicBezTo>
                  <a:cubicBezTo>
                    <a:pt x="15066" y="2890"/>
                    <a:pt x="15052" y="2920"/>
                    <a:pt x="15029" y="2920"/>
                  </a:cubicBezTo>
                  <a:cubicBezTo>
                    <a:pt x="15025" y="2920"/>
                    <a:pt x="15022" y="2920"/>
                    <a:pt x="15019" y="2919"/>
                  </a:cubicBezTo>
                  <a:cubicBezTo>
                    <a:pt x="14987" y="2903"/>
                    <a:pt x="14950" y="2853"/>
                    <a:pt x="14931" y="2778"/>
                  </a:cubicBezTo>
                  <a:cubicBezTo>
                    <a:pt x="14914" y="2716"/>
                    <a:pt x="14910" y="2703"/>
                    <a:pt x="14900" y="2703"/>
                  </a:cubicBezTo>
                  <a:cubicBezTo>
                    <a:pt x="14897" y="2703"/>
                    <a:pt x="14894" y="2704"/>
                    <a:pt x="14890" y="2705"/>
                  </a:cubicBezTo>
                  <a:lnTo>
                    <a:pt x="14909" y="2781"/>
                  </a:lnTo>
                  <a:cubicBezTo>
                    <a:pt x="14931" y="2856"/>
                    <a:pt x="14950" y="2931"/>
                    <a:pt x="14928" y="2934"/>
                  </a:cubicBezTo>
                  <a:cubicBezTo>
                    <a:pt x="14923" y="2935"/>
                    <a:pt x="14918" y="2936"/>
                    <a:pt x="14913" y="2936"/>
                  </a:cubicBezTo>
                  <a:cubicBezTo>
                    <a:pt x="14896" y="2936"/>
                    <a:pt x="14880" y="2926"/>
                    <a:pt x="14868" y="2865"/>
                  </a:cubicBezTo>
                  <a:cubicBezTo>
                    <a:pt x="14842" y="2815"/>
                    <a:pt x="14818" y="2766"/>
                    <a:pt x="14810" y="2766"/>
                  </a:cubicBezTo>
                  <a:lnTo>
                    <a:pt x="14810" y="2766"/>
                  </a:lnTo>
                  <a:cubicBezTo>
                    <a:pt x="14807" y="2766"/>
                    <a:pt x="14807" y="2775"/>
                    <a:pt x="14812" y="2799"/>
                  </a:cubicBezTo>
                  <a:cubicBezTo>
                    <a:pt x="14812" y="2799"/>
                    <a:pt x="14812" y="2799"/>
                    <a:pt x="14811" y="2799"/>
                  </a:cubicBezTo>
                  <a:cubicBezTo>
                    <a:pt x="14808" y="2799"/>
                    <a:pt x="14787" y="2797"/>
                    <a:pt x="14758" y="2731"/>
                  </a:cubicBezTo>
                  <a:cubicBezTo>
                    <a:pt x="14740" y="2735"/>
                    <a:pt x="14720" y="2738"/>
                    <a:pt x="14700" y="2738"/>
                  </a:cubicBezTo>
                  <a:cubicBezTo>
                    <a:pt x="14692" y="2738"/>
                    <a:pt x="14685" y="2738"/>
                    <a:pt x="14677" y="2737"/>
                  </a:cubicBezTo>
                  <a:cubicBezTo>
                    <a:pt x="14671" y="2777"/>
                    <a:pt x="14656" y="2797"/>
                    <a:pt x="14642" y="2797"/>
                  </a:cubicBezTo>
                  <a:cubicBezTo>
                    <a:pt x="14629" y="2797"/>
                    <a:pt x="14617" y="2778"/>
                    <a:pt x="14614" y="2740"/>
                  </a:cubicBezTo>
                  <a:cubicBezTo>
                    <a:pt x="14614" y="2740"/>
                    <a:pt x="14574" y="2740"/>
                    <a:pt x="14555" y="2821"/>
                  </a:cubicBezTo>
                  <a:cubicBezTo>
                    <a:pt x="14552" y="2821"/>
                    <a:pt x="14548" y="2821"/>
                    <a:pt x="14545" y="2821"/>
                  </a:cubicBezTo>
                  <a:cubicBezTo>
                    <a:pt x="14508" y="2821"/>
                    <a:pt x="14489" y="2819"/>
                    <a:pt x="14486" y="2746"/>
                  </a:cubicBezTo>
                  <a:cubicBezTo>
                    <a:pt x="14486" y="2707"/>
                    <a:pt x="14486" y="2687"/>
                    <a:pt x="14483" y="2687"/>
                  </a:cubicBezTo>
                  <a:cubicBezTo>
                    <a:pt x="14481" y="2687"/>
                    <a:pt x="14476" y="2707"/>
                    <a:pt x="14467" y="2746"/>
                  </a:cubicBezTo>
                  <a:cubicBezTo>
                    <a:pt x="14467" y="2819"/>
                    <a:pt x="14448" y="2821"/>
                    <a:pt x="14428" y="2821"/>
                  </a:cubicBezTo>
                  <a:cubicBezTo>
                    <a:pt x="14426" y="2821"/>
                    <a:pt x="14425" y="2821"/>
                    <a:pt x="14423" y="2821"/>
                  </a:cubicBezTo>
                  <a:lnTo>
                    <a:pt x="14379" y="2815"/>
                  </a:lnTo>
                  <a:cubicBezTo>
                    <a:pt x="14374" y="2880"/>
                    <a:pt x="14373" y="2891"/>
                    <a:pt x="14360" y="2891"/>
                  </a:cubicBezTo>
                  <a:cubicBezTo>
                    <a:pt x="14358" y="2891"/>
                    <a:pt x="14355" y="2891"/>
                    <a:pt x="14351" y="2890"/>
                  </a:cubicBezTo>
                  <a:cubicBezTo>
                    <a:pt x="14326" y="2887"/>
                    <a:pt x="14266" y="2806"/>
                    <a:pt x="14248" y="2803"/>
                  </a:cubicBezTo>
                  <a:cubicBezTo>
                    <a:pt x="14237" y="2802"/>
                    <a:pt x="14228" y="2802"/>
                    <a:pt x="14220" y="2802"/>
                  </a:cubicBezTo>
                  <a:cubicBezTo>
                    <a:pt x="14182" y="2802"/>
                    <a:pt x="14183" y="2813"/>
                    <a:pt x="14191" y="2878"/>
                  </a:cubicBezTo>
                  <a:cubicBezTo>
                    <a:pt x="14208" y="2878"/>
                    <a:pt x="14208" y="2913"/>
                    <a:pt x="14196" y="2913"/>
                  </a:cubicBezTo>
                  <a:cubicBezTo>
                    <a:pt x="14190" y="2913"/>
                    <a:pt x="14181" y="2904"/>
                    <a:pt x="14169" y="2875"/>
                  </a:cubicBezTo>
                  <a:cubicBezTo>
                    <a:pt x="14147" y="2868"/>
                    <a:pt x="14103" y="2771"/>
                    <a:pt x="14047" y="2759"/>
                  </a:cubicBezTo>
                  <a:cubicBezTo>
                    <a:pt x="14023" y="2753"/>
                    <a:pt x="14006" y="2749"/>
                    <a:pt x="13994" y="2749"/>
                  </a:cubicBezTo>
                  <a:cubicBezTo>
                    <a:pt x="13968" y="2749"/>
                    <a:pt x="13962" y="2766"/>
                    <a:pt x="13947" y="2815"/>
                  </a:cubicBezTo>
                  <a:cubicBezTo>
                    <a:pt x="13935" y="2892"/>
                    <a:pt x="13922" y="2930"/>
                    <a:pt x="13917" y="2930"/>
                  </a:cubicBezTo>
                  <a:cubicBezTo>
                    <a:pt x="13911" y="2930"/>
                    <a:pt x="13912" y="2889"/>
                    <a:pt x="13928" y="2809"/>
                  </a:cubicBezTo>
                  <a:cubicBezTo>
                    <a:pt x="13936" y="2706"/>
                    <a:pt x="13934" y="2665"/>
                    <a:pt x="13925" y="2665"/>
                  </a:cubicBezTo>
                  <a:cubicBezTo>
                    <a:pt x="13919" y="2665"/>
                    <a:pt x="13911" y="2681"/>
                    <a:pt x="13900" y="2709"/>
                  </a:cubicBezTo>
                  <a:cubicBezTo>
                    <a:pt x="13868" y="2756"/>
                    <a:pt x="13858" y="2769"/>
                    <a:pt x="13848" y="2769"/>
                  </a:cubicBezTo>
                  <a:cubicBezTo>
                    <a:pt x="13845" y="2769"/>
                    <a:pt x="13841" y="2768"/>
                    <a:pt x="13837" y="2765"/>
                  </a:cubicBezTo>
                  <a:cubicBezTo>
                    <a:pt x="13853" y="2725"/>
                    <a:pt x="13855" y="2705"/>
                    <a:pt x="13842" y="2705"/>
                  </a:cubicBezTo>
                  <a:cubicBezTo>
                    <a:pt x="13832" y="2705"/>
                    <a:pt x="13811" y="2718"/>
                    <a:pt x="13781" y="2743"/>
                  </a:cubicBezTo>
                  <a:cubicBezTo>
                    <a:pt x="13762" y="2734"/>
                    <a:pt x="13762" y="2734"/>
                    <a:pt x="13793" y="2665"/>
                  </a:cubicBezTo>
                  <a:cubicBezTo>
                    <a:pt x="13781" y="2658"/>
                    <a:pt x="13771" y="2652"/>
                    <a:pt x="13759" y="2646"/>
                  </a:cubicBezTo>
                  <a:cubicBezTo>
                    <a:pt x="13730" y="2677"/>
                    <a:pt x="13704" y="2689"/>
                    <a:pt x="13681" y="2689"/>
                  </a:cubicBezTo>
                  <a:cubicBezTo>
                    <a:pt x="13620" y="2689"/>
                    <a:pt x="13585" y="2603"/>
                    <a:pt x="13605" y="2549"/>
                  </a:cubicBezTo>
                  <a:cubicBezTo>
                    <a:pt x="13605" y="2549"/>
                    <a:pt x="13603" y="2547"/>
                    <a:pt x="13598" y="2547"/>
                  </a:cubicBezTo>
                  <a:cubicBezTo>
                    <a:pt x="13589" y="2547"/>
                    <a:pt x="13568" y="2553"/>
                    <a:pt x="13527" y="2583"/>
                  </a:cubicBezTo>
                  <a:cubicBezTo>
                    <a:pt x="13477" y="2634"/>
                    <a:pt x="13445" y="2659"/>
                    <a:pt x="13434" y="2659"/>
                  </a:cubicBezTo>
                  <a:cubicBezTo>
                    <a:pt x="13421" y="2659"/>
                    <a:pt x="13438" y="2623"/>
                    <a:pt x="13489" y="2555"/>
                  </a:cubicBezTo>
                  <a:cubicBezTo>
                    <a:pt x="13538" y="2490"/>
                    <a:pt x="13561" y="2459"/>
                    <a:pt x="13557" y="2459"/>
                  </a:cubicBezTo>
                  <a:lnTo>
                    <a:pt x="13557" y="2459"/>
                  </a:lnTo>
                  <a:cubicBezTo>
                    <a:pt x="13553" y="2459"/>
                    <a:pt x="13525" y="2486"/>
                    <a:pt x="13470" y="2539"/>
                  </a:cubicBezTo>
                  <a:cubicBezTo>
                    <a:pt x="13456" y="2549"/>
                    <a:pt x="13441" y="2554"/>
                    <a:pt x="13426" y="2554"/>
                  </a:cubicBezTo>
                  <a:cubicBezTo>
                    <a:pt x="13373" y="2554"/>
                    <a:pt x="13334" y="2492"/>
                    <a:pt x="13430" y="2408"/>
                  </a:cubicBezTo>
                  <a:cubicBezTo>
                    <a:pt x="13480" y="2348"/>
                    <a:pt x="13530" y="2289"/>
                    <a:pt x="13530" y="2289"/>
                  </a:cubicBezTo>
                  <a:lnTo>
                    <a:pt x="13530" y="2289"/>
                  </a:lnTo>
                  <a:cubicBezTo>
                    <a:pt x="13491" y="2312"/>
                    <a:pt x="13469" y="2317"/>
                    <a:pt x="13457" y="2317"/>
                  </a:cubicBezTo>
                  <a:cubicBezTo>
                    <a:pt x="13448" y="2317"/>
                    <a:pt x="13445" y="2314"/>
                    <a:pt x="13445" y="2314"/>
                  </a:cubicBezTo>
                  <a:cubicBezTo>
                    <a:pt x="13422" y="2339"/>
                    <a:pt x="13406" y="2351"/>
                    <a:pt x="13390" y="2351"/>
                  </a:cubicBezTo>
                  <a:cubicBezTo>
                    <a:pt x="13369" y="2351"/>
                    <a:pt x="13350" y="2331"/>
                    <a:pt x="13320" y="2301"/>
                  </a:cubicBezTo>
                  <a:cubicBezTo>
                    <a:pt x="13282" y="2270"/>
                    <a:pt x="13151" y="2245"/>
                    <a:pt x="13110" y="2198"/>
                  </a:cubicBezTo>
                  <a:cubicBezTo>
                    <a:pt x="13069" y="2157"/>
                    <a:pt x="13010" y="2091"/>
                    <a:pt x="13047" y="2016"/>
                  </a:cubicBezTo>
                  <a:cubicBezTo>
                    <a:pt x="13030" y="1995"/>
                    <a:pt x="13009" y="1972"/>
                    <a:pt x="12923" y="1972"/>
                  </a:cubicBezTo>
                  <a:cubicBezTo>
                    <a:pt x="12918" y="1972"/>
                    <a:pt x="12912" y="1972"/>
                    <a:pt x="12906" y="1972"/>
                  </a:cubicBezTo>
                  <a:cubicBezTo>
                    <a:pt x="12891" y="1978"/>
                    <a:pt x="12876" y="1980"/>
                    <a:pt x="12864" y="1980"/>
                  </a:cubicBezTo>
                  <a:cubicBezTo>
                    <a:pt x="12815" y="1980"/>
                    <a:pt x="12796" y="1940"/>
                    <a:pt x="12844" y="1900"/>
                  </a:cubicBezTo>
                  <a:lnTo>
                    <a:pt x="12822" y="1875"/>
                  </a:lnTo>
                  <a:cubicBezTo>
                    <a:pt x="12812" y="1876"/>
                    <a:pt x="12802" y="1876"/>
                    <a:pt x="12794" y="1876"/>
                  </a:cubicBezTo>
                  <a:cubicBezTo>
                    <a:pt x="12717" y="1876"/>
                    <a:pt x="12696" y="1853"/>
                    <a:pt x="12696" y="1853"/>
                  </a:cubicBezTo>
                  <a:cubicBezTo>
                    <a:pt x="12748" y="1807"/>
                    <a:pt x="12781" y="1742"/>
                    <a:pt x="12735" y="1742"/>
                  </a:cubicBezTo>
                  <a:cubicBezTo>
                    <a:pt x="12728" y="1742"/>
                    <a:pt x="12720" y="1743"/>
                    <a:pt x="12709" y="1747"/>
                  </a:cubicBezTo>
                  <a:cubicBezTo>
                    <a:pt x="12688" y="1767"/>
                    <a:pt x="12671" y="1775"/>
                    <a:pt x="12656" y="1775"/>
                  </a:cubicBezTo>
                  <a:cubicBezTo>
                    <a:pt x="12631" y="1775"/>
                    <a:pt x="12611" y="1752"/>
                    <a:pt x="12584" y="1718"/>
                  </a:cubicBezTo>
                  <a:cubicBezTo>
                    <a:pt x="12590" y="1671"/>
                    <a:pt x="12402" y="1417"/>
                    <a:pt x="12145" y="1173"/>
                  </a:cubicBezTo>
                  <a:cubicBezTo>
                    <a:pt x="12079" y="1113"/>
                    <a:pt x="12020" y="1054"/>
                    <a:pt x="11954" y="1001"/>
                  </a:cubicBezTo>
                  <a:cubicBezTo>
                    <a:pt x="11882" y="951"/>
                    <a:pt x="11816" y="904"/>
                    <a:pt x="11759" y="863"/>
                  </a:cubicBezTo>
                  <a:cubicBezTo>
                    <a:pt x="11665" y="800"/>
                    <a:pt x="11590" y="761"/>
                    <a:pt x="11561" y="761"/>
                  </a:cubicBezTo>
                  <a:cubicBezTo>
                    <a:pt x="11555" y="761"/>
                    <a:pt x="11551" y="763"/>
                    <a:pt x="11549" y="766"/>
                  </a:cubicBezTo>
                  <a:lnTo>
                    <a:pt x="11430" y="694"/>
                  </a:lnTo>
                  <a:lnTo>
                    <a:pt x="11311" y="621"/>
                  </a:lnTo>
                  <a:cubicBezTo>
                    <a:pt x="11349" y="556"/>
                    <a:pt x="11308" y="509"/>
                    <a:pt x="11236" y="477"/>
                  </a:cubicBezTo>
                  <a:cubicBezTo>
                    <a:pt x="11180" y="463"/>
                    <a:pt x="11124" y="455"/>
                    <a:pt x="11067" y="455"/>
                  </a:cubicBezTo>
                  <a:cubicBezTo>
                    <a:pt x="11038" y="455"/>
                    <a:pt x="11008" y="457"/>
                    <a:pt x="10979" y="462"/>
                  </a:cubicBezTo>
                  <a:cubicBezTo>
                    <a:pt x="10953" y="486"/>
                    <a:pt x="10921" y="498"/>
                    <a:pt x="10888" y="498"/>
                  </a:cubicBezTo>
                  <a:cubicBezTo>
                    <a:pt x="10866" y="498"/>
                    <a:pt x="10843" y="492"/>
                    <a:pt x="10822" y="480"/>
                  </a:cubicBezTo>
                  <a:cubicBezTo>
                    <a:pt x="10862" y="373"/>
                    <a:pt x="10795" y="312"/>
                    <a:pt x="10712" y="312"/>
                  </a:cubicBezTo>
                  <a:cubicBezTo>
                    <a:pt x="10683" y="312"/>
                    <a:pt x="10653" y="319"/>
                    <a:pt x="10625" y="333"/>
                  </a:cubicBezTo>
                  <a:cubicBezTo>
                    <a:pt x="10585" y="400"/>
                    <a:pt x="10555" y="432"/>
                    <a:pt x="10538" y="432"/>
                  </a:cubicBezTo>
                  <a:cubicBezTo>
                    <a:pt x="10519" y="432"/>
                    <a:pt x="10517" y="391"/>
                    <a:pt x="10537" y="311"/>
                  </a:cubicBezTo>
                  <a:cubicBezTo>
                    <a:pt x="10557" y="237"/>
                    <a:pt x="10542" y="193"/>
                    <a:pt x="10506" y="193"/>
                  </a:cubicBezTo>
                  <a:cubicBezTo>
                    <a:pt x="10468" y="193"/>
                    <a:pt x="10408" y="239"/>
                    <a:pt x="10340" y="346"/>
                  </a:cubicBezTo>
                  <a:cubicBezTo>
                    <a:pt x="10312" y="376"/>
                    <a:pt x="10298" y="393"/>
                    <a:pt x="10288" y="393"/>
                  </a:cubicBezTo>
                  <a:cubicBezTo>
                    <a:pt x="10276" y="393"/>
                    <a:pt x="10269" y="371"/>
                    <a:pt x="10252" y="324"/>
                  </a:cubicBezTo>
                  <a:cubicBezTo>
                    <a:pt x="10241" y="224"/>
                    <a:pt x="10219" y="183"/>
                    <a:pt x="10201" y="183"/>
                  </a:cubicBezTo>
                  <a:cubicBezTo>
                    <a:pt x="10189" y="183"/>
                    <a:pt x="10179" y="202"/>
                    <a:pt x="10174" y="233"/>
                  </a:cubicBezTo>
                  <a:cubicBezTo>
                    <a:pt x="10142" y="306"/>
                    <a:pt x="10117" y="342"/>
                    <a:pt x="10096" y="342"/>
                  </a:cubicBezTo>
                  <a:cubicBezTo>
                    <a:pt x="10074" y="342"/>
                    <a:pt x="10057" y="301"/>
                    <a:pt x="10042" y="220"/>
                  </a:cubicBezTo>
                  <a:cubicBezTo>
                    <a:pt x="10005" y="136"/>
                    <a:pt x="9986" y="94"/>
                    <a:pt x="9968" y="94"/>
                  </a:cubicBezTo>
                  <a:cubicBezTo>
                    <a:pt x="9951" y="94"/>
                    <a:pt x="9935" y="133"/>
                    <a:pt x="9907" y="208"/>
                  </a:cubicBezTo>
                  <a:cubicBezTo>
                    <a:pt x="9881" y="279"/>
                    <a:pt x="9830" y="314"/>
                    <a:pt x="9779" y="314"/>
                  </a:cubicBezTo>
                  <a:cubicBezTo>
                    <a:pt x="9722" y="314"/>
                    <a:pt x="9666" y="271"/>
                    <a:pt x="9641" y="189"/>
                  </a:cubicBezTo>
                  <a:cubicBezTo>
                    <a:pt x="9612" y="189"/>
                    <a:pt x="9582" y="157"/>
                    <a:pt x="9565" y="157"/>
                  </a:cubicBezTo>
                  <a:cubicBezTo>
                    <a:pt x="9557" y="157"/>
                    <a:pt x="9552" y="165"/>
                    <a:pt x="9553" y="192"/>
                  </a:cubicBezTo>
                  <a:lnTo>
                    <a:pt x="9503" y="117"/>
                  </a:lnTo>
                  <a:lnTo>
                    <a:pt x="9412" y="120"/>
                  </a:lnTo>
                  <a:lnTo>
                    <a:pt x="9418" y="198"/>
                  </a:lnTo>
                  <a:cubicBezTo>
                    <a:pt x="9416" y="199"/>
                    <a:pt x="9413" y="199"/>
                    <a:pt x="9410" y="199"/>
                  </a:cubicBezTo>
                  <a:cubicBezTo>
                    <a:pt x="9369" y="199"/>
                    <a:pt x="9246" y="168"/>
                    <a:pt x="9080" y="168"/>
                  </a:cubicBezTo>
                  <a:cubicBezTo>
                    <a:pt x="8987" y="168"/>
                    <a:pt x="8880" y="178"/>
                    <a:pt x="8767" y="208"/>
                  </a:cubicBezTo>
                  <a:cubicBezTo>
                    <a:pt x="8601" y="236"/>
                    <a:pt x="8441" y="289"/>
                    <a:pt x="8287" y="365"/>
                  </a:cubicBezTo>
                  <a:cubicBezTo>
                    <a:pt x="8212" y="402"/>
                    <a:pt x="8209" y="427"/>
                    <a:pt x="8246" y="452"/>
                  </a:cubicBezTo>
                  <a:cubicBezTo>
                    <a:pt x="8305" y="525"/>
                    <a:pt x="8304" y="566"/>
                    <a:pt x="8273" y="566"/>
                  </a:cubicBezTo>
                  <a:cubicBezTo>
                    <a:pt x="8249" y="566"/>
                    <a:pt x="8207" y="541"/>
                    <a:pt x="8159" y="487"/>
                  </a:cubicBezTo>
                  <a:cubicBezTo>
                    <a:pt x="8112" y="502"/>
                    <a:pt x="7996" y="477"/>
                    <a:pt x="7914" y="524"/>
                  </a:cubicBezTo>
                  <a:cubicBezTo>
                    <a:pt x="7860" y="555"/>
                    <a:pt x="7806" y="585"/>
                    <a:pt x="7764" y="585"/>
                  </a:cubicBezTo>
                  <a:cubicBezTo>
                    <a:pt x="7741" y="585"/>
                    <a:pt x="7722" y="576"/>
                    <a:pt x="7707" y="553"/>
                  </a:cubicBezTo>
                  <a:lnTo>
                    <a:pt x="7664" y="574"/>
                  </a:lnTo>
                  <a:cubicBezTo>
                    <a:pt x="7657" y="753"/>
                    <a:pt x="7460" y="910"/>
                    <a:pt x="7297" y="932"/>
                  </a:cubicBezTo>
                  <a:cubicBezTo>
                    <a:pt x="7228" y="985"/>
                    <a:pt x="7200" y="1013"/>
                    <a:pt x="7190" y="1129"/>
                  </a:cubicBezTo>
                  <a:cubicBezTo>
                    <a:pt x="7184" y="1203"/>
                    <a:pt x="7182" y="1227"/>
                    <a:pt x="7158" y="1227"/>
                  </a:cubicBezTo>
                  <a:cubicBezTo>
                    <a:pt x="7145" y="1227"/>
                    <a:pt x="7126" y="1220"/>
                    <a:pt x="7096" y="1211"/>
                  </a:cubicBezTo>
                  <a:cubicBezTo>
                    <a:pt x="7087" y="1200"/>
                    <a:pt x="7070" y="1195"/>
                    <a:pt x="7050" y="1195"/>
                  </a:cubicBezTo>
                  <a:cubicBezTo>
                    <a:pt x="7017" y="1195"/>
                    <a:pt x="6976" y="1208"/>
                    <a:pt x="6943" y="1229"/>
                  </a:cubicBezTo>
                  <a:cubicBezTo>
                    <a:pt x="6896" y="1264"/>
                    <a:pt x="6871" y="1320"/>
                    <a:pt x="6924" y="1374"/>
                  </a:cubicBezTo>
                  <a:lnTo>
                    <a:pt x="6842" y="1349"/>
                  </a:lnTo>
                  <a:cubicBezTo>
                    <a:pt x="6831" y="1345"/>
                    <a:pt x="6821" y="1343"/>
                    <a:pt x="6813" y="1343"/>
                  </a:cubicBezTo>
                  <a:cubicBezTo>
                    <a:pt x="6766" y="1343"/>
                    <a:pt x="6794" y="1410"/>
                    <a:pt x="6842" y="1458"/>
                  </a:cubicBezTo>
                  <a:cubicBezTo>
                    <a:pt x="6902" y="1514"/>
                    <a:pt x="6923" y="1548"/>
                    <a:pt x="6901" y="1548"/>
                  </a:cubicBezTo>
                  <a:cubicBezTo>
                    <a:pt x="6881" y="1548"/>
                    <a:pt x="6826" y="1521"/>
                    <a:pt x="6733" y="1458"/>
                  </a:cubicBezTo>
                  <a:cubicBezTo>
                    <a:pt x="6677" y="1405"/>
                    <a:pt x="6642" y="1386"/>
                    <a:pt x="6627" y="1386"/>
                  </a:cubicBezTo>
                  <a:cubicBezTo>
                    <a:pt x="6613" y="1386"/>
                    <a:pt x="6620" y="1406"/>
                    <a:pt x="6648" y="1433"/>
                  </a:cubicBezTo>
                  <a:cubicBezTo>
                    <a:pt x="6673" y="1504"/>
                    <a:pt x="6704" y="1570"/>
                    <a:pt x="6659" y="1570"/>
                  </a:cubicBezTo>
                  <a:cubicBezTo>
                    <a:pt x="6652" y="1570"/>
                    <a:pt x="6643" y="1568"/>
                    <a:pt x="6632" y="1565"/>
                  </a:cubicBezTo>
                  <a:lnTo>
                    <a:pt x="6632" y="1565"/>
                  </a:lnTo>
                  <a:cubicBezTo>
                    <a:pt x="6607" y="1590"/>
                    <a:pt x="6582" y="1615"/>
                    <a:pt x="6698" y="1721"/>
                  </a:cubicBezTo>
                  <a:cubicBezTo>
                    <a:pt x="6755" y="1775"/>
                    <a:pt x="6733" y="1800"/>
                    <a:pt x="6708" y="1825"/>
                  </a:cubicBezTo>
                  <a:cubicBezTo>
                    <a:pt x="6664" y="1794"/>
                    <a:pt x="6632" y="1747"/>
                    <a:pt x="6617" y="1693"/>
                  </a:cubicBezTo>
                  <a:lnTo>
                    <a:pt x="6570" y="1747"/>
                  </a:lnTo>
                  <a:cubicBezTo>
                    <a:pt x="6560" y="1757"/>
                    <a:pt x="6536" y="1763"/>
                    <a:pt x="6508" y="1763"/>
                  </a:cubicBezTo>
                  <a:cubicBezTo>
                    <a:pt x="6466" y="1763"/>
                    <a:pt x="6415" y="1750"/>
                    <a:pt x="6382" y="1718"/>
                  </a:cubicBezTo>
                  <a:cubicBezTo>
                    <a:pt x="6359" y="1711"/>
                    <a:pt x="6342" y="1707"/>
                    <a:pt x="6330" y="1707"/>
                  </a:cubicBezTo>
                  <a:cubicBezTo>
                    <a:pt x="6300" y="1707"/>
                    <a:pt x="6316" y="1734"/>
                    <a:pt x="6416" y="1794"/>
                  </a:cubicBezTo>
                  <a:cubicBezTo>
                    <a:pt x="6532" y="1897"/>
                    <a:pt x="6532" y="1897"/>
                    <a:pt x="6488" y="1944"/>
                  </a:cubicBezTo>
                  <a:cubicBezTo>
                    <a:pt x="6476" y="1958"/>
                    <a:pt x="6464" y="1971"/>
                    <a:pt x="6446" y="1971"/>
                  </a:cubicBezTo>
                  <a:cubicBezTo>
                    <a:pt x="6431" y="1971"/>
                    <a:pt x="6413" y="1963"/>
                    <a:pt x="6388" y="1941"/>
                  </a:cubicBezTo>
                  <a:cubicBezTo>
                    <a:pt x="6357" y="1913"/>
                    <a:pt x="6342" y="1900"/>
                    <a:pt x="6329" y="1900"/>
                  </a:cubicBezTo>
                  <a:cubicBezTo>
                    <a:pt x="6317" y="1900"/>
                    <a:pt x="6306" y="1912"/>
                    <a:pt x="6285" y="1935"/>
                  </a:cubicBezTo>
                  <a:cubicBezTo>
                    <a:pt x="6219" y="2007"/>
                    <a:pt x="6332" y="2223"/>
                    <a:pt x="6419" y="2354"/>
                  </a:cubicBezTo>
                  <a:cubicBezTo>
                    <a:pt x="6479" y="2412"/>
                    <a:pt x="6507" y="2440"/>
                    <a:pt x="6501" y="2440"/>
                  </a:cubicBezTo>
                  <a:cubicBezTo>
                    <a:pt x="6495" y="2440"/>
                    <a:pt x="6461" y="2418"/>
                    <a:pt x="6397" y="2376"/>
                  </a:cubicBezTo>
                  <a:cubicBezTo>
                    <a:pt x="6371" y="2351"/>
                    <a:pt x="6353" y="2343"/>
                    <a:pt x="6339" y="2343"/>
                  </a:cubicBezTo>
                  <a:cubicBezTo>
                    <a:pt x="6323" y="2343"/>
                    <a:pt x="6312" y="2354"/>
                    <a:pt x="6300" y="2364"/>
                  </a:cubicBezTo>
                  <a:cubicBezTo>
                    <a:pt x="6244" y="2311"/>
                    <a:pt x="6266" y="2289"/>
                    <a:pt x="6285" y="2267"/>
                  </a:cubicBezTo>
                  <a:lnTo>
                    <a:pt x="6231" y="2213"/>
                  </a:lnTo>
                  <a:cubicBezTo>
                    <a:pt x="6177" y="2178"/>
                    <a:pt x="6141" y="2160"/>
                    <a:pt x="6124" y="2160"/>
                  </a:cubicBezTo>
                  <a:cubicBezTo>
                    <a:pt x="6099" y="2160"/>
                    <a:pt x="6115" y="2198"/>
                    <a:pt x="6169" y="2276"/>
                  </a:cubicBezTo>
                  <a:cubicBezTo>
                    <a:pt x="6189" y="2321"/>
                    <a:pt x="6198" y="2340"/>
                    <a:pt x="6185" y="2340"/>
                  </a:cubicBezTo>
                  <a:cubicBezTo>
                    <a:pt x="6176" y="2340"/>
                    <a:pt x="6158" y="2332"/>
                    <a:pt x="6128" y="2317"/>
                  </a:cubicBezTo>
                  <a:cubicBezTo>
                    <a:pt x="6079" y="2293"/>
                    <a:pt x="6031" y="2267"/>
                    <a:pt x="6018" y="2267"/>
                  </a:cubicBezTo>
                  <a:cubicBezTo>
                    <a:pt x="6010" y="2267"/>
                    <a:pt x="6014" y="2275"/>
                    <a:pt x="6034" y="2295"/>
                  </a:cubicBezTo>
                  <a:cubicBezTo>
                    <a:pt x="6034" y="2295"/>
                    <a:pt x="6018" y="2309"/>
                    <a:pt x="5988" y="2309"/>
                  </a:cubicBezTo>
                  <a:cubicBezTo>
                    <a:pt x="5970" y="2309"/>
                    <a:pt x="5948" y="2304"/>
                    <a:pt x="5921" y="2289"/>
                  </a:cubicBezTo>
                  <a:cubicBezTo>
                    <a:pt x="5884" y="2320"/>
                    <a:pt x="5865" y="2339"/>
                    <a:pt x="5918" y="2398"/>
                  </a:cubicBezTo>
                  <a:cubicBezTo>
                    <a:pt x="5968" y="2455"/>
                    <a:pt x="5949" y="2474"/>
                    <a:pt x="5927" y="2489"/>
                  </a:cubicBezTo>
                  <a:cubicBezTo>
                    <a:pt x="5909" y="2505"/>
                    <a:pt x="5890" y="2517"/>
                    <a:pt x="5937" y="2580"/>
                  </a:cubicBezTo>
                  <a:cubicBezTo>
                    <a:pt x="5987" y="2640"/>
                    <a:pt x="6015" y="2715"/>
                    <a:pt x="5971" y="2746"/>
                  </a:cubicBezTo>
                  <a:cubicBezTo>
                    <a:pt x="5974" y="2791"/>
                    <a:pt x="5975" y="2815"/>
                    <a:pt x="5963" y="2815"/>
                  </a:cubicBezTo>
                  <a:cubicBezTo>
                    <a:pt x="5950" y="2815"/>
                    <a:pt x="5922" y="2786"/>
                    <a:pt x="5865" y="2727"/>
                  </a:cubicBezTo>
                  <a:cubicBezTo>
                    <a:pt x="5840" y="2692"/>
                    <a:pt x="5822" y="2681"/>
                    <a:pt x="5808" y="2681"/>
                  </a:cubicBezTo>
                  <a:cubicBezTo>
                    <a:pt x="5797" y="2681"/>
                    <a:pt x="5788" y="2688"/>
                    <a:pt x="5780" y="2693"/>
                  </a:cubicBezTo>
                  <a:cubicBezTo>
                    <a:pt x="5780" y="2693"/>
                    <a:pt x="5779" y="2694"/>
                    <a:pt x="5776" y="2694"/>
                  </a:cubicBezTo>
                  <a:cubicBezTo>
                    <a:pt x="5768" y="2694"/>
                    <a:pt x="5746" y="2688"/>
                    <a:pt x="5699" y="2646"/>
                  </a:cubicBezTo>
                  <a:cubicBezTo>
                    <a:pt x="5683" y="2631"/>
                    <a:pt x="5674" y="2625"/>
                    <a:pt x="5671" y="2625"/>
                  </a:cubicBezTo>
                  <a:lnTo>
                    <a:pt x="5671" y="2625"/>
                  </a:lnTo>
                  <a:cubicBezTo>
                    <a:pt x="5661" y="2625"/>
                    <a:pt x="5691" y="2674"/>
                    <a:pt x="5721" y="2724"/>
                  </a:cubicBezTo>
                  <a:cubicBezTo>
                    <a:pt x="5761" y="2790"/>
                    <a:pt x="5802" y="2856"/>
                    <a:pt x="5802" y="2856"/>
                  </a:cubicBezTo>
                  <a:cubicBezTo>
                    <a:pt x="5801" y="2856"/>
                    <a:pt x="5800" y="2857"/>
                    <a:pt x="5798" y="2857"/>
                  </a:cubicBezTo>
                  <a:cubicBezTo>
                    <a:pt x="5771" y="2857"/>
                    <a:pt x="5678" y="2743"/>
                    <a:pt x="5642" y="2677"/>
                  </a:cubicBezTo>
                  <a:cubicBezTo>
                    <a:pt x="5596" y="2615"/>
                    <a:pt x="5572" y="2583"/>
                    <a:pt x="5569" y="2583"/>
                  </a:cubicBezTo>
                  <a:lnTo>
                    <a:pt x="5569" y="2583"/>
                  </a:lnTo>
                  <a:cubicBezTo>
                    <a:pt x="5567" y="2583"/>
                    <a:pt x="5585" y="2617"/>
                    <a:pt x="5623" y="2687"/>
                  </a:cubicBezTo>
                  <a:cubicBezTo>
                    <a:pt x="5656" y="2741"/>
                    <a:pt x="5672" y="2801"/>
                    <a:pt x="5641" y="2801"/>
                  </a:cubicBezTo>
                  <a:cubicBezTo>
                    <a:pt x="5632" y="2801"/>
                    <a:pt x="5621" y="2797"/>
                    <a:pt x="5605" y="2787"/>
                  </a:cubicBezTo>
                  <a:cubicBezTo>
                    <a:pt x="5589" y="2797"/>
                    <a:pt x="5573" y="2804"/>
                    <a:pt x="5556" y="2804"/>
                  </a:cubicBezTo>
                  <a:cubicBezTo>
                    <a:pt x="5533" y="2804"/>
                    <a:pt x="5510" y="2790"/>
                    <a:pt x="5492" y="2749"/>
                  </a:cubicBezTo>
                  <a:cubicBezTo>
                    <a:pt x="5477" y="2730"/>
                    <a:pt x="5468" y="2723"/>
                    <a:pt x="5462" y="2723"/>
                  </a:cubicBezTo>
                  <a:cubicBezTo>
                    <a:pt x="5448" y="2723"/>
                    <a:pt x="5454" y="2762"/>
                    <a:pt x="5454" y="2762"/>
                  </a:cubicBezTo>
                  <a:cubicBezTo>
                    <a:pt x="5462" y="2808"/>
                    <a:pt x="5456" y="2830"/>
                    <a:pt x="5433" y="2830"/>
                  </a:cubicBezTo>
                  <a:cubicBezTo>
                    <a:pt x="5417" y="2830"/>
                    <a:pt x="5393" y="2820"/>
                    <a:pt x="5360" y="2799"/>
                  </a:cubicBezTo>
                  <a:cubicBezTo>
                    <a:pt x="5290" y="2737"/>
                    <a:pt x="5255" y="2703"/>
                    <a:pt x="5243" y="2703"/>
                  </a:cubicBezTo>
                  <a:cubicBezTo>
                    <a:pt x="5230" y="2703"/>
                    <a:pt x="5241" y="2740"/>
                    <a:pt x="5260" y="2818"/>
                  </a:cubicBezTo>
                  <a:cubicBezTo>
                    <a:pt x="5271" y="2862"/>
                    <a:pt x="5281" y="2906"/>
                    <a:pt x="5276" y="2906"/>
                  </a:cubicBezTo>
                  <a:cubicBezTo>
                    <a:pt x="5273" y="2906"/>
                    <a:pt x="5262" y="2883"/>
                    <a:pt x="5238" y="2821"/>
                  </a:cubicBezTo>
                  <a:cubicBezTo>
                    <a:pt x="5228" y="2802"/>
                    <a:pt x="5220" y="2794"/>
                    <a:pt x="5214" y="2794"/>
                  </a:cubicBezTo>
                  <a:cubicBezTo>
                    <a:pt x="5198" y="2794"/>
                    <a:pt x="5193" y="2854"/>
                    <a:pt x="5172" y="2915"/>
                  </a:cubicBezTo>
                  <a:cubicBezTo>
                    <a:pt x="5172" y="3022"/>
                    <a:pt x="5182" y="3125"/>
                    <a:pt x="5200" y="3229"/>
                  </a:cubicBezTo>
                  <a:cubicBezTo>
                    <a:pt x="5215" y="3321"/>
                    <a:pt x="5221" y="3360"/>
                    <a:pt x="5209" y="3360"/>
                  </a:cubicBezTo>
                  <a:cubicBezTo>
                    <a:pt x="5200" y="3360"/>
                    <a:pt x="5184" y="3343"/>
                    <a:pt x="5156" y="3313"/>
                  </a:cubicBezTo>
                  <a:cubicBezTo>
                    <a:pt x="5128" y="3313"/>
                    <a:pt x="5094" y="3238"/>
                    <a:pt x="5084" y="3160"/>
                  </a:cubicBezTo>
                  <a:cubicBezTo>
                    <a:pt x="5075" y="3085"/>
                    <a:pt x="5100" y="3082"/>
                    <a:pt x="5100" y="3082"/>
                  </a:cubicBezTo>
                  <a:lnTo>
                    <a:pt x="5128" y="3082"/>
                  </a:lnTo>
                  <a:cubicBezTo>
                    <a:pt x="5116" y="3003"/>
                    <a:pt x="5106" y="2928"/>
                    <a:pt x="5059" y="2928"/>
                  </a:cubicBezTo>
                  <a:cubicBezTo>
                    <a:pt x="5044" y="2890"/>
                    <a:pt x="5031" y="2871"/>
                    <a:pt x="5022" y="2871"/>
                  </a:cubicBezTo>
                  <a:cubicBezTo>
                    <a:pt x="5013" y="2871"/>
                    <a:pt x="5009" y="2891"/>
                    <a:pt x="5012" y="2931"/>
                  </a:cubicBezTo>
                  <a:cubicBezTo>
                    <a:pt x="5002" y="2885"/>
                    <a:pt x="4961" y="2853"/>
                    <a:pt x="4915" y="2853"/>
                  </a:cubicBezTo>
                  <a:cubicBezTo>
                    <a:pt x="4908" y="2853"/>
                    <a:pt x="4901" y="2854"/>
                    <a:pt x="4893" y="2856"/>
                  </a:cubicBezTo>
                  <a:cubicBezTo>
                    <a:pt x="4883" y="2859"/>
                    <a:pt x="4873" y="2861"/>
                    <a:pt x="4863" y="2861"/>
                  </a:cubicBezTo>
                  <a:cubicBezTo>
                    <a:pt x="4814" y="2861"/>
                    <a:pt x="4769" y="2824"/>
                    <a:pt x="4762" y="2774"/>
                  </a:cubicBezTo>
                  <a:cubicBezTo>
                    <a:pt x="4753" y="2774"/>
                    <a:pt x="4745" y="2773"/>
                    <a:pt x="4739" y="2773"/>
                  </a:cubicBezTo>
                  <a:cubicBezTo>
                    <a:pt x="4711" y="2773"/>
                    <a:pt x="4698" y="2784"/>
                    <a:pt x="4693" y="2846"/>
                  </a:cubicBezTo>
                  <a:cubicBezTo>
                    <a:pt x="4685" y="2936"/>
                    <a:pt x="4674" y="2973"/>
                    <a:pt x="4667" y="2973"/>
                  </a:cubicBezTo>
                  <a:cubicBezTo>
                    <a:pt x="4662" y="2973"/>
                    <a:pt x="4659" y="2954"/>
                    <a:pt x="4661" y="2922"/>
                  </a:cubicBezTo>
                  <a:cubicBezTo>
                    <a:pt x="4658" y="2837"/>
                    <a:pt x="4580" y="2787"/>
                    <a:pt x="4520" y="2746"/>
                  </a:cubicBezTo>
                  <a:cubicBezTo>
                    <a:pt x="4496" y="2730"/>
                    <a:pt x="4471" y="2721"/>
                    <a:pt x="4447" y="2721"/>
                  </a:cubicBezTo>
                  <a:cubicBezTo>
                    <a:pt x="4412" y="2721"/>
                    <a:pt x="4379" y="2741"/>
                    <a:pt x="4360" y="2784"/>
                  </a:cubicBezTo>
                  <a:cubicBezTo>
                    <a:pt x="4345" y="2781"/>
                    <a:pt x="4332" y="2778"/>
                    <a:pt x="4320" y="2774"/>
                  </a:cubicBezTo>
                  <a:cubicBezTo>
                    <a:pt x="4311" y="2711"/>
                    <a:pt x="4265" y="2672"/>
                    <a:pt x="4219" y="2672"/>
                  </a:cubicBezTo>
                  <a:cubicBezTo>
                    <a:pt x="4197" y="2672"/>
                    <a:pt x="4174" y="2682"/>
                    <a:pt x="4157" y="2702"/>
                  </a:cubicBezTo>
                  <a:cubicBezTo>
                    <a:pt x="4138" y="2696"/>
                    <a:pt x="4119" y="2687"/>
                    <a:pt x="4104" y="2674"/>
                  </a:cubicBezTo>
                  <a:cubicBezTo>
                    <a:pt x="4105" y="2620"/>
                    <a:pt x="4101" y="2595"/>
                    <a:pt x="4085" y="2595"/>
                  </a:cubicBezTo>
                  <a:cubicBezTo>
                    <a:pt x="4074" y="2595"/>
                    <a:pt x="4058" y="2607"/>
                    <a:pt x="4035" y="2630"/>
                  </a:cubicBezTo>
                  <a:cubicBezTo>
                    <a:pt x="3995" y="2670"/>
                    <a:pt x="3961" y="2714"/>
                    <a:pt x="3959" y="2714"/>
                  </a:cubicBezTo>
                  <a:cubicBezTo>
                    <a:pt x="3958" y="2714"/>
                    <a:pt x="3963" y="2706"/>
                    <a:pt x="3975" y="2687"/>
                  </a:cubicBezTo>
                  <a:cubicBezTo>
                    <a:pt x="4016" y="2615"/>
                    <a:pt x="3981" y="2608"/>
                    <a:pt x="3909" y="2546"/>
                  </a:cubicBezTo>
                  <a:cubicBezTo>
                    <a:pt x="3877" y="2519"/>
                    <a:pt x="3860" y="2505"/>
                    <a:pt x="3848" y="2505"/>
                  </a:cubicBezTo>
                  <a:cubicBezTo>
                    <a:pt x="3834" y="2505"/>
                    <a:pt x="3826" y="2524"/>
                    <a:pt x="3809" y="2564"/>
                  </a:cubicBezTo>
                  <a:cubicBezTo>
                    <a:pt x="3806" y="2565"/>
                    <a:pt x="3803" y="2565"/>
                    <a:pt x="3800" y="2565"/>
                  </a:cubicBezTo>
                  <a:cubicBezTo>
                    <a:pt x="3689" y="2565"/>
                    <a:pt x="3735" y="2507"/>
                    <a:pt x="3784" y="2448"/>
                  </a:cubicBezTo>
                  <a:cubicBezTo>
                    <a:pt x="3843" y="2395"/>
                    <a:pt x="3865" y="2362"/>
                    <a:pt x="3849" y="2362"/>
                  </a:cubicBezTo>
                  <a:cubicBezTo>
                    <a:pt x="3834" y="2362"/>
                    <a:pt x="3782" y="2395"/>
                    <a:pt x="3696" y="2474"/>
                  </a:cubicBezTo>
                  <a:cubicBezTo>
                    <a:pt x="3643" y="2517"/>
                    <a:pt x="3605" y="2533"/>
                    <a:pt x="3584" y="2533"/>
                  </a:cubicBezTo>
                  <a:cubicBezTo>
                    <a:pt x="3557" y="2533"/>
                    <a:pt x="3557" y="2507"/>
                    <a:pt x="3586" y="2474"/>
                  </a:cubicBezTo>
                  <a:cubicBezTo>
                    <a:pt x="3613" y="2445"/>
                    <a:pt x="3631" y="2436"/>
                    <a:pt x="3645" y="2436"/>
                  </a:cubicBezTo>
                  <a:cubicBezTo>
                    <a:pt x="3659" y="2436"/>
                    <a:pt x="3668" y="2445"/>
                    <a:pt x="3677" y="2455"/>
                  </a:cubicBezTo>
                  <a:lnTo>
                    <a:pt x="3781" y="2336"/>
                  </a:lnTo>
                  <a:cubicBezTo>
                    <a:pt x="3774" y="2330"/>
                    <a:pt x="3769" y="2326"/>
                    <a:pt x="3762" y="2326"/>
                  </a:cubicBezTo>
                  <a:cubicBezTo>
                    <a:pt x="3752" y="2326"/>
                    <a:pt x="3736" y="2336"/>
                    <a:pt x="3693" y="2361"/>
                  </a:cubicBezTo>
                  <a:cubicBezTo>
                    <a:pt x="3693" y="2361"/>
                    <a:pt x="3688" y="2356"/>
                    <a:pt x="3675" y="2356"/>
                  </a:cubicBezTo>
                  <a:cubicBezTo>
                    <a:pt x="3661" y="2356"/>
                    <a:pt x="3638" y="2361"/>
                    <a:pt x="3602" y="2380"/>
                  </a:cubicBezTo>
                  <a:cubicBezTo>
                    <a:pt x="3530" y="2417"/>
                    <a:pt x="3474" y="2477"/>
                    <a:pt x="3442" y="2552"/>
                  </a:cubicBezTo>
                  <a:cubicBezTo>
                    <a:pt x="3423" y="2593"/>
                    <a:pt x="3409" y="2606"/>
                    <a:pt x="3396" y="2606"/>
                  </a:cubicBezTo>
                  <a:cubicBezTo>
                    <a:pt x="3386" y="2606"/>
                    <a:pt x="3377" y="2598"/>
                    <a:pt x="3367" y="2590"/>
                  </a:cubicBezTo>
                  <a:cubicBezTo>
                    <a:pt x="3376" y="2505"/>
                    <a:pt x="3430" y="2433"/>
                    <a:pt x="3508" y="2401"/>
                  </a:cubicBezTo>
                  <a:cubicBezTo>
                    <a:pt x="3511" y="2404"/>
                    <a:pt x="3515" y="2405"/>
                    <a:pt x="3519" y="2405"/>
                  </a:cubicBezTo>
                  <a:cubicBezTo>
                    <a:pt x="3544" y="2405"/>
                    <a:pt x="3590" y="2356"/>
                    <a:pt x="3637" y="2307"/>
                  </a:cubicBezTo>
                  <a:cubicBezTo>
                    <a:pt x="3655" y="2285"/>
                    <a:pt x="3642" y="2275"/>
                    <a:pt x="3611" y="2275"/>
                  </a:cubicBezTo>
                  <a:cubicBezTo>
                    <a:pt x="3599" y="2275"/>
                    <a:pt x="3584" y="2277"/>
                    <a:pt x="3568" y="2279"/>
                  </a:cubicBezTo>
                  <a:cubicBezTo>
                    <a:pt x="3489" y="2286"/>
                    <a:pt x="3417" y="2311"/>
                    <a:pt x="3351" y="2351"/>
                  </a:cubicBezTo>
                  <a:lnTo>
                    <a:pt x="3408" y="2295"/>
                  </a:lnTo>
                  <a:cubicBezTo>
                    <a:pt x="3464" y="2242"/>
                    <a:pt x="3423" y="2198"/>
                    <a:pt x="3386" y="2154"/>
                  </a:cubicBezTo>
                  <a:cubicBezTo>
                    <a:pt x="3362" y="2130"/>
                    <a:pt x="3345" y="2112"/>
                    <a:pt x="3324" y="2112"/>
                  </a:cubicBezTo>
                  <a:cubicBezTo>
                    <a:pt x="3309" y="2112"/>
                    <a:pt x="3291" y="2121"/>
                    <a:pt x="3267" y="2141"/>
                  </a:cubicBezTo>
                  <a:cubicBezTo>
                    <a:pt x="3220" y="2185"/>
                    <a:pt x="3172" y="2229"/>
                    <a:pt x="3144" y="2229"/>
                  </a:cubicBezTo>
                  <a:cubicBezTo>
                    <a:pt x="3138" y="2229"/>
                    <a:pt x="3133" y="2227"/>
                    <a:pt x="3129" y="2223"/>
                  </a:cubicBezTo>
                  <a:lnTo>
                    <a:pt x="3129" y="2223"/>
                  </a:lnTo>
                  <a:cubicBezTo>
                    <a:pt x="3151" y="2248"/>
                    <a:pt x="3094" y="2301"/>
                    <a:pt x="3038" y="2351"/>
                  </a:cubicBezTo>
                  <a:cubicBezTo>
                    <a:pt x="3044" y="2292"/>
                    <a:pt x="3063" y="2232"/>
                    <a:pt x="3088" y="2173"/>
                  </a:cubicBezTo>
                  <a:cubicBezTo>
                    <a:pt x="3160" y="2019"/>
                    <a:pt x="3179" y="1922"/>
                    <a:pt x="3088" y="1819"/>
                  </a:cubicBezTo>
                  <a:cubicBezTo>
                    <a:pt x="3041" y="1765"/>
                    <a:pt x="2972" y="1687"/>
                    <a:pt x="3007" y="1606"/>
                  </a:cubicBezTo>
                  <a:cubicBezTo>
                    <a:pt x="2979" y="1574"/>
                    <a:pt x="2959" y="1552"/>
                    <a:pt x="2934" y="1552"/>
                  </a:cubicBezTo>
                  <a:cubicBezTo>
                    <a:pt x="2918" y="1552"/>
                    <a:pt x="2901" y="1560"/>
                    <a:pt x="2878" y="1580"/>
                  </a:cubicBezTo>
                  <a:lnTo>
                    <a:pt x="2828" y="1524"/>
                  </a:lnTo>
                  <a:cubicBezTo>
                    <a:pt x="2851" y="1465"/>
                    <a:pt x="2829" y="1419"/>
                    <a:pt x="2793" y="1419"/>
                  </a:cubicBezTo>
                  <a:cubicBezTo>
                    <a:pt x="2780" y="1419"/>
                    <a:pt x="2765" y="1425"/>
                    <a:pt x="2750" y="1439"/>
                  </a:cubicBezTo>
                  <a:cubicBezTo>
                    <a:pt x="2738" y="1443"/>
                    <a:pt x="2729" y="1445"/>
                    <a:pt x="2722" y="1445"/>
                  </a:cubicBezTo>
                  <a:cubicBezTo>
                    <a:pt x="2675" y="1445"/>
                    <a:pt x="2693" y="1379"/>
                    <a:pt x="2671" y="1355"/>
                  </a:cubicBezTo>
                  <a:cubicBezTo>
                    <a:pt x="2700" y="1275"/>
                    <a:pt x="2715" y="1234"/>
                    <a:pt x="2707" y="1234"/>
                  </a:cubicBezTo>
                  <a:lnTo>
                    <a:pt x="2707" y="1234"/>
                  </a:lnTo>
                  <a:cubicBezTo>
                    <a:pt x="2698" y="1234"/>
                    <a:pt x="2663" y="1282"/>
                    <a:pt x="2590" y="1383"/>
                  </a:cubicBezTo>
                  <a:cubicBezTo>
                    <a:pt x="2537" y="1439"/>
                    <a:pt x="2530" y="1549"/>
                    <a:pt x="2555" y="1574"/>
                  </a:cubicBezTo>
                  <a:lnTo>
                    <a:pt x="2631" y="1656"/>
                  </a:lnTo>
                  <a:lnTo>
                    <a:pt x="2499" y="1631"/>
                  </a:lnTo>
                  <a:cubicBezTo>
                    <a:pt x="2489" y="1619"/>
                    <a:pt x="2466" y="1613"/>
                    <a:pt x="2439" y="1613"/>
                  </a:cubicBezTo>
                  <a:cubicBezTo>
                    <a:pt x="2398" y="1613"/>
                    <a:pt x="2348" y="1627"/>
                    <a:pt x="2314" y="1659"/>
                  </a:cubicBezTo>
                  <a:cubicBezTo>
                    <a:pt x="2314" y="1659"/>
                    <a:pt x="2278" y="1697"/>
                    <a:pt x="2250" y="1697"/>
                  </a:cubicBezTo>
                  <a:cubicBezTo>
                    <a:pt x="2244" y="1697"/>
                    <a:pt x="2238" y="1695"/>
                    <a:pt x="2233" y="1690"/>
                  </a:cubicBezTo>
                  <a:lnTo>
                    <a:pt x="2342" y="1577"/>
                  </a:lnTo>
                  <a:cubicBezTo>
                    <a:pt x="2418" y="1546"/>
                    <a:pt x="2483" y="1499"/>
                    <a:pt x="2533" y="1439"/>
                  </a:cubicBezTo>
                  <a:cubicBezTo>
                    <a:pt x="2599" y="1337"/>
                    <a:pt x="2593" y="1231"/>
                    <a:pt x="2542" y="1231"/>
                  </a:cubicBezTo>
                  <a:cubicBezTo>
                    <a:pt x="2524" y="1231"/>
                    <a:pt x="2501" y="1244"/>
                    <a:pt x="2474" y="1273"/>
                  </a:cubicBezTo>
                  <a:cubicBezTo>
                    <a:pt x="2446" y="1245"/>
                    <a:pt x="2446" y="1245"/>
                    <a:pt x="2468" y="1157"/>
                  </a:cubicBezTo>
                  <a:cubicBezTo>
                    <a:pt x="2497" y="1127"/>
                    <a:pt x="2501" y="1104"/>
                    <a:pt x="2477" y="1104"/>
                  </a:cubicBezTo>
                  <a:cubicBezTo>
                    <a:pt x="2457" y="1104"/>
                    <a:pt x="2418" y="1120"/>
                    <a:pt x="2358" y="1161"/>
                  </a:cubicBezTo>
                  <a:cubicBezTo>
                    <a:pt x="2306" y="1194"/>
                    <a:pt x="2271" y="1211"/>
                    <a:pt x="2250" y="1211"/>
                  </a:cubicBezTo>
                  <a:cubicBezTo>
                    <a:pt x="2218" y="1211"/>
                    <a:pt x="2225" y="1168"/>
                    <a:pt x="2267" y="1079"/>
                  </a:cubicBezTo>
                  <a:cubicBezTo>
                    <a:pt x="2295" y="938"/>
                    <a:pt x="2205" y="838"/>
                    <a:pt x="2146" y="838"/>
                  </a:cubicBezTo>
                  <a:cubicBezTo>
                    <a:pt x="2132" y="838"/>
                    <a:pt x="2119" y="844"/>
                    <a:pt x="2110" y="857"/>
                  </a:cubicBezTo>
                  <a:cubicBezTo>
                    <a:pt x="2075" y="903"/>
                    <a:pt x="2039" y="922"/>
                    <a:pt x="2008" y="922"/>
                  </a:cubicBezTo>
                  <a:cubicBezTo>
                    <a:pt x="1956" y="922"/>
                    <a:pt x="1918" y="870"/>
                    <a:pt x="1922" y="813"/>
                  </a:cubicBezTo>
                  <a:cubicBezTo>
                    <a:pt x="1927" y="753"/>
                    <a:pt x="1909" y="723"/>
                    <a:pt x="1872" y="723"/>
                  </a:cubicBezTo>
                  <a:cubicBezTo>
                    <a:pt x="1855" y="723"/>
                    <a:pt x="1833" y="730"/>
                    <a:pt x="1806" y="744"/>
                  </a:cubicBezTo>
                  <a:cubicBezTo>
                    <a:pt x="1842" y="687"/>
                    <a:pt x="1849" y="616"/>
                    <a:pt x="1805" y="616"/>
                  </a:cubicBezTo>
                  <a:cubicBezTo>
                    <a:pt x="1796" y="616"/>
                    <a:pt x="1784" y="620"/>
                    <a:pt x="1769" y="628"/>
                  </a:cubicBezTo>
                  <a:cubicBezTo>
                    <a:pt x="1769" y="628"/>
                    <a:pt x="1765" y="625"/>
                    <a:pt x="1759" y="625"/>
                  </a:cubicBezTo>
                  <a:cubicBezTo>
                    <a:pt x="1747" y="625"/>
                    <a:pt x="1729" y="635"/>
                    <a:pt x="1731" y="697"/>
                  </a:cubicBezTo>
                  <a:lnTo>
                    <a:pt x="1578" y="788"/>
                  </a:lnTo>
                  <a:cubicBezTo>
                    <a:pt x="1615" y="810"/>
                    <a:pt x="1578" y="875"/>
                    <a:pt x="1537" y="944"/>
                  </a:cubicBezTo>
                  <a:cubicBezTo>
                    <a:pt x="1530" y="955"/>
                    <a:pt x="1522" y="961"/>
                    <a:pt x="1514" y="961"/>
                  </a:cubicBezTo>
                  <a:cubicBezTo>
                    <a:pt x="1469" y="961"/>
                    <a:pt x="1407" y="820"/>
                    <a:pt x="1415" y="615"/>
                  </a:cubicBezTo>
                  <a:lnTo>
                    <a:pt x="1393" y="437"/>
                  </a:lnTo>
                  <a:cubicBezTo>
                    <a:pt x="1361" y="509"/>
                    <a:pt x="1333" y="581"/>
                    <a:pt x="1333" y="581"/>
                  </a:cubicBezTo>
                  <a:cubicBezTo>
                    <a:pt x="1289" y="562"/>
                    <a:pt x="1249" y="546"/>
                    <a:pt x="1277" y="474"/>
                  </a:cubicBezTo>
                  <a:cubicBezTo>
                    <a:pt x="1305" y="399"/>
                    <a:pt x="1305" y="399"/>
                    <a:pt x="1261" y="383"/>
                  </a:cubicBezTo>
                  <a:cubicBezTo>
                    <a:pt x="1261" y="383"/>
                    <a:pt x="1256" y="381"/>
                    <a:pt x="1248" y="381"/>
                  </a:cubicBezTo>
                  <a:cubicBezTo>
                    <a:pt x="1233" y="381"/>
                    <a:pt x="1209" y="389"/>
                    <a:pt x="1192" y="437"/>
                  </a:cubicBezTo>
                  <a:cubicBezTo>
                    <a:pt x="1162" y="520"/>
                    <a:pt x="1149" y="556"/>
                    <a:pt x="1141" y="556"/>
                  </a:cubicBezTo>
                  <a:cubicBezTo>
                    <a:pt x="1134" y="556"/>
                    <a:pt x="1130" y="534"/>
                    <a:pt x="1123" y="496"/>
                  </a:cubicBezTo>
                  <a:cubicBezTo>
                    <a:pt x="1127" y="403"/>
                    <a:pt x="1114" y="357"/>
                    <a:pt x="1088" y="357"/>
                  </a:cubicBezTo>
                  <a:cubicBezTo>
                    <a:pt x="1066" y="357"/>
                    <a:pt x="1034" y="389"/>
                    <a:pt x="995" y="452"/>
                  </a:cubicBezTo>
                  <a:cubicBezTo>
                    <a:pt x="972" y="526"/>
                    <a:pt x="961" y="564"/>
                    <a:pt x="955" y="564"/>
                  </a:cubicBezTo>
                  <a:cubicBezTo>
                    <a:pt x="950" y="564"/>
                    <a:pt x="951" y="524"/>
                    <a:pt x="951" y="443"/>
                  </a:cubicBezTo>
                  <a:cubicBezTo>
                    <a:pt x="973" y="368"/>
                    <a:pt x="948" y="280"/>
                    <a:pt x="901" y="267"/>
                  </a:cubicBezTo>
                  <a:lnTo>
                    <a:pt x="882" y="343"/>
                  </a:lnTo>
                  <a:cubicBezTo>
                    <a:pt x="861" y="427"/>
                    <a:pt x="840" y="461"/>
                    <a:pt x="820" y="461"/>
                  </a:cubicBezTo>
                  <a:cubicBezTo>
                    <a:pt x="804" y="461"/>
                    <a:pt x="788" y="437"/>
                    <a:pt x="775" y="399"/>
                  </a:cubicBezTo>
                  <a:cubicBezTo>
                    <a:pt x="786" y="355"/>
                    <a:pt x="775" y="333"/>
                    <a:pt x="743" y="333"/>
                  </a:cubicBezTo>
                  <a:cubicBezTo>
                    <a:pt x="720" y="333"/>
                    <a:pt x="687" y="344"/>
                    <a:pt x="644" y="368"/>
                  </a:cubicBezTo>
                  <a:cubicBezTo>
                    <a:pt x="556" y="346"/>
                    <a:pt x="515" y="346"/>
                    <a:pt x="525" y="267"/>
                  </a:cubicBezTo>
                  <a:cubicBezTo>
                    <a:pt x="536" y="189"/>
                    <a:pt x="541" y="150"/>
                    <a:pt x="535" y="150"/>
                  </a:cubicBezTo>
                  <a:lnTo>
                    <a:pt x="535" y="150"/>
                  </a:lnTo>
                  <a:cubicBezTo>
                    <a:pt x="530" y="150"/>
                    <a:pt x="513" y="187"/>
                    <a:pt x="481" y="261"/>
                  </a:cubicBezTo>
                  <a:cubicBezTo>
                    <a:pt x="455" y="298"/>
                    <a:pt x="442" y="316"/>
                    <a:pt x="427" y="316"/>
                  </a:cubicBezTo>
                  <a:cubicBezTo>
                    <a:pt x="411" y="316"/>
                    <a:pt x="391" y="295"/>
                    <a:pt x="349" y="252"/>
                  </a:cubicBezTo>
                  <a:cubicBezTo>
                    <a:pt x="330" y="209"/>
                    <a:pt x="320" y="188"/>
                    <a:pt x="309" y="188"/>
                  </a:cubicBezTo>
                  <a:cubicBezTo>
                    <a:pt x="298" y="188"/>
                    <a:pt x="286" y="206"/>
                    <a:pt x="261" y="242"/>
                  </a:cubicBezTo>
                  <a:cubicBezTo>
                    <a:pt x="249" y="399"/>
                    <a:pt x="246" y="477"/>
                    <a:pt x="287" y="480"/>
                  </a:cubicBezTo>
                  <a:cubicBezTo>
                    <a:pt x="327" y="484"/>
                    <a:pt x="327" y="484"/>
                    <a:pt x="321" y="562"/>
                  </a:cubicBezTo>
                  <a:lnTo>
                    <a:pt x="240" y="556"/>
                  </a:lnTo>
                  <a:cubicBezTo>
                    <a:pt x="230" y="555"/>
                    <a:pt x="220" y="554"/>
                    <a:pt x="210" y="554"/>
                  </a:cubicBezTo>
                  <a:cubicBezTo>
                    <a:pt x="177" y="554"/>
                    <a:pt x="139" y="563"/>
                    <a:pt x="77" y="618"/>
                  </a:cubicBezTo>
                  <a:cubicBezTo>
                    <a:pt x="12" y="677"/>
                    <a:pt x="1" y="794"/>
                    <a:pt x="40" y="794"/>
                  </a:cubicBezTo>
                  <a:cubicBezTo>
                    <a:pt x="49" y="794"/>
                    <a:pt x="60" y="788"/>
                    <a:pt x="73" y="775"/>
                  </a:cubicBezTo>
                  <a:lnTo>
                    <a:pt x="108" y="857"/>
                  </a:lnTo>
                  <a:cubicBezTo>
                    <a:pt x="105" y="976"/>
                    <a:pt x="120" y="1036"/>
                    <a:pt x="138" y="1036"/>
                  </a:cubicBezTo>
                  <a:cubicBezTo>
                    <a:pt x="155" y="1036"/>
                    <a:pt x="175" y="979"/>
                    <a:pt x="183" y="863"/>
                  </a:cubicBezTo>
                  <a:cubicBezTo>
                    <a:pt x="190" y="734"/>
                    <a:pt x="193" y="676"/>
                    <a:pt x="199" y="676"/>
                  </a:cubicBezTo>
                  <a:cubicBezTo>
                    <a:pt x="204" y="676"/>
                    <a:pt x="211" y="715"/>
                    <a:pt x="224" y="788"/>
                  </a:cubicBezTo>
                  <a:cubicBezTo>
                    <a:pt x="214" y="944"/>
                    <a:pt x="249" y="947"/>
                    <a:pt x="287" y="951"/>
                  </a:cubicBezTo>
                  <a:cubicBezTo>
                    <a:pt x="321" y="954"/>
                    <a:pt x="321" y="954"/>
                    <a:pt x="315" y="1032"/>
                  </a:cubicBezTo>
                  <a:cubicBezTo>
                    <a:pt x="305" y="1110"/>
                    <a:pt x="330" y="1189"/>
                    <a:pt x="365" y="1192"/>
                  </a:cubicBezTo>
                  <a:cubicBezTo>
                    <a:pt x="370" y="1192"/>
                    <a:pt x="374" y="1193"/>
                    <a:pt x="378" y="1193"/>
                  </a:cubicBezTo>
                  <a:cubicBezTo>
                    <a:pt x="397" y="1193"/>
                    <a:pt x="398" y="1182"/>
                    <a:pt x="409" y="1117"/>
                  </a:cubicBezTo>
                  <a:cubicBezTo>
                    <a:pt x="399" y="1085"/>
                    <a:pt x="404" y="1066"/>
                    <a:pt x="415" y="1066"/>
                  </a:cubicBezTo>
                  <a:cubicBezTo>
                    <a:pt x="431" y="1066"/>
                    <a:pt x="458" y="1106"/>
                    <a:pt x="462" y="1204"/>
                  </a:cubicBezTo>
                  <a:cubicBezTo>
                    <a:pt x="470" y="1240"/>
                    <a:pt x="475" y="1261"/>
                    <a:pt x="479" y="1261"/>
                  </a:cubicBezTo>
                  <a:cubicBezTo>
                    <a:pt x="486" y="1261"/>
                    <a:pt x="493" y="1224"/>
                    <a:pt x="509" y="1135"/>
                  </a:cubicBezTo>
                  <a:cubicBezTo>
                    <a:pt x="521" y="1064"/>
                    <a:pt x="543" y="1030"/>
                    <a:pt x="564" y="1030"/>
                  </a:cubicBezTo>
                  <a:cubicBezTo>
                    <a:pt x="588" y="1030"/>
                    <a:pt x="609" y="1075"/>
                    <a:pt x="609" y="1161"/>
                  </a:cubicBezTo>
                  <a:lnTo>
                    <a:pt x="675" y="1176"/>
                  </a:lnTo>
                  <a:cubicBezTo>
                    <a:pt x="677" y="1177"/>
                    <a:pt x="679" y="1177"/>
                    <a:pt x="681" y="1177"/>
                  </a:cubicBezTo>
                  <a:cubicBezTo>
                    <a:pt x="712" y="1177"/>
                    <a:pt x="729" y="1106"/>
                    <a:pt x="747" y="1035"/>
                  </a:cubicBezTo>
                  <a:cubicBezTo>
                    <a:pt x="770" y="949"/>
                    <a:pt x="780" y="912"/>
                    <a:pt x="788" y="912"/>
                  </a:cubicBezTo>
                  <a:cubicBezTo>
                    <a:pt x="793" y="912"/>
                    <a:pt x="797" y="933"/>
                    <a:pt x="804" y="969"/>
                  </a:cubicBezTo>
                  <a:cubicBezTo>
                    <a:pt x="813" y="1019"/>
                    <a:pt x="810" y="1076"/>
                    <a:pt x="797" y="1126"/>
                  </a:cubicBezTo>
                  <a:cubicBezTo>
                    <a:pt x="775" y="1201"/>
                    <a:pt x="810" y="1208"/>
                    <a:pt x="841" y="1220"/>
                  </a:cubicBezTo>
                  <a:cubicBezTo>
                    <a:pt x="856" y="1226"/>
                    <a:pt x="879" y="1236"/>
                    <a:pt x="901" y="1236"/>
                  </a:cubicBezTo>
                  <a:cubicBezTo>
                    <a:pt x="923" y="1236"/>
                    <a:pt x="945" y="1226"/>
                    <a:pt x="960" y="1195"/>
                  </a:cubicBezTo>
                  <a:lnTo>
                    <a:pt x="960" y="1195"/>
                  </a:lnTo>
                  <a:cubicBezTo>
                    <a:pt x="953" y="1213"/>
                    <a:pt x="944" y="1237"/>
                    <a:pt x="935" y="1261"/>
                  </a:cubicBezTo>
                  <a:cubicBezTo>
                    <a:pt x="956" y="1269"/>
                    <a:pt x="950" y="1305"/>
                    <a:pt x="953" y="1305"/>
                  </a:cubicBezTo>
                  <a:cubicBezTo>
                    <a:pt x="954" y="1305"/>
                    <a:pt x="957" y="1297"/>
                    <a:pt x="967" y="1273"/>
                  </a:cubicBezTo>
                  <a:cubicBezTo>
                    <a:pt x="967" y="1273"/>
                    <a:pt x="998" y="1286"/>
                    <a:pt x="1029" y="1383"/>
                  </a:cubicBezTo>
                  <a:cubicBezTo>
                    <a:pt x="1036" y="1409"/>
                    <a:pt x="1052" y="1421"/>
                    <a:pt x="1073" y="1421"/>
                  </a:cubicBezTo>
                  <a:cubicBezTo>
                    <a:pt x="1128" y="1421"/>
                    <a:pt x="1210" y="1331"/>
                    <a:pt x="1189" y="1198"/>
                  </a:cubicBezTo>
                  <a:lnTo>
                    <a:pt x="1189" y="1198"/>
                  </a:lnTo>
                  <a:lnTo>
                    <a:pt x="1224" y="1211"/>
                  </a:lnTo>
                  <a:cubicBezTo>
                    <a:pt x="1227" y="1213"/>
                    <a:pt x="1231" y="1214"/>
                    <a:pt x="1235" y="1214"/>
                  </a:cubicBezTo>
                  <a:cubicBezTo>
                    <a:pt x="1263" y="1214"/>
                    <a:pt x="1289" y="1161"/>
                    <a:pt x="1289" y="1161"/>
                  </a:cubicBezTo>
                  <a:cubicBezTo>
                    <a:pt x="1310" y="1123"/>
                    <a:pt x="1328" y="1112"/>
                    <a:pt x="1346" y="1112"/>
                  </a:cubicBezTo>
                  <a:cubicBezTo>
                    <a:pt x="1362" y="1112"/>
                    <a:pt x="1377" y="1120"/>
                    <a:pt x="1393" y="1129"/>
                  </a:cubicBezTo>
                  <a:cubicBezTo>
                    <a:pt x="1393" y="1129"/>
                    <a:pt x="1355" y="1198"/>
                    <a:pt x="1318" y="1267"/>
                  </a:cubicBezTo>
                  <a:cubicBezTo>
                    <a:pt x="1229" y="1385"/>
                    <a:pt x="1203" y="1470"/>
                    <a:pt x="1232" y="1470"/>
                  </a:cubicBezTo>
                  <a:cubicBezTo>
                    <a:pt x="1250" y="1470"/>
                    <a:pt x="1286" y="1440"/>
                    <a:pt x="1339" y="1370"/>
                  </a:cubicBezTo>
                  <a:cubicBezTo>
                    <a:pt x="1351" y="1351"/>
                    <a:pt x="1356" y="1343"/>
                    <a:pt x="1356" y="1343"/>
                  </a:cubicBezTo>
                  <a:lnTo>
                    <a:pt x="1356" y="1343"/>
                  </a:lnTo>
                  <a:cubicBezTo>
                    <a:pt x="1357" y="1343"/>
                    <a:pt x="1329" y="1391"/>
                    <a:pt x="1302" y="1439"/>
                  </a:cubicBezTo>
                  <a:cubicBezTo>
                    <a:pt x="1274" y="1484"/>
                    <a:pt x="1278" y="1507"/>
                    <a:pt x="1316" y="1507"/>
                  </a:cubicBezTo>
                  <a:cubicBezTo>
                    <a:pt x="1334" y="1507"/>
                    <a:pt x="1358" y="1503"/>
                    <a:pt x="1390" y="1493"/>
                  </a:cubicBezTo>
                  <a:cubicBezTo>
                    <a:pt x="1391" y="1494"/>
                    <a:pt x="1394" y="1494"/>
                    <a:pt x="1396" y="1494"/>
                  </a:cubicBezTo>
                  <a:cubicBezTo>
                    <a:pt x="1432" y="1494"/>
                    <a:pt x="1537" y="1392"/>
                    <a:pt x="1578" y="1333"/>
                  </a:cubicBezTo>
                  <a:cubicBezTo>
                    <a:pt x="1604" y="1293"/>
                    <a:pt x="1625" y="1285"/>
                    <a:pt x="1637" y="1285"/>
                  </a:cubicBezTo>
                  <a:cubicBezTo>
                    <a:pt x="1645" y="1285"/>
                    <a:pt x="1650" y="1289"/>
                    <a:pt x="1650" y="1289"/>
                  </a:cubicBezTo>
                  <a:cubicBezTo>
                    <a:pt x="1681" y="1311"/>
                    <a:pt x="1681" y="1311"/>
                    <a:pt x="1634" y="1377"/>
                  </a:cubicBezTo>
                  <a:cubicBezTo>
                    <a:pt x="1580" y="1455"/>
                    <a:pt x="1579" y="1501"/>
                    <a:pt x="1615" y="1501"/>
                  </a:cubicBezTo>
                  <a:cubicBezTo>
                    <a:pt x="1637" y="1501"/>
                    <a:pt x="1674" y="1483"/>
                    <a:pt x="1722" y="1443"/>
                  </a:cubicBezTo>
                  <a:lnTo>
                    <a:pt x="1722" y="1443"/>
                  </a:lnTo>
                  <a:lnTo>
                    <a:pt x="1675" y="1505"/>
                  </a:lnTo>
                  <a:cubicBezTo>
                    <a:pt x="1628" y="1568"/>
                    <a:pt x="1609" y="1649"/>
                    <a:pt x="1791" y="1696"/>
                  </a:cubicBezTo>
                  <a:cubicBezTo>
                    <a:pt x="1891" y="1794"/>
                    <a:pt x="1966" y="1866"/>
                    <a:pt x="1910" y="1919"/>
                  </a:cubicBezTo>
                  <a:cubicBezTo>
                    <a:pt x="1887" y="1943"/>
                    <a:pt x="1911" y="1953"/>
                    <a:pt x="1959" y="1953"/>
                  </a:cubicBezTo>
                  <a:cubicBezTo>
                    <a:pt x="2023" y="1953"/>
                    <a:pt x="2130" y="1934"/>
                    <a:pt x="2220" y="1903"/>
                  </a:cubicBezTo>
                  <a:lnTo>
                    <a:pt x="2220" y="1903"/>
                  </a:lnTo>
                  <a:cubicBezTo>
                    <a:pt x="2164" y="1956"/>
                    <a:pt x="2189" y="1982"/>
                    <a:pt x="2236" y="2032"/>
                  </a:cubicBezTo>
                  <a:cubicBezTo>
                    <a:pt x="2305" y="2107"/>
                    <a:pt x="2305" y="2107"/>
                    <a:pt x="2248" y="2160"/>
                  </a:cubicBezTo>
                  <a:cubicBezTo>
                    <a:pt x="2173" y="2205"/>
                    <a:pt x="2139" y="2225"/>
                    <a:pt x="2149" y="2225"/>
                  </a:cubicBezTo>
                  <a:cubicBezTo>
                    <a:pt x="2158" y="2225"/>
                    <a:pt x="2198" y="2211"/>
                    <a:pt x="2270" y="2185"/>
                  </a:cubicBezTo>
                  <a:cubicBezTo>
                    <a:pt x="2300" y="2168"/>
                    <a:pt x="2324" y="2161"/>
                    <a:pt x="2341" y="2161"/>
                  </a:cubicBezTo>
                  <a:cubicBezTo>
                    <a:pt x="2406" y="2161"/>
                    <a:pt x="2393" y="2258"/>
                    <a:pt x="2302" y="2339"/>
                  </a:cubicBezTo>
                  <a:cubicBezTo>
                    <a:pt x="2242" y="2392"/>
                    <a:pt x="2267" y="2417"/>
                    <a:pt x="2311" y="2467"/>
                  </a:cubicBezTo>
                  <a:cubicBezTo>
                    <a:pt x="2325" y="2463"/>
                    <a:pt x="2339" y="2461"/>
                    <a:pt x="2351" y="2461"/>
                  </a:cubicBezTo>
                  <a:cubicBezTo>
                    <a:pt x="2406" y="2461"/>
                    <a:pt x="2442" y="2502"/>
                    <a:pt x="2480" y="2543"/>
                  </a:cubicBezTo>
                  <a:cubicBezTo>
                    <a:pt x="2511" y="2579"/>
                    <a:pt x="2527" y="2598"/>
                    <a:pt x="2547" y="2598"/>
                  </a:cubicBezTo>
                  <a:cubicBezTo>
                    <a:pt x="2571" y="2598"/>
                    <a:pt x="2600" y="2572"/>
                    <a:pt x="2662" y="2514"/>
                  </a:cubicBezTo>
                  <a:cubicBezTo>
                    <a:pt x="2721" y="2462"/>
                    <a:pt x="2755" y="2443"/>
                    <a:pt x="2781" y="2443"/>
                  </a:cubicBezTo>
                  <a:cubicBezTo>
                    <a:pt x="2806" y="2443"/>
                    <a:pt x="2822" y="2461"/>
                    <a:pt x="2844" y="2486"/>
                  </a:cubicBezTo>
                  <a:cubicBezTo>
                    <a:pt x="2866" y="2511"/>
                    <a:pt x="2888" y="2536"/>
                    <a:pt x="2828" y="2586"/>
                  </a:cubicBezTo>
                  <a:cubicBezTo>
                    <a:pt x="2828" y="2586"/>
                    <a:pt x="2794" y="2665"/>
                    <a:pt x="2816" y="2690"/>
                  </a:cubicBezTo>
                  <a:cubicBezTo>
                    <a:pt x="2841" y="2715"/>
                    <a:pt x="2863" y="2737"/>
                    <a:pt x="2806" y="2790"/>
                  </a:cubicBezTo>
                  <a:cubicBezTo>
                    <a:pt x="2806" y="2790"/>
                    <a:pt x="2772" y="2868"/>
                    <a:pt x="2819" y="2919"/>
                  </a:cubicBezTo>
                  <a:cubicBezTo>
                    <a:pt x="2863" y="2972"/>
                    <a:pt x="2910" y="3016"/>
                    <a:pt x="2856" y="3072"/>
                  </a:cubicBezTo>
                  <a:cubicBezTo>
                    <a:pt x="2866" y="3082"/>
                    <a:pt x="2872" y="3088"/>
                    <a:pt x="2879" y="3088"/>
                  </a:cubicBezTo>
                  <a:cubicBezTo>
                    <a:pt x="2890" y="3088"/>
                    <a:pt x="2903" y="3075"/>
                    <a:pt x="2935" y="3041"/>
                  </a:cubicBezTo>
                  <a:cubicBezTo>
                    <a:pt x="2961" y="3014"/>
                    <a:pt x="2992" y="2992"/>
                    <a:pt x="3022" y="2992"/>
                  </a:cubicBezTo>
                  <a:cubicBezTo>
                    <a:pt x="3055" y="2992"/>
                    <a:pt x="3087" y="3019"/>
                    <a:pt x="3110" y="3097"/>
                  </a:cubicBezTo>
                  <a:cubicBezTo>
                    <a:pt x="3143" y="3132"/>
                    <a:pt x="3190" y="3171"/>
                    <a:pt x="3233" y="3171"/>
                  </a:cubicBezTo>
                  <a:cubicBezTo>
                    <a:pt x="3252" y="3171"/>
                    <a:pt x="3270" y="3163"/>
                    <a:pt x="3286" y="3144"/>
                  </a:cubicBezTo>
                  <a:lnTo>
                    <a:pt x="3286" y="3144"/>
                  </a:lnTo>
                  <a:cubicBezTo>
                    <a:pt x="3311" y="3166"/>
                    <a:pt x="3311" y="3166"/>
                    <a:pt x="3261" y="3226"/>
                  </a:cubicBezTo>
                  <a:cubicBezTo>
                    <a:pt x="3198" y="3305"/>
                    <a:pt x="3200" y="3352"/>
                    <a:pt x="3249" y="3352"/>
                  </a:cubicBezTo>
                  <a:cubicBezTo>
                    <a:pt x="3276" y="3352"/>
                    <a:pt x="3316" y="3338"/>
                    <a:pt x="3367" y="3307"/>
                  </a:cubicBezTo>
                  <a:cubicBezTo>
                    <a:pt x="3384" y="3282"/>
                    <a:pt x="3399" y="3270"/>
                    <a:pt x="3409" y="3270"/>
                  </a:cubicBezTo>
                  <a:cubicBezTo>
                    <a:pt x="3424" y="3270"/>
                    <a:pt x="3429" y="3298"/>
                    <a:pt x="3417" y="3351"/>
                  </a:cubicBezTo>
                  <a:cubicBezTo>
                    <a:pt x="3417" y="3351"/>
                    <a:pt x="3422" y="3354"/>
                    <a:pt x="3434" y="3354"/>
                  </a:cubicBezTo>
                  <a:cubicBezTo>
                    <a:pt x="3449" y="3354"/>
                    <a:pt x="3476" y="3348"/>
                    <a:pt x="3517" y="3320"/>
                  </a:cubicBezTo>
                  <a:cubicBezTo>
                    <a:pt x="3546" y="3299"/>
                    <a:pt x="3562" y="3287"/>
                    <a:pt x="3573" y="3287"/>
                  </a:cubicBezTo>
                  <a:cubicBezTo>
                    <a:pt x="3587" y="3287"/>
                    <a:pt x="3590" y="3311"/>
                    <a:pt x="3599" y="3370"/>
                  </a:cubicBezTo>
                  <a:cubicBezTo>
                    <a:pt x="3558" y="3436"/>
                    <a:pt x="3586" y="3454"/>
                    <a:pt x="3615" y="3470"/>
                  </a:cubicBezTo>
                  <a:cubicBezTo>
                    <a:pt x="3621" y="3469"/>
                    <a:pt x="3628" y="3468"/>
                    <a:pt x="3636" y="3468"/>
                  </a:cubicBezTo>
                  <a:cubicBezTo>
                    <a:pt x="3745" y="3468"/>
                    <a:pt x="4026" y="3583"/>
                    <a:pt x="4035" y="3668"/>
                  </a:cubicBezTo>
                  <a:cubicBezTo>
                    <a:pt x="4075" y="3617"/>
                    <a:pt x="4085" y="3605"/>
                    <a:pt x="4101" y="3605"/>
                  </a:cubicBezTo>
                  <a:cubicBezTo>
                    <a:pt x="4106" y="3605"/>
                    <a:pt x="4112" y="3607"/>
                    <a:pt x="4119" y="3608"/>
                  </a:cubicBezTo>
                  <a:cubicBezTo>
                    <a:pt x="4115" y="3672"/>
                    <a:pt x="4122" y="3699"/>
                    <a:pt x="4133" y="3699"/>
                  </a:cubicBezTo>
                  <a:cubicBezTo>
                    <a:pt x="4151" y="3699"/>
                    <a:pt x="4179" y="3639"/>
                    <a:pt x="4204" y="3548"/>
                  </a:cubicBezTo>
                  <a:lnTo>
                    <a:pt x="4172" y="3542"/>
                  </a:lnTo>
                  <a:lnTo>
                    <a:pt x="4141" y="3533"/>
                  </a:lnTo>
                  <a:cubicBezTo>
                    <a:pt x="4161" y="3471"/>
                    <a:pt x="4187" y="3438"/>
                    <a:pt x="4206" y="3438"/>
                  </a:cubicBezTo>
                  <a:cubicBezTo>
                    <a:pt x="4232" y="3438"/>
                    <a:pt x="4246" y="3500"/>
                    <a:pt x="4213" y="3633"/>
                  </a:cubicBezTo>
                  <a:cubicBezTo>
                    <a:pt x="4210" y="3714"/>
                    <a:pt x="4209" y="3754"/>
                    <a:pt x="4218" y="3754"/>
                  </a:cubicBezTo>
                  <a:cubicBezTo>
                    <a:pt x="4227" y="3754"/>
                    <a:pt x="4244" y="3719"/>
                    <a:pt x="4276" y="3649"/>
                  </a:cubicBezTo>
                  <a:cubicBezTo>
                    <a:pt x="4307" y="3578"/>
                    <a:pt x="4329" y="3543"/>
                    <a:pt x="4344" y="3543"/>
                  </a:cubicBezTo>
                  <a:cubicBezTo>
                    <a:pt x="4361" y="3543"/>
                    <a:pt x="4368" y="3585"/>
                    <a:pt x="4370" y="3671"/>
                  </a:cubicBezTo>
                  <a:cubicBezTo>
                    <a:pt x="4356" y="3749"/>
                    <a:pt x="4349" y="3787"/>
                    <a:pt x="4354" y="3787"/>
                  </a:cubicBezTo>
                  <a:cubicBezTo>
                    <a:pt x="4359" y="3787"/>
                    <a:pt x="4373" y="3751"/>
                    <a:pt x="4401" y="3680"/>
                  </a:cubicBezTo>
                  <a:cubicBezTo>
                    <a:pt x="4464" y="3515"/>
                    <a:pt x="4518" y="3418"/>
                    <a:pt x="4549" y="3418"/>
                  </a:cubicBezTo>
                  <a:cubicBezTo>
                    <a:pt x="4573" y="3418"/>
                    <a:pt x="4583" y="3480"/>
                    <a:pt x="4570" y="3617"/>
                  </a:cubicBezTo>
                  <a:cubicBezTo>
                    <a:pt x="4552" y="3774"/>
                    <a:pt x="4580" y="3856"/>
                    <a:pt x="4614" y="3859"/>
                  </a:cubicBezTo>
                  <a:cubicBezTo>
                    <a:pt x="4615" y="3859"/>
                    <a:pt x="4616" y="3859"/>
                    <a:pt x="4616" y="3859"/>
                  </a:cubicBezTo>
                  <a:cubicBezTo>
                    <a:pt x="4649" y="3859"/>
                    <a:pt x="4652" y="3782"/>
                    <a:pt x="4658" y="3705"/>
                  </a:cubicBezTo>
                  <a:cubicBezTo>
                    <a:pt x="4649" y="3626"/>
                    <a:pt x="4651" y="3587"/>
                    <a:pt x="4662" y="3587"/>
                  </a:cubicBezTo>
                  <a:cubicBezTo>
                    <a:pt x="4674" y="3587"/>
                    <a:pt x="4695" y="3629"/>
                    <a:pt x="4724" y="3711"/>
                  </a:cubicBezTo>
                  <a:cubicBezTo>
                    <a:pt x="4772" y="3846"/>
                    <a:pt x="4818" y="3906"/>
                    <a:pt x="4865" y="3906"/>
                  </a:cubicBezTo>
                  <a:cubicBezTo>
                    <a:pt x="4904" y="3906"/>
                    <a:pt x="4944" y="3864"/>
                    <a:pt x="4987" y="3790"/>
                  </a:cubicBezTo>
                  <a:cubicBezTo>
                    <a:pt x="5049" y="3707"/>
                    <a:pt x="5103" y="3666"/>
                    <a:pt x="5131" y="3666"/>
                  </a:cubicBezTo>
                  <a:cubicBezTo>
                    <a:pt x="5157" y="3666"/>
                    <a:pt x="5159" y="3705"/>
                    <a:pt x="5119" y="3783"/>
                  </a:cubicBezTo>
                  <a:cubicBezTo>
                    <a:pt x="5088" y="3877"/>
                    <a:pt x="5075" y="3916"/>
                    <a:pt x="5082" y="3916"/>
                  </a:cubicBezTo>
                  <a:cubicBezTo>
                    <a:pt x="5087" y="3916"/>
                    <a:pt x="5102" y="3896"/>
                    <a:pt x="5128" y="3862"/>
                  </a:cubicBezTo>
                  <a:cubicBezTo>
                    <a:pt x="5185" y="3862"/>
                    <a:pt x="5241" y="3856"/>
                    <a:pt x="5301" y="3846"/>
                  </a:cubicBezTo>
                  <a:cubicBezTo>
                    <a:pt x="5332" y="3840"/>
                    <a:pt x="5354" y="3755"/>
                    <a:pt x="5338" y="3680"/>
                  </a:cubicBezTo>
                  <a:lnTo>
                    <a:pt x="5338" y="3680"/>
                  </a:lnTo>
                  <a:cubicBezTo>
                    <a:pt x="5373" y="3765"/>
                    <a:pt x="5417" y="3821"/>
                    <a:pt x="5455" y="3821"/>
                  </a:cubicBezTo>
                  <a:cubicBezTo>
                    <a:pt x="5482" y="3821"/>
                    <a:pt x="5505" y="3791"/>
                    <a:pt x="5517" y="3721"/>
                  </a:cubicBezTo>
                  <a:lnTo>
                    <a:pt x="5583" y="3708"/>
                  </a:lnTo>
                  <a:cubicBezTo>
                    <a:pt x="5614" y="3699"/>
                    <a:pt x="5617" y="3705"/>
                    <a:pt x="5623" y="3617"/>
                  </a:cubicBezTo>
                  <a:cubicBezTo>
                    <a:pt x="5626" y="3587"/>
                    <a:pt x="5634" y="3575"/>
                    <a:pt x="5645" y="3575"/>
                  </a:cubicBezTo>
                  <a:cubicBezTo>
                    <a:pt x="5668" y="3575"/>
                    <a:pt x="5704" y="3616"/>
                    <a:pt x="5742" y="3655"/>
                  </a:cubicBezTo>
                  <a:cubicBezTo>
                    <a:pt x="5781" y="3697"/>
                    <a:pt x="5821" y="3738"/>
                    <a:pt x="5835" y="3738"/>
                  </a:cubicBezTo>
                  <a:cubicBezTo>
                    <a:pt x="5842" y="3738"/>
                    <a:pt x="5843" y="3729"/>
                    <a:pt x="5833" y="3705"/>
                  </a:cubicBezTo>
                  <a:cubicBezTo>
                    <a:pt x="5805" y="3630"/>
                    <a:pt x="5837" y="3536"/>
                    <a:pt x="5833" y="3454"/>
                  </a:cubicBezTo>
                  <a:cubicBezTo>
                    <a:pt x="5832" y="3427"/>
                    <a:pt x="5839" y="3416"/>
                    <a:pt x="5848" y="3416"/>
                  </a:cubicBezTo>
                  <a:cubicBezTo>
                    <a:pt x="5866" y="3416"/>
                    <a:pt x="5894" y="3460"/>
                    <a:pt x="5896" y="3514"/>
                  </a:cubicBezTo>
                  <a:cubicBezTo>
                    <a:pt x="5931" y="3583"/>
                    <a:pt x="5931" y="3589"/>
                    <a:pt x="6025" y="3627"/>
                  </a:cubicBezTo>
                  <a:cubicBezTo>
                    <a:pt x="6056" y="3608"/>
                    <a:pt x="6119" y="3577"/>
                    <a:pt x="6078" y="3508"/>
                  </a:cubicBezTo>
                  <a:cubicBezTo>
                    <a:pt x="6047" y="3448"/>
                    <a:pt x="6158" y="3378"/>
                    <a:pt x="6239" y="3378"/>
                  </a:cubicBezTo>
                  <a:cubicBezTo>
                    <a:pt x="6256" y="3378"/>
                    <a:pt x="6272" y="3381"/>
                    <a:pt x="6285" y="3389"/>
                  </a:cubicBezTo>
                  <a:lnTo>
                    <a:pt x="6338" y="3351"/>
                  </a:lnTo>
                  <a:cubicBezTo>
                    <a:pt x="6366" y="3329"/>
                    <a:pt x="6347" y="3248"/>
                    <a:pt x="6372" y="3229"/>
                  </a:cubicBezTo>
                  <a:cubicBezTo>
                    <a:pt x="6372" y="3229"/>
                    <a:pt x="6401" y="3207"/>
                    <a:pt x="6379" y="3129"/>
                  </a:cubicBezTo>
                  <a:cubicBezTo>
                    <a:pt x="6391" y="3119"/>
                    <a:pt x="6403" y="3110"/>
                    <a:pt x="6418" y="3110"/>
                  </a:cubicBezTo>
                  <a:cubicBezTo>
                    <a:pt x="6434" y="3110"/>
                    <a:pt x="6453" y="3120"/>
                    <a:pt x="6479" y="3150"/>
                  </a:cubicBezTo>
                  <a:cubicBezTo>
                    <a:pt x="6438" y="3073"/>
                    <a:pt x="6419" y="3038"/>
                    <a:pt x="6431" y="3038"/>
                  </a:cubicBezTo>
                  <a:cubicBezTo>
                    <a:pt x="6441" y="3038"/>
                    <a:pt x="6472" y="3063"/>
                    <a:pt x="6529" y="3107"/>
                  </a:cubicBezTo>
                  <a:cubicBezTo>
                    <a:pt x="6579" y="3164"/>
                    <a:pt x="6604" y="3193"/>
                    <a:pt x="6609" y="3193"/>
                  </a:cubicBezTo>
                  <a:cubicBezTo>
                    <a:pt x="6615" y="3193"/>
                    <a:pt x="6595" y="3158"/>
                    <a:pt x="6554" y="3085"/>
                  </a:cubicBezTo>
                  <a:cubicBezTo>
                    <a:pt x="6537" y="3036"/>
                    <a:pt x="6531" y="3018"/>
                    <a:pt x="6544" y="3018"/>
                  </a:cubicBezTo>
                  <a:cubicBezTo>
                    <a:pt x="6553" y="3018"/>
                    <a:pt x="6572" y="3027"/>
                    <a:pt x="6604" y="3041"/>
                  </a:cubicBezTo>
                  <a:cubicBezTo>
                    <a:pt x="6625" y="3065"/>
                    <a:pt x="6642" y="3076"/>
                    <a:pt x="6651" y="3076"/>
                  </a:cubicBezTo>
                  <a:cubicBezTo>
                    <a:pt x="6664" y="3076"/>
                    <a:pt x="6661" y="3054"/>
                    <a:pt x="6629" y="3019"/>
                  </a:cubicBezTo>
                  <a:cubicBezTo>
                    <a:pt x="6571" y="2919"/>
                    <a:pt x="6562" y="2831"/>
                    <a:pt x="6604" y="2831"/>
                  </a:cubicBezTo>
                  <a:cubicBezTo>
                    <a:pt x="6620" y="2831"/>
                    <a:pt x="6643" y="2844"/>
                    <a:pt x="6673" y="2875"/>
                  </a:cubicBezTo>
                  <a:cubicBezTo>
                    <a:pt x="6673" y="2875"/>
                    <a:pt x="6698" y="2853"/>
                    <a:pt x="6664" y="2774"/>
                  </a:cubicBezTo>
                  <a:cubicBezTo>
                    <a:pt x="6619" y="2704"/>
                    <a:pt x="6597" y="2670"/>
                    <a:pt x="6603" y="2670"/>
                  </a:cubicBezTo>
                  <a:lnTo>
                    <a:pt x="6603" y="2670"/>
                  </a:lnTo>
                  <a:cubicBezTo>
                    <a:pt x="6608" y="2670"/>
                    <a:pt x="6635" y="2697"/>
                    <a:pt x="6689" y="2749"/>
                  </a:cubicBezTo>
                  <a:cubicBezTo>
                    <a:pt x="6741" y="2784"/>
                    <a:pt x="6776" y="2801"/>
                    <a:pt x="6794" y="2801"/>
                  </a:cubicBezTo>
                  <a:cubicBezTo>
                    <a:pt x="6823" y="2801"/>
                    <a:pt x="6811" y="2760"/>
                    <a:pt x="6758" y="2680"/>
                  </a:cubicBezTo>
                  <a:cubicBezTo>
                    <a:pt x="6758" y="2680"/>
                    <a:pt x="6734" y="2629"/>
                    <a:pt x="6772" y="2629"/>
                  </a:cubicBezTo>
                  <a:cubicBezTo>
                    <a:pt x="6780" y="2629"/>
                    <a:pt x="6791" y="2631"/>
                    <a:pt x="6805" y="2637"/>
                  </a:cubicBezTo>
                  <a:cubicBezTo>
                    <a:pt x="6809" y="2637"/>
                    <a:pt x="6814" y="2637"/>
                    <a:pt x="6819" y="2637"/>
                  </a:cubicBezTo>
                  <a:cubicBezTo>
                    <a:pt x="6925" y="2637"/>
                    <a:pt x="7097" y="2542"/>
                    <a:pt x="6965" y="2467"/>
                  </a:cubicBezTo>
                  <a:lnTo>
                    <a:pt x="7009" y="2417"/>
                  </a:lnTo>
                  <a:cubicBezTo>
                    <a:pt x="7019" y="2418"/>
                    <a:pt x="7028" y="2418"/>
                    <a:pt x="7036" y="2418"/>
                  </a:cubicBezTo>
                  <a:cubicBezTo>
                    <a:pt x="7116" y="2418"/>
                    <a:pt x="7133" y="2391"/>
                    <a:pt x="7099" y="2320"/>
                  </a:cubicBezTo>
                  <a:lnTo>
                    <a:pt x="7065" y="2242"/>
                  </a:lnTo>
                  <a:lnTo>
                    <a:pt x="7065" y="2242"/>
                  </a:lnTo>
                  <a:cubicBezTo>
                    <a:pt x="7109" y="2282"/>
                    <a:pt x="7166" y="2307"/>
                    <a:pt x="7201" y="2307"/>
                  </a:cubicBezTo>
                  <a:cubicBezTo>
                    <a:pt x="7213" y="2307"/>
                    <a:pt x="7222" y="2304"/>
                    <a:pt x="7228" y="2298"/>
                  </a:cubicBezTo>
                  <a:cubicBezTo>
                    <a:pt x="7253" y="2273"/>
                    <a:pt x="7253" y="2273"/>
                    <a:pt x="7193" y="2220"/>
                  </a:cubicBezTo>
                  <a:cubicBezTo>
                    <a:pt x="7112" y="2195"/>
                    <a:pt x="7137" y="2170"/>
                    <a:pt x="7159" y="2145"/>
                  </a:cubicBezTo>
                  <a:cubicBezTo>
                    <a:pt x="7165" y="2138"/>
                    <a:pt x="7175" y="2135"/>
                    <a:pt x="7187" y="2135"/>
                  </a:cubicBezTo>
                  <a:cubicBezTo>
                    <a:pt x="7222" y="2135"/>
                    <a:pt x="7277" y="2161"/>
                    <a:pt x="7322" y="2201"/>
                  </a:cubicBezTo>
                  <a:lnTo>
                    <a:pt x="7344" y="2176"/>
                  </a:lnTo>
                  <a:cubicBezTo>
                    <a:pt x="7269" y="2105"/>
                    <a:pt x="7254" y="2070"/>
                    <a:pt x="7268" y="2070"/>
                  </a:cubicBezTo>
                  <a:cubicBezTo>
                    <a:pt x="7275" y="2070"/>
                    <a:pt x="7290" y="2080"/>
                    <a:pt x="7309" y="2098"/>
                  </a:cubicBezTo>
                  <a:cubicBezTo>
                    <a:pt x="7335" y="2106"/>
                    <a:pt x="7355" y="2110"/>
                    <a:pt x="7371" y="2110"/>
                  </a:cubicBezTo>
                  <a:cubicBezTo>
                    <a:pt x="7407" y="2110"/>
                    <a:pt x="7424" y="2093"/>
                    <a:pt x="7441" y="2076"/>
                  </a:cubicBezTo>
                  <a:cubicBezTo>
                    <a:pt x="7418" y="2054"/>
                    <a:pt x="7417" y="2046"/>
                    <a:pt x="7423" y="2046"/>
                  </a:cubicBezTo>
                  <a:cubicBezTo>
                    <a:pt x="7432" y="2046"/>
                    <a:pt x="7454" y="2063"/>
                    <a:pt x="7441" y="2076"/>
                  </a:cubicBezTo>
                  <a:lnTo>
                    <a:pt x="7497" y="2132"/>
                  </a:lnTo>
                  <a:cubicBezTo>
                    <a:pt x="7512" y="2137"/>
                    <a:pt x="7522" y="2140"/>
                    <a:pt x="7529" y="2140"/>
                  </a:cubicBezTo>
                  <a:cubicBezTo>
                    <a:pt x="7554" y="2140"/>
                    <a:pt x="7509" y="2097"/>
                    <a:pt x="7463" y="2054"/>
                  </a:cubicBezTo>
                  <a:cubicBezTo>
                    <a:pt x="7463" y="2054"/>
                    <a:pt x="7488" y="2029"/>
                    <a:pt x="7513" y="2003"/>
                  </a:cubicBezTo>
                  <a:cubicBezTo>
                    <a:pt x="7535" y="1978"/>
                    <a:pt x="7560" y="1953"/>
                    <a:pt x="7482" y="1925"/>
                  </a:cubicBezTo>
                  <a:cubicBezTo>
                    <a:pt x="7425" y="1869"/>
                    <a:pt x="7369" y="1815"/>
                    <a:pt x="7394" y="1790"/>
                  </a:cubicBezTo>
                  <a:lnTo>
                    <a:pt x="7394" y="1790"/>
                  </a:lnTo>
                  <a:cubicBezTo>
                    <a:pt x="7441" y="1835"/>
                    <a:pt x="7488" y="1881"/>
                    <a:pt x="7515" y="1881"/>
                  </a:cubicBezTo>
                  <a:cubicBezTo>
                    <a:pt x="7520" y="1881"/>
                    <a:pt x="7525" y="1879"/>
                    <a:pt x="7529" y="1875"/>
                  </a:cubicBezTo>
                  <a:cubicBezTo>
                    <a:pt x="7533" y="1870"/>
                    <a:pt x="7539" y="1869"/>
                    <a:pt x="7545" y="1869"/>
                  </a:cubicBezTo>
                  <a:cubicBezTo>
                    <a:pt x="7572" y="1869"/>
                    <a:pt x="7610" y="1906"/>
                    <a:pt x="7610" y="1906"/>
                  </a:cubicBezTo>
                  <a:cubicBezTo>
                    <a:pt x="7634" y="1946"/>
                    <a:pt x="7655" y="1961"/>
                    <a:pt x="7672" y="1961"/>
                  </a:cubicBezTo>
                  <a:cubicBezTo>
                    <a:pt x="7713" y="1961"/>
                    <a:pt x="7731" y="1870"/>
                    <a:pt x="7711" y="1812"/>
                  </a:cubicBezTo>
                  <a:cubicBezTo>
                    <a:pt x="7679" y="1719"/>
                    <a:pt x="7676" y="1671"/>
                    <a:pt x="7699" y="1671"/>
                  </a:cubicBezTo>
                  <a:cubicBezTo>
                    <a:pt x="7716" y="1671"/>
                    <a:pt x="7746" y="1695"/>
                    <a:pt x="7789" y="1743"/>
                  </a:cubicBezTo>
                  <a:cubicBezTo>
                    <a:pt x="7813" y="1771"/>
                    <a:pt x="7829" y="1784"/>
                    <a:pt x="7837" y="1784"/>
                  </a:cubicBezTo>
                  <a:cubicBezTo>
                    <a:pt x="7863" y="1784"/>
                    <a:pt x="7810" y="1652"/>
                    <a:pt x="7717" y="1496"/>
                  </a:cubicBezTo>
                  <a:lnTo>
                    <a:pt x="7598" y="1292"/>
                  </a:lnTo>
                  <a:lnTo>
                    <a:pt x="7745" y="1474"/>
                  </a:lnTo>
                  <a:cubicBezTo>
                    <a:pt x="7865" y="1589"/>
                    <a:pt x="7921" y="1644"/>
                    <a:pt x="7946" y="1644"/>
                  </a:cubicBezTo>
                  <a:cubicBezTo>
                    <a:pt x="7969" y="1644"/>
                    <a:pt x="7966" y="1598"/>
                    <a:pt x="7961" y="1508"/>
                  </a:cubicBezTo>
                  <a:cubicBezTo>
                    <a:pt x="7967" y="1450"/>
                    <a:pt x="7970" y="1425"/>
                    <a:pt x="7980" y="1425"/>
                  </a:cubicBezTo>
                  <a:cubicBezTo>
                    <a:pt x="7987" y="1425"/>
                    <a:pt x="7998" y="1440"/>
                    <a:pt x="8018" y="1468"/>
                  </a:cubicBezTo>
                  <a:cubicBezTo>
                    <a:pt x="8037" y="1494"/>
                    <a:pt x="8053" y="1505"/>
                    <a:pt x="8071" y="1505"/>
                  </a:cubicBezTo>
                  <a:cubicBezTo>
                    <a:pt x="8097" y="1505"/>
                    <a:pt x="8127" y="1483"/>
                    <a:pt x="8177" y="1449"/>
                  </a:cubicBezTo>
                  <a:cubicBezTo>
                    <a:pt x="8271" y="1399"/>
                    <a:pt x="8300" y="1383"/>
                    <a:pt x="8262" y="1314"/>
                  </a:cubicBezTo>
                  <a:lnTo>
                    <a:pt x="8325" y="1280"/>
                  </a:lnTo>
                  <a:cubicBezTo>
                    <a:pt x="8358" y="1317"/>
                    <a:pt x="8383" y="1332"/>
                    <a:pt x="8399" y="1332"/>
                  </a:cubicBezTo>
                  <a:cubicBezTo>
                    <a:pt x="8433" y="1332"/>
                    <a:pt x="8422" y="1257"/>
                    <a:pt x="8353" y="1173"/>
                  </a:cubicBezTo>
                  <a:cubicBezTo>
                    <a:pt x="8372" y="1161"/>
                    <a:pt x="8397" y="1151"/>
                    <a:pt x="8419" y="1142"/>
                  </a:cubicBezTo>
                  <a:lnTo>
                    <a:pt x="8453" y="1211"/>
                  </a:lnTo>
                  <a:cubicBezTo>
                    <a:pt x="8465" y="1238"/>
                    <a:pt x="8482" y="1251"/>
                    <a:pt x="8513" y="1251"/>
                  </a:cubicBezTo>
                  <a:cubicBezTo>
                    <a:pt x="8564" y="1251"/>
                    <a:pt x="8651" y="1217"/>
                    <a:pt x="8814" y="1157"/>
                  </a:cubicBezTo>
                  <a:cubicBezTo>
                    <a:pt x="9121" y="1088"/>
                    <a:pt x="9155" y="1082"/>
                    <a:pt x="9130" y="929"/>
                  </a:cubicBezTo>
                  <a:cubicBezTo>
                    <a:pt x="9137" y="845"/>
                    <a:pt x="9151" y="802"/>
                    <a:pt x="9165" y="802"/>
                  </a:cubicBezTo>
                  <a:cubicBezTo>
                    <a:pt x="9179" y="802"/>
                    <a:pt x="9193" y="840"/>
                    <a:pt x="9202" y="916"/>
                  </a:cubicBezTo>
                  <a:cubicBezTo>
                    <a:pt x="9211" y="971"/>
                    <a:pt x="9235" y="1024"/>
                    <a:pt x="9246" y="1024"/>
                  </a:cubicBezTo>
                  <a:cubicBezTo>
                    <a:pt x="9250" y="1024"/>
                    <a:pt x="9252" y="1015"/>
                    <a:pt x="9249" y="991"/>
                  </a:cubicBezTo>
                  <a:cubicBezTo>
                    <a:pt x="9299" y="991"/>
                    <a:pt x="9343" y="1019"/>
                    <a:pt x="9365" y="1063"/>
                  </a:cubicBezTo>
                  <a:cubicBezTo>
                    <a:pt x="9413" y="1125"/>
                    <a:pt x="9444" y="1148"/>
                    <a:pt x="9465" y="1148"/>
                  </a:cubicBezTo>
                  <a:cubicBezTo>
                    <a:pt x="9495" y="1148"/>
                    <a:pt x="9503" y="1100"/>
                    <a:pt x="9503" y="1054"/>
                  </a:cubicBezTo>
                  <a:cubicBezTo>
                    <a:pt x="9484" y="989"/>
                    <a:pt x="9481" y="965"/>
                    <a:pt x="9486" y="965"/>
                  </a:cubicBezTo>
                  <a:lnTo>
                    <a:pt x="9486" y="965"/>
                  </a:lnTo>
                  <a:cubicBezTo>
                    <a:pt x="9493" y="965"/>
                    <a:pt x="9516" y="1009"/>
                    <a:pt x="9538" y="1054"/>
                  </a:cubicBezTo>
                  <a:cubicBezTo>
                    <a:pt x="9564" y="1107"/>
                    <a:pt x="9588" y="1160"/>
                    <a:pt x="9599" y="1160"/>
                  </a:cubicBezTo>
                  <a:cubicBezTo>
                    <a:pt x="9604" y="1160"/>
                    <a:pt x="9606" y="1151"/>
                    <a:pt x="9606" y="1129"/>
                  </a:cubicBezTo>
                  <a:cubicBezTo>
                    <a:pt x="9623" y="1082"/>
                    <a:pt x="9695" y="1044"/>
                    <a:pt x="9754" y="1044"/>
                  </a:cubicBezTo>
                  <a:cubicBezTo>
                    <a:pt x="9805" y="1044"/>
                    <a:pt x="9847" y="1071"/>
                    <a:pt x="9842" y="1142"/>
                  </a:cubicBezTo>
                  <a:lnTo>
                    <a:pt x="9910" y="1148"/>
                  </a:lnTo>
                  <a:cubicBezTo>
                    <a:pt x="9915" y="1091"/>
                    <a:pt x="9953" y="1079"/>
                    <a:pt x="10000" y="1079"/>
                  </a:cubicBezTo>
                  <a:cubicBezTo>
                    <a:pt x="10017" y="1079"/>
                    <a:pt x="10036" y="1080"/>
                    <a:pt x="10055" y="1082"/>
                  </a:cubicBezTo>
                  <a:cubicBezTo>
                    <a:pt x="10124" y="1088"/>
                    <a:pt x="10158" y="1104"/>
                    <a:pt x="10142" y="1179"/>
                  </a:cubicBezTo>
                  <a:cubicBezTo>
                    <a:pt x="10118" y="1217"/>
                    <a:pt x="10116" y="1237"/>
                    <a:pt x="10132" y="1237"/>
                  </a:cubicBezTo>
                  <a:cubicBezTo>
                    <a:pt x="10145" y="1237"/>
                    <a:pt x="10171" y="1223"/>
                    <a:pt x="10208" y="1195"/>
                  </a:cubicBezTo>
                  <a:cubicBezTo>
                    <a:pt x="10209" y="1195"/>
                    <a:pt x="10210" y="1195"/>
                    <a:pt x="10211" y="1195"/>
                  </a:cubicBezTo>
                  <a:cubicBezTo>
                    <a:pt x="10243" y="1195"/>
                    <a:pt x="10305" y="1069"/>
                    <a:pt x="10340" y="1069"/>
                  </a:cubicBezTo>
                  <a:cubicBezTo>
                    <a:pt x="10341" y="1069"/>
                    <a:pt x="10342" y="1069"/>
                    <a:pt x="10343" y="1070"/>
                  </a:cubicBezTo>
                  <a:cubicBezTo>
                    <a:pt x="10361" y="996"/>
                    <a:pt x="10411" y="934"/>
                    <a:pt x="10448" y="934"/>
                  </a:cubicBezTo>
                  <a:cubicBezTo>
                    <a:pt x="10451" y="934"/>
                    <a:pt x="10453" y="934"/>
                    <a:pt x="10456" y="935"/>
                  </a:cubicBezTo>
                  <a:lnTo>
                    <a:pt x="10434" y="1010"/>
                  </a:lnTo>
                  <a:cubicBezTo>
                    <a:pt x="10415" y="1085"/>
                    <a:pt x="10393" y="1161"/>
                    <a:pt x="10393" y="1161"/>
                  </a:cubicBezTo>
                  <a:cubicBezTo>
                    <a:pt x="10404" y="1163"/>
                    <a:pt x="10414" y="1166"/>
                    <a:pt x="10425" y="1166"/>
                  </a:cubicBezTo>
                  <a:cubicBezTo>
                    <a:pt x="10447" y="1166"/>
                    <a:pt x="10467" y="1154"/>
                    <a:pt x="10484" y="1104"/>
                  </a:cubicBezTo>
                  <a:cubicBezTo>
                    <a:pt x="10493" y="1189"/>
                    <a:pt x="10525" y="1204"/>
                    <a:pt x="10587" y="1229"/>
                  </a:cubicBezTo>
                  <a:cubicBezTo>
                    <a:pt x="10625" y="1244"/>
                    <a:pt x="10662" y="1259"/>
                    <a:pt x="10698" y="1259"/>
                  </a:cubicBezTo>
                  <a:cubicBezTo>
                    <a:pt x="10726" y="1259"/>
                    <a:pt x="10753" y="1250"/>
                    <a:pt x="10782" y="1226"/>
                  </a:cubicBezTo>
                  <a:lnTo>
                    <a:pt x="10782" y="1226"/>
                  </a:lnTo>
                  <a:cubicBezTo>
                    <a:pt x="10762" y="1330"/>
                    <a:pt x="10837" y="1413"/>
                    <a:pt x="10922" y="1413"/>
                  </a:cubicBezTo>
                  <a:cubicBezTo>
                    <a:pt x="10958" y="1413"/>
                    <a:pt x="10996" y="1399"/>
                    <a:pt x="11029" y="1364"/>
                  </a:cubicBezTo>
                  <a:cubicBezTo>
                    <a:pt x="11046" y="1336"/>
                    <a:pt x="11061" y="1322"/>
                    <a:pt x="11073" y="1322"/>
                  </a:cubicBezTo>
                  <a:cubicBezTo>
                    <a:pt x="11088" y="1322"/>
                    <a:pt x="11096" y="1349"/>
                    <a:pt x="11089" y="1399"/>
                  </a:cubicBezTo>
                  <a:cubicBezTo>
                    <a:pt x="11083" y="1447"/>
                    <a:pt x="11080" y="1468"/>
                    <a:pt x="11092" y="1468"/>
                  </a:cubicBezTo>
                  <a:cubicBezTo>
                    <a:pt x="11102" y="1468"/>
                    <a:pt x="11119" y="1456"/>
                    <a:pt x="11151" y="1436"/>
                  </a:cubicBezTo>
                  <a:cubicBezTo>
                    <a:pt x="11165" y="1428"/>
                    <a:pt x="11175" y="1425"/>
                    <a:pt x="11183" y="1425"/>
                  </a:cubicBezTo>
                  <a:cubicBezTo>
                    <a:pt x="11218" y="1425"/>
                    <a:pt x="11204" y="1496"/>
                    <a:pt x="11189" y="1565"/>
                  </a:cubicBezTo>
                  <a:cubicBezTo>
                    <a:pt x="11142" y="1669"/>
                    <a:pt x="11141" y="1709"/>
                    <a:pt x="11171" y="1709"/>
                  </a:cubicBezTo>
                  <a:cubicBezTo>
                    <a:pt x="11184" y="1709"/>
                    <a:pt x="11202" y="1702"/>
                    <a:pt x="11224" y="1690"/>
                  </a:cubicBezTo>
                  <a:cubicBezTo>
                    <a:pt x="11240" y="1685"/>
                    <a:pt x="11257" y="1683"/>
                    <a:pt x="11273" y="1683"/>
                  </a:cubicBezTo>
                  <a:cubicBezTo>
                    <a:pt x="11321" y="1683"/>
                    <a:pt x="11367" y="1702"/>
                    <a:pt x="11402" y="1734"/>
                  </a:cubicBezTo>
                  <a:cubicBezTo>
                    <a:pt x="11502" y="1725"/>
                    <a:pt x="11531" y="1747"/>
                    <a:pt x="11556" y="1665"/>
                  </a:cubicBezTo>
                  <a:cubicBezTo>
                    <a:pt x="11593" y="1627"/>
                    <a:pt x="11637" y="1596"/>
                    <a:pt x="11687" y="1574"/>
                  </a:cubicBezTo>
                  <a:cubicBezTo>
                    <a:pt x="11693" y="1574"/>
                    <a:pt x="11698" y="1574"/>
                    <a:pt x="11703" y="1574"/>
                  </a:cubicBezTo>
                  <a:cubicBezTo>
                    <a:pt x="11769" y="1574"/>
                    <a:pt x="11752" y="1606"/>
                    <a:pt x="11729" y="1606"/>
                  </a:cubicBezTo>
                  <a:cubicBezTo>
                    <a:pt x="11724" y="1606"/>
                    <a:pt x="11718" y="1604"/>
                    <a:pt x="11712" y="1599"/>
                  </a:cubicBezTo>
                  <a:cubicBezTo>
                    <a:pt x="11606" y="1606"/>
                    <a:pt x="11634" y="1631"/>
                    <a:pt x="11606" y="1715"/>
                  </a:cubicBezTo>
                  <a:cubicBezTo>
                    <a:pt x="11587" y="1768"/>
                    <a:pt x="11609" y="1831"/>
                    <a:pt x="11656" y="1866"/>
                  </a:cubicBezTo>
                  <a:cubicBezTo>
                    <a:pt x="11681" y="1891"/>
                    <a:pt x="11728" y="1941"/>
                    <a:pt x="11750" y="1966"/>
                  </a:cubicBezTo>
                  <a:cubicBezTo>
                    <a:pt x="11761" y="2053"/>
                    <a:pt x="11774" y="2092"/>
                    <a:pt x="11799" y="2092"/>
                  </a:cubicBezTo>
                  <a:cubicBezTo>
                    <a:pt x="11811" y="2092"/>
                    <a:pt x="11826" y="2083"/>
                    <a:pt x="11844" y="2066"/>
                  </a:cubicBezTo>
                  <a:lnTo>
                    <a:pt x="11900" y="2013"/>
                  </a:lnTo>
                  <a:lnTo>
                    <a:pt x="11900" y="2013"/>
                  </a:lnTo>
                  <a:cubicBezTo>
                    <a:pt x="11826" y="2129"/>
                    <a:pt x="12002" y="2359"/>
                    <a:pt x="12141" y="2359"/>
                  </a:cubicBezTo>
                  <a:cubicBezTo>
                    <a:pt x="12160" y="2359"/>
                    <a:pt x="12178" y="2354"/>
                    <a:pt x="12195" y="2345"/>
                  </a:cubicBezTo>
                  <a:lnTo>
                    <a:pt x="12195" y="2345"/>
                  </a:lnTo>
                  <a:lnTo>
                    <a:pt x="12139" y="2398"/>
                  </a:lnTo>
                  <a:cubicBezTo>
                    <a:pt x="12079" y="2448"/>
                    <a:pt x="12101" y="2474"/>
                    <a:pt x="12145" y="2524"/>
                  </a:cubicBezTo>
                  <a:cubicBezTo>
                    <a:pt x="12167" y="2549"/>
                    <a:pt x="12314" y="2599"/>
                    <a:pt x="12380" y="2674"/>
                  </a:cubicBezTo>
                  <a:cubicBezTo>
                    <a:pt x="12449" y="2748"/>
                    <a:pt x="12506" y="2809"/>
                    <a:pt x="12552" y="2809"/>
                  </a:cubicBezTo>
                  <a:cubicBezTo>
                    <a:pt x="12567" y="2809"/>
                    <a:pt x="12580" y="2803"/>
                    <a:pt x="12593" y="2790"/>
                  </a:cubicBezTo>
                  <a:lnTo>
                    <a:pt x="12593" y="2790"/>
                  </a:lnTo>
                  <a:cubicBezTo>
                    <a:pt x="12615" y="2815"/>
                    <a:pt x="12615" y="2815"/>
                    <a:pt x="12562" y="2868"/>
                  </a:cubicBezTo>
                  <a:cubicBezTo>
                    <a:pt x="12483" y="2900"/>
                    <a:pt x="12505" y="2925"/>
                    <a:pt x="12527" y="2950"/>
                  </a:cubicBezTo>
                  <a:cubicBezTo>
                    <a:pt x="12531" y="2953"/>
                    <a:pt x="12536" y="2955"/>
                    <a:pt x="12541" y="2955"/>
                  </a:cubicBezTo>
                  <a:cubicBezTo>
                    <a:pt x="12569" y="2955"/>
                    <a:pt x="12617" y="2907"/>
                    <a:pt x="12662" y="2862"/>
                  </a:cubicBezTo>
                  <a:cubicBezTo>
                    <a:pt x="12681" y="2842"/>
                    <a:pt x="12697" y="2832"/>
                    <a:pt x="12708" y="2832"/>
                  </a:cubicBezTo>
                  <a:cubicBezTo>
                    <a:pt x="12729" y="2832"/>
                    <a:pt x="12737" y="2864"/>
                    <a:pt x="12731" y="2928"/>
                  </a:cubicBezTo>
                  <a:cubicBezTo>
                    <a:pt x="12728" y="3017"/>
                    <a:pt x="12800" y="3104"/>
                    <a:pt x="12889" y="3104"/>
                  </a:cubicBezTo>
                  <a:cubicBezTo>
                    <a:pt x="12900" y="3104"/>
                    <a:pt x="12911" y="3103"/>
                    <a:pt x="12922" y="3100"/>
                  </a:cubicBezTo>
                  <a:cubicBezTo>
                    <a:pt x="12947" y="3122"/>
                    <a:pt x="12972" y="3141"/>
                    <a:pt x="12925" y="3204"/>
                  </a:cubicBezTo>
                  <a:cubicBezTo>
                    <a:pt x="12907" y="3262"/>
                    <a:pt x="12907" y="3336"/>
                    <a:pt x="12966" y="3336"/>
                  </a:cubicBezTo>
                  <a:cubicBezTo>
                    <a:pt x="12987" y="3336"/>
                    <a:pt x="13016" y="3327"/>
                    <a:pt x="13054" y="3304"/>
                  </a:cubicBezTo>
                  <a:lnTo>
                    <a:pt x="13054" y="3304"/>
                  </a:lnTo>
                  <a:cubicBezTo>
                    <a:pt x="13079" y="3323"/>
                    <a:pt x="13079" y="3323"/>
                    <a:pt x="13035" y="3389"/>
                  </a:cubicBezTo>
                  <a:cubicBezTo>
                    <a:pt x="13025" y="3441"/>
                    <a:pt x="13006" y="3486"/>
                    <a:pt x="13019" y="3486"/>
                  </a:cubicBezTo>
                  <a:cubicBezTo>
                    <a:pt x="13027" y="3486"/>
                    <a:pt x="13048" y="3468"/>
                    <a:pt x="13091" y="3423"/>
                  </a:cubicBezTo>
                  <a:cubicBezTo>
                    <a:pt x="13111" y="3418"/>
                    <a:pt x="13129" y="3415"/>
                    <a:pt x="13146" y="3415"/>
                  </a:cubicBezTo>
                  <a:cubicBezTo>
                    <a:pt x="13220" y="3415"/>
                    <a:pt x="13274" y="3462"/>
                    <a:pt x="13292" y="3545"/>
                  </a:cubicBezTo>
                  <a:cubicBezTo>
                    <a:pt x="13304" y="3554"/>
                    <a:pt x="13317" y="3561"/>
                    <a:pt x="13331" y="3561"/>
                  </a:cubicBezTo>
                  <a:cubicBezTo>
                    <a:pt x="13348" y="3561"/>
                    <a:pt x="13366" y="3548"/>
                    <a:pt x="13386" y="3508"/>
                  </a:cubicBezTo>
                  <a:cubicBezTo>
                    <a:pt x="13410" y="3459"/>
                    <a:pt x="13435" y="3409"/>
                    <a:pt x="13435" y="3409"/>
                  </a:cubicBezTo>
                  <a:lnTo>
                    <a:pt x="13435" y="3409"/>
                  </a:lnTo>
                  <a:cubicBezTo>
                    <a:pt x="13435" y="3409"/>
                    <a:pt x="13430" y="3418"/>
                    <a:pt x="13420" y="3439"/>
                  </a:cubicBezTo>
                  <a:cubicBezTo>
                    <a:pt x="13401" y="3519"/>
                    <a:pt x="13392" y="3557"/>
                    <a:pt x="13401" y="3557"/>
                  </a:cubicBezTo>
                  <a:cubicBezTo>
                    <a:pt x="13410" y="3557"/>
                    <a:pt x="13433" y="3524"/>
                    <a:pt x="13477" y="3461"/>
                  </a:cubicBezTo>
                  <a:cubicBezTo>
                    <a:pt x="13493" y="3429"/>
                    <a:pt x="13507" y="3414"/>
                    <a:pt x="13515" y="3414"/>
                  </a:cubicBezTo>
                  <a:cubicBezTo>
                    <a:pt x="13525" y="3414"/>
                    <a:pt x="13525" y="3434"/>
                    <a:pt x="13508" y="3473"/>
                  </a:cubicBezTo>
                  <a:cubicBezTo>
                    <a:pt x="13505" y="3558"/>
                    <a:pt x="13536" y="3570"/>
                    <a:pt x="13536" y="3570"/>
                  </a:cubicBezTo>
                  <a:cubicBezTo>
                    <a:pt x="13568" y="3586"/>
                    <a:pt x="13740" y="3577"/>
                    <a:pt x="13894" y="3605"/>
                  </a:cubicBezTo>
                  <a:cubicBezTo>
                    <a:pt x="13995" y="3633"/>
                    <a:pt x="14072" y="3651"/>
                    <a:pt x="14128" y="3651"/>
                  </a:cubicBezTo>
                  <a:cubicBezTo>
                    <a:pt x="14139" y="3651"/>
                    <a:pt x="14150" y="3650"/>
                    <a:pt x="14160" y="3649"/>
                  </a:cubicBezTo>
                  <a:cubicBezTo>
                    <a:pt x="14216" y="3642"/>
                    <a:pt x="14241" y="3624"/>
                    <a:pt x="14245" y="3586"/>
                  </a:cubicBezTo>
                  <a:cubicBezTo>
                    <a:pt x="14263" y="3549"/>
                    <a:pt x="14272" y="3530"/>
                    <a:pt x="14280" y="3530"/>
                  </a:cubicBezTo>
                  <a:cubicBezTo>
                    <a:pt x="14288" y="3530"/>
                    <a:pt x="14294" y="3551"/>
                    <a:pt x="14307" y="3592"/>
                  </a:cubicBezTo>
                  <a:cubicBezTo>
                    <a:pt x="14332" y="3674"/>
                    <a:pt x="14367" y="3677"/>
                    <a:pt x="14398" y="3677"/>
                  </a:cubicBezTo>
                  <a:cubicBezTo>
                    <a:pt x="14429" y="3680"/>
                    <a:pt x="14461" y="3683"/>
                    <a:pt x="14461" y="3762"/>
                  </a:cubicBezTo>
                  <a:cubicBezTo>
                    <a:pt x="14495" y="3683"/>
                    <a:pt x="14495" y="3683"/>
                    <a:pt x="14527" y="3683"/>
                  </a:cubicBezTo>
                  <a:cubicBezTo>
                    <a:pt x="14527" y="3720"/>
                    <a:pt x="14535" y="3739"/>
                    <a:pt x="14547" y="3739"/>
                  </a:cubicBezTo>
                  <a:cubicBezTo>
                    <a:pt x="14559" y="3739"/>
                    <a:pt x="14575" y="3718"/>
                    <a:pt x="14589" y="3677"/>
                  </a:cubicBezTo>
                  <a:cubicBezTo>
                    <a:pt x="14602" y="3599"/>
                    <a:pt x="14608" y="3559"/>
                    <a:pt x="14612" y="3559"/>
                  </a:cubicBezTo>
                  <a:cubicBezTo>
                    <a:pt x="14617" y="3559"/>
                    <a:pt x="14619" y="3599"/>
                    <a:pt x="14624" y="3677"/>
                  </a:cubicBezTo>
                  <a:cubicBezTo>
                    <a:pt x="14626" y="3732"/>
                    <a:pt x="14678" y="3784"/>
                    <a:pt x="14695" y="3784"/>
                  </a:cubicBezTo>
                  <a:cubicBezTo>
                    <a:pt x="14703" y="3784"/>
                    <a:pt x="14704" y="3775"/>
                    <a:pt x="14693" y="3752"/>
                  </a:cubicBezTo>
                  <a:cubicBezTo>
                    <a:pt x="14686" y="3674"/>
                    <a:pt x="14752" y="3671"/>
                    <a:pt x="14774" y="3589"/>
                  </a:cubicBezTo>
                  <a:cubicBezTo>
                    <a:pt x="14776" y="3589"/>
                    <a:pt x="14779" y="3589"/>
                    <a:pt x="14781" y="3589"/>
                  </a:cubicBezTo>
                  <a:cubicBezTo>
                    <a:pt x="14810" y="3589"/>
                    <a:pt x="14838" y="3592"/>
                    <a:pt x="14846" y="3664"/>
                  </a:cubicBezTo>
                  <a:cubicBezTo>
                    <a:pt x="14856" y="3683"/>
                    <a:pt x="14872" y="3690"/>
                    <a:pt x="14891" y="3690"/>
                  </a:cubicBezTo>
                  <a:cubicBezTo>
                    <a:pt x="14952" y="3690"/>
                    <a:pt x="15040" y="3608"/>
                    <a:pt x="15050" y="3545"/>
                  </a:cubicBezTo>
                  <a:cubicBezTo>
                    <a:pt x="15040" y="3506"/>
                    <a:pt x="15043" y="3486"/>
                    <a:pt x="15051" y="3486"/>
                  </a:cubicBezTo>
                  <a:cubicBezTo>
                    <a:pt x="15058" y="3486"/>
                    <a:pt x="15069" y="3503"/>
                    <a:pt x="15078" y="3539"/>
                  </a:cubicBezTo>
                  <a:cubicBezTo>
                    <a:pt x="15091" y="3594"/>
                    <a:pt x="15110" y="3607"/>
                    <a:pt x="15131" y="3607"/>
                  </a:cubicBezTo>
                  <a:cubicBezTo>
                    <a:pt x="15141" y="3607"/>
                    <a:pt x="15150" y="3605"/>
                    <a:pt x="15160" y="3602"/>
                  </a:cubicBezTo>
                  <a:cubicBezTo>
                    <a:pt x="15162" y="3577"/>
                    <a:pt x="15167" y="3566"/>
                    <a:pt x="15171" y="3566"/>
                  </a:cubicBezTo>
                  <a:cubicBezTo>
                    <a:pt x="15182" y="3566"/>
                    <a:pt x="15198" y="3619"/>
                    <a:pt x="15213" y="3671"/>
                  </a:cubicBezTo>
                  <a:cubicBezTo>
                    <a:pt x="15205" y="3724"/>
                    <a:pt x="15217" y="3741"/>
                    <a:pt x="15245" y="3741"/>
                  </a:cubicBezTo>
                  <a:cubicBezTo>
                    <a:pt x="15259" y="3741"/>
                    <a:pt x="15278" y="3737"/>
                    <a:pt x="15301" y="3730"/>
                  </a:cubicBezTo>
                  <a:cubicBezTo>
                    <a:pt x="15310" y="3642"/>
                    <a:pt x="15432" y="3595"/>
                    <a:pt x="15523" y="3561"/>
                  </a:cubicBezTo>
                  <a:cubicBezTo>
                    <a:pt x="15677" y="3495"/>
                    <a:pt x="15664" y="3398"/>
                    <a:pt x="15642" y="3238"/>
                  </a:cubicBezTo>
                  <a:lnTo>
                    <a:pt x="15586" y="3091"/>
                  </a:lnTo>
                  <a:lnTo>
                    <a:pt x="15667" y="3223"/>
                  </a:lnTo>
                  <a:cubicBezTo>
                    <a:pt x="15714" y="3288"/>
                    <a:pt x="15764" y="3351"/>
                    <a:pt x="15818" y="3407"/>
                  </a:cubicBezTo>
                  <a:cubicBezTo>
                    <a:pt x="15849" y="3392"/>
                    <a:pt x="15805" y="3326"/>
                    <a:pt x="15761" y="3260"/>
                  </a:cubicBezTo>
                  <a:cubicBezTo>
                    <a:pt x="15733" y="3215"/>
                    <a:pt x="15736" y="3195"/>
                    <a:pt x="15772" y="3195"/>
                  </a:cubicBezTo>
                  <a:cubicBezTo>
                    <a:pt x="15788" y="3195"/>
                    <a:pt x="15810" y="3199"/>
                    <a:pt x="15840" y="3207"/>
                  </a:cubicBezTo>
                  <a:cubicBezTo>
                    <a:pt x="15866" y="3215"/>
                    <a:pt x="15888" y="3219"/>
                    <a:pt x="15905" y="3219"/>
                  </a:cubicBezTo>
                  <a:cubicBezTo>
                    <a:pt x="15949" y="3219"/>
                    <a:pt x="15959" y="3191"/>
                    <a:pt x="15943" y="3135"/>
                  </a:cubicBezTo>
                  <a:cubicBezTo>
                    <a:pt x="15957" y="3124"/>
                    <a:pt x="15971" y="3114"/>
                    <a:pt x="15994" y="3114"/>
                  </a:cubicBezTo>
                  <a:cubicBezTo>
                    <a:pt x="16012" y="3114"/>
                    <a:pt x="16035" y="3120"/>
                    <a:pt x="16068" y="3138"/>
                  </a:cubicBezTo>
                  <a:cubicBezTo>
                    <a:pt x="16097" y="3119"/>
                    <a:pt x="16097" y="3119"/>
                    <a:pt x="16046" y="3060"/>
                  </a:cubicBezTo>
                  <a:cubicBezTo>
                    <a:pt x="16013" y="3020"/>
                    <a:pt x="16012" y="2997"/>
                    <a:pt x="16036" y="2997"/>
                  </a:cubicBezTo>
                  <a:cubicBezTo>
                    <a:pt x="16049" y="2997"/>
                    <a:pt x="16068" y="3003"/>
                    <a:pt x="16093" y="3016"/>
                  </a:cubicBezTo>
                  <a:cubicBezTo>
                    <a:pt x="16140" y="3051"/>
                    <a:pt x="16180" y="3064"/>
                    <a:pt x="16209" y="3064"/>
                  </a:cubicBezTo>
                  <a:cubicBezTo>
                    <a:pt x="16260" y="3064"/>
                    <a:pt x="16278" y="3023"/>
                    <a:pt x="16244" y="2988"/>
                  </a:cubicBezTo>
                  <a:cubicBezTo>
                    <a:pt x="16191" y="2931"/>
                    <a:pt x="16216" y="2909"/>
                    <a:pt x="16241" y="2887"/>
                  </a:cubicBezTo>
                  <a:cubicBezTo>
                    <a:pt x="16263" y="2865"/>
                    <a:pt x="16288" y="2846"/>
                    <a:pt x="16256" y="2768"/>
                  </a:cubicBezTo>
                  <a:cubicBezTo>
                    <a:pt x="16278" y="2743"/>
                    <a:pt x="16303" y="2721"/>
                    <a:pt x="16303" y="2721"/>
                  </a:cubicBezTo>
                  <a:cubicBezTo>
                    <a:pt x="16306" y="2718"/>
                    <a:pt x="16310" y="2716"/>
                    <a:pt x="16313" y="2716"/>
                  </a:cubicBezTo>
                  <a:cubicBezTo>
                    <a:pt x="16333" y="2716"/>
                    <a:pt x="16354" y="2778"/>
                    <a:pt x="16335" y="2799"/>
                  </a:cubicBezTo>
                  <a:lnTo>
                    <a:pt x="16413" y="2831"/>
                  </a:lnTo>
                  <a:cubicBezTo>
                    <a:pt x="16460" y="2784"/>
                    <a:pt x="16482" y="2759"/>
                    <a:pt x="16451" y="2684"/>
                  </a:cubicBezTo>
                  <a:cubicBezTo>
                    <a:pt x="16403" y="2614"/>
                    <a:pt x="16380" y="2581"/>
                    <a:pt x="16386" y="2581"/>
                  </a:cubicBezTo>
                  <a:lnTo>
                    <a:pt x="16386" y="2581"/>
                  </a:lnTo>
                  <a:cubicBezTo>
                    <a:pt x="16391" y="2581"/>
                    <a:pt x="16419" y="2608"/>
                    <a:pt x="16473" y="2658"/>
                  </a:cubicBezTo>
                  <a:cubicBezTo>
                    <a:pt x="16505" y="2689"/>
                    <a:pt x="16545" y="2712"/>
                    <a:pt x="16567" y="2712"/>
                  </a:cubicBezTo>
                  <a:cubicBezTo>
                    <a:pt x="16584" y="2712"/>
                    <a:pt x="16591" y="2699"/>
                    <a:pt x="16576" y="2665"/>
                  </a:cubicBezTo>
                  <a:cubicBezTo>
                    <a:pt x="16528" y="2597"/>
                    <a:pt x="16528" y="2573"/>
                    <a:pt x="16547" y="2573"/>
                  </a:cubicBezTo>
                  <a:cubicBezTo>
                    <a:pt x="16564" y="2573"/>
                    <a:pt x="16596" y="2592"/>
                    <a:pt x="16623" y="2618"/>
                  </a:cubicBezTo>
                  <a:cubicBezTo>
                    <a:pt x="16663" y="2675"/>
                    <a:pt x="16686" y="2706"/>
                    <a:pt x="16696" y="2706"/>
                  </a:cubicBezTo>
                  <a:cubicBezTo>
                    <a:pt x="16710" y="2706"/>
                    <a:pt x="16704" y="2656"/>
                    <a:pt x="16692" y="2543"/>
                  </a:cubicBezTo>
                  <a:cubicBezTo>
                    <a:pt x="16739" y="2496"/>
                    <a:pt x="16770" y="2345"/>
                    <a:pt x="16842" y="2270"/>
                  </a:cubicBezTo>
                  <a:cubicBezTo>
                    <a:pt x="16916" y="2188"/>
                    <a:pt x="16961" y="2140"/>
                    <a:pt x="17019" y="2140"/>
                  </a:cubicBezTo>
                  <a:cubicBezTo>
                    <a:pt x="17033" y="2140"/>
                    <a:pt x="17047" y="2142"/>
                    <a:pt x="17062" y="2148"/>
                  </a:cubicBezTo>
                  <a:cubicBezTo>
                    <a:pt x="17072" y="2158"/>
                    <a:pt x="17082" y="2166"/>
                    <a:pt x="17091" y="2174"/>
                  </a:cubicBezTo>
                  <a:lnTo>
                    <a:pt x="17091" y="2174"/>
                  </a:lnTo>
                  <a:cubicBezTo>
                    <a:pt x="17010" y="2090"/>
                    <a:pt x="17034" y="2066"/>
                    <a:pt x="17103" y="1997"/>
                  </a:cubicBezTo>
                  <a:cubicBezTo>
                    <a:pt x="17231" y="1978"/>
                    <a:pt x="17222" y="1875"/>
                    <a:pt x="17193" y="1797"/>
                  </a:cubicBezTo>
                  <a:lnTo>
                    <a:pt x="17193" y="1797"/>
                  </a:lnTo>
                  <a:cubicBezTo>
                    <a:pt x="17178" y="1812"/>
                    <a:pt x="17159" y="1828"/>
                    <a:pt x="17143" y="1844"/>
                  </a:cubicBezTo>
                  <a:cubicBezTo>
                    <a:pt x="17044" y="1744"/>
                    <a:pt x="17055" y="1714"/>
                    <a:pt x="17140" y="1714"/>
                  </a:cubicBezTo>
                  <a:cubicBezTo>
                    <a:pt x="17149" y="1714"/>
                    <a:pt x="17158" y="1715"/>
                    <a:pt x="17168" y="1715"/>
                  </a:cubicBezTo>
                  <a:cubicBezTo>
                    <a:pt x="17172" y="1712"/>
                    <a:pt x="17177" y="1710"/>
                    <a:pt x="17182" y="1710"/>
                  </a:cubicBezTo>
                  <a:cubicBezTo>
                    <a:pt x="17210" y="1710"/>
                    <a:pt x="17255" y="1758"/>
                    <a:pt x="17300" y="1806"/>
                  </a:cubicBezTo>
                  <a:cubicBezTo>
                    <a:pt x="17342" y="1851"/>
                    <a:pt x="17402" y="1882"/>
                    <a:pt x="17438" y="1882"/>
                  </a:cubicBezTo>
                  <a:cubicBezTo>
                    <a:pt x="17447" y="1882"/>
                    <a:pt x="17455" y="1880"/>
                    <a:pt x="17460" y="1875"/>
                  </a:cubicBezTo>
                  <a:cubicBezTo>
                    <a:pt x="17485" y="1853"/>
                    <a:pt x="17510" y="1831"/>
                    <a:pt x="17432" y="1794"/>
                  </a:cubicBezTo>
                  <a:cubicBezTo>
                    <a:pt x="17378" y="1737"/>
                    <a:pt x="17378" y="1737"/>
                    <a:pt x="17407" y="1712"/>
                  </a:cubicBezTo>
                  <a:cubicBezTo>
                    <a:pt x="17432" y="1690"/>
                    <a:pt x="17457" y="1668"/>
                    <a:pt x="17435" y="1584"/>
                  </a:cubicBezTo>
                  <a:cubicBezTo>
                    <a:pt x="17381" y="1524"/>
                    <a:pt x="17413" y="1502"/>
                    <a:pt x="17444" y="1480"/>
                  </a:cubicBezTo>
                  <a:cubicBezTo>
                    <a:pt x="17464" y="1491"/>
                    <a:pt x="17486" y="1496"/>
                    <a:pt x="17509" y="1496"/>
                  </a:cubicBezTo>
                  <a:cubicBezTo>
                    <a:pt x="17533" y="1496"/>
                    <a:pt x="17558" y="1490"/>
                    <a:pt x="17579" y="1477"/>
                  </a:cubicBezTo>
                  <a:lnTo>
                    <a:pt x="17579" y="1477"/>
                  </a:lnTo>
                  <a:cubicBezTo>
                    <a:pt x="17591" y="1494"/>
                    <a:pt x="17609" y="1517"/>
                    <a:pt x="17626" y="1540"/>
                  </a:cubicBezTo>
                  <a:cubicBezTo>
                    <a:pt x="17660" y="1580"/>
                    <a:pt x="17701" y="1615"/>
                    <a:pt x="17748" y="1643"/>
                  </a:cubicBezTo>
                  <a:cubicBezTo>
                    <a:pt x="17773" y="1624"/>
                    <a:pt x="17729" y="1562"/>
                    <a:pt x="17729" y="1562"/>
                  </a:cubicBezTo>
                  <a:cubicBezTo>
                    <a:pt x="17717" y="1546"/>
                    <a:pt x="17748" y="1499"/>
                    <a:pt x="17811" y="1449"/>
                  </a:cubicBezTo>
                  <a:cubicBezTo>
                    <a:pt x="17877" y="1399"/>
                    <a:pt x="17967" y="1339"/>
                    <a:pt x="18065" y="1280"/>
                  </a:cubicBezTo>
                  <a:cubicBezTo>
                    <a:pt x="18268" y="1179"/>
                    <a:pt x="18494" y="1098"/>
                    <a:pt x="18550" y="1098"/>
                  </a:cubicBezTo>
                  <a:cubicBezTo>
                    <a:pt x="18585" y="1122"/>
                    <a:pt x="18622" y="1132"/>
                    <a:pt x="18651" y="1132"/>
                  </a:cubicBezTo>
                  <a:cubicBezTo>
                    <a:pt x="18694" y="1132"/>
                    <a:pt x="18718" y="1108"/>
                    <a:pt x="18688" y="1066"/>
                  </a:cubicBezTo>
                  <a:cubicBezTo>
                    <a:pt x="18673" y="991"/>
                    <a:pt x="18851" y="944"/>
                    <a:pt x="19067" y="944"/>
                  </a:cubicBezTo>
                  <a:cubicBezTo>
                    <a:pt x="19318" y="919"/>
                    <a:pt x="19497" y="954"/>
                    <a:pt x="19503" y="872"/>
                  </a:cubicBezTo>
                  <a:lnTo>
                    <a:pt x="19613" y="882"/>
                  </a:lnTo>
                  <a:cubicBezTo>
                    <a:pt x="19616" y="882"/>
                    <a:pt x="19619" y="882"/>
                    <a:pt x="19622" y="882"/>
                  </a:cubicBezTo>
                  <a:cubicBezTo>
                    <a:pt x="19689" y="882"/>
                    <a:pt x="19761" y="827"/>
                    <a:pt x="19800" y="827"/>
                  </a:cubicBezTo>
                  <a:cubicBezTo>
                    <a:pt x="19804" y="827"/>
                    <a:pt x="19807" y="827"/>
                    <a:pt x="19810" y="828"/>
                  </a:cubicBezTo>
                  <a:cubicBezTo>
                    <a:pt x="19834" y="796"/>
                    <a:pt x="19855" y="781"/>
                    <a:pt x="19866" y="781"/>
                  </a:cubicBezTo>
                  <a:cubicBezTo>
                    <a:pt x="19878" y="781"/>
                    <a:pt x="19876" y="801"/>
                    <a:pt x="19848" y="838"/>
                  </a:cubicBezTo>
                  <a:cubicBezTo>
                    <a:pt x="19832" y="913"/>
                    <a:pt x="19820" y="991"/>
                    <a:pt x="19854" y="1001"/>
                  </a:cubicBezTo>
                  <a:cubicBezTo>
                    <a:pt x="19860" y="1002"/>
                    <a:pt x="19866" y="1003"/>
                    <a:pt x="19871" y="1003"/>
                  </a:cubicBezTo>
                  <a:cubicBezTo>
                    <a:pt x="19926" y="1003"/>
                    <a:pt x="19943" y="934"/>
                    <a:pt x="19961" y="863"/>
                  </a:cubicBezTo>
                  <a:cubicBezTo>
                    <a:pt x="19973" y="803"/>
                    <a:pt x="20000" y="797"/>
                    <a:pt x="20010" y="797"/>
                  </a:cubicBezTo>
                  <a:cubicBezTo>
                    <a:pt x="20012" y="797"/>
                    <a:pt x="20014" y="797"/>
                    <a:pt x="20014" y="797"/>
                  </a:cubicBezTo>
                  <a:cubicBezTo>
                    <a:pt x="20055" y="806"/>
                    <a:pt x="20055" y="806"/>
                    <a:pt x="20033" y="882"/>
                  </a:cubicBezTo>
                  <a:cubicBezTo>
                    <a:pt x="20014" y="960"/>
                    <a:pt x="19995" y="1035"/>
                    <a:pt x="19995" y="1035"/>
                  </a:cubicBezTo>
                  <a:lnTo>
                    <a:pt x="20030" y="1041"/>
                  </a:lnTo>
                  <a:cubicBezTo>
                    <a:pt x="20047" y="981"/>
                    <a:pt x="20073" y="975"/>
                    <a:pt x="20082" y="975"/>
                  </a:cubicBezTo>
                  <a:cubicBezTo>
                    <a:pt x="20085" y="975"/>
                    <a:pt x="20086" y="976"/>
                    <a:pt x="20086" y="976"/>
                  </a:cubicBezTo>
                  <a:cubicBezTo>
                    <a:pt x="20124" y="985"/>
                    <a:pt x="20124" y="985"/>
                    <a:pt x="20080" y="1135"/>
                  </a:cubicBezTo>
                  <a:cubicBezTo>
                    <a:pt x="20055" y="1214"/>
                    <a:pt x="20052" y="1252"/>
                    <a:pt x="20066" y="1252"/>
                  </a:cubicBezTo>
                  <a:cubicBezTo>
                    <a:pt x="20079" y="1252"/>
                    <a:pt x="20107" y="1220"/>
                    <a:pt x="20145" y="1157"/>
                  </a:cubicBezTo>
                  <a:lnTo>
                    <a:pt x="20236" y="1110"/>
                  </a:lnTo>
                  <a:lnTo>
                    <a:pt x="20236" y="1110"/>
                  </a:lnTo>
                  <a:cubicBezTo>
                    <a:pt x="20228" y="1170"/>
                    <a:pt x="20239" y="1191"/>
                    <a:pt x="20260" y="1191"/>
                  </a:cubicBezTo>
                  <a:cubicBezTo>
                    <a:pt x="20296" y="1191"/>
                    <a:pt x="20359" y="1130"/>
                    <a:pt x="20402" y="1095"/>
                  </a:cubicBezTo>
                  <a:lnTo>
                    <a:pt x="20402" y="1095"/>
                  </a:lnTo>
                  <a:cubicBezTo>
                    <a:pt x="20387" y="1181"/>
                    <a:pt x="20388" y="1223"/>
                    <a:pt x="20410" y="1223"/>
                  </a:cubicBezTo>
                  <a:cubicBezTo>
                    <a:pt x="20428" y="1223"/>
                    <a:pt x="20459" y="1195"/>
                    <a:pt x="20506" y="1139"/>
                  </a:cubicBezTo>
                  <a:cubicBezTo>
                    <a:pt x="20519" y="1108"/>
                    <a:pt x="20534" y="1093"/>
                    <a:pt x="20545" y="1093"/>
                  </a:cubicBezTo>
                  <a:cubicBezTo>
                    <a:pt x="20562" y="1093"/>
                    <a:pt x="20573" y="1121"/>
                    <a:pt x="20572" y="1173"/>
                  </a:cubicBezTo>
                  <a:cubicBezTo>
                    <a:pt x="20565" y="1261"/>
                    <a:pt x="20597" y="1280"/>
                    <a:pt x="20659" y="1317"/>
                  </a:cubicBezTo>
                  <a:cubicBezTo>
                    <a:pt x="20670" y="1310"/>
                    <a:pt x="20684" y="1306"/>
                    <a:pt x="20701" y="1306"/>
                  </a:cubicBezTo>
                  <a:cubicBezTo>
                    <a:pt x="20740" y="1306"/>
                    <a:pt x="20796" y="1326"/>
                    <a:pt x="20860" y="1361"/>
                  </a:cubicBezTo>
                  <a:cubicBezTo>
                    <a:pt x="20970" y="1430"/>
                    <a:pt x="21070" y="1508"/>
                    <a:pt x="21170" y="1593"/>
                  </a:cubicBezTo>
                  <a:cubicBezTo>
                    <a:pt x="21377" y="1780"/>
                    <a:pt x="21505" y="1923"/>
                    <a:pt x="21573" y="1923"/>
                  </a:cubicBezTo>
                  <a:cubicBezTo>
                    <a:pt x="21583" y="1923"/>
                    <a:pt x="21592" y="1920"/>
                    <a:pt x="21600" y="1913"/>
                  </a:cubicBezTo>
                  <a:lnTo>
                    <a:pt x="21600" y="1913"/>
                  </a:lnTo>
                  <a:cubicBezTo>
                    <a:pt x="21625" y="1938"/>
                    <a:pt x="21625" y="1938"/>
                    <a:pt x="21590" y="2016"/>
                  </a:cubicBezTo>
                  <a:cubicBezTo>
                    <a:pt x="21559" y="2045"/>
                    <a:pt x="21552" y="2066"/>
                    <a:pt x="21575" y="2066"/>
                  </a:cubicBezTo>
                  <a:cubicBezTo>
                    <a:pt x="21593" y="2066"/>
                    <a:pt x="21633" y="2052"/>
                    <a:pt x="21697" y="2016"/>
                  </a:cubicBezTo>
                  <a:cubicBezTo>
                    <a:pt x="21740" y="2001"/>
                    <a:pt x="21777" y="1978"/>
                    <a:pt x="21783" y="1978"/>
                  </a:cubicBezTo>
                  <a:lnTo>
                    <a:pt x="21783" y="1978"/>
                  </a:lnTo>
                  <a:cubicBezTo>
                    <a:pt x="21788" y="1978"/>
                    <a:pt x="21771" y="1993"/>
                    <a:pt x="21719" y="2041"/>
                  </a:cubicBezTo>
                  <a:cubicBezTo>
                    <a:pt x="21662" y="2094"/>
                    <a:pt x="21706" y="2145"/>
                    <a:pt x="21794" y="2248"/>
                  </a:cubicBezTo>
                  <a:cubicBezTo>
                    <a:pt x="21849" y="2311"/>
                    <a:pt x="21917" y="2388"/>
                    <a:pt x="21971" y="2388"/>
                  </a:cubicBezTo>
                  <a:cubicBezTo>
                    <a:pt x="21984" y="2388"/>
                    <a:pt x="21996" y="2384"/>
                    <a:pt x="22007" y="2373"/>
                  </a:cubicBezTo>
                  <a:cubicBezTo>
                    <a:pt x="22033" y="2372"/>
                    <a:pt x="22052" y="2372"/>
                    <a:pt x="22065" y="2372"/>
                  </a:cubicBezTo>
                  <a:cubicBezTo>
                    <a:pt x="22105" y="2372"/>
                    <a:pt x="22090" y="2377"/>
                    <a:pt x="22029" y="2398"/>
                  </a:cubicBezTo>
                  <a:cubicBezTo>
                    <a:pt x="21903" y="2470"/>
                    <a:pt x="21937" y="2628"/>
                    <a:pt x="22082" y="2628"/>
                  </a:cubicBezTo>
                  <a:cubicBezTo>
                    <a:pt x="22096" y="2628"/>
                    <a:pt x="22111" y="2627"/>
                    <a:pt x="22126" y="2624"/>
                  </a:cubicBezTo>
                  <a:lnTo>
                    <a:pt x="22126" y="2624"/>
                  </a:lnTo>
                  <a:cubicBezTo>
                    <a:pt x="22148" y="2649"/>
                    <a:pt x="22170" y="2671"/>
                    <a:pt x="22114" y="2727"/>
                  </a:cubicBezTo>
                  <a:cubicBezTo>
                    <a:pt x="22135" y="2749"/>
                    <a:pt x="22161" y="2774"/>
                    <a:pt x="22283" y="2793"/>
                  </a:cubicBezTo>
                  <a:cubicBezTo>
                    <a:pt x="22302" y="2818"/>
                    <a:pt x="22399" y="2903"/>
                    <a:pt x="22443" y="2950"/>
                  </a:cubicBezTo>
                  <a:cubicBezTo>
                    <a:pt x="22470" y="2975"/>
                    <a:pt x="22514" y="2981"/>
                    <a:pt x="22547" y="2981"/>
                  </a:cubicBezTo>
                  <a:cubicBezTo>
                    <a:pt x="22570" y="2981"/>
                    <a:pt x="22587" y="2978"/>
                    <a:pt x="22587" y="2978"/>
                  </a:cubicBezTo>
                  <a:cubicBezTo>
                    <a:pt x="22596" y="2985"/>
                    <a:pt x="22605" y="2992"/>
                    <a:pt x="22611" y="2997"/>
                  </a:cubicBezTo>
                  <a:lnTo>
                    <a:pt x="22611" y="2997"/>
                  </a:lnTo>
                  <a:cubicBezTo>
                    <a:pt x="22562" y="3054"/>
                    <a:pt x="22681" y="3163"/>
                    <a:pt x="22862" y="3282"/>
                  </a:cubicBezTo>
                  <a:cubicBezTo>
                    <a:pt x="23044" y="3404"/>
                    <a:pt x="23217" y="3467"/>
                    <a:pt x="23220" y="3552"/>
                  </a:cubicBezTo>
                  <a:cubicBezTo>
                    <a:pt x="23220" y="3552"/>
                    <a:pt x="23222" y="3553"/>
                    <a:pt x="23227" y="3553"/>
                  </a:cubicBezTo>
                  <a:cubicBezTo>
                    <a:pt x="23239" y="3553"/>
                    <a:pt x="23266" y="3546"/>
                    <a:pt x="23304" y="3501"/>
                  </a:cubicBezTo>
                  <a:cubicBezTo>
                    <a:pt x="23348" y="3430"/>
                    <a:pt x="23374" y="3400"/>
                    <a:pt x="23391" y="3400"/>
                  </a:cubicBezTo>
                  <a:cubicBezTo>
                    <a:pt x="23405" y="3400"/>
                    <a:pt x="23411" y="3423"/>
                    <a:pt x="23414" y="3461"/>
                  </a:cubicBezTo>
                  <a:cubicBezTo>
                    <a:pt x="23405" y="3548"/>
                    <a:pt x="23443" y="3597"/>
                    <a:pt x="23487" y="3597"/>
                  </a:cubicBezTo>
                  <a:cubicBezTo>
                    <a:pt x="23523" y="3597"/>
                    <a:pt x="23563" y="3566"/>
                    <a:pt x="23590" y="3501"/>
                  </a:cubicBezTo>
                  <a:cubicBezTo>
                    <a:pt x="23594" y="3480"/>
                    <a:pt x="23596" y="3470"/>
                    <a:pt x="23596" y="3470"/>
                  </a:cubicBezTo>
                  <a:lnTo>
                    <a:pt x="23596" y="3470"/>
                  </a:lnTo>
                  <a:cubicBezTo>
                    <a:pt x="23596" y="3470"/>
                    <a:pt x="23585" y="3524"/>
                    <a:pt x="23574" y="3580"/>
                  </a:cubicBezTo>
                  <a:cubicBezTo>
                    <a:pt x="23573" y="3648"/>
                    <a:pt x="23593" y="3678"/>
                    <a:pt x="23621" y="3678"/>
                  </a:cubicBezTo>
                  <a:cubicBezTo>
                    <a:pt x="23658" y="3678"/>
                    <a:pt x="23708" y="3624"/>
                    <a:pt x="23737" y="3536"/>
                  </a:cubicBezTo>
                  <a:cubicBezTo>
                    <a:pt x="23750" y="3595"/>
                    <a:pt x="23767" y="3653"/>
                    <a:pt x="23791" y="3653"/>
                  </a:cubicBezTo>
                  <a:cubicBezTo>
                    <a:pt x="23800" y="3653"/>
                    <a:pt x="23810" y="3645"/>
                    <a:pt x="23821" y="3624"/>
                  </a:cubicBezTo>
                  <a:cubicBezTo>
                    <a:pt x="23853" y="3627"/>
                    <a:pt x="23853" y="3627"/>
                    <a:pt x="23837" y="3780"/>
                  </a:cubicBezTo>
                  <a:cubicBezTo>
                    <a:pt x="23828" y="3859"/>
                    <a:pt x="23821" y="3937"/>
                    <a:pt x="23856" y="3940"/>
                  </a:cubicBezTo>
                  <a:cubicBezTo>
                    <a:pt x="23857" y="3940"/>
                    <a:pt x="23857" y="3940"/>
                    <a:pt x="23858" y="3940"/>
                  </a:cubicBezTo>
                  <a:cubicBezTo>
                    <a:pt x="23891" y="3940"/>
                    <a:pt x="23897" y="3863"/>
                    <a:pt x="23903" y="3787"/>
                  </a:cubicBezTo>
                  <a:lnTo>
                    <a:pt x="23969" y="3793"/>
                  </a:lnTo>
                  <a:cubicBezTo>
                    <a:pt x="23969" y="3793"/>
                    <a:pt x="23969" y="3793"/>
                    <a:pt x="23969" y="3793"/>
                  </a:cubicBezTo>
                  <a:cubicBezTo>
                    <a:pt x="23974" y="3793"/>
                    <a:pt x="24003" y="3790"/>
                    <a:pt x="24006" y="3718"/>
                  </a:cubicBezTo>
                  <a:cubicBezTo>
                    <a:pt x="24009" y="3655"/>
                    <a:pt x="24030" y="3644"/>
                    <a:pt x="24054" y="3644"/>
                  </a:cubicBezTo>
                  <a:cubicBezTo>
                    <a:pt x="24060" y="3644"/>
                    <a:pt x="24066" y="3645"/>
                    <a:pt x="24072" y="3646"/>
                  </a:cubicBezTo>
                  <a:cubicBezTo>
                    <a:pt x="24072" y="3669"/>
                    <a:pt x="24075" y="3679"/>
                    <a:pt x="24078" y="3679"/>
                  </a:cubicBezTo>
                  <a:cubicBezTo>
                    <a:pt x="24085" y="3679"/>
                    <a:pt x="24094" y="3624"/>
                    <a:pt x="24072" y="3567"/>
                  </a:cubicBezTo>
                  <a:cubicBezTo>
                    <a:pt x="24075" y="3490"/>
                    <a:pt x="24075" y="3414"/>
                    <a:pt x="24102" y="3414"/>
                  </a:cubicBezTo>
                  <a:cubicBezTo>
                    <a:pt x="24102" y="3414"/>
                    <a:pt x="24103" y="3414"/>
                    <a:pt x="24103" y="3414"/>
                  </a:cubicBezTo>
                  <a:lnTo>
                    <a:pt x="24107" y="3257"/>
                  </a:lnTo>
                  <a:cubicBezTo>
                    <a:pt x="24107" y="3103"/>
                    <a:pt x="24103" y="3025"/>
                    <a:pt x="24060" y="2941"/>
                  </a:cubicBezTo>
                  <a:cubicBezTo>
                    <a:pt x="24006" y="2887"/>
                    <a:pt x="23965" y="2836"/>
                    <a:pt x="23937" y="2836"/>
                  </a:cubicBezTo>
                  <a:cubicBezTo>
                    <a:pt x="23918" y="2836"/>
                    <a:pt x="23904" y="2861"/>
                    <a:pt x="23897" y="2925"/>
                  </a:cubicBezTo>
                  <a:cubicBezTo>
                    <a:pt x="23897" y="2925"/>
                    <a:pt x="23867" y="2997"/>
                    <a:pt x="23842" y="2997"/>
                  </a:cubicBezTo>
                  <a:cubicBezTo>
                    <a:pt x="23841" y="2997"/>
                    <a:pt x="23841" y="2997"/>
                    <a:pt x="23840" y="2997"/>
                  </a:cubicBezTo>
                  <a:cubicBezTo>
                    <a:pt x="23815" y="2997"/>
                    <a:pt x="23803" y="2915"/>
                    <a:pt x="23803" y="2915"/>
                  </a:cubicBezTo>
                  <a:cubicBezTo>
                    <a:pt x="23815" y="2837"/>
                    <a:pt x="23737" y="2812"/>
                    <a:pt x="23637" y="2790"/>
                  </a:cubicBezTo>
                  <a:cubicBezTo>
                    <a:pt x="23521" y="2756"/>
                    <a:pt x="23470" y="2721"/>
                    <a:pt x="23483" y="2646"/>
                  </a:cubicBezTo>
                  <a:cubicBezTo>
                    <a:pt x="23499" y="2568"/>
                    <a:pt x="23483" y="2561"/>
                    <a:pt x="23483" y="2561"/>
                  </a:cubicBezTo>
                  <a:cubicBezTo>
                    <a:pt x="23472" y="2585"/>
                    <a:pt x="23455" y="2595"/>
                    <a:pt x="23433" y="2595"/>
                  </a:cubicBezTo>
                  <a:cubicBezTo>
                    <a:pt x="23385" y="2595"/>
                    <a:pt x="23314" y="2548"/>
                    <a:pt x="23232" y="2492"/>
                  </a:cubicBezTo>
                  <a:cubicBezTo>
                    <a:pt x="23133" y="2419"/>
                    <a:pt x="23027" y="2320"/>
                    <a:pt x="22964" y="2320"/>
                  </a:cubicBezTo>
                  <a:cubicBezTo>
                    <a:pt x="22951" y="2320"/>
                    <a:pt x="22940" y="2324"/>
                    <a:pt x="22931" y="2333"/>
                  </a:cubicBezTo>
                  <a:lnTo>
                    <a:pt x="22894" y="2298"/>
                  </a:lnTo>
                  <a:cubicBezTo>
                    <a:pt x="22947" y="2242"/>
                    <a:pt x="22909" y="2210"/>
                    <a:pt x="22872" y="2163"/>
                  </a:cubicBezTo>
                  <a:cubicBezTo>
                    <a:pt x="22859" y="2165"/>
                    <a:pt x="22848" y="2166"/>
                    <a:pt x="22837" y="2166"/>
                  </a:cubicBezTo>
                  <a:cubicBezTo>
                    <a:pt x="22768" y="2166"/>
                    <a:pt x="22737" y="2135"/>
                    <a:pt x="22737" y="2135"/>
                  </a:cubicBezTo>
                  <a:cubicBezTo>
                    <a:pt x="22794" y="2079"/>
                    <a:pt x="22775" y="2060"/>
                    <a:pt x="22734" y="2016"/>
                  </a:cubicBezTo>
                  <a:cubicBezTo>
                    <a:pt x="22711" y="1991"/>
                    <a:pt x="22693" y="1971"/>
                    <a:pt x="22669" y="1971"/>
                  </a:cubicBezTo>
                  <a:cubicBezTo>
                    <a:pt x="22654" y="1971"/>
                    <a:pt x="22637" y="1979"/>
                    <a:pt x="22615" y="2000"/>
                  </a:cubicBezTo>
                  <a:cubicBezTo>
                    <a:pt x="22593" y="1972"/>
                    <a:pt x="22452" y="1812"/>
                    <a:pt x="22436" y="1674"/>
                  </a:cubicBezTo>
                  <a:cubicBezTo>
                    <a:pt x="22454" y="1635"/>
                    <a:pt x="22441" y="1622"/>
                    <a:pt x="22414" y="1622"/>
                  </a:cubicBezTo>
                  <a:cubicBezTo>
                    <a:pt x="22388" y="1622"/>
                    <a:pt x="22348" y="1634"/>
                    <a:pt x="22308" y="1646"/>
                  </a:cubicBezTo>
                  <a:cubicBezTo>
                    <a:pt x="22264" y="1685"/>
                    <a:pt x="22210" y="1709"/>
                    <a:pt x="22175" y="1709"/>
                  </a:cubicBezTo>
                  <a:cubicBezTo>
                    <a:pt x="22162" y="1709"/>
                    <a:pt x="22152" y="1706"/>
                    <a:pt x="22145" y="1700"/>
                  </a:cubicBezTo>
                  <a:lnTo>
                    <a:pt x="22261" y="1593"/>
                  </a:lnTo>
                  <a:cubicBezTo>
                    <a:pt x="22342" y="1568"/>
                    <a:pt x="22342" y="1568"/>
                    <a:pt x="22295" y="1515"/>
                  </a:cubicBezTo>
                  <a:lnTo>
                    <a:pt x="22245" y="1458"/>
                  </a:lnTo>
                  <a:cubicBezTo>
                    <a:pt x="22236" y="1466"/>
                    <a:pt x="22226" y="1470"/>
                    <a:pt x="22214" y="1470"/>
                  </a:cubicBezTo>
                  <a:cubicBezTo>
                    <a:pt x="22147" y="1470"/>
                    <a:pt x="22039" y="1344"/>
                    <a:pt x="21863" y="1173"/>
                  </a:cubicBezTo>
                  <a:cubicBezTo>
                    <a:pt x="21654" y="969"/>
                    <a:pt x="21528" y="877"/>
                    <a:pt x="21464" y="877"/>
                  </a:cubicBezTo>
                  <a:cubicBezTo>
                    <a:pt x="21446" y="877"/>
                    <a:pt x="21433" y="884"/>
                    <a:pt x="21424" y="897"/>
                  </a:cubicBezTo>
                  <a:cubicBezTo>
                    <a:pt x="21408" y="918"/>
                    <a:pt x="21395" y="929"/>
                    <a:pt x="21381" y="929"/>
                  </a:cubicBezTo>
                  <a:cubicBezTo>
                    <a:pt x="21353" y="929"/>
                    <a:pt x="21326" y="885"/>
                    <a:pt x="21286" y="791"/>
                  </a:cubicBezTo>
                  <a:cubicBezTo>
                    <a:pt x="21212" y="532"/>
                    <a:pt x="21180" y="464"/>
                    <a:pt x="21140" y="464"/>
                  </a:cubicBezTo>
                  <a:cubicBezTo>
                    <a:pt x="21126" y="464"/>
                    <a:pt x="21110" y="472"/>
                    <a:pt x="21092" y="484"/>
                  </a:cubicBezTo>
                  <a:cubicBezTo>
                    <a:pt x="21133" y="509"/>
                    <a:pt x="21092" y="574"/>
                    <a:pt x="21054" y="643"/>
                  </a:cubicBezTo>
                  <a:cubicBezTo>
                    <a:pt x="21018" y="702"/>
                    <a:pt x="20991" y="730"/>
                    <a:pt x="20976" y="730"/>
                  </a:cubicBezTo>
                  <a:cubicBezTo>
                    <a:pt x="20956" y="730"/>
                    <a:pt x="20954" y="684"/>
                    <a:pt x="20973" y="593"/>
                  </a:cubicBezTo>
                  <a:cubicBezTo>
                    <a:pt x="21044" y="478"/>
                    <a:pt x="20650" y="319"/>
                    <a:pt x="20416" y="319"/>
                  </a:cubicBezTo>
                  <a:cubicBezTo>
                    <a:pt x="20339" y="319"/>
                    <a:pt x="20279" y="336"/>
                    <a:pt x="20258" y="377"/>
                  </a:cubicBezTo>
                  <a:lnTo>
                    <a:pt x="20258" y="377"/>
                  </a:lnTo>
                  <a:cubicBezTo>
                    <a:pt x="20264" y="358"/>
                    <a:pt x="20271" y="333"/>
                    <a:pt x="20280" y="302"/>
                  </a:cubicBezTo>
                  <a:cubicBezTo>
                    <a:pt x="20302" y="227"/>
                    <a:pt x="20255" y="214"/>
                    <a:pt x="20070" y="170"/>
                  </a:cubicBezTo>
                  <a:lnTo>
                    <a:pt x="19929" y="136"/>
                  </a:lnTo>
                  <a:cubicBezTo>
                    <a:pt x="19919" y="189"/>
                    <a:pt x="19878" y="209"/>
                    <a:pt x="19830" y="209"/>
                  </a:cubicBezTo>
                  <a:cubicBezTo>
                    <a:pt x="19749" y="209"/>
                    <a:pt x="19650" y="151"/>
                    <a:pt x="19653" y="101"/>
                  </a:cubicBezTo>
                  <a:cubicBezTo>
                    <a:pt x="19613" y="20"/>
                    <a:pt x="19613" y="20"/>
                    <a:pt x="19519" y="14"/>
                  </a:cubicBezTo>
                  <a:cubicBezTo>
                    <a:pt x="19469" y="61"/>
                    <a:pt x="19404" y="88"/>
                    <a:pt x="19335" y="88"/>
                  </a:cubicBezTo>
                  <a:cubicBezTo>
                    <a:pt x="19317" y="88"/>
                    <a:pt x="19299" y="86"/>
                    <a:pt x="19281" y="82"/>
                  </a:cubicBezTo>
                  <a:cubicBezTo>
                    <a:pt x="19205" y="76"/>
                    <a:pt x="19146" y="42"/>
                    <a:pt x="19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" name="Google Shape;25832;p82">
            <a:extLst>
              <a:ext uri="{FF2B5EF4-FFF2-40B4-BE49-F238E27FC236}">
                <a16:creationId xmlns:a16="http://schemas.microsoft.com/office/drawing/2014/main" id="{3C22E250-7BF8-49F0-86E1-BEDED0209524}"/>
              </a:ext>
            </a:extLst>
          </p:cNvPr>
          <p:cNvGrpSpPr/>
          <p:nvPr/>
        </p:nvGrpSpPr>
        <p:grpSpPr>
          <a:xfrm>
            <a:off x="5435079" y="3052209"/>
            <a:ext cx="345600" cy="345600"/>
            <a:chOff x="-44512325" y="3176075"/>
            <a:chExt cx="300900" cy="300900"/>
          </a:xfrm>
        </p:grpSpPr>
        <p:sp>
          <p:nvSpPr>
            <p:cNvPr id="9" name="Google Shape;25833;p82">
              <a:extLst>
                <a:ext uri="{FF2B5EF4-FFF2-40B4-BE49-F238E27FC236}">
                  <a16:creationId xmlns:a16="http://schemas.microsoft.com/office/drawing/2014/main" id="{3865E616-8191-ED2D-C1B2-AC2DB70590CE}"/>
                </a:ext>
              </a:extLst>
            </p:cNvPr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25834;p82">
              <a:extLst>
                <a:ext uri="{FF2B5EF4-FFF2-40B4-BE49-F238E27FC236}">
                  <a16:creationId xmlns:a16="http://schemas.microsoft.com/office/drawing/2014/main" id="{2F44B7F9-B657-E314-F30E-FC1178D503CA}"/>
                </a:ext>
              </a:extLst>
            </p:cNvPr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25835;p82">
              <a:extLst>
                <a:ext uri="{FF2B5EF4-FFF2-40B4-BE49-F238E27FC236}">
                  <a16:creationId xmlns:a16="http://schemas.microsoft.com/office/drawing/2014/main" id="{D7BF8890-6347-C185-EABE-96BB523D60ED}"/>
                </a:ext>
              </a:extLst>
            </p:cNvPr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" name="Google Shape;25669;p82">
            <a:extLst>
              <a:ext uri="{FF2B5EF4-FFF2-40B4-BE49-F238E27FC236}">
                <a16:creationId xmlns:a16="http://schemas.microsoft.com/office/drawing/2014/main" id="{7EDB290A-57E1-0CB5-B6E7-5B81FAF4FB44}"/>
              </a:ext>
            </a:extLst>
          </p:cNvPr>
          <p:cNvGrpSpPr/>
          <p:nvPr/>
        </p:nvGrpSpPr>
        <p:grpSpPr>
          <a:xfrm>
            <a:off x="3220856" y="4588644"/>
            <a:ext cx="355258" cy="356205"/>
            <a:chOff x="-46409700" y="3569100"/>
            <a:chExt cx="300100" cy="300900"/>
          </a:xfrm>
        </p:grpSpPr>
        <p:sp>
          <p:nvSpPr>
            <p:cNvPr id="13" name="Google Shape;25670;p82">
              <a:extLst>
                <a:ext uri="{FF2B5EF4-FFF2-40B4-BE49-F238E27FC236}">
                  <a16:creationId xmlns:a16="http://schemas.microsoft.com/office/drawing/2014/main" id="{9F20FCB8-470C-AB55-139B-575324A286D9}"/>
                </a:ext>
              </a:extLst>
            </p:cNvPr>
            <p:cNvSpPr/>
            <p:nvPr/>
          </p:nvSpPr>
          <p:spPr>
            <a:xfrm>
              <a:off x="-46234850" y="3569100"/>
              <a:ext cx="18125" cy="52800"/>
            </a:xfrm>
            <a:custGeom>
              <a:avLst/>
              <a:gdLst/>
              <a:ahLst/>
              <a:cxnLst/>
              <a:rect l="l" t="t" r="r" b="b"/>
              <a:pathLst>
                <a:path w="725" h="2112" extrusionOk="0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25671;p82">
              <a:extLst>
                <a:ext uri="{FF2B5EF4-FFF2-40B4-BE49-F238E27FC236}">
                  <a16:creationId xmlns:a16="http://schemas.microsoft.com/office/drawing/2014/main" id="{4DB9DCCD-B255-6D12-9C4B-4FFE82387C01}"/>
                </a:ext>
              </a:extLst>
            </p:cNvPr>
            <p:cNvSpPr/>
            <p:nvPr/>
          </p:nvSpPr>
          <p:spPr>
            <a:xfrm>
              <a:off x="-46270300" y="3745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25672;p82">
              <a:extLst>
                <a:ext uri="{FF2B5EF4-FFF2-40B4-BE49-F238E27FC236}">
                  <a16:creationId xmlns:a16="http://schemas.microsoft.com/office/drawing/2014/main" id="{380C7D24-C16F-5305-DAFC-EC6E6CCB2ED8}"/>
                </a:ext>
              </a:extLst>
            </p:cNvPr>
            <p:cNvSpPr/>
            <p:nvPr/>
          </p:nvSpPr>
          <p:spPr>
            <a:xfrm>
              <a:off x="-46305750" y="3710875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25673;p82">
              <a:extLst>
                <a:ext uri="{FF2B5EF4-FFF2-40B4-BE49-F238E27FC236}">
                  <a16:creationId xmlns:a16="http://schemas.microsoft.com/office/drawing/2014/main" id="{A8B24B2D-DAEF-A093-A57A-A9A0EEB23A95}"/>
                </a:ext>
              </a:extLst>
            </p:cNvPr>
            <p:cNvSpPr/>
            <p:nvPr/>
          </p:nvSpPr>
          <p:spPr>
            <a:xfrm>
              <a:off x="-46409700" y="3569900"/>
              <a:ext cx="300100" cy="300100"/>
            </a:xfrm>
            <a:custGeom>
              <a:avLst/>
              <a:gdLst/>
              <a:ahLst/>
              <a:cxnLst/>
              <a:rect l="l" t="t" r="r" b="b"/>
              <a:pathLst>
                <a:path w="12004" h="12004" extrusionOk="0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25674;p82">
              <a:extLst>
                <a:ext uri="{FF2B5EF4-FFF2-40B4-BE49-F238E27FC236}">
                  <a16:creationId xmlns:a16="http://schemas.microsoft.com/office/drawing/2014/main" id="{CFE63F2A-337C-B282-B739-6C3888666E31}"/>
                </a:ext>
              </a:extLst>
            </p:cNvPr>
            <p:cNvSpPr/>
            <p:nvPr/>
          </p:nvSpPr>
          <p:spPr>
            <a:xfrm>
              <a:off x="-46341175" y="3569100"/>
              <a:ext cx="159125" cy="87450"/>
            </a:xfrm>
            <a:custGeom>
              <a:avLst/>
              <a:gdLst/>
              <a:ahLst/>
              <a:cxnLst/>
              <a:rect l="l" t="t" r="r" b="b"/>
              <a:pathLst>
                <a:path w="636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" name="Google Shape;22465;p74">
            <a:extLst>
              <a:ext uri="{FF2B5EF4-FFF2-40B4-BE49-F238E27FC236}">
                <a16:creationId xmlns:a16="http://schemas.microsoft.com/office/drawing/2014/main" id="{95C00D5A-829D-41FD-8068-68231B37A085}"/>
              </a:ext>
            </a:extLst>
          </p:cNvPr>
          <p:cNvGrpSpPr/>
          <p:nvPr/>
        </p:nvGrpSpPr>
        <p:grpSpPr>
          <a:xfrm rot="16200000">
            <a:off x="1564784" y="3908971"/>
            <a:ext cx="2085819" cy="285210"/>
            <a:chOff x="238125" y="2506075"/>
            <a:chExt cx="7115411" cy="673075"/>
          </a:xfrm>
        </p:grpSpPr>
        <p:sp>
          <p:nvSpPr>
            <p:cNvPr id="19" name="Google Shape;22466;p74">
              <a:extLst>
                <a:ext uri="{FF2B5EF4-FFF2-40B4-BE49-F238E27FC236}">
                  <a16:creationId xmlns:a16="http://schemas.microsoft.com/office/drawing/2014/main" id="{53ED5AD8-9E29-7580-2FB2-7C4AF72BE8F3}"/>
                </a:ext>
              </a:extLst>
            </p:cNvPr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2467;p74">
              <a:extLst>
                <a:ext uri="{FF2B5EF4-FFF2-40B4-BE49-F238E27FC236}">
                  <a16:creationId xmlns:a16="http://schemas.microsoft.com/office/drawing/2014/main" id="{B6A0647F-98D0-AC21-8885-D18C738820BA}"/>
                </a:ext>
              </a:extLst>
            </p:cNvPr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2468;p74">
              <a:extLst>
                <a:ext uri="{FF2B5EF4-FFF2-40B4-BE49-F238E27FC236}">
                  <a16:creationId xmlns:a16="http://schemas.microsoft.com/office/drawing/2014/main" id="{1EB5E062-F0EC-2FAB-7C75-B376B6583BF2}"/>
                </a:ext>
              </a:extLst>
            </p:cNvPr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469;p74">
              <a:extLst>
                <a:ext uri="{FF2B5EF4-FFF2-40B4-BE49-F238E27FC236}">
                  <a16:creationId xmlns:a16="http://schemas.microsoft.com/office/drawing/2014/main" id="{A5AC6B68-8505-E4BC-C59A-E0CDE5B9B3EA}"/>
                </a:ext>
              </a:extLst>
            </p:cNvPr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2470;p74">
              <a:extLst>
                <a:ext uri="{FF2B5EF4-FFF2-40B4-BE49-F238E27FC236}">
                  <a16:creationId xmlns:a16="http://schemas.microsoft.com/office/drawing/2014/main" id="{A01EE7B1-FD35-58BF-65A6-0DC1243C5C53}"/>
                </a:ext>
              </a:extLst>
            </p:cNvPr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4" name="Google Shape;25757;p82">
            <a:extLst>
              <a:ext uri="{FF2B5EF4-FFF2-40B4-BE49-F238E27FC236}">
                <a16:creationId xmlns:a16="http://schemas.microsoft.com/office/drawing/2014/main" id="{FB4D187B-AAAD-637C-682C-E73AF5C9AECC}"/>
              </a:ext>
            </a:extLst>
          </p:cNvPr>
          <p:cNvGrpSpPr/>
          <p:nvPr/>
        </p:nvGrpSpPr>
        <p:grpSpPr>
          <a:xfrm>
            <a:off x="3265771" y="3251732"/>
            <a:ext cx="345600" cy="345600"/>
            <a:chOff x="-44895900" y="3929450"/>
            <a:chExt cx="263875" cy="302075"/>
          </a:xfrm>
        </p:grpSpPr>
        <p:sp>
          <p:nvSpPr>
            <p:cNvPr id="25" name="Google Shape;25758;p82">
              <a:extLst>
                <a:ext uri="{FF2B5EF4-FFF2-40B4-BE49-F238E27FC236}">
                  <a16:creationId xmlns:a16="http://schemas.microsoft.com/office/drawing/2014/main" id="{BF7DB6CF-CAF7-F325-B33A-9EF6A05CD659}"/>
                </a:ext>
              </a:extLst>
            </p:cNvPr>
            <p:cNvSpPr/>
            <p:nvPr/>
          </p:nvSpPr>
          <p:spPr>
            <a:xfrm>
              <a:off x="-44813975" y="4100750"/>
              <a:ext cx="101625" cy="50425"/>
            </a:xfrm>
            <a:custGeom>
              <a:avLst/>
              <a:gdLst/>
              <a:ahLst/>
              <a:cxnLst/>
              <a:rect l="l" t="t" r="r" b="b"/>
              <a:pathLst>
                <a:path w="4065" h="2017" extrusionOk="0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5759;p82">
              <a:extLst>
                <a:ext uri="{FF2B5EF4-FFF2-40B4-BE49-F238E27FC236}">
                  <a16:creationId xmlns:a16="http://schemas.microsoft.com/office/drawing/2014/main" id="{07FAE858-2CF4-B5A0-8052-0BFAF89068BB}"/>
                </a:ext>
              </a:extLst>
            </p:cNvPr>
            <p:cNvSpPr/>
            <p:nvPr/>
          </p:nvSpPr>
          <p:spPr>
            <a:xfrm>
              <a:off x="-44885650" y="3929450"/>
              <a:ext cx="244175" cy="87825"/>
            </a:xfrm>
            <a:custGeom>
              <a:avLst/>
              <a:gdLst/>
              <a:ahLst/>
              <a:cxnLst/>
              <a:rect l="l" t="t" r="r" b="b"/>
              <a:pathLst>
                <a:path w="9767" h="3513" extrusionOk="0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5760;p82">
              <a:extLst>
                <a:ext uri="{FF2B5EF4-FFF2-40B4-BE49-F238E27FC236}">
                  <a16:creationId xmlns:a16="http://schemas.microsoft.com/office/drawing/2014/main" id="{8BF34992-D82E-0227-D3F9-7982A9E54563}"/>
                </a:ext>
              </a:extLst>
            </p:cNvPr>
            <p:cNvSpPr/>
            <p:nvPr/>
          </p:nvSpPr>
          <p:spPr>
            <a:xfrm>
              <a:off x="-44825000" y="4006225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" name="Google Shape;25761;p82">
              <a:extLst>
                <a:ext uri="{FF2B5EF4-FFF2-40B4-BE49-F238E27FC236}">
                  <a16:creationId xmlns:a16="http://schemas.microsoft.com/office/drawing/2014/main" id="{463858DF-E080-5687-4FF9-097732CF394B}"/>
                </a:ext>
              </a:extLst>
            </p:cNvPr>
            <p:cNvSpPr/>
            <p:nvPr/>
          </p:nvSpPr>
          <p:spPr>
            <a:xfrm>
              <a:off x="-44754900" y="4005450"/>
              <a:ext cx="122875" cy="222925"/>
            </a:xfrm>
            <a:custGeom>
              <a:avLst/>
              <a:gdLst/>
              <a:ahLst/>
              <a:cxnLst/>
              <a:rect l="l" t="t" r="r" b="b"/>
              <a:pathLst>
                <a:path w="4915" h="8917" extrusionOk="0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5762;p82">
              <a:extLst>
                <a:ext uri="{FF2B5EF4-FFF2-40B4-BE49-F238E27FC236}">
                  <a16:creationId xmlns:a16="http://schemas.microsoft.com/office/drawing/2014/main" id="{4366980E-2874-4386-302B-352CF2285A57}"/>
                </a:ext>
              </a:extLst>
            </p:cNvPr>
            <p:cNvSpPr/>
            <p:nvPr/>
          </p:nvSpPr>
          <p:spPr>
            <a:xfrm>
              <a:off x="-44754900" y="4006225"/>
              <a:ext cx="52775" cy="105575"/>
            </a:xfrm>
            <a:custGeom>
              <a:avLst/>
              <a:gdLst/>
              <a:ahLst/>
              <a:cxnLst/>
              <a:rect l="l" t="t" r="r" b="b"/>
              <a:pathLst>
                <a:path w="2111" h="4223" extrusionOk="0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" name="Google Shape;25763;p82">
              <a:extLst>
                <a:ext uri="{FF2B5EF4-FFF2-40B4-BE49-F238E27FC236}">
                  <a16:creationId xmlns:a16="http://schemas.microsoft.com/office/drawing/2014/main" id="{C54879FD-4DFC-8778-B7E1-35CDBE92D03D}"/>
                </a:ext>
              </a:extLst>
            </p:cNvPr>
            <p:cNvSpPr/>
            <p:nvPr/>
          </p:nvSpPr>
          <p:spPr>
            <a:xfrm>
              <a:off x="-44895900" y="4006225"/>
              <a:ext cx="122900" cy="225300"/>
            </a:xfrm>
            <a:custGeom>
              <a:avLst/>
              <a:gdLst/>
              <a:ahLst/>
              <a:cxnLst/>
              <a:rect l="l" t="t" r="r" b="b"/>
              <a:pathLst>
                <a:path w="4916" h="9012" extrusionOk="0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" name="Google Shape;25812;p82">
            <a:extLst>
              <a:ext uri="{FF2B5EF4-FFF2-40B4-BE49-F238E27FC236}">
                <a16:creationId xmlns:a16="http://schemas.microsoft.com/office/drawing/2014/main" id="{1EEF71C1-2F77-8538-0841-4D98E59EF281}"/>
              </a:ext>
            </a:extLst>
          </p:cNvPr>
          <p:cNvGrpSpPr/>
          <p:nvPr/>
        </p:nvGrpSpPr>
        <p:grpSpPr>
          <a:xfrm>
            <a:off x="5091979" y="4717649"/>
            <a:ext cx="345600" cy="345600"/>
            <a:chOff x="-47523400" y="3973950"/>
            <a:chExt cx="300100" cy="228425"/>
          </a:xfrm>
        </p:grpSpPr>
        <p:sp>
          <p:nvSpPr>
            <p:cNvPr id="32" name="Google Shape;25813;p82">
              <a:extLst>
                <a:ext uri="{FF2B5EF4-FFF2-40B4-BE49-F238E27FC236}">
                  <a16:creationId xmlns:a16="http://schemas.microsoft.com/office/drawing/2014/main" id="{7D11DC0E-227A-6F88-CBA5-62050DEEC36E}"/>
                </a:ext>
              </a:extLst>
            </p:cNvPr>
            <p:cNvSpPr/>
            <p:nvPr/>
          </p:nvSpPr>
          <p:spPr>
            <a:xfrm>
              <a:off x="-47417075" y="4061375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25814;p82">
              <a:extLst>
                <a:ext uri="{FF2B5EF4-FFF2-40B4-BE49-F238E27FC236}">
                  <a16:creationId xmlns:a16="http://schemas.microsoft.com/office/drawing/2014/main" id="{57BB53BA-DD34-DB26-7E10-533E2B0050A6}"/>
                </a:ext>
              </a:extLst>
            </p:cNvPr>
            <p:cNvSpPr/>
            <p:nvPr/>
          </p:nvSpPr>
          <p:spPr>
            <a:xfrm>
              <a:off x="-47417875" y="4061375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25815;p82">
              <a:extLst>
                <a:ext uri="{FF2B5EF4-FFF2-40B4-BE49-F238E27FC236}">
                  <a16:creationId xmlns:a16="http://schemas.microsoft.com/office/drawing/2014/main" id="{0A3CCC8D-7F73-24DC-2A70-DCE1F4DB74DB}"/>
                </a:ext>
              </a:extLst>
            </p:cNvPr>
            <p:cNvSpPr/>
            <p:nvPr/>
          </p:nvSpPr>
          <p:spPr>
            <a:xfrm>
              <a:off x="-47453300" y="40267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25816;p82">
              <a:extLst>
                <a:ext uri="{FF2B5EF4-FFF2-40B4-BE49-F238E27FC236}">
                  <a16:creationId xmlns:a16="http://schemas.microsoft.com/office/drawing/2014/main" id="{8AE8D30C-6C4F-322B-D894-C52C0D1565E1}"/>
                </a:ext>
              </a:extLst>
            </p:cNvPr>
            <p:cNvSpPr/>
            <p:nvPr/>
          </p:nvSpPr>
          <p:spPr>
            <a:xfrm>
              <a:off x="-47506875" y="3973950"/>
              <a:ext cx="264675" cy="174875"/>
            </a:xfrm>
            <a:custGeom>
              <a:avLst/>
              <a:gdLst/>
              <a:ahLst/>
              <a:cxnLst/>
              <a:rect l="l" t="t" r="r" b="b"/>
              <a:pathLst>
                <a:path w="10587" h="6995" extrusionOk="0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25817;p82">
              <a:extLst>
                <a:ext uri="{FF2B5EF4-FFF2-40B4-BE49-F238E27FC236}">
                  <a16:creationId xmlns:a16="http://schemas.microsoft.com/office/drawing/2014/main" id="{09190381-42FF-A3A0-640C-8C51577358F9}"/>
                </a:ext>
              </a:extLst>
            </p:cNvPr>
            <p:cNvSpPr/>
            <p:nvPr/>
          </p:nvSpPr>
          <p:spPr>
            <a:xfrm>
              <a:off x="-47523400" y="4166900"/>
              <a:ext cx="300100" cy="35475"/>
            </a:xfrm>
            <a:custGeom>
              <a:avLst/>
              <a:gdLst/>
              <a:ahLst/>
              <a:cxnLst/>
              <a:rect l="l" t="t" r="r" b="b"/>
              <a:pathLst>
                <a:path w="12004" h="1419" extrusionOk="0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" name="Google Shape;23264;p76">
            <a:extLst>
              <a:ext uri="{FF2B5EF4-FFF2-40B4-BE49-F238E27FC236}">
                <a16:creationId xmlns:a16="http://schemas.microsoft.com/office/drawing/2014/main" id="{5D05B5F6-39E8-824E-C77A-D8396C48FE52}"/>
              </a:ext>
            </a:extLst>
          </p:cNvPr>
          <p:cNvGrpSpPr/>
          <p:nvPr/>
        </p:nvGrpSpPr>
        <p:grpSpPr>
          <a:xfrm>
            <a:off x="8449737" y="4095450"/>
            <a:ext cx="345600" cy="345600"/>
            <a:chOff x="1706078" y="2092648"/>
            <a:chExt cx="660913" cy="637296"/>
          </a:xfrm>
        </p:grpSpPr>
        <p:sp>
          <p:nvSpPr>
            <p:cNvPr id="38" name="Google Shape;23265;p76">
              <a:extLst>
                <a:ext uri="{FF2B5EF4-FFF2-40B4-BE49-F238E27FC236}">
                  <a16:creationId xmlns:a16="http://schemas.microsoft.com/office/drawing/2014/main" id="{DA4D6FDD-FA24-2ADD-90CF-0962E030F817}"/>
                </a:ext>
              </a:extLst>
            </p:cNvPr>
            <p:cNvSpPr/>
            <p:nvPr/>
          </p:nvSpPr>
          <p:spPr>
            <a:xfrm>
              <a:off x="1745332" y="2158066"/>
              <a:ext cx="571867" cy="571878"/>
            </a:xfrm>
            <a:custGeom>
              <a:avLst/>
              <a:gdLst/>
              <a:ahLst/>
              <a:cxnLst/>
              <a:rect l="l" t="t" r="r" b="b"/>
              <a:pathLst>
                <a:path w="107747" h="107749" extrusionOk="0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9" name="Google Shape;23266;p76">
              <a:extLst>
                <a:ext uri="{FF2B5EF4-FFF2-40B4-BE49-F238E27FC236}">
                  <a16:creationId xmlns:a16="http://schemas.microsoft.com/office/drawing/2014/main" id="{99217369-3A3B-23D5-E407-6830877F8682}"/>
                </a:ext>
              </a:extLst>
            </p:cNvPr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40" name="Google Shape;23267;p76">
                <a:extLst>
                  <a:ext uri="{FF2B5EF4-FFF2-40B4-BE49-F238E27FC236}">
                    <a16:creationId xmlns:a16="http://schemas.microsoft.com/office/drawing/2014/main" id="{3B0CCEBF-4AE6-0468-E38D-F308C82567B3}"/>
                  </a:ext>
                </a:extLst>
              </p:cNvPr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extrusionOk="0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23268;p76">
                <a:extLst>
                  <a:ext uri="{FF2B5EF4-FFF2-40B4-BE49-F238E27FC236}">
                    <a16:creationId xmlns:a16="http://schemas.microsoft.com/office/drawing/2014/main" id="{EA4D2E19-B881-BF3B-F94A-B2C88C71A477}"/>
                  </a:ext>
                </a:extLst>
              </p:cNvPr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avLst/>
                <a:gdLst/>
                <a:ahLst/>
                <a:cxnLst/>
                <a:rect l="l" t="t" r="r" b="b"/>
                <a:pathLst>
                  <a:path w="62027" h="52191" extrusionOk="0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23269;p76">
                <a:extLst>
                  <a:ext uri="{FF2B5EF4-FFF2-40B4-BE49-F238E27FC236}">
                    <a16:creationId xmlns:a16="http://schemas.microsoft.com/office/drawing/2014/main" id="{447C2842-50CC-8AD4-F06E-A1196A34A374}"/>
                  </a:ext>
                </a:extLst>
              </p:cNvPr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avLst/>
                <a:gdLst/>
                <a:ahLst/>
                <a:cxnLst/>
                <a:rect l="l" t="t" r="r" b="b"/>
                <a:pathLst>
                  <a:path w="62507" h="52211" extrusionOk="0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3" name="Google Shape;22389;p74">
            <a:extLst>
              <a:ext uri="{FF2B5EF4-FFF2-40B4-BE49-F238E27FC236}">
                <a16:creationId xmlns:a16="http://schemas.microsoft.com/office/drawing/2014/main" id="{AE1ACA2C-76E0-23C7-5B0D-EA7D640B0C6C}"/>
              </a:ext>
            </a:extLst>
          </p:cNvPr>
          <p:cNvGrpSpPr/>
          <p:nvPr/>
        </p:nvGrpSpPr>
        <p:grpSpPr>
          <a:xfrm rot="5400000">
            <a:off x="7960918" y="2852879"/>
            <a:ext cx="1675129" cy="525345"/>
            <a:chOff x="5194708" y="3484366"/>
            <a:chExt cx="3148148" cy="987304"/>
          </a:xfrm>
        </p:grpSpPr>
        <p:grpSp>
          <p:nvGrpSpPr>
            <p:cNvPr id="44" name="Google Shape;22390;p74">
              <a:extLst>
                <a:ext uri="{FF2B5EF4-FFF2-40B4-BE49-F238E27FC236}">
                  <a16:creationId xmlns:a16="http://schemas.microsoft.com/office/drawing/2014/main" id="{52C270B7-56B3-4C2B-097C-2B5722884122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57" name="Google Shape;22391;p74">
                <a:extLst>
                  <a:ext uri="{FF2B5EF4-FFF2-40B4-BE49-F238E27FC236}">
                    <a16:creationId xmlns:a16="http://schemas.microsoft.com/office/drawing/2014/main" id="{BFF85A56-1EEE-F3B7-4403-F593A7991BF0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22392;p74">
                <a:extLst>
                  <a:ext uri="{FF2B5EF4-FFF2-40B4-BE49-F238E27FC236}">
                    <a16:creationId xmlns:a16="http://schemas.microsoft.com/office/drawing/2014/main" id="{6F4C2B82-BEEF-9E3D-25BD-4D045E5F4BAF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22393;p74">
                <a:extLst>
                  <a:ext uri="{FF2B5EF4-FFF2-40B4-BE49-F238E27FC236}">
                    <a16:creationId xmlns:a16="http://schemas.microsoft.com/office/drawing/2014/main" id="{AB92FDFD-6BE6-AC86-9A86-080DC53EF30F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" name="Google Shape;22394;p74">
              <a:extLst>
                <a:ext uri="{FF2B5EF4-FFF2-40B4-BE49-F238E27FC236}">
                  <a16:creationId xmlns:a16="http://schemas.microsoft.com/office/drawing/2014/main" id="{C79BE03C-1F3B-50FE-B109-F627253A0404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54" name="Google Shape;22395;p74">
                <a:extLst>
                  <a:ext uri="{FF2B5EF4-FFF2-40B4-BE49-F238E27FC236}">
                    <a16:creationId xmlns:a16="http://schemas.microsoft.com/office/drawing/2014/main" id="{561B9CB3-8DE2-939D-0B7C-EDBADE4296E8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22396;p74">
                <a:extLst>
                  <a:ext uri="{FF2B5EF4-FFF2-40B4-BE49-F238E27FC236}">
                    <a16:creationId xmlns:a16="http://schemas.microsoft.com/office/drawing/2014/main" id="{00BF2B9E-C0E4-B989-2666-605495BD26FD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22397;p74">
                <a:extLst>
                  <a:ext uri="{FF2B5EF4-FFF2-40B4-BE49-F238E27FC236}">
                    <a16:creationId xmlns:a16="http://schemas.microsoft.com/office/drawing/2014/main" id="{AC27F236-E0EB-2806-9F6D-ED5CA3A24AA0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" name="Google Shape;22398;p74">
              <a:extLst>
                <a:ext uri="{FF2B5EF4-FFF2-40B4-BE49-F238E27FC236}">
                  <a16:creationId xmlns:a16="http://schemas.microsoft.com/office/drawing/2014/main" id="{8A29FBA3-A9E9-607A-E0C5-A264C0DA6FD0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51" name="Google Shape;22399;p74">
                <a:extLst>
                  <a:ext uri="{FF2B5EF4-FFF2-40B4-BE49-F238E27FC236}">
                    <a16:creationId xmlns:a16="http://schemas.microsoft.com/office/drawing/2014/main" id="{E7EAC058-622F-35D4-5D30-62F2966CE725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22400;p74">
                <a:extLst>
                  <a:ext uri="{FF2B5EF4-FFF2-40B4-BE49-F238E27FC236}">
                    <a16:creationId xmlns:a16="http://schemas.microsoft.com/office/drawing/2014/main" id="{59CB1CB9-248F-C852-B9C4-E949506ED20F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22401;p74">
                <a:extLst>
                  <a:ext uri="{FF2B5EF4-FFF2-40B4-BE49-F238E27FC236}">
                    <a16:creationId xmlns:a16="http://schemas.microsoft.com/office/drawing/2014/main" id="{4C96304E-C0A1-1170-0800-0BF154316BE3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" name="Google Shape;22402;p74">
              <a:extLst>
                <a:ext uri="{FF2B5EF4-FFF2-40B4-BE49-F238E27FC236}">
                  <a16:creationId xmlns:a16="http://schemas.microsoft.com/office/drawing/2014/main" id="{73B634E7-D50A-EF40-CAB4-10ECFF2F3677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48" name="Google Shape;22403;p74">
                <a:extLst>
                  <a:ext uri="{FF2B5EF4-FFF2-40B4-BE49-F238E27FC236}">
                    <a16:creationId xmlns:a16="http://schemas.microsoft.com/office/drawing/2014/main" id="{CF962CEC-BD46-A723-D01D-113092D8DDFB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22404;p74">
                <a:extLst>
                  <a:ext uri="{FF2B5EF4-FFF2-40B4-BE49-F238E27FC236}">
                    <a16:creationId xmlns:a16="http://schemas.microsoft.com/office/drawing/2014/main" id="{0B6CE1B5-4709-7549-F69B-5AC749A4C782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22405;p74">
                <a:extLst>
                  <a:ext uri="{FF2B5EF4-FFF2-40B4-BE49-F238E27FC236}">
                    <a16:creationId xmlns:a16="http://schemas.microsoft.com/office/drawing/2014/main" id="{D5FC118B-EE95-D1B3-C23E-AAB51A17433D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2" name="Google Shape;9802;p38"/>
          <p:cNvSpPr txBox="1">
            <a:spLocks noGrp="1"/>
          </p:cNvSpPr>
          <p:nvPr>
            <p:ph type="subTitle" idx="4"/>
          </p:nvPr>
        </p:nvSpPr>
        <p:spPr>
          <a:xfrm>
            <a:off x="5525000" y="2122020"/>
            <a:ext cx="2021700" cy="640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sz="2400" dirty="0"/>
              <a:t>O</a:t>
            </a:r>
            <a:r>
              <a:rPr lang="en-ID" sz="2400" dirty="0" err="1"/>
              <a:t>ffice</a:t>
            </a:r>
            <a:r>
              <a:rPr lang="en-ID" sz="2400" dirty="0"/>
              <a:t> Employees</a:t>
            </a:r>
            <a:endParaRPr sz="2400" dirty="0"/>
          </a:p>
        </p:txBody>
      </p:sp>
      <p:sp>
        <p:nvSpPr>
          <p:cNvPr id="9803" name="Google Shape;9803;p38"/>
          <p:cNvSpPr txBox="1">
            <a:spLocks noGrp="1"/>
          </p:cNvSpPr>
          <p:nvPr>
            <p:ph type="subTitle" idx="2"/>
          </p:nvPr>
        </p:nvSpPr>
        <p:spPr>
          <a:xfrm>
            <a:off x="1889340" y="2176725"/>
            <a:ext cx="2021700" cy="640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Student College</a:t>
            </a:r>
            <a:endParaRPr dirty="0"/>
          </a:p>
        </p:txBody>
      </p:sp>
      <p:sp>
        <p:nvSpPr>
          <p:cNvPr id="4" name="Kotak Teks 3">
            <a:extLst>
              <a:ext uri="{FF2B5EF4-FFF2-40B4-BE49-F238E27FC236}">
                <a16:creationId xmlns:a16="http://schemas.microsoft.com/office/drawing/2014/main" id="{31F1F1F0-D01B-4D3A-1FAF-C6578771E1BC}"/>
              </a:ext>
            </a:extLst>
          </p:cNvPr>
          <p:cNvSpPr txBox="1"/>
          <p:nvPr/>
        </p:nvSpPr>
        <p:spPr>
          <a:xfrm>
            <a:off x="278781" y="4570511"/>
            <a:ext cx="4572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D" sz="2400" b="1" dirty="0"/>
              <a:t>Marketing Targets</a:t>
            </a:r>
          </a:p>
        </p:txBody>
      </p:sp>
      <p:grpSp>
        <p:nvGrpSpPr>
          <p:cNvPr id="5" name="Google Shape;22465;p74">
            <a:extLst>
              <a:ext uri="{FF2B5EF4-FFF2-40B4-BE49-F238E27FC236}">
                <a16:creationId xmlns:a16="http://schemas.microsoft.com/office/drawing/2014/main" id="{E664432B-F6CE-F10A-A2AB-8BA2CBBE7CDF}"/>
              </a:ext>
            </a:extLst>
          </p:cNvPr>
          <p:cNvGrpSpPr/>
          <p:nvPr/>
        </p:nvGrpSpPr>
        <p:grpSpPr>
          <a:xfrm rot="5400000">
            <a:off x="3386485" y="2674620"/>
            <a:ext cx="2085819" cy="285210"/>
            <a:chOff x="238125" y="2506075"/>
            <a:chExt cx="7115411" cy="673075"/>
          </a:xfrm>
        </p:grpSpPr>
        <p:sp>
          <p:nvSpPr>
            <p:cNvPr id="6" name="Google Shape;22466;p74">
              <a:extLst>
                <a:ext uri="{FF2B5EF4-FFF2-40B4-BE49-F238E27FC236}">
                  <a16:creationId xmlns:a16="http://schemas.microsoft.com/office/drawing/2014/main" id="{D4948C09-6414-FE9B-AE53-57DAFAA16009}"/>
                </a:ext>
              </a:extLst>
            </p:cNvPr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22467;p74">
              <a:extLst>
                <a:ext uri="{FF2B5EF4-FFF2-40B4-BE49-F238E27FC236}">
                  <a16:creationId xmlns:a16="http://schemas.microsoft.com/office/drawing/2014/main" id="{53EC4775-24DC-0A40-8D01-8694354A61B8}"/>
                </a:ext>
              </a:extLst>
            </p:cNvPr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22468;p74">
              <a:extLst>
                <a:ext uri="{FF2B5EF4-FFF2-40B4-BE49-F238E27FC236}">
                  <a16:creationId xmlns:a16="http://schemas.microsoft.com/office/drawing/2014/main" id="{590CCFFF-E278-E78D-FBD9-818C0CDFABC3}"/>
                </a:ext>
              </a:extLst>
            </p:cNvPr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22469;p74">
              <a:extLst>
                <a:ext uri="{FF2B5EF4-FFF2-40B4-BE49-F238E27FC236}">
                  <a16:creationId xmlns:a16="http://schemas.microsoft.com/office/drawing/2014/main" id="{1FEE552B-6AA8-54AE-2E8E-7EB3B1E5EE9F}"/>
                </a:ext>
              </a:extLst>
            </p:cNvPr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22470;p74">
              <a:extLst>
                <a:ext uri="{FF2B5EF4-FFF2-40B4-BE49-F238E27FC236}">
                  <a16:creationId xmlns:a16="http://schemas.microsoft.com/office/drawing/2014/main" id="{62BA6ED3-F523-DFA7-4940-B056682DDFB4}"/>
                </a:ext>
              </a:extLst>
            </p:cNvPr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1" name="Google Shape;25757;p82">
            <a:extLst>
              <a:ext uri="{FF2B5EF4-FFF2-40B4-BE49-F238E27FC236}">
                <a16:creationId xmlns:a16="http://schemas.microsoft.com/office/drawing/2014/main" id="{AE52AAFF-B753-4A0A-3476-1789C2A96102}"/>
              </a:ext>
            </a:extLst>
          </p:cNvPr>
          <p:cNvGrpSpPr/>
          <p:nvPr/>
        </p:nvGrpSpPr>
        <p:grpSpPr>
          <a:xfrm>
            <a:off x="1201443" y="951877"/>
            <a:ext cx="345600" cy="345600"/>
            <a:chOff x="-44895900" y="3929450"/>
            <a:chExt cx="263875" cy="302075"/>
          </a:xfrm>
        </p:grpSpPr>
        <p:sp>
          <p:nvSpPr>
            <p:cNvPr id="12" name="Google Shape;25758;p82">
              <a:extLst>
                <a:ext uri="{FF2B5EF4-FFF2-40B4-BE49-F238E27FC236}">
                  <a16:creationId xmlns:a16="http://schemas.microsoft.com/office/drawing/2014/main" id="{9C39DA9E-FC02-95E2-DECF-81CB99F3F3F8}"/>
                </a:ext>
              </a:extLst>
            </p:cNvPr>
            <p:cNvSpPr/>
            <p:nvPr/>
          </p:nvSpPr>
          <p:spPr>
            <a:xfrm>
              <a:off x="-44813975" y="4100750"/>
              <a:ext cx="101625" cy="50425"/>
            </a:xfrm>
            <a:custGeom>
              <a:avLst/>
              <a:gdLst/>
              <a:ahLst/>
              <a:cxnLst/>
              <a:rect l="l" t="t" r="r" b="b"/>
              <a:pathLst>
                <a:path w="4065" h="2017" extrusionOk="0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25759;p82">
              <a:extLst>
                <a:ext uri="{FF2B5EF4-FFF2-40B4-BE49-F238E27FC236}">
                  <a16:creationId xmlns:a16="http://schemas.microsoft.com/office/drawing/2014/main" id="{E2D087F4-4F73-1BF6-D60C-F3238B6C4F5C}"/>
                </a:ext>
              </a:extLst>
            </p:cNvPr>
            <p:cNvSpPr/>
            <p:nvPr/>
          </p:nvSpPr>
          <p:spPr>
            <a:xfrm>
              <a:off x="-44885650" y="3929450"/>
              <a:ext cx="244175" cy="87825"/>
            </a:xfrm>
            <a:custGeom>
              <a:avLst/>
              <a:gdLst/>
              <a:ahLst/>
              <a:cxnLst/>
              <a:rect l="l" t="t" r="r" b="b"/>
              <a:pathLst>
                <a:path w="9767" h="3513" extrusionOk="0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25760;p82">
              <a:extLst>
                <a:ext uri="{FF2B5EF4-FFF2-40B4-BE49-F238E27FC236}">
                  <a16:creationId xmlns:a16="http://schemas.microsoft.com/office/drawing/2014/main" id="{CAF74F27-00A0-0E7E-AA76-0D2AD40B7148}"/>
                </a:ext>
              </a:extLst>
            </p:cNvPr>
            <p:cNvSpPr/>
            <p:nvPr/>
          </p:nvSpPr>
          <p:spPr>
            <a:xfrm>
              <a:off x="-44825000" y="4006225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" name="Google Shape;25761;p82">
              <a:extLst>
                <a:ext uri="{FF2B5EF4-FFF2-40B4-BE49-F238E27FC236}">
                  <a16:creationId xmlns:a16="http://schemas.microsoft.com/office/drawing/2014/main" id="{7E0BC4B3-0E45-008C-6F43-0D71C571A871}"/>
                </a:ext>
              </a:extLst>
            </p:cNvPr>
            <p:cNvSpPr/>
            <p:nvPr/>
          </p:nvSpPr>
          <p:spPr>
            <a:xfrm>
              <a:off x="-44754900" y="4005450"/>
              <a:ext cx="122875" cy="222925"/>
            </a:xfrm>
            <a:custGeom>
              <a:avLst/>
              <a:gdLst/>
              <a:ahLst/>
              <a:cxnLst/>
              <a:rect l="l" t="t" r="r" b="b"/>
              <a:pathLst>
                <a:path w="4915" h="8917" extrusionOk="0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25762;p82">
              <a:extLst>
                <a:ext uri="{FF2B5EF4-FFF2-40B4-BE49-F238E27FC236}">
                  <a16:creationId xmlns:a16="http://schemas.microsoft.com/office/drawing/2014/main" id="{BA33951F-6C65-AC6D-4B11-2E400FCAFCA9}"/>
                </a:ext>
              </a:extLst>
            </p:cNvPr>
            <p:cNvSpPr/>
            <p:nvPr/>
          </p:nvSpPr>
          <p:spPr>
            <a:xfrm>
              <a:off x="-44754900" y="4006225"/>
              <a:ext cx="52775" cy="105575"/>
            </a:xfrm>
            <a:custGeom>
              <a:avLst/>
              <a:gdLst/>
              <a:ahLst/>
              <a:cxnLst/>
              <a:rect l="l" t="t" r="r" b="b"/>
              <a:pathLst>
                <a:path w="2111" h="4223" extrusionOk="0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25763;p82">
              <a:extLst>
                <a:ext uri="{FF2B5EF4-FFF2-40B4-BE49-F238E27FC236}">
                  <a16:creationId xmlns:a16="http://schemas.microsoft.com/office/drawing/2014/main" id="{BFA34128-3273-D1E0-D1B5-34393BBA92C7}"/>
                </a:ext>
              </a:extLst>
            </p:cNvPr>
            <p:cNvSpPr/>
            <p:nvPr/>
          </p:nvSpPr>
          <p:spPr>
            <a:xfrm>
              <a:off x="-44895900" y="4006225"/>
              <a:ext cx="122900" cy="225300"/>
            </a:xfrm>
            <a:custGeom>
              <a:avLst/>
              <a:gdLst/>
              <a:ahLst/>
              <a:cxnLst/>
              <a:rect l="l" t="t" r="r" b="b"/>
              <a:pathLst>
                <a:path w="4916" h="9012" extrusionOk="0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" name="Google Shape;25669;p82">
            <a:extLst>
              <a:ext uri="{FF2B5EF4-FFF2-40B4-BE49-F238E27FC236}">
                <a16:creationId xmlns:a16="http://schemas.microsoft.com/office/drawing/2014/main" id="{B0BBC6EB-2D24-FBC0-B0E6-91649017CD08}"/>
              </a:ext>
            </a:extLst>
          </p:cNvPr>
          <p:cNvGrpSpPr/>
          <p:nvPr/>
        </p:nvGrpSpPr>
        <p:grpSpPr>
          <a:xfrm>
            <a:off x="7546700" y="4297699"/>
            <a:ext cx="355258" cy="356205"/>
            <a:chOff x="-46409700" y="3569100"/>
            <a:chExt cx="300100" cy="300900"/>
          </a:xfrm>
        </p:grpSpPr>
        <p:sp>
          <p:nvSpPr>
            <p:cNvPr id="19" name="Google Shape;25670;p82">
              <a:extLst>
                <a:ext uri="{FF2B5EF4-FFF2-40B4-BE49-F238E27FC236}">
                  <a16:creationId xmlns:a16="http://schemas.microsoft.com/office/drawing/2014/main" id="{2FA6CB92-B400-5182-2D3B-3136088ACA98}"/>
                </a:ext>
              </a:extLst>
            </p:cNvPr>
            <p:cNvSpPr/>
            <p:nvPr/>
          </p:nvSpPr>
          <p:spPr>
            <a:xfrm>
              <a:off x="-46234850" y="3569100"/>
              <a:ext cx="18125" cy="52800"/>
            </a:xfrm>
            <a:custGeom>
              <a:avLst/>
              <a:gdLst/>
              <a:ahLst/>
              <a:cxnLst/>
              <a:rect l="l" t="t" r="r" b="b"/>
              <a:pathLst>
                <a:path w="725" h="2112" extrusionOk="0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5671;p82">
              <a:extLst>
                <a:ext uri="{FF2B5EF4-FFF2-40B4-BE49-F238E27FC236}">
                  <a16:creationId xmlns:a16="http://schemas.microsoft.com/office/drawing/2014/main" id="{C0EEA110-5B50-64B0-7C92-1DA8406E4AF9}"/>
                </a:ext>
              </a:extLst>
            </p:cNvPr>
            <p:cNvSpPr/>
            <p:nvPr/>
          </p:nvSpPr>
          <p:spPr>
            <a:xfrm>
              <a:off x="-46270300" y="3745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5672;p82">
              <a:extLst>
                <a:ext uri="{FF2B5EF4-FFF2-40B4-BE49-F238E27FC236}">
                  <a16:creationId xmlns:a16="http://schemas.microsoft.com/office/drawing/2014/main" id="{D2FAEDBB-5E9D-09A3-39E5-E5DC642CED51}"/>
                </a:ext>
              </a:extLst>
            </p:cNvPr>
            <p:cNvSpPr/>
            <p:nvPr/>
          </p:nvSpPr>
          <p:spPr>
            <a:xfrm>
              <a:off x="-46305750" y="3710875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5673;p82">
              <a:extLst>
                <a:ext uri="{FF2B5EF4-FFF2-40B4-BE49-F238E27FC236}">
                  <a16:creationId xmlns:a16="http://schemas.microsoft.com/office/drawing/2014/main" id="{420D5187-A02B-5805-1030-CE57703E899F}"/>
                </a:ext>
              </a:extLst>
            </p:cNvPr>
            <p:cNvSpPr/>
            <p:nvPr/>
          </p:nvSpPr>
          <p:spPr>
            <a:xfrm>
              <a:off x="-46409700" y="3569900"/>
              <a:ext cx="300100" cy="300100"/>
            </a:xfrm>
            <a:custGeom>
              <a:avLst/>
              <a:gdLst/>
              <a:ahLst/>
              <a:cxnLst/>
              <a:rect l="l" t="t" r="r" b="b"/>
              <a:pathLst>
                <a:path w="12004" h="12004" extrusionOk="0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5674;p82">
              <a:extLst>
                <a:ext uri="{FF2B5EF4-FFF2-40B4-BE49-F238E27FC236}">
                  <a16:creationId xmlns:a16="http://schemas.microsoft.com/office/drawing/2014/main" id="{8F80C2FA-E2E9-665A-538D-B6E55C4604EB}"/>
                </a:ext>
              </a:extLst>
            </p:cNvPr>
            <p:cNvSpPr/>
            <p:nvPr/>
          </p:nvSpPr>
          <p:spPr>
            <a:xfrm>
              <a:off x="-46341175" y="3569100"/>
              <a:ext cx="159125" cy="87450"/>
            </a:xfrm>
            <a:custGeom>
              <a:avLst/>
              <a:gdLst/>
              <a:ahLst/>
              <a:cxnLst/>
              <a:rect l="l" t="t" r="r" b="b"/>
              <a:pathLst>
                <a:path w="636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" name="Google Shape;25812;p82">
            <a:extLst>
              <a:ext uri="{FF2B5EF4-FFF2-40B4-BE49-F238E27FC236}">
                <a16:creationId xmlns:a16="http://schemas.microsoft.com/office/drawing/2014/main" id="{42C43381-0FD8-F219-1962-0977707052E9}"/>
              </a:ext>
            </a:extLst>
          </p:cNvPr>
          <p:cNvGrpSpPr/>
          <p:nvPr/>
        </p:nvGrpSpPr>
        <p:grpSpPr>
          <a:xfrm>
            <a:off x="963141" y="4168797"/>
            <a:ext cx="345600" cy="345600"/>
            <a:chOff x="-47523400" y="3973950"/>
            <a:chExt cx="300100" cy="228425"/>
          </a:xfrm>
        </p:grpSpPr>
        <p:sp>
          <p:nvSpPr>
            <p:cNvPr id="25" name="Google Shape;25813;p82">
              <a:extLst>
                <a:ext uri="{FF2B5EF4-FFF2-40B4-BE49-F238E27FC236}">
                  <a16:creationId xmlns:a16="http://schemas.microsoft.com/office/drawing/2014/main" id="{A0AA5B90-726C-B790-7C44-1C910415EE80}"/>
                </a:ext>
              </a:extLst>
            </p:cNvPr>
            <p:cNvSpPr/>
            <p:nvPr/>
          </p:nvSpPr>
          <p:spPr>
            <a:xfrm>
              <a:off x="-47417075" y="4061375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5814;p82">
              <a:extLst>
                <a:ext uri="{FF2B5EF4-FFF2-40B4-BE49-F238E27FC236}">
                  <a16:creationId xmlns:a16="http://schemas.microsoft.com/office/drawing/2014/main" id="{8BE610CD-6765-22B0-762D-159573FC30C1}"/>
                </a:ext>
              </a:extLst>
            </p:cNvPr>
            <p:cNvSpPr/>
            <p:nvPr/>
          </p:nvSpPr>
          <p:spPr>
            <a:xfrm>
              <a:off x="-47417875" y="4061375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5815;p82">
              <a:extLst>
                <a:ext uri="{FF2B5EF4-FFF2-40B4-BE49-F238E27FC236}">
                  <a16:creationId xmlns:a16="http://schemas.microsoft.com/office/drawing/2014/main" id="{ADC13EA1-5308-41BA-C235-EE675E0CFA0E}"/>
                </a:ext>
              </a:extLst>
            </p:cNvPr>
            <p:cNvSpPr/>
            <p:nvPr/>
          </p:nvSpPr>
          <p:spPr>
            <a:xfrm>
              <a:off x="-47453300" y="40267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5816;p82">
              <a:extLst>
                <a:ext uri="{FF2B5EF4-FFF2-40B4-BE49-F238E27FC236}">
                  <a16:creationId xmlns:a16="http://schemas.microsoft.com/office/drawing/2014/main" id="{73447353-656A-B2E8-3093-92BEEFF87840}"/>
                </a:ext>
              </a:extLst>
            </p:cNvPr>
            <p:cNvSpPr/>
            <p:nvPr/>
          </p:nvSpPr>
          <p:spPr>
            <a:xfrm>
              <a:off x="-47506875" y="3973950"/>
              <a:ext cx="264675" cy="174875"/>
            </a:xfrm>
            <a:custGeom>
              <a:avLst/>
              <a:gdLst/>
              <a:ahLst/>
              <a:cxnLst/>
              <a:rect l="l" t="t" r="r" b="b"/>
              <a:pathLst>
                <a:path w="10587" h="6995" extrusionOk="0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5817;p82">
              <a:extLst>
                <a:ext uri="{FF2B5EF4-FFF2-40B4-BE49-F238E27FC236}">
                  <a16:creationId xmlns:a16="http://schemas.microsoft.com/office/drawing/2014/main" id="{4B8BF2AE-8157-E66F-D6E3-721AC9D6A508}"/>
                </a:ext>
              </a:extLst>
            </p:cNvPr>
            <p:cNvSpPr/>
            <p:nvPr/>
          </p:nvSpPr>
          <p:spPr>
            <a:xfrm>
              <a:off x="-47523400" y="4166900"/>
              <a:ext cx="300100" cy="35475"/>
            </a:xfrm>
            <a:custGeom>
              <a:avLst/>
              <a:gdLst/>
              <a:ahLst/>
              <a:cxnLst/>
              <a:rect l="l" t="t" r="r" b="b"/>
              <a:pathLst>
                <a:path w="12004" h="1419" extrusionOk="0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" name="Google Shape;25832;p82">
            <a:extLst>
              <a:ext uri="{FF2B5EF4-FFF2-40B4-BE49-F238E27FC236}">
                <a16:creationId xmlns:a16="http://schemas.microsoft.com/office/drawing/2014/main" id="{919510D3-5843-1C1B-1521-4600E64FCF84}"/>
              </a:ext>
            </a:extLst>
          </p:cNvPr>
          <p:cNvGrpSpPr/>
          <p:nvPr/>
        </p:nvGrpSpPr>
        <p:grpSpPr>
          <a:xfrm>
            <a:off x="6889806" y="1428715"/>
            <a:ext cx="345600" cy="345600"/>
            <a:chOff x="-44512325" y="3176075"/>
            <a:chExt cx="300900" cy="300900"/>
          </a:xfrm>
        </p:grpSpPr>
        <p:sp>
          <p:nvSpPr>
            <p:cNvPr id="31" name="Google Shape;25833;p82">
              <a:extLst>
                <a:ext uri="{FF2B5EF4-FFF2-40B4-BE49-F238E27FC236}">
                  <a16:creationId xmlns:a16="http://schemas.microsoft.com/office/drawing/2014/main" id="{F407133D-3F2A-4FA2-30B1-5EBBBAEC6C19}"/>
                </a:ext>
              </a:extLst>
            </p:cNvPr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25834;p82">
              <a:extLst>
                <a:ext uri="{FF2B5EF4-FFF2-40B4-BE49-F238E27FC236}">
                  <a16:creationId xmlns:a16="http://schemas.microsoft.com/office/drawing/2014/main" id="{A2AF0DB6-BBD0-2BB4-5A86-EE082A763C8D}"/>
                </a:ext>
              </a:extLst>
            </p:cNvPr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25835;p82">
              <a:extLst>
                <a:ext uri="{FF2B5EF4-FFF2-40B4-BE49-F238E27FC236}">
                  <a16:creationId xmlns:a16="http://schemas.microsoft.com/office/drawing/2014/main" id="{0C9B804B-3F2A-F8C9-0521-8484264CACE5}"/>
                </a:ext>
              </a:extLst>
            </p:cNvPr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" name="Google Shape;22389;p74">
            <a:extLst>
              <a:ext uri="{FF2B5EF4-FFF2-40B4-BE49-F238E27FC236}">
                <a16:creationId xmlns:a16="http://schemas.microsoft.com/office/drawing/2014/main" id="{7AF6F748-F6CE-390F-2EA6-7EA05A8F3571}"/>
              </a:ext>
            </a:extLst>
          </p:cNvPr>
          <p:cNvGrpSpPr/>
          <p:nvPr/>
        </p:nvGrpSpPr>
        <p:grpSpPr>
          <a:xfrm>
            <a:off x="3734435" y="476771"/>
            <a:ext cx="1675129" cy="525345"/>
            <a:chOff x="5194708" y="3484366"/>
            <a:chExt cx="3148148" cy="987304"/>
          </a:xfrm>
        </p:grpSpPr>
        <p:grpSp>
          <p:nvGrpSpPr>
            <p:cNvPr id="35" name="Google Shape;22390;p74">
              <a:extLst>
                <a:ext uri="{FF2B5EF4-FFF2-40B4-BE49-F238E27FC236}">
                  <a16:creationId xmlns:a16="http://schemas.microsoft.com/office/drawing/2014/main" id="{416F222A-8837-8323-2764-0EACB413B776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48" name="Google Shape;22391;p74">
                <a:extLst>
                  <a:ext uri="{FF2B5EF4-FFF2-40B4-BE49-F238E27FC236}">
                    <a16:creationId xmlns:a16="http://schemas.microsoft.com/office/drawing/2014/main" id="{95F06D6D-1BC5-EA29-F321-4D130A551907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22392;p74">
                <a:extLst>
                  <a:ext uri="{FF2B5EF4-FFF2-40B4-BE49-F238E27FC236}">
                    <a16:creationId xmlns:a16="http://schemas.microsoft.com/office/drawing/2014/main" id="{7FF563D7-524F-D741-EC2A-78BCF8A370FB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22393;p74">
                <a:extLst>
                  <a:ext uri="{FF2B5EF4-FFF2-40B4-BE49-F238E27FC236}">
                    <a16:creationId xmlns:a16="http://schemas.microsoft.com/office/drawing/2014/main" id="{C3E0ACC2-36CC-7889-612B-97AB2476D30E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" name="Google Shape;22394;p74">
              <a:extLst>
                <a:ext uri="{FF2B5EF4-FFF2-40B4-BE49-F238E27FC236}">
                  <a16:creationId xmlns:a16="http://schemas.microsoft.com/office/drawing/2014/main" id="{2945FBD1-4A79-FC04-C167-FD0EE2EAA734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45" name="Google Shape;22395;p74">
                <a:extLst>
                  <a:ext uri="{FF2B5EF4-FFF2-40B4-BE49-F238E27FC236}">
                    <a16:creationId xmlns:a16="http://schemas.microsoft.com/office/drawing/2014/main" id="{9B21C95A-6D7F-1CD7-C31A-003155F9B240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22396;p74">
                <a:extLst>
                  <a:ext uri="{FF2B5EF4-FFF2-40B4-BE49-F238E27FC236}">
                    <a16:creationId xmlns:a16="http://schemas.microsoft.com/office/drawing/2014/main" id="{63DF3146-60CC-B69D-E1F0-74A012CFB38E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22397;p74">
                <a:extLst>
                  <a:ext uri="{FF2B5EF4-FFF2-40B4-BE49-F238E27FC236}">
                    <a16:creationId xmlns:a16="http://schemas.microsoft.com/office/drawing/2014/main" id="{40895B3E-1809-592B-EA9A-4B81B23EF81E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" name="Google Shape;22398;p74">
              <a:extLst>
                <a:ext uri="{FF2B5EF4-FFF2-40B4-BE49-F238E27FC236}">
                  <a16:creationId xmlns:a16="http://schemas.microsoft.com/office/drawing/2014/main" id="{A785215A-B08A-0578-A33E-CB87C567C236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42" name="Google Shape;22399;p74">
                <a:extLst>
                  <a:ext uri="{FF2B5EF4-FFF2-40B4-BE49-F238E27FC236}">
                    <a16:creationId xmlns:a16="http://schemas.microsoft.com/office/drawing/2014/main" id="{5672611D-81BB-2694-45A9-C1F55457DCD2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22400;p74">
                <a:extLst>
                  <a:ext uri="{FF2B5EF4-FFF2-40B4-BE49-F238E27FC236}">
                    <a16:creationId xmlns:a16="http://schemas.microsoft.com/office/drawing/2014/main" id="{AA01A32A-5BA8-8B18-A913-B6DBC62EE274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4" name="Google Shape;22401;p74">
                <a:extLst>
                  <a:ext uri="{FF2B5EF4-FFF2-40B4-BE49-F238E27FC236}">
                    <a16:creationId xmlns:a16="http://schemas.microsoft.com/office/drawing/2014/main" id="{450FEFA7-0E2F-9CA6-AF7F-46B67041D7D4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" name="Google Shape;22402;p74">
              <a:extLst>
                <a:ext uri="{FF2B5EF4-FFF2-40B4-BE49-F238E27FC236}">
                  <a16:creationId xmlns:a16="http://schemas.microsoft.com/office/drawing/2014/main" id="{48C53AA8-D64A-3D08-C801-933C7732FAA4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39" name="Google Shape;22403;p74">
                <a:extLst>
                  <a:ext uri="{FF2B5EF4-FFF2-40B4-BE49-F238E27FC236}">
                    <a16:creationId xmlns:a16="http://schemas.microsoft.com/office/drawing/2014/main" id="{049C17EC-1334-5D88-AF0E-31EEA68FFC3F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22404;p74">
                <a:extLst>
                  <a:ext uri="{FF2B5EF4-FFF2-40B4-BE49-F238E27FC236}">
                    <a16:creationId xmlns:a16="http://schemas.microsoft.com/office/drawing/2014/main" id="{ECED9070-6AE7-F773-A3FA-6DEFD7CAF38E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22405;p74">
                <a:extLst>
                  <a:ext uri="{FF2B5EF4-FFF2-40B4-BE49-F238E27FC236}">
                    <a16:creationId xmlns:a16="http://schemas.microsoft.com/office/drawing/2014/main" id="{D7361636-F320-61E9-718F-84B5153F00CB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1" name="Google Shape;23264;p76">
            <a:extLst>
              <a:ext uri="{FF2B5EF4-FFF2-40B4-BE49-F238E27FC236}">
                <a16:creationId xmlns:a16="http://schemas.microsoft.com/office/drawing/2014/main" id="{3898A532-34B1-B9E7-ECD2-FCB1B3A14867}"/>
              </a:ext>
            </a:extLst>
          </p:cNvPr>
          <p:cNvGrpSpPr/>
          <p:nvPr/>
        </p:nvGrpSpPr>
        <p:grpSpPr>
          <a:xfrm>
            <a:off x="5806789" y="373291"/>
            <a:ext cx="345600" cy="345600"/>
            <a:chOff x="1706078" y="2092648"/>
            <a:chExt cx="660913" cy="637296"/>
          </a:xfrm>
        </p:grpSpPr>
        <p:sp>
          <p:nvSpPr>
            <p:cNvPr id="52" name="Google Shape;23265;p76">
              <a:extLst>
                <a:ext uri="{FF2B5EF4-FFF2-40B4-BE49-F238E27FC236}">
                  <a16:creationId xmlns:a16="http://schemas.microsoft.com/office/drawing/2014/main" id="{61EF38ED-7EEC-E4F0-AD16-55C5BE99AD92}"/>
                </a:ext>
              </a:extLst>
            </p:cNvPr>
            <p:cNvSpPr/>
            <p:nvPr/>
          </p:nvSpPr>
          <p:spPr>
            <a:xfrm>
              <a:off x="1745332" y="2158066"/>
              <a:ext cx="571867" cy="571878"/>
            </a:xfrm>
            <a:custGeom>
              <a:avLst/>
              <a:gdLst/>
              <a:ahLst/>
              <a:cxnLst/>
              <a:rect l="l" t="t" r="r" b="b"/>
              <a:pathLst>
                <a:path w="107747" h="107749" extrusionOk="0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3" name="Google Shape;23266;p76">
              <a:extLst>
                <a:ext uri="{FF2B5EF4-FFF2-40B4-BE49-F238E27FC236}">
                  <a16:creationId xmlns:a16="http://schemas.microsoft.com/office/drawing/2014/main" id="{DB11B3CB-F0CC-EE38-975A-8653EC783546}"/>
                </a:ext>
              </a:extLst>
            </p:cNvPr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54" name="Google Shape;23267;p76">
                <a:extLst>
                  <a:ext uri="{FF2B5EF4-FFF2-40B4-BE49-F238E27FC236}">
                    <a16:creationId xmlns:a16="http://schemas.microsoft.com/office/drawing/2014/main" id="{1359C389-C3BA-D705-A04A-FBD75D003551}"/>
                  </a:ext>
                </a:extLst>
              </p:cNvPr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extrusionOk="0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23268;p76">
                <a:extLst>
                  <a:ext uri="{FF2B5EF4-FFF2-40B4-BE49-F238E27FC236}">
                    <a16:creationId xmlns:a16="http://schemas.microsoft.com/office/drawing/2014/main" id="{2E14CA48-E8D2-8CDF-6E8B-409468B4164D}"/>
                  </a:ext>
                </a:extLst>
              </p:cNvPr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avLst/>
                <a:gdLst/>
                <a:ahLst/>
                <a:cxnLst/>
                <a:rect l="l" t="t" r="r" b="b"/>
                <a:pathLst>
                  <a:path w="62027" h="52191" extrusionOk="0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23269;p76">
                <a:extLst>
                  <a:ext uri="{FF2B5EF4-FFF2-40B4-BE49-F238E27FC236}">
                    <a16:creationId xmlns:a16="http://schemas.microsoft.com/office/drawing/2014/main" id="{993C2EF6-98DD-0ABE-71C3-A396CFED8BAD}"/>
                  </a:ext>
                </a:extLst>
              </p:cNvPr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avLst/>
                <a:gdLst/>
                <a:ahLst/>
                <a:cxnLst/>
                <a:rect l="l" t="t" r="r" b="b"/>
                <a:pathLst>
                  <a:path w="62507" h="52211" extrusionOk="0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3" name="Google Shape;9083;p34"/>
          <p:cNvSpPr txBox="1">
            <a:spLocks noGrp="1"/>
          </p:cNvSpPr>
          <p:nvPr>
            <p:ph type="title"/>
          </p:nvPr>
        </p:nvSpPr>
        <p:spPr>
          <a:xfrm>
            <a:off x="713250" y="2430100"/>
            <a:ext cx="7717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4400" dirty="0"/>
              <a:t>VK </a:t>
            </a:r>
            <a:r>
              <a:rPr lang="en-ID" sz="4400" dirty="0" err="1"/>
              <a:t>Spesifications</a:t>
            </a:r>
            <a:endParaRPr dirty="0"/>
          </a:p>
        </p:txBody>
      </p:sp>
      <p:grpSp>
        <p:nvGrpSpPr>
          <p:cNvPr id="2" name="Google Shape;22389;p74">
            <a:extLst>
              <a:ext uri="{FF2B5EF4-FFF2-40B4-BE49-F238E27FC236}">
                <a16:creationId xmlns:a16="http://schemas.microsoft.com/office/drawing/2014/main" id="{4FEA1DED-BCF3-EF51-288E-6B12EFF875E1}"/>
              </a:ext>
            </a:extLst>
          </p:cNvPr>
          <p:cNvGrpSpPr/>
          <p:nvPr/>
        </p:nvGrpSpPr>
        <p:grpSpPr>
          <a:xfrm>
            <a:off x="7380197" y="4482976"/>
            <a:ext cx="1675129" cy="525345"/>
            <a:chOff x="5194708" y="3484366"/>
            <a:chExt cx="3148148" cy="987304"/>
          </a:xfrm>
        </p:grpSpPr>
        <p:grpSp>
          <p:nvGrpSpPr>
            <p:cNvPr id="3" name="Google Shape;22390;p74">
              <a:extLst>
                <a:ext uri="{FF2B5EF4-FFF2-40B4-BE49-F238E27FC236}">
                  <a16:creationId xmlns:a16="http://schemas.microsoft.com/office/drawing/2014/main" id="{1E38C49C-E643-F81C-8233-8AE6D7B27A90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16" name="Google Shape;22391;p74">
                <a:extLst>
                  <a:ext uri="{FF2B5EF4-FFF2-40B4-BE49-F238E27FC236}">
                    <a16:creationId xmlns:a16="http://schemas.microsoft.com/office/drawing/2014/main" id="{FAF7B1AE-8782-8F40-E053-9FA0B7F3442E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22392;p74">
                <a:extLst>
                  <a:ext uri="{FF2B5EF4-FFF2-40B4-BE49-F238E27FC236}">
                    <a16:creationId xmlns:a16="http://schemas.microsoft.com/office/drawing/2014/main" id="{8FE96F25-75C9-3622-BCBD-5AC0394775E0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22393;p74">
                <a:extLst>
                  <a:ext uri="{FF2B5EF4-FFF2-40B4-BE49-F238E27FC236}">
                    <a16:creationId xmlns:a16="http://schemas.microsoft.com/office/drawing/2014/main" id="{DDC3E532-C534-0395-4FA6-A841858D3338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" name="Google Shape;22394;p74">
              <a:extLst>
                <a:ext uri="{FF2B5EF4-FFF2-40B4-BE49-F238E27FC236}">
                  <a16:creationId xmlns:a16="http://schemas.microsoft.com/office/drawing/2014/main" id="{3D48699E-0A77-7193-ED5D-7876DFEEA72E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13" name="Google Shape;22395;p74">
                <a:extLst>
                  <a:ext uri="{FF2B5EF4-FFF2-40B4-BE49-F238E27FC236}">
                    <a16:creationId xmlns:a16="http://schemas.microsoft.com/office/drawing/2014/main" id="{864FB0D8-014A-C122-DACB-D8A547FC18F0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22396;p74">
                <a:extLst>
                  <a:ext uri="{FF2B5EF4-FFF2-40B4-BE49-F238E27FC236}">
                    <a16:creationId xmlns:a16="http://schemas.microsoft.com/office/drawing/2014/main" id="{B3FBCC6E-B6B8-AEAF-3A18-BA6F6324B23A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22397;p74">
                <a:extLst>
                  <a:ext uri="{FF2B5EF4-FFF2-40B4-BE49-F238E27FC236}">
                    <a16:creationId xmlns:a16="http://schemas.microsoft.com/office/drawing/2014/main" id="{8DC9933D-791D-19E6-EB11-E38FAF66D746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" name="Google Shape;22398;p74">
              <a:extLst>
                <a:ext uri="{FF2B5EF4-FFF2-40B4-BE49-F238E27FC236}">
                  <a16:creationId xmlns:a16="http://schemas.microsoft.com/office/drawing/2014/main" id="{242423AC-E628-EAD5-CE4A-A9673323F345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10" name="Google Shape;22399;p74">
                <a:extLst>
                  <a:ext uri="{FF2B5EF4-FFF2-40B4-BE49-F238E27FC236}">
                    <a16:creationId xmlns:a16="http://schemas.microsoft.com/office/drawing/2014/main" id="{137AE676-226A-B7C5-99F6-4F1420E103F6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" name="Google Shape;22400;p74">
                <a:extLst>
                  <a:ext uri="{FF2B5EF4-FFF2-40B4-BE49-F238E27FC236}">
                    <a16:creationId xmlns:a16="http://schemas.microsoft.com/office/drawing/2014/main" id="{FFBA296F-E8CC-32B6-0602-0D3F3E7DE2C0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" name="Google Shape;22401;p74">
                <a:extLst>
                  <a:ext uri="{FF2B5EF4-FFF2-40B4-BE49-F238E27FC236}">
                    <a16:creationId xmlns:a16="http://schemas.microsoft.com/office/drawing/2014/main" id="{7C3F477F-776F-025E-7BBC-E4251C1FD88E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" name="Google Shape;22402;p74">
              <a:extLst>
                <a:ext uri="{FF2B5EF4-FFF2-40B4-BE49-F238E27FC236}">
                  <a16:creationId xmlns:a16="http://schemas.microsoft.com/office/drawing/2014/main" id="{39DF338A-52A6-020C-8925-961C5D2F382B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7" name="Google Shape;22403;p74">
                <a:extLst>
                  <a:ext uri="{FF2B5EF4-FFF2-40B4-BE49-F238E27FC236}">
                    <a16:creationId xmlns:a16="http://schemas.microsoft.com/office/drawing/2014/main" id="{DEB90661-A192-9AB2-EBB7-BD45516C2267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" name="Google Shape;22404;p74">
                <a:extLst>
                  <a:ext uri="{FF2B5EF4-FFF2-40B4-BE49-F238E27FC236}">
                    <a16:creationId xmlns:a16="http://schemas.microsoft.com/office/drawing/2014/main" id="{BAE63F7A-A9A7-C6A8-2AE2-1FD663F684C9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" name="Google Shape;22405;p74">
                <a:extLst>
                  <a:ext uri="{FF2B5EF4-FFF2-40B4-BE49-F238E27FC236}">
                    <a16:creationId xmlns:a16="http://schemas.microsoft.com/office/drawing/2014/main" id="{EDEFED09-4EF9-7A57-D83C-A51D5C74A3AA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9" name="Google Shape;22465;p74">
            <a:extLst>
              <a:ext uri="{FF2B5EF4-FFF2-40B4-BE49-F238E27FC236}">
                <a16:creationId xmlns:a16="http://schemas.microsoft.com/office/drawing/2014/main" id="{92ACCAA6-862C-7B66-26D8-36DB420E5C1C}"/>
              </a:ext>
            </a:extLst>
          </p:cNvPr>
          <p:cNvGrpSpPr/>
          <p:nvPr/>
        </p:nvGrpSpPr>
        <p:grpSpPr>
          <a:xfrm>
            <a:off x="88674" y="4592504"/>
            <a:ext cx="2085819" cy="285210"/>
            <a:chOff x="238125" y="2506075"/>
            <a:chExt cx="7115411" cy="673075"/>
          </a:xfrm>
        </p:grpSpPr>
        <p:sp>
          <p:nvSpPr>
            <p:cNvPr id="20" name="Google Shape;22466;p74">
              <a:extLst>
                <a:ext uri="{FF2B5EF4-FFF2-40B4-BE49-F238E27FC236}">
                  <a16:creationId xmlns:a16="http://schemas.microsoft.com/office/drawing/2014/main" id="{E65D85AC-2239-65E5-6154-5087555477B4}"/>
                </a:ext>
              </a:extLst>
            </p:cNvPr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2467;p74">
              <a:extLst>
                <a:ext uri="{FF2B5EF4-FFF2-40B4-BE49-F238E27FC236}">
                  <a16:creationId xmlns:a16="http://schemas.microsoft.com/office/drawing/2014/main" id="{9331CABF-4733-4646-060E-CA7831126842}"/>
                </a:ext>
              </a:extLst>
            </p:cNvPr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468;p74">
              <a:extLst>
                <a:ext uri="{FF2B5EF4-FFF2-40B4-BE49-F238E27FC236}">
                  <a16:creationId xmlns:a16="http://schemas.microsoft.com/office/drawing/2014/main" id="{BB9B826F-91EC-8779-3236-FB16D337E692}"/>
                </a:ext>
              </a:extLst>
            </p:cNvPr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2469;p74">
              <a:extLst>
                <a:ext uri="{FF2B5EF4-FFF2-40B4-BE49-F238E27FC236}">
                  <a16:creationId xmlns:a16="http://schemas.microsoft.com/office/drawing/2014/main" id="{909C8C7B-EA78-E6BB-4BE3-7B9B18AE274B}"/>
                </a:ext>
              </a:extLst>
            </p:cNvPr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2470;p74">
              <a:extLst>
                <a:ext uri="{FF2B5EF4-FFF2-40B4-BE49-F238E27FC236}">
                  <a16:creationId xmlns:a16="http://schemas.microsoft.com/office/drawing/2014/main" id="{C7EE4821-F074-6B28-28A3-66EF74B3F28D}"/>
                </a:ext>
              </a:extLst>
            </p:cNvPr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" name="Google Shape;25812;p82">
            <a:extLst>
              <a:ext uri="{FF2B5EF4-FFF2-40B4-BE49-F238E27FC236}">
                <a16:creationId xmlns:a16="http://schemas.microsoft.com/office/drawing/2014/main" id="{D1CF7636-B881-AEBC-4B49-D43631F4909B}"/>
              </a:ext>
            </a:extLst>
          </p:cNvPr>
          <p:cNvGrpSpPr/>
          <p:nvPr/>
        </p:nvGrpSpPr>
        <p:grpSpPr>
          <a:xfrm>
            <a:off x="96362" y="3722199"/>
            <a:ext cx="345600" cy="345600"/>
            <a:chOff x="-47523400" y="3973950"/>
            <a:chExt cx="300100" cy="228425"/>
          </a:xfrm>
        </p:grpSpPr>
        <p:sp>
          <p:nvSpPr>
            <p:cNvPr id="26" name="Google Shape;25813;p82">
              <a:extLst>
                <a:ext uri="{FF2B5EF4-FFF2-40B4-BE49-F238E27FC236}">
                  <a16:creationId xmlns:a16="http://schemas.microsoft.com/office/drawing/2014/main" id="{99D869DA-63F3-7851-5E02-D5D2BE831B18}"/>
                </a:ext>
              </a:extLst>
            </p:cNvPr>
            <p:cNvSpPr/>
            <p:nvPr/>
          </p:nvSpPr>
          <p:spPr>
            <a:xfrm>
              <a:off x="-47417075" y="4061375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5814;p82">
              <a:extLst>
                <a:ext uri="{FF2B5EF4-FFF2-40B4-BE49-F238E27FC236}">
                  <a16:creationId xmlns:a16="http://schemas.microsoft.com/office/drawing/2014/main" id="{1182B9B6-EEE6-A6F7-5677-E1B14497DDD8}"/>
                </a:ext>
              </a:extLst>
            </p:cNvPr>
            <p:cNvSpPr/>
            <p:nvPr/>
          </p:nvSpPr>
          <p:spPr>
            <a:xfrm>
              <a:off x="-47417875" y="4061375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5815;p82">
              <a:extLst>
                <a:ext uri="{FF2B5EF4-FFF2-40B4-BE49-F238E27FC236}">
                  <a16:creationId xmlns:a16="http://schemas.microsoft.com/office/drawing/2014/main" id="{42582E1A-8FF3-C071-3A63-95077733C914}"/>
                </a:ext>
              </a:extLst>
            </p:cNvPr>
            <p:cNvSpPr/>
            <p:nvPr/>
          </p:nvSpPr>
          <p:spPr>
            <a:xfrm>
              <a:off x="-47453300" y="40267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5816;p82">
              <a:extLst>
                <a:ext uri="{FF2B5EF4-FFF2-40B4-BE49-F238E27FC236}">
                  <a16:creationId xmlns:a16="http://schemas.microsoft.com/office/drawing/2014/main" id="{F79F6908-90F4-F56E-74C9-B23F0546A8C2}"/>
                </a:ext>
              </a:extLst>
            </p:cNvPr>
            <p:cNvSpPr/>
            <p:nvPr/>
          </p:nvSpPr>
          <p:spPr>
            <a:xfrm>
              <a:off x="-47506875" y="3973950"/>
              <a:ext cx="264675" cy="174875"/>
            </a:xfrm>
            <a:custGeom>
              <a:avLst/>
              <a:gdLst/>
              <a:ahLst/>
              <a:cxnLst/>
              <a:rect l="l" t="t" r="r" b="b"/>
              <a:pathLst>
                <a:path w="10587" h="6995" extrusionOk="0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25817;p82">
              <a:extLst>
                <a:ext uri="{FF2B5EF4-FFF2-40B4-BE49-F238E27FC236}">
                  <a16:creationId xmlns:a16="http://schemas.microsoft.com/office/drawing/2014/main" id="{4DF67937-9A89-E2D8-848A-8BA7C13CB989}"/>
                </a:ext>
              </a:extLst>
            </p:cNvPr>
            <p:cNvSpPr/>
            <p:nvPr/>
          </p:nvSpPr>
          <p:spPr>
            <a:xfrm>
              <a:off x="-47523400" y="4166900"/>
              <a:ext cx="300100" cy="35475"/>
            </a:xfrm>
            <a:custGeom>
              <a:avLst/>
              <a:gdLst/>
              <a:ahLst/>
              <a:cxnLst/>
              <a:rect l="l" t="t" r="r" b="b"/>
              <a:pathLst>
                <a:path w="12004" h="1419" extrusionOk="0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25832;p82">
            <a:extLst>
              <a:ext uri="{FF2B5EF4-FFF2-40B4-BE49-F238E27FC236}">
                <a16:creationId xmlns:a16="http://schemas.microsoft.com/office/drawing/2014/main" id="{460F150A-637E-C5CC-1A15-9A1000B7DCD3}"/>
              </a:ext>
            </a:extLst>
          </p:cNvPr>
          <p:cNvGrpSpPr/>
          <p:nvPr/>
        </p:nvGrpSpPr>
        <p:grpSpPr>
          <a:xfrm>
            <a:off x="535147" y="4152522"/>
            <a:ext cx="356205" cy="356205"/>
            <a:chOff x="-44512325" y="3176075"/>
            <a:chExt cx="300900" cy="300900"/>
          </a:xfrm>
        </p:grpSpPr>
        <p:sp>
          <p:nvSpPr>
            <p:cNvPr id="34" name="Google Shape;25833;p82">
              <a:extLst>
                <a:ext uri="{FF2B5EF4-FFF2-40B4-BE49-F238E27FC236}">
                  <a16:creationId xmlns:a16="http://schemas.microsoft.com/office/drawing/2014/main" id="{29B361DD-BCF6-B7A0-5643-DB3C2EC6FDE3}"/>
                </a:ext>
              </a:extLst>
            </p:cNvPr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25834;p82">
              <a:extLst>
                <a:ext uri="{FF2B5EF4-FFF2-40B4-BE49-F238E27FC236}">
                  <a16:creationId xmlns:a16="http://schemas.microsoft.com/office/drawing/2014/main" id="{6879BAA3-119F-7945-41AF-412968E43056}"/>
                </a:ext>
              </a:extLst>
            </p:cNvPr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25835;p82">
              <a:extLst>
                <a:ext uri="{FF2B5EF4-FFF2-40B4-BE49-F238E27FC236}">
                  <a16:creationId xmlns:a16="http://schemas.microsoft.com/office/drawing/2014/main" id="{0DEAE13A-AB04-1CDE-19F8-D1C5AC666EA9}"/>
                </a:ext>
              </a:extLst>
            </p:cNvPr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" name="Google Shape;25669;p82">
            <a:extLst>
              <a:ext uri="{FF2B5EF4-FFF2-40B4-BE49-F238E27FC236}">
                <a16:creationId xmlns:a16="http://schemas.microsoft.com/office/drawing/2014/main" id="{04992369-F695-2654-435D-859E198B7A53}"/>
              </a:ext>
            </a:extLst>
          </p:cNvPr>
          <p:cNvGrpSpPr/>
          <p:nvPr/>
        </p:nvGrpSpPr>
        <p:grpSpPr>
          <a:xfrm>
            <a:off x="4260107" y="1747026"/>
            <a:ext cx="623786" cy="622862"/>
            <a:chOff x="-46409700" y="3569100"/>
            <a:chExt cx="300100" cy="300900"/>
          </a:xfrm>
        </p:grpSpPr>
        <p:sp>
          <p:nvSpPr>
            <p:cNvPr id="38" name="Google Shape;25670;p82">
              <a:extLst>
                <a:ext uri="{FF2B5EF4-FFF2-40B4-BE49-F238E27FC236}">
                  <a16:creationId xmlns:a16="http://schemas.microsoft.com/office/drawing/2014/main" id="{CE352352-82DE-401A-D409-E42890E76082}"/>
                </a:ext>
              </a:extLst>
            </p:cNvPr>
            <p:cNvSpPr/>
            <p:nvPr/>
          </p:nvSpPr>
          <p:spPr>
            <a:xfrm>
              <a:off x="-46234850" y="3569100"/>
              <a:ext cx="18125" cy="52800"/>
            </a:xfrm>
            <a:custGeom>
              <a:avLst/>
              <a:gdLst/>
              <a:ahLst/>
              <a:cxnLst/>
              <a:rect l="l" t="t" r="r" b="b"/>
              <a:pathLst>
                <a:path w="725" h="2112" extrusionOk="0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25671;p82">
              <a:extLst>
                <a:ext uri="{FF2B5EF4-FFF2-40B4-BE49-F238E27FC236}">
                  <a16:creationId xmlns:a16="http://schemas.microsoft.com/office/drawing/2014/main" id="{0D560A4F-E97E-40BE-DB70-6AFBA595B8CE}"/>
                </a:ext>
              </a:extLst>
            </p:cNvPr>
            <p:cNvSpPr/>
            <p:nvPr/>
          </p:nvSpPr>
          <p:spPr>
            <a:xfrm>
              <a:off x="-46270300" y="3745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25672;p82">
              <a:extLst>
                <a:ext uri="{FF2B5EF4-FFF2-40B4-BE49-F238E27FC236}">
                  <a16:creationId xmlns:a16="http://schemas.microsoft.com/office/drawing/2014/main" id="{CDAA0994-6A4A-4596-CD97-4D15DA83EAEC}"/>
                </a:ext>
              </a:extLst>
            </p:cNvPr>
            <p:cNvSpPr/>
            <p:nvPr/>
          </p:nvSpPr>
          <p:spPr>
            <a:xfrm>
              <a:off x="-46305750" y="3710875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25673;p82">
              <a:extLst>
                <a:ext uri="{FF2B5EF4-FFF2-40B4-BE49-F238E27FC236}">
                  <a16:creationId xmlns:a16="http://schemas.microsoft.com/office/drawing/2014/main" id="{8BACC2C0-6D79-EB63-74CB-E286F3325FEA}"/>
                </a:ext>
              </a:extLst>
            </p:cNvPr>
            <p:cNvSpPr/>
            <p:nvPr/>
          </p:nvSpPr>
          <p:spPr>
            <a:xfrm>
              <a:off x="-46409700" y="3569900"/>
              <a:ext cx="300100" cy="300100"/>
            </a:xfrm>
            <a:custGeom>
              <a:avLst/>
              <a:gdLst/>
              <a:ahLst/>
              <a:cxnLst/>
              <a:rect l="l" t="t" r="r" b="b"/>
              <a:pathLst>
                <a:path w="12004" h="12004" extrusionOk="0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25674;p82">
              <a:extLst>
                <a:ext uri="{FF2B5EF4-FFF2-40B4-BE49-F238E27FC236}">
                  <a16:creationId xmlns:a16="http://schemas.microsoft.com/office/drawing/2014/main" id="{20D10FD9-58E7-FBDA-98D7-AD19CF149FF8}"/>
                </a:ext>
              </a:extLst>
            </p:cNvPr>
            <p:cNvSpPr/>
            <p:nvPr/>
          </p:nvSpPr>
          <p:spPr>
            <a:xfrm>
              <a:off x="-46341175" y="3569100"/>
              <a:ext cx="159125" cy="87450"/>
            </a:xfrm>
            <a:custGeom>
              <a:avLst/>
              <a:gdLst/>
              <a:ahLst/>
              <a:cxnLst/>
              <a:rect l="l" t="t" r="r" b="b"/>
              <a:pathLst>
                <a:path w="636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" name="Google Shape;25757;p82">
            <a:extLst>
              <a:ext uri="{FF2B5EF4-FFF2-40B4-BE49-F238E27FC236}">
                <a16:creationId xmlns:a16="http://schemas.microsoft.com/office/drawing/2014/main" id="{C73422CA-6323-452D-90BE-05AC5F7C89FE}"/>
              </a:ext>
            </a:extLst>
          </p:cNvPr>
          <p:cNvGrpSpPr/>
          <p:nvPr/>
        </p:nvGrpSpPr>
        <p:grpSpPr>
          <a:xfrm>
            <a:off x="101662" y="4187774"/>
            <a:ext cx="345600" cy="345600"/>
            <a:chOff x="-44895900" y="3929450"/>
            <a:chExt cx="263875" cy="302075"/>
          </a:xfrm>
        </p:grpSpPr>
        <p:sp>
          <p:nvSpPr>
            <p:cNvPr id="44" name="Google Shape;25758;p82">
              <a:extLst>
                <a:ext uri="{FF2B5EF4-FFF2-40B4-BE49-F238E27FC236}">
                  <a16:creationId xmlns:a16="http://schemas.microsoft.com/office/drawing/2014/main" id="{E5AA1EFE-A3EC-E611-9866-A835ACC9E3D7}"/>
                </a:ext>
              </a:extLst>
            </p:cNvPr>
            <p:cNvSpPr/>
            <p:nvPr/>
          </p:nvSpPr>
          <p:spPr>
            <a:xfrm>
              <a:off x="-44813975" y="4100750"/>
              <a:ext cx="101625" cy="50425"/>
            </a:xfrm>
            <a:custGeom>
              <a:avLst/>
              <a:gdLst/>
              <a:ahLst/>
              <a:cxnLst/>
              <a:rect l="l" t="t" r="r" b="b"/>
              <a:pathLst>
                <a:path w="4065" h="2017" extrusionOk="0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25759;p82">
              <a:extLst>
                <a:ext uri="{FF2B5EF4-FFF2-40B4-BE49-F238E27FC236}">
                  <a16:creationId xmlns:a16="http://schemas.microsoft.com/office/drawing/2014/main" id="{86229257-2AE5-6CEE-59D9-FAEF390BCA59}"/>
                </a:ext>
              </a:extLst>
            </p:cNvPr>
            <p:cNvSpPr/>
            <p:nvPr/>
          </p:nvSpPr>
          <p:spPr>
            <a:xfrm>
              <a:off x="-44885650" y="3929450"/>
              <a:ext cx="244175" cy="87825"/>
            </a:xfrm>
            <a:custGeom>
              <a:avLst/>
              <a:gdLst/>
              <a:ahLst/>
              <a:cxnLst/>
              <a:rect l="l" t="t" r="r" b="b"/>
              <a:pathLst>
                <a:path w="9767" h="3513" extrusionOk="0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25760;p82">
              <a:extLst>
                <a:ext uri="{FF2B5EF4-FFF2-40B4-BE49-F238E27FC236}">
                  <a16:creationId xmlns:a16="http://schemas.microsoft.com/office/drawing/2014/main" id="{FF71BEAF-65A5-02DF-4208-079B344B0141}"/>
                </a:ext>
              </a:extLst>
            </p:cNvPr>
            <p:cNvSpPr/>
            <p:nvPr/>
          </p:nvSpPr>
          <p:spPr>
            <a:xfrm>
              <a:off x="-44825000" y="4006225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" name="Google Shape;25761;p82">
              <a:extLst>
                <a:ext uri="{FF2B5EF4-FFF2-40B4-BE49-F238E27FC236}">
                  <a16:creationId xmlns:a16="http://schemas.microsoft.com/office/drawing/2014/main" id="{89DC64AC-D56D-4BE5-E309-5E2BF218FEDC}"/>
                </a:ext>
              </a:extLst>
            </p:cNvPr>
            <p:cNvSpPr/>
            <p:nvPr/>
          </p:nvSpPr>
          <p:spPr>
            <a:xfrm>
              <a:off x="-44754900" y="4005450"/>
              <a:ext cx="122875" cy="222925"/>
            </a:xfrm>
            <a:custGeom>
              <a:avLst/>
              <a:gdLst/>
              <a:ahLst/>
              <a:cxnLst/>
              <a:rect l="l" t="t" r="r" b="b"/>
              <a:pathLst>
                <a:path w="4915" h="8917" extrusionOk="0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25762;p82">
              <a:extLst>
                <a:ext uri="{FF2B5EF4-FFF2-40B4-BE49-F238E27FC236}">
                  <a16:creationId xmlns:a16="http://schemas.microsoft.com/office/drawing/2014/main" id="{373B7EE6-C85C-4599-BF27-42E064F901C4}"/>
                </a:ext>
              </a:extLst>
            </p:cNvPr>
            <p:cNvSpPr/>
            <p:nvPr/>
          </p:nvSpPr>
          <p:spPr>
            <a:xfrm>
              <a:off x="-44754900" y="4006225"/>
              <a:ext cx="52775" cy="105575"/>
            </a:xfrm>
            <a:custGeom>
              <a:avLst/>
              <a:gdLst/>
              <a:ahLst/>
              <a:cxnLst/>
              <a:rect l="l" t="t" r="r" b="b"/>
              <a:pathLst>
                <a:path w="2111" h="4223" extrusionOk="0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25763;p82">
              <a:extLst>
                <a:ext uri="{FF2B5EF4-FFF2-40B4-BE49-F238E27FC236}">
                  <a16:creationId xmlns:a16="http://schemas.microsoft.com/office/drawing/2014/main" id="{9021F764-5E6C-5708-9069-1C6A89ED3B3A}"/>
                </a:ext>
              </a:extLst>
            </p:cNvPr>
            <p:cNvSpPr/>
            <p:nvPr/>
          </p:nvSpPr>
          <p:spPr>
            <a:xfrm>
              <a:off x="-44895900" y="4006225"/>
              <a:ext cx="122900" cy="225300"/>
            </a:xfrm>
            <a:custGeom>
              <a:avLst/>
              <a:gdLst/>
              <a:ahLst/>
              <a:cxnLst/>
              <a:rect l="l" t="t" r="r" b="b"/>
              <a:pathLst>
                <a:path w="4916" h="9012" extrusionOk="0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" name="Google Shape;23264;p76">
            <a:extLst>
              <a:ext uri="{FF2B5EF4-FFF2-40B4-BE49-F238E27FC236}">
                <a16:creationId xmlns:a16="http://schemas.microsoft.com/office/drawing/2014/main" id="{D87DF57D-B236-AD15-070D-7DAC3A08DC6F}"/>
              </a:ext>
            </a:extLst>
          </p:cNvPr>
          <p:cNvGrpSpPr/>
          <p:nvPr/>
        </p:nvGrpSpPr>
        <p:grpSpPr>
          <a:xfrm>
            <a:off x="541132" y="3731394"/>
            <a:ext cx="345600" cy="345600"/>
            <a:chOff x="1706078" y="2092648"/>
            <a:chExt cx="660913" cy="637296"/>
          </a:xfrm>
        </p:grpSpPr>
        <p:sp>
          <p:nvSpPr>
            <p:cNvPr id="32" name="Google Shape;23265;p76">
              <a:extLst>
                <a:ext uri="{FF2B5EF4-FFF2-40B4-BE49-F238E27FC236}">
                  <a16:creationId xmlns:a16="http://schemas.microsoft.com/office/drawing/2014/main" id="{74C130BD-EA7F-829F-E979-A068891F5AC7}"/>
                </a:ext>
              </a:extLst>
            </p:cNvPr>
            <p:cNvSpPr/>
            <p:nvPr/>
          </p:nvSpPr>
          <p:spPr>
            <a:xfrm>
              <a:off x="1745332" y="2158066"/>
              <a:ext cx="571867" cy="571878"/>
            </a:xfrm>
            <a:custGeom>
              <a:avLst/>
              <a:gdLst/>
              <a:ahLst/>
              <a:cxnLst/>
              <a:rect l="l" t="t" r="r" b="b"/>
              <a:pathLst>
                <a:path w="107747" h="107749" extrusionOk="0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0" name="Google Shape;23266;p76">
              <a:extLst>
                <a:ext uri="{FF2B5EF4-FFF2-40B4-BE49-F238E27FC236}">
                  <a16:creationId xmlns:a16="http://schemas.microsoft.com/office/drawing/2014/main" id="{C18EE75D-597A-8912-C77C-4529B9DADD5C}"/>
                </a:ext>
              </a:extLst>
            </p:cNvPr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51" name="Google Shape;23267;p76">
                <a:extLst>
                  <a:ext uri="{FF2B5EF4-FFF2-40B4-BE49-F238E27FC236}">
                    <a16:creationId xmlns:a16="http://schemas.microsoft.com/office/drawing/2014/main" id="{C0FFFDAC-85B4-B8DC-B875-7345A89BA953}"/>
                  </a:ext>
                </a:extLst>
              </p:cNvPr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extrusionOk="0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23268;p76">
                <a:extLst>
                  <a:ext uri="{FF2B5EF4-FFF2-40B4-BE49-F238E27FC236}">
                    <a16:creationId xmlns:a16="http://schemas.microsoft.com/office/drawing/2014/main" id="{119B19B4-A6FB-7992-9FA5-F67C0003A1C9}"/>
                  </a:ext>
                </a:extLst>
              </p:cNvPr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avLst/>
                <a:gdLst/>
                <a:ahLst/>
                <a:cxnLst/>
                <a:rect l="l" t="t" r="r" b="b"/>
                <a:pathLst>
                  <a:path w="62027" h="52191" extrusionOk="0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23269;p76">
                <a:extLst>
                  <a:ext uri="{FF2B5EF4-FFF2-40B4-BE49-F238E27FC236}">
                    <a16:creationId xmlns:a16="http://schemas.microsoft.com/office/drawing/2014/main" id="{B0CE7AEA-61EE-63AA-C6F5-EDFD1C8587D0}"/>
                  </a:ext>
                </a:extLst>
              </p:cNvPr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avLst/>
                <a:gdLst/>
                <a:ahLst/>
                <a:cxnLst/>
                <a:rect l="l" t="t" r="r" b="b"/>
                <a:pathLst>
                  <a:path w="62507" h="52211" extrusionOk="0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6641043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 advClick="0" advTm="0">
        <p159:morph option="byObject"/>
      </p:transition>
    </mc:Choice>
    <mc:Fallback xmlns="">
      <p:transition spd="slow" advClick="0" advTm="0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7" name="Google Shape;8787;p31"/>
          <p:cNvSpPr txBox="1">
            <a:spLocks noGrp="1"/>
          </p:cNvSpPr>
          <p:nvPr>
            <p:ph type="title"/>
          </p:nvPr>
        </p:nvSpPr>
        <p:spPr>
          <a:xfrm>
            <a:off x="713214" y="1888237"/>
            <a:ext cx="7717500" cy="61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2800" dirty="0"/>
              <a:t>Virtual Keyboard </a:t>
            </a:r>
            <a:br>
              <a:rPr lang="en-ID" sz="2800" dirty="0"/>
            </a:br>
            <a:r>
              <a:rPr lang="en-ID" sz="2800" dirty="0"/>
              <a:t>Specifications</a:t>
            </a:r>
            <a:endParaRPr sz="2800" dirty="0"/>
          </a:p>
        </p:txBody>
      </p:sp>
      <p:sp>
        <p:nvSpPr>
          <p:cNvPr id="8788" name="Google Shape;8788;p31"/>
          <p:cNvSpPr txBox="1">
            <a:spLocks noGrp="1"/>
          </p:cNvSpPr>
          <p:nvPr>
            <p:ph type="title" idx="2"/>
          </p:nvPr>
        </p:nvSpPr>
        <p:spPr>
          <a:xfrm>
            <a:off x="713225" y="961633"/>
            <a:ext cx="2136000" cy="3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</a:t>
            </a:r>
            <a:endParaRPr dirty="0"/>
          </a:p>
        </p:txBody>
      </p:sp>
      <p:sp>
        <p:nvSpPr>
          <p:cNvPr id="8789" name="Google Shape;8789;p31"/>
          <p:cNvSpPr txBox="1">
            <a:spLocks noGrp="1"/>
          </p:cNvSpPr>
          <p:nvPr>
            <p:ph type="subTitle" idx="1"/>
          </p:nvPr>
        </p:nvSpPr>
        <p:spPr>
          <a:xfrm>
            <a:off x="713225" y="1594037"/>
            <a:ext cx="2136000" cy="55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4000mAh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(About 12 hours)</a:t>
            </a:r>
            <a:endParaRPr dirty="0"/>
          </a:p>
        </p:txBody>
      </p:sp>
      <p:sp>
        <p:nvSpPr>
          <p:cNvPr id="8790" name="Google Shape;8790;p31"/>
          <p:cNvSpPr txBox="1">
            <a:spLocks noGrp="1"/>
          </p:cNvSpPr>
          <p:nvPr>
            <p:ph type="subTitle" idx="3"/>
          </p:nvPr>
        </p:nvSpPr>
        <p:spPr>
          <a:xfrm>
            <a:off x="713225" y="1265251"/>
            <a:ext cx="2136000" cy="41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Battery</a:t>
            </a:r>
            <a:endParaRPr dirty="0"/>
          </a:p>
        </p:txBody>
      </p:sp>
      <p:sp>
        <p:nvSpPr>
          <p:cNvPr id="8791" name="Google Shape;8791;p31"/>
          <p:cNvSpPr txBox="1">
            <a:spLocks noGrp="1"/>
          </p:cNvSpPr>
          <p:nvPr>
            <p:ph type="title" idx="4"/>
          </p:nvPr>
        </p:nvSpPr>
        <p:spPr>
          <a:xfrm>
            <a:off x="3504012" y="649365"/>
            <a:ext cx="2136000" cy="3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02</a:t>
            </a:r>
            <a:endParaRPr dirty="0"/>
          </a:p>
        </p:txBody>
      </p:sp>
      <p:sp>
        <p:nvSpPr>
          <p:cNvPr id="8792" name="Google Shape;8792;p31"/>
          <p:cNvSpPr txBox="1">
            <a:spLocks noGrp="1"/>
          </p:cNvSpPr>
          <p:nvPr>
            <p:ph type="subTitle" idx="5"/>
          </p:nvPr>
        </p:nvSpPr>
        <p:spPr>
          <a:xfrm>
            <a:off x="3504000" y="1200035"/>
            <a:ext cx="2136000" cy="55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Proxima Nova"/>
                <a:ea typeface="Proxima Nova"/>
                <a:cs typeface="Proxima Nova"/>
                <a:sym typeface="Proxima Nova"/>
              </a:rPr>
              <a:t>RYG</a:t>
            </a:r>
            <a:endParaRPr dirty="0"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793" name="Google Shape;8793;p31"/>
          <p:cNvSpPr txBox="1">
            <a:spLocks noGrp="1"/>
          </p:cNvSpPr>
          <p:nvPr>
            <p:ph type="subTitle" idx="6"/>
          </p:nvPr>
        </p:nvSpPr>
        <p:spPr>
          <a:xfrm>
            <a:off x="3503992" y="893548"/>
            <a:ext cx="2136000" cy="41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Color Keyboard</a:t>
            </a:r>
            <a:endParaRPr dirty="0"/>
          </a:p>
        </p:txBody>
      </p:sp>
      <p:sp>
        <p:nvSpPr>
          <p:cNvPr id="8794" name="Google Shape;8794;p31"/>
          <p:cNvSpPr txBox="1">
            <a:spLocks noGrp="1"/>
          </p:cNvSpPr>
          <p:nvPr>
            <p:ph type="title" idx="7"/>
          </p:nvPr>
        </p:nvSpPr>
        <p:spPr>
          <a:xfrm>
            <a:off x="6294748" y="998769"/>
            <a:ext cx="2136000" cy="3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03</a:t>
            </a:r>
            <a:endParaRPr dirty="0"/>
          </a:p>
        </p:txBody>
      </p:sp>
      <p:sp>
        <p:nvSpPr>
          <p:cNvPr id="8795" name="Google Shape;8795;p31"/>
          <p:cNvSpPr txBox="1">
            <a:spLocks noGrp="1"/>
          </p:cNvSpPr>
          <p:nvPr>
            <p:ph type="subTitle" idx="8"/>
          </p:nvPr>
        </p:nvSpPr>
        <p:spPr>
          <a:xfrm>
            <a:off x="6294725" y="1646082"/>
            <a:ext cx="2136000" cy="55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Bluetooth 5.0 </a:t>
            </a:r>
            <a:endParaRPr dirty="0"/>
          </a:p>
        </p:txBody>
      </p:sp>
      <p:sp>
        <p:nvSpPr>
          <p:cNvPr id="8796" name="Google Shape;8796;p31"/>
          <p:cNvSpPr txBox="1">
            <a:spLocks noGrp="1"/>
          </p:cNvSpPr>
          <p:nvPr>
            <p:ph type="subTitle" idx="9"/>
          </p:nvPr>
        </p:nvSpPr>
        <p:spPr>
          <a:xfrm>
            <a:off x="6294725" y="1287553"/>
            <a:ext cx="2136000" cy="41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Connection with</a:t>
            </a:r>
            <a:endParaRPr dirty="0"/>
          </a:p>
        </p:txBody>
      </p:sp>
      <p:sp>
        <p:nvSpPr>
          <p:cNvPr id="8797" name="Google Shape;8797;p31"/>
          <p:cNvSpPr txBox="1">
            <a:spLocks noGrp="1"/>
          </p:cNvSpPr>
          <p:nvPr>
            <p:ph type="title" idx="13"/>
          </p:nvPr>
        </p:nvSpPr>
        <p:spPr>
          <a:xfrm>
            <a:off x="713225" y="2971329"/>
            <a:ext cx="2136000" cy="3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04</a:t>
            </a:r>
            <a:endParaRPr dirty="0"/>
          </a:p>
        </p:txBody>
      </p:sp>
      <p:sp>
        <p:nvSpPr>
          <p:cNvPr id="8798" name="Google Shape;8798;p31"/>
          <p:cNvSpPr txBox="1">
            <a:spLocks noGrp="1"/>
          </p:cNvSpPr>
          <p:nvPr>
            <p:ph type="subTitle" idx="14"/>
          </p:nvPr>
        </p:nvSpPr>
        <p:spPr>
          <a:xfrm>
            <a:off x="713225" y="3625967"/>
            <a:ext cx="2136000" cy="55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Stereo</a:t>
            </a:r>
            <a:endParaRPr dirty="0"/>
          </a:p>
        </p:txBody>
      </p:sp>
      <p:sp>
        <p:nvSpPr>
          <p:cNvPr id="8799" name="Google Shape;8799;p31"/>
          <p:cNvSpPr txBox="1">
            <a:spLocks noGrp="1"/>
          </p:cNvSpPr>
          <p:nvPr>
            <p:ph type="subTitle" idx="15"/>
          </p:nvPr>
        </p:nvSpPr>
        <p:spPr>
          <a:xfrm>
            <a:off x="713225" y="3256358"/>
            <a:ext cx="2136000" cy="41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Speaker</a:t>
            </a:r>
            <a:endParaRPr dirty="0"/>
          </a:p>
        </p:txBody>
      </p:sp>
      <p:sp>
        <p:nvSpPr>
          <p:cNvPr id="8800" name="Google Shape;8800;p31"/>
          <p:cNvSpPr txBox="1">
            <a:spLocks noGrp="1"/>
          </p:cNvSpPr>
          <p:nvPr>
            <p:ph type="title" idx="16"/>
          </p:nvPr>
        </p:nvSpPr>
        <p:spPr>
          <a:xfrm>
            <a:off x="3504012" y="3365301"/>
            <a:ext cx="2136000" cy="3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05</a:t>
            </a:r>
            <a:endParaRPr dirty="0"/>
          </a:p>
        </p:txBody>
      </p:sp>
      <p:sp>
        <p:nvSpPr>
          <p:cNvPr id="8801" name="Google Shape;8801;p31"/>
          <p:cNvSpPr txBox="1">
            <a:spLocks noGrp="1"/>
          </p:cNvSpPr>
          <p:nvPr>
            <p:ph type="subTitle" idx="17"/>
          </p:nvPr>
        </p:nvSpPr>
        <p:spPr>
          <a:xfrm>
            <a:off x="3503992" y="4097700"/>
            <a:ext cx="2136000" cy="55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9cm x 4,8cm x 4,4cm</a:t>
            </a:r>
            <a:endParaRPr dirty="0"/>
          </a:p>
        </p:txBody>
      </p:sp>
      <p:sp>
        <p:nvSpPr>
          <p:cNvPr id="8802" name="Google Shape;8802;p31"/>
          <p:cNvSpPr txBox="1">
            <a:spLocks noGrp="1"/>
          </p:cNvSpPr>
          <p:nvPr>
            <p:ph type="subTitle" idx="18"/>
          </p:nvPr>
        </p:nvSpPr>
        <p:spPr>
          <a:xfrm>
            <a:off x="3503992" y="3680100"/>
            <a:ext cx="2136000" cy="41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Product Size</a:t>
            </a:r>
            <a:endParaRPr dirty="0"/>
          </a:p>
        </p:txBody>
      </p:sp>
      <p:sp>
        <p:nvSpPr>
          <p:cNvPr id="8803" name="Google Shape;8803;p31"/>
          <p:cNvSpPr txBox="1">
            <a:spLocks noGrp="1"/>
          </p:cNvSpPr>
          <p:nvPr>
            <p:ph type="title" idx="19"/>
          </p:nvPr>
        </p:nvSpPr>
        <p:spPr>
          <a:xfrm>
            <a:off x="6294725" y="3010021"/>
            <a:ext cx="2136000" cy="3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06</a:t>
            </a:r>
            <a:endParaRPr dirty="0"/>
          </a:p>
        </p:txBody>
      </p:sp>
      <p:sp>
        <p:nvSpPr>
          <p:cNvPr id="8804" name="Google Shape;8804;p31"/>
          <p:cNvSpPr txBox="1">
            <a:spLocks noGrp="1"/>
          </p:cNvSpPr>
          <p:nvPr>
            <p:ph type="subTitle" idx="20"/>
          </p:nvPr>
        </p:nvSpPr>
        <p:spPr>
          <a:xfrm>
            <a:off x="6294725" y="3607049"/>
            <a:ext cx="2136000" cy="55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10cm x 25cm</a:t>
            </a:r>
            <a:endParaRPr dirty="0"/>
          </a:p>
        </p:txBody>
      </p:sp>
      <p:sp>
        <p:nvSpPr>
          <p:cNvPr id="8805" name="Google Shape;8805;p31"/>
          <p:cNvSpPr txBox="1">
            <a:spLocks noGrp="1"/>
          </p:cNvSpPr>
          <p:nvPr>
            <p:ph type="subTitle" idx="21"/>
          </p:nvPr>
        </p:nvSpPr>
        <p:spPr>
          <a:xfrm>
            <a:off x="6294725" y="3278655"/>
            <a:ext cx="2136000" cy="41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Projection size</a:t>
            </a:r>
            <a:endParaRPr dirty="0"/>
          </a:p>
        </p:txBody>
      </p:sp>
      <p:grpSp>
        <p:nvGrpSpPr>
          <p:cNvPr id="2" name="Google Shape;22465;p74">
            <a:extLst>
              <a:ext uri="{FF2B5EF4-FFF2-40B4-BE49-F238E27FC236}">
                <a16:creationId xmlns:a16="http://schemas.microsoft.com/office/drawing/2014/main" id="{8903C98F-9E5F-589F-E8ED-DD32B0CD59C5}"/>
              </a:ext>
            </a:extLst>
          </p:cNvPr>
          <p:cNvGrpSpPr/>
          <p:nvPr/>
        </p:nvGrpSpPr>
        <p:grpSpPr>
          <a:xfrm>
            <a:off x="3529065" y="1637741"/>
            <a:ext cx="2085819" cy="285210"/>
            <a:chOff x="238125" y="2506075"/>
            <a:chExt cx="7115411" cy="673075"/>
          </a:xfrm>
        </p:grpSpPr>
        <p:sp>
          <p:nvSpPr>
            <p:cNvPr id="3" name="Google Shape;22466;p74">
              <a:extLst>
                <a:ext uri="{FF2B5EF4-FFF2-40B4-BE49-F238E27FC236}">
                  <a16:creationId xmlns:a16="http://schemas.microsoft.com/office/drawing/2014/main" id="{E505DB7A-1A53-97BE-F973-0B1E0A73E9D5}"/>
                </a:ext>
              </a:extLst>
            </p:cNvPr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" name="Google Shape;22467;p74">
              <a:extLst>
                <a:ext uri="{FF2B5EF4-FFF2-40B4-BE49-F238E27FC236}">
                  <a16:creationId xmlns:a16="http://schemas.microsoft.com/office/drawing/2014/main" id="{8AC0F3D7-B042-471A-26AB-F9F4EB44803C}"/>
                </a:ext>
              </a:extLst>
            </p:cNvPr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" name="Google Shape;22468;p74">
              <a:extLst>
                <a:ext uri="{FF2B5EF4-FFF2-40B4-BE49-F238E27FC236}">
                  <a16:creationId xmlns:a16="http://schemas.microsoft.com/office/drawing/2014/main" id="{4F7CE675-AC9A-2F49-C75B-0694BD4F2645}"/>
                </a:ext>
              </a:extLst>
            </p:cNvPr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" name="Google Shape;22469;p74">
              <a:extLst>
                <a:ext uri="{FF2B5EF4-FFF2-40B4-BE49-F238E27FC236}">
                  <a16:creationId xmlns:a16="http://schemas.microsoft.com/office/drawing/2014/main" id="{4B1AF4B7-B85E-8220-D48C-32CC4026412C}"/>
                </a:ext>
              </a:extLst>
            </p:cNvPr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" name="Google Shape;22470;p74">
              <a:extLst>
                <a:ext uri="{FF2B5EF4-FFF2-40B4-BE49-F238E27FC236}">
                  <a16:creationId xmlns:a16="http://schemas.microsoft.com/office/drawing/2014/main" id="{903F11DD-E360-D212-8BF4-1D20C2FB5166}"/>
                </a:ext>
              </a:extLst>
            </p:cNvPr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8" name="Google Shape;25812;p82">
            <a:extLst>
              <a:ext uri="{FF2B5EF4-FFF2-40B4-BE49-F238E27FC236}">
                <a16:creationId xmlns:a16="http://schemas.microsoft.com/office/drawing/2014/main" id="{727A0289-777A-C4F6-2245-2A153EDEEDB7}"/>
              </a:ext>
            </a:extLst>
          </p:cNvPr>
          <p:cNvGrpSpPr/>
          <p:nvPr/>
        </p:nvGrpSpPr>
        <p:grpSpPr>
          <a:xfrm>
            <a:off x="8627038" y="4649555"/>
            <a:ext cx="345600" cy="345600"/>
            <a:chOff x="-47523400" y="3973950"/>
            <a:chExt cx="300100" cy="228425"/>
          </a:xfrm>
        </p:grpSpPr>
        <p:sp>
          <p:nvSpPr>
            <p:cNvPr id="9" name="Google Shape;25813;p82">
              <a:extLst>
                <a:ext uri="{FF2B5EF4-FFF2-40B4-BE49-F238E27FC236}">
                  <a16:creationId xmlns:a16="http://schemas.microsoft.com/office/drawing/2014/main" id="{FD4DF0DC-CBEF-2A45-F30F-B53281AA8C65}"/>
                </a:ext>
              </a:extLst>
            </p:cNvPr>
            <p:cNvSpPr/>
            <p:nvPr/>
          </p:nvSpPr>
          <p:spPr>
            <a:xfrm>
              <a:off x="-47417075" y="4061375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" name="Google Shape;25814;p82">
              <a:extLst>
                <a:ext uri="{FF2B5EF4-FFF2-40B4-BE49-F238E27FC236}">
                  <a16:creationId xmlns:a16="http://schemas.microsoft.com/office/drawing/2014/main" id="{A1EC0223-DDF3-3CB6-6BC5-7509409575A6}"/>
                </a:ext>
              </a:extLst>
            </p:cNvPr>
            <p:cNvSpPr/>
            <p:nvPr/>
          </p:nvSpPr>
          <p:spPr>
            <a:xfrm>
              <a:off x="-47417875" y="4061375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" name="Google Shape;25815;p82">
              <a:extLst>
                <a:ext uri="{FF2B5EF4-FFF2-40B4-BE49-F238E27FC236}">
                  <a16:creationId xmlns:a16="http://schemas.microsoft.com/office/drawing/2014/main" id="{DB05FE3A-3F9B-03FA-8259-B289D3D230F6}"/>
                </a:ext>
              </a:extLst>
            </p:cNvPr>
            <p:cNvSpPr/>
            <p:nvPr/>
          </p:nvSpPr>
          <p:spPr>
            <a:xfrm>
              <a:off x="-47453300" y="40267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" name="Google Shape;25816;p82">
              <a:extLst>
                <a:ext uri="{FF2B5EF4-FFF2-40B4-BE49-F238E27FC236}">
                  <a16:creationId xmlns:a16="http://schemas.microsoft.com/office/drawing/2014/main" id="{33F781D6-D955-8876-9383-4C158B3EEBAD}"/>
                </a:ext>
              </a:extLst>
            </p:cNvPr>
            <p:cNvSpPr/>
            <p:nvPr/>
          </p:nvSpPr>
          <p:spPr>
            <a:xfrm>
              <a:off x="-47506875" y="3973950"/>
              <a:ext cx="264675" cy="174875"/>
            </a:xfrm>
            <a:custGeom>
              <a:avLst/>
              <a:gdLst/>
              <a:ahLst/>
              <a:cxnLst/>
              <a:rect l="l" t="t" r="r" b="b"/>
              <a:pathLst>
                <a:path w="10587" h="6995" extrusionOk="0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" name="Google Shape;25817;p82">
              <a:extLst>
                <a:ext uri="{FF2B5EF4-FFF2-40B4-BE49-F238E27FC236}">
                  <a16:creationId xmlns:a16="http://schemas.microsoft.com/office/drawing/2014/main" id="{5E33EB08-977A-C42B-332A-199ED8F68A03}"/>
                </a:ext>
              </a:extLst>
            </p:cNvPr>
            <p:cNvSpPr/>
            <p:nvPr/>
          </p:nvSpPr>
          <p:spPr>
            <a:xfrm>
              <a:off x="-47523400" y="4166900"/>
              <a:ext cx="300100" cy="35475"/>
            </a:xfrm>
            <a:custGeom>
              <a:avLst/>
              <a:gdLst/>
              <a:ahLst/>
              <a:cxnLst/>
              <a:rect l="l" t="t" r="r" b="b"/>
              <a:pathLst>
                <a:path w="12004" h="1419" extrusionOk="0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4" name="Google Shape;25832;p82">
            <a:extLst>
              <a:ext uri="{FF2B5EF4-FFF2-40B4-BE49-F238E27FC236}">
                <a16:creationId xmlns:a16="http://schemas.microsoft.com/office/drawing/2014/main" id="{B5FF805C-6769-A266-CE18-66371FC798BD}"/>
              </a:ext>
            </a:extLst>
          </p:cNvPr>
          <p:cNvGrpSpPr/>
          <p:nvPr/>
        </p:nvGrpSpPr>
        <p:grpSpPr>
          <a:xfrm>
            <a:off x="8598167" y="3592860"/>
            <a:ext cx="356205" cy="356205"/>
            <a:chOff x="-44512325" y="3176075"/>
            <a:chExt cx="300900" cy="300900"/>
          </a:xfrm>
        </p:grpSpPr>
        <p:sp>
          <p:nvSpPr>
            <p:cNvPr id="15" name="Google Shape;25833;p82">
              <a:extLst>
                <a:ext uri="{FF2B5EF4-FFF2-40B4-BE49-F238E27FC236}">
                  <a16:creationId xmlns:a16="http://schemas.microsoft.com/office/drawing/2014/main" id="{55B5CC95-521D-A858-4262-EB2DC52CB3BA}"/>
                </a:ext>
              </a:extLst>
            </p:cNvPr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" name="Google Shape;25834;p82">
              <a:extLst>
                <a:ext uri="{FF2B5EF4-FFF2-40B4-BE49-F238E27FC236}">
                  <a16:creationId xmlns:a16="http://schemas.microsoft.com/office/drawing/2014/main" id="{474821FC-C628-0491-1DDD-461BA685A9FB}"/>
                </a:ext>
              </a:extLst>
            </p:cNvPr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25835;p82">
              <a:extLst>
                <a:ext uri="{FF2B5EF4-FFF2-40B4-BE49-F238E27FC236}">
                  <a16:creationId xmlns:a16="http://schemas.microsoft.com/office/drawing/2014/main" id="{082F583A-F8BE-3918-A548-B35E1ECD373B}"/>
                </a:ext>
              </a:extLst>
            </p:cNvPr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8" name="Google Shape;25669;p82">
            <a:extLst>
              <a:ext uri="{FF2B5EF4-FFF2-40B4-BE49-F238E27FC236}">
                <a16:creationId xmlns:a16="http://schemas.microsoft.com/office/drawing/2014/main" id="{E85DDF3B-21BC-A86F-8453-E9AA761E2BEC}"/>
              </a:ext>
            </a:extLst>
          </p:cNvPr>
          <p:cNvGrpSpPr/>
          <p:nvPr/>
        </p:nvGrpSpPr>
        <p:grpSpPr>
          <a:xfrm>
            <a:off x="8595614" y="4101574"/>
            <a:ext cx="355258" cy="356205"/>
            <a:chOff x="-46409700" y="3569100"/>
            <a:chExt cx="300100" cy="300900"/>
          </a:xfrm>
        </p:grpSpPr>
        <p:sp>
          <p:nvSpPr>
            <p:cNvPr id="19" name="Google Shape;25670;p82">
              <a:extLst>
                <a:ext uri="{FF2B5EF4-FFF2-40B4-BE49-F238E27FC236}">
                  <a16:creationId xmlns:a16="http://schemas.microsoft.com/office/drawing/2014/main" id="{7BB75584-817D-EAD4-B382-0B6F7D995BB1}"/>
                </a:ext>
              </a:extLst>
            </p:cNvPr>
            <p:cNvSpPr/>
            <p:nvPr/>
          </p:nvSpPr>
          <p:spPr>
            <a:xfrm>
              <a:off x="-46234850" y="3569100"/>
              <a:ext cx="18125" cy="52800"/>
            </a:xfrm>
            <a:custGeom>
              <a:avLst/>
              <a:gdLst/>
              <a:ahLst/>
              <a:cxnLst/>
              <a:rect l="l" t="t" r="r" b="b"/>
              <a:pathLst>
                <a:path w="725" h="2112" extrusionOk="0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" name="Google Shape;25671;p82">
              <a:extLst>
                <a:ext uri="{FF2B5EF4-FFF2-40B4-BE49-F238E27FC236}">
                  <a16:creationId xmlns:a16="http://schemas.microsoft.com/office/drawing/2014/main" id="{152821E7-3F0B-F7B1-10EA-7CD4EF6F80A8}"/>
                </a:ext>
              </a:extLst>
            </p:cNvPr>
            <p:cNvSpPr/>
            <p:nvPr/>
          </p:nvSpPr>
          <p:spPr>
            <a:xfrm>
              <a:off x="-46270300" y="3745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" name="Google Shape;25672;p82">
              <a:extLst>
                <a:ext uri="{FF2B5EF4-FFF2-40B4-BE49-F238E27FC236}">
                  <a16:creationId xmlns:a16="http://schemas.microsoft.com/office/drawing/2014/main" id="{F2D65818-6D90-15BB-3201-CC6C9638B676}"/>
                </a:ext>
              </a:extLst>
            </p:cNvPr>
            <p:cNvSpPr/>
            <p:nvPr/>
          </p:nvSpPr>
          <p:spPr>
            <a:xfrm>
              <a:off x="-46305750" y="3710875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" name="Google Shape;25673;p82">
              <a:extLst>
                <a:ext uri="{FF2B5EF4-FFF2-40B4-BE49-F238E27FC236}">
                  <a16:creationId xmlns:a16="http://schemas.microsoft.com/office/drawing/2014/main" id="{8BAED361-D6DC-4F19-E681-E0A13EB3ACC6}"/>
                </a:ext>
              </a:extLst>
            </p:cNvPr>
            <p:cNvSpPr/>
            <p:nvPr/>
          </p:nvSpPr>
          <p:spPr>
            <a:xfrm>
              <a:off x="-46409700" y="3569900"/>
              <a:ext cx="300100" cy="300100"/>
            </a:xfrm>
            <a:custGeom>
              <a:avLst/>
              <a:gdLst/>
              <a:ahLst/>
              <a:cxnLst/>
              <a:rect l="l" t="t" r="r" b="b"/>
              <a:pathLst>
                <a:path w="12004" h="12004" extrusionOk="0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" name="Google Shape;25674;p82">
              <a:extLst>
                <a:ext uri="{FF2B5EF4-FFF2-40B4-BE49-F238E27FC236}">
                  <a16:creationId xmlns:a16="http://schemas.microsoft.com/office/drawing/2014/main" id="{63E8E36C-548B-09F0-DF9A-23E16D99118B}"/>
                </a:ext>
              </a:extLst>
            </p:cNvPr>
            <p:cNvSpPr/>
            <p:nvPr/>
          </p:nvSpPr>
          <p:spPr>
            <a:xfrm>
              <a:off x="-46341175" y="3569100"/>
              <a:ext cx="159125" cy="87450"/>
            </a:xfrm>
            <a:custGeom>
              <a:avLst/>
              <a:gdLst/>
              <a:ahLst/>
              <a:cxnLst/>
              <a:rect l="l" t="t" r="r" b="b"/>
              <a:pathLst>
                <a:path w="636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4" name="Google Shape;22389;p74">
            <a:extLst>
              <a:ext uri="{FF2B5EF4-FFF2-40B4-BE49-F238E27FC236}">
                <a16:creationId xmlns:a16="http://schemas.microsoft.com/office/drawing/2014/main" id="{E44A27FE-A20D-BDE7-38E6-502FAE6AA8AF}"/>
              </a:ext>
            </a:extLst>
          </p:cNvPr>
          <p:cNvGrpSpPr/>
          <p:nvPr/>
        </p:nvGrpSpPr>
        <p:grpSpPr>
          <a:xfrm>
            <a:off x="3574438" y="2823480"/>
            <a:ext cx="1675129" cy="525345"/>
            <a:chOff x="5194708" y="3484366"/>
            <a:chExt cx="3148148" cy="987304"/>
          </a:xfrm>
        </p:grpSpPr>
        <p:grpSp>
          <p:nvGrpSpPr>
            <p:cNvPr id="25" name="Google Shape;22390;p74">
              <a:extLst>
                <a:ext uri="{FF2B5EF4-FFF2-40B4-BE49-F238E27FC236}">
                  <a16:creationId xmlns:a16="http://schemas.microsoft.com/office/drawing/2014/main" id="{30C64DD3-B27F-D6B6-A8A2-A8CD011A17A7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38" name="Google Shape;22391;p74">
                <a:extLst>
                  <a:ext uri="{FF2B5EF4-FFF2-40B4-BE49-F238E27FC236}">
                    <a16:creationId xmlns:a16="http://schemas.microsoft.com/office/drawing/2014/main" id="{25BF7B03-0270-E32E-46EF-2F1B495BD847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" name="Google Shape;22392;p74">
                <a:extLst>
                  <a:ext uri="{FF2B5EF4-FFF2-40B4-BE49-F238E27FC236}">
                    <a16:creationId xmlns:a16="http://schemas.microsoft.com/office/drawing/2014/main" id="{1741635E-09A0-056F-315F-2754E6B7D2E7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" name="Google Shape;22393;p74">
                <a:extLst>
                  <a:ext uri="{FF2B5EF4-FFF2-40B4-BE49-F238E27FC236}">
                    <a16:creationId xmlns:a16="http://schemas.microsoft.com/office/drawing/2014/main" id="{276E3C79-A77A-0D76-F321-EB474A702712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26" name="Google Shape;22394;p74">
              <a:extLst>
                <a:ext uri="{FF2B5EF4-FFF2-40B4-BE49-F238E27FC236}">
                  <a16:creationId xmlns:a16="http://schemas.microsoft.com/office/drawing/2014/main" id="{7C917489-EBA1-FFCB-EE93-C981D81DE6AA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35" name="Google Shape;22395;p74">
                <a:extLst>
                  <a:ext uri="{FF2B5EF4-FFF2-40B4-BE49-F238E27FC236}">
                    <a16:creationId xmlns:a16="http://schemas.microsoft.com/office/drawing/2014/main" id="{B85A5334-69E6-6069-A280-EFB4049DA606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" name="Google Shape;22396;p74">
                <a:extLst>
                  <a:ext uri="{FF2B5EF4-FFF2-40B4-BE49-F238E27FC236}">
                    <a16:creationId xmlns:a16="http://schemas.microsoft.com/office/drawing/2014/main" id="{D250A9D4-1F45-E135-8C38-11D6A56860C3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" name="Google Shape;22397;p74">
                <a:extLst>
                  <a:ext uri="{FF2B5EF4-FFF2-40B4-BE49-F238E27FC236}">
                    <a16:creationId xmlns:a16="http://schemas.microsoft.com/office/drawing/2014/main" id="{C7DF9BE8-DCDF-D3FB-79EC-9D99AEFAF8D5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27" name="Google Shape;22398;p74">
              <a:extLst>
                <a:ext uri="{FF2B5EF4-FFF2-40B4-BE49-F238E27FC236}">
                  <a16:creationId xmlns:a16="http://schemas.microsoft.com/office/drawing/2014/main" id="{9D12DB89-A39A-E03D-6701-4BADC87BE2B1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32" name="Google Shape;22399;p74">
                <a:extLst>
                  <a:ext uri="{FF2B5EF4-FFF2-40B4-BE49-F238E27FC236}">
                    <a16:creationId xmlns:a16="http://schemas.microsoft.com/office/drawing/2014/main" id="{383976E5-88FF-0958-1A5B-A800376072AC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3" name="Google Shape;22400;p74">
                <a:extLst>
                  <a:ext uri="{FF2B5EF4-FFF2-40B4-BE49-F238E27FC236}">
                    <a16:creationId xmlns:a16="http://schemas.microsoft.com/office/drawing/2014/main" id="{0592BD66-CC34-17E1-3271-81CF35677294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4" name="Google Shape;22401;p74">
                <a:extLst>
                  <a:ext uri="{FF2B5EF4-FFF2-40B4-BE49-F238E27FC236}">
                    <a16:creationId xmlns:a16="http://schemas.microsoft.com/office/drawing/2014/main" id="{A6480ABD-C33E-6352-F914-F6B5F50B858F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28" name="Google Shape;22402;p74">
              <a:extLst>
                <a:ext uri="{FF2B5EF4-FFF2-40B4-BE49-F238E27FC236}">
                  <a16:creationId xmlns:a16="http://schemas.microsoft.com/office/drawing/2014/main" id="{D30415A5-AD32-E84D-1689-FBDFB7CF70AD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29" name="Google Shape;22403;p74">
                <a:extLst>
                  <a:ext uri="{FF2B5EF4-FFF2-40B4-BE49-F238E27FC236}">
                    <a16:creationId xmlns:a16="http://schemas.microsoft.com/office/drawing/2014/main" id="{4432E1E5-A500-E489-1370-7A3F3DDC24F2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0" name="Google Shape;22404;p74">
                <a:extLst>
                  <a:ext uri="{FF2B5EF4-FFF2-40B4-BE49-F238E27FC236}">
                    <a16:creationId xmlns:a16="http://schemas.microsoft.com/office/drawing/2014/main" id="{7D4C91C8-E31F-4CB9-D538-A451E7AEB991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1" name="Google Shape;22405;p74">
                <a:extLst>
                  <a:ext uri="{FF2B5EF4-FFF2-40B4-BE49-F238E27FC236}">
                    <a16:creationId xmlns:a16="http://schemas.microsoft.com/office/drawing/2014/main" id="{6E2EE651-370F-ED46-7568-65FC4D6AD46D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41" name="Google Shape;25757;p82">
            <a:extLst>
              <a:ext uri="{FF2B5EF4-FFF2-40B4-BE49-F238E27FC236}">
                <a16:creationId xmlns:a16="http://schemas.microsoft.com/office/drawing/2014/main" id="{876958B3-89BC-EE3D-E315-5B00FE04DEFB}"/>
              </a:ext>
            </a:extLst>
          </p:cNvPr>
          <p:cNvGrpSpPr/>
          <p:nvPr/>
        </p:nvGrpSpPr>
        <p:grpSpPr>
          <a:xfrm>
            <a:off x="171362" y="4408471"/>
            <a:ext cx="508803" cy="592484"/>
            <a:chOff x="-44895900" y="3929450"/>
            <a:chExt cx="263875" cy="302075"/>
          </a:xfrm>
        </p:grpSpPr>
        <p:sp>
          <p:nvSpPr>
            <p:cNvPr id="42" name="Google Shape;25758;p82">
              <a:extLst>
                <a:ext uri="{FF2B5EF4-FFF2-40B4-BE49-F238E27FC236}">
                  <a16:creationId xmlns:a16="http://schemas.microsoft.com/office/drawing/2014/main" id="{7D782734-5A3F-C706-4986-E6A59226182D}"/>
                </a:ext>
              </a:extLst>
            </p:cNvPr>
            <p:cNvSpPr/>
            <p:nvPr/>
          </p:nvSpPr>
          <p:spPr>
            <a:xfrm>
              <a:off x="-44813975" y="4100750"/>
              <a:ext cx="101625" cy="50425"/>
            </a:xfrm>
            <a:custGeom>
              <a:avLst/>
              <a:gdLst/>
              <a:ahLst/>
              <a:cxnLst/>
              <a:rect l="l" t="t" r="r" b="b"/>
              <a:pathLst>
                <a:path w="4065" h="2017" extrusionOk="0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" name="Google Shape;25759;p82">
              <a:extLst>
                <a:ext uri="{FF2B5EF4-FFF2-40B4-BE49-F238E27FC236}">
                  <a16:creationId xmlns:a16="http://schemas.microsoft.com/office/drawing/2014/main" id="{D9843991-E165-D444-C229-BF9B67E3135A}"/>
                </a:ext>
              </a:extLst>
            </p:cNvPr>
            <p:cNvSpPr/>
            <p:nvPr/>
          </p:nvSpPr>
          <p:spPr>
            <a:xfrm>
              <a:off x="-44885650" y="3929450"/>
              <a:ext cx="244175" cy="87825"/>
            </a:xfrm>
            <a:custGeom>
              <a:avLst/>
              <a:gdLst/>
              <a:ahLst/>
              <a:cxnLst/>
              <a:rect l="l" t="t" r="r" b="b"/>
              <a:pathLst>
                <a:path w="9767" h="3513" extrusionOk="0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" name="Google Shape;25760;p82">
              <a:extLst>
                <a:ext uri="{FF2B5EF4-FFF2-40B4-BE49-F238E27FC236}">
                  <a16:creationId xmlns:a16="http://schemas.microsoft.com/office/drawing/2014/main" id="{79992AF4-9A20-87FD-C0DD-20F1FF86D9DE}"/>
                </a:ext>
              </a:extLst>
            </p:cNvPr>
            <p:cNvSpPr/>
            <p:nvPr/>
          </p:nvSpPr>
          <p:spPr>
            <a:xfrm>
              <a:off x="-44825000" y="4006225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" name="Google Shape;25761;p82">
              <a:extLst>
                <a:ext uri="{FF2B5EF4-FFF2-40B4-BE49-F238E27FC236}">
                  <a16:creationId xmlns:a16="http://schemas.microsoft.com/office/drawing/2014/main" id="{3B823EF6-97A4-A790-7024-E2896999CFAD}"/>
                </a:ext>
              </a:extLst>
            </p:cNvPr>
            <p:cNvSpPr/>
            <p:nvPr/>
          </p:nvSpPr>
          <p:spPr>
            <a:xfrm>
              <a:off x="-44754900" y="4005450"/>
              <a:ext cx="122875" cy="222925"/>
            </a:xfrm>
            <a:custGeom>
              <a:avLst/>
              <a:gdLst/>
              <a:ahLst/>
              <a:cxnLst/>
              <a:rect l="l" t="t" r="r" b="b"/>
              <a:pathLst>
                <a:path w="4915" h="8917" extrusionOk="0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" name="Google Shape;25762;p82">
              <a:extLst>
                <a:ext uri="{FF2B5EF4-FFF2-40B4-BE49-F238E27FC236}">
                  <a16:creationId xmlns:a16="http://schemas.microsoft.com/office/drawing/2014/main" id="{14BE1E0F-9092-DE31-0E28-25AEB59567A3}"/>
                </a:ext>
              </a:extLst>
            </p:cNvPr>
            <p:cNvSpPr/>
            <p:nvPr/>
          </p:nvSpPr>
          <p:spPr>
            <a:xfrm>
              <a:off x="-44754900" y="4006225"/>
              <a:ext cx="52775" cy="105575"/>
            </a:xfrm>
            <a:custGeom>
              <a:avLst/>
              <a:gdLst/>
              <a:ahLst/>
              <a:cxnLst/>
              <a:rect l="l" t="t" r="r" b="b"/>
              <a:pathLst>
                <a:path w="2111" h="4223" extrusionOk="0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" name="Google Shape;25763;p82">
              <a:extLst>
                <a:ext uri="{FF2B5EF4-FFF2-40B4-BE49-F238E27FC236}">
                  <a16:creationId xmlns:a16="http://schemas.microsoft.com/office/drawing/2014/main" id="{A9955C15-92D8-9716-70E9-BD56FDD2014C}"/>
                </a:ext>
              </a:extLst>
            </p:cNvPr>
            <p:cNvSpPr/>
            <p:nvPr/>
          </p:nvSpPr>
          <p:spPr>
            <a:xfrm>
              <a:off x="-44895900" y="4006225"/>
              <a:ext cx="122900" cy="225300"/>
            </a:xfrm>
            <a:custGeom>
              <a:avLst/>
              <a:gdLst/>
              <a:ahLst/>
              <a:cxnLst/>
              <a:rect l="l" t="t" r="r" b="b"/>
              <a:pathLst>
                <a:path w="4916" h="9012" extrusionOk="0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8" name="Google Shape;23264;p76">
            <a:extLst>
              <a:ext uri="{FF2B5EF4-FFF2-40B4-BE49-F238E27FC236}">
                <a16:creationId xmlns:a16="http://schemas.microsoft.com/office/drawing/2014/main" id="{1545AC79-2A2F-D3DE-B2D3-7D27A8BA54C8}"/>
              </a:ext>
            </a:extLst>
          </p:cNvPr>
          <p:cNvGrpSpPr/>
          <p:nvPr/>
        </p:nvGrpSpPr>
        <p:grpSpPr>
          <a:xfrm>
            <a:off x="8605272" y="3112739"/>
            <a:ext cx="345600" cy="345600"/>
            <a:chOff x="1706078" y="2092648"/>
            <a:chExt cx="660913" cy="637296"/>
          </a:xfrm>
        </p:grpSpPr>
        <p:sp>
          <p:nvSpPr>
            <p:cNvPr id="49" name="Google Shape;23265;p76">
              <a:extLst>
                <a:ext uri="{FF2B5EF4-FFF2-40B4-BE49-F238E27FC236}">
                  <a16:creationId xmlns:a16="http://schemas.microsoft.com/office/drawing/2014/main" id="{D1F315E0-B41E-57F8-E212-1B27DEAE49C4}"/>
                </a:ext>
              </a:extLst>
            </p:cNvPr>
            <p:cNvSpPr/>
            <p:nvPr/>
          </p:nvSpPr>
          <p:spPr>
            <a:xfrm>
              <a:off x="1745332" y="2158066"/>
              <a:ext cx="571867" cy="571878"/>
            </a:xfrm>
            <a:custGeom>
              <a:avLst/>
              <a:gdLst/>
              <a:ahLst/>
              <a:cxnLst/>
              <a:rect l="l" t="t" r="r" b="b"/>
              <a:pathLst>
                <a:path w="107747" h="107749" extrusionOk="0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50" name="Google Shape;23266;p76">
              <a:extLst>
                <a:ext uri="{FF2B5EF4-FFF2-40B4-BE49-F238E27FC236}">
                  <a16:creationId xmlns:a16="http://schemas.microsoft.com/office/drawing/2014/main" id="{B24AB78C-C556-F9B5-90E7-DC982D0B3B5E}"/>
                </a:ext>
              </a:extLst>
            </p:cNvPr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51" name="Google Shape;23267;p76">
                <a:extLst>
                  <a:ext uri="{FF2B5EF4-FFF2-40B4-BE49-F238E27FC236}">
                    <a16:creationId xmlns:a16="http://schemas.microsoft.com/office/drawing/2014/main" id="{EDD5D6FE-6F84-B819-518D-87C5EC68C40A}"/>
                  </a:ext>
                </a:extLst>
              </p:cNvPr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extrusionOk="0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2" name="Google Shape;23268;p76">
                <a:extLst>
                  <a:ext uri="{FF2B5EF4-FFF2-40B4-BE49-F238E27FC236}">
                    <a16:creationId xmlns:a16="http://schemas.microsoft.com/office/drawing/2014/main" id="{DD6958AD-5B9D-BB8C-3DB4-02A4C85A1DA4}"/>
                  </a:ext>
                </a:extLst>
              </p:cNvPr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avLst/>
                <a:gdLst/>
                <a:ahLst/>
                <a:cxnLst/>
                <a:rect l="l" t="t" r="r" b="b"/>
                <a:pathLst>
                  <a:path w="62027" h="52191" extrusionOk="0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3" name="Google Shape;23269;p76">
                <a:extLst>
                  <a:ext uri="{FF2B5EF4-FFF2-40B4-BE49-F238E27FC236}">
                    <a16:creationId xmlns:a16="http://schemas.microsoft.com/office/drawing/2014/main" id="{1871CE8E-AD59-B106-C67B-2AD56009CE6C}"/>
                  </a:ext>
                </a:extLst>
              </p:cNvPr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avLst/>
                <a:gdLst/>
                <a:ahLst/>
                <a:cxnLst/>
                <a:rect l="l" t="t" r="r" b="b"/>
                <a:pathLst>
                  <a:path w="62507" h="52211" extrusionOk="0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3" name="Google Shape;9083;p34"/>
          <p:cNvSpPr txBox="1">
            <a:spLocks noGrp="1"/>
          </p:cNvSpPr>
          <p:nvPr>
            <p:ph type="title"/>
          </p:nvPr>
        </p:nvSpPr>
        <p:spPr>
          <a:xfrm>
            <a:off x="713250" y="2430100"/>
            <a:ext cx="7717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Product Picture</a:t>
            </a:r>
            <a:endParaRPr dirty="0"/>
          </a:p>
        </p:txBody>
      </p:sp>
      <p:grpSp>
        <p:nvGrpSpPr>
          <p:cNvPr id="2" name="Google Shape;25812;p82">
            <a:extLst>
              <a:ext uri="{FF2B5EF4-FFF2-40B4-BE49-F238E27FC236}">
                <a16:creationId xmlns:a16="http://schemas.microsoft.com/office/drawing/2014/main" id="{F056C59C-C5D1-45FF-F4C2-75933501BB10}"/>
              </a:ext>
            </a:extLst>
          </p:cNvPr>
          <p:cNvGrpSpPr/>
          <p:nvPr/>
        </p:nvGrpSpPr>
        <p:grpSpPr>
          <a:xfrm>
            <a:off x="166979" y="4686726"/>
            <a:ext cx="345600" cy="345600"/>
            <a:chOff x="-47523400" y="3973950"/>
            <a:chExt cx="300100" cy="228425"/>
          </a:xfrm>
        </p:grpSpPr>
        <p:sp>
          <p:nvSpPr>
            <p:cNvPr id="3" name="Google Shape;25813;p82">
              <a:extLst>
                <a:ext uri="{FF2B5EF4-FFF2-40B4-BE49-F238E27FC236}">
                  <a16:creationId xmlns:a16="http://schemas.microsoft.com/office/drawing/2014/main" id="{27765C49-AA04-83DF-3526-85F594D28C1C}"/>
                </a:ext>
              </a:extLst>
            </p:cNvPr>
            <p:cNvSpPr/>
            <p:nvPr/>
          </p:nvSpPr>
          <p:spPr>
            <a:xfrm>
              <a:off x="-47417075" y="4061375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" name="Google Shape;25814;p82">
              <a:extLst>
                <a:ext uri="{FF2B5EF4-FFF2-40B4-BE49-F238E27FC236}">
                  <a16:creationId xmlns:a16="http://schemas.microsoft.com/office/drawing/2014/main" id="{648AE636-2D05-BE91-2F0D-1C22CABE5E80}"/>
                </a:ext>
              </a:extLst>
            </p:cNvPr>
            <p:cNvSpPr/>
            <p:nvPr/>
          </p:nvSpPr>
          <p:spPr>
            <a:xfrm>
              <a:off x="-47417875" y="4061375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" name="Google Shape;25815;p82">
              <a:extLst>
                <a:ext uri="{FF2B5EF4-FFF2-40B4-BE49-F238E27FC236}">
                  <a16:creationId xmlns:a16="http://schemas.microsoft.com/office/drawing/2014/main" id="{DE442C02-CE0B-BB3F-4AC8-829FFDAFBCDB}"/>
                </a:ext>
              </a:extLst>
            </p:cNvPr>
            <p:cNvSpPr/>
            <p:nvPr/>
          </p:nvSpPr>
          <p:spPr>
            <a:xfrm>
              <a:off x="-47453300" y="40267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" name="Google Shape;25816;p82">
              <a:extLst>
                <a:ext uri="{FF2B5EF4-FFF2-40B4-BE49-F238E27FC236}">
                  <a16:creationId xmlns:a16="http://schemas.microsoft.com/office/drawing/2014/main" id="{9BE980C5-DA67-A9D9-F209-224488CFED72}"/>
                </a:ext>
              </a:extLst>
            </p:cNvPr>
            <p:cNvSpPr/>
            <p:nvPr/>
          </p:nvSpPr>
          <p:spPr>
            <a:xfrm>
              <a:off x="-47506875" y="3973950"/>
              <a:ext cx="264675" cy="174875"/>
            </a:xfrm>
            <a:custGeom>
              <a:avLst/>
              <a:gdLst/>
              <a:ahLst/>
              <a:cxnLst/>
              <a:rect l="l" t="t" r="r" b="b"/>
              <a:pathLst>
                <a:path w="10587" h="6995" extrusionOk="0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" name="Google Shape;25817;p82">
              <a:extLst>
                <a:ext uri="{FF2B5EF4-FFF2-40B4-BE49-F238E27FC236}">
                  <a16:creationId xmlns:a16="http://schemas.microsoft.com/office/drawing/2014/main" id="{87F1B3A8-C04F-9250-D4EB-1B243FC8A615}"/>
                </a:ext>
              </a:extLst>
            </p:cNvPr>
            <p:cNvSpPr/>
            <p:nvPr/>
          </p:nvSpPr>
          <p:spPr>
            <a:xfrm>
              <a:off x="-47523400" y="4166900"/>
              <a:ext cx="300100" cy="35475"/>
            </a:xfrm>
            <a:custGeom>
              <a:avLst/>
              <a:gdLst/>
              <a:ahLst/>
              <a:cxnLst/>
              <a:rect l="l" t="t" r="r" b="b"/>
              <a:pathLst>
                <a:path w="12004" h="1419" extrusionOk="0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8" name="Google Shape;25832;p82">
            <a:extLst>
              <a:ext uri="{FF2B5EF4-FFF2-40B4-BE49-F238E27FC236}">
                <a16:creationId xmlns:a16="http://schemas.microsoft.com/office/drawing/2014/main" id="{0B3BDC36-7900-B38C-D3D8-C3D69995166F}"/>
              </a:ext>
            </a:extLst>
          </p:cNvPr>
          <p:cNvGrpSpPr/>
          <p:nvPr/>
        </p:nvGrpSpPr>
        <p:grpSpPr>
          <a:xfrm>
            <a:off x="4016741" y="1811260"/>
            <a:ext cx="797430" cy="709545"/>
            <a:chOff x="-44512325" y="3176075"/>
            <a:chExt cx="300900" cy="300900"/>
          </a:xfrm>
        </p:grpSpPr>
        <p:sp>
          <p:nvSpPr>
            <p:cNvPr id="9" name="Google Shape;25833;p82">
              <a:extLst>
                <a:ext uri="{FF2B5EF4-FFF2-40B4-BE49-F238E27FC236}">
                  <a16:creationId xmlns:a16="http://schemas.microsoft.com/office/drawing/2014/main" id="{DBCFB289-4899-79BD-A95F-B1BE08494EC6}"/>
                </a:ext>
              </a:extLst>
            </p:cNvPr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" name="Google Shape;25834;p82">
              <a:extLst>
                <a:ext uri="{FF2B5EF4-FFF2-40B4-BE49-F238E27FC236}">
                  <a16:creationId xmlns:a16="http://schemas.microsoft.com/office/drawing/2014/main" id="{85E06DE1-FA5E-E75D-D180-8F38F5D447A7}"/>
                </a:ext>
              </a:extLst>
            </p:cNvPr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" name="Google Shape;25835;p82">
              <a:extLst>
                <a:ext uri="{FF2B5EF4-FFF2-40B4-BE49-F238E27FC236}">
                  <a16:creationId xmlns:a16="http://schemas.microsoft.com/office/drawing/2014/main" id="{12E453CB-1977-C46C-C734-57A03C890EED}"/>
                </a:ext>
              </a:extLst>
            </p:cNvPr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2" name="Google Shape;25669;p82">
            <a:extLst>
              <a:ext uri="{FF2B5EF4-FFF2-40B4-BE49-F238E27FC236}">
                <a16:creationId xmlns:a16="http://schemas.microsoft.com/office/drawing/2014/main" id="{9F48C948-1DDE-B295-849D-CB8ED1360949}"/>
              </a:ext>
            </a:extLst>
          </p:cNvPr>
          <p:cNvGrpSpPr/>
          <p:nvPr/>
        </p:nvGrpSpPr>
        <p:grpSpPr>
          <a:xfrm>
            <a:off x="135555" y="4138745"/>
            <a:ext cx="355258" cy="356205"/>
            <a:chOff x="-46409700" y="3569100"/>
            <a:chExt cx="300100" cy="300900"/>
          </a:xfrm>
        </p:grpSpPr>
        <p:sp>
          <p:nvSpPr>
            <p:cNvPr id="13" name="Google Shape;25670;p82">
              <a:extLst>
                <a:ext uri="{FF2B5EF4-FFF2-40B4-BE49-F238E27FC236}">
                  <a16:creationId xmlns:a16="http://schemas.microsoft.com/office/drawing/2014/main" id="{935932A6-CFF5-8D2B-822A-22943A2CB485}"/>
                </a:ext>
              </a:extLst>
            </p:cNvPr>
            <p:cNvSpPr/>
            <p:nvPr/>
          </p:nvSpPr>
          <p:spPr>
            <a:xfrm>
              <a:off x="-46234850" y="3569100"/>
              <a:ext cx="18125" cy="52800"/>
            </a:xfrm>
            <a:custGeom>
              <a:avLst/>
              <a:gdLst/>
              <a:ahLst/>
              <a:cxnLst/>
              <a:rect l="l" t="t" r="r" b="b"/>
              <a:pathLst>
                <a:path w="725" h="2112" extrusionOk="0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" name="Google Shape;25671;p82">
              <a:extLst>
                <a:ext uri="{FF2B5EF4-FFF2-40B4-BE49-F238E27FC236}">
                  <a16:creationId xmlns:a16="http://schemas.microsoft.com/office/drawing/2014/main" id="{4AF2B381-8737-25C4-0154-1CFB443F91AE}"/>
                </a:ext>
              </a:extLst>
            </p:cNvPr>
            <p:cNvSpPr/>
            <p:nvPr/>
          </p:nvSpPr>
          <p:spPr>
            <a:xfrm>
              <a:off x="-46270300" y="3745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" name="Google Shape;25672;p82">
              <a:extLst>
                <a:ext uri="{FF2B5EF4-FFF2-40B4-BE49-F238E27FC236}">
                  <a16:creationId xmlns:a16="http://schemas.microsoft.com/office/drawing/2014/main" id="{DDD21092-A940-9182-3496-5273C01CBD27}"/>
                </a:ext>
              </a:extLst>
            </p:cNvPr>
            <p:cNvSpPr/>
            <p:nvPr/>
          </p:nvSpPr>
          <p:spPr>
            <a:xfrm>
              <a:off x="-46305750" y="3710875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" name="Google Shape;25673;p82">
              <a:extLst>
                <a:ext uri="{FF2B5EF4-FFF2-40B4-BE49-F238E27FC236}">
                  <a16:creationId xmlns:a16="http://schemas.microsoft.com/office/drawing/2014/main" id="{38E2A670-7D8D-9BE4-32F2-7895C3A3814C}"/>
                </a:ext>
              </a:extLst>
            </p:cNvPr>
            <p:cNvSpPr/>
            <p:nvPr/>
          </p:nvSpPr>
          <p:spPr>
            <a:xfrm>
              <a:off x="-46409700" y="3569900"/>
              <a:ext cx="300100" cy="300100"/>
            </a:xfrm>
            <a:custGeom>
              <a:avLst/>
              <a:gdLst/>
              <a:ahLst/>
              <a:cxnLst/>
              <a:rect l="l" t="t" r="r" b="b"/>
              <a:pathLst>
                <a:path w="12004" h="12004" extrusionOk="0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25674;p82">
              <a:extLst>
                <a:ext uri="{FF2B5EF4-FFF2-40B4-BE49-F238E27FC236}">
                  <a16:creationId xmlns:a16="http://schemas.microsoft.com/office/drawing/2014/main" id="{0488A763-B725-6AF3-BC29-363A7BA1F08B}"/>
                </a:ext>
              </a:extLst>
            </p:cNvPr>
            <p:cNvSpPr/>
            <p:nvPr/>
          </p:nvSpPr>
          <p:spPr>
            <a:xfrm>
              <a:off x="-46341175" y="3569100"/>
              <a:ext cx="159125" cy="87450"/>
            </a:xfrm>
            <a:custGeom>
              <a:avLst/>
              <a:gdLst/>
              <a:ahLst/>
              <a:cxnLst/>
              <a:rect l="l" t="t" r="r" b="b"/>
              <a:pathLst>
                <a:path w="636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8" name="Google Shape;22465;p74">
            <a:extLst>
              <a:ext uri="{FF2B5EF4-FFF2-40B4-BE49-F238E27FC236}">
                <a16:creationId xmlns:a16="http://schemas.microsoft.com/office/drawing/2014/main" id="{7EFFE6A1-C7F1-94E7-4859-3D4F2DDC1179}"/>
              </a:ext>
            </a:extLst>
          </p:cNvPr>
          <p:cNvGrpSpPr/>
          <p:nvPr/>
        </p:nvGrpSpPr>
        <p:grpSpPr>
          <a:xfrm>
            <a:off x="3529090" y="3154321"/>
            <a:ext cx="2085819" cy="285210"/>
            <a:chOff x="238125" y="2506075"/>
            <a:chExt cx="7115411" cy="673075"/>
          </a:xfrm>
        </p:grpSpPr>
        <p:sp>
          <p:nvSpPr>
            <p:cNvPr id="19" name="Google Shape;22466;p74">
              <a:extLst>
                <a:ext uri="{FF2B5EF4-FFF2-40B4-BE49-F238E27FC236}">
                  <a16:creationId xmlns:a16="http://schemas.microsoft.com/office/drawing/2014/main" id="{14F9D4FE-112D-47ED-BC51-2E012EF728DC}"/>
                </a:ext>
              </a:extLst>
            </p:cNvPr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" name="Google Shape;22467;p74">
              <a:extLst>
                <a:ext uri="{FF2B5EF4-FFF2-40B4-BE49-F238E27FC236}">
                  <a16:creationId xmlns:a16="http://schemas.microsoft.com/office/drawing/2014/main" id="{A40C3CD5-D1DD-BFEC-52D4-71D036D9AD60}"/>
                </a:ext>
              </a:extLst>
            </p:cNvPr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" name="Google Shape;22468;p74">
              <a:extLst>
                <a:ext uri="{FF2B5EF4-FFF2-40B4-BE49-F238E27FC236}">
                  <a16:creationId xmlns:a16="http://schemas.microsoft.com/office/drawing/2014/main" id="{D7DAEBB6-7EE6-BE36-FD70-192A2FF2D15E}"/>
                </a:ext>
              </a:extLst>
            </p:cNvPr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" name="Google Shape;22469;p74">
              <a:extLst>
                <a:ext uri="{FF2B5EF4-FFF2-40B4-BE49-F238E27FC236}">
                  <a16:creationId xmlns:a16="http://schemas.microsoft.com/office/drawing/2014/main" id="{6CC77B13-D33E-3533-3667-5B34E9BF96FD}"/>
                </a:ext>
              </a:extLst>
            </p:cNvPr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" name="Google Shape;22470;p74">
              <a:extLst>
                <a:ext uri="{FF2B5EF4-FFF2-40B4-BE49-F238E27FC236}">
                  <a16:creationId xmlns:a16="http://schemas.microsoft.com/office/drawing/2014/main" id="{49D68246-5E7F-AD3C-8BF6-DA9BEFEFCE9A}"/>
                </a:ext>
              </a:extLst>
            </p:cNvPr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4" name="Google Shape;22389;p74">
            <a:extLst>
              <a:ext uri="{FF2B5EF4-FFF2-40B4-BE49-F238E27FC236}">
                <a16:creationId xmlns:a16="http://schemas.microsoft.com/office/drawing/2014/main" id="{EB0C3F23-ACF4-FDBC-2AEF-CF2A899066DE}"/>
              </a:ext>
            </a:extLst>
          </p:cNvPr>
          <p:cNvGrpSpPr/>
          <p:nvPr/>
        </p:nvGrpSpPr>
        <p:grpSpPr>
          <a:xfrm>
            <a:off x="3734321" y="1051810"/>
            <a:ext cx="1675129" cy="525345"/>
            <a:chOff x="5194708" y="3484366"/>
            <a:chExt cx="3148148" cy="987304"/>
          </a:xfrm>
        </p:grpSpPr>
        <p:grpSp>
          <p:nvGrpSpPr>
            <p:cNvPr id="25" name="Google Shape;22390;p74">
              <a:extLst>
                <a:ext uri="{FF2B5EF4-FFF2-40B4-BE49-F238E27FC236}">
                  <a16:creationId xmlns:a16="http://schemas.microsoft.com/office/drawing/2014/main" id="{8D57920E-DB6D-1CBF-2BF3-DF829BDAFD26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38" name="Google Shape;22391;p74">
                <a:extLst>
                  <a:ext uri="{FF2B5EF4-FFF2-40B4-BE49-F238E27FC236}">
                    <a16:creationId xmlns:a16="http://schemas.microsoft.com/office/drawing/2014/main" id="{AA1D2082-F15C-5C3A-178E-228195988055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" name="Google Shape;22392;p74">
                <a:extLst>
                  <a:ext uri="{FF2B5EF4-FFF2-40B4-BE49-F238E27FC236}">
                    <a16:creationId xmlns:a16="http://schemas.microsoft.com/office/drawing/2014/main" id="{D7750F65-04BF-B8E3-3D70-DE4C3F20C758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" name="Google Shape;22393;p74">
                <a:extLst>
                  <a:ext uri="{FF2B5EF4-FFF2-40B4-BE49-F238E27FC236}">
                    <a16:creationId xmlns:a16="http://schemas.microsoft.com/office/drawing/2014/main" id="{27D7BCDF-C4BF-EDED-B855-EA6F47927AC8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26" name="Google Shape;22394;p74">
              <a:extLst>
                <a:ext uri="{FF2B5EF4-FFF2-40B4-BE49-F238E27FC236}">
                  <a16:creationId xmlns:a16="http://schemas.microsoft.com/office/drawing/2014/main" id="{CCB6B0C2-A1C8-FB3B-47DC-361524B2C32D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35" name="Google Shape;22395;p74">
                <a:extLst>
                  <a:ext uri="{FF2B5EF4-FFF2-40B4-BE49-F238E27FC236}">
                    <a16:creationId xmlns:a16="http://schemas.microsoft.com/office/drawing/2014/main" id="{230AAE5E-812B-B1D1-47A1-E7C43BE78B71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" name="Google Shape;22396;p74">
                <a:extLst>
                  <a:ext uri="{FF2B5EF4-FFF2-40B4-BE49-F238E27FC236}">
                    <a16:creationId xmlns:a16="http://schemas.microsoft.com/office/drawing/2014/main" id="{60F16BB4-1AE3-4445-DDCE-6FD508E265B4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" name="Google Shape;22397;p74">
                <a:extLst>
                  <a:ext uri="{FF2B5EF4-FFF2-40B4-BE49-F238E27FC236}">
                    <a16:creationId xmlns:a16="http://schemas.microsoft.com/office/drawing/2014/main" id="{C17DA153-CE63-F500-D90F-D9FE679B815E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27" name="Google Shape;22398;p74">
              <a:extLst>
                <a:ext uri="{FF2B5EF4-FFF2-40B4-BE49-F238E27FC236}">
                  <a16:creationId xmlns:a16="http://schemas.microsoft.com/office/drawing/2014/main" id="{1473736B-0B02-203B-67F6-B35E9DF149F9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32" name="Google Shape;22399;p74">
                <a:extLst>
                  <a:ext uri="{FF2B5EF4-FFF2-40B4-BE49-F238E27FC236}">
                    <a16:creationId xmlns:a16="http://schemas.microsoft.com/office/drawing/2014/main" id="{F8AEE808-BB8A-BD75-E02F-6CE6743427E5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3" name="Google Shape;22400;p74">
                <a:extLst>
                  <a:ext uri="{FF2B5EF4-FFF2-40B4-BE49-F238E27FC236}">
                    <a16:creationId xmlns:a16="http://schemas.microsoft.com/office/drawing/2014/main" id="{8C813CCA-E539-5797-3F40-C1C908E32516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4" name="Google Shape;22401;p74">
                <a:extLst>
                  <a:ext uri="{FF2B5EF4-FFF2-40B4-BE49-F238E27FC236}">
                    <a16:creationId xmlns:a16="http://schemas.microsoft.com/office/drawing/2014/main" id="{A8322D4D-10AB-0F41-B852-729107EDD170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28" name="Google Shape;22402;p74">
              <a:extLst>
                <a:ext uri="{FF2B5EF4-FFF2-40B4-BE49-F238E27FC236}">
                  <a16:creationId xmlns:a16="http://schemas.microsoft.com/office/drawing/2014/main" id="{DA2F9D85-4E58-40F2-787B-47D1477E5BCF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29" name="Google Shape;22403;p74">
                <a:extLst>
                  <a:ext uri="{FF2B5EF4-FFF2-40B4-BE49-F238E27FC236}">
                    <a16:creationId xmlns:a16="http://schemas.microsoft.com/office/drawing/2014/main" id="{A2E46EFD-4171-FA4D-1CD0-6CC76B80F28A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0" name="Google Shape;22404;p74">
                <a:extLst>
                  <a:ext uri="{FF2B5EF4-FFF2-40B4-BE49-F238E27FC236}">
                    <a16:creationId xmlns:a16="http://schemas.microsoft.com/office/drawing/2014/main" id="{7DB81EB7-48D4-DEA0-DA5C-6D094402B811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1" name="Google Shape;22405;p74">
                <a:extLst>
                  <a:ext uri="{FF2B5EF4-FFF2-40B4-BE49-F238E27FC236}">
                    <a16:creationId xmlns:a16="http://schemas.microsoft.com/office/drawing/2014/main" id="{24C551B1-396A-0825-FA7B-05FEC1EF4AB4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41" name="Google Shape;25757;p82">
            <a:extLst>
              <a:ext uri="{FF2B5EF4-FFF2-40B4-BE49-F238E27FC236}">
                <a16:creationId xmlns:a16="http://schemas.microsoft.com/office/drawing/2014/main" id="{6C92822F-86D6-9021-ADDA-C31C7402BC7C}"/>
              </a:ext>
            </a:extLst>
          </p:cNvPr>
          <p:cNvGrpSpPr/>
          <p:nvPr/>
        </p:nvGrpSpPr>
        <p:grpSpPr>
          <a:xfrm>
            <a:off x="663981" y="4646197"/>
            <a:ext cx="345600" cy="345600"/>
            <a:chOff x="-44895900" y="3929450"/>
            <a:chExt cx="263875" cy="302075"/>
          </a:xfrm>
        </p:grpSpPr>
        <p:sp>
          <p:nvSpPr>
            <p:cNvPr id="42" name="Google Shape;25758;p82">
              <a:extLst>
                <a:ext uri="{FF2B5EF4-FFF2-40B4-BE49-F238E27FC236}">
                  <a16:creationId xmlns:a16="http://schemas.microsoft.com/office/drawing/2014/main" id="{14C19064-17C7-7D8F-E588-1BFAB59B193F}"/>
                </a:ext>
              </a:extLst>
            </p:cNvPr>
            <p:cNvSpPr/>
            <p:nvPr/>
          </p:nvSpPr>
          <p:spPr>
            <a:xfrm>
              <a:off x="-44813975" y="4100750"/>
              <a:ext cx="101625" cy="50425"/>
            </a:xfrm>
            <a:custGeom>
              <a:avLst/>
              <a:gdLst/>
              <a:ahLst/>
              <a:cxnLst/>
              <a:rect l="l" t="t" r="r" b="b"/>
              <a:pathLst>
                <a:path w="4065" h="2017" extrusionOk="0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" name="Google Shape;25759;p82">
              <a:extLst>
                <a:ext uri="{FF2B5EF4-FFF2-40B4-BE49-F238E27FC236}">
                  <a16:creationId xmlns:a16="http://schemas.microsoft.com/office/drawing/2014/main" id="{1EA03845-3028-6112-95B6-50265197601C}"/>
                </a:ext>
              </a:extLst>
            </p:cNvPr>
            <p:cNvSpPr/>
            <p:nvPr/>
          </p:nvSpPr>
          <p:spPr>
            <a:xfrm>
              <a:off x="-44885650" y="3929450"/>
              <a:ext cx="244175" cy="87825"/>
            </a:xfrm>
            <a:custGeom>
              <a:avLst/>
              <a:gdLst/>
              <a:ahLst/>
              <a:cxnLst/>
              <a:rect l="l" t="t" r="r" b="b"/>
              <a:pathLst>
                <a:path w="9767" h="3513" extrusionOk="0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" name="Google Shape;25760;p82">
              <a:extLst>
                <a:ext uri="{FF2B5EF4-FFF2-40B4-BE49-F238E27FC236}">
                  <a16:creationId xmlns:a16="http://schemas.microsoft.com/office/drawing/2014/main" id="{9A5874CC-4E43-1977-5A08-7EC2E6329CAD}"/>
                </a:ext>
              </a:extLst>
            </p:cNvPr>
            <p:cNvSpPr/>
            <p:nvPr/>
          </p:nvSpPr>
          <p:spPr>
            <a:xfrm>
              <a:off x="-44825000" y="4006225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" name="Google Shape;25761;p82">
              <a:extLst>
                <a:ext uri="{FF2B5EF4-FFF2-40B4-BE49-F238E27FC236}">
                  <a16:creationId xmlns:a16="http://schemas.microsoft.com/office/drawing/2014/main" id="{6D272B18-B9E7-8075-6204-94EA7BA74B4B}"/>
                </a:ext>
              </a:extLst>
            </p:cNvPr>
            <p:cNvSpPr/>
            <p:nvPr/>
          </p:nvSpPr>
          <p:spPr>
            <a:xfrm>
              <a:off x="-44754900" y="4005450"/>
              <a:ext cx="122875" cy="222925"/>
            </a:xfrm>
            <a:custGeom>
              <a:avLst/>
              <a:gdLst/>
              <a:ahLst/>
              <a:cxnLst/>
              <a:rect l="l" t="t" r="r" b="b"/>
              <a:pathLst>
                <a:path w="4915" h="8917" extrusionOk="0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" name="Google Shape;25762;p82">
              <a:extLst>
                <a:ext uri="{FF2B5EF4-FFF2-40B4-BE49-F238E27FC236}">
                  <a16:creationId xmlns:a16="http://schemas.microsoft.com/office/drawing/2014/main" id="{F4191853-E960-7655-68A0-A522CDD25E77}"/>
                </a:ext>
              </a:extLst>
            </p:cNvPr>
            <p:cNvSpPr/>
            <p:nvPr/>
          </p:nvSpPr>
          <p:spPr>
            <a:xfrm>
              <a:off x="-44754900" y="4006225"/>
              <a:ext cx="52775" cy="105575"/>
            </a:xfrm>
            <a:custGeom>
              <a:avLst/>
              <a:gdLst/>
              <a:ahLst/>
              <a:cxnLst/>
              <a:rect l="l" t="t" r="r" b="b"/>
              <a:pathLst>
                <a:path w="2111" h="4223" extrusionOk="0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" name="Google Shape;25763;p82">
              <a:extLst>
                <a:ext uri="{FF2B5EF4-FFF2-40B4-BE49-F238E27FC236}">
                  <a16:creationId xmlns:a16="http://schemas.microsoft.com/office/drawing/2014/main" id="{1AEF1784-07E5-95D9-B065-CA6EA533E883}"/>
                </a:ext>
              </a:extLst>
            </p:cNvPr>
            <p:cNvSpPr/>
            <p:nvPr/>
          </p:nvSpPr>
          <p:spPr>
            <a:xfrm>
              <a:off x="-44895900" y="4006225"/>
              <a:ext cx="122900" cy="225300"/>
            </a:xfrm>
            <a:custGeom>
              <a:avLst/>
              <a:gdLst/>
              <a:ahLst/>
              <a:cxnLst/>
              <a:rect l="l" t="t" r="r" b="b"/>
              <a:pathLst>
                <a:path w="4916" h="9012" extrusionOk="0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8" name="Google Shape;23264;p76">
            <a:extLst>
              <a:ext uri="{FF2B5EF4-FFF2-40B4-BE49-F238E27FC236}">
                <a16:creationId xmlns:a16="http://schemas.microsoft.com/office/drawing/2014/main" id="{86B7B790-11D2-BDB4-C980-80A472A15F2B}"/>
              </a:ext>
            </a:extLst>
          </p:cNvPr>
          <p:cNvGrpSpPr/>
          <p:nvPr/>
        </p:nvGrpSpPr>
        <p:grpSpPr>
          <a:xfrm>
            <a:off x="298508" y="879010"/>
            <a:ext cx="345600" cy="345600"/>
            <a:chOff x="1706078" y="2092648"/>
            <a:chExt cx="660913" cy="637296"/>
          </a:xfrm>
        </p:grpSpPr>
        <p:sp>
          <p:nvSpPr>
            <p:cNvPr id="49" name="Google Shape;23265;p76">
              <a:extLst>
                <a:ext uri="{FF2B5EF4-FFF2-40B4-BE49-F238E27FC236}">
                  <a16:creationId xmlns:a16="http://schemas.microsoft.com/office/drawing/2014/main" id="{9D6A9360-AECB-F664-A8C0-47B79B11AB15}"/>
                </a:ext>
              </a:extLst>
            </p:cNvPr>
            <p:cNvSpPr/>
            <p:nvPr/>
          </p:nvSpPr>
          <p:spPr>
            <a:xfrm>
              <a:off x="1745332" y="2158066"/>
              <a:ext cx="571867" cy="571878"/>
            </a:xfrm>
            <a:custGeom>
              <a:avLst/>
              <a:gdLst/>
              <a:ahLst/>
              <a:cxnLst/>
              <a:rect l="l" t="t" r="r" b="b"/>
              <a:pathLst>
                <a:path w="107747" h="107749" extrusionOk="0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50" name="Google Shape;23266;p76">
              <a:extLst>
                <a:ext uri="{FF2B5EF4-FFF2-40B4-BE49-F238E27FC236}">
                  <a16:creationId xmlns:a16="http://schemas.microsoft.com/office/drawing/2014/main" id="{358D1135-4B33-90D7-480E-E455EC832A43}"/>
                </a:ext>
              </a:extLst>
            </p:cNvPr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51" name="Google Shape;23267;p76">
                <a:extLst>
                  <a:ext uri="{FF2B5EF4-FFF2-40B4-BE49-F238E27FC236}">
                    <a16:creationId xmlns:a16="http://schemas.microsoft.com/office/drawing/2014/main" id="{8CAC2664-6B28-B80B-78C6-C54B3B2D36ED}"/>
                  </a:ext>
                </a:extLst>
              </p:cNvPr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extrusionOk="0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2" name="Google Shape;23268;p76">
                <a:extLst>
                  <a:ext uri="{FF2B5EF4-FFF2-40B4-BE49-F238E27FC236}">
                    <a16:creationId xmlns:a16="http://schemas.microsoft.com/office/drawing/2014/main" id="{2A6E4A69-298C-229E-D2F9-D73F2C41A17A}"/>
                  </a:ext>
                </a:extLst>
              </p:cNvPr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avLst/>
                <a:gdLst/>
                <a:ahLst/>
                <a:cxnLst/>
                <a:rect l="l" t="t" r="r" b="b"/>
                <a:pathLst>
                  <a:path w="62027" h="52191" extrusionOk="0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3" name="Google Shape;23269;p76">
                <a:extLst>
                  <a:ext uri="{FF2B5EF4-FFF2-40B4-BE49-F238E27FC236}">
                    <a16:creationId xmlns:a16="http://schemas.microsoft.com/office/drawing/2014/main" id="{37F997B8-5F1C-25F7-D98D-2ED27F522741}"/>
                  </a:ext>
                </a:extLst>
              </p:cNvPr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avLst/>
                <a:gdLst/>
                <a:ahLst/>
                <a:cxnLst/>
                <a:rect l="l" t="t" r="r" b="b"/>
                <a:pathLst>
                  <a:path w="62507" h="52211" extrusionOk="0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 advClick="0" advTm="0">
        <p159:morph option="byObject"/>
      </p:transition>
    </mc:Choice>
    <mc:Fallback xmlns="">
      <p:transition spd="slow" advClick="0" advTm="0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7" name="Google Shape;9107;p36"/>
          <p:cNvSpPr txBox="1">
            <a:spLocks noGrp="1"/>
          </p:cNvSpPr>
          <p:nvPr>
            <p:ph type="subTitle" idx="2"/>
          </p:nvPr>
        </p:nvSpPr>
        <p:spPr>
          <a:xfrm>
            <a:off x="4230745" y="660383"/>
            <a:ext cx="2021700" cy="640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front</a:t>
            </a:r>
            <a:endParaRPr dirty="0"/>
          </a:p>
        </p:txBody>
      </p:sp>
      <p:grpSp>
        <p:nvGrpSpPr>
          <p:cNvPr id="9205" name="Google Shape;9205;p36"/>
          <p:cNvGrpSpPr/>
          <p:nvPr/>
        </p:nvGrpSpPr>
        <p:grpSpPr>
          <a:xfrm>
            <a:off x="5806895" y="317719"/>
            <a:ext cx="1291893" cy="1325828"/>
            <a:chOff x="3969713" y="3209925"/>
            <a:chExt cx="1109111" cy="1138245"/>
          </a:xfrm>
        </p:grpSpPr>
        <p:grpSp>
          <p:nvGrpSpPr>
            <p:cNvPr id="9206" name="Google Shape;9206;p36"/>
            <p:cNvGrpSpPr/>
            <p:nvPr/>
          </p:nvGrpSpPr>
          <p:grpSpPr>
            <a:xfrm>
              <a:off x="4176555" y="3211191"/>
              <a:ext cx="902269" cy="1136979"/>
              <a:chOff x="-315319" y="3310089"/>
              <a:chExt cx="853694" cy="1075768"/>
            </a:xfrm>
          </p:grpSpPr>
          <p:sp>
            <p:nvSpPr>
              <p:cNvPr id="9207" name="Google Shape;9207;p36"/>
              <p:cNvSpPr/>
              <p:nvPr/>
            </p:nvSpPr>
            <p:spPr>
              <a:xfrm>
                <a:off x="17156" y="4361811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7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08" name="Google Shape;9208;p36"/>
              <p:cNvSpPr/>
              <p:nvPr/>
            </p:nvSpPr>
            <p:spPr>
              <a:xfrm>
                <a:off x="-38223" y="4361811"/>
                <a:ext cx="26233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2" y="132"/>
                      <a:pt x="66" y="132"/>
                    </a:cubicBezTo>
                    <a:cubicBezTo>
                      <a:pt x="82" y="132"/>
                      <a:pt x="98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09" name="Google Shape;9209;p36"/>
              <p:cNvSpPr/>
              <p:nvPr/>
            </p:nvSpPr>
            <p:spPr>
              <a:xfrm>
                <a:off x="-93774" y="4361811"/>
                <a:ext cx="26576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3" extrusionOk="0">
                    <a:moveTo>
                      <a:pt x="67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10" name="Google Shape;9210;p36"/>
              <p:cNvSpPr/>
              <p:nvPr/>
            </p:nvSpPr>
            <p:spPr>
              <a:xfrm>
                <a:off x="-149154" y="4361811"/>
                <a:ext cx="228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2" y="132"/>
                      <a:pt x="132" y="103"/>
                      <a:pt x="132" y="67"/>
                    </a:cubicBezTo>
                    <a:cubicBezTo>
                      <a:pt x="132" y="30"/>
                      <a:pt x="102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11" name="Google Shape;9211;p36"/>
              <p:cNvSpPr/>
              <p:nvPr/>
            </p:nvSpPr>
            <p:spPr>
              <a:xfrm>
                <a:off x="-204362" y="4361811"/>
                <a:ext cx="26233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2" y="132"/>
                      <a:pt x="65" y="132"/>
                    </a:cubicBezTo>
                    <a:cubicBezTo>
                      <a:pt x="81" y="132"/>
                      <a:pt x="98" y="126"/>
                      <a:pt x="111" y="113"/>
                    </a:cubicBezTo>
                    <a:cubicBezTo>
                      <a:pt x="153" y="71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12" name="Google Shape;9212;p36"/>
              <p:cNvSpPr/>
              <p:nvPr/>
            </p:nvSpPr>
            <p:spPr>
              <a:xfrm>
                <a:off x="-259913" y="4361811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3"/>
                      <a:pt x="29" y="132"/>
                      <a:pt x="66" y="132"/>
                    </a:cubicBezTo>
                    <a:cubicBezTo>
                      <a:pt x="102" y="132"/>
                      <a:pt x="131" y="103"/>
                      <a:pt x="131" y="67"/>
                    </a:cubicBezTo>
                    <a:cubicBezTo>
                      <a:pt x="131" y="30"/>
                      <a:pt x="102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13" name="Google Shape;9213;p36"/>
              <p:cNvSpPr/>
              <p:nvPr/>
            </p:nvSpPr>
            <p:spPr>
              <a:xfrm>
                <a:off x="-315292" y="4361811"/>
                <a:ext cx="26233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8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14" name="Google Shape;9214;p36"/>
              <p:cNvSpPr/>
              <p:nvPr/>
            </p:nvSpPr>
            <p:spPr>
              <a:xfrm>
                <a:off x="72536" y="4303412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15" name="Google Shape;9215;p36"/>
              <p:cNvSpPr/>
              <p:nvPr/>
            </p:nvSpPr>
            <p:spPr>
              <a:xfrm>
                <a:off x="17156" y="4303412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16" name="Google Shape;9216;p36"/>
              <p:cNvSpPr/>
              <p:nvPr/>
            </p:nvSpPr>
            <p:spPr>
              <a:xfrm>
                <a:off x="-38223" y="4303412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2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17" name="Google Shape;9217;p36"/>
              <p:cNvSpPr/>
              <p:nvPr/>
            </p:nvSpPr>
            <p:spPr>
              <a:xfrm>
                <a:off x="-93774" y="4303412"/>
                <a:ext cx="26576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18" name="Google Shape;9218;p36"/>
              <p:cNvSpPr/>
              <p:nvPr/>
            </p:nvSpPr>
            <p:spPr>
              <a:xfrm>
                <a:off x="-149154" y="4303412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19" name="Google Shape;9219;p36"/>
              <p:cNvSpPr/>
              <p:nvPr/>
            </p:nvSpPr>
            <p:spPr>
              <a:xfrm>
                <a:off x="-204362" y="4303412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5" y="131"/>
                    </a:cubicBezTo>
                    <a:cubicBezTo>
                      <a:pt x="81" y="131"/>
                      <a:pt x="98" y="125"/>
                      <a:pt x="111" y="112"/>
                    </a:cubicBezTo>
                    <a:cubicBezTo>
                      <a:pt x="153" y="72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20" name="Google Shape;9220;p36"/>
              <p:cNvSpPr/>
              <p:nvPr/>
            </p:nvSpPr>
            <p:spPr>
              <a:xfrm>
                <a:off x="-259913" y="4303412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2"/>
                      <a:pt x="125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21" name="Google Shape;9221;p36"/>
              <p:cNvSpPr/>
              <p:nvPr/>
            </p:nvSpPr>
            <p:spPr>
              <a:xfrm>
                <a:off x="127915" y="4245194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22" name="Google Shape;9222;p36"/>
              <p:cNvSpPr/>
              <p:nvPr/>
            </p:nvSpPr>
            <p:spPr>
              <a:xfrm>
                <a:off x="72536" y="4245194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23" name="Google Shape;9223;p36"/>
              <p:cNvSpPr/>
              <p:nvPr/>
            </p:nvSpPr>
            <p:spPr>
              <a:xfrm>
                <a:off x="17156" y="4245194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24" name="Google Shape;9224;p36"/>
              <p:cNvSpPr/>
              <p:nvPr/>
            </p:nvSpPr>
            <p:spPr>
              <a:xfrm>
                <a:off x="-38223" y="4245194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25" name="Google Shape;9225;p36"/>
              <p:cNvSpPr/>
              <p:nvPr/>
            </p:nvSpPr>
            <p:spPr>
              <a:xfrm>
                <a:off x="-93774" y="4245194"/>
                <a:ext cx="26576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0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26" name="Google Shape;9226;p36"/>
              <p:cNvSpPr/>
              <p:nvPr/>
            </p:nvSpPr>
            <p:spPr>
              <a:xfrm>
                <a:off x="-149154" y="4245194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27" name="Google Shape;9227;p36"/>
              <p:cNvSpPr/>
              <p:nvPr/>
            </p:nvSpPr>
            <p:spPr>
              <a:xfrm>
                <a:off x="-204362" y="4245194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5" y="131"/>
                    </a:cubicBezTo>
                    <a:cubicBezTo>
                      <a:pt x="81" y="131"/>
                      <a:pt x="98" y="125"/>
                      <a:pt x="111" y="111"/>
                    </a:cubicBezTo>
                    <a:cubicBezTo>
                      <a:pt x="153" y="70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28" name="Google Shape;9228;p36"/>
              <p:cNvSpPr/>
              <p:nvPr/>
            </p:nvSpPr>
            <p:spPr>
              <a:xfrm>
                <a:off x="183295" y="4186615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2"/>
                      <a:pt x="30" y="131"/>
                      <a:pt x="66" y="131"/>
                    </a:cubicBezTo>
                    <a:cubicBezTo>
                      <a:pt x="103" y="131"/>
                      <a:pt x="132" y="102"/>
                      <a:pt x="132" y="66"/>
                    </a:cubicBezTo>
                    <a:cubicBezTo>
                      <a:pt x="132" y="29"/>
                      <a:pt x="103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29" name="Google Shape;9229;p36"/>
              <p:cNvSpPr/>
              <p:nvPr/>
            </p:nvSpPr>
            <p:spPr>
              <a:xfrm>
                <a:off x="127915" y="4186615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30" name="Google Shape;9230;p36"/>
              <p:cNvSpPr/>
              <p:nvPr/>
            </p:nvSpPr>
            <p:spPr>
              <a:xfrm>
                <a:off x="72536" y="4186615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5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31" name="Google Shape;9231;p36"/>
              <p:cNvSpPr/>
              <p:nvPr/>
            </p:nvSpPr>
            <p:spPr>
              <a:xfrm>
                <a:off x="17156" y="4186615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2"/>
                      <a:pt x="29" y="131"/>
                      <a:pt x="65" y="131"/>
                    </a:cubicBezTo>
                    <a:cubicBezTo>
                      <a:pt x="102" y="131"/>
                      <a:pt x="131" y="102"/>
                      <a:pt x="131" y="66"/>
                    </a:cubicBezTo>
                    <a:cubicBezTo>
                      <a:pt x="131" y="29"/>
                      <a:pt x="102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32" name="Google Shape;9232;p36"/>
              <p:cNvSpPr/>
              <p:nvPr/>
            </p:nvSpPr>
            <p:spPr>
              <a:xfrm>
                <a:off x="-38223" y="4186615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6" y="132"/>
                    </a:cubicBezTo>
                    <a:cubicBezTo>
                      <a:pt x="82" y="132"/>
                      <a:pt x="98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33" name="Google Shape;9233;p36"/>
              <p:cNvSpPr/>
              <p:nvPr/>
            </p:nvSpPr>
            <p:spPr>
              <a:xfrm>
                <a:off x="-93774" y="4186615"/>
                <a:ext cx="26576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34" name="Google Shape;9234;p36"/>
              <p:cNvSpPr/>
              <p:nvPr/>
            </p:nvSpPr>
            <p:spPr>
              <a:xfrm>
                <a:off x="-149154" y="4186615"/>
                <a:ext cx="228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2"/>
                      <a:pt x="30" y="131"/>
                      <a:pt x="66" y="131"/>
                    </a:cubicBezTo>
                    <a:cubicBezTo>
                      <a:pt x="102" y="131"/>
                      <a:pt x="132" y="102"/>
                      <a:pt x="132" y="66"/>
                    </a:cubicBezTo>
                    <a:cubicBezTo>
                      <a:pt x="132" y="29"/>
                      <a:pt x="102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35" name="Google Shape;9235;p36"/>
              <p:cNvSpPr/>
              <p:nvPr/>
            </p:nvSpPr>
            <p:spPr>
              <a:xfrm>
                <a:off x="238674" y="4128216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36" name="Google Shape;9236;p36"/>
              <p:cNvSpPr/>
              <p:nvPr/>
            </p:nvSpPr>
            <p:spPr>
              <a:xfrm>
                <a:off x="183295" y="4128216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37" name="Google Shape;9237;p36"/>
              <p:cNvSpPr/>
              <p:nvPr/>
            </p:nvSpPr>
            <p:spPr>
              <a:xfrm>
                <a:off x="127915" y="4128216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38" name="Google Shape;9238;p36"/>
              <p:cNvSpPr/>
              <p:nvPr/>
            </p:nvSpPr>
            <p:spPr>
              <a:xfrm>
                <a:off x="72536" y="4128216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39" name="Google Shape;9239;p36"/>
              <p:cNvSpPr/>
              <p:nvPr/>
            </p:nvSpPr>
            <p:spPr>
              <a:xfrm>
                <a:off x="17156" y="4128216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40" name="Google Shape;9240;p36"/>
              <p:cNvSpPr/>
              <p:nvPr/>
            </p:nvSpPr>
            <p:spPr>
              <a:xfrm>
                <a:off x="-38223" y="4128216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41" name="Google Shape;9241;p36"/>
              <p:cNvSpPr/>
              <p:nvPr/>
            </p:nvSpPr>
            <p:spPr>
              <a:xfrm>
                <a:off x="-93774" y="4128216"/>
                <a:ext cx="26576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42" name="Google Shape;9242;p36"/>
              <p:cNvSpPr/>
              <p:nvPr/>
            </p:nvSpPr>
            <p:spPr>
              <a:xfrm>
                <a:off x="294225" y="4069818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2"/>
                    </a:cubicBezTo>
                    <a:cubicBezTo>
                      <a:pt x="153" y="70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43" name="Google Shape;9243;p36"/>
              <p:cNvSpPr/>
              <p:nvPr/>
            </p:nvSpPr>
            <p:spPr>
              <a:xfrm>
                <a:off x="238674" y="4069818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0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44" name="Google Shape;9244;p36"/>
              <p:cNvSpPr/>
              <p:nvPr/>
            </p:nvSpPr>
            <p:spPr>
              <a:xfrm>
                <a:off x="183295" y="4069818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45" name="Google Shape;9245;p36"/>
              <p:cNvSpPr/>
              <p:nvPr/>
            </p:nvSpPr>
            <p:spPr>
              <a:xfrm>
                <a:off x="127915" y="4069818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46" name="Google Shape;9246;p36"/>
              <p:cNvSpPr/>
              <p:nvPr/>
            </p:nvSpPr>
            <p:spPr>
              <a:xfrm>
                <a:off x="72536" y="4069818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47" name="Google Shape;9247;p36"/>
              <p:cNvSpPr/>
              <p:nvPr/>
            </p:nvSpPr>
            <p:spPr>
              <a:xfrm>
                <a:off x="17156" y="4069818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0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48" name="Google Shape;9248;p36"/>
              <p:cNvSpPr/>
              <p:nvPr/>
            </p:nvSpPr>
            <p:spPr>
              <a:xfrm>
                <a:off x="-38223" y="4069818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49" name="Google Shape;9249;p36"/>
              <p:cNvSpPr/>
              <p:nvPr/>
            </p:nvSpPr>
            <p:spPr>
              <a:xfrm>
                <a:off x="349605" y="4011238"/>
                <a:ext cx="22632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6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50" name="Google Shape;9250;p36"/>
              <p:cNvSpPr/>
              <p:nvPr/>
            </p:nvSpPr>
            <p:spPr>
              <a:xfrm>
                <a:off x="294225" y="4011238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6"/>
                      <a:pt x="33" y="132"/>
                      <a:pt x="67" y="132"/>
                    </a:cubicBezTo>
                    <a:cubicBezTo>
                      <a:pt x="82" y="132"/>
                      <a:pt x="98" y="126"/>
                      <a:pt x="111" y="113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51" name="Google Shape;9251;p36"/>
              <p:cNvSpPr/>
              <p:nvPr/>
            </p:nvSpPr>
            <p:spPr>
              <a:xfrm>
                <a:off x="238674" y="4011238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52" name="Google Shape;9252;p36"/>
              <p:cNvSpPr/>
              <p:nvPr/>
            </p:nvSpPr>
            <p:spPr>
              <a:xfrm>
                <a:off x="183295" y="4011238"/>
                <a:ext cx="22632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3" y="132"/>
                      <a:pt x="132" y="103"/>
                      <a:pt x="132" y="66"/>
                    </a:cubicBezTo>
                    <a:cubicBezTo>
                      <a:pt x="132" y="30"/>
                      <a:pt x="103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53" name="Google Shape;9253;p36"/>
              <p:cNvSpPr/>
              <p:nvPr/>
            </p:nvSpPr>
            <p:spPr>
              <a:xfrm>
                <a:off x="127915" y="4011238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6"/>
                      <a:pt x="34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54" name="Google Shape;9254;p36"/>
              <p:cNvSpPr/>
              <p:nvPr/>
            </p:nvSpPr>
            <p:spPr>
              <a:xfrm>
                <a:off x="72536" y="4011238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55" name="Google Shape;9255;p36"/>
              <p:cNvSpPr/>
              <p:nvPr/>
            </p:nvSpPr>
            <p:spPr>
              <a:xfrm>
                <a:off x="17156" y="4011238"/>
                <a:ext cx="22632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6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56" name="Google Shape;9256;p36"/>
              <p:cNvSpPr/>
              <p:nvPr/>
            </p:nvSpPr>
            <p:spPr>
              <a:xfrm>
                <a:off x="404813" y="3953020"/>
                <a:ext cx="26576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0"/>
                    </a:moveTo>
                    <a:cubicBezTo>
                      <a:pt x="31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57" name="Google Shape;9257;p36"/>
              <p:cNvSpPr/>
              <p:nvPr/>
            </p:nvSpPr>
            <p:spPr>
              <a:xfrm>
                <a:off x="349605" y="3953020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2" y="71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58" name="Google Shape;9258;p36"/>
              <p:cNvSpPr/>
              <p:nvPr/>
            </p:nvSpPr>
            <p:spPr>
              <a:xfrm>
                <a:off x="294225" y="3953020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1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59" name="Google Shape;9259;p36"/>
              <p:cNvSpPr/>
              <p:nvPr/>
            </p:nvSpPr>
            <p:spPr>
              <a:xfrm>
                <a:off x="238674" y="3953020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0"/>
                    </a:moveTo>
                    <a:cubicBezTo>
                      <a:pt x="31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60" name="Google Shape;9260;p36"/>
              <p:cNvSpPr/>
              <p:nvPr/>
            </p:nvSpPr>
            <p:spPr>
              <a:xfrm>
                <a:off x="183295" y="3953020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61" name="Google Shape;9261;p36"/>
              <p:cNvSpPr/>
              <p:nvPr/>
            </p:nvSpPr>
            <p:spPr>
              <a:xfrm>
                <a:off x="127915" y="3953020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62" name="Google Shape;9262;p36"/>
              <p:cNvSpPr/>
              <p:nvPr/>
            </p:nvSpPr>
            <p:spPr>
              <a:xfrm>
                <a:off x="72536" y="3953020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63" name="Google Shape;9263;p36"/>
              <p:cNvSpPr/>
              <p:nvPr/>
            </p:nvSpPr>
            <p:spPr>
              <a:xfrm>
                <a:off x="460364" y="3894441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31"/>
                      <a:pt x="1" y="66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64" name="Google Shape;9264;p36"/>
              <p:cNvSpPr/>
              <p:nvPr/>
            </p:nvSpPr>
            <p:spPr>
              <a:xfrm>
                <a:off x="404813" y="3894441"/>
                <a:ext cx="26576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0"/>
                    </a:moveTo>
                    <a:cubicBezTo>
                      <a:pt x="31" y="0"/>
                      <a:pt x="2" y="31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65" name="Google Shape;9265;p36"/>
              <p:cNvSpPr/>
              <p:nvPr/>
            </p:nvSpPr>
            <p:spPr>
              <a:xfrm>
                <a:off x="349605" y="3894441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31"/>
                      <a:pt x="0" y="66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2" y="71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66" name="Google Shape;9266;p36"/>
              <p:cNvSpPr/>
              <p:nvPr/>
            </p:nvSpPr>
            <p:spPr>
              <a:xfrm>
                <a:off x="294225" y="3894441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31"/>
                      <a:pt x="0" y="66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8" y="126"/>
                      <a:pt x="111" y="112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67" name="Google Shape;9267;p36"/>
              <p:cNvSpPr/>
              <p:nvPr/>
            </p:nvSpPr>
            <p:spPr>
              <a:xfrm>
                <a:off x="238674" y="3894441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0"/>
                    </a:moveTo>
                    <a:cubicBezTo>
                      <a:pt x="31" y="0"/>
                      <a:pt x="0" y="31"/>
                      <a:pt x="0" y="66"/>
                    </a:cubicBezTo>
                    <a:cubicBezTo>
                      <a:pt x="0" y="106"/>
                      <a:pt x="33" y="132"/>
                      <a:pt x="66" y="132"/>
                    </a:cubicBezTo>
                    <a:cubicBezTo>
                      <a:pt x="83" y="132"/>
                      <a:pt x="99" y="126"/>
                      <a:pt x="112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68" name="Google Shape;9268;p36"/>
              <p:cNvSpPr/>
              <p:nvPr/>
            </p:nvSpPr>
            <p:spPr>
              <a:xfrm>
                <a:off x="183295" y="3894441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31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69" name="Google Shape;9269;p36"/>
              <p:cNvSpPr/>
              <p:nvPr/>
            </p:nvSpPr>
            <p:spPr>
              <a:xfrm>
                <a:off x="127915" y="3894441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31"/>
                      <a:pt x="1" y="66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70" name="Google Shape;9270;p36"/>
              <p:cNvSpPr/>
              <p:nvPr/>
            </p:nvSpPr>
            <p:spPr>
              <a:xfrm>
                <a:off x="515743" y="3836042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30" y="1"/>
                      <a:pt x="0" y="30"/>
                      <a:pt x="0" y="66"/>
                    </a:cubicBezTo>
                    <a:cubicBezTo>
                      <a:pt x="0" y="103"/>
                      <a:pt x="30" y="132"/>
                      <a:pt x="65" y="132"/>
                    </a:cubicBezTo>
                    <a:cubicBezTo>
                      <a:pt x="102" y="132"/>
                      <a:pt x="132" y="103"/>
                      <a:pt x="132" y="66"/>
                    </a:cubicBezTo>
                    <a:cubicBezTo>
                      <a:pt x="132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71" name="Google Shape;9271;p36"/>
              <p:cNvSpPr/>
              <p:nvPr/>
            </p:nvSpPr>
            <p:spPr>
              <a:xfrm>
                <a:off x="460364" y="3836042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72" name="Google Shape;9272;p36"/>
              <p:cNvSpPr/>
              <p:nvPr/>
            </p:nvSpPr>
            <p:spPr>
              <a:xfrm>
                <a:off x="404813" y="3836042"/>
                <a:ext cx="26576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100" y="126"/>
                      <a:pt x="113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73" name="Google Shape;9273;p36"/>
              <p:cNvSpPr/>
              <p:nvPr/>
            </p:nvSpPr>
            <p:spPr>
              <a:xfrm>
                <a:off x="349605" y="3836042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6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74" name="Google Shape;9274;p36"/>
              <p:cNvSpPr/>
              <p:nvPr/>
            </p:nvSpPr>
            <p:spPr>
              <a:xfrm>
                <a:off x="294225" y="3836042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2" y="131"/>
                      <a:pt x="98" y="126"/>
                      <a:pt x="111" y="113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75" name="Google Shape;9275;p36"/>
              <p:cNvSpPr/>
              <p:nvPr/>
            </p:nvSpPr>
            <p:spPr>
              <a:xfrm>
                <a:off x="238674" y="3836042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3" y="131"/>
                      <a:pt x="99" y="126"/>
                      <a:pt x="112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76" name="Google Shape;9276;p36"/>
              <p:cNvSpPr/>
              <p:nvPr/>
            </p:nvSpPr>
            <p:spPr>
              <a:xfrm>
                <a:off x="183295" y="3836042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3" y="132"/>
                      <a:pt x="132" y="103"/>
                      <a:pt x="132" y="66"/>
                    </a:cubicBezTo>
                    <a:cubicBezTo>
                      <a:pt x="132" y="30"/>
                      <a:pt x="103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77" name="Google Shape;9277;p36"/>
              <p:cNvSpPr/>
              <p:nvPr/>
            </p:nvSpPr>
            <p:spPr>
              <a:xfrm>
                <a:off x="460364" y="3777644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78" name="Google Shape;9278;p36"/>
              <p:cNvSpPr/>
              <p:nvPr/>
            </p:nvSpPr>
            <p:spPr>
              <a:xfrm>
                <a:off x="404813" y="3777644"/>
                <a:ext cx="26576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79" name="Google Shape;9279;p36"/>
              <p:cNvSpPr/>
              <p:nvPr/>
            </p:nvSpPr>
            <p:spPr>
              <a:xfrm>
                <a:off x="349605" y="3777644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2" y="71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80" name="Google Shape;9280;p36"/>
              <p:cNvSpPr/>
              <p:nvPr/>
            </p:nvSpPr>
            <p:spPr>
              <a:xfrm>
                <a:off x="294225" y="3777644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2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81" name="Google Shape;9281;p36"/>
              <p:cNvSpPr/>
              <p:nvPr/>
            </p:nvSpPr>
            <p:spPr>
              <a:xfrm>
                <a:off x="238674" y="3777644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82" name="Google Shape;9282;p36"/>
              <p:cNvSpPr/>
              <p:nvPr/>
            </p:nvSpPr>
            <p:spPr>
              <a:xfrm>
                <a:off x="183295" y="3777644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83" name="Google Shape;9283;p36"/>
              <p:cNvSpPr/>
              <p:nvPr/>
            </p:nvSpPr>
            <p:spPr>
              <a:xfrm>
                <a:off x="127915" y="3777644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84" name="Google Shape;9284;p36"/>
              <p:cNvSpPr/>
              <p:nvPr/>
            </p:nvSpPr>
            <p:spPr>
              <a:xfrm>
                <a:off x="404813" y="3719064"/>
                <a:ext cx="26576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3" extrusionOk="0">
                    <a:moveTo>
                      <a:pt x="67" y="1"/>
                    </a:moveTo>
                    <a:cubicBezTo>
                      <a:pt x="31" y="1"/>
                      <a:pt x="2" y="30"/>
                      <a:pt x="1" y="67"/>
                    </a:cubicBezTo>
                    <a:cubicBezTo>
                      <a:pt x="1" y="106"/>
                      <a:pt x="33" y="133"/>
                      <a:pt x="67" y="133"/>
                    </a:cubicBezTo>
                    <a:cubicBezTo>
                      <a:pt x="83" y="133"/>
                      <a:pt x="99" y="127"/>
                      <a:pt x="113" y="113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85" name="Google Shape;9285;p36"/>
              <p:cNvSpPr/>
              <p:nvPr/>
            </p:nvSpPr>
            <p:spPr>
              <a:xfrm>
                <a:off x="349605" y="3719064"/>
                <a:ext cx="26233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2" y="133"/>
                      <a:pt x="66" y="133"/>
                    </a:cubicBezTo>
                    <a:cubicBezTo>
                      <a:pt x="82" y="133"/>
                      <a:pt x="99" y="127"/>
                      <a:pt x="112" y="113"/>
                    </a:cubicBezTo>
                    <a:cubicBezTo>
                      <a:pt x="152" y="72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86" name="Google Shape;9286;p36"/>
              <p:cNvSpPr/>
              <p:nvPr/>
            </p:nvSpPr>
            <p:spPr>
              <a:xfrm>
                <a:off x="294225" y="3719064"/>
                <a:ext cx="26233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2" y="133"/>
                      <a:pt x="66" y="133"/>
                    </a:cubicBezTo>
                    <a:cubicBezTo>
                      <a:pt x="82" y="133"/>
                      <a:pt x="98" y="127"/>
                      <a:pt x="111" y="113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87" name="Google Shape;9287;p36"/>
              <p:cNvSpPr/>
              <p:nvPr/>
            </p:nvSpPr>
            <p:spPr>
              <a:xfrm>
                <a:off x="238674" y="3719064"/>
                <a:ext cx="26404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7"/>
                    </a:cubicBezTo>
                    <a:cubicBezTo>
                      <a:pt x="0" y="106"/>
                      <a:pt x="33" y="133"/>
                      <a:pt x="66" y="133"/>
                    </a:cubicBezTo>
                    <a:cubicBezTo>
                      <a:pt x="83" y="133"/>
                      <a:pt x="99" y="127"/>
                      <a:pt x="112" y="113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88" name="Google Shape;9288;p36"/>
              <p:cNvSpPr/>
              <p:nvPr/>
            </p:nvSpPr>
            <p:spPr>
              <a:xfrm>
                <a:off x="183295" y="3719064"/>
                <a:ext cx="26404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3"/>
                      <a:pt x="67" y="133"/>
                    </a:cubicBezTo>
                    <a:cubicBezTo>
                      <a:pt x="83" y="133"/>
                      <a:pt x="99" y="127"/>
                      <a:pt x="113" y="113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89" name="Google Shape;9289;p36"/>
              <p:cNvSpPr/>
              <p:nvPr/>
            </p:nvSpPr>
            <p:spPr>
              <a:xfrm>
                <a:off x="127915" y="3719064"/>
                <a:ext cx="26404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3"/>
                      <a:pt x="66" y="133"/>
                    </a:cubicBezTo>
                    <a:cubicBezTo>
                      <a:pt x="82" y="133"/>
                      <a:pt x="99" y="127"/>
                      <a:pt x="112" y="113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90" name="Google Shape;9290;p36"/>
              <p:cNvSpPr/>
              <p:nvPr/>
            </p:nvSpPr>
            <p:spPr>
              <a:xfrm>
                <a:off x="72536" y="3719064"/>
                <a:ext cx="26404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2" y="133"/>
                      <a:pt x="66" y="133"/>
                    </a:cubicBezTo>
                    <a:cubicBezTo>
                      <a:pt x="82" y="133"/>
                      <a:pt x="99" y="127"/>
                      <a:pt x="112" y="113"/>
                    </a:cubicBezTo>
                    <a:cubicBezTo>
                      <a:pt x="154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91" name="Google Shape;9291;p36"/>
              <p:cNvSpPr/>
              <p:nvPr/>
            </p:nvSpPr>
            <p:spPr>
              <a:xfrm>
                <a:off x="-315319" y="3310089"/>
                <a:ext cx="26233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3" y="133"/>
                      <a:pt x="66" y="133"/>
                    </a:cubicBezTo>
                    <a:cubicBezTo>
                      <a:pt x="82" y="133"/>
                      <a:pt x="99" y="127"/>
                      <a:pt x="112" y="113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92" name="Google Shape;9292;p36"/>
              <p:cNvSpPr/>
              <p:nvPr/>
            </p:nvSpPr>
            <p:spPr>
              <a:xfrm>
                <a:off x="349605" y="3660846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2" y="71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93" name="Google Shape;9293;p36"/>
              <p:cNvSpPr/>
              <p:nvPr/>
            </p:nvSpPr>
            <p:spPr>
              <a:xfrm>
                <a:off x="294225" y="3660846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2" y="131"/>
                      <a:pt x="98" y="125"/>
                      <a:pt x="111" y="112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94" name="Google Shape;9294;p36"/>
              <p:cNvSpPr/>
              <p:nvPr/>
            </p:nvSpPr>
            <p:spPr>
              <a:xfrm>
                <a:off x="238674" y="3660846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0"/>
                    </a:moveTo>
                    <a:cubicBezTo>
                      <a:pt x="31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95" name="Google Shape;9295;p36"/>
              <p:cNvSpPr/>
              <p:nvPr/>
            </p:nvSpPr>
            <p:spPr>
              <a:xfrm>
                <a:off x="183295" y="3660846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96" name="Google Shape;9296;p36"/>
              <p:cNvSpPr/>
              <p:nvPr/>
            </p:nvSpPr>
            <p:spPr>
              <a:xfrm>
                <a:off x="127915" y="3660846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4" y="131"/>
                      <a:pt x="67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97" name="Google Shape;9297;p36"/>
              <p:cNvSpPr/>
              <p:nvPr/>
            </p:nvSpPr>
            <p:spPr>
              <a:xfrm>
                <a:off x="72536" y="3660846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98" name="Google Shape;9298;p36"/>
              <p:cNvSpPr/>
              <p:nvPr/>
            </p:nvSpPr>
            <p:spPr>
              <a:xfrm>
                <a:off x="17156" y="3660846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99" name="Google Shape;9299;p36"/>
              <p:cNvSpPr/>
              <p:nvPr/>
            </p:nvSpPr>
            <p:spPr>
              <a:xfrm>
                <a:off x="294225" y="3602448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30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1"/>
                    </a:cubicBezTo>
                    <a:cubicBezTo>
                      <a:pt x="153" y="70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00" name="Google Shape;9300;p36"/>
              <p:cNvSpPr/>
              <p:nvPr/>
            </p:nvSpPr>
            <p:spPr>
              <a:xfrm>
                <a:off x="238674" y="3602448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0"/>
                    </a:moveTo>
                    <a:cubicBezTo>
                      <a:pt x="31" y="0"/>
                      <a:pt x="0" y="30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4" y="70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01" name="Google Shape;9301;p36"/>
              <p:cNvSpPr/>
              <p:nvPr/>
            </p:nvSpPr>
            <p:spPr>
              <a:xfrm>
                <a:off x="183295" y="3602448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30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02" name="Google Shape;9302;p36"/>
              <p:cNvSpPr/>
              <p:nvPr/>
            </p:nvSpPr>
            <p:spPr>
              <a:xfrm>
                <a:off x="127915" y="3602448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30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03" name="Google Shape;9303;p36"/>
              <p:cNvSpPr/>
              <p:nvPr/>
            </p:nvSpPr>
            <p:spPr>
              <a:xfrm>
                <a:off x="72536" y="3602448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29" y="0"/>
                      <a:pt x="0" y="30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04" name="Google Shape;9304;p36"/>
              <p:cNvSpPr/>
              <p:nvPr/>
            </p:nvSpPr>
            <p:spPr>
              <a:xfrm>
                <a:off x="17156" y="3602448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30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05" name="Google Shape;9305;p36"/>
              <p:cNvSpPr/>
              <p:nvPr/>
            </p:nvSpPr>
            <p:spPr>
              <a:xfrm>
                <a:off x="-38223" y="3602448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0"/>
                    </a:moveTo>
                    <a:cubicBezTo>
                      <a:pt x="30" y="0"/>
                      <a:pt x="1" y="30"/>
                      <a:pt x="1" y="65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06" name="Google Shape;9306;p36"/>
              <p:cNvSpPr/>
              <p:nvPr/>
            </p:nvSpPr>
            <p:spPr>
              <a:xfrm>
                <a:off x="238674" y="3543868"/>
                <a:ext cx="26404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7"/>
                    </a:cubicBezTo>
                    <a:cubicBezTo>
                      <a:pt x="0" y="106"/>
                      <a:pt x="33" y="132"/>
                      <a:pt x="66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07" name="Google Shape;9307;p36"/>
              <p:cNvSpPr/>
              <p:nvPr/>
            </p:nvSpPr>
            <p:spPr>
              <a:xfrm>
                <a:off x="183295" y="3543868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3" y="132"/>
                      <a:pt x="132" y="103"/>
                      <a:pt x="132" y="67"/>
                    </a:cubicBezTo>
                    <a:cubicBezTo>
                      <a:pt x="132" y="30"/>
                      <a:pt x="103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08" name="Google Shape;9308;p36"/>
              <p:cNvSpPr/>
              <p:nvPr/>
            </p:nvSpPr>
            <p:spPr>
              <a:xfrm>
                <a:off x="127915" y="3543868"/>
                <a:ext cx="26404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09" name="Google Shape;9309;p36"/>
              <p:cNvSpPr/>
              <p:nvPr/>
            </p:nvSpPr>
            <p:spPr>
              <a:xfrm>
                <a:off x="72536" y="3543868"/>
                <a:ext cx="26404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9" y="126"/>
                      <a:pt x="112" y="113"/>
                    </a:cubicBezTo>
                    <a:cubicBezTo>
                      <a:pt x="154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10" name="Google Shape;9310;p36"/>
              <p:cNvSpPr/>
              <p:nvPr/>
            </p:nvSpPr>
            <p:spPr>
              <a:xfrm>
                <a:off x="17156" y="3543868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7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11" name="Google Shape;9311;p36"/>
              <p:cNvSpPr/>
              <p:nvPr/>
            </p:nvSpPr>
            <p:spPr>
              <a:xfrm>
                <a:off x="-38223" y="3543868"/>
                <a:ext cx="26233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2" y="132"/>
                      <a:pt x="66" y="132"/>
                    </a:cubicBezTo>
                    <a:cubicBezTo>
                      <a:pt x="82" y="132"/>
                      <a:pt x="98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12" name="Google Shape;9312;p36"/>
              <p:cNvSpPr/>
              <p:nvPr/>
            </p:nvSpPr>
            <p:spPr>
              <a:xfrm>
                <a:off x="-93774" y="3543868"/>
                <a:ext cx="26576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3" extrusionOk="0">
                    <a:moveTo>
                      <a:pt x="67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13" name="Google Shape;9313;p36"/>
              <p:cNvSpPr/>
              <p:nvPr/>
            </p:nvSpPr>
            <p:spPr>
              <a:xfrm>
                <a:off x="183295" y="3485470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14" name="Google Shape;9314;p36"/>
              <p:cNvSpPr/>
              <p:nvPr/>
            </p:nvSpPr>
            <p:spPr>
              <a:xfrm>
                <a:off x="127915" y="3485470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4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15" name="Google Shape;9315;p36"/>
              <p:cNvSpPr/>
              <p:nvPr/>
            </p:nvSpPr>
            <p:spPr>
              <a:xfrm>
                <a:off x="72536" y="3485470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16" name="Google Shape;9316;p36"/>
              <p:cNvSpPr/>
              <p:nvPr/>
            </p:nvSpPr>
            <p:spPr>
              <a:xfrm>
                <a:off x="17156" y="3485470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17" name="Google Shape;9317;p36"/>
              <p:cNvSpPr/>
              <p:nvPr/>
            </p:nvSpPr>
            <p:spPr>
              <a:xfrm>
                <a:off x="-38223" y="3485470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2"/>
                      <a:pt x="66" y="132"/>
                    </a:cubicBezTo>
                    <a:cubicBezTo>
                      <a:pt x="82" y="132"/>
                      <a:pt x="98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18" name="Google Shape;9318;p36"/>
              <p:cNvSpPr/>
              <p:nvPr/>
            </p:nvSpPr>
            <p:spPr>
              <a:xfrm>
                <a:off x="-93774" y="3485470"/>
                <a:ext cx="26576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100" y="126"/>
                      <a:pt x="113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19" name="Google Shape;9319;p36"/>
              <p:cNvSpPr/>
              <p:nvPr/>
            </p:nvSpPr>
            <p:spPr>
              <a:xfrm>
                <a:off x="-149154" y="3485470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4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20" name="Google Shape;9320;p36"/>
              <p:cNvSpPr/>
              <p:nvPr/>
            </p:nvSpPr>
            <p:spPr>
              <a:xfrm>
                <a:off x="127915" y="3427252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4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21" name="Google Shape;9321;p36"/>
              <p:cNvSpPr/>
              <p:nvPr/>
            </p:nvSpPr>
            <p:spPr>
              <a:xfrm>
                <a:off x="72536" y="3427252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4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22" name="Google Shape;9322;p36"/>
              <p:cNvSpPr/>
              <p:nvPr/>
            </p:nvSpPr>
            <p:spPr>
              <a:xfrm>
                <a:off x="17156" y="3427252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4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23" name="Google Shape;9323;p36"/>
              <p:cNvSpPr/>
              <p:nvPr/>
            </p:nvSpPr>
            <p:spPr>
              <a:xfrm>
                <a:off x="-38223" y="3427252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4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24" name="Google Shape;9324;p36"/>
              <p:cNvSpPr/>
              <p:nvPr/>
            </p:nvSpPr>
            <p:spPr>
              <a:xfrm>
                <a:off x="-93774" y="3427252"/>
                <a:ext cx="26576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4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0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25" name="Google Shape;9325;p36"/>
              <p:cNvSpPr/>
              <p:nvPr/>
            </p:nvSpPr>
            <p:spPr>
              <a:xfrm>
                <a:off x="-149154" y="3427252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4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26" name="Google Shape;9326;p36"/>
              <p:cNvSpPr/>
              <p:nvPr/>
            </p:nvSpPr>
            <p:spPr>
              <a:xfrm>
                <a:off x="-204362" y="3427252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4"/>
                      <a:pt x="32" y="131"/>
                      <a:pt x="65" y="131"/>
                    </a:cubicBezTo>
                    <a:cubicBezTo>
                      <a:pt x="81" y="131"/>
                      <a:pt x="98" y="125"/>
                      <a:pt x="111" y="111"/>
                    </a:cubicBezTo>
                    <a:cubicBezTo>
                      <a:pt x="153" y="70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27" name="Google Shape;9327;p36"/>
              <p:cNvSpPr/>
              <p:nvPr/>
            </p:nvSpPr>
            <p:spPr>
              <a:xfrm>
                <a:off x="72536" y="3368672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28" name="Google Shape;9328;p36"/>
              <p:cNvSpPr/>
              <p:nvPr/>
            </p:nvSpPr>
            <p:spPr>
              <a:xfrm>
                <a:off x="17156" y="3368672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2"/>
                      <a:pt x="29" y="131"/>
                      <a:pt x="65" y="131"/>
                    </a:cubicBezTo>
                    <a:cubicBezTo>
                      <a:pt x="102" y="131"/>
                      <a:pt x="131" y="102"/>
                      <a:pt x="131" y="66"/>
                    </a:cubicBezTo>
                    <a:cubicBezTo>
                      <a:pt x="131" y="29"/>
                      <a:pt x="102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29" name="Google Shape;9329;p36"/>
              <p:cNvSpPr/>
              <p:nvPr/>
            </p:nvSpPr>
            <p:spPr>
              <a:xfrm>
                <a:off x="-38223" y="3368672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6"/>
                      <a:pt x="32" y="132"/>
                      <a:pt x="66" y="132"/>
                    </a:cubicBezTo>
                    <a:cubicBezTo>
                      <a:pt x="82" y="132"/>
                      <a:pt x="98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30" name="Google Shape;9330;p36"/>
              <p:cNvSpPr/>
              <p:nvPr/>
            </p:nvSpPr>
            <p:spPr>
              <a:xfrm>
                <a:off x="-93774" y="3368672"/>
                <a:ext cx="26576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31" name="Google Shape;9331;p36"/>
              <p:cNvSpPr/>
              <p:nvPr/>
            </p:nvSpPr>
            <p:spPr>
              <a:xfrm>
                <a:off x="-149154" y="3368672"/>
                <a:ext cx="228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2"/>
                      <a:pt x="30" y="131"/>
                      <a:pt x="66" y="131"/>
                    </a:cubicBezTo>
                    <a:cubicBezTo>
                      <a:pt x="102" y="131"/>
                      <a:pt x="132" y="102"/>
                      <a:pt x="132" y="66"/>
                    </a:cubicBezTo>
                    <a:cubicBezTo>
                      <a:pt x="132" y="29"/>
                      <a:pt x="102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32" name="Google Shape;9332;p36"/>
              <p:cNvSpPr/>
              <p:nvPr/>
            </p:nvSpPr>
            <p:spPr>
              <a:xfrm>
                <a:off x="-204362" y="3368672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6"/>
                      <a:pt x="32" y="132"/>
                      <a:pt x="65" y="132"/>
                    </a:cubicBezTo>
                    <a:cubicBezTo>
                      <a:pt x="81" y="132"/>
                      <a:pt x="98" y="126"/>
                      <a:pt x="111" y="112"/>
                    </a:cubicBezTo>
                    <a:cubicBezTo>
                      <a:pt x="153" y="71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33" name="Google Shape;9333;p36"/>
              <p:cNvSpPr/>
              <p:nvPr/>
            </p:nvSpPr>
            <p:spPr>
              <a:xfrm>
                <a:off x="-259913" y="3368672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2"/>
                      <a:pt x="29" y="131"/>
                      <a:pt x="66" y="131"/>
                    </a:cubicBezTo>
                    <a:cubicBezTo>
                      <a:pt x="102" y="131"/>
                      <a:pt x="131" y="102"/>
                      <a:pt x="131" y="66"/>
                    </a:cubicBezTo>
                    <a:cubicBezTo>
                      <a:pt x="131" y="29"/>
                      <a:pt x="102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34" name="Google Shape;9334;p36"/>
              <p:cNvSpPr/>
              <p:nvPr/>
            </p:nvSpPr>
            <p:spPr>
              <a:xfrm>
                <a:off x="17156" y="3310274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35" name="Google Shape;9335;p36"/>
              <p:cNvSpPr/>
              <p:nvPr/>
            </p:nvSpPr>
            <p:spPr>
              <a:xfrm>
                <a:off x="-38223" y="3310274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1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36" name="Google Shape;9336;p36"/>
              <p:cNvSpPr/>
              <p:nvPr/>
            </p:nvSpPr>
            <p:spPr>
              <a:xfrm>
                <a:off x="-93774" y="3310274"/>
                <a:ext cx="26576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37" name="Google Shape;9337;p36"/>
              <p:cNvSpPr/>
              <p:nvPr/>
            </p:nvSpPr>
            <p:spPr>
              <a:xfrm>
                <a:off x="-149154" y="3310274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38" name="Google Shape;9338;p36"/>
              <p:cNvSpPr/>
              <p:nvPr/>
            </p:nvSpPr>
            <p:spPr>
              <a:xfrm>
                <a:off x="-204362" y="3310274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5" y="131"/>
                    </a:cubicBezTo>
                    <a:cubicBezTo>
                      <a:pt x="81" y="131"/>
                      <a:pt x="98" y="125"/>
                      <a:pt x="111" y="111"/>
                    </a:cubicBezTo>
                    <a:cubicBezTo>
                      <a:pt x="153" y="71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39" name="Google Shape;9339;p36"/>
              <p:cNvSpPr/>
              <p:nvPr/>
            </p:nvSpPr>
            <p:spPr>
              <a:xfrm>
                <a:off x="-259913" y="3310274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1"/>
                      <a:pt x="125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9340" name="Google Shape;9340;p36"/>
            <p:cNvSpPr/>
            <p:nvPr/>
          </p:nvSpPr>
          <p:spPr>
            <a:xfrm>
              <a:off x="3969713" y="3209925"/>
              <a:ext cx="857100" cy="1137000"/>
            </a:xfrm>
            <a:prstGeom prst="chevron">
              <a:avLst>
                <a:gd name="adj" fmla="val 60739"/>
              </a:avLst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4" name="Google Shape;9107;p36">
            <a:extLst>
              <a:ext uri="{FF2B5EF4-FFF2-40B4-BE49-F238E27FC236}">
                <a16:creationId xmlns:a16="http://schemas.microsoft.com/office/drawing/2014/main" id="{30C51047-6110-24F3-698B-362ADE754258}"/>
              </a:ext>
            </a:extLst>
          </p:cNvPr>
          <p:cNvSpPr txBox="1">
            <a:spLocks/>
          </p:cNvSpPr>
          <p:nvPr/>
        </p:nvSpPr>
        <p:spPr>
          <a:xfrm>
            <a:off x="1729155" y="2251500"/>
            <a:ext cx="2021700" cy="64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jdhani"/>
              <a:buNone/>
              <a:defRPr sz="3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jdhani"/>
              <a:buNone/>
              <a:defRPr sz="24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jdhani"/>
              <a:buNone/>
              <a:defRPr sz="24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jdhani"/>
              <a:buNone/>
              <a:defRPr sz="24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jdhani"/>
              <a:buNone/>
              <a:defRPr sz="24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jdhani"/>
              <a:buNone/>
              <a:defRPr sz="24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jdhani"/>
              <a:buNone/>
              <a:defRPr sz="24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jdhani"/>
              <a:buNone/>
              <a:defRPr sz="24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2400"/>
              <a:buFont typeface="Rajdhani"/>
              <a:buNone/>
              <a:defRPr sz="24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pPr marL="0" indent="0">
              <a:spcAft>
                <a:spcPts val="1600"/>
              </a:spcAft>
            </a:pPr>
            <a:r>
              <a:rPr lang="en-ID" dirty="0"/>
              <a:t>Behind</a:t>
            </a:r>
          </a:p>
        </p:txBody>
      </p:sp>
      <p:sp>
        <p:nvSpPr>
          <p:cNvPr id="15" name="Google Shape;9107;p36">
            <a:extLst>
              <a:ext uri="{FF2B5EF4-FFF2-40B4-BE49-F238E27FC236}">
                <a16:creationId xmlns:a16="http://schemas.microsoft.com/office/drawing/2014/main" id="{F06609B3-0011-198C-AB4A-F323641E7868}"/>
              </a:ext>
            </a:extLst>
          </p:cNvPr>
          <p:cNvSpPr txBox="1">
            <a:spLocks/>
          </p:cNvSpPr>
          <p:nvPr/>
        </p:nvSpPr>
        <p:spPr>
          <a:xfrm>
            <a:off x="4297960" y="3925688"/>
            <a:ext cx="2021700" cy="64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jdhani"/>
              <a:buNone/>
              <a:defRPr sz="3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jdhani"/>
              <a:buNone/>
              <a:defRPr sz="24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jdhani"/>
              <a:buNone/>
              <a:defRPr sz="24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jdhani"/>
              <a:buNone/>
              <a:defRPr sz="24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jdhani"/>
              <a:buNone/>
              <a:defRPr sz="24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jdhani"/>
              <a:buNone/>
              <a:defRPr sz="24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jdhani"/>
              <a:buNone/>
              <a:defRPr sz="24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jdhani"/>
              <a:buNone/>
              <a:defRPr sz="24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2400"/>
              <a:buFont typeface="Rajdhani"/>
              <a:buNone/>
              <a:defRPr sz="24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pPr marL="0" indent="0">
              <a:spcAft>
                <a:spcPts val="1600"/>
              </a:spcAft>
            </a:pPr>
            <a:r>
              <a:rPr lang="en-ID" dirty="0"/>
              <a:t>Beside</a:t>
            </a:r>
          </a:p>
        </p:txBody>
      </p:sp>
      <p:grpSp>
        <p:nvGrpSpPr>
          <p:cNvPr id="2" name="Google Shape;25812;p82">
            <a:extLst>
              <a:ext uri="{FF2B5EF4-FFF2-40B4-BE49-F238E27FC236}">
                <a16:creationId xmlns:a16="http://schemas.microsoft.com/office/drawing/2014/main" id="{3B6ED5F0-A285-FCFC-545A-97B35AB9DEC8}"/>
              </a:ext>
            </a:extLst>
          </p:cNvPr>
          <p:cNvGrpSpPr/>
          <p:nvPr/>
        </p:nvGrpSpPr>
        <p:grpSpPr>
          <a:xfrm>
            <a:off x="8132213" y="4674338"/>
            <a:ext cx="345600" cy="345600"/>
            <a:chOff x="-47523400" y="3973950"/>
            <a:chExt cx="300100" cy="228425"/>
          </a:xfrm>
        </p:grpSpPr>
        <p:sp>
          <p:nvSpPr>
            <p:cNvPr id="3" name="Google Shape;25813;p82">
              <a:extLst>
                <a:ext uri="{FF2B5EF4-FFF2-40B4-BE49-F238E27FC236}">
                  <a16:creationId xmlns:a16="http://schemas.microsoft.com/office/drawing/2014/main" id="{9226B535-5FD2-9392-FE08-A7EE2DA7EB73}"/>
                </a:ext>
              </a:extLst>
            </p:cNvPr>
            <p:cNvSpPr/>
            <p:nvPr/>
          </p:nvSpPr>
          <p:spPr>
            <a:xfrm>
              <a:off x="-47417075" y="4061375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" name="Google Shape;25814;p82">
              <a:extLst>
                <a:ext uri="{FF2B5EF4-FFF2-40B4-BE49-F238E27FC236}">
                  <a16:creationId xmlns:a16="http://schemas.microsoft.com/office/drawing/2014/main" id="{65AFAFC4-CD79-5CBF-0CC3-E9B622C868D4}"/>
                </a:ext>
              </a:extLst>
            </p:cNvPr>
            <p:cNvSpPr/>
            <p:nvPr/>
          </p:nvSpPr>
          <p:spPr>
            <a:xfrm>
              <a:off x="-47417875" y="4061375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" name="Google Shape;25815;p82">
              <a:extLst>
                <a:ext uri="{FF2B5EF4-FFF2-40B4-BE49-F238E27FC236}">
                  <a16:creationId xmlns:a16="http://schemas.microsoft.com/office/drawing/2014/main" id="{43AB3AF1-F394-DFDC-72CA-34ADDEBA584B}"/>
                </a:ext>
              </a:extLst>
            </p:cNvPr>
            <p:cNvSpPr/>
            <p:nvPr/>
          </p:nvSpPr>
          <p:spPr>
            <a:xfrm>
              <a:off x="-47453300" y="40267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" name="Google Shape;25816;p82">
              <a:extLst>
                <a:ext uri="{FF2B5EF4-FFF2-40B4-BE49-F238E27FC236}">
                  <a16:creationId xmlns:a16="http://schemas.microsoft.com/office/drawing/2014/main" id="{43A144E3-2B96-0761-E2E6-400F74A5EECE}"/>
                </a:ext>
              </a:extLst>
            </p:cNvPr>
            <p:cNvSpPr/>
            <p:nvPr/>
          </p:nvSpPr>
          <p:spPr>
            <a:xfrm>
              <a:off x="-47506875" y="3973950"/>
              <a:ext cx="264675" cy="174875"/>
            </a:xfrm>
            <a:custGeom>
              <a:avLst/>
              <a:gdLst/>
              <a:ahLst/>
              <a:cxnLst/>
              <a:rect l="l" t="t" r="r" b="b"/>
              <a:pathLst>
                <a:path w="10587" h="6995" extrusionOk="0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" name="Google Shape;25817;p82">
              <a:extLst>
                <a:ext uri="{FF2B5EF4-FFF2-40B4-BE49-F238E27FC236}">
                  <a16:creationId xmlns:a16="http://schemas.microsoft.com/office/drawing/2014/main" id="{CBECB34C-2921-0D04-7A22-B824492A46A0}"/>
                </a:ext>
              </a:extLst>
            </p:cNvPr>
            <p:cNvSpPr/>
            <p:nvPr/>
          </p:nvSpPr>
          <p:spPr>
            <a:xfrm>
              <a:off x="-47523400" y="4166900"/>
              <a:ext cx="300100" cy="35475"/>
            </a:xfrm>
            <a:custGeom>
              <a:avLst/>
              <a:gdLst/>
              <a:ahLst/>
              <a:cxnLst/>
              <a:rect l="l" t="t" r="r" b="b"/>
              <a:pathLst>
                <a:path w="12004" h="1419" extrusionOk="0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8" name="Google Shape;25669;p82">
            <a:extLst>
              <a:ext uri="{FF2B5EF4-FFF2-40B4-BE49-F238E27FC236}">
                <a16:creationId xmlns:a16="http://schemas.microsoft.com/office/drawing/2014/main" id="{91DBEE9C-968C-274B-538E-7AAF5672B6BB}"/>
              </a:ext>
            </a:extLst>
          </p:cNvPr>
          <p:cNvGrpSpPr/>
          <p:nvPr/>
        </p:nvGrpSpPr>
        <p:grpSpPr>
          <a:xfrm>
            <a:off x="8629215" y="4141041"/>
            <a:ext cx="355258" cy="356205"/>
            <a:chOff x="-46409700" y="3569100"/>
            <a:chExt cx="300100" cy="300900"/>
          </a:xfrm>
        </p:grpSpPr>
        <p:sp>
          <p:nvSpPr>
            <p:cNvPr id="10" name="Google Shape;25670;p82">
              <a:extLst>
                <a:ext uri="{FF2B5EF4-FFF2-40B4-BE49-F238E27FC236}">
                  <a16:creationId xmlns:a16="http://schemas.microsoft.com/office/drawing/2014/main" id="{DE81A3C1-EDAB-2408-5F40-E21116FED7F7}"/>
                </a:ext>
              </a:extLst>
            </p:cNvPr>
            <p:cNvSpPr/>
            <p:nvPr/>
          </p:nvSpPr>
          <p:spPr>
            <a:xfrm>
              <a:off x="-46234850" y="3569100"/>
              <a:ext cx="18125" cy="52800"/>
            </a:xfrm>
            <a:custGeom>
              <a:avLst/>
              <a:gdLst/>
              <a:ahLst/>
              <a:cxnLst/>
              <a:rect l="l" t="t" r="r" b="b"/>
              <a:pathLst>
                <a:path w="725" h="2112" extrusionOk="0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" name="Google Shape;25671;p82">
              <a:extLst>
                <a:ext uri="{FF2B5EF4-FFF2-40B4-BE49-F238E27FC236}">
                  <a16:creationId xmlns:a16="http://schemas.microsoft.com/office/drawing/2014/main" id="{7482B044-6D5A-3B42-E1C1-8B18549B0C79}"/>
                </a:ext>
              </a:extLst>
            </p:cNvPr>
            <p:cNvSpPr/>
            <p:nvPr/>
          </p:nvSpPr>
          <p:spPr>
            <a:xfrm>
              <a:off x="-46270300" y="3745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" name="Google Shape;25672;p82">
              <a:extLst>
                <a:ext uri="{FF2B5EF4-FFF2-40B4-BE49-F238E27FC236}">
                  <a16:creationId xmlns:a16="http://schemas.microsoft.com/office/drawing/2014/main" id="{F804FEB4-0180-7753-2FE7-159F84BE93E6}"/>
                </a:ext>
              </a:extLst>
            </p:cNvPr>
            <p:cNvSpPr/>
            <p:nvPr/>
          </p:nvSpPr>
          <p:spPr>
            <a:xfrm>
              <a:off x="-46305750" y="3710875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25673;p82">
              <a:extLst>
                <a:ext uri="{FF2B5EF4-FFF2-40B4-BE49-F238E27FC236}">
                  <a16:creationId xmlns:a16="http://schemas.microsoft.com/office/drawing/2014/main" id="{F7E4110F-6300-7440-CDC6-21E5C5CD0F55}"/>
                </a:ext>
              </a:extLst>
            </p:cNvPr>
            <p:cNvSpPr/>
            <p:nvPr/>
          </p:nvSpPr>
          <p:spPr>
            <a:xfrm>
              <a:off x="-46409700" y="3569900"/>
              <a:ext cx="300100" cy="300100"/>
            </a:xfrm>
            <a:custGeom>
              <a:avLst/>
              <a:gdLst/>
              <a:ahLst/>
              <a:cxnLst/>
              <a:rect l="l" t="t" r="r" b="b"/>
              <a:pathLst>
                <a:path w="12004" h="12004" extrusionOk="0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" name="Google Shape;25674;p82">
              <a:extLst>
                <a:ext uri="{FF2B5EF4-FFF2-40B4-BE49-F238E27FC236}">
                  <a16:creationId xmlns:a16="http://schemas.microsoft.com/office/drawing/2014/main" id="{F23C503B-4B69-F430-C716-21AC491FF1B9}"/>
                </a:ext>
              </a:extLst>
            </p:cNvPr>
            <p:cNvSpPr/>
            <p:nvPr/>
          </p:nvSpPr>
          <p:spPr>
            <a:xfrm>
              <a:off x="-46341175" y="3569100"/>
              <a:ext cx="159125" cy="87450"/>
            </a:xfrm>
            <a:custGeom>
              <a:avLst/>
              <a:gdLst/>
              <a:ahLst/>
              <a:cxnLst/>
              <a:rect l="l" t="t" r="r" b="b"/>
              <a:pathLst>
                <a:path w="636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9" name="Google Shape;25757;p82">
            <a:extLst>
              <a:ext uri="{FF2B5EF4-FFF2-40B4-BE49-F238E27FC236}">
                <a16:creationId xmlns:a16="http://schemas.microsoft.com/office/drawing/2014/main" id="{5ED2AF14-5BFF-E980-1164-4914A071FA56}"/>
              </a:ext>
            </a:extLst>
          </p:cNvPr>
          <p:cNvGrpSpPr/>
          <p:nvPr/>
        </p:nvGrpSpPr>
        <p:grpSpPr>
          <a:xfrm>
            <a:off x="8629215" y="4633809"/>
            <a:ext cx="345600" cy="345600"/>
            <a:chOff x="-44895900" y="3929450"/>
            <a:chExt cx="263875" cy="302075"/>
          </a:xfrm>
        </p:grpSpPr>
        <p:sp>
          <p:nvSpPr>
            <p:cNvPr id="20" name="Google Shape;25758;p82">
              <a:extLst>
                <a:ext uri="{FF2B5EF4-FFF2-40B4-BE49-F238E27FC236}">
                  <a16:creationId xmlns:a16="http://schemas.microsoft.com/office/drawing/2014/main" id="{6321BBB2-B0FF-8DB6-13A8-4DAB59861804}"/>
                </a:ext>
              </a:extLst>
            </p:cNvPr>
            <p:cNvSpPr/>
            <p:nvPr/>
          </p:nvSpPr>
          <p:spPr>
            <a:xfrm>
              <a:off x="-44813975" y="4100750"/>
              <a:ext cx="101625" cy="50425"/>
            </a:xfrm>
            <a:custGeom>
              <a:avLst/>
              <a:gdLst/>
              <a:ahLst/>
              <a:cxnLst/>
              <a:rect l="l" t="t" r="r" b="b"/>
              <a:pathLst>
                <a:path w="4065" h="2017" extrusionOk="0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" name="Google Shape;25759;p82">
              <a:extLst>
                <a:ext uri="{FF2B5EF4-FFF2-40B4-BE49-F238E27FC236}">
                  <a16:creationId xmlns:a16="http://schemas.microsoft.com/office/drawing/2014/main" id="{F85A0E7A-A358-54F5-5002-442BBCF19173}"/>
                </a:ext>
              </a:extLst>
            </p:cNvPr>
            <p:cNvSpPr/>
            <p:nvPr/>
          </p:nvSpPr>
          <p:spPr>
            <a:xfrm>
              <a:off x="-44885650" y="3929450"/>
              <a:ext cx="244175" cy="87825"/>
            </a:xfrm>
            <a:custGeom>
              <a:avLst/>
              <a:gdLst/>
              <a:ahLst/>
              <a:cxnLst/>
              <a:rect l="l" t="t" r="r" b="b"/>
              <a:pathLst>
                <a:path w="9767" h="3513" extrusionOk="0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" name="Google Shape;25760;p82">
              <a:extLst>
                <a:ext uri="{FF2B5EF4-FFF2-40B4-BE49-F238E27FC236}">
                  <a16:creationId xmlns:a16="http://schemas.microsoft.com/office/drawing/2014/main" id="{AFD8C8D4-AFF6-DFF7-22D6-2BCDE0DF98CA}"/>
                </a:ext>
              </a:extLst>
            </p:cNvPr>
            <p:cNvSpPr/>
            <p:nvPr/>
          </p:nvSpPr>
          <p:spPr>
            <a:xfrm>
              <a:off x="-44825000" y="4006225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" name="Google Shape;25761;p82">
              <a:extLst>
                <a:ext uri="{FF2B5EF4-FFF2-40B4-BE49-F238E27FC236}">
                  <a16:creationId xmlns:a16="http://schemas.microsoft.com/office/drawing/2014/main" id="{B71749EA-6D17-5DD9-0F71-79C631E11F11}"/>
                </a:ext>
              </a:extLst>
            </p:cNvPr>
            <p:cNvSpPr/>
            <p:nvPr/>
          </p:nvSpPr>
          <p:spPr>
            <a:xfrm>
              <a:off x="-44754900" y="4005450"/>
              <a:ext cx="122875" cy="222925"/>
            </a:xfrm>
            <a:custGeom>
              <a:avLst/>
              <a:gdLst/>
              <a:ahLst/>
              <a:cxnLst/>
              <a:rect l="l" t="t" r="r" b="b"/>
              <a:pathLst>
                <a:path w="4915" h="8917" extrusionOk="0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" name="Google Shape;25762;p82">
              <a:extLst>
                <a:ext uri="{FF2B5EF4-FFF2-40B4-BE49-F238E27FC236}">
                  <a16:creationId xmlns:a16="http://schemas.microsoft.com/office/drawing/2014/main" id="{4824B22A-6222-C9E3-AC5C-EF10A4C58222}"/>
                </a:ext>
              </a:extLst>
            </p:cNvPr>
            <p:cNvSpPr/>
            <p:nvPr/>
          </p:nvSpPr>
          <p:spPr>
            <a:xfrm>
              <a:off x="-44754900" y="4006225"/>
              <a:ext cx="52775" cy="105575"/>
            </a:xfrm>
            <a:custGeom>
              <a:avLst/>
              <a:gdLst/>
              <a:ahLst/>
              <a:cxnLst/>
              <a:rect l="l" t="t" r="r" b="b"/>
              <a:pathLst>
                <a:path w="2111" h="4223" extrusionOk="0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" name="Google Shape;25763;p82">
              <a:extLst>
                <a:ext uri="{FF2B5EF4-FFF2-40B4-BE49-F238E27FC236}">
                  <a16:creationId xmlns:a16="http://schemas.microsoft.com/office/drawing/2014/main" id="{F51DFE02-E728-1970-32BC-8A3550F80EDA}"/>
                </a:ext>
              </a:extLst>
            </p:cNvPr>
            <p:cNvSpPr/>
            <p:nvPr/>
          </p:nvSpPr>
          <p:spPr>
            <a:xfrm>
              <a:off x="-44895900" y="4006225"/>
              <a:ext cx="122900" cy="225300"/>
            </a:xfrm>
            <a:custGeom>
              <a:avLst/>
              <a:gdLst/>
              <a:ahLst/>
              <a:cxnLst/>
              <a:rect l="l" t="t" r="r" b="b"/>
              <a:pathLst>
                <a:path w="4916" h="9012" extrusionOk="0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6" name="Google Shape;23264;p76">
            <a:extLst>
              <a:ext uri="{FF2B5EF4-FFF2-40B4-BE49-F238E27FC236}">
                <a16:creationId xmlns:a16="http://schemas.microsoft.com/office/drawing/2014/main" id="{A947BDFE-D45A-3E78-2364-9B86D6D71877}"/>
              </a:ext>
            </a:extLst>
          </p:cNvPr>
          <p:cNvGrpSpPr/>
          <p:nvPr/>
        </p:nvGrpSpPr>
        <p:grpSpPr>
          <a:xfrm>
            <a:off x="169185" y="4656991"/>
            <a:ext cx="345600" cy="345600"/>
            <a:chOff x="1706078" y="2092648"/>
            <a:chExt cx="660913" cy="637296"/>
          </a:xfrm>
        </p:grpSpPr>
        <p:sp>
          <p:nvSpPr>
            <p:cNvPr id="27" name="Google Shape;23265;p76">
              <a:extLst>
                <a:ext uri="{FF2B5EF4-FFF2-40B4-BE49-F238E27FC236}">
                  <a16:creationId xmlns:a16="http://schemas.microsoft.com/office/drawing/2014/main" id="{EF41815F-EF5B-BDF5-6C5D-718AA3B8D69F}"/>
                </a:ext>
              </a:extLst>
            </p:cNvPr>
            <p:cNvSpPr/>
            <p:nvPr/>
          </p:nvSpPr>
          <p:spPr>
            <a:xfrm>
              <a:off x="1745332" y="2158066"/>
              <a:ext cx="571867" cy="571878"/>
            </a:xfrm>
            <a:custGeom>
              <a:avLst/>
              <a:gdLst/>
              <a:ahLst/>
              <a:cxnLst/>
              <a:rect l="l" t="t" r="r" b="b"/>
              <a:pathLst>
                <a:path w="107747" h="107749" extrusionOk="0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8" name="Google Shape;23266;p76">
              <a:extLst>
                <a:ext uri="{FF2B5EF4-FFF2-40B4-BE49-F238E27FC236}">
                  <a16:creationId xmlns:a16="http://schemas.microsoft.com/office/drawing/2014/main" id="{3279FC95-5220-94C0-7499-7CFF1204DA9D}"/>
                </a:ext>
              </a:extLst>
            </p:cNvPr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29" name="Google Shape;23267;p76">
                <a:extLst>
                  <a:ext uri="{FF2B5EF4-FFF2-40B4-BE49-F238E27FC236}">
                    <a16:creationId xmlns:a16="http://schemas.microsoft.com/office/drawing/2014/main" id="{66263D12-F251-D26E-B4B1-98182086A5F5}"/>
                  </a:ext>
                </a:extLst>
              </p:cNvPr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extrusionOk="0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0" name="Google Shape;23268;p76">
                <a:extLst>
                  <a:ext uri="{FF2B5EF4-FFF2-40B4-BE49-F238E27FC236}">
                    <a16:creationId xmlns:a16="http://schemas.microsoft.com/office/drawing/2014/main" id="{9AE6A659-4D14-F667-A194-CB941711B094}"/>
                  </a:ext>
                </a:extLst>
              </p:cNvPr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avLst/>
                <a:gdLst/>
                <a:ahLst/>
                <a:cxnLst/>
                <a:rect l="l" t="t" r="r" b="b"/>
                <a:pathLst>
                  <a:path w="62027" h="52191" extrusionOk="0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1" name="Google Shape;23269;p76">
                <a:extLst>
                  <a:ext uri="{FF2B5EF4-FFF2-40B4-BE49-F238E27FC236}">
                    <a16:creationId xmlns:a16="http://schemas.microsoft.com/office/drawing/2014/main" id="{723751EF-54FE-938E-21DF-B2F2BDE94A57}"/>
                  </a:ext>
                </a:extLst>
              </p:cNvPr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avLst/>
                <a:gdLst/>
                <a:ahLst/>
                <a:cxnLst/>
                <a:rect l="l" t="t" r="r" b="b"/>
                <a:pathLst>
                  <a:path w="62507" h="52211" extrusionOk="0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32" name="Google Shape;22465;p74">
            <a:extLst>
              <a:ext uri="{FF2B5EF4-FFF2-40B4-BE49-F238E27FC236}">
                <a16:creationId xmlns:a16="http://schemas.microsoft.com/office/drawing/2014/main" id="{DB2A8E79-147A-3727-BB44-DDD1A3CD01EA}"/>
              </a:ext>
            </a:extLst>
          </p:cNvPr>
          <p:cNvGrpSpPr/>
          <p:nvPr/>
        </p:nvGrpSpPr>
        <p:grpSpPr>
          <a:xfrm rot="16200000">
            <a:off x="-696766" y="3329332"/>
            <a:ext cx="2085819" cy="285210"/>
            <a:chOff x="238125" y="2506075"/>
            <a:chExt cx="7115411" cy="673075"/>
          </a:xfrm>
        </p:grpSpPr>
        <p:sp>
          <p:nvSpPr>
            <p:cNvPr id="33" name="Google Shape;22466;p74">
              <a:extLst>
                <a:ext uri="{FF2B5EF4-FFF2-40B4-BE49-F238E27FC236}">
                  <a16:creationId xmlns:a16="http://schemas.microsoft.com/office/drawing/2014/main" id="{31080E82-E8D3-D9D7-1121-E0E2F25204D9}"/>
                </a:ext>
              </a:extLst>
            </p:cNvPr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" name="Google Shape;22467;p74">
              <a:extLst>
                <a:ext uri="{FF2B5EF4-FFF2-40B4-BE49-F238E27FC236}">
                  <a16:creationId xmlns:a16="http://schemas.microsoft.com/office/drawing/2014/main" id="{A5D15B57-54F9-EF61-2226-A058E5CE05B3}"/>
                </a:ext>
              </a:extLst>
            </p:cNvPr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" name="Google Shape;22468;p74">
              <a:extLst>
                <a:ext uri="{FF2B5EF4-FFF2-40B4-BE49-F238E27FC236}">
                  <a16:creationId xmlns:a16="http://schemas.microsoft.com/office/drawing/2014/main" id="{ACFE5446-A2DC-ABB5-20B2-408914B7EB90}"/>
                </a:ext>
              </a:extLst>
            </p:cNvPr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" name="Google Shape;22469;p74">
              <a:extLst>
                <a:ext uri="{FF2B5EF4-FFF2-40B4-BE49-F238E27FC236}">
                  <a16:creationId xmlns:a16="http://schemas.microsoft.com/office/drawing/2014/main" id="{91BFE5ED-9524-7D6D-4C4A-398928B00B3F}"/>
                </a:ext>
              </a:extLst>
            </p:cNvPr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" name="Google Shape;22470;p74">
              <a:extLst>
                <a:ext uri="{FF2B5EF4-FFF2-40B4-BE49-F238E27FC236}">
                  <a16:creationId xmlns:a16="http://schemas.microsoft.com/office/drawing/2014/main" id="{0DD40C33-3BBA-02AA-E3ED-D1BE8804C9AC}"/>
                </a:ext>
              </a:extLst>
            </p:cNvPr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8" name="Google Shape;22389;p74">
            <a:extLst>
              <a:ext uri="{FF2B5EF4-FFF2-40B4-BE49-F238E27FC236}">
                <a16:creationId xmlns:a16="http://schemas.microsoft.com/office/drawing/2014/main" id="{26334815-CA0B-C776-2ED2-114EBB08992F}"/>
              </a:ext>
            </a:extLst>
          </p:cNvPr>
          <p:cNvGrpSpPr/>
          <p:nvPr/>
        </p:nvGrpSpPr>
        <p:grpSpPr>
          <a:xfrm>
            <a:off x="6297171" y="4530225"/>
            <a:ext cx="1675129" cy="525345"/>
            <a:chOff x="5194708" y="3484366"/>
            <a:chExt cx="3148148" cy="987304"/>
          </a:xfrm>
        </p:grpSpPr>
        <p:grpSp>
          <p:nvGrpSpPr>
            <p:cNvPr id="39" name="Google Shape;22390;p74">
              <a:extLst>
                <a:ext uri="{FF2B5EF4-FFF2-40B4-BE49-F238E27FC236}">
                  <a16:creationId xmlns:a16="http://schemas.microsoft.com/office/drawing/2014/main" id="{2568D817-C78B-7C9C-AD9D-F83DED9B128C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52" name="Google Shape;22391;p74">
                <a:extLst>
                  <a:ext uri="{FF2B5EF4-FFF2-40B4-BE49-F238E27FC236}">
                    <a16:creationId xmlns:a16="http://schemas.microsoft.com/office/drawing/2014/main" id="{8F426BE1-CE71-FF63-492E-856963FF66AA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3" name="Google Shape;22392;p74">
                <a:extLst>
                  <a:ext uri="{FF2B5EF4-FFF2-40B4-BE49-F238E27FC236}">
                    <a16:creationId xmlns:a16="http://schemas.microsoft.com/office/drawing/2014/main" id="{C2A08A4C-C05B-1E20-03F0-6B724B32B98C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4" name="Google Shape;22393;p74">
                <a:extLst>
                  <a:ext uri="{FF2B5EF4-FFF2-40B4-BE49-F238E27FC236}">
                    <a16:creationId xmlns:a16="http://schemas.microsoft.com/office/drawing/2014/main" id="{AE51E5BE-9F29-5955-226C-FB6116FF5886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40" name="Google Shape;22394;p74">
              <a:extLst>
                <a:ext uri="{FF2B5EF4-FFF2-40B4-BE49-F238E27FC236}">
                  <a16:creationId xmlns:a16="http://schemas.microsoft.com/office/drawing/2014/main" id="{845FBF9E-5D65-A5AD-E500-469CC57AE852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49" name="Google Shape;22395;p74">
                <a:extLst>
                  <a:ext uri="{FF2B5EF4-FFF2-40B4-BE49-F238E27FC236}">
                    <a16:creationId xmlns:a16="http://schemas.microsoft.com/office/drawing/2014/main" id="{56BB6757-7869-DCFD-B0A2-D5A392391843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" name="Google Shape;22396;p74">
                <a:extLst>
                  <a:ext uri="{FF2B5EF4-FFF2-40B4-BE49-F238E27FC236}">
                    <a16:creationId xmlns:a16="http://schemas.microsoft.com/office/drawing/2014/main" id="{4D010779-24A3-395B-527A-B1CB24768619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1" name="Google Shape;22397;p74">
                <a:extLst>
                  <a:ext uri="{FF2B5EF4-FFF2-40B4-BE49-F238E27FC236}">
                    <a16:creationId xmlns:a16="http://schemas.microsoft.com/office/drawing/2014/main" id="{D5E52604-034B-7CBB-1A1A-BD0D2F77F321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41" name="Google Shape;22398;p74">
              <a:extLst>
                <a:ext uri="{FF2B5EF4-FFF2-40B4-BE49-F238E27FC236}">
                  <a16:creationId xmlns:a16="http://schemas.microsoft.com/office/drawing/2014/main" id="{CFB77357-F61F-3735-48E8-B4B509FB5B2C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46" name="Google Shape;22399;p74">
                <a:extLst>
                  <a:ext uri="{FF2B5EF4-FFF2-40B4-BE49-F238E27FC236}">
                    <a16:creationId xmlns:a16="http://schemas.microsoft.com/office/drawing/2014/main" id="{24A6A9D7-6223-25DC-63C0-04647960BA20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" name="Google Shape;22400;p74">
                <a:extLst>
                  <a:ext uri="{FF2B5EF4-FFF2-40B4-BE49-F238E27FC236}">
                    <a16:creationId xmlns:a16="http://schemas.microsoft.com/office/drawing/2014/main" id="{5CDE6F88-2D6D-2146-20B7-82BFF1A5E97D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" name="Google Shape;22401;p74">
                <a:extLst>
                  <a:ext uri="{FF2B5EF4-FFF2-40B4-BE49-F238E27FC236}">
                    <a16:creationId xmlns:a16="http://schemas.microsoft.com/office/drawing/2014/main" id="{5EA14435-01AE-8DF0-FB51-0BC3A6C03414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42" name="Google Shape;22402;p74">
              <a:extLst>
                <a:ext uri="{FF2B5EF4-FFF2-40B4-BE49-F238E27FC236}">
                  <a16:creationId xmlns:a16="http://schemas.microsoft.com/office/drawing/2014/main" id="{505E755F-146D-DF6E-FEFF-A936B3CC09AB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43" name="Google Shape;22403;p74">
                <a:extLst>
                  <a:ext uri="{FF2B5EF4-FFF2-40B4-BE49-F238E27FC236}">
                    <a16:creationId xmlns:a16="http://schemas.microsoft.com/office/drawing/2014/main" id="{FC807760-CE95-A2C8-A936-A6072FC1A087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4" name="Google Shape;22404;p74">
                <a:extLst>
                  <a:ext uri="{FF2B5EF4-FFF2-40B4-BE49-F238E27FC236}">
                    <a16:creationId xmlns:a16="http://schemas.microsoft.com/office/drawing/2014/main" id="{CA9EBA4A-0DA6-85A8-980F-5AEC69A5B343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5" name="Google Shape;22405;p74">
                <a:extLst>
                  <a:ext uri="{FF2B5EF4-FFF2-40B4-BE49-F238E27FC236}">
                    <a16:creationId xmlns:a16="http://schemas.microsoft.com/office/drawing/2014/main" id="{75207A7E-7E96-33DB-1AD1-9BA4FA4DBD59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55" name="Google Shape;25832;p82">
            <a:extLst>
              <a:ext uri="{FF2B5EF4-FFF2-40B4-BE49-F238E27FC236}">
                <a16:creationId xmlns:a16="http://schemas.microsoft.com/office/drawing/2014/main" id="{084E3D76-8626-5D93-AB59-0C298F45545C}"/>
              </a:ext>
            </a:extLst>
          </p:cNvPr>
          <p:cNvGrpSpPr/>
          <p:nvPr/>
        </p:nvGrpSpPr>
        <p:grpSpPr>
          <a:xfrm>
            <a:off x="50630" y="1655582"/>
            <a:ext cx="591025" cy="536155"/>
            <a:chOff x="-44512325" y="3176075"/>
            <a:chExt cx="300900" cy="300900"/>
          </a:xfrm>
        </p:grpSpPr>
        <p:sp>
          <p:nvSpPr>
            <p:cNvPr id="56" name="Google Shape;25833;p82">
              <a:extLst>
                <a:ext uri="{FF2B5EF4-FFF2-40B4-BE49-F238E27FC236}">
                  <a16:creationId xmlns:a16="http://schemas.microsoft.com/office/drawing/2014/main" id="{B9692E97-D924-44C8-BBF6-EE36EBBF081A}"/>
                </a:ext>
              </a:extLst>
            </p:cNvPr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" name="Google Shape;25834;p82">
              <a:extLst>
                <a:ext uri="{FF2B5EF4-FFF2-40B4-BE49-F238E27FC236}">
                  <a16:creationId xmlns:a16="http://schemas.microsoft.com/office/drawing/2014/main" id="{B4B2F802-FD81-B181-D57C-F12310451BC1}"/>
                </a:ext>
              </a:extLst>
            </p:cNvPr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" name="Google Shape;25835;p82">
              <a:extLst>
                <a:ext uri="{FF2B5EF4-FFF2-40B4-BE49-F238E27FC236}">
                  <a16:creationId xmlns:a16="http://schemas.microsoft.com/office/drawing/2014/main" id="{21AB650A-DD6E-71E3-EBBC-777936DA0A8E}"/>
                </a:ext>
              </a:extLst>
            </p:cNvPr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pic>
        <p:nvPicPr>
          <p:cNvPr id="60" name="Gambar 59">
            <a:extLst>
              <a:ext uri="{FF2B5EF4-FFF2-40B4-BE49-F238E27FC236}">
                <a16:creationId xmlns:a16="http://schemas.microsoft.com/office/drawing/2014/main" id="{6F2B350C-12A7-FCC6-676F-AAD8E0C1BEC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37523" y="255196"/>
            <a:ext cx="2770476" cy="1487134"/>
          </a:xfrm>
          <a:prstGeom prst="rect">
            <a:avLst/>
          </a:prstGeom>
        </p:spPr>
      </p:pic>
      <p:pic>
        <p:nvPicPr>
          <p:cNvPr id="62" name="Gambar 61">
            <a:extLst>
              <a:ext uri="{FF2B5EF4-FFF2-40B4-BE49-F238E27FC236}">
                <a16:creationId xmlns:a16="http://schemas.microsoft.com/office/drawing/2014/main" id="{DBC3C8B0-0638-6583-77E1-8CBE7979CC8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63255" y="2013452"/>
            <a:ext cx="2772000" cy="1487952"/>
          </a:xfrm>
          <a:prstGeom prst="rect">
            <a:avLst/>
          </a:prstGeom>
        </p:spPr>
      </p:pic>
      <p:pic>
        <p:nvPicPr>
          <p:cNvPr id="9088" name="Gambar 9087">
            <a:extLst>
              <a:ext uri="{FF2B5EF4-FFF2-40B4-BE49-F238E27FC236}">
                <a16:creationId xmlns:a16="http://schemas.microsoft.com/office/drawing/2014/main" id="{EA3F4CBC-B7BD-4A50-B467-1549C15D96E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233837" y="3410193"/>
            <a:ext cx="2772000" cy="1487952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1" name="Google Shape;8811;p32"/>
          <p:cNvSpPr txBox="1">
            <a:spLocks noGrp="1"/>
          </p:cNvSpPr>
          <p:nvPr>
            <p:ph type="title"/>
          </p:nvPr>
        </p:nvSpPr>
        <p:spPr>
          <a:xfrm>
            <a:off x="609147" y="3450127"/>
            <a:ext cx="2940000" cy="128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2D </a:t>
            </a:r>
            <a:br>
              <a:rPr lang="en" dirty="0"/>
            </a:br>
            <a:r>
              <a:rPr lang="en" dirty="0"/>
              <a:t>Picture</a:t>
            </a:r>
            <a:endParaRPr dirty="0"/>
          </a:p>
        </p:txBody>
      </p:sp>
      <p:pic>
        <p:nvPicPr>
          <p:cNvPr id="3" name="Gambar 2">
            <a:extLst>
              <a:ext uri="{FF2B5EF4-FFF2-40B4-BE49-F238E27FC236}">
                <a16:creationId xmlns:a16="http://schemas.microsoft.com/office/drawing/2014/main" id="{48EE0FCD-17B1-A2D5-5C0B-7EAFAAF6CCE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28424" y="550126"/>
            <a:ext cx="6132861" cy="3444943"/>
          </a:xfrm>
          <a:prstGeom prst="rect">
            <a:avLst/>
          </a:prstGeom>
        </p:spPr>
      </p:pic>
      <p:grpSp>
        <p:nvGrpSpPr>
          <p:cNvPr id="2" name="Google Shape;25812;p82">
            <a:extLst>
              <a:ext uri="{FF2B5EF4-FFF2-40B4-BE49-F238E27FC236}">
                <a16:creationId xmlns:a16="http://schemas.microsoft.com/office/drawing/2014/main" id="{73CB2042-72F9-9E60-40B3-42A34362E194}"/>
              </a:ext>
            </a:extLst>
          </p:cNvPr>
          <p:cNvGrpSpPr/>
          <p:nvPr/>
        </p:nvGrpSpPr>
        <p:grpSpPr>
          <a:xfrm>
            <a:off x="8699680" y="314950"/>
            <a:ext cx="345600" cy="345600"/>
            <a:chOff x="-47523400" y="3973950"/>
            <a:chExt cx="300100" cy="228425"/>
          </a:xfrm>
        </p:grpSpPr>
        <p:sp>
          <p:nvSpPr>
            <p:cNvPr id="4" name="Google Shape;25813;p82">
              <a:extLst>
                <a:ext uri="{FF2B5EF4-FFF2-40B4-BE49-F238E27FC236}">
                  <a16:creationId xmlns:a16="http://schemas.microsoft.com/office/drawing/2014/main" id="{CD3FB0CB-B8E5-C0D0-C68F-4B9AF6D49CF9}"/>
                </a:ext>
              </a:extLst>
            </p:cNvPr>
            <p:cNvSpPr/>
            <p:nvPr/>
          </p:nvSpPr>
          <p:spPr>
            <a:xfrm>
              <a:off x="-47417075" y="4061375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" name="Google Shape;25814;p82">
              <a:extLst>
                <a:ext uri="{FF2B5EF4-FFF2-40B4-BE49-F238E27FC236}">
                  <a16:creationId xmlns:a16="http://schemas.microsoft.com/office/drawing/2014/main" id="{75A72633-8F1C-2672-7F7A-128955F8BE90}"/>
                </a:ext>
              </a:extLst>
            </p:cNvPr>
            <p:cNvSpPr/>
            <p:nvPr/>
          </p:nvSpPr>
          <p:spPr>
            <a:xfrm>
              <a:off x="-47417875" y="4061375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" name="Google Shape;25815;p82">
              <a:extLst>
                <a:ext uri="{FF2B5EF4-FFF2-40B4-BE49-F238E27FC236}">
                  <a16:creationId xmlns:a16="http://schemas.microsoft.com/office/drawing/2014/main" id="{DE56ED04-F139-14E5-DD1E-44983AC20117}"/>
                </a:ext>
              </a:extLst>
            </p:cNvPr>
            <p:cNvSpPr/>
            <p:nvPr/>
          </p:nvSpPr>
          <p:spPr>
            <a:xfrm>
              <a:off x="-47453300" y="40267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" name="Google Shape;25816;p82">
              <a:extLst>
                <a:ext uri="{FF2B5EF4-FFF2-40B4-BE49-F238E27FC236}">
                  <a16:creationId xmlns:a16="http://schemas.microsoft.com/office/drawing/2014/main" id="{17DB7254-76EF-77E3-0646-49AB4A147CCA}"/>
                </a:ext>
              </a:extLst>
            </p:cNvPr>
            <p:cNvSpPr/>
            <p:nvPr/>
          </p:nvSpPr>
          <p:spPr>
            <a:xfrm>
              <a:off x="-47506875" y="3973950"/>
              <a:ext cx="264675" cy="174875"/>
            </a:xfrm>
            <a:custGeom>
              <a:avLst/>
              <a:gdLst/>
              <a:ahLst/>
              <a:cxnLst/>
              <a:rect l="l" t="t" r="r" b="b"/>
              <a:pathLst>
                <a:path w="10587" h="6995" extrusionOk="0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" name="Google Shape;25817;p82">
              <a:extLst>
                <a:ext uri="{FF2B5EF4-FFF2-40B4-BE49-F238E27FC236}">
                  <a16:creationId xmlns:a16="http://schemas.microsoft.com/office/drawing/2014/main" id="{B323596C-6D21-9656-0CA3-20D10FC9D562}"/>
                </a:ext>
              </a:extLst>
            </p:cNvPr>
            <p:cNvSpPr/>
            <p:nvPr/>
          </p:nvSpPr>
          <p:spPr>
            <a:xfrm>
              <a:off x="-47523400" y="4166900"/>
              <a:ext cx="300100" cy="35475"/>
            </a:xfrm>
            <a:custGeom>
              <a:avLst/>
              <a:gdLst/>
              <a:ahLst/>
              <a:cxnLst/>
              <a:rect l="l" t="t" r="r" b="b"/>
              <a:pathLst>
                <a:path w="12004" h="1419" extrusionOk="0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9" name="Google Shape;25669;p82">
            <a:extLst>
              <a:ext uri="{FF2B5EF4-FFF2-40B4-BE49-F238E27FC236}">
                <a16:creationId xmlns:a16="http://schemas.microsoft.com/office/drawing/2014/main" id="{D6DF2709-A519-BE00-9FC0-F8D017A21462}"/>
              </a:ext>
            </a:extLst>
          </p:cNvPr>
          <p:cNvGrpSpPr/>
          <p:nvPr/>
        </p:nvGrpSpPr>
        <p:grpSpPr>
          <a:xfrm>
            <a:off x="8722572" y="756053"/>
            <a:ext cx="355258" cy="356205"/>
            <a:chOff x="-46409700" y="3569100"/>
            <a:chExt cx="300100" cy="300900"/>
          </a:xfrm>
        </p:grpSpPr>
        <p:sp>
          <p:nvSpPr>
            <p:cNvPr id="10" name="Google Shape;25670;p82">
              <a:extLst>
                <a:ext uri="{FF2B5EF4-FFF2-40B4-BE49-F238E27FC236}">
                  <a16:creationId xmlns:a16="http://schemas.microsoft.com/office/drawing/2014/main" id="{50928015-EEF4-FBB6-73AE-B45BDD771FF1}"/>
                </a:ext>
              </a:extLst>
            </p:cNvPr>
            <p:cNvSpPr/>
            <p:nvPr/>
          </p:nvSpPr>
          <p:spPr>
            <a:xfrm>
              <a:off x="-46234850" y="3569100"/>
              <a:ext cx="18125" cy="52800"/>
            </a:xfrm>
            <a:custGeom>
              <a:avLst/>
              <a:gdLst/>
              <a:ahLst/>
              <a:cxnLst/>
              <a:rect l="l" t="t" r="r" b="b"/>
              <a:pathLst>
                <a:path w="725" h="2112" extrusionOk="0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" name="Google Shape;25671;p82">
              <a:extLst>
                <a:ext uri="{FF2B5EF4-FFF2-40B4-BE49-F238E27FC236}">
                  <a16:creationId xmlns:a16="http://schemas.microsoft.com/office/drawing/2014/main" id="{D1EE6804-D1CA-6C8F-8253-4E0DD86CE9CF}"/>
                </a:ext>
              </a:extLst>
            </p:cNvPr>
            <p:cNvSpPr/>
            <p:nvPr/>
          </p:nvSpPr>
          <p:spPr>
            <a:xfrm>
              <a:off x="-46270300" y="3745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" name="Google Shape;25672;p82">
              <a:extLst>
                <a:ext uri="{FF2B5EF4-FFF2-40B4-BE49-F238E27FC236}">
                  <a16:creationId xmlns:a16="http://schemas.microsoft.com/office/drawing/2014/main" id="{002BA62E-217F-8677-1C26-AE87A8A47A5C}"/>
                </a:ext>
              </a:extLst>
            </p:cNvPr>
            <p:cNvSpPr/>
            <p:nvPr/>
          </p:nvSpPr>
          <p:spPr>
            <a:xfrm>
              <a:off x="-46305750" y="3710875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" name="Google Shape;25673;p82">
              <a:extLst>
                <a:ext uri="{FF2B5EF4-FFF2-40B4-BE49-F238E27FC236}">
                  <a16:creationId xmlns:a16="http://schemas.microsoft.com/office/drawing/2014/main" id="{60019F6E-F523-60A3-FD26-4FF92A92F520}"/>
                </a:ext>
              </a:extLst>
            </p:cNvPr>
            <p:cNvSpPr/>
            <p:nvPr/>
          </p:nvSpPr>
          <p:spPr>
            <a:xfrm>
              <a:off x="-46409700" y="3569900"/>
              <a:ext cx="300100" cy="300100"/>
            </a:xfrm>
            <a:custGeom>
              <a:avLst/>
              <a:gdLst/>
              <a:ahLst/>
              <a:cxnLst/>
              <a:rect l="l" t="t" r="r" b="b"/>
              <a:pathLst>
                <a:path w="12004" h="12004" extrusionOk="0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" name="Google Shape;25674;p82">
              <a:extLst>
                <a:ext uri="{FF2B5EF4-FFF2-40B4-BE49-F238E27FC236}">
                  <a16:creationId xmlns:a16="http://schemas.microsoft.com/office/drawing/2014/main" id="{A98C4D97-BE84-9AC7-C988-E60A96FA2C1C}"/>
                </a:ext>
              </a:extLst>
            </p:cNvPr>
            <p:cNvSpPr/>
            <p:nvPr/>
          </p:nvSpPr>
          <p:spPr>
            <a:xfrm>
              <a:off x="-46341175" y="3569100"/>
              <a:ext cx="159125" cy="87450"/>
            </a:xfrm>
            <a:custGeom>
              <a:avLst/>
              <a:gdLst/>
              <a:ahLst/>
              <a:cxnLst/>
              <a:rect l="l" t="t" r="r" b="b"/>
              <a:pathLst>
                <a:path w="636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5" name="Google Shape;25757;p82">
            <a:extLst>
              <a:ext uri="{FF2B5EF4-FFF2-40B4-BE49-F238E27FC236}">
                <a16:creationId xmlns:a16="http://schemas.microsoft.com/office/drawing/2014/main" id="{9C29E98B-2B18-F795-FFE8-8DB1771984D3}"/>
              </a:ext>
            </a:extLst>
          </p:cNvPr>
          <p:cNvGrpSpPr/>
          <p:nvPr/>
        </p:nvGrpSpPr>
        <p:grpSpPr>
          <a:xfrm>
            <a:off x="8718710" y="1208708"/>
            <a:ext cx="345600" cy="345600"/>
            <a:chOff x="-44895900" y="3929450"/>
            <a:chExt cx="263875" cy="302075"/>
          </a:xfrm>
        </p:grpSpPr>
        <p:sp>
          <p:nvSpPr>
            <p:cNvPr id="16" name="Google Shape;25758;p82">
              <a:extLst>
                <a:ext uri="{FF2B5EF4-FFF2-40B4-BE49-F238E27FC236}">
                  <a16:creationId xmlns:a16="http://schemas.microsoft.com/office/drawing/2014/main" id="{41D61FE9-E229-2D77-EC0A-6C223C6841F9}"/>
                </a:ext>
              </a:extLst>
            </p:cNvPr>
            <p:cNvSpPr/>
            <p:nvPr/>
          </p:nvSpPr>
          <p:spPr>
            <a:xfrm>
              <a:off x="-44813975" y="4100750"/>
              <a:ext cx="101625" cy="50425"/>
            </a:xfrm>
            <a:custGeom>
              <a:avLst/>
              <a:gdLst/>
              <a:ahLst/>
              <a:cxnLst/>
              <a:rect l="l" t="t" r="r" b="b"/>
              <a:pathLst>
                <a:path w="4065" h="2017" extrusionOk="0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25759;p82">
              <a:extLst>
                <a:ext uri="{FF2B5EF4-FFF2-40B4-BE49-F238E27FC236}">
                  <a16:creationId xmlns:a16="http://schemas.microsoft.com/office/drawing/2014/main" id="{9AD2F021-AAF8-93AD-C75E-43AFE5DAECDD}"/>
                </a:ext>
              </a:extLst>
            </p:cNvPr>
            <p:cNvSpPr/>
            <p:nvPr/>
          </p:nvSpPr>
          <p:spPr>
            <a:xfrm>
              <a:off x="-44885650" y="3929450"/>
              <a:ext cx="244175" cy="87825"/>
            </a:xfrm>
            <a:custGeom>
              <a:avLst/>
              <a:gdLst/>
              <a:ahLst/>
              <a:cxnLst/>
              <a:rect l="l" t="t" r="r" b="b"/>
              <a:pathLst>
                <a:path w="9767" h="3513" extrusionOk="0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" name="Google Shape;25760;p82">
              <a:extLst>
                <a:ext uri="{FF2B5EF4-FFF2-40B4-BE49-F238E27FC236}">
                  <a16:creationId xmlns:a16="http://schemas.microsoft.com/office/drawing/2014/main" id="{62BCA815-27D4-08A1-AFF9-36B3B204EECF}"/>
                </a:ext>
              </a:extLst>
            </p:cNvPr>
            <p:cNvSpPr/>
            <p:nvPr/>
          </p:nvSpPr>
          <p:spPr>
            <a:xfrm>
              <a:off x="-44825000" y="4006225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" name="Google Shape;25761;p82">
              <a:extLst>
                <a:ext uri="{FF2B5EF4-FFF2-40B4-BE49-F238E27FC236}">
                  <a16:creationId xmlns:a16="http://schemas.microsoft.com/office/drawing/2014/main" id="{40392F24-0B78-51DC-8988-9620F9F781F4}"/>
                </a:ext>
              </a:extLst>
            </p:cNvPr>
            <p:cNvSpPr/>
            <p:nvPr/>
          </p:nvSpPr>
          <p:spPr>
            <a:xfrm>
              <a:off x="-44754900" y="4005450"/>
              <a:ext cx="122875" cy="222925"/>
            </a:xfrm>
            <a:custGeom>
              <a:avLst/>
              <a:gdLst/>
              <a:ahLst/>
              <a:cxnLst/>
              <a:rect l="l" t="t" r="r" b="b"/>
              <a:pathLst>
                <a:path w="4915" h="8917" extrusionOk="0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" name="Google Shape;25762;p82">
              <a:extLst>
                <a:ext uri="{FF2B5EF4-FFF2-40B4-BE49-F238E27FC236}">
                  <a16:creationId xmlns:a16="http://schemas.microsoft.com/office/drawing/2014/main" id="{CF3B1A98-0387-2657-5F03-6E8AD6C13144}"/>
                </a:ext>
              </a:extLst>
            </p:cNvPr>
            <p:cNvSpPr/>
            <p:nvPr/>
          </p:nvSpPr>
          <p:spPr>
            <a:xfrm>
              <a:off x="-44754900" y="4006225"/>
              <a:ext cx="52775" cy="105575"/>
            </a:xfrm>
            <a:custGeom>
              <a:avLst/>
              <a:gdLst/>
              <a:ahLst/>
              <a:cxnLst/>
              <a:rect l="l" t="t" r="r" b="b"/>
              <a:pathLst>
                <a:path w="2111" h="4223" extrusionOk="0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" name="Google Shape;25763;p82">
              <a:extLst>
                <a:ext uri="{FF2B5EF4-FFF2-40B4-BE49-F238E27FC236}">
                  <a16:creationId xmlns:a16="http://schemas.microsoft.com/office/drawing/2014/main" id="{3D2A8964-2D01-64D5-A1D1-B24675C3688A}"/>
                </a:ext>
              </a:extLst>
            </p:cNvPr>
            <p:cNvSpPr/>
            <p:nvPr/>
          </p:nvSpPr>
          <p:spPr>
            <a:xfrm>
              <a:off x="-44895900" y="4006225"/>
              <a:ext cx="122900" cy="225300"/>
            </a:xfrm>
            <a:custGeom>
              <a:avLst/>
              <a:gdLst/>
              <a:ahLst/>
              <a:cxnLst/>
              <a:rect l="l" t="t" r="r" b="b"/>
              <a:pathLst>
                <a:path w="4916" h="9012" extrusionOk="0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2" name="Google Shape;22389;p74">
            <a:extLst>
              <a:ext uri="{FF2B5EF4-FFF2-40B4-BE49-F238E27FC236}">
                <a16:creationId xmlns:a16="http://schemas.microsoft.com/office/drawing/2014/main" id="{F6479F76-BD7A-1B4B-4038-F8617C222EA8}"/>
              </a:ext>
            </a:extLst>
          </p:cNvPr>
          <p:cNvGrpSpPr/>
          <p:nvPr/>
        </p:nvGrpSpPr>
        <p:grpSpPr>
          <a:xfrm rot="16200000">
            <a:off x="1241582" y="2309077"/>
            <a:ext cx="1675129" cy="525345"/>
            <a:chOff x="5194708" y="3484366"/>
            <a:chExt cx="3148148" cy="987304"/>
          </a:xfrm>
        </p:grpSpPr>
        <p:grpSp>
          <p:nvGrpSpPr>
            <p:cNvPr id="23" name="Google Shape;22390;p74">
              <a:extLst>
                <a:ext uri="{FF2B5EF4-FFF2-40B4-BE49-F238E27FC236}">
                  <a16:creationId xmlns:a16="http://schemas.microsoft.com/office/drawing/2014/main" id="{E0615B4A-03A9-D47D-2704-C30F4C1D3A33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36" name="Google Shape;22391;p74">
                <a:extLst>
                  <a:ext uri="{FF2B5EF4-FFF2-40B4-BE49-F238E27FC236}">
                    <a16:creationId xmlns:a16="http://schemas.microsoft.com/office/drawing/2014/main" id="{C4072D61-DC3A-91BD-6424-B2177CD5E88A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" name="Google Shape;22392;p74">
                <a:extLst>
                  <a:ext uri="{FF2B5EF4-FFF2-40B4-BE49-F238E27FC236}">
                    <a16:creationId xmlns:a16="http://schemas.microsoft.com/office/drawing/2014/main" id="{2087EE27-E1A9-0F2D-5D1E-910E4FB96D26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" name="Google Shape;22393;p74">
                <a:extLst>
                  <a:ext uri="{FF2B5EF4-FFF2-40B4-BE49-F238E27FC236}">
                    <a16:creationId xmlns:a16="http://schemas.microsoft.com/office/drawing/2014/main" id="{AB147893-88FD-327C-C782-46FF40A16282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24" name="Google Shape;22394;p74">
              <a:extLst>
                <a:ext uri="{FF2B5EF4-FFF2-40B4-BE49-F238E27FC236}">
                  <a16:creationId xmlns:a16="http://schemas.microsoft.com/office/drawing/2014/main" id="{4E8672D1-2A46-F5B3-51FE-CAAFCB663EAB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33" name="Google Shape;22395;p74">
                <a:extLst>
                  <a:ext uri="{FF2B5EF4-FFF2-40B4-BE49-F238E27FC236}">
                    <a16:creationId xmlns:a16="http://schemas.microsoft.com/office/drawing/2014/main" id="{81D4AEFA-2425-C234-3CCE-FE124F8799BC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4" name="Google Shape;22396;p74">
                <a:extLst>
                  <a:ext uri="{FF2B5EF4-FFF2-40B4-BE49-F238E27FC236}">
                    <a16:creationId xmlns:a16="http://schemas.microsoft.com/office/drawing/2014/main" id="{8F4CB596-4DE7-F071-BF8B-FB3A5E502682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5" name="Google Shape;22397;p74">
                <a:extLst>
                  <a:ext uri="{FF2B5EF4-FFF2-40B4-BE49-F238E27FC236}">
                    <a16:creationId xmlns:a16="http://schemas.microsoft.com/office/drawing/2014/main" id="{B05020E5-BF7B-476B-EA19-2B1E1CF8C034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25" name="Google Shape;22398;p74">
              <a:extLst>
                <a:ext uri="{FF2B5EF4-FFF2-40B4-BE49-F238E27FC236}">
                  <a16:creationId xmlns:a16="http://schemas.microsoft.com/office/drawing/2014/main" id="{17B471A3-DD4E-8EF6-6961-651B506DAFAB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30" name="Google Shape;22399;p74">
                <a:extLst>
                  <a:ext uri="{FF2B5EF4-FFF2-40B4-BE49-F238E27FC236}">
                    <a16:creationId xmlns:a16="http://schemas.microsoft.com/office/drawing/2014/main" id="{FCD1DB44-184B-7315-8D9C-89EC36CAEB9B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1" name="Google Shape;22400;p74">
                <a:extLst>
                  <a:ext uri="{FF2B5EF4-FFF2-40B4-BE49-F238E27FC236}">
                    <a16:creationId xmlns:a16="http://schemas.microsoft.com/office/drawing/2014/main" id="{4E35C3EF-1540-73EF-F501-16D822D35C65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2" name="Google Shape;22401;p74">
                <a:extLst>
                  <a:ext uri="{FF2B5EF4-FFF2-40B4-BE49-F238E27FC236}">
                    <a16:creationId xmlns:a16="http://schemas.microsoft.com/office/drawing/2014/main" id="{C42DE0B2-55D2-4897-F86A-6FEDB1D47F04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26" name="Google Shape;22402;p74">
              <a:extLst>
                <a:ext uri="{FF2B5EF4-FFF2-40B4-BE49-F238E27FC236}">
                  <a16:creationId xmlns:a16="http://schemas.microsoft.com/office/drawing/2014/main" id="{EAF11DF6-DD00-1BC0-EBAF-B668EEDF32CA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27" name="Google Shape;22403;p74">
                <a:extLst>
                  <a:ext uri="{FF2B5EF4-FFF2-40B4-BE49-F238E27FC236}">
                    <a16:creationId xmlns:a16="http://schemas.microsoft.com/office/drawing/2014/main" id="{2E363744-BD78-2DD7-899A-4AE5C1351DE0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" name="Google Shape;22404;p74">
                <a:extLst>
                  <a:ext uri="{FF2B5EF4-FFF2-40B4-BE49-F238E27FC236}">
                    <a16:creationId xmlns:a16="http://schemas.microsoft.com/office/drawing/2014/main" id="{952298E2-BE48-36BE-239C-F272912BFCFC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22405;p74">
                <a:extLst>
                  <a:ext uri="{FF2B5EF4-FFF2-40B4-BE49-F238E27FC236}">
                    <a16:creationId xmlns:a16="http://schemas.microsoft.com/office/drawing/2014/main" id="{E976ABC0-1835-F9E0-5693-C36266ADB8D4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39" name="Google Shape;23264;p76">
            <a:extLst>
              <a:ext uri="{FF2B5EF4-FFF2-40B4-BE49-F238E27FC236}">
                <a16:creationId xmlns:a16="http://schemas.microsoft.com/office/drawing/2014/main" id="{4A0D8BD8-69BE-5B26-01C1-57E784BC2E6C}"/>
              </a:ext>
            </a:extLst>
          </p:cNvPr>
          <p:cNvGrpSpPr/>
          <p:nvPr/>
        </p:nvGrpSpPr>
        <p:grpSpPr>
          <a:xfrm>
            <a:off x="8696168" y="4748741"/>
            <a:ext cx="345600" cy="345600"/>
            <a:chOff x="1706078" y="2092648"/>
            <a:chExt cx="660913" cy="637296"/>
          </a:xfrm>
        </p:grpSpPr>
        <p:sp>
          <p:nvSpPr>
            <p:cNvPr id="40" name="Google Shape;23265;p76">
              <a:extLst>
                <a:ext uri="{FF2B5EF4-FFF2-40B4-BE49-F238E27FC236}">
                  <a16:creationId xmlns:a16="http://schemas.microsoft.com/office/drawing/2014/main" id="{3E7D48C1-F07D-4A4D-4071-29F870DC8FC5}"/>
                </a:ext>
              </a:extLst>
            </p:cNvPr>
            <p:cNvSpPr/>
            <p:nvPr/>
          </p:nvSpPr>
          <p:spPr>
            <a:xfrm>
              <a:off x="1745332" y="2158066"/>
              <a:ext cx="571867" cy="571878"/>
            </a:xfrm>
            <a:custGeom>
              <a:avLst/>
              <a:gdLst/>
              <a:ahLst/>
              <a:cxnLst/>
              <a:rect l="l" t="t" r="r" b="b"/>
              <a:pathLst>
                <a:path w="107747" h="107749" extrusionOk="0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41" name="Google Shape;23266;p76">
              <a:extLst>
                <a:ext uri="{FF2B5EF4-FFF2-40B4-BE49-F238E27FC236}">
                  <a16:creationId xmlns:a16="http://schemas.microsoft.com/office/drawing/2014/main" id="{B29CD727-A6B6-2B99-F208-1B535E76BB0A}"/>
                </a:ext>
              </a:extLst>
            </p:cNvPr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42" name="Google Shape;23267;p76">
                <a:extLst>
                  <a:ext uri="{FF2B5EF4-FFF2-40B4-BE49-F238E27FC236}">
                    <a16:creationId xmlns:a16="http://schemas.microsoft.com/office/drawing/2014/main" id="{7C2DCC1C-B211-F155-D0A7-D20171189E32}"/>
                  </a:ext>
                </a:extLst>
              </p:cNvPr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extrusionOk="0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3" name="Google Shape;23268;p76">
                <a:extLst>
                  <a:ext uri="{FF2B5EF4-FFF2-40B4-BE49-F238E27FC236}">
                    <a16:creationId xmlns:a16="http://schemas.microsoft.com/office/drawing/2014/main" id="{67EE566F-594B-83D3-5D25-6C2F1D1611E0}"/>
                  </a:ext>
                </a:extLst>
              </p:cNvPr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avLst/>
                <a:gdLst/>
                <a:ahLst/>
                <a:cxnLst/>
                <a:rect l="l" t="t" r="r" b="b"/>
                <a:pathLst>
                  <a:path w="62027" h="52191" extrusionOk="0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4" name="Google Shape;23269;p76">
                <a:extLst>
                  <a:ext uri="{FF2B5EF4-FFF2-40B4-BE49-F238E27FC236}">
                    <a16:creationId xmlns:a16="http://schemas.microsoft.com/office/drawing/2014/main" id="{B6D776FF-53C9-FE06-62AA-F0A77AA56E9F}"/>
                  </a:ext>
                </a:extLst>
              </p:cNvPr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avLst/>
                <a:gdLst/>
                <a:ahLst/>
                <a:cxnLst/>
                <a:rect l="l" t="t" r="r" b="b"/>
                <a:pathLst>
                  <a:path w="62507" h="52211" extrusionOk="0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45" name="Google Shape;22465;p74">
            <a:extLst>
              <a:ext uri="{FF2B5EF4-FFF2-40B4-BE49-F238E27FC236}">
                <a16:creationId xmlns:a16="http://schemas.microsoft.com/office/drawing/2014/main" id="{28874EAD-3E3C-CAAB-23C2-1AB8A918E260}"/>
              </a:ext>
            </a:extLst>
          </p:cNvPr>
          <p:cNvGrpSpPr/>
          <p:nvPr/>
        </p:nvGrpSpPr>
        <p:grpSpPr>
          <a:xfrm rot="16200000">
            <a:off x="7826059" y="2587369"/>
            <a:ext cx="2085819" cy="285210"/>
            <a:chOff x="238125" y="2506075"/>
            <a:chExt cx="7115411" cy="673075"/>
          </a:xfrm>
        </p:grpSpPr>
        <p:sp>
          <p:nvSpPr>
            <p:cNvPr id="46" name="Google Shape;22466;p74">
              <a:extLst>
                <a:ext uri="{FF2B5EF4-FFF2-40B4-BE49-F238E27FC236}">
                  <a16:creationId xmlns:a16="http://schemas.microsoft.com/office/drawing/2014/main" id="{EF8F5D41-E8B7-E078-2356-D7427BC1C54F}"/>
                </a:ext>
              </a:extLst>
            </p:cNvPr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" name="Google Shape;22467;p74">
              <a:extLst>
                <a:ext uri="{FF2B5EF4-FFF2-40B4-BE49-F238E27FC236}">
                  <a16:creationId xmlns:a16="http://schemas.microsoft.com/office/drawing/2014/main" id="{8A338B2E-8188-AD76-1CEE-C5E55A7F5A26}"/>
                </a:ext>
              </a:extLst>
            </p:cNvPr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8" name="Google Shape;22468;p74">
              <a:extLst>
                <a:ext uri="{FF2B5EF4-FFF2-40B4-BE49-F238E27FC236}">
                  <a16:creationId xmlns:a16="http://schemas.microsoft.com/office/drawing/2014/main" id="{915651FB-CCCE-F6E2-FE23-E76229E83DF1}"/>
                </a:ext>
              </a:extLst>
            </p:cNvPr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9" name="Google Shape;22469;p74">
              <a:extLst>
                <a:ext uri="{FF2B5EF4-FFF2-40B4-BE49-F238E27FC236}">
                  <a16:creationId xmlns:a16="http://schemas.microsoft.com/office/drawing/2014/main" id="{699876E1-6C3D-8437-764B-EB6A144D1161}"/>
                </a:ext>
              </a:extLst>
            </p:cNvPr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0" name="Google Shape;22470;p74">
              <a:extLst>
                <a:ext uri="{FF2B5EF4-FFF2-40B4-BE49-F238E27FC236}">
                  <a16:creationId xmlns:a16="http://schemas.microsoft.com/office/drawing/2014/main" id="{259573CD-319C-0635-DCC1-922840B16C70}"/>
                </a:ext>
              </a:extLst>
            </p:cNvPr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51" name="Google Shape;25832;p82">
            <a:extLst>
              <a:ext uri="{FF2B5EF4-FFF2-40B4-BE49-F238E27FC236}">
                <a16:creationId xmlns:a16="http://schemas.microsoft.com/office/drawing/2014/main" id="{11B0A60A-1545-AF39-7FBC-157C9BE991CB}"/>
              </a:ext>
            </a:extLst>
          </p:cNvPr>
          <p:cNvGrpSpPr/>
          <p:nvPr/>
        </p:nvGrpSpPr>
        <p:grpSpPr>
          <a:xfrm>
            <a:off x="117547" y="4454221"/>
            <a:ext cx="591025" cy="536155"/>
            <a:chOff x="-44512325" y="3176075"/>
            <a:chExt cx="300900" cy="300900"/>
          </a:xfrm>
        </p:grpSpPr>
        <p:sp>
          <p:nvSpPr>
            <p:cNvPr id="52" name="Google Shape;25833;p82">
              <a:extLst>
                <a:ext uri="{FF2B5EF4-FFF2-40B4-BE49-F238E27FC236}">
                  <a16:creationId xmlns:a16="http://schemas.microsoft.com/office/drawing/2014/main" id="{FFD7F705-8824-2763-9362-70D748B23209}"/>
                </a:ext>
              </a:extLst>
            </p:cNvPr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3" name="Google Shape;25834;p82">
              <a:extLst>
                <a:ext uri="{FF2B5EF4-FFF2-40B4-BE49-F238E27FC236}">
                  <a16:creationId xmlns:a16="http://schemas.microsoft.com/office/drawing/2014/main" id="{53F294AA-9425-F6B0-31C6-637A900C67FB}"/>
                </a:ext>
              </a:extLst>
            </p:cNvPr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4" name="Google Shape;25835;p82">
              <a:extLst>
                <a:ext uri="{FF2B5EF4-FFF2-40B4-BE49-F238E27FC236}">
                  <a16:creationId xmlns:a16="http://schemas.microsoft.com/office/drawing/2014/main" id="{8A803871-E176-1BB2-96AF-BBA31FBEDF77}"/>
                </a:ext>
              </a:extLst>
            </p:cNvPr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Co-operative company business plan by Slidesgo">
  <a:themeElements>
    <a:clrScheme name="Simple Light">
      <a:dk1>
        <a:srgbClr val="000A39"/>
      </a:dk1>
      <a:lt1>
        <a:srgbClr val="FFFFFF"/>
      </a:lt1>
      <a:dk2>
        <a:srgbClr val="000A39"/>
      </a:dk2>
      <a:lt2>
        <a:srgbClr val="F4F2EA"/>
      </a:lt2>
      <a:accent1>
        <a:srgbClr val="D5815F"/>
      </a:accent1>
      <a:accent2>
        <a:srgbClr val="69B0B1"/>
      </a:accent2>
      <a:accent3>
        <a:srgbClr val="D78DB3"/>
      </a:accent3>
      <a:accent4>
        <a:srgbClr val="F4D562"/>
      </a:accent4>
      <a:accent5>
        <a:srgbClr val="F4F2EA"/>
      </a:accent5>
      <a:accent6>
        <a:srgbClr val="000A39"/>
      </a:accent6>
      <a:hlink>
        <a:srgbClr val="000A3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302</TotalTime>
  <Words>179</Words>
  <Application>Microsoft Office PowerPoint</Application>
  <PresentationFormat>Peragaan Layar (16:9)</PresentationFormat>
  <Paragraphs>47</Paragraphs>
  <Slides>13</Slides>
  <Notes>13</Notes>
  <HiddenSlides>0</HiddenSlides>
  <MMClips>0</MMClips>
  <ScaleCrop>false</ScaleCrop>
  <HeadingPairs>
    <vt:vector size="6" baseType="variant">
      <vt:variant>
        <vt:lpstr>Font Dipakai</vt:lpstr>
      </vt:variant>
      <vt:variant>
        <vt:i4>5</vt:i4>
      </vt:variant>
      <vt:variant>
        <vt:lpstr>Tema</vt:lpstr>
      </vt:variant>
      <vt:variant>
        <vt:i4>1</vt:i4>
      </vt:variant>
      <vt:variant>
        <vt:lpstr>Judul Slide</vt:lpstr>
      </vt:variant>
      <vt:variant>
        <vt:i4>13</vt:i4>
      </vt:variant>
    </vt:vector>
  </HeadingPairs>
  <TitlesOfParts>
    <vt:vector size="19" baseType="lpstr">
      <vt:lpstr>Nunito Sans</vt:lpstr>
      <vt:lpstr>Rajdhani</vt:lpstr>
      <vt:lpstr>Rajdhani SemiBold</vt:lpstr>
      <vt:lpstr>Arial</vt:lpstr>
      <vt:lpstr>Proxima Nova</vt:lpstr>
      <vt:lpstr>Co-operative company business plan by Slidesgo</vt:lpstr>
      <vt:lpstr>Product Design Ryudzay R-1</vt:lpstr>
      <vt:lpstr>Problem</vt:lpstr>
      <vt:lpstr>Problem</vt:lpstr>
      <vt:lpstr>Virtual Keyboard Definition</vt:lpstr>
      <vt:lpstr>Virtual Keyboard Definition</vt:lpstr>
      <vt:lpstr>Solutions to solve problems</vt:lpstr>
      <vt:lpstr>Solutions to solve problems</vt:lpstr>
      <vt:lpstr>Presentasi PowerPoint</vt:lpstr>
      <vt:lpstr>VK Spesifications</vt:lpstr>
      <vt:lpstr>Virtual Keyboard  Specifications</vt:lpstr>
      <vt:lpstr>Product Picture</vt:lpstr>
      <vt:lpstr>Presentasi PowerPoint</vt:lpstr>
      <vt:lpstr>2D  Picture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Praktikum Gambar Teknik TRE’ AB</dc:title>
  <cp:lastModifiedBy>mu handis</cp:lastModifiedBy>
  <cp:revision>9</cp:revision>
  <dcterms:modified xsi:type="dcterms:W3CDTF">2022-12-22T01:28:14Z</dcterms:modified>
</cp:coreProperties>
</file>